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6"/>
  </p:notesMasterIdLst>
  <p:sldIdLst>
    <p:sldId id="305" r:id="rId2"/>
    <p:sldId id="353" r:id="rId3"/>
    <p:sldId id="411" r:id="rId4"/>
    <p:sldId id="345" r:id="rId5"/>
    <p:sldId id="347" r:id="rId6"/>
    <p:sldId id="348" r:id="rId7"/>
    <p:sldId id="354" r:id="rId8"/>
    <p:sldId id="350" r:id="rId9"/>
    <p:sldId id="351" r:id="rId10"/>
    <p:sldId id="436" r:id="rId11"/>
    <p:sldId id="352" r:id="rId12"/>
    <p:sldId id="433" r:id="rId13"/>
    <p:sldId id="388" r:id="rId14"/>
    <p:sldId id="355" r:id="rId15"/>
    <p:sldId id="390" r:id="rId16"/>
    <p:sldId id="391" r:id="rId17"/>
    <p:sldId id="389" r:id="rId18"/>
    <p:sldId id="393" r:id="rId19"/>
    <p:sldId id="414" r:id="rId20"/>
    <p:sldId id="415" r:id="rId21"/>
    <p:sldId id="416" r:id="rId22"/>
    <p:sldId id="392" r:id="rId23"/>
    <p:sldId id="394" r:id="rId24"/>
    <p:sldId id="395" r:id="rId25"/>
    <p:sldId id="397" r:id="rId26"/>
    <p:sldId id="398" r:id="rId27"/>
    <p:sldId id="399" r:id="rId28"/>
    <p:sldId id="400" r:id="rId29"/>
    <p:sldId id="401" r:id="rId30"/>
    <p:sldId id="402" r:id="rId31"/>
    <p:sldId id="403" r:id="rId32"/>
    <p:sldId id="404" r:id="rId33"/>
    <p:sldId id="405" r:id="rId34"/>
    <p:sldId id="417" r:id="rId35"/>
    <p:sldId id="418" r:id="rId36"/>
    <p:sldId id="409" r:id="rId37"/>
    <p:sldId id="434" r:id="rId38"/>
    <p:sldId id="435" r:id="rId39"/>
    <p:sldId id="421" r:id="rId40"/>
    <p:sldId id="422" r:id="rId41"/>
    <p:sldId id="423" r:id="rId42"/>
    <p:sldId id="424" r:id="rId43"/>
    <p:sldId id="426" r:id="rId44"/>
    <p:sldId id="430" r:id="rId4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nd" id="{46275B7E-A63B-4DD3-9281-80D1429B37A9}">
          <p14:sldIdLst>
            <p14:sldId id="305"/>
            <p14:sldId id="353"/>
            <p14:sldId id="411"/>
            <p14:sldId id="345"/>
            <p14:sldId id="347"/>
            <p14:sldId id="348"/>
            <p14:sldId id="354"/>
            <p14:sldId id="350"/>
            <p14:sldId id="351"/>
            <p14:sldId id="436"/>
            <p14:sldId id="352"/>
            <p14:sldId id="433"/>
            <p14:sldId id="388"/>
            <p14:sldId id="355"/>
            <p14:sldId id="390"/>
            <p14:sldId id="391"/>
            <p14:sldId id="389"/>
            <p14:sldId id="393"/>
            <p14:sldId id="414"/>
            <p14:sldId id="415"/>
            <p14:sldId id="416"/>
            <p14:sldId id="392"/>
            <p14:sldId id="394"/>
            <p14:sldId id="395"/>
            <p14:sldId id="397"/>
            <p14:sldId id="398"/>
            <p14:sldId id="399"/>
            <p14:sldId id="400"/>
            <p14:sldId id="401"/>
            <p14:sldId id="402"/>
            <p14:sldId id="403"/>
            <p14:sldId id="404"/>
            <p14:sldId id="405"/>
            <p14:sldId id="417"/>
            <p14:sldId id="418"/>
            <p14:sldId id="409"/>
            <p14:sldId id="434"/>
            <p14:sldId id="435"/>
            <p14:sldId id="421"/>
            <p14:sldId id="422"/>
            <p14:sldId id="423"/>
            <p14:sldId id="424"/>
            <p14:sldId id="426"/>
            <p14:sldId id="43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7D31"/>
    <a:srgbClr val="8BBD6A"/>
    <a:srgbClr val="C5E0B4"/>
    <a:srgbClr val="FFFFFF"/>
    <a:srgbClr val="F8D7CD"/>
    <a:srgbClr val="CFD5EA"/>
    <a:srgbClr val="CC0000"/>
    <a:srgbClr val="A40000"/>
    <a:srgbClr val="A9D18E"/>
    <a:srgbClr val="4472C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638B1855-1B75-4FBE-930C-398BA8C253C6}" styleName="主题样式 2 - 强调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560" autoAdjust="0"/>
    <p:restoredTop sz="94660"/>
  </p:normalViewPr>
  <p:slideViewPr>
    <p:cSldViewPr snapToGrid="0">
      <p:cViewPr varScale="1">
        <p:scale>
          <a:sx n="111" d="100"/>
          <a:sy n="111" d="100"/>
        </p:scale>
        <p:origin x="504"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微软雅黑 Light" panose="020B0502040204020203" pitchFamily="34" charset="-122"/>
                <a:ea typeface="微软雅黑 Light" panose="020B0502040204020203" pitchFamily="34" charset="-122"/>
              </a:defRPr>
            </a:lvl1pPr>
          </a:lstStyle>
          <a:p>
            <a:endParaRPr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微软雅黑 Light" panose="020B0502040204020203" pitchFamily="34" charset="-122"/>
                <a:ea typeface="微软雅黑 Light" panose="020B0502040204020203" pitchFamily="34" charset="-122"/>
              </a:defRPr>
            </a:lvl1pPr>
          </a:lstStyle>
          <a:p>
            <a:fld id="{C45BF7C3-54C6-43CF-A4AB-2E7725CEB030}" type="datetimeFigureOut">
              <a:rPr lang="zh-CN" altLang="en-US" smtClean="0"/>
              <a:pPr/>
              <a:t>2026/9/9</a:t>
            </a:fld>
            <a:endParaRPr lang="zh-CN" alt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dirty="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微软雅黑 Light" panose="020B0502040204020203" pitchFamily="34" charset="-122"/>
                <a:ea typeface="微软雅黑 Light" panose="020B0502040204020203" pitchFamily="34" charset="-122"/>
              </a:defRPr>
            </a:lvl1pPr>
          </a:lstStyle>
          <a:p>
            <a:endParaRPr lang="zh-CN" altLang="en-US"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微软雅黑 Light" panose="020B0502040204020203" pitchFamily="34" charset="-122"/>
                <a:ea typeface="微软雅黑 Light" panose="020B0502040204020203" pitchFamily="34" charset="-122"/>
              </a:defRPr>
            </a:lvl1pPr>
          </a:lstStyle>
          <a:p>
            <a:fld id="{A026B4DB-BF57-4C8B-B2A2-1EB8B1FB1560}" type="slidenum">
              <a:rPr lang="zh-CN" altLang="en-US" smtClean="0"/>
              <a:pPr/>
              <a:t>‹#›</a:t>
            </a:fld>
            <a:endParaRPr lang="zh-CN" altLang="en-US" dirty="0"/>
          </a:p>
        </p:txBody>
      </p:sp>
    </p:spTree>
    <p:extLst>
      <p:ext uri="{BB962C8B-B14F-4D97-AF65-F5344CB8AC3E}">
        <p14:creationId xmlns:p14="http://schemas.microsoft.com/office/powerpoint/2010/main" val="5960674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微软雅黑 Light" panose="020B0502040204020203" pitchFamily="34" charset="-122"/>
        <a:ea typeface="微软雅黑 Light" panose="020B0502040204020203" pitchFamily="34" charset="-122"/>
        <a:cs typeface="+mn-cs"/>
      </a:defRPr>
    </a:lvl1pPr>
    <a:lvl2pPr marL="457200" algn="l" defTabSz="914400" rtl="0" eaLnBrk="1" latinLnBrk="0" hangingPunct="1">
      <a:defRPr sz="1200" kern="1200">
        <a:solidFill>
          <a:schemeClr val="tx1"/>
        </a:solidFill>
        <a:latin typeface="微软雅黑 Light" panose="020B0502040204020203" pitchFamily="34" charset="-122"/>
        <a:ea typeface="微软雅黑 Light" panose="020B0502040204020203" pitchFamily="34" charset="-122"/>
        <a:cs typeface="+mn-cs"/>
      </a:defRPr>
    </a:lvl2pPr>
    <a:lvl3pPr marL="914400" algn="l" defTabSz="914400" rtl="0" eaLnBrk="1" latinLnBrk="0" hangingPunct="1">
      <a:defRPr sz="1200" kern="1200">
        <a:solidFill>
          <a:schemeClr val="tx1"/>
        </a:solidFill>
        <a:latin typeface="微软雅黑 Light" panose="020B0502040204020203" pitchFamily="34" charset="-122"/>
        <a:ea typeface="微软雅黑 Light" panose="020B0502040204020203" pitchFamily="34" charset="-122"/>
        <a:cs typeface="+mn-cs"/>
      </a:defRPr>
    </a:lvl3pPr>
    <a:lvl4pPr marL="1371600" algn="l" defTabSz="914400" rtl="0" eaLnBrk="1" latinLnBrk="0" hangingPunct="1">
      <a:defRPr sz="1200" kern="1200">
        <a:solidFill>
          <a:schemeClr val="tx1"/>
        </a:solidFill>
        <a:latin typeface="微软雅黑 Light" panose="020B0502040204020203" pitchFamily="34" charset="-122"/>
        <a:ea typeface="微软雅黑 Light" panose="020B0502040204020203" pitchFamily="34" charset="-122"/>
        <a:cs typeface="+mn-cs"/>
      </a:defRPr>
    </a:lvl4pPr>
    <a:lvl5pPr marL="1828800" algn="l" defTabSz="914400" rtl="0" eaLnBrk="1" latinLnBrk="0" hangingPunct="1">
      <a:defRPr sz="1200" kern="1200">
        <a:solidFill>
          <a:schemeClr val="tx1"/>
        </a:solidFill>
        <a:latin typeface="微软雅黑 Light" panose="020B0502040204020203" pitchFamily="34" charset="-122"/>
        <a:ea typeface="微软雅黑 Light" panose="020B0502040204020203"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sv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C458910-C54F-426F-B4E4-9A11EA7DB019}"/>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1BB1805A-7794-4A22-840B-BC5B881B661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5100D236-7575-4F50-B66A-475D8F994A1B}"/>
              </a:ext>
            </a:extLst>
          </p:cNvPr>
          <p:cNvSpPr>
            <a:spLocks noGrp="1"/>
          </p:cNvSpPr>
          <p:nvPr>
            <p:ph type="dt" sz="half" idx="10"/>
          </p:nvPr>
        </p:nvSpPr>
        <p:spPr/>
        <p:txBody>
          <a:bodyPr/>
          <a:lstStyle/>
          <a:p>
            <a:fld id="{1C651236-3214-46F9-9D33-783F0260D354}" type="datetimeFigureOut">
              <a:rPr lang="zh-CN" altLang="en-US" smtClean="0"/>
              <a:t>2026/9/9</a:t>
            </a:fld>
            <a:endParaRPr lang="zh-CN" altLang="en-US"/>
          </a:p>
        </p:txBody>
      </p:sp>
      <p:sp>
        <p:nvSpPr>
          <p:cNvPr id="5" name="页脚占位符 4">
            <a:extLst>
              <a:ext uri="{FF2B5EF4-FFF2-40B4-BE49-F238E27FC236}">
                <a16:creationId xmlns:a16="http://schemas.microsoft.com/office/drawing/2014/main" id="{1DC98DA2-ADCE-498C-BBC4-38D55DAA85D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9BB5EDD-630C-4C1E-9769-6C56EEB1C6F7}"/>
              </a:ext>
            </a:extLst>
          </p:cNvPr>
          <p:cNvSpPr>
            <a:spLocks noGrp="1"/>
          </p:cNvSpPr>
          <p:nvPr>
            <p:ph type="sldNum" sz="quarter" idx="12"/>
          </p:nvPr>
        </p:nvSpPr>
        <p:spPr/>
        <p:txBody>
          <a:bodyPr/>
          <a:lstStyle/>
          <a:p>
            <a:fld id="{B1502BCF-571E-433F-99D2-89AB9B2A73EF}" type="slidenum">
              <a:rPr lang="zh-CN" altLang="en-US" smtClean="0"/>
              <a:t>‹#›</a:t>
            </a:fld>
            <a:endParaRPr lang="zh-CN" altLang="en-US"/>
          </a:p>
        </p:txBody>
      </p:sp>
    </p:spTree>
    <p:extLst>
      <p:ext uri="{BB962C8B-B14F-4D97-AF65-F5344CB8AC3E}">
        <p14:creationId xmlns:p14="http://schemas.microsoft.com/office/powerpoint/2010/main" val="25001075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6F9D90A-3861-4D98-B4E4-4B36C1E98E00}"/>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6DBA61D6-6AB9-4C9D-8293-881555531CD0}"/>
              </a:ext>
            </a:extLst>
          </p:cNvPr>
          <p:cNvSpPr>
            <a:spLocks noGrp="1"/>
          </p:cNvSpPr>
          <p:nvPr>
            <p:ph idx="1"/>
          </p:nvPr>
        </p:nvSpPr>
        <p:spPr/>
        <p:txBody>
          <a:bodyPr/>
          <a:lstStyle/>
          <a:p>
            <a:pPr lvl="0"/>
            <a:r>
              <a:rPr lang="zh-CN" altLang="en-US" dirty="0"/>
              <a:t>单击此处编辑母版文本样式</a:t>
            </a:r>
          </a:p>
          <a:p>
            <a:pPr lvl="1"/>
            <a:r>
              <a:rPr lang="zh-CN" altLang="en-US" dirty="0"/>
              <a:t>二级</a:t>
            </a:r>
          </a:p>
        </p:txBody>
      </p:sp>
      <p:sp>
        <p:nvSpPr>
          <p:cNvPr id="4" name="日期占位符 3">
            <a:extLst>
              <a:ext uri="{FF2B5EF4-FFF2-40B4-BE49-F238E27FC236}">
                <a16:creationId xmlns:a16="http://schemas.microsoft.com/office/drawing/2014/main" id="{D5F40227-FB29-4D33-8F91-8BF03948B763}"/>
              </a:ext>
            </a:extLst>
          </p:cNvPr>
          <p:cNvSpPr>
            <a:spLocks noGrp="1"/>
          </p:cNvSpPr>
          <p:nvPr>
            <p:ph type="dt" sz="half" idx="10"/>
          </p:nvPr>
        </p:nvSpPr>
        <p:spPr/>
        <p:txBody>
          <a:bodyPr/>
          <a:lstStyle/>
          <a:p>
            <a:fld id="{1C651236-3214-46F9-9D33-783F0260D354}" type="datetimeFigureOut">
              <a:rPr lang="zh-CN" altLang="en-US" smtClean="0"/>
              <a:t>2026/9/9</a:t>
            </a:fld>
            <a:endParaRPr lang="zh-CN" altLang="en-US"/>
          </a:p>
        </p:txBody>
      </p:sp>
      <p:sp>
        <p:nvSpPr>
          <p:cNvPr id="5" name="页脚占位符 4">
            <a:extLst>
              <a:ext uri="{FF2B5EF4-FFF2-40B4-BE49-F238E27FC236}">
                <a16:creationId xmlns:a16="http://schemas.microsoft.com/office/drawing/2014/main" id="{569C179E-CC45-4349-9049-EA1271770D3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16EF7C2-6631-4082-9057-85713A82AE97}"/>
              </a:ext>
            </a:extLst>
          </p:cNvPr>
          <p:cNvSpPr>
            <a:spLocks noGrp="1"/>
          </p:cNvSpPr>
          <p:nvPr>
            <p:ph type="sldNum" sz="quarter" idx="12"/>
          </p:nvPr>
        </p:nvSpPr>
        <p:spPr/>
        <p:txBody>
          <a:bodyPr/>
          <a:lstStyle/>
          <a:p>
            <a:fld id="{B1502BCF-571E-433F-99D2-89AB9B2A73EF}" type="slidenum">
              <a:rPr lang="zh-CN" altLang="en-US" smtClean="0"/>
              <a:t>‹#›</a:t>
            </a:fld>
            <a:endParaRPr lang="zh-CN" altLang="en-US"/>
          </a:p>
        </p:txBody>
      </p:sp>
    </p:spTree>
    <p:extLst>
      <p:ext uri="{BB962C8B-B14F-4D97-AF65-F5344CB8AC3E}">
        <p14:creationId xmlns:p14="http://schemas.microsoft.com/office/powerpoint/2010/main" val="3568570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4" name="任意多边形: 形状 23">
            <a:extLst>
              <a:ext uri="{FF2B5EF4-FFF2-40B4-BE49-F238E27FC236}">
                <a16:creationId xmlns:a16="http://schemas.microsoft.com/office/drawing/2014/main" id="{872EF6DB-335D-41E7-ADDC-05F45EA1790E}"/>
              </a:ext>
            </a:extLst>
          </p:cNvPr>
          <p:cNvSpPr/>
          <p:nvPr userDrawn="1"/>
        </p:nvSpPr>
        <p:spPr>
          <a:xfrm>
            <a:off x="0" y="0"/>
            <a:ext cx="12192000" cy="1512000"/>
          </a:xfrm>
          <a:custGeom>
            <a:avLst/>
            <a:gdLst>
              <a:gd name="connsiteX0" fmla="*/ 205288 w 12192000"/>
              <a:gd name="connsiteY0" fmla="*/ 0 h 1820202"/>
              <a:gd name="connsiteX1" fmla="*/ 12192000 w 12192000"/>
              <a:gd name="connsiteY1" fmla="*/ 0 h 1820202"/>
              <a:gd name="connsiteX2" fmla="*/ 12192000 w 12192000"/>
              <a:gd name="connsiteY2" fmla="*/ 858056 h 1820202"/>
              <a:gd name="connsiteX3" fmla="*/ 12004367 w 12192000"/>
              <a:gd name="connsiteY3" fmla="*/ 753507 h 1820202"/>
              <a:gd name="connsiteX4" fmla="*/ 10435239 w 12192000"/>
              <a:gd name="connsiteY4" fmla="*/ 351792 h 1820202"/>
              <a:gd name="connsiteX5" fmla="*/ 5605786 w 12192000"/>
              <a:gd name="connsiteY5" fmla="*/ 1798852 h 1820202"/>
              <a:gd name="connsiteX6" fmla="*/ 288062 w 12192000"/>
              <a:gd name="connsiteY6" fmla="*/ 1133027 h 1820202"/>
              <a:gd name="connsiteX7" fmla="*/ 116570 w 12192000"/>
              <a:gd name="connsiteY7" fmla="*/ 1072832 h 1820202"/>
              <a:gd name="connsiteX8" fmla="*/ 0 w 12192000"/>
              <a:gd name="connsiteY8" fmla="*/ 1028114 h 1820202"/>
              <a:gd name="connsiteX9" fmla="*/ 0 w 12192000"/>
              <a:gd name="connsiteY9" fmla="*/ 23063 h 1820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92000" h="1820202">
                <a:moveTo>
                  <a:pt x="205288" y="0"/>
                </a:moveTo>
                <a:lnTo>
                  <a:pt x="12192000" y="0"/>
                </a:lnTo>
                <a:lnTo>
                  <a:pt x="12192000" y="858056"/>
                </a:lnTo>
                <a:lnTo>
                  <a:pt x="12004367" y="753507"/>
                </a:lnTo>
                <a:cubicBezTo>
                  <a:pt x="11576389" y="524537"/>
                  <a:pt x="11050017" y="300746"/>
                  <a:pt x="10435239" y="351792"/>
                </a:cubicBezTo>
                <a:cubicBezTo>
                  <a:pt x="9205682" y="453885"/>
                  <a:pt x="7296982" y="1668646"/>
                  <a:pt x="5605786" y="1798852"/>
                </a:cubicBezTo>
                <a:cubicBezTo>
                  <a:pt x="3914590" y="1929058"/>
                  <a:pt x="1183227" y="1433388"/>
                  <a:pt x="288062" y="1133027"/>
                </a:cubicBezTo>
                <a:cubicBezTo>
                  <a:pt x="232114" y="1114254"/>
                  <a:pt x="174641" y="1094124"/>
                  <a:pt x="116570" y="1072832"/>
                </a:cubicBezTo>
                <a:lnTo>
                  <a:pt x="0" y="1028114"/>
                </a:lnTo>
                <a:lnTo>
                  <a:pt x="0" y="23063"/>
                </a:lnTo>
                <a:close/>
              </a:path>
            </a:pathLst>
          </a:custGeom>
          <a:solidFill>
            <a:srgbClr val="FFC00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4000" dirty="0">
              <a:effectLst/>
              <a:latin typeface="微软雅黑 Light" panose="020B0502040204020203" pitchFamily="34" charset="-122"/>
              <a:ea typeface="微软雅黑 Light" panose="020B0502040204020203" pitchFamily="34" charset="-122"/>
            </a:endParaRPr>
          </a:p>
        </p:txBody>
      </p:sp>
      <p:sp>
        <p:nvSpPr>
          <p:cNvPr id="26" name="任意多边形: 形状 25">
            <a:extLst>
              <a:ext uri="{FF2B5EF4-FFF2-40B4-BE49-F238E27FC236}">
                <a16:creationId xmlns:a16="http://schemas.microsoft.com/office/drawing/2014/main" id="{B97DF034-3308-4BA6-A390-1C3EEDAA1039}"/>
              </a:ext>
            </a:extLst>
          </p:cNvPr>
          <p:cNvSpPr/>
          <p:nvPr userDrawn="1"/>
        </p:nvSpPr>
        <p:spPr>
          <a:xfrm>
            <a:off x="0" y="1"/>
            <a:ext cx="12192000" cy="1440000"/>
          </a:xfrm>
          <a:custGeom>
            <a:avLst/>
            <a:gdLst>
              <a:gd name="connsiteX0" fmla="*/ 0 w 12192000"/>
              <a:gd name="connsiteY0" fmla="*/ 0 h 1658639"/>
              <a:gd name="connsiteX1" fmla="*/ 12192000 w 12192000"/>
              <a:gd name="connsiteY1" fmla="*/ 0 h 1658639"/>
              <a:gd name="connsiteX2" fmla="*/ 12192000 w 12192000"/>
              <a:gd name="connsiteY2" fmla="*/ 993063 h 1658639"/>
              <a:gd name="connsiteX3" fmla="*/ 12108056 w 12192000"/>
              <a:gd name="connsiteY3" fmla="*/ 961496 h 1658639"/>
              <a:gd name="connsiteX4" fmla="*/ 9854214 w 12192000"/>
              <a:gd name="connsiteY4" fmla="*/ 190229 h 1658639"/>
              <a:gd name="connsiteX5" fmla="*/ 5024761 w 12192000"/>
              <a:gd name="connsiteY5" fmla="*/ 1637289 h 1658639"/>
              <a:gd name="connsiteX6" fmla="*/ 123178 w 12192000"/>
              <a:gd name="connsiteY6" fmla="*/ 1091651 h 1658639"/>
              <a:gd name="connsiteX7" fmla="*/ 0 w 12192000"/>
              <a:gd name="connsiteY7" fmla="*/ 1056075 h 1658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658639">
                <a:moveTo>
                  <a:pt x="0" y="0"/>
                </a:moveTo>
                <a:lnTo>
                  <a:pt x="12192000" y="0"/>
                </a:lnTo>
                <a:lnTo>
                  <a:pt x="12192000" y="993063"/>
                </a:lnTo>
                <a:lnTo>
                  <a:pt x="12108056" y="961496"/>
                </a:lnTo>
                <a:cubicBezTo>
                  <a:pt x="11618795" y="750071"/>
                  <a:pt x="10853229" y="107278"/>
                  <a:pt x="9854214" y="190229"/>
                </a:cubicBezTo>
                <a:cubicBezTo>
                  <a:pt x="8624657" y="292322"/>
                  <a:pt x="6715957" y="1507083"/>
                  <a:pt x="5024761" y="1637289"/>
                </a:cubicBezTo>
                <a:cubicBezTo>
                  <a:pt x="3544965" y="1751219"/>
                  <a:pt x="1268790" y="1385963"/>
                  <a:pt x="123178" y="1091651"/>
                </a:cubicBezTo>
                <a:lnTo>
                  <a:pt x="0" y="1056075"/>
                </a:lnTo>
                <a:close/>
              </a:path>
            </a:pathLst>
          </a:custGeom>
          <a:solidFill>
            <a:srgbClr val="0070C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4000" dirty="0">
              <a:effectLst/>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8DD4F395-8B6B-44FF-AEA2-0678D1267BD3}"/>
              </a:ext>
            </a:extLst>
          </p:cNvPr>
          <p:cNvSpPr txBox="1"/>
          <p:nvPr userDrawn="1"/>
        </p:nvSpPr>
        <p:spPr>
          <a:xfrm>
            <a:off x="1631891" y="2174850"/>
            <a:ext cx="800219" cy="461665"/>
          </a:xfrm>
          <a:prstGeom prst="rect">
            <a:avLst/>
          </a:prstGeom>
          <a:noFill/>
        </p:spPr>
        <p:txBody>
          <a:bodyPr wrap="none" rtlCol="0">
            <a:spAutoFit/>
          </a:bodyPr>
          <a:lstStyle/>
          <a:p>
            <a:pPr algn="ctr"/>
            <a:r>
              <a:rPr lang="zh-CN" altLang="en-US" sz="2400" dirty="0">
                <a:solidFill>
                  <a:srgbClr val="0070C0"/>
                </a:solidFill>
                <a:effectLst>
                  <a:reflection blurRad="6350" stA="50000" endA="300" endPos="50000" dist="63500" dir="5400000" sy="-100000" algn="bl" rotWithShape="0"/>
                </a:effectLst>
                <a:latin typeface="微软雅黑" panose="020B0503020204020204" pitchFamily="34" charset="-122"/>
                <a:ea typeface="微软雅黑" panose="020B0503020204020204" pitchFamily="34" charset="-122"/>
              </a:rPr>
              <a:t>目的</a:t>
            </a:r>
          </a:p>
        </p:txBody>
      </p:sp>
      <p:sp>
        <p:nvSpPr>
          <p:cNvPr id="8" name="文本框 7">
            <a:extLst>
              <a:ext uri="{FF2B5EF4-FFF2-40B4-BE49-F238E27FC236}">
                <a16:creationId xmlns:a16="http://schemas.microsoft.com/office/drawing/2014/main" id="{427D3A01-F252-4C41-8BC6-F092A5A72F4B}"/>
              </a:ext>
            </a:extLst>
          </p:cNvPr>
          <p:cNvSpPr txBox="1"/>
          <p:nvPr userDrawn="1"/>
        </p:nvSpPr>
        <p:spPr>
          <a:xfrm>
            <a:off x="5695892" y="2174850"/>
            <a:ext cx="800219" cy="461665"/>
          </a:xfrm>
          <a:prstGeom prst="rect">
            <a:avLst/>
          </a:prstGeom>
          <a:noFill/>
        </p:spPr>
        <p:txBody>
          <a:bodyPr wrap="none" rtlCol="0">
            <a:spAutoFit/>
          </a:bodyPr>
          <a:lstStyle/>
          <a:p>
            <a:pPr algn="ctr"/>
            <a:r>
              <a:rPr lang="zh-CN" altLang="en-US" sz="2400" dirty="0">
                <a:solidFill>
                  <a:srgbClr val="0070C0"/>
                </a:solidFill>
                <a:effectLst>
                  <a:reflection blurRad="6350" stA="50000" endA="300" endPos="50000" dist="63500" dir="5400000" sy="-100000" algn="bl" rotWithShape="0"/>
                </a:effectLst>
                <a:latin typeface="微软雅黑" panose="020B0503020204020204" pitchFamily="34" charset="-122"/>
                <a:ea typeface="微软雅黑" panose="020B0503020204020204" pitchFamily="34" charset="-122"/>
              </a:rPr>
              <a:t>内容</a:t>
            </a:r>
          </a:p>
        </p:txBody>
      </p:sp>
      <p:sp>
        <p:nvSpPr>
          <p:cNvPr id="9" name="文本框 8">
            <a:extLst>
              <a:ext uri="{FF2B5EF4-FFF2-40B4-BE49-F238E27FC236}">
                <a16:creationId xmlns:a16="http://schemas.microsoft.com/office/drawing/2014/main" id="{8BAC99D5-D54E-46FC-BFF8-708B6E60380C}"/>
              </a:ext>
            </a:extLst>
          </p:cNvPr>
          <p:cNvSpPr txBox="1"/>
          <p:nvPr userDrawn="1"/>
        </p:nvSpPr>
        <p:spPr>
          <a:xfrm>
            <a:off x="9759893" y="2174850"/>
            <a:ext cx="800219" cy="461665"/>
          </a:xfrm>
          <a:prstGeom prst="rect">
            <a:avLst/>
          </a:prstGeom>
          <a:noFill/>
        </p:spPr>
        <p:txBody>
          <a:bodyPr wrap="none" rtlCol="0">
            <a:spAutoFit/>
          </a:bodyPr>
          <a:lstStyle/>
          <a:p>
            <a:pPr algn="ctr"/>
            <a:r>
              <a:rPr lang="zh-CN" altLang="en-US" sz="2400" dirty="0">
                <a:solidFill>
                  <a:srgbClr val="0070C0"/>
                </a:solidFill>
                <a:effectLst>
                  <a:reflection blurRad="6350" stA="50000" endA="300" endPos="50000" dist="63500" dir="5400000" sy="-100000" algn="bl" rotWithShape="0"/>
                </a:effectLst>
                <a:latin typeface="微软雅黑" panose="020B0503020204020204" pitchFamily="34" charset="-122"/>
                <a:ea typeface="微软雅黑" panose="020B0503020204020204" pitchFamily="34" charset="-122"/>
              </a:rPr>
              <a:t>方法</a:t>
            </a:r>
          </a:p>
        </p:txBody>
      </p:sp>
      <p:cxnSp>
        <p:nvCxnSpPr>
          <p:cNvPr id="10" name="直接连接符 9">
            <a:extLst>
              <a:ext uri="{FF2B5EF4-FFF2-40B4-BE49-F238E27FC236}">
                <a16:creationId xmlns:a16="http://schemas.microsoft.com/office/drawing/2014/main" id="{D7548DB8-CC5F-4DFF-B626-5319B3D2402C}"/>
              </a:ext>
            </a:extLst>
          </p:cNvPr>
          <p:cNvCxnSpPr>
            <a:cxnSpLocks/>
          </p:cNvCxnSpPr>
          <p:nvPr userDrawn="1"/>
        </p:nvCxnSpPr>
        <p:spPr>
          <a:xfrm>
            <a:off x="4064001" y="2174850"/>
            <a:ext cx="0" cy="4320000"/>
          </a:xfrm>
          <a:prstGeom prst="line">
            <a:avLst/>
          </a:prstGeom>
          <a:ln>
            <a:gradFill>
              <a:gsLst>
                <a:gs pos="0">
                  <a:schemeClr val="accent1">
                    <a:lumMod val="5000"/>
                    <a:lumOff val="95000"/>
                  </a:schemeClr>
                </a:gs>
                <a:gs pos="54000">
                  <a:schemeClr val="tx1"/>
                </a:gs>
                <a:gs pos="100000">
                  <a:schemeClr val="bg1"/>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9CFE4804-C16E-4603-965B-8F204284D65D}"/>
              </a:ext>
            </a:extLst>
          </p:cNvPr>
          <p:cNvCxnSpPr>
            <a:cxnSpLocks/>
          </p:cNvCxnSpPr>
          <p:nvPr userDrawn="1"/>
        </p:nvCxnSpPr>
        <p:spPr>
          <a:xfrm>
            <a:off x="8128002" y="2174850"/>
            <a:ext cx="0" cy="4320000"/>
          </a:xfrm>
          <a:prstGeom prst="line">
            <a:avLst/>
          </a:prstGeom>
          <a:ln>
            <a:gradFill>
              <a:gsLst>
                <a:gs pos="0">
                  <a:schemeClr val="accent1">
                    <a:lumMod val="5000"/>
                    <a:lumOff val="95000"/>
                  </a:schemeClr>
                </a:gs>
                <a:gs pos="54000">
                  <a:schemeClr val="tx1"/>
                </a:gs>
                <a:gs pos="100000">
                  <a:schemeClr val="bg1"/>
                </a:gs>
              </a:gsLst>
              <a:lin ang="5400000" scaled="1"/>
            </a:gradFill>
          </a:ln>
        </p:spPr>
        <p:style>
          <a:lnRef idx="1">
            <a:schemeClr val="accent1"/>
          </a:lnRef>
          <a:fillRef idx="0">
            <a:schemeClr val="accent1"/>
          </a:fillRef>
          <a:effectRef idx="0">
            <a:schemeClr val="accent1"/>
          </a:effectRef>
          <a:fontRef idx="minor">
            <a:schemeClr val="tx1"/>
          </a:fontRef>
        </p:style>
      </p:cxnSp>
      <p:pic>
        <p:nvPicPr>
          <p:cNvPr id="13" name="图形 12" descr="目标">
            <a:extLst>
              <a:ext uri="{FF2B5EF4-FFF2-40B4-BE49-F238E27FC236}">
                <a16:creationId xmlns:a16="http://schemas.microsoft.com/office/drawing/2014/main" id="{5F6A3449-0D92-433C-A864-01A24F639247}"/>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672000" y="5638706"/>
            <a:ext cx="720000" cy="720000"/>
          </a:xfrm>
          <a:prstGeom prst="rect">
            <a:avLst/>
          </a:prstGeom>
          <a:effectLst>
            <a:outerShdw blurRad="50800" dist="38100" dir="2700000" algn="tl" rotWithShape="0">
              <a:prstClr val="black">
                <a:alpha val="40000"/>
              </a:prstClr>
            </a:outerShdw>
          </a:effectLst>
        </p:spPr>
      </p:pic>
      <p:pic>
        <p:nvPicPr>
          <p:cNvPr id="14" name="图形 13" descr="书架上的书籍">
            <a:extLst>
              <a:ext uri="{FF2B5EF4-FFF2-40B4-BE49-F238E27FC236}">
                <a16:creationId xmlns:a16="http://schemas.microsoft.com/office/drawing/2014/main" id="{CC8CEF7F-C697-427C-930F-C7264572460C}"/>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736002" y="5638706"/>
            <a:ext cx="720000" cy="720000"/>
          </a:xfrm>
          <a:prstGeom prst="rect">
            <a:avLst/>
          </a:prstGeom>
          <a:effectLst>
            <a:outerShdw blurRad="50800" dist="38100" dir="2700000" algn="tl" rotWithShape="0">
              <a:prstClr val="black">
                <a:alpha val="40000"/>
              </a:prstClr>
            </a:outerShdw>
          </a:effectLst>
        </p:spPr>
      </p:pic>
      <p:pic>
        <p:nvPicPr>
          <p:cNvPr id="15" name="图形 14" descr="网络">
            <a:extLst>
              <a:ext uri="{FF2B5EF4-FFF2-40B4-BE49-F238E27FC236}">
                <a16:creationId xmlns:a16="http://schemas.microsoft.com/office/drawing/2014/main" id="{85C2B8D7-7E95-424F-8E20-691C339D95E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800001" y="5638706"/>
            <a:ext cx="720000" cy="720000"/>
          </a:xfrm>
          <a:prstGeom prst="rect">
            <a:avLst/>
          </a:prstGeom>
          <a:effectLst>
            <a:outerShdw blurRad="50800" dist="38100" dir="2700000" algn="tl" rotWithShape="0">
              <a:prstClr val="black">
                <a:alpha val="40000"/>
              </a:prstClr>
            </a:outerShdw>
          </a:effectLst>
        </p:spPr>
      </p:pic>
      <p:sp>
        <p:nvSpPr>
          <p:cNvPr id="22" name="文本框 21">
            <a:extLst>
              <a:ext uri="{FF2B5EF4-FFF2-40B4-BE49-F238E27FC236}">
                <a16:creationId xmlns:a16="http://schemas.microsoft.com/office/drawing/2014/main" id="{6660A799-546B-4882-8909-A983FC4ABC61}"/>
              </a:ext>
            </a:extLst>
          </p:cNvPr>
          <p:cNvSpPr txBox="1"/>
          <p:nvPr userDrawn="1"/>
        </p:nvSpPr>
        <p:spPr>
          <a:xfrm>
            <a:off x="1063720" y="200196"/>
            <a:ext cx="1620957" cy="430887"/>
          </a:xfrm>
          <a:prstGeom prst="rect">
            <a:avLst/>
          </a:prstGeom>
          <a:noFill/>
        </p:spPr>
        <p:txBody>
          <a:bodyPr wrap="none" tIns="0" bIns="0" rtlCol="0">
            <a:spAutoFit/>
          </a:bodyPr>
          <a:lstStyle/>
          <a:p>
            <a:r>
              <a:rPr lang="zh-CN" altLang="en-US" sz="2800" dirty="0">
                <a:solidFill>
                  <a:schemeClr val="bg1"/>
                </a:solidFill>
                <a:latin typeface="微软雅黑" panose="020B0503020204020204" pitchFamily="34" charset="-122"/>
                <a:ea typeface="微软雅黑" panose="020B0503020204020204" pitchFamily="34" charset="-122"/>
              </a:rPr>
              <a:t>教学提要</a:t>
            </a:r>
          </a:p>
        </p:txBody>
      </p:sp>
      <p:sp>
        <p:nvSpPr>
          <p:cNvPr id="23" name="文本框 22">
            <a:extLst>
              <a:ext uri="{FF2B5EF4-FFF2-40B4-BE49-F238E27FC236}">
                <a16:creationId xmlns:a16="http://schemas.microsoft.com/office/drawing/2014/main" id="{D294F16A-79FE-42E9-B032-C943CD83D3C3}"/>
              </a:ext>
            </a:extLst>
          </p:cNvPr>
          <p:cNvSpPr txBox="1"/>
          <p:nvPr userDrawn="1"/>
        </p:nvSpPr>
        <p:spPr>
          <a:xfrm>
            <a:off x="1063720" y="667916"/>
            <a:ext cx="1095172" cy="307777"/>
          </a:xfrm>
          <a:prstGeom prst="rect">
            <a:avLst/>
          </a:prstGeom>
          <a:noFill/>
        </p:spPr>
        <p:txBody>
          <a:bodyPr wrap="none" tIns="0" bIns="0" rtlCol="0" anchor="ctr" anchorCtr="0">
            <a:spAutoFit/>
          </a:bodyPr>
          <a:lstStyle/>
          <a:p>
            <a:r>
              <a:rPr lang="en-US" altLang="zh-CN" sz="2000" dirty="0">
                <a:solidFill>
                  <a:schemeClr val="bg1"/>
                </a:solidFill>
                <a:latin typeface="微软雅黑 Light" panose="020B0502040204020203" pitchFamily="34" charset="-122"/>
                <a:ea typeface="微软雅黑 Light" panose="020B0502040204020203" pitchFamily="34" charset="-122"/>
                <a:cs typeface="Courier New" panose="02070309020205020404" pitchFamily="49" charset="0"/>
              </a:rPr>
              <a:t>Agenda</a:t>
            </a:r>
            <a:endParaRPr lang="zh-CN" altLang="en-US" sz="2000" dirty="0">
              <a:solidFill>
                <a:schemeClr val="bg1"/>
              </a:solidFill>
              <a:latin typeface="微软雅黑 Light" panose="020B0502040204020203" pitchFamily="34" charset="-122"/>
              <a:ea typeface="微软雅黑 Light" panose="020B0502040204020203" pitchFamily="34" charset="-122"/>
              <a:cs typeface="Courier New" panose="02070309020205020404" pitchFamily="49" charset="0"/>
            </a:endParaRPr>
          </a:p>
        </p:txBody>
      </p:sp>
      <p:sp>
        <p:nvSpPr>
          <p:cNvPr id="25" name="文本占位符 24">
            <a:extLst>
              <a:ext uri="{FF2B5EF4-FFF2-40B4-BE49-F238E27FC236}">
                <a16:creationId xmlns:a16="http://schemas.microsoft.com/office/drawing/2014/main" id="{EB60AD42-FF03-4CA0-8ABF-406929BED1EC}"/>
              </a:ext>
            </a:extLst>
          </p:cNvPr>
          <p:cNvSpPr>
            <a:spLocks noGrp="1"/>
          </p:cNvSpPr>
          <p:nvPr>
            <p:ph type="body" sz="quarter" idx="13" hasCustomPrompt="1"/>
          </p:nvPr>
        </p:nvSpPr>
        <p:spPr>
          <a:xfrm>
            <a:off x="281711" y="3130550"/>
            <a:ext cx="3588323" cy="461665"/>
          </a:xfrm>
        </p:spPr>
        <p:txBody>
          <a:bodyPr wrap="square">
            <a:spAutoFit/>
          </a:bodyPr>
          <a:lstStyle>
            <a:lvl1pPr marL="0" indent="0">
              <a:lnSpc>
                <a:spcPct val="100000"/>
              </a:lnSpc>
              <a:spcBef>
                <a:spcPts val="0"/>
              </a:spcBef>
              <a:buNone/>
              <a:defRPr sz="2400">
                <a:latin typeface="微软雅黑 Light" panose="020B0502040204020203" pitchFamily="34" charset="-122"/>
                <a:ea typeface="微软雅黑 Light" panose="020B0502040204020203" pitchFamily="34" charset="-122"/>
              </a:defRPr>
            </a:lvl1pPr>
            <a:lvl2pPr>
              <a:buNone/>
              <a:defRPr/>
            </a:lvl2pPr>
            <a:lvl3pPr>
              <a:buNone/>
              <a:defRPr/>
            </a:lvl3pPr>
            <a:lvl4pPr>
              <a:buNone/>
              <a:defRPr/>
            </a:lvl4pPr>
            <a:lvl5pPr>
              <a:buNone/>
              <a:defRPr/>
            </a:lvl5pPr>
          </a:lstStyle>
          <a:p>
            <a:pPr lvl="0"/>
            <a:r>
              <a:rPr lang="zh-CN" altLang="en-US" dirty="0"/>
              <a:t>目的</a:t>
            </a:r>
          </a:p>
        </p:txBody>
      </p:sp>
      <p:sp>
        <p:nvSpPr>
          <p:cNvPr id="27" name="文本占位符 24">
            <a:extLst>
              <a:ext uri="{FF2B5EF4-FFF2-40B4-BE49-F238E27FC236}">
                <a16:creationId xmlns:a16="http://schemas.microsoft.com/office/drawing/2014/main" id="{368D48CB-0F41-46BD-8EB8-7B328BCBE4BA}"/>
              </a:ext>
            </a:extLst>
          </p:cNvPr>
          <p:cNvSpPr>
            <a:spLocks noGrp="1"/>
          </p:cNvSpPr>
          <p:nvPr>
            <p:ph type="body" sz="quarter" idx="14" hasCustomPrompt="1"/>
          </p:nvPr>
        </p:nvSpPr>
        <p:spPr>
          <a:xfrm>
            <a:off x="4301840" y="3130550"/>
            <a:ext cx="3588323" cy="461665"/>
          </a:xfrm>
        </p:spPr>
        <p:txBody>
          <a:bodyPr wrap="square">
            <a:spAutoFit/>
          </a:bodyPr>
          <a:lstStyle>
            <a:lvl1pPr marL="0" indent="0">
              <a:lnSpc>
                <a:spcPct val="100000"/>
              </a:lnSpc>
              <a:spcBef>
                <a:spcPts val="0"/>
              </a:spcBef>
              <a:buNone/>
              <a:defRPr sz="2400">
                <a:latin typeface="微软雅黑 Light" panose="020B0502040204020203" pitchFamily="34" charset="-122"/>
                <a:ea typeface="微软雅黑 Light" panose="020B0502040204020203" pitchFamily="34" charset="-122"/>
              </a:defRPr>
            </a:lvl1pPr>
            <a:lvl2pPr>
              <a:buNone/>
              <a:defRPr/>
            </a:lvl2pPr>
            <a:lvl3pPr>
              <a:buNone/>
              <a:defRPr/>
            </a:lvl3pPr>
            <a:lvl4pPr>
              <a:buNone/>
              <a:defRPr/>
            </a:lvl4pPr>
            <a:lvl5pPr>
              <a:buNone/>
              <a:defRPr/>
            </a:lvl5pPr>
          </a:lstStyle>
          <a:p>
            <a:pPr lvl="0"/>
            <a:r>
              <a:rPr lang="zh-CN" altLang="en-US" dirty="0"/>
              <a:t>内容</a:t>
            </a:r>
          </a:p>
        </p:txBody>
      </p:sp>
      <p:sp>
        <p:nvSpPr>
          <p:cNvPr id="28" name="文本占位符 24">
            <a:extLst>
              <a:ext uri="{FF2B5EF4-FFF2-40B4-BE49-F238E27FC236}">
                <a16:creationId xmlns:a16="http://schemas.microsoft.com/office/drawing/2014/main" id="{124F4B73-3192-4168-A53C-EA5989F13E18}"/>
              </a:ext>
            </a:extLst>
          </p:cNvPr>
          <p:cNvSpPr>
            <a:spLocks noGrp="1"/>
          </p:cNvSpPr>
          <p:nvPr>
            <p:ph type="body" sz="quarter" idx="15" hasCustomPrompt="1"/>
          </p:nvPr>
        </p:nvSpPr>
        <p:spPr>
          <a:xfrm>
            <a:off x="8365840" y="3130550"/>
            <a:ext cx="3588323" cy="461665"/>
          </a:xfrm>
        </p:spPr>
        <p:txBody>
          <a:bodyPr wrap="square">
            <a:spAutoFit/>
          </a:bodyPr>
          <a:lstStyle>
            <a:lvl1pPr marL="0" indent="0">
              <a:lnSpc>
                <a:spcPct val="100000"/>
              </a:lnSpc>
              <a:spcBef>
                <a:spcPts val="0"/>
              </a:spcBef>
              <a:buNone/>
              <a:defRPr sz="2400">
                <a:latin typeface="微软雅黑 Light" panose="020B0502040204020203" pitchFamily="34" charset="-122"/>
                <a:ea typeface="微软雅黑 Light" panose="020B0502040204020203" pitchFamily="34" charset="-122"/>
              </a:defRPr>
            </a:lvl1pPr>
            <a:lvl2pPr>
              <a:buNone/>
              <a:defRPr/>
            </a:lvl2pPr>
            <a:lvl3pPr>
              <a:buNone/>
              <a:defRPr/>
            </a:lvl3pPr>
            <a:lvl4pPr>
              <a:buNone/>
              <a:defRPr/>
            </a:lvl4pPr>
            <a:lvl5pPr>
              <a:buNone/>
              <a:defRPr/>
            </a:lvl5pPr>
          </a:lstStyle>
          <a:p>
            <a:pPr lvl="0"/>
            <a:r>
              <a:rPr lang="zh-CN" altLang="en-US" dirty="0"/>
              <a:t>方法</a:t>
            </a:r>
          </a:p>
        </p:txBody>
      </p:sp>
    </p:spTree>
    <p:extLst>
      <p:ext uri="{BB962C8B-B14F-4D97-AF65-F5344CB8AC3E}">
        <p14:creationId xmlns:p14="http://schemas.microsoft.com/office/powerpoint/2010/main" val="19846264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
    <p:spTree>
      <p:nvGrpSpPr>
        <p:cNvPr id="1" name=""/>
        <p:cNvGrpSpPr/>
        <p:nvPr/>
      </p:nvGrpSpPr>
      <p:grpSpPr>
        <a:xfrm>
          <a:off x="0" y="0"/>
          <a:ext cx="0" cy="0"/>
          <a:chOff x="0" y="0"/>
          <a:chExt cx="0" cy="0"/>
        </a:xfrm>
      </p:grpSpPr>
      <p:sp>
        <p:nvSpPr>
          <p:cNvPr id="6" name="任意多边形: 形状 5">
            <a:extLst>
              <a:ext uri="{FF2B5EF4-FFF2-40B4-BE49-F238E27FC236}">
                <a16:creationId xmlns:a16="http://schemas.microsoft.com/office/drawing/2014/main" id="{0F97C28D-DC26-4CF7-83F5-C3B9B04DD767}"/>
              </a:ext>
            </a:extLst>
          </p:cNvPr>
          <p:cNvSpPr/>
          <p:nvPr userDrawn="1"/>
        </p:nvSpPr>
        <p:spPr>
          <a:xfrm>
            <a:off x="0" y="0"/>
            <a:ext cx="12192000" cy="1512000"/>
          </a:xfrm>
          <a:custGeom>
            <a:avLst/>
            <a:gdLst>
              <a:gd name="connsiteX0" fmla="*/ 205288 w 12192000"/>
              <a:gd name="connsiteY0" fmla="*/ 0 h 1820202"/>
              <a:gd name="connsiteX1" fmla="*/ 12192000 w 12192000"/>
              <a:gd name="connsiteY1" fmla="*/ 0 h 1820202"/>
              <a:gd name="connsiteX2" fmla="*/ 12192000 w 12192000"/>
              <a:gd name="connsiteY2" fmla="*/ 858056 h 1820202"/>
              <a:gd name="connsiteX3" fmla="*/ 12004367 w 12192000"/>
              <a:gd name="connsiteY3" fmla="*/ 753507 h 1820202"/>
              <a:gd name="connsiteX4" fmla="*/ 10435239 w 12192000"/>
              <a:gd name="connsiteY4" fmla="*/ 351792 h 1820202"/>
              <a:gd name="connsiteX5" fmla="*/ 5605786 w 12192000"/>
              <a:gd name="connsiteY5" fmla="*/ 1798852 h 1820202"/>
              <a:gd name="connsiteX6" fmla="*/ 288062 w 12192000"/>
              <a:gd name="connsiteY6" fmla="*/ 1133027 h 1820202"/>
              <a:gd name="connsiteX7" fmla="*/ 116570 w 12192000"/>
              <a:gd name="connsiteY7" fmla="*/ 1072832 h 1820202"/>
              <a:gd name="connsiteX8" fmla="*/ 0 w 12192000"/>
              <a:gd name="connsiteY8" fmla="*/ 1028114 h 1820202"/>
              <a:gd name="connsiteX9" fmla="*/ 0 w 12192000"/>
              <a:gd name="connsiteY9" fmla="*/ 23063 h 1820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92000" h="1820202">
                <a:moveTo>
                  <a:pt x="205288" y="0"/>
                </a:moveTo>
                <a:lnTo>
                  <a:pt x="12192000" y="0"/>
                </a:lnTo>
                <a:lnTo>
                  <a:pt x="12192000" y="858056"/>
                </a:lnTo>
                <a:lnTo>
                  <a:pt x="12004367" y="753507"/>
                </a:lnTo>
                <a:cubicBezTo>
                  <a:pt x="11576389" y="524537"/>
                  <a:pt x="11050017" y="300746"/>
                  <a:pt x="10435239" y="351792"/>
                </a:cubicBezTo>
                <a:cubicBezTo>
                  <a:pt x="9205682" y="453885"/>
                  <a:pt x="7296982" y="1668646"/>
                  <a:pt x="5605786" y="1798852"/>
                </a:cubicBezTo>
                <a:cubicBezTo>
                  <a:pt x="3914590" y="1929058"/>
                  <a:pt x="1183227" y="1433388"/>
                  <a:pt x="288062" y="1133027"/>
                </a:cubicBezTo>
                <a:cubicBezTo>
                  <a:pt x="232114" y="1114254"/>
                  <a:pt x="174641" y="1094124"/>
                  <a:pt x="116570" y="1072832"/>
                </a:cubicBezTo>
                <a:lnTo>
                  <a:pt x="0" y="1028114"/>
                </a:lnTo>
                <a:lnTo>
                  <a:pt x="0" y="23063"/>
                </a:lnTo>
                <a:close/>
              </a:path>
            </a:pathLst>
          </a:custGeom>
          <a:solidFill>
            <a:srgbClr val="FFC00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4000" dirty="0">
              <a:effectLst>
                <a:outerShdw blurRad="50800" dist="292100" dir="5400000" algn="t" rotWithShape="0">
                  <a:prstClr val="black">
                    <a:alpha val="40000"/>
                  </a:prstClr>
                </a:outerShdw>
              </a:effectLst>
              <a:latin typeface="微软雅黑 Light" panose="020B0502040204020203" pitchFamily="34" charset="-122"/>
              <a:ea typeface="微软雅黑 Light" panose="020B0502040204020203" pitchFamily="34" charset="-122"/>
            </a:endParaRPr>
          </a:p>
        </p:txBody>
      </p:sp>
      <p:sp>
        <p:nvSpPr>
          <p:cNvPr id="7" name="任意多边形: 形状 6">
            <a:extLst>
              <a:ext uri="{FF2B5EF4-FFF2-40B4-BE49-F238E27FC236}">
                <a16:creationId xmlns:a16="http://schemas.microsoft.com/office/drawing/2014/main" id="{4F547696-785B-4726-9AF3-FE5598EE0F62}"/>
              </a:ext>
            </a:extLst>
          </p:cNvPr>
          <p:cNvSpPr/>
          <p:nvPr userDrawn="1"/>
        </p:nvSpPr>
        <p:spPr>
          <a:xfrm>
            <a:off x="0" y="1"/>
            <a:ext cx="12192000" cy="1440000"/>
          </a:xfrm>
          <a:custGeom>
            <a:avLst/>
            <a:gdLst>
              <a:gd name="connsiteX0" fmla="*/ 0 w 12192000"/>
              <a:gd name="connsiteY0" fmla="*/ 0 h 1658639"/>
              <a:gd name="connsiteX1" fmla="*/ 12192000 w 12192000"/>
              <a:gd name="connsiteY1" fmla="*/ 0 h 1658639"/>
              <a:gd name="connsiteX2" fmla="*/ 12192000 w 12192000"/>
              <a:gd name="connsiteY2" fmla="*/ 993063 h 1658639"/>
              <a:gd name="connsiteX3" fmla="*/ 12108056 w 12192000"/>
              <a:gd name="connsiteY3" fmla="*/ 961496 h 1658639"/>
              <a:gd name="connsiteX4" fmla="*/ 9854214 w 12192000"/>
              <a:gd name="connsiteY4" fmla="*/ 190229 h 1658639"/>
              <a:gd name="connsiteX5" fmla="*/ 5024761 w 12192000"/>
              <a:gd name="connsiteY5" fmla="*/ 1637289 h 1658639"/>
              <a:gd name="connsiteX6" fmla="*/ 123178 w 12192000"/>
              <a:gd name="connsiteY6" fmla="*/ 1091651 h 1658639"/>
              <a:gd name="connsiteX7" fmla="*/ 0 w 12192000"/>
              <a:gd name="connsiteY7" fmla="*/ 1056075 h 1658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658639">
                <a:moveTo>
                  <a:pt x="0" y="0"/>
                </a:moveTo>
                <a:lnTo>
                  <a:pt x="12192000" y="0"/>
                </a:lnTo>
                <a:lnTo>
                  <a:pt x="12192000" y="993063"/>
                </a:lnTo>
                <a:lnTo>
                  <a:pt x="12108056" y="961496"/>
                </a:lnTo>
                <a:cubicBezTo>
                  <a:pt x="11618795" y="750071"/>
                  <a:pt x="10853229" y="107278"/>
                  <a:pt x="9854214" y="190229"/>
                </a:cubicBezTo>
                <a:cubicBezTo>
                  <a:pt x="8624657" y="292322"/>
                  <a:pt x="6715957" y="1507083"/>
                  <a:pt x="5024761" y="1637289"/>
                </a:cubicBezTo>
                <a:cubicBezTo>
                  <a:pt x="3544965" y="1751219"/>
                  <a:pt x="1268790" y="1385963"/>
                  <a:pt x="123178" y="1091651"/>
                </a:cubicBezTo>
                <a:lnTo>
                  <a:pt x="0" y="1056075"/>
                </a:lnTo>
                <a:close/>
              </a:path>
            </a:pathLst>
          </a:custGeom>
          <a:solidFill>
            <a:srgbClr val="0070C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4000" dirty="0">
              <a:latin typeface="微软雅黑" panose="020B0503020204020204" pitchFamily="34" charset="-122"/>
              <a:ea typeface="微软雅黑" panose="020B0503020204020204" pitchFamily="34" charset="-122"/>
            </a:endParaRPr>
          </a:p>
        </p:txBody>
      </p:sp>
      <p:sp>
        <p:nvSpPr>
          <p:cNvPr id="11" name="文本占位符 10">
            <a:extLst>
              <a:ext uri="{FF2B5EF4-FFF2-40B4-BE49-F238E27FC236}">
                <a16:creationId xmlns:a16="http://schemas.microsoft.com/office/drawing/2014/main" id="{479E73C8-D085-4471-829E-9BABEBFCF861}"/>
              </a:ext>
            </a:extLst>
          </p:cNvPr>
          <p:cNvSpPr>
            <a:spLocks noGrp="1"/>
          </p:cNvSpPr>
          <p:nvPr>
            <p:ph type="body" sz="quarter" idx="13"/>
          </p:nvPr>
        </p:nvSpPr>
        <p:spPr>
          <a:xfrm>
            <a:off x="1604961" y="260538"/>
            <a:ext cx="6088307" cy="525401"/>
          </a:xfrm>
        </p:spPr>
        <p:txBody>
          <a:bodyPr wrap="square" lIns="90000" tIns="46800" rIns="90000" bIns="46800" anchor="t" anchorCtr="0">
            <a:spAutoFit/>
          </a:bodyPr>
          <a:lstStyle>
            <a:lvl1pPr marL="0" indent="0">
              <a:lnSpc>
                <a:spcPct val="100000"/>
              </a:lnSpc>
              <a:spcBef>
                <a:spcPts val="0"/>
              </a:spcBef>
              <a:buNone/>
              <a:defRPr>
                <a:solidFill>
                  <a:schemeClr val="bg1"/>
                </a:solidFill>
                <a:effectLst>
                  <a:outerShdw blurRad="50800" dist="38100" dir="2700000" algn="tl" rotWithShape="0">
                    <a:prstClr val="black">
                      <a:alpha val="40000"/>
                    </a:prstClr>
                  </a:outerShdw>
                </a:effectLst>
                <a:latin typeface="微软雅黑" panose="020B0503020204020204" pitchFamily="34" charset="-122"/>
                <a:ea typeface="微软雅黑" panose="020B0503020204020204" pitchFamily="34" charset="-122"/>
              </a:defRPr>
            </a:lvl1pPr>
            <a:lvl2pPr>
              <a:buNone/>
              <a:defRPr/>
            </a:lvl2pPr>
            <a:lvl3pPr>
              <a:buNone/>
              <a:defRPr/>
            </a:lvl3pPr>
            <a:lvl4pPr>
              <a:buNone/>
              <a:defRPr/>
            </a:lvl4pPr>
            <a:lvl5pPr>
              <a:buNone/>
              <a:defRPr/>
            </a:lvl5pPr>
          </a:lstStyle>
          <a:p>
            <a:pPr lvl="0"/>
            <a:r>
              <a:rPr lang="zh-CN" altLang="en-US" dirty="0"/>
              <a:t>单击此处编辑母版文本样式</a:t>
            </a:r>
          </a:p>
        </p:txBody>
      </p:sp>
      <p:sp>
        <p:nvSpPr>
          <p:cNvPr id="12" name="文本占位符 10">
            <a:extLst>
              <a:ext uri="{FF2B5EF4-FFF2-40B4-BE49-F238E27FC236}">
                <a16:creationId xmlns:a16="http://schemas.microsoft.com/office/drawing/2014/main" id="{76AD6C77-8004-4467-B069-6582466EB8C0}"/>
              </a:ext>
            </a:extLst>
          </p:cNvPr>
          <p:cNvSpPr>
            <a:spLocks noGrp="1"/>
          </p:cNvSpPr>
          <p:nvPr>
            <p:ph type="body" sz="quarter" idx="14" hasCustomPrompt="1"/>
          </p:nvPr>
        </p:nvSpPr>
        <p:spPr>
          <a:xfrm>
            <a:off x="1604961" y="710691"/>
            <a:ext cx="5464053" cy="402291"/>
          </a:xfrm>
        </p:spPr>
        <p:txBody>
          <a:bodyPr wrap="square" lIns="90000" tIns="46800" rIns="90000" bIns="46800" anchor="t" anchorCtr="0">
            <a:spAutoFit/>
          </a:bodyPr>
          <a:lstStyle>
            <a:lvl1pPr marL="0" indent="0">
              <a:lnSpc>
                <a:spcPct val="100000"/>
              </a:lnSpc>
              <a:spcBef>
                <a:spcPts val="0"/>
              </a:spcBef>
              <a:buNone/>
              <a:defRPr sz="2000">
                <a:solidFill>
                  <a:schemeClr val="bg1"/>
                </a:solidFill>
                <a:effectLst>
                  <a:reflection blurRad="6350" stA="60000" endA="900" endPos="60000" dist="29997" dir="5400000" sy="-100000" algn="bl" rotWithShape="0"/>
                </a:effectLst>
                <a:latin typeface="微软雅黑 Light" panose="020B0502040204020203" pitchFamily="34" charset="-122"/>
                <a:ea typeface="微软雅黑 Light" panose="020B0502040204020203" pitchFamily="34" charset="-122"/>
                <a:cs typeface="Courier New" panose="02070309020205020404" pitchFamily="49" charset="0"/>
              </a:defRPr>
            </a:lvl1pPr>
            <a:lvl2pPr>
              <a:buNone/>
              <a:defRPr/>
            </a:lvl2pPr>
            <a:lvl3pPr>
              <a:buNone/>
              <a:defRPr/>
            </a:lvl3pPr>
            <a:lvl4pPr>
              <a:buNone/>
              <a:defRPr/>
            </a:lvl4pPr>
            <a:lvl5pPr>
              <a:buNone/>
              <a:defRPr/>
            </a:lvl5pPr>
          </a:lstStyle>
          <a:p>
            <a:pPr lvl="0"/>
            <a:r>
              <a:rPr lang="en-US" altLang="zh-CN" dirty="0"/>
              <a:t>subtract</a:t>
            </a:r>
            <a:endParaRPr lang="zh-CN" altLang="en-US" dirty="0"/>
          </a:p>
        </p:txBody>
      </p:sp>
      <p:sp>
        <p:nvSpPr>
          <p:cNvPr id="15" name="文本占位符 14">
            <a:extLst>
              <a:ext uri="{FF2B5EF4-FFF2-40B4-BE49-F238E27FC236}">
                <a16:creationId xmlns:a16="http://schemas.microsoft.com/office/drawing/2014/main" id="{76D1E8DA-E8FF-4717-8930-8018B821FFA3}"/>
              </a:ext>
            </a:extLst>
          </p:cNvPr>
          <p:cNvSpPr>
            <a:spLocks noGrp="1"/>
          </p:cNvSpPr>
          <p:nvPr>
            <p:ph type="body" sz="quarter" idx="15" hasCustomPrompt="1"/>
          </p:nvPr>
        </p:nvSpPr>
        <p:spPr>
          <a:xfrm>
            <a:off x="521110" y="379270"/>
            <a:ext cx="924232" cy="535531"/>
          </a:xfrm>
          <a:effectLst>
            <a:outerShdw blurRad="50800" dist="38100" dir="2700000" algn="tl" rotWithShape="0">
              <a:prstClr val="black">
                <a:alpha val="40000"/>
              </a:prstClr>
            </a:outerShdw>
          </a:effectLst>
        </p:spPr>
        <p:txBody>
          <a:bodyPr wrap="square" anchor="ctr" anchorCtr="0">
            <a:spAutoFit/>
          </a:bodyPr>
          <a:lstStyle>
            <a:lvl1pPr algn="ctr">
              <a:buNone/>
              <a:defRPr sz="3200" b="0">
                <a:solidFill>
                  <a:srgbClr val="FFC000"/>
                </a:solidFill>
                <a:latin typeface="微软雅黑 Light" panose="020B0502040204020203" pitchFamily="34" charset="-122"/>
                <a:ea typeface="黑体" panose="02010609060101010101" pitchFamily="49" charset="-122"/>
                <a:cs typeface="Courier New" panose="02070309020205020404" pitchFamily="49" charset="0"/>
              </a:defRPr>
            </a:lvl1pPr>
            <a:lvl2pPr>
              <a:buNone/>
              <a:defRPr/>
            </a:lvl2pPr>
            <a:lvl3pPr>
              <a:buNone/>
              <a:defRPr/>
            </a:lvl3pPr>
            <a:lvl4pPr>
              <a:buNone/>
              <a:defRPr/>
            </a:lvl4pPr>
            <a:lvl5pPr>
              <a:buNone/>
              <a:defRPr/>
            </a:lvl5pPr>
          </a:lstStyle>
          <a:p>
            <a:pPr lvl="0"/>
            <a:r>
              <a:rPr lang="en-US" altLang="zh-CN" dirty="0"/>
              <a:t>8.8</a:t>
            </a:r>
            <a:endParaRPr lang="zh-CN" altLang="en-US" dirty="0"/>
          </a:p>
        </p:txBody>
      </p:sp>
    </p:spTree>
    <p:extLst>
      <p:ext uri="{BB962C8B-B14F-4D97-AF65-F5344CB8AC3E}">
        <p14:creationId xmlns:p14="http://schemas.microsoft.com/office/powerpoint/2010/main" val="23157010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D005FB0-2997-488D-A595-5502E8ECDE76}"/>
              </a:ext>
            </a:extLst>
          </p:cNvPr>
          <p:cNvSpPr>
            <a:spLocks noGrp="1"/>
          </p:cNvSpPr>
          <p:nvPr>
            <p:ph type="title" hasCustomPrompt="1"/>
          </p:nvPr>
        </p:nvSpPr>
        <p:spPr>
          <a:xfrm>
            <a:off x="3942586" y="1697941"/>
            <a:ext cx="867930" cy="4658409"/>
          </a:xfrm>
          <a:effectLst>
            <a:outerShdw blurRad="50800" dist="38100" dir="2700000" algn="tl" rotWithShape="0">
              <a:prstClr val="black">
                <a:alpha val="40000"/>
              </a:prstClr>
            </a:outerShdw>
          </a:effectLst>
        </p:spPr>
        <p:txBody>
          <a:bodyPr vert="eaVert" wrap="square">
            <a:spAutoFit/>
          </a:bodyPr>
          <a:lstStyle>
            <a:lvl1pPr algn="l">
              <a:defRPr sz="4800">
                <a:solidFill>
                  <a:schemeClr val="accent2"/>
                </a:solidFill>
                <a:latin typeface="禹卫书法行书简体&#10;" panose="02000603000000000000" pitchFamily="2" charset="-122"/>
                <a:ea typeface="禹卫书法行书简体&#10;" panose="02000603000000000000" pitchFamily="2" charset="-122"/>
              </a:defRPr>
            </a:lvl1pPr>
          </a:lstStyle>
          <a:p>
            <a:r>
              <a:rPr lang="zh-CN" altLang="en-US" dirty="0"/>
              <a:t>标题样式</a:t>
            </a:r>
          </a:p>
        </p:txBody>
      </p:sp>
      <p:sp>
        <p:nvSpPr>
          <p:cNvPr id="25" name="竖排文字占位符 24">
            <a:extLst>
              <a:ext uri="{FF2B5EF4-FFF2-40B4-BE49-F238E27FC236}">
                <a16:creationId xmlns:a16="http://schemas.microsoft.com/office/drawing/2014/main" id="{6346FA6A-882F-4DAD-8054-8A0A5C32D9D7}"/>
              </a:ext>
            </a:extLst>
          </p:cNvPr>
          <p:cNvSpPr>
            <a:spLocks noGrp="1"/>
          </p:cNvSpPr>
          <p:nvPr>
            <p:ph type="body" orient="vert" sz="quarter" idx="15" hasCustomPrompt="1"/>
          </p:nvPr>
        </p:nvSpPr>
        <p:spPr>
          <a:xfrm>
            <a:off x="338173" y="2067273"/>
            <a:ext cx="3544191" cy="377026"/>
          </a:xfrm>
        </p:spPr>
        <p:txBody>
          <a:bodyPr vert="horz" wrap="square">
            <a:spAutoFit/>
          </a:bodyPr>
          <a:lstStyle>
            <a:lvl1pPr marL="0" indent="0" algn="r">
              <a:buNone/>
              <a:defRPr sz="2000">
                <a:solidFill>
                  <a:schemeClr val="bg2">
                    <a:lumMod val="50000"/>
                  </a:schemeClr>
                </a:solidFill>
                <a:effectLst/>
                <a:latin typeface="微软雅黑 Light" panose="020B0502040204020203" pitchFamily="34" charset="-122"/>
                <a:ea typeface="微软雅黑 Light" panose="020B0502040204020203" pitchFamily="34" charset="-122"/>
                <a:cs typeface="Courier New" panose="02070309020205020404" pitchFamily="49"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subtitle</a:t>
            </a:r>
            <a:endParaRPr lang="zh-CN" altLang="en-US" dirty="0"/>
          </a:p>
        </p:txBody>
      </p:sp>
      <p:sp>
        <p:nvSpPr>
          <p:cNvPr id="27" name="竖排文字占位符 24">
            <a:extLst>
              <a:ext uri="{FF2B5EF4-FFF2-40B4-BE49-F238E27FC236}">
                <a16:creationId xmlns:a16="http://schemas.microsoft.com/office/drawing/2014/main" id="{B361453A-2AA1-4AB2-B1BE-0D3BB1AD550C}"/>
              </a:ext>
            </a:extLst>
          </p:cNvPr>
          <p:cNvSpPr>
            <a:spLocks noGrp="1"/>
          </p:cNvSpPr>
          <p:nvPr>
            <p:ph type="body" orient="vert" sz="quarter" idx="16" hasCustomPrompt="1"/>
          </p:nvPr>
        </p:nvSpPr>
        <p:spPr>
          <a:xfrm>
            <a:off x="840626" y="1697941"/>
            <a:ext cx="3041738" cy="369332"/>
          </a:xfrm>
        </p:spPr>
        <p:txBody>
          <a:bodyPr vert="horz" wrap="square">
            <a:spAutoFit/>
          </a:bodyPr>
          <a:lstStyle>
            <a:lvl1pPr marL="0" indent="0" algn="r">
              <a:buNone/>
              <a:defRPr sz="2000">
                <a:solidFill>
                  <a:sysClr val="windowText" lastClr="000000"/>
                </a:solidFill>
                <a:effectLst/>
                <a:latin typeface="微软雅黑" panose="020B0503020204020204" pitchFamily="34" charset="-122"/>
                <a:ea typeface="微软雅黑" panose="020B0503020204020204" pitchFamily="34" charset="-122"/>
                <a:cs typeface="Courier New" panose="02070309020205020404" pitchFamily="49" charset="0"/>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第一部分</a:t>
            </a:r>
          </a:p>
        </p:txBody>
      </p:sp>
      <p:cxnSp>
        <p:nvCxnSpPr>
          <p:cNvPr id="29" name="直接连接符 28">
            <a:extLst>
              <a:ext uri="{FF2B5EF4-FFF2-40B4-BE49-F238E27FC236}">
                <a16:creationId xmlns:a16="http://schemas.microsoft.com/office/drawing/2014/main" id="{61A0E528-98EB-423E-A2A9-C3217E69E5E1}"/>
              </a:ext>
            </a:extLst>
          </p:cNvPr>
          <p:cNvCxnSpPr>
            <a:cxnSpLocks/>
          </p:cNvCxnSpPr>
          <p:nvPr userDrawn="1"/>
        </p:nvCxnSpPr>
        <p:spPr>
          <a:xfrm>
            <a:off x="3942586" y="1697941"/>
            <a:ext cx="0" cy="3392129"/>
          </a:xfrm>
          <a:prstGeom prst="line">
            <a:avLst/>
          </a:prstGeom>
          <a:ln w="12700">
            <a:gradFill>
              <a:gsLst>
                <a:gs pos="0">
                  <a:schemeClr val="bg1">
                    <a:lumMod val="50000"/>
                  </a:schemeClr>
                </a:gs>
                <a:gs pos="100000">
                  <a:schemeClr val="bg1"/>
                </a:gs>
              </a:gsLst>
              <a:lin ang="5400000" scaled="1"/>
            </a:gradFill>
            <a:prstDash val="solid"/>
          </a:ln>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B11B7B2D-DE81-402D-B54B-FF109433EA4C}"/>
              </a:ext>
            </a:extLst>
          </p:cNvPr>
          <p:cNvCxnSpPr>
            <a:cxnSpLocks/>
          </p:cNvCxnSpPr>
          <p:nvPr userDrawn="1"/>
        </p:nvCxnSpPr>
        <p:spPr>
          <a:xfrm>
            <a:off x="4810516" y="1697941"/>
            <a:ext cx="0" cy="3392129"/>
          </a:xfrm>
          <a:prstGeom prst="line">
            <a:avLst/>
          </a:prstGeom>
          <a:ln w="12700">
            <a:gradFill>
              <a:gsLst>
                <a:gs pos="0">
                  <a:schemeClr val="bg1">
                    <a:lumMod val="50000"/>
                  </a:schemeClr>
                </a:gs>
                <a:gs pos="100000">
                  <a:schemeClr val="bg1"/>
                </a:gs>
              </a:gsLst>
              <a:lin ang="5400000" scaled="1"/>
            </a:gradFill>
            <a:prstDash val="solid"/>
          </a:ln>
        </p:spPr>
        <p:style>
          <a:lnRef idx="1">
            <a:schemeClr val="accent1"/>
          </a:lnRef>
          <a:fillRef idx="0">
            <a:schemeClr val="accent1"/>
          </a:fillRef>
          <a:effectRef idx="0">
            <a:schemeClr val="accent1"/>
          </a:effectRef>
          <a:fontRef idx="minor">
            <a:schemeClr val="tx1"/>
          </a:fontRef>
        </p:style>
      </p:cxnSp>
      <p:sp>
        <p:nvSpPr>
          <p:cNvPr id="32" name="图片占位符 31">
            <a:extLst>
              <a:ext uri="{FF2B5EF4-FFF2-40B4-BE49-F238E27FC236}">
                <a16:creationId xmlns:a16="http://schemas.microsoft.com/office/drawing/2014/main" id="{6EBF693F-3817-45D1-853E-27814ADF03B1}"/>
              </a:ext>
            </a:extLst>
          </p:cNvPr>
          <p:cNvSpPr>
            <a:spLocks noGrp="1"/>
          </p:cNvSpPr>
          <p:nvPr>
            <p:ph type="pic" sz="quarter" idx="17" hasCustomPrompt="1"/>
          </p:nvPr>
        </p:nvSpPr>
        <p:spPr>
          <a:xfrm>
            <a:off x="0" y="2462651"/>
            <a:ext cx="4536525" cy="4388998"/>
          </a:xfrm>
          <a:custGeom>
            <a:avLst/>
            <a:gdLst>
              <a:gd name="connsiteX0" fmla="*/ 0 w 4536525"/>
              <a:gd name="connsiteY0" fmla="*/ 1265183 h 4388998"/>
              <a:gd name="connsiteX1" fmla="*/ 3287951 w 4536525"/>
              <a:gd name="connsiteY1" fmla="*/ 4388998 h 4388998"/>
              <a:gd name="connsiteX2" fmla="*/ 0 w 4536525"/>
              <a:gd name="connsiteY2" fmla="*/ 4388998 h 4388998"/>
              <a:gd name="connsiteX3" fmla="*/ 0 w 4536525"/>
              <a:gd name="connsiteY3" fmla="*/ 0 h 4388998"/>
              <a:gd name="connsiteX4" fmla="*/ 4536525 w 4536525"/>
              <a:gd name="connsiteY4" fmla="*/ 4388998 h 4388998"/>
              <a:gd name="connsiteX5" fmla="*/ 3835333 w 4536525"/>
              <a:gd name="connsiteY5" fmla="*/ 4388998 h 4388998"/>
              <a:gd name="connsiteX6" fmla="*/ 0 w 4536525"/>
              <a:gd name="connsiteY6" fmla="*/ 745126 h 4388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36525" h="4388998">
                <a:moveTo>
                  <a:pt x="0" y="1265183"/>
                </a:moveTo>
                <a:lnTo>
                  <a:pt x="3287951" y="4388998"/>
                </a:lnTo>
                <a:lnTo>
                  <a:pt x="0" y="4388998"/>
                </a:lnTo>
                <a:close/>
                <a:moveTo>
                  <a:pt x="0" y="0"/>
                </a:moveTo>
                <a:lnTo>
                  <a:pt x="4536525" y="4388998"/>
                </a:lnTo>
                <a:lnTo>
                  <a:pt x="3835333" y="4388998"/>
                </a:lnTo>
                <a:lnTo>
                  <a:pt x="0" y="745126"/>
                </a:lnTo>
                <a:close/>
              </a:path>
            </a:pathLst>
          </a:custGeom>
        </p:spPr>
        <p:txBody>
          <a:bodyPr wrap="square">
            <a:noAutofit/>
          </a:bodyPr>
          <a:lstStyle>
            <a:lvl1pPr marL="0" indent="0">
              <a:buNone/>
              <a:defRPr sz="1600">
                <a:latin typeface="微软雅黑 Light" panose="020B0502040204020203" pitchFamily="34" charset="-122"/>
              </a:defRPr>
            </a:lvl1pPr>
          </a:lstStyle>
          <a:p>
            <a:r>
              <a:rPr lang="en-US" altLang="zh-CN" dirty="0"/>
              <a:t>pic</a:t>
            </a:r>
            <a:endParaRPr lang="zh-CN" altLang="en-US" dirty="0"/>
          </a:p>
        </p:txBody>
      </p:sp>
    </p:spTree>
    <p:extLst>
      <p:ext uri="{BB962C8B-B14F-4D97-AF65-F5344CB8AC3E}">
        <p14:creationId xmlns:p14="http://schemas.microsoft.com/office/powerpoint/2010/main" val="12189957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DC0AB9B-B4C6-4335-BBEA-733E61F14388}"/>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41D73ADF-EB6E-4951-8AEE-470E11C29CA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0EF8459A-280B-4402-82DF-45E2E74D21E9}"/>
              </a:ext>
            </a:extLst>
          </p:cNvPr>
          <p:cNvSpPr>
            <a:spLocks noGrp="1"/>
          </p:cNvSpPr>
          <p:nvPr>
            <p:ph type="dt" sz="half" idx="10"/>
          </p:nvPr>
        </p:nvSpPr>
        <p:spPr/>
        <p:txBody>
          <a:bodyPr/>
          <a:lstStyle/>
          <a:p>
            <a:fld id="{1C651236-3214-46F9-9D33-783F0260D354}" type="datetimeFigureOut">
              <a:rPr lang="zh-CN" altLang="en-US" smtClean="0"/>
              <a:t>2026/9/9</a:t>
            </a:fld>
            <a:endParaRPr lang="zh-CN" altLang="en-US"/>
          </a:p>
        </p:txBody>
      </p:sp>
      <p:sp>
        <p:nvSpPr>
          <p:cNvPr id="5" name="页脚占位符 4">
            <a:extLst>
              <a:ext uri="{FF2B5EF4-FFF2-40B4-BE49-F238E27FC236}">
                <a16:creationId xmlns:a16="http://schemas.microsoft.com/office/drawing/2014/main" id="{6BA8A4CF-DCF9-4C31-BE34-EAEB1AB039C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F6BB3A5-AE0C-4A84-9B48-317522CA8A4C}"/>
              </a:ext>
            </a:extLst>
          </p:cNvPr>
          <p:cNvSpPr>
            <a:spLocks noGrp="1"/>
          </p:cNvSpPr>
          <p:nvPr>
            <p:ph type="sldNum" sz="quarter" idx="12"/>
          </p:nvPr>
        </p:nvSpPr>
        <p:spPr/>
        <p:txBody>
          <a:bodyPr/>
          <a:lstStyle/>
          <a:p>
            <a:fld id="{B1502BCF-571E-433F-99D2-89AB9B2A73EF}" type="slidenum">
              <a:rPr lang="zh-CN" altLang="en-US" smtClean="0"/>
              <a:t>‹#›</a:t>
            </a:fld>
            <a:endParaRPr lang="zh-CN" altLang="en-US"/>
          </a:p>
        </p:txBody>
      </p:sp>
    </p:spTree>
    <p:extLst>
      <p:ext uri="{BB962C8B-B14F-4D97-AF65-F5344CB8AC3E}">
        <p14:creationId xmlns:p14="http://schemas.microsoft.com/office/powerpoint/2010/main" val="26682837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0260034-5784-45A7-BACA-8373E2EB9ED8}"/>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4159B18E-B35F-4870-BA58-F21E0844B388}"/>
              </a:ext>
            </a:extLst>
          </p:cNvPr>
          <p:cNvSpPr>
            <a:spLocks noGrp="1"/>
          </p:cNvSpPr>
          <p:nvPr>
            <p:ph sz="half" idx="1"/>
          </p:nvPr>
        </p:nvSpPr>
        <p:spPr>
          <a:xfrm>
            <a:off x="838200" y="1419659"/>
            <a:ext cx="5181600" cy="4757304"/>
          </a:xfrm>
        </p:spPr>
        <p:txBody>
          <a:bodyPr/>
          <a:lstStyle/>
          <a:p>
            <a:pPr lvl="0"/>
            <a:r>
              <a:rPr lang="zh-CN" altLang="en-US" dirty="0"/>
              <a:t>单击此处编辑母版文本样式</a:t>
            </a:r>
          </a:p>
          <a:p>
            <a:pPr lvl="1"/>
            <a:r>
              <a:rPr lang="zh-CN" altLang="en-US" dirty="0"/>
              <a:t>二级</a:t>
            </a:r>
          </a:p>
        </p:txBody>
      </p:sp>
      <p:sp>
        <p:nvSpPr>
          <p:cNvPr id="4" name="内容占位符 3">
            <a:extLst>
              <a:ext uri="{FF2B5EF4-FFF2-40B4-BE49-F238E27FC236}">
                <a16:creationId xmlns:a16="http://schemas.microsoft.com/office/drawing/2014/main" id="{376B5C9B-93DC-4925-B195-50F5AE9C4DA5}"/>
              </a:ext>
            </a:extLst>
          </p:cNvPr>
          <p:cNvSpPr>
            <a:spLocks noGrp="1"/>
          </p:cNvSpPr>
          <p:nvPr>
            <p:ph sz="half" idx="2"/>
          </p:nvPr>
        </p:nvSpPr>
        <p:spPr>
          <a:xfrm>
            <a:off x="6172200" y="1419659"/>
            <a:ext cx="5181600" cy="4757304"/>
          </a:xfrm>
        </p:spPr>
        <p:txBody>
          <a:bodyPr/>
          <a:lstStyle/>
          <a:p>
            <a:pPr lvl="0"/>
            <a:r>
              <a:rPr lang="zh-CN" altLang="en-US" dirty="0"/>
              <a:t>单击此处编辑母版文本样式</a:t>
            </a:r>
          </a:p>
          <a:p>
            <a:pPr lvl="1"/>
            <a:r>
              <a:rPr lang="zh-CN" altLang="en-US" dirty="0"/>
              <a:t>二级</a:t>
            </a:r>
          </a:p>
        </p:txBody>
      </p:sp>
      <p:sp>
        <p:nvSpPr>
          <p:cNvPr id="5" name="日期占位符 4">
            <a:extLst>
              <a:ext uri="{FF2B5EF4-FFF2-40B4-BE49-F238E27FC236}">
                <a16:creationId xmlns:a16="http://schemas.microsoft.com/office/drawing/2014/main" id="{013FECBF-399D-4B34-9CE2-5AFA284D2DA6}"/>
              </a:ext>
            </a:extLst>
          </p:cNvPr>
          <p:cNvSpPr>
            <a:spLocks noGrp="1"/>
          </p:cNvSpPr>
          <p:nvPr>
            <p:ph type="dt" sz="half" idx="10"/>
          </p:nvPr>
        </p:nvSpPr>
        <p:spPr/>
        <p:txBody>
          <a:bodyPr/>
          <a:lstStyle/>
          <a:p>
            <a:fld id="{1C651236-3214-46F9-9D33-783F0260D354}" type="datetimeFigureOut">
              <a:rPr lang="zh-CN" altLang="en-US" smtClean="0"/>
              <a:t>2026/9/9</a:t>
            </a:fld>
            <a:endParaRPr lang="zh-CN" altLang="en-US"/>
          </a:p>
        </p:txBody>
      </p:sp>
      <p:sp>
        <p:nvSpPr>
          <p:cNvPr id="6" name="页脚占位符 5">
            <a:extLst>
              <a:ext uri="{FF2B5EF4-FFF2-40B4-BE49-F238E27FC236}">
                <a16:creationId xmlns:a16="http://schemas.microsoft.com/office/drawing/2014/main" id="{78AC81F6-D459-4BEA-9207-A7A47BC8F77B}"/>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160A4FAA-4B08-48BF-98AA-6F224CC1D1E0}"/>
              </a:ext>
            </a:extLst>
          </p:cNvPr>
          <p:cNvSpPr>
            <a:spLocks noGrp="1"/>
          </p:cNvSpPr>
          <p:nvPr>
            <p:ph type="sldNum" sz="quarter" idx="12"/>
          </p:nvPr>
        </p:nvSpPr>
        <p:spPr/>
        <p:txBody>
          <a:bodyPr/>
          <a:lstStyle/>
          <a:p>
            <a:fld id="{B1502BCF-571E-433F-99D2-89AB9B2A73EF}" type="slidenum">
              <a:rPr lang="zh-CN" altLang="en-US" smtClean="0"/>
              <a:t>‹#›</a:t>
            </a:fld>
            <a:endParaRPr lang="zh-CN" altLang="en-US"/>
          </a:p>
        </p:txBody>
      </p:sp>
    </p:spTree>
    <p:extLst>
      <p:ext uri="{BB962C8B-B14F-4D97-AF65-F5344CB8AC3E}">
        <p14:creationId xmlns:p14="http://schemas.microsoft.com/office/powerpoint/2010/main" val="7091870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1AF22E-A027-4405-86A2-7A3F4E58C80A}"/>
              </a:ext>
            </a:extLst>
          </p:cNvPr>
          <p:cNvSpPr>
            <a:spLocks noGrp="1"/>
          </p:cNvSpPr>
          <p:nvPr>
            <p:ph type="title"/>
          </p:nvPr>
        </p:nvSpPr>
        <p:spPr>
          <a:xfrm>
            <a:off x="839788" y="365125"/>
            <a:ext cx="10515600" cy="1325563"/>
          </a:xfrm>
        </p:spPr>
        <p:txBody>
          <a:bodyPr/>
          <a:lstStyle/>
          <a:p>
            <a:r>
              <a:rPr lang="zh-CN" altLang="en-US" dirty="0"/>
              <a:t>单击此处编辑母版标题样式</a:t>
            </a:r>
          </a:p>
        </p:txBody>
      </p:sp>
      <p:sp>
        <p:nvSpPr>
          <p:cNvPr id="3" name="文本占位符 2">
            <a:extLst>
              <a:ext uri="{FF2B5EF4-FFF2-40B4-BE49-F238E27FC236}">
                <a16:creationId xmlns:a16="http://schemas.microsoft.com/office/drawing/2014/main" id="{68562267-9DBD-43D4-B2EE-009DE402968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4" name="内容占位符 3">
            <a:extLst>
              <a:ext uri="{FF2B5EF4-FFF2-40B4-BE49-F238E27FC236}">
                <a16:creationId xmlns:a16="http://schemas.microsoft.com/office/drawing/2014/main" id="{4D3605B4-3DB3-47E9-8C46-665D3753D588}"/>
              </a:ext>
            </a:extLst>
          </p:cNvPr>
          <p:cNvSpPr>
            <a:spLocks noGrp="1"/>
          </p:cNvSpPr>
          <p:nvPr>
            <p:ph sz="half" idx="2"/>
          </p:nvPr>
        </p:nvSpPr>
        <p:spPr>
          <a:xfrm>
            <a:off x="839788" y="2505075"/>
            <a:ext cx="5157787" cy="3684588"/>
          </a:xfrm>
        </p:spPr>
        <p:txBody>
          <a:bodyPr/>
          <a:lstStyle/>
          <a:p>
            <a:pPr lvl="0"/>
            <a:r>
              <a:rPr lang="zh-CN" altLang="en-US" dirty="0"/>
              <a:t>单击此处编辑母版文本样式</a:t>
            </a:r>
          </a:p>
          <a:p>
            <a:pPr lvl="1"/>
            <a:r>
              <a:rPr lang="zh-CN" altLang="en-US" dirty="0"/>
              <a:t>二级</a:t>
            </a:r>
          </a:p>
        </p:txBody>
      </p:sp>
      <p:sp>
        <p:nvSpPr>
          <p:cNvPr id="5" name="文本占位符 4">
            <a:extLst>
              <a:ext uri="{FF2B5EF4-FFF2-40B4-BE49-F238E27FC236}">
                <a16:creationId xmlns:a16="http://schemas.microsoft.com/office/drawing/2014/main" id="{926BFB8A-C315-4CE7-A251-0A59BECFF6A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DDCEF883-8D88-4323-A582-25616B88A2E2}"/>
              </a:ext>
            </a:extLst>
          </p:cNvPr>
          <p:cNvSpPr>
            <a:spLocks noGrp="1"/>
          </p:cNvSpPr>
          <p:nvPr>
            <p:ph sz="quarter" idx="4"/>
          </p:nvPr>
        </p:nvSpPr>
        <p:spPr>
          <a:xfrm>
            <a:off x="6172200" y="2505075"/>
            <a:ext cx="5183188" cy="3684588"/>
          </a:xfrm>
        </p:spPr>
        <p:txBody>
          <a:bodyPr/>
          <a:lstStyle/>
          <a:p>
            <a:pPr lvl="0"/>
            <a:r>
              <a:rPr lang="zh-CN" altLang="en-US" dirty="0"/>
              <a:t>单击此处编辑母版文本样式</a:t>
            </a:r>
          </a:p>
          <a:p>
            <a:pPr lvl="1"/>
            <a:r>
              <a:rPr lang="zh-CN" altLang="en-US" dirty="0"/>
              <a:t>二级</a:t>
            </a:r>
          </a:p>
        </p:txBody>
      </p:sp>
      <p:sp>
        <p:nvSpPr>
          <p:cNvPr id="7" name="日期占位符 6">
            <a:extLst>
              <a:ext uri="{FF2B5EF4-FFF2-40B4-BE49-F238E27FC236}">
                <a16:creationId xmlns:a16="http://schemas.microsoft.com/office/drawing/2014/main" id="{86F7E456-3D6D-4CB5-8E83-8CB7A62CE426}"/>
              </a:ext>
            </a:extLst>
          </p:cNvPr>
          <p:cNvSpPr>
            <a:spLocks noGrp="1"/>
          </p:cNvSpPr>
          <p:nvPr>
            <p:ph type="dt" sz="half" idx="10"/>
          </p:nvPr>
        </p:nvSpPr>
        <p:spPr/>
        <p:txBody>
          <a:bodyPr/>
          <a:lstStyle/>
          <a:p>
            <a:fld id="{1C651236-3214-46F9-9D33-783F0260D354}" type="datetimeFigureOut">
              <a:rPr lang="zh-CN" altLang="en-US" smtClean="0"/>
              <a:t>2026/9/9</a:t>
            </a:fld>
            <a:endParaRPr lang="zh-CN" altLang="en-US"/>
          </a:p>
        </p:txBody>
      </p:sp>
      <p:sp>
        <p:nvSpPr>
          <p:cNvPr id="8" name="页脚占位符 7">
            <a:extLst>
              <a:ext uri="{FF2B5EF4-FFF2-40B4-BE49-F238E27FC236}">
                <a16:creationId xmlns:a16="http://schemas.microsoft.com/office/drawing/2014/main" id="{8045CA97-12BB-4F54-A565-114E263A1AD7}"/>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F0823906-C7BE-467E-A046-ED1D882AD62D}"/>
              </a:ext>
            </a:extLst>
          </p:cNvPr>
          <p:cNvSpPr>
            <a:spLocks noGrp="1"/>
          </p:cNvSpPr>
          <p:nvPr>
            <p:ph type="sldNum" sz="quarter" idx="12"/>
          </p:nvPr>
        </p:nvSpPr>
        <p:spPr/>
        <p:txBody>
          <a:bodyPr/>
          <a:lstStyle/>
          <a:p>
            <a:fld id="{B1502BCF-571E-433F-99D2-89AB9B2A73EF}" type="slidenum">
              <a:rPr lang="zh-CN" altLang="en-US" smtClean="0"/>
              <a:t>‹#›</a:t>
            </a:fld>
            <a:endParaRPr lang="zh-CN" altLang="en-US"/>
          </a:p>
        </p:txBody>
      </p:sp>
    </p:spTree>
    <p:extLst>
      <p:ext uri="{BB962C8B-B14F-4D97-AF65-F5344CB8AC3E}">
        <p14:creationId xmlns:p14="http://schemas.microsoft.com/office/powerpoint/2010/main" val="30204509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3736262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witch">
    <p:spTree>
      <p:nvGrpSpPr>
        <p:cNvPr id="1" name=""/>
        <p:cNvGrpSpPr/>
        <p:nvPr/>
      </p:nvGrpSpPr>
      <p:grpSpPr>
        <a:xfrm>
          <a:off x="0" y="0"/>
          <a:ext cx="0" cy="0"/>
          <a:chOff x="0" y="0"/>
          <a:chExt cx="0" cy="0"/>
        </a:xfrm>
      </p:grpSpPr>
      <p:sp>
        <p:nvSpPr>
          <p:cNvPr id="6" name="Freeform 25">
            <a:extLst>
              <a:ext uri="{FF2B5EF4-FFF2-40B4-BE49-F238E27FC236}">
                <a16:creationId xmlns:a16="http://schemas.microsoft.com/office/drawing/2014/main" id="{38B69EE1-BCFE-4371-B597-971E0649EC0B}"/>
              </a:ext>
            </a:extLst>
          </p:cNvPr>
          <p:cNvSpPr>
            <a:spLocks noChangeArrowheads="1"/>
          </p:cNvSpPr>
          <p:nvPr userDrawn="1"/>
        </p:nvSpPr>
        <p:spPr bwMode="auto">
          <a:xfrm>
            <a:off x="11116689" y="136525"/>
            <a:ext cx="899816" cy="632295"/>
          </a:xfrm>
          <a:custGeom>
            <a:avLst/>
            <a:gdLst>
              <a:gd name="T0" fmla="*/ 13586 w 13587"/>
              <a:gd name="T1" fmla="*/ 2121 h 9547"/>
              <a:gd name="T2" fmla="*/ 8861 w 13587"/>
              <a:gd name="T3" fmla="*/ 454 h 9547"/>
              <a:gd name="T4" fmla="*/ 3960 w 13587"/>
              <a:gd name="T5" fmla="*/ 2458 h 9547"/>
              <a:gd name="T6" fmla="*/ 0 w 13587"/>
              <a:gd name="T7" fmla="*/ 2529 h 9547"/>
              <a:gd name="T8" fmla="*/ 1300 w 13587"/>
              <a:gd name="T9" fmla="*/ 6699 h 9547"/>
              <a:gd name="T10" fmla="*/ 5083 w 13587"/>
              <a:gd name="T11" fmla="*/ 4992 h 9547"/>
              <a:gd name="T12" fmla="*/ 7249 w 13587"/>
              <a:gd name="T13" fmla="*/ 9500 h 9547"/>
              <a:gd name="T14" fmla="*/ 7330 w 13587"/>
              <a:gd name="T15" fmla="*/ 9495 h 9547"/>
              <a:gd name="T16" fmla="*/ 12024 w 13587"/>
              <a:gd name="T17" fmla="*/ 4881 h 9547"/>
              <a:gd name="T18" fmla="*/ 13198 w 13587"/>
              <a:gd name="T19" fmla="*/ 2791 h 9547"/>
              <a:gd name="T20" fmla="*/ 5657 w 13587"/>
              <a:gd name="T21" fmla="*/ 4262 h 9547"/>
              <a:gd name="T22" fmla="*/ 8649 w 13587"/>
              <a:gd name="T23" fmla="*/ 580 h 9547"/>
              <a:gd name="T24" fmla="*/ 6922 w 13587"/>
              <a:gd name="T25" fmla="*/ 2705 h 9547"/>
              <a:gd name="T26" fmla="*/ 5148 w 13587"/>
              <a:gd name="T27" fmla="*/ 4891 h 9547"/>
              <a:gd name="T28" fmla="*/ 5602 w 13587"/>
              <a:gd name="T29" fmla="*/ 4332 h 9547"/>
              <a:gd name="T30" fmla="*/ 5375 w 13587"/>
              <a:gd name="T31" fmla="*/ 5370 h 9547"/>
              <a:gd name="T32" fmla="*/ 7229 w 13587"/>
              <a:gd name="T33" fmla="*/ 9263 h 9547"/>
              <a:gd name="T34" fmla="*/ 6927 w 13587"/>
              <a:gd name="T35" fmla="*/ 2836 h 9547"/>
              <a:gd name="T36" fmla="*/ 7103 w 13587"/>
              <a:gd name="T37" fmla="*/ 6528 h 9547"/>
              <a:gd name="T38" fmla="*/ 5194 w 13587"/>
              <a:gd name="T39" fmla="*/ 4977 h 9547"/>
              <a:gd name="T40" fmla="*/ 11012 w 13587"/>
              <a:gd name="T41" fmla="*/ 5103 h 9547"/>
              <a:gd name="T42" fmla="*/ 8957 w 13587"/>
              <a:gd name="T43" fmla="*/ 3833 h 9547"/>
              <a:gd name="T44" fmla="*/ 9621 w 13587"/>
              <a:gd name="T45" fmla="*/ 2841 h 9547"/>
              <a:gd name="T46" fmla="*/ 9007 w 13587"/>
              <a:gd name="T47" fmla="*/ 3758 h 9547"/>
              <a:gd name="T48" fmla="*/ 7012 w 13587"/>
              <a:gd name="T49" fmla="*/ 2766 h 9547"/>
              <a:gd name="T50" fmla="*/ 7184 w 13587"/>
              <a:gd name="T51" fmla="*/ 6332 h 9547"/>
              <a:gd name="T52" fmla="*/ 8272 w 13587"/>
              <a:gd name="T53" fmla="*/ 8287 h 9547"/>
              <a:gd name="T54" fmla="*/ 10972 w 13587"/>
              <a:gd name="T55" fmla="*/ 5208 h 9547"/>
              <a:gd name="T56" fmla="*/ 13037 w 13587"/>
              <a:gd name="T57" fmla="*/ 2851 h 9547"/>
              <a:gd name="T58" fmla="*/ 9702 w 13587"/>
              <a:gd name="T59" fmla="*/ 2806 h 9547"/>
              <a:gd name="T60" fmla="*/ 13117 w 13587"/>
              <a:gd name="T61" fmla="*/ 2750 h 9547"/>
              <a:gd name="T62" fmla="*/ 13450 w 13587"/>
              <a:gd name="T63" fmla="*/ 2177 h 9547"/>
              <a:gd name="T64" fmla="*/ 9647 w 13587"/>
              <a:gd name="T65" fmla="*/ 2716 h 9547"/>
              <a:gd name="T66" fmla="*/ 7058 w 13587"/>
              <a:gd name="T67" fmla="*/ 2680 h 9547"/>
              <a:gd name="T68" fmla="*/ 12956 w 13587"/>
              <a:gd name="T69" fmla="*/ 2761 h 9547"/>
              <a:gd name="T70" fmla="*/ 8680 w 13587"/>
              <a:gd name="T71" fmla="*/ 469 h 9547"/>
              <a:gd name="T72" fmla="*/ 7748 w 13587"/>
              <a:gd name="T73" fmla="*/ 101 h 9547"/>
              <a:gd name="T74" fmla="*/ 696 w 13587"/>
              <a:gd name="T75" fmla="*/ 2766 h 9547"/>
              <a:gd name="T76" fmla="*/ 3753 w 13587"/>
              <a:gd name="T77" fmla="*/ 2484 h 9547"/>
              <a:gd name="T78" fmla="*/ 2091 w 13587"/>
              <a:gd name="T79" fmla="*/ 5320 h 9547"/>
              <a:gd name="T80" fmla="*/ 3879 w 13587"/>
              <a:gd name="T81" fmla="*/ 2559 h 9547"/>
              <a:gd name="T82" fmla="*/ 600 w 13587"/>
              <a:gd name="T83" fmla="*/ 2735 h 9547"/>
              <a:gd name="T84" fmla="*/ 383 w 13587"/>
              <a:gd name="T85" fmla="*/ 1496 h 9547"/>
              <a:gd name="T86" fmla="*/ 2035 w 13587"/>
              <a:gd name="T87" fmla="*/ 5400 h 9547"/>
              <a:gd name="T88" fmla="*/ 746 w 13587"/>
              <a:gd name="T89" fmla="*/ 3068 h 9547"/>
              <a:gd name="T90" fmla="*/ 5038 w 13587"/>
              <a:gd name="T91" fmla="*/ 4866 h 9547"/>
              <a:gd name="T92" fmla="*/ 3960 w 13587"/>
              <a:gd name="T93" fmla="*/ 2594 h 9547"/>
              <a:gd name="T94" fmla="*/ 5144 w 13587"/>
              <a:gd name="T95" fmla="*/ 5088 h 9547"/>
              <a:gd name="T96" fmla="*/ 4766 w 13587"/>
              <a:gd name="T97" fmla="*/ 6090 h 9547"/>
              <a:gd name="T98" fmla="*/ 8211 w 13587"/>
              <a:gd name="T99" fmla="*/ 8357 h 9547"/>
              <a:gd name="T100" fmla="*/ 7194 w 13587"/>
              <a:gd name="T101" fmla="*/ 6644 h 9547"/>
              <a:gd name="T102" fmla="*/ 11249 w 13587"/>
              <a:gd name="T103" fmla="*/ 5027 h 9547"/>
              <a:gd name="T104" fmla="*/ 11969 w 13587"/>
              <a:gd name="T105" fmla="*/ 4806 h 95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3587" h="9547">
                <a:moveTo>
                  <a:pt x="13198" y="2791"/>
                </a:moveTo>
                <a:lnTo>
                  <a:pt x="13586" y="2121"/>
                </a:lnTo>
                <a:lnTo>
                  <a:pt x="10579" y="1381"/>
                </a:lnTo>
                <a:lnTo>
                  <a:pt x="8861" y="454"/>
                </a:lnTo>
                <a:lnTo>
                  <a:pt x="7737" y="0"/>
                </a:lnTo>
                <a:lnTo>
                  <a:pt x="3960" y="2458"/>
                </a:lnTo>
                <a:lnTo>
                  <a:pt x="333" y="1235"/>
                </a:lnTo>
                <a:lnTo>
                  <a:pt x="0" y="2529"/>
                </a:lnTo>
                <a:lnTo>
                  <a:pt x="620" y="2847"/>
                </a:lnTo>
                <a:lnTo>
                  <a:pt x="1300" y="6699"/>
                </a:lnTo>
                <a:lnTo>
                  <a:pt x="3134" y="3869"/>
                </a:lnTo>
                <a:lnTo>
                  <a:pt x="5083" y="4992"/>
                </a:lnTo>
                <a:lnTo>
                  <a:pt x="4665" y="6105"/>
                </a:lnTo>
                <a:lnTo>
                  <a:pt x="7249" y="9500"/>
                </a:lnTo>
                <a:lnTo>
                  <a:pt x="7284" y="9546"/>
                </a:lnTo>
                <a:lnTo>
                  <a:pt x="7330" y="9495"/>
                </a:lnTo>
                <a:lnTo>
                  <a:pt x="11138" y="5153"/>
                </a:lnTo>
                <a:lnTo>
                  <a:pt x="12024" y="4881"/>
                </a:lnTo>
                <a:lnTo>
                  <a:pt x="13173" y="2836"/>
                </a:lnTo>
                <a:lnTo>
                  <a:pt x="13198" y="2791"/>
                </a:lnTo>
                <a:close/>
                <a:moveTo>
                  <a:pt x="6922" y="2705"/>
                </a:moveTo>
                <a:lnTo>
                  <a:pt x="5657" y="4262"/>
                </a:lnTo>
                <a:lnTo>
                  <a:pt x="4040" y="2524"/>
                </a:lnTo>
                <a:lnTo>
                  <a:pt x="8649" y="580"/>
                </a:lnTo>
                <a:lnTo>
                  <a:pt x="6947" y="2675"/>
                </a:lnTo>
                <a:lnTo>
                  <a:pt x="6922" y="2705"/>
                </a:lnTo>
                <a:close/>
                <a:moveTo>
                  <a:pt x="5602" y="4332"/>
                </a:moveTo>
                <a:lnTo>
                  <a:pt x="5148" y="4891"/>
                </a:lnTo>
                <a:lnTo>
                  <a:pt x="4126" y="2746"/>
                </a:lnTo>
                <a:lnTo>
                  <a:pt x="5602" y="4332"/>
                </a:lnTo>
                <a:close/>
                <a:moveTo>
                  <a:pt x="7229" y="9263"/>
                </a:moveTo>
                <a:lnTo>
                  <a:pt x="5375" y="5370"/>
                </a:lnTo>
                <a:lnTo>
                  <a:pt x="7163" y="7788"/>
                </a:lnTo>
                <a:lnTo>
                  <a:pt x="7229" y="9263"/>
                </a:lnTo>
                <a:close/>
                <a:moveTo>
                  <a:pt x="5194" y="4977"/>
                </a:moveTo>
                <a:lnTo>
                  <a:pt x="6927" y="2836"/>
                </a:lnTo>
                <a:lnTo>
                  <a:pt x="7098" y="6458"/>
                </a:lnTo>
                <a:lnTo>
                  <a:pt x="7103" y="6528"/>
                </a:lnTo>
                <a:lnTo>
                  <a:pt x="7153" y="7631"/>
                </a:lnTo>
                <a:lnTo>
                  <a:pt x="5194" y="4977"/>
                </a:lnTo>
                <a:close/>
                <a:moveTo>
                  <a:pt x="8957" y="3833"/>
                </a:moveTo>
                <a:lnTo>
                  <a:pt x="11012" y="5103"/>
                </a:lnTo>
                <a:lnTo>
                  <a:pt x="7254" y="6387"/>
                </a:lnTo>
                <a:lnTo>
                  <a:pt x="8957" y="3833"/>
                </a:lnTo>
                <a:close/>
                <a:moveTo>
                  <a:pt x="9007" y="3758"/>
                </a:moveTo>
                <a:lnTo>
                  <a:pt x="9621" y="2841"/>
                </a:lnTo>
                <a:lnTo>
                  <a:pt x="10972" y="4977"/>
                </a:lnTo>
                <a:lnTo>
                  <a:pt x="9007" y="3758"/>
                </a:lnTo>
                <a:close/>
                <a:moveTo>
                  <a:pt x="7184" y="6332"/>
                </a:moveTo>
                <a:lnTo>
                  <a:pt x="7012" y="2766"/>
                </a:lnTo>
                <a:lnTo>
                  <a:pt x="9541" y="2801"/>
                </a:lnTo>
                <a:lnTo>
                  <a:pt x="7184" y="6332"/>
                </a:lnTo>
                <a:close/>
                <a:moveTo>
                  <a:pt x="10972" y="5208"/>
                </a:moveTo>
                <a:lnTo>
                  <a:pt x="8272" y="8287"/>
                </a:lnTo>
                <a:lnTo>
                  <a:pt x="7209" y="6493"/>
                </a:lnTo>
                <a:lnTo>
                  <a:pt x="10972" y="5208"/>
                </a:lnTo>
                <a:close/>
                <a:moveTo>
                  <a:pt x="9702" y="2806"/>
                </a:moveTo>
                <a:lnTo>
                  <a:pt x="13037" y="2851"/>
                </a:lnTo>
                <a:lnTo>
                  <a:pt x="11118" y="5043"/>
                </a:lnTo>
                <a:lnTo>
                  <a:pt x="9702" y="2806"/>
                </a:lnTo>
                <a:close/>
                <a:moveTo>
                  <a:pt x="13450" y="2177"/>
                </a:moveTo>
                <a:lnTo>
                  <a:pt x="13117" y="2750"/>
                </a:lnTo>
                <a:lnTo>
                  <a:pt x="10891" y="1547"/>
                </a:lnTo>
                <a:lnTo>
                  <a:pt x="13450" y="2177"/>
                </a:lnTo>
                <a:close/>
                <a:moveTo>
                  <a:pt x="12956" y="2761"/>
                </a:moveTo>
                <a:lnTo>
                  <a:pt x="9647" y="2716"/>
                </a:lnTo>
                <a:lnTo>
                  <a:pt x="9596" y="2716"/>
                </a:lnTo>
                <a:lnTo>
                  <a:pt x="7058" y="2680"/>
                </a:lnTo>
                <a:lnTo>
                  <a:pt x="8805" y="524"/>
                </a:lnTo>
                <a:lnTo>
                  <a:pt x="12956" y="2761"/>
                </a:lnTo>
                <a:close/>
                <a:moveTo>
                  <a:pt x="7748" y="101"/>
                </a:moveTo>
                <a:lnTo>
                  <a:pt x="8680" y="469"/>
                </a:lnTo>
                <a:lnTo>
                  <a:pt x="4403" y="2272"/>
                </a:lnTo>
                <a:lnTo>
                  <a:pt x="7748" y="101"/>
                </a:lnTo>
                <a:close/>
                <a:moveTo>
                  <a:pt x="3753" y="2484"/>
                </a:moveTo>
                <a:lnTo>
                  <a:pt x="696" y="2766"/>
                </a:lnTo>
                <a:lnTo>
                  <a:pt x="449" y="1365"/>
                </a:lnTo>
                <a:lnTo>
                  <a:pt x="3753" y="2484"/>
                </a:lnTo>
                <a:close/>
                <a:moveTo>
                  <a:pt x="3879" y="2559"/>
                </a:moveTo>
                <a:lnTo>
                  <a:pt x="2091" y="5320"/>
                </a:lnTo>
                <a:lnTo>
                  <a:pt x="731" y="2851"/>
                </a:lnTo>
                <a:lnTo>
                  <a:pt x="3879" y="2559"/>
                </a:lnTo>
                <a:close/>
                <a:moveTo>
                  <a:pt x="383" y="1496"/>
                </a:moveTo>
                <a:lnTo>
                  <a:pt x="600" y="2735"/>
                </a:lnTo>
                <a:lnTo>
                  <a:pt x="101" y="2484"/>
                </a:lnTo>
                <a:lnTo>
                  <a:pt x="383" y="1496"/>
                </a:lnTo>
                <a:close/>
                <a:moveTo>
                  <a:pt x="746" y="3068"/>
                </a:moveTo>
                <a:lnTo>
                  <a:pt x="2035" y="5400"/>
                </a:lnTo>
                <a:lnTo>
                  <a:pt x="1345" y="6463"/>
                </a:lnTo>
                <a:lnTo>
                  <a:pt x="746" y="3068"/>
                </a:lnTo>
                <a:close/>
                <a:moveTo>
                  <a:pt x="3960" y="2594"/>
                </a:moveTo>
                <a:lnTo>
                  <a:pt x="5038" y="4866"/>
                </a:lnTo>
                <a:lnTo>
                  <a:pt x="3184" y="3793"/>
                </a:lnTo>
                <a:lnTo>
                  <a:pt x="3960" y="2594"/>
                </a:lnTo>
                <a:close/>
                <a:moveTo>
                  <a:pt x="4766" y="6090"/>
                </a:moveTo>
                <a:lnTo>
                  <a:pt x="5144" y="5088"/>
                </a:lnTo>
                <a:lnTo>
                  <a:pt x="7063" y="9112"/>
                </a:lnTo>
                <a:lnTo>
                  <a:pt x="4766" y="6090"/>
                </a:lnTo>
                <a:close/>
                <a:moveTo>
                  <a:pt x="7194" y="6644"/>
                </a:moveTo>
                <a:lnTo>
                  <a:pt x="8211" y="8357"/>
                </a:lnTo>
                <a:lnTo>
                  <a:pt x="7325" y="9364"/>
                </a:lnTo>
                <a:lnTo>
                  <a:pt x="7194" y="6644"/>
                </a:lnTo>
                <a:close/>
                <a:moveTo>
                  <a:pt x="11969" y="4806"/>
                </a:moveTo>
                <a:lnTo>
                  <a:pt x="11249" y="5027"/>
                </a:lnTo>
                <a:lnTo>
                  <a:pt x="12891" y="3154"/>
                </a:lnTo>
                <a:lnTo>
                  <a:pt x="11969" y="4806"/>
                </a:lnTo>
                <a:close/>
              </a:path>
            </a:pathLst>
          </a:custGeom>
          <a:solidFill>
            <a:schemeClr val="tx1">
              <a:lumMod val="75000"/>
              <a:lumOff val="25000"/>
            </a:schemeClr>
          </a:solidFill>
          <a:ln w="12700">
            <a:solidFill>
              <a:schemeClr val="accent2"/>
            </a:solidFill>
          </a:ln>
          <a:effectLst/>
        </p:spPr>
        <p:txBody>
          <a:bodyPr wrap="none" anchor="ctr"/>
          <a:lstStyle/>
          <a:p>
            <a:endParaRPr lang="en-US" dirty="0">
              <a:latin typeface="微软雅黑 Light" panose="020B0502040204020203" pitchFamily="34" charset="-122"/>
              <a:sym typeface="Exo 2 Light" panose="00000400000000000000" pitchFamily="50" charset="0"/>
            </a:endParaRPr>
          </a:p>
        </p:txBody>
      </p:sp>
      <p:sp>
        <p:nvSpPr>
          <p:cNvPr id="7" name="TextBox 26">
            <a:extLst>
              <a:ext uri="{FF2B5EF4-FFF2-40B4-BE49-F238E27FC236}">
                <a16:creationId xmlns:a16="http://schemas.microsoft.com/office/drawing/2014/main" id="{7D80F13B-F800-4F65-9D06-0B1624B47232}"/>
              </a:ext>
            </a:extLst>
          </p:cNvPr>
          <p:cNvSpPr txBox="1"/>
          <p:nvPr userDrawn="1"/>
        </p:nvSpPr>
        <p:spPr>
          <a:xfrm>
            <a:off x="10075487" y="217993"/>
            <a:ext cx="1035861" cy="469359"/>
          </a:xfrm>
          <a:prstGeom prst="rect">
            <a:avLst/>
          </a:prstGeom>
          <a:noFill/>
        </p:spPr>
        <p:txBody>
          <a:bodyPr wrap="none" rtlCol="0">
            <a:spAutoFit/>
          </a:bodyPr>
          <a:lstStyle/>
          <a:p>
            <a:pPr algn="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Exo 2 Semi" charset="0"/>
              </a:rPr>
              <a:t>交换机</a:t>
            </a:r>
            <a:endParaRPr 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Exo 2 Semi" charset="0"/>
            </a:endParaRPr>
          </a:p>
          <a:p>
            <a:pPr algn="r"/>
            <a:r>
              <a:rPr lang="en-US" altLang="zh-CN" sz="1050" i="1" spc="600" dirty="0">
                <a:solidFill>
                  <a:schemeClr val="tx1">
                    <a:lumMod val="75000"/>
                    <a:lumOff val="25000"/>
                  </a:schemeClr>
                </a:solidFill>
                <a:latin typeface="微软雅黑 Light" panose="020B0502040204020203" pitchFamily="34" charset="-122"/>
                <a:ea typeface="Exo 2 Thin" charset="0"/>
                <a:cs typeface="Exo 2 Thin" charset="0"/>
                <a:sym typeface="Exo 2 Light" panose="00000400000000000000" pitchFamily="50" charset="0"/>
              </a:rPr>
              <a:t>Switch</a:t>
            </a:r>
            <a:endParaRPr lang="en-US" sz="1050" i="1" spc="600" dirty="0">
              <a:solidFill>
                <a:schemeClr val="tx1">
                  <a:lumMod val="75000"/>
                  <a:lumOff val="25000"/>
                </a:schemeClr>
              </a:solidFill>
              <a:latin typeface="微软雅黑 Light" panose="020B0502040204020203" pitchFamily="34" charset="-122"/>
              <a:ea typeface="Exo 2 Thin" charset="0"/>
              <a:cs typeface="Exo 2 Thin" charset="0"/>
              <a:sym typeface="Exo 2 Light" panose="00000400000000000000" pitchFamily="50" charset="0"/>
            </a:endParaRPr>
          </a:p>
        </p:txBody>
      </p:sp>
      <p:grpSp>
        <p:nvGrpSpPr>
          <p:cNvPr id="2" name="组合 1">
            <a:extLst>
              <a:ext uri="{FF2B5EF4-FFF2-40B4-BE49-F238E27FC236}">
                <a16:creationId xmlns:a16="http://schemas.microsoft.com/office/drawing/2014/main" id="{291D3506-0292-4815-9AC2-FC57A8708B5E}"/>
              </a:ext>
            </a:extLst>
          </p:cNvPr>
          <p:cNvGrpSpPr/>
          <p:nvPr userDrawn="1"/>
        </p:nvGrpSpPr>
        <p:grpSpPr>
          <a:xfrm>
            <a:off x="0" y="0"/>
            <a:ext cx="7711084" cy="941457"/>
            <a:chOff x="-14417" y="-36940"/>
            <a:chExt cx="7711084" cy="941457"/>
          </a:xfrm>
        </p:grpSpPr>
        <p:sp>
          <p:nvSpPr>
            <p:cNvPr id="11" name="椭圆 10">
              <a:extLst>
                <a:ext uri="{FF2B5EF4-FFF2-40B4-BE49-F238E27FC236}">
                  <a16:creationId xmlns:a16="http://schemas.microsoft.com/office/drawing/2014/main" id="{1E70C58A-5A85-4832-B6D7-16830C470707}"/>
                </a:ext>
              </a:extLst>
            </p:cNvPr>
            <p:cNvSpPr/>
            <p:nvPr/>
          </p:nvSpPr>
          <p:spPr>
            <a:xfrm rot="374285">
              <a:off x="6100494" y="535640"/>
              <a:ext cx="95082" cy="90944"/>
            </a:xfrm>
            <a:prstGeom prst="ellipse">
              <a:avLst/>
            </a:prstGeom>
            <a:solidFill>
              <a:schemeClr val="accent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12" name="椭圆 11">
              <a:extLst>
                <a:ext uri="{FF2B5EF4-FFF2-40B4-BE49-F238E27FC236}">
                  <a16:creationId xmlns:a16="http://schemas.microsoft.com/office/drawing/2014/main" id="{DC82F87F-1BF8-46C1-A5E3-DA3CF824850F}"/>
                </a:ext>
              </a:extLst>
            </p:cNvPr>
            <p:cNvSpPr/>
            <p:nvPr/>
          </p:nvSpPr>
          <p:spPr>
            <a:xfrm rot="374285">
              <a:off x="5448352" y="699694"/>
              <a:ext cx="132525" cy="12675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13" name="椭圆 12">
              <a:extLst>
                <a:ext uri="{FF2B5EF4-FFF2-40B4-BE49-F238E27FC236}">
                  <a16:creationId xmlns:a16="http://schemas.microsoft.com/office/drawing/2014/main" id="{614CD21A-C39D-4795-83CD-774FD349585D}"/>
                </a:ext>
              </a:extLst>
            </p:cNvPr>
            <p:cNvSpPr/>
            <p:nvPr/>
          </p:nvSpPr>
          <p:spPr>
            <a:xfrm rot="374285">
              <a:off x="3572722" y="604289"/>
              <a:ext cx="115820" cy="11077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14" name="椭圆 13">
              <a:extLst>
                <a:ext uri="{FF2B5EF4-FFF2-40B4-BE49-F238E27FC236}">
                  <a16:creationId xmlns:a16="http://schemas.microsoft.com/office/drawing/2014/main" id="{EB2837F6-1D7D-46DA-8111-809E9C8B0A67}"/>
                </a:ext>
              </a:extLst>
            </p:cNvPr>
            <p:cNvSpPr/>
            <p:nvPr/>
          </p:nvSpPr>
          <p:spPr>
            <a:xfrm rot="374285">
              <a:off x="2820174" y="763680"/>
              <a:ext cx="132525" cy="12675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15" name="椭圆 14">
              <a:extLst>
                <a:ext uri="{FF2B5EF4-FFF2-40B4-BE49-F238E27FC236}">
                  <a16:creationId xmlns:a16="http://schemas.microsoft.com/office/drawing/2014/main" id="{01AB2BC1-E267-4710-B496-D53DA744DE30}"/>
                </a:ext>
              </a:extLst>
            </p:cNvPr>
            <p:cNvSpPr/>
            <p:nvPr/>
          </p:nvSpPr>
          <p:spPr>
            <a:xfrm rot="374285">
              <a:off x="3117822" y="315295"/>
              <a:ext cx="95082" cy="90944"/>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16" name="椭圆 15">
              <a:extLst>
                <a:ext uri="{FF2B5EF4-FFF2-40B4-BE49-F238E27FC236}">
                  <a16:creationId xmlns:a16="http://schemas.microsoft.com/office/drawing/2014/main" id="{6E02D594-6540-4CD5-9CDE-9001117B20E9}"/>
                </a:ext>
              </a:extLst>
            </p:cNvPr>
            <p:cNvSpPr/>
            <p:nvPr/>
          </p:nvSpPr>
          <p:spPr>
            <a:xfrm rot="374285">
              <a:off x="2354876" y="555089"/>
              <a:ext cx="95082" cy="90944"/>
            </a:xfrm>
            <a:prstGeom prst="ellipse">
              <a:avLst/>
            </a:prstGeom>
            <a:solidFill>
              <a:schemeClr val="accent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17" name="椭圆 16">
              <a:extLst>
                <a:ext uri="{FF2B5EF4-FFF2-40B4-BE49-F238E27FC236}">
                  <a16:creationId xmlns:a16="http://schemas.microsoft.com/office/drawing/2014/main" id="{D7450177-3DC4-4063-9A91-85BDBC7A780E}"/>
                </a:ext>
              </a:extLst>
            </p:cNvPr>
            <p:cNvSpPr/>
            <p:nvPr/>
          </p:nvSpPr>
          <p:spPr>
            <a:xfrm rot="374285">
              <a:off x="1154955" y="777760"/>
              <a:ext cx="132525" cy="12675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18" name="椭圆 17">
              <a:extLst>
                <a:ext uri="{FF2B5EF4-FFF2-40B4-BE49-F238E27FC236}">
                  <a16:creationId xmlns:a16="http://schemas.microsoft.com/office/drawing/2014/main" id="{CB691F92-4285-438C-8B71-569CDBA913BC}"/>
                </a:ext>
              </a:extLst>
            </p:cNvPr>
            <p:cNvSpPr/>
            <p:nvPr/>
          </p:nvSpPr>
          <p:spPr>
            <a:xfrm rot="374285">
              <a:off x="230848" y="707083"/>
              <a:ext cx="92438" cy="88415"/>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19" name="椭圆 18">
              <a:extLst>
                <a:ext uri="{FF2B5EF4-FFF2-40B4-BE49-F238E27FC236}">
                  <a16:creationId xmlns:a16="http://schemas.microsoft.com/office/drawing/2014/main" id="{07D649CF-34AF-43C0-80EE-504F388BEB1A}"/>
                </a:ext>
              </a:extLst>
            </p:cNvPr>
            <p:cNvSpPr/>
            <p:nvPr/>
          </p:nvSpPr>
          <p:spPr>
            <a:xfrm rot="374285">
              <a:off x="460358" y="447685"/>
              <a:ext cx="132525" cy="126757"/>
            </a:xfrm>
            <a:prstGeom prst="ellipse">
              <a:avLst/>
            </a:prstGeom>
            <a:solidFill>
              <a:schemeClr val="accent2">
                <a:lumMod val="40000"/>
                <a:lumOff val="60000"/>
                <a:alpha val="5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20" name="椭圆 19">
              <a:extLst>
                <a:ext uri="{FF2B5EF4-FFF2-40B4-BE49-F238E27FC236}">
                  <a16:creationId xmlns:a16="http://schemas.microsoft.com/office/drawing/2014/main" id="{6C3BC982-0A71-4DAD-AC1C-2DEA049913C3}"/>
                </a:ext>
              </a:extLst>
            </p:cNvPr>
            <p:cNvSpPr/>
            <p:nvPr/>
          </p:nvSpPr>
          <p:spPr>
            <a:xfrm rot="374285">
              <a:off x="1381001" y="389323"/>
              <a:ext cx="132525" cy="126757"/>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21" name="椭圆 20">
              <a:extLst>
                <a:ext uri="{FF2B5EF4-FFF2-40B4-BE49-F238E27FC236}">
                  <a16:creationId xmlns:a16="http://schemas.microsoft.com/office/drawing/2014/main" id="{177E03B8-1E2B-4537-A018-26391B9575C4}"/>
                </a:ext>
              </a:extLst>
            </p:cNvPr>
            <p:cNvSpPr/>
            <p:nvPr/>
          </p:nvSpPr>
          <p:spPr>
            <a:xfrm rot="374285">
              <a:off x="4997785" y="730304"/>
              <a:ext cx="132220" cy="126465"/>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22" name="椭圆 21">
              <a:extLst>
                <a:ext uri="{FF2B5EF4-FFF2-40B4-BE49-F238E27FC236}">
                  <a16:creationId xmlns:a16="http://schemas.microsoft.com/office/drawing/2014/main" id="{1592E938-A3ED-44EC-93E9-1785BE2E4EDD}"/>
                </a:ext>
              </a:extLst>
            </p:cNvPr>
            <p:cNvSpPr/>
            <p:nvPr/>
          </p:nvSpPr>
          <p:spPr>
            <a:xfrm rot="374285">
              <a:off x="6753757" y="-36940"/>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23" name="椭圆 22">
              <a:extLst>
                <a:ext uri="{FF2B5EF4-FFF2-40B4-BE49-F238E27FC236}">
                  <a16:creationId xmlns:a16="http://schemas.microsoft.com/office/drawing/2014/main" id="{CDCEBC96-4EF5-41F1-9446-466FFB5DC9CD}"/>
                </a:ext>
              </a:extLst>
            </p:cNvPr>
            <p:cNvSpPr/>
            <p:nvPr/>
          </p:nvSpPr>
          <p:spPr>
            <a:xfrm rot="374285">
              <a:off x="5282589" y="230150"/>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24" name="椭圆 23">
              <a:extLst>
                <a:ext uri="{FF2B5EF4-FFF2-40B4-BE49-F238E27FC236}">
                  <a16:creationId xmlns:a16="http://schemas.microsoft.com/office/drawing/2014/main" id="{B0785AE5-CD30-41AA-ACB0-765EB9154018}"/>
                </a:ext>
              </a:extLst>
            </p:cNvPr>
            <p:cNvSpPr/>
            <p:nvPr/>
          </p:nvSpPr>
          <p:spPr>
            <a:xfrm rot="374285">
              <a:off x="2154598" y="204617"/>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25" name="椭圆 24">
              <a:extLst>
                <a:ext uri="{FF2B5EF4-FFF2-40B4-BE49-F238E27FC236}">
                  <a16:creationId xmlns:a16="http://schemas.microsoft.com/office/drawing/2014/main" id="{4F9C78BD-7254-43D0-B63D-81A0C10A2BC2}"/>
                </a:ext>
              </a:extLst>
            </p:cNvPr>
            <p:cNvSpPr/>
            <p:nvPr/>
          </p:nvSpPr>
          <p:spPr>
            <a:xfrm rot="374285">
              <a:off x="911533" y="118983"/>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26" name="椭圆 25">
              <a:extLst>
                <a:ext uri="{FF2B5EF4-FFF2-40B4-BE49-F238E27FC236}">
                  <a16:creationId xmlns:a16="http://schemas.microsoft.com/office/drawing/2014/main" id="{200D9AED-3611-4A19-A09B-53C3B2A2818F}"/>
                </a:ext>
              </a:extLst>
            </p:cNvPr>
            <p:cNvSpPr/>
            <p:nvPr/>
          </p:nvSpPr>
          <p:spPr>
            <a:xfrm rot="374285">
              <a:off x="3816520" y="284247"/>
              <a:ext cx="107744" cy="103054"/>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27" name="椭圆 26">
              <a:extLst>
                <a:ext uri="{FF2B5EF4-FFF2-40B4-BE49-F238E27FC236}">
                  <a16:creationId xmlns:a16="http://schemas.microsoft.com/office/drawing/2014/main" id="{A6F858B9-2052-4F86-BC88-E78AD36ED096}"/>
                </a:ext>
              </a:extLst>
            </p:cNvPr>
            <p:cNvSpPr/>
            <p:nvPr/>
          </p:nvSpPr>
          <p:spPr>
            <a:xfrm rot="374285">
              <a:off x="4415537" y="495109"/>
              <a:ext cx="102912" cy="98432"/>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28" name="椭圆 27">
              <a:extLst>
                <a:ext uri="{FF2B5EF4-FFF2-40B4-BE49-F238E27FC236}">
                  <a16:creationId xmlns:a16="http://schemas.microsoft.com/office/drawing/2014/main" id="{6BCFA25F-2B9D-4F6E-B38B-19F53F45D1CF}"/>
                </a:ext>
              </a:extLst>
            </p:cNvPr>
            <p:cNvSpPr/>
            <p:nvPr/>
          </p:nvSpPr>
          <p:spPr>
            <a:xfrm rot="374285">
              <a:off x="7272713" y="207833"/>
              <a:ext cx="132525" cy="126757"/>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cxnSp>
          <p:nvCxnSpPr>
            <p:cNvPr id="29" name="直接连接符 28">
              <a:extLst>
                <a:ext uri="{FF2B5EF4-FFF2-40B4-BE49-F238E27FC236}">
                  <a16:creationId xmlns:a16="http://schemas.microsoft.com/office/drawing/2014/main" id="{EF57988D-049C-4D78-A536-99EC4D0BAB04}"/>
                </a:ext>
              </a:extLst>
            </p:cNvPr>
            <p:cNvCxnSpPr>
              <a:cxnSpLocks/>
              <a:stCxn id="11" idx="6"/>
              <a:endCxn id="28" idx="2"/>
            </p:cNvCxnSpPr>
            <p:nvPr/>
          </p:nvCxnSpPr>
          <p:spPr>
            <a:xfrm rot="10800000" flipH="1">
              <a:off x="6195295" y="264325"/>
              <a:ext cx="1077810" cy="32172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7F3D42FA-2034-4BBA-AFD3-B3C0A5A65D39}"/>
                </a:ext>
              </a:extLst>
            </p:cNvPr>
            <p:cNvCxnSpPr>
              <a:cxnSpLocks/>
              <a:stCxn id="11" idx="2"/>
              <a:endCxn id="12" idx="6"/>
            </p:cNvCxnSpPr>
            <p:nvPr/>
          </p:nvCxnSpPr>
          <p:spPr>
            <a:xfrm rot="10800000" flipV="1">
              <a:off x="5580485" y="576170"/>
              <a:ext cx="520291" cy="19378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0B24ED17-C590-4CB2-B1A4-6D7EC6DCA772}"/>
                </a:ext>
              </a:extLst>
            </p:cNvPr>
            <p:cNvCxnSpPr>
              <a:cxnSpLocks/>
              <a:stCxn id="22" idx="3"/>
              <a:endCxn id="11" idx="0"/>
            </p:cNvCxnSpPr>
            <p:nvPr/>
          </p:nvCxnSpPr>
          <p:spPr>
            <a:xfrm flipH="1">
              <a:off x="6152976" y="33463"/>
              <a:ext cx="610924" cy="50244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99834F15-9349-468B-B5E5-8659E935A5A2}"/>
                </a:ext>
              </a:extLst>
            </p:cNvPr>
            <p:cNvCxnSpPr>
              <a:cxnSpLocks/>
              <a:stCxn id="19" idx="5"/>
              <a:endCxn id="17" idx="1"/>
            </p:cNvCxnSpPr>
            <p:nvPr/>
          </p:nvCxnSpPr>
          <p:spPr>
            <a:xfrm rot="10800000" flipH="1" flipV="1">
              <a:off x="568107" y="560483"/>
              <a:ext cx="611625" cy="23123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A336D1BB-3A65-4649-9B52-09502722C357}"/>
                </a:ext>
              </a:extLst>
            </p:cNvPr>
            <p:cNvCxnSpPr>
              <a:cxnSpLocks/>
              <a:stCxn id="17" idx="3"/>
              <a:endCxn id="18" idx="4"/>
            </p:cNvCxnSpPr>
            <p:nvPr/>
          </p:nvCxnSpPr>
          <p:spPr>
            <a:xfrm rot="10800000">
              <a:off x="272045" y="795236"/>
              <a:ext cx="897505" cy="855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830AE0D1-FDFD-46A6-829E-66306B877083}"/>
                </a:ext>
              </a:extLst>
            </p:cNvPr>
            <p:cNvCxnSpPr>
              <a:cxnSpLocks/>
              <a:stCxn id="20" idx="4"/>
              <a:endCxn id="17" idx="7"/>
            </p:cNvCxnSpPr>
            <p:nvPr/>
          </p:nvCxnSpPr>
          <p:spPr>
            <a:xfrm rot="10800000" flipV="1">
              <a:off x="1272886" y="515705"/>
              <a:ext cx="167178" cy="2857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6AA5C445-D90A-4189-A07F-D15BA880046F}"/>
                </a:ext>
              </a:extLst>
            </p:cNvPr>
            <p:cNvCxnSpPr>
              <a:cxnSpLocks/>
              <a:stCxn id="23" idx="4"/>
              <a:endCxn id="12" idx="0"/>
            </p:cNvCxnSpPr>
            <p:nvPr/>
          </p:nvCxnSpPr>
          <p:spPr>
            <a:xfrm rot="10800000" flipH="1" flipV="1">
              <a:off x="5323023" y="316672"/>
              <a:ext cx="198791" cy="38339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30F8A100-95DF-45C4-A02E-0C8C46B4314C}"/>
                </a:ext>
              </a:extLst>
            </p:cNvPr>
            <p:cNvCxnSpPr>
              <a:cxnSpLocks/>
              <a:stCxn id="26" idx="6"/>
              <a:endCxn id="27" idx="1"/>
            </p:cNvCxnSpPr>
            <p:nvPr/>
          </p:nvCxnSpPr>
          <p:spPr>
            <a:xfrm rot="10800000" flipH="1" flipV="1">
              <a:off x="3923944" y="341373"/>
              <a:ext cx="510832" cy="16457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DDDDB52B-FF38-4869-8A0D-494CE5550BDB}"/>
                </a:ext>
              </a:extLst>
            </p:cNvPr>
            <p:cNvCxnSpPr>
              <a:cxnSpLocks/>
              <a:stCxn id="16" idx="7"/>
              <a:endCxn id="15" idx="2"/>
            </p:cNvCxnSpPr>
            <p:nvPr/>
          </p:nvCxnSpPr>
          <p:spPr>
            <a:xfrm rot="10800000" flipH="1">
              <a:off x="2439488" y="355825"/>
              <a:ext cx="678616" cy="21626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37">
              <a:extLst>
                <a:ext uri="{FF2B5EF4-FFF2-40B4-BE49-F238E27FC236}">
                  <a16:creationId xmlns:a16="http://schemas.microsoft.com/office/drawing/2014/main" id="{F63548ED-507F-4F3D-836C-81039DF3B1E7}"/>
                </a:ext>
              </a:extLst>
            </p:cNvPr>
            <p:cNvCxnSpPr>
              <a:cxnSpLocks/>
              <a:stCxn id="17" idx="6"/>
              <a:endCxn id="16" idx="3"/>
            </p:cNvCxnSpPr>
            <p:nvPr/>
          </p:nvCxnSpPr>
          <p:spPr>
            <a:xfrm rot="10800000" flipH="1">
              <a:off x="1287088" y="629030"/>
              <a:ext cx="1078260" cy="21899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719E4C08-CB97-4EC4-A528-10913EA80E69}"/>
                </a:ext>
              </a:extLst>
            </p:cNvPr>
            <p:cNvCxnSpPr>
              <a:cxnSpLocks/>
              <a:stCxn id="23" idx="6"/>
              <a:endCxn id="11" idx="1"/>
            </p:cNvCxnSpPr>
            <p:nvPr/>
          </p:nvCxnSpPr>
          <p:spPr>
            <a:xfrm rot="10800000" flipH="1" flipV="1">
              <a:off x="5373048" y="278254"/>
              <a:ext cx="745223" cy="26740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F1511854-D175-4227-8D60-EBAF0717F6DD}"/>
                </a:ext>
              </a:extLst>
            </p:cNvPr>
            <p:cNvCxnSpPr>
              <a:cxnSpLocks/>
              <a:stCxn id="23" idx="3"/>
              <a:endCxn id="21" idx="0"/>
            </p:cNvCxnSpPr>
            <p:nvPr/>
          </p:nvCxnSpPr>
          <p:spPr>
            <a:xfrm rot="10800000" flipV="1">
              <a:off x="5071079" y="300704"/>
              <a:ext cx="221502" cy="42997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1" name="直接连接符 40">
              <a:extLst>
                <a:ext uri="{FF2B5EF4-FFF2-40B4-BE49-F238E27FC236}">
                  <a16:creationId xmlns:a16="http://schemas.microsoft.com/office/drawing/2014/main" id="{176E4B19-9F97-4F83-AA6D-5A8CBE468573}"/>
                </a:ext>
              </a:extLst>
            </p:cNvPr>
            <p:cNvCxnSpPr>
              <a:cxnSpLocks/>
              <a:stCxn id="13" idx="3"/>
              <a:endCxn id="14" idx="6"/>
            </p:cNvCxnSpPr>
            <p:nvPr/>
          </p:nvCxnSpPr>
          <p:spPr>
            <a:xfrm rot="10800000" flipV="1">
              <a:off x="2952307" y="694356"/>
              <a:ext cx="633169" cy="13959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2" name="直接连接符 41">
              <a:extLst>
                <a:ext uri="{FF2B5EF4-FFF2-40B4-BE49-F238E27FC236}">
                  <a16:creationId xmlns:a16="http://schemas.microsoft.com/office/drawing/2014/main" id="{57A9D0DD-9F1B-4A1A-B7F1-B6E664603E79}"/>
                </a:ext>
              </a:extLst>
            </p:cNvPr>
            <p:cNvCxnSpPr>
              <a:cxnSpLocks/>
              <a:stCxn id="15" idx="4"/>
              <a:endCxn id="14" idx="7"/>
            </p:cNvCxnSpPr>
            <p:nvPr/>
          </p:nvCxnSpPr>
          <p:spPr>
            <a:xfrm rot="10800000" flipV="1">
              <a:off x="2938105" y="405969"/>
              <a:ext cx="222092" cy="38141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7C284FBF-DF36-40EF-86F6-16AC04A270E2}"/>
                </a:ext>
              </a:extLst>
            </p:cNvPr>
            <p:cNvCxnSpPr>
              <a:cxnSpLocks/>
              <a:stCxn id="16" idx="5"/>
              <a:endCxn id="14" idx="2"/>
            </p:cNvCxnSpPr>
            <p:nvPr/>
          </p:nvCxnSpPr>
          <p:spPr>
            <a:xfrm rot="10800000" flipH="1" flipV="1">
              <a:off x="2432182" y="636017"/>
              <a:ext cx="388385" cy="18415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1383EE05-8E61-4A85-A91D-D1417FCC1D5F}"/>
                </a:ext>
              </a:extLst>
            </p:cNvPr>
            <p:cNvCxnSpPr>
              <a:cxnSpLocks/>
              <a:stCxn id="20" idx="6"/>
              <a:endCxn id="16" idx="1"/>
            </p:cNvCxnSpPr>
            <p:nvPr/>
          </p:nvCxnSpPr>
          <p:spPr>
            <a:xfrm rot="10800000" flipH="1" flipV="1">
              <a:off x="1513134" y="459588"/>
              <a:ext cx="859519" cy="1055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88A049FF-C96C-460A-B2CD-FFC3F6D73658}"/>
                </a:ext>
              </a:extLst>
            </p:cNvPr>
            <p:cNvCxnSpPr>
              <a:cxnSpLocks/>
              <a:stCxn id="24" idx="2"/>
              <a:endCxn id="20" idx="7"/>
            </p:cNvCxnSpPr>
            <p:nvPr/>
          </p:nvCxnSpPr>
          <p:spPr>
            <a:xfrm rot="10800000" flipV="1">
              <a:off x="1498932" y="243291"/>
              <a:ext cx="655935" cy="16973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706D5248-8E0C-47C8-A71F-38D641918AF8}"/>
                </a:ext>
              </a:extLst>
            </p:cNvPr>
            <p:cNvCxnSpPr>
              <a:cxnSpLocks/>
              <a:stCxn id="23" idx="2"/>
              <a:endCxn id="27" idx="7"/>
            </p:cNvCxnSpPr>
            <p:nvPr/>
          </p:nvCxnSpPr>
          <p:spPr>
            <a:xfrm rot="10800000" flipV="1">
              <a:off x="4507115" y="268825"/>
              <a:ext cx="775742" cy="2446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ADAE38AF-A576-42C8-8850-5F9F0F06D3FA}"/>
                </a:ext>
              </a:extLst>
            </p:cNvPr>
            <p:cNvCxnSpPr>
              <a:cxnSpLocks/>
              <a:stCxn id="22" idx="2"/>
              <a:endCxn id="23" idx="7"/>
            </p:cNvCxnSpPr>
            <p:nvPr/>
          </p:nvCxnSpPr>
          <p:spPr>
            <a:xfrm flipH="1">
              <a:off x="5363173" y="1520"/>
              <a:ext cx="1390853" cy="24500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a16="http://schemas.microsoft.com/office/drawing/2014/main" id="{6B8FE99F-F5FC-4420-B37A-75F109AE28D7}"/>
                </a:ext>
              </a:extLst>
            </p:cNvPr>
            <p:cNvCxnSpPr>
              <a:cxnSpLocks/>
              <a:stCxn id="27" idx="5"/>
              <a:endCxn id="21" idx="2"/>
            </p:cNvCxnSpPr>
            <p:nvPr/>
          </p:nvCxnSpPr>
          <p:spPr>
            <a:xfrm rot="10800000" flipH="1" flipV="1">
              <a:off x="4499208" y="582701"/>
              <a:ext cx="498968" cy="20396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75EA1E4D-310E-4749-B60D-9B05C967D9B0}"/>
                </a:ext>
              </a:extLst>
            </p:cNvPr>
            <p:cNvCxnSpPr>
              <a:cxnSpLocks/>
              <a:stCxn id="24" idx="5"/>
              <a:endCxn id="16" idx="0"/>
            </p:cNvCxnSpPr>
            <p:nvPr/>
          </p:nvCxnSpPr>
          <p:spPr>
            <a:xfrm rot="10800000" flipH="1" flipV="1">
              <a:off x="2228363" y="281838"/>
              <a:ext cx="179221" cy="27352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4F1EBD42-7758-4DD4-B8E1-8C41CBFEDC0F}"/>
                </a:ext>
              </a:extLst>
            </p:cNvPr>
            <p:cNvCxnSpPr>
              <a:cxnSpLocks/>
            </p:cNvCxnSpPr>
            <p:nvPr/>
          </p:nvCxnSpPr>
          <p:spPr>
            <a:xfrm>
              <a:off x="2938105" y="-6871"/>
              <a:ext cx="205887" cy="32959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1" name="直接连接符 50">
              <a:extLst>
                <a:ext uri="{FF2B5EF4-FFF2-40B4-BE49-F238E27FC236}">
                  <a16:creationId xmlns:a16="http://schemas.microsoft.com/office/drawing/2014/main" id="{FDB5DFAE-307D-4F16-BF3B-C5F160B3D503}"/>
                </a:ext>
              </a:extLst>
            </p:cNvPr>
            <p:cNvCxnSpPr>
              <a:cxnSpLocks/>
            </p:cNvCxnSpPr>
            <p:nvPr/>
          </p:nvCxnSpPr>
          <p:spPr>
            <a:xfrm>
              <a:off x="9952" y="0"/>
              <a:ext cx="499185" cy="45842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518921FA-0CC5-4DF5-B3EC-CB661C7EB6BB}"/>
                </a:ext>
              </a:extLst>
            </p:cNvPr>
            <p:cNvCxnSpPr>
              <a:cxnSpLocks/>
              <a:stCxn id="13" idx="6"/>
              <a:endCxn id="27" idx="3"/>
            </p:cNvCxnSpPr>
            <p:nvPr/>
          </p:nvCxnSpPr>
          <p:spPr>
            <a:xfrm rot="10800000" flipH="1">
              <a:off x="3688198" y="575139"/>
              <a:ext cx="738672" cy="9055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295C4407-68F4-456A-A554-50261B51366A}"/>
                </a:ext>
              </a:extLst>
            </p:cNvPr>
            <p:cNvCxnSpPr>
              <a:cxnSpLocks/>
              <a:stCxn id="13" idx="0"/>
              <a:endCxn id="26" idx="3"/>
            </p:cNvCxnSpPr>
            <p:nvPr/>
          </p:nvCxnSpPr>
          <p:spPr>
            <a:xfrm rot="10800000" flipH="1">
              <a:off x="3636924" y="368034"/>
              <a:ext cx="191461" cy="2365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892379BE-F813-4A7D-8340-42365B6A55DA}"/>
                </a:ext>
              </a:extLst>
            </p:cNvPr>
            <p:cNvCxnSpPr>
              <a:cxnSpLocks/>
              <a:stCxn id="13" idx="1"/>
              <a:endCxn id="15" idx="5"/>
            </p:cNvCxnSpPr>
            <p:nvPr/>
          </p:nvCxnSpPr>
          <p:spPr>
            <a:xfrm rot="10800000">
              <a:off x="3195128" y="396223"/>
              <a:ext cx="399247" cy="22026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 name="直接连接符 54">
              <a:extLst>
                <a:ext uri="{FF2B5EF4-FFF2-40B4-BE49-F238E27FC236}">
                  <a16:creationId xmlns:a16="http://schemas.microsoft.com/office/drawing/2014/main" id="{8C25CA83-739A-45BB-9832-DEE30BADFDB4}"/>
                </a:ext>
              </a:extLst>
            </p:cNvPr>
            <p:cNvCxnSpPr>
              <a:cxnSpLocks/>
              <a:endCxn id="15" idx="7"/>
            </p:cNvCxnSpPr>
            <p:nvPr/>
          </p:nvCxnSpPr>
          <p:spPr>
            <a:xfrm rot="10800000" flipV="1">
              <a:off x="3202434" y="312775"/>
              <a:ext cx="635159" cy="1952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 name="直接连接符 55">
              <a:extLst>
                <a:ext uri="{FF2B5EF4-FFF2-40B4-BE49-F238E27FC236}">
                  <a16:creationId xmlns:a16="http://schemas.microsoft.com/office/drawing/2014/main" id="{3E807B79-5434-4949-8936-50FCA93E0E43}"/>
                </a:ext>
              </a:extLst>
            </p:cNvPr>
            <p:cNvCxnSpPr>
              <a:cxnSpLocks/>
              <a:stCxn id="26" idx="7"/>
            </p:cNvCxnSpPr>
            <p:nvPr/>
          </p:nvCxnSpPr>
          <p:spPr>
            <a:xfrm rot="10800000" flipH="1">
              <a:off x="3912398" y="-6870"/>
              <a:ext cx="456197" cy="3103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 name="直接连接符 56">
              <a:extLst>
                <a:ext uri="{FF2B5EF4-FFF2-40B4-BE49-F238E27FC236}">
                  <a16:creationId xmlns:a16="http://schemas.microsoft.com/office/drawing/2014/main" id="{2728192E-902E-423E-B8CF-43B2D5A20881}"/>
                </a:ext>
              </a:extLst>
            </p:cNvPr>
            <p:cNvCxnSpPr>
              <a:cxnSpLocks/>
              <a:endCxn id="26" idx="0"/>
            </p:cNvCxnSpPr>
            <p:nvPr/>
          </p:nvCxnSpPr>
          <p:spPr>
            <a:xfrm>
              <a:off x="3688198" y="-6871"/>
              <a:ext cx="187793" cy="29142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 name="直接连接符 57">
              <a:extLst>
                <a:ext uri="{FF2B5EF4-FFF2-40B4-BE49-F238E27FC236}">
                  <a16:creationId xmlns:a16="http://schemas.microsoft.com/office/drawing/2014/main" id="{16CB4E7A-44DB-4A64-93F2-BB06DBC99A07}"/>
                </a:ext>
              </a:extLst>
            </p:cNvPr>
            <p:cNvCxnSpPr>
              <a:cxnSpLocks/>
              <a:stCxn id="19" idx="7"/>
              <a:endCxn id="20" idx="2"/>
            </p:cNvCxnSpPr>
            <p:nvPr/>
          </p:nvCxnSpPr>
          <p:spPr>
            <a:xfrm rot="10800000" flipH="1">
              <a:off x="578289" y="445815"/>
              <a:ext cx="803104" cy="2556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 name="直接连接符 58">
              <a:extLst>
                <a:ext uri="{FF2B5EF4-FFF2-40B4-BE49-F238E27FC236}">
                  <a16:creationId xmlns:a16="http://schemas.microsoft.com/office/drawing/2014/main" id="{EDBE1156-FDC8-4DE2-B587-33F0C37EFB69}"/>
                </a:ext>
              </a:extLst>
            </p:cNvPr>
            <p:cNvCxnSpPr>
              <a:cxnSpLocks/>
              <a:stCxn id="19" idx="0"/>
              <a:endCxn id="25" idx="2"/>
            </p:cNvCxnSpPr>
            <p:nvPr/>
          </p:nvCxnSpPr>
          <p:spPr>
            <a:xfrm rot="10800000" flipH="1">
              <a:off x="533821" y="157658"/>
              <a:ext cx="377980" cy="29040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0" name="直接连接符 59">
              <a:extLst>
                <a:ext uri="{FF2B5EF4-FFF2-40B4-BE49-F238E27FC236}">
                  <a16:creationId xmlns:a16="http://schemas.microsoft.com/office/drawing/2014/main" id="{F0E83090-2481-476D-ACEF-A67D7B5914B7}"/>
                </a:ext>
              </a:extLst>
            </p:cNvPr>
            <p:cNvCxnSpPr>
              <a:cxnSpLocks/>
              <a:stCxn id="20" idx="1"/>
              <a:endCxn id="25" idx="6"/>
            </p:cNvCxnSpPr>
            <p:nvPr/>
          </p:nvCxnSpPr>
          <p:spPr>
            <a:xfrm rot="10800000">
              <a:off x="1001992" y="167087"/>
              <a:ext cx="403786" cy="23619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4B1DAAC1-BA9B-409D-970B-A5D12C8596EA}"/>
                </a:ext>
              </a:extLst>
            </p:cNvPr>
            <p:cNvCxnSpPr>
              <a:cxnSpLocks/>
              <a:stCxn id="16" idx="0"/>
            </p:cNvCxnSpPr>
            <p:nvPr/>
          </p:nvCxnSpPr>
          <p:spPr>
            <a:xfrm flipV="1">
              <a:off x="2407358" y="-6871"/>
              <a:ext cx="344155" cy="56222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2" name="直接连接符 61">
              <a:extLst>
                <a:ext uri="{FF2B5EF4-FFF2-40B4-BE49-F238E27FC236}">
                  <a16:creationId xmlns:a16="http://schemas.microsoft.com/office/drawing/2014/main" id="{27500C3F-46B3-4B5C-9EC2-A1949BC93DC9}"/>
                </a:ext>
              </a:extLst>
            </p:cNvPr>
            <p:cNvCxnSpPr>
              <a:cxnSpLocks/>
              <a:stCxn id="24" idx="0"/>
            </p:cNvCxnSpPr>
            <p:nvPr/>
          </p:nvCxnSpPr>
          <p:spPr>
            <a:xfrm flipH="1" flipV="1">
              <a:off x="2111433" y="-6871"/>
              <a:ext cx="93244" cy="2117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3" name="直接连接符 62">
              <a:extLst>
                <a:ext uri="{FF2B5EF4-FFF2-40B4-BE49-F238E27FC236}">
                  <a16:creationId xmlns:a16="http://schemas.microsoft.com/office/drawing/2014/main" id="{388F8415-9756-402F-BE52-8D940D473116}"/>
                </a:ext>
              </a:extLst>
            </p:cNvPr>
            <p:cNvCxnSpPr>
              <a:cxnSpLocks/>
              <a:stCxn id="18" idx="0"/>
              <a:endCxn id="19" idx="3"/>
            </p:cNvCxnSpPr>
            <p:nvPr/>
          </p:nvCxnSpPr>
          <p:spPr>
            <a:xfrm rot="10800000" flipH="1">
              <a:off x="282090" y="550744"/>
              <a:ext cx="192863" cy="15660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4" name="直接连接符 63">
              <a:extLst>
                <a:ext uri="{FF2B5EF4-FFF2-40B4-BE49-F238E27FC236}">
                  <a16:creationId xmlns:a16="http://schemas.microsoft.com/office/drawing/2014/main" id="{20BA3FF9-1E96-463A-BBE8-7EC376F780F2}"/>
                </a:ext>
              </a:extLst>
            </p:cNvPr>
            <p:cNvCxnSpPr>
              <a:cxnSpLocks/>
              <a:stCxn id="18" idx="3"/>
            </p:cNvCxnSpPr>
            <p:nvPr/>
          </p:nvCxnSpPr>
          <p:spPr>
            <a:xfrm flipH="1">
              <a:off x="-14417" y="778814"/>
              <a:ext cx="255599" cy="10200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5853B213-278D-402D-B8CB-B123C2391C51}"/>
                </a:ext>
              </a:extLst>
            </p:cNvPr>
            <p:cNvCxnSpPr>
              <a:cxnSpLocks/>
              <a:endCxn id="27" idx="0"/>
            </p:cNvCxnSpPr>
            <p:nvPr/>
          </p:nvCxnSpPr>
          <p:spPr>
            <a:xfrm rot="10800000" flipV="1">
              <a:off x="4472584" y="-6870"/>
              <a:ext cx="156304" cy="50227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6" name="直接连接符 65">
              <a:extLst>
                <a:ext uri="{FF2B5EF4-FFF2-40B4-BE49-F238E27FC236}">
                  <a16:creationId xmlns:a16="http://schemas.microsoft.com/office/drawing/2014/main" id="{7998B8E8-1748-4FD0-8836-FD7CD490892E}"/>
                </a:ext>
              </a:extLst>
            </p:cNvPr>
            <p:cNvCxnSpPr>
              <a:cxnSpLocks/>
              <a:stCxn id="12" idx="3"/>
              <a:endCxn id="21" idx="6"/>
            </p:cNvCxnSpPr>
            <p:nvPr/>
          </p:nvCxnSpPr>
          <p:spPr>
            <a:xfrm rot="10800000">
              <a:off x="5129614" y="800407"/>
              <a:ext cx="333332" cy="234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EDA45374-C937-4FE7-A5B2-17A39F48B82B}"/>
                </a:ext>
              </a:extLst>
            </p:cNvPr>
            <p:cNvCxnSpPr>
              <a:cxnSpLocks/>
              <a:endCxn id="28" idx="1"/>
            </p:cNvCxnSpPr>
            <p:nvPr/>
          </p:nvCxnSpPr>
          <p:spPr>
            <a:xfrm>
              <a:off x="7202978" y="0"/>
              <a:ext cx="94290" cy="22157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9" name="直接连接符 68">
              <a:extLst>
                <a:ext uri="{FF2B5EF4-FFF2-40B4-BE49-F238E27FC236}">
                  <a16:creationId xmlns:a16="http://schemas.microsoft.com/office/drawing/2014/main" id="{1B6B7628-4AF9-4E43-B218-328CB255493B}"/>
                </a:ext>
              </a:extLst>
            </p:cNvPr>
            <p:cNvCxnSpPr>
              <a:cxnSpLocks/>
              <a:stCxn id="23" idx="1"/>
            </p:cNvCxnSpPr>
            <p:nvPr userDrawn="1"/>
          </p:nvCxnSpPr>
          <p:spPr>
            <a:xfrm flipH="1" flipV="1">
              <a:off x="5136486" y="-6870"/>
              <a:ext cx="162914" cy="246424"/>
            </a:xfrm>
            <a:prstGeom prst="line">
              <a:avLst/>
            </a:prstGeom>
            <a:ln/>
          </p:spPr>
          <p:style>
            <a:lnRef idx="1">
              <a:schemeClr val="accent3"/>
            </a:lnRef>
            <a:fillRef idx="0">
              <a:schemeClr val="accent3"/>
            </a:fillRef>
            <a:effectRef idx="0">
              <a:schemeClr val="accent3"/>
            </a:effectRef>
            <a:fontRef idx="minor">
              <a:schemeClr val="tx1"/>
            </a:fontRef>
          </p:style>
        </p:cxnSp>
        <p:cxnSp>
          <p:nvCxnSpPr>
            <p:cNvPr id="72" name="直接连接符 71">
              <a:extLst>
                <a:ext uri="{FF2B5EF4-FFF2-40B4-BE49-F238E27FC236}">
                  <a16:creationId xmlns:a16="http://schemas.microsoft.com/office/drawing/2014/main" id="{14CAEE0F-D202-4D7A-AAC0-A5409DD85BF2}"/>
                </a:ext>
              </a:extLst>
            </p:cNvPr>
            <p:cNvCxnSpPr>
              <a:cxnSpLocks/>
              <a:stCxn id="25" idx="0"/>
            </p:cNvCxnSpPr>
            <p:nvPr userDrawn="1"/>
          </p:nvCxnSpPr>
          <p:spPr>
            <a:xfrm flipV="1">
              <a:off x="961612" y="0"/>
              <a:ext cx="311274" cy="119240"/>
            </a:xfrm>
            <a:prstGeom prst="line">
              <a:avLst/>
            </a:prstGeom>
            <a:ln/>
          </p:spPr>
          <p:style>
            <a:lnRef idx="1">
              <a:schemeClr val="accent3"/>
            </a:lnRef>
            <a:fillRef idx="0">
              <a:schemeClr val="accent3"/>
            </a:fillRef>
            <a:effectRef idx="0">
              <a:schemeClr val="accent3"/>
            </a:effectRef>
            <a:fontRef idx="minor">
              <a:schemeClr val="tx1"/>
            </a:fontRef>
          </p:style>
        </p:cxnSp>
        <p:cxnSp>
          <p:nvCxnSpPr>
            <p:cNvPr id="80" name="直接连接符 79">
              <a:extLst>
                <a:ext uri="{FF2B5EF4-FFF2-40B4-BE49-F238E27FC236}">
                  <a16:creationId xmlns:a16="http://schemas.microsoft.com/office/drawing/2014/main" id="{028D3624-D8D9-4963-B1CD-9EB136A70384}"/>
                </a:ext>
              </a:extLst>
            </p:cNvPr>
            <p:cNvCxnSpPr>
              <a:cxnSpLocks/>
              <a:stCxn id="28" idx="7"/>
            </p:cNvCxnSpPr>
            <p:nvPr userDrawn="1"/>
          </p:nvCxnSpPr>
          <p:spPr>
            <a:xfrm flipV="1">
              <a:off x="7390422" y="0"/>
              <a:ext cx="306245" cy="231753"/>
            </a:xfrm>
            <a:prstGeom prst="line">
              <a:avLst/>
            </a:prstGeom>
            <a:ln/>
          </p:spPr>
          <p:style>
            <a:lnRef idx="1">
              <a:schemeClr val="accent3"/>
            </a:lnRef>
            <a:fillRef idx="0">
              <a:schemeClr val="accent3"/>
            </a:fillRef>
            <a:effectRef idx="0">
              <a:schemeClr val="accent3"/>
            </a:effectRef>
            <a:fontRef idx="minor">
              <a:schemeClr val="tx1"/>
            </a:fontRef>
          </p:style>
        </p:cxnSp>
      </p:grpSp>
      <p:sp>
        <p:nvSpPr>
          <p:cNvPr id="4" name="文本占位符 3">
            <a:extLst>
              <a:ext uri="{FF2B5EF4-FFF2-40B4-BE49-F238E27FC236}">
                <a16:creationId xmlns:a16="http://schemas.microsoft.com/office/drawing/2014/main" id="{BD20A16C-6066-44BA-846E-4C9C552AD235}"/>
              </a:ext>
            </a:extLst>
          </p:cNvPr>
          <p:cNvSpPr>
            <a:spLocks noGrp="1"/>
          </p:cNvSpPr>
          <p:nvPr>
            <p:ph type="body" sz="quarter" idx="10"/>
          </p:nvPr>
        </p:nvSpPr>
        <p:spPr>
          <a:xfrm>
            <a:off x="318409" y="1162251"/>
            <a:ext cx="11555182" cy="5108065"/>
          </a:xfrm>
        </p:spPr>
        <p:txBody>
          <a:bodyPr/>
          <a:lstStyle/>
          <a:p>
            <a:pPr lvl="0"/>
            <a:r>
              <a:rPr lang="zh-CN" altLang="en-US" dirty="0"/>
              <a:t>单击此处编辑母版文本样式</a:t>
            </a:r>
          </a:p>
          <a:p>
            <a:pPr lvl="1"/>
            <a:r>
              <a:rPr lang="zh-CN" altLang="en-US" dirty="0"/>
              <a:t>二级</a:t>
            </a:r>
          </a:p>
        </p:txBody>
      </p:sp>
    </p:spTree>
    <p:extLst>
      <p:ext uri="{BB962C8B-B14F-4D97-AF65-F5344CB8AC3E}">
        <p14:creationId xmlns:p14="http://schemas.microsoft.com/office/powerpoint/2010/main" val="4150973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lf">
    <p:spTree>
      <p:nvGrpSpPr>
        <p:cNvPr id="1" name=""/>
        <p:cNvGrpSpPr/>
        <p:nvPr/>
      </p:nvGrpSpPr>
      <p:grpSpPr>
        <a:xfrm>
          <a:off x="0" y="0"/>
          <a:ext cx="0" cy="0"/>
          <a:chOff x="0" y="0"/>
          <a:chExt cx="0" cy="0"/>
        </a:xfrm>
      </p:grpSpPr>
      <p:sp>
        <p:nvSpPr>
          <p:cNvPr id="6" name="Freeform 25">
            <a:extLst>
              <a:ext uri="{FF2B5EF4-FFF2-40B4-BE49-F238E27FC236}">
                <a16:creationId xmlns:a16="http://schemas.microsoft.com/office/drawing/2014/main" id="{38B69EE1-BCFE-4371-B597-971E0649EC0B}"/>
              </a:ext>
            </a:extLst>
          </p:cNvPr>
          <p:cNvSpPr>
            <a:spLocks noChangeArrowheads="1"/>
          </p:cNvSpPr>
          <p:nvPr userDrawn="1"/>
        </p:nvSpPr>
        <p:spPr bwMode="auto">
          <a:xfrm>
            <a:off x="11116689" y="136525"/>
            <a:ext cx="899816" cy="632295"/>
          </a:xfrm>
          <a:custGeom>
            <a:avLst/>
            <a:gdLst>
              <a:gd name="T0" fmla="*/ 13586 w 13587"/>
              <a:gd name="T1" fmla="*/ 2121 h 9547"/>
              <a:gd name="T2" fmla="*/ 8861 w 13587"/>
              <a:gd name="T3" fmla="*/ 454 h 9547"/>
              <a:gd name="T4" fmla="*/ 3960 w 13587"/>
              <a:gd name="T5" fmla="*/ 2458 h 9547"/>
              <a:gd name="T6" fmla="*/ 0 w 13587"/>
              <a:gd name="T7" fmla="*/ 2529 h 9547"/>
              <a:gd name="T8" fmla="*/ 1300 w 13587"/>
              <a:gd name="T9" fmla="*/ 6699 h 9547"/>
              <a:gd name="T10" fmla="*/ 5083 w 13587"/>
              <a:gd name="T11" fmla="*/ 4992 h 9547"/>
              <a:gd name="T12" fmla="*/ 7249 w 13587"/>
              <a:gd name="T13" fmla="*/ 9500 h 9547"/>
              <a:gd name="T14" fmla="*/ 7330 w 13587"/>
              <a:gd name="T15" fmla="*/ 9495 h 9547"/>
              <a:gd name="T16" fmla="*/ 12024 w 13587"/>
              <a:gd name="T17" fmla="*/ 4881 h 9547"/>
              <a:gd name="T18" fmla="*/ 13198 w 13587"/>
              <a:gd name="T19" fmla="*/ 2791 h 9547"/>
              <a:gd name="T20" fmla="*/ 5657 w 13587"/>
              <a:gd name="T21" fmla="*/ 4262 h 9547"/>
              <a:gd name="T22" fmla="*/ 8649 w 13587"/>
              <a:gd name="T23" fmla="*/ 580 h 9547"/>
              <a:gd name="T24" fmla="*/ 6922 w 13587"/>
              <a:gd name="T25" fmla="*/ 2705 h 9547"/>
              <a:gd name="T26" fmla="*/ 5148 w 13587"/>
              <a:gd name="T27" fmla="*/ 4891 h 9547"/>
              <a:gd name="T28" fmla="*/ 5602 w 13587"/>
              <a:gd name="T29" fmla="*/ 4332 h 9547"/>
              <a:gd name="T30" fmla="*/ 5375 w 13587"/>
              <a:gd name="T31" fmla="*/ 5370 h 9547"/>
              <a:gd name="T32" fmla="*/ 7229 w 13587"/>
              <a:gd name="T33" fmla="*/ 9263 h 9547"/>
              <a:gd name="T34" fmla="*/ 6927 w 13587"/>
              <a:gd name="T35" fmla="*/ 2836 h 9547"/>
              <a:gd name="T36" fmla="*/ 7103 w 13587"/>
              <a:gd name="T37" fmla="*/ 6528 h 9547"/>
              <a:gd name="T38" fmla="*/ 5194 w 13587"/>
              <a:gd name="T39" fmla="*/ 4977 h 9547"/>
              <a:gd name="T40" fmla="*/ 11012 w 13587"/>
              <a:gd name="T41" fmla="*/ 5103 h 9547"/>
              <a:gd name="T42" fmla="*/ 8957 w 13587"/>
              <a:gd name="T43" fmla="*/ 3833 h 9547"/>
              <a:gd name="T44" fmla="*/ 9621 w 13587"/>
              <a:gd name="T45" fmla="*/ 2841 h 9547"/>
              <a:gd name="T46" fmla="*/ 9007 w 13587"/>
              <a:gd name="T47" fmla="*/ 3758 h 9547"/>
              <a:gd name="T48" fmla="*/ 7012 w 13587"/>
              <a:gd name="T49" fmla="*/ 2766 h 9547"/>
              <a:gd name="T50" fmla="*/ 7184 w 13587"/>
              <a:gd name="T51" fmla="*/ 6332 h 9547"/>
              <a:gd name="T52" fmla="*/ 8272 w 13587"/>
              <a:gd name="T53" fmla="*/ 8287 h 9547"/>
              <a:gd name="T54" fmla="*/ 10972 w 13587"/>
              <a:gd name="T55" fmla="*/ 5208 h 9547"/>
              <a:gd name="T56" fmla="*/ 13037 w 13587"/>
              <a:gd name="T57" fmla="*/ 2851 h 9547"/>
              <a:gd name="T58" fmla="*/ 9702 w 13587"/>
              <a:gd name="T59" fmla="*/ 2806 h 9547"/>
              <a:gd name="T60" fmla="*/ 13117 w 13587"/>
              <a:gd name="T61" fmla="*/ 2750 h 9547"/>
              <a:gd name="T62" fmla="*/ 13450 w 13587"/>
              <a:gd name="T63" fmla="*/ 2177 h 9547"/>
              <a:gd name="T64" fmla="*/ 9647 w 13587"/>
              <a:gd name="T65" fmla="*/ 2716 h 9547"/>
              <a:gd name="T66" fmla="*/ 7058 w 13587"/>
              <a:gd name="T67" fmla="*/ 2680 h 9547"/>
              <a:gd name="T68" fmla="*/ 12956 w 13587"/>
              <a:gd name="T69" fmla="*/ 2761 h 9547"/>
              <a:gd name="T70" fmla="*/ 8680 w 13587"/>
              <a:gd name="T71" fmla="*/ 469 h 9547"/>
              <a:gd name="T72" fmla="*/ 7748 w 13587"/>
              <a:gd name="T73" fmla="*/ 101 h 9547"/>
              <a:gd name="T74" fmla="*/ 696 w 13587"/>
              <a:gd name="T75" fmla="*/ 2766 h 9547"/>
              <a:gd name="T76" fmla="*/ 3753 w 13587"/>
              <a:gd name="T77" fmla="*/ 2484 h 9547"/>
              <a:gd name="T78" fmla="*/ 2091 w 13587"/>
              <a:gd name="T79" fmla="*/ 5320 h 9547"/>
              <a:gd name="T80" fmla="*/ 3879 w 13587"/>
              <a:gd name="T81" fmla="*/ 2559 h 9547"/>
              <a:gd name="T82" fmla="*/ 600 w 13587"/>
              <a:gd name="T83" fmla="*/ 2735 h 9547"/>
              <a:gd name="T84" fmla="*/ 383 w 13587"/>
              <a:gd name="T85" fmla="*/ 1496 h 9547"/>
              <a:gd name="T86" fmla="*/ 2035 w 13587"/>
              <a:gd name="T87" fmla="*/ 5400 h 9547"/>
              <a:gd name="T88" fmla="*/ 746 w 13587"/>
              <a:gd name="T89" fmla="*/ 3068 h 9547"/>
              <a:gd name="T90" fmla="*/ 5038 w 13587"/>
              <a:gd name="T91" fmla="*/ 4866 h 9547"/>
              <a:gd name="T92" fmla="*/ 3960 w 13587"/>
              <a:gd name="T93" fmla="*/ 2594 h 9547"/>
              <a:gd name="T94" fmla="*/ 5144 w 13587"/>
              <a:gd name="T95" fmla="*/ 5088 h 9547"/>
              <a:gd name="T96" fmla="*/ 4766 w 13587"/>
              <a:gd name="T97" fmla="*/ 6090 h 9547"/>
              <a:gd name="T98" fmla="*/ 8211 w 13587"/>
              <a:gd name="T99" fmla="*/ 8357 h 9547"/>
              <a:gd name="T100" fmla="*/ 7194 w 13587"/>
              <a:gd name="T101" fmla="*/ 6644 h 9547"/>
              <a:gd name="T102" fmla="*/ 11249 w 13587"/>
              <a:gd name="T103" fmla="*/ 5027 h 9547"/>
              <a:gd name="T104" fmla="*/ 11969 w 13587"/>
              <a:gd name="T105" fmla="*/ 4806 h 95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3587" h="9547">
                <a:moveTo>
                  <a:pt x="13198" y="2791"/>
                </a:moveTo>
                <a:lnTo>
                  <a:pt x="13586" y="2121"/>
                </a:lnTo>
                <a:lnTo>
                  <a:pt x="10579" y="1381"/>
                </a:lnTo>
                <a:lnTo>
                  <a:pt x="8861" y="454"/>
                </a:lnTo>
                <a:lnTo>
                  <a:pt x="7737" y="0"/>
                </a:lnTo>
                <a:lnTo>
                  <a:pt x="3960" y="2458"/>
                </a:lnTo>
                <a:lnTo>
                  <a:pt x="333" y="1235"/>
                </a:lnTo>
                <a:lnTo>
                  <a:pt x="0" y="2529"/>
                </a:lnTo>
                <a:lnTo>
                  <a:pt x="620" y="2847"/>
                </a:lnTo>
                <a:lnTo>
                  <a:pt x="1300" y="6699"/>
                </a:lnTo>
                <a:lnTo>
                  <a:pt x="3134" y="3869"/>
                </a:lnTo>
                <a:lnTo>
                  <a:pt x="5083" y="4992"/>
                </a:lnTo>
                <a:lnTo>
                  <a:pt x="4665" y="6105"/>
                </a:lnTo>
                <a:lnTo>
                  <a:pt x="7249" y="9500"/>
                </a:lnTo>
                <a:lnTo>
                  <a:pt x="7284" y="9546"/>
                </a:lnTo>
                <a:lnTo>
                  <a:pt x="7330" y="9495"/>
                </a:lnTo>
                <a:lnTo>
                  <a:pt x="11138" y="5153"/>
                </a:lnTo>
                <a:lnTo>
                  <a:pt x="12024" y="4881"/>
                </a:lnTo>
                <a:lnTo>
                  <a:pt x="13173" y="2836"/>
                </a:lnTo>
                <a:lnTo>
                  <a:pt x="13198" y="2791"/>
                </a:lnTo>
                <a:close/>
                <a:moveTo>
                  <a:pt x="6922" y="2705"/>
                </a:moveTo>
                <a:lnTo>
                  <a:pt x="5657" y="4262"/>
                </a:lnTo>
                <a:lnTo>
                  <a:pt x="4040" y="2524"/>
                </a:lnTo>
                <a:lnTo>
                  <a:pt x="8649" y="580"/>
                </a:lnTo>
                <a:lnTo>
                  <a:pt x="6947" y="2675"/>
                </a:lnTo>
                <a:lnTo>
                  <a:pt x="6922" y="2705"/>
                </a:lnTo>
                <a:close/>
                <a:moveTo>
                  <a:pt x="5602" y="4332"/>
                </a:moveTo>
                <a:lnTo>
                  <a:pt x="5148" y="4891"/>
                </a:lnTo>
                <a:lnTo>
                  <a:pt x="4126" y="2746"/>
                </a:lnTo>
                <a:lnTo>
                  <a:pt x="5602" y="4332"/>
                </a:lnTo>
                <a:close/>
                <a:moveTo>
                  <a:pt x="7229" y="9263"/>
                </a:moveTo>
                <a:lnTo>
                  <a:pt x="5375" y="5370"/>
                </a:lnTo>
                <a:lnTo>
                  <a:pt x="7163" y="7788"/>
                </a:lnTo>
                <a:lnTo>
                  <a:pt x="7229" y="9263"/>
                </a:lnTo>
                <a:close/>
                <a:moveTo>
                  <a:pt x="5194" y="4977"/>
                </a:moveTo>
                <a:lnTo>
                  <a:pt x="6927" y="2836"/>
                </a:lnTo>
                <a:lnTo>
                  <a:pt x="7098" y="6458"/>
                </a:lnTo>
                <a:lnTo>
                  <a:pt x="7103" y="6528"/>
                </a:lnTo>
                <a:lnTo>
                  <a:pt x="7153" y="7631"/>
                </a:lnTo>
                <a:lnTo>
                  <a:pt x="5194" y="4977"/>
                </a:lnTo>
                <a:close/>
                <a:moveTo>
                  <a:pt x="8957" y="3833"/>
                </a:moveTo>
                <a:lnTo>
                  <a:pt x="11012" y="5103"/>
                </a:lnTo>
                <a:lnTo>
                  <a:pt x="7254" y="6387"/>
                </a:lnTo>
                <a:lnTo>
                  <a:pt x="8957" y="3833"/>
                </a:lnTo>
                <a:close/>
                <a:moveTo>
                  <a:pt x="9007" y="3758"/>
                </a:moveTo>
                <a:lnTo>
                  <a:pt x="9621" y="2841"/>
                </a:lnTo>
                <a:lnTo>
                  <a:pt x="10972" y="4977"/>
                </a:lnTo>
                <a:lnTo>
                  <a:pt x="9007" y="3758"/>
                </a:lnTo>
                <a:close/>
                <a:moveTo>
                  <a:pt x="7184" y="6332"/>
                </a:moveTo>
                <a:lnTo>
                  <a:pt x="7012" y="2766"/>
                </a:lnTo>
                <a:lnTo>
                  <a:pt x="9541" y="2801"/>
                </a:lnTo>
                <a:lnTo>
                  <a:pt x="7184" y="6332"/>
                </a:lnTo>
                <a:close/>
                <a:moveTo>
                  <a:pt x="10972" y="5208"/>
                </a:moveTo>
                <a:lnTo>
                  <a:pt x="8272" y="8287"/>
                </a:lnTo>
                <a:lnTo>
                  <a:pt x="7209" y="6493"/>
                </a:lnTo>
                <a:lnTo>
                  <a:pt x="10972" y="5208"/>
                </a:lnTo>
                <a:close/>
                <a:moveTo>
                  <a:pt x="9702" y="2806"/>
                </a:moveTo>
                <a:lnTo>
                  <a:pt x="13037" y="2851"/>
                </a:lnTo>
                <a:lnTo>
                  <a:pt x="11118" y="5043"/>
                </a:lnTo>
                <a:lnTo>
                  <a:pt x="9702" y="2806"/>
                </a:lnTo>
                <a:close/>
                <a:moveTo>
                  <a:pt x="13450" y="2177"/>
                </a:moveTo>
                <a:lnTo>
                  <a:pt x="13117" y="2750"/>
                </a:lnTo>
                <a:lnTo>
                  <a:pt x="10891" y="1547"/>
                </a:lnTo>
                <a:lnTo>
                  <a:pt x="13450" y="2177"/>
                </a:lnTo>
                <a:close/>
                <a:moveTo>
                  <a:pt x="12956" y="2761"/>
                </a:moveTo>
                <a:lnTo>
                  <a:pt x="9647" y="2716"/>
                </a:lnTo>
                <a:lnTo>
                  <a:pt x="9596" y="2716"/>
                </a:lnTo>
                <a:lnTo>
                  <a:pt x="7058" y="2680"/>
                </a:lnTo>
                <a:lnTo>
                  <a:pt x="8805" y="524"/>
                </a:lnTo>
                <a:lnTo>
                  <a:pt x="12956" y="2761"/>
                </a:lnTo>
                <a:close/>
                <a:moveTo>
                  <a:pt x="7748" y="101"/>
                </a:moveTo>
                <a:lnTo>
                  <a:pt x="8680" y="469"/>
                </a:lnTo>
                <a:lnTo>
                  <a:pt x="4403" y="2272"/>
                </a:lnTo>
                <a:lnTo>
                  <a:pt x="7748" y="101"/>
                </a:lnTo>
                <a:close/>
                <a:moveTo>
                  <a:pt x="3753" y="2484"/>
                </a:moveTo>
                <a:lnTo>
                  <a:pt x="696" y="2766"/>
                </a:lnTo>
                <a:lnTo>
                  <a:pt x="449" y="1365"/>
                </a:lnTo>
                <a:lnTo>
                  <a:pt x="3753" y="2484"/>
                </a:lnTo>
                <a:close/>
                <a:moveTo>
                  <a:pt x="3879" y="2559"/>
                </a:moveTo>
                <a:lnTo>
                  <a:pt x="2091" y="5320"/>
                </a:lnTo>
                <a:lnTo>
                  <a:pt x="731" y="2851"/>
                </a:lnTo>
                <a:lnTo>
                  <a:pt x="3879" y="2559"/>
                </a:lnTo>
                <a:close/>
                <a:moveTo>
                  <a:pt x="383" y="1496"/>
                </a:moveTo>
                <a:lnTo>
                  <a:pt x="600" y="2735"/>
                </a:lnTo>
                <a:lnTo>
                  <a:pt x="101" y="2484"/>
                </a:lnTo>
                <a:lnTo>
                  <a:pt x="383" y="1496"/>
                </a:lnTo>
                <a:close/>
                <a:moveTo>
                  <a:pt x="746" y="3068"/>
                </a:moveTo>
                <a:lnTo>
                  <a:pt x="2035" y="5400"/>
                </a:lnTo>
                <a:lnTo>
                  <a:pt x="1345" y="6463"/>
                </a:lnTo>
                <a:lnTo>
                  <a:pt x="746" y="3068"/>
                </a:lnTo>
                <a:close/>
                <a:moveTo>
                  <a:pt x="3960" y="2594"/>
                </a:moveTo>
                <a:lnTo>
                  <a:pt x="5038" y="4866"/>
                </a:lnTo>
                <a:lnTo>
                  <a:pt x="3184" y="3793"/>
                </a:lnTo>
                <a:lnTo>
                  <a:pt x="3960" y="2594"/>
                </a:lnTo>
                <a:close/>
                <a:moveTo>
                  <a:pt x="4766" y="6090"/>
                </a:moveTo>
                <a:lnTo>
                  <a:pt x="5144" y="5088"/>
                </a:lnTo>
                <a:lnTo>
                  <a:pt x="7063" y="9112"/>
                </a:lnTo>
                <a:lnTo>
                  <a:pt x="4766" y="6090"/>
                </a:lnTo>
                <a:close/>
                <a:moveTo>
                  <a:pt x="7194" y="6644"/>
                </a:moveTo>
                <a:lnTo>
                  <a:pt x="8211" y="8357"/>
                </a:lnTo>
                <a:lnTo>
                  <a:pt x="7325" y="9364"/>
                </a:lnTo>
                <a:lnTo>
                  <a:pt x="7194" y="6644"/>
                </a:lnTo>
                <a:close/>
                <a:moveTo>
                  <a:pt x="11969" y="4806"/>
                </a:moveTo>
                <a:lnTo>
                  <a:pt x="11249" y="5027"/>
                </a:lnTo>
                <a:lnTo>
                  <a:pt x="12891" y="3154"/>
                </a:lnTo>
                <a:lnTo>
                  <a:pt x="11969" y="4806"/>
                </a:lnTo>
                <a:close/>
              </a:path>
            </a:pathLst>
          </a:custGeom>
          <a:solidFill>
            <a:schemeClr val="tx1">
              <a:lumMod val="75000"/>
              <a:lumOff val="25000"/>
            </a:schemeClr>
          </a:solidFill>
          <a:ln w="12700">
            <a:solidFill>
              <a:schemeClr val="accent2"/>
            </a:solidFill>
          </a:ln>
          <a:effectLst/>
        </p:spPr>
        <p:txBody>
          <a:bodyPr wrap="none" anchor="ctr"/>
          <a:lstStyle/>
          <a:p>
            <a:endParaRPr lang="en-US" dirty="0">
              <a:latin typeface="微软雅黑 Light" panose="020B0502040204020203" pitchFamily="34" charset="-122"/>
              <a:sym typeface="Exo 2 Light" panose="00000400000000000000" pitchFamily="50" charset="0"/>
            </a:endParaRPr>
          </a:p>
        </p:txBody>
      </p:sp>
      <p:sp>
        <p:nvSpPr>
          <p:cNvPr id="7" name="TextBox 26">
            <a:extLst>
              <a:ext uri="{FF2B5EF4-FFF2-40B4-BE49-F238E27FC236}">
                <a16:creationId xmlns:a16="http://schemas.microsoft.com/office/drawing/2014/main" id="{7D80F13B-F800-4F65-9D06-0B1624B47232}"/>
              </a:ext>
            </a:extLst>
          </p:cNvPr>
          <p:cNvSpPr txBox="1"/>
          <p:nvPr userDrawn="1"/>
        </p:nvSpPr>
        <p:spPr>
          <a:xfrm>
            <a:off x="7816855" y="217993"/>
            <a:ext cx="3294493" cy="469359"/>
          </a:xfrm>
          <a:prstGeom prst="rect">
            <a:avLst/>
          </a:prstGeom>
          <a:noFill/>
        </p:spPr>
        <p:txBody>
          <a:bodyPr wrap="none" rtlCol="0">
            <a:spAutoFit/>
          </a:bodyPr>
          <a:lstStyle/>
          <a:p>
            <a:pPr algn="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Exo 2 Semi" charset="0"/>
              </a:rPr>
              <a:t>交换机的自学习</a:t>
            </a:r>
            <a:endParaRPr 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Exo 2 Semi" charset="0"/>
            </a:endParaRPr>
          </a:p>
          <a:p>
            <a:pPr algn="r"/>
            <a:r>
              <a:rPr lang="en-US" altLang="zh-CN" sz="1050" i="1" spc="600" dirty="0">
                <a:solidFill>
                  <a:schemeClr val="tx1">
                    <a:lumMod val="75000"/>
                    <a:lumOff val="25000"/>
                  </a:schemeClr>
                </a:solidFill>
                <a:latin typeface="微软雅黑 Light" panose="020B0502040204020203" pitchFamily="34" charset="-122"/>
                <a:ea typeface="Exo 2 Thin" charset="0"/>
                <a:cs typeface="Exo 2 Thin" charset="0"/>
                <a:sym typeface="Exo 2 Light" panose="00000400000000000000" pitchFamily="50" charset="0"/>
              </a:rPr>
              <a:t>Self-learning of switch</a:t>
            </a:r>
            <a:endParaRPr lang="en-US" sz="1050" i="1" spc="600" dirty="0">
              <a:solidFill>
                <a:schemeClr val="tx1">
                  <a:lumMod val="75000"/>
                  <a:lumOff val="25000"/>
                </a:schemeClr>
              </a:solidFill>
              <a:latin typeface="微软雅黑 Light" panose="020B0502040204020203" pitchFamily="34" charset="-122"/>
              <a:ea typeface="Exo 2 Thin" charset="0"/>
              <a:cs typeface="Exo 2 Thin" charset="0"/>
              <a:sym typeface="Exo 2 Light" panose="00000400000000000000" pitchFamily="50" charset="0"/>
            </a:endParaRPr>
          </a:p>
        </p:txBody>
      </p:sp>
      <p:grpSp>
        <p:nvGrpSpPr>
          <p:cNvPr id="2" name="组合 1">
            <a:extLst>
              <a:ext uri="{FF2B5EF4-FFF2-40B4-BE49-F238E27FC236}">
                <a16:creationId xmlns:a16="http://schemas.microsoft.com/office/drawing/2014/main" id="{291D3506-0292-4815-9AC2-FC57A8708B5E}"/>
              </a:ext>
            </a:extLst>
          </p:cNvPr>
          <p:cNvGrpSpPr/>
          <p:nvPr userDrawn="1"/>
        </p:nvGrpSpPr>
        <p:grpSpPr>
          <a:xfrm>
            <a:off x="0" y="0"/>
            <a:ext cx="7711084" cy="941457"/>
            <a:chOff x="-14417" y="-36940"/>
            <a:chExt cx="7711084" cy="941457"/>
          </a:xfrm>
        </p:grpSpPr>
        <p:sp>
          <p:nvSpPr>
            <p:cNvPr id="11" name="椭圆 10">
              <a:extLst>
                <a:ext uri="{FF2B5EF4-FFF2-40B4-BE49-F238E27FC236}">
                  <a16:creationId xmlns:a16="http://schemas.microsoft.com/office/drawing/2014/main" id="{1E70C58A-5A85-4832-B6D7-16830C470707}"/>
                </a:ext>
              </a:extLst>
            </p:cNvPr>
            <p:cNvSpPr/>
            <p:nvPr/>
          </p:nvSpPr>
          <p:spPr>
            <a:xfrm rot="374285">
              <a:off x="6100494" y="535640"/>
              <a:ext cx="95082" cy="90944"/>
            </a:xfrm>
            <a:prstGeom prst="ellipse">
              <a:avLst/>
            </a:prstGeom>
            <a:solidFill>
              <a:schemeClr val="accent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12" name="椭圆 11">
              <a:extLst>
                <a:ext uri="{FF2B5EF4-FFF2-40B4-BE49-F238E27FC236}">
                  <a16:creationId xmlns:a16="http://schemas.microsoft.com/office/drawing/2014/main" id="{DC82F87F-1BF8-46C1-A5E3-DA3CF824850F}"/>
                </a:ext>
              </a:extLst>
            </p:cNvPr>
            <p:cNvSpPr/>
            <p:nvPr/>
          </p:nvSpPr>
          <p:spPr>
            <a:xfrm rot="374285">
              <a:off x="5448352" y="699694"/>
              <a:ext cx="132525" cy="12675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13" name="椭圆 12">
              <a:extLst>
                <a:ext uri="{FF2B5EF4-FFF2-40B4-BE49-F238E27FC236}">
                  <a16:creationId xmlns:a16="http://schemas.microsoft.com/office/drawing/2014/main" id="{614CD21A-C39D-4795-83CD-774FD349585D}"/>
                </a:ext>
              </a:extLst>
            </p:cNvPr>
            <p:cNvSpPr/>
            <p:nvPr/>
          </p:nvSpPr>
          <p:spPr>
            <a:xfrm rot="374285">
              <a:off x="3572722" y="604289"/>
              <a:ext cx="115820" cy="11077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14" name="椭圆 13">
              <a:extLst>
                <a:ext uri="{FF2B5EF4-FFF2-40B4-BE49-F238E27FC236}">
                  <a16:creationId xmlns:a16="http://schemas.microsoft.com/office/drawing/2014/main" id="{EB2837F6-1D7D-46DA-8111-809E9C8B0A67}"/>
                </a:ext>
              </a:extLst>
            </p:cNvPr>
            <p:cNvSpPr/>
            <p:nvPr/>
          </p:nvSpPr>
          <p:spPr>
            <a:xfrm rot="374285">
              <a:off x="2820174" y="763680"/>
              <a:ext cx="132525" cy="12675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15" name="椭圆 14">
              <a:extLst>
                <a:ext uri="{FF2B5EF4-FFF2-40B4-BE49-F238E27FC236}">
                  <a16:creationId xmlns:a16="http://schemas.microsoft.com/office/drawing/2014/main" id="{01AB2BC1-E267-4710-B496-D53DA744DE30}"/>
                </a:ext>
              </a:extLst>
            </p:cNvPr>
            <p:cNvSpPr/>
            <p:nvPr/>
          </p:nvSpPr>
          <p:spPr>
            <a:xfrm rot="374285">
              <a:off x="3117822" y="315295"/>
              <a:ext cx="95082" cy="90944"/>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16" name="椭圆 15">
              <a:extLst>
                <a:ext uri="{FF2B5EF4-FFF2-40B4-BE49-F238E27FC236}">
                  <a16:creationId xmlns:a16="http://schemas.microsoft.com/office/drawing/2014/main" id="{6E02D594-6540-4CD5-9CDE-9001117B20E9}"/>
                </a:ext>
              </a:extLst>
            </p:cNvPr>
            <p:cNvSpPr/>
            <p:nvPr/>
          </p:nvSpPr>
          <p:spPr>
            <a:xfrm rot="374285">
              <a:off x="2354876" y="555089"/>
              <a:ext cx="95082" cy="90944"/>
            </a:xfrm>
            <a:prstGeom prst="ellipse">
              <a:avLst/>
            </a:prstGeom>
            <a:solidFill>
              <a:schemeClr val="accent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17" name="椭圆 16">
              <a:extLst>
                <a:ext uri="{FF2B5EF4-FFF2-40B4-BE49-F238E27FC236}">
                  <a16:creationId xmlns:a16="http://schemas.microsoft.com/office/drawing/2014/main" id="{D7450177-3DC4-4063-9A91-85BDBC7A780E}"/>
                </a:ext>
              </a:extLst>
            </p:cNvPr>
            <p:cNvSpPr/>
            <p:nvPr/>
          </p:nvSpPr>
          <p:spPr>
            <a:xfrm rot="374285">
              <a:off x="1154955" y="777760"/>
              <a:ext cx="132525" cy="12675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18" name="椭圆 17">
              <a:extLst>
                <a:ext uri="{FF2B5EF4-FFF2-40B4-BE49-F238E27FC236}">
                  <a16:creationId xmlns:a16="http://schemas.microsoft.com/office/drawing/2014/main" id="{CB691F92-4285-438C-8B71-569CDBA913BC}"/>
                </a:ext>
              </a:extLst>
            </p:cNvPr>
            <p:cNvSpPr/>
            <p:nvPr/>
          </p:nvSpPr>
          <p:spPr>
            <a:xfrm rot="374285">
              <a:off x="230848" y="707083"/>
              <a:ext cx="92438" cy="88415"/>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19" name="椭圆 18">
              <a:extLst>
                <a:ext uri="{FF2B5EF4-FFF2-40B4-BE49-F238E27FC236}">
                  <a16:creationId xmlns:a16="http://schemas.microsoft.com/office/drawing/2014/main" id="{07D649CF-34AF-43C0-80EE-504F388BEB1A}"/>
                </a:ext>
              </a:extLst>
            </p:cNvPr>
            <p:cNvSpPr/>
            <p:nvPr/>
          </p:nvSpPr>
          <p:spPr>
            <a:xfrm rot="374285">
              <a:off x="460358" y="447685"/>
              <a:ext cx="132525" cy="126757"/>
            </a:xfrm>
            <a:prstGeom prst="ellipse">
              <a:avLst/>
            </a:prstGeom>
            <a:solidFill>
              <a:schemeClr val="accent2">
                <a:lumMod val="40000"/>
                <a:lumOff val="60000"/>
                <a:alpha val="5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20" name="椭圆 19">
              <a:extLst>
                <a:ext uri="{FF2B5EF4-FFF2-40B4-BE49-F238E27FC236}">
                  <a16:creationId xmlns:a16="http://schemas.microsoft.com/office/drawing/2014/main" id="{6C3BC982-0A71-4DAD-AC1C-2DEA049913C3}"/>
                </a:ext>
              </a:extLst>
            </p:cNvPr>
            <p:cNvSpPr/>
            <p:nvPr/>
          </p:nvSpPr>
          <p:spPr>
            <a:xfrm rot="374285">
              <a:off x="1381001" y="389323"/>
              <a:ext cx="132525" cy="126757"/>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21" name="椭圆 20">
              <a:extLst>
                <a:ext uri="{FF2B5EF4-FFF2-40B4-BE49-F238E27FC236}">
                  <a16:creationId xmlns:a16="http://schemas.microsoft.com/office/drawing/2014/main" id="{177E03B8-1E2B-4537-A018-26391B9575C4}"/>
                </a:ext>
              </a:extLst>
            </p:cNvPr>
            <p:cNvSpPr/>
            <p:nvPr/>
          </p:nvSpPr>
          <p:spPr>
            <a:xfrm rot="374285">
              <a:off x="4997785" y="730304"/>
              <a:ext cx="132220" cy="126465"/>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22" name="椭圆 21">
              <a:extLst>
                <a:ext uri="{FF2B5EF4-FFF2-40B4-BE49-F238E27FC236}">
                  <a16:creationId xmlns:a16="http://schemas.microsoft.com/office/drawing/2014/main" id="{1592E938-A3ED-44EC-93E9-1785BE2E4EDD}"/>
                </a:ext>
              </a:extLst>
            </p:cNvPr>
            <p:cNvSpPr/>
            <p:nvPr/>
          </p:nvSpPr>
          <p:spPr>
            <a:xfrm rot="374285">
              <a:off x="6753757" y="-36940"/>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23" name="椭圆 22">
              <a:extLst>
                <a:ext uri="{FF2B5EF4-FFF2-40B4-BE49-F238E27FC236}">
                  <a16:creationId xmlns:a16="http://schemas.microsoft.com/office/drawing/2014/main" id="{CDCEBC96-4EF5-41F1-9446-466FFB5DC9CD}"/>
                </a:ext>
              </a:extLst>
            </p:cNvPr>
            <p:cNvSpPr/>
            <p:nvPr/>
          </p:nvSpPr>
          <p:spPr>
            <a:xfrm rot="374285">
              <a:off x="5282589" y="230150"/>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24" name="椭圆 23">
              <a:extLst>
                <a:ext uri="{FF2B5EF4-FFF2-40B4-BE49-F238E27FC236}">
                  <a16:creationId xmlns:a16="http://schemas.microsoft.com/office/drawing/2014/main" id="{B0785AE5-CD30-41AA-ACB0-765EB9154018}"/>
                </a:ext>
              </a:extLst>
            </p:cNvPr>
            <p:cNvSpPr/>
            <p:nvPr/>
          </p:nvSpPr>
          <p:spPr>
            <a:xfrm rot="374285">
              <a:off x="2154598" y="204617"/>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25" name="椭圆 24">
              <a:extLst>
                <a:ext uri="{FF2B5EF4-FFF2-40B4-BE49-F238E27FC236}">
                  <a16:creationId xmlns:a16="http://schemas.microsoft.com/office/drawing/2014/main" id="{4F9C78BD-7254-43D0-B63D-81A0C10A2BC2}"/>
                </a:ext>
              </a:extLst>
            </p:cNvPr>
            <p:cNvSpPr/>
            <p:nvPr/>
          </p:nvSpPr>
          <p:spPr>
            <a:xfrm rot="374285">
              <a:off x="911533" y="118983"/>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26" name="椭圆 25">
              <a:extLst>
                <a:ext uri="{FF2B5EF4-FFF2-40B4-BE49-F238E27FC236}">
                  <a16:creationId xmlns:a16="http://schemas.microsoft.com/office/drawing/2014/main" id="{200D9AED-3611-4A19-A09B-53C3B2A2818F}"/>
                </a:ext>
              </a:extLst>
            </p:cNvPr>
            <p:cNvSpPr/>
            <p:nvPr/>
          </p:nvSpPr>
          <p:spPr>
            <a:xfrm rot="374285">
              <a:off x="3816520" y="284247"/>
              <a:ext cx="107744" cy="103054"/>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27" name="椭圆 26">
              <a:extLst>
                <a:ext uri="{FF2B5EF4-FFF2-40B4-BE49-F238E27FC236}">
                  <a16:creationId xmlns:a16="http://schemas.microsoft.com/office/drawing/2014/main" id="{A6F858B9-2052-4F86-BC88-E78AD36ED096}"/>
                </a:ext>
              </a:extLst>
            </p:cNvPr>
            <p:cNvSpPr/>
            <p:nvPr/>
          </p:nvSpPr>
          <p:spPr>
            <a:xfrm rot="374285">
              <a:off x="4415537" y="495109"/>
              <a:ext cx="102912" cy="98432"/>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28" name="椭圆 27">
              <a:extLst>
                <a:ext uri="{FF2B5EF4-FFF2-40B4-BE49-F238E27FC236}">
                  <a16:creationId xmlns:a16="http://schemas.microsoft.com/office/drawing/2014/main" id="{6BCFA25F-2B9D-4F6E-B38B-19F53F45D1CF}"/>
                </a:ext>
              </a:extLst>
            </p:cNvPr>
            <p:cNvSpPr/>
            <p:nvPr/>
          </p:nvSpPr>
          <p:spPr>
            <a:xfrm rot="374285">
              <a:off x="7272713" y="207833"/>
              <a:ext cx="132525" cy="126757"/>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cxnSp>
          <p:nvCxnSpPr>
            <p:cNvPr id="29" name="直接连接符 28">
              <a:extLst>
                <a:ext uri="{FF2B5EF4-FFF2-40B4-BE49-F238E27FC236}">
                  <a16:creationId xmlns:a16="http://schemas.microsoft.com/office/drawing/2014/main" id="{EF57988D-049C-4D78-A536-99EC4D0BAB04}"/>
                </a:ext>
              </a:extLst>
            </p:cNvPr>
            <p:cNvCxnSpPr>
              <a:cxnSpLocks/>
              <a:stCxn id="11" idx="6"/>
              <a:endCxn id="28" idx="2"/>
            </p:cNvCxnSpPr>
            <p:nvPr/>
          </p:nvCxnSpPr>
          <p:spPr>
            <a:xfrm rot="10800000" flipH="1">
              <a:off x="6195295" y="264325"/>
              <a:ext cx="1077810" cy="32172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7F3D42FA-2034-4BBA-AFD3-B3C0A5A65D39}"/>
                </a:ext>
              </a:extLst>
            </p:cNvPr>
            <p:cNvCxnSpPr>
              <a:cxnSpLocks/>
              <a:stCxn id="11" idx="2"/>
              <a:endCxn id="12" idx="6"/>
            </p:cNvCxnSpPr>
            <p:nvPr/>
          </p:nvCxnSpPr>
          <p:spPr>
            <a:xfrm rot="10800000" flipV="1">
              <a:off x="5580485" y="576170"/>
              <a:ext cx="520291" cy="19378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0B24ED17-C590-4CB2-B1A4-6D7EC6DCA772}"/>
                </a:ext>
              </a:extLst>
            </p:cNvPr>
            <p:cNvCxnSpPr>
              <a:cxnSpLocks/>
              <a:stCxn id="22" idx="3"/>
              <a:endCxn id="11" idx="0"/>
            </p:cNvCxnSpPr>
            <p:nvPr/>
          </p:nvCxnSpPr>
          <p:spPr>
            <a:xfrm flipH="1">
              <a:off x="6152976" y="33463"/>
              <a:ext cx="610924" cy="50244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99834F15-9349-468B-B5E5-8659E935A5A2}"/>
                </a:ext>
              </a:extLst>
            </p:cNvPr>
            <p:cNvCxnSpPr>
              <a:cxnSpLocks/>
              <a:stCxn id="19" idx="5"/>
              <a:endCxn id="17" idx="1"/>
            </p:cNvCxnSpPr>
            <p:nvPr/>
          </p:nvCxnSpPr>
          <p:spPr>
            <a:xfrm rot="10800000" flipH="1" flipV="1">
              <a:off x="568107" y="560483"/>
              <a:ext cx="611625" cy="23123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A336D1BB-3A65-4649-9B52-09502722C357}"/>
                </a:ext>
              </a:extLst>
            </p:cNvPr>
            <p:cNvCxnSpPr>
              <a:cxnSpLocks/>
              <a:stCxn id="17" idx="3"/>
              <a:endCxn id="18" idx="4"/>
            </p:cNvCxnSpPr>
            <p:nvPr/>
          </p:nvCxnSpPr>
          <p:spPr>
            <a:xfrm rot="10800000">
              <a:off x="272045" y="795236"/>
              <a:ext cx="897505" cy="855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830AE0D1-FDFD-46A6-829E-66306B877083}"/>
                </a:ext>
              </a:extLst>
            </p:cNvPr>
            <p:cNvCxnSpPr>
              <a:cxnSpLocks/>
              <a:stCxn id="20" idx="4"/>
              <a:endCxn id="17" idx="7"/>
            </p:cNvCxnSpPr>
            <p:nvPr/>
          </p:nvCxnSpPr>
          <p:spPr>
            <a:xfrm rot="10800000" flipV="1">
              <a:off x="1272886" y="515705"/>
              <a:ext cx="167178" cy="2857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6AA5C445-D90A-4189-A07F-D15BA880046F}"/>
                </a:ext>
              </a:extLst>
            </p:cNvPr>
            <p:cNvCxnSpPr>
              <a:cxnSpLocks/>
              <a:stCxn id="23" idx="4"/>
              <a:endCxn id="12" idx="0"/>
            </p:cNvCxnSpPr>
            <p:nvPr/>
          </p:nvCxnSpPr>
          <p:spPr>
            <a:xfrm rot="10800000" flipH="1" flipV="1">
              <a:off x="5323023" y="316672"/>
              <a:ext cx="198791" cy="38339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30F8A100-95DF-45C4-A02E-0C8C46B4314C}"/>
                </a:ext>
              </a:extLst>
            </p:cNvPr>
            <p:cNvCxnSpPr>
              <a:cxnSpLocks/>
              <a:stCxn id="26" idx="6"/>
              <a:endCxn id="27" idx="1"/>
            </p:cNvCxnSpPr>
            <p:nvPr/>
          </p:nvCxnSpPr>
          <p:spPr>
            <a:xfrm rot="10800000" flipH="1" flipV="1">
              <a:off x="3923944" y="341373"/>
              <a:ext cx="510832" cy="16457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DDDDB52B-FF38-4869-8A0D-494CE5550BDB}"/>
                </a:ext>
              </a:extLst>
            </p:cNvPr>
            <p:cNvCxnSpPr>
              <a:cxnSpLocks/>
              <a:stCxn id="16" idx="7"/>
              <a:endCxn id="15" idx="2"/>
            </p:cNvCxnSpPr>
            <p:nvPr/>
          </p:nvCxnSpPr>
          <p:spPr>
            <a:xfrm rot="10800000" flipH="1">
              <a:off x="2439488" y="355825"/>
              <a:ext cx="678616" cy="21626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37">
              <a:extLst>
                <a:ext uri="{FF2B5EF4-FFF2-40B4-BE49-F238E27FC236}">
                  <a16:creationId xmlns:a16="http://schemas.microsoft.com/office/drawing/2014/main" id="{F63548ED-507F-4F3D-836C-81039DF3B1E7}"/>
                </a:ext>
              </a:extLst>
            </p:cNvPr>
            <p:cNvCxnSpPr>
              <a:cxnSpLocks/>
              <a:stCxn id="17" idx="6"/>
              <a:endCxn id="16" idx="3"/>
            </p:cNvCxnSpPr>
            <p:nvPr/>
          </p:nvCxnSpPr>
          <p:spPr>
            <a:xfrm rot="10800000" flipH="1">
              <a:off x="1287088" y="629030"/>
              <a:ext cx="1078260" cy="21899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719E4C08-CB97-4EC4-A528-10913EA80E69}"/>
                </a:ext>
              </a:extLst>
            </p:cNvPr>
            <p:cNvCxnSpPr>
              <a:cxnSpLocks/>
              <a:stCxn id="23" idx="6"/>
              <a:endCxn id="11" idx="1"/>
            </p:cNvCxnSpPr>
            <p:nvPr/>
          </p:nvCxnSpPr>
          <p:spPr>
            <a:xfrm rot="10800000" flipH="1" flipV="1">
              <a:off x="5373048" y="278254"/>
              <a:ext cx="745223" cy="26740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F1511854-D175-4227-8D60-EBAF0717F6DD}"/>
                </a:ext>
              </a:extLst>
            </p:cNvPr>
            <p:cNvCxnSpPr>
              <a:cxnSpLocks/>
              <a:stCxn id="23" idx="3"/>
              <a:endCxn id="21" idx="0"/>
            </p:cNvCxnSpPr>
            <p:nvPr/>
          </p:nvCxnSpPr>
          <p:spPr>
            <a:xfrm rot="10800000" flipV="1">
              <a:off x="5071079" y="300704"/>
              <a:ext cx="221502" cy="42997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1" name="直接连接符 40">
              <a:extLst>
                <a:ext uri="{FF2B5EF4-FFF2-40B4-BE49-F238E27FC236}">
                  <a16:creationId xmlns:a16="http://schemas.microsoft.com/office/drawing/2014/main" id="{176E4B19-9F97-4F83-AA6D-5A8CBE468573}"/>
                </a:ext>
              </a:extLst>
            </p:cNvPr>
            <p:cNvCxnSpPr>
              <a:cxnSpLocks/>
              <a:stCxn id="13" idx="3"/>
              <a:endCxn id="14" idx="6"/>
            </p:cNvCxnSpPr>
            <p:nvPr/>
          </p:nvCxnSpPr>
          <p:spPr>
            <a:xfrm rot="10800000" flipV="1">
              <a:off x="2952307" y="694356"/>
              <a:ext cx="633169" cy="13959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2" name="直接连接符 41">
              <a:extLst>
                <a:ext uri="{FF2B5EF4-FFF2-40B4-BE49-F238E27FC236}">
                  <a16:creationId xmlns:a16="http://schemas.microsoft.com/office/drawing/2014/main" id="{57A9D0DD-9F1B-4A1A-B7F1-B6E664603E79}"/>
                </a:ext>
              </a:extLst>
            </p:cNvPr>
            <p:cNvCxnSpPr>
              <a:cxnSpLocks/>
              <a:stCxn id="15" idx="4"/>
              <a:endCxn id="14" idx="7"/>
            </p:cNvCxnSpPr>
            <p:nvPr/>
          </p:nvCxnSpPr>
          <p:spPr>
            <a:xfrm rot="10800000" flipV="1">
              <a:off x="2938105" y="405969"/>
              <a:ext cx="222092" cy="38141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7C284FBF-DF36-40EF-86F6-16AC04A270E2}"/>
                </a:ext>
              </a:extLst>
            </p:cNvPr>
            <p:cNvCxnSpPr>
              <a:cxnSpLocks/>
              <a:stCxn id="16" idx="5"/>
              <a:endCxn id="14" idx="2"/>
            </p:cNvCxnSpPr>
            <p:nvPr/>
          </p:nvCxnSpPr>
          <p:spPr>
            <a:xfrm rot="10800000" flipH="1" flipV="1">
              <a:off x="2432182" y="636017"/>
              <a:ext cx="388385" cy="18415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1383EE05-8E61-4A85-A91D-D1417FCC1D5F}"/>
                </a:ext>
              </a:extLst>
            </p:cNvPr>
            <p:cNvCxnSpPr>
              <a:cxnSpLocks/>
              <a:stCxn id="20" idx="6"/>
              <a:endCxn id="16" idx="1"/>
            </p:cNvCxnSpPr>
            <p:nvPr/>
          </p:nvCxnSpPr>
          <p:spPr>
            <a:xfrm rot="10800000" flipH="1" flipV="1">
              <a:off x="1513134" y="459588"/>
              <a:ext cx="859519" cy="1055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88A049FF-C96C-460A-B2CD-FFC3F6D73658}"/>
                </a:ext>
              </a:extLst>
            </p:cNvPr>
            <p:cNvCxnSpPr>
              <a:cxnSpLocks/>
              <a:stCxn id="24" idx="2"/>
              <a:endCxn id="20" idx="7"/>
            </p:cNvCxnSpPr>
            <p:nvPr/>
          </p:nvCxnSpPr>
          <p:spPr>
            <a:xfrm rot="10800000" flipV="1">
              <a:off x="1498932" y="243291"/>
              <a:ext cx="655935" cy="16973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706D5248-8E0C-47C8-A71F-38D641918AF8}"/>
                </a:ext>
              </a:extLst>
            </p:cNvPr>
            <p:cNvCxnSpPr>
              <a:cxnSpLocks/>
              <a:stCxn id="23" idx="2"/>
              <a:endCxn id="27" idx="7"/>
            </p:cNvCxnSpPr>
            <p:nvPr/>
          </p:nvCxnSpPr>
          <p:spPr>
            <a:xfrm rot="10800000" flipV="1">
              <a:off x="4507115" y="268825"/>
              <a:ext cx="775742" cy="2446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ADAE38AF-A576-42C8-8850-5F9F0F06D3FA}"/>
                </a:ext>
              </a:extLst>
            </p:cNvPr>
            <p:cNvCxnSpPr>
              <a:cxnSpLocks/>
              <a:stCxn id="22" idx="2"/>
              <a:endCxn id="23" idx="7"/>
            </p:cNvCxnSpPr>
            <p:nvPr/>
          </p:nvCxnSpPr>
          <p:spPr>
            <a:xfrm flipH="1">
              <a:off x="5363173" y="1520"/>
              <a:ext cx="1390853" cy="24500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a16="http://schemas.microsoft.com/office/drawing/2014/main" id="{6B8FE99F-F5FC-4420-B37A-75F109AE28D7}"/>
                </a:ext>
              </a:extLst>
            </p:cNvPr>
            <p:cNvCxnSpPr>
              <a:cxnSpLocks/>
              <a:stCxn id="27" idx="5"/>
              <a:endCxn id="21" idx="2"/>
            </p:cNvCxnSpPr>
            <p:nvPr/>
          </p:nvCxnSpPr>
          <p:spPr>
            <a:xfrm rot="10800000" flipH="1" flipV="1">
              <a:off x="4499208" y="582701"/>
              <a:ext cx="498968" cy="20396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75EA1E4D-310E-4749-B60D-9B05C967D9B0}"/>
                </a:ext>
              </a:extLst>
            </p:cNvPr>
            <p:cNvCxnSpPr>
              <a:cxnSpLocks/>
              <a:stCxn id="24" idx="5"/>
              <a:endCxn id="16" idx="0"/>
            </p:cNvCxnSpPr>
            <p:nvPr/>
          </p:nvCxnSpPr>
          <p:spPr>
            <a:xfrm rot="10800000" flipH="1" flipV="1">
              <a:off x="2228363" y="281838"/>
              <a:ext cx="179221" cy="27352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4F1EBD42-7758-4DD4-B8E1-8C41CBFEDC0F}"/>
                </a:ext>
              </a:extLst>
            </p:cNvPr>
            <p:cNvCxnSpPr>
              <a:cxnSpLocks/>
            </p:cNvCxnSpPr>
            <p:nvPr/>
          </p:nvCxnSpPr>
          <p:spPr>
            <a:xfrm>
              <a:off x="2938105" y="-6871"/>
              <a:ext cx="205887" cy="32959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1" name="直接连接符 50">
              <a:extLst>
                <a:ext uri="{FF2B5EF4-FFF2-40B4-BE49-F238E27FC236}">
                  <a16:creationId xmlns:a16="http://schemas.microsoft.com/office/drawing/2014/main" id="{FDB5DFAE-307D-4F16-BF3B-C5F160B3D503}"/>
                </a:ext>
              </a:extLst>
            </p:cNvPr>
            <p:cNvCxnSpPr>
              <a:cxnSpLocks/>
            </p:cNvCxnSpPr>
            <p:nvPr/>
          </p:nvCxnSpPr>
          <p:spPr>
            <a:xfrm>
              <a:off x="9952" y="0"/>
              <a:ext cx="499185" cy="45842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518921FA-0CC5-4DF5-B3EC-CB661C7EB6BB}"/>
                </a:ext>
              </a:extLst>
            </p:cNvPr>
            <p:cNvCxnSpPr>
              <a:cxnSpLocks/>
              <a:stCxn id="13" idx="6"/>
              <a:endCxn id="27" idx="3"/>
            </p:cNvCxnSpPr>
            <p:nvPr/>
          </p:nvCxnSpPr>
          <p:spPr>
            <a:xfrm rot="10800000" flipH="1">
              <a:off x="3688198" y="575139"/>
              <a:ext cx="738672" cy="9055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295C4407-68F4-456A-A554-50261B51366A}"/>
                </a:ext>
              </a:extLst>
            </p:cNvPr>
            <p:cNvCxnSpPr>
              <a:cxnSpLocks/>
              <a:stCxn id="13" idx="0"/>
              <a:endCxn id="26" idx="3"/>
            </p:cNvCxnSpPr>
            <p:nvPr/>
          </p:nvCxnSpPr>
          <p:spPr>
            <a:xfrm rot="10800000" flipH="1">
              <a:off x="3636924" y="368034"/>
              <a:ext cx="191461" cy="2365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892379BE-F813-4A7D-8340-42365B6A55DA}"/>
                </a:ext>
              </a:extLst>
            </p:cNvPr>
            <p:cNvCxnSpPr>
              <a:cxnSpLocks/>
              <a:stCxn id="13" idx="1"/>
              <a:endCxn id="15" idx="5"/>
            </p:cNvCxnSpPr>
            <p:nvPr/>
          </p:nvCxnSpPr>
          <p:spPr>
            <a:xfrm rot="10800000">
              <a:off x="3195128" y="396223"/>
              <a:ext cx="399247" cy="22026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 name="直接连接符 54">
              <a:extLst>
                <a:ext uri="{FF2B5EF4-FFF2-40B4-BE49-F238E27FC236}">
                  <a16:creationId xmlns:a16="http://schemas.microsoft.com/office/drawing/2014/main" id="{8C25CA83-739A-45BB-9832-DEE30BADFDB4}"/>
                </a:ext>
              </a:extLst>
            </p:cNvPr>
            <p:cNvCxnSpPr>
              <a:cxnSpLocks/>
              <a:endCxn id="15" idx="7"/>
            </p:cNvCxnSpPr>
            <p:nvPr/>
          </p:nvCxnSpPr>
          <p:spPr>
            <a:xfrm rot="10800000" flipV="1">
              <a:off x="3202434" y="312775"/>
              <a:ext cx="635159" cy="1952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 name="直接连接符 55">
              <a:extLst>
                <a:ext uri="{FF2B5EF4-FFF2-40B4-BE49-F238E27FC236}">
                  <a16:creationId xmlns:a16="http://schemas.microsoft.com/office/drawing/2014/main" id="{3E807B79-5434-4949-8936-50FCA93E0E43}"/>
                </a:ext>
              </a:extLst>
            </p:cNvPr>
            <p:cNvCxnSpPr>
              <a:cxnSpLocks/>
              <a:stCxn id="26" idx="7"/>
            </p:cNvCxnSpPr>
            <p:nvPr/>
          </p:nvCxnSpPr>
          <p:spPr>
            <a:xfrm rot="10800000" flipH="1">
              <a:off x="3912398" y="-6870"/>
              <a:ext cx="456197" cy="3103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 name="直接连接符 56">
              <a:extLst>
                <a:ext uri="{FF2B5EF4-FFF2-40B4-BE49-F238E27FC236}">
                  <a16:creationId xmlns:a16="http://schemas.microsoft.com/office/drawing/2014/main" id="{2728192E-902E-423E-B8CF-43B2D5A20881}"/>
                </a:ext>
              </a:extLst>
            </p:cNvPr>
            <p:cNvCxnSpPr>
              <a:cxnSpLocks/>
              <a:endCxn id="26" idx="0"/>
            </p:cNvCxnSpPr>
            <p:nvPr/>
          </p:nvCxnSpPr>
          <p:spPr>
            <a:xfrm>
              <a:off x="3688198" y="-6871"/>
              <a:ext cx="187793" cy="29142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 name="直接连接符 57">
              <a:extLst>
                <a:ext uri="{FF2B5EF4-FFF2-40B4-BE49-F238E27FC236}">
                  <a16:creationId xmlns:a16="http://schemas.microsoft.com/office/drawing/2014/main" id="{16CB4E7A-44DB-4A64-93F2-BB06DBC99A07}"/>
                </a:ext>
              </a:extLst>
            </p:cNvPr>
            <p:cNvCxnSpPr>
              <a:cxnSpLocks/>
              <a:stCxn id="19" idx="7"/>
              <a:endCxn id="20" idx="2"/>
            </p:cNvCxnSpPr>
            <p:nvPr/>
          </p:nvCxnSpPr>
          <p:spPr>
            <a:xfrm rot="10800000" flipH="1">
              <a:off x="578289" y="445815"/>
              <a:ext cx="803104" cy="2556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 name="直接连接符 58">
              <a:extLst>
                <a:ext uri="{FF2B5EF4-FFF2-40B4-BE49-F238E27FC236}">
                  <a16:creationId xmlns:a16="http://schemas.microsoft.com/office/drawing/2014/main" id="{EDBE1156-FDC8-4DE2-B587-33F0C37EFB69}"/>
                </a:ext>
              </a:extLst>
            </p:cNvPr>
            <p:cNvCxnSpPr>
              <a:cxnSpLocks/>
              <a:stCxn id="19" idx="0"/>
              <a:endCxn id="25" idx="2"/>
            </p:cNvCxnSpPr>
            <p:nvPr/>
          </p:nvCxnSpPr>
          <p:spPr>
            <a:xfrm rot="10800000" flipH="1">
              <a:off x="533821" y="157658"/>
              <a:ext cx="377980" cy="29040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0" name="直接连接符 59">
              <a:extLst>
                <a:ext uri="{FF2B5EF4-FFF2-40B4-BE49-F238E27FC236}">
                  <a16:creationId xmlns:a16="http://schemas.microsoft.com/office/drawing/2014/main" id="{F0E83090-2481-476D-ACEF-A67D7B5914B7}"/>
                </a:ext>
              </a:extLst>
            </p:cNvPr>
            <p:cNvCxnSpPr>
              <a:cxnSpLocks/>
              <a:stCxn id="20" idx="1"/>
              <a:endCxn id="25" idx="6"/>
            </p:cNvCxnSpPr>
            <p:nvPr/>
          </p:nvCxnSpPr>
          <p:spPr>
            <a:xfrm rot="10800000">
              <a:off x="1001992" y="167087"/>
              <a:ext cx="403786" cy="23619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4B1DAAC1-BA9B-409D-970B-A5D12C8596EA}"/>
                </a:ext>
              </a:extLst>
            </p:cNvPr>
            <p:cNvCxnSpPr>
              <a:cxnSpLocks/>
              <a:stCxn id="16" idx="0"/>
            </p:cNvCxnSpPr>
            <p:nvPr/>
          </p:nvCxnSpPr>
          <p:spPr>
            <a:xfrm flipV="1">
              <a:off x="2407358" y="-6871"/>
              <a:ext cx="344155" cy="56222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2" name="直接连接符 61">
              <a:extLst>
                <a:ext uri="{FF2B5EF4-FFF2-40B4-BE49-F238E27FC236}">
                  <a16:creationId xmlns:a16="http://schemas.microsoft.com/office/drawing/2014/main" id="{27500C3F-46B3-4B5C-9EC2-A1949BC93DC9}"/>
                </a:ext>
              </a:extLst>
            </p:cNvPr>
            <p:cNvCxnSpPr>
              <a:cxnSpLocks/>
              <a:stCxn id="24" idx="0"/>
            </p:cNvCxnSpPr>
            <p:nvPr/>
          </p:nvCxnSpPr>
          <p:spPr>
            <a:xfrm flipH="1" flipV="1">
              <a:off x="2111433" y="-6871"/>
              <a:ext cx="93244" cy="2117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3" name="直接连接符 62">
              <a:extLst>
                <a:ext uri="{FF2B5EF4-FFF2-40B4-BE49-F238E27FC236}">
                  <a16:creationId xmlns:a16="http://schemas.microsoft.com/office/drawing/2014/main" id="{388F8415-9756-402F-BE52-8D940D473116}"/>
                </a:ext>
              </a:extLst>
            </p:cNvPr>
            <p:cNvCxnSpPr>
              <a:cxnSpLocks/>
              <a:stCxn id="18" idx="0"/>
              <a:endCxn id="19" idx="3"/>
            </p:cNvCxnSpPr>
            <p:nvPr/>
          </p:nvCxnSpPr>
          <p:spPr>
            <a:xfrm rot="10800000" flipH="1">
              <a:off x="282090" y="550744"/>
              <a:ext cx="192863" cy="15660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4" name="直接连接符 63">
              <a:extLst>
                <a:ext uri="{FF2B5EF4-FFF2-40B4-BE49-F238E27FC236}">
                  <a16:creationId xmlns:a16="http://schemas.microsoft.com/office/drawing/2014/main" id="{20BA3FF9-1E96-463A-BBE8-7EC376F780F2}"/>
                </a:ext>
              </a:extLst>
            </p:cNvPr>
            <p:cNvCxnSpPr>
              <a:cxnSpLocks/>
              <a:stCxn id="18" idx="3"/>
            </p:cNvCxnSpPr>
            <p:nvPr/>
          </p:nvCxnSpPr>
          <p:spPr>
            <a:xfrm flipH="1">
              <a:off x="-14417" y="778814"/>
              <a:ext cx="255599" cy="10200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5853B213-278D-402D-B8CB-B123C2391C51}"/>
                </a:ext>
              </a:extLst>
            </p:cNvPr>
            <p:cNvCxnSpPr>
              <a:cxnSpLocks/>
              <a:endCxn id="27" idx="0"/>
            </p:cNvCxnSpPr>
            <p:nvPr/>
          </p:nvCxnSpPr>
          <p:spPr>
            <a:xfrm rot="10800000" flipV="1">
              <a:off x="4472584" y="-6870"/>
              <a:ext cx="156304" cy="50227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6" name="直接连接符 65">
              <a:extLst>
                <a:ext uri="{FF2B5EF4-FFF2-40B4-BE49-F238E27FC236}">
                  <a16:creationId xmlns:a16="http://schemas.microsoft.com/office/drawing/2014/main" id="{7998B8E8-1748-4FD0-8836-FD7CD490892E}"/>
                </a:ext>
              </a:extLst>
            </p:cNvPr>
            <p:cNvCxnSpPr>
              <a:cxnSpLocks/>
              <a:stCxn id="12" idx="3"/>
              <a:endCxn id="21" idx="6"/>
            </p:cNvCxnSpPr>
            <p:nvPr/>
          </p:nvCxnSpPr>
          <p:spPr>
            <a:xfrm rot="10800000">
              <a:off x="5129614" y="800407"/>
              <a:ext cx="333332" cy="234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EDA45374-C937-4FE7-A5B2-17A39F48B82B}"/>
                </a:ext>
              </a:extLst>
            </p:cNvPr>
            <p:cNvCxnSpPr>
              <a:cxnSpLocks/>
              <a:endCxn id="28" idx="1"/>
            </p:cNvCxnSpPr>
            <p:nvPr/>
          </p:nvCxnSpPr>
          <p:spPr>
            <a:xfrm>
              <a:off x="7202978" y="0"/>
              <a:ext cx="94290" cy="22157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9" name="直接连接符 68">
              <a:extLst>
                <a:ext uri="{FF2B5EF4-FFF2-40B4-BE49-F238E27FC236}">
                  <a16:creationId xmlns:a16="http://schemas.microsoft.com/office/drawing/2014/main" id="{1B6B7628-4AF9-4E43-B218-328CB255493B}"/>
                </a:ext>
              </a:extLst>
            </p:cNvPr>
            <p:cNvCxnSpPr>
              <a:cxnSpLocks/>
              <a:stCxn id="23" idx="1"/>
            </p:cNvCxnSpPr>
            <p:nvPr userDrawn="1"/>
          </p:nvCxnSpPr>
          <p:spPr>
            <a:xfrm flipH="1" flipV="1">
              <a:off x="5136486" y="-6870"/>
              <a:ext cx="162914" cy="246424"/>
            </a:xfrm>
            <a:prstGeom prst="line">
              <a:avLst/>
            </a:prstGeom>
            <a:ln/>
          </p:spPr>
          <p:style>
            <a:lnRef idx="1">
              <a:schemeClr val="accent3"/>
            </a:lnRef>
            <a:fillRef idx="0">
              <a:schemeClr val="accent3"/>
            </a:fillRef>
            <a:effectRef idx="0">
              <a:schemeClr val="accent3"/>
            </a:effectRef>
            <a:fontRef idx="minor">
              <a:schemeClr val="tx1"/>
            </a:fontRef>
          </p:style>
        </p:cxnSp>
        <p:cxnSp>
          <p:nvCxnSpPr>
            <p:cNvPr id="72" name="直接连接符 71">
              <a:extLst>
                <a:ext uri="{FF2B5EF4-FFF2-40B4-BE49-F238E27FC236}">
                  <a16:creationId xmlns:a16="http://schemas.microsoft.com/office/drawing/2014/main" id="{14CAEE0F-D202-4D7A-AAC0-A5409DD85BF2}"/>
                </a:ext>
              </a:extLst>
            </p:cNvPr>
            <p:cNvCxnSpPr>
              <a:cxnSpLocks/>
              <a:stCxn id="25" idx="0"/>
            </p:cNvCxnSpPr>
            <p:nvPr userDrawn="1"/>
          </p:nvCxnSpPr>
          <p:spPr>
            <a:xfrm flipV="1">
              <a:off x="961612" y="0"/>
              <a:ext cx="311274" cy="119240"/>
            </a:xfrm>
            <a:prstGeom prst="line">
              <a:avLst/>
            </a:prstGeom>
            <a:ln/>
          </p:spPr>
          <p:style>
            <a:lnRef idx="1">
              <a:schemeClr val="accent3"/>
            </a:lnRef>
            <a:fillRef idx="0">
              <a:schemeClr val="accent3"/>
            </a:fillRef>
            <a:effectRef idx="0">
              <a:schemeClr val="accent3"/>
            </a:effectRef>
            <a:fontRef idx="minor">
              <a:schemeClr val="tx1"/>
            </a:fontRef>
          </p:style>
        </p:cxnSp>
        <p:cxnSp>
          <p:nvCxnSpPr>
            <p:cNvPr id="80" name="直接连接符 79">
              <a:extLst>
                <a:ext uri="{FF2B5EF4-FFF2-40B4-BE49-F238E27FC236}">
                  <a16:creationId xmlns:a16="http://schemas.microsoft.com/office/drawing/2014/main" id="{028D3624-D8D9-4963-B1CD-9EB136A70384}"/>
                </a:ext>
              </a:extLst>
            </p:cNvPr>
            <p:cNvCxnSpPr>
              <a:cxnSpLocks/>
              <a:stCxn id="28" idx="7"/>
            </p:cNvCxnSpPr>
            <p:nvPr userDrawn="1"/>
          </p:nvCxnSpPr>
          <p:spPr>
            <a:xfrm flipV="1">
              <a:off x="7390422" y="0"/>
              <a:ext cx="306245" cy="231753"/>
            </a:xfrm>
            <a:prstGeom prst="line">
              <a:avLst/>
            </a:prstGeom>
            <a:ln/>
          </p:spPr>
          <p:style>
            <a:lnRef idx="1">
              <a:schemeClr val="accent3"/>
            </a:lnRef>
            <a:fillRef idx="0">
              <a:schemeClr val="accent3"/>
            </a:fillRef>
            <a:effectRef idx="0">
              <a:schemeClr val="accent3"/>
            </a:effectRef>
            <a:fontRef idx="minor">
              <a:schemeClr val="tx1"/>
            </a:fontRef>
          </p:style>
        </p:cxnSp>
      </p:grpSp>
      <p:sp>
        <p:nvSpPr>
          <p:cNvPr id="4" name="文本占位符 3">
            <a:extLst>
              <a:ext uri="{FF2B5EF4-FFF2-40B4-BE49-F238E27FC236}">
                <a16:creationId xmlns:a16="http://schemas.microsoft.com/office/drawing/2014/main" id="{BD20A16C-6066-44BA-846E-4C9C552AD235}"/>
              </a:ext>
            </a:extLst>
          </p:cNvPr>
          <p:cNvSpPr>
            <a:spLocks noGrp="1"/>
          </p:cNvSpPr>
          <p:nvPr>
            <p:ph type="body" sz="quarter" idx="10"/>
          </p:nvPr>
        </p:nvSpPr>
        <p:spPr>
          <a:xfrm>
            <a:off x="318409" y="1162251"/>
            <a:ext cx="11555182" cy="5108065"/>
          </a:xfrm>
        </p:spPr>
        <p:txBody>
          <a:bodyPr/>
          <a:lstStyle/>
          <a:p>
            <a:pPr lvl="0"/>
            <a:r>
              <a:rPr lang="zh-CN" altLang="en-US" dirty="0"/>
              <a:t>单击此处编辑母版文本样式</a:t>
            </a:r>
          </a:p>
          <a:p>
            <a:pPr lvl="1"/>
            <a:r>
              <a:rPr lang="zh-CN" altLang="en-US" dirty="0"/>
              <a:t>二级</a:t>
            </a:r>
          </a:p>
        </p:txBody>
      </p:sp>
    </p:spTree>
    <p:extLst>
      <p:ext uri="{BB962C8B-B14F-4D97-AF65-F5344CB8AC3E}">
        <p14:creationId xmlns:p14="http://schemas.microsoft.com/office/powerpoint/2010/main" val="35345033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vlan">
    <p:spTree>
      <p:nvGrpSpPr>
        <p:cNvPr id="1" name=""/>
        <p:cNvGrpSpPr/>
        <p:nvPr/>
      </p:nvGrpSpPr>
      <p:grpSpPr>
        <a:xfrm>
          <a:off x="0" y="0"/>
          <a:ext cx="0" cy="0"/>
          <a:chOff x="0" y="0"/>
          <a:chExt cx="0" cy="0"/>
        </a:xfrm>
      </p:grpSpPr>
      <p:sp>
        <p:nvSpPr>
          <p:cNvPr id="6" name="Freeform 25">
            <a:extLst>
              <a:ext uri="{FF2B5EF4-FFF2-40B4-BE49-F238E27FC236}">
                <a16:creationId xmlns:a16="http://schemas.microsoft.com/office/drawing/2014/main" id="{38B69EE1-BCFE-4371-B597-971E0649EC0B}"/>
              </a:ext>
            </a:extLst>
          </p:cNvPr>
          <p:cNvSpPr>
            <a:spLocks noChangeArrowheads="1"/>
          </p:cNvSpPr>
          <p:nvPr userDrawn="1"/>
        </p:nvSpPr>
        <p:spPr bwMode="auto">
          <a:xfrm>
            <a:off x="11116689" y="136525"/>
            <a:ext cx="899816" cy="632295"/>
          </a:xfrm>
          <a:custGeom>
            <a:avLst/>
            <a:gdLst>
              <a:gd name="T0" fmla="*/ 13586 w 13587"/>
              <a:gd name="T1" fmla="*/ 2121 h 9547"/>
              <a:gd name="T2" fmla="*/ 8861 w 13587"/>
              <a:gd name="T3" fmla="*/ 454 h 9547"/>
              <a:gd name="T4" fmla="*/ 3960 w 13587"/>
              <a:gd name="T5" fmla="*/ 2458 h 9547"/>
              <a:gd name="T6" fmla="*/ 0 w 13587"/>
              <a:gd name="T7" fmla="*/ 2529 h 9547"/>
              <a:gd name="T8" fmla="*/ 1300 w 13587"/>
              <a:gd name="T9" fmla="*/ 6699 h 9547"/>
              <a:gd name="T10" fmla="*/ 5083 w 13587"/>
              <a:gd name="T11" fmla="*/ 4992 h 9547"/>
              <a:gd name="T12" fmla="*/ 7249 w 13587"/>
              <a:gd name="T13" fmla="*/ 9500 h 9547"/>
              <a:gd name="T14" fmla="*/ 7330 w 13587"/>
              <a:gd name="T15" fmla="*/ 9495 h 9547"/>
              <a:gd name="T16" fmla="*/ 12024 w 13587"/>
              <a:gd name="T17" fmla="*/ 4881 h 9547"/>
              <a:gd name="T18" fmla="*/ 13198 w 13587"/>
              <a:gd name="T19" fmla="*/ 2791 h 9547"/>
              <a:gd name="T20" fmla="*/ 5657 w 13587"/>
              <a:gd name="T21" fmla="*/ 4262 h 9547"/>
              <a:gd name="T22" fmla="*/ 8649 w 13587"/>
              <a:gd name="T23" fmla="*/ 580 h 9547"/>
              <a:gd name="T24" fmla="*/ 6922 w 13587"/>
              <a:gd name="T25" fmla="*/ 2705 h 9547"/>
              <a:gd name="T26" fmla="*/ 5148 w 13587"/>
              <a:gd name="T27" fmla="*/ 4891 h 9547"/>
              <a:gd name="T28" fmla="*/ 5602 w 13587"/>
              <a:gd name="T29" fmla="*/ 4332 h 9547"/>
              <a:gd name="T30" fmla="*/ 5375 w 13587"/>
              <a:gd name="T31" fmla="*/ 5370 h 9547"/>
              <a:gd name="T32" fmla="*/ 7229 w 13587"/>
              <a:gd name="T33" fmla="*/ 9263 h 9547"/>
              <a:gd name="T34" fmla="*/ 6927 w 13587"/>
              <a:gd name="T35" fmla="*/ 2836 h 9547"/>
              <a:gd name="T36" fmla="*/ 7103 w 13587"/>
              <a:gd name="T37" fmla="*/ 6528 h 9547"/>
              <a:gd name="T38" fmla="*/ 5194 w 13587"/>
              <a:gd name="T39" fmla="*/ 4977 h 9547"/>
              <a:gd name="T40" fmla="*/ 11012 w 13587"/>
              <a:gd name="T41" fmla="*/ 5103 h 9547"/>
              <a:gd name="T42" fmla="*/ 8957 w 13587"/>
              <a:gd name="T43" fmla="*/ 3833 h 9547"/>
              <a:gd name="T44" fmla="*/ 9621 w 13587"/>
              <a:gd name="T45" fmla="*/ 2841 h 9547"/>
              <a:gd name="T46" fmla="*/ 9007 w 13587"/>
              <a:gd name="T47" fmla="*/ 3758 h 9547"/>
              <a:gd name="T48" fmla="*/ 7012 w 13587"/>
              <a:gd name="T49" fmla="*/ 2766 h 9547"/>
              <a:gd name="T50" fmla="*/ 7184 w 13587"/>
              <a:gd name="T51" fmla="*/ 6332 h 9547"/>
              <a:gd name="T52" fmla="*/ 8272 w 13587"/>
              <a:gd name="T53" fmla="*/ 8287 h 9547"/>
              <a:gd name="T54" fmla="*/ 10972 w 13587"/>
              <a:gd name="T55" fmla="*/ 5208 h 9547"/>
              <a:gd name="T56" fmla="*/ 13037 w 13587"/>
              <a:gd name="T57" fmla="*/ 2851 h 9547"/>
              <a:gd name="T58" fmla="*/ 9702 w 13587"/>
              <a:gd name="T59" fmla="*/ 2806 h 9547"/>
              <a:gd name="T60" fmla="*/ 13117 w 13587"/>
              <a:gd name="T61" fmla="*/ 2750 h 9547"/>
              <a:gd name="T62" fmla="*/ 13450 w 13587"/>
              <a:gd name="T63" fmla="*/ 2177 h 9547"/>
              <a:gd name="T64" fmla="*/ 9647 w 13587"/>
              <a:gd name="T65" fmla="*/ 2716 h 9547"/>
              <a:gd name="T66" fmla="*/ 7058 w 13587"/>
              <a:gd name="T67" fmla="*/ 2680 h 9547"/>
              <a:gd name="T68" fmla="*/ 12956 w 13587"/>
              <a:gd name="T69" fmla="*/ 2761 h 9547"/>
              <a:gd name="T70" fmla="*/ 8680 w 13587"/>
              <a:gd name="T71" fmla="*/ 469 h 9547"/>
              <a:gd name="T72" fmla="*/ 7748 w 13587"/>
              <a:gd name="T73" fmla="*/ 101 h 9547"/>
              <a:gd name="T74" fmla="*/ 696 w 13587"/>
              <a:gd name="T75" fmla="*/ 2766 h 9547"/>
              <a:gd name="T76" fmla="*/ 3753 w 13587"/>
              <a:gd name="T77" fmla="*/ 2484 h 9547"/>
              <a:gd name="T78" fmla="*/ 2091 w 13587"/>
              <a:gd name="T79" fmla="*/ 5320 h 9547"/>
              <a:gd name="T80" fmla="*/ 3879 w 13587"/>
              <a:gd name="T81" fmla="*/ 2559 h 9547"/>
              <a:gd name="T82" fmla="*/ 600 w 13587"/>
              <a:gd name="T83" fmla="*/ 2735 h 9547"/>
              <a:gd name="T84" fmla="*/ 383 w 13587"/>
              <a:gd name="T85" fmla="*/ 1496 h 9547"/>
              <a:gd name="T86" fmla="*/ 2035 w 13587"/>
              <a:gd name="T87" fmla="*/ 5400 h 9547"/>
              <a:gd name="T88" fmla="*/ 746 w 13587"/>
              <a:gd name="T89" fmla="*/ 3068 h 9547"/>
              <a:gd name="T90" fmla="*/ 5038 w 13587"/>
              <a:gd name="T91" fmla="*/ 4866 h 9547"/>
              <a:gd name="T92" fmla="*/ 3960 w 13587"/>
              <a:gd name="T93" fmla="*/ 2594 h 9547"/>
              <a:gd name="T94" fmla="*/ 5144 w 13587"/>
              <a:gd name="T95" fmla="*/ 5088 h 9547"/>
              <a:gd name="T96" fmla="*/ 4766 w 13587"/>
              <a:gd name="T97" fmla="*/ 6090 h 9547"/>
              <a:gd name="T98" fmla="*/ 8211 w 13587"/>
              <a:gd name="T99" fmla="*/ 8357 h 9547"/>
              <a:gd name="T100" fmla="*/ 7194 w 13587"/>
              <a:gd name="T101" fmla="*/ 6644 h 9547"/>
              <a:gd name="T102" fmla="*/ 11249 w 13587"/>
              <a:gd name="T103" fmla="*/ 5027 h 9547"/>
              <a:gd name="T104" fmla="*/ 11969 w 13587"/>
              <a:gd name="T105" fmla="*/ 4806 h 95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3587" h="9547">
                <a:moveTo>
                  <a:pt x="13198" y="2791"/>
                </a:moveTo>
                <a:lnTo>
                  <a:pt x="13586" y="2121"/>
                </a:lnTo>
                <a:lnTo>
                  <a:pt x="10579" y="1381"/>
                </a:lnTo>
                <a:lnTo>
                  <a:pt x="8861" y="454"/>
                </a:lnTo>
                <a:lnTo>
                  <a:pt x="7737" y="0"/>
                </a:lnTo>
                <a:lnTo>
                  <a:pt x="3960" y="2458"/>
                </a:lnTo>
                <a:lnTo>
                  <a:pt x="333" y="1235"/>
                </a:lnTo>
                <a:lnTo>
                  <a:pt x="0" y="2529"/>
                </a:lnTo>
                <a:lnTo>
                  <a:pt x="620" y="2847"/>
                </a:lnTo>
                <a:lnTo>
                  <a:pt x="1300" y="6699"/>
                </a:lnTo>
                <a:lnTo>
                  <a:pt x="3134" y="3869"/>
                </a:lnTo>
                <a:lnTo>
                  <a:pt x="5083" y="4992"/>
                </a:lnTo>
                <a:lnTo>
                  <a:pt x="4665" y="6105"/>
                </a:lnTo>
                <a:lnTo>
                  <a:pt x="7249" y="9500"/>
                </a:lnTo>
                <a:lnTo>
                  <a:pt x="7284" y="9546"/>
                </a:lnTo>
                <a:lnTo>
                  <a:pt x="7330" y="9495"/>
                </a:lnTo>
                <a:lnTo>
                  <a:pt x="11138" y="5153"/>
                </a:lnTo>
                <a:lnTo>
                  <a:pt x="12024" y="4881"/>
                </a:lnTo>
                <a:lnTo>
                  <a:pt x="13173" y="2836"/>
                </a:lnTo>
                <a:lnTo>
                  <a:pt x="13198" y="2791"/>
                </a:lnTo>
                <a:close/>
                <a:moveTo>
                  <a:pt x="6922" y="2705"/>
                </a:moveTo>
                <a:lnTo>
                  <a:pt x="5657" y="4262"/>
                </a:lnTo>
                <a:lnTo>
                  <a:pt x="4040" y="2524"/>
                </a:lnTo>
                <a:lnTo>
                  <a:pt x="8649" y="580"/>
                </a:lnTo>
                <a:lnTo>
                  <a:pt x="6947" y="2675"/>
                </a:lnTo>
                <a:lnTo>
                  <a:pt x="6922" y="2705"/>
                </a:lnTo>
                <a:close/>
                <a:moveTo>
                  <a:pt x="5602" y="4332"/>
                </a:moveTo>
                <a:lnTo>
                  <a:pt x="5148" y="4891"/>
                </a:lnTo>
                <a:lnTo>
                  <a:pt x="4126" y="2746"/>
                </a:lnTo>
                <a:lnTo>
                  <a:pt x="5602" y="4332"/>
                </a:lnTo>
                <a:close/>
                <a:moveTo>
                  <a:pt x="7229" y="9263"/>
                </a:moveTo>
                <a:lnTo>
                  <a:pt x="5375" y="5370"/>
                </a:lnTo>
                <a:lnTo>
                  <a:pt x="7163" y="7788"/>
                </a:lnTo>
                <a:lnTo>
                  <a:pt x="7229" y="9263"/>
                </a:lnTo>
                <a:close/>
                <a:moveTo>
                  <a:pt x="5194" y="4977"/>
                </a:moveTo>
                <a:lnTo>
                  <a:pt x="6927" y="2836"/>
                </a:lnTo>
                <a:lnTo>
                  <a:pt x="7098" y="6458"/>
                </a:lnTo>
                <a:lnTo>
                  <a:pt x="7103" y="6528"/>
                </a:lnTo>
                <a:lnTo>
                  <a:pt x="7153" y="7631"/>
                </a:lnTo>
                <a:lnTo>
                  <a:pt x="5194" y="4977"/>
                </a:lnTo>
                <a:close/>
                <a:moveTo>
                  <a:pt x="8957" y="3833"/>
                </a:moveTo>
                <a:lnTo>
                  <a:pt x="11012" y="5103"/>
                </a:lnTo>
                <a:lnTo>
                  <a:pt x="7254" y="6387"/>
                </a:lnTo>
                <a:lnTo>
                  <a:pt x="8957" y="3833"/>
                </a:lnTo>
                <a:close/>
                <a:moveTo>
                  <a:pt x="9007" y="3758"/>
                </a:moveTo>
                <a:lnTo>
                  <a:pt x="9621" y="2841"/>
                </a:lnTo>
                <a:lnTo>
                  <a:pt x="10972" y="4977"/>
                </a:lnTo>
                <a:lnTo>
                  <a:pt x="9007" y="3758"/>
                </a:lnTo>
                <a:close/>
                <a:moveTo>
                  <a:pt x="7184" y="6332"/>
                </a:moveTo>
                <a:lnTo>
                  <a:pt x="7012" y="2766"/>
                </a:lnTo>
                <a:lnTo>
                  <a:pt x="9541" y="2801"/>
                </a:lnTo>
                <a:lnTo>
                  <a:pt x="7184" y="6332"/>
                </a:lnTo>
                <a:close/>
                <a:moveTo>
                  <a:pt x="10972" y="5208"/>
                </a:moveTo>
                <a:lnTo>
                  <a:pt x="8272" y="8287"/>
                </a:lnTo>
                <a:lnTo>
                  <a:pt x="7209" y="6493"/>
                </a:lnTo>
                <a:lnTo>
                  <a:pt x="10972" y="5208"/>
                </a:lnTo>
                <a:close/>
                <a:moveTo>
                  <a:pt x="9702" y="2806"/>
                </a:moveTo>
                <a:lnTo>
                  <a:pt x="13037" y="2851"/>
                </a:lnTo>
                <a:lnTo>
                  <a:pt x="11118" y="5043"/>
                </a:lnTo>
                <a:lnTo>
                  <a:pt x="9702" y="2806"/>
                </a:lnTo>
                <a:close/>
                <a:moveTo>
                  <a:pt x="13450" y="2177"/>
                </a:moveTo>
                <a:lnTo>
                  <a:pt x="13117" y="2750"/>
                </a:lnTo>
                <a:lnTo>
                  <a:pt x="10891" y="1547"/>
                </a:lnTo>
                <a:lnTo>
                  <a:pt x="13450" y="2177"/>
                </a:lnTo>
                <a:close/>
                <a:moveTo>
                  <a:pt x="12956" y="2761"/>
                </a:moveTo>
                <a:lnTo>
                  <a:pt x="9647" y="2716"/>
                </a:lnTo>
                <a:lnTo>
                  <a:pt x="9596" y="2716"/>
                </a:lnTo>
                <a:lnTo>
                  <a:pt x="7058" y="2680"/>
                </a:lnTo>
                <a:lnTo>
                  <a:pt x="8805" y="524"/>
                </a:lnTo>
                <a:lnTo>
                  <a:pt x="12956" y="2761"/>
                </a:lnTo>
                <a:close/>
                <a:moveTo>
                  <a:pt x="7748" y="101"/>
                </a:moveTo>
                <a:lnTo>
                  <a:pt x="8680" y="469"/>
                </a:lnTo>
                <a:lnTo>
                  <a:pt x="4403" y="2272"/>
                </a:lnTo>
                <a:lnTo>
                  <a:pt x="7748" y="101"/>
                </a:lnTo>
                <a:close/>
                <a:moveTo>
                  <a:pt x="3753" y="2484"/>
                </a:moveTo>
                <a:lnTo>
                  <a:pt x="696" y="2766"/>
                </a:lnTo>
                <a:lnTo>
                  <a:pt x="449" y="1365"/>
                </a:lnTo>
                <a:lnTo>
                  <a:pt x="3753" y="2484"/>
                </a:lnTo>
                <a:close/>
                <a:moveTo>
                  <a:pt x="3879" y="2559"/>
                </a:moveTo>
                <a:lnTo>
                  <a:pt x="2091" y="5320"/>
                </a:lnTo>
                <a:lnTo>
                  <a:pt x="731" y="2851"/>
                </a:lnTo>
                <a:lnTo>
                  <a:pt x="3879" y="2559"/>
                </a:lnTo>
                <a:close/>
                <a:moveTo>
                  <a:pt x="383" y="1496"/>
                </a:moveTo>
                <a:lnTo>
                  <a:pt x="600" y="2735"/>
                </a:lnTo>
                <a:lnTo>
                  <a:pt x="101" y="2484"/>
                </a:lnTo>
                <a:lnTo>
                  <a:pt x="383" y="1496"/>
                </a:lnTo>
                <a:close/>
                <a:moveTo>
                  <a:pt x="746" y="3068"/>
                </a:moveTo>
                <a:lnTo>
                  <a:pt x="2035" y="5400"/>
                </a:lnTo>
                <a:lnTo>
                  <a:pt x="1345" y="6463"/>
                </a:lnTo>
                <a:lnTo>
                  <a:pt x="746" y="3068"/>
                </a:lnTo>
                <a:close/>
                <a:moveTo>
                  <a:pt x="3960" y="2594"/>
                </a:moveTo>
                <a:lnTo>
                  <a:pt x="5038" y="4866"/>
                </a:lnTo>
                <a:lnTo>
                  <a:pt x="3184" y="3793"/>
                </a:lnTo>
                <a:lnTo>
                  <a:pt x="3960" y="2594"/>
                </a:lnTo>
                <a:close/>
                <a:moveTo>
                  <a:pt x="4766" y="6090"/>
                </a:moveTo>
                <a:lnTo>
                  <a:pt x="5144" y="5088"/>
                </a:lnTo>
                <a:lnTo>
                  <a:pt x="7063" y="9112"/>
                </a:lnTo>
                <a:lnTo>
                  <a:pt x="4766" y="6090"/>
                </a:lnTo>
                <a:close/>
                <a:moveTo>
                  <a:pt x="7194" y="6644"/>
                </a:moveTo>
                <a:lnTo>
                  <a:pt x="8211" y="8357"/>
                </a:lnTo>
                <a:lnTo>
                  <a:pt x="7325" y="9364"/>
                </a:lnTo>
                <a:lnTo>
                  <a:pt x="7194" y="6644"/>
                </a:lnTo>
                <a:close/>
                <a:moveTo>
                  <a:pt x="11969" y="4806"/>
                </a:moveTo>
                <a:lnTo>
                  <a:pt x="11249" y="5027"/>
                </a:lnTo>
                <a:lnTo>
                  <a:pt x="12891" y="3154"/>
                </a:lnTo>
                <a:lnTo>
                  <a:pt x="11969" y="4806"/>
                </a:lnTo>
                <a:close/>
              </a:path>
            </a:pathLst>
          </a:custGeom>
          <a:solidFill>
            <a:schemeClr val="tx1">
              <a:lumMod val="75000"/>
              <a:lumOff val="25000"/>
            </a:schemeClr>
          </a:solidFill>
          <a:ln w="12700">
            <a:solidFill>
              <a:schemeClr val="accent2"/>
            </a:solidFill>
          </a:ln>
          <a:effectLst/>
        </p:spPr>
        <p:txBody>
          <a:bodyPr wrap="none" anchor="ctr"/>
          <a:lstStyle/>
          <a:p>
            <a:endParaRPr lang="en-US" dirty="0">
              <a:latin typeface="微软雅黑 Light" panose="020B0502040204020203" pitchFamily="34" charset="-122"/>
              <a:sym typeface="Exo 2 Light" panose="00000400000000000000" pitchFamily="50" charset="0"/>
            </a:endParaRPr>
          </a:p>
        </p:txBody>
      </p:sp>
      <p:sp>
        <p:nvSpPr>
          <p:cNvPr id="7" name="TextBox 26">
            <a:extLst>
              <a:ext uri="{FF2B5EF4-FFF2-40B4-BE49-F238E27FC236}">
                <a16:creationId xmlns:a16="http://schemas.microsoft.com/office/drawing/2014/main" id="{7D80F13B-F800-4F65-9D06-0B1624B47232}"/>
              </a:ext>
            </a:extLst>
          </p:cNvPr>
          <p:cNvSpPr txBox="1"/>
          <p:nvPr userDrawn="1"/>
        </p:nvSpPr>
        <p:spPr>
          <a:xfrm>
            <a:off x="9387799" y="217993"/>
            <a:ext cx="1723549" cy="469359"/>
          </a:xfrm>
          <a:prstGeom prst="rect">
            <a:avLst/>
          </a:prstGeom>
          <a:noFill/>
        </p:spPr>
        <p:txBody>
          <a:bodyPr wrap="none" rtlCol="0">
            <a:spAutoFit/>
          </a:bodyPr>
          <a:lstStyle/>
          <a:p>
            <a:pPr algn="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Exo 2 Semi" charset="0"/>
              </a:rPr>
              <a:t>虚拟局域网</a:t>
            </a:r>
            <a:endParaRPr 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Exo 2 Semi" charset="0"/>
            </a:endParaRPr>
          </a:p>
          <a:p>
            <a:pPr algn="r"/>
            <a:r>
              <a:rPr lang="en-US" altLang="zh-CN" sz="1050" i="1" spc="600" dirty="0">
                <a:solidFill>
                  <a:schemeClr val="tx1">
                    <a:lumMod val="75000"/>
                    <a:lumOff val="25000"/>
                  </a:schemeClr>
                </a:solidFill>
                <a:latin typeface="微软雅黑 Light" panose="020B0502040204020203" pitchFamily="34" charset="-122"/>
                <a:ea typeface="Exo 2 Thin" charset="0"/>
                <a:cs typeface="Exo 2 Thin" charset="0"/>
                <a:sym typeface="Exo 2 Light" panose="00000400000000000000" pitchFamily="50" charset="0"/>
              </a:rPr>
              <a:t>Virtual LAN</a:t>
            </a:r>
            <a:endParaRPr lang="en-US" sz="1050" i="1" spc="600" dirty="0">
              <a:solidFill>
                <a:schemeClr val="tx1">
                  <a:lumMod val="75000"/>
                  <a:lumOff val="25000"/>
                </a:schemeClr>
              </a:solidFill>
              <a:latin typeface="微软雅黑 Light" panose="020B0502040204020203" pitchFamily="34" charset="-122"/>
              <a:ea typeface="Exo 2 Thin" charset="0"/>
              <a:cs typeface="Exo 2 Thin" charset="0"/>
              <a:sym typeface="Exo 2 Light" panose="00000400000000000000" pitchFamily="50" charset="0"/>
            </a:endParaRPr>
          </a:p>
        </p:txBody>
      </p:sp>
      <p:grpSp>
        <p:nvGrpSpPr>
          <p:cNvPr id="2" name="组合 1">
            <a:extLst>
              <a:ext uri="{FF2B5EF4-FFF2-40B4-BE49-F238E27FC236}">
                <a16:creationId xmlns:a16="http://schemas.microsoft.com/office/drawing/2014/main" id="{291D3506-0292-4815-9AC2-FC57A8708B5E}"/>
              </a:ext>
            </a:extLst>
          </p:cNvPr>
          <p:cNvGrpSpPr/>
          <p:nvPr userDrawn="1"/>
        </p:nvGrpSpPr>
        <p:grpSpPr>
          <a:xfrm>
            <a:off x="0" y="0"/>
            <a:ext cx="7711084" cy="941457"/>
            <a:chOff x="-14417" y="-36940"/>
            <a:chExt cx="7711084" cy="941457"/>
          </a:xfrm>
        </p:grpSpPr>
        <p:sp>
          <p:nvSpPr>
            <p:cNvPr id="11" name="椭圆 10">
              <a:extLst>
                <a:ext uri="{FF2B5EF4-FFF2-40B4-BE49-F238E27FC236}">
                  <a16:creationId xmlns:a16="http://schemas.microsoft.com/office/drawing/2014/main" id="{1E70C58A-5A85-4832-B6D7-16830C470707}"/>
                </a:ext>
              </a:extLst>
            </p:cNvPr>
            <p:cNvSpPr/>
            <p:nvPr/>
          </p:nvSpPr>
          <p:spPr>
            <a:xfrm rot="374285">
              <a:off x="6100494" y="535640"/>
              <a:ext cx="95082" cy="90944"/>
            </a:xfrm>
            <a:prstGeom prst="ellipse">
              <a:avLst/>
            </a:prstGeom>
            <a:solidFill>
              <a:schemeClr val="accent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12" name="椭圆 11">
              <a:extLst>
                <a:ext uri="{FF2B5EF4-FFF2-40B4-BE49-F238E27FC236}">
                  <a16:creationId xmlns:a16="http://schemas.microsoft.com/office/drawing/2014/main" id="{DC82F87F-1BF8-46C1-A5E3-DA3CF824850F}"/>
                </a:ext>
              </a:extLst>
            </p:cNvPr>
            <p:cNvSpPr/>
            <p:nvPr/>
          </p:nvSpPr>
          <p:spPr>
            <a:xfrm rot="374285">
              <a:off x="5448352" y="699694"/>
              <a:ext cx="132525" cy="12675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13" name="椭圆 12">
              <a:extLst>
                <a:ext uri="{FF2B5EF4-FFF2-40B4-BE49-F238E27FC236}">
                  <a16:creationId xmlns:a16="http://schemas.microsoft.com/office/drawing/2014/main" id="{614CD21A-C39D-4795-83CD-774FD349585D}"/>
                </a:ext>
              </a:extLst>
            </p:cNvPr>
            <p:cNvSpPr/>
            <p:nvPr/>
          </p:nvSpPr>
          <p:spPr>
            <a:xfrm rot="374285">
              <a:off x="3572722" y="604289"/>
              <a:ext cx="115820" cy="11077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14" name="椭圆 13">
              <a:extLst>
                <a:ext uri="{FF2B5EF4-FFF2-40B4-BE49-F238E27FC236}">
                  <a16:creationId xmlns:a16="http://schemas.microsoft.com/office/drawing/2014/main" id="{EB2837F6-1D7D-46DA-8111-809E9C8B0A67}"/>
                </a:ext>
              </a:extLst>
            </p:cNvPr>
            <p:cNvSpPr/>
            <p:nvPr/>
          </p:nvSpPr>
          <p:spPr>
            <a:xfrm rot="374285">
              <a:off x="2820174" y="763680"/>
              <a:ext cx="132525" cy="12675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15" name="椭圆 14">
              <a:extLst>
                <a:ext uri="{FF2B5EF4-FFF2-40B4-BE49-F238E27FC236}">
                  <a16:creationId xmlns:a16="http://schemas.microsoft.com/office/drawing/2014/main" id="{01AB2BC1-E267-4710-B496-D53DA744DE30}"/>
                </a:ext>
              </a:extLst>
            </p:cNvPr>
            <p:cNvSpPr/>
            <p:nvPr/>
          </p:nvSpPr>
          <p:spPr>
            <a:xfrm rot="374285">
              <a:off x="3117822" y="315295"/>
              <a:ext cx="95082" cy="90944"/>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16" name="椭圆 15">
              <a:extLst>
                <a:ext uri="{FF2B5EF4-FFF2-40B4-BE49-F238E27FC236}">
                  <a16:creationId xmlns:a16="http://schemas.microsoft.com/office/drawing/2014/main" id="{6E02D594-6540-4CD5-9CDE-9001117B20E9}"/>
                </a:ext>
              </a:extLst>
            </p:cNvPr>
            <p:cNvSpPr/>
            <p:nvPr/>
          </p:nvSpPr>
          <p:spPr>
            <a:xfrm rot="374285">
              <a:off x="2354876" y="555089"/>
              <a:ext cx="95082" cy="90944"/>
            </a:xfrm>
            <a:prstGeom prst="ellipse">
              <a:avLst/>
            </a:prstGeom>
            <a:solidFill>
              <a:schemeClr val="accent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17" name="椭圆 16">
              <a:extLst>
                <a:ext uri="{FF2B5EF4-FFF2-40B4-BE49-F238E27FC236}">
                  <a16:creationId xmlns:a16="http://schemas.microsoft.com/office/drawing/2014/main" id="{D7450177-3DC4-4063-9A91-85BDBC7A780E}"/>
                </a:ext>
              </a:extLst>
            </p:cNvPr>
            <p:cNvSpPr/>
            <p:nvPr/>
          </p:nvSpPr>
          <p:spPr>
            <a:xfrm rot="374285">
              <a:off x="1154955" y="777760"/>
              <a:ext cx="132525" cy="12675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18" name="椭圆 17">
              <a:extLst>
                <a:ext uri="{FF2B5EF4-FFF2-40B4-BE49-F238E27FC236}">
                  <a16:creationId xmlns:a16="http://schemas.microsoft.com/office/drawing/2014/main" id="{CB691F92-4285-438C-8B71-569CDBA913BC}"/>
                </a:ext>
              </a:extLst>
            </p:cNvPr>
            <p:cNvSpPr/>
            <p:nvPr/>
          </p:nvSpPr>
          <p:spPr>
            <a:xfrm rot="374285">
              <a:off x="230848" y="707083"/>
              <a:ext cx="92438" cy="88415"/>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19" name="椭圆 18">
              <a:extLst>
                <a:ext uri="{FF2B5EF4-FFF2-40B4-BE49-F238E27FC236}">
                  <a16:creationId xmlns:a16="http://schemas.microsoft.com/office/drawing/2014/main" id="{07D649CF-34AF-43C0-80EE-504F388BEB1A}"/>
                </a:ext>
              </a:extLst>
            </p:cNvPr>
            <p:cNvSpPr/>
            <p:nvPr/>
          </p:nvSpPr>
          <p:spPr>
            <a:xfrm rot="374285">
              <a:off x="460358" y="447685"/>
              <a:ext cx="132525" cy="126757"/>
            </a:xfrm>
            <a:prstGeom prst="ellipse">
              <a:avLst/>
            </a:prstGeom>
            <a:solidFill>
              <a:schemeClr val="accent2">
                <a:lumMod val="40000"/>
                <a:lumOff val="60000"/>
                <a:alpha val="5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20" name="椭圆 19">
              <a:extLst>
                <a:ext uri="{FF2B5EF4-FFF2-40B4-BE49-F238E27FC236}">
                  <a16:creationId xmlns:a16="http://schemas.microsoft.com/office/drawing/2014/main" id="{6C3BC982-0A71-4DAD-AC1C-2DEA049913C3}"/>
                </a:ext>
              </a:extLst>
            </p:cNvPr>
            <p:cNvSpPr/>
            <p:nvPr/>
          </p:nvSpPr>
          <p:spPr>
            <a:xfrm rot="374285">
              <a:off x="1381001" y="389323"/>
              <a:ext cx="132525" cy="126757"/>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21" name="椭圆 20">
              <a:extLst>
                <a:ext uri="{FF2B5EF4-FFF2-40B4-BE49-F238E27FC236}">
                  <a16:creationId xmlns:a16="http://schemas.microsoft.com/office/drawing/2014/main" id="{177E03B8-1E2B-4537-A018-26391B9575C4}"/>
                </a:ext>
              </a:extLst>
            </p:cNvPr>
            <p:cNvSpPr/>
            <p:nvPr/>
          </p:nvSpPr>
          <p:spPr>
            <a:xfrm rot="374285">
              <a:off x="4997785" y="730304"/>
              <a:ext cx="132220" cy="126465"/>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22" name="椭圆 21">
              <a:extLst>
                <a:ext uri="{FF2B5EF4-FFF2-40B4-BE49-F238E27FC236}">
                  <a16:creationId xmlns:a16="http://schemas.microsoft.com/office/drawing/2014/main" id="{1592E938-A3ED-44EC-93E9-1785BE2E4EDD}"/>
                </a:ext>
              </a:extLst>
            </p:cNvPr>
            <p:cNvSpPr/>
            <p:nvPr/>
          </p:nvSpPr>
          <p:spPr>
            <a:xfrm rot="374285">
              <a:off x="6753757" y="-36940"/>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23" name="椭圆 22">
              <a:extLst>
                <a:ext uri="{FF2B5EF4-FFF2-40B4-BE49-F238E27FC236}">
                  <a16:creationId xmlns:a16="http://schemas.microsoft.com/office/drawing/2014/main" id="{CDCEBC96-4EF5-41F1-9446-466FFB5DC9CD}"/>
                </a:ext>
              </a:extLst>
            </p:cNvPr>
            <p:cNvSpPr/>
            <p:nvPr/>
          </p:nvSpPr>
          <p:spPr>
            <a:xfrm rot="374285">
              <a:off x="5282589" y="230150"/>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24" name="椭圆 23">
              <a:extLst>
                <a:ext uri="{FF2B5EF4-FFF2-40B4-BE49-F238E27FC236}">
                  <a16:creationId xmlns:a16="http://schemas.microsoft.com/office/drawing/2014/main" id="{B0785AE5-CD30-41AA-ACB0-765EB9154018}"/>
                </a:ext>
              </a:extLst>
            </p:cNvPr>
            <p:cNvSpPr/>
            <p:nvPr/>
          </p:nvSpPr>
          <p:spPr>
            <a:xfrm rot="374285">
              <a:off x="2154598" y="204617"/>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25" name="椭圆 24">
              <a:extLst>
                <a:ext uri="{FF2B5EF4-FFF2-40B4-BE49-F238E27FC236}">
                  <a16:creationId xmlns:a16="http://schemas.microsoft.com/office/drawing/2014/main" id="{4F9C78BD-7254-43D0-B63D-81A0C10A2BC2}"/>
                </a:ext>
              </a:extLst>
            </p:cNvPr>
            <p:cNvSpPr/>
            <p:nvPr/>
          </p:nvSpPr>
          <p:spPr>
            <a:xfrm rot="374285">
              <a:off x="911533" y="118983"/>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26" name="椭圆 25">
              <a:extLst>
                <a:ext uri="{FF2B5EF4-FFF2-40B4-BE49-F238E27FC236}">
                  <a16:creationId xmlns:a16="http://schemas.microsoft.com/office/drawing/2014/main" id="{200D9AED-3611-4A19-A09B-53C3B2A2818F}"/>
                </a:ext>
              </a:extLst>
            </p:cNvPr>
            <p:cNvSpPr/>
            <p:nvPr/>
          </p:nvSpPr>
          <p:spPr>
            <a:xfrm rot="374285">
              <a:off x="3816520" y="284247"/>
              <a:ext cx="107744" cy="103054"/>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27" name="椭圆 26">
              <a:extLst>
                <a:ext uri="{FF2B5EF4-FFF2-40B4-BE49-F238E27FC236}">
                  <a16:creationId xmlns:a16="http://schemas.microsoft.com/office/drawing/2014/main" id="{A6F858B9-2052-4F86-BC88-E78AD36ED096}"/>
                </a:ext>
              </a:extLst>
            </p:cNvPr>
            <p:cNvSpPr/>
            <p:nvPr/>
          </p:nvSpPr>
          <p:spPr>
            <a:xfrm rot="374285">
              <a:off x="4415537" y="495109"/>
              <a:ext cx="102912" cy="98432"/>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28" name="椭圆 27">
              <a:extLst>
                <a:ext uri="{FF2B5EF4-FFF2-40B4-BE49-F238E27FC236}">
                  <a16:creationId xmlns:a16="http://schemas.microsoft.com/office/drawing/2014/main" id="{6BCFA25F-2B9D-4F6E-B38B-19F53F45D1CF}"/>
                </a:ext>
              </a:extLst>
            </p:cNvPr>
            <p:cNvSpPr/>
            <p:nvPr/>
          </p:nvSpPr>
          <p:spPr>
            <a:xfrm rot="374285">
              <a:off x="7272713" y="207833"/>
              <a:ext cx="132525" cy="126757"/>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cxnSp>
          <p:nvCxnSpPr>
            <p:cNvPr id="29" name="直接连接符 28">
              <a:extLst>
                <a:ext uri="{FF2B5EF4-FFF2-40B4-BE49-F238E27FC236}">
                  <a16:creationId xmlns:a16="http://schemas.microsoft.com/office/drawing/2014/main" id="{EF57988D-049C-4D78-A536-99EC4D0BAB04}"/>
                </a:ext>
              </a:extLst>
            </p:cNvPr>
            <p:cNvCxnSpPr>
              <a:cxnSpLocks/>
              <a:stCxn id="11" idx="6"/>
              <a:endCxn id="28" idx="2"/>
            </p:cNvCxnSpPr>
            <p:nvPr/>
          </p:nvCxnSpPr>
          <p:spPr>
            <a:xfrm rot="10800000" flipH="1">
              <a:off x="6195295" y="264325"/>
              <a:ext cx="1077810" cy="32172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7F3D42FA-2034-4BBA-AFD3-B3C0A5A65D39}"/>
                </a:ext>
              </a:extLst>
            </p:cNvPr>
            <p:cNvCxnSpPr>
              <a:cxnSpLocks/>
              <a:stCxn id="11" idx="2"/>
              <a:endCxn id="12" idx="6"/>
            </p:cNvCxnSpPr>
            <p:nvPr/>
          </p:nvCxnSpPr>
          <p:spPr>
            <a:xfrm rot="10800000" flipV="1">
              <a:off x="5580485" y="576170"/>
              <a:ext cx="520291" cy="19378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0B24ED17-C590-4CB2-B1A4-6D7EC6DCA772}"/>
                </a:ext>
              </a:extLst>
            </p:cNvPr>
            <p:cNvCxnSpPr>
              <a:cxnSpLocks/>
              <a:stCxn id="22" idx="3"/>
              <a:endCxn id="11" idx="0"/>
            </p:cNvCxnSpPr>
            <p:nvPr/>
          </p:nvCxnSpPr>
          <p:spPr>
            <a:xfrm flipH="1">
              <a:off x="6152976" y="33463"/>
              <a:ext cx="610924" cy="50244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99834F15-9349-468B-B5E5-8659E935A5A2}"/>
                </a:ext>
              </a:extLst>
            </p:cNvPr>
            <p:cNvCxnSpPr>
              <a:cxnSpLocks/>
              <a:stCxn id="19" idx="5"/>
              <a:endCxn id="17" idx="1"/>
            </p:cNvCxnSpPr>
            <p:nvPr/>
          </p:nvCxnSpPr>
          <p:spPr>
            <a:xfrm rot="10800000" flipH="1" flipV="1">
              <a:off x="568107" y="560483"/>
              <a:ext cx="611625" cy="23123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A336D1BB-3A65-4649-9B52-09502722C357}"/>
                </a:ext>
              </a:extLst>
            </p:cNvPr>
            <p:cNvCxnSpPr>
              <a:cxnSpLocks/>
              <a:stCxn id="17" idx="3"/>
              <a:endCxn id="18" idx="4"/>
            </p:cNvCxnSpPr>
            <p:nvPr/>
          </p:nvCxnSpPr>
          <p:spPr>
            <a:xfrm rot="10800000">
              <a:off x="272045" y="795236"/>
              <a:ext cx="897505" cy="855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830AE0D1-FDFD-46A6-829E-66306B877083}"/>
                </a:ext>
              </a:extLst>
            </p:cNvPr>
            <p:cNvCxnSpPr>
              <a:cxnSpLocks/>
              <a:stCxn id="20" idx="4"/>
              <a:endCxn id="17" idx="7"/>
            </p:cNvCxnSpPr>
            <p:nvPr/>
          </p:nvCxnSpPr>
          <p:spPr>
            <a:xfrm rot="10800000" flipV="1">
              <a:off x="1272886" y="515705"/>
              <a:ext cx="167178" cy="2857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6AA5C445-D90A-4189-A07F-D15BA880046F}"/>
                </a:ext>
              </a:extLst>
            </p:cNvPr>
            <p:cNvCxnSpPr>
              <a:cxnSpLocks/>
              <a:stCxn id="23" idx="4"/>
              <a:endCxn id="12" idx="0"/>
            </p:cNvCxnSpPr>
            <p:nvPr/>
          </p:nvCxnSpPr>
          <p:spPr>
            <a:xfrm rot="10800000" flipH="1" flipV="1">
              <a:off x="5323023" y="316672"/>
              <a:ext cx="198791" cy="38339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30F8A100-95DF-45C4-A02E-0C8C46B4314C}"/>
                </a:ext>
              </a:extLst>
            </p:cNvPr>
            <p:cNvCxnSpPr>
              <a:cxnSpLocks/>
              <a:stCxn id="26" idx="6"/>
              <a:endCxn id="27" idx="1"/>
            </p:cNvCxnSpPr>
            <p:nvPr/>
          </p:nvCxnSpPr>
          <p:spPr>
            <a:xfrm rot="10800000" flipH="1" flipV="1">
              <a:off x="3923944" y="341373"/>
              <a:ext cx="510832" cy="16457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DDDDB52B-FF38-4869-8A0D-494CE5550BDB}"/>
                </a:ext>
              </a:extLst>
            </p:cNvPr>
            <p:cNvCxnSpPr>
              <a:cxnSpLocks/>
              <a:stCxn id="16" idx="7"/>
              <a:endCxn id="15" idx="2"/>
            </p:cNvCxnSpPr>
            <p:nvPr/>
          </p:nvCxnSpPr>
          <p:spPr>
            <a:xfrm rot="10800000" flipH="1">
              <a:off x="2439488" y="355825"/>
              <a:ext cx="678616" cy="21626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37">
              <a:extLst>
                <a:ext uri="{FF2B5EF4-FFF2-40B4-BE49-F238E27FC236}">
                  <a16:creationId xmlns:a16="http://schemas.microsoft.com/office/drawing/2014/main" id="{F63548ED-507F-4F3D-836C-81039DF3B1E7}"/>
                </a:ext>
              </a:extLst>
            </p:cNvPr>
            <p:cNvCxnSpPr>
              <a:cxnSpLocks/>
              <a:stCxn id="17" idx="6"/>
              <a:endCxn id="16" idx="3"/>
            </p:cNvCxnSpPr>
            <p:nvPr/>
          </p:nvCxnSpPr>
          <p:spPr>
            <a:xfrm rot="10800000" flipH="1">
              <a:off x="1287088" y="629030"/>
              <a:ext cx="1078260" cy="21899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719E4C08-CB97-4EC4-A528-10913EA80E69}"/>
                </a:ext>
              </a:extLst>
            </p:cNvPr>
            <p:cNvCxnSpPr>
              <a:cxnSpLocks/>
              <a:stCxn id="23" idx="6"/>
              <a:endCxn id="11" idx="1"/>
            </p:cNvCxnSpPr>
            <p:nvPr/>
          </p:nvCxnSpPr>
          <p:spPr>
            <a:xfrm rot="10800000" flipH="1" flipV="1">
              <a:off x="5373048" y="278254"/>
              <a:ext cx="745223" cy="26740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F1511854-D175-4227-8D60-EBAF0717F6DD}"/>
                </a:ext>
              </a:extLst>
            </p:cNvPr>
            <p:cNvCxnSpPr>
              <a:cxnSpLocks/>
              <a:stCxn id="23" idx="3"/>
              <a:endCxn id="21" idx="0"/>
            </p:cNvCxnSpPr>
            <p:nvPr/>
          </p:nvCxnSpPr>
          <p:spPr>
            <a:xfrm rot="10800000" flipV="1">
              <a:off x="5071079" y="300704"/>
              <a:ext cx="221502" cy="42997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1" name="直接连接符 40">
              <a:extLst>
                <a:ext uri="{FF2B5EF4-FFF2-40B4-BE49-F238E27FC236}">
                  <a16:creationId xmlns:a16="http://schemas.microsoft.com/office/drawing/2014/main" id="{176E4B19-9F97-4F83-AA6D-5A8CBE468573}"/>
                </a:ext>
              </a:extLst>
            </p:cNvPr>
            <p:cNvCxnSpPr>
              <a:cxnSpLocks/>
              <a:stCxn id="13" idx="3"/>
              <a:endCxn id="14" idx="6"/>
            </p:cNvCxnSpPr>
            <p:nvPr/>
          </p:nvCxnSpPr>
          <p:spPr>
            <a:xfrm rot="10800000" flipV="1">
              <a:off x="2952307" y="694356"/>
              <a:ext cx="633169" cy="13959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2" name="直接连接符 41">
              <a:extLst>
                <a:ext uri="{FF2B5EF4-FFF2-40B4-BE49-F238E27FC236}">
                  <a16:creationId xmlns:a16="http://schemas.microsoft.com/office/drawing/2014/main" id="{57A9D0DD-9F1B-4A1A-B7F1-B6E664603E79}"/>
                </a:ext>
              </a:extLst>
            </p:cNvPr>
            <p:cNvCxnSpPr>
              <a:cxnSpLocks/>
              <a:stCxn id="15" idx="4"/>
              <a:endCxn id="14" idx="7"/>
            </p:cNvCxnSpPr>
            <p:nvPr/>
          </p:nvCxnSpPr>
          <p:spPr>
            <a:xfrm rot="10800000" flipV="1">
              <a:off x="2938105" y="405969"/>
              <a:ext cx="222092" cy="38141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7C284FBF-DF36-40EF-86F6-16AC04A270E2}"/>
                </a:ext>
              </a:extLst>
            </p:cNvPr>
            <p:cNvCxnSpPr>
              <a:cxnSpLocks/>
              <a:stCxn id="16" idx="5"/>
              <a:endCxn id="14" idx="2"/>
            </p:cNvCxnSpPr>
            <p:nvPr/>
          </p:nvCxnSpPr>
          <p:spPr>
            <a:xfrm rot="10800000" flipH="1" flipV="1">
              <a:off x="2432182" y="636017"/>
              <a:ext cx="388385" cy="18415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1383EE05-8E61-4A85-A91D-D1417FCC1D5F}"/>
                </a:ext>
              </a:extLst>
            </p:cNvPr>
            <p:cNvCxnSpPr>
              <a:cxnSpLocks/>
              <a:stCxn id="20" idx="6"/>
              <a:endCxn id="16" idx="1"/>
            </p:cNvCxnSpPr>
            <p:nvPr/>
          </p:nvCxnSpPr>
          <p:spPr>
            <a:xfrm rot="10800000" flipH="1" flipV="1">
              <a:off x="1513134" y="459588"/>
              <a:ext cx="859519" cy="1055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88A049FF-C96C-460A-B2CD-FFC3F6D73658}"/>
                </a:ext>
              </a:extLst>
            </p:cNvPr>
            <p:cNvCxnSpPr>
              <a:cxnSpLocks/>
              <a:stCxn id="24" idx="2"/>
              <a:endCxn id="20" idx="7"/>
            </p:cNvCxnSpPr>
            <p:nvPr/>
          </p:nvCxnSpPr>
          <p:spPr>
            <a:xfrm rot="10800000" flipV="1">
              <a:off x="1498932" y="243291"/>
              <a:ext cx="655935" cy="16973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706D5248-8E0C-47C8-A71F-38D641918AF8}"/>
                </a:ext>
              </a:extLst>
            </p:cNvPr>
            <p:cNvCxnSpPr>
              <a:cxnSpLocks/>
              <a:stCxn id="23" idx="2"/>
              <a:endCxn id="27" idx="7"/>
            </p:cNvCxnSpPr>
            <p:nvPr/>
          </p:nvCxnSpPr>
          <p:spPr>
            <a:xfrm rot="10800000" flipV="1">
              <a:off x="4507115" y="268825"/>
              <a:ext cx="775742" cy="2446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ADAE38AF-A576-42C8-8850-5F9F0F06D3FA}"/>
                </a:ext>
              </a:extLst>
            </p:cNvPr>
            <p:cNvCxnSpPr>
              <a:cxnSpLocks/>
              <a:stCxn id="22" idx="2"/>
              <a:endCxn id="23" idx="7"/>
            </p:cNvCxnSpPr>
            <p:nvPr/>
          </p:nvCxnSpPr>
          <p:spPr>
            <a:xfrm flipH="1">
              <a:off x="5363173" y="1520"/>
              <a:ext cx="1390853" cy="24500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a16="http://schemas.microsoft.com/office/drawing/2014/main" id="{6B8FE99F-F5FC-4420-B37A-75F109AE28D7}"/>
                </a:ext>
              </a:extLst>
            </p:cNvPr>
            <p:cNvCxnSpPr>
              <a:cxnSpLocks/>
              <a:stCxn id="27" idx="5"/>
              <a:endCxn id="21" idx="2"/>
            </p:cNvCxnSpPr>
            <p:nvPr/>
          </p:nvCxnSpPr>
          <p:spPr>
            <a:xfrm rot="10800000" flipH="1" flipV="1">
              <a:off x="4499208" y="582701"/>
              <a:ext cx="498968" cy="20396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75EA1E4D-310E-4749-B60D-9B05C967D9B0}"/>
                </a:ext>
              </a:extLst>
            </p:cNvPr>
            <p:cNvCxnSpPr>
              <a:cxnSpLocks/>
              <a:stCxn id="24" idx="5"/>
              <a:endCxn id="16" idx="0"/>
            </p:cNvCxnSpPr>
            <p:nvPr/>
          </p:nvCxnSpPr>
          <p:spPr>
            <a:xfrm rot="10800000" flipH="1" flipV="1">
              <a:off x="2228363" y="281838"/>
              <a:ext cx="179221" cy="27352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4F1EBD42-7758-4DD4-B8E1-8C41CBFEDC0F}"/>
                </a:ext>
              </a:extLst>
            </p:cNvPr>
            <p:cNvCxnSpPr>
              <a:cxnSpLocks/>
            </p:cNvCxnSpPr>
            <p:nvPr/>
          </p:nvCxnSpPr>
          <p:spPr>
            <a:xfrm>
              <a:off x="2938105" y="-6871"/>
              <a:ext cx="205887" cy="32959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1" name="直接连接符 50">
              <a:extLst>
                <a:ext uri="{FF2B5EF4-FFF2-40B4-BE49-F238E27FC236}">
                  <a16:creationId xmlns:a16="http://schemas.microsoft.com/office/drawing/2014/main" id="{FDB5DFAE-307D-4F16-BF3B-C5F160B3D503}"/>
                </a:ext>
              </a:extLst>
            </p:cNvPr>
            <p:cNvCxnSpPr>
              <a:cxnSpLocks/>
            </p:cNvCxnSpPr>
            <p:nvPr/>
          </p:nvCxnSpPr>
          <p:spPr>
            <a:xfrm>
              <a:off x="9952" y="0"/>
              <a:ext cx="499185" cy="45842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518921FA-0CC5-4DF5-B3EC-CB661C7EB6BB}"/>
                </a:ext>
              </a:extLst>
            </p:cNvPr>
            <p:cNvCxnSpPr>
              <a:cxnSpLocks/>
              <a:stCxn id="13" idx="6"/>
              <a:endCxn id="27" idx="3"/>
            </p:cNvCxnSpPr>
            <p:nvPr/>
          </p:nvCxnSpPr>
          <p:spPr>
            <a:xfrm rot="10800000" flipH="1">
              <a:off x="3688198" y="575139"/>
              <a:ext cx="738672" cy="9055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295C4407-68F4-456A-A554-50261B51366A}"/>
                </a:ext>
              </a:extLst>
            </p:cNvPr>
            <p:cNvCxnSpPr>
              <a:cxnSpLocks/>
              <a:stCxn id="13" idx="0"/>
              <a:endCxn id="26" idx="3"/>
            </p:cNvCxnSpPr>
            <p:nvPr/>
          </p:nvCxnSpPr>
          <p:spPr>
            <a:xfrm rot="10800000" flipH="1">
              <a:off x="3636924" y="368034"/>
              <a:ext cx="191461" cy="2365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892379BE-F813-4A7D-8340-42365B6A55DA}"/>
                </a:ext>
              </a:extLst>
            </p:cNvPr>
            <p:cNvCxnSpPr>
              <a:cxnSpLocks/>
              <a:stCxn id="13" idx="1"/>
              <a:endCxn id="15" idx="5"/>
            </p:cNvCxnSpPr>
            <p:nvPr/>
          </p:nvCxnSpPr>
          <p:spPr>
            <a:xfrm rot="10800000">
              <a:off x="3195128" y="396223"/>
              <a:ext cx="399247" cy="22026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 name="直接连接符 54">
              <a:extLst>
                <a:ext uri="{FF2B5EF4-FFF2-40B4-BE49-F238E27FC236}">
                  <a16:creationId xmlns:a16="http://schemas.microsoft.com/office/drawing/2014/main" id="{8C25CA83-739A-45BB-9832-DEE30BADFDB4}"/>
                </a:ext>
              </a:extLst>
            </p:cNvPr>
            <p:cNvCxnSpPr>
              <a:cxnSpLocks/>
              <a:endCxn id="15" idx="7"/>
            </p:cNvCxnSpPr>
            <p:nvPr/>
          </p:nvCxnSpPr>
          <p:spPr>
            <a:xfrm rot="10800000" flipV="1">
              <a:off x="3202434" y="312775"/>
              <a:ext cx="635159" cy="1952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 name="直接连接符 55">
              <a:extLst>
                <a:ext uri="{FF2B5EF4-FFF2-40B4-BE49-F238E27FC236}">
                  <a16:creationId xmlns:a16="http://schemas.microsoft.com/office/drawing/2014/main" id="{3E807B79-5434-4949-8936-50FCA93E0E43}"/>
                </a:ext>
              </a:extLst>
            </p:cNvPr>
            <p:cNvCxnSpPr>
              <a:cxnSpLocks/>
              <a:stCxn id="26" idx="7"/>
            </p:cNvCxnSpPr>
            <p:nvPr/>
          </p:nvCxnSpPr>
          <p:spPr>
            <a:xfrm rot="10800000" flipH="1">
              <a:off x="3912398" y="-6870"/>
              <a:ext cx="456197" cy="3103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 name="直接连接符 56">
              <a:extLst>
                <a:ext uri="{FF2B5EF4-FFF2-40B4-BE49-F238E27FC236}">
                  <a16:creationId xmlns:a16="http://schemas.microsoft.com/office/drawing/2014/main" id="{2728192E-902E-423E-B8CF-43B2D5A20881}"/>
                </a:ext>
              </a:extLst>
            </p:cNvPr>
            <p:cNvCxnSpPr>
              <a:cxnSpLocks/>
              <a:endCxn id="26" idx="0"/>
            </p:cNvCxnSpPr>
            <p:nvPr/>
          </p:nvCxnSpPr>
          <p:spPr>
            <a:xfrm>
              <a:off x="3688198" y="-6871"/>
              <a:ext cx="187793" cy="29142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 name="直接连接符 57">
              <a:extLst>
                <a:ext uri="{FF2B5EF4-FFF2-40B4-BE49-F238E27FC236}">
                  <a16:creationId xmlns:a16="http://schemas.microsoft.com/office/drawing/2014/main" id="{16CB4E7A-44DB-4A64-93F2-BB06DBC99A07}"/>
                </a:ext>
              </a:extLst>
            </p:cNvPr>
            <p:cNvCxnSpPr>
              <a:cxnSpLocks/>
              <a:stCxn id="19" idx="7"/>
              <a:endCxn id="20" idx="2"/>
            </p:cNvCxnSpPr>
            <p:nvPr/>
          </p:nvCxnSpPr>
          <p:spPr>
            <a:xfrm rot="10800000" flipH="1">
              <a:off x="578289" y="445815"/>
              <a:ext cx="803104" cy="2556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 name="直接连接符 58">
              <a:extLst>
                <a:ext uri="{FF2B5EF4-FFF2-40B4-BE49-F238E27FC236}">
                  <a16:creationId xmlns:a16="http://schemas.microsoft.com/office/drawing/2014/main" id="{EDBE1156-FDC8-4DE2-B587-33F0C37EFB69}"/>
                </a:ext>
              </a:extLst>
            </p:cNvPr>
            <p:cNvCxnSpPr>
              <a:cxnSpLocks/>
              <a:stCxn id="19" idx="0"/>
              <a:endCxn id="25" idx="2"/>
            </p:cNvCxnSpPr>
            <p:nvPr/>
          </p:nvCxnSpPr>
          <p:spPr>
            <a:xfrm rot="10800000" flipH="1">
              <a:off x="533821" y="157658"/>
              <a:ext cx="377980" cy="29040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0" name="直接连接符 59">
              <a:extLst>
                <a:ext uri="{FF2B5EF4-FFF2-40B4-BE49-F238E27FC236}">
                  <a16:creationId xmlns:a16="http://schemas.microsoft.com/office/drawing/2014/main" id="{F0E83090-2481-476D-ACEF-A67D7B5914B7}"/>
                </a:ext>
              </a:extLst>
            </p:cNvPr>
            <p:cNvCxnSpPr>
              <a:cxnSpLocks/>
              <a:stCxn id="20" idx="1"/>
              <a:endCxn id="25" idx="6"/>
            </p:cNvCxnSpPr>
            <p:nvPr/>
          </p:nvCxnSpPr>
          <p:spPr>
            <a:xfrm rot="10800000">
              <a:off x="1001992" y="167087"/>
              <a:ext cx="403786" cy="23619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4B1DAAC1-BA9B-409D-970B-A5D12C8596EA}"/>
                </a:ext>
              </a:extLst>
            </p:cNvPr>
            <p:cNvCxnSpPr>
              <a:cxnSpLocks/>
              <a:stCxn id="16" idx="0"/>
            </p:cNvCxnSpPr>
            <p:nvPr/>
          </p:nvCxnSpPr>
          <p:spPr>
            <a:xfrm flipV="1">
              <a:off x="2407358" y="-6871"/>
              <a:ext cx="344155" cy="56222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2" name="直接连接符 61">
              <a:extLst>
                <a:ext uri="{FF2B5EF4-FFF2-40B4-BE49-F238E27FC236}">
                  <a16:creationId xmlns:a16="http://schemas.microsoft.com/office/drawing/2014/main" id="{27500C3F-46B3-4B5C-9EC2-A1949BC93DC9}"/>
                </a:ext>
              </a:extLst>
            </p:cNvPr>
            <p:cNvCxnSpPr>
              <a:cxnSpLocks/>
              <a:stCxn id="24" idx="0"/>
            </p:cNvCxnSpPr>
            <p:nvPr/>
          </p:nvCxnSpPr>
          <p:spPr>
            <a:xfrm flipH="1" flipV="1">
              <a:off x="2111433" y="-6871"/>
              <a:ext cx="93244" cy="2117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3" name="直接连接符 62">
              <a:extLst>
                <a:ext uri="{FF2B5EF4-FFF2-40B4-BE49-F238E27FC236}">
                  <a16:creationId xmlns:a16="http://schemas.microsoft.com/office/drawing/2014/main" id="{388F8415-9756-402F-BE52-8D940D473116}"/>
                </a:ext>
              </a:extLst>
            </p:cNvPr>
            <p:cNvCxnSpPr>
              <a:cxnSpLocks/>
              <a:stCxn id="18" idx="0"/>
              <a:endCxn id="19" idx="3"/>
            </p:cNvCxnSpPr>
            <p:nvPr/>
          </p:nvCxnSpPr>
          <p:spPr>
            <a:xfrm rot="10800000" flipH="1">
              <a:off x="282090" y="550744"/>
              <a:ext cx="192863" cy="15660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4" name="直接连接符 63">
              <a:extLst>
                <a:ext uri="{FF2B5EF4-FFF2-40B4-BE49-F238E27FC236}">
                  <a16:creationId xmlns:a16="http://schemas.microsoft.com/office/drawing/2014/main" id="{20BA3FF9-1E96-463A-BBE8-7EC376F780F2}"/>
                </a:ext>
              </a:extLst>
            </p:cNvPr>
            <p:cNvCxnSpPr>
              <a:cxnSpLocks/>
              <a:stCxn id="18" idx="3"/>
            </p:cNvCxnSpPr>
            <p:nvPr/>
          </p:nvCxnSpPr>
          <p:spPr>
            <a:xfrm flipH="1">
              <a:off x="-14417" y="778814"/>
              <a:ext cx="255599" cy="10200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5853B213-278D-402D-B8CB-B123C2391C51}"/>
                </a:ext>
              </a:extLst>
            </p:cNvPr>
            <p:cNvCxnSpPr>
              <a:cxnSpLocks/>
              <a:endCxn id="27" idx="0"/>
            </p:cNvCxnSpPr>
            <p:nvPr/>
          </p:nvCxnSpPr>
          <p:spPr>
            <a:xfrm rot="10800000" flipV="1">
              <a:off x="4472584" y="-6870"/>
              <a:ext cx="156304" cy="50227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6" name="直接连接符 65">
              <a:extLst>
                <a:ext uri="{FF2B5EF4-FFF2-40B4-BE49-F238E27FC236}">
                  <a16:creationId xmlns:a16="http://schemas.microsoft.com/office/drawing/2014/main" id="{7998B8E8-1748-4FD0-8836-FD7CD490892E}"/>
                </a:ext>
              </a:extLst>
            </p:cNvPr>
            <p:cNvCxnSpPr>
              <a:cxnSpLocks/>
              <a:stCxn id="12" idx="3"/>
              <a:endCxn id="21" idx="6"/>
            </p:cNvCxnSpPr>
            <p:nvPr/>
          </p:nvCxnSpPr>
          <p:spPr>
            <a:xfrm rot="10800000">
              <a:off x="5129614" y="800407"/>
              <a:ext cx="333332" cy="234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EDA45374-C937-4FE7-A5B2-17A39F48B82B}"/>
                </a:ext>
              </a:extLst>
            </p:cNvPr>
            <p:cNvCxnSpPr>
              <a:cxnSpLocks/>
              <a:endCxn id="28" idx="1"/>
            </p:cNvCxnSpPr>
            <p:nvPr/>
          </p:nvCxnSpPr>
          <p:spPr>
            <a:xfrm>
              <a:off x="7202978" y="0"/>
              <a:ext cx="94290" cy="22157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9" name="直接连接符 68">
              <a:extLst>
                <a:ext uri="{FF2B5EF4-FFF2-40B4-BE49-F238E27FC236}">
                  <a16:creationId xmlns:a16="http://schemas.microsoft.com/office/drawing/2014/main" id="{1B6B7628-4AF9-4E43-B218-328CB255493B}"/>
                </a:ext>
              </a:extLst>
            </p:cNvPr>
            <p:cNvCxnSpPr>
              <a:cxnSpLocks/>
              <a:stCxn id="23" idx="1"/>
            </p:cNvCxnSpPr>
            <p:nvPr userDrawn="1"/>
          </p:nvCxnSpPr>
          <p:spPr>
            <a:xfrm flipH="1" flipV="1">
              <a:off x="5136486" y="-6870"/>
              <a:ext cx="162914" cy="246424"/>
            </a:xfrm>
            <a:prstGeom prst="line">
              <a:avLst/>
            </a:prstGeom>
            <a:ln/>
          </p:spPr>
          <p:style>
            <a:lnRef idx="1">
              <a:schemeClr val="accent3"/>
            </a:lnRef>
            <a:fillRef idx="0">
              <a:schemeClr val="accent3"/>
            </a:fillRef>
            <a:effectRef idx="0">
              <a:schemeClr val="accent3"/>
            </a:effectRef>
            <a:fontRef idx="minor">
              <a:schemeClr val="tx1"/>
            </a:fontRef>
          </p:style>
        </p:cxnSp>
        <p:cxnSp>
          <p:nvCxnSpPr>
            <p:cNvPr id="72" name="直接连接符 71">
              <a:extLst>
                <a:ext uri="{FF2B5EF4-FFF2-40B4-BE49-F238E27FC236}">
                  <a16:creationId xmlns:a16="http://schemas.microsoft.com/office/drawing/2014/main" id="{14CAEE0F-D202-4D7A-AAC0-A5409DD85BF2}"/>
                </a:ext>
              </a:extLst>
            </p:cNvPr>
            <p:cNvCxnSpPr>
              <a:cxnSpLocks/>
              <a:stCxn id="25" idx="0"/>
            </p:cNvCxnSpPr>
            <p:nvPr userDrawn="1"/>
          </p:nvCxnSpPr>
          <p:spPr>
            <a:xfrm flipV="1">
              <a:off x="961612" y="0"/>
              <a:ext cx="311274" cy="119240"/>
            </a:xfrm>
            <a:prstGeom prst="line">
              <a:avLst/>
            </a:prstGeom>
            <a:ln/>
          </p:spPr>
          <p:style>
            <a:lnRef idx="1">
              <a:schemeClr val="accent3"/>
            </a:lnRef>
            <a:fillRef idx="0">
              <a:schemeClr val="accent3"/>
            </a:fillRef>
            <a:effectRef idx="0">
              <a:schemeClr val="accent3"/>
            </a:effectRef>
            <a:fontRef idx="minor">
              <a:schemeClr val="tx1"/>
            </a:fontRef>
          </p:style>
        </p:cxnSp>
        <p:cxnSp>
          <p:nvCxnSpPr>
            <p:cNvPr id="80" name="直接连接符 79">
              <a:extLst>
                <a:ext uri="{FF2B5EF4-FFF2-40B4-BE49-F238E27FC236}">
                  <a16:creationId xmlns:a16="http://schemas.microsoft.com/office/drawing/2014/main" id="{028D3624-D8D9-4963-B1CD-9EB136A70384}"/>
                </a:ext>
              </a:extLst>
            </p:cNvPr>
            <p:cNvCxnSpPr>
              <a:cxnSpLocks/>
              <a:stCxn id="28" idx="7"/>
            </p:cNvCxnSpPr>
            <p:nvPr userDrawn="1"/>
          </p:nvCxnSpPr>
          <p:spPr>
            <a:xfrm flipV="1">
              <a:off x="7390422" y="0"/>
              <a:ext cx="306245" cy="231753"/>
            </a:xfrm>
            <a:prstGeom prst="line">
              <a:avLst/>
            </a:prstGeom>
            <a:ln/>
          </p:spPr>
          <p:style>
            <a:lnRef idx="1">
              <a:schemeClr val="accent3"/>
            </a:lnRef>
            <a:fillRef idx="0">
              <a:schemeClr val="accent3"/>
            </a:fillRef>
            <a:effectRef idx="0">
              <a:schemeClr val="accent3"/>
            </a:effectRef>
            <a:fontRef idx="minor">
              <a:schemeClr val="tx1"/>
            </a:fontRef>
          </p:style>
        </p:cxnSp>
      </p:grpSp>
      <p:sp>
        <p:nvSpPr>
          <p:cNvPr id="4" name="文本占位符 3">
            <a:extLst>
              <a:ext uri="{FF2B5EF4-FFF2-40B4-BE49-F238E27FC236}">
                <a16:creationId xmlns:a16="http://schemas.microsoft.com/office/drawing/2014/main" id="{BD20A16C-6066-44BA-846E-4C9C552AD235}"/>
              </a:ext>
            </a:extLst>
          </p:cNvPr>
          <p:cNvSpPr>
            <a:spLocks noGrp="1"/>
          </p:cNvSpPr>
          <p:nvPr>
            <p:ph type="body" sz="quarter" idx="10"/>
          </p:nvPr>
        </p:nvSpPr>
        <p:spPr>
          <a:xfrm>
            <a:off x="318409" y="1162251"/>
            <a:ext cx="11555182" cy="5108065"/>
          </a:xfrm>
        </p:spPr>
        <p:txBody>
          <a:bodyPr/>
          <a:lstStyle/>
          <a:p>
            <a:pPr lvl="0"/>
            <a:r>
              <a:rPr lang="zh-CN" altLang="en-US" dirty="0"/>
              <a:t>单击此处编辑母版文本样式</a:t>
            </a:r>
          </a:p>
          <a:p>
            <a:pPr lvl="1"/>
            <a:r>
              <a:rPr lang="zh-CN" altLang="en-US" dirty="0"/>
              <a:t>二级</a:t>
            </a:r>
          </a:p>
        </p:txBody>
      </p:sp>
    </p:spTree>
    <p:extLst>
      <p:ext uri="{BB962C8B-B14F-4D97-AF65-F5344CB8AC3E}">
        <p14:creationId xmlns:p14="http://schemas.microsoft.com/office/powerpoint/2010/main" val="29958235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思考">
    <p:spTree>
      <p:nvGrpSpPr>
        <p:cNvPr id="1" name=""/>
        <p:cNvGrpSpPr/>
        <p:nvPr/>
      </p:nvGrpSpPr>
      <p:grpSpPr>
        <a:xfrm>
          <a:off x="0" y="0"/>
          <a:ext cx="0" cy="0"/>
          <a:chOff x="0" y="0"/>
          <a:chExt cx="0" cy="0"/>
        </a:xfrm>
      </p:grpSpPr>
      <p:cxnSp>
        <p:nvCxnSpPr>
          <p:cNvPr id="3" name="直接连接符 2">
            <a:extLst>
              <a:ext uri="{FF2B5EF4-FFF2-40B4-BE49-F238E27FC236}">
                <a16:creationId xmlns:a16="http://schemas.microsoft.com/office/drawing/2014/main" id="{5C6BB38E-CE7E-4FCB-9AFC-831E0927AE60}"/>
              </a:ext>
            </a:extLst>
          </p:cNvPr>
          <p:cNvCxnSpPr>
            <a:cxnSpLocks/>
          </p:cNvCxnSpPr>
          <p:nvPr userDrawn="1"/>
        </p:nvCxnSpPr>
        <p:spPr>
          <a:xfrm>
            <a:off x="1056000" y="1047565"/>
            <a:ext cx="10080000" cy="0"/>
          </a:xfrm>
          <a:prstGeom prst="line">
            <a:avLst/>
          </a:prstGeom>
          <a:ln w="12700">
            <a:solidFill>
              <a:srgbClr val="C00000"/>
            </a:solidFill>
            <a:prstDash val="solid"/>
            <a:tailEnd type="none"/>
          </a:ln>
        </p:spPr>
        <p:style>
          <a:lnRef idx="1">
            <a:schemeClr val="accent1"/>
          </a:lnRef>
          <a:fillRef idx="0">
            <a:schemeClr val="accent1"/>
          </a:fillRef>
          <a:effectRef idx="0">
            <a:schemeClr val="accent1"/>
          </a:effectRef>
          <a:fontRef idx="minor">
            <a:schemeClr val="tx1"/>
          </a:fontRef>
        </p:style>
      </p:cxnSp>
      <p:sp>
        <p:nvSpPr>
          <p:cNvPr id="4" name="文本框 3">
            <a:extLst>
              <a:ext uri="{FF2B5EF4-FFF2-40B4-BE49-F238E27FC236}">
                <a16:creationId xmlns:a16="http://schemas.microsoft.com/office/drawing/2014/main" id="{659F1796-2FF8-4C90-9366-A89884FF5C28}"/>
              </a:ext>
            </a:extLst>
          </p:cNvPr>
          <p:cNvSpPr txBox="1"/>
          <p:nvPr userDrawn="1"/>
        </p:nvSpPr>
        <p:spPr>
          <a:xfrm>
            <a:off x="5223402" y="647455"/>
            <a:ext cx="697627" cy="400110"/>
          </a:xfrm>
          <a:prstGeom prst="rect">
            <a:avLst/>
          </a:prstGeom>
          <a:noFill/>
        </p:spPr>
        <p:txBody>
          <a:bodyPr wrap="none" rtlCol="0">
            <a:spAutoFit/>
          </a:bodyPr>
          <a:lstStyle/>
          <a:p>
            <a:pPr algn="ctr"/>
            <a:r>
              <a:rPr lang="zh-CN" altLang="en-US" sz="2000" dirty="0">
                <a:latin typeface="微软雅黑" panose="020B0503020204020204" pitchFamily="34" charset="-122"/>
                <a:ea typeface="微软雅黑" panose="020B0503020204020204" pitchFamily="34" charset="-122"/>
              </a:rPr>
              <a:t>思考</a:t>
            </a:r>
          </a:p>
        </p:txBody>
      </p:sp>
      <p:sp>
        <p:nvSpPr>
          <p:cNvPr id="5" name="文本框 4">
            <a:extLst>
              <a:ext uri="{FF2B5EF4-FFF2-40B4-BE49-F238E27FC236}">
                <a16:creationId xmlns:a16="http://schemas.microsoft.com/office/drawing/2014/main" id="{CCFF4721-C68B-4189-BAEB-B2B0F009FA8C}"/>
              </a:ext>
            </a:extLst>
          </p:cNvPr>
          <p:cNvSpPr txBox="1"/>
          <p:nvPr userDrawn="1"/>
        </p:nvSpPr>
        <p:spPr>
          <a:xfrm>
            <a:off x="5089555" y="1047565"/>
            <a:ext cx="965329" cy="338554"/>
          </a:xfrm>
          <a:prstGeom prst="rect">
            <a:avLst/>
          </a:prstGeom>
          <a:noFill/>
        </p:spPr>
        <p:txBody>
          <a:bodyPr wrap="none" rtlCol="0">
            <a:spAutoFit/>
          </a:bodyPr>
          <a:lstStyle/>
          <a:p>
            <a:pPr algn="ctr"/>
            <a:r>
              <a:rPr lang="en-US" altLang="zh-CN" sz="1600" dirty="0">
                <a:solidFill>
                  <a:schemeClr val="bg2">
                    <a:lumMod val="50000"/>
                  </a:schemeClr>
                </a:solidFill>
                <a:latin typeface="微软雅黑 Light" panose="020B0502040204020203" pitchFamily="34" charset="-122"/>
                <a:ea typeface="微软雅黑 Light" panose="020B0502040204020203" pitchFamily="34" charset="-122"/>
              </a:rPr>
              <a:t>Thinking</a:t>
            </a:r>
            <a:endParaRPr lang="zh-CN" altLang="en-US" sz="1600" dirty="0">
              <a:solidFill>
                <a:schemeClr val="bg2">
                  <a:lumMod val="50000"/>
                </a:schemeClr>
              </a:solidFill>
              <a:latin typeface="微软雅黑 Light" panose="020B0502040204020203" pitchFamily="34" charset="-122"/>
              <a:ea typeface="微软雅黑 Light" panose="020B0502040204020203" pitchFamily="34" charset="-122"/>
            </a:endParaRPr>
          </a:p>
        </p:txBody>
      </p:sp>
      <p:sp useBgFill="1">
        <p:nvSpPr>
          <p:cNvPr id="9" name="弧形 8">
            <a:extLst>
              <a:ext uri="{FF2B5EF4-FFF2-40B4-BE49-F238E27FC236}">
                <a16:creationId xmlns:a16="http://schemas.microsoft.com/office/drawing/2014/main" id="{C9951C8E-1162-4F8A-B6EF-2B37109D6537}"/>
              </a:ext>
            </a:extLst>
          </p:cNvPr>
          <p:cNvSpPr/>
          <p:nvPr userDrawn="1"/>
        </p:nvSpPr>
        <p:spPr>
          <a:xfrm flipV="1">
            <a:off x="6241839" y="713628"/>
            <a:ext cx="720000" cy="720000"/>
          </a:xfrm>
          <a:prstGeom prst="arc">
            <a:avLst>
              <a:gd name="adj1" fmla="val 20347454"/>
              <a:gd name="adj2" fmla="val 12067986"/>
            </a:avLst>
          </a:prstGeom>
          <a:ln w="12700">
            <a:solidFill>
              <a:srgbClr val="C00000"/>
            </a:solidFill>
            <a:prstDash val="solid"/>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pic>
        <p:nvPicPr>
          <p:cNvPr id="6" name="图形 5" descr="灯泡">
            <a:extLst>
              <a:ext uri="{FF2B5EF4-FFF2-40B4-BE49-F238E27FC236}">
                <a16:creationId xmlns:a16="http://schemas.microsoft.com/office/drawing/2014/main" id="{520AECB7-F306-48D9-AA71-5B6CBF9E3718}"/>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241839" y="791452"/>
            <a:ext cx="720000" cy="720000"/>
          </a:xfrm>
          <a:prstGeom prst="rect">
            <a:avLst/>
          </a:prstGeom>
          <a:effectLst>
            <a:outerShdw blurRad="50800" dist="38100" dir="2700000" algn="tl" rotWithShape="0">
              <a:prstClr val="black">
                <a:alpha val="40000"/>
              </a:prstClr>
            </a:outerShdw>
          </a:effectLst>
        </p:spPr>
      </p:pic>
      <p:sp>
        <p:nvSpPr>
          <p:cNvPr id="11" name="文本占位符 10">
            <a:extLst>
              <a:ext uri="{FF2B5EF4-FFF2-40B4-BE49-F238E27FC236}">
                <a16:creationId xmlns:a16="http://schemas.microsoft.com/office/drawing/2014/main" id="{14D4D9D8-E6F6-4AC1-B589-F0D9205827B0}"/>
              </a:ext>
            </a:extLst>
          </p:cNvPr>
          <p:cNvSpPr>
            <a:spLocks noGrp="1"/>
          </p:cNvSpPr>
          <p:nvPr>
            <p:ph type="body" sz="quarter" idx="10"/>
          </p:nvPr>
        </p:nvSpPr>
        <p:spPr>
          <a:xfrm>
            <a:off x="1055999" y="1530545"/>
            <a:ext cx="10079999" cy="4680000"/>
          </a:xfrm>
        </p:spPr>
        <p:txBody>
          <a:bodyPr/>
          <a:lstStyle>
            <a:lvl1pPr algn="just">
              <a:defRPr/>
            </a:lvl1pPr>
            <a:lvl2pPr algn="just">
              <a:defRPr/>
            </a:lvl2pPr>
          </a:lstStyle>
          <a:p>
            <a:pPr lvl="0"/>
            <a:r>
              <a:rPr lang="zh-CN" altLang="en-US" dirty="0"/>
              <a:t>单击此处编辑母版文本样式</a:t>
            </a:r>
          </a:p>
          <a:p>
            <a:pPr lvl="1"/>
            <a:r>
              <a:rPr lang="zh-CN" altLang="en-US" dirty="0"/>
              <a:t>二级</a:t>
            </a:r>
          </a:p>
        </p:txBody>
      </p:sp>
      <p:pic>
        <p:nvPicPr>
          <p:cNvPr id="7" name="图形 6">
            <a:extLst>
              <a:ext uri="{FF2B5EF4-FFF2-40B4-BE49-F238E27FC236}">
                <a16:creationId xmlns:a16="http://schemas.microsoft.com/office/drawing/2014/main" id="{B13FDA88-0C0D-459D-B392-13A9AEF5F2BB}"/>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flipH="1">
            <a:off x="8592000" y="3819702"/>
            <a:ext cx="3600000" cy="3038298"/>
          </a:xfrm>
          <a:prstGeom prst="rect">
            <a:avLst/>
          </a:prstGeom>
        </p:spPr>
      </p:pic>
    </p:spTree>
    <p:extLst>
      <p:ext uri="{BB962C8B-B14F-4D97-AF65-F5344CB8AC3E}">
        <p14:creationId xmlns:p14="http://schemas.microsoft.com/office/powerpoint/2010/main" val="4165813774"/>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总结">
    <p:spTree>
      <p:nvGrpSpPr>
        <p:cNvPr id="1" name=""/>
        <p:cNvGrpSpPr/>
        <p:nvPr/>
      </p:nvGrpSpPr>
      <p:grpSpPr>
        <a:xfrm>
          <a:off x="0" y="0"/>
          <a:ext cx="0" cy="0"/>
          <a:chOff x="0" y="0"/>
          <a:chExt cx="0" cy="0"/>
        </a:xfrm>
      </p:grpSpPr>
      <p:sp>
        <p:nvSpPr>
          <p:cNvPr id="11" name="任意多边形: 形状 10">
            <a:extLst>
              <a:ext uri="{FF2B5EF4-FFF2-40B4-BE49-F238E27FC236}">
                <a16:creationId xmlns:a16="http://schemas.microsoft.com/office/drawing/2014/main" id="{ADC397EB-D015-4E7E-97B5-3A41BCE01F64}"/>
              </a:ext>
            </a:extLst>
          </p:cNvPr>
          <p:cNvSpPr>
            <a:spLocks noChangeAspect="1"/>
          </p:cNvSpPr>
          <p:nvPr userDrawn="1"/>
        </p:nvSpPr>
        <p:spPr>
          <a:xfrm>
            <a:off x="6939832" y="435362"/>
            <a:ext cx="720000" cy="720239"/>
          </a:xfrm>
          <a:custGeom>
            <a:avLst/>
            <a:gdLst>
              <a:gd name="connsiteX0" fmla="*/ 0 w 621231"/>
              <a:gd name="connsiteY0" fmla="*/ 0 h 621437"/>
              <a:gd name="connsiteX1" fmla="*/ 137125 w 621231"/>
              <a:gd name="connsiteY1" fmla="*/ 0 h 621437"/>
              <a:gd name="connsiteX2" fmla="*/ 137125 w 621231"/>
              <a:gd name="connsiteY2" fmla="*/ 81437 h 621437"/>
              <a:gd name="connsiteX3" fmla="*/ 305713 w 621231"/>
              <a:gd name="connsiteY3" fmla="*/ 81437 h 621437"/>
              <a:gd name="connsiteX4" fmla="*/ 305713 w 621231"/>
              <a:gd name="connsiteY4" fmla="*/ 153437 h 621437"/>
              <a:gd name="connsiteX5" fmla="*/ 405231 w 621231"/>
              <a:gd name="connsiteY5" fmla="*/ 153437 h 621437"/>
              <a:gd name="connsiteX6" fmla="*/ 405231 w 621231"/>
              <a:gd name="connsiteY6" fmla="*/ 0 h 621437"/>
              <a:gd name="connsiteX7" fmla="*/ 621231 w 621231"/>
              <a:gd name="connsiteY7" fmla="*/ 0 h 621437"/>
              <a:gd name="connsiteX8" fmla="*/ 621231 w 621231"/>
              <a:gd name="connsiteY8" fmla="*/ 621437 h 621437"/>
              <a:gd name="connsiteX9" fmla="*/ 467377 w 621231"/>
              <a:gd name="connsiteY9" fmla="*/ 621437 h 621437"/>
              <a:gd name="connsiteX10" fmla="*/ 405231 w 621231"/>
              <a:gd name="connsiteY10" fmla="*/ 621437 h 621437"/>
              <a:gd name="connsiteX11" fmla="*/ 305713 w 621231"/>
              <a:gd name="connsiteY11" fmla="*/ 621437 h 621437"/>
              <a:gd name="connsiteX12" fmla="*/ 287377 w 621231"/>
              <a:gd name="connsiteY12" fmla="*/ 621437 h 621437"/>
              <a:gd name="connsiteX13" fmla="*/ 137125 w 621231"/>
              <a:gd name="connsiteY13" fmla="*/ 621437 h 621437"/>
              <a:gd name="connsiteX14" fmla="*/ 125713 w 621231"/>
              <a:gd name="connsiteY14" fmla="*/ 621437 h 621437"/>
              <a:gd name="connsiteX15" fmla="*/ 0 w 621231"/>
              <a:gd name="connsiteY15" fmla="*/ 621437 h 621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21231" h="621437">
                <a:moveTo>
                  <a:pt x="0" y="0"/>
                </a:moveTo>
                <a:lnTo>
                  <a:pt x="137125" y="0"/>
                </a:lnTo>
                <a:lnTo>
                  <a:pt x="137125" y="81437"/>
                </a:lnTo>
                <a:lnTo>
                  <a:pt x="305713" y="81437"/>
                </a:lnTo>
                <a:lnTo>
                  <a:pt x="305713" y="153437"/>
                </a:lnTo>
                <a:lnTo>
                  <a:pt x="405231" y="153437"/>
                </a:lnTo>
                <a:lnTo>
                  <a:pt x="405231" y="0"/>
                </a:lnTo>
                <a:lnTo>
                  <a:pt x="621231" y="0"/>
                </a:lnTo>
                <a:lnTo>
                  <a:pt x="621231" y="621437"/>
                </a:lnTo>
                <a:lnTo>
                  <a:pt x="467377" y="621437"/>
                </a:lnTo>
                <a:lnTo>
                  <a:pt x="405231" y="621437"/>
                </a:lnTo>
                <a:lnTo>
                  <a:pt x="305713" y="621437"/>
                </a:lnTo>
                <a:lnTo>
                  <a:pt x="287377" y="621437"/>
                </a:lnTo>
                <a:lnTo>
                  <a:pt x="137125" y="621437"/>
                </a:lnTo>
                <a:lnTo>
                  <a:pt x="125713" y="621437"/>
                </a:lnTo>
                <a:lnTo>
                  <a:pt x="0" y="621437"/>
                </a:lnTo>
                <a:close/>
              </a:path>
            </a:pathLst>
          </a:custGeom>
          <a:ln w="12700">
            <a:solidFill>
              <a:srgbClr val="C00000"/>
            </a:solidFill>
            <a:prstDash val="solid"/>
            <a:tailEnd type="none"/>
          </a:ln>
        </p:spPr>
        <p:style>
          <a:lnRef idx="1">
            <a:schemeClr val="accent1"/>
          </a:lnRef>
          <a:fillRef idx="0">
            <a:schemeClr val="accent1"/>
          </a:fillRef>
          <a:effectRef idx="0">
            <a:schemeClr val="accent1"/>
          </a:effectRef>
          <a:fontRef idx="minor">
            <a:schemeClr val="tx1"/>
          </a:fontRef>
        </p:style>
        <p:txBody>
          <a:bodyPr wrap="square" rtlCol="0" anchor="ctr">
            <a:noAutofit/>
          </a:bodyPr>
          <a:lstStyle/>
          <a:p>
            <a:pPr algn="ctr"/>
            <a:endParaRPr lang="zh-CN" altLang="en-US" dirty="0">
              <a:latin typeface="微软雅黑 Light" panose="020B0502040204020203" pitchFamily="34" charset="-122"/>
              <a:ea typeface="微软雅黑 Light" panose="020B0502040204020203" pitchFamily="34" charset="-122"/>
            </a:endParaRPr>
          </a:p>
        </p:txBody>
      </p:sp>
      <p:cxnSp>
        <p:nvCxnSpPr>
          <p:cNvPr id="3" name="直接连接符 2">
            <a:extLst>
              <a:ext uri="{FF2B5EF4-FFF2-40B4-BE49-F238E27FC236}">
                <a16:creationId xmlns:a16="http://schemas.microsoft.com/office/drawing/2014/main" id="{5C6BB38E-CE7E-4FCB-9AFC-831E0927AE60}"/>
              </a:ext>
            </a:extLst>
          </p:cNvPr>
          <p:cNvCxnSpPr>
            <a:cxnSpLocks/>
          </p:cNvCxnSpPr>
          <p:nvPr userDrawn="1"/>
        </p:nvCxnSpPr>
        <p:spPr>
          <a:xfrm>
            <a:off x="1056000" y="1047565"/>
            <a:ext cx="10080000" cy="0"/>
          </a:xfrm>
          <a:prstGeom prst="line">
            <a:avLst/>
          </a:prstGeom>
          <a:ln w="12700">
            <a:solidFill>
              <a:srgbClr val="C00000"/>
            </a:solidFill>
            <a:prstDash val="solid"/>
            <a:tailEnd type="none"/>
          </a:ln>
        </p:spPr>
        <p:style>
          <a:lnRef idx="1">
            <a:schemeClr val="accent1"/>
          </a:lnRef>
          <a:fillRef idx="0">
            <a:schemeClr val="accent1"/>
          </a:fillRef>
          <a:effectRef idx="0">
            <a:schemeClr val="accent1"/>
          </a:effectRef>
          <a:fontRef idx="minor">
            <a:schemeClr val="tx1"/>
          </a:fontRef>
        </p:style>
      </p:cxnSp>
      <p:sp>
        <p:nvSpPr>
          <p:cNvPr id="4" name="文本框 3">
            <a:extLst>
              <a:ext uri="{FF2B5EF4-FFF2-40B4-BE49-F238E27FC236}">
                <a16:creationId xmlns:a16="http://schemas.microsoft.com/office/drawing/2014/main" id="{659F1796-2FF8-4C90-9366-A89884FF5C28}"/>
              </a:ext>
            </a:extLst>
          </p:cNvPr>
          <p:cNvSpPr txBox="1"/>
          <p:nvPr userDrawn="1"/>
        </p:nvSpPr>
        <p:spPr>
          <a:xfrm>
            <a:off x="5507488" y="647455"/>
            <a:ext cx="697627" cy="400110"/>
          </a:xfrm>
          <a:prstGeom prst="rect">
            <a:avLst/>
          </a:prstGeom>
          <a:noFill/>
        </p:spPr>
        <p:txBody>
          <a:bodyPr wrap="none" rtlCol="0">
            <a:spAutoFit/>
          </a:bodyPr>
          <a:lstStyle/>
          <a:p>
            <a:pPr algn="ctr"/>
            <a:r>
              <a:rPr lang="zh-CN" altLang="en-US" sz="2000" dirty="0">
                <a:latin typeface="微软雅黑" panose="020B0503020204020204" pitchFamily="34" charset="-122"/>
                <a:ea typeface="微软雅黑" panose="020B0503020204020204" pitchFamily="34" charset="-122"/>
              </a:rPr>
              <a:t>总结</a:t>
            </a:r>
          </a:p>
        </p:txBody>
      </p:sp>
      <p:sp>
        <p:nvSpPr>
          <p:cNvPr id="5" name="文本框 4">
            <a:extLst>
              <a:ext uri="{FF2B5EF4-FFF2-40B4-BE49-F238E27FC236}">
                <a16:creationId xmlns:a16="http://schemas.microsoft.com/office/drawing/2014/main" id="{CCFF4721-C68B-4189-BAEB-B2B0F009FA8C}"/>
              </a:ext>
            </a:extLst>
          </p:cNvPr>
          <p:cNvSpPr txBox="1"/>
          <p:nvPr userDrawn="1"/>
        </p:nvSpPr>
        <p:spPr>
          <a:xfrm>
            <a:off x="4675985" y="1047565"/>
            <a:ext cx="2360647" cy="338554"/>
          </a:xfrm>
          <a:prstGeom prst="rect">
            <a:avLst/>
          </a:prstGeom>
          <a:noFill/>
        </p:spPr>
        <p:txBody>
          <a:bodyPr wrap="none" rtlCol="0">
            <a:spAutoFit/>
          </a:bodyPr>
          <a:lstStyle/>
          <a:p>
            <a:pPr algn="ctr"/>
            <a:r>
              <a:rPr lang="en-US" altLang="zh-CN" sz="1600" dirty="0">
                <a:solidFill>
                  <a:schemeClr val="bg2">
                    <a:lumMod val="50000"/>
                  </a:schemeClr>
                </a:solidFill>
                <a:latin typeface="微软雅黑 Light" panose="020B0502040204020203" pitchFamily="34" charset="-122"/>
                <a:ea typeface="微软雅黑 Light" panose="020B0502040204020203" pitchFamily="34" charset="-122"/>
              </a:rPr>
              <a:t>Summary And Thinking</a:t>
            </a:r>
            <a:endParaRPr lang="zh-CN" altLang="en-US" sz="1600" dirty="0">
              <a:solidFill>
                <a:schemeClr val="bg2">
                  <a:lumMod val="50000"/>
                </a:schemeClr>
              </a:solidFill>
              <a:latin typeface="微软雅黑 Light" panose="020B0502040204020203" pitchFamily="34" charset="-122"/>
              <a:ea typeface="微软雅黑 Light" panose="020B0502040204020203" pitchFamily="34" charset="-122"/>
            </a:endParaRPr>
          </a:p>
        </p:txBody>
      </p:sp>
      <p:sp>
        <p:nvSpPr>
          <p:cNvPr id="14" name="文本占位符 13">
            <a:extLst>
              <a:ext uri="{FF2B5EF4-FFF2-40B4-BE49-F238E27FC236}">
                <a16:creationId xmlns:a16="http://schemas.microsoft.com/office/drawing/2014/main" id="{631ECD21-8AA4-4CF5-9016-E5BB842B9653}"/>
              </a:ext>
            </a:extLst>
          </p:cNvPr>
          <p:cNvSpPr>
            <a:spLocks noGrp="1"/>
          </p:cNvSpPr>
          <p:nvPr>
            <p:ph type="body" sz="quarter" idx="10"/>
          </p:nvPr>
        </p:nvSpPr>
        <p:spPr>
          <a:xfrm>
            <a:off x="1056001" y="1530000"/>
            <a:ext cx="10080000" cy="4680000"/>
          </a:xfrm>
        </p:spPr>
        <p:txBody>
          <a:bodyPr/>
          <a:lstStyle>
            <a:lvl1pPr algn="just">
              <a:defRPr/>
            </a:lvl1pPr>
            <a:lvl2pPr algn="just">
              <a:defRPr/>
            </a:lvl2pPr>
          </a:lstStyle>
          <a:p>
            <a:pPr lvl="0"/>
            <a:r>
              <a:rPr lang="zh-CN" altLang="en-US" dirty="0"/>
              <a:t>单击此处编辑母版文本样式</a:t>
            </a:r>
          </a:p>
          <a:p>
            <a:pPr lvl="1"/>
            <a:r>
              <a:rPr lang="zh-CN" altLang="en-US" dirty="0"/>
              <a:t>二级</a:t>
            </a:r>
          </a:p>
        </p:txBody>
      </p:sp>
      <p:pic>
        <p:nvPicPr>
          <p:cNvPr id="18" name="图形 17">
            <a:extLst>
              <a:ext uri="{FF2B5EF4-FFF2-40B4-BE49-F238E27FC236}">
                <a16:creationId xmlns:a16="http://schemas.microsoft.com/office/drawing/2014/main" id="{7295D71B-1090-42CD-BB10-461E5809575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8592000" y="4125409"/>
            <a:ext cx="3600000" cy="2732591"/>
          </a:xfrm>
          <a:prstGeom prst="rect">
            <a:avLst/>
          </a:prstGeom>
        </p:spPr>
      </p:pic>
      <p:sp useBgFill="1">
        <p:nvSpPr>
          <p:cNvPr id="21" name="矩形 20">
            <a:extLst>
              <a:ext uri="{FF2B5EF4-FFF2-40B4-BE49-F238E27FC236}">
                <a16:creationId xmlns:a16="http://schemas.microsoft.com/office/drawing/2014/main" id="{84821586-5B68-4408-A16D-AE03372F1D8A}"/>
              </a:ext>
            </a:extLst>
          </p:cNvPr>
          <p:cNvSpPr/>
          <p:nvPr userDrawn="1"/>
        </p:nvSpPr>
        <p:spPr>
          <a:xfrm>
            <a:off x="6903832" y="1044000"/>
            <a:ext cx="792000" cy="14591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pic>
        <p:nvPicPr>
          <p:cNvPr id="6" name="图形 5" descr="书架上的书籍">
            <a:extLst>
              <a:ext uri="{FF2B5EF4-FFF2-40B4-BE49-F238E27FC236}">
                <a16:creationId xmlns:a16="http://schemas.microsoft.com/office/drawing/2014/main" id="{6D161CD4-4739-4045-9A23-28ECCC644ED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939832" y="522000"/>
            <a:ext cx="720000" cy="720000"/>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555140691"/>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作业">
    <p:spTree>
      <p:nvGrpSpPr>
        <p:cNvPr id="1" name=""/>
        <p:cNvGrpSpPr/>
        <p:nvPr/>
      </p:nvGrpSpPr>
      <p:grpSpPr>
        <a:xfrm>
          <a:off x="0" y="0"/>
          <a:ext cx="0" cy="0"/>
          <a:chOff x="0" y="0"/>
          <a:chExt cx="0" cy="0"/>
        </a:xfrm>
      </p:grpSpPr>
      <p:cxnSp>
        <p:nvCxnSpPr>
          <p:cNvPr id="3" name="直接连接符 2">
            <a:extLst>
              <a:ext uri="{FF2B5EF4-FFF2-40B4-BE49-F238E27FC236}">
                <a16:creationId xmlns:a16="http://schemas.microsoft.com/office/drawing/2014/main" id="{5C6BB38E-CE7E-4FCB-9AFC-831E0927AE60}"/>
              </a:ext>
            </a:extLst>
          </p:cNvPr>
          <p:cNvCxnSpPr>
            <a:cxnSpLocks/>
          </p:cNvCxnSpPr>
          <p:nvPr userDrawn="1"/>
        </p:nvCxnSpPr>
        <p:spPr>
          <a:xfrm>
            <a:off x="1056000" y="1047565"/>
            <a:ext cx="10080000" cy="0"/>
          </a:xfrm>
          <a:prstGeom prst="line">
            <a:avLst/>
          </a:prstGeom>
          <a:ln w="12700">
            <a:solidFill>
              <a:srgbClr val="C00000"/>
            </a:solidFill>
            <a:prstDash val="solid"/>
            <a:tailEnd type="none"/>
          </a:ln>
        </p:spPr>
        <p:style>
          <a:lnRef idx="1">
            <a:schemeClr val="accent1"/>
          </a:lnRef>
          <a:fillRef idx="0">
            <a:schemeClr val="accent1"/>
          </a:fillRef>
          <a:effectRef idx="0">
            <a:schemeClr val="accent1"/>
          </a:effectRef>
          <a:fontRef idx="minor">
            <a:schemeClr val="tx1"/>
          </a:fontRef>
        </p:style>
      </p:cxnSp>
      <p:sp>
        <p:nvSpPr>
          <p:cNvPr id="4" name="文本框 3">
            <a:extLst>
              <a:ext uri="{FF2B5EF4-FFF2-40B4-BE49-F238E27FC236}">
                <a16:creationId xmlns:a16="http://schemas.microsoft.com/office/drawing/2014/main" id="{659F1796-2FF8-4C90-9366-A89884FF5C28}"/>
              </a:ext>
            </a:extLst>
          </p:cNvPr>
          <p:cNvSpPr txBox="1"/>
          <p:nvPr userDrawn="1"/>
        </p:nvSpPr>
        <p:spPr>
          <a:xfrm>
            <a:off x="5605144" y="647455"/>
            <a:ext cx="697627" cy="400110"/>
          </a:xfrm>
          <a:prstGeom prst="rect">
            <a:avLst/>
          </a:prstGeom>
          <a:noFill/>
        </p:spPr>
        <p:txBody>
          <a:bodyPr wrap="none" rtlCol="0">
            <a:spAutoFit/>
          </a:bodyPr>
          <a:lstStyle/>
          <a:p>
            <a:pPr algn="ctr"/>
            <a:r>
              <a:rPr lang="zh-CN" altLang="en-US" sz="2000" dirty="0">
                <a:latin typeface="微软雅黑" panose="020B0503020204020204" pitchFamily="34" charset="-122"/>
                <a:ea typeface="微软雅黑" panose="020B0503020204020204" pitchFamily="34" charset="-122"/>
              </a:rPr>
              <a:t>作业</a:t>
            </a:r>
          </a:p>
        </p:txBody>
      </p:sp>
      <p:sp>
        <p:nvSpPr>
          <p:cNvPr id="5" name="文本框 4">
            <a:extLst>
              <a:ext uri="{FF2B5EF4-FFF2-40B4-BE49-F238E27FC236}">
                <a16:creationId xmlns:a16="http://schemas.microsoft.com/office/drawing/2014/main" id="{CCFF4721-C68B-4189-BAEB-B2B0F009FA8C}"/>
              </a:ext>
            </a:extLst>
          </p:cNvPr>
          <p:cNvSpPr txBox="1"/>
          <p:nvPr userDrawn="1"/>
        </p:nvSpPr>
        <p:spPr>
          <a:xfrm>
            <a:off x="5352679" y="1047565"/>
            <a:ext cx="1202573" cy="338554"/>
          </a:xfrm>
          <a:prstGeom prst="rect">
            <a:avLst/>
          </a:prstGeom>
          <a:noFill/>
        </p:spPr>
        <p:txBody>
          <a:bodyPr wrap="none" rtlCol="0">
            <a:spAutoFit/>
          </a:bodyPr>
          <a:lstStyle/>
          <a:p>
            <a:pPr algn="ctr"/>
            <a:r>
              <a:rPr lang="en-US" altLang="zh-CN" sz="1600" dirty="0">
                <a:solidFill>
                  <a:schemeClr val="bg2">
                    <a:lumMod val="50000"/>
                  </a:schemeClr>
                </a:solidFill>
                <a:latin typeface="微软雅黑 Light" panose="020B0502040204020203" pitchFamily="34" charset="-122"/>
                <a:ea typeface="微软雅黑 Light" panose="020B0502040204020203" pitchFamily="34" charset="-122"/>
              </a:rPr>
              <a:t>Homework</a:t>
            </a:r>
            <a:endParaRPr lang="zh-CN" altLang="en-US" sz="1600" dirty="0">
              <a:solidFill>
                <a:schemeClr val="bg2">
                  <a:lumMod val="50000"/>
                </a:schemeClr>
              </a:solidFill>
              <a:latin typeface="微软雅黑 Light" panose="020B0502040204020203" pitchFamily="34" charset="-122"/>
              <a:ea typeface="微软雅黑 Light" panose="020B0502040204020203" pitchFamily="34" charset="-122"/>
            </a:endParaRPr>
          </a:p>
        </p:txBody>
      </p:sp>
      <p:sp>
        <p:nvSpPr>
          <p:cNvPr id="8" name="文本占位符 7">
            <a:extLst>
              <a:ext uri="{FF2B5EF4-FFF2-40B4-BE49-F238E27FC236}">
                <a16:creationId xmlns:a16="http://schemas.microsoft.com/office/drawing/2014/main" id="{EEBDABD9-B0CF-4C54-9745-6E9B52C4B08C}"/>
              </a:ext>
            </a:extLst>
          </p:cNvPr>
          <p:cNvSpPr>
            <a:spLocks noGrp="1"/>
          </p:cNvSpPr>
          <p:nvPr>
            <p:ph type="body" sz="quarter" idx="10"/>
          </p:nvPr>
        </p:nvSpPr>
        <p:spPr>
          <a:xfrm>
            <a:off x="1056000" y="1530000"/>
            <a:ext cx="10079999" cy="4680000"/>
          </a:xfrm>
        </p:spPr>
        <p:txBody>
          <a:bodyPr/>
          <a:lstStyle>
            <a:lvl1pPr algn="just">
              <a:defRPr/>
            </a:lvl1pPr>
            <a:lvl2pPr algn="just">
              <a:defRPr/>
            </a:lvl2pPr>
          </a:lstStyle>
          <a:p>
            <a:pPr lvl="0"/>
            <a:r>
              <a:rPr lang="zh-CN" altLang="en-US" dirty="0"/>
              <a:t>单击此处编辑母版文本样式</a:t>
            </a:r>
          </a:p>
          <a:p>
            <a:pPr lvl="1"/>
            <a:r>
              <a:rPr lang="zh-CN" altLang="en-US" dirty="0"/>
              <a:t>二级</a:t>
            </a:r>
          </a:p>
        </p:txBody>
      </p:sp>
      <p:sp useBgFill="1">
        <p:nvSpPr>
          <p:cNvPr id="2" name="矩形 1">
            <a:extLst>
              <a:ext uri="{FF2B5EF4-FFF2-40B4-BE49-F238E27FC236}">
                <a16:creationId xmlns:a16="http://schemas.microsoft.com/office/drawing/2014/main" id="{116D21F6-F913-4F0B-927D-8496245BF5FD}"/>
              </a:ext>
            </a:extLst>
          </p:cNvPr>
          <p:cNvSpPr/>
          <p:nvPr userDrawn="1"/>
        </p:nvSpPr>
        <p:spPr>
          <a:xfrm>
            <a:off x="6881325" y="867565"/>
            <a:ext cx="1080000" cy="360000"/>
          </a:xfrm>
          <a:prstGeom prst="rect">
            <a:avLst/>
          </a:prstGeom>
          <a:ln w="12700">
            <a:noFill/>
            <a:prstDash val="solid"/>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pic>
        <p:nvPicPr>
          <p:cNvPr id="6" name="图形 5" descr="打开的书">
            <a:extLst>
              <a:ext uri="{FF2B5EF4-FFF2-40B4-BE49-F238E27FC236}">
                <a16:creationId xmlns:a16="http://schemas.microsoft.com/office/drawing/2014/main" id="{71791091-7C7C-4BCF-A67C-1E6CC9AE3797}"/>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061325" y="687565"/>
            <a:ext cx="720000" cy="720000"/>
          </a:xfrm>
          <a:prstGeom prst="rect">
            <a:avLst/>
          </a:prstGeom>
          <a:effectLst>
            <a:outerShdw blurRad="50800" dist="38100" dir="2700000" algn="tl" rotWithShape="0">
              <a:prstClr val="black">
                <a:alpha val="40000"/>
              </a:prstClr>
            </a:outerShdw>
          </a:effectLst>
        </p:spPr>
      </p:pic>
      <p:sp useBgFill="1">
        <p:nvSpPr>
          <p:cNvPr id="9" name="椭圆 8">
            <a:extLst>
              <a:ext uri="{FF2B5EF4-FFF2-40B4-BE49-F238E27FC236}">
                <a16:creationId xmlns:a16="http://schemas.microsoft.com/office/drawing/2014/main" id="{B3127551-559A-4AB1-9159-1CA675F6F2E3}"/>
              </a:ext>
            </a:extLst>
          </p:cNvPr>
          <p:cNvSpPr/>
          <p:nvPr userDrawn="1"/>
        </p:nvSpPr>
        <p:spPr>
          <a:xfrm>
            <a:off x="6881325" y="975565"/>
            <a:ext cx="144000" cy="144000"/>
          </a:xfrm>
          <a:prstGeom prst="ellipse">
            <a:avLst/>
          </a:prstGeom>
          <a:ln w="12700">
            <a:solidFill>
              <a:srgbClr val="C00000"/>
            </a:solidFill>
            <a:prstDash val="solid"/>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useBgFill="1">
        <p:nvSpPr>
          <p:cNvPr id="12" name="椭圆 11">
            <a:extLst>
              <a:ext uri="{FF2B5EF4-FFF2-40B4-BE49-F238E27FC236}">
                <a16:creationId xmlns:a16="http://schemas.microsoft.com/office/drawing/2014/main" id="{D9DA6D4B-0F19-4CD2-9985-1F1B1FC95A1C}"/>
              </a:ext>
            </a:extLst>
          </p:cNvPr>
          <p:cNvSpPr/>
          <p:nvPr userDrawn="1"/>
        </p:nvSpPr>
        <p:spPr>
          <a:xfrm>
            <a:off x="7817325" y="975565"/>
            <a:ext cx="144000" cy="144000"/>
          </a:xfrm>
          <a:prstGeom prst="ellipse">
            <a:avLst/>
          </a:prstGeom>
          <a:ln w="12700">
            <a:solidFill>
              <a:srgbClr val="C00000"/>
            </a:solidFill>
            <a:prstDash val="solid"/>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pic>
        <p:nvPicPr>
          <p:cNvPr id="10" name="图形 9">
            <a:extLst>
              <a:ext uri="{FF2B5EF4-FFF2-40B4-BE49-F238E27FC236}">
                <a16:creationId xmlns:a16="http://schemas.microsoft.com/office/drawing/2014/main" id="{1A5A1B51-31B9-4212-8AA2-0C421ACE0BAB}"/>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592000" y="4176681"/>
            <a:ext cx="3600000" cy="2681319"/>
          </a:xfrm>
          <a:prstGeom prst="rect">
            <a:avLst/>
          </a:prstGeom>
        </p:spPr>
      </p:pic>
    </p:spTree>
    <p:extLst>
      <p:ext uri="{BB962C8B-B14F-4D97-AF65-F5344CB8AC3E}">
        <p14:creationId xmlns:p14="http://schemas.microsoft.com/office/powerpoint/2010/main" val="635990225"/>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拓展">
    <p:spTree>
      <p:nvGrpSpPr>
        <p:cNvPr id="1" name=""/>
        <p:cNvGrpSpPr/>
        <p:nvPr/>
      </p:nvGrpSpPr>
      <p:grpSpPr>
        <a:xfrm>
          <a:off x="0" y="0"/>
          <a:ext cx="0" cy="0"/>
          <a:chOff x="0" y="0"/>
          <a:chExt cx="0" cy="0"/>
        </a:xfrm>
      </p:grpSpPr>
      <p:cxnSp>
        <p:nvCxnSpPr>
          <p:cNvPr id="3" name="直接连接符 2">
            <a:extLst>
              <a:ext uri="{FF2B5EF4-FFF2-40B4-BE49-F238E27FC236}">
                <a16:creationId xmlns:a16="http://schemas.microsoft.com/office/drawing/2014/main" id="{5C6BB38E-CE7E-4FCB-9AFC-831E0927AE60}"/>
              </a:ext>
            </a:extLst>
          </p:cNvPr>
          <p:cNvCxnSpPr>
            <a:cxnSpLocks/>
          </p:cNvCxnSpPr>
          <p:nvPr userDrawn="1"/>
        </p:nvCxnSpPr>
        <p:spPr>
          <a:xfrm>
            <a:off x="1056000" y="1047565"/>
            <a:ext cx="10080000" cy="0"/>
          </a:xfrm>
          <a:prstGeom prst="line">
            <a:avLst/>
          </a:prstGeom>
          <a:ln w="12700">
            <a:solidFill>
              <a:srgbClr val="C00000"/>
            </a:solidFill>
            <a:prstDash val="solid"/>
            <a:tailEnd type="none"/>
          </a:ln>
        </p:spPr>
        <p:style>
          <a:lnRef idx="1">
            <a:schemeClr val="accent1"/>
          </a:lnRef>
          <a:fillRef idx="0">
            <a:schemeClr val="accent1"/>
          </a:fillRef>
          <a:effectRef idx="0">
            <a:schemeClr val="accent1"/>
          </a:effectRef>
          <a:fontRef idx="minor">
            <a:schemeClr val="tx1"/>
          </a:fontRef>
        </p:style>
      </p:cxnSp>
      <p:sp>
        <p:nvSpPr>
          <p:cNvPr id="4" name="文本框 3">
            <a:extLst>
              <a:ext uri="{FF2B5EF4-FFF2-40B4-BE49-F238E27FC236}">
                <a16:creationId xmlns:a16="http://schemas.microsoft.com/office/drawing/2014/main" id="{659F1796-2FF8-4C90-9366-A89884FF5C28}"/>
              </a:ext>
            </a:extLst>
          </p:cNvPr>
          <p:cNvSpPr txBox="1"/>
          <p:nvPr userDrawn="1"/>
        </p:nvSpPr>
        <p:spPr>
          <a:xfrm>
            <a:off x="5605143" y="647455"/>
            <a:ext cx="697627" cy="400110"/>
          </a:xfrm>
          <a:prstGeom prst="rect">
            <a:avLst/>
          </a:prstGeom>
          <a:noFill/>
        </p:spPr>
        <p:txBody>
          <a:bodyPr wrap="none" rtlCol="0">
            <a:spAutoFit/>
          </a:bodyPr>
          <a:lstStyle/>
          <a:p>
            <a:pPr algn="ctr"/>
            <a:r>
              <a:rPr lang="zh-CN" altLang="en-US" sz="2000" dirty="0">
                <a:latin typeface="微软雅黑" panose="020B0503020204020204" pitchFamily="34" charset="-122"/>
                <a:ea typeface="微软雅黑" panose="020B0503020204020204" pitchFamily="34" charset="-122"/>
              </a:rPr>
              <a:t>拓展</a:t>
            </a:r>
          </a:p>
        </p:txBody>
      </p:sp>
      <p:sp>
        <p:nvSpPr>
          <p:cNvPr id="5" name="文本框 4">
            <a:extLst>
              <a:ext uri="{FF2B5EF4-FFF2-40B4-BE49-F238E27FC236}">
                <a16:creationId xmlns:a16="http://schemas.microsoft.com/office/drawing/2014/main" id="{CCFF4721-C68B-4189-BAEB-B2B0F009FA8C}"/>
              </a:ext>
            </a:extLst>
          </p:cNvPr>
          <p:cNvSpPr txBox="1"/>
          <p:nvPr userDrawn="1"/>
        </p:nvSpPr>
        <p:spPr>
          <a:xfrm>
            <a:off x="5008645" y="1047565"/>
            <a:ext cx="1890646" cy="338554"/>
          </a:xfrm>
          <a:prstGeom prst="rect">
            <a:avLst/>
          </a:prstGeom>
          <a:noFill/>
        </p:spPr>
        <p:txBody>
          <a:bodyPr wrap="none" rtlCol="0">
            <a:spAutoFit/>
          </a:bodyPr>
          <a:lstStyle/>
          <a:p>
            <a:pPr algn="ctr"/>
            <a:r>
              <a:rPr lang="en-US" altLang="zh-CN" sz="1600" dirty="0">
                <a:solidFill>
                  <a:schemeClr val="bg2">
                    <a:lumMod val="50000"/>
                  </a:schemeClr>
                </a:solidFill>
                <a:latin typeface="微软雅黑 Light" panose="020B0502040204020203" pitchFamily="34" charset="-122"/>
                <a:ea typeface="微软雅黑 Light" panose="020B0502040204020203" pitchFamily="34" charset="-122"/>
              </a:rPr>
              <a:t>Tools and activities</a:t>
            </a:r>
            <a:endParaRPr lang="zh-CN" altLang="en-US" sz="1600" dirty="0">
              <a:solidFill>
                <a:schemeClr val="bg2">
                  <a:lumMod val="50000"/>
                </a:schemeClr>
              </a:solidFill>
              <a:latin typeface="微软雅黑 Light" panose="020B0502040204020203" pitchFamily="34" charset="-122"/>
              <a:ea typeface="微软雅黑 Light" panose="020B0502040204020203" pitchFamily="34" charset="-122"/>
            </a:endParaRPr>
          </a:p>
        </p:txBody>
      </p:sp>
      <p:sp>
        <p:nvSpPr>
          <p:cNvPr id="8" name="文本占位符 7">
            <a:extLst>
              <a:ext uri="{FF2B5EF4-FFF2-40B4-BE49-F238E27FC236}">
                <a16:creationId xmlns:a16="http://schemas.microsoft.com/office/drawing/2014/main" id="{EEBDABD9-B0CF-4C54-9745-6E9B52C4B08C}"/>
              </a:ext>
            </a:extLst>
          </p:cNvPr>
          <p:cNvSpPr>
            <a:spLocks noGrp="1"/>
          </p:cNvSpPr>
          <p:nvPr>
            <p:ph type="body" sz="quarter" idx="10"/>
          </p:nvPr>
        </p:nvSpPr>
        <p:spPr>
          <a:xfrm>
            <a:off x="1056000" y="1530000"/>
            <a:ext cx="10079999" cy="4680000"/>
          </a:xfrm>
        </p:spPr>
        <p:txBody>
          <a:bodyPr/>
          <a:lstStyle>
            <a:lvl1pPr algn="just">
              <a:defRPr/>
            </a:lvl1pPr>
            <a:lvl2pPr algn="just">
              <a:defRPr/>
            </a:lvl2pPr>
          </a:lstStyle>
          <a:p>
            <a:pPr lvl="0"/>
            <a:r>
              <a:rPr lang="zh-CN" altLang="en-US" dirty="0"/>
              <a:t>单击此处编辑母版文本样式</a:t>
            </a:r>
          </a:p>
          <a:p>
            <a:pPr lvl="1"/>
            <a:r>
              <a:rPr lang="zh-CN" altLang="en-US" dirty="0"/>
              <a:t>二级</a:t>
            </a:r>
          </a:p>
        </p:txBody>
      </p:sp>
      <p:sp useBgFill="1">
        <p:nvSpPr>
          <p:cNvPr id="2" name="矩形 1">
            <a:extLst>
              <a:ext uri="{FF2B5EF4-FFF2-40B4-BE49-F238E27FC236}">
                <a16:creationId xmlns:a16="http://schemas.microsoft.com/office/drawing/2014/main" id="{116D21F6-F913-4F0B-927D-8496245BF5FD}"/>
              </a:ext>
            </a:extLst>
          </p:cNvPr>
          <p:cNvSpPr/>
          <p:nvPr userDrawn="1"/>
        </p:nvSpPr>
        <p:spPr>
          <a:xfrm>
            <a:off x="6881325" y="867565"/>
            <a:ext cx="1080000" cy="360000"/>
          </a:xfrm>
          <a:prstGeom prst="rect">
            <a:avLst/>
          </a:prstGeom>
          <a:ln w="12700">
            <a:noFill/>
            <a:prstDash val="solid"/>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useBgFill="1">
        <p:nvSpPr>
          <p:cNvPr id="9" name="椭圆 8">
            <a:extLst>
              <a:ext uri="{FF2B5EF4-FFF2-40B4-BE49-F238E27FC236}">
                <a16:creationId xmlns:a16="http://schemas.microsoft.com/office/drawing/2014/main" id="{B3127551-559A-4AB1-9159-1CA675F6F2E3}"/>
              </a:ext>
            </a:extLst>
          </p:cNvPr>
          <p:cNvSpPr/>
          <p:nvPr userDrawn="1"/>
        </p:nvSpPr>
        <p:spPr>
          <a:xfrm>
            <a:off x="6881325" y="975565"/>
            <a:ext cx="144000" cy="144000"/>
          </a:xfrm>
          <a:prstGeom prst="ellipse">
            <a:avLst/>
          </a:prstGeom>
          <a:ln w="12700">
            <a:solidFill>
              <a:srgbClr val="C00000"/>
            </a:solidFill>
            <a:prstDash val="solid"/>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useBgFill="1">
        <p:nvSpPr>
          <p:cNvPr id="12" name="椭圆 11">
            <a:extLst>
              <a:ext uri="{FF2B5EF4-FFF2-40B4-BE49-F238E27FC236}">
                <a16:creationId xmlns:a16="http://schemas.microsoft.com/office/drawing/2014/main" id="{D9DA6D4B-0F19-4CD2-9985-1F1B1FC95A1C}"/>
              </a:ext>
            </a:extLst>
          </p:cNvPr>
          <p:cNvSpPr/>
          <p:nvPr userDrawn="1"/>
        </p:nvSpPr>
        <p:spPr>
          <a:xfrm>
            <a:off x="7817325" y="975565"/>
            <a:ext cx="144000" cy="144000"/>
          </a:xfrm>
          <a:prstGeom prst="ellipse">
            <a:avLst/>
          </a:prstGeom>
          <a:ln w="12700">
            <a:solidFill>
              <a:srgbClr val="C00000"/>
            </a:solidFill>
            <a:prstDash val="solid"/>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pic>
        <p:nvPicPr>
          <p:cNvPr id="11" name="图形 10" descr="挖掘工具">
            <a:extLst>
              <a:ext uri="{FF2B5EF4-FFF2-40B4-BE49-F238E27FC236}">
                <a16:creationId xmlns:a16="http://schemas.microsoft.com/office/drawing/2014/main" id="{3B667AA2-FFD6-40C7-B529-F876883297B5}"/>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061325" y="687565"/>
            <a:ext cx="720000" cy="720000"/>
          </a:xfrm>
          <a:prstGeom prst="rect">
            <a:avLst/>
          </a:prstGeom>
          <a:effectLst>
            <a:outerShdw blurRad="50800" dist="38100" dir="2700000" algn="tl" rotWithShape="0">
              <a:prstClr val="black">
                <a:alpha val="40000"/>
              </a:prstClr>
            </a:outerShdw>
          </a:effectLst>
        </p:spPr>
      </p:pic>
      <p:pic>
        <p:nvPicPr>
          <p:cNvPr id="14" name="图形 13">
            <a:extLst>
              <a:ext uri="{FF2B5EF4-FFF2-40B4-BE49-F238E27FC236}">
                <a16:creationId xmlns:a16="http://schemas.microsoft.com/office/drawing/2014/main" id="{0BCDF175-805B-405F-9553-56123B756F2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592000" y="4316566"/>
            <a:ext cx="3600000" cy="2541434"/>
          </a:xfrm>
          <a:prstGeom prst="rect">
            <a:avLst/>
          </a:prstGeom>
        </p:spPr>
      </p:pic>
    </p:spTree>
    <p:extLst>
      <p:ext uri="{BB962C8B-B14F-4D97-AF65-F5344CB8AC3E}">
        <p14:creationId xmlns:p14="http://schemas.microsoft.com/office/powerpoint/2010/main" val="3209309860"/>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预习">
    <p:spTree>
      <p:nvGrpSpPr>
        <p:cNvPr id="1" name=""/>
        <p:cNvGrpSpPr/>
        <p:nvPr/>
      </p:nvGrpSpPr>
      <p:grpSpPr>
        <a:xfrm>
          <a:off x="0" y="0"/>
          <a:ext cx="0" cy="0"/>
          <a:chOff x="0" y="0"/>
          <a:chExt cx="0" cy="0"/>
        </a:xfrm>
      </p:grpSpPr>
      <p:cxnSp>
        <p:nvCxnSpPr>
          <p:cNvPr id="3" name="直接连接符 2">
            <a:extLst>
              <a:ext uri="{FF2B5EF4-FFF2-40B4-BE49-F238E27FC236}">
                <a16:creationId xmlns:a16="http://schemas.microsoft.com/office/drawing/2014/main" id="{5C6BB38E-CE7E-4FCB-9AFC-831E0927AE60}"/>
              </a:ext>
            </a:extLst>
          </p:cNvPr>
          <p:cNvCxnSpPr>
            <a:cxnSpLocks/>
          </p:cNvCxnSpPr>
          <p:nvPr userDrawn="1"/>
        </p:nvCxnSpPr>
        <p:spPr>
          <a:xfrm>
            <a:off x="1056000" y="1047565"/>
            <a:ext cx="10080000" cy="0"/>
          </a:xfrm>
          <a:prstGeom prst="line">
            <a:avLst/>
          </a:prstGeom>
          <a:ln w="12700">
            <a:solidFill>
              <a:srgbClr val="C00000"/>
            </a:solidFill>
            <a:prstDash val="solid"/>
            <a:tailEnd type="none"/>
          </a:ln>
        </p:spPr>
        <p:style>
          <a:lnRef idx="1">
            <a:schemeClr val="accent1"/>
          </a:lnRef>
          <a:fillRef idx="0">
            <a:schemeClr val="accent1"/>
          </a:fillRef>
          <a:effectRef idx="0">
            <a:schemeClr val="accent1"/>
          </a:effectRef>
          <a:fontRef idx="minor">
            <a:schemeClr val="tx1"/>
          </a:fontRef>
        </p:style>
      </p:cxnSp>
      <p:sp>
        <p:nvSpPr>
          <p:cNvPr id="4" name="文本框 3">
            <a:extLst>
              <a:ext uri="{FF2B5EF4-FFF2-40B4-BE49-F238E27FC236}">
                <a16:creationId xmlns:a16="http://schemas.microsoft.com/office/drawing/2014/main" id="{659F1796-2FF8-4C90-9366-A89884FF5C28}"/>
              </a:ext>
            </a:extLst>
          </p:cNvPr>
          <p:cNvSpPr txBox="1"/>
          <p:nvPr userDrawn="1"/>
        </p:nvSpPr>
        <p:spPr>
          <a:xfrm>
            <a:off x="5747188" y="647455"/>
            <a:ext cx="697627" cy="400110"/>
          </a:xfrm>
          <a:prstGeom prst="rect">
            <a:avLst/>
          </a:prstGeom>
          <a:noFill/>
        </p:spPr>
        <p:txBody>
          <a:bodyPr wrap="none" rtlCol="0">
            <a:spAutoFit/>
          </a:bodyPr>
          <a:lstStyle/>
          <a:p>
            <a:pPr algn="ctr"/>
            <a:r>
              <a:rPr lang="zh-CN" altLang="en-US" sz="2000" dirty="0">
                <a:latin typeface="微软雅黑" panose="020B0503020204020204" pitchFamily="34" charset="-122"/>
                <a:ea typeface="微软雅黑" panose="020B0503020204020204" pitchFamily="34" charset="-122"/>
              </a:rPr>
              <a:t>预习</a:t>
            </a:r>
          </a:p>
        </p:txBody>
      </p:sp>
      <p:sp>
        <p:nvSpPr>
          <p:cNvPr id="5" name="文本框 4">
            <a:extLst>
              <a:ext uri="{FF2B5EF4-FFF2-40B4-BE49-F238E27FC236}">
                <a16:creationId xmlns:a16="http://schemas.microsoft.com/office/drawing/2014/main" id="{CCFF4721-C68B-4189-BAEB-B2B0F009FA8C}"/>
              </a:ext>
            </a:extLst>
          </p:cNvPr>
          <p:cNvSpPr txBox="1"/>
          <p:nvPr userDrawn="1"/>
        </p:nvSpPr>
        <p:spPr>
          <a:xfrm>
            <a:off x="5648419" y="1047565"/>
            <a:ext cx="895181" cy="338554"/>
          </a:xfrm>
          <a:prstGeom prst="rect">
            <a:avLst/>
          </a:prstGeom>
          <a:noFill/>
        </p:spPr>
        <p:txBody>
          <a:bodyPr wrap="none" rtlCol="0">
            <a:spAutoFit/>
          </a:bodyPr>
          <a:lstStyle/>
          <a:p>
            <a:pPr algn="ctr"/>
            <a:r>
              <a:rPr lang="en-US" altLang="zh-CN" sz="1600" dirty="0">
                <a:solidFill>
                  <a:schemeClr val="bg2">
                    <a:lumMod val="50000"/>
                  </a:schemeClr>
                </a:solidFill>
                <a:latin typeface="微软雅黑 Light" panose="020B0502040204020203" pitchFamily="34" charset="-122"/>
                <a:ea typeface="微软雅黑 Light" panose="020B0502040204020203" pitchFamily="34" charset="-122"/>
              </a:rPr>
              <a:t>Preview</a:t>
            </a:r>
            <a:endParaRPr lang="zh-CN" altLang="en-US" sz="1600" dirty="0">
              <a:solidFill>
                <a:schemeClr val="bg2">
                  <a:lumMod val="50000"/>
                </a:schemeClr>
              </a:solidFill>
              <a:latin typeface="微软雅黑 Light" panose="020B0502040204020203" pitchFamily="34" charset="-122"/>
              <a:ea typeface="微软雅黑 Light" panose="020B0502040204020203" pitchFamily="34" charset="-122"/>
            </a:endParaRPr>
          </a:p>
        </p:txBody>
      </p:sp>
      <p:sp>
        <p:nvSpPr>
          <p:cNvPr id="8" name="文本占位符 7">
            <a:extLst>
              <a:ext uri="{FF2B5EF4-FFF2-40B4-BE49-F238E27FC236}">
                <a16:creationId xmlns:a16="http://schemas.microsoft.com/office/drawing/2014/main" id="{EEBDABD9-B0CF-4C54-9745-6E9B52C4B08C}"/>
              </a:ext>
            </a:extLst>
          </p:cNvPr>
          <p:cNvSpPr>
            <a:spLocks noGrp="1"/>
          </p:cNvSpPr>
          <p:nvPr>
            <p:ph type="body" sz="quarter" idx="10"/>
          </p:nvPr>
        </p:nvSpPr>
        <p:spPr>
          <a:xfrm>
            <a:off x="1056000" y="1530000"/>
            <a:ext cx="10079999" cy="4680000"/>
          </a:xfrm>
        </p:spPr>
        <p:txBody>
          <a:bodyPr/>
          <a:lstStyle>
            <a:lvl1pPr algn="just">
              <a:defRPr/>
            </a:lvl1pPr>
            <a:lvl2pPr algn="just">
              <a:defRPr/>
            </a:lvl2pPr>
          </a:lstStyle>
          <a:p>
            <a:pPr lvl="0"/>
            <a:r>
              <a:rPr lang="zh-CN" altLang="en-US" dirty="0"/>
              <a:t>单击此处编辑母版文本样式</a:t>
            </a:r>
          </a:p>
          <a:p>
            <a:pPr lvl="1"/>
            <a:r>
              <a:rPr lang="zh-CN" altLang="en-US" dirty="0"/>
              <a:t>二级</a:t>
            </a:r>
          </a:p>
        </p:txBody>
      </p:sp>
      <p:sp useBgFill="1">
        <p:nvSpPr>
          <p:cNvPr id="2" name="矩形 1">
            <a:extLst>
              <a:ext uri="{FF2B5EF4-FFF2-40B4-BE49-F238E27FC236}">
                <a16:creationId xmlns:a16="http://schemas.microsoft.com/office/drawing/2014/main" id="{116D21F6-F913-4F0B-927D-8496245BF5FD}"/>
              </a:ext>
            </a:extLst>
          </p:cNvPr>
          <p:cNvSpPr/>
          <p:nvPr userDrawn="1"/>
        </p:nvSpPr>
        <p:spPr>
          <a:xfrm>
            <a:off x="4342307" y="867565"/>
            <a:ext cx="1080000" cy="360000"/>
          </a:xfrm>
          <a:prstGeom prst="rect">
            <a:avLst/>
          </a:prstGeom>
          <a:ln w="12700">
            <a:noFill/>
            <a:prstDash val="solid"/>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useBgFill="1">
        <p:nvSpPr>
          <p:cNvPr id="9" name="椭圆 8">
            <a:extLst>
              <a:ext uri="{FF2B5EF4-FFF2-40B4-BE49-F238E27FC236}">
                <a16:creationId xmlns:a16="http://schemas.microsoft.com/office/drawing/2014/main" id="{B3127551-559A-4AB1-9159-1CA675F6F2E3}"/>
              </a:ext>
            </a:extLst>
          </p:cNvPr>
          <p:cNvSpPr/>
          <p:nvPr userDrawn="1"/>
        </p:nvSpPr>
        <p:spPr>
          <a:xfrm>
            <a:off x="4342307" y="975565"/>
            <a:ext cx="144000" cy="144000"/>
          </a:xfrm>
          <a:prstGeom prst="ellipse">
            <a:avLst/>
          </a:prstGeom>
          <a:ln w="12700">
            <a:solidFill>
              <a:srgbClr val="C00000"/>
            </a:solidFill>
            <a:prstDash val="solid"/>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useBgFill="1">
        <p:nvSpPr>
          <p:cNvPr id="12" name="椭圆 11">
            <a:extLst>
              <a:ext uri="{FF2B5EF4-FFF2-40B4-BE49-F238E27FC236}">
                <a16:creationId xmlns:a16="http://schemas.microsoft.com/office/drawing/2014/main" id="{D9DA6D4B-0F19-4CD2-9985-1F1B1FC95A1C}"/>
              </a:ext>
            </a:extLst>
          </p:cNvPr>
          <p:cNvSpPr/>
          <p:nvPr userDrawn="1"/>
        </p:nvSpPr>
        <p:spPr>
          <a:xfrm>
            <a:off x="5278307" y="975565"/>
            <a:ext cx="144000" cy="144000"/>
          </a:xfrm>
          <a:prstGeom prst="ellipse">
            <a:avLst/>
          </a:prstGeom>
          <a:ln w="12700">
            <a:solidFill>
              <a:srgbClr val="C00000"/>
            </a:solidFill>
            <a:prstDash val="solid"/>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pic>
        <p:nvPicPr>
          <p:cNvPr id="10" name="图形 9" descr="报纸">
            <a:extLst>
              <a:ext uri="{FF2B5EF4-FFF2-40B4-BE49-F238E27FC236}">
                <a16:creationId xmlns:a16="http://schemas.microsoft.com/office/drawing/2014/main" id="{1817D2FD-5005-46F5-852A-64C9D8A726EE}"/>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4522307" y="687565"/>
            <a:ext cx="720000" cy="720000"/>
          </a:xfrm>
          <a:prstGeom prst="rect">
            <a:avLst/>
          </a:prstGeom>
          <a:effectLst>
            <a:outerShdw blurRad="50800" dist="38100" dir="2700000" algn="tl" rotWithShape="0">
              <a:prstClr val="black">
                <a:alpha val="40000"/>
              </a:prstClr>
            </a:outerShdw>
          </a:effectLst>
        </p:spPr>
      </p:pic>
      <p:pic>
        <p:nvPicPr>
          <p:cNvPr id="13" name="图形 12">
            <a:extLst>
              <a:ext uri="{FF2B5EF4-FFF2-40B4-BE49-F238E27FC236}">
                <a16:creationId xmlns:a16="http://schemas.microsoft.com/office/drawing/2014/main" id="{09C7615C-E15F-487F-ADAA-1CD4A8B4552C}"/>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592000" y="4256844"/>
            <a:ext cx="3600000" cy="2601156"/>
          </a:xfrm>
          <a:prstGeom prst="rect">
            <a:avLst/>
          </a:prstGeom>
        </p:spPr>
      </p:pic>
    </p:spTree>
    <p:extLst>
      <p:ext uri="{BB962C8B-B14F-4D97-AF65-F5344CB8AC3E}">
        <p14:creationId xmlns:p14="http://schemas.microsoft.com/office/powerpoint/2010/main" val="1755867906"/>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主内容">
    <p:spTree>
      <p:nvGrpSpPr>
        <p:cNvPr id="1" name=""/>
        <p:cNvGrpSpPr/>
        <p:nvPr/>
      </p:nvGrpSpPr>
      <p:grpSpPr>
        <a:xfrm>
          <a:off x="0" y="0"/>
          <a:ext cx="0" cy="0"/>
          <a:chOff x="0" y="0"/>
          <a:chExt cx="0" cy="0"/>
        </a:xfrm>
      </p:grpSpPr>
      <p:sp>
        <p:nvSpPr>
          <p:cNvPr id="6" name="标题 1">
            <a:extLst>
              <a:ext uri="{FF2B5EF4-FFF2-40B4-BE49-F238E27FC236}">
                <a16:creationId xmlns:a16="http://schemas.microsoft.com/office/drawing/2014/main" id="{9C390FC7-1AE5-44B9-9306-F012C283CC36}"/>
              </a:ext>
            </a:extLst>
          </p:cNvPr>
          <p:cNvSpPr>
            <a:spLocks noGrp="1"/>
          </p:cNvSpPr>
          <p:nvPr>
            <p:ph type="title" hasCustomPrompt="1"/>
          </p:nvPr>
        </p:nvSpPr>
        <p:spPr>
          <a:xfrm>
            <a:off x="1182025" y="346076"/>
            <a:ext cx="9337722" cy="501650"/>
          </a:xfrm>
        </p:spPr>
        <p:txBody>
          <a:bodyPr>
            <a:normAutofit/>
          </a:bodyPr>
          <a:lstStyle>
            <a:lvl1pPr>
              <a:defRPr sz="2400">
                <a:latin typeface="微软雅黑" panose="020B0503020204020204" pitchFamily="34" charset="-122"/>
                <a:ea typeface="微软雅黑" panose="020B0503020204020204" pitchFamily="34" charset="-122"/>
              </a:defRPr>
            </a:lvl1pPr>
          </a:lstStyle>
          <a:p>
            <a:r>
              <a:rPr lang="zh-CN" altLang="en-US" dirty="0"/>
              <a:t>标题</a:t>
            </a:r>
          </a:p>
        </p:txBody>
      </p:sp>
      <p:sp>
        <p:nvSpPr>
          <p:cNvPr id="7" name="Freeform 25">
            <a:extLst>
              <a:ext uri="{FF2B5EF4-FFF2-40B4-BE49-F238E27FC236}">
                <a16:creationId xmlns:a16="http://schemas.microsoft.com/office/drawing/2014/main" id="{1C0AD213-1F2D-42D1-B18A-C8183AEF6400}"/>
              </a:ext>
            </a:extLst>
          </p:cNvPr>
          <p:cNvSpPr>
            <a:spLocks noChangeArrowheads="1"/>
          </p:cNvSpPr>
          <p:nvPr userDrawn="1"/>
        </p:nvSpPr>
        <p:spPr bwMode="auto">
          <a:xfrm>
            <a:off x="238125" y="436328"/>
            <a:ext cx="899816" cy="632295"/>
          </a:xfrm>
          <a:custGeom>
            <a:avLst/>
            <a:gdLst>
              <a:gd name="T0" fmla="*/ 13586 w 13587"/>
              <a:gd name="T1" fmla="*/ 2121 h 9547"/>
              <a:gd name="T2" fmla="*/ 8861 w 13587"/>
              <a:gd name="T3" fmla="*/ 454 h 9547"/>
              <a:gd name="T4" fmla="*/ 3960 w 13587"/>
              <a:gd name="T5" fmla="*/ 2458 h 9547"/>
              <a:gd name="T6" fmla="*/ 0 w 13587"/>
              <a:gd name="T7" fmla="*/ 2529 h 9547"/>
              <a:gd name="T8" fmla="*/ 1300 w 13587"/>
              <a:gd name="T9" fmla="*/ 6699 h 9547"/>
              <a:gd name="T10" fmla="*/ 5083 w 13587"/>
              <a:gd name="T11" fmla="*/ 4992 h 9547"/>
              <a:gd name="T12" fmla="*/ 7249 w 13587"/>
              <a:gd name="T13" fmla="*/ 9500 h 9547"/>
              <a:gd name="T14" fmla="*/ 7330 w 13587"/>
              <a:gd name="T15" fmla="*/ 9495 h 9547"/>
              <a:gd name="T16" fmla="*/ 12024 w 13587"/>
              <a:gd name="T17" fmla="*/ 4881 h 9547"/>
              <a:gd name="T18" fmla="*/ 13198 w 13587"/>
              <a:gd name="T19" fmla="*/ 2791 h 9547"/>
              <a:gd name="T20" fmla="*/ 5657 w 13587"/>
              <a:gd name="T21" fmla="*/ 4262 h 9547"/>
              <a:gd name="T22" fmla="*/ 8649 w 13587"/>
              <a:gd name="T23" fmla="*/ 580 h 9547"/>
              <a:gd name="T24" fmla="*/ 6922 w 13587"/>
              <a:gd name="T25" fmla="*/ 2705 h 9547"/>
              <a:gd name="T26" fmla="*/ 5148 w 13587"/>
              <a:gd name="T27" fmla="*/ 4891 h 9547"/>
              <a:gd name="T28" fmla="*/ 5602 w 13587"/>
              <a:gd name="T29" fmla="*/ 4332 h 9547"/>
              <a:gd name="T30" fmla="*/ 5375 w 13587"/>
              <a:gd name="T31" fmla="*/ 5370 h 9547"/>
              <a:gd name="T32" fmla="*/ 7229 w 13587"/>
              <a:gd name="T33" fmla="*/ 9263 h 9547"/>
              <a:gd name="T34" fmla="*/ 6927 w 13587"/>
              <a:gd name="T35" fmla="*/ 2836 h 9547"/>
              <a:gd name="T36" fmla="*/ 7103 w 13587"/>
              <a:gd name="T37" fmla="*/ 6528 h 9547"/>
              <a:gd name="T38" fmla="*/ 5194 w 13587"/>
              <a:gd name="T39" fmla="*/ 4977 h 9547"/>
              <a:gd name="T40" fmla="*/ 11012 w 13587"/>
              <a:gd name="T41" fmla="*/ 5103 h 9547"/>
              <a:gd name="T42" fmla="*/ 8957 w 13587"/>
              <a:gd name="T43" fmla="*/ 3833 h 9547"/>
              <a:gd name="T44" fmla="*/ 9621 w 13587"/>
              <a:gd name="T45" fmla="*/ 2841 h 9547"/>
              <a:gd name="T46" fmla="*/ 9007 w 13587"/>
              <a:gd name="T47" fmla="*/ 3758 h 9547"/>
              <a:gd name="T48" fmla="*/ 7012 w 13587"/>
              <a:gd name="T49" fmla="*/ 2766 h 9547"/>
              <a:gd name="T50" fmla="*/ 7184 w 13587"/>
              <a:gd name="T51" fmla="*/ 6332 h 9547"/>
              <a:gd name="T52" fmla="*/ 8272 w 13587"/>
              <a:gd name="T53" fmla="*/ 8287 h 9547"/>
              <a:gd name="T54" fmla="*/ 10972 w 13587"/>
              <a:gd name="T55" fmla="*/ 5208 h 9547"/>
              <a:gd name="T56" fmla="*/ 13037 w 13587"/>
              <a:gd name="T57" fmla="*/ 2851 h 9547"/>
              <a:gd name="T58" fmla="*/ 9702 w 13587"/>
              <a:gd name="T59" fmla="*/ 2806 h 9547"/>
              <a:gd name="T60" fmla="*/ 13117 w 13587"/>
              <a:gd name="T61" fmla="*/ 2750 h 9547"/>
              <a:gd name="T62" fmla="*/ 13450 w 13587"/>
              <a:gd name="T63" fmla="*/ 2177 h 9547"/>
              <a:gd name="T64" fmla="*/ 9647 w 13587"/>
              <a:gd name="T65" fmla="*/ 2716 h 9547"/>
              <a:gd name="T66" fmla="*/ 7058 w 13587"/>
              <a:gd name="T67" fmla="*/ 2680 h 9547"/>
              <a:gd name="T68" fmla="*/ 12956 w 13587"/>
              <a:gd name="T69" fmla="*/ 2761 h 9547"/>
              <a:gd name="T70" fmla="*/ 8680 w 13587"/>
              <a:gd name="T71" fmla="*/ 469 h 9547"/>
              <a:gd name="T72" fmla="*/ 7748 w 13587"/>
              <a:gd name="T73" fmla="*/ 101 h 9547"/>
              <a:gd name="T74" fmla="*/ 696 w 13587"/>
              <a:gd name="T75" fmla="*/ 2766 h 9547"/>
              <a:gd name="T76" fmla="*/ 3753 w 13587"/>
              <a:gd name="T77" fmla="*/ 2484 h 9547"/>
              <a:gd name="T78" fmla="*/ 2091 w 13587"/>
              <a:gd name="T79" fmla="*/ 5320 h 9547"/>
              <a:gd name="T80" fmla="*/ 3879 w 13587"/>
              <a:gd name="T81" fmla="*/ 2559 h 9547"/>
              <a:gd name="T82" fmla="*/ 600 w 13587"/>
              <a:gd name="T83" fmla="*/ 2735 h 9547"/>
              <a:gd name="T84" fmla="*/ 383 w 13587"/>
              <a:gd name="T85" fmla="*/ 1496 h 9547"/>
              <a:gd name="T86" fmla="*/ 2035 w 13587"/>
              <a:gd name="T87" fmla="*/ 5400 h 9547"/>
              <a:gd name="T88" fmla="*/ 746 w 13587"/>
              <a:gd name="T89" fmla="*/ 3068 h 9547"/>
              <a:gd name="T90" fmla="*/ 5038 w 13587"/>
              <a:gd name="T91" fmla="*/ 4866 h 9547"/>
              <a:gd name="T92" fmla="*/ 3960 w 13587"/>
              <a:gd name="T93" fmla="*/ 2594 h 9547"/>
              <a:gd name="T94" fmla="*/ 5144 w 13587"/>
              <a:gd name="T95" fmla="*/ 5088 h 9547"/>
              <a:gd name="T96" fmla="*/ 4766 w 13587"/>
              <a:gd name="T97" fmla="*/ 6090 h 9547"/>
              <a:gd name="T98" fmla="*/ 8211 w 13587"/>
              <a:gd name="T99" fmla="*/ 8357 h 9547"/>
              <a:gd name="T100" fmla="*/ 7194 w 13587"/>
              <a:gd name="T101" fmla="*/ 6644 h 9547"/>
              <a:gd name="T102" fmla="*/ 11249 w 13587"/>
              <a:gd name="T103" fmla="*/ 5027 h 9547"/>
              <a:gd name="T104" fmla="*/ 11969 w 13587"/>
              <a:gd name="T105" fmla="*/ 4806 h 95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3587" h="9547">
                <a:moveTo>
                  <a:pt x="13198" y="2791"/>
                </a:moveTo>
                <a:lnTo>
                  <a:pt x="13586" y="2121"/>
                </a:lnTo>
                <a:lnTo>
                  <a:pt x="10579" y="1381"/>
                </a:lnTo>
                <a:lnTo>
                  <a:pt x="8861" y="454"/>
                </a:lnTo>
                <a:lnTo>
                  <a:pt x="7737" y="0"/>
                </a:lnTo>
                <a:lnTo>
                  <a:pt x="3960" y="2458"/>
                </a:lnTo>
                <a:lnTo>
                  <a:pt x="333" y="1235"/>
                </a:lnTo>
                <a:lnTo>
                  <a:pt x="0" y="2529"/>
                </a:lnTo>
                <a:lnTo>
                  <a:pt x="620" y="2847"/>
                </a:lnTo>
                <a:lnTo>
                  <a:pt x="1300" y="6699"/>
                </a:lnTo>
                <a:lnTo>
                  <a:pt x="3134" y="3869"/>
                </a:lnTo>
                <a:lnTo>
                  <a:pt x="5083" y="4992"/>
                </a:lnTo>
                <a:lnTo>
                  <a:pt x="4665" y="6105"/>
                </a:lnTo>
                <a:lnTo>
                  <a:pt x="7249" y="9500"/>
                </a:lnTo>
                <a:lnTo>
                  <a:pt x="7284" y="9546"/>
                </a:lnTo>
                <a:lnTo>
                  <a:pt x="7330" y="9495"/>
                </a:lnTo>
                <a:lnTo>
                  <a:pt x="11138" y="5153"/>
                </a:lnTo>
                <a:lnTo>
                  <a:pt x="12024" y="4881"/>
                </a:lnTo>
                <a:lnTo>
                  <a:pt x="13173" y="2836"/>
                </a:lnTo>
                <a:lnTo>
                  <a:pt x="13198" y="2791"/>
                </a:lnTo>
                <a:close/>
                <a:moveTo>
                  <a:pt x="6922" y="2705"/>
                </a:moveTo>
                <a:lnTo>
                  <a:pt x="5657" y="4262"/>
                </a:lnTo>
                <a:lnTo>
                  <a:pt x="4040" y="2524"/>
                </a:lnTo>
                <a:lnTo>
                  <a:pt x="8649" y="580"/>
                </a:lnTo>
                <a:lnTo>
                  <a:pt x="6947" y="2675"/>
                </a:lnTo>
                <a:lnTo>
                  <a:pt x="6922" y="2705"/>
                </a:lnTo>
                <a:close/>
                <a:moveTo>
                  <a:pt x="5602" y="4332"/>
                </a:moveTo>
                <a:lnTo>
                  <a:pt x="5148" y="4891"/>
                </a:lnTo>
                <a:lnTo>
                  <a:pt x="4126" y="2746"/>
                </a:lnTo>
                <a:lnTo>
                  <a:pt x="5602" y="4332"/>
                </a:lnTo>
                <a:close/>
                <a:moveTo>
                  <a:pt x="7229" y="9263"/>
                </a:moveTo>
                <a:lnTo>
                  <a:pt x="5375" y="5370"/>
                </a:lnTo>
                <a:lnTo>
                  <a:pt x="7163" y="7788"/>
                </a:lnTo>
                <a:lnTo>
                  <a:pt x="7229" y="9263"/>
                </a:lnTo>
                <a:close/>
                <a:moveTo>
                  <a:pt x="5194" y="4977"/>
                </a:moveTo>
                <a:lnTo>
                  <a:pt x="6927" y="2836"/>
                </a:lnTo>
                <a:lnTo>
                  <a:pt x="7098" y="6458"/>
                </a:lnTo>
                <a:lnTo>
                  <a:pt x="7103" y="6528"/>
                </a:lnTo>
                <a:lnTo>
                  <a:pt x="7153" y="7631"/>
                </a:lnTo>
                <a:lnTo>
                  <a:pt x="5194" y="4977"/>
                </a:lnTo>
                <a:close/>
                <a:moveTo>
                  <a:pt x="8957" y="3833"/>
                </a:moveTo>
                <a:lnTo>
                  <a:pt x="11012" y="5103"/>
                </a:lnTo>
                <a:lnTo>
                  <a:pt x="7254" y="6387"/>
                </a:lnTo>
                <a:lnTo>
                  <a:pt x="8957" y="3833"/>
                </a:lnTo>
                <a:close/>
                <a:moveTo>
                  <a:pt x="9007" y="3758"/>
                </a:moveTo>
                <a:lnTo>
                  <a:pt x="9621" y="2841"/>
                </a:lnTo>
                <a:lnTo>
                  <a:pt x="10972" y="4977"/>
                </a:lnTo>
                <a:lnTo>
                  <a:pt x="9007" y="3758"/>
                </a:lnTo>
                <a:close/>
                <a:moveTo>
                  <a:pt x="7184" y="6332"/>
                </a:moveTo>
                <a:lnTo>
                  <a:pt x="7012" y="2766"/>
                </a:lnTo>
                <a:lnTo>
                  <a:pt x="9541" y="2801"/>
                </a:lnTo>
                <a:lnTo>
                  <a:pt x="7184" y="6332"/>
                </a:lnTo>
                <a:close/>
                <a:moveTo>
                  <a:pt x="10972" y="5208"/>
                </a:moveTo>
                <a:lnTo>
                  <a:pt x="8272" y="8287"/>
                </a:lnTo>
                <a:lnTo>
                  <a:pt x="7209" y="6493"/>
                </a:lnTo>
                <a:lnTo>
                  <a:pt x="10972" y="5208"/>
                </a:lnTo>
                <a:close/>
                <a:moveTo>
                  <a:pt x="9702" y="2806"/>
                </a:moveTo>
                <a:lnTo>
                  <a:pt x="13037" y="2851"/>
                </a:lnTo>
                <a:lnTo>
                  <a:pt x="11118" y="5043"/>
                </a:lnTo>
                <a:lnTo>
                  <a:pt x="9702" y="2806"/>
                </a:lnTo>
                <a:close/>
                <a:moveTo>
                  <a:pt x="13450" y="2177"/>
                </a:moveTo>
                <a:lnTo>
                  <a:pt x="13117" y="2750"/>
                </a:lnTo>
                <a:lnTo>
                  <a:pt x="10891" y="1547"/>
                </a:lnTo>
                <a:lnTo>
                  <a:pt x="13450" y="2177"/>
                </a:lnTo>
                <a:close/>
                <a:moveTo>
                  <a:pt x="12956" y="2761"/>
                </a:moveTo>
                <a:lnTo>
                  <a:pt x="9647" y="2716"/>
                </a:lnTo>
                <a:lnTo>
                  <a:pt x="9596" y="2716"/>
                </a:lnTo>
                <a:lnTo>
                  <a:pt x="7058" y="2680"/>
                </a:lnTo>
                <a:lnTo>
                  <a:pt x="8805" y="524"/>
                </a:lnTo>
                <a:lnTo>
                  <a:pt x="12956" y="2761"/>
                </a:lnTo>
                <a:close/>
                <a:moveTo>
                  <a:pt x="7748" y="101"/>
                </a:moveTo>
                <a:lnTo>
                  <a:pt x="8680" y="469"/>
                </a:lnTo>
                <a:lnTo>
                  <a:pt x="4403" y="2272"/>
                </a:lnTo>
                <a:lnTo>
                  <a:pt x="7748" y="101"/>
                </a:lnTo>
                <a:close/>
                <a:moveTo>
                  <a:pt x="3753" y="2484"/>
                </a:moveTo>
                <a:lnTo>
                  <a:pt x="696" y="2766"/>
                </a:lnTo>
                <a:lnTo>
                  <a:pt x="449" y="1365"/>
                </a:lnTo>
                <a:lnTo>
                  <a:pt x="3753" y="2484"/>
                </a:lnTo>
                <a:close/>
                <a:moveTo>
                  <a:pt x="3879" y="2559"/>
                </a:moveTo>
                <a:lnTo>
                  <a:pt x="2091" y="5320"/>
                </a:lnTo>
                <a:lnTo>
                  <a:pt x="731" y="2851"/>
                </a:lnTo>
                <a:lnTo>
                  <a:pt x="3879" y="2559"/>
                </a:lnTo>
                <a:close/>
                <a:moveTo>
                  <a:pt x="383" y="1496"/>
                </a:moveTo>
                <a:lnTo>
                  <a:pt x="600" y="2735"/>
                </a:lnTo>
                <a:lnTo>
                  <a:pt x="101" y="2484"/>
                </a:lnTo>
                <a:lnTo>
                  <a:pt x="383" y="1496"/>
                </a:lnTo>
                <a:close/>
                <a:moveTo>
                  <a:pt x="746" y="3068"/>
                </a:moveTo>
                <a:lnTo>
                  <a:pt x="2035" y="5400"/>
                </a:lnTo>
                <a:lnTo>
                  <a:pt x="1345" y="6463"/>
                </a:lnTo>
                <a:lnTo>
                  <a:pt x="746" y="3068"/>
                </a:lnTo>
                <a:close/>
                <a:moveTo>
                  <a:pt x="3960" y="2594"/>
                </a:moveTo>
                <a:lnTo>
                  <a:pt x="5038" y="4866"/>
                </a:lnTo>
                <a:lnTo>
                  <a:pt x="3184" y="3793"/>
                </a:lnTo>
                <a:lnTo>
                  <a:pt x="3960" y="2594"/>
                </a:lnTo>
                <a:close/>
                <a:moveTo>
                  <a:pt x="4766" y="6090"/>
                </a:moveTo>
                <a:lnTo>
                  <a:pt x="5144" y="5088"/>
                </a:lnTo>
                <a:lnTo>
                  <a:pt x="7063" y="9112"/>
                </a:lnTo>
                <a:lnTo>
                  <a:pt x="4766" y="6090"/>
                </a:lnTo>
                <a:close/>
                <a:moveTo>
                  <a:pt x="7194" y="6644"/>
                </a:moveTo>
                <a:lnTo>
                  <a:pt x="8211" y="8357"/>
                </a:lnTo>
                <a:lnTo>
                  <a:pt x="7325" y="9364"/>
                </a:lnTo>
                <a:lnTo>
                  <a:pt x="7194" y="6644"/>
                </a:lnTo>
                <a:close/>
                <a:moveTo>
                  <a:pt x="11969" y="4806"/>
                </a:moveTo>
                <a:lnTo>
                  <a:pt x="11249" y="5027"/>
                </a:lnTo>
                <a:lnTo>
                  <a:pt x="12891" y="3154"/>
                </a:lnTo>
                <a:lnTo>
                  <a:pt x="11969" y="4806"/>
                </a:lnTo>
                <a:close/>
              </a:path>
            </a:pathLst>
          </a:custGeom>
          <a:solidFill>
            <a:schemeClr val="tx1">
              <a:lumMod val="75000"/>
              <a:lumOff val="25000"/>
            </a:schemeClr>
          </a:solidFill>
          <a:ln w="12700">
            <a:solidFill>
              <a:schemeClr val="accent2"/>
            </a:solidFill>
          </a:ln>
          <a:effectLst/>
        </p:spPr>
        <p:txBody>
          <a:bodyPr wrap="none" anchor="ctr"/>
          <a:lstStyle/>
          <a:p>
            <a:endParaRPr lang="en-US" dirty="0">
              <a:latin typeface="微软雅黑 Light" panose="020B0502040204020203" pitchFamily="34" charset="-122"/>
              <a:sym typeface="Exo 2 Light" panose="00000400000000000000" pitchFamily="50" charset="0"/>
            </a:endParaRPr>
          </a:p>
        </p:txBody>
      </p:sp>
      <p:sp>
        <p:nvSpPr>
          <p:cNvPr id="8" name="TextBox 26">
            <a:extLst>
              <a:ext uri="{FF2B5EF4-FFF2-40B4-BE49-F238E27FC236}">
                <a16:creationId xmlns:a16="http://schemas.microsoft.com/office/drawing/2014/main" id="{CF71ABEA-1A03-440D-8633-AA0DC6EB4735}"/>
              </a:ext>
            </a:extLst>
          </p:cNvPr>
          <p:cNvSpPr txBox="1"/>
          <p:nvPr userDrawn="1"/>
        </p:nvSpPr>
        <p:spPr>
          <a:xfrm>
            <a:off x="10519747" y="548038"/>
            <a:ext cx="1694695" cy="469359"/>
          </a:xfrm>
          <a:prstGeom prst="rect">
            <a:avLst/>
          </a:prstGeom>
          <a:noFill/>
        </p:spPr>
        <p:txBody>
          <a:bodyPr wrap="none" rtlCol="0">
            <a:spAutoFit/>
          </a:bodyPr>
          <a:lstStyle/>
          <a:p>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Exo 2 Semi" charset="0"/>
              </a:rPr>
              <a:t>数据链路层</a:t>
            </a:r>
            <a:endParaRPr lang="en-US" sz="1400" b="1" spc="300" dirty="0">
              <a:solidFill>
                <a:schemeClr val="tx1">
                  <a:lumMod val="75000"/>
                  <a:lumOff val="25000"/>
                </a:schemeClr>
              </a:solidFill>
              <a:latin typeface="微软雅黑" panose="020B0503020204020204" pitchFamily="34" charset="-122"/>
              <a:ea typeface="微软雅黑" panose="020B0503020204020204" pitchFamily="34" charset="-122"/>
              <a:cs typeface="Exo 2 Semi" charset="0"/>
            </a:endParaRPr>
          </a:p>
          <a:p>
            <a:r>
              <a:rPr lang="en-US" altLang="zh-CN" sz="1050" i="1" spc="300" dirty="0">
                <a:solidFill>
                  <a:schemeClr val="tx1">
                    <a:lumMod val="75000"/>
                    <a:lumOff val="25000"/>
                  </a:schemeClr>
                </a:solidFill>
                <a:latin typeface="微软雅黑 Light" panose="020B0502040204020203" pitchFamily="34" charset="-122"/>
                <a:ea typeface="Exo 2 Thin" charset="0"/>
                <a:cs typeface="Exo 2 Thin" charset="0"/>
                <a:sym typeface="Exo 2 Light" panose="00000400000000000000" pitchFamily="50" charset="0"/>
              </a:rPr>
              <a:t>Data Link Layer</a:t>
            </a:r>
            <a:endParaRPr lang="en-US" sz="1050" i="1" spc="300" dirty="0">
              <a:solidFill>
                <a:schemeClr val="tx1">
                  <a:lumMod val="75000"/>
                  <a:lumOff val="25000"/>
                </a:schemeClr>
              </a:solidFill>
              <a:latin typeface="微软雅黑 Light" panose="020B0502040204020203" pitchFamily="34" charset="-122"/>
              <a:ea typeface="Exo 2 Thin" charset="0"/>
              <a:cs typeface="Exo 2 Thin" charset="0"/>
              <a:sym typeface="Exo 2 Light" panose="00000400000000000000" pitchFamily="50" charset="0"/>
            </a:endParaRPr>
          </a:p>
        </p:txBody>
      </p:sp>
      <p:cxnSp>
        <p:nvCxnSpPr>
          <p:cNvPr id="3" name="直接连接符 2">
            <a:extLst>
              <a:ext uri="{FF2B5EF4-FFF2-40B4-BE49-F238E27FC236}">
                <a16:creationId xmlns:a16="http://schemas.microsoft.com/office/drawing/2014/main" id="{1AB40683-D992-4D7B-BC6D-C07A1D72AF78}"/>
              </a:ext>
            </a:extLst>
          </p:cNvPr>
          <p:cNvCxnSpPr>
            <a:cxnSpLocks/>
          </p:cNvCxnSpPr>
          <p:nvPr userDrawn="1"/>
        </p:nvCxnSpPr>
        <p:spPr>
          <a:xfrm>
            <a:off x="1182025" y="752476"/>
            <a:ext cx="9337722" cy="0"/>
          </a:xfrm>
          <a:prstGeom prst="line">
            <a:avLst/>
          </a:prstGeom>
          <a:ln w="12700">
            <a:solidFill>
              <a:schemeClr val="bg1">
                <a:lumMod val="50000"/>
              </a:schemeClr>
            </a:solidFill>
            <a:tailEnd type="none"/>
          </a:ln>
        </p:spPr>
        <p:style>
          <a:lnRef idx="1">
            <a:schemeClr val="dk1"/>
          </a:lnRef>
          <a:fillRef idx="0">
            <a:schemeClr val="dk1"/>
          </a:fillRef>
          <a:effectRef idx="0">
            <a:schemeClr val="dk1"/>
          </a:effectRef>
          <a:fontRef idx="minor">
            <a:schemeClr val="tx1"/>
          </a:fontRef>
        </p:style>
      </p:cxnSp>
      <p:sp>
        <p:nvSpPr>
          <p:cNvPr id="11" name="文本占位符 10">
            <a:extLst>
              <a:ext uri="{FF2B5EF4-FFF2-40B4-BE49-F238E27FC236}">
                <a16:creationId xmlns:a16="http://schemas.microsoft.com/office/drawing/2014/main" id="{D90656B7-A68D-40CB-9FBA-153D1C1AB1AC}"/>
              </a:ext>
            </a:extLst>
          </p:cNvPr>
          <p:cNvSpPr>
            <a:spLocks noGrp="1"/>
          </p:cNvSpPr>
          <p:nvPr>
            <p:ph type="body" sz="quarter" idx="11" hasCustomPrompt="1"/>
          </p:nvPr>
        </p:nvSpPr>
        <p:spPr>
          <a:xfrm>
            <a:off x="1182025" y="752476"/>
            <a:ext cx="2750783" cy="320088"/>
          </a:xfrm>
        </p:spPr>
        <p:txBody>
          <a:bodyPr wrap="square">
            <a:spAutoFit/>
          </a:bodyPr>
          <a:lstStyle>
            <a:lvl1pPr marL="0" indent="0">
              <a:buNone/>
              <a:defRPr sz="1600" baseline="0">
                <a:latin typeface="Courier New" panose="02070309020205020404" pitchFamily="49" charset="0"/>
              </a:defRPr>
            </a:lvl1pPr>
          </a:lstStyle>
          <a:p>
            <a:pPr lvl="0"/>
            <a:r>
              <a:rPr lang="en-US" altLang="zh-CN" dirty="0"/>
              <a:t>subtitle</a:t>
            </a:r>
            <a:endParaRPr lang="zh-CN" altLang="en-US" dirty="0"/>
          </a:p>
        </p:txBody>
      </p:sp>
      <p:sp>
        <p:nvSpPr>
          <p:cNvPr id="4" name="文本占位符 3">
            <a:extLst>
              <a:ext uri="{FF2B5EF4-FFF2-40B4-BE49-F238E27FC236}">
                <a16:creationId xmlns:a16="http://schemas.microsoft.com/office/drawing/2014/main" id="{6A1F012D-9002-45A5-9019-A643EA18B9E3}"/>
              </a:ext>
            </a:extLst>
          </p:cNvPr>
          <p:cNvSpPr>
            <a:spLocks noGrp="1"/>
          </p:cNvSpPr>
          <p:nvPr>
            <p:ph type="body" sz="quarter" idx="12"/>
          </p:nvPr>
        </p:nvSpPr>
        <p:spPr>
          <a:xfrm>
            <a:off x="336000" y="1152526"/>
            <a:ext cx="11520000" cy="5040000"/>
          </a:xfrm>
        </p:spPr>
        <p:txBody>
          <a:bodyPr/>
          <a:lstStyle>
            <a:lvl1pPr algn="just">
              <a:lnSpc>
                <a:spcPct val="100000"/>
              </a:lnSpc>
              <a:defRPr baseline="0">
                <a:latin typeface="Courier New" panose="02070309020205020404" pitchFamily="49" charset="0"/>
              </a:defRPr>
            </a:lvl1pPr>
            <a:lvl2pPr algn="just">
              <a:lnSpc>
                <a:spcPct val="100000"/>
              </a:lnSpc>
              <a:defRPr baseline="0">
                <a:latin typeface="Courier New" panose="02070309020205020404" pitchFamily="49" charset="0"/>
              </a:defRPr>
            </a:lvl2pPr>
          </a:lstStyle>
          <a:p>
            <a:pPr lvl="0"/>
            <a:r>
              <a:rPr lang="zh-CN" altLang="en-US" dirty="0"/>
              <a:t>单击此处编辑母版文本样式</a:t>
            </a:r>
          </a:p>
          <a:p>
            <a:pPr lvl="1"/>
            <a:r>
              <a:rPr lang="zh-CN" altLang="en-US" dirty="0"/>
              <a:t>二级</a:t>
            </a:r>
          </a:p>
        </p:txBody>
      </p:sp>
    </p:spTree>
    <p:extLst>
      <p:ext uri="{BB962C8B-B14F-4D97-AF65-F5344CB8AC3E}">
        <p14:creationId xmlns:p14="http://schemas.microsoft.com/office/powerpoint/2010/main" val="3890948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PPP">
    <p:spTree>
      <p:nvGrpSpPr>
        <p:cNvPr id="1" name=""/>
        <p:cNvGrpSpPr/>
        <p:nvPr/>
      </p:nvGrpSpPr>
      <p:grpSpPr>
        <a:xfrm>
          <a:off x="0" y="0"/>
          <a:ext cx="0" cy="0"/>
          <a:chOff x="0" y="0"/>
          <a:chExt cx="0" cy="0"/>
        </a:xfrm>
      </p:grpSpPr>
      <p:grpSp>
        <p:nvGrpSpPr>
          <p:cNvPr id="8" name="组合 7">
            <a:extLst>
              <a:ext uri="{FF2B5EF4-FFF2-40B4-BE49-F238E27FC236}">
                <a16:creationId xmlns:a16="http://schemas.microsoft.com/office/drawing/2014/main" id="{7A3947A1-486F-4CA5-B6FE-99E859380C87}"/>
              </a:ext>
            </a:extLst>
          </p:cNvPr>
          <p:cNvGrpSpPr/>
          <p:nvPr userDrawn="1"/>
        </p:nvGrpSpPr>
        <p:grpSpPr>
          <a:xfrm>
            <a:off x="0" y="0"/>
            <a:ext cx="7711084" cy="941457"/>
            <a:chOff x="-14417" y="-36940"/>
            <a:chExt cx="7711084" cy="941457"/>
          </a:xfrm>
        </p:grpSpPr>
        <p:sp>
          <p:nvSpPr>
            <p:cNvPr id="11" name="椭圆 10">
              <a:extLst>
                <a:ext uri="{FF2B5EF4-FFF2-40B4-BE49-F238E27FC236}">
                  <a16:creationId xmlns:a16="http://schemas.microsoft.com/office/drawing/2014/main" id="{1E70C58A-5A85-4832-B6D7-16830C470707}"/>
                </a:ext>
              </a:extLst>
            </p:cNvPr>
            <p:cNvSpPr/>
            <p:nvPr/>
          </p:nvSpPr>
          <p:spPr>
            <a:xfrm rot="374285">
              <a:off x="6100494" y="535640"/>
              <a:ext cx="95082" cy="90944"/>
            </a:xfrm>
            <a:prstGeom prst="ellipse">
              <a:avLst/>
            </a:prstGeom>
            <a:solidFill>
              <a:schemeClr val="accent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12" name="椭圆 11">
              <a:extLst>
                <a:ext uri="{FF2B5EF4-FFF2-40B4-BE49-F238E27FC236}">
                  <a16:creationId xmlns:a16="http://schemas.microsoft.com/office/drawing/2014/main" id="{DC82F87F-1BF8-46C1-A5E3-DA3CF824850F}"/>
                </a:ext>
              </a:extLst>
            </p:cNvPr>
            <p:cNvSpPr/>
            <p:nvPr/>
          </p:nvSpPr>
          <p:spPr>
            <a:xfrm rot="374285">
              <a:off x="5448352" y="699694"/>
              <a:ext cx="132525" cy="12675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13" name="椭圆 12">
              <a:extLst>
                <a:ext uri="{FF2B5EF4-FFF2-40B4-BE49-F238E27FC236}">
                  <a16:creationId xmlns:a16="http://schemas.microsoft.com/office/drawing/2014/main" id="{614CD21A-C39D-4795-83CD-774FD349585D}"/>
                </a:ext>
              </a:extLst>
            </p:cNvPr>
            <p:cNvSpPr/>
            <p:nvPr/>
          </p:nvSpPr>
          <p:spPr>
            <a:xfrm rot="374285">
              <a:off x="3572722" y="604289"/>
              <a:ext cx="115820" cy="11077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14" name="椭圆 13">
              <a:extLst>
                <a:ext uri="{FF2B5EF4-FFF2-40B4-BE49-F238E27FC236}">
                  <a16:creationId xmlns:a16="http://schemas.microsoft.com/office/drawing/2014/main" id="{EB2837F6-1D7D-46DA-8111-809E9C8B0A67}"/>
                </a:ext>
              </a:extLst>
            </p:cNvPr>
            <p:cNvSpPr/>
            <p:nvPr/>
          </p:nvSpPr>
          <p:spPr>
            <a:xfrm rot="374285">
              <a:off x="2820174" y="763680"/>
              <a:ext cx="132525" cy="12675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15" name="椭圆 14">
              <a:extLst>
                <a:ext uri="{FF2B5EF4-FFF2-40B4-BE49-F238E27FC236}">
                  <a16:creationId xmlns:a16="http://schemas.microsoft.com/office/drawing/2014/main" id="{01AB2BC1-E267-4710-B496-D53DA744DE30}"/>
                </a:ext>
              </a:extLst>
            </p:cNvPr>
            <p:cNvSpPr/>
            <p:nvPr/>
          </p:nvSpPr>
          <p:spPr>
            <a:xfrm rot="374285">
              <a:off x="3117822" y="315295"/>
              <a:ext cx="95082" cy="90944"/>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16" name="椭圆 15">
              <a:extLst>
                <a:ext uri="{FF2B5EF4-FFF2-40B4-BE49-F238E27FC236}">
                  <a16:creationId xmlns:a16="http://schemas.microsoft.com/office/drawing/2014/main" id="{6E02D594-6540-4CD5-9CDE-9001117B20E9}"/>
                </a:ext>
              </a:extLst>
            </p:cNvPr>
            <p:cNvSpPr/>
            <p:nvPr/>
          </p:nvSpPr>
          <p:spPr>
            <a:xfrm rot="374285">
              <a:off x="2354876" y="555089"/>
              <a:ext cx="95082" cy="90944"/>
            </a:xfrm>
            <a:prstGeom prst="ellipse">
              <a:avLst/>
            </a:prstGeom>
            <a:solidFill>
              <a:schemeClr val="accent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17" name="椭圆 16">
              <a:extLst>
                <a:ext uri="{FF2B5EF4-FFF2-40B4-BE49-F238E27FC236}">
                  <a16:creationId xmlns:a16="http://schemas.microsoft.com/office/drawing/2014/main" id="{D7450177-3DC4-4063-9A91-85BDBC7A780E}"/>
                </a:ext>
              </a:extLst>
            </p:cNvPr>
            <p:cNvSpPr/>
            <p:nvPr/>
          </p:nvSpPr>
          <p:spPr>
            <a:xfrm rot="374285">
              <a:off x="1154955" y="777760"/>
              <a:ext cx="132525" cy="12675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18" name="椭圆 17">
              <a:extLst>
                <a:ext uri="{FF2B5EF4-FFF2-40B4-BE49-F238E27FC236}">
                  <a16:creationId xmlns:a16="http://schemas.microsoft.com/office/drawing/2014/main" id="{CB691F92-4285-438C-8B71-569CDBA913BC}"/>
                </a:ext>
              </a:extLst>
            </p:cNvPr>
            <p:cNvSpPr/>
            <p:nvPr/>
          </p:nvSpPr>
          <p:spPr>
            <a:xfrm rot="374285">
              <a:off x="230848" y="707083"/>
              <a:ext cx="92438" cy="88415"/>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19" name="椭圆 18">
              <a:extLst>
                <a:ext uri="{FF2B5EF4-FFF2-40B4-BE49-F238E27FC236}">
                  <a16:creationId xmlns:a16="http://schemas.microsoft.com/office/drawing/2014/main" id="{07D649CF-34AF-43C0-80EE-504F388BEB1A}"/>
                </a:ext>
              </a:extLst>
            </p:cNvPr>
            <p:cNvSpPr/>
            <p:nvPr/>
          </p:nvSpPr>
          <p:spPr>
            <a:xfrm rot="374285">
              <a:off x="460358" y="447685"/>
              <a:ext cx="132525" cy="126757"/>
            </a:xfrm>
            <a:prstGeom prst="ellipse">
              <a:avLst/>
            </a:prstGeom>
            <a:solidFill>
              <a:schemeClr val="accent2">
                <a:lumMod val="40000"/>
                <a:lumOff val="60000"/>
                <a:alpha val="5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20" name="椭圆 19">
              <a:extLst>
                <a:ext uri="{FF2B5EF4-FFF2-40B4-BE49-F238E27FC236}">
                  <a16:creationId xmlns:a16="http://schemas.microsoft.com/office/drawing/2014/main" id="{6C3BC982-0A71-4DAD-AC1C-2DEA049913C3}"/>
                </a:ext>
              </a:extLst>
            </p:cNvPr>
            <p:cNvSpPr/>
            <p:nvPr/>
          </p:nvSpPr>
          <p:spPr>
            <a:xfrm rot="374285">
              <a:off x="1381001" y="389323"/>
              <a:ext cx="132525" cy="126757"/>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21" name="椭圆 20">
              <a:extLst>
                <a:ext uri="{FF2B5EF4-FFF2-40B4-BE49-F238E27FC236}">
                  <a16:creationId xmlns:a16="http://schemas.microsoft.com/office/drawing/2014/main" id="{177E03B8-1E2B-4537-A018-26391B9575C4}"/>
                </a:ext>
              </a:extLst>
            </p:cNvPr>
            <p:cNvSpPr/>
            <p:nvPr/>
          </p:nvSpPr>
          <p:spPr>
            <a:xfrm rot="374285">
              <a:off x="4997785" y="730304"/>
              <a:ext cx="132220" cy="126465"/>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22" name="椭圆 21">
              <a:extLst>
                <a:ext uri="{FF2B5EF4-FFF2-40B4-BE49-F238E27FC236}">
                  <a16:creationId xmlns:a16="http://schemas.microsoft.com/office/drawing/2014/main" id="{1592E938-A3ED-44EC-93E9-1785BE2E4EDD}"/>
                </a:ext>
              </a:extLst>
            </p:cNvPr>
            <p:cNvSpPr/>
            <p:nvPr/>
          </p:nvSpPr>
          <p:spPr>
            <a:xfrm rot="374285">
              <a:off x="6753757" y="-36940"/>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23" name="椭圆 22">
              <a:extLst>
                <a:ext uri="{FF2B5EF4-FFF2-40B4-BE49-F238E27FC236}">
                  <a16:creationId xmlns:a16="http://schemas.microsoft.com/office/drawing/2014/main" id="{CDCEBC96-4EF5-41F1-9446-466FFB5DC9CD}"/>
                </a:ext>
              </a:extLst>
            </p:cNvPr>
            <p:cNvSpPr/>
            <p:nvPr/>
          </p:nvSpPr>
          <p:spPr>
            <a:xfrm rot="374285">
              <a:off x="5282589" y="230150"/>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24" name="椭圆 23">
              <a:extLst>
                <a:ext uri="{FF2B5EF4-FFF2-40B4-BE49-F238E27FC236}">
                  <a16:creationId xmlns:a16="http://schemas.microsoft.com/office/drawing/2014/main" id="{B0785AE5-CD30-41AA-ACB0-765EB9154018}"/>
                </a:ext>
              </a:extLst>
            </p:cNvPr>
            <p:cNvSpPr/>
            <p:nvPr/>
          </p:nvSpPr>
          <p:spPr>
            <a:xfrm rot="374285">
              <a:off x="2154598" y="204617"/>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25" name="椭圆 24">
              <a:extLst>
                <a:ext uri="{FF2B5EF4-FFF2-40B4-BE49-F238E27FC236}">
                  <a16:creationId xmlns:a16="http://schemas.microsoft.com/office/drawing/2014/main" id="{4F9C78BD-7254-43D0-B63D-81A0C10A2BC2}"/>
                </a:ext>
              </a:extLst>
            </p:cNvPr>
            <p:cNvSpPr/>
            <p:nvPr/>
          </p:nvSpPr>
          <p:spPr>
            <a:xfrm rot="374285">
              <a:off x="911533" y="118983"/>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26" name="椭圆 25">
              <a:extLst>
                <a:ext uri="{FF2B5EF4-FFF2-40B4-BE49-F238E27FC236}">
                  <a16:creationId xmlns:a16="http://schemas.microsoft.com/office/drawing/2014/main" id="{200D9AED-3611-4A19-A09B-53C3B2A2818F}"/>
                </a:ext>
              </a:extLst>
            </p:cNvPr>
            <p:cNvSpPr/>
            <p:nvPr/>
          </p:nvSpPr>
          <p:spPr>
            <a:xfrm rot="374285">
              <a:off x="3816520" y="284247"/>
              <a:ext cx="107744" cy="103054"/>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27" name="椭圆 26">
              <a:extLst>
                <a:ext uri="{FF2B5EF4-FFF2-40B4-BE49-F238E27FC236}">
                  <a16:creationId xmlns:a16="http://schemas.microsoft.com/office/drawing/2014/main" id="{A6F858B9-2052-4F86-BC88-E78AD36ED096}"/>
                </a:ext>
              </a:extLst>
            </p:cNvPr>
            <p:cNvSpPr/>
            <p:nvPr/>
          </p:nvSpPr>
          <p:spPr>
            <a:xfrm rot="374285">
              <a:off x="4415537" y="495109"/>
              <a:ext cx="102912" cy="98432"/>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28" name="椭圆 27">
              <a:extLst>
                <a:ext uri="{FF2B5EF4-FFF2-40B4-BE49-F238E27FC236}">
                  <a16:creationId xmlns:a16="http://schemas.microsoft.com/office/drawing/2014/main" id="{6BCFA25F-2B9D-4F6E-B38B-19F53F45D1CF}"/>
                </a:ext>
              </a:extLst>
            </p:cNvPr>
            <p:cNvSpPr/>
            <p:nvPr/>
          </p:nvSpPr>
          <p:spPr>
            <a:xfrm rot="374285">
              <a:off x="7272713" y="207833"/>
              <a:ext cx="132525" cy="126757"/>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cxnSp>
          <p:nvCxnSpPr>
            <p:cNvPr id="29" name="直接连接符 28">
              <a:extLst>
                <a:ext uri="{FF2B5EF4-FFF2-40B4-BE49-F238E27FC236}">
                  <a16:creationId xmlns:a16="http://schemas.microsoft.com/office/drawing/2014/main" id="{EF57988D-049C-4D78-A536-99EC4D0BAB04}"/>
                </a:ext>
              </a:extLst>
            </p:cNvPr>
            <p:cNvCxnSpPr>
              <a:stCxn id="11" idx="6"/>
              <a:endCxn id="28" idx="2"/>
            </p:cNvCxnSpPr>
            <p:nvPr/>
          </p:nvCxnSpPr>
          <p:spPr>
            <a:xfrm rot="10800000" flipH="1">
              <a:off x="6195295" y="264325"/>
              <a:ext cx="1077810" cy="32172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7F3D42FA-2034-4BBA-AFD3-B3C0A5A65D39}"/>
                </a:ext>
              </a:extLst>
            </p:cNvPr>
            <p:cNvCxnSpPr>
              <a:stCxn id="11" idx="2"/>
              <a:endCxn id="12" idx="6"/>
            </p:cNvCxnSpPr>
            <p:nvPr/>
          </p:nvCxnSpPr>
          <p:spPr>
            <a:xfrm rot="10800000" flipV="1">
              <a:off x="5580485" y="576170"/>
              <a:ext cx="520291" cy="19378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0B24ED17-C590-4CB2-B1A4-6D7EC6DCA772}"/>
                </a:ext>
              </a:extLst>
            </p:cNvPr>
            <p:cNvCxnSpPr>
              <a:cxnSpLocks/>
              <a:stCxn id="22" idx="3"/>
              <a:endCxn id="11" idx="0"/>
            </p:cNvCxnSpPr>
            <p:nvPr/>
          </p:nvCxnSpPr>
          <p:spPr>
            <a:xfrm flipH="1">
              <a:off x="6152976" y="33463"/>
              <a:ext cx="610924" cy="50244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99834F15-9349-468B-B5E5-8659E935A5A2}"/>
                </a:ext>
              </a:extLst>
            </p:cNvPr>
            <p:cNvCxnSpPr>
              <a:stCxn id="19" idx="5"/>
              <a:endCxn id="17" idx="1"/>
            </p:cNvCxnSpPr>
            <p:nvPr/>
          </p:nvCxnSpPr>
          <p:spPr>
            <a:xfrm rot="10800000" flipH="1" flipV="1">
              <a:off x="568107" y="560483"/>
              <a:ext cx="611625" cy="23123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A336D1BB-3A65-4649-9B52-09502722C357}"/>
                </a:ext>
              </a:extLst>
            </p:cNvPr>
            <p:cNvCxnSpPr>
              <a:stCxn id="17" idx="3"/>
              <a:endCxn id="18" idx="4"/>
            </p:cNvCxnSpPr>
            <p:nvPr/>
          </p:nvCxnSpPr>
          <p:spPr>
            <a:xfrm rot="10800000">
              <a:off x="272045" y="795236"/>
              <a:ext cx="897505" cy="855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830AE0D1-FDFD-46A6-829E-66306B877083}"/>
                </a:ext>
              </a:extLst>
            </p:cNvPr>
            <p:cNvCxnSpPr>
              <a:stCxn id="20" idx="4"/>
              <a:endCxn id="17" idx="7"/>
            </p:cNvCxnSpPr>
            <p:nvPr/>
          </p:nvCxnSpPr>
          <p:spPr>
            <a:xfrm rot="10800000" flipV="1">
              <a:off x="1272886" y="515705"/>
              <a:ext cx="167178" cy="2857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6AA5C445-D90A-4189-A07F-D15BA880046F}"/>
                </a:ext>
              </a:extLst>
            </p:cNvPr>
            <p:cNvCxnSpPr>
              <a:stCxn id="23" idx="4"/>
              <a:endCxn id="12" idx="0"/>
            </p:cNvCxnSpPr>
            <p:nvPr/>
          </p:nvCxnSpPr>
          <p:spPr>
            <a:xfrm rot="10800000" flipH="1" flipV="1">
              <a:off x="5323023" y="316672"/>
              <a:ext cx="198791" cy="38339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30F8A100-95DF-45C4-A02E-0C8C46B4314C}"/>
                </a:ext>
              </a:extLst>
            </p:cNvPr>
            <p:cNvCxnSpPr>
              <a:stCxn id="26" idx="6"/>
              <a:endCxn id="27" idx="1"/>
            </p:cNvCxnSpPr>
            <p:nvPr/>
          </p:nvCxnSpPr>
          <p:spPr>
            <a:xfrm rot="10800000" flipH="1" flipV="1">
              <a:off x="3923944" y="341373"/>
              <a:ext cx="510832" cy="16457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DDDDB52B-FF38-4869-8A0D-494CE5550BDB}"/>
                </a:ext>
              </a:extLst>
            </p:cNvPr>
            <p:cNvCxnSpPr>
              <a:stCxn id="16" idx="7"/>
              <a:endCxn id="15" idx="2"/>
            </p:cNvCxnSpPr>
            <p:nvPr/>
          </p:nvCxnSpPr>
          <p:spPr>
            <a:xfrm rot="10800000" flipH="1">
              <a:off x="2439488" y="355825"/>
              <a:ext cx="678616" cy="21626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37">
              <a:extLst>
                <a:ext uri="{FF2B5EF4-FFF2-40B4-BE49-F238E27FC236}">
                  <a16:creationId xmlns:a16="http://schemas.microsoft.com/office/drawing/2014/main" id="{F63548ED-507F-4F3D-836C-81039DF3B1E7}"/>
                </a:ext>
              </a:extLst>
            </p:cNvPr>
            <p:cNvCxnSpPr>
              <a:stCxn id="17" idx="6"/>
              <a:endCxn id="16" idx="3"/>
            </p:cNvCxnSpPr>
            <p:nvPr/>
          </p:nvCxnSpPr>
          <p:spPr>
            <a:xfrm rot="10800000" flipH="1">
              <a:off x="1287088" y="629030"/>
              <a:ext cx="1078260" cy="21899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719E4C08-CB97-4EC4-A528-10913EA80E69}"/>
                </a:ext>
              </a:extLst>
            </p:cNvPr>
            <p:cNvCxnSpPr>
              <a:stCxn id="23" idx="6"/>
              <a:endCxn id="11" idx="1"/>
            </p:cNvCxnSpPr>
            <p:nvPr/>
          </p:nvCxnSpPr>
          <p:spPr>
            <a:xfrm rot="10800000" flipH="1" flipV="1">
              <a:off x="5373048" y="278254"/>
              <a:ext cx="745223" cy="26740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F1511854-D175-4227-8D60-EBAF0717F6DD}"/>
                </a:ext>
              </a:extLst>
            </p:cNvPr>
            <p:cNvCxnSpPr>
              <a:stCxn id="23" idx="3"/>
              <a:endCxn id="21" idx="0"/>
            </p:cNvCxnSpPr>
            <p:nvPr/>
          </p:nvCxnSpPr>
          <p:spPr>
            <a:xfrm rot="10800000" flipV="1">
              <a:off x="5071079" y="300704"/>
              <a:ext cx="221502" cy="42997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1" name="直接连接符 40">
              <a:extLst>
                <a:ext uri="{FF2B5EF4-FFF2-40B4-BE49-F238E27FC236}">
                  <a16:creationId xmlns:a16="http://schemas.microsoft.com/office/drawing/2014/main" id="{176E4B19-9F97-4F83-AA6D-5A8CBE468573}"/>
                </a:ext>
              </a:extLst>
            </p:cNvPr>
            <p:cNvCxnSpPr>
              <a:stCxn id="13" idx="3"/>
              <a:endCxn id="14" idx="6"/>
            </p:cNvCxnSpPr>
            <p:nvPr/>
          </p:nvCxnSpPr>
          <p:spPr>
            <a:xfrm rot="10800000" flipV="1">
              <a:off x="2952307" y="694356"/>
              <a:ext cx="633169" cy="13959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2" name="直接连接符 41">
              <a:extLst>
                <a:ext uri="{FF2B5EF4-FFF2-40B4-BE49-F238E27FC236}">
                  <a16:creationId xmlns:a16="http://schemas.microsoft.com/office/drawing/2014/main" id="{57A9D0DD-9F1B-4A1A-B7F1-B6E664603E79}"/>
                </a:ext>
              </a:extLst>
            </p:cNvPr>
            <p:cNvCxnSpPr>
              <a:stCxn id="15" idx="4"/>
              <a:endCxn id="14" idx="7"/>
            </p:cNvCxnSpPr>
            <p:nvPr/>
          </p:nvCxnSpPr>
          <p:spPr>
            <a:xfrm rot="10800000" flipV="1">
              <a:off x="2938105" y="405969"/>
              <a:ext cx="222092" cy="38141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7C284FBF-DF36-40EF-86F6-16AC04A270E2}"/>
                </a:ext>
              </a:extLst>
            </p:cNvPr>
            <p:cNvCxnSpPr>
              <a:stCxn id="16" idx="5"/>
              <a:endCxn id="14" idx="2"/>
            </p:cNvCxnSpPr>
            <p:nvPr/>
          </p:nvCxnSpPr>
          <p:spPr>
            <a:xfrm rot="10800000" flipH="1" flipV="1">
              <a:off x="2432182" y="636017"/>
              <a:ext cx="388385" cy="18415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1383EE05-8E61-4A85-A91D-D1417FCC1D5F}"/>
                </a:ext>
              </a:extLst>
            </p:cNvPr>
            <p:cNvCxnSpPr>
              <a:stCxn id="20" idx="6"/>
              <a:endCxn id="16" idx="1"/>
            </p:cNvCxnSpPr>
            <p:nvPr/>
          </p:nvCxnSpPr>
          <p:spPr>
            <a:xfrm rot="10800000" flipH="1" flipV="1">
              <a:off x="1513134" y="459588"/>
              <a:ext cx="859519" cy="1055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88A049FF-C96C-460A-B2CD-FFC3F6D73658}"/>
                </a:ext>
              </a:extLst>
            </p:cNvPr>
            <p:cNvCxnSpPr>
              <a:stCxn id="24" idx="2"/>
              <a:endCxn id="20" idx="7"/>
            </p:cNvCxnSpPr>
            <p:nvPr/>
          </p:nvCxnSpPr>
          <p:spPr>
            <a:xfrm rot="10800000" flipV="1">
              <a:off x="1498932" y="243291"/>
              <a:ext cx="655935" cy="16973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706D5248-8E0C-47C8-A71F-38D641918AF8}"/>
                </a:ext>
              </a:extLst>
            </p:cNvPr>
            <p:cNvCxnSpPr>
              <a:stCxn id="23" idx="2"/>
              <a:endCxn id="27" idx="7"/>
            </p:cNvCxnSpPr>
            <p:nvPr/>
          </p:nvCxnSpPr>
          <p:spPr>
            <a:xfrm rot="10800000" flipV="1">
              <a:off x="4507115" y="268825"/>
              <a:ext cx="775742" cy="2446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ADAE38AF-A576-42C8-8850-5F9F0F06D3FA}"/>
                </a:ext>
              </a:extLst>
            </p:cNvPr>
            <p:cNvCxnSpPr>
              <a:cxnSpLocks/>
              <a:stCxn id="22" idx="2"/>
              <a:endCxn id="23" idx="7"/>
            </p:cNvCxnSpPr>
            <p:nvPr/>
          </p:nvCxnSpPr>
          <p:spPr>
            <a:xfrm flipH="1">
              <a:off x="5363173" y="1520"/>
              <a:ext cx="1390853" cy="24500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a16="http://schemas.microsoft.com/office/drawing/2014/main" id="{6B8FE99F-F5FC-4420-B37A-75F109AE28D7}"/>
                </a:ext>
              </a:extLst>
            </p:cNvPr>
            <p:cNvCxnSpPr>
              <a:stCxn id="27" idx="5"/>
              <a:endCxn id="21" idx="2"/>
            </p:cNvCxnSpPr>
            <p:nvPr/>
          </p:nvCxnSpPr>
          <p:spPr>
            <a:xfrm rot="10800000" flipH="1" flipV="1">
              <a:off x="4499208" y="582701"/>
              <a:ext cx="498968" cy="20396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75EA1E4D-310E-4749-B60D-9B05C967D9B0}"/>
                </a:ext>
              </a:extLst>
            </p:cNvPr>
            <p:cNvCxnSpPr>
              <a:stCxn id="24" idx="5"/>
              <a:endCxn id="16" idx="0"/>
            </p:cNvCxnSpPr>
            <p:nvPr/>
          </p:nvCxnSpPr>
          <p:spPr>
            <a:xfrm rot="10800000" flipH="1" flipV="1">
              <a:off x="2228363" y="281838"/>
              <a:ext cx="179221" cy="27352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4F1EBD42-7758-4DD4-B8E1-8C41CBFEDC0F}"/>
                </a:ext>
              </a:extLst>
            </p:cNvPr>
            <p:cNvCxnSpPr>
              <a:cxnSpLocks/>
            </p:cNvCxnSpPr>
            <p:nvPr/>
          </p:nvCxnSpPr>
          <p:spPr>
            <a:xfrm>
              <a:off x="2938105" y="-6871"/>
              <a:ext cx="205887" cy="32959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1" name="直接连接符 50">
              <a:extLst>
                <a:ext uri="{FF2B5EF4-FFF2-40B4-BE49-F238E27FC236}">
                  <a16:creationId xmlns:a16="http://schemas.microsoft.com/office/drawing/2014/main" id="{FDB5DFAE-307D-4F16-BF3B-C5F160B3D503}"/>
                </a:ext>
              </a:extLst>
            </p:cNvPr>
            <p:cNvCxnSpPr>
              <a:cxnSpLocks/>
            </p:cNvCxnSpPr>
            <p:nvPr/>
          </p:nvCxnSpPr>
          <p:spPr>
            <a:xfrm>
              <a:off x="9952" y="0"/>
              <a:ext cx="499185" cy="45842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518921FA-0CC5-4DF5-B3EC-CB661C7EB6BB}"/>
                </a:ext>
              </a:extLst>
            </p:cNvPr>
            <p:cNvCxnSpPr>
              <a:stCxn id="13" idx="6"/>
              <a:endCxn id="27" idx="3"/>
            </p:cNvCxnSpPr>
            <p:nvPr/>
          </p:nvCxnSpPr>
          <p:spPr>
            <a:xfrm rot="10800000" flipH="1">
              <a:off x="3688198" y="575139"/>
              <a:ext cx="738672" cy="9055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295C4407-68F4-456A-A554-50261B51366A}"/>
                </a:ext>
              </a:extLst>
            </p:cNvPr>
            <p:cNvCxnSpPr>
              <a:stCxn id="13" idx="0"/>
              <a:endCxn id="26" idx="3"/>
            </p:cNvCxnSpPr>
            <p:nvPr/>
          </p:nvCxnSpPr>
          <p:spPr>
            <a:xfrm rot="10800000" flipH="1">
              <a:off x="3636924" y="368034"/>
              <a:ext cx="191461" cy="2365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892379BE-F813-4A7D-8340-42365B6A55DA}"/>
                </a:ext>
              </a:extLst>
            </p:cNvPr>
            <p:cNvCxnSpPr>
              <a:stCxn id="13" idx="1"/>
              <a:endCxn id="15" idx="5"/>
            </p:cNvCxnSpPr>
            <p:nvPr/>
          </p:nvCxnSpPr>
          <p:spPr>
            <a:xfrm rot="10800000">
              <a:off x="3195128" y="396223"/>
              <a:ext cx="399247" cy="22026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 name="直接连接符 54">
              <a:extLst>
                <a:ext uri="{FF2B5EF4-FFF2-40B4-BE49-F238E27FC236}">
                  <a16:creationId xmlns:a16="http://schemas.microsoft.com/office/drawing/2014/main" id="{8C25CA83-739A-45BB-9832-DEE30BADFDB4}"/>
                </a:ext>
              </a:extLst>
            </p:cNvPr>
            <p:cNvCxnSpPr>
              <a:endCxn id="15" idx="7"/>
            </p:cNvCxnSpPr>
            <p:nvPr/>
          </p:nvCxnSpPr>
          <p:spPr>
            <a:xfrm rot="10800000" flipV="1">
              <a:off x="3202434" y="312775"/>
              <a:ext cx="635159" cy="1952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 name="直接连接符 55">
              <a:extLst>
                <a:ext uri="{FF2B5EF4-FFF2-40B4-BE49-F238E27FC236}">
                  <a16:creationId xmlns:a16="http://schemas.microsoft.com/office/drawing/2014/main" id="{3E807B79-5434-4949-8936-50FCA93E0E43}"/>
                </a:ext>
              </a:extLst>
            </p:cNvPr>
            <p:cNvCxnSpPr>
              <a:stCxn id="26" idx="7"/>
            </p:cNvCxnSpPr>
            <p:nvPr/>
          </p:nvCxnSpPr>
          <p:spPr>
            <a:xfrm rot="10800000" flipH="1">
              <a:off x="3912398" y="-6870"/>
              <a:ext cx="456197" cy="3103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 name="直接连接符 56">
              <a:extLst>
                <a:ext uri="{FF2B5EF4-FFF2-40B4-BE49-F238E27FC236}">
                  <a16:creationId xmlns:a16="http://schemas.microsoft.com/office/drawing/2014/main" id="{2728192E-902E-423E-B8CF-43B2D5A20881}"/>
                </a:ext>
              </a:extLst>
            </p:cNvPr>
            <p:cNvCxnSpPr>
              <a:cxnSpLocks/>
              <a:endCxn id="26" idx="0"/>
            </p:cNvCxnSpPr>
            <p:nvPr/>
          </p:nvCxnSpPr>
          <p:spPr>
            <a:xfrm>
              <a:off x="3688198" y="-6871"/>
              <a:ext cx="187793" cy="29142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 name="直接连接符 57">
              <a:extLst>
                <a:ext uri="{FF2B5EF4-FFF2-40B4-BE49-F238E27FC236}">
                  <a16:creationId xmlns:a16="http://schemas.microsoft.com/office/drawing/2014/main" id="{16CB4E7A-44DB-4A64-93F2-BB06DBC99A07}"/>
                </a:ext>
              </a:extLst>
            </p:cNvPr>
            <p:cNvCxnSpPr>
              <a:stCxn id="19" idx="7"/>
              <a:endCxn id="20" idx="2"/>
            </p:cNvCxnSpPr>
            <p:nvPr/>
          </p:nvCxnSpPr>
          <p:spPr>
            <a:xfrm rot="10800000" flipH="1">
              <a:off x="578289" y="445815"/>
              <a:ext cx="803104" cy="2556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 name="直接连接符 58">
              <a:extLst>
                <a:ext uri="{FF2B5EF4-FFF2-40B4-BE49-F238E27FC236}">
                  <a16:creationId xmlns:a16="http://schemas.microsoft.com/office/drawing/2014/main" id="{EDBE1156-FDC8-4DE2-B587-33F0C37EFB69}"/>
                </a:ext>
              </a:extLst>
            </p:cNvPr>
            <p:cNvCxnSpPr>
              <a:stCxn id="19" idx="0"/>
              <a:endCxn id="25" idx="2"/>
            </p:cNvCxnSpPr>
            <p:nvPr/>
          </p:nvCxnSpPr>
          <p:spPr>
            <a:xfrm rot="10800000" flipH="1">
              <a:off x="533821" y="157658"/>
              <a:ext cx="377980" cy="29040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0" name="直接连接符 59">
              <a:extLst>
                <a:ext uri="{FF2B5EF4-FFF2-40B4-BE49-F238E27FC236}">
                  <a16:creationId xmlns:a16="http://schemas.microsoft.com/office/drawing/2014/main" id="{F0E83090-2481-476D-ACEF-A67D7B5914B7}"/>
                </a:ext>
              </a:extLst>
            </p:cNvPr>
            <p:cNvCxnSpPr>
              <a:stCxn id="20" idx="1"/>
              <a:endCxn id="25" idx="6"/>
            </p:cNvCxnSpPr>
            <p:nvPr/>
          </p:nvCxnSpPr>
          <p:spPr>
            <a:xfrm rot="10800000">
              <a:off x="1001992" y="167087"/>
              <a:ext cx="403786" cy="23619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4B1DAAC1-BA9B-409D-970B-A5D12C8596EA}"/>
                </a:ext>
              </a:extLst>
            </p:cNvPr>
            <p:cNvCxnSpPr>
              <a:cxnSpLocks/>
              <a:stCxn id="16" idx="0"/>
            </p:cNvCxnSpPr>
            <p:nvPr/>
          </p:nvCxnSpPr>
          <p:spPr>
            <a:xfrm flipV="1">
              <a:off x="2407358" y="-6871"/>
              <a:ext cx="344155" cy="56222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2" name="直接连接符 61">
              <a:extLst>
                <a:ext uri="{FF2B5EF4-FFF2-40B4-BE49-F238E27FC236}">
                  <a16:creationId xmlns:a16="http://schemas.microsoft.com/office/drawing/2014/main" id="{27500C3F-46B3-4B5C-9EC2-A1949BC93DC9}"/>
                </a:ext>
              </a:extLst>
            </p:cNvPr>
            <p:cNvCxnSpPr>
              <a:cxnSpLocks/>
              <a:stCxn id="24" idx="0"/>
            </p:cNvCxnSpPr>
            <p:nvPr/>
          </p:nvCxnSpPr>
          <p:spPr>
            <a:xfrm flipH="1" flipV="1">
              <a:off x="2111433" y="-6871"/>
              <a:ext cx="93244" cy="2117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3" name="直接连接符 62">
              <a:extLst>
                <a:ext uri="{FF2B5EF4-FFF2-40B4-BE49-F238E27FC236}">
                  <a16:creationId xmlns:a16="http://schemas.microsoft.com/office/drawing/2014/main" id="{388F8415-9756-402F-BE52-8D940D473116}"/>
                </a:ext>
              </a:extLst>
            </p:cNvPr>
            <p:cNvCxnSpPr>
              <a:stCxn id="18" idx="0"/>
              <a:endCxn id="19" idx="3"/>
            </p:cNvCxnSpPr>
            <p:nvPr/>
          </p:nvCxnSpPr>
          <p:spPr>
            <a:xfrm rot="10800000" flipH="1">
              <a:off x="282090" y="550744"/>
              <a:ext cx="192863" cy="15660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4" name="直接连接符 63">
              <a:extLst>
                <a:ext uri="{FF2B5EF4-FFF2-40B4-BE49-F238E27FC236}">
                  <a16:creationId xmlns:a16="http://schemas.microsoft.com/office/drawing/2014/main" id="{20BA3FF9-1E96-463A-BBE8-7EC376F780F2}"/>
                </a:ext>
              </a:extLst>
            </p:cNvPr>
            <p:cNvCxnSpPr>
              <a:cxnSpLocks/>
              <a:stCxn id="18" idx="3"/>
            </p:cNvCxnSpPr>
            <p:nvPr/>
          </p:nvCxnSpPr>
          <p:spPr>
            <a:xfrm flipH="1">
              <a:off x="-14417" y="778814"/>
              <a:ext cx="255599" cy="10200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5853B213-278D-402D-B8CB-B123C2391C51}"/>
                </a:ext>
              </a:extLst>
            </p:cNvPr>
            <p:cNvCxnSpPr>
              <a:endCxn id="27" idx="0"/>
            </p:cNvCxnSpPr>
            <p:nvPr/>
          </p:nvCxnSpPr>
          <p:spPr>
            <a:xfrm rot="10800000" flipV="1">
              <a:off x="4472584" y="-6870"/>
              <a:ext cx="156304" cy="50227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6" name="直接连接符 65">
              <a:extLst>
                <a:ext uri="{FF2B5EF4-FFF2-40B4-BE49-F238E27FC236}">
                  <a16:creationId xmlns:a16="http://schemas.microsoft.com/office/drawing/2014/main" id="{7998B8E8-1748-4FD0-8836-FD7CD490892E}"/>
                </a:ext>
              </a:extLst>
            </p:cNvPr>
            <p:cNvCxnSpPr>
              <a:stCxn id="12" idx="3"/>
              <a:endCxn id="21" idx="6"/>
            </p:cNvCxnSpPr>
            <p:nvPr/>
          </p:nvCxnSpPr>
          <p:spPr>
            <a:xfrm rot="10800000">
              <a:off x="5129614" y="800407"/>
              <a:ext cx="333332" cy="234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EDA45374-C937-4FE7-A5B2-17A39F48B82B}"/>
                </a:ext>
              </a:extLst>
            </p:cNvPr>
            <p:cNvCxnSpPr>
              <a:cxnSpLocks/>
              <a:endCxn id="28" idx="1"/>
            </p:cNvCxnSpPr>
            <p:nvPr/>
          </p:nvCxnSpPr>
          <p:spPr>
            <a:xfrm>
              <a:off x="7202978" y="0"/>
              <a:ext cx="94290" cy="22157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9" name="直接连接符 68">
              <a:extLst>
                <a:ext uri="{FF2B5EF4-FFF2-40B4-BE49-F238E27FC236}">
                  <a16:creationId xmlns:a16="http://schemas.microsoft.com/office/drawing/2014/main" id="{1B6B7628-4AF9-4E43-B218-328CB255493B}"/>
                </a:ext>
              </a:extLst>
            </p:cNvPr>
            <p:cNvCxnSpPr>
              <a:cxnSpLocks/>
              <a:stCxn id="23" idx="1"/>
            </p:cNvCxnSpPr>
            <p:nvPr userDrawn="1"/>
          </p:nvCxnSpPr>
          <p:spPr>
            <a:xfrm flipH="1" flipV="1">
              <a:off x="5136486" y="-6870"/>
              <a:ext cx="162914" cy="246424"/>
            </a:xfrm>
            <a:prstGeom prst="line">
              <a:avLst/>
            </a:prstGeom>
            <a:ln/>
          </p:spPr>
          <p:style>
            <a:lnRef idx="1">
              <a:schemeClr val="accent3"/>
            </a:lnRef>
            <a:fillRef idx="0">
              <a:schemeClr val="accent3"/>
            </a:fillRef>
            <a:effectRef idx="0">
              <a:schemeClr val="accent3"/>
            </a:effectRef>
            <a:fontRef idx="minor">
              <a:schemeClr val="tx1"/>
            </a:fontRef>
          </p:style>
        </p:cxnSp>
        <p:cxnSp>
          <p:nvCxnSpPr>
            <p:cNvPr id="72" name="直接连接符 71">
              <a:extLst>
                <a:ext uri="{FF2B5EF4-FFF2-40B4-BE49-F238E27FC236}">
                  <a16:creationId xmlns:a16="http://schemas.microsoft.com/office/drawing/2014/main" id="{14CAEE0F-D202-4D7A-AAC0-A5409DD85BF2}"/>
                </a:ext>
              </a:extLst>
            </p:cNvPr>
            <p:cNvCxnSpPr>
              <a:stCxn id="25" idx="0"/>
            </p:cNvCxnSpPr>
            <p:nvPr userDrawn="1"/>
          </p:nvCxnSpPr>
          <p:spPr>
            <a:xfrm flipV="1">
              <a:off x="961612" y="0"/>
              <a:ext cx="311274" cy="119240"/>
            </a:xfrm>
            <a:prstGeom prst="line">
              <a:avLst/>
            </a:prstGeom>
            <a:ln/>
          </p:spPr>
          <p:style>
            <a:lnRef idx="1">
              <a:schemeClr val="accent3"/>
            </a:lnRef>
            <a:fillRef idx="0">
              <a:schemeClr val="accent3"/>
            </a:fillRef>
            <a:effectRef idx="0">
              <a:schemeClr val="accent3"/>
            </a:effectRef>
            <a:fontRef idx="minor">
              <a:schemeClr val="tx1"/>
            </a:fontRef>
          </p:style>
        </p:cxnSp>
        <p:cxnSp>
          <p:nvCxnSpPr>
            <p:cNvPr id="80" name="直接连接符 79">
              <a:extLst>
                <a:ext uri="{FF2B5EF4-FFF2-40B4-BE49-F238E27FC236}">
                  <a16:creationId xmlns:a16="http://schemas.microsoft.com/office/drawing/2014/main" id="{028D3624-D8D9-4963-B1CD-9EB136A70384}"/>
                </a:ext>
              </a:extLst>
            </p:cNvPr>
            <p:cNvCxnSpPr>
              <a:stCxn id="28" idx="7"/>
            </p:cNvCxnSpPr>
            <p:nvPr userDrawn="1"/>
          </p:nvCxnSpPr>
          <p:spPr>
            <a:xfrm flipV="1">
              <a:off x="7390422" y="0"/>
              <a:ext cx="306245" cy="231753"/>
            </a:xfrm>
            <a:prstGeom prst="line">
              <a:avLst/>
            </a:prstGeom>
            <a:ln/>
          </p:spPr>
          <p:style>
            <a:lnRef idx="1">
              <a:schemeClr val="accent3"/>
            </a:lnRef>
            <a:fillRef idx="0">
              <a:schemeClr val="accent3"/>
            </a:fillRef>
            <a:effectRef idx="0">
              <a:schemeClr val="accent3"/>
            </a:effectRef>
            <a:fontRef idx="minor">
              <a:schemeClr val="tx1"/>
            </a:fontRef>
          </p:style>
        </p:cxnSp>
      </p:grpSp>
      <p:sp>
        <p:nvSpPr>
          <p:cNvPr id="6" name="Freeform 25">
            <a:extLst>
              <a:ext uri="{FF2B5EF4-FFF2-40B4-BE49-F238E27FC236}">
                <a16:creationId xmlns:a16="http://schemas.microsoft.com/office/drawing/2014/main" id="{38B69EE1-BCFE-4371-B597-971E0649EC0B}"/>
              </a:ext>
            </a:extLst>
          </p:cNvPr>
          <p:cNvSpPr>
            <a:spLocks noChangeArrowheads="1"/>
          </p:cNvSpPr>
          <p:nvPr userDrawn="1"/>
        </p:nvSpPr>
        <p:spPr bwMode="auto">
          <a:xfrm>
            <a:off x="11116689" y="136525"/>
            <a:ext cx="899816" cy="632295"/>
          </a:xfrm>
          <a:custGeom>
            <a:avLst/>
            <a:gdLst>
              <a:gd name="T0" fmla="*/ 13586 w 13587"/>
              <a:gd name="T1" fmla="*/ 2121 h 9547"/>
              <a:gd name="T2" fmla="*/ 8861 w 13587"/>
              <a:gd name="T3" fmla="*/ 454 h 9547"/>
              <a:gd name="T4" fmla="*/ 3960 w 13587"/>
              <a:gd name="T5" fmla="*/ 2458 h 9547"/>
              <a:gd name="T6" fmla="*/ 0 w 13587"/>
              <a:gd name="T7" fmla="*/ 2529 h 9547"/>
              <a:gd name="T8" fmla="*/ 1300 w 13587"/>
              <a:gd name="T9" fmla="*/ 6699 h 9547"/>
              <a:gd name="T10" fmla="*/ 5083 w 13587"/>
              <a:gd name="T11" fmla="*/ 4992 h 9547"/>
              <a:gd name="T12" fmla="*/ 7249 w 13587"/>
              <a:gd name="T13" fmla="*/ 9500 h 9547"/>
              <a:gd name="T14" fmla="*/ 7330 w 13587"/>
              <a:gd name="T15" fmla="*/ 9495 h 9547"/>
              <a:gd name="T16" fmla="*/ 12024 w 13587"/>
              <a:gd name="T17" fmla="*/ 4881 h 9547"/>
              <a:gd name="T18" fmla="*/ 13198 w 13587"/>
              <a:gd name="T19" fmla="*/ 2791 h 9547"/>
              <a:gd name="T20" fmla="*/ 5657 w 13587"/>
              <a:gd name="T21" fmla="*/ 4262 h 9547"/>
              <a:gd name="T22" fmla="*/ 8649 w 13587"/>
              <a:gd name="T23" fmla="*/ 580 h 9547"/>
              <a:gd name="T24" fmla="*/ 6922 w 13587"/>
              <a:gd name="T25" fmla="*/ 2705 h 9547"/>
              <a:gd name="T26" fmla="*/ 5148 w 13587"/>
              <a:gd name="T27" fmla="*/ 4891 h 9547"/>
              <a:gd name="T28" fmla="*/ 5602 w 13587"/>
              <a:gd name="T29" fmla="*/ 4332 h 9547"/>
              <a:gd name="T30" fmla="*/ 5375 w 13587"/>
              <a:gd name="T31" fmla="*/ 5370 h 9547"/>
              <a:gd name="T32" fmla="*/ 7229 w 13587"/>
              <a:gd name="T33" fmla="*/ 9263 h 9547"/>
              <a:gd name="T34" fmla="*/ 6927 w 13587"/>
              <a:gd name="T35" fmla="*/ 2836 h 9547"/>
              <a:gd name="T36" fmla="*/ 7103 w 13587"/>
              <a:gd name="T37" fmla="*/ 6528 h 9547"/>
              <a:gd name="T38" fmla="*/ 5194 w 13587"/>
              <a:gd name="T39" fmla="*/ 4977 h 9547"/>
              <a:gd name="T40" fmla="*/ 11012 w 13587"/>
              <a:gd name="T41" fmla="*/ 5103 h 9547"/>
              <a:gd name="T42" fmla="*/ 8957 w 13587"/>
              <a:gd name="T43" fmla="*/ 3833 h 9547"/>
              <a:gd name="T44" fmla="*/ 9621 w 13587"/>
              <a:gd name="T45" fmla="*/ 2841 h 9547"/>
              <a:gd name="T46" fmla="*/ 9007 w 13587"/>
              <a:gd name="T47" fmla="*/ 3758 h 9547"/>
              <a:gd name="T48" fmla="*/ 7012 w 13587"/>
              <a:gd name="T49" fmla="*/ 2766 h 9547"/>
              <a:gd name="T50" fmla="*/ 7184 w 13587"/>
              <a:gd name="T51" fmla="*/ 6332 h 9547"/>
              <a:gd name="T52" fmla="*/ 8272 w 13587"/>
              <a:gd name="T53" fmla="*/ 8287 h 9547"/>
              <a:gd name="T54" fmla="*/ 10972 w 13587"/>
              <a:gd name="T55" fmla="*/ 5208 h 9547"/>
              <a:gd name="T56" fmla="*/ 13037 w 13587"/>
              <a:gd name="T57" fmla="*/ 2851 h 9547"/>
              <a:gd name="T58" fmla="*/ 9702 w 13587"/>
              <a:gd name="T59" fmla="*/ 2806 h 9547"/>
              <a:gd name="T60" fmla="*/ 13117 w 13587"/>
              <a:gd name="T61" fmla="*/ 2750 h 9547"/>
              <a:gd name="T62" fmla="*/ 13450 w 13587"/>
              <a:gd name="T63" fmla="*/ 2177 h 9547"/>
              <a:gd name="T64" fmla="*/ 9647 w 13587"/>
              <a:gd name="T65" fmla="*/ 2716 h 9547"/>
              <a:gd name="T66" fmla="*/ 7058 w 13587"/>
              <a:gd name="T67" fmla="*/ 2680 h 9547"/>
              <a:gd name="T68" fmla="*/ 12956 w 13587"/>
              <a:gd name="T69" fmla="*/ 2761 h 9547"/>
              <a:gd name="T70" fmla="*/ 8680 w 13587"/>
              <a:gd name="T71" fmla="*/ 469 h 9547"/>
              <a:gd name="T72" fmla="*/ 7748 w 13587"/>
              <a:gd name="T73" fmla="*/ 101 h 9547"/>
              <a:gd name="T74" fmla="*/ 696 w 13587"/>
              <a:gd name="T75" fmla="*/ 2766 h 9547"/>
              <a:gd name="T76" fmla="*/ 3753 w 13587"/>
              <a:gd name="T77" fmla="*/ 2484 h 9547"/>
              <a:gd name="T78" fmla="*/ 2091 w 13587"/>
              <a:gd name="T79" fmla="*/ 5320 h 9547"/>
              <a:gd name="T80" fmla="*/ 3879 w 13587"/>
              <a:gd name="T81" fmla="*/ 2559 h 9547"/>
              <a:gd name="T82" fmla="*/ 600 w 13587"/>
              <a:gd name="T83" fmla="*/ 2735 h 9547"/>
              <a:gd name="T84" fmla="*/ 383 w 13587"/>
              <a:gd name="T85" fmla="*/ 1496 h 9547"/>
              <a:gd name="T86" fmla="*/ 2035 w 13587"/>
              <a:gd name="T87" fmla="*/ 5400 h 9547"/>
              <a:gd name="T88" fmla="*/ 746 w 13587"/>
              <a:gd name="T89" fmla="*/ 3068 h 9547"/>
              <a:gd name="T90" fmla="*/ 5038 w 13587"/>
              <a:gd name="T91" fmla="*/ 4866 h 9547"/>
              <a:gd name="T92" fmla="*/ 3960 w 13587"/>
              <a:gd name="T93" fmla="*/ 2594 h 9547"/>
              <a:gd name="T94" fmla="*/ 5144 w 13587"/>
              <a:gd name="T95" fmla="*/ 5088 h 9547"/>
              <a:gd name="T96" fmla="*/ 4766 w 13587"/>
              <a:gd name="T97" fmla="*/ 6090 h 9547"/>
              <a:gd name="T98" fmla="*/ 8211 w 13587"/>
              <a:gd name="T99" fmla="*/ 8357 h 9547"/>
              <a:gd name="T100" fmla="*/ 7194 w 13587"/>
              <a:gd name="T101" fmla="*/ 6644 h 9547"/>
              <a:gd name="T102" fmla="*/ 11249 w 13587"/>
              <a:gd name="T103" fmla="*/ 5027 h 9547"/>
              <a:gd name="T104" fmla="*/ 11969 w 13587"/>
              <a:gd name="T105" fmla="*/ 4806 h 95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3587" h="9547">
                <a:moveTo>
                  <a:pt x="13198" y="2791"/>
                </a:moveTo>
                <a:lnTo>
                  <a:pt x="13586" y="2121"/>
                </a:lnTo>
                <a:lnTo>
                  <a:pt x="10579" y="1381"/>
                </a:lnTo>
                <a:lnTo>
                  <a:pt x="8861" y="454"/>
                </a:lnTo>
                <a:lnTo>
                  <a:pt x="7737" y="0"/>
                </a:lnTo>
                <a:lnTo>
                  <a:pt x="3960" y="2458"/>
                </a:lnTo>
                <a:lnTo>
                  <a:pt x="333" y="1235"/>
                </a:lnTo>
                <a:lnTo>
                  <a:pt x="0" y="2529"/>
                </a:lnTo>
                <a:lnTo>
                  <a:pt x="620" y="2847"/>
                </a:lnTo>
                <a:lnTo>
                  <a:pt x="1300" y="6699"/>
                </a:lnTo>
                <a:lnTo>
                  <a:pt x="3134" y="3869"/>
                </a:lnTo>
                <a:lnTo>
                  <a:pt x="5083" y="4992"/>
                </a:lnTo>
                <a:lnTo>
                  <a:pt x="4665" y="6105"/>
                </a:lnTo>
                <a:lnTo>
                  <a:pt x="7249" y="9500"/>
                </a:lnTo>
                <a:lnTo>
                  <a:pt x="7284" y="9546"/>
                </a:lnTo>
                <a:lnTo>
                  <a:pt x="7330" y="9495"/>
                </a:lnTo>
                <a:lnTo>
                  <a:pt x="11138" y="5153"/>
                </a:lnTo>
                <a:lnTo>
                  <a:pt x="12024" y="4881"/>
                </a:lnTo>
                <a:lnTo>
                  <a:pt x="13173" y="2836"/>
                </a:lnTo>
                <a:lnTo>
                  <a:pt x="13198" y="2791"/>
                </a:lnTo>
                <a:close/>
                <a:moveTo>
                  <a:pt x="6922" y="2705"/>
                </a:moveTo>
                <a:lnTo>
                  <a:pt x="5657" y="4262"/>
                </a:lnTo>
                <a:lnTo>
                  <a:pt x="4040" y="2524"/>
                </a:lnTo>
                <a:lnTo>
                  <a:pt x="8649" y="580"/>
                </a:lnTo>
                <a:lnTo>
                  <a:pt x="6947" y="2675"/>
                </a:lnTo>
                <a:lnTo>
                  <a:pt x="6922" y="2705"/>
                </a:lnTo>
                <a:close/>
                <a:moveTo>
                  <a:pt x="5602" y="4332"/>
                </a:moveTo>
                <a:lnTo>
                  <a:pt x="5148" y="4891"/>
                </a:lnTo>
                <a:lnTo>
                  <a:pt x="4126" y="2746"/>
                </a:lnTo>
                <a:lnTo>
                  <a:pt x="5602" y="4332"/>
                </a:lnTo>
                <a:close/>
                <a:moveTo>
                  <a:pt x="7229" y="9263"/>
                </a:moveTo>
                <a:lnTo>
                  <a:pt x="5375" y="5370"/>
                </a:lnTo>
                <a:lnTo>
                  <a:pt x="7163" y="7788"/>
                </a:lnTo>
                <a:lnTo>
                  <a:pt x="7229" y="9263"/>
                </a:lnTo>
                <a:close/>
                <a:moveTo>
                  <a:pt x="5194" y="4977"/>
                </a:moveTo>
                <a:lnTo>
                  <a:pt x="6927" y="2836"/>
                </a:lnTo>
                <a:lnTo>
                  <a:pt x="7098" y="6458"/>
                </a:lnTo>
                <a:lnTo>
                  <a:pt x="7103" y="6528"/>
                </a:lnTo>
                <a:lnTo>
                  <a:pt x="7153" y="7631"/>
                </a:lnTo>
                <a:lnTo>
                  <a:pt x="5194" y="4977"/>
                </a:lnTo>
                <a:close/>
                <a:moveTo>
                  <a:pt x="8957" y="3833"/>
                </a:moveTo>
                <a:lnTo>
                  <a:pt x="11012" y="5103"/>
                </a:lnTo>
                <a:lnTo>
                  <a:pt x="7254" y="6387"/>
                </a:lnTo>
                <a:lnTo>
                  <a:pt x="8957" y="3833"/>
                </a:lnTo>
                <a:close/>
                <a:moveTo>
                  <a:pt x="9007" y="3758"/>
                </a:moveTo>
                <a:lnTo>
                  <a:pt x="9621" y="2841"/>
                </a:lnTo>
                <a:lnTo>
                  <a:pt x="10972" y="4977"/>
                </a:lnTo>
                <a:lnTo>
                  <a:pt x="9007" y="3758"/>
                </a:lnTo>
                <a:close/>
                <a:moveTo>
                  <a:pt x="7184" y="6332"/>
                </a:moveTo>
                <a:lnTo>
                  <a:pt x="7012" y="2766"/>
                </a:lnTo>
                <a:lnTo>
                  <a:pt x="9541" y="2801"/>
                </a:lnTo>
                <a:lnTo>
                  <a:pt x="7184" y="6332"/>
                </a:lnTo>
                <a:close/>
                <a:moveTo>
                  <a:pt x="10972" y="5208"/>
                </a:moveTo>
                <a:lnTo>
                  <a:pt x="8272" y="8287"/>
                </a:lnTo>
                <a:lnTo>
                  <a:pt x="7209" y="6493"/>
                </a:lnTo>
                <a:lnTo>
                  <a:pt x="10972" y="5208"/>
                </a:lnTo>
                <a:close/>
                <a:moveTo>
                  <a:pt x="9702" y="2806"/>
                </a:moveTo>
                <a:lnTo>
                  <a:pt x="13037" y="2851"/>
                </a:lnTo>
                <a:lnTo>
                  <a:pt x="11118" y="5043"/>
                </a:lnTo>
                <a:lnTo>
                  <a:pt x="9702" y="2806"/>
                </a:lnTo>
                <a:close/>
                <a:moveTo>
                  <a:pt x="13450" y="2177"/>
                </a:moveTo>
                <a:lnTo>
                  <a:pt x="13117" y="2750"/>
                </a:lnTo>
                <a:lnTo>
                  <a:pt x="10891" y="1547"/>
                </a:lnTo>
                <a:lnTo>
                  <a:pt x="13450" y="2177"/>
                </a:lnTo>
                <a:close/>
                <a:moveTo>
                  <a:pt x="12956" y="2761"/>
                </a:moveTo>
                <a:lnTo>
                  <a:pt x="9647" y="2716"/>
                </a:lnTo>
                <a:lnTo>
                  <a:pt x="9596" y="2716"/>
                </a:lnTo>
                <a:lnTo>
                  <a:pt x="7058" y="2680"/>
                </a:lnTo>
                <a:lnTo>
                  <a:pt x="8805" y="524"/>
                </a:lnTo>
                <a:lnTo>
                  <a:pt x="12956" y="2761"/>
                </a:lnTo>
                <a:close/>
                <a:moveTo>
                  <a:pt x="7748" y="101"/>
                </a:moveTo>
                <a:lnTo>
                  <a:pt x="8680" y="469"/>
                </a:lnTo>
                <a:lnTo>
                  <a:pt x="4403" y="2272"/>
                </a:lnTo>
                <a:lnTo>
                  <a:pt x="7748" y="101"/>
                </a:lnTo>
                <a:close/>
                <a:moveTo>
                  <a:pt x="3753" y="2484"/>
                </a:moveTo>
                <a:lnTo>
                  <a:pt x="696" y="2766"/>
                </a:lnTo>
                <a:lnTo>
                  <a:pt x="449" y="1365"/>
                </a:lnTo>
                <a:lnTo>
                  <a:pt x="3753" y="2484"/>
                </a:lnTo>
                <a:close/>
                <a:moveTo>
                  <a:pt x="3879" y="2559"/>
                </a:moveTo>
                <a:lnTo>
                  <a:pt x="2091" y="5320"/>
                </a:lnTo>
                <a:lnTo>
                  <a:pt x="731" y="2851"/>
                </a:lnTo>
                <a:lnTo>
                  <a:pt x="3879" y="2559"/>
                </a:lnTo>
                <a:close/>
                <a:moveTo>
                  <a:pt x="383" y="1496"/>
                </a:moveTo>
                <a:lnTo>
                  <a:pt x="600" y="2735"/>
                </a:lnTo>
                <a:lnTo>
                  <a:pt x="101" y="2484"/>
                </a:lnTo>
                <a:lnTo>
                  <a:pt x="383" y="1496"/>
                </a:lnTo>
                <a:close/>
                <a:moveTo>
                  <a:pt x="746" y="3068"/>
                </a:moveTo>
                <a:lnTo>
                  <a:pt x="2035" y="5400"/>
                </a:lnTo>
                <a:lnTo>
                  <a:pt x="1345" y="6463"/>
                </a:lnTo>
                <a:lnTo>
                  <a:pt x="746" y="3068"/>
                </a:lnTo>
                <a:close/>
                <a:moveTo>
                  <a:pt x="3960" y="2594"/>
                </a:moveTo>
                <a:lnTo>
                  <a:pt x="5038" y="4866"/>
                </a:lnTo>
                <a:lnTo>
                  <a:pt x="3184" y="3793"/>
                </a:lnTo>
                <a:lnTo>
                  <a:pt x="3960" y="2594"/>
                </a:lnTo>
                <a:close/>
                <a:moveTo>
                  <a:pt x="4766" y="6090"/>
                </a:moveTo>
                <a:lnTo>
                  <a:pt x="5144" y="5088"/>
                </a:lnTo>
                <a:lnTo>
                  <a:pt x="7063" y="9112"/>
                </a:lnTo>
                <a:lnTo>
                  <a:pt x="4766" y="6090"/>
                </a:lnTo>
                <a:close/>
                <a:moveTo>
                  <a:pt x="7194" y="6644"/>
                </a:moveTo>
                <a:lnTo>
                  <a:pt x="8211" y="8357"/>
                </a:lnTo>
                <a:lnTo>
                  <a:pt x="7325" y="9364"/>
                </a:lnTo>
                <a:lnTo>
                  <a:pt x="7194" y="6644"/>
                </a:lnTo>
                <a:close/>
                <a:moveTo>
                  <a:pt x="11969" y="4806"/>
                </a:moveTo>
                <a:lnTo>
                  <a:pt x="11249" y="5027"/>
                </a:lnTo>
                <a:lnTo>
                  <a:pt x="12891" y="3154"/>
                </a:lnTo>
                <a:lnTo>
                  <a:pt x="11969" y="4806"/>
                </a:lnTo>
                <a:close/>
              </a:path>
            </a:pathLst>
          </a:custGeom>
          <a:solidFill>
            <a:schemeClr val="tx1">
              <a:lumMod val="75000"/>
              <a:lumOff val="25000"/>
            </a:schemeClr>
          </a:solidFill>
          <a:ln w="12700">
            <a:solidFill>
              <a:schemeClr val="accent2"/>
            </a:solidFill>
          </a:ln>
          <a:effectLst/>
        </p:spPr>
        <p:txBody>
          <a:bodyPr wrap="none" anchor="ctr"/>
          <a:lstStyle/>
          <a:p>
            <a:endParaRPr lang="en-US" dirty="0">
              <a:latin typeface="微软雅黑 Light" panose="020B0502040204020203" pitchFamily="34" charset="-122"/>
              <a:sym typeface="Exo 2 Light" panose="00000400000000000000" pitchFamily="50" charset="0"/>
            </a:endParaRPr>
          </a:p>
        </p:txBody>
      </p:sp>
      <p:sp>
        <p:nvSpPr>
          <p:cNvPr id="7" name="TextBox 26">
            <a:extLst>
              <a:ext uri="{FF2B5EF4-FFF2-40B4-BE49-F238E27FC236}">
                <a16:creationId xmlns:a16="http://schemas.microsoft.com/office/drawing/2014/main" id="{7D80F13B-F800-4F65-9D06-0B1624B47232}"/>
              </a:ext>
            </a:extLst>
          </p:cNvPr>
          <p:cNvSpPr txBox="1"/>
          <p:nvPr userDrawn="1"/>
        </p:nvSpPr>
        <p:spPr>
          <a:xfrm>
            <a:off x="7770369" y="217993"/>
            <a:ext cx="3340979" cy="469359"/>
          </a:xfrm>
          <a:prstGeom prst="rect">
            <a:avLst/>
          </a:prstGeom>
          <a:noFill/>
        </p:spPr>
        <p:txBody>
          <a:bodyPr wrap="none" rtlCol="0">
            <a:spAutoFit/>
          </a:bodyPr>
          <a:lstStyle/>
          <a:p>
            <a:pPr algn="r"/>
            <a:r>
              <a:rPr lang="en-US" altLang="zh-CN" sz="1400" b="1" dirty="0">
                <a:solidFill>
                  <a:schemeClr val="tx1">
                    <a:lumMod val="75000"/>
                    <a:lumOff val="25000"/>
                  </a:schemeClr>
                </a:solidFill>
                <a:latin typeface="微软雅黑" panose="020B0503020204020204" pitchFamily="34" charset="-122"/>
                <a:ea typeface="微软雅黑" panose="020B0503020204020204" pitchFamily="34" charset="-122"/>
                <a:cs typeface="Exo 2 Semi" charset="0"/>
              </a:rPr>
              <a:t>PPP</a:t>
            </a:r>
          </a:p>
          <a:p>
            <a:pPr algn="r"/>
            <a:r>
              <a:rPr lang="en-US" altLang="zh-CN" sz="1050" i="1" spc="600" dirty="0">
                <a:solidFill>
                  <a:schemeClr val="tx1">
                    <a:lumMod val="75000"/>
                    <a:lumOff val="25000"/>
                  </a:schemeClr>
                </a:solidFill>
                <a:latin typeface="微软雅黑 Light" panose="020B0502040204020203" pitchFamily="34" charset="-122"/>
                <a:ea typeface="Exo 2 Thin" charset="0"/>
                <a:cs typeface="Exo 2 Thin" charset="0"/>
                <a:sym typeface="Exo 2 Light" panose="00000400000000000000" pitchFamily="50" charset="0"/>
              </a:rPr>
              <a:t>Point to point protocol</a:t>
            </a:r>
          </a:p>
        </p:txBody>
      </p:sp>
      <p:sp>
        <p:nvSpPr>
          <p:cNvPr id="2" name="矩形 1">
            <a:extLst>
              <a:ext uri="{FF2B5EF4-FFF2-40B4-BE49-F238E27FC236}">
                <a16:creationId xmlns:a16="http://schemas.microsoft.com/office/drawing/2014/main" id="{C0291C21-5CD9-4C0A-A1F9-B35A9D1269FC}"/>
              </a:ext>
            </a:extLst>
          </p:cNvPr>
          <p:cNvSpPr/>
          <p:nvPr userDrawn="1"/>
        </p:nvSpPr>
        <p:spPr>
          <a:xfrm>
            <a:off x="695834" y="1032229"/>
            <a:ext cx="10800000" cy="5040000"/>
          </a:xfrm>
          <a:prstGeom prst="rect">
            <a:avLst/>
          </a:prstGeom>
          <a:solidFill>
            <a:schemeClr val="bg1"/>
          </a:solidFill>
          <a:ln>
            <a:solidFill>
              <a:schemeClr val="bg1">
                <a:lumMod val="95000"/>
              </a:schemeClr>
            </a:solidFill>
          </a:ln>
          <a:effectLst>
            <a:outerShdw blurRad="50800" dist="254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70" name="文本占位符 8">
            <a:extLst>
              <a:ext uri="{FF2B5EF4-FFF2-40B4-BE49-F238E27FC236}">
                <a16:creationId xmlns:a16="http://schemas.microsoft.com/office/drawing/2014/main" id="{9688E790-5753-47AE-9AE4-065DB60D20A1}"/>
              </a:ext>
            </a:extLst>
          </p:cNvPr>
          <p:cNvSpPr>
            <a:spLocks noGrp="1"/>
          </p:cNvSpPr>
          <p:nvPr>
            <p:ph type="body" sz="quarter" idx="13" hasCustomPrompt="1"/>
          </p:nvPr>
        </p:nvSpPr>
        <p:spPr>
          <a:xfrm>
            <a:off x="695466" y="672447"/>
            <a:ext cx="3286125" cy="542516"/>
          </a:xfrm>
          <a:solidFill>
            <a:schemeClr val="accent2">
              <a:lumMod val="75000"/>
            </a:schemeClr>
          </a:solidFill>
          <a:ln>
            <a:solidFill>
              <a:schemeClr val="accent2">
                <a:lumMod val="50000"/>
              </a:schemeClr>
            </a:solidFill>
          </a:ln>
        </p:spPr>
        <p:txBody>
          <a:bodyPr anchor="ctr" anchorCtr="0"/>
          <a:lstStyle>
            <a:lvl1pPr marL="0" indent="0" algn="ctr">
              <a:buNone/>
              <a:defRPr>
                <a:solidFill>
                  <a:schemeClr val="bg1"/>
                </a:solidFill>
                <a:latin typeface="微软雅黑" panose="020B0503020204020204" pitchFamily="34" charset="-122"/>
                <a:ea typeface="微软雅黑" panose="020B0503020204020204" pitchFamily="34" charset="-122"/>
              </a:defRPr>
            </a:lvl1pPr>
            <a:lvl2pPr marL="457200" indent="0">
              <a:buNone/>
              <a:defRPr>
                <a:latin typeface="微软雅黑" panose="020B0503020204020204" pitchFamily="34" charset="-122"/>
                <a:ea typeface="微软雅黑" panose="020B0503020204020204" pitchFamily="34" charset="-122"/>
              </a:defRPr>
            </a:lvl2pPr>
            <a:lvl3pPr marL="914400" indent="0">
              <a:buNone/>
              <a:defRPr>
                <a:latin typeface="微软雅黑" panose="020B0503020204020204" pitchFamily="34" charset="-122"/>
                <a:ea typeface="微软雅黑" panose="020B0503020204020204" pitchFamily="34" charset="-122"/>
              </a:defRPr>
            </a:lvl3pPr>
            <a:lvl4pPr marL="1371600" indent="0">
              <a:buNone/>
              <a:defRPr>
                <a:latin typeface="微软雅黑" panose="020B0503020204020204" pitchFamily="34" charset="-122"/>
                <a:ea typeface="微软雅黑" panose="020B0503020204020204" pitchFamily="34" charset="-122"/>
              </a:defRPr>
            </a:lvl4pPr>
            <a:lvl5pPr marL="1828800" indent="0">
              <a:buNone/>
              <a:defRPr>
                <a:latin typeface="微软雅黑" panose="020B0503020204020204" pitchFamily="34" charset="-122"/>
                <a:ea typeface="微软雅黑" panose="020B0503020204020204" pitchFamily="34" charset="-122"/>
              </a:defRPr>
            </a:lvl5pPr>
          </a:lstStyle>
          <a:p>
            <a:pPr lvl="0"/>
            <a:r>
              <a:rPr lang="zh-CN" altLang="en-US" dirty="0"/>
              <a:t>版文本样式</a:t>
            </a:r>
          </a:p>
        </p:txBody>
      </p:sp>
      <p:sp>
        <p:nvSpPr>
          <p:cNvPr id="9" name="直角三角形 8">
            <a:extLst>
              <a:ext uri="{FF2B5EF4-FFF2-40B4-BE49-F238E27FC236}">
                <a16:creationId xmlns:a16="http://schemas.microsoft.com/office/drawing/2014/main" id="{27E6DB47-D228-4E26-9861-0E71F9A9A745}"/>
              </a:ext>
            </a:extLst>
          </p:cNvPr>
          <p:cNvSpPr>
            <a:spLocks/>
          </p:cNvSpPr>
          <p:nvPr userDrawn="1"/>
        </p:nvSpPr>
        <p:spPr>
          <a:xfrm>
            <a:off x="3981591" y="672447"/>
            <a:ext cx="252000" cy="360000"/>
          </a:xfrm>
          <a:prstGeom prst="r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134" name="文本占位符 133">
            <a:extLst>
              <a:ext uri="{FF2B5EF4-FFF2-40B4-BE49-F238E27FC236}">
                <a16:creationId xmlns:a16="http://schemas.microsoft.com/office/drawing/2014/main" id="{8EEDBA34-CB6A-48C8-9135-48A39E6E983A}"/>
              </a:ext>
            </a:extLst>
          </p:cNvPr>
          <p:cNvSpPr>
            <a:spLocks noGrp="1"/>
          </p:cNvSpPr>
          <p:nvPr>
            <p:ph type="body" sz="quarter" idx="15"/>
          </p:nvPr>
        </p:nvSpPr>
        <p:spPr>
          <a:xfrm>
            <a:off x="695466" y="6255764"/>
            <a:ext cx="8345771" cy="313932"/>
          </a:xfrm>
        </p:spPr>
        <p:txBody>
          <a:bodyPr anchor="ctr" anchorCtr="0">
            <a:spAutoFit/>
          </a:bodyPr>
          <a:lstStyle>
            <a:lvl1pPr marL="0" indent="0">
              <a:buNone/>
              <a:defRPr sz="1600">
                <a:latin typeface="微软雅黑 Light" panose="020B0502040204020203" pitchFamily="34" charset="-122"/>
                <a:ea typeface="微软雅黑 Light" panose="020B0502040204020203" pitchFamily="34" charset="-122"/>
              </a:defRPr>
            </a:lvl1pPr>
            <a:lvl2pPr marL="457200" indent="0">
              <a:buNone/>
              <a:defRPr sz="1600">
                <a:latin typeface="微软雅黑 Light" panose="020B0502040204020203" pitchFamily="34" charset="-122"/>
                <a:ea typeface="微软雅黑 Light" panose="020B0502040204020203" pitchFamily="34" charset="-122"/>
              </a:defRPr>
            </a:lvl2pPr>
            <a:lvl3pPr marL="914400" indent="0">
              <a:buNone/>
              <a:defRPr sz="1600">
                <a:latin typeface="微软雅黑 Light" panose="020B0502040204020203" pitchFamily="34" charset="-122"/>
                <a:ea typeface="微软雅黑 Light" panose="020B0502040204020203" pitchFamily="34" charset="-122"/>
              </a:defRPr>
            </a:lvl3pPr>
            <a:lvl4pPr marL="1371600" indent="0">
              <a:buNone/>
              <a:defRPr sz="1600">
                <a:latin typeface="微软雅黑 Light" panose="020B0502040204020203" pitchFamily="34" charset="-122"/>
                <a:ea typeface="微软雅黑 Light" panose="020B0502040204020203" pitchFamily="34" charset="-122"/>
              </a:defRPr>
            </a:lvl4pPr>
            <a:lvl5pPr marL="1828800" indent="0">
              <a:buNone/>
              <a:defRPr sz="1600">
                <a:latin typeface="微软雅黑 Light" panose="020B0502040204020203" pitchFamily="34" charset="-122"/>
                <a:ea typeface="微软雅黑 Light" panose="020B0502040204020203" pitchFamily="34" charset="-122"/>
              </a:defRPr>
            </a:lvl5pPr>
          </a:lstStyle>
          <a:p>
            <a:pPr lvl="0"/>
            <a:r>
              <a:rPr lang="zh-CN" altLang="en-US" dirty="0"/>
              <a:t>单击此处编辑母版文本样式</a:t>
            </a:r>
          </a:p>
        </p:txBody>
      </p:sp>
      <p:sp>
        <p:nvSpPr>
          <p:cNvPr id="135" name="文本占位符 67">
            <a:extLst>
              <a:ext uri="{FF2B5EF4-FFF2-40B4-BE49-F238E27FC236}">
                <a16:creationId xmlns:a16="http://schemas.microsoft.com/office/drawing/2014/main" id="{D5D5E3EB-6637-4D89-A689-1FD1B36143EE}"/>
              </a:ext>
            </a:extLst>
          </p:cNvPr>
          <p:cNvSpPr>
            <a:spLocks noGrp="1"/>
          </p:cNvSpPr>
          <p:nvPr>
            <p:ph type="body" sz="quarter" idx="14"/>
          </p:nvPr>
        </p:nvSpPr>
        <p:spPr>
          <a:xfrm>
            <a:off x="1148460" y="1510985"/>
            <a:ext cx="9962887" cy="4115817"/>
          </a:xfrm>
        </p:spPr>
        <p:txBody>
          <a:bodyPr>
            <a:normAutofit/>
          </a:bodyPr>
          <a:lstStyle>
            <a:lvl1pPr marL="0" indent="0" algn="just">
              <a:buNone/>
              <a:defRPr sz="1800">
                <a:latin typeface="微软雅黑 Light" panose="020B0502040204020203" pitchFamily="34" charset="-122"/>
                <a:ea typeface="微软雅黑 Light" panose="020B0502040204020203" pitchFamily="3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单击此处编辑母版文本样式</a:t>
            </a:r>
          </a:p>
        </p:txBody>
      </p:sp>
    </p:spTree>
    <p:extLst>
      <p:ext uri="{BB962C8B-B14F-4D97-AF65-F5344CB8AC3E}">
        <p14:creationId xmlns:p14="http://schemas.microsoft.com/office/powerpoint/2010/main" val="360607354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SMA/CD">
    <p:spTree>
      <p:nvGrpSpPr>
        <p:cNvPr id="1" name=""/>
        <p:cNvGrpSpPr/>
        <p:nvPr/>
      </p:nvGrpSpPr>
      <p:grpSpPr>
        <a:xfrm>
          <a:off x="0" y="0"/>
          <a:ext cx="0" cy="0"/>
          <a:chOff x="0" y="0"/>
          <a:chExt cx="0" cy="0"/>
        </a:xfrm>
      </p:grpSpPr>
      <p:grpSp>
        <p:nvGrpSpPr>
          <p:cNvPr id="8" name="组合 7">
            <a:extLst>
              <a:ext uri="{FF2B5EF4-FFF2-40B4-BE49-F238E27FC236}">
                <a16:creationId xmlns:a16="http://schemas.microsoft.com/office/drawing/2014/main" id="{7A3947A1-486F-4CA5-B6FE-99E859380C87}"/>
              </a:ext>
            </a:extLst>
          </p:cNvPr>
          <p:cNvGrpSpPr/>
          <p:nvPr userDrawn="1"/>
        </p:nvGrpSpPr>
        <p:grpSpPr>
          <a:xfrm>
            <a:off x="0" y="0"/>
            <a:ext cx="7711084" cy="941457"/>
            <a:chOff x="-14417" y="-36940"/>
            <a:chExt cx="7711084" cy="941457"/>
          </a:xfrm>
        </p:grpSpPr>
        <p:sp>
          <p:nvSpPr>
            <p:cNvPr id="11" name="椭圆 10">
              <a:extLst>
                <a:ext uri="{FF2B5EF4-FFF2-40B4-BE49-F238E27FC236}">
                  <a16:creationId xmlns:a16="http://schemas.microsoft.com/office/drawing/2014/main" id="{1E70C58A-5A85-4832-B6D7-16830C470707}"/>
                </a:ext>
              </a:extLst>
            </p:cNvPr>
            <p:cNvSpPr/>
            <p:nvPr/>
          </p:nvSpPr>
          <p:spPr>
            <a:xfrm rot="374285">
              <a:off x="6100494" y="535640"/>
              <a:ext cx="95082" cy="90944"/>
            </a:xfrm>
            <a:prstGeom prst="ellipse">
              <a:avLst/>
            </a:prstGeom>
            <a:solidFill>
              <a:schemeClr val="accent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12" name="椭圆 11">
              <a:extLst>
                <a:ext uri="{FF2B5EF4-FFF2-40B4-BE49-F238E27FC236}">
                  <a16:creationId xmlns:a16="http://schemas.microsoft.com/office/drawing/2014/main" id="{DC82F87F-1BF8-46C1-A5E3-DA3CF824850F}"/>
                </a:ext>
              </a:extLst>
            </p:cNvPr>
            <p:cNvSpPr/>
            <p:nvPr/>
          </p:nvSpPr>
          <p:spPr>
            <a:xfrm rot="374285">
              <a:off x="5448352" y="699694"/>
              <a:ext cx="132525" cy="12675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13" name="椭圆 12">
              <a:extLst>
                <a:ext uri="{FF2B5EF4-FFF2-40B4-BE49-F238E27FC236}">
                  <a16:creationId xmlns:a16="http://schemas.microsoft.com/office/drawing/2014/main" id="{614CD21A-C39D-4795-83CD-774FD349585D}"/>
                </a:ext>
              </a:extLst>
            </p:cNvPr>
            <p:cNvSpPr/>
            <p:nvPr/>
          </p:nvSpPr>
          <p:spPr>
            <a:xfrm rot="374285">
              <a:off x="3572722" y="604289"/>
              <a:ext cx="115820" cy="11077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14" name="椭圆 13">
              <a:extLst>
                <a:ext uri="{FF2B5EF4-FFF2-40B4-BE49-F238E27FC236}">
                  <a16:creationId xmlns:a16="http://schemas.microsoft.com/office/drawing/2014/main" id="{EB2837F6-1D7D-46DA-8111-809E9C8B0A67}"/>
                </a:ext>
              </a:extLst>
            </p:cNvPr>
            <p:cNvSpPr/>
            <p:nvPr/>
          </p:nvSpPr>
          <p:spPr>
            <a:xfrm rot="374285">
              <a:off x="2820174" y="763680"/>
              <a:ext cx="132525" cy="12675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15" name="椭圆 14">
              <a:extLst>
                <a:ext uri="{FF2B5EF4-FFF2-40B4-BE49-F238E27FC236}">
                  <a16:creationId xmlns:a16="http://schemas.microsoft.com/office/drawing/2014/main" id="{01AB2BC1-E267-4710-B496-D53DA744DE30}"/>
                </a:ext>
              </a:extLst>
            </p:cNvPr>
            <p:cNvSpPr/>
            <p:nvPr/>
          </p:nvSpPr>
          <p:spPr>
            <a:xfrm rot="374285">
              <a:off x="3117822" y="315295"/>
              <a:ext cx="95082" cy="90944"/>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16" name="椭圆 15">
              <a:extLst>
                <a:ext uri="{FF2B5EF4-FFF2-40B4-BE49-F238E27FC236}">
                  <a16:creationId xmlns:a16="http://schemas.microsoft.com/office/drawing/2014/main" id="{6E02D594-6540-4CD5-9CDE-9001117B20E9}"/>
                </a:ext>
              </a:extLst>
            </p:cNvPr>
            <p:cNvSpPr/>
            <p:nvPr/>
          </p:nvSpPr>
          <p:spPr>
            <a:xfrm rot="374285">
              <a:off x="2354876" y="555089"/>
              <a:ext cx="95082" cy="90944"/>
            </a:xfrm>
            <a:prstGeom prst="ellipse">
              <a:avLst/>
            </a:prstGeom>
            <a:solidFill>
              <a:schemeClr val="accent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17" name="椭圆 16">
              <a:extLst>
                <a:ext uri="{FF2B5EF4-FFF2-40B4-BE49-F238E27FC236}">
                  <a16:creationId xmlns:a16="http://schemas.microsoft.com/office/drawing/2014/main" id="{D7450177-3DC4-4063-9A91-85BDBC7A780E}"/>
                </a:ext>
              </a:extLst>
            </p:cNvPr>
            <p:cNvSpPr/>
            <p:nvPr/>
          </p:nvSpPr>
          <p:spPr>
            <a:xfrm rot="374285">
              <a:off x="1154955" y="777760"/>
              <a:ext cx="132525" cy="12675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18" name="椭圆 17">
              <a:extLst>
                <a:ext uri="{FF2B5EF4-FFF2-40B4-BE49-F238E27FC236}">
                  <a16:creationId xmlns:a16="http://schemas.microsoft.com/office/drawing/2014/main" id="{CB691F92-4285-438C-8B71-569CDBA913BC}"/>
                </a:ext>
              </a:extLst>
            </p:cNvPr>
            <p:cNvSpPr/>
            <p:nvPr/>
          </p:nvSpPr>
          <p:spPr>
            <a:xfrm rot="374285">
              <a:off x="230848" y="707083"/>
              <a:ext cx="92438" cy="88415"/>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19" name="椭圆 18">
              <a:extLst>
                <a:ext uri="{FF2B5EF4-FFF2-40B4-BE49-F238E27FC236}">
                  <a16:creationId xmlns:a16="http://schemas.microsoft.com/office/drawing/2014/main" id="{07D649CF-34AF-43C0-80EE-504F388BEB1A}"/>
                </a:ext>
              </a:extLst>
            </p:cNvPr>
            <p:cNvSpPr/>
            <p:nvPr/>
          </p:nvSpPr>
          <p:spPr>
            <a:xfrm rot="374285">
              <a:off x="460358" y="447685"/>
              <a:ext cx="132525" cy="126757"/>
            </a:xfrm>
            <a:prstGeom prst="ellipse">
              <a:avLst/>
            </a:prstGeom>
            <a:solidFill>
              <a:schemeClr val="accent2">
                <a:lumMod val="40000"/>
                <a:lumOff val="60000"/>
                <a:alpha val="5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20" name="椭圆 19">
              <a:extLst>
                <a:ext uri="{FF2B5EF4-FFF2-40B4-BE49-F238E27FC236}">
                  <a16:creationId xmlns:a16="http://schemas.microsoft.com/office/drawing/2014/main" id="{6C3BC982-0A71-4DAD-AC1C-2DEA049913C3}"/>
                </a:ext>
              </a:extLst>
            </p:cNvPr>
            <p:cNvSpPr/>
            <p:nvPr/>
          </p:nvSpPr>
          <p:spPr>
            <a:xfrm rot="374285">
              <a:off x="1381001" y="389323"/>
              <a:ext cx="132525" cy="126757"/>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21" name="椭圆 20">
              <a:extLst>
                <a:ext uri="{FF2B5EF4-FFF2-40B4-BE49-F238E27FC236}">
                  <a16:creationId xmlns:a16="http://schemas.microsoft.com/office/drawing/2014/main" id="{177E03B8-1E2B-4537-A018-26391B9575C4}"/>
                </a:ext>
              </a:extLst>
            </p:cNvPr>
            <p:cNvSpPr/>
            <p:nvPr/>
          </p:nvSpPr>
          <p:spPr>
            <a:xfrm rot="374285">
              <a:off x="4997785" y="730304"/>
              <a:ext cx="132220" cy="126465"/>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22" name="椭圆 21">
              <a:extLst>
                <a:ext uri="{FF2B5EF4-FFF2-40B4-BE49-F238E27FC236}">
                  <a16:creationId xmlns:a16="http://schemas.microsoft.com/office/drawing/2014/main" id="{1592E938-A3ED-44EC-93E9-1785BE2E4EDD}"/>
                </a:ext>
              </a:extLst>
            </p:cNvPr>
            <p:cNvSpPr/>
            <p:nvPr/>
          </p:nvSpPr>
          <p:spPr>
            <a:xfrm rot="374285">
              <a:off x="6753757" y="-36940"/>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23" name="椭圆 22">
              <a:extLst>
                <a:ext uri="{FF2B5EF4-FFF2-40B4-BE49-F238E27FC236}">
                  <a16:creationId xmlns:a16="http://schemas.microsoft.com/office/drawing/2014/main" id="{CDCEBC96-4EF5-41F1-9446-466FFB5DC9CD}"/>
                </a:ext>
              </a:extLst>
            </p:cNvPr>
            <p:cNvSpPr/>
            <p:nvPr/>
          </p:nvSpPr>
          <p:spPr>
            <a:xfrm rot="374285">
              <a:off x="5282589" y="230150"/>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24" name="椭圆 23">
              <a:extLst>
                <a:ext uri="{FF2B5EF4-FFF2-40B4-BE49-F238E27FC236}">
                  <a16:creationId xmlns:a16="http://schemas.microsoft.com/office/drawing/2014/main" id="{B0785AE5-CD30-41AA-ACB0-765EB9154018}"/>
                </a:ext>
              </a:extLst>
            </p:cNvPr>
            <p:cNvSpPr/>
            <p:nvPr/>
          </p:nvSpPr>
          <p:spPr>
            <a:xfrm rot="374285">
              <a:off x="2154598" y="204617"/>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25" name="椭圆 24">
              <a:extLst>
                <a:ext uri="{FF2B5EF4-FFF2-40B4-BE49-F238E27FC236}">
                  <a16:creationId xmlns:a16="http://schemas.microsoft.com/office/drawing/2014/main" id="{4F9C78BD-7254-43D0-B63D-81A0C10A2BC2}"/>
                </a:ext>
              </a:extLst>
            </p:cNvPr>
            <p:cNvSpPr/>
            <p:nvPr/>
          </p:nvSpPr>
          <p:spPr>
            <a:xfrm rot="374285">
              <a:off x="911533" y="118983"/>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26" name="椭圆 25">
              <a:extLst>
                <a:ext uri="{FF2B5EF4-FFF2-40B4-BE49-F238E27FC236}">
                  <a16:creationId xmlns:a16="http://schemas.microsoft.com/office/drawing/2014/main" id="{200D9AED-3611-4A19-A09B-53C3B2A2818F}"/>
                </a:ext>
              </a:extLst>
            </p:cNvPr>
            <p:cNvSpPr/>
            <p:nvPr/>
          </p:nvSpPr>
          <p:spPr>
            <a:xfrm rot="374285">
              <a:off x="3816520" y="284247"/>
              <a:ext cx="107744" cy="103054"/>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27" name="椭圆 26">
              <a:extLst>
                <a:ext uri="{FF2B5EF4-FFF2-40B4-BE49-F238E27FC236}">
                  <a16:creationId xmlns:a16="http://schemas.microsoft.com/office/drawing/2014/main" id="{A6F858B9-2052-4F86-BC88-E78AD36ED096}"/>
                </a:ext>
              </a:extLst>
            </p:cNvPr>
            <p:cNvSpPr/>
            <p:nvPr/>
          </p:nvSpPr>
          <p:spPr>
            <a:xfrm rot="374285">
              <a:off x="4415537" y="495109"/>
              <a:ext cx="102912" cy="98432"/>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28" name="椭圆 27">
              <a:extLst>
                <a:ext uri="{FF2B5EF4-FFF2-40B4-BE49-F238E27FC236}">
                  <a16:creationId xmlns:a16="http://schemas.microsoft.com/office/drawing/2014/main" id="{6BCFA25F-2B9D-4F6E-B38B-19F53F45D1CF}"/>
                </a:ext>
              </a:extLst>
            </p:cNvPr>
            <p:cNvSpPr/>
            <p:nvPr/>
          </p:nvSpPr>
          <p:spPr>
            <a:xfrm rot="374285">
              <a:off x="7272713" y="207833"/>
              <a:ext cx="132525" cy="126757"/>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cxnSp>
          <p:nvCxnSpPr>
            <p:cNvPr id="29" name="直接连接符 28">
              <a:extLst>
                <a:ext uri="{FF2B5EF4-FFF2-40B4-BE49-F238E27FC236}">
                  <a16:creationId xmlns:a16="http://schemas.microsoft.com/office/drawing/2014/main" id="{EF57988D-049C-4D78-A536-99EC4D0BAB04}"/>
                </a:ext>
              </a:extLst>
            </p:cNvPr>
            <p:cNvCxnSpPr>
              <a:stCxn id="11" idx="6"/>
              <a:endCxn id="28" idx="2"/>
            </p:cNvCxnSpPr>
            <p:nvPr/>
          </p:nvCxnSpPr>
          <p:spPr>
            <a:xfrm rot="10800000" flipH="1">
              <a:off x="6195295" y="264325"/>
              <a:ext cx="1077810" cy="32172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7F3D42FA-2034-4BBA-AFD3-B3C0A5A65D39}"/>
                </a:ext>
              </a:extLst>
            </p:cNvPr>
            <p:cNvCxnSpPr>
              <a:stCxn id="11" idx="2"/>
              <a:endCxn id="12" idx="6"/>
            </p:cNvCxnSpPr>
            <p:nvPr/>
          </p:nvCxnSpPr>
          <p:spPr>
            <a:xfrm rot="10800000" flipV="1">
              <a:off x="5580485" y="576170"/>
              <a:ext cx="520291" cy="19378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0B24ED17-C590-4CB2-B1A4-6D7EC6DCA772}"/>
                </a:ext>
              </a:extLst>
            </p:cNvPr>
            <p:cNvCxnSpPr>
              <a:cxnSpLocks/>
              <a:stCxn id="22" idx="3"/>
              <a:endCxn id="11" idx="0"/>
            </p:cNvCxnSpPr>
            <p:nvPr/>
          </p:nvCxnSpPr>
          <p:spPr>
            <a:xfrm flipH="1">
              <a:off x="6152976" y="33463"/>
              <a:ext cx="610924" cy="50244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99834F15-9349-468B-B5E5-8659E935A5A2}"/>
                </a:ext>
              </a:extLst>
            </p:cNvPr>
            <p:cNvCxnSpPr>
              <a:stCxn id="19" idx="5"/>
              <a:endCxn id="17" idx="1"/>
            </p:cNvCxnSpPr>
            <p:nvPr/>
          </p:nvCxnSpPr>
          <p:spPr>
            <a:xfrm rot="10800000" flipH="1" flipV="1">
              <a:off x="568107" y="560483"/>
              <a:ext cx="611625" cy="23123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A336D1BB-3A65-4649-9B52-09502722C357}"/>
                </a:ext>
              </a:extLst>
            </p:cNvPr>
            <p:cNvCxnSpPr>
              <a:stCxn id="17" idx="3"/>
              <a:endCxn id="18" idx="4"/>
            </p:cNvCxnSpPr>
            <p:nvPr/>
          </p:nvCxnSpPr>
          <p:spPr>
            <a:xfrm rot="10800000">
              <a:off x="272045" y="795236"/>
              <a:ext cx="897505" cy="855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830AE0D1-FDFD-46A6-829E-66306B877083}"/>
                </a:ext>
              </a:extLst>
            </p:cNvPr>
            <p:cNvCxnSpPr>
              <a:stCxn id="20" idx="4"/>
              <a:endCxn id="17" idx="7"/>
            </p:cNvCxnSpPr>
            <p:nvPr/>
          </p:nvCxnSpPr>
          <p:spPr>
            <a:xfrm rot="10800000" flipV="1">
              <a:off x="1272886" y="515705"/>
              <a:ext cx="167178" cy="2857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6AA5C445-D90A-4189-A07F-D15BA880046F}"/>
                </a:ext>
              </a:extLst>
            </p:cNvPr>
            <p:cNvCxnSpPr>
              <a:stCxn id="23" idx="4"/>
              <a:endCxn id="12" idx="0"/>
            </p:cNvCxnSpPr>
            <p:nvPr/>
          </p:nvCxnSpPr>
          <p:spPr>
            <a:xfrm rot="10800000" flipH="1" flipV="1">
              <a:off x="5323023" y="316672"/>
              <a:ext cx="198791" cy="38339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30F8A100-95DF-45C4-A02E-0C8C46B4314C}"/>
                </a:ext>
              </a:extLst>
            </p:cNvPr>
            <p:cNvCxnSpPr>
              <a:stCxn id="26" idx="6"/>
              <a:endCxn id="27" idx="1"/>
            </p:cNvCxnSpPr>
            <p:nvPr/>
          </p:nvCxnSpPr>
          <p:spPr>
            <a:xfrm rot="10800000" flipH="1" flipV="1">
              <a:off x="3923944" y="341373"/>
              <a:ext cx="510832" cy="16457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DDDDB52B-FF38-4869-8A0D-494CE5550BDB}"/>
                </a:ext>
              </a:extLst>
            </p:cNvPr>
            <p:cNvCxnSpPr>
              <a:stCxn id="16" idx="7"/>
              <a:endCxn id="15" idx="2"/>
            </p:cNvCxnSpPr>
            <p:nvPr/>
          </p:nvCxnSpPr>
          <p:spPr>
            <a:xfrm rot="10800000" flipH="1">
              <a:off x="2439488" y="355825"/>
              <a:ext cx="678616" cy="21626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37">
              <a:extLst>
                <a:ext uri="{FF2B5EF4-FFF2-40B4-BE49-F238E27FC236}">
                  <a16:creationId xmlns:a16="http://schemas.microsoft.com/office/drawing/2014/main" id="{F63548ED-507F-4F3D-836C-81039DF3B1E7}"/>
                </a:ext>
              </a:extLst>
            </p:cNvPr>
            <p:cNvCxnSpPr>
              <a:stCxn id="17" idx="6"/>
              <a:endCxn id="16" idx="3"/>
            </p:cNvCxnSpPr>
            <p:nvPr/>
          </p:nvCxnSpPr>
          <p:spPr>
            <a:xfrm rot="10800000" flipH="1">
              <a:off x="1287088" y="629030"/>
              <a:ext cx="1078260" cy="21899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719E4C08-CB97-4EC4-A528-10913EA80E69}"/>
                </a:ext>
              </a:extLst>
            </p:cNvPr>
            <p:cNvCxnSpPr>
              <a:stCxn id="23" idx="6"/>
              <a:endCxn id="11" idx="1"/>
            </p:cNvCxnSpPr>
            <p:nvPr/>
          </p:nvCxnSpPr>
          <p:spPr>
            <a:xfrm rot="10800000" flipH="1" flipV="1">
              <a:off x="5373048" y="278254"/>
              <a:ext cx="745223" cy="26740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F1511854-D175-4227-8D60-EBAF0717F6DD}"/>
                </a:ext>
              </a:extLst>
            </p:cNvPr>
            <p:cNvCxnSpPr>
              <a:stCxn id="23" idx="3"/>
              <a:endCxn id="21" idx="0"/>
            </p:cNvCxnSpPr>
            <p:nvPr/>
          </p:nvCxnSpPr>
          <p:spPr>
            <a:xfrm rot="10800000" flipV="1">
              <a:off x="5071079" y="300704"/>
              <a:ext cx="221502" cy="42997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1" name="直接连接符 40">
              <a:extLst>
                <a:ext uri="{FF2B5EF4-FFF2-40B4-BE49-F238E27FC236}">
                  <a16:creationId xmlns:a16="http://schemas.microsoft.com/office/drawing/2014/main" id="{176E4B19-9F97-4F83-AA6D-5A8CBE468573}"/>
                </a:ext>
              </a:extLst>
            </p:cNvPr>
            <p:cNvCxnSpPr>
              <a:stCxn id="13" idx="3"/>
              <a:endCxn id="14" idx="6"/>
            </p:cNvCxnSpPr>
            <p:nvPr/>
          </p:nvCxnSpPr>
          <p:spPr>
            <a:xfrm rot="10800000" flipV="1">
              <a:off x="2952307" y="694356"/>
              <a:ext cx="633169" cy="13959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2" name="直接连接符 41">
              <a:extLst>
                <a:ext uri="{FF2B5EF4-FFF2-40B4-BE49-F238E27FC236}">
                  <a16:creationId xmlns:a16="http://schemas.microsoft.com/office/drawing/2014/main" id="{57A9D0DD-9F1B-4A1A-B7F1-B6E664603E79}"/>
                </a:ext>
              </a:extLst>
            </p:cNvPr>
            <p:cNvCxnSpPr>
              <a:stCxn id="15" idx="4"/>
              <a:endCxn id="14" idx="7"/>
            </p:cNvCxnSpPr>
            <p:nvPr/>
          </p:nvCxnSpPr>
          <p:spPr>
            <a:xfrm rot="10800000" flipV="1">
              <a:off x="2938105" y="405969"/>
              <a:ext cx="222092" cy="38141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7C284FBF-DF36-40EF-86F6-16AC04A270E2}"/>
                </a:ext>
              </a:extLst>
            </p:cNvPr>
            <p:cNvCxnSpPr>
              <a:stCxn id="16" idx="5"/>
              <a:endCxn id="14" idx="2"/>
            </p:cNvCxnSpPr>
            <p:nvPr/>
          </p:nvCxnSpPr>
          <p:spPr>
            <a:xfrm rot="10800000" flipH="1" flipV="1">
              <a:off x="2432182" y="636017"/>
              <a:ext cx="388385" cy="18415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1383EE05-8E61-4A85-A91D-D1417FCC1D5F}"/>
                </a:ext>
              </a:extLst>
            </p:cNvPr>
            <p:cNvCxnSpPr>
              <a:stCxn id="20" idx="6"/>
              <a:endCxn id="16" idx="1"/>
            </p:cNvCxnSpPr>
            <p:nvPr/>
          </p:nvCxnSpPr>
          <p:spPr>
            <a:xfrm rot="10800000" flipH="1" flipV="1">
              <a:off x="1513134" y="459588"/>
              <a:ext cx="859519" cy="1055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88A049FF-C96C-460A-B2CD-FFC3F6D73658}"/>
                </a:ext>
              </a:extLst>
            </p:cNvPr>
            <p:cNvCxnSpPr>
              <a:stCxn id="24" idx="2"/>
              <a:endCxn id="20" idx="7"/>
            </p:cNvCxnSpPr>
            <p:nvPr/>
          </p:nvCxnSpPr>
          <p:spPr>
            <a:xfrm rot="10800000" flipV="1">
              <a:off x="1498932" y="243291"/>
              <a:ext cx="655935" cy="16973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706D5248-8E0C-47C8-A71F-38D641918AF8}"/>
                </a:ext>
              </a:extLst>
            </p:cNvPr>
            <p:cNvCxnSpPr>
              <a:stCxn id="23" idx="2"/>
              <a:endCxn id="27" idx="7"/>
            </p:cNvCxnSpPr>
            <p:nvPr/>
          </p:nvCxnSpPr>
          <p:spPr>
            <a:xfrm rot="10800000" flipV="1">
              <a:off x="4507115" y="268825"/>
              <a:ext cx="775742" cy="2446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ADAE38AF-A576-42C8-8850-5F9F0F06D3FA}"/>
                </a:ext>
              </a:extLst>
            </p:cNvPr>
            <p:cNvCxnSpPr>
              <a:cxnSpLocks/>
              <a:stCxn id="22" idx="2"/>
              <a:endCxn id="23" idx="7"/>
            </p:cNvCxnSpPr>
            <p:nvPr/>
          </p:nvCxnSpPr>
          <p:spPr>
            <a:xfrm flipH="1">
              <a:off x="5363173" y="1520"/>
              <a:ext cx="1390853" cy="24500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a16="http://schemas.microsoft.com/office/drawing/2014/main" id="{6B8FE99F-F5FC-4420-B37A-75F109AE28D7}"/>
                </a:ext>
              </a:extLst>
            </p:cNvPr>
            <p:cNvCxnSpPr>
              <a:stCxn id="27" idx="5"/>
              <a:endCxn id="21" idx="2"/>
            </p:cNvCxnSpPr>
            <p:nvPr/>
          </p:nvCxnSpPr>
          <p:spPr>
            <a:xfrm rot="10800000" flipH="1" flipV="1">
              <a:off x="4499208" y="582701"/>
              <a:ext cx="498968" cy="20396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75EA1E4D-310E-4749-B60D-9B05C967D9B0}"/>
                </a:ext>
              </a:extLst>
            </p:cNvPr>
            <p:cNvCxnSpPr>
              <a:stCxn id="24" idx="5"/>
              <a:endCxn id="16" idx="0"/>
            </p:cNvCxnSpPr>
            <p:nvPr/>
          </p:nvCxnSpPr>
          <p:spPr>
            <a:xfrm rot="10800000" flipH="1" flipV="1">
              <a:off x="2228363" y="281838"/>
              <a:ext cx="179221" cy="27352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4F1EBD42-7758-4DD4-B8E1-8C41CBFEDC0F}"/>
                </a:ext>
              </a:extLst>
            </p:cNvPr>
            <p:cNvCxnSpPr>
              <a:cxnSpLocks/>
            </p:cNvCxnSpPr>
            <p:nvPr/>
          </p:nvCxnSpPr>
          <p:spPr>
            <a:xfrm>
              <a:off x="2938105" y="-6871"/>
              <a:ext cx="205887" cy="32959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1" name="直接连接符 50">
              <a:extLst>
                <a:ext uri="{FF2B5EF4-FFF2-40B4-BE49-F238E27FC236}">
                  <a16:creationId xmlns:a16="http://schemas.microsoft.com/office/drawing/2014/main" id="{FDB5DFAE-307D-4F16-BF3B-C5F160B3D503}"/>
                </a:ext>
              </a:extLst>
            </p:cNvPr>
            <p:cNvCxnSpPr>
              <a:cxnSpLocks/>
            </p:cNvCxnSpPr>
            <p:nvPr/>
          </p:nvCxnSpPr>
          <p:spPr>
            <a:xfrm>
              <a:off x="9952" y="0"/>
              <a:ext cx="499185" cy="45842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518921FA-0CC5-4DF5-B3EC-CB661C7EB6BB}"/>
                </a:ext>
              </a:extLst>
            </p:cNvPr>
            <p:cNvCxnSpPr>
              <a:stCxn id="13" idx="6"/>
              <a:endCxn id="27" idx="3"/>
            </p:cNvCxnSpPr>
            <p:nvPr/>
          </p:nvCxnSpPr>
          <p:spPr>
            <a:xfrm rot="10800000" flipH="1">
              <a:off x="3688198" y="575139"/>
              <a:ext cx="738672" cy="9055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295C4407-68F4-456A-A554-50261B51366A}"/>
                </a:ext>
              </a:extLst>
            </p:cNvPr>
            <p:cNvCxnSpPr>
              <a:stCxn id="13" idx="0"/>
              <a:endCxn id="26" idx="3"/>
            </p:cNvCxnSpPr>
            <p:nvPr/>
          </p:nvCxnSpPr>
          <p:spPr>
            <a:xfrm rot="10800000" flipH="1">
              <a:off x="3636924" y="368034"/>
              <a:ext cx="191461" cy="2365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892379BE-F813-4A7D-8340-42365B6A55DA}"/>
                </a:ext>
              </a:extLst>
            </p:cNvPr>
            <p:cNvCxnSpPr>
              <a:stCxn id="13" idx="1"/>
              <a:endCxn id="15" idx="5"/>
            </p:cNvCxnSpPr>
            <p:nvPr/>
          </p:nvCxnSpPr>
          <p:spPr>
            <a:xfrm rot="10800000">
              <a:off x="3195128" y="396223"/>
              <a:ext cx="399247" cy="22026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 name="直接连接符 54">
              <a:extLst>
                <a:ext uri="{FF2B5EF4-FFF2-40B4-BE49-F238E27FC236}">
                  <a16:creationId xmlns:a16="http://schemas.microsoft.com/office/drawing/2014/main" id="{8C25CA83-739A-45BB-9832-DEE30BADFDB4}"/>
                </a:ext>
              </a:extLst>
            </p:cNvPr>
            <p:cNvCxnSpPr>
              <a:endCxn id="15" idx="7"/>
            </p:cNvCxnSpPr>
            <p:nvPr/>
          </p:nvCxnSpPr>
          <p:spPr>
            <a:xfrm rot="10800000" flipV="1">
              <a:off x="3202434" y="312775"/>
              <a:ext cx="635159" cy="1952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 name="直接连接符 55">
              <a:extLst>
                <a:ext uri="{FF2B5EF4-FFF2-40B4-BE49-F238E27FC236}">
                  <a16:creationId xmlns:a16="http://schemas.microsoft.com/office/drawing/2014/main" id="{3E807B79-5434-4949-8936-50FCA93E0E43}"/>
                </a:ext>
              </a:extLst>
            </p:cNvPr>
            <p:cNvCxnSpPr>
              <a:stCxn id="26" idx="7"/>
            </p:cNvCxnSpPr>
            <p:nvPr/>
          </p:nvCxnSpPr>
          <p:spPr>
            <a:xfrm rot="10800000" flipH="1">
              <a:off x="3912398" y="-6870"/>
              <a:ext cx="456197" cy="3103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 name="直接连接符 56">
              <a:extLst>
                <a:ext uri="{FF2B5EF4-FFF2-40B4-BE49-F238E27FC236}">
                  <a16:creationId xmlns:a16="http://schemas.microsoft.com/office/drawing/2014/main" id="{2728192E-902E-423E-B8CF-43B2D5A20881}"/>
                </a:ext>
              </a:extLst>
            </p:cNvPr>
            <p:cNvCxnSpPr>
              <a:cxnSpLocks/>
              <a:endCxn id="26" idx="0"/>
            </p:cNvCxnSpPr>
            <p:nvPr/>
          </p:nvCxnSpPr>
          <p:spPr>
            <a:xfrm>
              <a:off x="3688198" y="-6871"/>
              <a:ext cx="187793" cy="29142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 name="直接连接符 57">
              <a:extLst>
                <a:ext uri="{FF2B5EF4-FFF2-40B4-BE49-F238E27FC236}">
                  <a16:creationId xmlns:a16="http://schemas.microsoft.com/office/drawing/2014/main" id="{16CB4E7A-44DB-4A64-93F2-BB06DBC99A07}"/>
                </a:ext>
              </a:extLst>
            </p:cNvPr>
            <p:cNvCxnSpPr>
              <a:stCxn id="19" idx="7"/>
              <a:endCxn id="20" idx="2"/>
            </p:cNvCxnSpPr>
            <p:nvPr/>
          </p:nvCxnSpPr>
          <p:spPr>
            <a:xfrm rot="10800000" flipH="1">
              <a:off x="578289" y="445815"/>
              <a:ext cx="803104" cy="2556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 name="直接连接符 58">
              <a:extLst>
                <a:ext uri="{FF2B5EF4-FFF2-40B4-BE49-F238E27FC236}">
                  <a16:creationId xmlns:a16="http://schemas.microsoft.com/office/drawing/2014/main" id="{EDBE1156-FDC8-4DE2-B587-33F0C37EFB69}"/>
                </a:ext>
              </a:extLst>
            </p:cNvPr>
            <p:cNvCxnSpPr>
              <a:stCxn id="19" idx="0"/>
              <a:endCxn id="25" idx="2"/>
            </p:cNvCxnSpPr>
            <p:nvPr/>
          </p:nvCxnSpPr>
          <p:spPr>
            <a:xfrm rot="10800000" flipH="1">
              <a:off x="533821" y="157658"/>
              <a:ext cx="377980" cy="29040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0" name="直接连接符 59">
              <a:extLst>
                <a:ext uri="{FF2B5EF4-FFF2-40B4-BE49-F238E27FC236}">
                  <a16:creationId xmlns:a16="http://schemas.microsoft.com/office/drawing/2014/main" id="{F0E83090-2481-476D-ACEF-A67D7B5914B7}"/>
                </a:ext>
              </a:extLst>
            </p:cNvPr>
            <p:cNvCxnSpPr>
              <a:stCxn id="20" idx="1"/>
              <a:endCxn id="25" idx="6"/>
            </p:cNvCxnSpPr>
            <p:nvPr/>
          </p:nvCxnSpPr>
          <p:spPr>
            <a:xfrm rot="10800000">
              <a:off x="1001992" y="167087"/>
              <a:ext cx="403786" cy="23619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4B1DAAC1-BA9B-409D-970B-A5D12C8596EA}"/>
                </a:ext>
              </a:extLst>
            </p:cNvPr>
            <p:cNvCxnSpPr>
              <a:cxnSpLocks/>
              <a:stCxn id="16" idx="0"/>
            </p:cNvCxnSpPr>
            <p:nvPr/>
          </p:nvCxnSpPr>
          <p:spPr>
            <a:xfrm flipV="1">
              <a:off x="2407358" y="-6871"/>
              <a:ext cx="344155" cy="56222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2" name="直接连接符 61">
              <a:extLst>
                <a:ext uri="{FF2B5EF4-FFF2-40B4-BE49-F238E27FC236}">
                  <a16:creationId xmlns:a16="http://schemas.microsoft.com/office/drawing/2014/main" id="{27500C3F-46B3-4B5C-9EC2-A1949BC93DC9}"/>
                </a:ext>
              </a:extLst>
            </p:cNvPr>
            <p:cNvCxnSpPr>
              <a:cxnSpLocks/>
              <a:stCxn id="24" idx="0"/>
            </p:cNvCxnSpPr>
            <p:nvPr/>
          </p:nvCxnSpPr>
          <p:spPr>
            <a:xfrm flipH="1" flipV="1">
              <a:off x="2111433" y="-6871"/>
              <a:ext cx="93244" cy="2117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3" name="直接连接符 62">
              <a:extLst>
                <a:ext uri="{FF2B5EF4-FFF2-40B4-BE49-F238E27FC236}">
                  <a16:creationId xmlns:a16="http://schemas.microsoft.com/office/drawing/2014/main" id="{388F8415-9756-402F-BE52-8D940D473116}"/>
                </a:ext>
              </a:extLst>
            </p:cNvPr>
            <p:cNvCxnSpPr>
              <a:stCxn id="18" idx="0"/>
              <a:endCxn id="19" idx="3"/>
            </p:cNvCxnSpPr>
            <p:nvPr/>
          </p:nvCxnSpPr>
          <p:spPr>
            <a:xfrm rot="10800000" flipH="1">
              <a:off x="282090" y="550744"/>
              <a:ext cx="192863" cy="15660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4" name="直接连接符 63">
              <a:extLst>
                <a:ext uri="{FF2B5EF4-FFF2-40B4-BE49-F238E27FC236}">
                  <a16:creationId xmlns:a16="http://schemas.microsoft.com/office/drawing/2014/main" id="{20BA3FF9-1E96-463A-BBE8-7EC376F780F2}"/>
                </a:ext>
              </a:extLst>
            </p:cNvPr>
            <p:cNvCxnSpPr>
              <a:cxnSpLocks/>
              <a:stCxn id="18" idx="3"/>
            </p:cNvCxnSpPr>
            <p:nvPr/>
          </p:nvCxnSpPr>
          <p:spPr>
            <a:xfrm flipH="1">
              <a:off x="-14417" y="778814"/>
              <a:ext cx="255599" cy="10200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5853B213-278D-402D-B8CB-B123C2391C51}"/>
                </a:ext>
              </a:extLst>
            </p:cNvPr>
            <p:cNvCxnSpPr>
              <a:endCxn id="27" idx="0"/>
            </p:cNvCxnSpPr>
            <p:nvPr/>
          </p:nvCxnSpPr>
          <p:spPr>
            <a:xfrm rot="10800000" flipV="1">
              <a:off x="4472584" y="-6870"/>
              <a:ext cx="156304" cy="50227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6" name="直接连接符 65">
              <a:extLst>
                <a:ext uri="{FF2B5EF4-FFF2-40B4-BE49-F238E27FC236}">
                  <a16:creationId xmlns:a16="http://schemas.microsoft.com/office/drawing/2014/main" id="{7998B8E8-1748-4FD0-8836-FD7CD490892E}"/>
                </a:ext>
              </a:extLst>
            </p:cNvPr>
            <p:cNvCxnSpPr>
              <a:stCxn id="12" idx="3"/>
              <a:endCxn id="21" idx="6"/>
            </p:cNvCxnSpPr>
            <p:nvPr/>
          </p:nvCxnSpPr>
          <p:spPr>
            <a:xfrm rot="10800000">
              <a:off x="5129614" y="800407"/>
              <a:ext cx="333332" cy="234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EDA45374-C937-4FE7-A5B2-17A39F48B82B}"/>
                </a:ext>
              </a:extLst>
            </p:cNvPr>
            <p:cNvCxnSpPr>
              <a:cxnSpLocks/>
              <a:endCxn id="28" idx="1"/>
            </p:cNvCxnSpPr>
            <p:nvPr/>
          </p:nvCxnSpPr>
          <p:spPr>
            <a:xfrm>
              <a:off x="7202978" y="0"/>
              <a:ext cx="94290" cy="22157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9" name="直接连接符 68">
              <a:extLst>
                <a:ext uri="{FF2B5EF4-FFF2-40B4-BE49-F238E27FC236}">
                  <a16:creationId xmlns:a16="http://schemas.microsoft.com/office/drawing/2014/main" id="{1B6B7628-4AF9-4E43-B218-328CB255493B}"/>
                </a:ext>
              </a:extLst>
            </p:cNvPr>
            <p:cNvCxnSpPr>
              <a:cxnSpLocks/>
              <a:stCxn id="23" idx="1"/>
            </p:cNvCxnSpPr>
            <p:nvPr userDrawn="1"/>
          </p:nvCxnSpPr>
          <p:spPr>
            <a:xfrm flipH="1" flipV="1">
              <a:off x="5136486" y="-6870"/>
              <a:ext cx="162914" cy="246424"/>
            </a:xfrm>
            <a:prstGeom prst="line">
              <a:avLst/>
            </a:prstGeom>
            <a:ln/>
          </p:spPr>
          <p:style>
            <a:lnRef idx="1">
              <a:schemeClr val="accent3"/>
            </a:lnRef>
            <a:fillRef idx="0">
              <a:schemeClr val="accent3"/>
            </a:fillRef>
            <a:effectRef idx="0">
              <a:schemeClr val="accent3"/>
            </a:effectRef>
            <a:fontRef idx="minor">
              <a:schemeClr val="tx1"/>
            </a:fontRef>
          </p:style>
        </p:cxnSp>
        <p:cxnSp>
          <p:nvCxnSpPr>
            <p:cNvPr id="72" name="直接连接符 71">
              <a:extLst>
                <a:ext uri="{FF2B5EF4-FFF2-40B4-BE49-F238E27FC236}">
                  <a16:creationId xmlns:a16="http://schemas.microsoft.com/office/drawing/2014/main" id="{14CAEE0F-D202-4D7A-AAC0-A5409DD85BF2}"/>
                </a:ext>
              </a:extLst>
            </p:cNvPr>
            <p:cNvCxnSpPr>
              <a:stCxn id="25" idx="0"/>
            </p:cNvCxnSpPr>
            <p:nvPr userDrawn="1"/>
          </p:nvCxnSpPr>
          <p:spPr>
            <a:xfrm flipV="1">
              <a:off x="961612" y="0"/>
              <a:ext cx="311274" cy="119240"/>
            </a:xfrm>
            <a:prstGeom prst="line">
              <a:avLst/>
            </a:prstGeom>
            <a:ln/>
          </p:spPr>
          <p:style>
            <a:lnRef idx="1">
              <a:schemeClr val="accent3"/>
            </a:lnRef>
            <a:fillRef idx="0">
              <a:schemeClr val="accent3"/>
            </a:fillRef>
            <a:effectRef idx="0">
              <a:schemeClr val="accent3"/>
            </a:effectRef>
            <a:fontRef idx="minor">
              <a:schemeClr val="tx1"/>
            </a:fontRef>
          </p:style>
        </p:cxnSp>
        <p:cxnSp>
          <p:nvCxnSpPr>
            <p:cNvPr id="80" name="直接连接符 79">
              <a:extLst>
                <a:ext uri="{FF2B5EF4-FFF2-40B4-BE49-F238E27FC236}">
                  <a16:creationId xmlns:a16="http://schemas.microsoft.com/office/drawing/2014/main" id="{028D3624-D8D9-4963-B1CD-9EB136A70384}"/>
                </a:ext>
              </a:extLst>
            </p:cNvPr>
            <p:cNvCxnSpPr>
              <a:stCxn id="28" idx="7"/>
            </p:cNvCxnSpPr>
            <p:nvPr userDrawn="1"/>
          </p:nvCxnSpPr>
          <p:spPr>
            <a:xfrm flipV="1">
              <a:off x="7390422" y="0"/>
              <a:ext cx="306245" cy="231753"/>
            </a:xfrm>
            <a:prstGeom prst="line">
              <a:avLst/>
            </a:prstGeom>
            <a:ln/>
          </p:spPr>
          <p:style>
            <a:lnRef idx="1">
              <a:schemeClr val="accent3"/>
            </a:lnRef>
            <a:fillRef idx="0">
              <a:schemeClr val="accent3"/>
            </a:fillRef>
            <a:effectRef idx="0">
              <a:schemeClr val="accent3"/>
            </a:effectRef>
            <a:fontRef idx="minor">
              <a:schemeClr val="tx1"/>
            </a:fontRef>
          </p:style>
        </p:cxnSp>
      </p:grpSp>
      <p:sp>
        <p:nvSpPr>
          <p:cNvPr id="6" name="Freeform 25">
            <a:extLst>
              <a:ext uri="{FF2B5EF4-FFF2-40B4-BE49-F238E27FC236}">
                <a16:creationId xmlns:a16="http://schemas.microsoft.com/office/drawing/2014/main" id="{38B69EE1-BCFE-4371-B597-971E0649EC0B}"/>
              </a:ext>
            </a:extLst>
          </p:cNvPr>
          <p:cNvSpPr>
            <a:spLocks noChangeArrowheads="1"/>
          </p:cNvSpPr>
          <p:nvPr userDrawn="1"/>
        </p:nvSpPr>
        <p:spPr bwMode="auto">
          <a:xfrm>
            <a:off x="11116689" y="136525"/>
            <a:ext cx="899816" cy="632295"/>
          </a:xfrm>
          <a:custGeom>
            <a:avLst/>
            <a:gdLst>
              <a:gd name="T0" fmla="*/ 13586 w 13587"/>
              <a:gd name="T1" fmla="*/ 2121 h 9547"/>
              <a:gd name="T2" fmla="*/ 8861 w 13587"/>
              <a:gd name="T3" fmla="*/ 454 h 9547"/>
              <a:gd name="T4" fmla="*/ 3960 w 13587"/>
              <a:gd name="T5" fmla="*/ 2458 h 9547"/>
              <a:gd name="T6" fmla="*/ 0 w 13587"/>
              <a:gd name="T7" fmla="*/ 2529 h 9547"/>
              <a:gd name="T8" fmla="*/ 1300 w 13587"/>
              <a:gd name="T9" fmla="*/ 6699 h 9547"/>
              <a:gd name="T10" fmla="*/ 5083 w 13587"/>
              <a:gd name="T11" fmla="*/ 4992 h 9547"/>
              <a:gd name="T12" fmla="*/ 7249 w 13587"/>
              <a:gd name="T13" fmla="*/ 9500 h 9547"/>
              <a:gd name="T14" fmla="*/ 7330 w 13587"/>
              <a:gd name="T15" fmla="*/ 9495 h 9547"/>
              <a:gd name="T16" fmla="*/ 12024 w 13587"/>
              <a:gd name="T17" fmla="*/ 4881 h 9547"/>
              <a:gd name="T18" fmla="*/ 13198 w 13587"/>
              <a:gd name="T19" fmla="*/ 2791 h 9547"/>
              <a:gd name="T20" fmla="*/ 5657 w 13587"/>
              <a:gd name="T21" fmla="*/ 4262 h 9547"/>
              <a:gd name="T22" fmla="*/ 8649 w 13587"/>
              <a:gd name="T23" fmla="*/ 580 h 9547"/>
              <a:gd name="T24" fmla="*/ 6922 w 13587"/>
              <a:gd name="T25" fmla="*/ 2705 h 9547"/>
              <a:gd name="T26" fmla="*/ 5148 w 13587"/>
              <a:gd name="T27" fmla="*/ 4891 h 9547"/>
              <a:gd name="T28" fmla="*/ 5602 w 13587"/>
              <a:gd name="T29" fmla="*/ 4332 h 9547"/>
              <a:gd name="T30" fmla="*/ 5375 w 13587"/>
              <a:gd name="T31" fmla="*/ 5370 h 9547"/>
              <a:gd name="T32" fmla="*/ 7229 w 13587"/>
              <a:gd name="T33" fmla="*/ 9263 h 9547"/>
              <a:gd name="T34" fmla="*/ 6927 w 13587"/>
              <a:gd name="T35" fmla="*/ 2836 h 9547"/>
              <a:gd name="T36" fmla="*/ 7103 w 13587"/>
              <a:gd name="T37" fmla="*/ 6528 h 9547"/>
              <a:gd name="T38" fmla="*/ 5194 w 13587"/>
              <a:gd name="T39" fmla="*/ 4977 h 9547"/>
              <a:gd name="T40" fmla="*/ 11012 w 13587"/>
              <a:gd name="T41" fmla="*/ 5103 h 9547"/>
              <a:gd name="T42" fmla="*/ 8957 w 13587"/>
              <a:gd name="T43" fmla="*/ 3833 h 9547"/>
              <a:gd name="T44" fmla="*/ 9621 w 13587"/>
              <a:gd name="T45" fmla="*/ 2841 h 9547"/>
              <a:gd name="T46" fmla="*/ 9007 w 13587"/>
              <a:gd name="T47" fmla="*/ 3758 h 9547"/>
              <a:gd name="T48" fmla="*/ 7012 w 13587"/>
              <a:gd name="T49" fmla="*/ 2766 h 9547"/>
              <a:gd name="T50" fmla="*/ 7184 w 13587"/>
              <a:gd name="T51" fmla="*/ 6332 h 9547"/>
              <a:gd name="T52" fmla="*/ 8272 w 13587"/>
              <a:gd name="T53" fmla="*/ 8287 h 9547"/>
              <a:gd name="T54" fmla="*/ 10972 w 13587"/>
              <a:gd name="T55" fmla="*/ 5208 h 9547"/>
              <a:gd name="T56" fmla="*/ 13037 w 13587"/>
              <a:gd name="T57" fmla="*/ 2851 h 9547"/>
              <a:gd name="T58" fmla="*/ 9702 w 13587"/>
              <a:gd name="T59" fmla="*/ 2806 h 9547"/>
              <a:gd name="T60" fmla="*/ 13117 w 13587"/>
              <a:gd name="T61" fmla="*/ 2750 h 9547"/>
              <a:gd name="T62" fmla="*/ 13450 w 13587"/>
              <a:gd name="T63" fmla="*/ 2177 h 9547"/>
              <a:gd name="T64" fmla="*/ 9647 w 13587"/>
              <a:gd name="T65" fmla="*/ 2716 h 9547"/>
              <a:gd name="T66" fmla="*/ 7058 w 13587"/>
              <a:gd name="T67" fmla="*/ 2680 h 9547"/>
              <a:gd name="T68" fmla="*/ 12956 w 13587"/>
              <a:gd name="T69" fmla="*/ 2761 h 9547"/>
              <a:gd name="T70" fmla="*/ 8680 w 13587"/>
              <a:gd name="T71" fmla="*/ 469 h 9547"/>
              <a:gd name="T72" fmla="*/ 7748 w 13587"/>
              <a:gd name="T73" fmla="*/ 101 h 9547"/>
              <a:gd name="T74" fmla="*/ 696 w 13587"/>
              <a:gd name="T75" fmla="*/ 2766 h 9547"/>
              <a:gd name="T76" fmla="*/ 3753 w 13587"/>
              <a:gd name="T77" fmla="*/ 2484 h 9547"/>
              <a:gd name="T78" fmla="*/ 2091 w 13587"/>
              <a:gd name="T79" fmla="*/ 5320 h 9547"/>
              <a:gd name="T80" fmla="*/ 3879 w 13587"/>
              <a:gd name="T81" fmla="*/ 2559 h 9547"/>
              <a:gd name="T82" fmla="*/ 600 w 13587"/>
              <a:gd name="T83" fmla="*/ 2735 h 9547"/>
              <a:gd name="T84" fmla="*/ 383 w 13587"/>
              <a:gd name="T85" fmla="*/ 1496 h 9547"/>
              <a:gd name="T86" fmla="*/ 2035 w 13587"/>
              <a:gd name="T87" fmla="*/ 5400 h 9547"/>
              <a:gd name="T88" fmla="*/ 746 w 13587"/>
              <a:gd name="T89" fmla="*/ 3068 h 9547"/>
              <a:gd name="T90" fmla="*/ 5038 w 13587"/>
              <a:gd name="T91" fmla="*/ 4866 h 9547"/>
              <a:gd name="T92" fmla="*/ 3960 w 13587"/>
              <a:gd name="T93" fmla="*/ 2594 h 9547"/>
              <a:gd name="T94" fmla="*/ 5144 w 13587"/>
              <a:gd name="T95" fmla="*/ 5088 h 9547"/>
              <a:gd name="T96" fmla="*/ 4766 w 13587"/>
              <a:gd name="T97" fmla="*/ 6090 h 9547"/>
              <a:gd name="T98" fmla="*/ 8211 w 13587"/>
              <a:gd name="T99" fmla="*/ 8357 h 9547"/>
              <a:gd name="T100" fmla="*/ 7194 w 13587"/>
              <a:gd name="T101" fmla="*/ 6644 h 9547"/>
              <a:gd name="T102" fmla="*/ 11249 w 13587"/>
              <a:gd name="T103" fmla="*/ 5027 h 9547"/>
              <a:gd name="T104" fmla="*/ 11969 w 13587"/>
              <a:gd name="T105" fmla="*/ 4806 h 95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3587" h="9547">
                <a:moveTo>
                  <a:pt x="13198" y="2791"/>
                </a:moveTo>
                <a:lnTo>
                  <a:pt x="13586" y="2121"/>
                </a:lnTo>
                <a:lnTo>
                  <a:pt x="10579" y="1381"/>
                </a:lnTo>
                <a:lnTo>
                  <a:pt x="8861" y="454"/>
                </a:lnTo>
                <a:lnTo>
                  <a:pt x="7737" y="0"/>
                </a:lnTo>
                <a:lnTo>
                  <a:pt x="3960" y="2458"/>
                </a:lnTo>
                <a:lnTo>
                  <a:pt x="333" y="1235"/>
                </a:lnTo>
                <a:lnTo>
                  <a:pt x="0" y="2529"/>
                </a:lnTo>
                <a:lnTo>
                  <a:pt x="620" y="2847"/>
                </a:lnTo>
                <a:lnTo>
                  <a:pt x="1300" y="6699"/>
                </a:lnTo>
                <a:lnTo>
                  <a:pt x="3134" y="3869"/>
                </a:lnTo>
                <a:lnTo>
                  <a:pt x="5083" y="4992"/>
                </a:lnTo>
                <a:lnTo>
                  <a:pt x="4665" y="6105"/>
                </a:lnTo>
                <a:lnTo>
                  <a:pt x="7249" y="9500"/>
                </a:lnTo>
                <a:lnTo>
                  <a:pt x="7284" y="9546"/>
                </a:lnTo>
                <a:lnTo>
                  <a:pt x="7330" y="9495"/>
                </a:lnTo>
                <a:lnTo>
                  <a:pt x="11138" y="5153"/>
                </a:lnTo>
                <a:lnTo>
                  <a:pt x="12024" y="4881"/>
                </a:lnTo>
                <a:lnTo>
                  <a:pt x="13173" y="2836"/>
                </a:lnTo>
                <a:lnTo>
                  <a:pt x="13198" y="2791"/>
                </a:lnTo>
                <a:close/>
                <a:moveTo>
                  <a:pt x="6922" y="2705"/>
                </a:moveTo>
                <a:lnTo>
                  <a:pt x="5657" y="4262"/>
                </a:lnTo>
                <a:lnTo>
                  <a:pt x="4040" y="2524"/>
                </a:lnTo>
                <a:lnTo>
                  <a:pt x="8649" y="580"/>
                </a:lnTo>
                <a:lnTo>
                  <a:pt x="6947" y="2675"/>
                </a:lnTo>
                <a:lnTo>
                  <a:pt x="6922" y="2705"/>
                </a:lnTo>
                <a:close/>
                <a:moveTo>
                  <a:pt x="5602" y="4332"/>
                </a:moveTo>
                <a:lnTo>
                  <a:pt x="5148" y="4891"/>
                </a:lnTo>
                <a:lnTo>
                  <a:pt x="4126" y="2746"/>
                </a:lnTo>
                <a:lnTo>
                  <a:pt x="5602" y="4332"/>
                </a:lnTo>
                <a:close/>
                <a:moveTo>
                  <a:pt x="7229" y="9263"/>
                </a:moveTo>
                <a:lnTo>
                  <a:pt x="5375" y="5370"/>
                </a:lnTo>
                <a:lnTo>
                  <a:pt x="7163" y="7788"/>
                </a:lnTo>
                <a:lnTo>
                  <a:pt x="7229" y="9263"/>
                </a:lnTo>
                <a:close/>
                <a:moveTo>
                  <a:pt x="5194" y="4977"/>
                </a:moveTo>
                <a:lnTo>
                  <a:pt x="6927" y="2836"/>
                </a:lnTo>
                <a:lnTo>
                  <a:pt x="7098" y="6458"/>
                </a:lnTo>
                <a:lnTo>
                  <a:pt x="7103" y="6528"/>
                </a:lnTo>
                <a:lnTo>
                  <a:pt x="7153" y="7631"/>
                </a:lnTo>
                <a:lnTo>
                  <a:pt x="5194" y="4977"/>
                </a:lnTo>
                <a:close/>
                <a:moveTo>
                  <a:pt x="8957" y="3833"/>
                </a:moveTo>
                <a:lnTo>
                  <a:pt x="11012" y="5103"/>
                </a:lnTo>
                <a:lnTo>
                  <a:pt x="7254" y="6387"/>
                </a:lnTo>
                <a:lnTo>
                  <a:pt x="8957" y="3833"/>
                </a:lnTo>
                <a:close/>
                <a:moveTo>
                  <a:pt x="9007" y="3758"/>
                </a:moveTo>
                <a:lnTo>
                  <a:pt x="9621" y="2841"/>
                </a:lnTo>
                <a:lnTo>
                  <a:pt x="10972" y="4977"/>
                </a:lnTo>
                <a:lnTo>
                  <a:pt x="9007" y="3758"/>
                </a:lnTo>
                <a:close/>
                <a:moveTo>
                  <a:pt x="7184" y="6332"/>
                </a:moveTo>
                <a:lnTo>
                  <a:pt x="7012" y="2766"/>
                </a:lnTo>
                <a:lnTo>
                  <a:pt x="9541" y="2801"/>
                </a:lnTo>
                <a:lnTo>
                  <a:pt x="7184" y="6332"/>
                </a:lnTo>
                <a:close/>
                <a:moveTo>
                  <a:pt x="10972" y="5208"/>
                </a:moveTo>
                <a:lnTo>
                  <a:pt x="8272" y="8287"/>
                </a:lnTo>
                <a:lnTo>
                  <a:pt x="7209" y="6493"/>
                </a:lnTo>
                <a:lnTo>
                  <a:pt x="10972" y="5208"/>
                </a:lnTo>
                <a:close/>
                <a:moveTo>
                  <a:pt x="9702" y="2806"/>
                </a:moveTo>
                <a:lnTo>
                  <a:pt x="13037" y="2851"/>
                </a:lnTo>
                <a:lnTo>
                  <a:pt x="11118" y="5043"/>
                </a:lnTo>
                <a:lnTo>
                  <a:pt x="9702" y="2806"/>
                </a:lnTo>
                <a:close/>
                <a:moveTo>
                  <a:pt x="13450" y="2177"/>
                </a:moveTo>
                <a:lnTo>
                  <a:pt x="13117" y="2750"/>
                </a:lnTo>
                <a:lnTo>
                  <a:pt x="10891" y="1547"/>
                </a:lnTo>
                <a:lnTo>
                  <a:pt x="13450" y="2177"/>
                </a:lnTo>
                <a:close/>
                <a:moveTo>
                  <a:pt x="12956" y="2761"/>
                </a:moveTo>
                <a:lnTo>
                  <a:pt x="9647" y="2716"/>
                </a:lnTo>
                <a:lnTo>
                  <a:pt x="9596" y="2716"/>
                </a:lnTo>
                <a:lnTo>
                  <a:pt x="7058" y="2680"/>
                </a:lnTo>
                <a:lnTo>
                  <a:pt x="8805" y="524"/>
                </a:lnTo>
                <a:lnTo>
                  <a:pt x="12956" y="2761"/>
                </a:lnTo>
                <a:close/>
                <a:moveTo>
                  <a:pt x="7748" y="101"/>
                </a:moveTo>
                <a:lnTo>
                  <a:pt x="8680" y="469"/>
                </a:lnTo>
                <a:lnTo>
                  <a:pt x="4403" y="2272"/>
                </a:lnTo>
                <a:lnTo>
                  <a:pt x="7748" y="101"/>
                </a:lnTo>
                <a:close/>
                <a:moveTo>
                  <a:pt x="3753" y="2484"/>
                </a:moveTo>
                <a:lnTo>
                  <a:pt x="696" y="2766"/>
                </a:lnTo>
                <a:lnTo>
                  <a:pt x="449" y="1365"/>
                </a:lnTo>
                <a:lnTo>
                  <a:pt x="3753" y="2484"/>
                </a:lnTo>
                <a:close/>
                <a:moveTo>
                  <a:pt x="3879" y="2559"/>
                </a:moveTo>
                <a:lnTo>
                  <a:pt x="2091" y="5320"/>
                </a:lnTo>
                <a:lnTo>
                  <a:pt x="731" y="2851"/>
                </a:lnTo>
                <a:lnTo>
                  <a:pt x="3879" y="2559"/>
                </a:lnTo>
                <a:close/>
                <a:moveTo>
                  <a:pt x="383" y="1496"/>
                </a:moveTo>
                <a:lnTo>
                  <a:pt x="600" y="2735"/>
                </a:lnTo>
                <a:lnTo>
                  <a:pt x="101" y="2484"/>
                </a:lnTo>
                <a:lnTo>
                  <a:pt x="383" y="1496"/>
                </a:lnTo>
                <a:close/>
                <a:moveTo>
                  <a:pt x="746" y="3068"/>
                </a:moveTo>
                <a:lnTo>
                  <a:pt x="2035" y="5400"/>
                </a:lnTo>
                <a:lnTo>
                  <a:pt x="1345" y="6463"/>
                </a:lnTo>
                <a:lnTo>
                  <a:pt x="746" y="3068"/>
                </a:lnTo>
                <a:close/>
                <a:moveTo>
                  <a:pt x="3960" y="2594"/>
                </a:moveTo>
                <a:lnTo>
                  <a:pt x="5038" y="4866"/>
                </a:lnTo>
                <a:lnTo>
                  <a:pt x="3184" y="3793"/>
                </a:lnTo>
                <a:lnTo>
                  <a:pt x="3960" y="2594"/>
                </a:lnTo>
                <a:close/>
                <a:moveTo>
                  <a:pt x="4766" y="6090"/>
                </a:moveTo>
                <a:lnTo>
                  <a:pt x="5144" y="5088"/>
                </a:lnTo>
                <a:lnTo>
                  <a:pt x="7063" y="9112"/>
                </a:lnTo>
                <a:lnTo>
                  <a:pt x="4766" y="6090"/>
                </a:lnTo>
                <a:close/>
                <a:moveTo>
                  <a:pt x="7194" y="6644"/>
                </a:moveTo>
                <a:lnTo>
                  <a:pt x="8211" y="8357"/>
                </a:lnTo>
                <a:lnTo>
                  <a:pt x="7325" y="9364"/>
                </a:lnTo>
                <a:lnTo>
                  <a:pt x="7194" y="6644"/>
                </a:lnTo>
                <a:close/>
                <a:moveTo>
                  <a:pt x="11969" y="4806"/>
                </a:moveTo>
                <a:lnTo>
                  <a:pt x="11249" y="5027"/>
                </a:lnTo>
                <a:lnTo>
                  <a:pt x="12891" y="3154"/>
                </a:lnTo>
                <a:lnTo>
                  <a:pt x="11969" y="4806"/>
                </a:lnTo>
                <a:close/>
              </a:path>
            </a:pathLst>
          </a:custGeom>
          <a:solidFill>
            <a:schemeClr val="tx1">
              <a:lumMod val="75000"/>
              <a:lumOff val="25000"/>
            </a:schemeClr>
          </a:solidFill>
          <a:ln w="12700">
            <a:solidFill>
              <a:schemeClr val="accent2"/>
            </a:solidFill>
          </a:ln>
          <a:effectLst/>
        </p:spPr>
        <p:txBody>
          <a:bodyPr wrap="none" anchor="ctr"/>
          <a:lstStyle/>
          <a:p>
            <a:endParaRPr lang="en-US" dirty="0">
              <a:latin typeface="微软雅黑 Light" panose="020B0502040204020203" pitchFamily="34" charset="-122"/>
              <a:sym typeface="Exo 2 Light" panose="00000400000000000000" pitchFamily="50" charset="0"/>
            </a:endParaRPr>
          </a:p>
        </p:txBody>
      </p:sp>
      <p:sp>
        <p:nvSpPr>
          <p:cNvPr id="7" name="TextBox 26">
            <a:extLst>
              <a:ext uri="{FF2B5EF4-FFF2-40B4-BE49-F238E27FC236}">
                <a16:creationId xmlns:a16="http://schemas.microsoft.com/office/drawing/2014/main" id="{7D80F13B-F800-4F65-9D06-0B1624B47232}"/>
              </a:ext>
            </a:extLst>
          </p:cNvPr>
          <p:cNvSpPr txBox="1"/>
          <p:nvPr userDrawn="1"/>
        </p:nvSpPr>
        <p:spPr>
          <a:xfrm>
            <a:off x="4109111" y="217993"/>
            <a:ext cx="7002237" cy="469359"/>
          </a:xfrm>
          <a:prstGeom prst="rect">
            <a:avLst/>
          </a:prstGeom>
          <a:noFill/>
        </p:spPr>
        <p:txBody>
          <a:bodyPr wrap="none" rtlCol="0">
            <a:spAutoFit/>
          </a:bodyPr>
          <a:lstStyle/>
          <a:p>
            <a:pPr algn="r"/>
            <a:r>
              <a:rPr lang="en-US" altLang="zh-CN" sz="1400" b="1" kern="1200" dirty="0">
                <a:solidFill>
                  <a:schemeClr val="tx1">
                    <a:lumMod val="75000"/>
                    <a:lumOff val="25000"/>
                  </a:schemeClr>
                </a:solidFill>
                <a:latin typeface="微软雅黑" panose="020B0503020204020204" pitchFamily="34" charset="-122"/>
                <a:ea typeface="微软雅黑" panose="020B0503020204020204" pitchFamily="34" charset="-122"/>
                <a:cs typeface="Exo 2 Thin" charset="0"/>
                <a:sym typeface="Exo 2 Light" panose="00000400000000000000" pitchFamily="50" charset="0"/>
              </a:rPr>
              <a:t>CSMA/CD</a:t>
            </a:r>
          </a:p>
          <a:p>
            <a:pPr algn="r"/>
            <a:r>
              <a:rPr lang="en-US" altLang="zh-CN" sz="1050" i="1" spc="600" dirty="0">
                <a:solidFill>
                  <a:schemeClr val="tx1">
                    <a:lumMod val="75000"/>
                    <a:lumOff val="25000"/>
                  </a:schemeClr>
                </a:solidFill>
                <a:latin typeface="微软雅黑 Light" panose="020B0502040204020203" pitchFamily="34" charset="-122"/>
                <a:ea typeface="Exo 2 Thin" charset="0"/>
                <a:cs typeface="Exo 2 Thin" charset="0"/>
                <a:sym typeface="Exo 2 Light" panose="00000400000000000000" pitchFamily="50" charset="0"/>
              </a:rPr>
              <a:t>Carrier Sense Multiple Access/Collision Detection</a:t>
            </a:r>
            <a:endParaRPr lang="en-US" sz="1050" i="1" spc="600" dirty="0">
              <a:solidFill>
                <a:schemeClr val="tx1">
                  <a:lumMod val="75000"/>
                  <a:lumOff val="25000"/>
                </a:schemeClr>
              </a:solidFill>
              <a:latin typeface="微软雅黑 Light" panose="020B0502040204020203" pitchFamily="34" charset="-122"/>
              <a:ea typeface="Exo 2 Thin" charset="0"/>
              <a:cs typeface="Exo 2 Thin" charset="0"/>
              <a:sym typeface="Exo 2 Light" panose="00000400000000000000" pitchFamily="50" charset="0"/>
            </a:endParaRPr>
          </a:p>
        </p:txBody>
      </p:sp>
      <p:sp>
        <p:nvSpPr>
          <p:cNvPr id="2" name="矩形 1">
            <a:extLst>
              <a:ext uri="{FF2B5EF4-FFF2-40B4-BE49-F238E27FC236}">
                <a16:creationId xmlns:a16="http://schemas.microsoft.com/office/drawing/2014/main" id="{C0291C21-5CD9-4C0A-A1F9-B35A9D1269FC}"/>
              </a:ext>
            </a:extLst>
          </p:cNvPr>
          <p:cNvSpPr/>
          <p:nvPr userDrawn="1"/>
        </p:nvSpPr>
        <p:spPr>
          <a:xfrm>
            <a:off x="695834" y="1032229"/>
            <a:ext cx="10800000" cy="5040000"/>
          </a:xfrm>
          <a:prstGeom prst="rect">
            <a:avLst/>
          </a:prstGeom>
          <a:solidFill>
            <a:schemeClr val="bg1"/>
          </a:solidFill>
          <a:ln>
            <a:solidFill>
              <a:schemeClr val="bg1">
                <a:lumMod val="95000"/>
              </a:schemeClr>
            </a:solidFill>
          </a:ln>
          <a:effectLst>
            <a:outerShdw blurRad="50800" dist="254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70" name="文本占位符 8">
            <a:extLst>
              <a:ext uri="{FF2B5EF4-FFF2-40B4-BE49-F238E27FC236}">
                <a16:creationId xmlns:a16="http://schemas.microsoft.com/office/drawing/2014/main" id="{9688E790-5753-47AE-9AE4-065DB60D20A1}"/>
              </a:ext>
            </a:extLst>
          </p:cNvPr>
          <p:cNvSpPr>
            <a:spLocks noGrp="1"/>
          </p:cNvSpPr>
          <p:nvPr>
            <p:ph type="body" sz="quarter" idx="13" hasCustomPrompt="1"/>
          </p:nvPr>
        </p:nvSpPr>
        <p:spPr>
          <a:xfrm>
            <a:off x="695466" y="672447"/>
            <a:ext cx="3286125" cy="542516"/>
          </a:xfrm>
          <a:solidFill>
            <a:schemeClr val="accent2"/>
          </a:solidFill>
          <a:ln>
            <a:noFill/>
          </a:ln>
        </p:spPr>
        <p:txBody>
          <a:bodyPr anchor="ctr" anchorCtr="0"/>
          <a:lstStyle>
            <a:lvl1pPr marL="0" indent="0" algn="ctr">
              <a:buNone/>
              <a:defRPr>
                <a:solidFill>
                  <a:schemeClr val="bg1"/>
                </a:solidFill>
                <a:latin typeface="微软雅黑" panose="020B0503020204020204" pitchFamily="34" charset="-122"/>
                <a:ea typeface="微软雅黑" panose="020B0503020204020204" pitchFamily="34" charset="-122"/>
              </a:defRPr>
            </a:lvl1pPr>
            <a:lvl2pPr marL="457200" indent="0">
              <a:buNone/>
              <a:defRPr>
                <a:latin typeface="微软雅黑" panose="020B0503020204020204" pitchFamily="34" charset="-122"/>
                <a:ea typeface="微软雅黑" panose="020B0503020204020204" pitchFamily="34" charset="-122"/>
              </a:defRPr>
            </a:lvl2pPr>
            <a:lvl3pPr marL="914400" indent="0">
              <a:buNone/>
              <a:defRPr>
                <a:latin typeface="微软雅黑" panose="020B0503020204020204" pitchFamily="34" charset="-122"/>
                <a:ea typeface="微软雅黑" panose="020B0503020204020204" pitchFamily="34" charset="-122"/>
              </a:defRPr>
            </a:lvl3pPr>
            <a:lvl4pPr marL="1371600" indent="0">
              <a:buNone/>
              <a:defRPr>
                <a:latin typeface="微软雅黑" panose="020B0503020204020204" pitchFamily="34" charset="-122"/>
                <a:ea typeface="微软雅黑" panose="020B0503020204020204" pitchFamily="34" charset="-122"/>
              </a:defRPr>
            </a:lvl4pPr>
            <a:lvl5pPr marL="1828800" indent="0">
              <a:buNone/>
              <a:defRPr>
                <a:latin typeface="微软雅黑" panose="020B0503020204020204" pitchFamily="34" charset="-122"/>
                <a:ea typeface="微软雅黑" panose="020B0503020204020204" pitchFamily="34" charset="-122"/>
              </a:defRPr>
            </a:lvl5pPr>
          </a:lstStyle>
          <a:p>
            <a:pPr lvl="0"/>
            <a:r>
              <a:rPr lang="zh-CN" altLang="en-US" dirty="0"/>
              <a:t>版文本样式</a:t>
            </a:r>
          </a:p>
        </p:txBody>
      </p:sp>
      <p:sp>
        <p:nvSpPr>
          <p:cNvPr id="9" name="直角三角形 8">
            <a:extLst>
              <a:ext uri="{FF2B5EF4-FFF2-40B4-BE49-F238E27FC236}">
                <a16:creationId xmlns:a16="http://schemas.microsoft.com/office/drawing/2014/main" id="{27E6DB47-D228-4E26-9861-0E71F9A9A745}"/>
              </a:ext>
            </a:extLst>
          </p:cNvPr>
          <p:cNvSpPr>
            <a:spLocks/>
          </p:cNvSpPr>
          <p:nvPr userDrawn="1"/>
        </p:nvSpPr>
        <p:spPr>
          <a:xfrm>
            <a:off x="3981591" y="672447"/>
            <a:ext cx="252000" cy="360000"/>
          </a:xfrm>
          <a:prstGeom prst="r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134" name="文本占位符 133">
            <a:extLst>
              <a:ext uri="{FF2B5EF4-FFF2-40B4-BE49-F238E27FC236}">
                <a16:creationId xmlns:a16="http://schemas.microsoft.com/office/drawing/2014/main" id="{A99DA3E2-A9AC-4E33-A54C-F69BF8073592}"/>
              </a:ext>
            </a:extLst>
          </p:cNvPr>
          <p:cNvSpPr>
            <a:spLocks noGrp="1"/>
          </p:cNvSpPr>
          <p:nvPr>
            <p:ph type="body" sz="quarter" idx="15"/>
          </p:nvPr>
        </p:nvSpPr>
        <p:spPr>
          <a:xfrm>
            <a:off x="695466" y="6255764"/>
            <a:ext cx="8345771" cy="313932"/>
          </a:xfrm>
        </p:spPr>
        <p:txBody>
          <a:bodyPr anchor="ctr" anchorCtr="0">
            <a:spAutoFit/>
          </a:bodyPr>
          <a:lstStyle>
            <a:lvl1pPr marL="0" indent="0">
              <a:buNone/>
              <a:defRPr sz="1600" baseline="0">
                <a:latin typeface="微软雅黑 Light" panose="020B0502040204020203" pitchFamily="34" charset="-122"/>
                <a:ea typeface="微软雅黑 Light" panose="020B0502040204020203" pitchFamily="34" charset="-122"/>
              </a:defRPr>
            </a:lvl1pPr>
            <a:lvl2pPr marL="457200" indent="0">
              <a:buNone/>
              <a:defRPr sz="1600">
                <a:latin typeface="微软雅黑 Light" panose="020B0502040204020203" pitchFamily="34" charset="-122"/>
                <a:ea typeface="微软雅黑 Light" panose="020B0502040204020203" pitchFamily="34" charset="-122"/>
              </a:defRPr>
            </a:lvl2pPr>
            <a:lvl3pPr marL="914400" indent="0">
              <a:buNone/>
              <a:defRPr sz="1600">
                <a:latin typeface="微软雅黑 Light" panose="020B0502040204020203" pitchFamily="34" charset="-122"/>
                <a:ea typeface="微软雅黑 Light" panose="020B0502040204020203" pitchFamily="34" charset="-122"/>
              </a:defRPr>
            </a:lvl3pPr>
            <a:lvl4pPr marL="1371600" indent="0">
              <a:buNone/>
              <a:defRPr sz="1600">
                <a:latin typeface="微软雅黑 Light" panose="020B0502040204020203" pitchFamily="34" charset="-122"/>
                <a:ea typeface="微软雅黑 Light" panose="020B0502040204020203" pitchFamily="34" charset="-122"/>
              </a:defRPr>
            </a:lvl4pPr>
            <a:lvl5pPr marL="1828800" indent="0">
              <a:buNone/>
              <a:defRPr sz="1600">
                <a:latin typeface="微软雅黑 Light" panose="020B0502040204020203" pitchFamily="34" charset="-122"/>
                <a:ea typeface="微软雅黑 Light" panose="020B0502040204020203" pitchFamily="34" charset="-122"/>
              </a:defRPr>
            </a:lvl5pPr>
          </a:lstStyle>
          <a:p>
            <a:pPr lvl="0"/>
            <a:r>
              <a:rPr lang="zh-CN" altLang="en-US" dirty="0"/>
              <a:t>单击此处编辑母版文本样式</a:t>
            </a:r>
          </a:p>
        </p:txBody>
      </p:sp>
      <p:sp>
        <p:nvSpPr>
          <p:cNvPr id="4" name="文本占位符 3">
            <a:extLst>
              <a:ext uri="{FF2B5EF4-FFF2-40B4-BE49-F238E27FC236}">
                <a16:creationId xmlns:a16="http://schemas.microsoft.com/office/drawing/2014/main" id="{B831BAC5-67D2-4D8B-BBDA-708E39A8AC43}"/>
              </a:ext>
            </a:extLst>
          </p:cNvPr>
          <p:cNvSpPr>
            <a:spLocks noGrp="1"/>
          </p:cNvSpPr>
          <p:nvPr>
            <p:ph type="body" sz="quarter" idx="16"/>
          </p:nvPr>
        </p:nvSpPr>
        <p:spPr>
          <a:xfrm>
            <a:off x="907087" y="1406874"/>
            <a:ext cx="10429508" cy="4562070"/>
          </a:xfrm>
        </p:spPr>
        <p:txBody>
          <a:bodyPr/>
          <a:lstStyle>
            <a:lvl1pPr algn="just">
              <a:defRPr/>
            </a:lvl1pPr>
            <a:lvl2pPr algn="just">
              <a:defRPr/>
            </a:lvl2pPr>
          </a:lstStyle>
          <a:p>
            <a:pPr lvl="0"/>
            <a:r>
              <a:rPr lang="zh-CN" altLang="en-US" dirty="0"/>
              <a:t>单击此处编辑母版文本样式</a:t>
            </a:r>
          </a:p>
          <a:p>
            <a:pPr lvl="1"/>
            <a:r>
              <a:rPr lang="zh-CN" altLang="en-US" dirty="0"/>
              <a:t>二级</a:t>
            </a:r>
          </a:p>
        </p:txBody>
      </p:sp>
    </p:spTree>
    <p:extLst>
      <p:ext uri="{BB962C8B-B14F-4D97-AF65-F5344CB8AC3E}">
        <p14:creationId xmlns:p14="http://schemas.microsoft.com/office/powerpoint/2010/main" val="330047006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MAC">
    <p:spTree>
      <p:nvGrpSpPr>
        <p:cNvPr id="1" name=""/>
        <p:cNvGrpSpPr/>
        <p:nvPr/>
      </p:nvGrpSpPr>
      <p:grpSpPr>
        <a:xfrm>
          <a:off x="0" y="0"/>
          <a:ext cx="0" cy="0"/>
          <a:chOff x="0" y="0"/>
          <a:chExt cx="0" cy="0"/>
        </a:xfrm>
      </p:grpSpPr>
      <p:grpSp>
        <p:nvGrpSpPr>
          <p:cNvPr id="8" name="组合 7">
            <a:extLst>
              <a:ext uri="{FF2B5EF4-FFF2-40B4-BE49-F238E27FC236}">
                <a16:creationId xmlns:a16="http://schemas.microsoft.com/office/drawing/2014/main" id="{7A3947A1-486F-4CA5-B6FE-99E859380C87}"/>
              </a:ext>
            </a:extLst>
          </p:cNvPr>
          <p:cNvGrpSpPr/>
          <p:nvPr userDrawn="1"/>
        </p:nvGrpSpPr>
        <p:grpSpPr>
          <a:xfrm>
            <a:off x="0" y="0"/>
            <a:ext cx="7711084" cy="941457"/>
            <a:chOff x="-14417" y="-36940"/>
            <a:chExt cx="7711084" cy="941457"/>
          </a:xfrm>
        </p:grpSpPr>
        <p:sp>
          <p:nvSpPr>
            <p:cNvPr id="11" name="椭圆 10">
              <a:extLst>
                <a:ext uri="{FF2B5EF4-FFF2-40B4-BE49-F238E27FC236}">
                  <a16:creationId xmlns:a16="http://schemas.microsoft.com/office/drawing/2014/main" id="{1E70C58A-5A85-4832-B6D7-16830C470707}"/>
                </a:ext>
              </a:extLst>
            </p:cNvPr>
            <p:cNvSpPr/>
            <p:nvPr/>
          </p:nvSpPr>
          <p:spPr>
            <a:xfrm rot="374285">
              <a:off x="6100494" y="535640"/>
              <a:ext cx="95082" cy="90944"/>
            </a:xfrm>
            <a:prstGeom prst="ellipse">
              <a:avLst/>
            </a:prstGeom>
            <a:solidFill>
              <a:schemeClr val="accent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12" name="椭圆 11">
              <a:extLst>
                <a:ext uri="{FF2B5EF4-FFF2-40B4-BE49-F238E27FC236}">
                  <a16:creationId xmlns:a16="http://schemas.microsoft.com/office/drawing/2014/main" id="{DC82F87F-1BF8-46C1-A5E3-DA3CF824850F}"/>
                </a:ext>
              </a:extLst>
            </p:cNvPr>
            <p:cNvSpPr/>
            <p:nvPr/>
          </p:nvSpPr>
          <p:spPr>
            <a:xfrm rot="374285">
              <a:off x="5448352" y="699694"/>
              <a:ext cx="132525" cy="12675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13" name="椭圆 12">
              <a:extLst>
                <a:ext uri="{FF2B5EF4-FFF2-40B4-BE49-F238E27FC236}">
                  <a16:creationId xmlns:a16="http://schemas.microsoft.com/office/drawing/2014/main" id="{614CD21A-C39D-4795-83CD-774FD349585D}"/>
                </a:ext>
              </a:extLst>
            </p:cNvPr>
            <p:cNvSpPr/>
            <p:nvPr/>
          </p:nvSpPr>
          <p:spPr>
            <a:xfrm rot="374285">
              <a:off x="3572722" y="604289"/>
              <a:ext cx="115820" cy="11077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14" name="椭圆 13">
              <a:extLst>
                <a:ext uri="{FF2B5EF4-FFF2-40B4-BE49-F238E27FC236}">
                  <a16:creationId xmlns:a16="http://schemas.microsoft.com/office/drawing/2014/main" id="{EB2837F6-1D7D-46DA-8111-809E9C8B0A67}"/>
                </a:ext>
              </a:extLst>
            </p:cNvPr>
            <p:cNvSpPr/>
            <p:nvPr/>
          </p:nvSpPr>
          <p:spPr>
            <a:xfrm rot="374285">
              <a:off x="2820174" y="763680"/>
              <a:ext cx="132525" cy="12675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15" name="椭圆 14">
              <a:extLst>
                <a:ext uri="{FF2B5EF4-FFF2-40B4-BE49-F238E27FC236}">
                  <a16:creationId xmlns:a16="http://schemas.microsoft.com/office/drawing/2014/main" id="{01AB2BC1-E267-4710-B496-D53DA744DE30}"/>
                </a:ext>
              </a:extLst>
            </p:cNvPr>
            <p:cNvSpPr/>
            <p:nvPr/>
          </p:nvSpPr>
          <p:spPr>
            <a:xfrm rot="374285">
              <a:off x="3117822" y="315295"/>
              <a:ext cx="95082" cy="90944"/>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16" name="椭圆 15">
              <a:extLst>
                <a:ext uri="{FF2B5EF4-FFF2-40B4-BE49-F238E27FC236}">
                  <a16:creationId xmlns:a16="http://schemas.microsoft.com/office/drawing/2014/main" id="{6E02D594-6540-4CD5-9CDE-9001117B20E9}"/>
                </a:ext>
              </a:extLst>
            </p:cNvPr>
            <p:cNvSpPr/>
            <p:nvPr/>
          </p:nvSpPr>
          <p:spPr>
            <a:xfrm rot="374285">
              <a:off x="2354876" y="555089"/>
              <a:ext cx="95082" cy="90944"/>
            </a:xfrm>
            <a:prstGeom prst="ellipse">
              <a:avLst/>
            </a:prstGeom>
            <a:solidFill>
              <a:schemeClr val="accent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17" name="椭圆 16">
              <a:extLst>
                <a:ext uri="{FF2B5EF4-FFF2-40B4-BE49-F238E27FC236}">
                  <a16:creationId xmlns:a16="http://schemas.microsoft.com/office/drawing/2014/main" id="{D7450177-3DC4-4063-9A91-85BDBC7A780E}"/>
                </a:ext>
              </a:extLst>
            </p:cNvPr>
            <p:cNvSpPr/>
            <p:nvPr/>
          </p:nvSpPr>
          <p:spPr>
            <a:xfrm rot="374285">
              <a:off x="1154955" y="777760"/>
              <a:ext cx="132525" cy="12675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18" name="椭圆 17">
              <a:extLst>
                <a:ext uri="{FF2B5EF4-FFF2-40B4-BE49-F238E27FC236}">
                  <a16:creationId xmlns:a16="http://schemas.microsoft.com/office/drawing/2014/main" id="{CB691F92-4285-438C-8B71-569CDBA913BC}"/>
                </a:ext>
              </a:extLst>
            </p:cNvPr>
            <p:cNvSpPr/>
            <p:nvPr/>
          </p:nvSpPr>
          <p:spPr>
            <a:xfrm rot="374285">
              <a:off x="230848" y="707083"/>
              <a:ext cx="92438" cy="88415"/>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19" name="椭圆 18">
              <a:extLst>
                <a:ext uri="{FF2B5EF4-FFF2-40B4-BE49-F238E27FC236}">
                  <a16:creationId xmlns:a16="http://schemas.microsoft.com/office/drawing/2014/main" id="{07D649CF-34AF-43C0-80EE-504F388BEB1A}"/>
                </a:ext>
              </a:extLst>
            </p:cNvPr>
            <p:cNvSpPr/>
            <p:nvPr/>
          </p:nvSpPr>
          <p:spPr>
            <a:xfrm rot="374285">
              <a:off x="460358" y="447685"/>
              <a:ext cx="132525" cy="126757"/>
            </a:xfrm>
            <a:prstGeom prst="ellipse">
              <a:avLst/>
            </a:prstGeom>
            <a:solidFill>
              <a:schemeClr val="accent2">
                <a:lumMod val="40000"/>
                <a:lumOff val="60000"/>
                <a:alpha val="5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20" name="椭圆 19">
              <a:extLst>
                <a:ext uri="{FF2B5EF4-FFF2-40B4-BE49-F238E27FC236}">
                  <a16:creationId xmlns:a16="http://schemas.microsoft.com/office/drawing/2014/main" id="{6C3BC982-0A71-4DAD-AC1C-2DEA049913C3}"/>
                </a:ext>
              </a:extLst>
            </p:cNvPr>
            <p:cNvSpPr/>
            <p:nvPr/>
          </p:nvSpPr>
          <p:spPr>
            <a:xfrm rot="374285">
              <a:off x="1381001" y="389323"/>
              <a:ext cx="132525" cy="126757"/>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21" name="椭圆 20">
              <a:extLst>
                <a:ext uri="{FF2B5EF4-FFF2-40B4-BE49-F238E27FC236}">
                  <a16:creationId xmlns:a16="http://schemas.microsoft.com/office/drawing/2014/main" id="{177E03B8-1E2B-4537-A018-26391B9575C4}"/>
                </a:ext>
              </a:extLst>
            </p:cNvPr>
            <p:cNvSpPr/>
            <p:nvPr/>
          </p:nvSpPr>
          <p:spPr>
            <a:xfrm rot="374285">
              <a:off x="4997785" y="730304"/>
              <a:ext cx="132220" cy="126465"/>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22" name="椭圆 21">
              <a:extLst>
                <a:ext uri="{FF2B5EF4-FFF2-40B4-BE49-F238E27FC236}">
                  <a16:creationId xmlns:a16="http://schemas.microsoft.com/office/drawing/2014/main" id="{1592E938-A3ED-44EC-93E9-1785BE2E4EDD}"/>
                </a:ext>
              </a:extLst>
            </p:cNvPr>
            <p:cNvSpPr/>
            <p:nvPr/>
          </p:nvSpPr>
          <p:spPr>
            <a:xfrm rot="374285">
              <a:off x="6753757" y="-36940"/>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23" name="椭圆 22">
              <a:extLst>
                <a:ext uri="{FF2B5EF4-FFF2-40B4-BE49-F238E27FC236}">
                  <a16:creationId xmlns:a16="http://schemas.microsoft.com/office/drawing/2014/main" id="{CDCEBC96-4EF5-41F1-9446-466FFB5DC9CD}"/>
                </a:ext>
              </a:extLst>
            </p:cNvPr>
            <p:cNvSpPr/>
            <p:nvPr/>
          </p:nvSpPr>
          <p:spPr>
            <a:xfrm rot="374285">
              <a:off x="5282589" y="230150"/>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24" name="椭圆 23">
              <a:extLst>
                <a:ext uri="{FF2B5EF4-FFF2-40B4-BE49-F238E27FC236}">
                  <a16:creationId xmlns:a16="http://schemas.microsoft.com/office/drawing/2014/main" id="{B0785AE5-CD30-41AA-ACB0-765EB9154018}"/>
                </a:ext>
              </a:extLst>
            </p:cNvPr>
            <p:cNvSpPr/>
            <p:nvPr/>
          </p:nvSpPr>
          <p:spPr>
            <a:xfrm rot="374285">
              <a:off x="2154598" y="204617"/>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25" name="椭圆 24">
              <a:extLst>
                <a:ext uri="{FF2B5EF4-FFF2-40B4-BE49-F238E27FC236}">
                  <a16:creationId xmlns:a16="http://schemas.microsoft.com/office/drawing/2014/main" id="{4F9C78BD-7254-43D0-B63D-81A0C10A2BC2}"/>
                </a:ext>
              </a:extLst>
            </p:cNvPr>
            <p:cNvSpPr/>
            <p:nvPr/>
          </p:nvSpPr>
          <p:spPr>
            <a:xfrm rot="374285">
              <a:off x="911533" y="118983"/>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26" name="椭圆 25">
              <a:extLst>
                <a:ext uri="{FF2B5EF4-FFF2-40B4-BE49-F238E27FC236}">
                  <a16:creationId xmlns:a16="http://schemas.microsoft.com/office/drawing/2014/main" id="{200D9AED-3611-4A19-A09B-53C3B2A2818F}"/>
                </a:ext>
              </a:extLst>
            </p:cNvPr>
            <p:cNvSpPr/>
            <p:nvPr/>
          </p:nvSpPr>
          <p:spPr>
            <a:xfrm rot="374285">
              <a:off x="3816520" y="284247"/>
              <a:ext cx="107744" cy="103054"/>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27" name="椭圆 26">
              <a:extLst>
                <a:ext uri="{FF2B5EF4-FFF2-40B4-BE49-F238E27FC236}">
                  <a16:creationId xmlns:a16="http://schemas.microsoft.com/office/drawing/2014/main" id="{A6F858B9-2052-4F86-BC88-E78AD36ED096}"/>
                </a:ext>
              </a:extLst>
            </p:cNvPr>
            <p:cNvSpPr/>
            <p:nvPr/>
          </p:nvSpPr>
          <p:spPr>
            <a:xfrm rot="374285">
              <a:off x="4415537" y="495109"/>
              <a:ext cx="102912" cy="98432"/>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28" name="椭圆 27">
              <a:extLst>
                <a:ext uri="{FF2B5EF4-FFF2-40B4-BE49-F238E27FC236}">
                  <a16:creationId xmlns:a16="http://schemas.microsoft.com/office/drawing/2014/main" id="{6BCFA25F-2B9D-4F6E-B38B-19F53F45D1CF}"/>
                </a:ext>
              </a:extLst>
            </p:cNvPr>
            <p:cNvSpPr/>
            <p:nvPr/>
          </p:nvSpPr>
          <p:spPr>
            <a:xfrm rot="374285">
              <a:off x="7272713" y="207833"/>
              <a:ext cx="132525" cy="126757"/>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cxnSp>
          <p:nvCxnSpPr>
            <p:cNvPr id="29" name="直接连接符 28">
              <a:extLst>
                <a:ext uri="{FF2B5EF4-FFF2-40B4-BE49-F238E27FC236}">
                  <a16:creationId xmlns:a16="http://schemas.microsoft.com/office/drawing/2014/main" id="{EF57988D-049C-4D78-A536-99EC4D0BAB04}"/>
                </a:ext>
              </a:extLst>
            </p:cNvPr>
            <p:cNvCxnSpPr>
              <a:stCxn id="11" idx="6"/>
              <a:endCxn id="28" idx="2"/>
            </p:cNvCxnSpPr>
            <p:nvPr/>
          </p:nvCxnSpPr>
          <p:spPr>
            <a:xfrm rot="10800000" flipH="1">
              <a:off x="6195295" y="264325"/>
              <a:ext cx="1077810" cy="32172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7F3D42FA-2034-4BBA-AFD3-B3C0A5A65D39}"/>
                </a:ext>
              </a:extLst>
            </p:cNvPr>
            <p:cNvCxnSpPr>
              <a:stCxn id="11" idx="2"/>
              <a:endCxn id="12" idx="6"/>
            </p:cNvCxnSpPr>
            <p:nvPr/>
          </p:nvCxnSpPr>
          <p:spPr>
            <a:xfrm rot="10800000" flipV="1">
              <a:off x="5580485" y="576170"/>
              <a:ext cx="520291" cy="19378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0B24ED17-C590-4CB2-B1A4-6D7EC6DCA772}"/>
                </a:ext>
              </a:extLst>
            </p:cNvPr>
            <p:cNvCxnSpPr>
              <a:cxnSpLocks/>
              <a:stCxn id="22" idx="3"/>
              <a:endCxn id="11" idx="0"/>
            </p:cNvCxnSpPr>
            <p:nvPr/>
          </p:nvCxnSpPr>
          <p:spPr>
            <a:xfrm flipH="1">
              <a:off x="6152976" y="33463"/>
              <a:ext cx="610924" cy="50244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99834F15-9349-468B-B5E5-8659E935A5A2}"/>
                </a:ext>
              </a:extLst>
            </p:cNvPr>
            <p:cNvCxnSpPr>
              <a:stCxn id="19" idx="5"/>
              <a:endCxn id="17" idx="1"/>
            </p:cNvCxnSpPr>
            <p:nvPr/>
          </p:nvCxnSpPr>
          <p:spPr>
            <a:xfrm rot="10800000" flipH="1" flipV="1">
              <a:off x="568107" y="560483"/>
              <a:ext cx="611625" cy="23123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A336D1BB-3A65-4649-9B52-09502722C357}"/>
                </a:ext>
              </a:extLst>
            </p:cNvPr>
            <p:cNvCxnSpPr>
              <a:stCxn id="17" idx="3"/>
              <a:endCxn id="18" idx="4"/>
            </p:cNvCxnSpPr>
            <p:nvPr/>
          </p:nvCxnSpPr>
          <p:spPr>
            <a:xfrm rot="10800000">
              <a:off x="272045" y="795236"/>
              <a:ext cx="897505" cy="855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830AE0D1-FDFD-46A6-829E-66306B877083}"/>
                </a:ext>
              </a:extLst>
            </p:cNvPr>
            <p:cNvCxnSpPr>
              <a:stCxn id="20" idx="4"/>
              <a:endCxn id="17" idx="7"/>
            </p:cNvCxnSpPr>
            <p:nvPr/>
          </p:nvCxnSpPr>
          <p:spPr>
            <a:xfrm rot="10800000" flipV="1">
              <a:off x="1272886" y="515705"/>
              <a:ext cx="167178" cy="2857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6AA5C445-D90A-4189-A07F-D15BA880046F}"/>
                </a:ext>
              </a:extLst>
            </p:cNvPr>
            <p:cNvCxnSpPr>
              <a:stCxn id="23" idx="4"/>
              <a:endCxn id="12" idx="0"/>
            </p:cNvCxnSpPr>
            <p:nvPr/>
          </p:nvCxnSpPr>
          <p:spPr>
            <a:xfrm rot="10800000" flipH="1" flipV="1">
              <a:off x="5323023" y="316672"/>
              <a:ext cx="198791" cy="38339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30F8A100-95DF-45C4-A02E-0C8C46B4314C}"/>
                </a:ext>
              </a:extLst>
            </p:cNvPr>
            <p:cNvCxnSpPr>
              <a:stCxn id="26" idx="6"/>
              <a:endCxn id="27" idx="1"/>
            </p:cNvCxnSpPr>
            <p:nvPr/>
          </p:nvCxnSpPr>
          <p:spPr>
            <a:xfrm rot="10800000" flipH="1" flipV="1">
              <a:off x="3923944" y="341373"/>
              <a:ext cx="510832" cy="16457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DDDDB52B-FF38-4869-8A0D-494CE5550BDB}"/>
                </a:ext>
              </a:extLst>
            </p:cNvPr>
            <p:cNvCxnSpPr>
              <a:stCxn id="16" idx="7"/>
              <a:endCxn id="15" idx="2"/>
            </p:cNvCxnSpPr>
            <p:nvPr/>
          </p:nvCxnSpPr>
          <p:spPr>
            <a:xfrm rot="10800000" flipH="1">
              <a:off x="2439488" y="355825"/>
              <a:ext cx="678616" cy="21626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37">
              <a:extLst>
                <a:ext uri="{FF2B5EF4-FFF2-40B4-BE49-F238E27FC236}">
                  <a16:creationId xmlns:a16="http://schemas.microsoft.com/office/drawing/2014/main" id="{F63548ED-507F-4F3D-836C-81039DF3B1E7}"/>
                </a:ext>
              </a:extLst>
            </p:cNvPr>
            <p:cNvCxnSpPr>
              <a:stCxn id="17" idx="6"/>
              <a:endCxn id="16" idx="3"/>
            </p:cNvCxnSpPr>
            <p:nvPr/>
          </p:nvCxnSpPr>
          <p:spPr>
            <a:xfrm rot="10800000" flipH="1">
              <a:off x="1287088" y="629030"/>
              <a:ext cx="1078260" cy="21899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719E4C08-CB97-4EC4-A528-10913EA80E69}"/>
                </a:ext>
              </a:extLst>
            </p:cNvPr>
            <p:cNvCxnSpPr>
              <a:stCxn id="23" idx="6"/>
              <a:endCxn id="11" idx="1"/>
            </p:cNvCxnSpPr>
            <p:nvPr/>
          </p:nvCxnSpPr>
          <p:spPr>
            <a:xfrm rot="10800000" flipH="1" flipV="1">
              <a:off x="5373048" y="278254"/>
              <a:ext cx="745223" cy="26740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F1511854-D175-4227-8D60-EBAF0717F6DD}"/>
                </a:ext>
              </a:extLst>
            </p:cNvPr>
            <p:cNvCxnSpPr>
              <a:stCxn id="23" idx="3"/>
              <a:endCxn id="21" idx="0"/>
            </p:cNvCxnSpPr>
            <p:nvPr/>
          </p:nvCxnSpPr>
          <p:spPr>
            <a:xfrm rot="10800000" flipV="1">
              <a:off x="5071079" y="300704"/>
              <a:ext cx="221502" cy="42997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1" name="直接连接符 40">
              <a:extLst>
                <a:ext uri="{FF2B5EF4-FFF2-40B4-BE49-F238E27FC236}">
                  <a16:creationId xmlns:a16="http://schemas.microsoft.com/office/drawing/2014/main" id="{176E4B19-9F97-4F83-AA6D-5A8CBE468573}"/>
                </a:ext>
              </a:extLst>
            </p:cNvPr>
            <p:cNvCxnSpPr>
              <a:stCxn id="13" idx="3"/>
              <a:endCxn id="14" idx="6"/>
            </p:cNvCxnSpPr>
            <p:nvPr/>
          </p:nvCxnSpPr>
          <p:spPr>
            <a:xfrm rot="10800000" flipV="1">
              <a:off x="2952307" y="694356"/>
              <a:ext cx="633169" cy="13959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2" name="直接连接符 41">
              <a:extLst>
                <a:ext uri="{FF2B5EF4-FFF2-40B4-BE49-F238E27FC236}">
                  <a16:creationId xmlns:a16="http://schemas.microsoft.com/office/drawing/2014/main" id="{57A9D0DD-9F1B-4A1A-B7F1-B6E664603E79}"/>
                </a:ext>
              </a:extLst>
            </p:cNvPr>
            <p:cNvCxnSpPr>
              <a:stCxn id="15" idx="4"/>
              <a:endCxn id="14" idx="7"/>
            </p:cNvCxnSpPr>
            <p:nvPr/>
          </p:nvCxnSpPr>
          <p:spPr>
            <a:xfrm rot="10800000" flipV="1">
              <a:off x="2938105" y="405969"/>
              <a:ext cx="222092" cy="38141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7C284FBF-DF36-40EF-86F6-16AC04A270E2}"/>
                </a:ext>
              </a:extLst>
            </p:cNvPr>
            <p:cNvCxnSpPr>
              <a:stCxn id="16" idx="5"/>
              <a:endCxn id="14" idx="2"/>
            </p:cNvCxnSpPr>
            <p:nvPr/>
          </p:nvCxnSpPr>
          <p:spPr>
            <a:xfrm rot="10800000" flipH="1" flipV="1">
              <a:off x="2432182" y="636017"/>
              <a:ext cx="388385" cy="18415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1383EE05-8E61-4A85-A91D-D1417FCC1D5F}"/>
                </a:ext>
              </a:extLst>
            </p:cNvPr>
            <p:cNvCxnSpPr>
              <a:stCxn id="20" idx="6"/>
              <a:endCxn id="16" idx="1"/>
            </p:cNvCxnSpPr>
            <p:nvPr/>
          </p:nvCxnSpPr>
          <p:spPr>
            <a:xfrm rot="10800000" flipH="1" flipV="1">
              <a:off x="1513134" y="459588"/>
              <a:ext cx="859519" cy="1055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88A049FF-C96C-460A-B2CD-FFC3F6D73658}"/>
                </a:ext>
              </a:extLst>
            </p:cNvPr>
            <p:cNvCxnSpPr>
              <a:stCxn id="24" idx="2"/>
              <a:endCxn id="20" idx="7"/>
            </p:cNvCxnSpPr>
            <p:nvPr/>
          </p:nvCxnSpPr>
          <p:spPr>
            <a:xfrm rot="10800000" flipV="1">
              <a:off x="1498932" y="243291"/>
              <a:ext cx="655935" cy="16973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706D5248-8E0C-47C8-A71F-38D641918AF8}"/>
                </a:ext>
              </a:extLst>
            </p:cNvPr>
            <p:cNvCxnSpPr>
              <a:stCxn id="23" idx="2"/>
              <a:endCxn id="27" idx="7"/>
            </p:cNvCxnSpPr>
            <p:nvPr/>
          </p:nvCxnSpPr>
          <p:spPr>
            <a:xfrm rot="10800000" flipV="1">
              <a:off x="4507115" y="268825"/>
              <a:ext cx="775742" cy="2446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ADAE38AF-A576-42C8-8850-5F9F0F06D3FA}"/>
                </a:ext>
              </a:extLst>
            </p:cNvPr>
            <p:cNvCxnSpPr>
              <a:cxnSpLocks/>
              <a:stCxn id="22" idx="2"/>
              <a:endCxn id="23" idx="7"/>
            </p:cNvCxnSpPr>
            <p:nvPr/>
          </p:nvCxnSpPr>
          <p:spPr>
            <a:xfrm flipH="1">
              <a:off x="5363173" y="1520"/>
              <a:ext cx="1390853" cy="24500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a16="http://schemas.microsoft.com/office/drawing/2014/main" id="{6B8FE99F-F5FC-4420-B37A-75F109AE28D7}"/>
                </a:ext>
              </a:extLst>
            </p:cNvPr>
            <p:cNvCxnSpPr>
              <a:stCxn id="27" idx="5"/>
              <a:endCxn id="21" idx="2"/>
            </p:cNvCxnSpPr>
            <p:nvPr/>
          </p:nvCxnSpPr>
          <p:spPr>
            <a:xfrm rot="10800000" flipH="1" flipV="1">
              <a:off x="4499208" y="582701"/>
              <a:ext cx="498968" cy="20396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75EA1E4D-310E-4749-B60D-9B05C967D9B0}"/>
                </a:ext>
              </a:extLst>
            </p:cNvPr>
            <p:cNvCxnSpPr>
              <a:stCxn id="24" idx="5"/>
              <a:endCxn id="16" idx="0"/>
            </p:cNvCxnSpPr>
            <p:nvPr/>
          </p:nvCxnSpPr>
          <p:spPr>
            <a:xfrm rot="10800000" flipH="1" flipV="1">
              <a:off x="2228363" y="281838"/>
              <a:ext cx="179221" cy="27352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4F1EBD42-7758-4DD4-B8E1-8C41CBFEDC0F}"/>
                </a:ext>
              </a:extLst>
            </p:cNvPr>
            <p:cNvCxnSpPr>
              <a:cxnSpLocks/>
            </p:cNvCxnSpPr>
            <p:nvPr/>
          </p:nvCxnSpPr>
          <p:spPr>
            <a:xfrm>
              <a:off x="2938105" y="-6871"/>
              <a:ext cx="205887" cy="32959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1" name="直接连接符 50">
              <a:extLst>
                <a:ext uri="{FF2B5EF4-FFF2-40B4-BE49-F238E27FC236}">
                  <a16:creationId xmlns:a16="http://schemas.microsoft.com/office/drawing/2014/main" id="{FDB5DFAE-307D-4F16-BF3B-C5F160B3D503}"/>
                </a:ext>
              </a:extLst>
            </p:cNvPr>
            <p:cNvCxnSpPr>
              <a:cxnSpLocks/>
            </p:cNvCxnSpPr>
            <p:nvPr/>
          </p:nvCxnSpPr>
          <p:spPr>
            <a:xfrm>
              <a:off x="9952" y="0"/>
              <a:ext cx="499185" cy="45842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518921FA-0CC5-4DF5-B3EC-CB661C7EB6BB}"/>
                </a:ext>
              </a:extLst>
            </p:cNvPr>
            <p:cNvCxnSpPr>
              <a:stCxn id="13" idx="6"/>
              <a:endCxn id="27" idx="3"/>
            </p:cNvCxnSpPr>
            <p:nvPr/>
          </p:nvCxnSpPr>
          <p:spPr>
            <a:xfrm rot="10800000" flipH="1">
              <a:off x="3688198" y="575139"/>
              <a:ext cx="738672" cy="9055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295C4407-68F4-456A-A554-50261B51366A}"/>
                </a:ext>
              </a:extLst>
            </p:cNvPr>
            <p:cNvCxnSpPr>
              <a:stCxn id="13" idx="0"/>
              <a:endCxn id="26" idx="3"/>
            </p:cNvCxnSpPr>
            <p:nvPr/>
          </p:nvCxnSpPr>
          <p:spPr>
            <a:xfrm rot="10800000" flipH="1">
              <a:off x="3636924" y="368034"/>
              <a:ext cx="191461" cy="2365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892379BE-F813-4A7D-8340-42365B6A55DA}"/>
                </a:ext>
              </a:extLst>
            </p:cNvPr>
            <p:cNvCxnSpPr>
              <a:stCxn id="13" idx="1"/>
              <a:endCxn id="15" idx="5"/>
            </p:cNvCxnSpPr>
            <p:nvPr/>
          </p:nvCxnSpPr>
          <p:spPr>
            <a:xfrm rot="10800000">
              <a:off x="3195128" y="396223"/>
              <a:ext cx="399247" cy="22026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 name="直接连接符 54">
              <a:extLst>
                <a:ext uri="{FF2B5EF4-FFF2-40B4-BE49-F238E27FC236}">
                  <a16:creationId xmlns:a16="http://schemas.microsoft.com/office/drawing/2014/main" id="{8C25CA83-739A-45BB-9832-DEE30BADFDB4}"/>
                </a:ext>
              </a:extLst>
            </p:cNvPr>
            <p:cNvCxnSpPr>
              <a:endCxn id="15" idx="7"/>
            </p:cNvCxnSpPr>
            <p:nvPr/>
          </p:nvCxnSpPr>
          <p:spPr>
            <a:xfrm rot="10800000" flipV="1">
              <a:off x="3202434" y="312775"/>
              <a:ext cx="635159" cy="1952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 name="直接连接符 55">
              <a:extLst>
                <a:ext uri="{FF2B5EF4-FFF2-40B4-BE49-F238E27FC236}">
                  <a16:creationId xmlns:a16="http://schemas.microsoft.com/office/drawing/2014/main" id="{3E807B79-5434-4949-8936-50FCA93E0E43}"/>
                </a:ext>
              </a:extLst>
            </p:cNvPr>
            <p:cNvCxnSpPr>
              <a:stCxn id="26" idx="7"/>
            </p:cNvCxnSpPr>
            <p:nvPr/>
          </p:nvCxnSpPr>
          <p:spPr>
            <a:xfrm rot="10800000" flipH="1">
              <a:off x="3912398" y="-6870"/>
              <a:ext cx="456197" cy="3103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 name="直接连接符 56">
              <a:extLst>
                <a:ext uri="{FF2B5EF4-FFF2-40B4-BE49-F238E27FC236}">
                  <a16:creationId xmlns:a16="http://schemas.microsoft.com/office/drawing/2014/main" id="{2728192E-902E-423E-B8CF-43B2D5A20881}"/>
                </a:ext>
              </a:extLst>
            </p:cNvPr>
            <p:cNvCxnSpPr>
              <a:cxnSpLocks/>
              <a:endCxn id="26" idx="0"/>
            </p:cNvCxnSpPr>
            <p:nvPr/>
          </p:nvCxnSpPr>
          <p:spPr>
            <a:xfrm>
              <a:off x="3688198" y="-6871"/>
              <a:ext cx="187793" cy="29142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 name="直接连接符 57">
              <a:extLst>
                <a:ext uri="{FF2B5EF4-FFF2-40B4-BE49-F238E27FC236}">
                  <a16:creationId xmlns:a16="http://schemas.microsoft.com/office/drawing/2014/main" id="{16CB4E7A-44DB-4A64-93F2-BB06DBC99A07}"/>
                </a:ext>
              </a:extLst>
            </p:cNvPr>
            <p:cNvCxnSpPr>
              <a:stCxn id="19" idx="7"/>
              <a:endCxn id="20" idx="2"/>
            </p:cNvCxnSpPr>
            <p:nvPr/>
          </p:nvCxnSpPr>
          <p:spPr>
            <a:xfrm rot="10800000" flipH="1">
              <a:off x="578289" y="445815"/>
              <a:ext cx="803104" cy="2556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 name="直接连接符 58">
              <a:extLst>
                <a:ext uri="{FF2B5EF4-FFF2-40B4-BE49-F238E27FC236}">
                  <a16:creationId xmlns:a16="http://schemas.microsoft.com/office/drawing/2014/main" id="{EDBE1156-FDC8-4DE2-B587-33F0C37EFB69}"/>
                </a:ext>
              </a:extLst>
            </p:cNvPr>
            <p:cNvCxnSpPr>
              <a:stCxn id="19" idx="0"/>
              <a:endCxn id="25" idx="2"/>
            </p:cNvCxnSpPr>
            <p:nvPr/>
          </p:nvCxnSpPr>
          <p:spPr>
            <a:xfrm rot="10800000" flipH="1">
              <a:off x="533821" y="157658"/>
              <a:ext cx="377980" cy="29040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0" name="直接连接符 59">
              <a:extLst>
                <a:ext uri="{FF2B5EF4-FFF2-40B4-BE49-F238E27FC236}">
                  <a16:creationId xmlns:a16="http://schemas.microsoft.com/office/drawing/2014/main" id="{F0E83090-2481-476D-ACEF-A67D7B5914B7}"/>
                </a:ext>
              </a:extLst>
            </p:cNvPr>
            <p:cNvCxnSpPr>
              <a:stCxn id="20" idx="1"/>
              <a:endCxn id="25" idx="6"/>
            </p:cNvCxnSpPr>
            <p:nvPr/>
          </p:nvCxnSpPr>
          <p:spPr>
            <a:xfrm rot="10800000">
              <a:off x="1001992" y="167087"/>
              <a:ext cx="403786" cy="23619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4B1DAAC1-BA9B-409D-970B-A5D12C8596EA}"/>
                </a:ext>
              </a:extLst>
            </p:cNvPr>
            <p:cNvCxnSpPr>
              <a:cxnSpLocks/>
              <a:stCxn id="16" idx="0"/>
            </p:cNvCxnSpPr>
            <p:nvPr/>
          </p:nvCxnSpPr>
          <p:spPr>
            <a:xfrm flipV="1">
              <a:off x="2407358" y="-6871"/>
              <a:ext cx="344155" cy="56222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2" name="直接连接符 61">
              <a:extLst>
                <a:ext uri="{FF2B5EF4-FFF2-40B4-BE49-F238E27FC236}">
                  <a16:creationId xmlns:a16="http://schemas.microsoft.com/office/drawing/2014/main" id="{27500C3F-46B3-4B5C-9EC2-A1949BC93DC9}"/>
                </a:ext>
              </a:extLst>
            </p:cNvPr>
            <p:cNvCxnSpPr>
              <a:cxnSpLocks/>
              <a:stCxn id="24" idx="0"/>
            </p:cNvCxnSpPr>
            <p:nvPr/>
          </p:nvCxnSpPr>
          <p:spPr>
            <a:xfrm flipH="1" flipV="1">
              <a:off x="2111433" y="-6871"/>
              <a:ext cx="93244" cy="2117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3" name="直接连接符 62">
              <a:extLst>
                <a:ext uri="{FF2B5EF4-FFF2-40B4-BE49-F238E27FC236}">
                  <a16:creationId xmlns:a16="http://schemas.microsoft.com/office/drawing/2014/main" id="{388F8415-9756-402F-BE52-8D940D473116}"/>
                </a:ext>
              </a:extLst>
            </p:cNvPr>
            <p:cNvCxnSpPr>
              <a:stCxn id="18" idx="0"/>
              <a:endCxn id="19" idx="3"/>
            </p:cNvCxnSpPr>
            <p:nvPr/>
          </p:nvCxnSpPr>
          <p:spPr>
            <a:xfrm rot="10800000" flipH="1">
              <a:off x="282090" y="550744"/>
              <a:ext cx="192863" cy="15660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4" name="直接连接符 63">
              <a:extLst>
                <a:ext uri="{FF2B5EF4-FFF2-40B4-BE49-F238E27FC236}">
                  <a16:creationId xmlns:a16="http://schemas.microsoft.com/office/drawing/2014/main" id="{20BA3FF9-1E96-463A-BBE8-7EC376F780F2}"/>
                </a:ext>
              </a:extLst>
            </p:cNvPr>
            <p:cNvCxnSpPr>
              <a:cxnSpLocks/>
              <a:stCxn id="18" idx="3"/>
            </p:cNvCxnSpPr>
            <p:nvPr/>
          </p:nvCxnSpPr>
          <p:spPr>
            <a:xfrm flipH="1">
              <a:off x="-14417" y="778814"/>
              <a:ext cx="255599" cy="10200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5853B213-278D-402D-B8CB-B123C2391C51}"/>
                </a:ext>
              </a:extLst>
            </p:cNvPr>
            <p:cNvCxnSpPr>
              <a:endCxn id="27" idx="0"/>
            </p:cNvCxnSpPr>
            <p:nvPr/>
          </p:nvCxnSpPr>
          <p:spPr>
            <a:xfrm rot="10800000" flipV="1">
              <a:off x="4472584" y="-6870"/>
              <a:ext cx="156304" cy="50227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6" name="直接连接符 65">
              <a:extLst>
                <a:ext uri="{FF2B5EF4-FFF2-40B4-BE49-F238E27FC236}">
                  <a16:creationId xmlns:a16="http://schemas.microsoft.com/office/drawing/2014/main" id="{7998B8E8-1748-4FD0-8836-FD7CD490892E}"/>
                </a:ext>
              </a:extLst>
            </p:cNvPr>
            <p:cNvCxnSpPr>
              <a:stCxn id="12" idx="3"/>
              <a:endCxn id="21" idx="6"/>
            </p:cNvCxnSpPr>
            <p:nvPr/>
          </p:nvCxnSpPr>
          <p:spPr>
            <a:xfrm rot="10800000">
              <a:off x="5129614" y="800407"/>
              <a:ext cx="333332" cy="234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EDA45374-C937-4FE7-A5B2-17A39F48B82B}"/>
                </a:ext>
              </a:extLst>
            </p:cNvPr>
            <p:cNvCxnSpPr>
              <a:cxnSpLocks/>
              <a:endCxn id="28" idx="1"/>
            </p:cNvCxnSpPr>
            <p:nvPr/>
          </p:nvCxnSpPr>
          <p:spPr>
            <a:xfrm>
              <a:off x="7202978" y="0"/>
              <a:ext cx="94290" cy="22157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9" name="直接连接符 68">
              <a:extLst>
                <a:ext uri="{FF2B5EF4-FFF2-40B4-BE49-F238E27FC236}">
                  <a16:creationId xmlns:a16="http://schemas.microsoft.com/office/drawing/2014/main" id="{1B6B7628-4AF9-4E43-B218-328CB255493B}"/>
                </a:ext>
              </a:extLst>
            </p:cNvPr>
            <p:cNvCxnSpPr>
              <a:cxnSpLocks/>
              <a:stCxn id="23" idx="1"/>
            </p:cNvCxnSpPr>
            <p:nvPr userDrawn="1"/>
          </p:nvCxnSpPr>
          <p:spPr>
            <a:xfrm flipH="1" flipV="1">
              <a:off x="5136486" y="-6870"/>
              <a:ext cx="162914" cy="246424"/>
            </a:xfrm>
            <a:prstGeom prst="line">
              <a:avLst/>
            </a:prstGeom>
            <a:ln/>
          </p:spPr>
          <p:style>
            <a:lnRef idx="1">
              <a:schemeClr val="accent3"/>
            </a:lnRef>
            <a:fillRef idx="0">
              <a:schemeClr val="accent3"/>
            </a:fillRef>
            <a:effectRef idx="0">
              <a:schemeClr val="accent3"/>
            </a:effectRef>
            <a:fontRef idx="minor">
              <a:schemeClr val="tx1"/>
            </a:fontRef>
          </p:style>
        </p:cxnSp>
        <p:cxnSp>
          <p:nvCxnSpPr>
            <p:cNvPr id="72" name="直接连接符 71">
              <a:extLst>
                <a:ext uri="{FF2B5EF4-FFF2-40B4-BE49-F238E27FC236}">
                  <a16:creationId xmlns:a16="http://schemas.microsoft.com/office/drawing/2014/main" id="{14CAEE0F-D202-4D7A-AAC0-A5409DD85BF2}"/>
                </a:ext>
              </a:extLst>
            </p:cNvPr>
            <p:cNvCxnSpPr>
              <a:stCxn id="25" idx="0"/>
            </p:cNvCxnSpPr>
            <p:nvPr userDrawn="1"/>
          </p:nvCxnSpPr>
          <p:spPr>
            <a:xfrm flipV="1">
              <a:off x="961612" y="0"/>
              <a:ext cx="311274" cy="119240"/>
            </a:xfrm>
            <a:prstGeom prst="line">
              <a:avLst/>
            </a:prstGeom>
            <a:ln/>
          </p:spPr>
          <p:style>
            <a:lnRef idx="1">
              <a:schemeClr val="accent3"/>
            </a:lnRef>
            <a:fillRef idx="0">
              <a:schemeClr val="accent3"/>
            </a:fillRef>
            <a:effectRef idx="0">
              <a:schemeClr val="accent3"/>
            </a:effectRef>
            <a:fontRef idx="minor">
              <a:schemeClr val="tx1"/>
            </a:fontRef>
          </p:style>
        </p:cxnSp>
        <p:cxnSp>
          <p:nvCxnSpPr>
            <p:cNvPr id="80" name="直接连接符 79">
              <a:extLst>
                <a:ext uri="{FF2B5EF4-FFF2-40B4-BE49-F238E27FC236}">
                  <a16:creationId xmlns:a16="http://schemas.microsoft.com/office/drawing/2014/main" id="{028D3624-D8D9-4963-B1CD-9EB136A70384}"/>
                </a:ext>
              </a:extLst>
            </p:cNvPr>
            <p:cNvCxnSpPr>
              <a:stCxn id="28" idx="7"/>
            </p:cNvCxnSpPr>
            <p:nvPr userDrawn="1"/>
          </p:nvCxnSpPr>
          <p:spPr>
            <a:xfrm flipV="1">
              <a:off x="7390422" y="0"/>
              <a:ext cx="306245" cy="231753"/>
            </a:xfrm>
            <a:prstGeom prst="line">
              <a:avLst/>
            </a:prstGeom>
            <a:ln/>
          </p:spPr>
          <p:style>
            <a:lnRef idx="1">
              <a:schemeClr val="accent3"/>
            </a:lnRef>
            <a:fillRef idx="0">
              <a:schemeClr val="accent3"/>
            </a:fillRef>
            <a:effectRef idx="0">
              <a:schemeClr val="accent3"/>
            </a:effectRef>
            <a:fontRef idx="minor">
              <a:schemeClr val="tx1"/>
            </a:fontRef>
          </p:style>
        </p:cxnSp>
      </p:grpSp>
      <p:sp>
        <p:nvSpPr>
          <p:cNvPr id="6" name="Freeform 25">
            <a:extLst>
              <a:ext uri="{FF2B5EF4-FFF2-40B4-BE49-F238E27FC236}">
                <a16:creationId xmlns:a16="http://schemas.microsoft.com/office/drawing/2014/main" id="{38B69EE1-BCFE-4371-B597-971E0649EC0B}"/>
              </a:ext>
            </a:extLst>
          </p:cNvPr>
          <p:cNvSpPr>
            <a:spLocks noChangeArrowheads="1"/>
          </p:cNvSpPr>
          <p:nvPr userDrawn="1"/>
        </p:nvSpPr>
        <p:spPr bwMode="auto">
          <a:xfrm>
            <a:off x="11116689" y="136525"/>
            <a:ext cx="899816" cy="632295"/>
          </a:xfrm>
          <a:custGeom>
            <a:avLst/>
            <a:gdLst>
              <a:gd name="T0" fmla="*/ 13586 w 13587"/>
              <a:gd name="T1" fmla="*/ 2121 h 9547"/>
              <a:gd name="T2" fmla="*/ 8861 w 13587"/>
              <a:gd name="T3" fmla="*/ 454 h 9547"/>
              <a:gd name="T4" fmla="*/ 3960 w 13587"/>
              <a:gd name="T5" fmla="*/ 2458 h 9547"/>
              <a:gd name="T6" fmla="*/ 0 w 13587"/>
              <a:gd name="T7" fmla="*/ 2529 h 9547"/>
              <a:gd name="T8" fmla="*/ 1300 w 13587"/>
              <a:gd name="T9" fmla="*/ 6699 h 9547"/>
              <a:gd name="T10" fmla="*/ 5083 w 13587"/>
              <a:gd name="T11" fmla="*/ 4992 h 9547"/>
              <a:gd name="T12" fmla="*/ 7249 w 13587"/>
              <a:gd name="T13" fmla="*/ 9500 h 9547"/>
              <a:gd name="T14" fmla="*/ 7330 w 13587"/>
              <a:gd name="T15" fmla="*/ 9495 h 9547"/>
              <a:gd name="T16" fmla="*/ 12024 w 13587"/>
              <a:gd name="T17" fmla="*/ 4881 h 9547"/>
              <a:gd name="T18" fmla="*/ 13198 w 13587"/>
              <a:gd name="T19" fmla="*/ 2791 h 9547"/>
              <a:gd name="T20" fmla="*/ 5657 w 13587"/>
              <a:gd name="T21" fmla="*/ 4262 h 9547"/>
              <a:gd name="T22" fmla="*/ 8649 w 13587"/>
              <a:gd name="T23" fmla="*/ 580 h 9547"/>
              <a:gd name="T24" fmla="*/ 6922 w 13587"/>
              <a:gd name="T25" fmla="*/ 2705 h 9547"/>
              <a:gd name="T26" fmla="*/ 5148 w 13587"/>
              <a:gd name="T27" fmla="*/ 4891 h 9547"/>
              <a:gd name="T28" fmla="*/ 5602 w 13587"/>
              <a:gd name="T29" fmla="*/ 4332 h 9547"/>
              <a:gd name="T30" fmla="*/ 5375 w 13587"/>
              <a:gd name="T31" fmla="*/ 5370 h 9547"/>
              <a:gd name="T32" fmla="*/ 7229 w 13587"/>
              <a:gd name="T33" fmla="*/ 9263 h 9547"/>
              <a:gd name="T34" fmla="*/ 6927 w 13587"/>
              <a:gd name="T35" fmla="*/ 2836 h 9547"/>
              <a:gd name="T36" fmla="*/ 7103 w 13587"/>
              <a:gd name="T37" fmla="*/ 6528 h 9547"/>
              <a:gd name="T38" fmla="*/ 5194 w 13587"/>
              <a:gd name="T39" fmla="*/ 4977 h 9547"/>
              <a:gd name="T40" fmla="*/ 11012 w 13587"/>
              <a:gd name="T41" fmla="*/ 5103 h 9547"/>
              <a:gd name="T42" fmla="*/ 8957 w 13587"/>
              <a:gd name="T43" fmla="*/ 3833 h 9547"/>
              <a:gd name="T44" fmla="*/ 9621 w 13587"/>
              <a:gd name="T45" fmla="*/ 2841 h 9547"/>
              <a:gd name="T46" fmla="*/ 9007 w 13587"/>
              <a:gd name="T47" fmla="*/ 3758 h 9547"/>
              <a:gd name="T48" fmla="*/ 7012 w 13587"/>
              <a:gd name="T49" fmla="*/ 2766 h 9547"/>
              <a:gd name="T50" fmla="*/ 7184 w 13587"/>
              <a:gd name="T51" fmla="*/ 6332 h 9547"/>
              <a:gd name="T52" fmla="*/ 8272 w 13587"/>
              <a:gd name="T53" fmla="*/ 8287 h 9547"/>
              <a:gd name="T54" fmla="*/ 10972 w 13587"/>
              <a:gd name="T55" fmla="*/ 5208 h 9547"/>
              <a:gd name="T56" fmla="*/ 13037 w 13587"/>
              <a:gd name="T57" fmla="*/ 2851 h 9547"/>
              <a:gd name="T58" fmla="*/ 9702 w 13587"/>
              <a:gd name="T59" fmla="*/ 2806 h 9547"/>
              <a:gd name="T60" fmla="*/ 13117 w 13587"/>
              <a:gd name="T61" fmla="*/ 2750 h 9547"/>
              <a:gd name="T62" fmla="*/ 13450 w 13587"/>
              <a:gd name="T63" fmla="*/ 2177 h 9547"/>
              <a:gd name="T64" fmla="*/ 9647 w 13587"/>
              <a:gd name="T65" fmla="*/ 2716 h 9547"/>
              <a:gd name="T66" fmla="*/ 7058 w 13587"/>
              <a:gd name="T67" fmla="*/ 2680 h 9547"/>
              <a:gd name="T68" fmla="*/ 12956 w 13587"/>
              <a:gd name="T69" fmla="*/ 2761 h 9547"/>
              <a:gd name="T70" fmla="*/ 8680 w 13587"/>
              <a:gd name="T71" fmla="*/ 469 h 9547"/>
              <a:gd name="T72" fmla="*/ 7748 w 13587"/>
              <a:gd name="T73" fmla="*/ 101 h 9547"/>
              <a:gd name="T74" fmla="*/ 696 w 13587"/>
              <a:gd name="T75" fmla="*/ 2766 h 9547"/>
              <a:gd name="T76" fmla="*/ 3753 w 13587"/>
              <a:gd name="T77" fmla="*/ 2484 h 9547"/>
              <a:gd name="T78" fmla="*/ 2091 w 13587"/>
              <a:gd name="T79" fmla="*/ 5320 h 9547"/>
              <a:gd name="T80" fmla="*/ 3879 w 13587"/>
              <a:gd name="T81" fmla="*/ 2559 h 9547"/>
              <a:gd name="T82" fmla="*/ 600 w 13587"/>
              <a:gd name="T83" fmla="*/ 2735 h 9547"/>
              <a:gd name="T84" fmla="*/ 383 w 13587"/>
              <a:gd name="T85" fmla="*/ 1496 h 9547"/>
              <a:gd name="T86" fmla="*/ 2035 w 13587"/>
              <a:gd name="T87" fmla="*/ 5400 h 9547"/>
              <a:gd name="T88" fmla="*/ 746 w 13587"/>
              <a:gd name="T89" fmla="*/ 3068 h 9547"/>
              <a:gd name="T90" fmla="*/ 5038 w 13587"/>
              <a:gd name="T91" fmla="*/ 4866 h 9547"/>
              <a:gd name="T92" fmla="*/ 3960 w 13587"/>
              <a:gd name="T93" fmla="*/ 2594 h 9547"/>
              <a:gd name="T94" fmla="*/ 5144 w 13587"/>
              <a:gd name="T95" fmla="*/ 5088 h 9547"/>
              <a:gd name="T96" fmla="*/ 4766 w 13587"/>
              <a:gd name="T97" fmla="*/ 6090 h 9547"/>
              <a:gd name="T98" fmla="*/ 8211 w 13587"/>
              <a:gd name="T99" fmla="*/ 8357 h 9547"/>
              <a:gd name="T100" fmla="*/ 7194 w 13587"/>
              <a:gd name="T101" fmla="*/ 6644 h 9547"/>
              <a:gd name="T102" fmla="*/ 11249 w 13587"/>
              <a:gd name="T103" fmla="*/ 5027 h 9547"/>
              <a:gd name="T104" fmla="*/ 11969 w 13587"/>
              <a:gd name="T105" fmla="*/ 4806 h 95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3587" h="9547">
                <a:moveTo>
                  <a:pt x="13198" y="2791"/>
                </a:moveTo>
                <a:lnTo>
                  <a:pt x="13586" y="2121"/>
                </a:lnTo>
                <a:lnTo>
                  <a:pt x="10579" y="1381"/>
                </a:lnTo>
                <a:lnTo>
                  <a:pt x="8861" y="454"/>
                </a:lnTo>
                <a:lnTo>
                  <a:pt x="7737" y="0"/>
                </a:lnTo>
                <a:lnTo>
                  <a:pt x="3960" y="2458"/>
                </a:lnTo>
                <a:lnTo>
                  <a:pt x="333" y="1235"/>
                </a:lnTo>
                <a:lnTo>
                  <a:pt x="0" y="2529"/>
                </a:lnTo>
                <a:lnTo>
                  <a:pt x="620" y="2847"/>
                </a:lnTo>
                <a:lnTo>
                  <a:pt x="1300" y="6699"/>
                </a:lnTo>
                <a:lnTo>
                  <a:pt x="3134" y="3869"/>
                </a:lnTo>
                <a:lnTo>
                  <a:pt x="5083" y="4992"/>
                </a:lnTo>
                <a:lnTo>
                  <a:pt x="4665" y="6105"/>
                </a:lnTo>
                <a:lnTo>
                  <a:pt x="7249" y="9500"/>
                </a:lnTo>
                <a:lnTo>
                  <a:pt x="7284" y="9546"/>
                </a:lnTo>
                <a:lnTo>
                  <a:pt x="7330" y="9495"/>
                </a:lnTo>
                <a:lnTo>
                  <a:pt x="11138" y="5153"/>
                </a:lnTo>
                <a:lnTo>
                  <a:pt x="12024" y="4881"/>
                </a:lnTo>
                <a:lnTo>
                  <a:pt x="13173" y="2836"/>
                </a:lnTo>
                <a:lnTo>
                  <a:pt x="13198" y="2791"/>
                </a:lnTo>
                <a:close/>
                <a:moveTo>
                  <a:pt x="6922" y="2705"/>
                </a:moveTo>
                <a:lnTo>
                  <a:pt x="5657" y="4262"/>
                </a:lnTo>
                <a:lnTo>
                  <a:pt x="4040" y="2524"/>
                </a:lnTo>
                <a:lnTo>
                  <a:pt x="8649" y="580"/>
                </a:lnTo>
                <a:lnTo>
                  <a:pt x="6947" y="2675"/>
                </a:lnTo>
                <a:lnTo>
                  <a:pt x="6922" y="2705"/>
                </a:lnTo>
                <a:close/>
                <a:moveTo>
                  <a:pt x="5602" y="4332"/>
                </a:moveTo>
                <a:lnTo>
                  <a:pt x="5148" y="4891"/>
                </a:lnTo>
                <a:lnTo>
                  <a:pt x="4126" y="2746"/>
                </a:lnTo>
                <a:lnTo>
                  <a:pt x="5602" y="4332"/>
                </a:lnTo>
                <a:close/>
                <a:moveTo>
                  <a:pt x="7229" y="9263"/>
                </a:moveTo>
                <a:lnTo>
                  <a:pt x="5375" y="5370"/>
                </a:lnTo>
                <a:lnTo>
                  <a:pt x="7163" y="7788"/>
                </a:lnTo>
                <a:lnTo>
                  <a:pt x="7229" y="9263"/>
                </a:lnTo>
                <a:close/>
                <a:moveTo>
                  <a:pt x="5194" y="4977"/>
                </a:moveTo>
                <a:lnTo>
                  <a:pt x="6927" y="2836"/>
                </a:lnTo>
                <a:lnTo>
                  <a:pt x="7098" y="6458"/>
                </a:lnTo>
                <a:lnTo>
                  <a:pt x="7103" y="6528"/>
                </a:lnTo>
                <a:lnTo>
                  <a:pt x="7153" y="7631"/>
                </a:lnTo>
                <a:lnTo>
                  <a:pt x="5194" y="4977"/>
                </a:lnTo>
                <a:close/>
                <a:moveTo>
                  <a:pt x="8957" y="3833"/>
                </a:moveTo>
                <a:lnTo>
                  <a:pt x="11012" y="5103"/>
                </a:lnTo>
                <a:lnTo>
                  <a:pt x="7254" y="6387"/>
                </a:lnTo>
                <a:lnTo>
                  <a:pt x="8957" y="3833"/>
                </a:lnTo>
                <a:close/>
                <a:moveTo>
                  <a:pt x="9007" y="3758"/>
                </a:moveTo>
                <a:lnTo>
                  <a:pt x="9621" y="2841"/>
                </a:lnTo>
                <a:lnTo>
                  <a:pt x="10972" y="4977"/>
                </a:lnTo>
                <a:lnTo>
                  <a:pt x="9007" y="3758"/>
                </a:lnTo>
                <a:close/>
                <a:moveTo>
                  <a:pt x="7184" y="6332"/>
                </a:moveTo>
                <a:lnTo>
                  <a:pt x="7012" y="2766"/>
                </a:lnTo>
                <a:lnTo>
                  <a:pt x="9541" y="2801"/>
                </a:lnTo>
                <a:lnTo>
                  <a:pt x="7184" y="6332"/>
                </a:lnTo>
                <a:close/>
                <a:moveTo>
                  <a:pt x="10972" y="5208"/>
                </a:moveTo>
                <a:lnTo>
                  <a:pt x="8272" y="8287"/>
                </a:lnTo>
                <a:lnTo>
                  <a:pt x="7209" y="6493"/>
                </a:lnTo>
                <a:lnTo>
                  <a:pt x="10972" y="5208"/>
                </a:lnTo>
                <a:close/>
                <a:moveTo>
                  <a:pt x="9702" y="2806"/>
                </a:moveTo>
                <a:lnTo>
                  <a:pt x="13037" y="2851"/>
                </a:lnTo>
                <a:lnTo>
                  <a:pt x="11118" y="5043"/>
                </a:lnTo>
                <a:lnTo>
                  <a:pt x="9702" y="2806"/>
                </a:lnTo>
                <a:close/>
                <a:moveTo>
                  <a:pt x="13450" y="2177"/>
                </a:moveTo>
                <a:lnTo>
                  <a:pt x="13117" y="2750"/>
                </a:lnTo>
                <a:lnTo>
                  <a:pt x="10891" y="1547"/>
                </a:lnTo>
                <a:lnTo>
                  <a:pt x="13450" y="2177"/>
                </a:lnTo>
                <a:close/>
                <a:moveTo>
                  <a:pt x="12956" y="2761"/>
                </a:moveTo>
                <a:lnTo>
                  <a:pt x="9647" y="2716"/>
                </a:lnTo>
                <a:lnTo>
                  <a:pt x="9596" y="2716"/>
                </a:lnTo>
                <a:lnTo>
                  <a:pt x="7058" y="2680"/>
                </a:lnTo>
                <a:lnTo>
                  <a:pt x="8805" y="524"/>
                </a:lnTo>
                <a:lnTo>
                  <a:pt x="12956" y="2761"/>
                </a:lnTo>
                <a:close/>
                <a:moveTo>
                  <a:pt x="7748" y="101"/>
                </a:moveTo>
                <a:lnTo>
                  <a:pt x="8680" y="469"/>
                </a:lnTo>
                <a:lnTo>
                  <a:pt x="4403" y="2272"/>
                </a:lnTo>
                <a:lnTo>
                  <a:pt x="7748" y="101"/>
                </a:lnTo>
                <a:close/>
                <a:moveTo>
                  <a:pt x="3753" y="2484"/>
                </a:moveTo>
                <a:lnTo>
                  <a:pt x="696" y="2766"/>
                </a:lnTo>
                <a:lnTo>
                  <a:pt x="449" y="1365"/>
                </a:lnTo>
                <a:lnTo>
                  <a:pt x="3753" y="2484"/>
                </a:lnTo>
                <a:close/>
                <a:moveTo>
                  <a:pt x="3879" y="2559"/>
                </a:moveTo>
                <a:lnTo>
                  <a:pt x="2091" y="5320"/>
                </a:lnTo>
                <a:lnTo>
                  <a:pt x="731" y="2851"/>
                </a:lnTo>
                <a:lnTo>
                  <a:pt x="3879" y="2559"/>
                </a:lnTo>
                <a:close/>
                <a:moveTo>
                  <a:pt x="383" y="1496"/>
                </a:moveTo>
                <a:lnTo>
                  <a:pt x="600" y="2735"/>
                </a:lnTo>
                <a:lnTo>
                  <a:pt x="101" y="2484"/>
                </a:lnTo>
                <a:lnTo>
                  <a:pt x="383" y="1496"/>
                </a:lnTo>
                <a:close/>
                <a:moveTo>
                  <a:pt x="746" y="3068"/>
                </a:moveTo>
                <a:lnTo>
                  <a:pt x="2035" y="5400"/>
                </a:lnTo>
                <a:lnTo>
                  <a:pt x="1345" y="6463"/>
                </a:lnTo>
                <a:lnTo>
                  <a:pt x="746" y="3068"/>
                </a:lnTo>
                <a:close/>
                <a:moveTo>
                  <a:pt x="3960" y="2594"/>
                </a:moveTo>
                <a:lnTo>
                  <a:pt x="5038" y="4866"/>
                </a:lnTo>
                <a:lnTo>
                  <a:pt x="3184" y="3793"/>
                </a:lnTo>
                <a:lnTo>
                  <a:pt x="3960" y="2594"/>
                </a:lnTo>
                <a:close/>
                <a:moveTo>
                  <a:pt x="4766" y="6090"/>
                </a:moveTo>
                <a:lnTo>
                  <a:pt x="5144" y="5088"/>
                </a:lnTo>
                <a:lnTo>
                  <a:pt x="7063" y="9112"/>
                </a:lnTo>
                <a:lnTo>
                  <a:pt x="4766" y="6090"/>
                </a:lnTo>
                <a:close/>
                <a:moveTo>
                  <a:pt x="7194" y="6644"/>
                </a:moveTo>
                <a:lnTo>
                  <a:pt x="8211" y="8357"/>
                </a:lnTo>
                <a:lnTo>
                  <a:pt x="7325" y="9364"/>
                </a:lnTo>
                <a:lnTo>
                  <a:pt x="7194" y="6644"/>
                </a:lnTo>
                <a:close/>
                <a:moveTo>
                  <a:pt x="11969" y="4806"/>
                </a:moveTo>
                <a:lnTo>
                  <a:pt x="11249" y="5027"/>
                </a:lnTo>
                <a:lnTo>
                  <a:pt x="12891" y="3154"/>
                </a:lnTo>
                <a:lnTo>
                  <a:pt x="11969" y="4806"/>
                </a:lnTo>
                <a:close/>
              </a:path>
            </a:pathLst>
          </a:custGeom>
          <a:solidFill>
            <a:schemeClr val="tx1">
              <a:lumMod val="75000"/>
              <a:lumOff val="25000"/>
            </a:schemeClr>
          </a:solidFill>
          <a:ln w="12700">
            <a:solidFill>
              <a:schemeClr val="accent2"/>
            </a:solidFill>
          </a:ln>
          <a:effectLst/>
        </p:spPr>
        <p:txBody>
          <a:bodyPr wrap="none" anchor="ctr"/>
          <a:lstStyle/>
          <a:p>
            <a:endParaRPr lang="en-US" dirty="0">
              <a:latin typeface="微软雅黑 Light" panose="020B0502040204020203" pitchFamily="34" charset="-122"/>
              <a:sym typeface="Exo 2 Light" panose="00000400000000000000" pitchFamily="50" charset="0"/>
            </a:endParaRPr>
          </a:p>
        </p:txBody>
      </p:sp>
      <p:sp>
        <p:nvSpPr>
          <p:cNvPr id="7" name="TextBox 26">
            <a:extLst>
              <a:ext uri="{FF2B5EF4-FFF2-40B4-BE49-F238E27FC236}">
                <a16:creationId xmlns:a16="http://schemas.microsoft.com/office/drawing/2014/main" id="{7D80F13B-F800-4F65-9D06-0B1624B47232}"/>
              </a:ext>
            </a:extLst>
          </p:cNvPr>
          <p:cNvSpPr txBox="1"/>
          <p:nvPr userDrawn="1"/>
        </p:nvSpPr>
        <p:spPr>
          <a:xfrm>
            <a:off x="7864945" y="217993"/>
            <a:ext cx="3246403" cy="469359"/>
          </a:xfrm>
          <a:prstGeom prst="rect">
            <a:avLst/>
          </a:prstGeom>
          <a:noFill/>
        </p:spPr>
        <p:txBody>
          <a:bodyPr wrap="none" rtlCol="0">
            <a:spAutoFit/>
          </a:bodyPr>
          <a:lstStyle/>
          <a:p>
            <a:pPr algn="r"/>
            <a:r>
              <a:rPr lang="en-US" altLang="zh-CN" sz="1400" b="1" kern="1200" dirty="0">
                <a:solidFill>
                  <a:schemeClr val="tx1">
                    <a:lumMod val="75000"/>
                    <a:lumOff val="25000"/>
                  </a:schemeClr>
                </a:solidFill>
                <a:latin typeface="微软雅黑" panose="020B0503020204020204" pitchFamily="34" charset="-122"/>
                <a:ea typeface="微软雅黑" panose="020B0503020204020204" pitchFamily="34" charset="-122"/>
                <a:cs typeface="Exo 2 Thin" charset="0"/>
                <a:sym typeface="Exo 2 Light" panose="00000400000000000000" pitchFamily="50" charset="0"/>
              </a:rPr>
              <a:t>MAC</a:t>
            </a:r>
          </a:p>
          <a:p>
            <a:pPr algn="r"/>
            <a:r>
              <a:rPr lang="en-US" altLang="zh-CN" sz="1050" i="1" spc="600" dirty="0">
                <a:solidFill>
                  <a:schemeClr val="tx1">
                    <a:lumMod val="75000"/>
                    <a:lumOff val="25000"/>
                  </a:schemeClr>
                </a:solidFill>
                <a:latin typeface="微软雅黑 Light" panose="020B0502040204020203" pitchFamily="34" charset="-122"/>
                <a:ea typeface="Exo 2 Thin" charset="0"/>
                <a:cs typeface="Exo 2 Thin" charset="0"/>
                <a:sym typeface="Exo 2 Light" panose="00000400000000000000" pitchFamily="50" charset="0"/>
              </a:rPr>
              <a:t>Medium Access Control</a:t>
            </a:r>
            <a:endParaRPr lang="en-US" sz="1050" i="1" spc="600" dirty="0">
              <a:solidFill>
                <a:schemeClr val="tx1">
                  <a:lumMod val="75000"/>
                  <a:lumOff val="25000"/>
                </a:schemeClr>
              </a:solidFill>
              <a:latin typeface="微软雅黑 Light" panose="020B0502040204020203" pitchFamily="34" charset="-122"/>
              <a:ea typeface="Exo 2 Thin" charset="0"/>
              <a:cs typeface="Exo 2 Thin" charset="0"/>
              <a:sym typeface="Exo 2 Light" panose="00000400000000000000" pitchFamily="50" charset="0"/>
            </a:endParaRPr>
          </a:p>
        </p:txBody>
      </p:sp>
      <p:sp>
        <p:nvSpPr>
          <p:cNvPr id="9" name="直角三角形 8">
            <a:extLst>
              <a:ext uri="{FF2B5EF4-FFF2-40B4-BE49-F238E27FC236}">
                <a16:creationId xmlns:a16="http://schemas.microsoft.com/office/drawing/2014/main" id="{27E6DB47-D228-4E26-9861-0E71F9A9A745}"/>
              </a:ext>
            </a:extLst>
          </p:cNvPr>
          <p:cNvSpPr>
            <a:spLocks/>
          </p:cNvSpPr>
          <p:nvPr userDrawn="1"/>
        </p:nvSpPr>
        <p:spPr>
          <a:xfrm>
            <a:off x="3592998" y="674804"/>
            <a:ext cx="252000" cy="360000"/>
          </a:xfrm>
          <a:prstGeom prst="r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134" name="文本占位符 133">
            <a:extLst>
              <a:ext uri="{FF2B5EF4-FFF2-40B4-BE49-F238E27FC236}">
                <a16:creationId xmlns:a16="http://schemas.microsoft.com/office/drawing/2014/main" id="{B5619979-E434-4707-BF44-47FBECFEE61D}"/>
              </a:ext>
            </a:extLst>
          </p:cNvPr>
          <p:cNvSpPr>
            <a:spLocks noGrp="1"/>
          </p:cNvSpPr>
          <p:nvPr userDrawn="1">
            <p:ph type="body" sz="quarter" idx="15"/>
          </p:nvPr>
        </p:nvSpPr>
        <p:spPr>
          <a:xfrm>
            <a:off x="318409" y="6255764"/>
            <a:ext cx="8345771" cy="313932"/>
          </a:xfrm>
        </p:spPr>
        <p:txBody>
          <a:bodyPr anchor="ctr" anchorCtr="0">
            <a:spAutoFit/>
          </a:bodyPr>
          <a:lstStyle>
            <a:lvl1pPr marL="0" indent="0">
              <a:buNone/>
              <a:defRPr sz="1600">
                <a:latin typeface="微软雅黑 Light" panose="020B0502040204020203" pitchFamily="34" charset="-122"/>
                <a:ea typeface="微软雅黑 Light" panose="020B0502040204020203" pitchFamily="34" charset="-122"/>
              </a:defRPr>
            </a:lvl1pPr>
            <a:lvl2pPr marL="457200" indent="0">
              <a:buNone/>
              <a:defRPr sz="1600">
                <a:latin typeface="微软雅黑 Light" panose="020B0502040204020203" pitchFamily="34" charset="-122"/>
                <a:ea typeface="微软雅黑 Light" panose="020B0502040204020203" pitchFamily="34" charset="-122"/>
              </a:defRPr>
            </a:lvl2pPr>
            <a:lvl3pPr marL="914400" indent="0">
              <a:buNone/>
              <a:defRPr sz="1600">
                <a:latin typeface="微软雅黑 Light" panose="020B0502040204020203" pitchFamily="34" charset="-122"/>
                <a:ea typeface="微软雅黑 Light" panose="020B0502040204020203" pitchFamily="34" charset="-122"/>
              </a:defRPr>
            </a:lvl3pPr>
            <a:lvl4pPr marL="1371600" indent="0">
              <a:buNone/>
              <a:defRPr sz="1600">
                <a:latin typeface="微软雅黑 Light" panose="020B0502040204020203" pitchFamily="34" charset="-122"/>
                <a:ea typeface="微软雅黑 Light" panose="020B0502040204020203" pitchFamily="34" charset="-122"/>
              </a:defRPr>
            </a:lvl4pPr>
            <a:lvl5pPr marL="1828800" indent="0">
              <a:buNone/>
              <a:defRPr sz="1600">
                <a:latin typeface="微软雅黑 Light" panose="020B0502040204020203" pitchFamily="34" charset="-122"/>
                <a:ea typeface="微软雅黑 Light" panose="020B0502040204020203" pitchFamily="34" charset="-122"/>
              </a:defRPr>
            </a:lvl5pPr>
          </a:lstStyle>
          <a:p>
            <a:pPr lvl="0"/>
            <a:r>
              <a:rPr lang="zh-CN" altLang="en-US" dirty="0"/>
              <a:t>单击此处编辑母版文本样式</a:t>
            </a:r>
          </a:p>
        </p:txBody>
      </p:sp>
      <p:sp>
        <p:nvSpPr>
          <p:cNvPr id="135" name="文本占位符 3">
            <a:extLst>
              <a:ext uri="{FF2B5EF4-FFF2-40B4-BE49-F238E27FC236}">
                <a16:creationId xmlns:a16="http://schemas.microsoft.com/office/drawing/2014/main" id="{3B3B47DF-474B-449C-A374-0D2DA4D73476}"/>
              </a:ext>
            </a:extLst>
          </p:cNvPr>
          <p:cNvSpPr>
            <a:spLocks noGrp="1"/>
          </p:cNvSpPr>
          <p:nvPr userDrawn="1">
            <p:ph type="body" sz="quarter" idx="16"/>
          </p:nvPr>
        </p:nvSpPr>
        <p:spPr>
          <a:xfrm>
            <a:off x="318409" y="1208478"/>
            <a:ext cx="11555183" cy="5025967"/>
          </a:xfrm>
        </p:spPr>
        <p:txBody>
          <a:bodyPr/>
          <a:lstStyle>
            <a:lvl1pPr algn="just">
              <a:defRPr/>
            </a:lvl1pPr>
            <a:lvl2pPr algn="just">
              <a:defRPr/>
            </a:lvl2pPr>
          </a:lstStyle>
          <a:p>
            <a:pPr lvl="0"/>
            <a:r>
              <a:rPr lang="zh-CN" altLang="en-US" dirty="0"/>
              <a:t>单击此处编辑母版文本样式</a:t>
            </a:r>
          </a:p>
          <a:p>
            <a:pPr lvl="1"/>
            <a:r>
              <a:rPr lang="zh-CN" altLang="en-US" dirty="0"/>
              <a:t>二级</a:t>
            </a:r>
          </a:p>
        </p:txBody>
      </p:sp>
      <p:sp>
        <p:nvSpPr>
          <p:cNvPr id="137" name="文本占位符 8">
            <a:extLst>
              <a:ext uri="{FF2B5EF4-FFF2-40B4-BE49-F238E27FC236}">
                <a16:creationId xmlns:a16="http://schemas.microsoft.com/office/drawing/2014/main" id="{B237B425-7B61-4BEA-AB3B-78B8A0D3E45A}"/>
              </a:ext>
            </a:extLst>
          </p:cNvPr>
          <p:cNvSpPr>
            <a:spLocks noGrp="1"/>
          </p:cNvSpPr>
          <p:nvPr userDrawn="1">
            <p:ph type="body" sz="quarter" idx="13" hasCustomPrompt="1"/>
          </p:nvPr>
        </p:nvSpPr>
        <p:spPr>
          <a:xfrm>
            <a:off x="306873" y="674804"/>
            <a:ext cx="3286125" cy="542516"/>
          </a:xfrm>
          <a:solidFill>
            <a:schemeClr val="accent2"/>
          </a:solidFill>
          <a:ln>
            <a:noFill/>
          </a:ln>
        </p:spPr>
        <p:txBody>
          <a:bodyPr anchor="ctr" anchorCtr="0"/>
          <a:lstStyle>
            <a:lvl1pPr marL="0" indent="0" algn="ctr">
              <a:buNone/>
              <a:defRPr>
                <a:solidFill>
                  <a:schemeClr val="bg1"/>
                </a:solidFill>
                <a:latin typeface="微软雅黑" panose="020B0503020204020204" pitchFamily="34" charset="-122"/>
                <a:ea typeface="微软雅黑" panose="020B0503020204020204" pitchFamily="34" charset="-122"/>
              </a:defRPr>
            </a:lvl1pPr>
            <a:lvl2pPr marL="457200" indent="0">
              <a:buNone/>
              <a:defRPr>
                <a:latin typeface="微软雅黑" panose="020B0503020204020204" pitchFamily="34" charset="-122"/>
                <a:ea typeface="微软雅黑" panose="020B0503020204020204" pitchFamily="34" charset="-122"/>
              </a:defRPr>
            </a:lvl2pPr>
            <a:lvl3pPr marL="914400" indent="0">
              <a:buNone/>
              <a:defRPr>
                <a:latin typeface="微软雅黑" panose="020B0503020204020204" pitchFamily="34" charset="-122"/>
                <a:ea typeface="微软雅黑" panose="020B0503020204020204" pitchFamily="34" charset="-122"/>
              </a:defRPr>
            </a:lvl3pPr>
            <a:lvl4pPr marL="1371600" indent="0">
              <a:buNone/>
              <a:defRPr>
                <a:latin typeface="微软雅黑" panose="020B0503020204020204" pitchFamily="34" charset="-122"/>
                <a:ea typeface="微软雅黑" panose="020B0503020204020204" pitchFamily="34" charset="-122"/>
              </a:defRPr>
            </a:lvl4pPr>
            <a:lvl5pPr marL="1828800" indent="0">
              <a:buNone/>
              <a:defRPr>
                <a:latin typeface="微软雅黑" panose="020B0503020204020204" pitchFamily="34" charset="-122"/>
                <a:ea typeface="微软雅黑" panose="020B0503020204020204" pitchFamily="34" charset="-122"/>
              </a:defRPr>
            </a:lvl5pPr>
          </a:lstStyle>
          <a:p>
            <a:pPr lvl="0"/>
            <a:r>
              <a:rPr lang="zh-CN" altLang="en-US" dirty="0"/>
              <a:t>版文本样式</a:t>
            </a:r>
          </a:p>
        </p:txBody>
      </p:sp>
    </p:spTree>
    <p:extLst>
      <p:ext uri="{BB962C8B-B14F-4D97-AF65-F5344CB8AC3E}">
        <p14:creationId xmlns:p14="http://schemas.microsoft.com/office/powerpoint/2010/main" val="411677564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ARP">
    <p:spTree>
      <p:nvGrpSpPr>
        <p:cNvPr id="1" name=""/>
        <p:cNvGrpSpPr/>
        <p:nvPr/>
      </p:nvGrpSpPr>
      <p:grpSpPr>
        <a:xfrm>
          <a:off x="0" y="0"/>
          <a:ext cx="0" cy="0"/>
          <a:chOff x="0" y="0"/>
          <a:chExt cx="0" cy="0"/>
        </a:xfrm>
      </p:grpSpPr>
      <p:sp>
        <p:nvSpPr>
          <p:cNvPr id="6" name="Freeform 25">
            <a:extLst>
              <a:ext uri="{FF2B5EF4-FFF2-40B4-BE49-F238E27FC236}">
                <a16:creationId xmlns:a16="http://schemas.microsoft.com/office/drawing/2014/main" id="{38B69EE1-BCFE-4371-B597-971E0649EC0B}"/>
              </a:ext>
            </a:extLst>
          </p:cNvPr>
          <p:cNvSpPr>
            <a:spLocks noChangeArrowheads="1"/>
          </p:cNvSpPr>
          <p:nvPr userDrawn="1"/>
        </p:nvSpPr>
        <p:spPr bwMode="auto">
          <a:xfrm>
            <a:off x="11116689" y="136525"/>
            <a:ext cx="899816" cy="632295"/>
          </a:xfrm>
          <a:custGeom>
            <a:avLst/>
            <a:gdLst>
              <a:gd name="T0" fmla="*/ 13586 w 13587"/>
              <a:gd name="T1" fmla="*/ 2121 h 9547"/>
              <a:gd name="T2" fmla="*/ 8861 w 13587"/>
              <a:gd name="T3" fmla="*/ 454 h 9547"/>
              <a:gd name="T4" fmla="*/ 3960 w 13587"/>
              <a:gd name="T5" fmla="*/ 2458 h 9547"/>
              <a:gd name="T6" fmla="*/ 0 w 13587"/>
              <a:gd name="T7" fmla="*/ 2529 h 9547"/>
              <a:gd name="T8" fmla="*/ 1300 w 13587"/>
              <a:gd name="T9" fmla="*/ 6699 h 9547"/>
              <a:gd name="T10" fmla="*/ 5083 w 13587"/>
              <a:gd name="T11" fmla="*/ 4992 h 9547"/>
              <a:gd name="T12" fmla="*/ 7249 w 13587"/>
              <a:gd name="T13" fmla="*/ 9500 h 9547"/>
              <a:gd name="T14" fmla="*/ 7330 w 13587"/>
              <a:gd name="T15" fmla="*/ 9495 h 9547"/>
              <a:gd name="T16" fmla="*/ 12024 w 13587"/>
              <a:gd name="T17" fmla="*/ 4881 h 9547"/>
              <a:gd name="T18" fmla="*/ 13198 w 13587"/>
              <a:gd name="T19" fmla="*/ 2791 h 9547"/>
              <a:gd name="T20" fmla="*/ 5657 w 13587"/>
              <a:gd name="T21" fmla="*/ 4262 h 9547"/>
              <a:gd name="T22" fmla="*/ 8649 w 13587"/>
              <a:gd name="T23" fmla="*/ 580 h 9547"/>
              <a:gd name="T24" fmla="*/ 6922 w 13587"/>
              <a:gd name="T25" fmla="*/ 2705 h 9547"/>
              <a:gd name="T26" fmla="*/ 5148 w 13587"/>
              <a:gd name="T27" fmla="*/ 4891 h 9547"/>
              <a:gd name="T28" fmla="*/ 5602 w 13587"/>
              <a:gd name="T29" fmla="*/ 4332 h 9547"/>
              <a:gd name="T30" fmla="*/ 5375 w 13587"/>
              <a:gd name="T31" fmla="*/ 5370 h 9547"/>
              <a:gd name="T32" fmla="*/ 7229 w 13587"/>
              <a:gd name="T33" fmla="*/ 9263 h 9547"/>
              <a:gd name="T34" fmla="*/ 6927 w 13587"/>
              <a:gd name="T35" fmla="*/ 2836 h 9547"/>
              <a:gd name="T36" fmla="*/ 7103 w 13587"/>
              <a:gd name="T37" fmla="*/ 6528 h 9547"/>
              <a:gd name="T38" fmla="*/ 5194 w 13587"/>
              <a:gd name="T39" fmla="*/ 4977 h 9547"/>
              <a:gd name="T40" fmla="*/ 11012 w 13587"/>
              <a:gd name="T41" fmla="*/ 5103 h 9547"/>
              <a:gd name="T42" fmla="*/ 8957 w 13587"/>
              <a:gd name="T43" fmla="*/ 3833 h 9547"/>
              <a:gd name="T44" fmla="*/ 9621 w 13587"/>
              <a:gd name="T45" fmla="*/ 2841 h 9547"/>
              <a:gd name="T46" fmla="*/ 9007 w 13587"/>
              <a:gd name="T47" fmla="*/ 3758 h 9547"/>
              <a:gd name="T48" fmla="*/ 7012 w 13587"/>
              <a:gd name="T49" fmla="*/ 2766 h 9547"/>
              <a:gd name="T50" fmla="*/ 7184 w 13587"/>
              <a:gd name="T51" fmla="*/ 6332 h 9547"/>
              <a:gd name="T52" fmla="*/ 8272 w 13587"/>
              <a:gd name="T53" fmla="*/ 8287 h 9547"/>
              <a:gd name="T54" fmla="*/ 10972 w 13587"/>
              <a:gd name="T55" fmla="*/ 5208 h 9547"/>
              <a:gd name="T56" fmla="*/ 13037 w 13587"/>
              <a:gd name="T57" fmla="*/ 2851 h 9547"/>
              <a:gd name="T58" fmla="*/ 9702 w 13587"/>
              <a:gd name="T59" fmla="*/ 2806 h 9547"/>
              <a:gd name="T60" fmla="*/ 13117 w 13587"/>
              <a:gd name="T61" fmla="*/ 2750 h 9547"/>
              <a:gd name="T62" fmla="*/ 13450 w 13587"/>
              <a:gd name="T63" fmla="*/ 2177 h 9547"/>
              <a:gd name="T64" fmla="*/ 9647 w 13587"/>
              <a:gd name="T65" fmla="*/ 2716 h 9547"/>
              <a:gd name="T66" fmla="*/ 7058 w 13587"/>
              <a:gd name="T67" fmla="*/ 2680 h 9547"/>
              <a:gd name="T68" fmla="*/ 12956 w 13587"/>
              <a:gd name="T69" fmla="*/ 2761 h 9547"/>
              <a:gd name="T70" fmla="*/ 8680 w 13587"/>
              <a:gd name="T71" fmla="*/ 469 h 9547"/>
              <a:gd name="T72" fmla="*/ 7748 w 13587"/>
              <a:gd name="T73" fmla="*/ 101 h 9547"/>
              <a:gd name="T74" fmla="*/ 696 w 13587"/>
              <a:gd name="T75" fmla="*/ 2766 h 9547"/>
              <a:gd name="T76" fmla="*/ 3753 w 13587"/>
              <a:gd name="T77" fmla="*/ 2484 h 9547"/>
              <a:gd name="T78" fmla="*/ 2091 w 13587"/>
              <a:gd name="T79" fmla="*/ 5320 h 9547"/>
              <a:gd name="T80" fmla="*/ 3879 w 13587"/>
              <a:gd name="T81" fmla="*/ 2559 h 9547"/>
              <a:gd name="T82" fmla="*/ 600 w 13587"/>
              <a:gd name="T83" fmla="*/ 2735 h 9547"/>
              <a:gd name="T84" fmla="*/ 383 w 13587"/>
              <a:gd name="T85" fmla="*/ 1496 h 9547"/>
              <a:gd name="T86" fmla="*/ 2035 w 13587"/>
              <a:gd name="T87" fmla="*/ 5400 h 9547"/>
              <a:gd name="T88" fmla="*/ 746 w 13587"/>
              <a:gd name="T89" fmla="*/ 3068 h 9547"/>
              <a:gd name="T90" fmla="*/ 5038 w 13587"/>
              <a:gd name="T91" fmla="*/ 4866 h 9547"/>
              <a:gd name="T92" fmla="*/ 3960 w 13587"/>
              <a:gd name="T93" fmla="*/ 2594 h 9547"/>
              <a:gd name="T94" fmla="*/ 5144 w 13587"/>
              <a:gd name="T95" fmla="*/ 5088 h 9547"/>
              <a:gd name="T96" fmla="*/ 4766 w 13587"/>
              <a:gd name="T97" fmla="*/ 6090 h 9547"/>
              <a:gd name="T98" fmla="*/ 8211 w 13587"/>
              <a:gd name="T99" fmla="*/ 8357 h 9547"/>
              <a:gd name="T100" fmla="*/ 7194 w 13587"/>
              <a:gd name="T101" fmla="*/ 6644 h 9547"/>
              <a:gd name="T102" fmla="*/ 11249 w 13587"/>
              <a:gd name="T103" fmla="*/ 5027 h 9547"/>
              <a:gd name="T104" fmla="*/ 11969 w 13587"/>
              <a:gd name="T105" fmla="*/ 4806 h 95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3587" h="9547">
                <a:moveTo>
                  <a:pt x="13198" y="2791"/>
                </a:moveTo>
                <a:lnTo>
                  <a:pt x="13586" y="2121"/>
                </a:lnTo>
                <a:lnTo>
                  <a:pt x="10579" y="1381"/>
                </a:lnTo>
                <a:lnTo>
                  <a:pt x="8861" y="454"/>
                </a:lnTo>
                <a:lnTo>
                  <a:pt x="7737" y="0"/>
                </a:lnTo>
                <a:lnTo>
                  <a:pt x="3960" y="2458"/>
                </a:lnTo>
                <a:lnTo>
                  <a:pt x="333" y="1235"/>
                </a:lnTo>
                <a:lnTo>
                  <a:pt x="0" y="2529"/>
                </a:lnTo>
                <a:lnTo>
                  <a:pt x="620" y="2847"/>
                </a:lnTo>
                <a:lnTo>
                  <a:pt x="1300" y="6699"/>
                </a:lnTo>
                <a:lnTo>
                  <a:pt x="3134" y="3869"/>
                </a:lnTo>
                <a:lnTo>
                  <a:pt x="5083" y="4992"/>
                </a:lnTo>
                <a:lnTo>
                  <a:pt x="4665" y="6105"/>
                </a:lnTo>
                <a:lnTo>
                  <a:pt x="7249" y="9500"/>
                </a:lnTo>
                <a:lnTo>
                  <a:pt x="7284" y="9546"/>
                </a:lnTo>
                <a:lnTo>
                  <a:pt x="7330" y="9495"/>
                </a:lnTo>
                <a:lnTo>
                  <a:pt x="11138" y="5153"/>
                </a:lnTo>
                <a:lnTo>
                  <a:pt x="12024" y="4881"/>
                </a:lnTo>
                <a:lnTo>
                  <a:pt x="13173" y="2836"/>
                </a:lnTo>
                <a:lnTo>
                  <a:pt x="13198" y="2791"/>
                </a:lnTo>
                <a:close/>
                <a:moveTo>
                  <a:pt x="6922" y="2705"/>
                </a:moveTo>
                <a:lnTo>
                  <a:pt x="5657" y="4262"/>
                </a:lnTo>
                <a:lnTo>
                  <a:pt x="4040" y="2524"/>
                </a:lnTo>
                <a:lnTo>
                  <a:pt x="8649" y="580"/>
                </a:lnTo>
                <a:lnTo>
                  <a:pt x="6947" y="2675"/>
                </a:lnTo>
                <a:lnTo>
                  <a:pt x="6922" y="2705"/>
                </a:lnTo>
                <a:close/>
                <a:moveTo>
                  <a:pt x="5602" y="4332"/>
                </a:moveTo>
                <a:lnTo>
                  <a:pt x="5148" y="4891"/>
                </a:lnTo>
                <a:lnTo>
                  <a:pt x="4126" y="2746"/>
                </a:lnTo>
                <a:lnTo>
                  <a:pt x="5602" y="4332"/>
                </a:lnTo>
                <a:close/>
                <a:moveTo>
                  <a:pt x="7229" y="9263"/>
                </a:moveTo>
                <a:lnTo>
                  <a:pt x="5375" y="5370"/>
                </a:lnTo>
                <a:lnTo>
                  <a:pt x="7163" y="7788"/>
                </a:lnTo>
                <a:lnTo>
                  <a:pt x="7229" y="9263"/>
                </a:lnTo>
                <a:close/>
                <a:moveTo>
                  <a:pt x="5194" y="4977"/>
                </a:moveTo>
                <a:lnTo>
                  <a:pt x="6927" y="2836"/>
                </a:lnTo>
                <a:lnTo>
                  <a:pt x="7098" y="6458"/>
                </a:lnTo>
                <a:lnTo>
                  <a:pt x="7103" y="6528"/>
                </a:lnTo>
                <a:lnTo>
                  <a:pt x="7153" y="7631"/>
                </a:lnTo>
                <a:lnTo>
                  <a:pt x="5194" y="4977"/>
                </a:lnTo>
                <a:close/>
                <a:moveTo>
                  <a:pt x="8957" y="3833"/>
                </a:moveTo>
                <a:lnTo>
                  <a:pt x="11012" y="5103"/>
                </a:lnTo>
                <a:lnTo>
                  <a:pt x="7254" y="6387"/>
                </a:lnTo>
                <a:lnTo>
                  <a:pt x="8957" y="3833"/>
                </a:lnTo>
                <a:close/>
                <a:moveTo>
                  <a:pt x="9007" y="3758"/>
                </a:moveTo>
                <a:lnTo>
                  <a:pt x="9621" y="2841"/>
                </a:lnTo>
                <a:lnTo>
                  <a:pt x="10972" y="4977"/>
                </a:lnTo>
                <a:lnTo>
                  <a:pt x="9007" y="3758"/>
                </a:lnTo>
                <a:close/>
                <a:moveTo>
                  <a:pt x="7184" y="6332"/>
                </a:moveTo>
                <a:lnTo>
                  <a:pt x="7012" y="2766"/>
                </a:lnTo>
                <a:lnTo>
                  <a:pt x="9541" y="2801"/>
                </a:lnTo>
                <a:lnTo>
                  <a:pt x="7184" y="6332"/>
                </a:lnTo>
                <a:close/>
                <a:moveTo>
                  <a:pt x="10972" y="5208"/>
                </a:moveTo>
                <a:lnTo>
                  <a:pt x="8272" y="8287"/>
                </a:lnTo>
                <a:lnTo>
                  <a:pt x="7209" y="6493"/>
                </a:lnTo>
                <a:lnTo>
                  <a:pt x="10972" y="5208"/>
                </a:lnTo>
                <a:close/>
                <a:moveTo>
                  <a:pt x="9702" y="2806"/>
                </a:moveTo>
                <a:lnTo>
                  <a:pt x="13037" y="2851"/>
                </a:lnTo>
                <a:lnTo>
                  <a:pt x="11118" y="5043"/>
                </a:lnTo>
                <a:lnTo>
                  <a:pt x="9702" y="2806"/>
                </a:lnTo>
                <a:close/>
                <a:moveTo>
                  <a:pt x="13450" y="2177"/>
                </a:moveTo>
                <a:lnTo>
                  <a:pt x="13117" y="2750"/>
                </a:lnTo>
                <a:lnTo>
                  <a:pt x="10891" y="1547"/>
                </a:lnTo>
                <a:lnTo>
                  <a:pt x="13450" y="2177"/>
                </a:lnTo>
                <a:close/>
                <a:moveTo>
                  <a:pt x="12956" y="2761"/>
                </a:moveTo>
                <a:lnTo>
                  <a:pt x="9647" y="2716"/>
                </a:lnTo>
                <a:lnTo>
                  <a:pt x="9596" y="2716"/>
                </a:lnTo>
                <a:lnTo>
                  <a:pt x="7058" y="2680"/>
                </a:lnTo>
                <a:lnTo>
                  <a:pt x="8805" y="524"/>
                </a:lnTo>
                <a:lnTo>
                  <a:pt x="12956" y="2761"/>
                </a:lnTo>
                <a:close/>
                <a:moveTo>
                  <a:pt x="7748" y="101"/>
                </a:moveTo>
                <a:lnTo>
                  <a:pt x="8680" y="469"/>
                </a:lnTo>
                <a:lnTo>
                  <a:pt x="4403" y="2272"/>
                </a:lnTo>
                <a:lnTo>
                  <a:pt x="7748" y="101"/>
                </a:lnTo>
                <a:close/>
                <a:moveTo>
                  <a:pt x="3753" y="2484"/>
                </a:moveTo>
                <a:lnTo>
                  <a:pt x="696" y="2766"/>
                </a:lnTo>
                <a:lnTo>
                  <a:pt x="449" y="1365"/>
                </a:lnTo>
                <a:lnTo>
                  <a:pt x="3753" y="2484"/>
                </a:lnTo>
                <a:close/>
                <a:moveTo>
                  <a:pt x="3879" y="2559"/>
                </a:moveTo>
                <a:lnTo>
                  <a:pt x="2091" y="5320"/>
                </a:lnTo>
                <a:lnTo>
                  <a:pt x="731" y="2851"/>
                </a:lnTo>
                <a:lnTo>
                  <a:pt x="3879" y="2559"/>
                </a:lnTo>
                <a:close/>
                <a:moveTo>
                  <a:pt x="383" y="1496"/>
                </a:moveTo>
                <a:lnTo>
                  <a:pt x="600" y="2735"/>
                </a:lnTo>
                <a:lnTo>
                  <a:pt x="101" y="2484"/>
                </a:lnTo>
                <a:lnTo>
                  <a:pt x="383" y="1496"/>
                </a:lnTo>
                <a:close/>
                <a:moveTo>
                  <a:pt x="746" y="3068"/>
                </a:moveTo>
                <a:lnTo>
                  <a:pt x="2035" y="5400"/>
                </a:lnTo>
                <a:lnTo>
                  <a:pt x="1345" y="6463"/>
                </a:lnTo>
                <a:lnTo>
                  <a:pt x="746" y="3068"/>
                </a:lnTo>
                <a:close/>
                <a:moveTo>
                  <a:pt x="3960" y="2594"/>
                </a:moveTo>
                <a:lnTo>
                  <a:pt x="5038" y="4866"/>
                </a:lnTo>
                <a:lnTo>
                  <a:pt x="3184" y="3793"/>
                </a:lnTo>
                <a:lnTo>
                  <a:pt x="3960" y="2594"/>
                </a:lnTo>
                <a:close/>
                <a:moveTo>
                  <a:pt x="4766" y="6090"/>
                </a:moveTo>
                <a:lnTo>
                  <a:pt x="5144" y="5088"/>
                </a:lnTo>
                <a:lnTo>
                  <a:pt x="7063" y="9112"/>
                </a:lnTo>
                <a:lnTo>
                  <a:pt x="4766" y="6090"/>
                </a:lnTo>
                <a:close/>
                <a:moveTo>
                  <a:pt x="7194" y="6644"/>
                </a:moveTo>
                <a:lnTo>
                  <a:pt x="8211" y="8357"/>
                </a:lnTo>
                <a:lnTo>
                  <a:pt x="7325" y="9364"/>
                </a:lnTo>
                <a:lnTo>
                  <a:pt x="7194" y="6644"/>
                </a:lnTo>
                <a:close/>
                <a:moveTo>
                  <a:pt x="11969" y="4806"/>
                </a:moveTo>
                <a:lnTo>
                  <a:pt x="11249" y="5027"/>
                </a:lnTo>
                <a:lnTo>
                  <a:pt x="12891" y="3154"/>
                </a:lnTo>
                <a:lnTo>
                  <a:pt x="11969" y="4806"/>
                </a:lnTo>
                <a:close/>
              </a:path>
            </a:pathLst>
          </a:custGeom>
          <a:solidFill>
            <a:schemeClr val="tx1">
              <a:lumMod val="75000"/>
              <a:lumOff val="25000"/>
            </a:schemeClr>
          </a:solidFill>
          <a:ln w="12700">
            <a:solidFill>
              <a:schemeClr val="accent2"/>
            </a:solidFill>
          </a:ln>
          <a:effectLst/>
        </p:spPr>
        <p:txBody>
          <a:bodyPr wrap="none" anchor="ctr"/>
          <a:lstStyle/>
          <a:p>
            <a:endParaRPr lang="en-US" dirty="0">
              <a:latin typeface="微软雅黑 Light" panose="020B0502040204020203" pitchFamily="34" charset="-122"/>
              <a:sym typeface="Exo 2 Light" panose="00000400000000000000" pitchFamily="50" charset="0"/>
            </a:endParaRPr>
          </a:p>
        </p:txBody>
      </p:sp>
      <p:sp>
        <p:nvSpPr>
          <p:cNvPr id="7" name="TextBox 26">
            <a:extLst>
              <a:ext uri="{FF2B5EF4-FFF2-40B4-BE49-F238E27FC236}">
                <a16:creationId xmlns:a16="http://schemas.microsoft.com/office/drawing/2014/main" id="{7D80F13B-F800-4F65-9D06-0B1624B47232}"/>
              </a:ext>
            </a:extLst>
          </p:cNvPr>
          <p:cNvSpPr txBox="1"/>
          <p:nvPr userDrawn="1"/>
        </p:nvSpPr>
        <p:spPr>
          <a:xfrm>
            <a:off x="6710783" y="217993"/>
            <a:ext cx="4400565" cy="469359"/>
          </a:xfrm>
          <a:prstGeom prst="rect">
            <a:avLst/>
          </a:prstGeom>
          <a:noFill/>
        </p:spPr>
        <p:txBody>
          <a:bodyPr wrap="none" rtlCol="0">
            <a:spAutoFit/>
          </a:bodyPr>
          <a:lstStyle/>
          <a:p>
            <a:pPr algn="r"/>
            <a:r>
              <a:rPr 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Exo 2 Semi" charset="0"/>
              </a:rPr>
              <a:t>ARP</a:t>
            </a:r>
          </a:p>
          <a:p>
            <a:pPr algn="r"/>
            <a:r>
              <a:rPr lang="en-US" altLang="zh-CN" sz="1050" i="1" spc="600" dirty="0">
                <a:solidFill>
                  <a:schemeClr val="tx1">
                    <a:lumMod val="75000"/>
                    <a:lumOff val="25000"/>
                  </a:schemeClr>
                </a:solidFill>
                <a:latin typeface="微软雅黑 Light" panose="020B0502040204020203" pitchFamily="34" charset="-122"/>
                <a:ea typeface="Exo 2 Thin" charset="0"/>
                <a:cs typeface="Exo 2 Thin" charset="0"/>
                <a:sym typeface="Exo 2 Light" panose="00000400000000000000" pitchFamily="50" charset="0"/>
              </a:rPr>
              <a:t>Addressing Resolution protocol</a:t>
            </a:r>
            <a:endParaRPr lang="en-US" sz="1050" i="1" spc="600" dirty="0">
              <a:solidFill>
                <a:schemeClr val="tx1">
                  <a:lumMod val="75000"/>
                  <a:lumOff val="25000"/>
                </a:schemeClr>
              </a:solidFill>
              <a:latin typeface="微软雅黑 Light" panose="020B0502040204020203" pitchFamily="34" charset="-122"/>
              <a:ea typeface="Exo 2 Thin" charset="0"/>
              <a:cs typeface="Exo 2 Thin" charset="0"/>
              <a:sym typeface="Exo 2 Light" panose="00000400000000000000" pitchFamily="50" charset="0"/>
            </a:endParaRPr>
          </a:p>
        </p:txBody>
      </p:sp>
      <p:grpSp>
        <p:nvGrpSpPr>
          <p:cNvPr id="2" name="组合 1">
            <a:extLst>
              <a:ext uri="{FF2B5EF4-FFF2-40B4-BE49-F238E27FC236}">
                <a16:creationId xmlns:a16="http://schemas.microsoft.com/office/drawing/2014/main" id="{A55D9DD8-0C69-48F3-A1EF-63947B28BFA5}"/>
              </a:ext>
            </a:extLst>
          </p:cNvPr>
          <p:cNvGrpSpPr/>
          <p:nvPr userDrawn="1"/>
        </p:nvGrpSpPr>
        <p:grpSpPr>
          <a:xfrm>
            <a:off x="0" y="0"/>
            <a:ext cx="7711084" cy="941457"/>
            <a:chOff x="-14417" y="-36940"/>
            <a:chExt cx="7711084" cy="941457"/>
          </a:xfrm>
        </p:grpSpPr>
        <p:sp>
          <p:nvSpPr>
            <p:cNvPr id="11" name="椭圆 10">
              <a:extLst>
                <a:ext uri="{FF2B5EF4-FFF2-40B4-BE49-F238E27FC236}">
                  <a16:creationId xmlns:a16="http://schemas.microsoft.com/office/drawing/2014/main" id="{1E70C58A-5A85-4832-B6D7-16830C470707}"/>
                </a:ext>
              </a:extLst>
            </p:cNvPr>
            <p:cNvSpPr/>
            <p:nvPr/>
          </p:nvSpPr>
          <p:spPr>
            <a:xfrm rot="374285">
              <a:off x="6100494" y="535640"/>
              <a:ext cx="95082" cy="90944"/>
            </a:xfrm>
            <a:prstGeom prst="ellipse">
              <a:avLst/>
            </a:prstGeom>
            <a:solidFill>
              <a:schemeClr val="accent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12" name="椭圆 11">
              <a:extLst>
                <a:ext uri="{FF2B5EF4-FFF2-40B4-BE49-F238E27FC236}">
                  <a16:creationId xmlns:a16="http://schemas.microsoft.com/office/drawing/2014/main" id="{DC82F87F-1BF8-46C1-A5E3-DA3CF824850F}"/>
                </a:ext>
              </a:extLst>
            </p:cNvPr>
            <p:cNvSpPr/>
            <p:nvPr/>
          </p:nvSpPr>
          <p:spPr>
            <a:xfrm rot="374285">
              <a:off x="5448352" y="699694"/>
              <a:ext cx="132525" cy="12675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13" name="椭圆 12">
              <a:extLst>
                <a:ext uri="{FF2B5EF4-FFF2-40B4-BE49-F238E27FC236}">
                  <a16:creationId xmlns:a16="http://schemas.microsoft.com/office/drawing/2014/main" id="{614CD21A-C39D-4795-83CD-774FD349585D}"/>
                </a:ext>
              </a:extLst>
            </p:cNvPr>
            <p:cNvSpPr/>
            <p:nvPr/>
          </p:nvSpPr>
          <p:spPr>
            <a:xfrm rot="374285">
              <a:off x="3572722" y="604289"/>
              <a:ext cx="115820" cy="11077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14" name="椭圆 13">
              <a:extLst>
                <a:ext uri="{FF2B5EF4-FFF2-40B4-BE49-F238E27FC236}">
                  <a16:creationId xmlns:a16="http://schemas.microsoft.com/office/drawing/2014/main" id="{EB2837F6-1D7D-46DA-8111-809E9C8B0A67}"/>
                </a:ext>
              </a:extLst>
            </p:cNvPr>
            <p:cNvSpPr/>
            <p:nvPr/>
          </p:nvSpPr>
          <p:spPr>
            <a:xfrm rot="374285">
              <a:off x="2820174" y="763680"/>
              <a:ext cx="132525" cy="12675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15" name="椭圆 14">
              <a:extLst>
                <a:ext uri="{FF2B5EF4-FFF2-40B4-BE49-F238E27FC236}">
                  <a16:creationId xmlns:a16="http://schemas.microsoft.com/office/drawing/2014/main" id="{01AB2BC1-E267-4710-B496-D53DA744DE30}"/>
                </a:ext>
              </a:extLst>
            </p:cNvPr>
            <p:cNvSpPr/>
            <p:nvPr/>
          </p:nvSpPr>
          <p:spPr>
            <a:xfrm rot="374285">
              <a:off x="3117822" y="315295"/>
              <a:ext cx="95082" cy="90944"/>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16" name="椭圆 15">
              <a:extLst>
                <a:ext uri="{FF2B5EF4-FFF2-40B4-BE49-F238E27FC236}">
                  <a16:creationId xmlns:a16="http://schemas.microsoft.com/office/drawing/2014/main" id="{6E02D594-6540-4CD5-9CDE-9001117B20E9}"/>
                </a:ext>
              </a:extLst>
            </p:cNvPr>
            <p:cNvSpPr/>
            <p:nvPr/>
          </p:nvSpPr>
          <p:spPr>
            <a:xfrm rot="374285">
              <a:off x="2354876" y="555089"/>
              <a:ext cx="95082" cy="90944"/>
            </a:xfrm>
            <a:prstGeom prst="ellipse">
              <a:avLst/>
            </a:prstGeom>
            <a:solidFill>
              <a:schemeClr val="accent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17" name="椭圆 16">
              <a:extLst>
                <a:ext uri="{FF2B5EF4-FFF2-40B4-BE49-F238E27FC236}">
                  <a16:creationId xmlns:a16="http://schemas.microsoft.com/office/drawing/2014/main" id="{D7450177-3DC4-4063-9A91-85BDBC7A780E}"/>
                </a:ext>
              </a:extLst>
            </p:cNvPr>
            <p:cNvSpPr/>
            <p:nvPr/>
          </p:nvSpPr>
          <p:spPr>
            <a:xfrm rot="374285">
              <a:off x="1154955" y="777760"/>
              <a:ext cx="132525" cy="12675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18" name="椭圆 17">
              <a:extLst>
                <a:ext uri="{FF2B5EF4-FFF2-40B4-BE49-F238E27FC236}">
                  <a16:creationId xmlns:a16="http://schemas.microsoft.com/office/drawing/2014/main" id="{CB691F92-4285-438C-8B71-569CDBA913BC}"/>
                </a:ext>
              </a:extLst>
            </p:cNvPr>
            <p:cNvSpPr/>
            <p:nvPr/>
          </p:nvSpPr>
          <p:spPr>
            <a:xfrm rot="374285">
              <a:off x="230848" y="707083"/>
              <a:ext cx="92438" cy="88415"/>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19" name="椭圆 18">
              <a:extLst>
                <a:ext uri="{FF2B5EF4-FFF2-40B4-BE49-F238E27FC236}">
                  <a16:creationId xmlns:a16="http://schemas.microsoft.com/office/drawing/2014/main" id="{07D649CF-34AF-43C0-80EE-504F388BEB1A}"/>
                </a:ext>
              </a:extLst>
            </p:cNvPr>
            <p:cNvSpPr/>
            <p:nvPr/>
          </p:nvSpPr>
          <p:spPr>
            <a:xfrm rot="374285">
              <a:off x="460358" y="447685"/>
              <a:ext cx="132525" cy="126757"/>
            </a:xfrm>
            <a:prstGeom prst="ellipse">
              <a:avLst/>
            </a:prstGeom>
            <a:solidFill>
              <a:schemeClr val="accent2">
                <a:lumMod val="40000"/>
                <a:lumOff val="60000"/>
                <a:alpha val="5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20" name="椭圆 19">
              <a:extLst>
                <a:ext uri="{FF2B5EF4-FFF2-40B4-BE49-F238E27FC236}">
                  <a16:creationId xmlns:a16="http://schemas.microsoft.com/office/drawing/2014/main" id="{6C3BC982-0A71-4DAD-AC1C-2DEA049913C3}"/>
                </a:ext>
              </a:extLst>
            </p:cNvPr>
            <p:cNvSpPr/>
            <p:nvPr/>
          </p:nvSpPr>
          <p:spPr>
            <a:xfrm rot="374285">
              <a:off x="1381001" y="389323"/>
              <a:ext cx="132525" cy="126757"/>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21" name="椭圆 20">
              <a:extLst>
                <a:ext uri="{FF2B5EF4-FFF2-40B4-BE49-F238E27FC236}">
                  <a16:creationId xmlns:a16="http://schemas.microsoft.com/office/drawing/2014/main" id="{177E03B8-1E2B-4537-A018-26391B9575C4}"/>
                </a:ext>
              </a:extLst>
            </p:cNvPr>
            <p:cNvSpPr/>
            <p:nvPr/>
          </p:nvSpPr>
          <p:spPr>
            <a:xfrm rot="374285">
              <a:off x="4997785" y="730304"/>
              <a:ext cx="132220" cy="126465"/>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22" name="椭圆 21">
              <a:extLst>
                <a:ext uri="{FF2B5EF4-FFF2-40B4-BE49-F238E27FC236}">
                  <a16:creationId xmlns:a16="http://schemas.microsoft.com/office/drawing/2014/main" id="{1592E938-A3ED-44EC-93E9-1785BE2E4EDD}"/>
                </a:ext>
              </a:extLst>
            </p:cNvPr>
            <p:cNvSpPr/>
            <p:nvPr/>
          </p:nvSpPr>
          <p:spPr>
            <a:xfrm rot="374285">
              <a:off x="6753757" y="-36940"/>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23" name="椭圆 22">
              <a:extLst>
                <a:ext uri="{FF2B5EF4-FFF2-40B4-BE49-F238E27FC236}">
                  <a16:creationId xmlns:a16="http://schemas.microsoft.com/office/drawing/2014/main" id="{CDCEBC96-4EF5-41F1-9446-466FFB5DC9CD}"/>
                </a:ext>
              </a:extLst>
            </p:cNvPr>
            <p:cNvSpPr/>
            <p:nvPr/>
          </p:nvSpPr>
          <p:spPr>
            <a:xfrm rot="374285">
              <a:off x="5282589" y="230150"/>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24" name="椭圆 23">
              <a:extLst>
                <a:ext uri="{FF2B5EF4-FFF2-40B4-BE49-F238E27FC236}">
                  <a16:creationId xmlns:a16="http://schemas.microsoft.com/office/drawing/2014/main" id="{B0785AE5-CD30-41AA-ACB0-765EB9154018}"/>
                </a:ext>
              </a:extLst>
            </p:cNvPr>
            <p:cNvSpPr/>
            <p:nvPr/>
          </p:nvSpPr>
          <p:spPr>
            <a:xfrm rot="374285">
              <a:off x="2154598" y="204617"/>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25" name="椭圆 24">
              <a:extLst>
                <a:ext uri="{FF2B5EF4-FFF2-40B4-BE49-F238E27FC236}">
                  <a16:creationId xmlns:a16="http://schemas.microsoft.com/office/drawing/2014/main" id="{4F9C78BD-7254-43D0-B63D-81A0C10A2BC2}"/>
                </a:ext>
              </a:extLst>
            </p:cNvPr>
            <p:cNvSpPr/>
            <p:nvPr/>
          </p:nvSpPr>
          <p:spPr>
            <a:xfrm rot="374285">
              <a:off x="911533" y="118983"/>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26" name="椭圆 25">
              <a:extLst>
                <a:ext uri="{FF2B5EF4-FFF2-40B4-BE49-F238E27FC236}">
                  <a16:creationId xmlns:a16="http://schemas.microsoft.com/office/drawing/2014/main" id="{200D9AED-3611-4A19-A09B-53C3B2A2818F}"/>
                </a:ext>
              </a:extLst>
            </p:cNvPr>
            <p:cNvSpPr/>
            <p:nvPr/>
          </p:nvSpPr>
          <p:spPr>
            <a:xfrm rot="374285">
              <a:off x="3816520" y="284247"/>
              <a:ext cx="107744" cy="103054"/>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27" name="椭圆 26">
              <a:extLst>
                <a:ext uri="{FF2B5EF4-FFF2-40B4-BE49-F238E27FC236}">
                  <a16:creationId xmlns:a16="http://schemas.microsoft.com/office/drawing/2014/main" id="{A6F858B9-2052-4F86-BC88-E78AD36ED096}"/>
                </a:ext>
              </a:extLst>
            </p:cNvPr>
            <p:cNvSpPr/>
            <p:nvPr/>
          </p:nvSpPr>
          <p:spPr>
            <a:xfrm rot="374285">
              <a:off x="4415537" y="495109"/>
              <a:ext cx="102912" cy="98432"/>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28" name="椭圆 27">
              <a:extLst>
                <a:ext uri="{FF2B5EF4-FFF2-40B4-BE49-F238E27FC236}">
                  <a16:creationId xmlns:a16="http://schemas.microsoft.com/office/drawing/2014/main" id="{6BCFA25F-2B9D-4F6E-B38B-19F53F45D1CF}"/>
                </a:ext>
              </a:extLst>
            </p:cNvPr>
            <p:cNvSpPr/>
            <p:nvPr/>
          </p:nvSpPr>
          <p:spPr>
            <a:xfrm rot="374285">
              <a:off x="7272713" y="207833"/>
              <a:ext cx="132525" cy="126757"/>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cxnSp>
          <p:nvCxnSpPr>
            <p:cNvPr id="29" name="直接连接符 28">
              <a:extLst>
                <a:ext uri="{FF2B5EF4-FFF2-40B4-BE49-F238E27FC236}">
                  <a16:creationId xmlns:a16="http://schemas.microsoft.com/office/drawing/2014/main" id="{EF57988D-049C-4D78-A536-99EC4D0BAB04}"/>
                </a:ext>
              </a:extLst>
            </p:cNvPr>
            <p:cNvCxnSpPr>
              <a:stCxn id="11" idx="6"/>
              <a:endCxn id="28" idx="2"/>
            </p:cNvCxnSpPr>
            <p:nvPr/>
          </p:nvCxnSpPr>
          <p:spPr>
            <a:xfrm rot="10800000" flipH="1">
              <a:off x="6195295" y="264325"/>
              <a:ext cx="1077810" cy="32172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7F3D42FA-2034-4BBA-AFD3-B3C0A5A65D39}"/>
                </a:ext>
              </a:extLst>
            </p:cNvPr>
            <p:cNvCxnSpPr>
              <a:stCxn id="11" idx="2"/>
              <a:endCxn id="12" idx="6"/>
            </p:cNvCxnSpPr>
            <p:nvPr/>
          </p:nvCxnSpPr>
          <p:spPr>
            <a:xfrm rot="10800000" flipV="1">
              <a:off x="5580485" y="576170"/>
              <a:ext cx="520291" cy="19378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0B24ED17-C590-4CB2-B1A4-6D7EC6DCA772}"/>
                </a:ext>
              </a:extLst>
            </p:cNvPr>
            <p:cNvCxnSpPr>
              <a:cxnSpLocks/>
              <a:stCxn id="22" idx="3"/>
              <a:endCxn id="11" idx="0"/>
            </p:cNvCxnSpPr>
            <p:nvPr/>
          </p:nvCxnSpPr>
          <p:spPr>
            <a:xfrm flipH="1">
              <a:off x="6152976" y="33463"/>
              <a:ext cx="610924" cy="50244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99834F15-9349-468B-B5E5-8659E935A5A2}"/>
                </a:ext>
              </a:extLst>
            </p:cNvPr>
            <p:cNvCxnSpPr>
              <a:stCxn id="19" idx="5"/>
              <a:endCxn id="17" idx="1"/>
            </p:cNvCxnSpPr>
            <p:nvPr/>
          </p:nvCxnSpPr>
          <p:spPr>
            <a:xfrm rot="10800000" flipH="1" flipV="1">
              <a:off x="568107" y="560483"/>
              <a:ext cx="611625" cy="23123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A336D1BB-3A65-4649-9B52-09502722C357}"/>
                </a:ext>
              </a:extLst>
            </p:cNvPr>
            <p:cNvCxnSpPr>
              <a:stCxn id="17" idx="3"/>
              <a:endCxn id="18" idx="4"/>
            </p:cNvCxnSpPr>
            <p:nvPr/>
          </p:nvCxnSpPr>
          <p:spPr>
            <a:xfrm rot="10800000">
              <a:off x="272045" y="795236"/>
              <a:ext cx="897505" cy="855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830AE0D1-FDFD-46A6-829E-66306B877083}"/>
                </a:ext>
              </a:extLst>
            </p:cNvPr>
            <p:cNvCxnSpPr>
              <a:stCxn id="20" idx="4"/>
              <a:endCxn id="17" idx="7"/>
            </p:cNvCxnSpPr>
            <p:nvPr/>
          </p:nvCxnSpPr>
          <p:spPr>
            <a:xfrm rot="10800000" flipV="1">
              <a:off x="1272886" y="515705"/>
              <a:ext cx="167178" cy="2857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6AA5C445-D90A-4189-A07F-D15BA880046F}"/>
                </a:ext>
              </a:extLst>
            </p:cNvPr>
            <p:cNvCxnSpPr>
              <a:stCxn id="23" idx="4"/>
              <a:endCxn id="12" idx="0"/>
            </p:cNvCxnSpPr>
            <p:nvPr/>
          </p:nvCxnSpPr>
          <p:spPr>
            <a:xfrm rot="10800000" flipH="1" flipV="1">
              <a:off x="5323023" y="316672"/>
              <a:ext cx="198791" cy="38339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30F8A100-95DF-45C4-A02E-0C8C46B4314C}"/>
                </a:ext>
              </a:extLst>
            </p:cNvPr>
            <p:cNvCxnSpPr>
              <a:stCxn id="26" idx="6"/>
              <a:endCxn id="27" idx="1"/>
            </p:cNvCxnSpPr>
            <p:nvPr/>
          </p:nvCxnSpPr>
          <p:spPr>
            <a:xfrm rot="10800000" flipH="1" flipV="1">
              <a:off x="3923944" y="341373"/>
              <a:ext cx="510832" cy="16457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DDDDB52B-FF38-4869-8A0D-494CE5550BDB}"/>
                </a:ext>
              </a:extLst>
            </p:cNvPr>
            <p:cNvCxnSpPr>
              <a:stCxn id="16" idx="7"/>
              <a:endCxn id="15" idx="2"/>
            </p:cNvCxnSpPr>
            <p:nvPr/>
          </p:nvCxnSpPr>
          <p:spPr>
            <a:xfrm rot="10800000" flipH="1">
              <a:off x="2439488" y="355825"/>
              <a:ext cx="678616" cy="21626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37">
              <a:extLst>
                <a:ext uri="{FF2B5EF4-FFF2-40B4-BE49-F238E27FC236}">
                  <a16:creationId xmlns:a16="http://schemas.microsoft.com/office/drawing/2014/main" id="{F63548ED-507F-4F3D-836C-81039DF3B1E7}"/>
                </a:ext>
              </a:extLst>
            </p:cNvPr>
            <p:cNvCxnSpPr>
              <a:stCxn id="17" idx="6"/>
              <a:endCxn id="16" idx="3"/>
            </p:cNvCxnSpPr>
            <p:nvPr/>
          </p:nvCxnSpPr>
          <p:spPr>
            <a:xfrm rot="10800000" flipH="1">
              <a:off x="1287088" y="629030"/>
              <a:ext cx="1078260" cy="21899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719E4C08-CB97-4EC4-A528-10913EA80E69}"/>
                </a:ext>
              </a:extLst>
            </p:cNvPr>
            <p:cNvCxnSpPr>
              <a:stCxn id="23" idx="6"/>
              <a:endCxn id="11" idx="1"/>
            </p:cNvCxnSpPr>
            <p:nvPr/>
          </p:nvCxnSpPr>
          <p:spPr>
            <a:xfrm rot="10800000" flipH="1" flipV="1">
              <a:off x="5373048" y="278254"/>
              <a:ext cx="745223" cy="26740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F1511854-D175-4227-8D60-EBAF0717F6DD}"/>
                </a:ext>
              </a:extLst>
            </p:cNvPr>
            <p:cNvCxnSpPr>
              <a:stCxn id="23" idx="3"/>
              <a:endCxn id="21" idx="0"/>
            </p:cNvCxnSpPr>
            <p:nvPr/>
          </p:nvCxnSpPr>
          <p:spPr>
            <a:xfrm rot="10800000" flipV="1">
              <a:off x="5071079" y="300704"/>
              <a:ext cx="221502" cy="42997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1" name="直接连接符 40">
              <a:extLst>
                <a:ext uri="{FF2B5EF4-FFF2-40B4-BE49-F238E27FC236}">
                  <a16:creationId xmlns:a16="http://schemas.microsoft.com/office/drawing/2014/main" id="{176E4B19-9F97-4F83-AA6D-5A8CBE468573}"/>
                </a:ext>
              </a:extLst>
            </p:cNvPr>
            <p:cNvCxnSpPr>
              <a:stCxn id="13" idx="3"/>
              <a:endCxn id="14" idx="6"/>
            </p:cNvCxnSpPr>
            <p:nvPr/>
          </p:nvCxnSpPr>
          <p:spPr>
            <a:xfrm rot="10800000" flipV="1">
              <a:off x="2952307" y="694356"/>
              <a:ext cx="633169" cy="13959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2" name="直接连接符 41">
              <a:extLst>
                <a:ext uri="{FF2B5EF4-FFF2-40B4-BE49-F238E27FC236}">
                  <a16:creationId xmlns:a16="http://schemas.microsoft.com/office/drawing/2014/main" id="{57A9D0DD-9F1B-4A1A-B7F1-B6E664603E79}"/>
                </a:ext>
              </a:extLst>
            </p:cNvPr>
            <p:cNvCxnSpPr>
              <a:stCxn id="15" idx="4"/>
              <a:endCxn id="14" idx="7"/>
            </p:cNvCxnSpPr>
            <p:nvPr/>
          </p:nvCxnSpPr>
          <p:spPr>
            <a:xfrm rot="10800000" flipV="1">
              <a:off x="2938105" y="405969"/>
              <a:ext cx="222092" cy="38141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7C284FBF-DF36-40EF-86F6-16AC04A270E2}"/>
                </a:ext>
              </a:extLst>
            </p:cNvPr>
            <p:cNvCxnSpPr>
              <a:stCxn id="16" idx="5"/>
              <a:endCxn id="14" idx="2"/>
            </p:cNvCxnSpPr>
            <p:nvPr/>
          </p:nvCxnSpPr>
          <p:spPr>
            <a:xfrm rot="10800000" flipH="1" flipV="1">
              <a:off x="2432182" y="636017"/>
              <a:ext cx="388385" cy="18415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1383EE05-8E61-4A85-A91D-D1417FCC1D5F}"/>
                </a:ext>
              </a:extLst>
            </p:cNvPr>
            <p:cNvCxnSpPr>
              <a:stCxn id="20" idx="6"/>
              <a:endCxn id="16" idx="1"/>
            </p:cNvCxnSpPr>
            <p:nvPr/>
          </p:nvCxnSpPr>
          <p:spPr>
            <a:xfrm rot="10800000" flipH="1" flipV="1">
              <a:off x="1513134" y="459588"/>
              <a:ext cx="859519" cy="1055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88A049FF-C96C-460A-B2CD-FFC3F6D73658}"/>
                </a:ext>
              </a:extLst>
            </p:cNvPr>
            <p:cNvCxnSpPr>
              <a:stCxn id="24" idx="2"/>
              <a:endCxn id="20" idx="7"/>
            </p:cNvCxnSpPr>
            <p:nvPr/>
          </p:nvCxnSpPr>
          <p:spPr>
            <a:xfrm rot="10800000" flipV="1">
              <a:off x="1498932" y="243291"/>
              <a:ext cx="655935" cy="16973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706D5248-8E0C-47C8-A71F-38D641918AF8}"/>
                </a:ext>
              </a:extLst>
            </p:cNvPr>
            <p:cNvCxnSpPr>
              <a:stCxn id="23" idx="2"/>
              <a:endCxn id="27" idx="7"/>
            </p:cNvCxnSpPr>
            <p:nvPr/>
          </p:nvCxnSpPr>
          <p:spPr>
            <a:xfrm rot="10800000" flipV="1">
              <a:off x="4507115" y="268825"/>
              <a:ext cx="775742" cy="2446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ADAE38AF-A576-42C8-8850-5F9F0F06D3FA}"/>
                </a:ext>
              </a:extLst>
            </p:cNvPr>
            <p:cNvCxnSpPr>
              <a:cxnSpLocks/>
              <a:stCxn id="22" idx="2"/>
              <a:endCxn id="23" idx="7"/>
            </p:cNvCxnSpPr>
            <p:nvPr/>
          </p:nvCxnSpPr>
          <p:spPr>
            <a:xfrm flipH="1">
              <a:off x="5363173" y="1520"/>
              <a:ext cx="1390853" cy="24500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a16="http://schemas.microsoft.com/office/drawing/2014/main" id="{6B8FE99F-F5FC-4420-B37A-75F109AE28D7}"/>
                </a:ext>
              </a:extLst>
            </p:cNvPr>
            <p:cNvCxnSpPr>
              <a:stCxn id="27" idx="5"/>
              <a:endCxn id="21" idx="2"/>
            </p:cNvCxnSpPr>
            <p:nvPr/>
          </p:nvCxnSpPr>
          <p:spPr>
            <a:xfrm rot="10800000" flipH="1" flipV="1">
              <a:off x="4499208" y="582701"/>
              <a:ext cx="498968" cy="20396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75EA1E4D-310E-4749-B60D-9B05C967D9B0}"/>
                </a:ext>
              </a:extLst>
            </p:cNvPr>
            <p:cNvCxnSpPr>
              <a:stCxn id="24" idx="5"/>
              <a:endCxn id="16" idx="0"/>
            </p:cNvCxnSpPr>
            <p:nvPr/>
          </p:nvCxnSpPr>
          <p:spPr>
            <a:xfrm rot="10800000" flipH="1" flipV="1">
              <a:off x="2228363" y="281838"/>
              <a:ext cx="179221" cy="27352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4F1EBD42-7758-4DD4-B8E1-8C41CBFEDC0F}"/>
                </a:ext>
              </a:extLst>
            </p:cNvPr>
            <p:cNvCxnSpPr>
              <a:cxnSpLocks/>
            </p:cNvCxnSpPr>
            <p:nvPr/>
          </p:nvCxnSpPr>
          <p:spPr>
            <a:xfrm>
              <a:off x="2938105" y="-6871"/>
              <a:ext cx="205887" cy="32959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1" name="直接连接符 50">
              <a:extLst>
                <a:ext uri="{FF2B5EF4-FFF2-40B4-BE49-F238E27FC236}">
                  <a16:creationId xmlns:a16="http://schemas.microsoft.com/office/drawing/2014/main" id="{FDB5DFAE-307D-4F16-BF3B-C5F160B3D503}"/>
                </a:ext>
              </a:extLst>
            </p:cNvPr>
            <p:cNvCxnSpPr>
              <a:cxnSpLocks/>
            </p:cNvCxnSpPr>
            <p:nvPr/>
          </p:nvCxnSpPr>
          <p:spPr>
            <a:xfrm>
              <a:off x="9952" y="0"/>
              <a:ext cx="499185" cy="45842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518921FA-0CC5-4DF5-B3EC-CB661C7EB6BB}"/>
                </a:ext>
              </a:extLst>
            </p:cNvPr>
            <p:cNvCxnSpPr>
              <a:stCxn id="13" idx="6"/>
              <a:endCxn id="27" idx="3"/>
            </p:cNvCxnSpPr>
            <p:nvPr/>
          </p:nvCxnSpPr>
          <p:spPr>
            <a:xfrm rot="10800000" flipH="1">
              <a:off x="3688198" y="575139"/>
              <a:ext cx="738672" cy="9055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295C4407-68F4-456A-A554-50261B51366A}"/>
                </a:ext>
              </a:extLst>
            </p:cNvPr>
            <p:cNvCxnSpPr>
              <a:stCxn id="13" idx="0"/>
              <a:endCxn id="26" idx="3"/>
            </p:cNvCxnSpPr>
            <p:nvPr/>
          </p:nvCxnSpPr>
          <p:spPr>
            <a:xfrm rot="10800000" flipH="1">
              <a:off x="3636924" y="368034"/>
              <a:ext cx="191461" cy="2365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892379BE-F813-4A7D-8340-42365B6A55DA}"/>
                </a:ext>
              </a:extLst>
            </p:cNvPr>
            <p:cNvCxnSpPr>
              <a:stCxn id="13" idx="1"/>
              <a:endCxn id="15" idx="5"/>
            </p:cNvCxnSpPr>
            <p:nvPr/>
          </p:nvCxnSpPr>
          <p:spPr>
            <a:xfrm rot="10800000">
              <a:off x="3195128" y="396223"/>
              <a:ext cx="399247" cy="22026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 name="直接连接符 54">
              <a:extLst>
                <a:ext uri="{FF2B5EF4-FFF2-40B4-BE49-F238E27FC236}">
                  <a16:creationId xmlns:a16="http://schemas.microsoft.com/office/drawing/2014/main" id="{8C25CA83-739A-45BB-9832-DEE30BADFDB4}"/>
                </a:ext>
              </a:extLst>
            </p:cNvPr>
            <p:cNvCxnSpPr>
              <a:endCxn id="15" idx="7"/>
            </p:cNvCxnSpPr>
            <p:nvPr/>
          </p:nvCxnSpPr>
          <p:spPr>
            <a:xfrm rot="10800000" flipV="1">
              <a:off x="3202434" y="312775"/>
              <a:ext cx="635159" cy="1952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 name="直接连接符 55">
              <a:extLst>
                <a:ext uri="{FF2B5EF4-FFF2-40B4-BE49-F238E27FC236}">
                  <a16:creationId xmlns:a16="http://schemas.microsoft.com/office/drawing/2014/main" id="{3E807B79-5434-4949-8936-50FCA93E0E43}"/>
                </a:ext>
              </a:extLst>
            </p:cNvPr>
            <p:cNvCxnSpPr>
              <a:stCxn id="26" idx="7"/>
            </p:cNvCxnSpPr>
            <p:nvPr/>
          </p:nvCxnSpPr>
          <p:spPr>
            <a:xfrm rot="10800000" flipH="1">
              <a:off x="3912398" y="-6870"/>
              <a:ext cx="456197" cy="3103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 name="直接连接符 56">
              <a:extLst>
                <a:ext uri="{FF2B5EF4-FFF2-40B4-BE49-F238E27FC236}">
                  <a16:creationId xmlns:a16="http://schemas.microsoft.com/office/drawing/2014/main" id="{2728192E-902E-423E-B8CF-43B2D5A20881}"/>
                </a:ext>
              </a:extLst>
            </p:cNvPr>
            <p:cNvCxnSpPr>
              <a:cxnSpLocks/>
              <a:endCxn id="26" idx="0"/>
            </p:cNvCxnSpPr>
            <p:nvPr/>
          </p:nvCxnSpPr>
          <p:spPr>
            <a:xfrm>
              <a:off x="3688198" y="-6871"/>
              <a:ext cx="187793" cy="29142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 name="直接连接符 57">
              <a:extLst>
                <a:ext uri="{FF2B5EF4-FFF2-40B4-BE49-F238E27FC236}">
                  <a16:creationId xmlns:a16="http://schemas.microsoft.com/office/drawing/2014/main" id="{16CB4E7A-44DB-4A64-93F2-BB06DBC99A07}"/>
                </a:ext>
              </a:extLst>
            </p:cNvPr>
            <p:cNvCxnSpPr>
              <a:stCxn id="19" idx="7"/>
              <a:endCxn id="20" idx="2"/>
            </p:cNvCxnSpPr>
            <p:nvPr/>
          </p:nvCxnSpPr>
          <p:spPr>
            <a:xfrm rot="10800000" flipH="1">
              <a:off x="578289" y="445815"/>
              <a:ext cx="803104" cy="2556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 name="直接连接符 58">
              <a:extLst>
                <a:ext uri="{FF2B5EF4-FFF2-40B4-BE49-F238E27FC236}">
                  <a16:creationId xmlns:a16="http://schemas.microsoft.com/office/drawing/2014/main" id="{EDBE1156-FDC8-4DE2-B587-33F0C37EFB69}"/>
                </a:ext>
              </a:extLst>
            </p:cNvPr>
            <p:cNvCxnSpPr>
              <a:stCxn id="19" idx="0"/>
              <a:endCxn id="25" idx="2"/>
            </p:cNvCxnSpPr>
            <p:nvPr/>
          </p:nvCxnSpPr>
          <p:spPr>
            <a:xfrm rot="10800000" flipH="1">
              <a:off x="533821" y="157658"/>
              <a:ext cx="377980" cy="29040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0" name="直接连接符 59">
              <a:extLst>
                <a:ext uri="{FF2B5EF4-FFF2-40B4-BE49-F238E27FC236}">
                  <a16:creationId xmlns:a16="http://schemas.microsoft.com/office/drawing/2014/main" id="{F0E83090-2481-476D-ACEF-A67D7B5914B7}"/>
                </a:ext>
              </a:extLst>
            </p:cNvPr>
            <p:cNvCxnSpPr>
              <a:stCxn id="20" idx="1"/>
              <a:endCxn id="25" idx="6"/>
            </p:cNvCxnSpPr>
            <p:nvPr/>
          </p:nvCxnSpPr>
          <p:spPr>
            <a:xfrm rot="10800000">
              <a:off x="1001992" y="167087"/>
              <a:ext cx="403786" cy="23619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4B1DAAC1-BA9B-409D-970B-A5D12C8596EA}"/>
                </a:ext>
              </a:extLst>
            </p:cNvPr>
            <p:cNvCxnSpPr>
              <a:cxnSpLocks/>
              <a:stCxn id="16" idx="0"/>
            </p:cNvCxnSpPr>
            <p:nvPr/>
          </p:nvCxnSpPr>
          <p:spPr>
            <a:xfrm flipV="1">
              <a:off x="2407358" y="-6871"/>
              <a:ext cx="344155" cy="56222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2" name="直接连接符 61">
              <a:extLst>
                <a:ext uri="{FF2B5EF4-FFF2-40B4-BE49-F238E27FC236}">
                  <a16:creationId xmlns:a16="http://schemas.microsoft.com/office/drawing/2014/main" id="{27500C3F-46B3-4B5C-9EC2-A1949BC93DC9}"/>
                </a:ext>
              </a:extLst>
            </p:cNvPr>
            <p:cNvCxnSpPr>
              <a:cxnSpLocks/>
              <a:stCxn id="24" idx="0"/>
            </p:cNvCxnSpPr>
            <p:nvPr/>
          </p:nvCxnSpPr>
          <p:spPr>
            <a:xfrm flipH="1" flipV="1">
              <a:off x="2111433" y="-6871"/>
              <a:ext cx="93244" cy="2117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3" name="直接连接符 62">
              <a:extLst>
                <a:ext uri="{FF2B5EF4-FFF2-40B4-BE49-F238E27FC236}">
                  <a16:creationId xmlns:a16="http://schemas.microsoft.com/office/drawing/2014/main" id="{388F8415-9756-402F-BE52-8D940D473116}"/>
                </a:ext>
              </a:extLst>
            </p:cNvPr>
            <p:cNvCxnSpPr>
              <a:stCxn id="18" idx="0"/>
              <a:endCxn id="19" idx="3"/>
            </p:cNvCxnSpPr>
            <p:nvPr/>
          </p:nvCxnSpPr>
          <p:spPr>
            <a:xfrm rot="10800000" flipH="1">
              <a:off x="282090" y="550744"/>
              <a:ext cx="192863" cy="15660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4" name="直接连接符 63">
              <a:extLst>
                <a:ext uri="{FF2B5EF4-FFF2-40B4-BE49-F238E27FC236}">
                  <a16:creationId xmlns:a16="http://schemas.microsoft.com/office/drawing/2014/main" id="{20BA3FF9-1E96-463A-BBE8-7EC376F780F2}"/>
                </a:ext>
              </a:extLst>
            </p:cNvPr>
            <p:cNvCxnSpPr>
              <a:cxnSpLocks/>
              <a:stCxn id="18" idx="3"/>
            </p:cNvCxnSpPr>
            <p:nvPr/>
          </p:nvCxnSpPr>
          <p:spPr>
            <a:xfrm flipH="1">
              <a:off x="-14417" y="778814"/>
              <a:ext cx="255599" cy="10200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5853B213-278D-402D-B8CB-B123C2391C51}"/>
                </a:ext>
              </a:extLst>
            </p:cNvPr>
            <p:cNvCxnSpPr>
              <a:endCxn id="27" idx="0"/>
            </p:cNvCxnSpPr>
            <p:nvPr/>
          </p:nvCxnSpPr>
          <p:spPr>
            <a:xfrm rot="10800000" flipV="1">
              <a:off x="4472584" y="-6870"/>
              <a:ext cx="156304" cy="50227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6" name="直接连接符 65">
              <a:extLst>
                <a:ext uri="{FF2B5EF4-FFF2-40B4-BE49-F238E27FC236}">
                  <a16:creationId xmlns:a16="http://schemas.microsoft.com/office/drawing/2014/main" id="{7998B8E8-1748-4FD0-8836-FD7CD490892E}"/>
                </a:ext>
              </a:extLst>
            </p:cNvPr>
            <p:cNvCxnSpPr>
              <a:stCxn id="12" idx="3"/>
              <a:endCxn id="21" idx="6"/>
            </p:cNvCxnSpPr>
            <p:nvPr/>
          </p:nvCxnSpPr>
          <p:spPr>
            <a:xfrm rot="10800000">
              <a:off x="5129614" y="800407"/>
              <a:ext cx="333332" cy="234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EDA45374-C937-4FE7-A5B2-17A39F48B82B}"/>
                </a:ext>
              </a:extLst>
            </p:cNvPr>
            <p:cNvCxnSpPr>
              <a:cxnSpLocks/>
              <a:endCxn id="28" idx="1"/>
            </p:cNvCxnSpPr>
            <p:nvPr/>
          </p:nvCxnSpPr>
          <p:spPr>
            <a:xfrm>
              <a:off x="7202978" y="0"/>
              <a:ext cx="94290" cy="22157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9" name="直接连接符 68">
              <a:extLst>
                <a:ext uri="{FF2B5EF4-FFF2-40B4-BE49-F238E27FC236}">
                  <a16:creationId xmlns:a16="http://schemas.microsoft.com/office/drawing/2014/main" id="{1B6B7628-4AF9-4E43-B218-328CB255493B}"/>
                </a:ext>
              </a:extLst>
            </p:cNvPr>
            <p:cNvCxnSpPr>
              <a:cxnSpLocks/>
              <a:stCxn id="23" idx="1"/>
            </p:cNvCxnSpPr>
            <p:nvPr userDrawn="1"/>
          </p:nvCxnSpPr>
          <p:spPr>
            <a:xfrm flipH="1" flipV="1">
              <a:off x="5136486" y="-6870"/>
              <a:ext cx="162914" cy="246424"/>
            </a:xfrm>
            <a:prstGeom prst="line">
              <a:avLst/>
            </a:prstGeom>
            <a:ln/>
          </p:spPr>
          <p:style>
            <a:lnRef idx="1">
              <a:schemeClr val="accent3"/>
            </a:lnRef>
            <a:fillRef idx="0">
              <a:schemeClr val="accent3"/>
            </a:fillRef>
            <a:effectRef idx="0">
              <a:schemeClr val="accent3"/>
            </a:effectRef>
            <a:fontRef idx="minor">
              <a:schemeClr val="tx1"/>
            </a:fontRef>
          </p:style>
        </p:cxnSp>
        <p:cxnSp>
          <p:nvCxnSpPr>
            <p:cNvPr id="72" name="直接连接符 71">
              <a:extLst>
                <a:ext uri="{FF2B5EF4-FFF2-40B4-BE49-F238E27FC236}">
                  <a16:creationId xmlns:a16="http://schemas.microsoft.com/office/drawing/2014/main" id="{14CAEE0F-D202-4D7A-AAC0-A5409DD85BF2}"/>
                </a:ext>
              </a:extLst>
            </p:cNvPr>
            <p:cNvCxnSpPr>
              <a:stCxn id="25" idx="0"/>
            </p:cNvCxnSpPr>
            <p:nvPr userDrawn="1"/>
          </p:nvCxnSpPr>
          <p:spPr>
            <a:xfrm flipV="1">
              <a:off x="961612" y="0"/>
              <a:ext cx="311274" cy="119240"/>
            </a:xfrm>
            <a:prstGeom prst="line">
              <a:avLst/>
            </a:prstGeom>
            <a:ln/>
          </p:spPr>
          <p:style>
            <a:lnRef idx="1">
              <a:schemeClr val="accent3"/>
            </a:lnRef>
            <a:fillRef idx="0">
              <a:schemeClr val="accent3"/>
            </a:fillRef>
            <a:effectRef idx="0">
              <a:schemeClr val="accent3"/>
            </a:effectRef>
            <a:fontRef idx="minor">
              <a:schemeClr val="tx1"/>
            </a:fontRef>
          </p:style>
        </p:cxnSp>
        <p:cxnSp>
          <p:nvCxnSpPr>
            <p:cNvPr id="80" name="直接连接符 79">
              <a:extLst>
                <a:ext uri="{FF2B5EF4-FFF2-40B4-BE49-F238E27FC236}">
                  <a16:creationId xmlns:a16="http://schemas.microsoft.com/office/drawing/2014/main" id="{028D3624-D8D9-4963-B1CD-9EB136A70384}"/>
                </a:ext>
              </a:extLst>
            </p:cNvPr>
            <p:cNvCxnSpPr>
              <a:stCxn id="28" idx="7"/>
            </p:cNvCxnSpPr>
            <p:nvPr userDrawn="1"/>
          </p:nvCxnSpPr>
          <p:spPr>
            <a:xfrm flipV="1">
              <a:off x="7390422" y="0"/>
              <a:ext cx="306245" cy="231753"/>
            </a:xfrm>
            <a:prstGeom prst="line">
              <a:avLst/>
            </a:prstGeom>
            <a:ln/>
          </p:spPr>
          <p:style>
            <a:lnRef idx="1">
              <a:schemeClr val="accent3"/>
            </a:lnRef>
            <a:fillRef idx="0">
              <a:schemeClr val="accent3"/>
            </a:fillRef>
            <a:effectRef idx="0">
              <a:schemeClr val="accent3"/>
            </a:effectRef>
            <a:fontRef idx="minor">
              <a:schemeClr val="tx1"/>
            </a:fontRef>
          </p:style>
        </p:cxnSp>
      </p:grpSp>
      <p:sp>
        <p:nvSpPr>
          <p:cNvPr id="68" name="文本框 67">
            <a:extLst>
              <a:ext uri="{FF2B5EF4-FFF2-40B4-BE49-F238E27FC236}">
                <a16:creationId xmlns:a16="http://schemas.microsoft.com/office/drawing/2014/main" id="{751070A0-4D10-43F6-A7AE-543DAD860A83}"/>
              </a:ext>
            </a:extLst>
          </p:cNvPr>
          <p:cNvSpPr txBox="1"/>
          <p:nvPr userDrawn="1"/>
        </p:nvSpPr>
        <p:spPr>
          <a:xfrm>
            <a:off x="81721" y="6356350"/>
            <a:ext cx="11880176" cy="276999"/>
          </a:xfrm>
          <a:prstGeom prst="rect">
            <a:avLst/>
          </a:prstGeom>
          <a:noFill/>
        </p:spPr>
        <p:txBody>
          <a:bodyPr wrap="none" rtlCol="0">
            <a:spAutoFit/>
          </a:bodyPr>
          <a:lstStyle/>
          <a:p>
            <a:pPr algn="r"/>
            <a:r>
              <a:rPr lang="zh-CN" altLang="en-US" sz="1200" dirty="0">
                <a:solidFill>
                  <a:schemeClr val="tx1"/>
                </a:solidFill>
                <a:latin typeface="微软雅黑 Light" panose="020B0502040204020203" pitchFamily="34" charset="-122"/>
                <a:ea typeface="微软雅黑 Light" panose="020B0502040204020203" pitchFamily="34" charset="-122"/>
              </a:rPr>
              <a:t>协议解读</a:t>
            </a:r>
            <a:r>
              <a:rPr lang="en-US" altLang="zh-CN" sz="1200" dirty="0">
                <a:solidFill>
                  <a:schemeClr val="tx1"/>
                </a:solidFill>
                <a:latin typeface="微软雅黑 Light" panose="020B0502040204020203" pitchFamily="34" charset="-122"/>
                <a:ea typeface="微软雅黑 Light" panose="020B0502040204020203" pitchFamily="34" charset="-122"/>
              </a:rPr>
              <a:t>----------------------------------------------------------------------------------------------------------------------------------------------------------------RFC 1661</a:t>
            </a:r>
            <a:endParaRPr lang="zh-CN" altLang="en-US" sz="1200" dirty="0">
              <a:solidFill>
                <a:schemeClr val="tx1"/>
              </a:solidFill>
              <a:latin typeface="微软雅黑 Light" panose="020B0502040204020203" pitchFamily="34" charset="-122"/>
              <a:ea typeface="微软雅黑 Light" panose="020B0502040204020203" pitchFamily="34" charset="-122"/>
            </a:endParaRPr>
          </a:p>
        </p:txBody>
      </p:sp>
    </p:spTree>
    <p:extLst>
      <p:ext uri="{BB962C8B-B14F-4D97-AF65-F5344CB8AC3E}">
        <p14:creationId xmlns:p14="http://schemas.microsoft.com/office/powerpoint/2010/main" val="89307157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 temp">
    <p:spTree>
      <p:nvGrpSpPr>
        <p:cNvPr id="1" name=""/>
        <p:cNvGrpSpPr/>
        <p:nvPr/>
      </p:nvGrpSpPr>
      <p:grpSpPr>
        <a:xfrm>
          <a:off x="0" y="0"/>
          <a:ext cx="0" cy="0"/>
          <a:chOff x="0" y="0"/>
          <a:chExt cx="0" cy="0"/>
        </a:xfrm>
      </p:grpSpPr>
      <p:sp>
        <p:nvSpPr>
          <p:cNvPr id="6" name="Freeform 25">
            <a:extLst>
              <a:ext uri="{FF2B5EF4-FFF2-40B4-BE49-F238E27FC236}">
                <a16:creationId xmlns:a16="http://schemas.microsoft.com/office/drawing/2014/main" id="{38B69EE1-BCFE-4371-B597-971E0649EC0B}"/>
              </a:ext>
            </a:extLst>
          </p:cNvPr>
          <p:cNvSpPr>
            <a:spLocks noChangeArrowheads="1"/>
          </p:cNvSpPr>
          <p:nvPr userDrawn="1"/>
        </p:nvSpPr>
        <p:spPr bwMode="auto">
          <a:xfrm>
            <a:off x="11116689" y="136525"/>
            <a:ext cx="899816" cy="632295"/>
          </a:xfrm>
          <a:custGeom>
            <a:avLst/>
            <a:gdLst>
              <a:gd name="T0" fmla="*/ 13586 w 13587"/>
              <a:gd name="T1" fmla="*/ 2121 h 9547"/>
              <a:gd name="T2" fmla="*/ 8861 w 13587"/>
              <a:gd name="T3" fmla="*/ 454 h 9547"/>
              <a:gd name="T4" fmla="*/ 3960 w 13587"/>
              <a:gd name="T5" fmla="*/ 2458 h 9547"/>
              <a:gd name="T6" fmla="*/ 0 w 13587"/>
              <a:gd name="T7" fmla="*/ 2529 h 9547"/>
              <a:gd name="T8" fmla="*/ 1300 w 13587"/>
              <a:gd name="T9" fmla="*/ 6699 h 9547"/>
              <a:gd name="T10" fmla="*/ 5083 w 13587"/>
              <a:gd name="T11" fmla="*/ 4992 h 9547"/>
              <a:gd name="T12" fmla="*/ 7249 w 13587"/>
              <a:gd name="T13" fmla="*/ 9500 h 9547"/>
              <a:gd name="T14" fmla="*/ 7330 w 13587"/>
              <a:gd name="T15" fmla="*/ 9495 h 9547"/>
              <a:gd name="T16" fmla="*/ 12024 w 13587"/>
              <a:gd name="T17" fmla="*/ 4881 h 9547"/>
              <a:gd name="T18" fmla="*/ 13198 w 13587"/>
              <a:gd name="T19" fmla="*/ 2791 h 9547"/>
              <a:gd name="T20" fmla="*/ 5657 w 13587"/>
              <a:gd name="T21" fmla="*/ 4262 h 9547"/>
              <a:gd name="T22" fmla="*/ 8649 w 13587"/>
              <a:gd name="T23" fmla="*/ 580 h 9547"/>
              <a:gd name="T24" fmla="*/ 6922 w 13587"/>
              <a:gd name="T25" fmla="*/ 2705 h 9547"/>
              <a:gd name="T26" fmla="*/ 5148 w 13587"/>
              <a:gd name="T27" fmla="*/ 4891 h 9547"/>
              <a:gd name="T28" fmla="*/ 5602 w 13587"/>
              <a:gd name="T29" fmla="*/ 4332 h 9547"/>
              <a:gd name="T30" fmla="*/ 5375 w 13587"/>
              <a:gd name="T31" fmla="*/ 5370 h 9547"/>
              <a:gd name="T32" fmla="*/ 7229 w 13587"/>
              <a:gd name="T33" fmla="*/ 9263 h 9547"/>
              <a:gd name="T34" fmla="*/ 6927 w 13587"/>
              <a:gd name="T35" fmla="*/ 2836 h 9547"/>
              <a:gd name="T36" fmla="*/ 7103 w 13587"/>
              <a:gd name="T37" fmla="*/ 6528 h 9547"/>
              <a:gd name="T38" fmla="*/ 5194 w 13587"/>
              <a:gd name="T39" fmla="*/ 4977 h 9547"/>
              <a:gd name="T40" fmla="*/ 11012 w 13587"/>
              <a:gd name="T41" fmla="*/ 5103 h 9547"/>
              <a:gd name="T42" fmla="*/ 8957 w 13587"/>
              <a:gd name="T43" fmla="*/ 3833 h 9547"/>
              <a:gd name="T44" fmla="*/ 9621 w 13587"/>
              <a:gd name="T45" fmla="*/ 2841 h 9547"/>
              <a:gd name="T46" fmla="*/ 9007 w 13587"/>
              <a:gd name="T47" fmla="*/ 3758 h 9547"/>
              <a:gd name="T48" fmla="*/ 7012 w 13587"/>
              <a:gd name="T49" fmla="*/ 2766 h 9547"/>
              <a:gd name="T50" fmla="*/ 7184 w 13587"/>
              <a:gd name="T51" fmla="*/ 6332 h 9547"/>
              <a:gd name="T52" fmla="*/ 8272 w 13587"/>
              <a:gd name="T53" fmla="*/ 8287 h 9547"/>
              <a:gd name="T54" fmla="*/ 10972 w 13587"/>
              <a:gd name="T55" fmla="*/ 5208 h 9547"/>
              <a:gd name="T56" fmla="*/ 13037 w 13587"/>
              <a:gd name="T57" fmla="*/ 2851 h 9547"/>
              <a:gd name="T58" fmla="*/ 9702 w 13587"/>
              <a:gd name="T59" fmla="*/ 2806 h 9547"/>
              <a:gd name="T60" fmla="*/ 13117 w 13587"/>
              <a:gd name="T61" fmla="*/ 2750 h 9547"/>
              <a:gd name="T62" fmla="*/ 13450 w 13587"/>
              <a:gd name="T63" fmla="*/ 2177 h 9547"/>
              <a:gd name="T64" fmla="*/ 9647 w 13587"/>
              <a:gd name="T65" fmla="*/ 2716 h 9547"/>
              <a:gd name="T66" fmla="*/ 7058 w 13587"/>
              <a:gd name="T67" fmla="*/ 2680 h 9547"/>
              <a:gd name="T68" fmla="*/ 12956 w 13587"/>
              <a:gd name="T69" fmla="*/ 2761 h 9547"/>
              <a:gd name="T70" fmla="*/ 8680 w 13587"/>
              <a:gd name="T71" fmla="*/ 469 h 9547"/>
              <a:gd name="T72" fmla="*/ 7748 w 13587"/>
              <a:gd name="T73" fmla="*/ 101 h 9547"/>
              <a:gd name="T74" fmla="*/ 696 w 13587"/>
              <a:gd name="T75" fmla="*/ 2766 h 9547"/>
              <a:gd name="T76" fmla="*/ 3753 w 13587"/>
              <a:gd name="T77" fmla="*/ 2484 h 9547"/>
              <a:gd name="T78" fmla="*/ 2091 w 13587"/>
              <a:gd name="T79" fmla="*/ 5320 h 9547"/>
              <a:gd name="T80" fmla="*/ 3879 w 13587"/>
              <a:gd name="T81" fmla="*/ 2559 h 9547"/>
              <a:gd name="T82" fmla="*/ 600 w 13587"/>
              <a:gd name="T83" fmla="*/ 2735 h 9547"/>
              <a:gd name="T84" fmla="*/ 383 w 13587"/>
              <a:gd name="T85" fmla="*/ 1496 h 9547"/>
              <a:gd name="T86" fmla="*/ 2035 w 13587"/>
              <a:gd name="T87" fmla="*/ 5400 h 9547"/>
              <a:gd name="T88" fmla="*/ 746 w 13587"/>
              <a:gd name="T89" fmla="*/ 3068 h 9547"/>
              <a:gd name="T90" fmla="*/ 5038 w 13587"/>
              <a:gd name="T91" fmla="*/ 4866 h 9547"/>
              <a:gd name="T92" fmla="*/ 3960 w 13587"/>
              <a:gd name="T93" fmla="*/ 2594 h 9547"/>
              <a:gd name="T94" fmla="*/ 5144 w 13587"/>
              <a:gd name="T95" fmla="*/ 5088 h 9547"/>
              <a:gd name="T96" fmla="*/ 4766 w 13587"/>
              <a:gd name="T97" fmla="*/ 6090 h 9547"/>
              <a:gd name="T98" fmla="*/ 8211 w 13587"/>
              <a:gd name="T99" fmla="*/ 8357 h 9547"/>
              <a:gd name="T100" fmla="*/ 7194 w 13587"/>
              <a:gd name="T101" fmla="*/ 6644 h 9547"/>
              <a:gd name="T102" fmla="*/ 11249 w 13587"/>
              <a:gd name="T103" fmla="*/ 5027 h 9547"/>
              <a:gd name="T104" fmla="*/ 11969 w 13587"/>
              <a:gd name="T105" fmla="*/ 4806 h 95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3587" h="9547">
                <a:moveTo>
                  <a:pt x="13198" y="2791"/>
                </a:moveTo>
                <a:lnTo>
                  <a:pt x="13586" y="2121"/>
                </a:lnTo>
                <a:lnTo>
                  <a:pt x="10579" y="1381"/>
                </a:lnTo>
                <a:lnTo>
                  <a:pt x="8861" y="454"/>
                </a:lnTo>
                <a:lnTo>
                  <a:pt x="7737" y="0"/>
                </a:lnTo>
                <a:lnTo>
                  <a:pt x="3960" y="2458"/>
                </a:lnTo>
                <a:lnTo>
                  <a:pt x="333" y="1235"/>
                </a:lnTo>
                <a:lnTo>
                  <a:pt x="0" y="2529"/>
                </a:lnTo>
                <a:lnTo>
                  <a:pt x="620" y="2847"/>
                </a:lnTo>
                <a:lnTo>
                  <a:pt x="1300" y="6699"/>
                </a:lnTo>
                <a:lnTo>
                  <a:pt x="3134" y="3869"/>
                </a:lnTo>
                <a:lnTo>
                  <a:pt x="5083" y="4992"/>
                </a:lnTo>
                <a:lnTo>
                  <a:pt x="4665" y="6105"/>
                </a:lnTo>
                <a:lnTo>
                  <a:pt x="7249" y="9500"/>
                </a:lnTo>
                <a:lnTo>
                  <a:pt x="7284" y="9546"/>
                </a:lnTo>
                <a:lnTo>
                  <a:pt x="7330" y="9495"/>
                </a:lnTo>
                <a:lnTo>
                  <a:pt x="11138" y="5153"/>
                </a:lnTo>
                <a:lnTo>
                  <a:pt x="12024" y="4881"/>
                </a:lnTo>
                <a:lnTo>
                  <a:pt x="13173" y="2836"/>
                </a:lnTo>
                <a:lnTo>
                  <a:pt x="13198" y="2791"/>
                </a:lnTo>
                <a:close/>
                <a:moveTo>
                  <a:pt x="6922" y="2705"/>
                </a:moveTo>
                <a:lnTo>
                  <a:pt x="5657" y="4262"/>
                </a:lnTo>
                <a:lnTo>
                  <a:pt x="4040" y="2524"/>
                </a:lnTo>
                <a:lnTo>
                  <a:pt x="8649" y="580"/>
                </a:lnTo>
                <a:lnTo>
                  <a:pt x="6947" y="2675"/>
                </a:lnTo>
                <a:lnTo>
                  <a:pt x="6922" y="2705"/>
                </a:lnTo>
                <a:close/>
                <a:moveTo>
                  <a:pt x="5602" y="4332"/>
                </a:moveTo>
                <a:lnTo>
                  <a:pt x="5148" y="4891"/>
                </a:lnTo>
                <a:lnTo>
                  <a:pt x="4126" y="2746"/>
                </a:lnTo>
                <a:lnTo>
                  <a:pt x="5602" y="4332"/>
                </a:lnTo>
                <a:close/>
                <a:moveTo>
                  <a:pt x="7229" y="9263"/>
                </a:moveTo>
                <a:lnTo>
                  <a:pt x="5375" y="5370"/>
                </a:lnTo>
                <a:lnTo>
                  <a:pt x="7163" y="7788"/>
                </a:lnTo>
                <a:lnTo>
                  <a:pt x="7229" y="9263"/>
                </a:lnTo>
                <a:close/>
                <a:moveTo>
                  <a:pt x="5194" y="4977"/>
                </a:moveTo>
                <a:lnTo>
                  <a:pt x="6927" y="2836"/>
                </a:lnTo>
                <a:lnTo>
                  <a:pt x="7098" y="6458"/>
                </a:lnTo>
                <a:lnTo>
                  <a:pt x="7103" y="6528"/>
                </a:lnTo>
                <a:lnTo>
                  <a:pt x="7153" y="7631"/>
                </a:lnTo>
                <a:lnTo>
                  <a:pt x="5194" y="4977"/>
                </a:lnTo>
                <a:close/>
                <a:moveTo>
                  <a:pt x="8957" y="3833"/>
                </a:moveTo>
                <a:lnTo>
                  <a:pt x="11012" y="5103"/>
                </a:lnTo>
                <a:lnTo>
                  <a:pt x="7254" y="6387"/>
                </a:lnTo>
                <a:lnTo>
                  <a:pt x="8957" y="3833"/>
                </a:lnTo>
                <a:close/>
                <a:moveTo>
                  <a:pt x="9007" y="3758"/>
                </a:moveTo>
                <a:lnTo>
                  <a:pt x="9621" y="2841"/>
                </a:lnTo>
                <a:lnTo>
                  <a:pt x="10972" y="4977"/>
                </a:lnTo>
                <a:lnTo>
                  <a:pt x="9007" y="3758"/>
                </a:lnTo>
                <a:close/>
                <a:moveTo>
                  <a:pt x="7184" y="6332"/>
                </a:moveTo>
                <a:lnTo>
                  <a:pt x="7012" y="2766"/>
                </a:lnTo>
                <a:lnTo>
                  <a:pt x="9541" y="2801"/>
                </a:lnTo>
                <a:lnTo>
                  <a:pt x="7184" y="6332"/>
                </a:lnTo>
                <a:close/>
                <a:moveTo>
                  <a:pt x="10972" y="5208"/>
                </a:moveTo>
                <a:lnTo>
                  <a:pt x="8272" y="8287"/>
                </a:lnTo>
                <a:lnTo>
                  <a:pt x="7209" y="6493"/>
                </a:lnTo>
                <a:lnTo>
                  <a:pt x="10972" y="5208"/>
                </a:lnTo>
                <a:close/>
                <a:moveTo>
                  <a:pt x="9702" y="2806"/>
                </a:moveTo>
                <a:lnTo>
                  <a:pt x="13037" y="2851"/>
                </a:lnTo>
                <a:lnTo>
                  <a:pt x="11118" y="5043"/>
                </a:lnTo>
                <a:lnTo>
                  <a:pt x="9702" y="2806"/>
                </a:lnTo>
                <a:close/>
                <a:moveTo>
                  <a:pt x="13450" y="2177"/>
                </a:moveTo>
                <a:lnTo>
                  <a:pt x="13117" y="2750"/>
                </a:lnTo>
                <a:lnTo>
                  <a:pt x="10891" y="1547"/>
                </a:lnTo>
                <a:lnTo>
                  <a:pt x="13450" y="2177"/>
                </a:lnTo>
                <a:close/>
                <a:moveTo>
                  <a:pt x="12956" y="2761"/>
                </a:moveTo>
                <a:lnTo>
                  <a:pt x="9647" y="2716"/>
                </a:lnTo>
                <a:lnTo>
                  <a:pt x="9596" y="2716"/>
                </a:lnTo>
                <a:lnTo>
                  <a:pt x="7058" y="2680"/>
                </a:lnTo>
                <a:lnTo>
                  <a:pt x="8805" y="524"/>
                </a:lnTo>
                <a:lnTo>
                  <a:pt x="12956" y="2761"/>
                </a:lnTo>
                <a:close/>
                <a:moveTo>
                  <a:pt x="7748" y="101"/>
                </a:moveTo>
                <a:lnTo>
                  <a:pt x="8680" y="469"/>
                </a:lnTo>
                <a:lnTo>
                  <a:pt x="4403" y="2272"/>
                </a:lnTo>
                <a:lnTo>
                  <a:pt x="7748" y="101"/>
                </a:lnTo>
                <a:close/>
                <a:moveTo>
                  <a:pt x="3753" y="2484"/>
                </a:moveTo>
                <a:lnTo>
                  <a:pt x="696" y="2766"/>
                </a:lnTo>
                <a:lnTo>
                  <a:pt x="449" y="1365"/>
                </a:lnTo>
                <a:lnTo>
                  <a:pt x="3753" y="2484"/>
                </a:lnTo>
                <a:close/>
                <a:moveTo>
                  <a:pt x="3879" y="2559"/>
                </a:moveTo>
                <a:lnTo>
                  <a:pt x="2091" y="5320"/>
                </a:lnTo>
                <a:lnTo>
                  <a:pt x="731" y="2851"/>
                </a:lnTo>
                <a:lnTo>
                  <a:pt x="3879" y="2559"/>
                </a:lnTo>
                <a:close/>
                <a:moveTo>
                  <a:pt x="383" y="1496"/>
                </a:moveTo>
                <a:lnTo>
                  <a:pt x="600" y="2735"/>
                </a:lnTo>
                <a:lnTo>
                  <a:pt x="101" y="2484"/>
                </a:lnTo>
                <a:lnTo>
                  <a:pt x="383" y="1496"/>
                </a:lnTo>
                <a:close/>
                <a:moveTo>
                  <a:pt x="746" y="3068"/>
                </a:moveTo>
                <a:lnTo>
                  <a:pt x="2035" y="5400"/>
                </a:lnTo>
                <a:lnTo>
                  <a:pt x="1345" y="6463"/>
                </a:lnTo>
                <a:lnTo>
                  <a:pt x="746" y="3068"/>
                </a:lnTo>
                <a:close/>
                <a:moveTo>
                  <a:pt x="3960" y="2594"/>
                </a:moveTo>
                <a:lnTo>
                  <a:pt x="5038" y="4866"/>
                </a:lnTo>
                <a:lnTo>
                  <a:pt x="3184" y="3793"/>
                </a:lnTo>
                <a:lnTo>
                  <a:pt x="3960" y="2594"/>
                </a:lnTo>
                <a:close/>
                <a:moveTo>
                  <a:pt x="4766" y="6090"/>
                </a:moveTo>
                <a:lnTo>
                  <a:pt x="5144" y="5088"/>
                </a:lnTo>
                <a:lnTo>
                  <a:pt x="7063" y="9112"/>
                </a:lnTo>
                <a:lnTo>
                  <a:pt x="4766" y="6090"/>
                </a:lnTo>
                <a:close/>
                <a:moveTo>
                  <a:pt x="7194" y="6644"/>
                </a:moveTo>
                <a:lnTo>
                  <a:pt x="8211" y="8357"/>
                </a:lnTo>
                <a:lnTo>
                  <a:pt x="7325" y="9364"/>
                </a:lnTo>
                <a:lnTo>
                  <a:pt x="7194" y="6644"/>
                </a:lnTo>
                <a:close/>
                <a:moveTo>
                  <a:pt x="11969" y="4806"/>
                </a:moveTo>
                <a:lnTo>
                  <a:pt x="11249" y="5027"/>
                </a:lnTo>
                <a:lnTo>
                  <a:pt x="12891" y="3154"/>
                </a:lnTo>
                <a:lnTo>
                  <a:pt x="11969" y="4806"/>
                </a:lnTo>
                <a:close/>
              </a:path>
            </a:pathLst>
          </a:custGeom>
          <a:solidFill>
            <a:schemeClr val="tx1">
              <a:lumMod val="75000"/>
              <a:lumOff val="25000"/>
            </a:schemeClr>
          </a:solidFill>
          <a:ln w="12700">
            <a:solidFill>
              <a:schemeClr val="accent2"/>
            </a:solidFill>
          </a:ln>
          <a:effectLst/>
        </p:spPr>
        <p:txBody>
          <a:bodyPr wrap="none" anchor="ctr"/>
          <a:lstStyle/>
          <a:p>
            <a:endParaRPr lang="en-US" dirty="0">
              <a:latin typeface="微软雅黑 Light" panose="020B0502040204020203" pitchFamily="34" charset="-122"/>
              <a:sym typeface="Exo 2 Light" panose="00000400000000000000" pitchFamily="50" charset="0"/>
            </a:endParaRPr>
          </a:p>
        </p:txBody>
      </p:sp>
      <p:grpSp>
        <p:nvGrpSpPr>
          <p:cNvPr id="8" name="组合 7">
            <a:extLst>
              <a:ext uri="{FF2B5EF4-FFF2-40B4-BE49-F238E27FC236}">
                <a16:creationId xmlns:a16="http://schemas.microsoft.com/office/drawing/2014/main" id="{B8FCBA09-ACAD-44CB-9FBF-16286B795310}"/>
              </a:ext>
            </a:extLst>
          </p:cNvPr>
          <p:cNvGrpSpPr/>
          <p:nvPr userDrawn="1"/>
        </p:nvGrpSpPr>
        <p:grpSpPr>
          <a:xfrm>
            <a:off x="0" y="0"/>
            <a:ext cx="7711084" cy="941457"/>
            <a:chOff x="-14417" y="-36940"/>
            <a:chExt cx="7711084" cy="941457"/>
          </a:xfrm>
        </p:grpSpPr>
        <p:sp>
          <p:nvSpPr>
            <p:cNvPr id="11" name="椭圆 10">
              <a:extLst>
                <a:ext uri="{FF2B5EF4-FFF2-40B4-BE49-F238E27FC236}">
                  <a16:creationId xmlns:a16="http://schemas.microsoft.com/office/drawing/2014/main" id="{1E70C58A-5A85-4832-B6D7-16830C470707}"/>
                </a:ext>
              </a:extLst>
            </p:cNvPr>
            <p:cNvSpPr/>
            <p:nvPr/>
          </p:nvSpPr>
          <p:spPr>
            <a:xfrm rot="374285">
              <a:off x="6100494" y="535640"/>
              <a:ext cx="95082" cy="90944"/>
            </a:xfrm>
            <a:prstGeom prst="ellipse">
              <a:avLst/>
            </a:prstGeom>
            <a:solidFill>
              <a:schemeClr val="accent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12" name="椭圆 11">
              <a:extLst>
                <a:ext uri="{FF2B5EF4-FFF2-40B4-BE49-F238E27FC236}">
                  <a16:creationId xmlns:a16="http://schemas.microsoft.com/office/drawing/2014/main" id="{DC82F87F-1BF8-46C1-A5E3-DA3CF824850F}"/>
                </a:ext>
              </a:extLst>
            </p:cNvPr>
            <p:cNvSpPr/>
            <p:nvPr/>
          </p:nvSpPr>
          <p:spPr>
            <a:xfrm rot="374285">
              <a:off x="5448352" y="699694"/>
              <a:ext cx="132525" cy="12675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13" name="椭圆 12">
              <a:extLst>
                <a:ext uri="{FF2B5EF4-FFF2-40B4-BE49-F238E27FC236}">
                  <a16:creationId xmlns:a16="http://schemas.microsoft.com/office/drawing/2014/main" id="{614CD21A-C39D-4795-83CD-774FD349585D}"/>
                </a:ext>
              </a:extLst>
            </p:cNvPr>
            <p:cNvSpPr/>
            <p:nvPr/>
          </p:nvSpPr>
          <p:spPr>
            <a:xfrm rot="374285">
              <a:off x="3572722" y="604289"/>
              <a:ext cx="115820" cy="11077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14" name="椭圆 13">
              <a:extLst>
                <a:ext uri="{FF2B5EF4-FFF2-40B4-BE49-F238E27FC236}">
                  <a16:creationId xmlns:a16="http://schemas.microsoft.com/office/drawing/2014/main" id="{EB2837F6-1D7D-46DA-8111-809E9C8B0A67}"/>
                </a:ext>
              </a:extLst>
            </p:cNvPr>
            <p:cNvSpPr/>
            <p:nvPr/>
          </p:nvSpPr>
          <p:spPr>
            <a:xfrm rot="374285">
              <a:off x="2820174" y="763680"/>
              <a:ext cx="132525" cy="12675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15" name="椭圆 14">
              <a:extLst>
                <a:ext uri="{FF2B5EF4-FFF2-40B4-BE49-F238E27FC236}">
                  <a16:creationId xmlns:a16="http://schemas.microsoft.com/office/drawing/2014/main" id="{01AB2BC1-E267-4710-B496-D53DA744DE30}"/>
                </a:ext>
              </a:extLst>
            </p:cNvPr>
            <p:cNvSpPr/>
            <p:nvPr/>
          </p:nvSpPr>
          <p:spPr>
            <a:xfrm rot="374285">
              <a:off x="3117822" y="315295"/>
              <a:ext cx="95082" cy="90944"/>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16" name="椭圆 15">
              <a:extLst>
                <a:ext uri="{FF2B5EF4-FFF2-40B4-BE49-F238E27FC236}">
                  <a16:creationId xmlns:a16="http://schemas.microsoft.com/office/drawing/2014/main" id="{6E02D594-6540-4CD5-9CDE-9001117B20E9}"/>
                </a:ext>
              </a:extLst>
            </p:cNvPr>
            <p:cNvSpPr/>
            <p:nvPr/>
          </p:nvSpPr>
          <p:spPr>
            <a:xfrm rot="374285">
              <a:off x="2354876" y="555089"/>
              <a:ext cx="95082" cy="90944"/>
            </a:xfrm>
            <a:prstGeom prst="ellipse">
              <a:avLst/>
            </a:prstGeom>
            <a:solidFill>
              <a:schemeClr val="accent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17" name="椭圆 16">
              <a:extLst>
                <a:ext uri="{FF2B5EF4-FFF2-40B4-BE49-F238E27FC236}">
                  <a16:creationId xmlns:a16="http://schemas.microsoft.com/office/drawing/2014/main" id="{D7450177-3DC4-4063-9A91-85BDBC7A780E}"/>
                </a:ext>
              </a:extLst>
            </p:cNvPr>
            <p:cNvSpPr/>
            <p:nvPr/>
          </p:nvSpPr>
          <p:spPr>
            <a:xfrm rot="374285">
              <a:off x="1154955" y="777760"/>
              <a:ext cx="132525" cy="12675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18" name="椭圆 17">
              <a:extLst>
                <a:ext uri="{FF2B5EF4-FFF2-40B4-BE49-F238E27FC236}">
                  <a16:creationId xmlns:a16="http://schemas.microsoft.com/office/drawing/2014/main" id="{CB691F92-4285-438C-8B71-569CDBA913BC}"/>
                </a:ext>
              </a:extLst>
            </p:cNvPr>
            <p:cNvSpPr/>
            <p:nvPr/>
          </p:nvSpPr>
          <p:spPr>
            <a:xfrm rot="374285">
              <a:off x="230848" y="707083"/>
              <a:ext cx="92438" cy="88415"/>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19" name="椭圆 18">
              <a:extLst>
                <a:ext uri="{FF2B5EF4-FFF2-40B4-BE49-F238E27FC236}">
                  <a16:creationId xmlns:a16="http://schemas.microsoft.com/office/drawing/2014/main" id="{07D649CF-34AF-43C0-80EE-504F388BEB1A}"/>
                </a:ext>
              </a:extLst>
            </p:cNvPr>
            <p:cNvSpPr/>
            <p:nvPr/>
          </p:nvSpPr>
          <p:spPr>
            <a:xfrm rot="374285">
              <a:off x="460358" y="447685"/>
              <a:ext cx="132525" cy="126757"/>
            </a:xfrm>
            <a:prstGeom prst="ellipse">
              <a:avLst/>
            </a:prstGeom>
            <a:solidFill>
              <a:schemeClr val="accent2">
                <a:lumMod val="40000"/>
                <a:lumOff val="60000"/>
                <a:alpha val="5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20" name="椭圆 19">
              <a:extLst>
                <a:ext uri="{FF2B5EF4-FFF2-40B4-BE49-F238E27FC236}">
                  <a16:creationId xmlns:a16="http://schemas.microsoft.com/office/drawing/2014/main" id="{6C3BC982-0A71-4DAD-AC1C-2DEA049913C3}"/>
                </a:ext>
              </a:extLst>
            </p:cNvPr>
            <p:cNvSpPr/>
            <p:nvPr/>
          </p:nvSpPr>
          <p:spPr>
            <a:xfrm rot="374285">
              <a:off x="1381001" y="389323"/>
              <a:ext cx="132525" cy="126757"/>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21" name="椭圆 20">
              <a:extLst>
                <a:ext uri="{FF2B5EF4-FFF2-40B4-BE49-F238E27FC236}">
                  <a16:creationId xmlns:a16="http://schemas.microsoft.com/office/drawing/2014/main" id="{177E03B8-1E2B-4537-A018-26391B9575C4}"/>
                </a:ext>
              </a:extLst>
            </p:cNvPr>
            <p:cNvSpPr/>
            <p:nvPr/>
          </p:nvSpPr>
          <p:spPr>
            <a:xfrm rot="374285">
              <a:off x="4997785" y="730304"/>
              <a:ext cx="132220" cy="126465"/>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22" name="椭圆 21">
              <a:extLst>
                <a:ext uri="{FF2B5EF4-FFF2-40B4-BE49-F238E27FC236}">
                  <a16:creationId xmlns:a16="http://schemas.microsoft.com/office/drawing/2014/main" id="{1592E938-A3ED-44EC-93E9-1785BE2E4EDD}"/>
                </a:ext>
              </a:extLst>
            </p:cNvPr>
            <p:cNvSpPr/>
            <p:nvPr/>
          </p:nvSpPr>
          <p:spPr>
            <a:xfrm rot="374285">
              <a:off x="6753757" y="-36940"/>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23" name="椭圆 22">
              <a:extLst>
                <a:ext uri="{FF2B5EF4-FFF2-40B4-BE49-F238E27FC236}">
                  <a16:creationId xmlns:a16="http://schemas.microsoft.com/office/drawing/2014/main" id="{CDCEBC96-4EF5-41F1-9446-466FFB5DC9CD}"/>
                </a:ext>
              </a:extLst>
            </p:cNvPr>
            <p:cNvSpPr/>
            <p:nvPr/>
          </p:nvSpPr>
          <p:spPr>
            <a:xfrm rot="374285">
              <a:off x="5282589" y="230150"/>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24" name="椭圆 23">
              <a:extLst>
                <a:ext uri="{FF2B5EF4-FFF2-40B4-BE49-F238E27FC236}">
                  <a16:creationId xmlns:a16="http://schemas.microsoft.com/office/drawing/2014/main" id="{B0785AE5-CD30-41AA-ACB0-765EB9154018}"/>
                </a:ext>
              </a:extLst>
            </p:cNvPr>
            <p:cNvSpPr/>
            <p:nvPr/>
          </p:nvSpPr>
          <p:spPr>
            <a:xfrm rot="374285">
              <a:off x="2154598" y="204617"/>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25" name="椭圆 24">
              <a:extLst>
                <a:ext uri="{FF2B5EF4-FFF2-40B4-BE49-F238E27FC236}">
                  <a16:creationId xmlns:a16="http://schemas.microsoft.com/office/drawing/2014/main" id="{4F9C78BD-7254-43D0-B63D-81A0C10A2BC2}"/>
                </a:ext>
              </a:extLst>
            </p:cNvPr>
            <p:cNvSpPr/>
            <p:nvPr/>
          </p:nvSpPr>
          <p:spPr>
            <a:xfrm rot="374285">
              <a:off x="911533" y="118983"/>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26" name="椭圆 25">
              <a:extLst>
                <a:ext uri="{FF2B5EF4-FFF2-40B4-BE49-F238E27FC236}">
                  <a16:creationId xmlns:a16="http://schemas.microsoft.com/office/drawing/2014/main" id="{200D9AED-3611-4A19-A09B-53C3B2A2818F}"/>
                </a:ext>
              </a:extLst>
            </p:cNvPr>
            <p:cNvSpPr/>
            <p:nvPr/>
          </p:nvSpPr>
          <p:spPr>
            <a:xfrm rot="374285">
              <a:off x="3816520" y="284247"/>
              <a:ext cx="107744" cy="103054"/>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27" name="椭圆 26">
              <a:extLst>
                <a:ext uri="{FF2B5EF4-FFF2-40B4-BE49-F238E27FC236}">
                  <a16:creationId xmlns:a16="http://schemas.microsoft.com/office/drawing/2014/main" id="{A6F858B9-2052-4F86-BC88-E78AD36ED096}"/>
                </a:ext>
              </a:extLst>
            </p:cNvPr>
            <p:cNvSpPr/>
            <p:nvPr/>
          </p:nvSpPr>
          <p:spPr>
            <a:xfrm rot="374285">
              <a:off x="4415537" y="495109"/>
              <a:ext cx="102912" cy="98432"/>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28" name="椭圆 27">
              <a:extLst>
                <a:ext uri="{FF2B5EF4-FFF2-40B4-BE49-F238E27FC236}">
                  <a16:creationId xmlns:a16="http://schemas.microsoft.com/office/drawing/2014/main" id="{6BCFA25F-2B9D-4F6E-B38B-19F53F45D1CF}"/>
                </a:ext>
              </a:extLst>
            </p:cNvPr>
            <p:cNvSpPr/>
            <p:nvPr/>
          </p:nvSpPr>
          <p:spPr>
            <a:xfrm rot="374285">
              <a:off x="7272713" y="207833"/>
              <a:ext cx="132525" cy="126757"/>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cxnSp>
          <p:nvCxnSpPr>
            <p:cNvPr id="29" name="直接连接符 28">
              <a:extLst>
                <a:ext uri="{FF2B5EF4-FFF2-40B4-BE49-F238E27FC236}">
                  <a16:creationId xmlns:a16="http://schemas.microsoft.com/office/drawing/2014/main" id="{EF57988D-049C-4D78-A536-99EC4D0BAB04}"/>
                </a:ext>
              </a:extLst>
            </p:cNvPr>
            <p:cNvCxnSpPr>
              <a:stCxn id="11" idx="6"/>
              <a:endCxn id="28" idx="2"/>
            </p:cNvCxnSpPr>
            <p:nvPr/>
          </p:nvCxnSpPr>
          <p:spPr>
            <a:xfrm rot="10800000" flipH="1">
              <a:off x="6195295" y="264325"/>
              <a:ext cx="1077810" cy="32172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7F3D42FA-2034-4BBA-AFD3-B3C0A5A65D39}"/>
                </a:ext>
              </a:extLst>
            </p:cNvPr>
            <p:cNvCxnSpPr>
              <a:stCxn id="11" idx="2"/>
              <a:endCxn id="12" idx="6"/>
            </p:cNvCxnSpPr>
            <p:nvPr/>
          </p:nvCxnSpPr>
          <p:spPr>
            <a:xfrm rot="10800000" flipV="1">
              <a:off x="5580485" y="576170"/>
              <a:ext cx="520291" cy="19378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0B24ED17-C590-4CB2-B1A4-6D7EC6DCA772}"/>
                </a:ext>
              </a:extLst>
            </p:cNvPr>
            <p:cNvCxnSpPr>
              <a:cxnSpLocks/>
              <a:stCxn id="22" idx="3"/>
              <a:endCxn id="11" idx="0"/>
            </p:cNvCxnSpPr>
            <p:nvPr/>
          </p:nvCxnSpPr>
          <p:spPr>
            <a:xfrm flipH="1">
              <a:off x="6152976" y="33463"/>
              <a:ext cx="610924" cy="50244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99834F15-9349-468B-B5E5-8659E935A5A2}"/>
                </a:ext>
              </a:extLst>
            </p:cNvPr>
            <p:cNvCxnSpPr>
              <a:stCxn id="19" idx="5"/>
              <a:endCxn id="17" idx="1"/>
            </p:cNvCxnSpPr>
            <p:nvPr/>
          </p:nvCxnSpPr>
          <p:spPr>
            <a:xfrm rot="10800000" flipH="1" flipV="1">
              <a:off x="568107" y="560483"/>
              <a:ext cx="611625" cy="23123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A336D1BB-3A65-4649-9B52-09502722C357}"/>
                </a:ext>
              </a:extLst>
            </p:cNvPr>
            <p:cNvCxnSpPr>
              <a:stCxn id="17" idx="3"/>
              <a:endCxn id="18" idx="4"/>
            </p:cNvCxnSpPr>
            <p:nvPr/>
          </p:nvCxnSpPr>
          <p:spPr>
            <a:xfrm rot="10800000">
              <a:off x="272045" y="795236"/>
              <a:ext cx="897505" cy="855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830AE0D1-FDFD-46A6-829E-66306B877083}"/>
                </a:ext>
              </a:extLst>
            </p:cNvPr>
            <p:cNvCxnSpPr>
              <a:stCxn id="20" idx="4"/>
              <a:endCxn id="17" idx="7"/>
            </p:cNvCxnSpPr>
            <p:nvPr/>
          </p:nvCxnSpPr>
          <p:spPr>
            <a:xfrm rot="10800000" flipV="1">
              <a:off x="1272886" y="515705"/>
              <a:ext cx="167178" cy="2857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6AA5C445-D90A-4189-A07F-D15BA880046F}"/>
                </a:ext>
              </a:extLst>
            </p:cNvPr>
            <p:cNvCxnSpPr>
              <a:stCxn id="23" idx="4"/>
              <a:endCxn id="12" idx="0"/>
            </p:cNvCxnSpPr>
            <p:nvPr/>
          </p:nvCxnSpPr>
          <p:spPr>
            <a:xfrm rot="10800000" flipH="1" flipV="1">
              <a:off x="5323023" y="316672"/>
              <a:ext cx="198791" cy="38339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30F8A100-95DF-45C4-A02E-0C8C46B4314C}"/>
                </a:ext>
              </a:extLst>
            </p:cNvPr>
            <p:cNvCxnSpPr>
              <a:stCxn id="26" idx="6"/>
              <a:endCxn id="27" idx="1"/>
            </p:cNvCxnSpPr>
            <p:nvPr/>
          </p:nvCxnSpPr>
          <p:spPr>
            <a:xfrm rot="10800000" flipH="1" flipV="1">
              <a:off x="3923944" y="341373"/>
              <a:ext cx="510832" cy="16457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DDDDB52B-FF38-4869-8A0D-494CE5550BDB}"/>
                </a:ext>
              </a:extLst>
            </p:cNvPr>
            <p:cNvCxnSpPr>
              <a:stCxn id="16" idx="7"/>
              <a:endCxn id="15" idx="2"/>
            </p:cNvCxnSpPr>
            <p:nvPr/>
          </p:nvCxnSpPr>
          <p:spPr>
            <a:xfrm rot="10800000" flipH="1">
              <a:off x="2439488" y="355825"/>
              <a:ext cx="678616" cy="21626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37">
              <a:extLst>
                <a:ext uri="{FF2B5EF4-FFF2-40B4-BE49-F238E27FC236}">
                  <a16:creationId xmlns:a16="http://schemas.microsoft.com/office/drawing/2014/main" id="{F63548ED-507F-4F3D-836C-81039DF3B1E7}"/>
                </a:ext>
              </a:extLst>
            </p:cNvPr>
            <p:cNvCxnSpPr>
              <a:stCxn id="17" idx="6"/>
              <a:endCxn id="16" idx="3"/>
            </p:cNvCxnSpPr>
            <p:nvPr/>
          </p:nvCxnSpPr>
          <p:spPr>
            <a:xfrm rot="10800000" flipH="1">
              <a:off x="1287088" y="629030"/>
              <a:ext cx="1078260" cy="21899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719E4C08-CB97-4EC4-A528-10913EA80E69}"/>
                </a:ext>
              </a:extLst>
            </p:cNvPr>
            <p:cNvCxnSpPr>
              <a:stCxn id="23" idx="6"/>
              <a:endCxn id="11" idx="1"/>
            </p:cNvCxnSpPr>
            <p:nvPr/>
          </p:nvCxnSpPr>
          <p:spPr>
            <a:xfrm rot="10800000" flipH="1" flipV="1">
              <a:off x="5373048" y="278254"/>
              <a:ext cx="745223" cy="26740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F1511854-D175-4227-8D60-EBAF0717F6DD}"/>
                </a:ext>
              </a:extLst>
            </p:cNvPr>
            <p:cNvCxnSpPr>
              <a:stCxn id="23" idx="3"/>
              <a:endCxn id="21" idx="0"/>
            </p:cNvCxnSpPr>
            <p:nvPr/>
          </p:nvCxnSpPr>
          <p:spPr>
            <a:xfrm rot="10800000" flipV="1">
              <a:off x="5071079" y="300704"/>
              <a:ext cx="221502" cy="42997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1" name="直接连接符 40">
              <a:extLst>
                <a:ext uri="{FF2B5EF4-FFF2-40B4-BE49-F238E27FC236}">
                  <a16:creationId xmlns:a16="http://schemas.microsoft.com/office/drawing/2014/main" id="{176E4B19-9F97-4F83-AA6D-5A8CBE468573}"/>
                </a:ext>
              </a:extLst>
            </p:cNvPr>
            <p:cNvCxnSpPr>
              <a:stCxn id="13" idx="3"/>
              <a:endCxn id="14" idx="6"/>
            </p:cNvCxnSpPr>
            <p:nvPr/>
          </p:nvCxnSpPr>
          <p:spPr>
            <a:xfrm rot="10800000" flipV="1">
              <a:off x="2952307" y="694356"/>
              <a:ext cx="633169" cy="13959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2" name="直接连接符 41">
              <a:extLst>
                <a:ext uri="{FF2B5EF4-FFF2-40B4-BE49-F238E27FC236}">
                  <a16:creationId xmlns:a16="http://schemas.microsoft.com/office/drawing/2014/main" id="{57A9D0DD-9F1B-4A1A-B7F1-B6E664603E79}"/>
                </a:ext>
              </a:extLst>
            </p:cNvPr>
            <p:cNvCxnSpPr>
              <a:stCxn id="15" idx="4"/>
              <a:endCxn id="14" idx="7"/>
            </p:cNvCxnSpPr>
            <p:nvPr/>
          </p:nvCxnSpPr>
          <p:spPr>
            <a:xfrm rot="10800000" flipV="1">
              <a:off x="2938105" y="405969"/>
              <a:ext cx="222092" cy="38141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7C284FBF-DF36-40EF-86F6-16AC04A270E2}"/>
                </a:ext>
              </a:extLst>
            </p:cNvPr>
            <p:cNvCxnSpPr>
              <a:stCxn id="16" idx="5"/>
              <a:endCxn id="14" idx="2"/>
            </p:cNvCxnSpPr>
            <p:nvPr/>
          </p:nvCxnSpPr>
          <p:spPr>
            <a:xfrm rot="10800000" flipH="1" flipV="1">
              <a:off x="2432182" y="636017"/>
              <a:ext cx="388385" cy="18415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1383EE05-8E61-4A85-A91D-D1417FCC1D5F}"/>
                </a:ext>
              </a:extLst>
            </p:cNvPr>
            <p:cNvCxnSpPr>
              <a:stCxn id="20" idx="6"/>
              <a:endCxn id="16" idx="1"/>
            </p:cNvCxnSpPr>
            <p:nvPr/>
          </p:nvCxnSpPr>
          <p:spPr>
            <a:xfrm rot="10800000" flipH="1" flipV="1">
              <a:off x="1513134" y="459588"/>
              <a:ext cx="859519" cy="1055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88A049FF-C96C-460A-B2CD-FFC3F6D73658}"/>
                </a:ext>
              </a:extLst>
            </p:cNvPr>
            <p:cNvCxnSpPr>
              <a:stCxn id="24" idx="2"/>
              <a:endCxn id="20" idx="7"/>
            </p:cNvCxnSpPr>
            <p:nvPr/>
          </p:nvCxnSpPr>
          <p:spPr>
            <a:xfrm rot="10800000" flipV="1">
              <a:off x="1498932" y="243291"/>
              <a:ext cx="655935" cy="16973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706D5248-8E0C-47C8-A71F-38D641918AF8}"/>
                </a:ext>
              </a:extLst>
            </p:cNvPr>
            <p:cNvCxnSpPr>
              <a:stCxn id="23" idx="2"/>
              <a:endCxn id="27" idx="7"/>
            </p:cNvCxnSpPr>
            <p:nvPr/>
          </p:nvCxnSpPr>
          <p:spPr>
            <a:xfrm rot="10800000" flipV="1">
              <a:off x="4507115" y="268825"/>
              <a:ext cx="775742" cy="2446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ADAE38AF-A576-42C8-8850-5F9F0F06D3FA}"/>
                </a:ext>
              </a:extLst>
            </p:cNvPr>
            <p:cNvCxnSpPr>
              <a:cxnSpLocks/>
              <a:stCxn id="22" idx="2"/>
              <a:endCxn id="23" idx="7"/>
            </p:cNvCxnSpPr>
            <p:nvPr/>
          </p:nvCxnSpPr>
          <p:spPr>
            <a:xfrm flipH="1">
              <a:off x="5363173" y="1520"/>
              <a:ext cx="1390853" cy="24500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a16="http://schemas.microsoft.com/office/drawing/2014/main" id="{6B8FE99F-F5FC-4420-B37A-75F109AE28D7}"/>
                </a:ext>
              </a:extLst>
            </p:cNvPr>
            <p:cNvCxnSpPr>
              <a:stCxn id="27" idx="5"/>
              <a:endCxn id="21" idx="2"/>
            </p:cNvCxnSpPr>
            <p:nvPr/>
          </p:nvCxnSpPr>
          <p:spPr>
            <a:xfrm rot="10800000" flipH="1" flipV="1">
              <a:off x="4499208" y="582701"/>
              <a:ext cx="498968" cy="20396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75EA1E4D-310E-4749-B60D-9B05C967D9B0}"/>
                </a:ext>
              </a:extLst>
            </p:cNvPr>
            <p:cNvCxnSpPr>
              <a:stCxn id="24" idx="5"/>
              <a:endCxn id="16" idx="0"/>
            </p:cNvCxnSpPr>
            <p:nvPr/>
          </p:nvCxnSpPr>
          <p:spPr>
            <a:xfrm rot="10800000" flipH="1" flipV="1">
              <a:off x="2228363" y="281838"/>
              <a:ext cx="179221" cy="27352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4F1EBD42-7758-4DD4-B8E1-8C41CBFEDC0F}"/>
                </a:ext>
              </a:extLst>
            </p:cNvPr>
            <p:cNvCxnSpPr>
              <a:cxnSpLocks/>
            </p:cNvCxnSpPr>
            <p:nvPr/>
          </p:nvCxnSpPr>
          <p:spPr>
            <a:xfrm>
              <a:off x="2938105" y="-6871"/>
              <a:ext cx="205887" cy="32959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1" name="直接连接符 50">
              <a:extLst>
                <a:ext uri="{FF2B5EF4-FFF2-40B4-BE49-F238E27FC236}">
                  <a16:creationId xmlns:a16="http://schemas.microsoft.com/office/drawing/2014/main" id="{FDB5DFAE-307D-4F16-BF3B-C5F160B3D503}"/>
                </a:ext>
              </a:extLst>
            </p:cNvPr>
            <p:cNvCxnSpPr>
              <a:cxnSpLocks/>
            </p:cNvCxnSpPr>
            <p:nvPr/>
          </p:nvCxnSpPr>
          <p:spPr>
            <a:xfrm>
              <a:off x="9952" y="0"/>
              <a:ext cx="499185" cy="45842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518921FA-0CC5-4DF5-B3EC-CB661C7EB6BB}"/>
                </a:ext>
              </a:extLst>
            </p:cNvPr>
            <p:cNvCxnSpPr>
              <a:stCxn id="13" idx="6"/>
              <a:endCxn id="27" idx="3"/>
            </p:cNvCxnSpPr>
            <p:nvPr/>
          </p:nvCxnSpPr>
          <p:spPr>
            <a:xfrm rot="10800000" flipH="1">
              <a:off x="3688198" y="575139"/>
              <a:ext cx="738672" cy="9055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295C4407-68F4-456A-A554-50261B51366A}"/>
                </a:ext>
              </a:extLst>
            </p:cNvPr>
            <p:cNvCxnSpPr>
              <a:stCxn id="13" idx="0"/>
              <a:endCxn id="26" idx="3"/>
            </p:cNvCxnSpPr>
            <p:nvPr/>
          </p:nvCxnSpPr>
          <p:spPr>
            <a:xfrm rot="10800000" flipH="1">
              <a:off x="3636924" y="368034"/>
              <a:ext cx="191461" cy="2365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892379BE-F813-4A7D-8340-42365B6A55DA}"/>
                </a:ext>
              </a:extLst>
            </p:cNvPr>
            <p:cNvCxnSpPr>
              <a:stCxn id="13" idx="1"/>
              <a:endCxn id="15" idx="5"/>
            </p:cNvCxnSpPr>
            <p:nvPr/>
          </p:nvCxnSpPr>
          <p:spPr>
            <a:xfrm rot="10800000">
              <a:off x="3195128" y="396223"/>
              <a:ext cx="399247" cy="22026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 name="直接连接符 54">
              <a:extLst>
                <a:ext uri="{FF2B5EF4-FFF2-40B4-BE49-F238E27FC236}">
                  <a16:creationId xmlns:a16="http://schemas.microsoft.com/office/drawing/2014/main" id="{8C25CA83-739A-45BB-9832-DEE30BADFDB4}"/>
                </a:ext>
              </a:extLst>
            </p:cNvPr>
            <p:cNvCxnSpPr>
              <a:endCxn id="15" idx="7"/>
            </p:cNvCxnSpPr>
            <p:nvPr/>
          </p:nvCxnSpPr>
          <p:spPr>
            <a:xfrm rot="10800000" flipV="1">
              <a:off x="3202434" y="312775"/>
              <a:ext cx="635159" cy="1952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 name="直接连接符 55">
              <a:extLst>
                <a:ext uri="{FF2B5EF4-FFF2-40B4-BE49-F238E27FC236}">
                  <a16:creationId xmlns:a16="http://schemas.microsoft.com/office/drawing/2014/main" id="{3E807B79-5434-4949-8936-50FCA93E0E43}"/>
                </a:ext>
              </a:extLst>
            </p:cNvPr>
            <p:cNvCxnSpPr>
              <a:stCxn id="26" idx="7"/>
            </p:cNvCxnSpPr>
            <p:nvPr/>
          </p:nvCxnSpPr>
          <p:spPr>
            <a:xfrm rot="10800000" flipH="1">
              <a:off x="3912398" y="-6870"/>
              <a:ext cx="456197" cy="3103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 name="直接连接符 56">
              <a:extLst>
                <a:ext uri="{FF2B5EF4-FFF2-40B4-BE49-F238E27FC236}">
                  <a16:creationId xmlns:a16="http://schemas.microsoft.com/office/drawing/2014/main" id="{2728192E-902E-423E-B8CF-43B2D5A20881}"/>
                </a:ext>
              </a:extLst>
            </p:cNvPr>
            <p:cNvCxnSpPr>
              <a:cxnSpLocks/>
              <a:endCxn id="26" idx="0"/>
            </p:cNvCxnSpPr>
            <p:nvPr/>
          </p:nvCxnSpPr>
          <p:spPr>
            <a:xfrm>
              <a:off x="3688198" y="-6871"/>
              <a:ext cx="187793" cy="29142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 name="直接连接符 57">
              <a:extLst>
                <a:ext uri="{FF2B5EF4-FFF2-40B4-BE49-F238E27FC236}">
                  <a16:creationId xmlns:a16="http://schemas.microsoft.com/office/drawing/2014/main" id="{16CB4E7A-44DB-4A64-93F2-BB06DBC99A07}"/>
                </a:ext>
              </a:extLst>
            </p:cNvPr>
            <p:cNvCxnSpPr>
              <a:stCxn id="19" idx="7"/>
              <a:endCxn id="20" idx="2"/>
            </p:cNvCxnSpPr>
            <p:nvPr/>
          </p:nvCxnSpPr>
          <p:spPr>
            <a:xfrm rot="10800000" flipH="1">
              <a:off x="578289" y="445815"/>
              <a:ext cx="803104" cy="2556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 name="直接连接符 58">
              <a:extLst>
                <a:ext uri="{FF2B5EF4-FFF2-40B4-BE49-F238E27FC236}">
                  <a16:creationId xmlns:a16="http://schemas.microsoft.com/office/drawing/2014/main" id="{EDBE1156-FDC8-4DE2-B587-33F0C37EFB69}"/>
                </a:ext>
              </a:extLst>
            </p:cNvPr>
            <p:cNvCxnSpPr>
              <a:stCxn id="19" idx="0"/>
              <a:endCxn id="25" idx="2"/>
            </p:cNvCxnSpPr>
            <p:nvPr/>
          </p:nvCxnSpPr>
          <p:spPr>
            <a:xfrm rot="10800000" flipH="1">
              <a:off x="533821" y="157658"/>
              <a:ext cx="377980" cy="29040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0" name="直接连接符 59">
              <a:extLst>
                <a:ext uri="{FF2B5EF4-FFF2-40B4-BE49-F238E27FC236}">
                  <a16:creationId xmlns:a16="http://schemas.microsoft.com/office/drawing/2014/main" id="{F0E83090-2481-476D-ACEF-A67D7B5914B7}"/>
                </a:ext>
              </a:extLst>
            </p:cNvPr>
            <p:cNvCxnSpPr>
              <a:stCxn id="20" idx="1"/>
              <a:endCxn id="25" idx="6"/>
            </p:cNvCxnSpPr>
            <p:nvPr/>
          </p:nvCxnSpPr>
          <p:spPr>
            <a:xfrm rot="10800000">
              <a:off x="1001992" y="167087"/>
              <a:ext cx="403786" cy="23619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4B1DAAC1-BA9B-409D-970B-A5D12C8596EA}"/>
                </a:ext>
              </a:extLst>
            </p:cNvPr>
            <p:cNvCxnSpPr>
              <a:cxnSpLocks/>
              <a:stCxn id="16" idx="0"/>
            </p:cNvCxnSpPr>
            <p:nvPr/>
          </p:nvCxnSpPr>
          <p:spPr>
            <a:xfrm flipV="1">
              <a:off x="2407358" y="-6871"/>
              <a:ext cx="344155" cy="56222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2" name="直接连接符 61">
              <a:extLst>
                <a:ext uri="{FF2B5EF4-FFF2-40B4-BE49-F238E27FC236}">
                  <a16:creationId xmlns:a16="http://schemas.microsoft.com/office/drawing/2014/main" id="{27500C3F-46B3-4B5C-9EC2-A1949BC93DC9}"/>
                </a:ext>
              </a:extLst>
            </p:cNvPr>
            <p:cNvCxnSpPr>
              <a:cxnSpLocks/>
              <a:stCxn id="24" idx="0"/>
            </p:cNvCxnSpPr>
            <p:nvPr/>
          </p:nvCxnSpPr>
          <p:spPr>
            <a:xfrm flipH="1" flipV="1">
              <a:off x="2111433" y="-6871"/>
              <a:ext cx="93244" cy="2117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3" name="直接连接符 62">
              <a:extLst>
                <a:ext uri="{FF2B5EF4-FFF2-40B4-BE49-F238E27FC236}">
                  <a16:creationId xmlns:a16="http://schemas.microsoft.com/office/drawing/2014/main" id="{388F8415-9756-402F-BE52-8D940D473116}"/>
                </a:ext>
              </a:extLst>
            </p:cNvPr>
            <p:cNvCxnSpPr>
              <a:stCxn id="18" idx="0"/>
              <a:endCxn id="19" idx="3"/>
            </p:cNvCxnSpPr>
            <p:nvPr/>
          </p:nvCxnSpPr>
          <p:spPr>
            <a:xfrm rot="10800000" flipH="1">
              <a:off x="282090" y="550744"/>
              <a:ext cx="192863" cy="15660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4" name="直接连接符 63">
              <a:extLst>
                <a:ext uri="{FF2B5EF4-FFF2-40B4-BE49-F238E27FC236}">
                  <a16:creationId xmlns:a16="http://schemas.microsoft.com/office/drawing/2014/main" id="{20BA3FF9-1E96-463A-BBE8-7EC376F780F2}"/>
                </a:ext>
              </a:extLst>
            </p:cNvPr>
            <p:cNvCxnSpPr>
              <a:cxnSpLocks/>
              <a:stCxn id="18" idx="3"/>
            </p:cNvCxnSpPr>
            <p:nvPr/>
          </p:nvCxnSpPr>
          <p:spPr>
            <a:xfrm flipH="1">
              <a:off x="-14417" y="778814"/>
              <a:ext cx="255599" cy="10200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5853B213-278D-402D-B8CB-B123C2391C51}"/>
                </a:ext>
              </a:extLst>
            </p:cNvPr>
            <p:cNvCxnSpPr>
              <a:endCxn id="27" idx="0"/>
            </p:cNvCxnSpPr>
            <p:nvPr/>
          </p:nvCxnSpPr>
          <p:spPr>
            <a:xfrm rot="10800000" flipV="1">
              <a:off x="4472584" y="-6870"/>
              <a:ext cx="156304" cy="50227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6" name="直接连接符 65">
              <a:extLst>
                <a:ext uri="{FF2B5EF4-FFF2-40B4-BE49-F238E27FC236}">
                  <a16:creationId xmlns:a16="http://schemas.microsoft.com/office/drawing/2014/main" id="{7998B8E8-1748-4FD0-8836-FD7CD490892E}"/>
                </a:ext>
              </a:extLst>
            </p:cNvPr>
            <p:cNvCxnSpPr>
              <a:stCxn id="12" idx="3"/>
              <a:endCxn id="21" idx="6"/>
            </p:cNvCxnSpPr>
            <p:nvPr/>
          </p:nvCxnSpPr>
          <p:spPr>
            <a:xfrm rot="10800000">
              <a:off x="5129614" y="800407"/>
              <a:ext cx="333332" cy="234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EDA45374-C937-4FE7-A5B2-17A39F48B82B}"/>
                </a:ext>
              </a:extLst>
            </p:cNvPr>
            <p:cNvCxnSpPr>
              <a:cxnSpLocks/>
              <a:endCxn id="28" idx="1"/>
            </p:cNvCxnSpPr>
            <p:nvPr/>
          </p:nvCxnSpPr>
          <p:spPr>
            <a:xfrm>
              <a:off x="7202978" y="0"/>
              <a:ext cx="94290" cy="22157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9" name="直接连接符 68">
              <a:extLst>
                <a:ext uri="{FF2B5EF4-FFF2-40B4-BE49-F238E27FC236}">
                  <a16:creationId xmlns:a16="http://schemas.microsoft.com/office/drawing/2014/main" id="{1B6B7628-4AF9-4E43-B218-328CB255493B}"/>
                </a:ext>
              </a:extLst>
            </p:cNvPr>
            <p:cNvCxnSpPr>
              <a:cxnSpLocks/>
              <a:stCxn id="23" idx="1"/>
            </p:cNvCxnSpPr>
            <p:nvPr userDrawn="1"/>
          </p:nvCxnSpPr>
          <p:spPr>
            <a:xfrm flipH="1" flipV="1">
              <a:off x="5136486" y="-6870"/>
              <a:ext cx="162914" cy="246424"/>
            </a:xfrm>
            <a:prstGeom prst="line">
              <a:avLst/>
            </a:prstGeom>
            <a:ln/>
          </p:spPr>
          <p:style>
            <a:lnRef idx="1">
              <a:schemeClr val="accent3"/>
            </a:lnRef>
            <a:fillRef idx="0">
              <a:schemeClr val="accent3"/>
            </a:fillRef>
            <a:effectRef idx="0">
              <a:schemeClr val="accent3"/>
            </a:effectRef>
            <a:fontRef idx="minor">
              <a:schemeClr val="tx1"/>
            </a:fontRef>
          </p:style>
        </p:cxnSp>
        <p:cxnSp>
          <p:nvCxnSpPr>
            <p:cNvPr id="72" name="直接连接符 71">
              <a:extLst>
                <a:ext uri="{FF2B5EF4-FFF2-40B4-BE49-F238E27FC236}">
                  <a16:creationId xmlns:a16="http://schemas.microsoft.com/office/drawing/2014/main" id="{14CAEE0F-D202-4D7A-AAC0-A5409DD85BF2}"/>
                </a:ext>
              </a:extLst>
            </p:cNvPr>
            <p:cNvCxnSpPr>
              <a:stCxn id="25" idx="0"/>
            </p:cNvCxnSpPr>
            <p:nvPr userDrawn="1"/>
          </p:nvCxnSpPr>
          <p:spPr>
            <a:xfrm flipV="1">
              <a:off x="961612" y="0"/>
              <a:ext cx="311274" cy="119240"/>
            </a:xfrm>
            <a:prstGeom prst="line">
              <a:avLst/>
            </a:prstGeom>
            <a:ln/>
          </p:spPr>
          <p:style>
            <a:lnRef idx="1">
              <a:schemeClr val="accent3"/>
            </a:lnRef>
            <a:fillRef idx="0">
              <a:schemeClr val="accent3"/>
            </a:fillRef>
            <a:effectRef idx="0">
              <a:schemeClr val="accent3"/>
            </a:effectRef>
            <a:fontRef idx="minor">
              <a:schemeClr val="tx1"/>
            </a:fontRef>
          </p:style>
        </p:cxnSp>
        <p:cxnSp>
          <p:nvCxnSpPr>
            <p:cNvPr id="80" name="直接连接符 79">
              <a:extLst>
                <a:ext uri="{FF2B5EF4-FFF2-40B4-BE49-F238E27FC236}">
                  <a16:creationId xmlns:a16="http://schemas.microsoft.com/office/drawing/2014/main" id="{028D3624-D8D9-4963-B1CD-9EB136A70384}"/>
                </a:ext>
              </a:extLst>
            </p:cNvPr>
            <p:cNvCxnSpPr>
              <a:stCxn id="28" idx="7"/>
            </p:cNvCxnSpPr>
            <p:nvPr userDrawn="1"/>
          </p:nvCxnSpPr>
          <p:spPr>
            <a:xfrm flipV="1">
              <a:off x="7390422" y="0"/>
              <a:ext cx="306245" cy="231753"/>
            </a:xfrm>
            <a:prstGeom prst="line">
              <a:avLst/>
            </a:prstGeom>
            <a:ln/>
          </p:spPr>
          <p:style>
            <a:lnRef idx="1">
              <a:schemeClr val="accent3"/>
            </a:lnRef>
            <a:fillRef idx="0">
              <a:schemeClr val="accent3"/>
            </a:fillRef>
            <a:effectRef idx="0">
              <a:schemeClr val="accent3"/>
            </a:effectRef>
            <a:fontRef idx="minor">
              <a:schemeClr val="tx1"/>
            </a:fontRef>
          </p:style>
        </p:cxnSp>
      </p:grpSp>
      <p:sp>
        <p:nvSpPr>
          <p:cNvPr id="2" name="标题 1">
            <a:extLst>
              <a:ext uri="{FF2B5EF4-FFF2-40B4-BE49-F238E27FC236}">
                <a16:creationId xmlns:a16="http://schemas.microsoft.com/office/drawing/2014/main" id="{7AA9A038-1C3B-4D1F-82CE-C443A166D8BA}"/>
              </a:ext>
            </a:extLst>
          </p:cNvPr>
          <p:cNvSpPr>
            <a:spLocks noGrp="1"/>
          </p:cNvSpPr>
          <p:nvPr>
            <p:ph type="title"/>
          </p:nvPr>
        </p:nvSpPr>
        <p:spPr>
          <a:xfrm>
            <a:off x="595748" y="148743"/>
            <a:ext cx="10515600" cy="424732"/>
          </a:xfrm>
        </p:spPr>
        <p:txBody>
          <a:bodyPr>
            <a:spAutoFit/>
          </a:bodyPr>
          <a:lstStyle>
            <a:lvl1pPr algn="r">
              <a:defRPr sz="2400" u="none">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10" name="文本占位符 9">
            <a:extLst>
              <a:ext uri="{FF2B5EF4-FFF2-40B4-BE49-F238E27FC236}">
                <a16:creationId xmlns:a16="http://schemas.microsoft.com/office/drawing/2014/main" id="{B827691E-39EF-4A9C-BCDC-FD29E174F98B}"/>
              </a:ext>
            </a:extLst>
          </p:cNvPr>
          <p:cNvSpPr>
            <a:spLocks noGrp="1"/>
          </p:cNvSpPr>
          <p:nvPr>
            <p:ph type="body" sz="quarter" idx="10" hasCustomPrompt="1"/>
          </p:nvPr>
        </p:nvSpPr>
        <p:spPr>
          <a:xfrm>
            <a:off x="6213040" y="591351"/>
            <a:ext cx="4898308" cy="286232"/>
          </a:xfrm>
        </p:spPr>
        <p:txBody>
          <a:bodyPr>
            <a:spAutoFit/>
          </a:bodyPr>
          <a:lstStyle>
            <a:lvl1pPr marL="0" indent="0" algn="r">
              <a:buNone/>
              <a:defRPr sz="1400">
                <a:latin typeface="微软雅黑 Light" panose="020B0502040204020203" pitchFamily="34" charset="-122"/>
                <a:cs typeface="Poppins Light" panose="00000400000000000000" pitchFamily="2" charset="0"/>
              </a:defRPr>
            </a:lvl1pPr>
            <a:lvl2pPr marL="457200" indent="0">
              <a:buNone/>
              <a:defRPr sz="1400"/>
            </a:lvl2pPr>
            <a:lvl3pPr marL="914400" indent="0">
              <a:buNone/>
              <a:defRPr sz="1400"/>
            </a:lvl3pPr>
            <a:lvl4pPr marL="1371600" indent="0">
              <a:buNone/>
              <a:defRPr sz="1400"/>
            </a:lvl4pPr>
            <a:lvl5pPr marL="1828800" indent="0">
              <a:buNone/>
              <a:defRPr sz="1400"/>
            </a:lvl5pPr>
          </a:lstStyle>
          <a:p>
            <a:pPr lvl="0"/>
            <a:r>
              <a:rPr lang="en-US" altLang="zh-CN" dirty="0"/>
              <a:t>sub-title</a:t>
            </a:r>
            <a:endParaRPr lang="zh-CN" altLang="en-US" dirty="0"/>
          </a:p>
        </p:txBody>
      </p:sp>
      <p:sp>
        <p:nvSpPr>
          <p:cNvPr id="9" name="文本占位符 8">
            <a:extLst>
              <a:ext uri="{FF2B5EF4-FFF2-40B4-BE49-F238E27FC236}">
                <a16:creationId xmlns:a16="http://schemas.microsoft.com/office/drawing/2014/main" id="{323E4716-8C31-49E0-ABDB-9A4191E844CB}"/>
              </a:ext>
            </a:extLst>
          </p:cNvPr>
          <p:cNvSpPr>
            <a:spLocks noGrp="1"/>
          </p:cNvSpPr>
          <p:nvPr>
            <p:ph type="body" sz="quarter" idx="11" hasCustomPrompt="1"/>
          </p:nvPr>
        </p:nvSpPr>
        <p:spPr>
          <a:xfrm>
            <a:off x="81721" y="6347117"/>
            <a:ext cx="5023306" cy="286232"/>
          </a:xfrm>
        </p:spPr>
        <p:txBody>
          <a:bodyPr>
            <a:spAutoFit/>
          </a:bodyPr>
          <a:lstStyle>
            <a:lvl1pPr marL="0" indent="0">
              <a:buNone/>
              <a:defRPr sz="1400">
                <a:latin typeface="微软雅黑 Light" panose="020B0502040204020203" pitchFamily="34" charset="-122"/>
                <a:ea typeface="微软雅黑 Light" panose="020B0502040204020203" pitchFamily="34" charset="-122"/>
              </a:defRPr>
            </a:lvl1pPr>
            <a:lvl2pPr marL="457200" indent="0">
              <a:buNone/>
              <a:defRPr sz="1400">
                <a:latin typeface="微软雅黑 Light" panose="020B0502040204020203" pitchFamily="34" charset="-122"/>
                <a:ea typeface="微软雅黑 Light" panose="020B0502040204020203" pitchFamily="34" charset="-122"/>
              </a:defRPr>
            </a:lvl2pPr>
            <a:lvl3pPr marL="914400" indent="0">
              <a:buNone/>
              <a:defRPr sz="1400">
                <a:latin typeface="微软雅黑 Light" panose="020B0502040204020203" pitchFamily="34" charset="-122"/>
                <a:ea typeface="微软雅黑 Light" panose="020B0502040204020203" pitchFamily="34" charset="-122"/>
              </a:defRPr>
            </a:lvl3pPr>
            <a:lvl4pPr marL="1371600" indent="0">
              <a:buNone/>
              <a:defRPr sz="1400">
                <a:latin typeface="微软雅黑 Light" panose="020B0502040204020203" pitchFamily="34" charset="-122"/>
                <a:ea typeface="微软雅黑 Light" panose="020B0502040204020203" pitchFamily="34" charset="-122"/>
              </a:defRPr>
            </a:lvl4pPr>
            <a:lvl5pPr marL="1828800" indent="0">
              <a:buNone/>
              <a:defRPr sz="1400">
                <a:latin typeface="微软雅黑 Light" panose="020B0502040204020203" pitchFamily="34" charset="-122"/>
                <a:ea typeface="微软雅黑 Light" panose="020B0502040204020203" pitchFamily="34" charset="-122"/>
              </a:defRPr>
            </a:lvl5pPr>
          </a:lstStyle>
          <a:p>
            <a:pPr lvl="0"/>
            <a:r>
              <a:rPr lang="en-US" altLang="zh-CN" dirty="0"/>
              <a:t>tips</a:t>
            </a:r>
            <a:endParaRPr lang="zh-CN" altLang="en-US" dirty="0"/>
          </a:p>
        </p:txBody>
      </p:sp>
      <p:sp>
        <p:nvSpPr>
          <p:cNvPr id="71" name="文本占位符 70">
            <a:extLst>
              <a:ext uri="{FF2B5EF4-FFF2-40B4-BE49-F238E27FC236}">
                <a16:creationId xmlns:a16="http://schemas.microsoft.com/office/drawing/2014/main" id="{F7FF684C-AC6D-4370-AE16-175BA198204F}"/>
              </a:ext>
            </a:extLst>
          </p:cNvPr>
          <p:cNvSpPr>
            <a:spLocks noGrp="1"/>
          </p:cNvSpPr>
          <p:nvPr>
            <p:ph type="body" sz="quarter" idx="12"/>
          </p:nvPr>
        </p:nvSpPr>
        <p:spPr>
          <a:xfrm>
            <a:off x="676349" y="1094722"/>
            <a:ext cx="10839303" cy="5083153"/>
          </a:xfrm>
        </p:spPr>
        <p:txBody>
          <a:bodyPr>
            <a:normAutofit/>
          </a:bodyPr>
          <a:lstStyle>
            <a:lvl1pPr marL="0" indent="0">
              <a:lnSpc>
                <a:spcPct val="100000"/>
              </a:lnSpc>
              <a:spcBef>
                <a:spcPts val="0"/>
              </a:spcBef>
              <a:buNone/>
              <a:defRPr sz="2400">
                <a:latin typeface="微软雅黑 Light" panose="020B0502040204020203" pitchFamily="34" charset="-122"/>
                <a:ea typeface="微软雅黑 Light" panose="020B0502040204020203" pitchFamily="34" charset="-122"/>
              </a:defRPr>
            </a:lvl1pPr>
            <a:lvl2pPr>
              <a:defRPr>
                <a:latin typeface="微软雅黑 Light" panose="020B0502040204020203" pitchFamily="34" charset="-122"/>
                <a:ea typeface="微软雅黑 Light" panose="020B0502040204020203" pitchFamily="34" charset="-122"/>
              </a:defRPr>
            </a:lvl2pPr>
            <a:lvl3pPr>
              <a:defRPr>
                <a:latin typeface="微软雅黑 Light" panose="020B0502040204020203" pitchFamily="34" charset="-122"/>
                <a:ea typeface="微软雅黑 Light" panose="020B0502040204020203" pitchFamily="34" charset="-122"/>
              </a:defRPr>
            </a:lvl3pPr>
            <a:lvl4pPr>
              <a:defRPr>
                <a:latin typeface="微软雅黑 Light" panose="020B0502040204020203" pitchFamily="34" charset="-122"/>
                <a:ea typeface="微软雅黑 Light" panose="020B0502040204020203" pitchFamily="34" charset="-122"/>
              </a:defRPr>
            </a:lvl4pPr>
            <a:lvl5pPr>
              <a:defRPr>
                <a:latin typeface="微软雅黑 Light" panose="020B0502040204020203" pitchFamily="34" charset="-122"/>
                <a:ea typeface="微软雅黑 Light" panose="020B0502040204020203" pitchFamily="34" charset="-122"/>
              </a:defRPr>
            </a:lvl5pPr>
          </a:lstStyle>
          <a:p>
            <a:pPr lvl="0"/>
            <a:r>
              <a:rPr lang="zh-CN" altLang="en-US" dirty="0"/>
              <a:t>单击此处编辑母版文本样式</a:t>
            </a:r>
          </a:p>
        </p:txBody>
      </p:sp>
    </p:spTree>
    <p:extLst>
      <p:ext uri="{BB962C8B-B14F-4D97-AF65-F5344CB8AC3E}">
        <p14:creationId xmlns:p14="http://schemas.microsoft.com/office/powerpoint/2010/main" val="85799682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STP">
    <p:spTree>
      <p:nvGrpSpPr>
        <p:cNvPr id="1" name=""/>
        <p:cNvGrpSpPr/>
        <p:nvPr/>
      </p:nvGrpSpPr>
      <p:grpSpPr>
        <a:xfrm>
          <a:off x="0" y="0"/>
          <a:ext cx="0" cy="0"/>
          <a:chOff x="0" y="0"/>
          <a:chExt cx="0" cy="0"/>
        </a:xfrm>
      </p:grpSpPr>
      <p:grpSp>
        <p:nvGrpSpPr>
          <p:cNvPr id="8" name="组合 7">
            <a:extLst>
              <a:ext uri="{FF2B5EF4-FFF2-40B4-BE49-F238E27FC236}">
                <a16:creationId xmlns:a16="http://schemas.microsoft.com/office/drawing/2014/main" id="{7A3947A1-486F-4CA5-B6FE-99E859380C87}"/>
              </a:ext>
            </a:extLst>
          </p:cNvPr>
          <p:cNvGrpSpPr/>
          <p:nvPr userDrawn="1"/>
        </p:nvGrpSpPr>
        <p:grpSpPr>
          <a:xfrm>
            <a:off x="0" y="0"/>
            <a:ext cx="7711084" cy="941457"/>
            <a:chOff x="-14417" y="-36940"/>
            <a:chExt cx="7711084" cy="941457"/>
          </a:xfrm>
        </p:grpSpPr>
        <p:sp>
          <p:nvSpPr>
            <p:cNvPr id="11" name="椭圆 10">
              <a:extLst>
                <a:ext uri="{FF2B5EF4-FFF2-40B4-BE49-F238E27FC236}">
                  <a16:creationId xmlns:a16="http://schemas.microsoft.com/office/drawing/2014/main" id="{1E70C58A-5A85-4832-B6D7-16830C470707}"/>
                </a:ext>
              </a:extLst>
            </p:cNvPr>
            <p:cNvSpPr/>
            <p:nvPr/>
          </p:nvSpPr>
          <p:spPr>
            <a:xfrm rot="374285">
              <a:off x="6100494" y="535640"/>
              <a:ext cx="95082" cy="90944"/>
            </a:xfrm>
            <a:prstGeom prst="ellipse">
              <a:avLst/>
            </a:prstGeom>
            <a:solidFill>
              <a:schemeClr val="accent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12" name="椭圆 11">
              <a:extLst>
                <a:ext uri="{FF2B5EF4-FFF2-40B4-BE49-F238E27FC236}">
                  <a16:creationId xmlns:a16="http://schemas.microsoft.com/office/drawing/2014/main" id="{DC82F87F-1BF8-46C1-A5E3-DA3CF824850F}"/>
                </a:ext>
              </a:extLst>
            </p:cNvPr>
            <p:cNvSpPr/>
            <p:nvPr/>
          </p:nvSpPr>
          <p:spPr>
            <a:xfrm rot="374285">
              <a:off x="5448352" y="699694"/>
              <a:ext cx="132525" cy="12675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13" name="椭圆 12">
              <a:extLst>
                <a:ext uri="{FF2B5EF4-FFF2-40B4-BE49-F238E27FC236}">
                  <a16:creationId xmlns:a16="http://schemas.microsoft.com/office/drawing/2014/main" id="{614CD21A-C39D-4795-83CD-774FD349585D}"/>
                </a:ext>
              </a:extLst>
            </p:cNvPr>
            <p:cNvSpPr/>
            <p:nvPr/>
          </p:nvSpPr>
          <p:spPr>
            <a:xfrm rot="374285">
              <a:off x="3572722" y="604289"/>
              <a:ext cx="115820" cy="11077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14" name="椭圆 13">
              <a:extLst>
                <a:ext uri="{FF2B5EF4-FFF2-40B4-BE49-F238E27FC236}">
                  <a16:creationId xmlns:a16="http://schemas.microsoft.com/office/drawing/2014/main" id="{EB2837F6-1D7D-46DA-8111-809E9C8B0A67}"/>
                </a:ext>
              </a:extLst>
            </p:cNvPr>
            <p:cNvSpPr/>
            <p:nvPr/>
          </p:nvSpPr>
          <p:spPr>
            <a:xfrm rot="374285">
              <a:off x="2820174" y="763680"/>
              <a:ext cx="132525" cy="12675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15" name="椭圆 14">
              <a:extLst>
                <a:ext uri="{FF2B5EF4-FFF2-40B4-BE49-F238E27FC236}">
                  <a16:creationId xmlns:a16="http://schemas.microsoft.com/office/drawing/2014/main" id="{01AB2BC1-E267-4710-B496-D53DA744DE30}"/>
                </a:ext>
              </a:extLst>
            </p:cNvPr>
            <p:cNvSpPr/>
            <p:nvPr/>
          </p:nvSpPr>
          <p:spPr>
            <a:xfrm rot="374285">
              <a:off x="3117822" y="315295"/>
              <a:ext cx="95082" cy="90944"/>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16" name="椭圆 15">
              <a:extLst>
                <a:ext uri="{FF2B5EF4-FFF2-40B4-BE49-F238E27FC236}">
                  <a16:creationId xmlns:a16="http://schemas.microsoft.com/office/drawing/2014/main" id="{6E02D594-6540-4CD5-9CDE-9001117B20E9}"/>
                </a:ext>
              </a:extLst>
            </p:cNvPr>
            <p:cNvSpPr/>
            <p:nvPr/>
          </p:nvSpPr>
          <p:spPr>
            <a:xfrm rot="374285">
              <a:off x="2354876" y="555089"/>
              <a:ext cx="95082" cy="90944"/>
            </a:xfrm>
            <a:prstGeom prst="ellipse">
              <a:avLst/>
            </a:prstGeom>
            <a:solidFill>
              <a:schemeClr val="accent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17" name="椭圆 16">
              <a:extLst>
                <a:ext uri="{FF2B5EF4-FFF2-40B4-BE49-F238E27FC236}">
                  <a16:creationId xmlns:a16="http://schemas.microsoft.com/office/drawing/2014/main" id="{D7450177-3DC4-4063-9A91-85BDBC7A780E}"/>
                </a:ext>
              </a:extLst>
            </p:cNvPr>
            <p:cNvSpPr/>
            <p:nvPr/>
          </p:nvSpPr>
          <p:spPr>
            <a:xfrm rot="374285">
              <a:off x="1154955" y="777760"/>
              <a:ext cx="132525" cy="12675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18" name="椭圆 17">
              <a:extLst>
                <a:ext uri="{FF2B5EF4-FFF2-40B4-BE49-F238E27FC236}">
                  <a16:creationId xmlns:a16="http://schemas.microsoft.com/office/drawing/2014/main" id="{CB691F92-4285-438C-8B71-569CDBA913BC}"/>
                </a:ext>
              </a:extLst>
            </p:cNvPr>
            <p:cNvSpPr/>
            <p:nvPr/>
          </p:nvSpPr>
          <p:spPr>
            <a:xfrm rot="374285">
              <a:off x="230848" y="707083"/>
              <a:ext cx="92438" cy="88415"/>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19" name="椭圆 18">
              <a:extLst>
                <a:ext uri="{FF2B5EF4-FFF2-40B4-BE49-F238E27FC236}">
                  <a16:creationId xmlns:a16="http://schemas.microsoft.com/office/drawing/2014/main" id="{07D649CF-34AF-43C0-80EE-504F388BEB1A}"/>
                </a:ext>
              </a:extLst>
            </p:cNvPr>
            <p:cNvSpPr/>
            <p:nvPr/>
          </p:nvSpPr>
          <p:spPr>
            <a:xfrm rot="374285">
              <a:off x="460358" y="447685"/>
              <a:ext cx="132525" cy="126757"/>
            </a:xfrm>
            <a:prstGeom prst="ellipse">
              <a:avLst/>
            </a:prstGeom>
            <a:solidFill>
              <a:schemeClr val="accent2">
                <a:lumMod val="40000"/>
                <a:lumOff val="60000"/>
                <a:alpha val="5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20" name="椭圆 19">
              <a:extLst>
                <a:ext uri="{FF2B5EF4-FFF2-40B4-BE49-F238E27FC236}">
                  <a16:creationId xmlns:a16="http://schemas.microsoft.com/office/drawing/2014/main" id="{6C3BC982-0A71-4DAD-AC1C-2DEA049913C3}"/>
                </a:ext>
              </a:extLst>
            </p:cNvPr>
            <p:cNvSpPr/>
            <p:nvPr/>
          </p:nvSpPr>
          <p:spPr>
            <a:xfrm rot="374285">
              <a:off x="1381001" y="389323"/>
              <a:ext cx="132525" cy="126757"/>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21" name="椭圆 20">
              <a:extLst>
                <a:ext uri="{FF2B5EF4-FFF2-40B4-BE49-F238E27FC236}">
                  <a16:creationId xmlns:a16="http://schemas.microsoft.com/office/drawing/2014/main" id="{177E03B8-1E2B-4537-A018-26391B9575C4}"/>
                </a:ext>
              </a:extLst>
            </p:cNvPr>
            <p:cNvSpPr/>
            <p:nvPr/>
          </p:nvSpPr>
          <p:spPr>
            <a:xfrm rot="374285">
              <a:off x="4997785" y="730304"/>
              <a:ext cx="132220" cy="126465"/>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22" name="椭圆 21">
              <a:extLst>
                <a:ext uri="{FF2B5EF4-FFF2-40B4-BE49-F238E27FC236}">
                  <a16:creationId xmlns:a16="http://schemas.microsoft.com/office/drawing/2014/main" id="{1592E938-A3ED-44EC-93E9-1785BE2E4EDD}"/>
                </a:ext>
              </a:extLst>
            </p:cNvPr>
            <p:cNvSpPr/>
            <p:nvPr/>
          </p:nvSpPr>
          <p:spPr>
            <a:xfrm rot="374285">
              <a:off x="6753757" y="-36940"/>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23" name="椭圆 22">
              <a:extLst>
                <a:ext uri="{FF2B5EF4-FFF2-40B4-BE49-F238E27FC236}">
                  <a16:creationId xmlns:a16="http://schemas.microsoft.com/office/drawing/2014/main" id="{CDCEBC96-4EF5-41F1-9446-466FFB5DC9CD}"/>
                </a:ext>
              </a:extLst>
            </p:cNvPr>
            <p:cNvSpPr/>
            <p:nvPr/>
          </p:nvSpPr>
          <p:spPr>
            <a:xfrm rot="374285">
              <a:off x="5282589" y="230150"/>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24" name="椭圆 23">
              <a:extLst>
                <a:ext uri="{FF2B5EF4-FFF2-40B4-BE49-F238E27FC236}">
                  <a16:creationId xmlns:a16="http://schemas.microsoft.com/office/drawing/2014/main" id="{B0785AE5-CD30-41AA-ACB0-765EB9154018}"/>
                </a:ext>
              </a:extLst>
            </p:cNvPr>
            <p:cNvSpPr/>
            <p:nvPr/>
          </p:nvSpPr>
          <p:spPr>
            <a:xfrm rot="374285">
              <a:off x="2154598" y="204617"/>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25" name="椭圆 24">
              <a:extLst>
                <a:ext uri="{FF2B5EF4-FFF2-40B4-BE49-F238E27FC236}">
                  <a16:creationId xmlns:a16="http://schemas.microsoft.com/office/drawing/2014/main" id="{4F9C78BD-7254-43D0-B63D-81A0C10A2BC2}"/>
                </a:ext>
              </a:extLst>
            </p:cNvPr>
            <p:cNvSpPr/>
            <p:nvPr/>
          </p:nvSpPr>
          <p:spPr>
            <a:xfrm rot="374285">
              <a:off x="911533" y="118983"/>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26" name="椭圆 25">
              <a:extLst>
                <a:ext uri="{FF2B5EF4-FFF2-40B4-BE49-F238E27FC236}">
                  <a16:creationId xmlns:a16="http://schemas.microsoft.com/office/drawing/2014/main" id="{200D9AED-3611-4A19-A09B-53C3B2A2818F}"/>
                </a:ext>
              </a:extLst>
            </p:cNvPr>
            <p:cNvSpPr/>
            <p:nvPr/>
          </p:nvSpPr>
          <p:spPr>
            <a:xfrm rot="374285">
              <a:off x="3816520" y="284247"/>
              <a:ext cx="107744" cy="103054"/>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27" name="椭圆 26">
              <a:extLst>
                <a:ext uri="{FF2B5EF4-FFF2-40B4-BE49-F238E27FC236}">
                  <a16:creationId xmlns:a16="http://schemas.microsoft.com/office/drawing/2014/main" id="{A6F858B9-2052-4F86-BC88-E78AD36ED096}"/>
                </a:ext>
              </a:extLst>
            </p:cNvPr>
            <p:cNvSpPr/>
            <p:nvPr/>
          </p:nvSpPr>
          <p:spPr>
            <a:xfrm rot="374285">
              <a:off x="4415537" y="495109"/>
              <a:ext cx="102912" cy="98432"/>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28" name="椭圆 27">
              <a:extLst>
                <a:ext uri="{FF2B5EF4-FFF2-40B4-BE49-F238E27FC236}">
                  <a16:creationId xmlns:a16="http://schemas.microsoft.com/office/drawing/2014/main" id="{6BCFA25F-2B9D-4F6E-B38B-19F53F45D1CF}"/>
                </a:ext>
              </a:extLst>
            </p:cNvPr>
            <p:cNvSpPr/>
            <p:nvPr/>
          </p:nvSpPr>
          <p:spPr>
            <a:xfrm rot="374285">
              <a:off x="7272713" y="207833"/>
              <a:ext cx="132525" cy="126757"/>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cxnSp>
          <p:nvCxnSpPr>
            <p:cNvPr id="29" name="直接连接符 28">
              <a:extLst>
                <a:ext uri="{FF2B5EF4-FFF2-40B4-BE49-F238E27FC236}">
                  <a16:creationId xmlns:a16="http://schemas.microsoft.com/office/drawing/2014/main" id="{EF57988D-049C-4D78-A536-99EC4D0BAB04}"/>
                </a:ext>
              </a:extLst>
            </p:cNvPr>
            <p:cNvCxnSpPr>
              <a:stCxn id="11" idx="6"/>
              <a:endCxn id="28" idx="2"/>
            </p:cNvCxnSpPr>
            <p:nvPr/>
          </p:nvCxnSpPr>
          <p:spPr>
            <a:xfrm rot="10800000" flipH="1">
              <a:off x="6195295" y="264325"/>
              <a:ext cx="1077810" cy="32172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7F3D42FA-2034-4BBA-AFD3-B3C0A5A65D39}"/>
                </a:ext>
              </a:extLst>
            </p:cNvPr>
            <p:cNvCxnSpPr>
              <a:stCxn id="11" idx="2"/>
              <a:endCxn id="12" idx="6"/>
            </p:cNvCxnSpPr>
            <p:nvPr/>
          </p:nvCxnSpPr>
          <p:spPr>
            <a:xfrm rot="10800000" flipV="1">
              <a:off x="5580485" y="576170"/>
              <a:ext cx="520291" cy="19378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0B24ED17-C590-4CB2-B1A4-6D7EC6DCA772}"/>
                </a:ext>
              </a:extLst>
            </p:cNvPr>
            <p:cNvCxnSpPr>
              <a:cxnSpLocks/>
              <a:stCxn id="22" idx="3"/>
              <a:endCxn id="11" idx="0"/>
            </p:cNvCxnSpPr>
            <p:nvPr/>
          </p:nvCxnSpPr>
          <p:spPr>
            <a:xfrm flipH="1">
              <a:off x="6152976" y="33463"/>
              <a:ext cx="610924" cy="50244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99834F15-9349-468B-B5E5-8659E935A5A2}"/>
                </a:ext>
              </a:extLst>
            </p:cNvPr>
            <p:cNvCxnSpPr>
              <a:stCxn id="19" idx="5"/>
              <a:endCxn id="17" idx="1"/>
            </p:cNvCxnSpPr>
            <p:nvPr/>
          </p:nvCxnSpPr>
          <p:spPr>
            <a:xfrm rot="10800000" flipH="1" flipV="1">
              <a:off x="568107" y="560483"/>
              <a:ext cx="611625" cy="23123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A336D1BB-3A65-4649-9B52-09502722C357}"/>
                </a:ext>
              </a:extLst>
            </p:cNvPr>
            <p:cNvCxnSpPr>
              <a:stCxn id="17" idx="3"/>
              <a:endCxn id="18" idx="4"/>
            </p:cNvCxnSpPr>
            <p:nvPr/>
          </p:nvCxnSpPr>
          <p:spPr>
            <a:xfrm rot="10800000">
              <a:off x="272045" y="795236"/>
              <a:ext cx="897505" cy="855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830AE0D1-FDFD-46A6-829E-66306B877083}"/>
                </a:ext>
              </a:extLst>
            </p:cNvPr>
            <p:cNvCxnSpPr>
              <a:stCxn id="20" idx="4"/>
              <a:endCxn id="17" idx="7"/>
            </p:cNvCxnSpPr>
            <p:nvPr/>
          </p:nvCxnSpPr>
          <p:spPr>
            <a:xfrm rot="10800000" flipV="1">
              <a:off x="1272886" y="515705"/>
              <a:ext cx="167178" cy="2857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6AA5C445-D90A-4189-A07F-D15BA880046F}"/>
                </a:ext>
              </a:extLst>
            </p:cNvPr>
            <p:cNvCxnSpPr>
              <a:stCxn id="23" idx="4"/>
              <a:endCxn id="12" idx="0"/>
            </p:cNvCxnSpPr>
            <p:nvPr/>
          </p:nvCxnSpPr>
          <p:spPr>
            <a:xfrm rot="10800000" flipH="1" flipV="1">
              <a:off x="5323023" y="316672"/>
              <a:ext cx="198791" cy="38339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30F8A100-95DF-45C4-A02E-0C8C46B4314C}"/>
                </a:ext>
              </a:extLst>
            </p:cNvPr>
            <p:cNvCxnSpPr>
              <a:stCxn id="26" idx="6"/>
              <a:endCxn id="27" idx="1"/>
            </p:cNvCxnSpPr>
            <p:nvPr/>
          </p:nvCxnSpPr>
          <p:spPr>
            <a:xfrm rot="10800000" flipH="1" flipV="1">
              <a:off x="3923944" y="341373"/>
              <a:ext cx="510832" cy="16457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DDDDB52B-FF38-4869-8A0D-494CE5550BDB}"/>
                </a:ext>
              </a:extLst>
            </p:cNvPr>
            <p:cNvCxnSpPr>
              <a:stCxn id="16" idx="7"/>
              <a:endCxn id="15" idx="2"/>
            </p:cNvCxnSpPr>
            <p:nvPr/>
          </p:nvCxnSpPr>
          <p:spPr>
            <a:xfrm rot="10800000" flipH="1">
              <a:off x="2439488" y="355825"/>
              <a:ext cx="678616" cy="21626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37">
              <a:extLst>
                <a:ext uri="{FF2B5EF4-FFF2-40B4-BE49-F238E27FC236}">
                  <a16:creationId xmlns:a16="http://schemas.microsoft.com/office/drawing/2014/main" id="{F63548ED-507F-4F3D-836C-81039DF3B1E7}"/>
                </a:ext>
              </a:extLst>
            </p:cNvPr>
            <p:cNvCxnSpPr>
              <a:stCxn id="17" idx="6"/>
              <a:endCxn id="16" idx="3"/>
            </p:cNvCxnSpPr>
            <p:nvPr/>
          </p:nvCxnSpPr>
          <p:spPr>
            <a:xfrm rot="10800000" flipH="1">
              <a:off x="1287088" y="629030"/>
              <a:ext cx="1078260" cy="21899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719E4C08-CB97-4EC4-A528-10913EA80E69}"/>
                </a:ext>
              </a:extLst>
            </p:cNvPr>
            <p:cNvCxnSpPr>
              <a:stCxn id="23" idx="6"/>
              <a:endCxn id="11" idx="1"/>
            </p:cNvCxnSpPr>
            <p:nvPr/>
          </p:nvCxnSpPr>
          <p:spPr>
            <a:xfrm rot="10800000" flipH="1" flipV="1">
              <a:off x="5373048" y="278254"/>
              <a:ext cx="745223" cy="26740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F1511854-D175-4227-8D60-EBAF0717F6DD}"/>
                </a:ext>
              </a:extLst>
            </p:cNvPr>
            <p:cNvCxnSpPr>
              <a:stCxn id="23" idx="3"/>
              <a:endCxn id="21" idx="0"/>
            </p:cNvCxnSpPr>
            <p:nvPr/>
          </p:nvCxnSpPr>
          <p:spPr>
            <a:xfrm rot="10800000" flipV="1">
              <a:off x="5071079" y="300704"/>
              <a:ext cx="221502" cy="42997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1" name="直接连接符 40">
              <a:extLst>
                <a:ext uri="{FF2B5EF4-FFF2-40B4-BE49-F238E27FC236}">
                  <a16:creationId xmlns:a16="http://schemas.microsoft.com/office/drawing/2014/main" id="{176E4B19-9F97-4F83-AA6D-5A8CBE468573}"/>
                </a:ext>
              </a:extLst>
            </p:cNvPr>
            <p:cNvCxnSpPr>
              <a:stCxn id="13" idx="3"/>
              <a:endCxn id="14" idx="6"/>
            </p:cNvCxnSpPr>
            <p:nvPr/>
          </p:nvCxnSpPr>
          <p:spPr>
            <a:xfrm rot="10800000" flipV="1">
              <a:off x="2952307" y="694356"/>
              <a:ext cx="633169" cy="13959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2" name="直接连接符 41">
              <a:extLst>
                <a:ext uri="{FF2B5EF4-FFF2-40B4-BE49-F238E27FC236}">
                  <a16:creationId xmlns:a16="http://schemas.microsoft.com/office/drawing/2014/main" id="{57A9D0DD-9F1B-4A1A-B7F1-B6E664603E79}"/>
                </a:ext>
              </a:extLst>
            </p:cNvPr>
            <p:cNvCxnSpPr>
              <a:stCxn id="15" idx="4"/>
              <a:endCxn id="14" idx="7"/>
            </p:cNvCxnSpPr>
            <p:nvPr/>
          </p:nvCxnSpPr>
          <p:spPr>
            <a:xfrm rot="10800000" flipV="1">
              <a:off x="2938105" y="405969"/>
              <a:ext cx="222092" cy="38141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7C284FBF-DF36-40EF-86F6-16AC04A270E2}"/>
                </a:ext>
              </a:extLst>
            </p:cNvPr>
            <p:cNvCxnSpPr>
              <a:stCxn id="16" idx="5"/>
              <a:endCxn id="14" idx="2"/>
            </p:cNvCxnSpPr>
            <p:nvPr/>
          </p:nvCxnSpPr>
          <p:spPr>
            <a:xfrm rot="10800000" flipH="1" flipV="1">
              <a:off x="2432182" y="636017"/>
              <a:ext cx="388385" cy="18415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1383EE05-8E61-4A85-A91D-D1417FCC1D5F}"/>
                </a:ext>
              </a:extLst>
            </p:cNvPr>
            <p:cNvCxnSpPr>
              <a:stCxn id="20" idx="6"/>
              <a:endCxn id="16" idx="1"/>
            </p:cNvCxnSpPr>
            <p:nvPr/>
          </p:nvCxnSpPr>
          <p:spPr>
            <a:xfrm rot="10800000" flipH="1" flipV="1">
              <a:off x="1513134" y="459588"/>
              <a:ext cx="859519" cy="1055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88A049FF-C96C-460A-B2CD-FFC3F6D73658}"/>
                </a:ext>
              </a:extLst>
            </p:cNvPr>
            <p:cNvCxnSpPr>
              <a:stCxn id="24" idx="2"/>
              <a:endCxn id="20" idx="7"/>
            </p:cNvCxnSpPr>
            <p:nvPr/>
          </p:nvCxnSpPr>
          <p:spPr>
            <a:xfrm rot="10800000" flipV="1">
              <a:off x="1498932" y="243291"/>
              <a:ext cx="655935" cy="16973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706D5248-8E0C-47C8-A71F-38D641918AF8}"/>
                </a:ext>
              </a:extLst>
            </p:cNvPr>
            <p:cNvCxnSpPr>
              <a:stCxn id="23" idx="2"/>
              <a:endCxn id="27" idx="7"/>
            </p:cNvCxnSpPr>
            <p:nvPr/>
          </p:nvCxnSpPr>
          <p:spPr>
            <a:xfrm rot="10800000" flipV="1">
              <a:off x="4507115" y="268825"/>
              <a:ext cx="775742" cy="2446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ADAE38AF-A576-42C8-8850-5F9F0F06D3FA}"/>
                </a:ext>
              </a:extLst>
            </p:cNvPr>
            <p:cNvCxnSpPr>
              <a:cxnSpLocks/>
              <a:stCxn id="22" idx="2"/>
              <a:endCxn id="23" idx="7"/>
            </p:cNvCxnSpPr>
            <p:nvPr/>
          </p:nvCxnSpPr>
          <p:spPr>
            <a:xfrm flipH="1">
              <a:off x="5363173" y="1520"/>
              <a:ext cx="1390853" cy="24500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a16="http://schemas.microsoft.com/office/drawing/2014/main" id="{6B8FE99F-F5FC-4420-B37A-75F109AE28D7}"/>
                </a:ext>
              </a:extLst>
            </p:cNvPr>
            <p:cNvCxnSpPr>
              <a:stCxn id="27" idx="5"/>
              <a:endCxn id="21" idx="2"/>
            </p:cNvCxnSpPr>
            <p:nvPr/>
          </p:nvCxnSpPr>
          <p:spPr>
            <a:xfrm rot="10800000" flipH="1" flipV="1">
              <a:off x="4499208" y="582701"/>
              <a:ext cx="498968" cy="20396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75EA1E4D-310E-4749-B60D-9B05C967D9B0}"/>
                </a:ext>
              </a:extLst>
            </p:cNvPr>
            <p:cNvCxnSpPr>
              <a:stCxn id="24" idx="5"/>
              <a:endCxn id="16" idx="0"/>
            </p:cNvCxnSpPr>
            <p:nvPr/>
          </p:nvCxnSpPr>
          <p:spPr>
            <a:xfrm rot="10800000" flipH="1" flipV="1">
              <a:off x="2228363" y="281838"/>
              <a:ext cx="179221" cy="27352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4F1EBD42-7758-4DD4-B8E1-8C41CBFEDC0F}"/>
                </a:ext>
              </a:extLst>
            </p:cNvPr>
            <p:cNvCxnSpPr>
              <a:cxnSpLocks/>
            </p:cNvCxnSpPr>
            <p:nvPr/>
          </p:nvCxnSpPr>
          <p:spPr>
            <a:xfrm>
              <a:off x="2938105" y="-6871"/>
              <a:ext cx="205887" cy="32959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1" name="直接连接符 50">
              <a:extLst>
                <a:ext uri="{FF2B5EF4-FFF2-40B4-BE49-F238E27FC236}">
                  <a16:creationId xmlns:a16="http://schemas.microsoft.com/office/drawing/2014/main" id="{FDB5DFAE-307D-4F16-BF3B-C5F160B3D503}"/>
                </a:ext>
              </a:extLst>
            </p:cNvPr>
            <p:cNvCxnSpPr>
              <a:cxnSpLocks/>
            </p:cNvCxnSpPr>
            <p:nvPr/>
          </p:nvCxnSpPr>
          <p:spPr>
            <a:xfrm>
              <a:off x="9952" y="0"/>
              <a:ext cx="499185" cy="45842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518921FA-0CC5-4DF5-B3EC-CB661C7EB6BB}"/>
                </a:ext>
              </a:extLst>
            </p:cNvPr>
            <p:cNvCxnSpPr>
              <a:stCxn id="13" idx="6"/>
              <a:endCxn id="27" idx="3"/>
            </p:cNvCxnSpPr>
            <p:nvPr/>
          </p:nvCxnSpPr>
          <p:spPr>
            <a:xfrm rot="10800000" flipH="1">
              <a:off x="3688198" y="575139"/>
              <a:ext cx="738672" cy="9055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295C4407-68F4-456A-A554-50261B51366A}"/>
                </a:ext>
              </a:extLst>
            </p:cNvPr>
            <p:cNvCxnSpPr>
              <a:stCxn id="13" idx="0"/>
              <a:endCxn id="26" idx="3"/>
            </p:cNvCxnSpPr>
            <p:nvPr/>
          </p:nvCxnSpPr>
          <p:spPr>
            <a:xfrm rot="10800000" flipH="1">
              <a:off x="3636924" y="368034"/>
              <a:ext cx="191461" cy="2365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892379BE-F813-4A7D-8340-42365B6A55DA}"/>
                </a:ext>
              </a:extLst>
            </p:cNvPr>
            <p:cNvCxnSpPr>
              <a:stCxn id="13" idx="1"/>
              <a:endCxn id="15" idx="5"/>
            </p:cNvCxnSpPr>
            <p:nvPr/>
          </p:nvCxnSpPr>
          <p:spPr>
            <a:xfrm rot="10800000">
              <a:off x="3195128" y="396223"/>
              <a:ext cx="399247" cy="22026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 name="直接连接符 54">
              <a:extLst>
                <a:ext uri="{FF2B5EF4-FFF2-40B4-BE49-F238E27FC236}">
                  <a16:creationId xmlns:a16="http://schemas.microsoft.com/office/drawing/2014/main" id="{8C25CA83-739A-45BB-9832-DEE30BADFDB4}"/>
                </a:ext>
              </a:extLst>
            </p:cNvPr>
            <p:cNvCxnSpPr>
              <a:endCxn id="15" idx="7"/>
            </p:cNvCxnSpPr>
            <p:nvPr/>
          </p:nvCxnSpPr>
          <p:spPr>
            <a:xfrm rot="10800000" flipV="1">
              <a:off x="3202434" y="312775"/>
              <a:ext cx="635159" cy="1952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 name="直接连接符 55">
              <a:extLst>
                <a:ext uri="{FF2B5EF4-FFF2-40B4-BE49-F238E27FC236}">
                  <a16:creationId xmlns:a16="http://schemas.microsoft.com/office/drawing/2014/main" id="{3E807B79-5434-4949-8936-50FCA93E0E43}"/>
                </a:ext>
              </a:extLst>
            </p:cNvPr>
            <p:cNvCxnSpPr>
              <a:stCxn id="26" idx="7"/>
            </p:cNvCxnSpPr>
            <p:nvPr/>
          </p:nvCxnSpPr>
          <p:spPr>
            <a:xfrm rot="10800000" flipH="1">
              <a:off x="3912398" y="-6870"/>
              <a:ext cx="456197" cy="3103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 name="直接连接符 56">
              <a:extLst>
                <a:ext uri="{FF2B5EF4-FFF2-40B4-BE49-F238E27FC236}">
                  <a16:creationId xmlns:a16="http://schemas.microsoft.com/office/drawing/2014/main" id="{2728192E-902E-423E-B8CF-43B2D5A20881}"/>
                </a:ext>
              </a:extLst>
            </p:cNvPr>
            <p:cNvCxnSpPr>
              <a:cxnSpLocks/>
              <a:endCxn id="26" idx="0"/>
            </p:cNvCxnSpPr>
            <p:nvPr/>
          </p:nvCxnSpPr>
          <p:spPr>
            <a:xfrm>
              <a:off x="3688198" y="-6871"/>
              <a:ext cx="187793" cy="29142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 name="直接连接符 57">
              <a:extLst>
                <a:ext uri="{FF2B5EF4-FFF2-40B4-BE49-F238E27FC236}">
                  <a16:creationId xmlns:a16="http://schemas.microsoft.com/office/drawing/2014/main" id="{16CB4E7A-44DB-4A64-93F2-BB06DBC99A07}"/>
                </a:ext>
              </a:extLst>
            </p:cNvPr>
            <p:cNvCxnSpPr>
              <a:stCxn id="19" idx="7"/>
              <a:endCxn id="20" idx="2"/>
            </p:cNvCxnSpPr>
            <p:nvPr/>
          </p:nvCxnSpPr>
          <p:spPr>
            <a:xfrm rot="10800000" flipH="1">
              <a:off x="578289" y="445815"/>
              <a:ext cx="803104" cy="2556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 name="直接连接符 58">
              <a:extLst>
                <a:ext uri="{FF2B5EF4-FFF2-40B4-BE49-F238E27FC236}">
                  <a16:creationId xmlns:a16="http://schemas.microsoft.com/office/drawing/2014/main" id="{EDBE1156-FDC8-4DE2-B587-33F0C37EFB69}"/>
                </a:ext>
              </a:extLst>
            </p:cNvPr>
            <p:cNvCxnSpPr>
              <a:stCxn id="19" idx="0"/>
              <a:endCxn id="25" idx="2"/>
            </p:cNvCxnSpPr>
            <p:nvPr/>
          </p:nvCxnSpPr>
          <p:spPr>
            <a:xfrm rot="10800000" flipH="1">
              <a:off x="533821" y="157658"/>
              <a:ext cx="377980" cy="29040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0" name="直接连接符 59">
              <a:extLst>
                <a:ext uri="{FF2B5EF4-FFF2-40B4-BE49-F238E27FC236}">
                  <a16:creationId xmlns:a16="http://schemas.microsoft.com/office/drawing/2014/main" id="{F0E83090-2481-476D-ACEF-A67D7B5914B7}"/>
                </a:ext>
              </a:extLst>
            </p:cNvPr>
            <p:cNvCxnSpPr>
              <a:stCxn id="20" idx="1"/>
              <a:endCxn id="25" idx="6"/>
            </p:cNvCxnSpPr>
            <p:nvPr/>
          </p:nvCxnSpPr>
          <p:spPr>
            <a:xfrm rot="10800000">
              <a:off x="1001992" y="167087"/>
              <a:ext cx="403786" cy="23619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4B1DAAC1-BA9B-409D-970B-A5D12C8596EA}"/>
                </a:ext>
              </a:extLst>
            </p:cNvPr>
            <p:cNvCxnSpPr>
              <a:cxnSpLocks/>
              <a:stCxn id="16" idx="0"/>
            </p:cNvCxnSpPr>
            <p:nvPr/>
          </p:nvCxnSpPr>
          <p:spPr>
            <a:xfrm flipV="1">
              <a:off x="2407358" y="-6871"/>
              <a:ext cx="344155" cy="56222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2" name="直接连接符 61">
              <a:extLst>
                <a:ext uri="{FF2B5EF4-FFF2-40B4-BE49-F238E27FC236}">
                  <a16:creationId xmlns:a16="http://schemas.microsoft.com/office/drawing/2014/main" id="{27500C3F-46B3-4B5C-9EC2-A1949BC93DC9}"/>
                </a:ext>
              </a:extLst>
            </p:cNvPr>
            <p:cNvCxnSpPr>
              <a:cxnSpLocks/>
              <a:stCxn id="24" idx="0"/>
            </p:cNvCxnSpPr>
            <p:nvPr/>
          </p:nvCxnSpPr>
          <p:spPr>
            <a:xfrm flipH="1" flipV="1">
              <a:off x="2111433" y="-6871"/>
              <a:ext cx="93244" cy="2117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3" name="直接连接符 62">
              <a:extLst>
                <a:ext uri="{FF2B5EF4-FFF2-40B4-BE49-F238E27FC236}">
                  <a16:creationId xmlns:a16="http://schemas.microsoft.com/office/drawing/2014/main" id="{388F8415-9756-402F-BE52-8D940D473116}"/>
                </a:ext>
              </a:extLst>
            </p:cNvPr>
            <p:cNvCxnSpPr>
              <a:stCxn id="18" idx="0"/>
              <a:endCxn id="19" idx="3"/>
            </p:cNvCxnSpPr>
            <p:nvPr/>
          </p:nvCxnSpPr>
          <p:spPr>
            <a:xfrm rot="10800000" flipH="1">
              <a:off x="282090" y="550744"/>
              <a:ext cx="192863" cy="15660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4" name="直接连接符 63">
              <a:extLst>
                <a:ext uri="{FF2B5EF4-FFF2-40B4-BE49-F238E27FC236}">
                  <a16:creationId xmlns:a16="http://schemas.microsoft.com/office/drawing/2014/main" id="{20BA3FF9-1E96-463A-BBE8-7EC376F780F2}"/>
                </a:ext>
              </a:extLst>
            </p:cNvPr>
            <p:cNvCxnSpPr>
              <a:cxnSpLocks/>
              <a:stCxn id="18" idx="3"/>
            </p:cNvCxnSpPr>
            <p:nvPr/>
          </p:nvCxnSpPr>
          <p:spPr>
            <a:xfrm flipH="1">
              <a:off x="-14417" y="778814"/>
              <a:ext cx="255599" cy="10200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5853B213-278D-402D-B8CB-B123C2391C51}"/>
                </a:ext>
              </a:extLst>
            </p:cNvPr>
            <p:cNvCxnSpPr>
              <a:endCxn id="27" idx="0"/>
            </p:cNvCxnSpPr>
            <p:nvPr/>
          </p:nvCxnSpPr>
          <p:spPr>
            <a:xfrm rot="10800000" flipV="1">
              <a:off x="4472584" y="-6870"/>
              <a:ext cx="156304" cy="50227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6" name="直接连接符 65">
              <a:extLst>
                <a:ext uri="{FF2B5EF4-FFF2-40B4-BE49-F238E27FC236}">
                  <a16:creationId xmlns:a16="http://schemas.microsoft.com/office/drawing/2014/main" id="{7998B8E8-1748-4FD0-8836-FD7CD490892E}"/>
                </a:ext>
              </a:extLst>
            </p:cNvPr>
            <p:cNvCxnSpPr>
              <a:stCxn id="12" idx="3"/>
              <a:endCxn id="21" idx="6"/>
            </p:cNvCxnSpPr>
            <p:nvPr/>
          </p:nvCxnSpPr>
          <p:spPr>
            <a:xfrm rot="10800000">
              <a:off x="5129614" y="800407"/>
              <a:ext cx="333332" cy="234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EDA45374-C937-4FE7-A5B2-17A39F48B82B}"/>
                </a:ext>
              </a:extLst>
            </p:cNvPr>
            <p:cNvCxnSpPr>
              <a:cxnSpLocks/>
              <a:endCxn id="28" idx="1"/>
            </p:cNvCxnSpPr>
            <p:nvPr/>
          </p:nvCxnSpPr>
          <p:spPr>
            <a:xfrm>
              <a:off x="7202978" y="0"/>
              <a:ext cx="94290" cy="22157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9" name="直接连接符 68">
              <a:extLst>
                <a:ext uri="{FF2B5EF4-FFF2-40B4-BE49-F238E27FC236}">
                  <a16:creationId xmlns:a16="http://schemas.microsoft.com/office/drawing/2014/main" id="{1B6B7628-4AF9-4E43-B218-328CB255493B}"/>
                </a:ext>
              </a:extLst>
            </p:cNvPr>
            <p:cNvCxnSpPr>
              <a:cxnSpLocks/>
              <a:stCxn id="23" idx="1"/>
            </p:cNvCxnSpPr>
            <p:nvPr userDrawn="1"/>
          </p:nvCxnSpPr>
          <p:spPr>
            <a:xfrm flipH="1" flipV="1">
              <a:off x="5136486" y="-6870"/>
              <a:ext cx="162914" cy="246424"/>
            </a:xfrm>
            <a:prstGeom prst="line">
              <a:avLst/>
            </a:prstGeom>
            <a:ln/>
          </p:spPr>
          <p:style>
            <a:lnRef idx="1">
              <a:schemeClr val="accent3"/>
            </a:lnRef>
            <a:fillRef idx="0">
              <a:schemeClr val="accent3"/>
            </a:fillRef>
            <a:effectRef idx="0">
              <a:schemeClr val="accent3"/>
            </a:effectRef>
            <a:fontRef idx="minor">
              <a:schemeClr val="tx1"/>
            </a:fontRef>
          </p:style>
        </p:cxnSp>
        <p:cxnSp>
          <p:nvCxnSpPr>
            <p:cNvPr id="72" name="直接连接符 71">
              <a:extLst>
                <a:ext uri="{FF2B5EF4-FFF2-40B4-BE49-F238E27FC236}">
                  <a16:creationId xmlns:a16="http://schemas.microsoft.com/office/drawing/2014/main" id="{14CAEE0F-D202-4D7A-AAC0-A5409DD85BF2}"/>
                </a:ext>
              </a:extLst>
            </p:cNvPr>
            <p:cNvCxnSpPr>
              <a:stCxn id="25" idx="0"/>
            </p:cNvCxnSpPr>
            <p:nvPr userDrawn="1"/>
          </p:nvCxnSpPr>
          <p:spPr>
            <a:xfrm flipV="1">
              <a:off x="961612" y="0"/>
              <a:ext cx="311274" cy="119240"/>
            </a:xfrm>
            <a:prstGeom prst="line">
              <a:avLst/>
            </a:prstGeom>
            <a:ln/>
          </p:spPr>
          <p:style>
            <a:lnRef idx="1">
              <a:schemeClr val="accent3"/>
            </a:lnRef>
            <a:fillRef idx="0">
              <a:schemeClr val="accent3"/>
            </a:fillRef>
            <a:effectRef idx="0">
              <a:schemeClr val="accent3"/>
            </a:effectRef>
            <a:fontRef idx="minor">
              <a:schemeClr val="tx1"/>
            </a:fontRef>
          </p:style>
        </p:cxnSp>
        <p:cxnSp>
          <p:nvCxnSpPr>
            <p:cNvPr id="80" name="直接连接符 79">
              <a:extLst>
                <a:ext uri="{FF2B5EF4-FFF2-40B4-BE49-F238E27FC236}">
                  <a16:creationId xmlns:a16="http://schemas.microsoft.com/office/drawing/2014/main" id="{028D3624-D8D9-4963-B1CD-9EB136A70384}"/>
                </a:ext>
              </a:extLst>
            </p:cNvPr>
            <p:cNvCxnSpPr>
              <a:stCxn id="28" idx="7"/>
            </p:cNvCxnSpPr>
            <p:nvPr userDrawn="1"/>
          </p:nvCxnSpPr>
          <p:spPr>
            <a:xfrm flipV="1">
              <a:off x="7390422" y="0"/>
              <a:ext cx="306245" cy="231753"/>
            </a:xfrm>
            <a:prstGeom prst="line">
              <a:avLst/>
            </a:prstGeom>
            <a:ln/>
          </p:spPr>
          <p:style>
            <a:lnRef idx="1">
              <a:schemeClr val="accent3"/>
            </a:lnRef>
            <a:fillRef idx="0">
              <a:schemeClr val="accent3"/>
            </a:fillRef>
            <a:effectRef idx="0">
              <a:schemeClr val="accent3"/>
            </a:effectRef>
            <a:fontRef idx="minor">
              <a:schemeClr val="tx1"/>
            </a:fontRef>
          </p:style>
        </p:cxnSp>
      </p:grpSp>
      <p:sp>
        <p:nvSpPr>
          <p:cNvPr id="6" name="Freeform 25">
            <a:extLst>
              <a:ext uri="{FF2B5EF4-FFF2-40B4-BE49-F238E27FC236}">
                <a16:creationId xmlns:a16="http://schemas.microsoft.com/office/drawing/2014/main" id="{38B69EE1-BCFE-4371-B597-971E0649EC0B}"/>
              </a:ext>
            </a:extLst>
          </p:cNvPr>
          <p:cNvSpPr>
            <a:spLocks noChangeArrowheads="1"/>
          </p:cNvSpPr>
          <p:nvPr userDrawn="1"/>
        </p:nvSpPr>
        <p:spPr bwMode="auto">
          <a:xfrm>
            <a:off x="11116689" y="136525"/>
            <a:ext cx="899816" cy="632295"/>
          </a:xfrm>
          <a:custGeom>
            <a:avLst/>
            <a:gdLst>
              <a:gd name="T0" fmla="*/ 13586 w 13587"/>
              <a:gd name="T1" fmla="*/ 2121 h 9547"/>
              <a:gd name="T2" fmla="*/ 8861 w 13587"/>
              <a:gd name="T3" fmla="*/ 454 h 9547"/>
              <a:gd name="T4" fmla="*/ 3960 w 13587"/>
              <a:gd name="T5" fmla="*/ 2458 h 9547"/>
              <a:gd name="T6" fmla="*/ 0 w 13587"/>
              <a:gd name="T7" fmla="*/ 2529 h 9547"/>
              <a:gd name="T8" fmla="*/ 1300 w 13587"/>
              <a:gd name="T9" fmla="*/ 6699 h 9547"/>
              <a:gd name="T10" fmla="*/ 5083 w 13587"/>
              <a:gd name="T11" fmla="*/ 4992 h 9547"/>
              <a:gd name="T12" fmla="*/ 7249 w 13587"/>
              <a:gd name="T13" fmla="*/ 9500 h 9547"/>
              <a:gd name="T14" fmla="*/ 7330 w 13587"/>
              <a:gd name="T15" fmla="*/ 9495 h 9547"/>
              <a:gd name="T16" fmla="*/ 12024 w 13587"/>
              <a:gd name="T17" fmla="*/ 4881 h 9547"/>
              <a:gd name="T18" fmla="*/ 13198 w 13587"/>
              <a:gd name="T19" fmla="*/ 2791 h 9547"/>
              <a:gd name="T20" fmla="*/ 5657 w 13587"/>
              <a:gd name="T21" fmla="*/ 4262 h 9547"/>
              <a:gd name="T22" fmla="*/ 8649 w 13587"/>
              <a:gd name="T23" fmla="*/ 580 h 9547"/>
              <a:gd name="T24" fmla="*/ 6922 w 13587"/>
              <a:gd name="T25" fmla="*/ 2705 h 9547"/>
              <a:gd name="T26" fmla="*/ 5148 w 13587"/>
              <a:gd name="T27" fmla="*/ 4891 h 9547"/>
              <a:gd name="T28" fmla="*/ 5602 w 13587"/>
              <a:gd name="T29" fmla="*/ 4332 h 9547"/>
              <a:gd name="T30" fmla="*/ 5375 w 13587"/>
              <a:gd name="T31" fmla="*/ 5370 h 9547"/>
              <a:gd name="T32" fmla="*/ 7229 w 13587"/>
              <a:gd name="T33" fmla="*/ 9263 h 9547"/>
              <a:gd name="T34" fmla="*/ 6927 w 13587"/>
              <a:gd name="T35" fmla="*/ 2836 h 9547"/>
              <a:gd name="T36" fmla="*/ 7103 w 13587"/>
              <a:gd name="T37" fmla="*/ 6528 h 9547"/>
              <a:gd name="T38" fmla="*/ 5194 w 13587"/>
              <a:gd name="T39" fmla="*/ 4977 h 9547"/>
              <a:gd name="T40" fmla="*/ 11012 w 13587"/>
              <a:gd name="T41" fmla="*/ 5103 h 9547"/>
              <a:gd name="T42" fmla="*/ 8957 w 13587"/>
              <a:gd name="T43" fmla="*/ 3833 h 9547"/>
              <a:gd name="T44" fmla="*/ 9621 w 13587"/>
              <a:gd name="T45" fmla="*/ 2841 h 9547"/>
              <a:gd name="T46" fmla="*/ 9007 w 13587"/>
              <a:gd name="T47" fmla="*/ 3758 h 9547"/>
              <a:gd name="T48" fmla="*/ 7012 w 13587"/>
              <a:gd name="T49" fmla="*/ 2766 h 9547"/>
              <a:gd name="T50" fmla="*/ 7184 w 13587"/>
              <a:gd name="T51" fmla="*/ 6332 h 9547"/>
              <a:gd name="T52" fmla="*/ 8272 w 13587"/>
              <a:gd name="T53" fmla="*/ 8287 h 9547"/>
              <a:gd name="T54" fmla="*/ 10972 w 13587"/>
              <a:gd name="T55" fmla="*/ 5208 h 9547"/>
              <a:gd name="T56" fmla="*/ 13037 w 13587"/>
              <a:gd name="T57" fmla="*/ 2851 h 9547"/>
              <a:gd name="T58" fmla="*/ 9702 w 13587"/>
              <a:gd name="T59" fmla="*/ 2806 h 9547"/>
              <a:gd name="T60" fmla="*/ 13117 w 13587"/>
              <a:gd name="T61" fmla="*/ 2750 h 9547"/>
              <a:gd name="T62" fmla="*/ 13450 w 13587"/>
              <a:gd name="T63" fmla="*/ 2177 h 9547"/>
              <a:gd name="T64" fmla="*/ 9647 w 13587"/>
              <a:gd name="T65" fmla="*/ 2716 h 9547"/>
              <a:gd name="T66" fmla="*/ 7058 w 13587"/>
              <a:gd name="T67" fmla="*/ 2680 h 9547"/>
              <a:gd name="T68" fmla="*/ 12956 w 13587"/>
              <a:gd name="T69" fmla="*/ 2761 h 9547"/>
              <a:gd name="T70" fmla="*/ 8680 w 13587"/>
              <a:gd name="T71" fmla="*/ 469 h 9547"/>
              <a:gd name="T72" fmla="*/ 7748 w 13587"/>
              <a:gd name="T73" fmla="*/ 101 h 9547"/>
              <a:gd name="T74" fmla="*/ 696 w 13587"/>
              <a:gd name="T75" fmla="*/ 2766 h 9547"/>
              <a:gd name="T76" fmla="*/ 3753 w 13587"/>
              <a:gd name="T77" fmla="*/ 2484 h 9547"/>
              <a:gd name="T78" fmla="*/ 2091 w 13587"/>
              <a:gd name="T79" fmla="*/ 5320 h 9547"/>
              <a:gd name="T80" fmla="*/ 3879 w 13587"/>
              <a:gd name="T81" fmla="*/ 2559 h 9547"/>
              <a:gd name="T82" fmla="*/ 600 w 13587"/>
              <a:gd name="T83" fmla="*/ 2735 h 9547"/>
              <a:gd name="T84" fmla="*/ 383 w 13587"/>
              <a:gd name="T85" fmla="*/ 1496 h 9547"/>
              <a:gd name="T86" fmla="*/ 2035 w 13587"/>
              <a:gd name="T87" fmla="*/ 5400 h 9547"/>
              <a:gd name="T88" fmla="*/ 746 w 13587"/>
              <a:gd name="T89" fmla="*/ 3068 h 9547"/>
              <a:gd name="T90" fmla="*/ 5038 w 13587"/>
              <a:gd name="T91" fmla="*/ 4866 h 9547"/>
              <a:gd name="T92" fmla="*/ 3960 w 13587"/>
              <a:gd name="T93" fmla="*/ 2594 h 9547"/>
              <a:gd name="T94" fmla="*/ 5144 w 13587"/>
              <a:gd name="T95" fmla="*/ 5088 h 9547"/>
              <a:gd name="T96" fmla="*/ 4766 w 13587"/>
              <a:gd name="T97" fmla="*/ 6090 h 9547"/>
              <a:gd name="T98" fmla="*/ 8211 w 13587"/>
              <a:gd name="T99" fmla="*/ 8357 h 9547"/>
              <a:gd name="T100" fmla="*/ 7194 w 13587"/>
              <a:gd name="T101" fmla="*/ 6644 h 9547"/>
              <a:gd name="T102" fmla="*/ 11249 w 13587"/>
              <a:gd name="T103" fmla="*/ 5027 h 9547"/>
              <a:gd name="T104" fmla="*/ 11969 w 13587"/>
              <a:gd name="T105" fmla="*/ 4806 h 95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3587" h="9547">
                <a:moveTo>
                  <a:pt x="13198" y="2791"/>
                </a:moveTo>
                <a:lnTo>
                  <a:pt x="13586" y="2121"/>
                </a:lnTo>
                <a:lnTo>
                  <a:pt x="10579" y="1381"/>
                </a:lnTo>
                <a:lnTo>
                  <a:pt x="8861" y="454"/>
                </a:lnTo>
                <a:lnTo>
                  <a:pt x="7737" y="0"/>
                </a:lnTo>
                <a:lnTo>
                  <a:pt x="3960" y="2458"/>
                </a:lnTo>
                <a:lnTo>
                  <a:pt x="333" y="1235"/>
                </a:lnTo>
                <a:lnTo>
                  <a:pt x="0" y="2529"/>
                </a:lnTo>
                <a:lnTo>
                  <a:pt x="620" y="2847"/>
                </a:lnTo>
                <a:lnTo>
                  <a:pt x="1300" y="6699"/>
                </a:lnTo>
                <a:lnTo>
                  <a:pt x="3134" y="3869"/>
                </a:lnTo>
                <a:lnTo>
                  <a:pt x="5083" y="4992"/>
                </a:lnTo>
                <a:lnTo>
                  <a:pt x="4665" y="6105"/>
                </a:lnTo>
                <a:lnTo>
                  <a:pt x="7249" y="9500"/>
                </a:lnTo>
                <a:lnTo>
                  <a:pt x="7284" y="9546"/>
                </a:lnTo>
                <a:lnTo>
                  <a:pt x="7330" y="9495"/>
                </a:lnTo>
                <a:lnTo>
                  <a:pt x="11138" y="5153"/>
                </a:lnTo>
                <a:lnTo>
                  <a:pt x="12024" y="4881"/>
                </a:lnTo>
                <a:lnTo>
                  <a:pt x="13173" y="2836"/>
                </a:lnTo>
                <a:lnTo>
                  <a:pt x="13198" y="2791"/>
                </a:lnTo>
                <a:close/>
                <a:moveTo>
                  <a:pt x="6922" y="2705"/>
                </a:moveTo>
                <a:lnTo>
                  <a:pt x="5657" y="4262"/>
                </a:lnTo>
                <a:lnTo>
                  <a:pt x="4040" y="2524"/>
                </a:lnTo>
                <a:lnTo>
                  <a:pt x="8649" y="580"/>
                </a:lnTo>
                <a:lnTo>
                  <a:pt x="6947" y="2675"/>
                </a:lnTo>
                <a:lnTo>
                  <a:pt x="6922" y="2705"/>
                </a:lnTo>
                <a:close/>
                <a:moveTo>
                  <a:pt x="5602" y="4332"/>
                </a:moveTo>
                <a:lnTo>
                  <a:pt x="5148" y="4891"/>
                </a:lnTo>
                <a:lnTo>
                  <a:pt x="4126" y="2746"/>
                </a:lnTo>
                <a:lnTo>
                  <a:pt x="5602" y="4332"/>
                </a:lnTo>
                <a:close/>
                <a:moveTo>
                  <a:pt x="7229" y="9263"/>
                </a:moveTo>
                <a:lnTo>
                  <a:pt x="5375" y="5370"/>
                </a:lnTo>
                <a:lnTo>
                  <a:pt x="7163" y="7788"/>
                </a:lnTo>
                <a:lnTo>
                  <a:pt x="7229" y="9263"/>
                </a:lnTo>
                <a:close/>
                <a:moveTo>
                  <a:pt x="5194" y="4977"/>
                </a:moveTo>
                <a:lnTo>
                  <a:pt x="6927" y="2836"/>
                </a:lnTo>
                <a:lnTo>
                  <a:pt x="7098" y="6458"/>
                </a:lnTo>
                <a:lnTo>
                  <a:pt x="7103" y="6528"/>
                </a:lnTo>
                <a:lnTo>
                  <a:pt x="7153" y="7631"/>
                </a:lnTo>
                <a:lnTo>
                  <a:pt x="5194" y="4977"/>
                </a:lnTo>
                <a:close/>
                <a:moveTo>
                  <a:pt x="8957" y="3833"/>
                </a:moveTo>
                <a:lnTo>
                  <a:pt x="11012" y="5103"/>
                </a:lnTo>
                <a:lnTo>
                  <a:pt x="7254" y="6387"/>
                </a:lnTo>
                <a:lnTo>
                  <a:pt x="8957" y="3833"/>
                </a:lnTo>
                <a:close/>
                <a:moveTo>
                  <a:pt x="9007" y="3758"/>
                </a:moveTo>
                <a:lnTo>
                  <a:pt x="9621" y="2841"/>
                </a:lnTo>
                <a:lnTo>
                  <a:pt x="10972" y="4977"/>
                </a:lnTo>
                <a:lnTo>
                  <a:pt x="9007" y="3758"/>
                </a:lnTo>
                <a:close/>
                <a:moveTo>
                  <a:pt x="7184" y="6332"/>
                </a:moveTo>
                <a:lnTo>
                  <a:pt x="7012" y="2766"/>
                </a:lnTo>
                <a:lnTo>
                  <a:pt x="9541" y="2801"/>
                </a:lnTo>
                <a:lnTo>
                  <a:pt x="7184" y="6332"/>
                </a:lnTo>
                <a:close/>
                <a:moveTo>
                  <a:pt x="10972" y="5208"/>
                </a:moveTo>
                <a:lnTo>
                  <a:pt x="8272" y="8287"/>
                </a:lnTo>
                <a:lnTo>
                  <a:pt x="7209" y="6493"/>
                </a:lnTo>
                <a:lnTo>
                  <a:pt x="10972" y="5208"/>
                </a:lnTo>
                <a:close/>
                <a:moveTo>
                  <a:pt x="9702" y="2806"/>
                </a:moveTo>
                <a:lnTo>
                  <a:pt x="13037" y="2851"/>
                </a:lnTo>
                <a:lnTo>
                  <a:pt x="11118" y="5043"/>
                </a:lnTo>
                <a:lnTo>
                  <a:pt x="9702" y="2806"/>
                </a:lnTo>
                <a:close/>
                <a:moveTo>
                  <a:pt x="13450" y="2177"/>
                </a:moveTo>
                <a:lnTo>
                  <a:pt x="13117" y="2750"/>
                </a:lnTo>
                <a:lnTo>
                  <a:pt x="10891" y="1547"/>
                </a:lnTo>
                <a:lnTo>
                  <a:pt x="13450" y="2177"/>
                </a:lnTo>
                <a:close/>
                <a:moveTo>
                  <a:pt x="12956" y="2761"/>
                </a:moveTo>
                <a:lnTo>
                  <a:pt x="9647" y="2716"/>
                </a:lnTo>
                <a:lnTo>
                  <a:pt x="9596" y="2716"/>
                </a:lnTo>
                <a:lnTo>
                  <a:pt x="7058" y="2680"/>
                </a:lnTo>
                <a:lnTo>
                  <a:pt x="8805" y="524"/>
                </a:lnTo>
                <a:lnTo>
                  <a:pt x="12956" y="2761"/>
                </a:lnTo>
                <a:close/>
                <a:moveTo>
                  <a:pt x="7748" y="101"/>
                </a:moveTo>
                <a:lnTo>
                  <a:pt x="8680" y="469"/>
                </a:lnTo>
                <a:lnTo>
                  <a:pt x="4403" y="2272"/>
                </a:lnTo>
                <a:lnTo>
                  <a:pt x="7748" y="101"/>
                </a:lnTo>
                <a:close/>
                <a:moveTo>
                  <a:pt x="3753" y="2484"/>
                </a:moveTo>
                <a:lnTo>
                  <a:pt x="696" y="2766"/>
                </a:lnTo>
                <a:lnTo>
                  <a:pt x="449" y="1365"/>
                </a:lnTo>
                <a:lnTo>
                  <a:pt x="3753" y="2484"/>
                </a:lnTo>
                <a:close/>
                <a:moveTo>
                  <a:pt x="3879" y="2559"/>
                </a:moveTo>
                <a:lnTo>
                  <a:pt x="2091" y="5320"/>
                </a:lnTo>
                <a:lnTo>
                  <a:pt x="731" y="2851"/>
                </a:lnTo>
                <a:lnTo>
                  <a:pt x="3879" y="2559"/>
                </a:lnTo>
                <a:close/>
                <a:moveTo>
                  <a:pt x="383" y="1496"/>
                </a:moveTo>
                <a:lnTo>
                  <a:pt x="600" y="2735"/>
                </a:lnTo>
                <a:lnTo>
                  <a:pt x="101" y="2484"/>
                </a:lnTo>
                <a:lnTo>
                  <a:pt x="383" y="1496"/>
                </a:lnTo>
                <a:close/>
                <a:moveTo>
                  <a:pt x="746" y="3068"/>
                </a:moveTo>
                <a:lnTo>
                  <a:pt x="2035" y="5400"/>
                </a:lnTo>
                <a:lnTo>
                  <a:pt x="1345" y="6463"/>
                </a:lnTo>
                <a:lnTo>
                  <a:pt x="746" y="3068"/>
                </a:lnTo>
                <a:close/>
                <a:moveTo>
                  <a:pt x="3960" y="2594"/>
                </a:moveTo>
                <a:lnTo>
                  <a:pt x="5038" y="4866"/>
                </a:lnTo>
                <a:lnTo>
                  <a:pt x="3184" y="3793"/>
                </a:lnTo>
                <a:lnTo>
                  <a:pt x="3960" y="2594"/>
                </a:lnTo>
                <a:close/>
                <a:moveTo>
                  <a:pt x="4766" y="6090"/>
                </a:moveTo>
                <a:lnTo>
                  <a:pt x="5144" y="5088"/>
                </a:lnTo>
                <a:lnTo>
                  <a:pt x="7063" y="9112"/>
                </a:lnTo>
                <a:lnTo>
                  <a:pt x="4766" y="6090"/>
                </a:lnTo>
                <a:close/>
                <a:moveTo>
                  <a:pt x="7194" y="6644"/>
                </a:moveTo>
                <a:lnTo>
                  <a:pt x="8211" y="8357"/>
                </a:lnTo>
                <a:lnTo>
                  <a:pt x="7325" y="9364"/>
                </a:lnTo>
                <a:lnTo>
                  <a:pt x="7194" y="6644"/>
                </a:lnTo>
                <a:close/>
                <a:moveTo>
                  <a:pt x="11969" y="4806"/>
                </a:moveTo>
                <a:lnTo>
                  <a:pt x="11249" y="5027"/>
                </a:lnTo>
                <a:lnTo>
                  <a:pt x="12891" y="3154"/>
                </a:lnTo>
                <a:lnTo>
                  <a:pt x="11969" y="4806"/>
                </a:lnTo>
                <a:close/>
              </a:path>
            </a:pathLst>
          </a:custGeom>
          <a:solidFill>
            <a:schemeClr val="tx1">
              <a:lumMod val="75000"/>
              <a:lumOff val="25000"/>
            </a:schemeClr>
          </a:solidFill>
          <a:ln w="12700">
            <a:solidFill>
              <a:schemeClr val="accent2"/>
            </a:solidFill>
          </a:ln>
          <a:effectLst/>
        </p:spPr>
        <p:txBody>
          <a:bodyPr wrap="none" anchor="ctr"/>
          <a:lstStyle/>
          <a:p>
            <a:endParaRPr lang="en-US" dirty="0">
              <a:latin typeface="微软雅黑 Light" panose="020B0502040204020203" pitchFamily="34" charset="-122"/>
              <a:sym typeface="Exo 2 Light" panose="00000400000000000000" pitchFamily="50" charset="0"/>
            </a:endParaRPr>
          </a:p>
        </p:txBody>
      </p:sp>
      <p:sp>
        <p:nvSpPr>
          <p:cNvPr id="7" name="TextBox 26">
            <a:extLst>
              <a:ext uri="{FF2B5EF4-FFF2-40B4-BE49-F238E27FC236}">
                <a16:creationId xmlns:a16="http://schemas.microsoft.com/office/drawing/2014/main" id="{7D80F13B-F800-4F65-9D06-0B1624B47232}"/>
              </a:ext>
            </a:extLst>
          </p:cNvPr>
          <p:cNvSpPr txBox="1"/>
          <p:nvPr userDrawn="1"/>
        </p:nvSpPr>
        <p:spPr>
          <a:xfrm>
            <a:off x="7828077" y="217993"/>
            <a:ext cx="3283271" cy="469359"/>
          </a:xfrm>
          <a:prstGeom prst="rect">
            <a:avLst/>
          </a:prstGeom>
          <a:noFill/>
        </p:spPr>
        <p:txBody>
          <a:bodyPr wrap="none" rtlCol="0">
            <a:spAutoFit/>
          </a:bodyPr>
          <a:lstStyle/>
          <a:p>
            <a:pPr algn="r"/>
            <a:r>
              <a:rPr lang="zh-CN" altLang="en-US" sz="1400" b="1" kern="1200" dirty="0">
                <a:solidFill>
                  <a:schemeClr val="tx1">
                    <a:lumMod val="75000"/>
                    <a:lumOff val="25000"/>
                  </a:schemeClr>
                </a:solidFill>
                <a:latin typeface="微软雅黑" panose="020B0503020204020204" pitchFamily="34" charset="-122"/>
                <a:ea typeface="微软雅黑" panose="020B0503020204020204" pitchFamily="34" charset="-122"/>
                <a:cs typeface="Exo 2 Thin" charset="0"/>
                <a:sym typeface="Exo 2 Light" panose="00000400000000000000" pitchFamily="50" charset="0"/>
              </a:rPr>
              <a:t>生成树协议</a:t>
            </a:r>
            <a:endParaRPr lang="en-US" altLang="zh-CN" sz="1400" b="1" kern="1200" dirty="0">
              <a:solidFill>
                <a:schemeClr val="tx1">
                  <a:lumMod val="75000"/>
                  <a:lumOff val="25000"/>
                </a:schemeClr>
              </a:solidFill>
              <a:latin typeface="微软雅黑" panose="020B0503020204020204" pitchFamily="34" charset="-122"/>
              <a:ea typeface="微软雅黑" panose="020B0503020204020204" pitchFamily="34" charset="-122"/>
              <a:cs typeface="Exo 2 Thin" charset="0"/>
              <a:sym typeface="Exo 2 Light" panose="00000400000000000000" pitchFamily="50" charset="0"/>
            </a:endParaRPr>
          </a:p>
          <a:p>
            <a:pPr algn="r"/>
            <a:r>
              <a:rPr lang="en-US" altLang="zh-CN" sz="1050" i="1" spc="600" dirty="0">
                <a:solidFill>
                  <a:schemeClr val="tx1">
                    <a:lumMod val="75000"/>
                    <a:lumOff val="25000"/>
                  </a:schemeClr>
                </a:solidFill>
                <a:latin typeface="微软雅黑 Light" panose="020B0502040204020203" pitchFamily="34" charset="-122"/>
                <a:ea typeface="Exo 2 Thin" charset="0"/>
                <a:cs typeface="Exo 2 Thin" charset="0"/>
                <a:sym typeface="Exo 2 Light" panose="00000400000000000000" pitchFamily="50" charset="0"/>
              </a:rPr>
              <a:t>Spanning tree protocol</a:t>
            </a:r>
            <a:endParaRPr lang="en-US" sz="1050" i="1" spc="600" dirty="0">
              <a:solidFill>
                <a:schemeClr val="tx1">
                  <a:lumMod val="75000"/>
                  <a:lumOff val="25000"/>
                </a:schemeClr>
              </a:solidFill>
              <a:latin typeface="微软雅黑 Light" panose="020B0502040204020203" pitchFamily="34" charset="-122"/>
              <a:ea typeface="Exo 2 Thin" charset="0"/>
              <a:cs typeface="Exo 2 Thin" charset="0"/>
              <a:sym typeface="Exo 2 Light" panose="00000400000000000000" pitchFamily="50" charset="0"/>
            </a:endParaRPr>
          </a:p>
        </p:txBody>
      </p:sp>
      <p:sp>
        <p:nvSpPr>
          <p:cNvPr id="2" name="矩形 1">
            <a:extLst>
              <a:ext uri="{FF2B5EF4-FFF2-40B4-BE49-F238E27FC236}">
                <a16:creationId xmlns:a16="http://schemas.microsoft.com/office/drawing/2014/main" id="{C0291C21-5CD9-4C0A-A1F9-B35A9D1269FC}"/>
              </a:ext>
            </a:extLst>
          </p:cNvPr>
          <p:cNvSpPr/>
          <p:nvPr userDrawn="1"/>
        </p:nvSpPr>
        <p:spPr>
          <a:xfrm>
            <a:off x="695834" y="1032229"/>
            <a:ext cx="10800000" cy="5040000"/>
          </a:xfrm>
          <a:prstGeom prst="rect">
            <a:avLst/>
          </a:prstGeom>
          <a:solidFill>
            <a:schemeClr val="bg1"/>
          </a:solidFill>
          <a:ln>
            <a:solidFill>
              <a:schemeClr val="bg1">
                <a:lumMod val="95000"/>
              </a:schemeClr>
            </a:solidFill>
          </a:ln>
          <a:effectLst>
            <a:outerShdw blurRad="50800" dist="254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70" name="文本占位符 8">
            <a:extLst>
              <a:ext uri="{FF2B5EF4-FFF2-40B4-BE49-F238E27FC236}">
                <a16:creationId xmlns:a16="http://schemas.microsoft.com/office/drawing/2014/main" id="{9688E790-5753-47AE-9AE4-065DB60D20A1}"/>
              </a:ext>
            </a:extLst>
          </p:cNvPr>
          <p:cNvSpPr>
            <a:spLocks noGrp="1"/>
          </p:cNvSpPr>
          <p:nvPr>
            <p:ph type="body" sz="quarter" idx="13" hasCustomPrompt="1"/>
          </p:nvPr>
        </p:nvSpPr>
        <p:spPr>
          <a:xfrm>
            <a:off x="695466" y="672447"/>
            <a:ext cx="3286125" cy="542516"/>
          </a:xfrm>
          <a:solidFill>
            <a:schemeClr val="accent2">
              <a:lumMod val="75000"/>
            </a:schemeClr>
          </a:solidFill>
          <a:ln>
            <a:solidFill>
              <a:schemeClr val="accent2">
                <a:lumMod val="50000"/>
              </a:schemeClr>
            </a:solidFill>
          </a:ln>
        </p:spPr>
        <p:txBody>
          <a:bodyPr anchor="ctr" anchorCtr="0"/>
          <a:lstStyle>
            <a:lvl1pPr marL="0" indent="0" algn="ctr">
              <a:buNone/>
              <a:defRPr>
                <a:solidFill>
                  <a:schemeClr val="bg1"/>
                </a:solidFill>
                <a:latin typeface="微软雅黑" panose="020B0503020204020204" pitchFamily="34" charset="-122"/>
                <a:ea typeface="微软雅黑" panose="020B0503020204020204" pitchFamily="34" charset="-122"/>
              </a:defRPr>
            </a:lvl1pPr>
            <a:lvl2pPr marL="457200" indent="0">
              <a:buNone/>
              <a:defRPr>
                <a:latin typeface="微软雅黑" panose="020B0503020204020204" pitchFamily="34" charset="-122"/>
                <a:ea typeface="微软雅黑" panose="020B0503020204020204" pitchFamily="34" charset="-122"/>
              </a:defRPr>
            </a:lvl2pPr>
            <a:lvl3pPr marL="914400" indent="0">
              <a:buNone/>
              <a:defRPr>
                <a:latin typeface="微软雅黑" panose="020B0503020204020204" pitchFamily="34" charset="-122"/>
                <a:ea typeface="微软雅黑" panose="020B0503020204020204" pitchFamily="34" charset="-122"/>
              </a:defRPr>
            </a:lvl3pPr>
            <a:lvl4pPr marL="1371600" indent="0">
              <a:buNone/>
              <a:defRPr>
                <a:latin typeface="微软雅黑" panose="020B0503020204020204" pitchFamily="34" charset="-122"/>
                <a:ea typeface="微软雅黑" panose="020B0503020204020204" pitchFamily="34" charset="-122"/>
              </a:defRPr>
            </a:lvl4pPr>
            <a:lvl5pPr marL="1828800" indent="0">
              <a:buNone/>
              <a:defRPr>
                <a:latin typeface="微软雅黑" panose="020B0503020204020204" pitchFamily="34" charset="-122"/>
                <a:ea typeface="微软雅黑" panose="020B0503020204020204" pitchFamily="34" charset="-122"/>
              </a:defRPr>
            </a:lvl5pPr>
          </a:lstStyle>
          <a:p>
            <a:pPr lvl="0"/>
            <a:r>
              <a:rPr lang="zh-CN" altLang="en-US" dirty="0"/>
              <a:t>版文本样式</a:t>
            </a:r>
          </a:p>
        </p:txBody>
      </p:sp>
      <p:sp>
        <p:nvSpPr>
          <p:cNvPr id="9" name="直角三角形 8">
            <a:extLst>
              <a:ext uri="{FF2B5EF4-FFF2-40B4-BE49-F238E27FC236}">
                <a16:creationId xmlns:a16="http://schemas.microsoft.com/office/drawing/2014/main" id="{27E6DB47-D228-4E26-9861-0E71F9A9A745}"/>
              </a:ext>
            </a:extLst>
          </p:cNvPr>
          <p:cNvSpPr>
            <a:spLocks/>
          </p:cNvSpPr>
          <p:nvPr userDrawn="1"/>
        </p:nvSpPr>
        <p:spPr>
          <a:xfrm>
            <a:off x="3981591" y="672447"/>
            <a:ext cx="252000" cy="360000"/>
          </a:xfrm>
          <a:prstGeom prst="r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68" name="文本占位符 67">
            <a:extLst>
              <a:ext uri="{FF2B5EF4-FFF2-40B4-BE49-F238E27FC236}">
                <a16:creationId xmlns:a16="http://schemas.microsoft.com/office/drawing/2014/main" id="{F566F8F7-2EB5-48F8-862D-711430CE971A}"/>
              </a:ext>
            </a:extLst>
          </p:cNvPr>
          <p:cNvSpPr>
            <a:spLocks noGrp="1"/>
          </p:cNvSpPr>
          <p:nvPr>
            <p:ph type="body" sz="quarter" idx="14"/>
          </p:nvPr>
        </p:nvSpPr>
        <p:spPr>
          <a:xfrm>
            <a:off x="1148460" y="1510985"/>
            <a:ext cx="9962887" cy="4115817"/>
          </a:xfrm>
        </p:spPr>
        <p:txBody>
          <a:bodyPr>
            <a:normAutofit/>
          </a:bodyPr>
          <a:lstStyle>
            <a:lvl1pPr marL="0" indent="0" algn="just">
              <a:buNone/>
              <a:defRPr sz="1800">
                <a:latin typeface="微软雅黑 Light" panose="020B0502040204020203" pitchFamily="34" charset="-122"/>
                <a:ea typeface="微软雅黑 Light" panose="020B0502040204020203" pitchFamily="3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单击此处编辑母版文本样式</a:t>
            </a:r>
          </a:p>
        </p:txBody>
      </p:sp>
      <p:sp>
        <p:nvSpPr>
          <p:cNvPr id="134" name="文本占位符 133">
            <a:extLst>
              <a:ext uri="{FF2B5EF4-FFF2-40B4-BE49-F238E27FC236}">
                <a16:creationId xmlns:a16="http://schemas.microsoft.com/office/drawing/2014/main" id="{FFBA30E8-AF01-4F78-97B5-6D8861FA3D89}"/>
              </a:ext>
            </a:extLst>
          </p:cNvPr>
          <p:cNvSpPr>
            <a:spLocks noGrp="1"/>
          </p:cNvSpPr>
          <p:nvPr>
            <p:ph type="body" sz="quarter" idx="15"/>
          </p:nvPr>
        </p:nvSpPr>
        <p:spPr>
          <a:xfrm>
            <a:off x="695466" y="6255764"/>
            <a:ext cx="8345771" cy="313932"/>
          </a:xfrm>
        </p:spPr>
        <p:txBody>
          <a:bodyPr anchor="ctr" anchorCtr="0">
            <a:spAutoFit/>
          </a:bodyPr>
          <a:lstStyle>
            <a:lvl1pPr marL="0" indent="0">
              <a:buNone/>
              <a:defRPr sz="1600">
                <a:latin typeface="微软雅黑 Light" panose="020B0502040204020203" pitchFamily="34" charset="-122"/>
                <a:ea typeface="微软雅黑 Light" panose="020B0502040204020203" pitchFamily="34" charset="-122"/>
              </a:defRPr>
            </a:lvl1pPr>
            <a:lvl2pPr marL="457200" indent="0">
              <a:buNone/>
              <a:defRPr sz="1600">
                <a:latin typeface="微软雅黑 Light" panose="020B0502040204020203" pitchFamily="34" charset="-122"/>
                <a:ea typeface="微软雅黑 Light" panose="020B0502040204020203" pitchFamily="34" charset="-122"/>
              </a:defRPr>
            </a:lvl2pPr>
            <a:lvl3pPr marL="914400" indent="0">
              <a:buNone/>
              <a:defRPr sz="1600">
                <a:latin typeface="微软雅黑 Light" panose="020B0502040204020203" pitchFamily="34" charset="-122"/>
                <a:ea typeface="微软雅黑 Light" panose="020B0502040204020203" pitchFamily="34" charset="-122"/>
              </a:defRPr>
            </a:lvl3pPr>
            <a:lvl4pPr marL="1371600" indent="0">
              <a:buNone/>
              <a:defRPr sz="1600">
                <a:latin typeface="微软雅黑 Light" panose="020B0502040204020203" pitchFamily="34" charset="-122"/>
                <a:ea typeface="微软雅黑 Light" panose="020B0502040204020203" pitchFamily="34" charset="-122"/>
              </a:defRPr>
            </a:lvl4pPr>
            <a:lvl5pPr marL="1828800" indent="0">
              <a:buNone/>
              <a:defRPr sz="1600">
                <a:latin typeface="微软雅黑 Light" panose="020B0502040204020203" pitchFamily="34" charset="-122"/>
                <a:ea typeface="微软雅黑 Light" panose="020B0502040204020203" pitchFamily="34" charset="-122"/>
              </a:defRPr>
            </a:lvl5pPr>
          </a:lstStyle>
          <a:p>
            <a:pPr lvl="0"/>
            <a:r>
              <a:rPr lang="zh-CN" altLang="en-US" dirty="0"/>
              <a:t>单击此处编辑母版文本样式</a:t>
            </a:r>
          </a:p>
        </p:txBody>
      </p:sp>
    </p:spTree>
    <p:extLst>
      <p:ext uri="{BB962C8B-B14F-4D97-AF65-F5344CB8AC3E}">
        <p14:creationId xmlns:p14="http://schemas.microsoft.com/office/powerpoint/2010/main" val="112543755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6768C7-23F8-4996-89B7-429E7B384BF2}"/>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A0289BB1-DBAC-4FAE-808E-C6C3CC80EA4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dirty="0"/>
              <a:t>单击此处编辑母版文本样式</a:t>
            </a:r>
          </a:p>
          <a:p>
            <a:pPr lvl="1"/>
            <a:r>
              <a:rPr lang="zh-CN" altLang="en-US" dirty="0"/>
              <a:t>二级</a:t>
            </a:r>
          </a:p>
        </p:txBody>
      </p:sp>
      <p:sp>
        <p:nvSpPr>
          <p:cNvPr id="4" name="文本占位符 3">
            <a:extLst>
              <a:ext uri="{FF2B5EF4-FFF2-40B4-BE49-F238E27FC236}">
                <a16:creationId xmlns:a16="http://schemas.microsoft.com/office/drawing/2014/main" id="{AE471610-0211-48D5-95A9-F94CB96D8CC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556B36E4-C4E8-458D-94CD-1B6C35F2457D}"/>
              </a:ext>
            </a:extLst>
          </p:cNvPr>
          <p:cNvSpPr>
            <a:spLocks noGrp="1"/>
          </p:cNvSpPr>
          <p:nvPr>
            <p:ph type="dt" sz="half" idx="10"/>
          </p:nvPr>
        </p:nvSpPr>
        <p:spPr/>
        <p:txBody>
          <a:bodyPr/>
          <a:lstStyle/>
          <a:p>
            <a:fld id="{1C651236-3214-46F9-9D33-783F0260D354}" type="datetimeFigureOut">
              <a:rPr lang="zh-CN" altLang="en-US" smtClean="0"/>
              <a:t>2026/9/9</a:t>
            </a:fld>
            <a:endParaRPr lang="zh-CN" altLang="en-US"/>
          </a:p>
        </p:txBody>
      </p:sp>
      <p:sp>
        <p:nvSpPr>
          <p:cNvPr id="6" name="页脚占位符 5">
            <a:extLst>
              <a:ext uri="{FF2B5EF4-FFF2-40B4-BE49-F238E27FC236}">
                <a16:creationId xmlns:a16="http://schemas.microsoft.com/office/drawing/2014/main" id="{ABBCFDB4-DA9F-4658-A8BD-C801BA972545}"/>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9C90A9A8-C584-4D99-A352-D2E7B4678255}"/>
              </a:ext>
            </a:extLst>
          </p:cNvPr>
          <p:cNvSpPr>
            <a:spLocks noGrp="1"/>
          </p:cNvSpPr>
          <p:nvPr>
            <p:ph type="sldNum" sz="quarter" idx="12"/>
          </p:nvPr>
        </p:nvSpPr>
        <p:spPr/>
        <p:txBody>
          <a:bodyPr/>
          <a:lstStyle/>
          <a:p>
            <a:fld id="{B1502BCF-571E-433F-99D2-89AB9B2A73EF}" type="slidenum">
              <a:rPr lang="zh-CN" altLang="en-US" smtClean="0"/>
              <a:t>‹#›</a:t>
            </a:fld>
            <a:endParaRPr lang="zh-CN" altLang="en-US"/>
          </a:p>
        </p:txBody>
      </p:sp>
    </p:spTree>
    <p:extLst>
      <p:ext uri="{BB962C8B-B14F-4D97-AF65-F5344CB8AC3E}">
        <p14:creationId xmlns:p14="http://schemas.microsoft.com/office/powerpoint/2010/main" val="318404939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DA3C00C-6791-4AF6-ADED-16A78E3F3390}"/>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A3F28181-291D-4D0F-8D46-BF5DED710F5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78F3292F-BAC3-41E9-B23C-2785046871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A57AEF6B-24EF-4053-BEF4-408CE32CF01D}"/>
              </a:ext>
            </a:extLst>
          </p:cNvPr>
          <p:cNvSpPr>
            <a:spLocks noGrp="1"/>
          </p:cNvSpPr>
          <p:nvPr>
            <p:ph type="dt" sz="half" idx="10"/>
          </p:nvPr>
        </p:nvSpPr>
        <p:spPr/>
        <p:txBody>
          <a:bodyPr/>
          <a:lstStyle/>
          <a:p>
            <a:fld id="{1C651236-3214-46F9-9D33-783F0260D354}" type="datetimeFigureOut">
              <a:rPr lang="zh-CN" altLang="en-US" smtClean="0"/>
              <a:t>2026/9/9</a:t>
            </a:fld>
            <a:endParaRPr lang="zh-CN" altLang="en-US"/>
          </a:p>
        </p:txBody>
      </p:sp>
      <p:sp>
        <p:nvSpPr>
          <p:cNvPr id="6" name="页脚占位符 5">
            <a:extLst>
              <a:ext uri="{FF2B5EF4-FFF2-40B4-BE49-F238E27FC236}">
                <a16:creationId xmlns:a16="http://schemas.microsoft.com/office/drawing/2014/main" id="{BD794DF6-3DF2-4CF8-AE43-FC95AEC974A2}"/>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16D7EFA1-36B4-434E-8A31-ABB10A14A71D}"/>
              </a:ext>
            </a:extLst>
          </p:cNvPr>
          <p:cNvSpPr>
            <a:spLocks noGrp="1"/>
          </p:cNvSpPr>
          <p:nvPr>
            <p:ph type="sldNum" sz="quarter" idx="12"/>
          </p:nvPr>
        </p:nvSpPr>
        <p:spPr/>
        <p:txBody>
          <a:bodyPr/>
          <a:lstStyle/>
          <a:p>
            <a:fld id="{B1502BCF-571E-433F-99D2-89AB9B2A73EF}" type="slidenum">
              <a:rPr lang="zh-CN" altLang="en-US" smtClean="0"/>
              <a:t>‹#›</a:t>
            </a:fld>
            <a:endParaRPr lang="zh-CN" altLang="en-US"/>
          </a:p>
        </p:txBody>
      </p:sp>
    </p:spTree>
    <p:extLst>
      <p:ext uri="{BB962C8B-B14F-4D97-AF65-F5344CB8AC3E}">
        <p14:creationId xmlns:p14="http://schemas.microsoft.com/office/powerpoint/2010/main" val="2004584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D632E19-3847-4C44-B1DA-2910E34204CD}"/>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BB32734C-9F74-4482-9FE3-D99087A39CB3}"/>
              </a:ext>
            </a:extLst>
          </p:cNvPr>
          <p:cNvSpPr>
            <a:spLocks noGrp="1"/>
          </p:cNvSpPr>
          <p:nvPr>
            <p:ph type="body" orient="vert" idx="1"/>
          </p:nvPr>
        </p:nvSpPr>
        <p:spPr/>
        <p:txBody>
          <a:bodyPr vert="eaVert"/>
          <a:lstStyle>
            <a:lvl3pPr>
              <a:defRPr>
                <a:latin typeface="微软雅黑 Light" panose="020B0502040204020203" pitchFamily="34" charset="-122"/>
                <a:ea typeface="微软雅黑 Light" panose="020B0502040204020203" pitchFamily="34" charset="-122"/>
              </a:defRPr>
            </a:lvl3pPr>
            <a:lvl4pPr>
              <a:defRPr>
                <a:latin typeface="微软雅黑 Light" panose="020B0502040204020203" pitchFamily="34" charset="-122"/>
                <a:ea typeface="微软雅黑 Light" panose="020B0502040204020203" pitchFamily="34" charset="-122"/>
              </a:defRPr>
            </a:lvl4pPr>
            <a:lvl5pPr>
              <a:defRPr>
                <a:latin typeface="微软雅黑 Light" panose="020B0502040204020203" pitchFamily="34" charset="-122"/>
                <a:ea typeface="微软雅黑 Light" panose="020B0502040204020203" pitchFamily="34" charset="-122"/>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日期占位符 3">
            <a:extLst>
              <a:ext uri="{FF2B5EF4-FFF2-40B4-BE49-F238E27FC236}">
                <a16:creationId xmlns:a16="http://schemas.microsoft.com/office/drawing/2014/main" id="{7A13A04F-945E-4830-9C62-28BA120EE0E6}"/>
              </a:ext>
            </a:extLst>
          </p:cNvPr>
          <p:cNvSpPr>
            <a:spLocks noGrp="1"/>
          </p:cNvSpPr>
          <p:nvPr>
            <p:ph type="dt" sz="half" idx="10"/>
          </p:nvPr>
        </p:nvSpPr>
        <p:spPr/>
        <p:txBody>
          <a:bodyPr/>
          <a:lstStyle/>
          <a:p>
            <a:fld id="{1C651236-3214-46F9-9D33-783F0260D354}" type="datetimeFigureOut">
              <a:rPr lang="zh-CN" altLang="en-US" smtClean="0"/>
              <a:t>2026/9/9</a:t>
            </a:fld>
            <a:endParaRPr lang="zh-CN" altLang="en-US"/>
          </a:p>
        </p:txBody>
      </p:sp>
      <p:sp>
        <p:nvSpPr>
          <p:cNvPr id="5" name="页脚占位符 4">
            <a:extLst>
              <a:ext uri="{FF2B5EF4-FFF2-40B4-BE49-F238E27FC236}">
                <a16:creationId xmlns:a16="http://schemas.microsoft.com/office/drawing/2014/main" id="{F1A9E7DE-F89B-4838-BC08-257F376ECA7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292E4D5-B7AD-442F-8128-9CC4287634BB}"/>
              </a:ext>
            </a:extLst>
          </p:cNvPr>
          <p:cNvSpPr>
            <a:spLocks noGrp="1"/>
          </p:cNvSpPr>
          <p:nvPr>
            <p:ph type="sldNum" sz="quarter" idx="12"/>
          </p:nvPr>
        </p:nvSpPr>
        <p:spPr/>
        <p:txBody>
          <a:bodyPr/>
          <a:lstStyle/>
          <a:p>
            <a:fld id="{B1502BCF-571E-433F-99D2-89AB9B2A73EF}" type="slidenum">
              <a:rPr lang="zh-CN" altLang="en-US" smtClean="0"/>
              <a:t>‹#›</a:t>
            </a:fld>
            <a:endParaRPr lang="zh-CN" altLang="en-US"/>
          </a:p>
        </p:txBody>
      </p:sp>
    </p:spTree>
    <p:extLst>
      <p:ext uri="{BB962C8B-B14F-4D97-AF65-F5344CB8AC3E}">
        <p14:creationId xmlns:p14="http://schemas.microsoft.com/office/powerpoint/2010/main" val="66845415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B6ED0D96-5E2B-4EB2-8A6C-2479B857F35D}"/>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B8B57930-1D54-4888-88E6-C924B713F26A}"/>
              </a:ext>
            </a:extLst>
          </p:cNvPr>
          <p:cNvSpPr>
            <a:spLocks noGrp="1"/>
          </p:cNvSpPr>
          <p:nvPr>
            <p:ph type="body" orient="vert" idx="1"/>
          </p:nvPr>
        </p:nvSpPr>
        <p:spPr>
          <a:xfrm>
            <a:off x="838200" y="365125"/>
            <a:ext cx="7734300" cy="5811838"/>
          </a:xfrm>
        </p:spPr>
        <p:txBody>
          <a:bodyPr vert="eaVert"/>
          <a:lstStyle>
            <a:lvl3pPr>
              <a:defRPr>
                <a:latin typeface="微软雅黑 Light" panose="020B0502040204020203" pitchFamily="34" charset="-122"/>
                <a:ea typeface="微软雅黑 Light" panose="020B0502040204020203" pitchFamily="34" charset="-122"/>
              </a:defRPr>
            </a:lvl3pPr>
            <a:lvl4pPr>
              <a:defRPr>
                <a:latin typeface="微软雅黑 Light" panose="020B0502040204020203" pitchFamily="34" charset="-122"/>
                <a:ea typeface="微软雅黑 Light" panose="020B0502040204020203" pitchFamily="34" charset="-122"/>
              </a:defRPr>
            </a:lvl4pPr>
            <a:lvl5pPr>
              <a:defRPr>
                <a:latin typeface="微软雅黑 Light" panose="020B0502040204020203" pitchFamily="34" charset="-122"/>
                <a:ea typeface="微软雅黑 Light" panose="020B0502040204020203" pitchFamily="34" charset="-122"/>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日期占位符 3">
            <a:extLst>
              <a:ext uri="{FF2B5EF4-FFF2-40B4-BE49-F238E27FC236}">
                <a16:creationId xmlns:a16="http://schemas.microsoft.com/office/drawing/2014/main" id="{6D3DE625-53C1-4C44-99B7-F8BC7995CEFD}"/>
              </a:ext>
            </a:extLst>
          </p:cNvPr>
          <p:cNvSpPr>
            <a:spLocks noGrp="1"/>
          </p:cNvSpPr>
          <p:nvPr>
            <p:ph type="dt" sz="half" idx="10"/>
          </p:nvPr>
        </p:nvSpPr>
        <p:spPr/>
        <p:txBody>
          <a:bodyPr/>
          <a:lstStyle/>
          <a:p>
            <a:fld id="{1C651236-3214-46F9-9D33-783F0260D354}" type="datetimeFigureOut">
              <a:rPr lang="zh-CN" altLang="en-US" smtClean="0"/>
              <a:t>2026/9/9</a:t>
            </a:fld>
            <a:endParaRPr lang="zh-CN" altLang="en-US"/>
          </a:p>
        </p:txBody>
      </p:sp>
      <p:sp>
        <p:nvSpPr>
          <p:cNvPr id="5" name="页脚占位符 4">
            <a:extLst>
              <a:ext uri="{FF2B5EF4-FFF2-40B4-BE49-F238E27FC236}">
                <a16:creationId xmlns:a16="http://schemas.microsoft.com/office/drawing/2014/main" id="{5039BB9D-282E-4656-8944-11C94A31C48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2944F6A-C9CD-40F0-A8EB-6B850DD40EC9}"/>
              </a:ext>
            </a:extLst>
          </p:cNvPr>
          <p:cNvSpPr>
            <a:spLocks noGrp="1"/>
          </p:cNvSpPr>
          <p:nvPr>
            <p:ph type="sldNum" sz="quarter" idx="12"/>
          </p:nvPr>
        </p:nvSpPr>
        <p:spPr/>
        <p:txBody>
          <a:bodyPr/>
          <a:lstStyle/>
          <a:p>
            <a:fld id="{B1502BCF-571E-433F-99D2-89AB9B2A73EF}" type="slidenum">
              <a:rPr lang="zh-CN" altLang="en-US" smtClean="0"/>
              <a:t>‹#›</a:t>
            </a:fld>
            <a:endParaRPr lang="zh-CN" altLang="en-US"/>
          </a:p>
        </p:txBody>
      </p:sp>
    </p:spTree>
    <p:extLst>
      <p:ext uri="{BB962C8B-B14F-4D97-AF65-F5344CB8AC3E}">
        <p14:creationId xmlns:p14="http://schemas.microsoft.com/office/powerpoint/2010/main" val="31151036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D5AB4621-DEFA-4937-ACA0-7FAC4B5DD540}"/>
              </a:ext>
            </a:extLst>
          </p:cNvPr>
          <p:cNvSpPr>
            <a:spLocks noGrp="1"/>
          </p:cNvSpPr>
          <p:nvPr>
            <p:ph type="title"/>
          </p:nvPr>
        </p:nvSpPr>
        <p:spPr>
          <a:xfrm>
            <a:off x="838200" y="815540"/>
            <a:ext cx="10515600" cy="424732"/>
          </a:xfrm>
          <a:prstGeom prst="rect">
            <a:avLst/>
          </a:prstGeom>
        </p:spPr>
        <p:txBody>
          <a:bodyPr vert="horz" lIns="91440" tIns="45720" rIns="91440" bIns="45720" rtlCol="0" anchor="ctr">
            <a:spAutoFit/>
          </a:bodyPr>
          <a:lstStyle/>
          <a:p>
            <a:r>
              <a:rPr lang="zh-CN" altLang="en-US" dirty="0"/>
              <a:t>单击此处编辑母版标题样式</a:t>
            </a:r>
          </a:p>
        </p:txBody>
      </p:sp>
      <p:sp>
        <p:nvSpPr>
          <p:cNvPr id="3" name="文本占位符 2">
            <a:extLst>
              <a:ext uri="{FF2B5EF4-FFF2-40B4-BE49-F238E27FC236}">
                <a16:creationId xmlns:a16="http://schemas.microsoft.com/office/drawing/2014/main" id="{71682A5F-0B1F-414C-9919-0F61FB118BB7}"/>
              </a:ext>
            </a:extLst>
          </p:cNvPr>
          <p:cNvSpPr>
            <a:spLocks noGrp="1"/>
          </p:cNvSpPr>
          <p:nvPr>
            <p:ph type="body" idx="1"/>
          </p:nvPr>
        </p:nvSpPr>
        <p:spPr>
          <a:xfrm>
            <a:off x="838200" y="1278622"/>
            <a:ext cx="10515600" cy="4898341"/>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二级</a:t>
            </a:r>
          </a:p>
        </p:txBody>
      </p:sp>
      <p:sp>
        <p:nvSpPr>
          <p:cNvPr id="4" name="日期占位符 3">
            <a:extLst>
              <a:ext uri="{FF2B5EF4-FFF2-40B4-BE49-F238E27FC236}">
                <a16:creationId xmlns:a16="http://schemas.microsoft.com/office/drawing/2014/main" id="{509B379C-873F-4DD2-BBA0-D4769F05D1F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微软雅黑 Light" panose="020B0502040204020203" pitchFamily="34" charset="-122"/>
                <a:ea typeface="微软雅黑 Light" panose="020B0502040204020203" pitchFamily="34" charset="-122"/>
              </a:defRPr>
            </a:lvl1pPr>
          </a:lstStyle>
          <a:p>
            <a:fld id="{1C651236-3214-46F9-9D33-783F0260D354}" type="datetimeFigureOut">
              <a:rPr lang="zh-CN" altLang="en-US" smtClean="0"/>
              <a:pPr/>
              <a:t>2026/9/9</a:t>
            </a:fld>
            <a:endParaRPr lang="zh-CN" altLang="en-US" dirty="0"/>
          </a:p>
        </p:txBody>
      </p:sp>
      <p:sp>
        <p:nvSpPr>
          <p:cNvPr id="5" name="页脚占位符 4">
            <a:extLst>
              <a:ext uri="{FF2B5EF4-FFF2-40B4-BE49-F238E27FC236}">
                <a16:creationId xmlns:a16="http://schemas.microsoft.com/office/drawing/2014/main" id="{298AEE85-23CE-43D2-8B14-00BC970FD1D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微软雅黑 Light" panose="020B0502040204020203" pitchFamily="34" charset="-122"/>
                <a:ea typeface="微软雅黑 Light" panose="020B0502040204020203" pitchFamily="34" charset="-122"/>
              </a:defRPr>
            </a:lvl1pPr>
          </a:lstStyle>
          <a:p>
            <a:endParaRPr lang="zh-CN" altLang="en-US" dirty="0"/>
          </a:p>
        </p:txBody>
      </p:sp>
      <p:sp>
        <p:nvSpPr>
          <p:cNvPr id="6" name="灯片编号占位符 5">
            <a:extLst>
              <a:ext uri="{FF2B5EF4-FFF2-40B4-BE49-F238E27FC236}">
                <a16:creationId xmlns:a16="http://schemas.microsoft.com/office/drawing/2014/main" id="{9FE53C87-6A81-4F2E-86B2-C7DFE4EACC7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微软雅黑 Light" panose="020B0502040204020203" pitchFamily="34" charset="-122"/>
                <a:ea typeface="微软雅黑 Light" panose="020B0502040204020203" pitchFamily="34" charset="-122"/>
              </a:defRPr>
            </a:lvl1pPr>
          </a:lstStyle>
          <a:p>
            <a:fld id="{B1502BCF-571E-433F-99D2-89AB9B2A73EF}" type="slidenum">
              <a:rPr lang="zh-CN" altLang="en-US" smtClean="0"/>
              <a:pPr/>
              <a:t>‹#›</a:t>
            </a:fld>
            <a:endParaRPr lang="zh-CN" altLang="en-US" dirty="0"/>
          </a:p>
        </p:txBody>
      </p:sp>
      <p:sp>
        <p:nvSpPr>
          <p:cNvPr id="11" name="文本框 10">
            <a:extLst>
              <a:ext uri="{FF2B5EF4-FFF2-40B4-BE49-F238E27FC236}">
                <a16:creationId xmlns:a16="http://schemas.microsoft.com/office/drawing/2014/main" id="{A0A5EC7D-3205-4236-B61D-62EAF9458DE9}"/>
              </a:ext>
            </a:extLst>
          </p:cNvPr>
          <p:cNvSpPr txBox="1"/>
          <p:nvPr userDrawn="1"/>
        </p:nvSpPr>
        <p:spPr>
          <a:xfrm>
            <a:off x="6388776" y="6449501"/>
            <a:ext cx="3300508" cy="276999"/>
          </a:xfrm>
          <a:prstGeom prst="rect">
            <a:avLst/>
          </a:prstGeom>
          <a:noFill/>
        </p:spPr>
        <p:txBody>
          <a:bodyPr wrap="square" rtlCol="0">
            <a:spAutoFit/>
          </a:bodyPr>
          <a:lstStyle/>
          <a:p>
            <a:pPr lvl="0" algn="l"/>
            <a:r>
              <a:rPr lang="en-US" altLang="zh-CN" sz="1200" dirty="0">
                <a:solidFill>
                  <a:schemeClr val="bg2">
                    <a:lumMod val="50000"/>
                  </a:schemeClr>
                </a:solidFill>
                <a:latin typeface="微软雅黑 Light" panose="020B0502040204020203" pitchFamily="34" charset="-122"/>
                <a:ea typeface="微软雅黑 Light" panose="020B0502040204020203" pitchFamily="34" charset="-122"/>
              </a:rPr>
              <a:t>https://glplaman.github.io</a:t>
            </a:r>
            <a:endParaRPr lang="zh-CN" altLang="en-US" sz="1200" dirty="0">
              <a:solidFill>
                <a:schemeClr val="bg2">
                  <a:lumMod val="50000"/>
                </a:schemeClr>
              </a:solidFill>
              <a:latin typeface="微软雅黑 Light" panose="020B0502040204020203" pitchFamily="34" charset="-122"/>
              <a:ea typeface="微软雅黑 Light" panose="020B0502040204020203" pitchFamily="34" charset="-122"/>
            </a:endParaRPr>
          </a:p>
        </p:txBody>
      </p:sp>
      <p:sp>
        <p:nvSpPr>
          <p:cNvPr id="12" name="文本框 11">
            <a:extLst>
              <a:ext uri="{FF2B5EF4-FFF2-40B4-BE49-F238E27FC236}">
                <a16:creationId xmlns:a16="http://schemas.microsoft.com/office/drawing/2014/main" id="{9787B120-960D-4593-B648-98823691D47E}"/>
              </a:ext>
            </a:extLst>
          </p:cNvPr>
          <p:cNvSpPr txBox="1"/>
          <p:nvPr userDrawn="1"/>
        </p:nvSpPr>
        <p:spPr>
          <a:xfrm>
            <a:off x="3118854" y="6449501"/>
            <a:ext cx="2655407" cy="276999"/>
          </a:xfrm>
          <a:prstGeom prst="rect">
            <a:avLst/>
          </a:prstGeom>
          <a:noFill/>
        </p:spPr>
        <p:txBody>
          <a:bodyPr wrap="none" rtlCol="0">
            <a:spAutoFit/>
          </a:bodyPr>
          <a:lstStyle>
            <a:defPPr>
              <a:defRPr lang="zh-CN"/>
            </a:defPPr>
            <a:lvl1pPr>
              <a:defRPr sz="1200">
                <a:solidFill>
                  <a:schemeClr val="bg2">
                    <a:lumMod val="50000"/>
                  </a:schemeClr>
                </a:solidFill>
                <a:latin typeface="Times New Roman" panose="02020603050405020304" pitchFamily="18" charset="0"/>
                <a:cs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lang="en-US" altLang="zh-CN" sz="1200" dirty="0">
                <a:solidFill>
                  <a:schemeClr val="bg2">
                    <a:lumMod val="50000"/>
                  </a:schemeClr>
                </a:solidFill>
                <a:latin typeface="微软雅黑 Light" panose="020B0502040204020203" pitchFamily="34" charset="-122"/>
                <a:ea typeface="微软雅黑 Light" panose="020B0502040204020203" pitchFamily="34" charset="-122"/>
                <a:cs typeface="Times New Roman" panose="02020603050405020304" pitchFamily="18" charset="0"/>
              </a:rPr>
              <a:t>All Copyrights Reserved, 2022-2026</a:t>
            </a:r>
            <a:endParaRPr lang="zh-CN" altLang="en-US" sz="1200" dirty="0">
              <a:solidFill>
                <a:schemeClr val="bg2">
                  <a:lumMod val="50000"/>
                </a:schemeClr>
              </a:solidFill>
              <a:latin typeface="微软雅黑 Light" panose="020B0502040204020203" pitchFamily="34" charset="-122"/>
              <a:ea typeface="微软雅黑 Light" panose="020B0502040204020203" pitchFamily="34" charset="-122"/>
              <a:cs typeface="Times New Roman" panose="02020603050405020304" pitchFamily="18" charset="0"/>
            </a:endParaRPr>
          </a:p>
        </p:txBody>
      </p:sp>
      <p:pic>
        <p:nvPicPr>
          <p:cNvPr id="8" name="图片 7">
            <a:extLst>
              <a:ext uri="{FF2B5EF4-FFF2-40B4-BE49-F238E27FC236}">
                <a16:creationId xmlns:a16="http://schemas.microsoft.com/office/drawing/2014/main" id="{42805E8F-D16D-24BA-B35C-A350A79B61E7}"/>
              </a:ext>
            </a:extLst>
          </p:cNvPr>
          <p:cNvPicPr>
            <a:picLocks noChangeAspect="1"/>
          </p:cNvPicPr>
          <p:nvPr userDrawn="1"/>
        </p:nvPicPr>
        <p:blipFill>
          <a:blip r:embed="rId30">
            <a:extLst>
              <a:ext uri="{28A0092B-C50C-407E-A947-70E740481C1C}">
                <a14:useLocalDpi xmlns:a14="http://schemas.microsoft.com/office/drawing/2010/main" val="0"/>
              </a:ext>
            </a:extLst>
          </a:blip>
          <a:stretch>
            <a:fillRect/>
          </a:stretch>
        </p:blipFill>
        <p:spPr>
          <a:xfrm>
            <a:off x="5826000" y="6318000"/>
            <a:ext cx="540000" cy="540000"/>
          </a:xfrm>
          <a:prstGeom prst="rect">
            <a:avLst/>
          </a:prstGeom>
        </p:spPr>
      </p:pic>
    </p:spTree>
    <p:extLst>
      <p:ext uri="{BB962C8B-B14F-4D97-AF65-F5344CB8AC3E}">
        <p14:creationId xmlns:p14="http://schemas.microsoft.com/office/powerpoint/2010/main" val="24060789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2" r:id="rId3"/>
    <p:sldLayoutId id="2147483660" r:id="rId4"/>
    <p:sldLayoutId id="2147483664" r:id="rId5"/>
    <p:sldLayoutId id="2147483651" r:id="rId6"/>
    <p:sldLayoutId id="2147483652" r:id="rId7"/>
    <p:sldLayoutId id="2147483653" r:id="rId8"/>
    <p:sldLayoutId id="2147483655" r:id="rId9"/>
    <p:sldLayoutId id="2147483670" r:id="rId10"/>
    <p:sldLayoutId id="2147483683" r:id="rId11"/>
    <p:sldLayoutId id="2147483684" r:id="rId12"/>
    <p:sldLayoutId id="2147483678" r:id="rId13"/>
    <p:sldLayoutId id="2147483679" r:id="rId14"/>
    <p:sldLayoutId id="2147483680" r:id="rId15"/>
    <p:sldLayoutId id="2147483681" r:id="rId16"/>
    <p:sldLayoutId id="2147483682" r:id="rId17"/>
    <p:sldLayoutId id="2147483669" r:id="rId18"/>
    <p:sldLayoutId id="2147483673" r:id="rId19"/>
    <p:sldLayoutId id="2147483672" r:id="rId20"/>
    <p:sldLayoutId id="2147483674" r:id="rId21"/>
    <p:sldLayoutId id="2147483676" r:id="rId22"/>
    <p:sldLayoutId id="2147483677" r:id="rId23"/>
    <p:sldLayoutId id="2147483675" r:id="rId24"/>
    <p:sldLayoutId id="2147483656" r:id="rId25"/>
    <p:sldLayoutId id="2147483657" r:id="rId26"/>
    <p:sldLayoutId id="2147483658" r:id="rId27"/>
    <p:sldLayoutId id="2147483659" r:id="rId28"/>
  </p:sldLayoutIdLst>
  <p:txStyles>
    <p:titleStyle>
      <a:lvl1pPr algn="l" defTabSz="914400" rtl="0" eaLnBrk="1" latinLnBrk="0" hangingPunct="1">
        <a:lnSpc>
          <a:spcPct val="90000"/>
        </a:lnSpc>
        <a:spcBef>
          <a:spcPct val="0"/>
        </a:spcBef>
        <a:buNone/>
        <a:defRPr sz="2400" kern="1200" baseline="0">
          <a:solidFill>
            <a:schemeClr val="tx1"/>
          </a:solidFill>
          <a:latin typeface="微软雅黑 Light" panose="020B0502040204020203" pitchFamily="34" charset="-122"/>
          <a:ea typeface="微软雅黑" panose="020B0503020204020204" pitchFamily="34"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000" kern="1200" baseline="0">
          <a:solidFill>
            <a:schemeClr val="tx1"/>
          </a:solidFill>
          <a:latin typeface="微软雅黑 Light" panose="020B0502040204020203"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Clr>
          <a:srgbClr val="FF0000"/>
        </a:buClr>
        <a:buFont typeface="Arial" panose="020B0604020202020204" pitchFamily="34" charset="0"/>
        <a:buChar char="•"/>
        <a:defRPr sz="1800" kern="1200" baseline="0">
          <a:solidFill>
            <a:schemeClr val="tx1"/>
          </a:solidFill>
          <a:latin typeface="微软雅黑 Light" panose="020B0502040204020203" pitchFamily="34" charset="-122"/>
          <a:ea typeface="微软雅黑 Light" panose="020B0502040204020203"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18.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11.xml.rels><?xml version="1.0" encoding="UTF-8" standalone="yes"?>
<Relationships xmlns="http://schemas.openxmlformats.org/package/2006/relationships"><Relationship Id="rId2" Type="http://schemas.openxmlformats.org/officeDocument/2006/relationships/image" Target="../media/image16.svg"/><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2" Type="http://schemas.openxmlformats.org/officeDocument/2006/relationships/hyperlink" Target="https://baike.baidu.com/item/ASCII/309296?fr=aladdin" TargetMode="External"/><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0.xml"/></Relationships>
</file>

<file path=ppt/slides/_rels/slide30.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hyperlink" Target="video/CSMA_CD.mp4" TargetMode="External"/><Relationship Id="rId1" Type="http://schemas.openxmlformats.org/officeDocument/2006/relationships/slideLayout" Target="../slideLayouts/slideLayout20.xml"/></Relationships>
</file>

<file path=ppt/slides/_rels/slide3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8" Type="http://schemas.openxmlformats.org/officeDocument/2006/relationships/image" Target="../media/image29.svg"/><Relationship Id="rId13" Type="http://schemas.openxmlformats.org/officeDocument/2006/relationships/image" Target="../media/image34.svg"/><Relationship Id="rId3" Type="http://schemas.openxmlformats.org/officeDocument/2006/relationships/hyperlink" Target="video/NIC.mp4" TargetMode="External"/><Relationship Id="rId7" Type="http://schemas.openxmlformats.org/officeDocument/2006/relationships/image" Target="../media/image28.svg"/><Relationship Id="rId12" Type="http://schemas.openxmlformats.org/officeDocument/2006/relationships/image" Target="../media/image33.svg"/><Relationship Id="rId2" Type="http://schemas.openxmlformats.org/officeDocument/2006/relationships/image" Target="../media/image24.jpeg"/><Relationship Id="rId1" Type="http://schemas.openxmlformats.org/officeDocument/2006/relationships/slideLayout" Target="../slideLayouts/slideLayout21.xml"/><Relationship Id="rId6" Type="http://schemas.openxmlformats.org/officeDocument/2006/relationships/image" Target="../media/image27.svg"/><Relationship Id="rId11" Type="http://schemas.openxmlformats.org/officeDocument/2006/relationships/image" Target="../media/image32.svg"/><Relationship Id="rId5" Type="http://schemas.openxmlformats.org/officeDocument/2006/relationships/image" Target="../media/image26.svg"/><Relationship Id="rId10" Type="http://schemas.openxmlformats.org/officeDocument/2006/relationships/image" Target="../media/image31.svg"/><Relationship Id="rId4" Type="http://schemas.openxmlformats.org/officeDocument/2006/relationships/image" Target="../media/image25.svg"/><Relationship Id="rId9" Type="http://schemas.openxmlformats.org/officeDocument/2006/relationships/image" Target="../media/image30.sv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34.xml.rels><?xml version="1.0" encoding="UTF-8" standalone="yes"?>
<Relationships xmlns="http://schemas.openxmlformats.org/package/2006/relationships"><Relationship Id="rId3" Type="http://schemas.openxmlformats.org/officeDocument/2006/relationships/image" Target="../media/image35.svg"/><Relationship Id="rId2" Type="http://schemas.openxmlformats.org/officeDocument/2006/relationships/hyperlink" Target="https://mac.bmcx.com/" TargetMode="External"/><Relationship Id="rId1" Type="http://schemas.openxmlformats.org/officeDocument/2006/relationships/slideLayout" Target="../slideLayouts/slideLayout21.xml"/><Relationship Id="rId4" Type="http://schemas.openxmlformats.org/officeDocument/2006/relationships/image" Target="../media/image3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3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9.xml"/></Relationships>
</file>

<file path=ppt/slides/_rels/slide3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0.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标题 14">
            <a:extLst>
              <a:ext uri="{FF2B5EF4-FFF2-40B4-BE49-F238E27FC236}">
                <a16:creationId xmlns:a16="http://schemas.microsoft.com/office/drawing/2014/main" id="{0DF7211A-8120-48CB-A28C-5EEB2CAFB2D6}"/>
              </a:ext>
            </a:extLst>
          </p:cNvPr>
          <p:cNvSpPr>
            <a:spLocks noGrp="1"/>
          </p:cNvSpPr>
          <p:nvPr>
            <p:ph type="title"/>
          </p:nvPr>
        </p:nvSpPr>
        <p:spPr/>
        <p:txBody>
          <a:bodyPr/>
          <a:lstStyle/>
          <a:p>
            <a:r>
              <a:rPr lang="zh-CN" altLang="en-US" dirty="0"/>
              <a:t>链路层</a:t>
            </a:r>
          </a:p>
        </p:txBody>
      </p:sp>
      <p:sp>
        <p:nvSpPr>
          <p:cNvPr id="16" name="竖排文字占位符 15">
            <a:extLst>
              <a:ext uri="{FF2B5EF4-FFF2-40B4-BE49-F238E27FC236}">
                <a16:creationId xmlns:a16="http://schemas.microsoft.com/office/drawing/2014/main" id="{4A8271AF-DB81-49FE-8FE8-07B23CB866DF}"/>
              </a:ext>
            </a:extLst>
          </p:cNvPr>
          <p:cNvSpPr>
            <a:spLocks noGrp="1"/>
          </p:cNvSpPr>
          <p:nvPr>
            <p:ph type="body" orient="vert" sz="quarter" idx="15"/>
          </p:nvPr>
        </p:nvSpPr>
        <p:spPr/>
        <p:txBody>
          <a:bodyPr/>
          <a:lstStyle/>
          <a:p>
            <a:r>
              <a:rPr lang="en-US" altLang="zh-CN" dirty="0"/>
              <a:t>link Layer</a:t>
            </a:r>
            <a:endParaRPr lang="zh-CN" altLang="en-US" dirty="0"/>
          </a:p>
        </p:txBody>
      </p:sp>
      <p:sp>
        <p:nvSpPr>
          <p:cNvPr id="36" name="竖排文字占位符 35">
            <a:extLst>
              <a:ext uri="{FF2B5EF4-FFF2-40B4-BE49-F238E27FC236}">
                <a16:creationId xmlns:a16="http://schemas.microsoft.com/office/drawing/2014/main" id="{C5ED93BF-A182-43D4-B7BA-6AB293AA5DA5}"/>
              </a:ext>
            </a:extLst>
          </p:cNvPr>
          <p:cNvSpPr>
            <a:spLocks noGrp="1"/>
          </p:cNvSpPr>
          <p:nvPr>
            <p:ph type="body" orient="vert" sz="quarter" idx="16"/>
          </p:nvPr>
        </p:nvSpPr>
        <p:spPr/>
        <p:txBody>
          <a:bodyPr/>
          <a:lstStyle/>
          <a:p>
            <a:r>
              <a:rPr lang="zh-CN" altLang="en-US" dirty="0"/>
              <a:t>第</a:t>
            </a:r>
            <a:r>
              <a:rPr lang="en-US" altLang="zh-CN" dirty="0"/>
              <a:t>3</a:t>
            </a:r>
            <a:r>
              <a:rPr lang="zh-CN" altLang="en-US" dirty="0"/>
              <a:t>章</a:t>
            </a:r>
          </a:p>
        </p:txBody>
      </p:sp>
      <p:pic>
        <p:nvPicPr>
          <p:cNvPr id="49" name="图片占位符 48">
            <a:extLst>
              <a:ext uri="{FF2B5EF4-FFF2-40B4-BE49-F238E27FC236}">
                <a16:creationId xmlns:a16="http://schemas.microsoft.com/office/drawing/2014/main" id="{6B22F925-1A76-484E-94DF-8D193D28FE47}"/>
              </a:ext>
            </a:extLst>
          </p:cNvPr>
          <p:cNvPicPr>
            <a:picLocks noGrp="1" noChangeAspect="1"/>
          </p:cNvPicPr>
          <p:nvPr>
            <p:ph type="pic" sz="quarter" idx="17"/>
          </p:nvPr>
        </p:nvPicPr>
        <p:blipFill>
          <a:blip r:embed="rId2">
            <a:extLst>
              <a:ext uri="{28A0092B-C50C-407E-A947-70E740481C1C}">
                <a14:useLocalDpi xmlns:a14="http://schemas.microsoft.com/office/drawing/2010/main" val="0"/>
              </a:ext>
            </a:extLst>
          </a:blip>
          <a:srcRect l="16441" r="16441"/>
          <a:stretch>
            <a:fillRect/>
          </a:stretch>
        </p:blipFill>
        <p:spPr/>
      </p:pic>
      <p:grpSp>
        <p:nvGrpSpPr>
          <p:cNvPr id="7" name="组合 6">
            <a:extLst>
              <a:ext uri="{FF2B5EF4-FFF2-40B4-BE49-F238E27FC236}">
                <a16:creationId xmlns:a16="http://schemas.microsoft.com/office/drawing/2014/main" id="{18C98FEB-9C9D-4835-96D0-5117BEF16E76}"/>
              </a:ext>
            </a:extLst>
          </p:cNvPr>
          <p:cNvGrpSpPr/>
          <p:nvPr/>
        </p:nvGrpSpPr>
        <p:grpSpPr>
          <a:xfrm>
            <a:off x="5370023" y="1697941"/>
            <a:ext cx="5595257" cy="707886"/>
            <a:chOff x="5370023" y="2090562"/>
            <a:chExt cx="5595257" cy="707886"/>
          </a:xfrm>
        </p:grpSpPr>
        <p:sp>
          <p:nvSpPr>
            <p:cNvPr id="8" name="Rectangle 19">
              <a:extLst>
                <a:ext uri="{FF2B5EF4-FFF2-40B4-BE49-F238E27FC236}">
                  <a16:creationId xmlns:a16="http://schemas.microsoft.com/office/drawing/2014/main" id="{63750219-7313-4EAF-9072-8E69F48F4A31}"/>
                </a:ext>
              </a:extLst>
            </p:cNvPr>
            <p:cNvSpPr/>
            <p:nvPr/>
          </p:nvSpPr>
          <p:spPr>
            <a:xfrm>
              <a:off x="5370024" y="2459894"/>
              <a:ext cx="5595256" cy="338554"/>
            </a:xfrm>
            <a:prstGeom prst="rect">
              <a:avLst/>
            </a:prstGeom>
          </p:spPr>
          <p:txBody>
            <a:bodyPr wrap="square">
              <a:spAutoFit/>
            </a:bodyPr>
            <a:lstStyle/>
            <a:p>
              <a:r>
                <a:rPr lang="zh-CN" altLang="en-US" sz="1600" dirty="0">
                  <a:solidFill>
                    <a:schemeClr val="bg1">
                      <a:lumMod val="50000"/>
                    </a:schemeClr>
                  </a:solidFill>
                  <a:latin typeface="微软雅黑 Light" panose="020B0502040204020203" pitchFamily="34" charset="-122"/>
                  <a:ea typeface="微软雅黑 Light" panose="020B0502040204020203" pitchFamily="34" charset="-122"/>
                </a:rPr>
                <a:t>数据链路层的作用</a:t>
              </a:r>
              <a:endParaRPr lang="en-US" sz="16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9" name="TextBox 20">
              <a:extLst>
                <a:ext uri="{FF2B5EF4-FFF2-40B4-BE49-F238E27FC236}">
                  <a16:creationId xmlns:a16="http://schemas.microsoft.com/office/drawing/2014/main" id="{65BF38FF-C68A-4899-BA00-E11894C1CD64}"/>
                </a:ext>
              </a:extLst>
            </p:cNvPr>
            <p:cNvSpPr txBox="1"/>
            <p:nvPr/>
          </p:nvSpPr>
          <p:spPr>
            <a:xfrm>
              <a:off x="5370023" y="2090562"/>
              <a:ext cx="1210588" cy="400110"/>
            </a:xfrm>
            <a:prstGeom prst="rect">
              <a:avLst/>
            </a:prstGeom>
            <a:noFill/>
          </p:spPr>
          <p:txBody>
            <a:bodyPr wrap="none" rtlCol="0">
              <a:spAutoFit/>
            </a:bodyPr>
            <a:lstStyle/>
            <a:p>
              <a:r>
                <a:rPr lang="zh-CN" altLang="en-US" sz="2000" dirty="0">
                  <a:solidFill>
                    <a:schemeClr val="tx1">
                      <a:lumMod val="75000"/>
                      <a:lumOff val="25000"/>
                    </a:schemeClr>
                  </a:solidFill>
                  <a:latin typeface="微软雅黑" panose="020B0503020204020204" pitchFamily="34" charset="-122"/>
                  <a:ea typeface="微软雅黑" panose="020B0503020204020204" pitchFamily="34" charset="-122"/>
                </a:rPr>
                <a:t>一个作用</a:t>
              </a:r>
              <a:endParaRPr lang="en-US" sz="2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grpSp>
        <p:nvGrpSpPr>
          <p:cNvPr id="10" name="组合 9">
            <a:extLst>
              <a:ext uri="{FF2B5EF4-FFF2-40B4-BE49-F238E27FC236}">
                <a16:creationId xmlns:a16="http://schemas.microsoft.com/office/drawing/2014/main" id="{3AE8A7F8-A4DE-494E-A6FE-FBD72693CECE}"/>
              </a:ext>
            </a:extLst>
          </p:cNvPr>
          <p:cNvGrpSpPr/>
          <p:nvPr/>
        </p:nvGrpSpPr>
        <p:grpSpPr>
          <a:xfrm>
            <a:off x="5370023" y="2574676"/>
            <a:ext cx="5595257" cy="707886"/>
            <a:chOff x="5576124" y="2997130"/>
            <a:chExt cx="5595257" cy="707886"/>
          </a:xfrm>
        </p:grpSpPr>
        <p:sp>
          <p:nvSpPr>
            <p:cNvPr id="11" name="Rectangle 23">
              <a:extLst>
                <a:ext uri="{FF2B5EF4-FFF2-40B4-BE49-F238E27FC236}">
                  <a16:creationId xmlns:a16="http://schemas.microsoft.com/office/drawing/2014/main" id="{03114371-8BFF-4A68-95B2-EE44058DE8E3}"/>
                </a:ext>
              </a:extLst>
            </p:cNvPr>
            <p:cNvSpPr/>
            <p:nvPr/>
          </p:nvSpPr>
          <p:spPr>
            <a:xfrm>
              <a:off x="5576125" y="3366462"/>
              <a:ext cx="5595256" cy="338554"/>
            </a:xfrm>
            <a:prstGeom prst="rect">
              <a:avLst/>
            </a:prstGeom>
          </p:spPr>
          <p:txBody>
            <a:bodyPr wrap="square">
              <a:spAutoFit/>
            </a:bodyPr>
            <a:lstStyle/>
            <a:p>
              <a:r>
                <a:rPr lang="en-US" altLang="zh-CN" sz="1600" dirty="0">
                  <a:solidFill>
                    <a:schemeClr val="bg1">
                      <a:lumMod val="50000"/>
                    </a:schemeClr>
                  </a:solidFill>
                  <a:latin typeface="微软雅黑 Light" panose="020B0502040204020203" pitchFamily="34" charset="-122"/>
                  <a:ea typeface="微软雅黑 Light" panose="020B0502040204020203" pitchFamily="34" charset="-122"/>
                </a:rPr>
                <a:t>1.</a:t>
              </a:r>
              <a:r>
                <a:rPr lang="zh-CN" altLang="en-US" sz="1600" dirty="0">
                  <a:solidFill>
                    <a:schemeClr val="bg1">
                      <a:lumMod val="50000"/>
                    </a:schemeClr>
                  </a:solidFill>
                  <a:latin typeface="微软雅黑 Light" panose="020B0502040204020203" pitchFamily="34" charset="-122"/>
                  <a:ea typeface="微软雅黑 Light" panose="020B0502040204020203" pitchFamily="34" charset="-122"/>
                </a:rPr>
                <a:t>点对点信道 </a:t>
              </a:r>
              <a:r>
                <a:rPr lang="en-US" altLang="zh-CN" sz="1600" dirty="0">
                  <a:solidFill>
                    <a:schemeClr val="bg1">
                      <a:lumMod val="50000"/>
                    </a:schemeClr>
                  </a:solidFill>
                  <a:latin typeface="微软雅黑 Light" panose="020B0502040204020203" pitchFamily="34" charset="-122"/>
                  <a:ea typeface="微软雅黑 Light" panose="020B0502040204020203" pitchFamily="34" charset="-122"/>
                </a:rPr>
                <a:t>  2.</a:t>
              </a:r>
              <a:r>
                <a:rPr lang="zh-CN" altLang="en-US" sz="1600" dirty="0">
                  <a:solidFill>
                    <a:schemeClr val="bg1">
                      <a:lumMod val="50000"/>
                    </a:schemeClr>
                  </a:solidFill>
                  <a:latin typeface="微软雅黑 Light" panose="020B0502040204020203" pitchFamily="34" charset="-122"/>
                  <a:ea typeface="微软雅黑 Light" panose="020B0502040204020203" pitchFamily="34" charset="-122"/>
                </a:rPr>
                <a:t>广播信道</a:t>
              </a:r>
              <a:endParaRPr lang="en-US" sz="16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12" name="TextBox 24">
              <a:extLst>
                <a:ext uri="{FF2B5EF4-FFF2-40B4-BE49-F238E27FC236}">
                  <a16:creationId xmlns:a16="http://schemas.microsoft.com/office/drawing/2014/main" id="{99ECB7F1-E9BB-41C4-942F-AC3E53D74E03}"/>
                </a:ext>
              </a:extLst>
            </p:cNvPr>
            <p:cNvSpPr txBox="1"/>
            <p:nvPr/>
          </p:nvSpPr>
          <p:spPr>
            <a:xfrm>
              <a:off x="5576124" y="2997130"/>
              <a:ext cx="1210588" cy="400110"/>
            </a:xfrm>
            <a:prstGeom prst="rect">
              <a:avLst/>
            </a:prstGeom>
            <a:noFill/>
          </p:spPr>
          <p:txBody>
            <a:bodyPr wrap="none" rtlCol="0">
              <a:spAutoFit/>
            </a:bodyPr>
            <a:lstStyle/>
            <a:p>
              <a:r>
                <a:rPr lang="zh-CN" altLang="en-US" sz="2000" dirty="0">
                  <a:solidFill>
                    <a:schemeClr val="tx1">
                      <a:lumMod val="75000"/>
                      <a:lumOff val="25000"/>
                    </a:schemeClr>
                  </a:solidFill>
                  <a:latin typeface="微软雅黑" panose="020B0503020204020204" pitchFamily="34" charset="-122"/>
                  <a:ea typeface="微软雅黑" panose="020B0503020204020204" pitchFamily="34" charset="-122"/>
                </a:rPr>
                <a:t>二个信道</a:t>
              </a:r>
              <a:endParaRPr lang="en-US" sz="2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grpSp>
        <p:nvGrpSpPr>
          <p:cNvPr id="13" name="组合 12">
            <a:extLst>
              <a:ext uri="{FF2B5EF4-FFF2-40B4-BE49-F238E27FC236}">
                <a16:creationId xmlns:a16="http://schemas.microsoft.com/office/drawing/2014/main" id="{A60E5D0E-9ED9-49AC-A151-0FF0BE635FD0}"/>
              </a:ext>
            </a:extLst>
          </p:cNvPr>
          <p:cNvGrpSpPr/>
          <p:nvPr/>
        </p:nvGrpSpPr>
        <p:grpSpPr>
          <a:xfrm>
            <a:off x="5370023" y="3451411"/>
            <a:ext cx="5595257" cy="707886"/>
            <a:chOff x="5837382" y="3949033"/>
            <a:chExt cx="5595257" cy="707886"/>
          </a:xfrm>
        </p:grpSpPr>
        <p:sp>
          <p:nvSpPr>
            <p:cNvPr id="14" name="Rectangle 25">
              <a:extLst>
                <a:ext uri="{FF2B5EF4-FFF2-40B4-BE49-F238E27FC236}">
                  <a16:creationId xmlns:a16="http://schemas.microsoft.com/office/drawing/2014/main" id="{ECE1C776-C2CC-42DB-B11A-EF1798E55FD4}"/>
                </a:ext>
              </a:extLst>
            </p:cNvPr>
            <p:cNvSpPr/>
            <p:nvPr/>
          </p:nvSpPr>
          <p:spPr>
            <a:xfrm>
              <a:off x="5837383" y="4318365"/>
              <a:ext cx="5595256" cy="338554"/>
            </a:xfrm>
            <a:prstGeom prst="rect">
              <a:avLst/>
            </a:prstGeom>
          </p:spPr>
          <p:txBody>
            <a:bodyPr wrap="square">
              <a:spAutoFit/>
            </a:bodyPr>
            <a:lstStyle/>
            <a:p>
              <a:r>
                <a:rPr lang="en-US" altLang="zh-CN" sz="1600" dirty="0">
                  <a:solidFill>
                    <a:schemeClr val="bg1">
                      <a:lumMod val="50000"/>
                    </a:schemeClr>
                  </a:solidFill>
                  <a:latin typeface="微软雅黑 Light" panose="020B0502040204020203" pitchFamily="34" charset="-122"/>
                  <a:ea typeface="微软雅黑 Light" panose="020B0502040204020203" pitchFamily="34" charset="-122"/>
                </a:rPr>
                <a:t>1. </a:t>
              </a:r>
              <a:r>
                <a:rPr lang="zh-CN" altLang="en-US" sz="1600" dirty="0">
                  <a:solidFill>
                    <a:schemeClr val="bg1">
                      <a:lumMod val="50000"/>
                    </a:schemeClr>
                  </a:solidFill>
                  <a:latin typeface="微软雅黑 Light" panose="020B0502040204020203" pitchFamily="34" charset="-122"/>
                  <a:ea typeface="微软雅黑 Light" panose="020B0502040204020203" pitchFamily="34" charset="-122"/>
                </a:rPr>
                <a:t>封装成帧   </a:t>
              </a:r>
              <a:r>
                <a:rPr lang="en-US" altLang="zh-CN" sz="1600" dirty="0">
                  <a:solidFill>
                    <a:schemeClr val="bg1">
                      <a:lumMod val="50000"/>
                    </a:schemeClr>
                  </a:solidFill>
                  <a:latin typeface="微软雅黑 Light" panose="020B0502040204020203" pitchFamily="34" charset="-122"/>
                  <a:ea typeface="微软雅黑 Light" panose="020B0502040204020203" pitchFamily="34" charset="-122"/>
                </a:rPr>
                <a:t>2. </a:t>
              </a:r>
              <a:r>
                <a:rPr lang="zh-CN" altLang="en-US" sz="1600" dirty="0">
                  <a:solidFill>
                    <a:schemeClr val="bg1">
                      <a:lumMod val="50000"/>
                    </a:schemeClr>
                  </a:solidFill>
                  <a:latin typeface="微软雅黑 Light" panose="020B0502040204020203" pitchFamily="34" charset="-122"/>
                  <a:ea typeface="微软雅黑 Light" panose="020B0502040204020203" pitchFamily="34" charset="-122"/>
                </a:rPr>
                <a:t>透明传输   </a:t>
              </a:r>
              <a:r>
                <a:rPr lang="en-US" altLang="zh-CN" sz="1600" dirty="0">
                  <a:solidFill>
                    <a:schemeClr val="bg1">
                      <a:lumMod val="50000"/>
                    </a:schemeClr>
                  </a:solidFill>
                  <a:latin typeface="微软雅黑 Light" panose="020B0502040204020203" pitchFamily="34" charset="-122"/>
                  <a:ea typeface="微软雅黑 Light" panose="020B0502040204020203" pitchFamily="34" charset="-122"/>
                </a:rPr>
                <a:t>3. </a:t>
              </a:r>
              <a:r>
                <a:rPr lang="zh-CN" altLang="en-US" sz="1600" dirty="0">
                  <a:solidFill>
                    <a:schemeClr val="bg1">
                      <a:lumMod val="50000"/>
                    </a:schemeClr>
                  </a:solidFill>
                  <a:latin typeface="微软雅黑 Light" panose="020B0502040204020203" pitchFamily="34" charset="-122"/>
                  <a:ea typeface="微软雅黑 Light" panose="020B0502040204020203" pitchFamily="34" charset="-122"/>
                </a:rPr>
                <a:t>差错控制</a:t>
              </a:r>
              <a:endParaRPr lang="en-US" sz="16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17" name="TextBox 26">
              <a:extLst>
                <a:ext uri="{FF2B5EF4-FFF2-40B4-BE49-F238E27FC236}">
                  <a16:creationId xmlns:a16="http://schemas.microsoft.com/office/drawing/2014/main" id="{64AFC0F2-E45C-453F-987D-0C1B6F6AC9F7}"/>
                </a:ext>
              </a:extLst>
            </p:cNvPr>
            <p:cNvSpPr txBox="1"/>
            <p:nvPr/>
          </p:nvSpPr>
          <p:spPr>
            <a:xfrm>
              <a:off x="5837382" y="3949033"/>
              <a:ext cx="1723549" cy="400110"/>
            </a:xfrm>
            <a:prstGeom prst="rect">
              <a:avLst/>
            </a:prstGeom>
            <a:noFill/>
          </p:spPr>
          <p:txBody>
            <a:bodyPr wrap="none" rtlCol="0">
              <a:spAutoFit/>
            </a:bodyPr>
            <a:lstStyle/>
            <a:p>
              <a:r>
                <a:rPr lang="zh-CN" altLang="en-US" sz="2000" dirty="0">
                  <a:solidFill>
                    <a:schemeClr val="tx1">
                      <a:lumMod val="75000"/>
                      <a:lumOff val="25000"/>
                    </a:schemeClr>
                  </a:solidFill>
                  <a:latin typeface="微软雅黑" panose="020B0503020204020204" pitchFamily="34" charset="-122"/>
                  <a:ea typeface="微软雅黑" panose="020B0503020204020204" pitchFamily="34" charset="-122"/>
                </a:rPr>
                <a:t>三个基本问题</a:t>
              </a:r>
              <a:endParaRPr lang="en-US" sz="2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grpSp>
        <p:nvGrpSpPr>
          <p:cNvPr id="18" name="组合 17">
            <a:extLst>
              <a:ext uri="{FF2B5EF4-FFF2-40B4-BE49-F238E27FC236}">
                <a16:creationId xmlns:a16="http://schemas.microsoft.com/office/drawing/2014/main" id="{8CCFEAAA-3CAC-48EF-A587-3B7382ED61C7}"/>
              </a:ext>
            </a:extLst>
          </p:cNvPr>
          <p:cNvGrpSpPr/>
          <p:nvPr/>
        </p:nvGrpSpPr>
        <p:grpSpPr>
          <a:xfrm>
            <a:off x="5370023" y="4328146"/>
            <a:ext cx="5595257" cy="707886"/>
            <a:chOff x="5837382" y="3949033"/>
            <a:chExt cx="5595257" cy="707886"/>
          </a:xfrm>
        </p:grpSpPr>
        <p:sp>
          <p:nvSpPr>
            <p:cNvPr id="19" name="Rectangle 25">
              <a:extLst>
                <a:ext uri="{FF2B5EF4-FFF2-40B4-BE49-F238E27FC236}">
                  <a16:creationId xmlns:a16="http://schemas.microsoft.com/office/drawing/2014/main" id="{2305FC5F-A964-4582-AB19-10B5E21EFE8A}"/>
                </a:ext>
              </a:extLst>
            </p:cNvPr>
            <p:cNvSpPr/>
            <p:nvPr/>
          </p:nvSpPr>
          <p:spPr>
            <a:xfrm>
              <a:off x="5837383" y="4318365"/>
              <a:ext cx="5595256" cy="338554"/>
            </a:xfrm>
            <a:prstGeom prst="rect">
              <a:avLst/>
            </a:prstGeom>
          </p:spPr>
          <p:txBody>
            <a:bodyPr wrap="square">
              <a:spAutoFit/>
            </a:bodyPr>
            <a:lstStyle/>
            <a:p>
              <a:r>
                <a:rPr lang="en-US" altLang="zh-CN" sz="1600" dirty="0">
                  <a:solidFill>
                    <a:schemeClr val="bg1">
                      <a:lumMod val="50000"/>
                    </a:schemeClr>
                  </a:solidFill>
                  <a:latin typeface="微软雅黑 Light" panose="020B0502040204020203" pitchFamily="34" charset="-122"/>
                  <a:ea typeface="微软雅黑 Light" panose="020B0502040204020203" pitchFamily="34" charset="-122"/>
                </a:rPr>
                <a:t>1. </a:t>
              </a:r>
              <a:r>
                <a:rPr lang="zh-CN" altLang="en-US" sz="1600" dirty="0">
                  <a:solidFill>
                    <a:schemeClr val="bg1">
                      <a:lumMod val="50000"/>
                    </a:schemeClr>
                  </a:solidFill>
                  <a:latin typeface="微软雅黑 Light" panose="020B0502040204020203" pitchFamily="34" charset="-122"/>
                  <a:ea typeface="微软雅黑 Light" panose="020B0502040204020203" pitchFamily="34" charset="-122"/>
                </a:rPr>
                <a:t>冲突域   </a:t>
              </a:r>
              <a:r>
                <a:rPr lang="en-US" altLang="zh-CN" sz="1600" dirty="0">
                  <a:solidFill>
                    <a:schemeClr val="bg1">
                      <a:lumMod val="50000"/>
                    </a:schemeClr>
                  </a:solidFill>
                  <a:latin typeface="微软雅黑 Light" panose="020B0502040204020203" pitchFamily="34" charset="-122"/>
                  <a:ea typeface="微软雅黑 Light" panose="020B0502040204020203" pitchFamily="34" charset="-122"/>
                </a:rPr>
                <a:t>2. </a:t>
              </a:r>
              <a:r>
                <a:rPr lang="zh-CN" altLang="en-US" sz="1600" dirty="0">
                  <a:solidFill>
                    <a:schemeClr val="bg1">
                      <a:lumMod val="50000"/>
                    </a:schemeClr>
                  </a:solidFill>
                  <a:latin typeface="微软雅黑 Light" panose="020B0502040204020203" pitchFamily="34" charset="-122"/>
                  <a:ea typeface="微软雅黑 Light" panose="020B0502040204020203" pitchFamily="34" charset="-122"/>
                </a:rPr>
                <a:t>交换表   </a:t>
              </a:r>
              <a:r>
                <a:rPr lang="en-US" altLang="zh-CN" sz="1600" dirty="0">
                  <a:solidFill>
                    <a:schemeClr val="bg1">
                      <a:lumMod val="50000"/>
                    </a:schemeClr>
                  </a:solidFill>
                  <a:latin typeface="微软雅黑 Light" panose="020B0502040204020203" pitchFamily="34" charset="-122"/>
                  <a:ea typeface="微软雅黑 Light" panose="020B0502040204020203" pitchFamily="34" charset="-122"/>
                </a:rPr>
                <a:t>3.</a:t>
              </a:r>
              <a:r>
                <a:rPr lang="zh-CN" altLang="en-US" sz="1600" dirty="0">
                  <a:solidFill>
                    <a:schemeClr val="bg1">
                      <a:lumMod val="50000"/>
                    </a:schemeClr>
                  </a:solidFill>
                  <a:latin typeface="微软雅黑 Light" panose="020B0502040204020203" pitchFamily="34" charset="-122"/>
                  <a:ea typeface="微软雅黑 Light" panose="020B0502040204020203" pitchFamily="34" charset="-122"/>
                </a:rPr>
                <a:t>交换机的自学习   </a:t>
              </a:r>
              <a:r>
                <a:rPr lang="en-US" altLang="zh-CN" sz="1600" dirty="0">
                  <a:solidFill>
                    <a:schemeClr val="bg1">
                      <a:lumMod val="50000"/>
                    </a:schemeClr>
                  </a:solidFill>
                  <a:latin typeface="微软雅黑 Light" panose="020B0502040204020203" pitchFamily="34" charset="-122"/>
                  <a:ea typeface="微软雅黑 Light" panose="020B0502040204020203" pitchFamily="34" charset="-122"/>
                </a:rPr>
                <a:t>4. </a:t>
              </a:r>
              <a:r>
                <a:rPr lang="zh-CN" altLang="en-US" sz="1600" dirty="0">
                  <a:solidFill>
                    <a:schemeClr val="bg1">
                      <a:lumMod val="50000"/>
                    </a:schemeClr>
                  </a:solidFill>
                  <a:latin typeface="微软雅黑 Light" panose="020B0502040204020203" pitchFamily="34" charset="-122"/>
                  <a:ea typeface="微软雅黑 Light" panose="020B0502040204020203" pitchFamily="34" charset="-122"/>
                </a:rPr>
                <a:t>虚拟局域网</a:t>
              </a:r>
              <a:endParaRPr lang="en-US" sz="16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20" name="TextBox 26">
              <a:extLst>
                <a:ext uri="{FF2B5EF4-FFF2-40B4-BE49-F238E27FC236}">
                  <a16:creationId xmlns:a16="http://schemas.microsoft.com/office/drawing/2014/main" id="{E8B6FAE6-C963-44C9-947F-E7FAC32205B3}"/>
                </a:ext>
              </a:extLst>
            </p:cNvPr>
            <p:cNvSpPr txBox="1"/>
            <p:nvPr/>
          </p:nvSpPr>
          <p:spPr>
            <a:xfrm>
              <a:off x="5837382" y="3949033"/>
              <a:ext cx="1723549" cy="400110"/>
            </a:xfrm>
            <a:prstGeom prst="rect">
              <a:avLst/>
            </a:prstGeom>
            <a:noFill/>
          </p:spPr>
          <p:txBody>
            <a:bodyPr wrap="none" rtlCol="0">
              <a:spAutoFit/>
            </a:bodyPr>
            <a:lstStyle/>
            <a:p>
              <a:r>
                <a:rPr lang="zh-CN" altLang="en-US" sz="2000" dirty="0">
                  <a:solidFill>
                    <a:schemeClr val="tx1">
                      <a:lumMod val="75000"/>
                      <a:lumOff val="25000"/>
                    </a:schemeClr>
                  </a:solidFill>
                  <a:latin typeface="微软雅黑" panose="020B0503020204020204" pitchFamily="34" charset="-122"/>
                  <a:ea typeface="微软雅黑" panose="020B0503020204020204" pitchFamily="34" charset="-122"/>
                </a:rPr>
                <a:t>四个重要概念</a:t>
              </a:r>
              <a:endParaRPr lang="en-US" sz="2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grpSp>
        <p:nvGrpSpPr>
          <p:cNvPr id="21" name="组合 20">
            <a:extLst>
              <a:ext uri="{FF2B5EF4-FFF2-40B4-BE49-F238E27FC236}">
                <a16:creationId xmlns:a16="http://schemas.microsoft.com/office/drawing/2014/main" id="{DE7C8906-2D97-4399-91FE-C5E0C09F16F0}"/>
              </a:ext>
            </a:extLst>
          </p:cNvPr>
          <p:cNvGrpSpPr/>
          <p:nvPr/>
        </p:nvGrpSpPr>
        <p:grpSpPr>
          <a:xfrm>
            <a:off x="5370023" y="5204880"/>
            <a:ext cx="5595257" cy="707886"/>
            <a:chOff x="5837382" y="3949033"/>
            <a:chExt cx="5595257" cy="707886"/>
          </a:xfrm>
        </p:grpSpPr>
        <p:sp>
          <p:nvSpPr>
            <p:cNvPr id="22" name="Rectangle 25">
              <a:extLst>
                <a:ext uri="{FF2B5EF4-FFF2-40B4-BE49-F238E27FC236}">
                  <a16:creationId xmlns:a16="http://schemas.microsoft.com/office/drawing/2014/main" id="{1589D85C-DD51-4369-82AB-CD3D63DBDB44}"/>
                </a:ext>
              </a:extLst>
            </p:cNvPr>
            <p:cNvSpPr/>
            <p:nvPr/>
          </p:nvSpPr>
          <p:spPr>
            <a:xfrm>
              <a:off x="5837383" y="4318365"/>
              <a:ext cx="5595256" cy="338554"/>
            </a:xfrm>
            <a:prstGeom prst="rect">
              <a:avLst/>
            </a:prstGeom>
          </p:spPr>
          <p:txBody>
            <a:bodyPr wrap="square">
              <a:spAutoFit/>
            </a:bodyPr>
            <a:lstStyle/>
            <a:p>
              <a:r>
                <a:rPr lang="en-US" altLang="zh-CN" sz="1600" dirty="0">
                  <a:solidFill>
                    <a:schemeClr val="bg1">
                      <a:lumMod val="50000"/>
                    </a:schemeClr>
                  </a:solidFill>
                  <a:latin typeface="微软雅黑 Light" panose="020B0502040204020203" pitchFamily="34" charset="-122"/>
                  <a:ea typeface="微软雅黑 Light" panose="020B0502040204020203" pitchFamily="34" charset="-122"/>
                </a:rPr>
                <a:t>1. </a:t>
              </a:r>
              <a:r>
                <a:rPr lang="zh-CN" altLang="en-US" sz="1600" dirty="0">
                  <a:solidFill>
                    <a:schemeClr val="bg1">
                      <a:lumMod val="50000"/>
                    </a:schemeClr>
                  </a:solidFill>
                  <a:latin typeface="微软雅黑 Light" panose="020B0502040204020203" pitchFamily="34" charset="-122"/>
                  <a:ea typeface="微软雅黑 Light" panose="020B0502040204020203" pitchFamily="34" charset="-122"/>
                </a:rPr>
                <a:t>基本操作   </a:t>
              </a:r>
              <a:r>
                <a:rPr lang="en-US" altLang="zh-CN" sz="1600" dirty="0">
                  <a:solidFill>
                    <a:schemeClr val="bg1">
                      <a:lumMod val="50000"/>
                    </a:schemeClr>
                  </a:solidFill>
                  <a:latin typeface="微软雅黑 Light" panose="020B0502040204020203" pitchFamily="34" charset="-122"/>
                  <a:ea typeface="微软雅黑 Light" panose="020B0502040204020203" pitchFamily="34" charset="-122"/>
                </a:rPr>
                <a:t>2. </a:t>
              </a:r>
              <a:r>
                <a:rPr lang="zh-CN" altLang="en-US" sz="1600" dirty="0">
                  <a:solidFill>
                    <a:schemeClr val="bg1">
                      <a:lumMod val="50000"/>
                    </a:schemeClr>
                  </a:solidFill>
                  <a:latin typeface="微软雅黑 Light" panose="020B0502040204020203" pitchFamily="34" charset="-122"/>
                  <a:ea typeface="微软雅黑 Light" panose="020B0502040204020203" pitchFamily="34" charset="-122"/>
                </a:rPr>
                <a:t>冲突域   </a:t>
              </a:r>
              <a:r>
                <a:rPr lang="en-US" altLang="zh-CN" sz="1600" dirty="0">
                  <a:solidFill>
                    <a:schemeClr val="bg1">
                      <a:lumMod val="50000"/>
                    </a:schemeClr>
                  </a:solidFill>
                  <a:latin typeface="微软雅黑 Light" panose="020B0502040204020203" pitchFamily="34" charset="-122"/>
                  <a:ea typeface="微软雅黑 Light" panose="020B0502040204020203" pitchFamily="34" charset="-122"/>
                </a:rPr>
                <a:t>3.</a:t>
              </a:r>
              <a:r>
                <a:rPr lang="zh-CN" altLang="en-US" sz="1600" dirty="0">
                  <a:solidFill>
                    <a:schemeClr val="bg1">
                      <a:lumMod val="50000"/>
                    </a:schemeClr>
                  </a:solidFill>
                  <a:latin typeface="微软雅黑 Light" panose="020B0502040204020203" pitchFamily="34" charset="-122"/>
                  <a:ea typeface="微软雅黑 Light" panose="020B0502040204020203" pitchFamily="34" charset="-122"/>
                </a:rPr>
                <a:t>自学习   </a:t>
              </a:r>
              <a:r>
                <a:rPr lang="en-US" altLang="zh-CN" sz="1600" dirty="0">
                  <a:solidFill>
                    <a:schemeClr val="bg1">
                      <a:lumMod val="50000"/>
                    </a:schemeClr>
                  </a:solidFill>
                  <a:latin typeface="微软雅黑 Light" panose="020B0502040204020203" pitchFamily="34" charset="-122"/>
                  <a:ea typeface="微软雅黑 Light" panose="020B0502040204020203" pitchFamily="34" charset="-122"/>
                </a:rPr>
                <a:t>4. LAN   5.VLAN</a:t>
              </a:r>
              <a:endParaRPr lang="en-US" sz="16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23" name="TextBox 26">
              <a:extLst>
                <a:ext uri="{FF2B5EF4-FFF2-40B4-BE49-F238E27FC236}">
                  <a16:creationId xmlns:a16="http://schemas.microsoft.com/office/drawing/2014/main" id="{0EB7EB8B-01AC-4C3D-B828-DD56D1441FE1}"/>
                </a:ext>
              </a:extLst>
            </p:cNvPr>
            <p:cNvSpPr txBox="1"/>
            <p:nvPr/>
          </p:nvSpPr>
          <p:spPr>
            <a:xfrm>
              <a:off x="5837382" y="3949033"/>
              <a:ext cx="1758815" cy="400110"/>
            </a:xfrm>
            <a:prstGeom prst="rect">
              <a:avLst/>
            </a:prstGeom>
            <a:noFill/>
          </p:spPr>
          <p:txBody>
            <a:bodyPr wrap="none" rtlCol="0">
              <a:spAutoFit/>
            </a:bodyPr>
            <a:lstStyle/>
            <a:p>
              <a:r>
                <a:rPr lang="zh-CN" altLang="en-US" sz="2000" dirty="0">
                  <a:solidFill>
                    <a:schemeClr val="tx1">
                      <a:lumMod val="75000"/>
                      <a:lumOff val="25000"/>
                    </a:schemeClr>
                  </a:solidFill>
                  <a:latin typeface="微软雅黑" panose="020B0503020204020204" pitchFamily="34" charset="-122"/>
                  <a:ea typeface="微软雅黑" panose="020B0503020204020204" pitchFamily="34" charset="-122"/>
                </a:rPr>
                <a:t>五个模拟实验</a:t>
              </a:r>
              <a:endParaRPr lang="en-US" sz="2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11240878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Char"/>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圆角 7">
            <a:extLst>
              <a:ext uri="{FF2B5EF4-FFF2-40B4-BE49-F238E27FC236}">
                <a16:creationId xmlns:a16="http://schemas.microsoft.com/office/drawing/2014/main" id="{710E34EF-C015-40D3-8717-6B2098DA3A72}"/>
              </a:ext>
            </a:extLst>
          </p:cNvPr>
          <p:cNvSpPr/>
          <p:nvPr/>
        </p:nvSpPr>
        <p:spPr>
          <a:xfrm>
            <a:off x="5990385" y="2858059"/>
            <a:ext cx="1609725" cy="495300"/>
          </a:xfrm>
          <a:prstGeom prst="round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zh-CN" altLang="en-US" dirty="0">
                <a:latin typeface="微软雅黑 Light" panose="020B0502040204020203" pitchFamily="34" charset="-122"/>
                <a:ea typeface="微软雅黑 Light" panose="020B0502040204020203" pitchFamily="34" charset="-122"/>
              </a:rPr>
              <a:t>链路层</a:t>
            </a:r>
          </a:p>
        </p:txBody>
      </p:sp>
      <p:sp>
        <p:nvSpPr>
          <p:cNvPr id="9" name="文本框 8">
            <a:extLst>
              <a:ext uri="{FF2B5EF4-FFF2-40B4-BE49-F238E27FC236}">
                <a16:creationId xmlns:a16="http://schemas.microsoft.com/office/drawing/2014/main" id="{5743D4D2-A00A-4F5B-92E3-3C00B15C3AE7}"/>
              </a:ext>
            </a:extLst>
          </p:cNvPr>
          <p:cNvSpPr txBox="1"/>
          <p:nvPr/>
        </p:nvSpPr>
        <p:spPr>
          <a:xfrm>
            <a:off x="7768747" y="2675537"/>
            <a:ext cx="877163" cy="369332"/>
          </a:xfrm>
          <a:prstGeom prst="rect">
            <a:avLst/>
          </a:prstGeom>
          <a:noFill/>
        </p:spPr>
        <p:txBody>
          <a:bodyPr wrap="none" lIns="91440" tIns="45720" rIns="91440" bIns="45720" rtlCol="0">
            <a:spAutoFit/>
          </a:bodyPr>
          <a:lstStyle/>
          <a:p>
            <a:pPr algn="ctr"/>
            <a:r>
              <a:rPr lang="zh-CN" altLang="en-US" dirty="0">
                <a:solidFill>
                  <a:schemeClr val="tx1"/>
                </a:solidFill>
                <a:latin typeface="微软雅黑 Light" panose="020B0502040204020203" pitchFamily="34" charset="-122"/>
                <a:ea typeface="微软雅黑 Light" panose="020B0502040204020203" pitchFamily="34" charset="-122"/>
              </a:rPr>
              <a:t>传输帧</a:t>
            </a:r>
          </a:p>
        </p:txBody>
      </p:sp>
      <p:cxnSp>
        <p:nvCxnSpPr>
          <p:cNvPr id="11" name="直接箭头连接符 10">
            <a:extLst>
              <a:ext uri="{FF2B5EF4-FFF2-40B4-BE49-F238E27FC236}">
                <a16:creationId xmlns:a16="http://schemas.microsoft.com/office/drawing/2014/main" id="{D810CD64-C2F8-45DD-8C69-550203556DAE}"/>
              </a:ext>
            </a:extLst>
          </p:cNvPr>
          <p:cNvCxnSpPr>
            <a:cxnSpLocks/>
            <a:stCxn id="8" idx="3"/>
          </p:cNvCxnSpPr>
          <p:nvPr/>
        </p:nvCxnSpPr>
        <p:spPr>
          <a:xfrm flipV="1">
            <a:off x="7600110" y="3086660"/>
            <a:ext cx="1519239" cy="19049"/>
          </a:xfrm>
          <a:prstGeom prst="straightConnector1">
            <a:avLst/>
          </a:prstGeom>
          <a:ln w="12700">
            <a:solidFill>
              <a:schemeClr val="bg1">
                <a:lumMod val="50000"/>
              </a:schemeClr>
            </a:solidFill>
            <a:tailEnd type="triangle"/>
          </a:ln>
        </p:spPr>
        <p:style>
          <a:lnRef idx="1">
            <a:schemeClr val="dk1"/>
          </a:lnRef>
          <a:fillRef idx="0">
            <a:schemeClr val="dk1"/>
          </a:fillRef>
          <a:effectRef idx="0">
            <a:schemeClr val="dk1"/>
          </a:effectRef>
          <a:fontRef idx="minor">
            <a:schemeClr val="tx1"/>
          </a:fontRef>
        </p:style>
      </p:cxnSp>
      <p:sp>
        <p:nvSpPr>
          <p:cNvPr id="29" name="文本框 28">
            <a:extLst>
              <a:ext uri="{FF2B5EF4-FFF2-40B4-BE49-F238E27FC236}">
                <a16:creationId xmlns:a16="http://schemas.microsoft.com/office/drawing/2014/main" id="{899D561A-B15F-4A0F-B04B-1DB3E6642BEB}"/>
              </a:ext>
            </a:extLst>
          </p:cNvPr>
          <p:cNvSpPr txBox="1"/>
          <p:nvPr/>
        </p:nvSpPr>
        <p:spPr>
          <a:xfrm>
            <a:off x="10566513" y="2551711"/>
            <a:ext cx="603050" cy="369332"/>
          </a:xfrm>
          <a:prstGeom prst="rect">
            <a:avLst/>
          </a:prstGeom>
          <a:noFill/>
        </p:spPr>
        <p:txBody>
          <a:bodyPr wrap="none" lIns="91440" tIns="45720" rIns="91440" bIns="45720" rtlCol="0">
            <a:spAutoFit/>
          </a:bodyPr>
          <a:lstStyle/>
          <a:p>
            <a:pPr algn="ctr"/>
            <a:r>
              <a:rPr lang="en-US" altLang="zh-CN" dirty="0">
                <a:solidFill>
                  <a:schemeClr val="tx1"/>
                </a:solidFill>
                <a:latin typeface="微软雅黑 Light" panose="020B0502040204020203" pitchFamily="34" charset="-122"/>
                <a:ea typeface="微软雅黑 Light" panose="020B0502040204020203" pitchFamily="34" charset="-122"/>
              </a:rPr>
              <a:t>PPP</a:t>
            </a:r>
            <a:endParaRPr lang="zh-CN" altLang="en-US" dirty="0">
              <a:solidFill>
                <a:schemeClr val="tx1"/>
              </a:solidFill>
              <a:latin typeface="微软雅黑 Light" panose="020B0502040204020203" pitchFamily="34" charset="-122"/>
              <a:ea typeface="微软雅黑 Light" panose="020B0502040204020203" pitchFamily="34" charset="-122"/>
            </a:endParaRPr>
          </a:p>
        </p:txBody>
      </p:sp>
      <p:sp>
        <p:nvSpPr>
          <p:cNvPr id="31" name="文本框 30">
            <a:extLst>
              <a:ext uri="{FF2B5EF4-FFF2-40B4-BE49-F238E27FC236}">
                <a16:creationId xmlns:a16="http://schemas.microsoft.com/office/drawing/2014/main" id="{910DACB2-D94F-4037-B925-9C3FE7B2AF46}"/>
              </a:ext>
            </a:extLst>
          </p:cNvPr>
          <p:cNvSpPr txBox="1"/>
          <p:nvPr/>
        </p:nvSpPr>
        <p:spPr>
          <a:xfrm>
            <a:off x="10566513" y="3168693"/>
            <a:ext cx="646331" cy="369332"/>
          </a:xfrm>
          <a:prstGeom prst="rect">
            <a:avLst/>
          </a:prstGeom>
          <a:noFill/>
        </p:spPr>
        <p:txBody>
          <a:bodyPr wrap="none" lIns="91440" tIns="45720" rIns="91440" bIns="45720" rtlCol="0">
            <a:spAutoFit/>
          </a:bodyPr>
          <a:lstStyle/>
          <a:p>
            <a:pPr algn="ctr"/>
            <a:r>
              <a:rPr lang="zh-CN" altLang="en-US" dirty="0">
                <a:latin typeface="微软雅黑 Light" panose="020B0502040204020203" pitchFamily="34" charset="-122"/>
                <a:ea typeface="微软雅黑 Light" panose="020B0502040204020203" pitchFamily="34" charset="-122"/>
              </a:rPr>
              <a:t>广播</a:t>
            </a:r>
            <a:endParaRPr lang="zh-CN" altLang="en-US" dirty="0">
              <a:solidFill>
                <a:schemeClr val="tx1"/>
              </a:solidFill>
              <a:latin typeface="微软雅黑 Light" panose="020B0502040204020203" pitchFamily="34" charset="-122"/>
              <a:ea typeface="微软雅黑 Light" panose="020B0502040204020203" pitchFamily="34" charset="-122"/>
            </a:endParaRPr>
          </a:p>
        </p:txBody>
      </p:sp>
      <p:cxnSp>
        <p:nvCxnSpPr>
          <p:cNvPr id="41" name="直接箭头连接符 40">
            <a:extLst>
              <a:ext uri="{FF2B5EF4-FFF2-40B4-BE49-F238E27FC236}">
                <a16:creationId xmlns:a16="http://schemas.microsoft.com/office/drawing/2014/main" id="{86707FBF-FFD2-4662-86B7-F76736653644}"/>
              </a:ext>
            </a:extLst>
          </p:cNvPr>
          <p:cNvCxnSpPr>
            <a:cxnSpLocks/>
            <a:stCxn id="8" idx="1"/>
            <a:endCxn id="56" idx="3"/>
          </p:cNvCxnSpPr>
          <p:nvPr/>
        </p:nvCxnSpPr>
        <p:spPr>
          <a:xfrm flipH="1">
            <a:off x="4766424" y="3105709"/>
            <a:ext cx="1223961" cy="0"/>
          </a:xfrm>
          <a:prstGeom prst="straightConnector1">
            <a:avLst/>
          </a:prstGeom>
          <a:ln w="12700">
            <a:solidFill>
              <a:schemeClr val="bg1">
                <a:lumMod val="50000"/>
              </a:schemeClr>
            </a:solidFill>
            <a:tailEnd type="triangle"/>
          </a:ln>
        </p:spPr>
        <p:style>
          <a:lnRef idx="1">
            <a:schemeClr val="dk1"/>
          </a:lnRef>
          <a:fillRef idx="0">
            <a:schemeClr val="dk1"/>
          </a:fillRef>
          <a:effectRef idx="0">
            <a:schemeClr val="dk1"/>
          </a:effectRef>
          <a:fontRef idx="minor">
            <a:schemeClr val="tx1"/>
          </a:fontRef>
        </p:style>
      </p:cxnSp>
      <p:sp>
        <p:nvSpPr>
          <p:cNvPr id="42" name="文本框 41">
            <a:extLst>
              <a:ext uri="{FF2B5EF4-FFF2-40B4-BE49-F238E27FC236}">
                <a16:creationId xmlns:a16="http://schemas.microsoft.com/office/drawing/2014/main" id="{8635BEDA-8BB9-4820-B010-0A5BDB39ACB6}"/>
              </a:ext>
            </a:extLst>
          </p:cNvPr>
          <p:cNvSpPr txBox="1"/>
          <p:nvPr/>
        </p:nvSpPr>
        <p:spPr>
          <a:xfrm>
            <a:off x="4939823" y="2675537"/>
            <a:ext cx="877163" cy="369332"/>
          </a:xfrm>
          <a:prstGeom prst="rect">
            <a:avLst/>
          </a:prstGeom>
          <a:noFill/>
        </p:spPr>
        <p:txBody>
          <a:bodyPr wrap="none" lIns="91440" tIns="45720" rIns="91440" bIns="45720" rtlCol="0">
            <a:spAutoFit/>
          </a:bodyPr>
          <a:lstStyle/>
          <a:p>
            <a:pPr algn="ctr"/>
            <a:r>
              <a:rPr lang="zh-CN" altLang="en-US" dirty="0">
                <a:solidFill>
                  <a:schemeClr val="tx1"/>
                </a:solidFill>
                <a:latin typeface="微软雅黑 Light" panose="020B0502040204020203" pitchFamily="34" charset="-122"/>
                <a:ea typeface="微软雅黑 Light" panose="020B0502040204020203" pitchFamily="34" charset="-122"/>
              </a:rPr>
              <a:t>传输帧</a:t>
            </a:r>
          </a:p>
        </p:txBody>
      </p:sp>
      <p:sp>
        <p:nvSpPr>
          <p:cNvPr id="56" name="文本框 55">
            <a:extLst>
              <a:ext uri="{FF2B5EF4-FFF2-40B4-BE49-F238E27FC236}">
                <a16:creationId xmlns:a16="http://schemas.microsoft.com/office/drawing/2014/main" id="{7A7F4AEA-6454-4E5F-9378-C849393457B2}"/>
              </a:ext>
            </a:extLst>
          </p:cNvPr>
          <p:cNvSpPr txBox="1"/>
          <p:nvPr/>
        </p:nvSpPr>
        <p:spPr>
          <a:xfrm>
            <a:off x="3658428" y="2921043"/>
            <a:ext cx="1107996" cy="369332"/>
          </a:xfrm>
          <a:prstGeom prst="rect">
            <a:avLst/>
          </a:prstGeom>
          <a:noFill/>
        </p:spPr>
        <p:txBody>
          <a:bodyPr wrap="none" lIns="91440" tIns="45720" rIns="91440" bIns="45720" rtlCol="0">
            <a:spAutoFit/>
          </a:bodyPr>
          <a:lstStyle/>
          <a:p>
            <a:pPr algn="ctr"/>
            <a:r>
              <a:rPr lang="zh-CN" altLang="en-US" b="1" dirty="0">
                <a:solidFill>
                  <a:schemeClr val="accent2"/>
                </a:solidFill>
                <a:latin typeface="微软雅黑 Light" panose="020B0502040204020203" pitchFamily="34" charset="-122"/>
                <a:ea typeface="微软雅黑 Light" panose="020B0502040204020203" pitchFamily="34" charset="-122"/>
              </a:rPr>
              <a:t>透明传输</a:t>
            </a:r>
          </a:p>
        </p:txBody>
      </p:sp>
      <p:sp>
        <p:nvSpPr>
          <p:cNvPr id="63" name="文本框 62">
            <a:extLst>
              <a:ext uri="{FF2B5EF4-FFF2-40B4-BE49-F238E27FC236}">
                <a16:creationId xmlns:a16="http://schemas.microsoft.com/office/drawing/2014/main" id="{B42DB7B2-CE4E-41F6-9BDA-A4F0786BB260}"/>
              </a:ext>
            </a:extLst>
          </p:cNvPr>
          <p:cNvSpPr txBox="1"/>
          <p:nvPr/>
        </p:nvSpPr>
        <p:spPr>
          <a:xfrm>
            <a:off x="9098604" y="2901994"/>
            <a:ext cx="646331" cy="369332"/>
          </a:xfrm>
          <a:prstGeom prst="rect">
            <a:avLst/>
          </a:prstGeom>
          <a:noFill/>
        </p:spPr>
        <p:txBody>
          <a:bodyPr wrap="none" lIns="91440" tIns="45720" rIns="91440" bIns="45720" rtlCol="0">
            <a:spAutoFit/>
          </a:bodyPr>
          <a:lstStyle/>
          <a:p>
            <a:pPr algn="ctr"/>
            <a:r>
              <a:rPr lang="zh-CN" altLang="en-US" dirty="0">
                <a:latin typeface="微软雅黑 Light" panose="020B0502040204020203" pitchFamily="34" charset="-122"/>
                <a:ea typeface="微软雅黑 Light" panose="020B0502040204020203" pitchFamily="34" charset="-122"/>
              </a:rPr>
              <a:t>信道</a:t>
            </a:r>
            <a:endParaRPr lang="zh-CN" altLang="en-US" dirty="0">
              <a:solidFill>
                <a:schemeClr val="tx1"/>
              </a:solidFill>
              <a:latin typeface="微软雅黑 Light" panose="020B0502040204020203" pitchFamily="34" charset="-122"/>
              <a:ea typeface="微软雅黑 Light" panose="020B0502040204020203" pitchFamily="34" charset="-122"/>
            </a:endParaRPr>
          </a:p>
        </p:txBody>
      </p:sp>
      <p:sp>
        <p:nvSpPr>
          <p:cNvPr id="70" name="文本框 69">
            <a:extLst>
              <a:ext uri="{FF2B5EF4-FFF2-40B4-BE49-F238E27FC236}">
                <a16:creationId xmlns:a16="http://schemas.microsoft.com/office/drawing/2014/main" id="{8C40870E-2055-418C-A5E5-F4725AFC84CB}"/>
              </a:ext>
            </a:extLst>
          </p:cNvPr>
          <p:cNvSpPr txBox="1"/>
          <p:nvPr/>
        </p:nvSpPr>
        <p:spPr>
          <a:xfrm>
            <a:off x="7884162" y="1697917"/>
            <a:ext cx="646331" cy="369332"/>
          </a:xfrm>
          <a:prstGeom prst="rect">
            <a:avLst/>
          </a:prstGeom>
          <a:noFill/>
        </p:spPr>
        <p:txBody>
          <a:bodyPr wrap="none" lIns="91440" tIns="45720" rIns="91440" bIns="45720" rtlCol="0">
            <a:spAutoFit/>
          </a:bodyPr>
          <a:lstStyle/>
          <a:p>
            <a:pPr algn="ctr"/>
            <a:r>
              <a:rPr lang="zh-CN" altLang="en-US" b="1" dirty="0">
                <a:solidFill>
                  <a:schemeClr val="accent2"/>
                </a:solidFill>
                <a:latin typeface="微软雅黑 Light" panose="020B0502040204020203" pitchFamily="34" charset="-122"/>
                <a:ea typeface="微软雅黑 Light" panose="020B0502040204020203" pitchFamily="34" charset="-122"/>
              </a:rPr>
              <a:t>封帧</a:t>
            </a:r>
          </a:p>
        </p:txBody>
      </p:sp>
      <p:sp>
        <p:nvSpPr>
          <p:cNvPr id="71" name="文本框 70">
            <a:extLst>
              <a:ext uri="{FF2B5EF4-FFF2-40B4-BE49-F238E27FC236}">
                <a16:creationId xmlns:a16="http://schemas.microsoft.com/office/drawing/2014/main" id="{EB063F78-24BA-419A-84C3-AFBD39431258}"/>
              </a:ext>
            </a:extLst>
          </p:cNvPr>
          <p:cNvSpPr txBox="1"/>
          <p:nvPr/>
        </p:nvSpPr>
        <p:spPr>
          <a:xfrm>
            <a:off x="7422501" y="904963"/>
            <a:ext cx="1569660" cy="369332"/>
          </a:xfrm>
          <a:prstGeom prst="rect">
            <a:avLst/>
          </a:prstGeom>
          <a:noFill/>
        </p:spPr>
        <p:txBody>
          <a:bodyPr wrap="none" lIns="91440" tIns="45720" rIns="91440" bIns="45720" rtlCol="0">
            <a:spAutoFit/>
          </a:bodyPr>
          <a:lstStyle/>
          <a:p>
            <a:pPr algn="ctr"/>
            <a:r>
              <a:rPr lang="zh-CN" altLang="en-US" dirty="0">
                <a:solidFill>
                  <a:schemeClr val="tx1"/>
                </a:solidFill>
                <a:latin typeface="微软雅黑 Light" panose="020B0502040204020203" pitchFamily="34" charset="-122"/>
                <a:ea typeface="微软雅黑 Light" panose="020B0502040204020203" pitchFamily="34" charset="-122"/>
              </a:rPr>
              <a:t>加首部加尾部</a:t>
            </a:r>
          </a:p>
        </p:txBody>
      </p:sp>
      <p:sp>
        <p:nvSpPr>
          <p:cNvPr id="76" name="文本框 75">
            <a:extLst>
              <a:ext uri="{FF2B5EF4-FFF2-40B4-BE49-F238E27FC236}">
                <a16:creationId xmlns:a16="http://schemas.microsoft.com/office/drawing/2014/main" id="{6E9DBBFE-0D80-4A6B-AA17-FB1178064558}"/>
              </a:ext>
            </a:extLst>
          </p:cNvPr>
          <p:cNvSpPr txBox="1"/>
          <p:nvPr/>
        </p:nvSpPr>
        <p:spPr>
          <a:xfrm>
            <a:off x="5431776" y="904963"/>
            <a:ext cx="1569660" cy="369332"/>
          </a:xfrm>
          <a:prstGeom prst="rect">
            <a:avLst/>
          </a:prstGeom>
          <a:noFill/>
        </p:spPr>
        <p:txBody>
          <a:bodyPr wrap="none" lIns="91440" tIns="45720" rIns="91440" bIns="45720" rtlCol="0">
            <a:spAutoFit/>
          </a:bodyPr>
          <a:lstStyle/>
          <a:p>
            <a:pPr algn="ctr"/>
            <a:r>
              <a:rPr lang="zh-CN" altLang="en-US" dirty="0">
                <a:solidFill>
                  <a:schemeClr val="tx1"/>
                </a:solidFill>
                <a:latin typeface="微软雅黑 Light" panose="020B0502040204020203" pitchFamily="34" charset="-122"/>
                <a:ea typeface="微软雅黑 Light" panose="020B0502040204020203" pitchFamily="34" charset="-122"/>
              </a:rPr>
              <a:t>加首部加尾部</a:t>
            </a:r>
          </a:p>
        </p:txBody>
      </p:sp>
      <p:cxnSp>
        <p:nvCxnSpPr>
          <p:cNvPr id="78" name="直接箭头连接符 77">
            <a:extLst>
              <a:ext uri="{FF2B5EF4-FFF2-40B4-BE49-F238E27FC236}">
                <a16:creationId xmlns:a16="http://schemas.microsoft.com/office/drawing/2014/main" id="{4F0F7ECF-0A32-4D8B-8303-01B997E5EB6B}"/>
              </a:ext>
            </a:extLst>
          </p:cNvPr>
          <p:cNvCxnSpPr>
            <a:stCxn id="76" idx="3"/>
            <a:endCxn id="71" idx="1"/>
          </p:cNvCxnSpPr>
          <p:nvPr/>
        </p:nvCxnSpPr>
        <p:spPr>
          <a:xfrm>
            <a:off x="7001436" y="1089629"/>
            <a:ext cx="421065" cy="0"/>
          </a:xfrm>
          <a:prstGeom prst="straightConnector1">
            <a:avLst/>
          </a:prstGeom>
          <a:ln w="12700">
            <a:solidFill>
              <a:schemeClr val="bg1">
                <a:lumMod val="50000"/>
              </a:schemeClr>
            </a:solidFill>
            <a:tailEnd type="triangle"/>
          </a:ln>
        </p:spPr>
        <p:style>
          <a:lnRef idx="1">
            <a:schemeClr val="dk1"/>
          </a:lnRef>
          <a:fillRef idx="0">
            <a:schemeClr val="dk1"/>
          </a:fillRef>
          <a:effectRef idx="0">
            <a:schemeClr val="dk1"/>
          </a:effectRef>
          <a:fontRef idx="minor">
            <a:schemeClr val="tx1"/>
          </a:fontRef>
        </p:style>
      </p:cxnSp>
      <p:cxnSp>
        <p:nvCxnSpPr>
          <p:cNvPr id="80" name="直接箭头连接符 79">
            <a:extLst>
              <a:ext uri="{FF2B5EF4-FFF2-40B4-BE49-F238E27FC236}">
                <a16:creationId xmlns:a16="http://schemas.microsoft.com/office/drawing/2014/main" id="{EAA5406D-7FC6-40F0-90E9-B55FC65F5F1F}"/>
              </a:ext>
            </a:extLst>
          </p:cNvPr>
          <p:cNvCxnSpPr>
            <a:stCxn id="71" idx="2"/>
            <a:endCxn id="70" idx="0"/>
          </p:cNvCxnSpPr>
          <p:nvPr/>
        </p:nvCxnSpPr>
        <p:spPr>
          <a:xfrm flipH="1">
            <a:off x="8207328" y="1274295"/>
            <a:ext cx="3" cy="423622"/>
          </a:xfrm>
          <a:prstGeom prst="straightConnector1">
            <a:avLst/>
          </a:prstGeom>
          <a:ln w="12700">
            <a:solidFill>
              <a:schemeClr val="bg1">
                <a:lumMod val="50000"/>
              </a:schemeClr>
            </a:solidFill>
            <a:tailEnd type="triangle"/>
          </a:ln>
        </p:spPr>
        <p:style>
          <a:lnRef idx="1">
            <a:schemeClr val="dk1"/>
          </a:lnRef>
          <a:fillRef idx="0">
            <a:schemeClr val="dk1"/>
          </a:fillRef>
          <a:effectRef idx="0">
            <a:schemeClr val="dk1"/>
          </a:effectRef>
          <a:fontRef idx="minor">
            <a:schemeClr val="tx1"/>
          </a:fontRef>
        </p:style>
      </p:cxnSp>
      <p:cxnSp>
        <p:nvCxnSpPr>
          <p:cNvPr id="82" name="直接箭头连接符 81">
            <a:extLst>
              <a:ext uri="{FF2B5EF4-FFF2-40B4-BE49-F238E27FC236}">
                <a16:creationId xmlns:a16="http://schemas.microsoft.com/office/drawing/2014/main" id="{59453A6E-AF4E-4C31-80C3-087C1D06FC1B}"/>
              </a:ext>
            </a:extLst>
          </p:cNvPr>
          <p:cNvCxnSpPr>
            <a:stCxn id="70" idx="2"/>
            <a:endCxn id="9" idx="0"/>
          </p:cNvCxnSpPr>
          <p:nvPr/>
        </p:nvCxnSpPr>
        <p:spPr>
          <a:xfrm>
            <a:off x="8207328" y="2067249"/>
            <a:ext cx="1" cy="608288"/>
          </a:xfrm>
          <a:prstGeom prst="straightConnector1">
            <a:avLst/>
          </a:prstGeom>
          <a:ln w="12700">
            <a:solidFill>
              <a:schemeClr val="bg1">
                <a:lumMod val="50000"/>
              </a:schemeClr>
            </a:solidFill>
            <a:tailEnd type="triangle"/>
          </a:ln>
        </p:spPr>
        <p:style>
          <a:lnRef idx="1">
            <a:schemeClr val="dk1"/>
          </a:lnRef>
          <a:fillRef idx="0">
            <a:schemeClr val="dk1"/>
          </a:fillRef>
          <a:effectRef idx="0">
            <a:schemeClr val="dk1"/>
          </a:effectRef>
          <a:fontRef idx="minor">
            <a:schemeClr val="tx1"/>
          </a:fontRef>
        </p:style>
      </p:cxnSp>
      <p:sp>
        <p:nvSpPr>
          <p:cNvPr id="84" name="文本框 83">
            <a:extLst>
              <a:ext uri="{FF2B5EF4-FFF2-40B4-BE49-F238E27FC236}">
                <a16:creationId xmlns:a16="http://schemas.microsoft.com/office/drawing/2014/main" id="{D4F1ADF5-99F9-4A7E-BF84-A66549D165F3}"/>
              </a:ext>
            </a:extLst>
          </p:cNvPr>
          <p:cNvSpPr txBox="1"/>
          <p:nvPr/>
        </p:nvSpPr>
        <p:spPr>
          <a:xfrm>
            <a:off x="4044691" y="904963"/>
            <a:ext cx="894797" cy="369332"/>
          </a:xfrm>
          <a:prstGeom prst="rect">
            <a:avLst/>
          </a:prstGeom>
          <a:noFill/>
        </p:spPr>
        <p:txBody>
          <a:bodyPr wrap="none" lIns="91440" tIns="45720" rIns="91440" bIns="45720" rtlCol="0">
            <a:spAutoFit/>
          </a:bodyPr>
          <a:lstStyle/>
          <a:p>
            <a:pPr algn="ctr"/>
            <a:r>
              <a:rPr lang="en-US" altLang="zh-CN" dirty="0">
                <a:latin typeface="微软雅黑 Light" panose="020B0502040204020203" pitchFamily="34" charset="-122"/>
                <a:ea typeface="微软雅黑 Light" panose="020B0502040204020203" pitchFamily="34" charset="-122"/>
              </a:rPr>
              <a:t>packet</a:t>
            </a:r>
            <a:endParaRPr lang="zh-CN" altLang="en-US" dirty="0">
              <a:solidFill>
                <a:schemeClr val="tx1"/>
              </a:solidFill>
              <a:latin typeface="微软雅黑 Light" panose="020B0502040204020203" pitchFamily="34" charset="-122"/>
              <a:ea typeface="微软雅黑 Light" panose="020B0502040204020203" pitchFamily="34" charset="-122"/>
            </a:endParaRPr>
          </a:p>
        </p:txBody>
      </p:sp>
      <p:cxnSp>
        <p:nvCxnSpPr>
          <p:cNvPr id="86" name="直接箭头连接符 85">
            <a:extLst>
              <a:ext uri="{FF2B5EF4-FFF2-40B4-BE49-F238E27FC236}">
                <a16:creationId xmlns:a16="http://schemas.microsoft.com/office/drawing/2014/main" id="{62A783F9-668A-457E-9C0A-DCE76F67B96F}"/>
              </a:ext>
            </a:extLst>
          </p:cNvPr>
          <p:cNvCxnSpPr>
            <a:stCxn id="84" idx="3"/>
            <a:endCxn id="76" idx="1"/>
          </p:cNvCxnSpPr>
          <p:nvPr/>
        </p:nvCxnSpPr>
        <p:spPr>
          <a:xfrm>
            <a:off x="4939488" y="1089629"/>
            <a:ext cx="492288" cy="0"/>
          </a:xfrm>
          <a:prstGeom prst="straightConnector1">
            <a:avLst/>
          </a:prstGeom>
          <a:ln w="12700">
            <a:solidFill>
              <a:schemeClr val="bg1">
                <a:lumMod val="50000"/>
              </a:schemeClr>
            </a:solidFill>
            <a:tailEnd type="triangle"/>
          </a:ln>
        </p:spPr>
        <p:style>
          <a:lnRef idx="1">
            <a:schemeClr val="dk1"/>
          </a:lnRef>
          <a:fillRef idx="0">
            <a:schemeClr val="dk1"/>
          </a:fillRef>
          <a:effectRef idx="0">
            <a:schemeClr val="dk1"/>
          </a:effectRef>
          <a:fontRef idx="minor">
            <a:schemeClr val="tx1"/>
          </a:fontRef>
        </p:style>
      </p:cxnSp>
      <p:sp>
        <p:nvSpPr>
          <p:cNvPr id="91" name="文本框 90">
            <a:extLst>
              <a:ext uri="{FF2B5EF4-FFF2-40B4-BE49-F238E27FC236}">
                <a16:creationId xmlns:a16="http://schemas.microsoft.com/office/drawing/2014/main" id="{CCE8495B-2716-4A4E-A87A-F15341308419}"/>
              </a:ext>
            </a:extLst>
          </p:cNvPr>
          <p:cNvSpPr txBox="1"/>
          <p:nvPr/>
        </p:nvSpPr>
        <p:spPr>
          <a:xfrm>
            <a:off x="2606263" y="904963"/>
            <a:ext cx="894797" cy="369332"/>
          </a:xfrm>
          <a:prstGeom prst="rect">
            <a:avLst/>
          </a:prstGeom>
          <a:noFill/>
        </p:spPr>
        <p:txBody>
          <a:bodyPr wrap="none" lIns="91440" tIns="45720" rIns="91440" bIns="45720" rtlCol="0">
            <a:spAutoFit/>
          </a:bodyPr>
          <a:lstStyle/>
          <a:p>
            <a:pPr algn="ctr"/>
            <a:r>
              <a:rPr lang="zh-CN" altLang="en-US" dirty="0">
                <a:latin typeface="微软雅黑 Light" panose="020B0502040204020203" pitchFamily="34" charset="-122"/>
                <a:ea typeface="微软雅黑 Light" panose="020B0502040204020203" pitchFamily="34" charset="-122"/>
              </a:rPr>
              <a:t>网络层</a:t>
            </a:r>
            <a:endParaRPr lang="zh-CN" altLang="en-US" dirty="0">
              <a:solidFill>
                <a:schemeClr val="tx1"/>
              </a:solidFill>
              <a:latin typeface="微软雅黑 Light" panose="020B0502040204020203" pitchFamily="34" charset="-122"/>
              <a:ea typeface="微软雅黑 Light" panose="020B0502040204020203" pitchFamily="34" charset="-122"/>
            </a:endParaRPr>
          </a:p>
        </p:txBody>
      </p:sp>
      <p:cxnSp>
        <p:nvCxnSpPr>
          <p:cNvPr id="93" name="直接箭头连接符 92">
            <a:extLst>
              <a:ext uri="{FF2B5EF4-FFF2-40B4-BE49-F238E27FC236}">
                <a16:creationId xmlns:a16="http://schemas.microsoft.com/office/drawing/2014/main" id="{C77CD49E-3B99-4D0E-8FA7-A83E6CB12DEC}"/>
              </a:ext>
            </a:extLst>
          </p:cNvPr>
          <p:cNvCxnSpPr>
            <a:stCxn id="91" idx="3"/>
            <a:endCxn id="84" idx="1"/>
          </p:cNvCxnSpPr>
          <p:nvPr/>
        </p:nvCxnSpPr>
        <p:spPr>
          <a:xfrm>
            <a:off x="3501060" y="1089629"/>
            <a:ext cx="543631" cy="0"/>
          </a:xfrm>
          <a:prstGeom prst="straightConnector1">
            <a:avLst/>
          </a:prstGeom>
          <a:ln w="12700">
            <a:solidFill>
              <a:schemeClr val="bg1">
                <a:lumMod val="50000"/>
              </a:schemeClr>
            </a:solidFill>
            <a:tailEnd type="triangle"/>
          </a:ln>
        </p:spPr>
        <p:style>
          <a:lnRef idx="1">
            <a:schemeClr val="dk1"/>
          </a:lnRef>
          <a:fillRef idx="0">
            <a:schemeClr val="dk1"/>
          </a:fillRef>
          <a:effectRef idx="0">
            <a:schemeClr val="dk1"/>
          </a:effectRef>
          <a:fontRef idx="minor">
            <a:schemeClr val="tx1"/>
          </a:fontRef>
        </p:style>
      </p:cxnSp>
      <p:sp>
        <p:nvSpPr>
          <p:cNvPr id="95" name="文本框 94">
            <a:extLst>
              <a:ext uri="{FF2B5EF4-FFF2-40B4-BE49-F238E27FC236}">
                <a16:creationId xmlns:a16="http://schemas.microsoft.com/office/drawing/2014/main" id="{22AB9BF5-30D4-4FDA-9150-DF3080D28596}"/>
              </a:ext>
            </a:extLst>
          </p:cNvPr>
          <p:cNvSpPr txBox="1"/>
          <p:nvPr/>
        </p:nvSpPr>
        <p:spPr>
          <a:xfrm>
            <a:off x="1061238" y="904963"/>
            <a:ext cx="1107996" cy="369332"/>
          </a:xfrm>
          <a:prstGeom prst="rect">
            <a:avLst/>
          </a:prstGeom>
          <a:noFill/>
        </p:spPr>
        <p:txBody>
          <a:bodyPr wrap="none" lIns="91440" tIns="45720" rIns="91440" bIns="45720" rtlCol="0">
            <a:spAutoFit/>
          </a:bodyPr>
          <a:lstStyle/>
          <a:p>
            <a:pPr algn="ctr"/>
            <a:r>
              <a:rPr lang="zh-CN" altLang="en-US" dirty="0">
                <a:solidFill>
                  <a:schemeClr val="tx1"/>
                </a:solidFill>
                <a:latin typeface="微软雅黑 Light" panose="020B0502040204020203" pitchFamily="34" charset="-122"/>
                <a:ea typeface="微软雅黑 Light" panose="020B0502040204020203" pitchFamily="34" charset="-122"/>
              </a:rPr>
              <a:t>更上一层</a:t>
            </a:r>
          </a:p>
        </p:txBody>
      </p:sp>
      <p:cxnSp>
        <p:nvCxnSpPr>
          <p:cNvPr id="97" name="直接箭头连接符 96">
            <a:extLst>
              <a:ext uri="{FF2B5EF4-FFF2-40B4-BE49-F238E27FC236}">
                <a16:creationId xmlns:a16="http://schemas.microsoft.com/office/drawing/2014/main" id="{ACEEDAB5-32C0-4261-B533-3F372B60FDE9}"/>
              </a:ext>
            </a:extLst>
          </p:cNvPr>
          <p:cNvCxnSpPr>
            <a:stCxn id="95" idx="3"/>
            <a:endCxn id="91" idx="1"/>
          </p:cNvCxnSpPr>
          <p:nvPr/>
        </p:nvCxnSpPr>
        <p:spPr>
          <a:xfrm>
            <a:off x="2169234" y="1089629"/>
            <a:ext cx="437029" cy="0"/>
          </a:xfrm>
          <a:prstGeom prst="straightConnector1">
            <a:avLst/>
          </a:prstGeom>
          <a:ln w="12700">
            <a:solidFill>
              <a:schemeClr val="bg1">
                <a:lumMod val="50000"/>
              </a:schemeClr>
            </a:solidFill>
            <a:tailEnd type="triangle"/>
          </a:ln>
        </p:spPr>
        <p:style>
          <a:lnRef idx="1">
            <a:schemeClr val="dk1"/>
          </a:lnRef>
          <a:fillRef idx="0">
            <a:schemeClr val="dk1"/>
          </a:fillRef>
          <a:effectRef idx="0">
            <a:schemeClr val="dk1"/>
          </a:effectRef>
          <a:fontRef idx="minor">
            <a:schemeClr val="tx1"/>
          </a:fontRef>
        </p:style>
      </p:cxnSp>
      <p:sp>
        <p:nvSpPr>
          <p:cNvPr id="107" name="文本框 106">
            <a:extLst>
              <a:ext uri="{FF2B5EF4-FFF2-40B4-BE49-F238E27FC236}">
                <a16:creationId xmlns:a16="http://schemas.microsoft.com/office/drawing/2014/main" id="{70C0EF68-F12F-4BE9-8568-2F6D1FC620BF}"/>
              </a:ext>
            </a:extLst>
          </p:cNvPr>
          <p:cNvSpPr txBox="1"/>
          <p:nvPr/>
        </p:nvSpPr>
        <p:spPr>
          <a:xfrm>
            <a:off x="4497286" y="4673634"/>
            <a:ext cx="1106393" cy="369332"/>
          </a:xfrm>
          <a:prstGeom prst="rect">
            <a:avLst/>
          </a:prstGeom>
          <a:noFill/>
        </p:spPr>
        <p:txBody>
          <a:bodyPr wrap="none" lIns="91440" tIns="45720" rIns="91440" bIns="45720" rtlCol="0">
            <a:spAutoFit/>
          </a:bodyPr>
          <a:lstStyle/>
          <a:p>
            <a:pPr algn="ctr"/>
            <a:r>
              <a:rPr lang="zh-CN" altLang="en-US" dirty="0">
                <a:latin typeface="微软雅黑 Light" panose="020B0502040204020203" pitchFamily="34" charset="-122"/>
                <a:ea typeface="微软雅黑 Light" panose="020B0502040204020203" pitchFamily="34" charset="-122"/>
              </a:rPr>
              <a:t>差错控制</a:t>
            </a:r>
            <a:endParaRPr lang="zh-CN" altLang="en-US" dirty="0">
              <a:solidFill>
                <a:schemeClr val="tx1"/>
              </a:solidFill>
              <a:latin typeface="微软雅黑 Light" panose="020B0502040204020203" pitchFamily="34" charset="-122"/>
              <a:ea typeface="微软雅黑 Light" panose="020B0502040204020203" pitchFamily="34" charset="-122"/>
            </a:endParaRPr>
          </a:p>
        </p:txBody>
      </p:sp>
      <p:sp>
        <p:nvSpPr>
          <p:cNvPr id="108" name="文本框 107">
            <a:extLst>
              <a:ext uri="{FF2B5EF4-FFF2-40B4-BE49-F238E27FC236}">
                <a16:creationId xmlns:a16="http://schemas.microsoft.com/office/drawing/2014/main" id="{9C95667F-FEBE-41BD-B481-35EA77C518D7}"/>
              </a:ext>
            </a:extLst>
          </p:cNvPr>
          <p:cNvSpPr txBox="1"/>
          <p:nvPr/>
        </p:nvSpPr>
        <p:spPr>
          <a:xfrm>
            <a:off x="7977296" y="4671494"/>
            <a:ext cx="1106393" cy="369332"/>
          </a:xfrm>
          <a:prstGeom prst="rect">
            <a:avLst/>
          </a:prstGeom>
          <a:noFill/>
        </p:spPr>
        <p:txBody>
          <a:bodyPr wrap="none" lIns="91440" tIns="45720" rIns="91440" bIns="45720" rtlCol="0">
            <a:spAutoFit/>
          </a:bodyPr>
          <a:lstStyle/>
          <a:p>
            <a:pPr algn="ctr"/>
            <a:r>
              <a:rPr lang="zh-CN" altLang="en-US" b="1" dirty="0">
                <a:solidFill>
                  <a:schemeClr val="accent2"/>
                </a:solidFill>
                <a:latin typeface="微软雅黑 Light" panose="020B0502040204020203" pitchFamily="34" charset="-122"/>
                <a:ea typeface="微软雅黑 Light" panose="020B0502040204020203" pitchFamily="34" charset="-122"/>
              </a:rPr>
              <a:t>差错控制</a:t>
            </a:r>
          </a:p>
        </p:txBody>
      </p:sp>
      <p:cxnSp>
        <p:nvCxnSpPr>
          <p:cNvPr id="110" name="连接符: 肘形 109">
            <a:extLst>
              <a:ext uri="{FF2B5EF4-FFF2-40B4-BE49-F238E27FC236}">
                <a16:creationId xmlns:a16="http://schemas.microsoft.com/office/drawing/2014/main" id="{D3BE32CD-3C0C-4CB4-BFCD-1D4633C65074}"/>
              </a:ext>
            </a:extLst>
          </p:cNvPr>
          <p:cNvCxnSpPr>
            <a:stCxn id="56" idx="2"/>
            <a:endCxn id="107" idx="1"/>
          </p:cNvCxnSpPr>
          <p:nvPr/>
        </p:nvCxnSpPr>
        <p:spPr>
          <a:xfrm rot="16200000" flipH="1">
            <a:off x="3570894" y="3931907"/>
            <a:ext cx="1567925" cy="284860"/>
          </a:xfrm>
          <a:prstGeom prst="bentConnector2">
            <a:avLst/>
          </a:prstGeom>
          <a:ln w="12700">
            <a:solidFill>
              <a:schemeClr val="bg1">
                <a:lumMod val="50000"/>
              </a:schemeClr>
            </a:solidFill>
            <a:tailEnd type="triangle"/>
          </a:ln>
        </p:spPr>
        <p:style>
          <a:lnRef idx="1">
            <a:schemeClr val="dk1"/>
          </a:lnRef>
          <a:fillRef idx="0">
            <a:schemeClr val="dk1"/>
          </a:fillRef>
          <a:effectRef idx="0">
            <a:schemeClr val="dk1"/>
          </a:effectRef>
          <a:fontRef idx="minor">
            <a:schemeClr val="tx1"/>
          </a:fontRef>
        </p:style>
      </p:cxnSp>
      <p:cxnSp>
        <p:nvCxnSpPr>
          <p:cNvPr id="112" name="连接符: 肘形 111">
            <a:extLst>
              <a:ext uri="{FF2B5EF4-FFF2-40B4-BE49-F238E27FC236}">
                <a16:creationId xmlns:a16="http://schemas.microsoft.com/office/drawing/2014/main" id="{C786C620-C276-4C0F-814E-30E1295E1F5A}"/>
              </a:ext>
            </a:extLst>
          </p:cNvPr>
          <p:cNvCxnSpPr>
            <a:cxnSpLocks/>
            <a:stCxn id="63" idx="2"/>
            <a:endCxn id="108" idx="3"/>
          </p:cNvCxnSpPr>
          <p:nvPr/>
        </p:nvCxnSpPr>
        <p:spPr>
          <a:xfrm rot="5400000">
            <a:off x="8460313" y="3894703"/>
            <a:ext cx="1584834" cy="338081"/>
          </a:xfrm>
          <a:prstGeom prst="bentConnector2">
            <a:avLst/>
          </a:prstGeom>
          <a:ln w="12700">
            <a:solidFill>
              <a:schemeClr val="bg1">
                <a:lumMod val="50000"/>
              </a:schemeClr>
            </a:solidFill>
            <a:tailEnd type="triangle"/>
          </a:ln>
        </p:spPr>
        <p:style>
          <a:lnRef idx="1">
            <a:schemeClr val="dk1"/>
          </a:lnRef>
          <a:fillRef idx="0">
            <a:schemeClr val="dk1"/>
          </a:fillRef>
          <a:effectRef idx="0">
            <a:schemeClr val="dk1"/>
          </a:effectRef>
          <a:fontRef idx="minor">
            <a:schemeClr val="tx1"/>
          </a:fontRef>
        </p:style>
      </p:cxnSp>
      <p:sp>
        <p:nvSpPr>
          <p:cNvPr id="120" name="矩形: 圆角 119">
            <a:extLst>
              <a:ext uri="{FF2B5EF4-FFF2-40B4-BE49-F238E27FC236}">
                <a16:creationId xmlns:a16="http://schemas.microsoft.com/office/drawing/2014/main" id="{3119F195-5BE0-4BA8-AA60-DC508BB03A95}"/>
              </a:ext>
            </a:extLst>
          </p:cNvPr>
          <p:cNvSpPr/>
          <p:nvPr/>
        </p:nvSpPr>
        <p:spPr>
          <a:xfrm>
            <a:off x="5985625" y="4608509"/>
            <a:ext cx="1609725" cy="495300"/>
          </a:xfrm>
          <a:prstGeom prst="round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zh-CN" altLang="en-US" dirty="0">
                <a:latin typeface="微软雅黑 Light" panose="020B0502040204020203" pitchFamily="34" charset="-122"/>
                <a:ea typeface="微软雅黑 Light" panose="020B0502040204020203" pitchFamily="34" charset="-122"/>
              </a:rPr>
              <a:t>对端链路层</a:t>
            </a:r>
          </a:p>
        </p:txBody>
      </p:sp>
      <p:cxnSp>
        <p:nvCxnSpPr>
          <p:cNvPr id="124" name="直接箭头连接符 123">
            <a:extLst>
              <a:ext uri="{FF2B5EF4-FFF2-40B4-BE49-F238E27FC236}">
                <a16:creationId xmlns:a16="http://schemas.microsoft.com/office/drawing/2014/main" id="{917F11EF-6721-4172-A24E-68B9C3F9F07E}"/>
              </a:ext>
            </a:extLst>
          </p:cNvPr>
          <p:cNvCxnSpPr>
            <a:stCxn id="108" idx="1"/>
            <a:endCxn id="120" idx="3"/>
          </p:cNvCxnSpPr>
          <p:nvPr/>
        </p:nvCxnSpPr>
        <p:spPr>
          <a:xfrm flipH="1" flipV="1">
            <a:off x="7595350" y="4856159"/>
            <a:ext cx="381946" cy="1"/>
          </a:xfrm>
          <a:prstGeom prst="straightConnector1">
            <a:avLst/>
          </a:prstGeom>
          <a:ln w="12700">
            <a:solidFill>
              <a:schemeClr val="bg1">
                <a:lumMod val="50000"/>
              </a:schemeClr>
            </a:solidFill>
            <a:tailEnd type="triangle"/>
          </a:ln>
        </p:spPr>
        <p:style>
          <a:lnRef idx="1">
            <a:schemeClr val="dk1"/>
          </a:lnRef>
          <a:fillRef idx="0">
            <a:schemeClr val="dk1"/>
          </a:fillRef>
          <a:effectRef idx="0">
            <a:schemeClr val="dk1"/>
          </a:effectRef>
          <a:fontRef idx="minor">
            <a:schemeClr val="tx1"/>
          </a:fontRef>
        </p:style>
      </p:cxnSp>
      <p:cxnSp>
        <p:nvCxnSpPr>
          <p:cNvPr id="126" name="直接箭头连接符 125">
            <a:extLst>
              <a:ext uri="{FF2B5EF4-FFF2-40B4-BE49-F238E27FC236}">
                <a16:creationId xmlns:a16="http://schemas.microsoft.com/office/drawing/2014/main" id="{AECD2DA6-FB36-4DF7-8A57-3AFD357010FD}"/>
              </a:ext>
            </a:extLst>
          </p:cNvPr>
          <p:cNvCxnSpPr>
            <a:stCxn id="107" idx="3"/>
            <a:endCxn id="120" idx="1"/>
          </p:cNvCxnSpPr>
          <p:nvPr/>
        </p:nvCxnSpPr>
        <p:spPr>
          <a:xfrm flipV="1">
            <a:off x="5603679" y="4856159"/>
            <a:ext cx="381946" cy="2141"/>
          </a:xfrm>
          <a:prstGeom prst="straightConnector1">
            <a:avLst/>
          </a:prstGeom>
          <a:ln w="12700">
            <a:solidFill>
              <a:schemeClr val="bg1">
                <a:lumMod val="50000"/>
              </a:schemeClr>
            </a:solidFill>
            <a:tailEnd type="triangle"/>
          </a:ln>
        </p:spPr>
        <p:style>
          <a:lnRef idx="1">
            <a:schemeClr val="dk1"/>
          </a:lnRef>
          <a:fillRef idx="0">
            <a:schemeClr val="dk1"/>
          </a:fillRef>
          <a:effectRef idx="0">
            <a:schemeClr val="dk1"/>
          </a:effectRef>
          <a:fontRef idx="minor">
            <a:schemeClr val="tx1"/>
          </a:fontRef>
        </p:style>
      </p:cxnSp>
      <p:cxnSp>
        <p:nvCxnSpPr>
          <p:cNvPr id="131" name="连接符: 肘形 130">
            <a:extLst>
              <a:ext uri="{FF2B5EF4-FFF2-40B4-BE49-F238E27FC236}">
                <a16:creationId xmlns:a16="http://schemas.microsoft.com/office/drawing/2014/main" id="{AD9AB375-2EEB-4D35-8959-0D47080713E0}"/>
              </a:ext>
            </a:extLst>
          </p:cNvPr>
          <p:cNvCxnSpPr>
            <a:stCxn id="63" idx="3"/>
            <a:endCxn id="29" idx="1"/>
          </p:cNvCxnSpPr>
          <p:nvPr/>
        </p:nvCxnSpPr>
        <p:spPr>
          <a:xfrm flipV="1">
            <a:off x="9744935" y="2736377"/>
            <a:ext cx="821578" cy="350283"/>
          </a:xfrm>
          <a:prstGeom prst="bentConnector3">
            <a:avLst/>
          </a:prstGeom>
          <a:ln w="12700">
            <a:solidFill>
              <a:schemeClr val="bg1">
                <a:lumMod val="50000"/>
              </a:schemeClr>
            </a:solidFill>
            <a:tailEnd type="triangle"/>
          </a:ln>
        </p:spPr>
        <p:style>
          <a:lnRef idx="1">
            <a:schemeClr val="dk1"/>
          </a:lnRef>
          <a:fillRef idx="0">
            <a:schemeClr val="dk1"/>
          </a:fillRef>
          <a:effectRef idx="0">
            <a:schemeClr val="dk1"/>
          </a:effectRef>
          <a:fontRef idx="minor">
            <a:schemeClr val="tx1"/>
          </a:fontRef>
        </p:style>
      </p:cxnSp>
      <p:cxnSp>
        <p:nvCxnSpPr>
          <p:cNvPr id="133" name="连接符: 肘形 132">
            <a:extLst>
              <a:ext uri="{FF2B5EF4-FFF2-40B4-BE49-F238E27FC236}">
                <a16:creationId xmlns:a16="http://schemas.microsoft.com/office/drawing/2014/main" id="{199E4089-C1C9-4489-91E9-C4F149387012}"/>
              </a:ext>
            </a:extLst>
          </p:cNvPr>
          <p:cNvCxnSpPr>
            <a:stCxn id="63" idx="3"/>
            <a:endCxn id="31" idx="1"/>
          </p:cNvCxnSpPr>
          <p:nvPr/>
        </p:nvCxnSpPr>
        <p:spPr>
          <a:xfrm>
            <a:off x="9744935" y="3086660"/>
            <a:ext cx="821578" cy="266699"/>
          </a:xfrm>
          <a:prstGeom prst="bentConnector3">
            <a:avLst/>
          </a:prstGeom>
          <a:ln w="12700">
            <a:solidFill>
              <a:schemeClr val="bg1">
                <a:lumMod val="50000"/>
              </a:schemeClr>
            </a:solidFill>
            <a:tailEnd type="triangle"/>
          </a:ln>
        </p:spPr>
        <p:style>
          <a:lnRef idx="1">
            <a:schemeClr val="dk1"/>
          </a:lnRef>
          <a:fillRef idx="0">
            <a:schemeClr val="dk1"/>
          </a:fillRef>
          <a:effectRef idx="0">
            <a:schemeClr val="dk1"/>
          </a:effectRef>
          <a:fontRef idx="minor">
            <a:schemeClr val="tx1"/>
          </a:fontRef>
        </p:style>
      </p:cxnSp>
      <p:sp>
        <p:nvSpPr>
          <p:cNvPr id="34" name="文本框 33">
            <a:extLst>
              <a:ext uri="{FF2B5EF4-FFF2-40B4-BE49-F238E27FC236}">
                <a16:creationId xmlns:a16="http://schemas.microsoft.com/office/drawing/2014/main" id="{C943415C-4B8D-4B49-BBD6-A89AEBA8CFD1}"/>
              </a:ext>
            </a:extLst>
          </p:cNvPr>
          <p:cNvSpPr txBox="1"/>
          <p:nvPr/>
        </p:nvSpPr>
        <p:spPr>
          <a:xfrm>
            <a:off x="4727317" y="5668716"/>
            <a:ext cx="646332" cy="369332"/>
          </a:xfrm>
          <a:prstGeom prst="rect">
            <a:avLst/>
          </a:prstGeom>
          <a:noFill/>
        </p:spPr>
        <p:txBody>
          <a:bodyPr wrap="none" lIns="91440" tIns="45720" rIns="91440" bIns="45720" rtlCol="0">
            <a:spAutoFit/>
          </a:bodyPr>
          <a:lstStyle/>
          <a:p>
            <a:pPr algn="ctr"/>
            <a:r>
              <a:rPr lang="zh-CN" altLang="en-US" dirty="0">
                <a:latin typeface="微软雅黑 Light" panose="020B0502040204020203" pitchFamily="34" charset="-122"/>
                <a:ea typeface="微软雅黑 Light" panose="020B0502040204020203" pitchFamily="34" charset="-122"/>
              </a:rPr>
              <a:t>比特</a:t>
            </a:r>
            <a:endParaRPr lang="zh-CN" altLang="en-US" dirty="0">
              <a:solidFill>
                <a:schemeClr val="tx1"/>
              </a:solidFill>
              <a:latin typeface="微软雅黑 Light" panose="020B0502040204020203" pitchFamily="34" charset="-122"/>
              <a:ea typeface="微软雅黑 Light" panose="020B0502040204020203" pitchFamily="34" charset="-122"/>
            </a:endParaRPr>
          </a:p>
        </p:txBody>
      </p:sp>
      <p:sp>
        <p:nvSpPr>
          <p:cNvPr id="35" name="文本框 34">
            <a:extLst>
              <a:ext uri="{FF2B5EF4-FFF2-40B4-BE49-F238E27FC236}">
                <a16:creationId xmlns:a16="http://schemas.microsoft.com/office/drawing/2014/main" id="{C0F65F1C-B988-4FFD-B952-749B2E229885}"/>
              </a:ext>
            </a:extLst>
          </p:cNvPr>
          <p:cNvSpPr txBox="1"/>
          <p:nvPr/>
        </p:nvSpPr>
        <p:spPr>
          <a:xfrm>
            <a:off x="8207326" y="5716561"/>
            <a:ext cx="646332" cy="369332"/>
          </a:xfrm>
          <a:prstGeom prst="rect">
            <a:avLst/>
          </a:prstGeom>
          <a:noFill/>
        </p:spPr>
        <p:txBody>
          <a:bodyPr wrap="none" lIns="91440" tIns="45720" rIns="91440" bIns="45720" rtlCol="0">
            <a:spAutoFit/>
          </a:bodyPr>
          <a:lstStyle/>
          <a:p>
            <a:pPr algn="ctr"/>
            <a:r>
              <a:rPr lang="zh-CN" altLang="en-US" dirty="0">
                <a:latin typeface="微软雅黑 Light" panose="020B0502040204020203" pitchFamily="34" charset="-122"/>
                <a:ea typeface="微软雅黑 Light" panose="020B0502040204020203" pitchFamily="34" charset="-122"/>
              </a:rPr>
              <a:t>比特</a:t>
            </a:r>
            <a:endParaRPr lang="zh-CN" altLang="en-US" dirty="0">
              <a:solidFill>
                <a:schemeClr val="tx1"/>
              </a:solidFill>
              <a:latin typeface="微软雅黑 Light" panose="020B0502040204020203" pitchFamily="34" charset="-122"/>
              <a:ea typeface="微软雅黑 Light" panose="020B0502040204020203" pitchFamily="34" charset="-122"/>
            </a:endParaRPr>
          </a:p>
        </p:txBody>
      </p:sp>
      <p:cxnSp>
        <p:nvCxnSpPr>
          <p:cNvPr id="5" name="直接箭头连接符 4">
            <a:extLst>
              <a:ext uri="{FF2B5EF4-FFF2-40B4-BE49-F238E27FC236}">
                <a16:creationId xmlns:a16="http://schemas.microsoft.com/office/drawing/2014/main" id="{BCD3900B-1DFE-4D21-AE27-F46876A73957}"/>
              </a:ext>
            </a:extLst>
          </p:cNvPr>
          <p:cNvCxnSpPr>
            <a:stCxn id="108" idx="2"/>
            <a:endCxn id="35" idx="0"/>
          </p:cNvCxnSpPr>
          <p:nvPr/>
        </p:nvCxnSpPr>
        <p:spPr>
          <a:xfrm flipH="1">
            <a:off x="8530492" y="5040826"/>
            <a:ext cx="1" cy="675735"/>
          </a:xfrm>
          <a:prstGeom prst="straightConnector1">
            <a:avLst/>
          </a:prstGeom>
          <a:ln w="12700">
            <a:solidFill>
              <a:schemeClr val="bg1">
                <a:lumMod val="50000"/>
              </a:schemeClr>
            </a:solidFill>
            <a:tailEnd type="triangle"/>
          </a:ln>
        </p:spPr>
        <p:style>
          <a:lnRef idx="1">
            <a:schemeClr val="dk1"/>
          </a:lnRef>
          <a:fillRef idx="0">
            <a:schemeClr val="dk1"/>
          </a:fillRef>
          <a:effectRef idx="0">
            <a:schemeClr val="dk1"/>
          </a:effectRef>
          <a:fontRef idx="minor">
            <a:schemeClr val="tx1"/>
          </a:fontRef>
        </p:style>
      </p:cxnSp>
      <p:cxnSp>
        <p:nvCxnSpPr>
          <p:cNvPr id="10" name="直接箭头连接符 9">
            <a:extLst>
              <a:ext uri="{FF2B5EF4-FFF2-40B4-BE49-F238E27FC236}">
                <a16:creationId xmlns:a16="http://schemas.microsoft.com/office/drawing/2014/main" id="{D3A18B26-AA06-45D4-B7C2-5DCE5BB22DBE}"/>
              </a:ext>
            </a:extLst>
          </p:cNvPr>
          <p:cNvCxnSpPr>
            <a:cxnSpLocks/>
            <a:stCxn id="107" idx="2"/>
            <a:endCxn id="34" idx="0"/>
          </p:cNvCxnSpPr>
          <p:nvPr/>
        </p:nvCxnSpPr>
        <p:spPr>
          <a:xfrm>
            <a:off x="5050483" y="5042966"/>
            <a:ext cx="0" cy="625750"/>
          </a:xfrm>
          <a:prstGeom prst="straightConnector1">
            <a:avLst/>
          </a:prstGeom>
          <a:ln w="12700">
            <a:solidFill>
              <a:schemeClr val="bg1">
                <a:lumMod val="50000"/>
              </a:schemeClr>
            </a:solidFill>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9614337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Char"/>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标题 33">
            <a:extLst>
              <a:ext uri="{FF2B5EF4-FFF2-40B4-BE49-F238E27FC236}">
                <a16:creationId xmlns:a16="http://schemas.microsoft.com/office/drawing/2014/main" id="{42B7DB7A-E259-42A7-A6E8-CBC162973D16}"/>
              </a:ext>
            </a:extLst>
          </p:cNvPr>
          <p:cNvSpPr>
            <a:spLocks noGrp="1"/>
          </p:cNvSpPr>
          <p:nvPr>
            <p:ph type="title"/>
          </p:nvPr>
        </p:nvSpPr>
        <p:spPr/>
        <p:txBody>
          <a:bodyPr/>
          <a:lstStyle/>
          <a:p>
            <a:r>
              <a:rPr lang="zh-CN" altLang="en-US" dirty="0"/>
              <a:t>数据的封帧</a:t>
            </a:r>
          </a:p>
        </p:txBody>
      </p:sp>
      <p:sp>
        <p:nvSpPr>
          <p:cNvPr id="35" name="文本占位符 34">
            <a:extLst>
              <a:ext uri="{FF2B5EF4-FFF2-40B4-BE49-F238E27FC236}">
                <a16:creationId xmlns:a16="http://schemas.microsoft.com/office/drawing/2014/main" id="{47674456-E36D-47AE-9B0D-F1F830F6BAF7}"/>
              </a:ext>
            </a:extLst>
          </p:cNvPr>
          <p:cNvSpPr>
            <a:spLocks noGrp="1"/>
          </p:cNvSpPr>
          <p:nvPr>
            <p:ph type="body" sz="quarter" idx="11"/>
          </p:nvPr>
        </p:nvSpPr>
        <p:spPr/>
        <p:txBody>
          <a:bodyPr/>
          <a:lstStyle/>
          <a:p>
            <a:r>
              <a:rPr lang="en-US" altLang="zh-CN" dirty="0"/>
              <a:t>Package</a:t>
            </a:r>
            <a:endParaRPr lang="zh-CN" altLang="en-US" dirty="0"/>
          </a:p>
        </p:txBody>
      </p:sp>
      <p:sp>
        <p:nvSpPr>
          <p:cNvPr id="58" name="文本占位符 57">
            <a:extLst>
              <a:ext uri="{FF2B5EF4-FFF2-40B4-BE49-F238E27FC236}">
                <a16:creationId xmlns:a16="http://schemas.microsoft.com/office/drawing/2014/main" id="{88DC3D05-BA9D-4AF8-8607-9AAA2E4368E3}"/>
              </a:ext>
            </a:extLst>
          </p:cNvPr>
          <p:cNvSpPr>
            <a:spLocks noGrp="1"/>
          </p:cNvSpPr>
          <p:nvPr>
            <p:ph type="body" sz="quarter" idx="12"/>
          </p:nvPr>
        </p:nvSpPr>
        <p:spPr/>
        <p:txBody>
          <a:bodyPr/>
          <a:lstStyle/>
          <a:p>
            <a:endParaRPr lang="zh-CN" altLang="en-US" dirty="0"/>
          </a:p>
        </p:txBody>
      </p:sp>
      <p:grpSp>
        <p:nvGrpSpPr>
          <p:cNvPr id="37" name="组合 36">
            <a:extLst>
              <a:ext uri="{FF2B5EF4-FFF2-40B4-BE49-F238E27FC236}">
                <a16:creationId xmlns:a16="http://schemas.microsoft.com/office/drawing/2014/main" id="{1F57017F-7020-414A-9834-D97DE98FEF5E}"/>
              </a:ext>
            </a:extLst>
          </p:cNvPr>
          <p:cNvGrpSpPr/>
          <p:nvPr/>
        </p:nvGrpSpPr>
        <p:grpSpPr>
          <a:xfrm>
            <a:off x="2908454" y="3284388"/>
            <a:ext cx="1440000" cy="2401807"/>
            <a:chOff x="1134908" y="3137945"/>
            <a:chExt cx="1800000" cy="2401807"/>
          </a:xfrm>
          <a:solidFill>
            <a:schemeClr val="accent2"/>
          </a:solidFill>
        </p:grpSpPr>
        <p:sp>
          <p:nvSpPr>
            <p:cNvPr id="38" name="立方体 37">
              <a:extLst>
                <a:ext uri="{FF2B5EF4-FFF2-40B4-BE49-F238E27FC236}">
                  <a16:creationId xmlns:a16="http://schemas.microsoft.com/office/drawing/2014/main" id="{B879205A-1C16-45D8-8765-097E631F0E79}"/>
                </a:ext>
              </a:extLst>
            </p:cNvPr>
            <p:cNvSpPr/>
            <p:nvPr/>
          </p:nvSpPr>
          <p:spPr>
            <a:xfrm>
              <a:off x="1134908" y="4963752"/>
              <a:ext cx="1800000" cy="576000"/>
            </a:xfrm>
            <a:prstGeom prst="cube">
              <a:avLst/>
            </a:prstGeom>
            <a:ln/>
          </p:spPr>
          <p:style>
            <a:lnRef idx="1">
              <a:schemeClr val="accent3"/>
            </a:lnRef>
            <a:fillRef idx="3">
              <a:schemeClr val="accent3"/>
            </a:fillRef>
            <a:effectRef idx="2">
              <a:schemeClr val="accent3"/>
            </a:effectRef>
            <a:fontRef idx="minor">
              <a:schemeClr val="lt1"/>
            </a:fontRef>
          </p:style>
          <p:txBody>
            <a:bodyPr rtlCol="0" anchor="ctr"/>
            <a:lstStyle/>
            <a:p>
              <a:pPr algn="ctr"/>
              <a:r>
                <a:rPr lang="zh-CN" altLang="en-US" sz="1200" dirty="0">
                  <a:solidFill>
                    <a:schemeClr val="bg1"/>
                  </a:solidFill>
                  <a:latin typeface="Courier New" panose="02070309020205020404" pitchFamily="49" charset="0"/>
                  <a:ea typeface="微软雅黑" panose="020B0503020204020204" pitchFamily="34" charset="-122"/>
                </a:rPr>
                <a:t>物理层</a:t>
              </a:r>
            </a:p>
          </p:txBody>
        </p:sp>
        <p:sp>
          <p:nvSpPr>
            <p:cNvPr id="39" name="立方体 38">
              <a:extLst>
                <a:ext uri="{FF2B5EF4-FFF2-40B4-BE49-F238E27FC236}">
                  <a16:creationId xmlns:a16="http://schemas.microsoft.com/office/drawing/2014/main" id="{4ED237B4-B27E-4D82-9317-9415AD3C5A00}"/>
                </a:ext>
              </a:extLst>
            </p:cNvPr>
            <p:cNvSpPr/>
            <p:nvPr/>
          </p:nvSpPr>
          <p:spPr>
            <a:xfrm>
              <a:off x="1134908" y="4507301"/>
              <a:ext cx="1800000" cy="576000"/>
            </a:xfrm>
            <a:prstGeom prst="cube">
              <a:avLst/>
            </a:prstGeom>
            <a:ln/>
          </p:spPr>
          <p:style>
            <a:lnRef idx="1">
              <a:schemeClr val="accent6"/>
            </a:lnRef>
            <a:fillRef idx="3">
              <a:schemeClr val="accent6"/>
            </a:fillRef>
            <a:effectRef idx="2">
              <a:schemeClr val="accent6"/>
            </a:effectRef>
            <a:fontRef idx="minor">
              <a:schemeClr val="lt1"/>
            </a:fontRef>
          </p:style>
          <p:txBody>
            <a:bodyPr rtlCol="0" anchor="ctr"/>
            <a:lstStyle/>
            <a:p>
              <a:pPr algn="ctr"/>
              <a:r>
                <a:rPr lang="zh-CN" altLang="en-US" sz="1200" dirty="0">
                  <a:solidFill>
                    <a:schemeClr val="bg1"/>
                  </a:solidFill>
                  <a:latin typeface="Courier New" panose="02070309020205020404" pitchFamily="49" charset="0"/>
                  <a:ea typeface="微软雅黑" panose="020B0503020204020204" pitchFamily="34" charset="-122"/>
                </a:rPr>
                <a:t>数据链路层</a:t>
              </a:r>
            </a:p>
          </p:txBody>
        </p:sp>
        <p:sp>
          <p:nvSpPr>
            <p:cNvPr id="40" name="立方体 39">
              <a:extLst>
                <a:ext uri="{FF2B5EF4-FFF2-40B4-BE49-F238E27FC236}">
                  <a16:creationId xmlns:a16="http://schemas.microsoft.com/office/drawing/2014/main" id="{789746DE-6C9A-4C56-9879-410B58FA5306}"/>
                </a:ext>
              </a:extLst>
            </p:cNvPr>
            <p:cNvSpPr/>
            <p:nvPr/>
          </p:nvSpPr>
          <p:spPr>
            <a:xfrm>
              <a:off x="1134908" y="4050849"/>
              <a:ext cx="1800000" cy="576000"/>
            </a:xfrm>
            <a:prstGeom prst="cube">
              <a:avLst/>
            </a:prstGeom>
            <a:ln/>
          </p:spPr>
          <p:style>
            <a:lnRef idx="1">
              <a:schemeClr val="accent5"/>
            </a:lnRef>
            <a:fillRef idx="3">
              <a:schemeClr val="accent5"/>
            </a:fillRef>
            <a:effectRef idx="2">
              <a:schemeClr val="accent5"/>
            </a:effectRef>
            <a:fontRef idx="minor">
              <a:schemeClr val="lt1"/>
            </a:fontRef>
          </p:style>
          <p:txBody>
            <a:bodyPr rtlCol="0" anchor="ctr"/>
            <a:lstStyle/>
            <a:p>
              <a:pPr algn="ctr"/>
              <a:r>
                <a:rPr lang="zh-CN" altLang="en-US" sz="1200" dirty="0">
                  <a:solidFill>
                    <a:schemeClr val="bg1"/>
                  </a:solidFill>
                  <a:latin typeface="Courier New" panose="02070309020205020404" pitchFamily="49" charset="0"/>
                  <a:ea typeface="微软雅黑" panose="020B0503020204020204" pitchFamily="34" charset="-122"/>
                </a:rPr>
                <a:t>网络层</a:t>
              </a:r>
            </a:p>
          </p:txBody>
        </p:sp>
        <p:sp>
          <p:nvSpPr>
            <p:cNvPr id="41" name="立方体 40">
              <a:extLst>
                <a:ext uri="{FF2B5EF4-FFF2-40B4-BE49-F238E27FC236}">
                  <a16:creationId xmlns:a16="http://schemas.microsoft.com/office/drawing/2014/main" id="{A32FB913-8E0A-410E-A9B2-7315D30017C1}"/>
                </a:ext>
              </a:extLst>
            </p:cNvPr>
            <p:cNvSpPr/>
            <p:nvPr/>
          </p:nvSpPr>
          <p:spPr>
            <a:xfrm>
              <a:off x="1134908" y="3594397"/>
              <a:ext cx="1800000" cy="576000"/>
            </a:xfrm>
            <a:prstGeom prst="cube">
              <a:avLst/>
            </a:prstGeom>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200" dirty="0">
                  <a:solidFill>
                    <a:schemeClr val="bg1"/>
                  </a:solidFill>
                  <a:latin typeface="Courier New" panose="02070309020205020404" pitchFamily="49" charset="0"/>
                  <a:ea typeface="微软雅黑" panose="020B0503020204020204" pitchFamily="34" charset="-122"/>
                </a:rPr>
                <a:t>运输层</a:t>
              </a:r>
            </a:p>
          </p:txBody>
        </p:sp>
        <p:sp>
          <p:nvSpPr>
            <p:cNvPr id="42" name="立方体 41">
              <a:extLst>
                <a:ext uri="{FF2B5EF4-FFF2-40B4-BE49-F238E27FC236}">
                  <a16:creationId xmlns:a16="http://schemas.microsoft.com/office/drawing/2014/main" id="{276A99AA-CB8F-4455-84F6-0F6A4359CEE6}"/>
                </a:ext>
              </a:extLst>
            </p:cNvPr>
            <p:cNvSpPr/>
            <p:nvPr/>
          </p:nvSpPr>
          <p:spPr>
            <a:xfrm>
              <a:off x="1134908" y="3137945"/>
              <a:ext cx="1800000" cy="576000"/>
            </a:xfrm>
            <a:prstGeom prst="cube">
              <a:avLst/>
            </a:prstGeom>
            <a:grp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zh-CN" altLang="en-US" sz="1200" dirty="0">
                  <a:solidFill>
                    <a:schemeClr val="bg1"/>
                  </a:solidFill>
                  <a:latin typeface="Courier New" panose="02070309020205020404" pitchFamily="49" charset="0"/>
                  <a:ea typeface="微软雅黑" panose="020B0503020204020204" pitchFamily="34" charset="-122"/>
                </a:rPr>
                <a:t>应用层</a:t>
              </a:r>
            </a:p>
          </p:txBody>
        </p:sp>
      </p:grpSp>
      <p:sp>
        <p:nvSpPr>
          <p:cNvPr id="43" name="矩形 42">
            <a:extLst>
              <a:ext uri="{FF2B5EF4-FFF2-40B4-BE49-F238E27FC236}">
                <a16:creationId xmlns:a16="http://schemas.microsoft.com/office/drawing/2014/main" id="{04155DEA-760A-4034-BE50-126C45D1D5FD}"/>
              </a:ext>
            </a:extLst>
          </p:cNvPr>
          <p:cNvSpPr/>
          <p:nvPr/>
        </p:nvSpPr>
        <p:spPr>
          <a:xfrm>
            <a:off x="8403863" y="3384880"/>
            <a:ext cx="1080000" cy="468000"/>
          </a:xfrm>
          <a:prstGeom prst="rect">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zh-CN" altLang="en-US" sz="1200" dirty="0">
                <a:latin typeface="Courier New" panose="02070309020205020404" pitchFamily="49" charset="0"/>
                <a:ea typeface="微软雅黑" panose="020B0503020204020204" pitchFamily="34" charset="-122"/>
              </a:rPr>
              <a:t>应用层报文</a:t>
            </a:r>
          </a:p>
        </p:txBody>
      </p:sp>
      <p:sp>
        <p:nvSpPr>
          <p:cNvPr id="44" name="矩形 43">
            <a:extLst>
              <a:ext uri="{FF2B5EF4-FFF2-40B4-BE49-F238E27FC236}">
                <a16:creationId xmlns:a16="http://schemas.microsoft.com/office/drawing/2014/main" id="{19C2E4BD-BD58-4084-B0CB-A06C3E2087AB}"/>
              </a:ext>
            </a:extLst>
          </p:cNvPr>
          <p:cNvSpPr/>
          <p:nvPr/>
        </p:nvSpPr>
        <p:spPr>
          <a:xfrm>
            <a:off x="8403863" y="3839985"/>
            <a:ext cx="1080000" cy="468000"/>
          </a:xfrm>
          <a:prstGeom prst="rect">
            <a:avLst/>
          </a:prstGeom>
        </p:spPr>
        <p:style>
          <a:lnRef idx="3">
            <a:schemeClr val="lt1"/>
          </a:lnRef>
          <a:fillRef idx="1">
            <a:schemeClr val="dk1"/>
          </a:fillRef>
          <a:effectRef idx="1">
            <a:schemeClr val="dk1"/>
          </a:effectRef>
          <a:fontRef idx="minor">
            <a:schemeClr val="lt1"/>
          </a:fontRef>
        </p:style>
        <p:txBody>
          <a:bodyPr rtlCol="0" anchor="ctr"/>
          <a:lstStyle/>
          <a:p>
            <a:pPr algn="ctr"/>
            <a:r>
              <a:rPr lang="zh-CN" altLang="en-US" sz="1200" dirty="0">
                <a:latin typeface="Courier New" panose="02070309020205020404" pitchFamily="49" charset="0"/>
                <a:ea typeface="微软雅黑" panose="020B0503020204020204" pitchFamily="34" charset="-122"/>
              </a:rPr>
              <a:t>应用层报文</a:t>
            </a:r>
          </a:p>
        </p:txBody>
      </p:sp>
      <p:sp>
        <p:nvSpPr>
          <p:cNvPr id="45" name="矩形 44">
            <a:extLst>
              <a:ext uri="{FF2B5EF4-FFF2-40B4-BE49-F238E27FC236}">
                <a16:creationId xmlns:a16="http://schemas.microsoft.com/office/drawing/2014/main" id="{ACD92BDE-48C2-4271-A2D5-3B1AC6EC6B10}"/>
              </a:ext>
            </a:extLst>
          </p:cNvPr>
          <p:cNvSpPr/>
          <p:nvPr/>
        </p:nvSpPr>
        <p:spPr>
          <a:xfrm>
            <a:off x="7323863" y="3839985"/>
            <a:ext cx="1080000" cy="468000"/>
          </a:xfrm>
          <a:prstGeom prst="rect">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zh-CN" altLang="en-US" sz="1200" dirty="0">
                <a:latin typeface="Courier New" panose="02070309020205020404" pitchFamily="49" charset="0"/>
                <a:ea typeface="微软雅黑" panose="020B0503020204020204" pitchFamily="34" charset="-122"/>
              </a:rPr>
              <a:t>运输层首部</a:t>
            </a:r>
          </a:p>
        </p:txBody>
      </p:sp>
      <p:sp>
        <p:nvSpPr>
          <p:cNvPr id="46" name="矩形 45">
            <a:extLst>
              <a:ext uri="{FF2B5EF4-FFF2-40B4-BE49-F238E27FC236}">
                <a16:creationId xmlns:a16="http://schemas.microsoft.com/office/drawing/2014/main" id="{90C2E122-E965-4700-A2C8-8E59FA1C573C}"/>
              </a:ext>
            </a:extLst>
          </p:cNvPr>
          <p:cNvSpPr/>
          <p:nvPr/>
        </p:nvSpPr>
        <p:spPr>
          <a:xfrm>
            <a:off x="8403863" y="4295090"/>
            <a:ext cx="1080000" cy="468000"/>
          </a:xfrm>
          <a:prstGeom prst="rect">
            <a:avLst/>
          </a:prstGeom>
        </p:spPr>
        <p:style>
          <a:lnRef idx="3">
            <a:schemeClr val="lt1"/>
          </a:lnRef>
          <a:fillRef idx="1">
            <a:schemeClr val="dk1"/>
          </a:fillRef>
          <a:effectRef idx="1">
            <a:schemeClr val="dk1"/>
          </a:effectRef>
          <a:fontRef idx="minor">
            <a:schemeClr val="lt1"/>
          </a:fontRef>
        </p:style>
        <p:txBody>
          <a:bodyPr rtlCol="0" anchor="ctr"/>
          <a:lstStyle/>
          <a:p>
            <a:pPr algn="ctr"/>
            <a:r>
              <a:rPr lang="zh-CN" altLang="en-US" sz="1200" dirty="0">
                <a:latin typeface="Courier New" panose="02070309020205020404" pitchFamily="49" charset="0"/>
                <a:ea typeface="微软雅黑" panose="020B0503020204020204" pitchFamily="34" charset="-122"/>
              </a:rPr>
              <a:t>应用层报文</a:t>
            </a:r>
          </a:p>
        </p:txBody>
      </p:sp>
      <p:sp>
        <p:nvSpPr>
          <p:cNvPr id="47" name="矩形 46">
            <a:extLst>
              <a:ext uri="{FF2B5EF4-FFF2-40B4-BE49-F238E27FC236}">
                <a16:creationId xmlns:a16="http://schemas.microsoft.com/office/drawing/2014/main" id="{17EC140A-5445-4731-A73F-B1EAC393FEB6}"/>
              </a:ext>
            </a:extLst>
          </p:cNvPr>
          <p:cNvSpPr/>
          <p:nvPr/>
        </p:nvSpPr>
        <p:spPr>
          <a:xfrm>
            <a:off x="7323863" y="4295090"/>
            <a:ext cx="1080000" cy="468000"/>
          </a:xfrm>
          <a:prstGeom prst="rect">
            <a:avLst/>
          </a:prstGeom>
        </p:spPr>
        <p:style>
          <a:lnRef idx="3">
            <a:schemeClr val="lt1"/>
          </a:lnRef>
          <a:fillRef idx="1">
            <a:schemeClr val="dk1"/>
          </a:fillRef>
          <a:effectRef idx="1">
            <a:schemeClr val="dk1"/>
          </a:effectRef>
          <a:fontRef idx="minor">
            <a:schemeClr val="lt1"/>
          </a:fontRef>
        </p:style>
        <p:txBody>
          <a:bodyPr rtlCol="0" anchor="ctr"/>
          <a:lstStyle/>
          <a:p>
            <a:pPr algn="ctr"/>
            <a:r>
              <a:rPr lang="zh-CN" altLang="en-US" sz="1200" dirty="0">
                <a:latin typeface="Courier New" panose="02070309020205020404" pitchFamily="49" charset="0"/>
                <a:ea typeface="微软雅黑" panose="020B0503020204020204" pitchFamily="34" charset="-122"/>
              </a:rPr>
              <a:t>运输层首部</a:t>
            </a:r>
          </a:p>
        </p:txBody>
      </p:sp>
      <p:sp>
        <p:nvSpPr>
          <p:cNvPr id="48" name="矩形 47">
            <a:extLst>
              <a:ext uri="{FF2B5EF4-FFF2-40B4-BE49-F238E27FC236}">
                <a16:creationId xmlns:a16="http://schemas.microsoft.com/office/drawing/2014/main" id="{4FA6CA5E-4990-481E-BF61-DA2024D2D23D}"/>
              </a:ext>
            </a:extLst>
          </p:cNvPr>
          <p:cNvSpPr/>
          <p:nvPr/>
        </p:nvSpPr>
        <p:spPr>
          <a:xfrm>
            <a:off x="6243863" y="4295090"/>
            <a:ext cx="1080000" cy="468000"/>
          </a:xfrm>
          <a:prstGeom prst="rect">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lang="zh-CN" altLang="en-US" sz="1200" dirty="0">
                <a:latin typeface="Courier New" panose="02070309020205020404" pitchFamily="49" charset="0"/>
                <a:ea typeface="微软雅黑" panose="020B0503020204020204" pitchFamily="34" charset="-122"/>
              </a:rPr>
              <a:t>网络层首部</a:t>
            </a:r>
          </a:p>
        </p:txBody>
      </p:sp>
      <p:sp>
        <p:nvSpPr>
          <p:cNvPr id="49" name="矩形 48">
            <a:extLst>
              <a:ext uri="{FF2B5EF4-FFF2-40B4-BE49-F238E27FC236}">
                <a16:creationId xmlns:a16="http://schemas.microsoft.com/office/drawing/2014/main" id="{51D5677D-166E-48D5-AEE6-E5A58BE7A133}"/>
              </a:ext>
            </a:extLst>
          </p:cNvPr>
          <p:cNvSpPr/>
          <p:nvPr/>
        </p:nvSpPr>
        <p:spPr>
          <a:xfrm>
            <a:off x="8403863" y="4750196"/>
            <a:ext cx="1080000" cy="468000"/>
          </a:xfrm>
          <a:prstGeom prst="rect">
            <a:avLst/>
          </a:prstGeom>
        </p:spPr>
        <p:style>
          <a:lnRef idx="3">
            <a:schemeClr val="lt1"/>
          </a:lnRef>
          <a:fillRef idx="1">
            <a:schemeClr val="dk1"/>
          </a:fillRef>
          <a:effectRef idx="1">
            <a:schemeClr val="dk1"/>
          </a:effectRef>
          <a:fontRef idx="minor">
            <a:schemeClr val="lt1"/>
          </a:fontRef>
        </p:style>
        <p:txBody>
          <a:bodyPr rtlCol="0" anchor="ctr"/>
          <a:lstStyle/>
          <a:p>
            <a:pPr algn="ctr"/>
            <a:r>
              <a:rPr lang="zh-CN" altLang="en-US" sz="1200" dirty="0">
                <a:latin typeface="Courier New" panose="02070309020205020404" pitchFamily="49" charset="0"/>
                <a:ea typeface="微软雅黑" panose="020B0503020204020204" pitchFamily="34" charset="-122"/>
              </a:rPr>
              <a:t>应用层报文</a:t>
            </a:r>
          </a:p>
        </p:txBody>
      </p:sp>
      <p:sp>
        <p:nvSpPr>
          <p:cNvPr id="50" name="矩形 49">
            <a:extLst>
              <a:ext uri="{FF2B5EF4-FFF2-40B4-BE49-F238E27FC236}">
                <a16:creationId xmlns:a16="http://schemas.microsoft.com/office/drawing/2014/main" id="{27CE6730-71D8-46EC-86D5-3BD540A4300A}"/>
              </a:ext>
            </a:extLst>
          </p:cNvPr>
          <p:cNvSpPr/>
          <p:nvPr/>
        </p:nvSpPr>
        <p:spPr>
          <a:xfrm>
            <a:off x="7323863" y="4750196"/>
            <a:ext cx="1080000" cy="468000"/>
          </a:xfrm>
          <a:prstGeom prst="rect">
            <a:avLst/>
          </a:prstGeom>
        </p:spPr>
        <p:style>
          <a:lnRef idx="3">
            <a:schemeClr val="lt1"/>
          </a:lnRef>
          <a:fillRef idx="1">
            <a:schemeClr val="dk1"/>
          </a:fillRef>
          <a:effectRef idx="1">
            <a:schemeClr val="dk1"/>
          </a:effectRef>
          <a:fontRef idx="minor">
            <a:schemeClr val="lt1"/>
          </a:fontRef>
        </p:style>
        <p:txBody>
          <a:bodyPr rtlCol="0" anchor="ctr"/>
          <a:lstStyle/>
          <a:p>
            <a:pPr algn="ctr"/>
            <a:r>
              <a:rPr lang="zh-CN" altLang="en-US" sz="1200" dirty="0">
                <a:latin typeface="Courier New" panose="02070309020205020404" pitchFamily="49" charset="0"/>
                <a:ea typeface="微软雅黑" panose="020B0503020204020204" pitchFamily="34" charset="-122"/>
              </a:rPr>
              <a:t>运输层首部</a:t>
            </a:r>
          </a:p>
        </p:txBody>
      </p:sp>
      <p:sp>
        <p:nvSpPr>
          <p:cNvPr id="51" name="矩形 50">
            <a:extLst>
              <a:ext uri="{FF2B5EF4-FFF2-40B4-BE49-F238E27FC236}">
                <a16:creationId xmlns:a16="http://schemas.microsoft.com/office/drawing/2014/main" id="{B38A2D0D-7A03-49D6-A57E-91E5A295F80A}"/>
              </a:ext>
            </a:extLst>
          </p:cNvPr>
          <p:cNvSpPr/>
          <p:nvPr/>
        </p:nvSpPr>
        <p:spPr>
          <a:xfrm>
            <a:off x="6243863" y="4750196"/>
            <a:ext cx="1080000" cy="468000"/>
          </a:xfrm>
          <a:prstGeom prst="rect">
            <a:avLst/>
          </a:prstGeom>
        </p:spPr>
        <p:style>
          <a:lnRef idx="3">
            <a:schemeClr val="lt1"/>
          </a:lnRef>
          <a:fillRef idx="1">
            <a:schemeClr val="dk1"/>
          </a:fillRef>
          <a:effectRef idx="1">
            <a:schemeClr val="dk1"/>
          </a:effectRef>
          <a:fontRef idx="minor">
            <a:schemeClr val="lt1"/>
          </a:fontRef>
        </p:style>
        <p:txBody>
          <a:bodyPr rtlCol="0" anchor="ctr"/>
          <a:lstStyle/>
          <a:p>
            <a:pPr algn="ctr"/>
            <a:r>
              <a:rPr lang="zh-CN" altLang="en-US" sz="1200" dirty="0">
                <a:latin typeface="Courier New" panose="02070309020205020404" pitchFamily="49" charset="0"/>
                <a:ea typeface="微软雅黑" panose="020B0503020204020204" pitchFamily="34" charset="-122"/>
              </a:rPr>
              <a:t>网络层首部</a:t>
            </a:r>
          </a:p>
        </p:txBody>
      </p:sp>
      <p:sp>
        <p:nvSpPr>
          <p:cNvPr id="52" name="矩形 51">
            <a:extLst>
              <a:ext uri="{FF2B5EF4-FFF2-40B4-BE49-F238E27FC236}">
                <a16:creationId xmlns:a16="http://schemas.microsoft.com/office/drawing/2014/main" id="{5A94C692-249B-4C9E-BFED-7457BF401A03}"/>
              </a:ext>
            </a:extLst>
          </p:cNvPr>
          <p:cNvSpPr/>
          <p:nvPr/>
        </p:nvSpPr>
        <p:spPr>
          <a:xfrm>
            <a:off x="9483863" y="4750196"/>
            <a:ext cx="1080000" cy="468000"/>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zh-CN" altLang="en-US" sz="1200" dirty="0">
                <a:latin typeface="Courier New" panose="02070309020205020404" pitchFamily="49" charset="0"/>
                <a:ea typeface="微软雅黑" panose="020B0503020204020204" pitchFamily="34" charset="-122"/>
              </a:rPr>
              <a:t>链路层尾部</a:t>
            </a:r>
          </a:p>
        </p:txBody>
      </p:sp>
      <p:sp>
        <p:nvSpPr>
          <p:cNvPr id="53" name="矩形 52">
            <a:extLst>
              <a:ext uri="{FF2B5EF4-FFF2-40B4-BE49-F238E27FC236}">
                <a16:creationId xmlns:a16="http://schemas.microsoft.com/office/drawing/2014/main" id="{C595C156-28ED-464E-834E-3227498514BF}"/>
              </a:ext>
            </a:extLst>
          </p:cNvPr>
          <p:cNvSpPr/>
          <p:nvPr/>
        </p:nvSpPr>
        <p:spPr>
          <a:xfrm>
            <a:off x="5163863" y="5218195"/>
            <a:ext cx="5400000" cy="468000"/>
          </a:xfrm>
          <a:prstGeom prst="rect">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zh-CN" altLang="en-US" sz="1200" dirty="0">
                <a:latin typeface="Courier New" panose="02070309020205020404" pitchFamily="49" charset="0"/>
                <a:ea typeface="微软雅黑" panose="020B0503020204020204" pitchFamily="34" charset="-122"/>
              </a:rPr>
              <a:t>比特流</a:t>
            </a:r>
          </a:p>
        </p:txBody>
      </p:sp>
      <p:sp>
        <p:nvSpPr>
          <p:cNvPr id="54" name="箭头: 右 53">
            <a:extLst>
              <a:ext uri="{FF2B5EF4-FFF2-40B4-BE49-F238E27FC236}">
                <a16:creationId xmlns:a16="http://schemas.microsoft.com/office/drawing/2014/main" id="{04832CDC-07B2-4CBC-ABB7-BA06CB8DB1E5}"/>
              </a:ext>
            </a:extLst>
          </p:cNvPr>
          <p:cNvSpPr/>
          <p:nvPr/>
        </p:nvSpPr>
        <p:spPr>
          <a:xfrm>
            <a:off x="4447390" y="4349090"/>
            <a:ext cx="720000" cy="360000"/>
          </a:xfrm>
          <a:prstGeom prst="rightArrow">
            <a:avLst>
              <a:gd name="adj1" fmla="val 68208"/>
              <a:gd name="adj2" fmla="val 71850"/>
            </a:avLst>
          </a:prstGeom>
          <a:ln/>
        </p:spPr>
        <p:style>
          <a:lnRef idx="1">
            <a:schemeClr val="accent5"/>
          </a:lnRef>
          <a:fillRef idx="3">
            <a:schemeClr val="accent5"/>
          </a:fillRef>
          <a:effectRef idx="2">
            <a:schemeClr val="accent5"/>
          </a:effectRef>
          <a:fontRef idx="minor">
            <a:schemeClr val="lt1"/>
          </a:fontRef>
        </p:style>
        <p:txBody>
          <a:bodyPr rtlCol="0" anchor="ctr"/>
          <a:lstStyle/>
          <a:p>
            <a:pPr algn="ctr"/>
            <a:r>
              <a:rPr lang="en-US" altLang="zh-CN" sz="1200" dirty="0">
                <a:latin typeface="Courier New" panose="02070309020205020404" pitchFamily="49" charset="0"/>
                <a:cs typeface="Courier New" panose="02070309020205020404" pitchFamily="49" charset="0"/>
              </a:rPr>
              <a:t>IP</a:t>
            </a:r>
            <a:endParaRPr lang="zh-CN" altLang="en-US" sz="1200" dirty="0">
              <a:latin typeface="Courier New" panose="02070309020205020404" pitchFamily="49" charset="0"/>
              <a:cs typeface="Courier New" panose="02070309020205020404" pitchFamily="49" charset="0"/>
            </a:endParaRPr>
          </a:p>
        </p:txBody>
      </p:sp>
      <p:sp>
        <p:nvSpPr>
          <p:cNvPr id="55" name="箭头: 右 54">
            <a:extLst>
              <a:ext uri="{FF2B5EF4-FFF2-40B4-BE49-F238E27FC236}">
                <a16:creationId xmlns:a16="http://schemas.microsoft.com/office/drawing/2014/main" id="{A07A88F5-3AFE-4380-BCF7-DAAF32937222}"/>
              </a:ext>
            </a:extLst>
          </p:cNvPr>
          <p:cNvSpPr/>
          <p:nvPr/>
        </p:nvSpPr>
        <p:spPr>
          <a:xfrm>
            <a:off x="4438794" y="4804196"/>
            <a:ext cx="720000" cy="360000"/>
          </a:xfrm>
          <a:prstGeom prst="rightArrow">
            <a:avLst>
              <a:gd name="adj1" fmla="val 68208"/>
              <a:gd name="adj2" fmla="val 71850"/>
            </a:avLst>
          </a:prstGeom>
          <a:ln/>
        </p:spPr>
        <p:style>
          <a:lnRef idx="1">
            <a:schemeClr val="accent6"/>
          </a:lnRef>
          <a:fillRef idx="3">
            <a:schemeClr val="accent6"/>
          </a:fillRef>
          <a:effectRef idx="2">
            <a:schemeClr val="accent6"/>
          </a:effectRef>
          <a:fontRef idx="minor">
            <a:schemeClr val="lt1"/>
          </a:fontRef>
        </p:style>
        <p:txBody>
          <a:bodyPr rtlCol="0" anchor="ctr"/>
          <a:lstStyle/>
          <a:p>
            <a:pPr algn="ctr"/>
            <a:r>
              <a:rPr lang="en-US" altLang="zh-CN" sz="1200" dirty="0">
                <a:latin typeface="Courier New" panose="02070309020205020404" pitchFamily="49" charset="0"/>
                <a:cs typeface="Courier New" panose="02070309020205020404" pitchFamily="49" charset="0"/>
              </a:rPr>
              <a:t>MAC</a:t>
            </a:r>
            <a:endParaRPr lang="zh-CN" altLang="en-US" sz="1200" dirty="0">
              <a:latin typeface="Courier New" panose="02070309020205020404" pitchFamily="49" charset="0"/>
              <a:cs typeface="Courier New" panose="02070309020205020404" pitchFamily="49" charset="0"/>
            </a:endParaRPr>
          </a:p>
        </p:txBody>
      </p:sp>
      <p:sp>
        <p:nvSpPr>
          <p:cNvPr id="2" name="矩形 1">
            <a:extLst>
              <a:ext uri="{FF2B5EF4-FFF2-40B4-BE49-F238E27FC236}">
                <a16:creationId xmlns:a16="http://schemas.microsoft.com/office/drawing/2014/main" id="{3C40AB44-4893-E0A4-3303-A5D84D4F8C90}"/>
              </a:ext>
            </a:extLst>
          </p:cNvPr>
          <p:cNvSpPr/>
          <p:nvPr/>
        </p:nvSpPr>
        <p:spPr>
          <a:xfrm>
            <a:off x="5163863" y="4750196"/>
            <a:ext cx="1080000" cy="468000"/>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zh-CN" altLang="en-US" sz="1200" dirty="0">
                <a:latin typeface="Courier New" panose="02070309020205020404" pitchFamily="49" charset="0"/>
                <a:ea typeface="微软雅黑" panose="020B0503020204020204" pitchFamily="34" charset="-122"/>
              </a:rPr>
              <a:t>链路层首部</a:t>
            </a:r>
          </a:p>
        </p:txBody>
      </p:sp>
    </p:spTree>
    <p:extLst>
      <p:ext uri="{BB962C8B-B14F-4D97-AF65-F5344CB8AC3E}">
        <p14:creationId xmlns:p14="http://schemas.microsoft.com/office/powerpoint/2010/main" val="27917554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Char"/>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40AEF2DB-989D-48B5-ADEB-7DDCD2389318}"/>
              </a:ext>
            </a:extLst>
          </p:cNvPr>
          <p:cNvSpPr>
            <a:spLocks noGrp="1"/>
          </p:cNvSpPr>
          <p:nvPr>
            <p:ph type="title"/>
          </p:nvPr>
        </p:nvSpPr>
        <p:spPr/>
        <p:txBody>
          <a:bodyPr/>
          <a:lstStyle/>
          <a:p>
            <a:r>
              <a:rPr lang="zh-CN" altLang="en-US" dirty="0"/>
              <a:t>工作流</a:t>
            </a:r>
          </a:p>
        </p:txBody>
      </p:sp>
      <p:sp>
        <p:nvSpPr>
          <p:cNvPr id="10" name="文本占位符 9">
            <a:extLst>
              <a:ext uri="{FF2B5EF4-FFF2-40B4-BE49-F238E27FC236}">
                <a16:creationId xmlns:a16="http://schemas.microsoft.com/office/drawing/2014/main" id="{32B2F8F3-D99A-449A-8B6B-1E3C31DB487F}"/>
              </a:ext>
            </a:extLst>
          </p:cNvPr>
          <p:cNvSpPr>
            <a:spLocks noGrp="1"/>
          </p:cNvSpPr>
          <p:nvPr>
            <p:ph type="body" sz="quarter" idx="11"/>
          </p:nvPr>
        </p:nvSpPr>
        <p:spPr/>
        <p:txBody>
          <a:bodyPr/>
          <a:lstStyle/>
          <a:p>
            <a:r>
              <a:rPr lang="en-US" altLang="zh-CN" dirty="0"/>
              <a:t>Workflow</a:t>
            </a:r>
            <a:endParaRPr lang="zh-CN" altLang="en-US" dirty="0"/>
          </a:p>
        </p:txBody>
      </p:sp>
      <p:sp>
        <p:nvSpPr>
          <p:cNvPr id="7" name="文本占位符 6">
            <a:extLst>
              <a:ext uri="{FF2B5EF4-FFF2-40B4-BE49-F238E27FC236}">
                <a16:creationId xmlns:a16="http://schemas.microsoft.com/office/drawing/2014/main" id="{7CC2AF5E-F0C0-41C8-BABF-B68F68ABC209}"/>
              </a:ext>
            </a:extLst>
          </p:cNvPr>
          <p:cNvSpPr>
            <a:spLocks noGrp="1"/>
          </p:cNvSpPr>
          <p:nvPr>
            <p:ph type="body" sz="quarter" idx="12"/>
          </p:nvPr>
        </p:nvSpPr>
        <p:spPr/>
        <p:txBody>
          <a:bodyPr/>
          <a:lstStyle/>
          <a:p>
            <a:endParaRPr lang="zh-CN" altLang="en-US" dirty="0"/>
          </a:p>
        </p:txBody>
      </p:sp>
      <p:grpSp>
        <p:nvGrpSpPr>
          <p:cNvPr id="19" name="组合 18">
            <a:extLst>
              <a:ext uri="{FF2B5EF4-FFF2-40B4-BE49-F238E27FC236}">
                <a16:creationId xmlns:a16="http://schemas.microsoft.com/office/drawing/2014/main" id="{BA2BB71D-ED88-42E6-AF06-FB57E582E960}"/>
              </a:ext>
            </a:extLst>
          </p:cNvPr>
          <p:cNvGrpSpPr/>
          <p:nvPr/>
        </p:nvGrpSpPr>
        <p:grpSpPr>
          <a:xfrm>
            <a:off x="1465316" y="3443540"/>
            <a:ext cx="1440000" cy="2401807"/>
            <a:chOff x="1134908" y="3137945"/>
            <a:chExt cx="1800000" cy="2401807"/>
          </a:xfrm>
          <a:solidFill>
            <a:schemeClr val="accent2"/>
          </a:solidFill>
        </p:grpSpPr>
        <p:sp>
          <p:nvSpPr>
            <p:cNvPr id="20" name="立方体 19">
              <a:extLst>
                <a:ext uri="{FF2B5EF4-FFF2-40B4-BE49-F238E27FC236}">
                  <a16:creationId xmlns:a16="http://schemas.microsoft.com/office/drawing/2014/main" id="{85AFE816-EDB9-4B1B-92C2-D8C6ECA9C1EA}"/>
                </a:ext>
              </a:extLst>
            </p:cNvPr>
            <p:cNvSpPr/>
            <p:nvPr/>
          </p:nvSpPr>
          <p:spPr>
            <a:xfrm>
              <a:off x="1134908" y="4963752"/>
              <a:ext cx="1800000" cy="576000"/>
            </a:xfrm>
            <a:prstGeom prst="cube">
              <a:avLst/>
            </a:prstGeom>
            <a:grp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zh-CN" altLang="en-US" sz="1200" dirty="0">
                  <a:solidFill>
                    <a:schemeClr val="bg1"/>
                  </a:solidFill>
                  <a:latin typeface="微软雅黑 Light" panose="020B0502040204020203" pitchFamily="34" charset="-122"/>
                  <a:ea typeface="微软雅黑" panose="020B0503020204020204" pitchFamily="34" charset="-122"/>
                </a:rPr>
                <a:t>物理层</a:t>
              </a:r>
            </a:p>
          </p:txBody>
        </p:sp>
        <p:sp>
          <p:nvSpPr>
            <p:cNvPr id="21" name="立方体 20">
              <a:extLst>
                <a:ext uri="{FF2B5EF4-FFF2-40B4-BE49-F238E27FC236}">
                  <a16:creationId xmlns:a16="http://schemas.microsoft.com/office/drawing/2014/main" id="{FCB7FBC7-3A41-4FC8-BCB4-C289359EDEF8}"/>
                </a:ext>
              </a:extLst>
            </p:cNvPr>
            <p:cNvSpPr/>
            <p:nvPr/>
          </p:nvSpPr>
          <p:spPr>
            <a:xfrm>
              <a:off x="1134908" y="4507301"/>
              <a:ext cx="1800000" cy="576000"/>
            </a:xfrm>
            <a:prstGeom prst="cube">
              <a:avLst/>
            </a:prstGeom>
            <a:grp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zh-CN" altLang="en-US" sz="1200" dirty="0">
                  <a:solidFill>
                    <a:schemeClr val="bg1"/>
                  </a:solidFill>
                  <a:latin typeface="微软雅黑 Light" panose="020B0502040204020203" pitchFamily="34" charset="-122"/>
                  <a:ea typeface="微软雅黑" panose="020B0503020204020204" pitchFamily="34" charset="-122"/>
                </a:rPr>
                <a:t>数据链路层</a:t>
              </a:r>
            </a:p>
          </p:txBody>
        </p:sp>
        <p:sp>
          <p:nvSpPr>
            <p:cNvPr id="23" name="立方体 22">
              <a:extLst>
                <a:ext uri="{FF2B5EF4-FFF2-40B4-BE49-F238E27FC236}">
                  <a16:creationId xmlns:a16="http://schemas.microsoft.com/office/drawing/2014/main" id="{6261363B-9C6F-485D-AFC7-353473C16985}"/>
                </a:ext>
              </a:extLst>
            </p:cNvPr>
            <p:cNvSpPr/>
            <p:nvPr/>
          </p:nvSpPr>
          <p:spPr>
            <a:xfrm>
              <a:off x="1134908" y="4050849"/>
              <a:ext cx="1800000" cy="576000"/>
            </a:xfrm>
            <a:prstGeom prst="cube">
              <a:avLst/>
            </a:prstGeom>
            <a:grp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zh-CN" altLang="en-US" sz="1200" dirty="0">
                  <a:solidFill>
                    <a:schemeClr val="bg1"/>
                  </a:solidFill>
                  <a:latin typeface="微软雅黑 Light" panose="020B0502040204020203" pitchFamily="34" charset="-122"/>
                  <a:ea typeface="微软雅黑" panose="020B0503020204020204" pitchFamily="34" charset="-122"/>
                </a:rPr>
                <a:t>网络层</a:t>
              </a:r>
            </a:p>
          </p:txBody>
        </p:sp>
        <p:sp>
          <p:nvSpPr>
            <p:cNvPr id="24" name="立方体 23">
              <a:extLst>
                <a:ext uri="{FF2B5EF4-FFF2-40B4-BE49-F238E27FC236}">
                  <a16:creationId xmlns:a16="http://schemas.microsoft.com/office/drawing/2014/main" id="{64ED3722-6ADE-414F-A21B-C77DA72C3787}"/>
                </a:ext>
              </a:extLst>
            </p:cNvPr>
            <p:cNvSpPr/>
            <p:nvPr/>
          </p:nvSpPr>
          <p:spPr>
            <a:xfrm>
              <a:off x="1134908" y="3594397"/>
              <a:ext cx="1800000" cy="576000"/>
            </a:xfrm>
            <a:prstGeom prst="cube">
              <a:avLst/>
            </a:prstGeom>
            <a:grp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zh-CN" altLang="en-US" sz="1200" dirty="0">
                  <a:solidFill>
                    <a:schemeClr val="bg1"/>
                  </a:solidFill>
                  <a:latin typeface="微软雅黑 Light" panose="020B0502040204020203" pitchFamily="34" charset="-122"/>
                  <a:ea typeface="微软雅黑" panose="020B0503020204020204" pitchFamily="34" charset="-122"/>
                </a:rPr>
                <a:t>运输层</a:t>
              </a:r>
            </a:p>
          </p:txBody>
        </p:sp>
        <p:sp>
          <p:nvSpPr>
            <p:cNvPr id="29" name="立方体 28">
              <a:extLst>
                <a:ext uri="{FF2B5EF4-FFF2-40B4-BE49-F238E27FC236}">
                  <a16:creationId xmlns:a16="http://schemas.microsoft.com/office/drawing/2014/main" id="{91C06184-0F81-474A-ACB0-F1829DB42824}"/>
                </a:ext>
              </a:extLst>
            </p:cNvPr>
            <p:cNvSpPr/>
            <p:nvPr/>
          </p:nvSpPr>
          <p:spPr>
            <a:xfrm>
              <a:off x="1134908" y="3137945"/>
              <a:ext cx="1800000" cy="576000"/>
            </a:xfrm>
            <a:prstGeom prst="cube">
              <a:avLst/>
            </a:prstGeom>
            <a:grp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zh-CN" altLang="en-US" sz="1200" dirty="0">
                  <a:solidFill>
                    <a:schemeClr val="bg1"/>
                  </a:solidFill>
                  <a:latin typeface="微软雅黑 Light" panose="020B0502040204020203" pitchFamily="34" charset="-122"/>
                  <a:ea typeface="微软雅黑" panose="020B0503020204020204" pitchFamily="34" charset="-122"/>
                </a:rPr>
                <a:t>应用层</a:t>
              </a:r>
            </a:p>
          </p:txBody>
        </p:sp>
      </p:grpSp>
      <p:grpSp>
        <p:nvGrpSpPr>
          <p:cNvPr id="31" name="组合 30">
            <a:extLst>
              <a:ext uri="{FF2B5EF4-FFF2-40B4-BE49-F238E27FC236}">
                <a16:creationId xmlns:a16="http://schemas.microsoft.com/office/drawing/2014/main" id="{059632AE-8E13-4AC0-BD50-38C62F1D1B66}"/>
              </a:ext>
            </a:extLst>
          </p:cNvPr>
          <p:cNvGrpSpPr/>
          <p:nvPr/>
        </p:nvGrpSpPr>
        <p:grpSpPr>
          <a:xfrm>
            <a:off x="9223019" y="3443540"/>
            <a:ext cx="1440000" cy="2401807"/>
            <a:chOff x="1134908" y="3137945"/>
            <a:chExt cx="1800000" cy="2401807"/>
          </a:xfrm>
          <a:solidFill>
            <a:schemeClr val="accent2"/>
          </a:solidFill>
        </p:grpSpPr>
        <p:sp>
          <p:nvSpPr>
            <p:cNvPr id="32" name="立方体 31">
              <a:extLst>
                <a:ext uri="{FF2B5EF4-FFF2-40B4-BE49-F238E27FC236}">
                  <a16:creationId xmlns:a16="http://schemas.microsoft.com/office/drawing/2014/main" id="{5DFD74D3-7ADA-409B-AA33-E771D0939FBE}"/>
                </a:ext>
              </a:extLst>
            </p:cNvPr>
            <p:cNvSpPr/>
            <p:nvPr/>
          </p:nvSpPr>
          <p:spPr>
            <a:xfrm>
              <a:off x="1134908" y="4963752"/>
              <a:ext cx="1800000" cy="576000"/>
            </a:xfrm>
            <a:prstGeom prst="cube">
              <a:avLst/>
            </a:prstGeom>
            <a:grp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zh-CN" altLang="en-US" sz="1200" dirty="0">
                  <a:solidFill>
                    <a:schemeClr val="bg1"/>
                  </a:solidFill>
                  <a:latin typeface="微软雅黑 Light" panose="020B0502040204020203" pitchFamily="34" charset="-122"/>
                  <a:ea typeface="微软雅黑" panose="020B0503020204020204" pitchFamily="34" charset="-122"/>
                </a:rPr>
                <a:t>物理层</a:t>
              </a:r>
            </a:p>
          </p:txBody>
        </p:sp>
        <p:sp>
          <p:nvSpPr>
            <p:cNvPr id="38" name="立方体 37">
              <a:extLst>
                <a:ext uri="{FF2B5EF4-FFF2-40B4-BE49-F238E27FC236}">
                  <a16:creationId xmlns:a16="http://schemas.microsoft.com/office/drawing/2014/main" id="{31685A24-256D-4AA9-8BBC-C688265182C5}"/>
                </a:ext>
              </a:extLst>
            </p:cNvPr>
            <p:cNvSpPr/>
            <p:nvPr/>
          </p:nvSpPr>
          <p:spPr>
            <a:xfrm>
              <a:off x="1134908" y="4507301"/>
              <a:ext cx="1800000" cy="576000"/>
            </a:xfrm>
            <a:prstGeom prst="cube">
              <a:avLst/>
            </a:prstGeom>
            <a:grp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zh-CN" altLang="en-US" sz="1200" dirty="0">
                  <a:solidFill>
                    <a:schemeClr val="bg1"/>
                  </a:solidFill>
                  <a:latin typeface="微软雅黑 Light" panose="020B0502040204020203" pitchFamily="34" charset="-122"/>
                  <a:ea typeface="微软雅黑" panose="020B0503020204020204" pitchFamily="34" charset="-122"/>
                </a:rPr>
                <a:t>数据链路层</a:t>
              </a:r>
            </a:p>
          </p:txBody>
        </p:sp>
        <p:sp>
          <p:nvSpPr>
            <p:cNvPr id="39" name="立方体 38">
              <a:extLst>
                <a:ext uri="{FF2B5EF4-FFF2-40B4-BE49-F238E27FC236}">
                  <a16:creationId xmlns:a16="http://schemas.microsoft.com/office/drawing/2014/main" id="{E6A4DA72-BA88-4CB1-9354-47B91DF600CB}"/>
                </a:ext>
              </a:extLst>
            </p:cNvPr>
            <p:cNvSpPr/>
            <p:nvPr/>
          </p:nvSpPr>
          <p:spPr>
            <a:xfrm>
              <a:off x="1134908" y="4050849"/>
              <a:ext cx="1800000" cy="576000"/>
            </a:xfrm>
            <a:prstGeom prst="cube">
              <a:avLst/>
            </a:prstGeom>
            <a:grp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zh-CN" altLang="en-US" sz="1200" dirty="0">
                  <a:solidFill>
                    <a:schemeClr val="bg1"/>
                  </a:solidFill>
                  <a:latin typeface="微软雅黑 Light" panose="020B0502040204020203" pitchFamily="34" charset="-122"/>
                  <a:ea typeface="微软雅黑" panose="020B0503020204020204" pitchFamily="34" charset="-122"/>
                </a:rPr>
                <a:t>网络层</a:t>
              </a:r>
            </a:p>
          </p:txBody>
        </p:sp>
        <p:sp>
          <p:nvSpPr>
            <p:cNvPr id="40" name="立方体 39">
              <a:extLst>
                <a:ext uri="{FF2B5EF4-FFF2-40B4-BE49-F238E27FC236}">
                  <a16:creationId xmlns:a16="http://schemas.microsoft.com/office/drawing/2014/main" id="{98F1F663-1C46-4EAC-A3F7-A5E423D3B366}"/>
                </a:ext>
              </a:extLst>
            </p:cNvPr>
            <p:cNvSpPr/>
            <p:nvPr/>
          </p:nvSpPr>
          <p:spPr>
            <a:xfrm>
              <a:off x="1134908" y="3594397"/>
              <a:ext cx="1800000" cy="576000"/>
            </a:xfrm>
            <a:prstGeom prst="cube">
              <a:avLst/>
            </a:prstGeom>
            <a:grp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zh-CN" altLang="en-US" sz="1200" dirty="0">
                  <a:solidFill>
                    <a:schemeClr val="bg1"/>
                  </a:solidFill>
                  <a:latin typeface="微软雅黑 Light" panose="020B0502040204020203" pitchFamily="34" charset="-122"/>
                  <a:ea typeface="微软雅黑" panose="020B0503020204020204" pitchFamily="34" charset="-122"/>
                </a:rPr>
                <a:t>运输层</a:t>
              </a:r>
            </a:p>
          </p:txBody>
        </p:sp>
        <p:sp>
          <p:nvSpPr>
            <p:cNvPr id="41" name="立方体 40">
              <a:extLst>
                <a:ext uri="{FF2B5EF4-FFF2-40B4-BE49-F238E27FC236}">
                  <a16:creationId xmlns:a16="http://schemas.microsoft.com/office/drawing/2014/main" id="{35958D97-6205-4CEC-A03E-A183259F35F7}"/>
                </a:ext>
              </a:extLst>
            </p:cNvPr>
            <p:cNvSpPr/>
            <p:nvPr/>
          </p:nvSpPr>
          <p:spPr>
            <a:xfrm>
              <a:off x="1134908" y="3137945"/>
              <a:ext cx="1800000" cy="576000"/>
            </a:xfrm>
            <a:prstGeom prst="cube">
              <a:avLst/>
            </a:prstGeom>
            <a:grp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zh-CN" altLang="en-US" sz="1200" dirty="0">
                  <a:solidFill>
                    <a:schemeClr val="bg1"/>
                  </a:solidFill>
                  <a:latin typeface="微软雅黑 Light" panose="020B0502040204020203" pitchFamily="34" charset="-122"/>
                  <a:ea typeface="微软雅黑" panose="020B0503020204020204" pitchFamily="34" charset="-122"/>
                </a:rPr>
                <a:t>应用层</a:t>
              </a:r>
            </a:p>
          </p:txBody>
        </p:sp>
      </p:grpSp>
      <p:grpSp>
        <p:nvGrpSpPr>
          <p:cNvPr id="42" name="组合 41">
            <a:extLst>
              <a:ext uri="{FF2B5EF4-FFF2-40B4-BE49-F238E27FC236}">
                <a16:creationId xmlns:a16="http://schemas.microsoft.com/office/drawing/2014/main" id="{E69B35D3-BF80-4346-A4A6-851552071298}"/>
              </a:ext>
            </a:extLst>
          </p:cNvPr>
          <p:cNvGrpSpPr/>
          <p:nvPr/>
        </p:nvGrpSpPr>
        <p:grpSpPr>
          <a:xfrm>
            <a:off x="3691724" y="4356444"/>
            <a:ext cx="1440000" cy="1488903"/>
            <a:chOff x="1134908" y="4050849"/>
            <a:chExt cx="1800000" cy="1488903"/>
          </a:xfrm>
          <a:solidFill>
            <a:schemeClr val="accent2"/>
          </a:solidFill>
        </p:grpSpPr>
        <p:sp>
          <p:nvSpPr>
            <p:cNvPr id="43" name="立方体 42">
              <a:extLst>
                <a:ext uri="{FF2B5EF4-FFF2-40B4-BE49-F238E27FC236}">
                  <a16:creationId xmlns:a16="http://schemas.microsoft.com/office/drawing/2014/main" id="{8BAAE44A-9508-4059-B1CC-17BCFE6341A6}"/>
                </a:ext>
              </a:extLst>
            </p:cNvPr>
            <p:cNvSpPr/>
            <p:nvPr/>
          </p:nvSpPr>
          <p:spPr>
            <a:xfrm>
              <a:off x="1134908" y="4963752"/>
              <a:ext cx="1800000" cy="576000"/>
            </a:xfrm>
            <a:prstGeom prst="cube">
              <a:avLst/>
            </a:prstGeom>
            <a:ln/>
          </p:spPr>
          <p:style>
            <a:lnRef idx="1">
              <a:schemeClr val="accent3"/>
            </a:lnRef>
            <a:fillRef idx="3">
              <a:schemeClr val="accent3"/>
            </a:fillRef>
            <a:effectRef idx="2">
              <a:schemeClr val="accent3"/>
            </a:effectRef>
            <a:fontRef idx="minor">
              <a:schemeClr val="lt1"/>
            </a:fontRef>
          </p:style>
          <p:txBody>
            <a:bodyPr rtlCol="0" anchor="ctr"/>
            <a:lstStyle/>
            <a:p>
              <a:pPr algn="ctr"/>
              <a:r>
                <a:rPr lang="zh-CN" altLang="en-US" sz="1200" dirty="0">
                  <a:solidFill>
                    <a:schemeClr val="bg1"/>
                  </a:solidFill>
                  <a:latin typeface="微软雅黑 Light" panose="020B0502040204020203" pitchFamily="34" charset="-122"/>
                  <a:ea typeface="微软雅黑" panose="020B0503020204020204" pitchFamily="34" charset="-122"/>
                </a:rPr>
                <a:t>物理层</a:t>
              </a:r>
            </a:p>
          </p:txBody>
        </p:sp>
        <p:sp>
          <p:nvSpPr>
            <p:cNvPr id="44" name="立方体 43">
              <a:extLst>
                <a:ext uri="{FF2B5EF4-FFF2-40B4-BE49-F238E27FC236}">
                  <a16:creationId xmlns:a16="http://schemas.microsoft.com/office/drawing/2014/main" id="{8108A078-F808-4A99-905C-67791F869EA2}"/>
                </a:ext>
              </a:extLst>
            </p:cNvPr>
            <p:cNvSpPr/>
            <p:nvPr/>
          </p:nvSpPr>
          <p:spPr>
            <a:xfrm>
              <a:off x="1134908" y="4507301"/>
              <a:ext cx="1800000" cy="576000"/>
            </a:xfrm>
            <a:prstGeom prst="cube">
              <a:avLst/>
            </a:prstGeom>
            <a:ln/>
          </p:spPr>
          <p:style>
            <a:lnRef idx="1">
              <a:schemeClr val="accent3"/>
            </a:lnRef>
            <a:fillRef idx="3">
              <a:schemeClr val="accent3"/>
            </a:fillRef>
            <a:effectRef idx="2">
              <a:schemeClr val="accent3"/>
            </a:effectRef>
            <a:fontRef idx="minor">
              <a:schemeClr val="lt1"/>
            </a:fontRef>
          </p:style>
          <p:txBody>
            <a:bodyPr rtlCol="0" anchor="ctr"/>
            <a:lstStyle/>
            <a:p>
              <a:pPr algn="ctr"/>
              <a:r>
                <a:rPr lang="zh-CN" altLang="en-US" sz="1200" dirty="0">
                  <a:solidFill>
                    <a:schemeClr val="bg1"/>
                  </a:solidFill>
                  <a:latin typeface="微软雅黑 Light" panose="020B0502040204020203" pitchFamily="34" charset="-122"/>
                  <a:ea typeface="微软雅黑" panose="020B0503020204020204" pitchFamily="34" charset="-122"/>
                </a:rPr>
                <a:t>数据链路层</a:t>
              </a:r>
            </a:p>
          </p:txBody>
        </p:sp>
        <p:sp>
          <p:nvSpPr>
            <p:cNvPr id="45" name="立方体 44">
              <a:extLst>
                <a:ext uri="{FF2B5EF4-FFF2-40B4-BE49-F238E27FC236}">
                  <a16:creationId xmlns:a16="http://schemas.microsoft.com/office/drawing/2014/main" id="{2A7E08B0-36C8-4FC1-89E7-675B61339881}"/>
                </a:ext>
              </a:extLst>
            </p:cNvPr>
            <p:cNvSpPr/>
            <p:nvPr/>
          </p:nvSpPr>
          <p:spPr>
            <a:xfrm>
              <a:off x="1134908" y="4050849"/>
              <a:ext cx="1800000" cy="576000"/>
            </a:xfrm>
            <a:prstGeom prst="cube">
              <a:avLst/>
            </a:prstGeom>
            <a:ln/>
          </p:spPr>
          <p:style>
            <a:lnRef idx="1">
              <a:schemeClr val="accent3"/>
            </a:lnRef>
            <a:fillRef idx="3">
              <a:schemeClr val="accent3"/>
            </a:fillRef>
            <a:effectRef idx="2">
              <a:schemeClr val="accent3"/>
            </a:effectRef>
            <a:fontRef idx="minor">
              <a:schemeClr val="lt1"/>
            </a:fontRef>
          </p:style>
          <p:txBody>
            <a:bodyPr rtlCol="0" anchor="ctr"/>
            <a:lstStyle/>
            <a:p>
              <a:pPr algn="ctr"/>
              <a:r>
                <a:rPr lang="zh-CN" altLang="en-US" sz="1200" dirty="0">
                  <a:solidFill>
                    <a:schemeClr val="bg1"/>
                  </a:solidFill>
                  <a:latin typeface="微软雅黑 Light" panose="020B0502040204020203" pitchFamily="34" charset="-122"/>
                  <a:ea typeface="微软雅黑" panose="020B0503020204020204" pitchFamily="34" charset="-122"/>
                </a:rPr>
                <a:t>网络层</a:t>
              </a:r>
            </a:p>
          </p:txBody>
        </p:sp>
      </p:grpSp>
      <p:grpSp>
        <p:nvGrpSpPr>
          <p:cNvPr id="50" name="组合 49">
            <a:extLst>
              <a:ext uri="{FF2B5EF4-FFF2-40B4-BE49-F238E27FC236}">
                <a16:creationId xmlns:a16="http://schemas.microsoft.com/office/drawing/2014/main" id="{EB1B0F85-F424-4FF4-BD79-7C9BFC5F8CE3}"/>
              </a:ext>
            </a:extLst>
          </p:cNvPr>
          <p:cNvGrpSpPr/>
          <p:nvPr/>
        </p:nvGrpSpPr>
        <p:grpSpPr>
          <a:xfrm>
            <a:off x="6996608" y="4356444"/>
            <a:ext cx="1440000" cy="1488903"/>
            <a:chOff x="1134908" y="4050849"/>
            <a:chExt cx="1800000" cy="1488903"/>
          </a:xfrm>
          <a:solidFill>
            <a:schemeClr val="accent2"/>
          </a:solidFill>
        </p:grpSpPr>
        <p:sp>
          <p:nvSpPr>
            <p:cNvPr id="51" name="立方体 50">
              <a:extLst>
                <a:ext uri="{FF2B5EF4-FFF2-40B4-BE49-F238E27FC236}">
                  <a16:creationId xmlns:a16="http://schemas.microsoft.com/office/drawing/2014/main" id="{C413F064-70A4-4574-8724-117FC7B6C233}"/>
                </a:ext>
              </a:extLst>
            </p:cNvPr>
            <p:cNvSpPr/>
            <p:nvPr/>
          </p:nvSpPr>
          <p:spPr>
            <a:xfrm>
              <a:off x="1134908" y="4963752"/>
              <a:ext cx="1800000" cy="576000"/>
            </a:xfrm>
            <a:prstGeom prst="cube">
              <a:avLst/>
            </a:prstGeom>
            <a:ln/>
          </p:spPr>
          <p:style>
            <a:lnRef idx="1">
              <a:schemeClr val="accent3"/>
            </a:lnRef>
            <a:fillRef idx="3">
              <a:schemeClr val="accent3"/>
            </a:fillRef>
            <a:effectRef idx="2">
              <a:schemeClr val="accent3"/>
            </a:effectRef>
            <a:fontRef idx="minor">
              <a:schemeClr val="lt1"/>
            </a:fontRef>
          </p:style>
          <p:txBody>
            <a:bodyPr rtlCol="0" anchor="ctr"/>
            <a:lstStyle/>
            <a:p>
              <a:pPr algn="ctr"/>
              <a:r>
                <a:rPr lang="zh-CN" altLang="en-US" sz="1200" dirty="0">
                  <a:solidFill>
                    <a:schemeClr val="bg1"/>
                  </a:solidFill>
                  <a:latin typeface="微软雅黑 Light" panose="020B0502040204020203" pitchFamily="34" charset="-122"/>
                  <a:ea typeface="微软雅黑" panose="020B0503020204020204" pitchFamily="34" charset="-122"/>
                </a:rPr>
                <a:t>物理层</a:t>
              </a:r>
            </a:p>
          </p:txBody>
        </p:sp>
        <p:sp>
          <p:nvSpPr>
            <p:cNvPr id="52" name="立方体 51">
              <a:extLst>
                <a:ext uri="{FF2B5EF4-FFF2-40B4-BE49-F238E27FC236}">
                  <a16:creationId xmlns:a16="http://schemas.microsoft.com/office/drawing/2014/main" id="{ABAF8EF4-0B6E-4002-BCC0-053E3DBCC96D}"/>
                </a:ext>
              </a:extLst>
            </p:cNvPr>
            <p:cNvSpPr/>
            <p:nvPr/>
          </p:nvSpPr>
          <p:spPr>
            <a:xfrm>
              <a:off x="1134908" y="4507301"/>
              <a:ext cx="1800000" cy="576000"/>
            </a:xfrm>
            <a:prstGeom prst="cube">
              <a:avLst/>
            </a:prstGeom>
            <a:ln/>
          </p:spPr>
          <p:style>
            <a:lnRef idx="1">
              <a:schemeClr val="accent3"/>
            </a:lnRef>
            <a:fillRef idx="3">
              <a:schemeClr val="accent3"/>
            </a:fillRef>
            <a:effectRef idx="2">
              <a:schemeClr val="accent3"/>
            </a:effectRef>
            <a:fontRef idx="minor">
              <a:schemeClr val="lt1"/>
            </a:fontRef>
          </p:style>
          <p:txBody>
            <a:bodyPr rtlCol="0" anchor="ctr"/>
            <a:lstStyle/>
            <a:p>
              <a:pPr algn="ctr"/>
              <a:r>
                <a:rPr lang="zh-CN" altLang="en-US" sz="1200" dirty="0">
                  <a:solidFill>
                    <a:schemeClr val="bg1"/>
                  </a:solidFill>
                  <a:latin typeface="微软雅黑 Light" panose="020B0502040204020203" pitchFamily="34" charset="-122"/>
                  <a:ea typeface="微软雅黑" panose="020B0503020204020204" pitchFamily="34" charset="-122"/>
                </a:rPr>
                <a:t>数据链路层</a:t>
              </a:r>
            </a:p>
          </p:txBody>
        </p:sp>
        <p:sp>
          <p:nvSpPr>
            <p:cNvPr id="53" name="立方体 52">
              <a:extLst>
                <a:ext uri="{FF2B5EF4-FFF2-40B4-BE49-F238E27FC236}">
                  <a16:creationId xmlns:a16="http://schemas.microsoft.com/office/drawing/2014/main" id="{0EE03D0C-6641-4842-8731-CD99BA6C43BB}"/>
                </a:ext>
              </a:extLst>
            </p:cNvPr>
            <p:cNvSpPr/>
            <p:nvPr/>
          </p:nvSpPr>
          <p:spPr>
            <a:xfrm>
              <a:off x="1134908" y="4050849"/>
              <a:ext cx="1800000" cy="576000"/>
            </a:xfrm>
            <a:prstGeom prst="cube">
              <a:avLst/>
            </a:prstGeom>
            <a:ln/>
          </p:spPr>
          <p:style>
            <a:lnRef idx="1">
              <a:schemeClr val="accent3"/>
            </a:lnRef>
            <a:fillRef idx="3">
              <a:schemeClr val="accent3"/>
            </a:fillRef>
            <a:effectRef idx="2">
              <a:schemeClr val="accent3"/>
            </a:effectRef>
            <a:fontRef idx="minor">
              <a:schemeClr val="lt1"/>
            </a:fontRef>
          </p:style>
          <p:txBody>
            <a:bodyPr rtlCol="0" anchor="ctr"/>
            <a:lstStyle/>
            <a:p>
              <a:pPr algn="ctr"/>
              <a:r>
                <a:rPr lang="zh-CN" altLang="en-US" sz="1200" dirty="0">
                  <a:solidFill>
                    <a:schemeClr val="bg1"/>
                  </a:solidFill>
                  <a:latin typeface="微软雅黑 Light" panose="020B0502040204020203" pitchFamily="34" charset="-122"/>
                  <a:ea typeface="微软雅黑" panose="020B0503020204020204" pitchFamily="34" charset="-122"/>
                </a:rPr>
                <a:t>网络层</a:t>
              </a:r>
            </a:p>
          </p:txBody>
        </p:sp>
      </p:grpSp>
      <p:sp>
        <p:nvSpPr>
          <p:cNvPr id="54" name="箭头: 下 53">
            <a:extLst>
              <a:ext uri="{FF2B5EF4-FFF2-40B4-BE49-F238E27FC236}">
                <a16:creationId xmlns:a16="http://schemas.microsoft.com/office/drawing/2014/main" id="{26884F0E-2DB8-4234-AA60-66ADD22B5D1A}"/>
              </a:ext>
            </a:extLst>
          </p:cNvPr>
          <p:cNvSpPr/>
          <p:nvPr/>
        </p:nvSpPr>
        <p:spPr>
          <a:xfrm rot="16200000">
            <a:off x="3208520" y="4882390"/>
            <a:ext cx="180000" cy="444930"/>
          </a:xfrm>
          <a:prstGeom prst="downArrow">
            <a:avLst/>
          </a:prstGeom>
        </p:spPr>
        <p:style>
          <a:lnRef idx="0">
            <a:schemeClr val="accent3"/>
          </a:lnRef>
          <a:fillRef idx="3">
            <a:schemeClr val="accent3"/>
          </a:fillRef>
          <a:effectRef idx="3">
            <a:schemeClr val="accent3"/>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55" name="箭头: 下 54">
            <a:extLst>
              <a:ext uri="{FF2B5EF4-FFF2-40B4-BE49-F238E27FC236}">
                <a16:creationId xmlns:a16="http://schemas.microsoft.com/office/drawing/2014/main" id="{B0FCF6E6-6A05-4CA7-98ED-1D39591BB010}"/>
              </a:ext>
            </a:extLst>
          </p:cNvPr>
          <p:cNvSpPr/>
          <p:nvPr/>
        </p:nvSpPr>
        <p:spPr>
          <a:xfrm rot="16200000">
            <a:off x="5434928" y="4882391"/>
            <a:ext cx="180000" cy="444930"/>
          </a:xfrm>
          <a:prstGeom prst="downArrow">
            <a:avLst/>
          </a:prstGeom>
        </p:spPr>
        <p:style>
          <a:lnRef idx="0">
            <a:schemeClr val="accent3"/>
          </a:lnRef>
          <a:fillRef idx="3">
            <a:schemeClr val="accent3"/>
          </a:fillRef>
          <a:effectRef idx="3">
            <a:schemeClr val="accent3"/>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56" name="箭头: 下 55">
            <a:extLst>
              <a:ext uri="{FF2B5EF4-FFF2-40B4-BE49-F238E27FC236}">
                <a16:creationId xmlns:a16="http://schemas.microsoft.com/office/drawing/2014/main" id="{5A3B2D74-55CA-40EE-9241-BAF273F2BE47}"/>
              </a:ext>
            </a:extLst>
          </p:cNvPr>
          <p:cNvSpPr/>
          <p:nvPr/>
        </p:nvSpPr>
        <p:spPr>
          <a:xfrm rot="16200000">
            <a:off x="6513404" y="4882391"/>
            <a:ext cx="180000" cy="444930"/>
          </a:xfrm>
          <a:prstGeom prst="downArrow">
            <a:avLst/>
          </a:prstGeom>
        </p:spPr>
        <p:style>
          <a:lnRef idx="0">
            <a:schemeClr val="accent3"/>
          </a:lnRef>
          <a:fillRef idx="3">
            <a:schemeClr val="accent3"/>
          </a:fillRef>
          <a:effectRef idx="3">
            <a:schemeClr val="accent3"/>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57" name="箭头: 下 56">
            <a:extLst>
              <a:ext uri="{FF2B5EF4-FFF2-40B4-BE49-F238E27FC236}">
                <a16:creationId xmlns:a16="http://schemas.microsoft.com/office/drawing/2014/main" id="{81419BBC-793E-45C3-9B2D-10A5826F28A4}"/>
              </a:ext>
            </a:extLst>
          </p:cNvPr>
          <p:cNvSpPr/>
          <p:nvPr/>
        </p:nvSpPr>
        <p:spPr>
          <a:xfrm rot="16200000">
            <a:off x="8739812" y="4882390"/>
            <a:ext cx="180000" cy="444930"/>
          </a:xfrm>
          <a:prstGeom prst="downArrow">
            <a:avLst/>
          </a:prstGeom>
        </p:spPr>
        <p:style>
          <a:lnRef idx="0">
            <a:schemeClr val="accent3"/>
          </a:lnRef>
          <a:fillRef idx="3">
            <a:schemeClr val="accent3"/>
          </a:fillRef>
          <a:effectRef idx="3">
            <a:schemeClr val="accent3"/>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58" name="文本框 57">
            <a:extLst>
              <a:ext uri="{FF2B5EF4-FFF2-40B4-BE49-F238E27FC236}">
                <a16:creationId xmlns:a16="http://schemas.microsoft.com/office/drawing/2014/main" id="{AABE43BE-5710-4373-A10F-4E16B87DBB8B}"/>
              </a:ext>
            </a:extLst>
          </p:cNvPr>
          <p:cNvSpPr txBox="1"/>
          <p:nvPr/>
        </p:nvSpPr>
        <p:spPr>
          <a:xfrm>
            <a:off x="4211990" y="3840111"/>
            <a:ext cx="399468" cy="307777"/>
          </a:xfrm>
          <a:prstGeom prst="rect">
            <a:avLst/>
          </a:prstGeom>
          <a:noFill/>
        </p:spPr>
        <p:txBody>
          <a:bodyPr wrap="none" rtlCol="0">
            <a:spAutoFit/>
          </a:bodyPr>
          <a:lstStyle/>
          <a:p>
            <a:pPr algn="ctr"/>
            <a:r>
              <a:rPr lang="en-US" altLang="zh-CN" sz="1400" dirty="0">
                <a:solidFill>
                  <a:schemeClr val="tx1"/>
                </a:solidFill>
                <a:latin typeface="Courier New" panose="02070309020205020404" pitchFamily="49" charset="0"/>
                <a:ea typeface="微软雅黑 Light" panose="020B0502040204020203" pitchFamily="34" charset="-122"/>
              </a:rPr>
              <a:t>R1</a:t>
            </a:r>
            <a:endParaRPr lang="zh-CN" altLang="en-US" sz="1400" dirty="0">
              <a:solidFill>
                <a:schemeClr val="tx1"/>
              </a:solidFill>
              <a:latin typeface="Courier New" panose="02070309020205020404" pitchFamily="49" charset="0"/>
              <a:ea typeface="微软雅黑 Light" panose="020B0502040204020203" pitchFamily="34" charset="-122"/>
            </a:endParaRPr>
          </a:p>
        </p:txBody>
      </p:sp>
      <p:sp>
        <p:nvSpPr>
          <p:cNvPr id="59" name="文本框 58">
            <a:extLst>
              <a:ext uri="{FF2B5EF4-FFF2-40B4-BE49-F238E27FC236}">
                <a16:creationId xmlns:a16="http://schemas.microsoft.com/office/drawing/2014/main" id="{DD732A03-2BEC-4F00-938A-58CCE974A2E6}"/>
              </a:ext>
            </a:extLst>
          </p:cNvPr>
          <p:cNvSpPr txBox="1"/>
          <p:nvPr/>
        </p:nvSpPr>
        <p:spPr>
          <a:xfrm>
            <a:off x="5918132" y="4950967"/>
            <a:ext cx="292068" cy="307777"/>
          </a:xfrm>
          <a:prstGeom prst="rect">
            <a:avLst/>
          </a:prstGeom>
          <a:noFill/>
        </p:spPr>
        <p:txBody>
          <a:bodyPr wrap="none" rtlCol="0">
            <a:spAutoFit/>
          </a:bodyPr>
          <a:lstStyle/>
          <a:p>
            <a:pPr algn="ctr"/>
            <a:r>
              <a:rPr lang="en-US" altLang="zh-CN" sz="1400" dirty="0">
                <a:solidFill>
                  <a:schemeClr val="tx1"/>
                </a:solidFill>
                <a:latin typeface="Courier New" panose="02070309020205020404" pitchFamily="49" charset="0"/>
                <a:ea typeface="微软雅黑 Light" panose="020B0502040204020203" pitchFamily="34" charset="-122"/>
              </a:rPr>
              <a:t>…</a:t>
            </a:r>
            <a:endParaRPr lang="zh-CN" altLang="en-US" sz="1400" dirty="0">
              <a:solidFill>
                <a:schemeClr val="tx1"/>
              </a:solidFill>
              <a:latin typeface="Courier New" panose="02070309020205020404" pitchFamily="49" charset="0"/>
              <a:ea typeface="微软雅黑 Light" panose="020B0502040204020203" pitchFamily="34" charset="-122"/>
            </a:endParaRPr>
          </a:p>
        </p:txBody>
      </p:sp>
      <p:sp>
        <p:nvSpPr>
          <p:cNvPr id="60" name="文本框 59">
            <a:extLst>
              <a:ext uri="{FF2B5EF4-FFF2-40B4-BE49-F238E27FC236}">
                <a16:creationId xmlns:a16="http://schemas.microsoft.com/office/drawing/2014/main" id="{1233F8DC-F4F9-4AD3-A9FB-456940C4E51B}"/>
              </a:ext>
            </a:extLst>
          </p:cNvPr>
          <p:cNvSpPr txBox="1"/>
          <p:nvPr/>
        </p:nvSpPr>
        <p:spPr>
          <a:xfrm>
            <a:off x="7516874" y="3840111"/>
            <a:ext cx="399468" cy="307777"/>
          </a:xfrm>
          <a:prstGeom prst="rect">
            <a:avLst/>
          </a:prstGeom>
          <a:noFill/>
        </p:spPr>
        <p:txBody>
          <a:bodyPr wrap="none" rtlCol="0">
            <a:spAutoFit/>
          </a:bodyPr>
          <a:lstStyle/>
          <a:p>
            <a:pPr algn="ctr"/>
            <a:r>
              <a:rPr lang="en-US" altLang="zh-CN" sz="1400" dirty="0">
                <a:solidFill>
                  <a:schemeClr val="tx1"/>
                </a:solidFill>
                <a:latin typeface="Courier New" panose="02070309020205020404" pitchFamily="49" charset="0"/>
                <a:ea typeface="微软雅黑 Light" panose="020B0502040204020203" pitchFamily="34" charset="-122"/>
              </a:rPr>
              <a:t>Rn</a:t>
            </a:r>
            <a:endParaRPr lang="zh-CN" altLang="en-US" sz="1400" dirty="0">
              <a:solidFill>
                <a:schemeClr val="tx1"/>
              </a:solidFill>
              <a:latin typeface="Courier New" panose="02070309020205020404" pitchFamily="49" charset="0"/>
              <a:ea typeface="微软雅黑 Light" panose="020B0502040204020203" pitchFamily="34" charset="-122"/>
            </a:endParaRPr>
          </a:p>
        </p:txBody>
      </p:sp>
      <p:sp>
        <p:nvSpPr>
          <p:cNvPr id="61" name="文本框 60">
            <a:extLst>
              <a:ext uri="{FF2B5EF4-FFF2-40B4-BE49-F238E27FC236}">
                <a16:creationId xmlns:a16="http://schemas.microsoft.com/office/drawing/2014/main" id="{E4936CD9-EF94-4046-A6AE-396CD07A009F}"/>
              </a:ext>
            </a:extLst>
          </p:cNvPr>
          <p:cNvSpPr txBox="1"/>
          <p:nvPr/>
        </p:nvSpPr>
        <p:spPr>
          <a:xfrm>
            <a:off x="1985582" y="3001738"/>
            <a:ext cx="399468" cy="307777"/>
          </a:xfrm>
          <a:prstGeom prst="rect">
            <a:avLst/>
          </a:prstGeom>
          <a:noFill/>
        </p:spPr>
        <p:txBody>
          <a:bodyPr wrap="none" rtlCol="0">
            <a:spAutoFit/>
          </a:bodyPr>
          <a:lstStyle/>
          <a:p>
            <a:pPr algn="ctr"/>
            <a:r>
              <a:rPr lang="en-US" altLang="zh-CN" sz="1400" dirty="0">
                <a:solidFill>
                  <a:srgbClr val="FF0000"/>
                </a:solidFill>
                <a:latin typeface="Courier New" panose="02070309020205020404" pitchFamily="49" charset="0"/>
                <a:ea typeface="微软雅黑 Light" panose="020B0502040204020203" pitchFamily="34" charset="-122"/>
              </a:rPr>
              <a:t>H1</a:t>
            </a:r>
            <a:endParaRPr lang="zh-CN" altLang="en-US" sz="1400" dirty="0">
              <a:solidFill>
                <a:srgbClr val="FF0000"/>
              </a:solidFill>
              <a:latin typeface="Courier New" panose="02070309020205020404" pitchFamily="49" charset="0"/>
              <a:ea typeface="微软雅黑 Light" panose="020B0502040204020203" pitchFamily="34" charset="-122"/>
            </a:endParaRPr>
          </a:p>
        </p:txBody>
      </p:sp>
      <p:sp>
        <p:nvSpPr>
          <p:cNvPr id="62" name="文本框 61">
            <a:extLst>
              <a:ext uri="{FF2B5EF4-FFF2-40B4-BE49-F238E27FC236}">
                <a16:creationId xmlns:a16="http://schemas.microsoft.com/office/drawing/2014/main" id="{283DF2F3-A075-40F2-81B2-81F0B69B692E}"/>
              </a:ext>
            </a:extLst>
          </p:cNvPr>
          <p:cNvSpPr txBox="1"/>
          <p:nvPr/>
        </p:nvSpPr>
        <p:spPr>
          <a:xfrm>
            <a:off x="9743285" y="2997307"/>
            <a:ext cx="399468" cy="307777"/>
          </a:xfrm>
          <a:prstGeom prst="rect">
            <a:avLst/>
          </a:prstGeom>
          <a:noFill/>
        </p:spPr>
        <p:txBody>
          <a:bodyPr wrap="none" rtlCol="0">
            <a:spAutoFit/>
          </a:bodyPr>
          <a:lstStyle/>
          <a:p>
            <a:pPr algn="ctr"/>
            <a:r>
              <a:rPr lang="en-US" altLang="zh-CN" sz="1400" dirty="0">
                <a:solidFill>
                  <a:srgbClr val="FF0000"/>
                </a:solidFill>
                <a:latin typeface="Courier New" panose="02070309020205020404" pitchFamily="49" charset="0"/>
                <a:ea typeface="微软雅黑 Light" panose="020B0502040204020203" pitchFamily="34" charset="-122"/>
              </a:rPr>
              <a:t>H2</a:t>
            </a:r>
            <a:endParaRPr lang="zh-CN" altLang="en-US" sz="1400" dirty="0">
              <a:solidFill>
                <a:srgbClr val="FF0000"/>
              </a:solidFill>
              <a:latin typeface="Courier New" panose="02070309020205020404" pitchFamily="49" charset="0"/>
              <a:ea typeface="微软雅黑 Light" panose="020B0502040204020203" pitchFamily="34" charset="-122"/>
            </a:endParaRPr>
          </a:p>
        </p:txBody>
      </p:sp>
    </p:spTree>
    <p:extLst>
      <p:ext uri="{BB962C8B-B14F-4D97-AF65-F5344CB8AC3E}">
        <p14:creationId xmlns:p14="http://schemas.microsoft.com/office/powerpoint/2010/main" val="37351758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Char"/>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4"/>
                                        </p:tgtEl>
                                        <p:attrNameLst>
                                          <p:attrName>style.visibility</p:attrName>
                                        </p:attrNameLst>
                                      </p:cBhvr>
                                      <p:to>
                                        <p:strVal val="visible"/>
                                      </p:to>
                                    </p:set>
                                    <p:animEffect transition="in" filter="wipe(left)">
                                      <p:cBhvr>
                                        <p:cTn id="7" dur="500"/>
                                        <p:tgtEl>
                                          <p:spTgt spid="54"/>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55"/>
                                        </p:tgtEl>
                                        <p:attrNameLst>
                                          <p:attrName>style.visibility</p:attrName>
                                        </p:attrNameLst>
                                      </p:cBhvr>
                                      <p:to>
                                        <p:strVal val="visible"/>
                                      </p:to>
                                    </p:set>
                                    <p:animEffect transition="in" filter="wipe(left)">
                                      <p:cBhvr>
                                        <p:cTn id="11" dur="500"/>
                                        <p:tgtEl>
                                          <p:spTgt spid="55"/>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56"/>
                                        </p:tgtEl>
                                        <p:attrNameLst>
                                          <p:attrName>style.visibility</p:attrName>
                                        </p:attrNameLst>
                                      </p:cBhvr>
                                      <p:to>
                                        <p:strVal val="visible"/>
                                      </p:to>
                                    </p:set>
                                    <p:animEffect transition="in" filter="wipe(left)">
                                      <p:cBhvr>
                                        <p:cTn id="15" dur="500"/>
                                        <p:tgtEl>
                                          <p:spTgt spid="56"/>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57"/>
                                        </p:tgtEl>
                                        <p:attrNameLst>
                                          <p:attrName>style.visibility</p:attrName>
                                        </p:attrNameLst>
                                      </p:cBhvr>
                                      <p:to>
                                        <p:strVal val="visible"/>
                                      </p:to>
                                    </p:set>
                                    <p:animEffect transition="in" filter="wipe(left)">
                                      <p:cBhvr>
                                        <p:cTn id="19" dur="5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animBg="1"/>
      <p:bldP spid="55" grpId="0" animBg="1"/>
      <p:bldP spid="56" grpId="0" animBg="1"/>
      <p:bldP spid="57"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D5050D50-6953-4337-9569-177DA752FCFD}"/>
              </a:ext>
            </a:extLst>
          </p:cNvPr>
          <p:cNvSpPr>
            <a:spLocks noGrp="1"/>
          </p:cNvSpPr>
          <p:nvPr>
            <p:ph type="title"/>
          </p:nvPr>
        </p:nvSpPr>
        <p:spPr/>
        <p:txBody>
          <a:bodyPr/>
          <a:lstStyle/>
          <a:p>
            <a:r>
              <a:rPr lang="zh-CN" altLang="en-US" dirty="0"/>
              <a:t>封装成帧</a:t>
            </a:r>
          </a:p>
        </p:txBody>
      </p:sp>
      <p:sp>
        <p:nvSpPr>
          <p:cNvPr id="15" name="文本占位符 14">
            <a:extLst>
              <a:ext uri="{FF2B5EF4-FFF2-40B4-BE49-F238E27FC236}">
                <a16:creationId xmlns:a16="http://schemas.microsoft.com/office/drawing/2014/main" id="{74BFDDE1-E268-49B3-9371-FA6B128FAFC7}"/>
              </a:ext>
            </a:extLst>
          </p:cNvPr>
          <p:cNvSpPr>
            <a:spLocks noGrp="1"/>
          </p:cNvSpPr>
          <p:nvPr>
            <p:ph type="body" sz="quarter" idx="11"/>
          </p:nvPr>
        </p:nvSpPr>
        <p:spPr/>
        <p:txBody>
          <a:bodyPr/>
          <a:lstStyle/>
          <a:p>
            <a:r>
              <a:rPr lang="en-US" altLang="zh-CN" dirty="0"/>
              <a:t>Framing</a:t>
            </a:r>
            <a:endParaRPr lang="zh-CN" altLang="en-US" dirty="0"/>
          </a:p>
        </p:txBody>
      </p:sp>
      <p:sp>
        <p:nvSpPr>
          <p:cNvPr id="4" name="文本占位符 3">
            <a:extLst>
              <a:ext uri="{FF2B5EF4-FFF2-40B4-BE49-F238E27FC236}">
                <a16:creationId xmlns:a16="http://schemas.microsoft.com/office/drawing/2014/main" id="{2DE43DC9-AE68-4F93-8E16-3762C505D522}"/>
              </a:ext>
            </a:extLst>
          </p:cNvPr>
          <p:cNvSpPr>
            <a:spLocks noGrp="1"/>
          </p:cNvSpPr>
          <p:nvPr>
            <p:ph type="body" sz="quarter" idx="12"/>
          </p:nvPr>
        </p:nvSpPr>
        <p:spPr/>
        <p:txBody>
          <a:bodyPr/>
          <a:lstStyle/>
          <a:p>
            <a:endParaRPr lang="zh-CN" altLang="en-US" dirty="0"/>
          </a:p>
        </p:txBody>
      </p:sp>
      <p:sp>
        <p:nvSpPr>
          <p:cNvPr id="24" name="文本框 23">
            <a:extLst>
              <a:ext uri="{FF2B5EF4-FFF2-40B4-BE49-F238E27FC236}">
                <a16:creationId xmlns:a16="http://schemas.microsoft.com/office/drawing/2014/main" id="{BFE2E6F1-A2FF-49A8-8577-AD095D1732D8}"/>
              </a:ext>
            </a:extLst>
          </p:cNvPr>
          <p:cNvSpPr txBox="1"/>
          <p:nvPr/>
        </p:nvSpPr>
        <p:spPr>
          <a:xfrm>
            <a:off x="5216102" y="3890206"/>
            <a:ext cx="873957" cy="307777"/>
          </a:xfrm>
          <a:prstGeom prst="rect">
            <a:avLst/>
          </a:prstGeom>
          <a:noFill/>
        </p:spPr>
        <p:txBody>
          <a:bodyPr wrap="none" rtlCol="0">
            <a:spAutoFit/>
          </a:bodyPr>
          <a:lstStyle/>
          <a:p>
            <a:pPr algn="ctr"/>
            <a:r>
              <a:rPr lang="en-US" altLang="zh-CN" sz="1400" dirty="0">
                <a:latin typeface="微软雅黑 Light" panose="020B0502040204020203" pitchFamily="34" charset="-122"/>
                <a:ea typeface="微软雅黑 Light" panose="020B0502040204020203" pitchFamily="34" charset="-122"/>
              </a:rPr>
              <a:t>IP</a:t>
            </a:r>
            <a:r>
              <a:rPr lang="zh-CN" altLang="en-US" sz="1400" dirty="0">
                <a:latin typeface="微软雅黑 Light" panose="020B0502040204020203" pitchFamily="34" charset="-122"/>
                <a:ea typeface="微软雅黑 Light" panose="020B0502040204020203" pitchFamily="34" charset="-122"/>
              </a:rPr>
              <a:t>数据报</a:t>
            </a:r>
          </a:p>
        </p:txBody>
      </p:sp>
      <p:sp>
        <p:nvSpPr>
          <p:cNvPr id="25" name="TextBox 16">
            <a:extLst>
              <a:ext uri="{FF2B5EF4-FFF2-40B4-BE49-F238E27FC236}">
                <a16:creationId xmlns:a16="http://schemas.microsoft.com/office/drawing/2014/main" id="{CEA49C32-5599-415E-80FD-8C6E3345DCAC}"/>
              </a:ext>
            </a:extLst>
          </p:cNvPr>
          <p:cNvSpPr txBox="1"/>
          <p:nvPr/>
        </p:nvSpPr>
        <p:spPr>
          <a:xfrm>
            <a:off x="757735" y="5354461"/>
            <a:ext cx="4498116" cy="830997"/>
          </a:xfrm>
          <a:prstGeom prst="rect">
            <a:avLst/>
          </a:prstGeom>
          <a:noFill/>
        </p:spPr>
        <p:txBody>
          <a:bodyPr wrap="square" lIns="91440" tIns="45720" rIns="91440" bIns="45720" rtlCol="0">
            <a:spAutoFit/>
          </a:bodyPr>
          <a:lstStyle/>
          <a:p>
            <a:pPr algn="just"/>
            <a:r>
              <a:rPr lang="en-US" sz="1600" dirty="0">
                <a:solidFill>
                  <a:schemeClr val="bg2">
                    <a:lumMod val="50000"/>
                  </a:schemeClr>
                </a:solidFill>
                <a:latin typeface="微软雅黑 Light" panose="020B0502040204020203" pitchFamily="34" charset="-122"/>
                <a:ea typeface="微软雅黑 Light" panose="020B0502040204020203" pitchFamily="34" charset="-122"/>
                <a:cs typeface="Calibri"/>
              </a:rPr>
              <a:t>MTU</a:t>
            </a:r>
            <a:r>
              <a:rPr lang="en-US" altLang="zh-CN" sz="1600" dirty="0">
                <a:solidFill>
                  <a:schemeClr val="bg2">
                    <a:lumMod val="50000"/>
                  </a:schemeClr>
                </a:solidFill>
                <a:latin typeface="微软雅黑 Light" panose="020B0502040204020203" pitchFamily="34" charset="-122"/>
                <a:ea typeface="微软雅黑 Light" panose="020B0502040204020203" pitchFamily="34" charset="-122"/>
                <a:cs typeface="Calibri"/>
              </a:rPr>
              <a:t> </a:t>
            </a:r>
            <a:r>
              <a:rPr lang="en-US" altLang="zh-CN" sz="1600" dirty="0">
                <a:solidFill>
                  <a:schemeClr val="bg2">
                    <a:lumMod val="50000"/>
                  </a:schemeClr>
                </a:solidFill>
                <a:latin typeface="微软雅黑 Light" panose="020B0502040204020203" pitchFamily="34" charset="-122"/>
                <a:ea typeface="微软雅黑 Light" panose="020B0502040204020203" pitchFamily="34" charset="-122"/>
                <a:cs typeface="Calibri Light"/>
              </a:rPr>
              <a:t>-  Maximum Transfer Unit</a:t>
            </a:r>
            <a:endParaRPr lang="en-US" sz="1600" dirty="0">
              <a:solidFill>
                <a:schemeClr val="bg2">
                  <a:lumMod val="50000"/>
                </a:schemeClr>
              </a:solidFill>
              <a:latin typeface="微软雅黑 Light" panose="020B0502040204020203" pitchFamily="34" charset="-122"/>
              <a:ea typeface="微软雅黑 Light" panose="020B0502040204020203" pitchFamily="34" charset="-122"/>
              <a:cs typeface="Calibri"/>
            </a:endParaRPr>
          </a:p>
          <a:p>
            <a:pPr algn="just"/>
            <a:r>
              <a:rPr lang="en-US" sz="1600" dirty="0">
                <a:solidFill>
                  <a:schemeClr val="bg2">
                    <a:lumMod val="50000"/>
                  </a:schemeClr>
                </a:solidFill>
                <a:latin typeface="微软雅黑 Light" panose="020B0502040204020203" pitchFamily="34" charset="-122"/>
                <a:ea typeface="微软雅黑 Light" panose="020B0502040204020203" pitchFamily="34" charset="-122"/>
                <a:cs typeface="Calibri"/>
              </a:rPr>
              <a:t>SOH</a:t>
            </a:r>
            <a:r>
              <a:rPr lang="en-US" altLang="zh-CN" sz="1600" dirty="0">
                <a:solidFill>
                  <a:schemeClr val="bg2">
                    <a:lumMod val="50000"/>
                  </a:schemeClr>
                </a:solidFill>
                <a:latin typeface="微软雅黑 Light" panose="020B0502040204020203" pitchFamily="34" charset="-122"/>
                <a:ea typeface="微软雅黑 Light" panose="020B0502040204020203" pitchFamily="34" charset="-122"/>
                <a:cs typeface="Calibri"/>
              </a:rPr>
              <a:t> </a:t>
            </a:r>
            <a:r>
              <a:rPr lang="en-US" altLang="zh-CN" sz="1600" dirty="0">
                <a:solidFill>
                  <a:schemeClr val="bg2">
                    <a:lumMod val="50000"/>
                  </a:schemeClr>
                </a:solidFill>
                <a:latin typeface="微软雅黑 Light" panose="020B0502040204020203" pitchFamily="34" charset="-122"/>
                <a:ea typeface="微软雅黑 Light" panose="020B0502040204020203" pitchFamily="34" charset="-122"/>
                <a:cs typeface="Calibri Light"/>
              </a:rPr>
              <a:t>-  </a:t>
            </a:r>
            <a:r>
              <a:rPr kumimoji="0" lang="en-US" altLang="zh-CN" sz="1600" u="none" strike="noStrike" kern="1200" cap="none" spc="0" normalizeH="0" baseline="0" noProof="0" dirty="0">
                <a:ln>
                  <a:noFill/>
                </a:ln>
                <a:solidFill>
                  <a:schemeClr val="bg2">
                    <a:lumMod val="50000"/>
                  </a:schemeClr>
                </a:solidFill>
                <a:effectLst/>
                <a:uLnTx/>
                <a:uFillTx/>
                <a:latin typeface="微软雅黑 Light" panose="020B0502040204020203" pitchFamily="34" charset="-122"/>
                <a:ea typeface="微软雅黑 Light" panose="020B0502040204020203" pitchFamily="34" charset="-122"/>
                <a:cs typeface="Calibri Light"/>
              </a:rPr>
              <a:t>Start O</a:t>
            </a:r>
            <a:r>
              <a:rPr lang="en-US" altLang="zh-CN" sz="1600" dirty="0">
                <a:solidFill>
                  <a:schemeClr val="bg2">
                    <a:lumMod val="50000"/>
                  </a:schemeClr>
                </a:solidFill>
                <a:latin typeface="微软雅黑 Light" panose="020B0502040204020203" pitchFamily="34" charset="-122"/>
                <a:ea typeface="微软雅黑 Light" panose="020B0502040204020203" pitchFamily="34" charset="-122"/>
                <a:cs typeface="Calibri Light"/>
              </a:rPr>
              <a:t>f Header – </a:t>
            </a:r>
            <a:r>
              <a:rPr lang="zh-CN" altLang="en-US" sz="1600" dirty="0">
                <a:solidFill>
                  <a:schemeClr val="bg2">
                    <a:lumMod val="50000"/>
                  </a:schemeClr>
                </a:solidFill>
                <a:latin typeface="微软雅黑 Light" panose="020B0502040204020203" pitchFamily="34" charset="-122"/>
                <a:ea typeface="微软雅黑 Light" panose="020B0502040204020203" pitchFamily="34" charset="-122"/>
                <a:cs typeface="Calibri Light"/>
              </a:rPr>
              <a:t>编码：</a:t>
            </a:r>
            <a:r>
              <a:rPr lang="en-US" altLang="zh-CN" sz="1600" dirty="0">
                <a:solidFill>
                  <a:schemeClr val="bg2">
                    <a:lumMod val="50000"/>
                  </a:schemeClr>
                </a:solidFill>
                <a:latin typeface="微软雅黑 Light" panose="020B0502040204020203" pitchFamily="34" charset="-122"/>
                <a:ea typeface="微软雅黑 Light" panose="020B0502040204020203" pitchFamily="34" charset="-122"/>
                <a:cs typeface="Calibri Light"/>
              </a:rPr>
              <a:t>01</a:t>
            </a:r>
            <a:endParaRPr lang="en-US" sz="1600" dirty="0">
              <a:solidFill>
                <a:schemeClr val="bg2">
                  <a:lumMod val="50000"/>
                </a:schemeClr>
              </a:solidFill>
              <a:latin typeface="微软雅黑 Light" panose="020B0502040204020203" pitchFamily="34" charset="-122"/>
              <a:ea typeface="微软雅黑 Light" panose="020B0502040204020203" pitchFamily="34" charset="-122"/>
              <a:cs typeface="Calibri"/>
            </a:endParaRPr>
          </a:p>
          <a:p>
            <a:pPr algn="just"/>
            <a:r>
              <a:rPr lang="en-US" sz="1600" dirty="0">
                <a:solidFill>
                  <a:schemeClr val="bg2">
                    <a:lumMod val="50000"/>
                  </a:schemeClr>
                </a:solidFill>
                <a:latin typeface="微软雅黑 Light" panose="020B0502040204020203" pitchFamily="34" charset="-122"/>
                <a:ea typeface="微软雅黑 Light" panose="020B0502040204020203" pitchFamily="34" charset="-122"/>
                <a:cs typeface="Calibri"/>
              </a:rPr>
              <a:t>EOH</a:t>
            </a:r>
            <a:r>
              <a:rPr lang="en-US" altLang="zh-CN" sz="1600" dirty="0">
                <a:solidFill>
                  <a:schemeClr val="bg2">
                    <a:lumMod val="50000"/>
                  </a:schemeClr>
                </a:solidFill>
                <a:latin typeface="微软雅黑 Light" panose="020B0502040204020203" pitchFamily="34" charset="-122"/>
                <a:ea typeface="微软雅黑 Light" panose="020B0502040204020203" pitchFamily="34" charset="-122"/>
                <a:cs typeface="Calibri"/>
              </a:rPr>
              <a:t> </a:t>
            </a:r>
            <a:r>
              <a:rPr lang="en-US" altLang="zh-CN" sz="1600" dirty="0">
                <a:solidFill>
                  <a:schemeClr val="bg2">
                    <a:lumMod val="50000"/>
                  </a:schemeClr>
                </a:solidFill>
                <a:latin typeface="微软雅黑 Light" panose="020B0502040204020203" pitchFamily="34" charset="-122"/>
                <a:ea typeface="微软雅黑 Light" panose="020B0502040204020203" pitchFamily="34" charset="-122"/>
                <a:cs typeface="Calibri Light"/>
              </a:rPr>
              <a:t>-  End Of Header – </a:t>
            </a:r>
            <a:r>
              <a:rPr lang="zh-CN" altLang="en-US" sz="1600" dirty="0">
                <a:solidFill>
                  <a:schemeClr val="bg2">
                    <a:lumMod val="50000"/>
                  </a:schemeClr>
                </a:solidFill>
                <a:latin typeface="微软雅黑 Light" panose="020B0502040204020203" pitchFamily="34" charset="-122"/>
                <a:ea typeface="微软雅黑 Light" panose="020B0502040204020203" pitchFamily="34" charset="-122"/>
                <a:cs typeface="Calibri Light"/>
              </a:rPr>
              <a:t>编码：</a:t>
            </a:r>
            <a:r>
              <a:rPr lang="en-US" altLang="zh-CN" sz="1600" dirty="0">
                <a:solidFill>
                  <a:schemeClr val="bg2">
                    <a:lumMod val="50000"/>
                  </a:schemeClr>
                </a:solidFill>
                <a:latin typeface="微软雅黑 Light" panose="020B0502040204020203" pitchFamily="34" charset="-122"/>
                <a:ea typeface="微软雅黑 Light" panose="020B0502040204020203" pitchFamily="34" charset="-122"/>
                <a:cs typeface="Calibri Light"/>
              </a:rPr>
              <a:t>04</a:t>
            </a:r>
            <a:endParaRPr lang="en-US" altLang="zh-CN" sz="1600" dirty="0">
              <a:solidFill>
                <a:schemeClr val="bg2">
                  <a:lumMod val="50000"/>
                </a:schemeClr>
              </a:solidFill>
              <a:latin typeface="微软雅黑 Light" panose="020B0502040204020203" pitchFamily="34" charset="-122"/>
              <a:ea typeface="微软雅黑 Light" panose="020B0502040204020203" pitchFamily="34" charset="-122"/>
              <a:cs typeface="Calibri"/>
            </a:endParaRPr>
          </a:p>
        </p:txBody>
      </p:sp>
      <p:sp>
        <p:nvSpPr>
          <p:cNvPr id="26" name="箭头: 左 25">
            <a:extLst>
              <a:ext uri="{FF2B5EF4-FFF2-40B4-BE49-F238E27FC236}">
                <a16:creationId xmlns:a16="http://schemas.microsoft.com/office/drawing/2014/main" id="{2CAC4102-61AD-47C2-91D4-B5229F0CD89D}"/>
              </a:ext>
            </a:extLst>
          </p:cNvPr>
          <p:cNvSpPr/>
          <p:nvPr/>
        </p:nvSpPr>
        <p:spPr>
          <a:xfrm flipH="1">
            <a:off x="7511154" y="3906499"/>
            <a:ext cx="559424" cy="126984"/>
          </a:xfrm>
          <a:prstGeom prst="leftArrow">
            <a:avLst/>
          </a:prstGeom>
        </p:spPr>
        <p:style>
          <a:lnRef idx="0">
            <a:schemeClr val="accent3"/>
          </a:lnRef>
          <a:fillRef idx="3">
            <a:schemeClr val="accent3"/>
          </a:fillRef>
          <a:effectRef idx="3">
            <a:schemeClr val="accent3"/>
          </a:effectRef>
          <a:fontRef idx="minor">
            <a:schemeClr val="lt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27" name="文本框 26">
            <a:extLst>
              <a:ext uri="{FF2B5EF4-FFF2-40B4-BE49-F238E27FC236}">
                <a16:creationId xmlns:a16="http://schemas.microsoft.com/office/drawing/2014/main" id="{82E1627E-FB36-4D31-B072-D42D8B771EA1}"/>
              </a:ext>
            </a:extLst>
          </p:cNvPr>
          <p:cNvSpPr txBox="1"/>
          <p:nvPr/>
        </p:nvSpPr>
        <p:spPr>
          <a:xfrm>
            <a:off x="8189803" y="3800714"/>
            <a:ext cx="595035" cy="338554"/>
          </a:xfrm>
          <a:prstGeom prst="rect">
            <a:avLst/>
          </a:prstGeom>
          <a:noFill/>
        </p:spPr>
        <p:txBody>
          <a:bodyPr wrap="none" rtlCol="0">
            <a:spAutoFit/>
          </a:bodyPr>
          <a:lstStyle/>
          <a:p>
            <a:pPr algn="ctr"/>
            <a:r>
              <a:rPr lang="zh-CN" altLang="en-US" sz="1600" dirty="0">
                <a:latin typeface="微软雅黑 Light" panose="020B0502040204020203" pitchFamily="34" charset="-122"/>
                <a:ea typeface="微软雅黑 Light" panose="020B0502040204020203" pitchFamily="34" charset="-122"/>
              </a:rPr>
              <a:t>发送</a:t>
            </a:r>
          </a:p>
        </p:txBody>
      </p:sp>
      <p:graphicFrame>
        <p:nvGraphicFramePr>
          <p:cNvPr id="7" name="表格 7">
            <a:extLst>
              <a:ext uri="{FF2B5EF4-FFF2-40B4-BE49-F238E27FC236}">
                <a16:creationId xmlns:a16="http://schemas.microsoft.com/office/drawing/2014/main" id="{CFA876D9-74F2-4E41-9C9A-E2FD63BF6CBE}"/>
              </a:ext>
            </a:extLst>
          </p:cNvPr>
          <p:cNvGraphicFramePr>
            <a:graphicFrameLocks noGrp="1"/>
          </p:cNvGraphicFramePr>
          <p:nvPr>
            <p:extLst>
              <p:ext uri="{D42A27DB-BD31-4B8C-83A1-F6EECF244321}">
                <p14:modId xmlns:p14="http://schemas.microsoft.com/office/powerpoint/2010/main" val="2726031419"/>
              </p:ext>
            </p:extLst>
          </p:nvPr>
        </p:nvGraphicFramePr>
        <p:xfrm>
          <a:off x="2671482" y="3753991"/>
          <a:ext cx="4781598" cy="432000"/>
        </p:xfrm>
        <a:graphic>
          <a:graphicData uri="http://schemas.openxmlformats.org/drawingml/2006/table">
            <a:tbl>
              <a:tblPr bandRow="1">
                <a:tableStyleId>{638B1855-1B75-4FBE-930C-398BA8C253C6}</a:tableStyleId>
              </a:tblPr>
              <a:tblGrid>
                <a:gridCol w="1593866">
                  <a:extLst>
                    <a:ext uri="{9D8B030D-6E8A-4147-A177-3AD203B41FA5}">
                      <a16:colId xmlns:a16="http://schemas.microsoft.com/office/drawing/2014/main" val="627451869"/>
                    </a:ext>
                  </a:extLst>
                </a:gridCol>
                <a:gridCol w="1593866">
                  <a:extLst>
                    <a:ext uri="{9D8B030D-6E8A-4147-A177-3AD203B41FA5}">
                      <a16:colId xmlns:a16="http://schemas.microsoft.com/office/drawing/2014/main" val="2701557470"/>
                    </a:ext>
                  </a:extLst>
                </a:gridCol>
                <a:gridCol w="1593866">
                  <a:extLst>
                    <a:ext uri="{9D8B030D-6E8A-4147-A177-3AD203B41FA5}">
                      <a16:colId xmlns:a16="http://schemas.microsoft.com/office/drawing/2014/main" val="3426837699"/>
                    </a:ext>
                  </a:extLst>
                </a:gridCol>
              </a:tblGrid>
              <a:tr h="432000">
                <a:tc>
                  <a:txBody>
                    <a:bodyPr/>
                    <a:lstStyle/>
                    <a:p>
                      <a:pPr algn="ctr"/>
                      <a:r>
                        <a:rPr lang="en-US" altLang="zh-CN" baseline="0" dirty="0">
                          <a:solidFill>
                            <a:schemeClr val="bg1"/>
                          </a:solidFill>
                          <a:latin typeface="微软雅黑 Light" panose="020B0502040204020203" pitchFamily="34" charset="-122"/>
                          <a:ea typeface="微软雅黑" panose="020B0503020204020204" pitchFamily="34" charset="-122"/>
                        </a:rPr>
                        <a:t>EOH</a:t>
                      </a:r>
                      <a:endParaRPr lang="zh-CN" altLang="en-US" baseline="0" dirty="0">
                        <a:solidFill>
                          <a:schemeClr val="bg1"/>
                        </a:solidFill>
                        <a:latin typeface="微软雅黑 Light" panose="020B0502040204020203" pitchFamily="34" charset="-122"/>
                        <a:ea typeface="微软雅黑" panose="020B0503020204020204" pitchFamily="34" charset="-122"/>
                      </a:endParaRPr>
                    </a:p>
                  </a:txBody>
                  <a:tcPr anchor="ctr"/>
                </a:tc>
                <a:tc>
                  <a:txBody>
                    <a:bodyPr/>
                    <a:lstStyle/>
                    <a:p>
                      <a:pPr algn="ctr"/>
                      <a:r>
                        <a:rPr lang="en-US" altLang="zh-CN" baseline="0" dirty="0">
                          <a:solidFill>
                            <a:schemeClr val="bg1"/>
                          </a:solidFill>
                          <a:latin typeface="微软雅黑 Light" panose="020B0502040204020203" pitchFamily="34" charset="-122"/>
                          <a:ea typeface="微软雅黑" panose="020B0503020204020204" pitchFamily="34" charset="-122"/>
                        </a:rPr>
                        <a:t>Data-MTU</a:t>
                      </a:r>
                      <a:endParaRPr lang="zh-CN" altLang="en-US" baseline="0" dirty="0">
                        <a:solidFill>
                          <a:schemeClr val="bg1"/>
                        </a:solidFill>
                        <a:latin typeface="微软雅黑 Light" panose="020B0502040204020203" pitchFamily="34" charset="-122"/>
                        <a:ea typeface="微软雅黑" panose="020B0503020204020204" pitchFamily="34" charset="-122"/>
                      </a:endParaRPr>
                    </a:p>
                  </a:txBody>
                  <a:tcPr anchor="ctr">
                    <a:solidFill>
                      <a:schemeClr val="bg1">
                        <a:lumMod val="50000"/>
                        <a:alpha val="20000"/>
                      </a:schemeClr>
                    </a:solidFill>
                  </a:tcPr>
                </a:tc>
                <a:tc>
                  <a:txBody>
                    <a:bodyPr/>
                    <a:lstStyle/>
                    <a:p>
                      <a:pPr algn="ctr"/>
                      <a:r>
                        <a:rPr lang="en-US" altLang="zh-CN" baseline="0" dirty="0">
                          <a:solidFill>
                            <a:schemeClr val="bg1"/>
                          </a:solidFill>
                          <a:latin typeface="微软雅黑 Light" panose="020B0502040204020203" pitchFamily="34" charset="-122"/>
                          <a:ea typeface="微软雅黑" panose="020B0503020204020204" pitchFamily="34" charset="-122"/>
                        </a:rPr>
                        <a:t>SOH</a:t>
                      </a:r>
                      <a:endParaRPr lang="zh-CN" altLang="en-US" baseline="0" dirty="0">
                        <a:solidFill>
                          <a:schemeClr val="bg1"/>
                        </a:solidFill>
                        <a:latin typeface="微软雅黑 Light" panose="020B0502040204020203" pitchFamily="34" charset="-122"/>
                        <a:ea typeface="微软雅黑" panose="020B0503020204020204" pitchFamily="34" charset="-122"/>
                      </a:endParaRPr>
                    </a:p>
                  </a:txBody>
                  <a:tcPr anchor="ctr"/>
                </a:tc>
                <a:extLst>
                  <a:ext uri="{0D108BD9-81ED-4DB2-BD59-A6C34878D82A}">
                    <a16:rowId xmlns:a16="http://schemas.microsoft.com/office/drawing/2014/main" val="2856997385"/>
                  </a:ext>
                </a:extLst>
              </a:tr>
            </a:tbl>
          </a:graphicData>
        </a:graphic>
      </p:graphicFrame>
      <p:grpSp>
        <p:nvGrpSpPr>
          <p:cNvPr id="33" name="组合 32">
            <a:extLst>
              <a:ext uri="{FF2B5EF4-FFF2-40B4-BE49-F238E27FC236}">
                <a16:creationId xmlns:a16="http://schemas.microsoft.com/office/drawing/2014/main" id="{2094412E-9E1E-44A6-80E4-3AF8C53D7634}"/>
              </a:ext>
            </a:extLst>
          </p:cNvPr>
          <p:cNvGrpSpPr>
            <a:grpSpLocks noChangeAspect="1"/>
          </p:cNvGrpSpPr>
          <p:nvPr/>
        </p:nvGrpSpPr>
        <p:grpSpPr>
          <a:xfrm>
            <a:off x="238125" y="5229959"/>
            <a:ext cx="429262" cy="1080000"/>
            <a:chOff x="2502883" y="745871"/>
            <a:chExt cx="1886020" cy="4745130"/>
          </a:xfrm>
        </p:grpSpPr>
        <p:sp>
          <p:nvSpPr>
            <p:cNvPr id="34" name="任意多边形: 形状 33">
              <a:extLst>
                <a:ext uri="{FF2B5EF4-FFF2-40B4-BE49-F238E27FC236}">
                  <a16:creationId xmlns:a16="http://schemas.microsoft.com/office/drawing/2014/main" id="{6BD42E4D-A864-4F67-B0E6-1BB1C16F1CBE}"/>
                </a:ext>
              </a:extLst>
            </p:cNvPr>
            <p:cNvSpPr/>
            <p:nvPr/>
          </p:nvSpPr>
          <p:spPr>
            <a:xfrm>
              <a:off x="2502883" y="745871"/>
              <a:ext cx="1886020" cy="4734469"/>
            </a:xfrm>
            <a:custGeom>
              <a:avLst/>
              <a:gdLst>
                <a:gd name="connsiteX0" fmla="*/ 1884245 w 1886020"/>
                <a:gd name="connsiteY0" fmla="*/ 523393 h 4734469"/>
                <a:gd name="connsiteX1" fmla="*/ 1874265 w 1886020"/>
                <a:gd name="connsiteY1" fmla="*/ 495786 h 4734469"/>
                <a:gd name="connsiteX2" fmla="*/ 1867783 w 1886020"/>
                <a:gd name="connsiteY2" fmla="*/ 465103 h 4734469"/>
                <a:gd name="connsiteX3" fmla="*/ 1850007 w 1886020"/>
                <a:gd name="connsiteY3" fmla="*/ 460490 h 4734469"/>
                <a:gd name="connsiteX4" fmla="*/ 1844762 w 1886020"/>
                <a:gd name="connsiteY4" fmla="*/ 448260 h 4734469"/>
                <a:gd name="connsiteX5" fmla="*/ 1805863 w 1886020"/>
                <a:gd name="connsiteY5" fmla="*/ 417944 h 4734469"/>
                <a:gd name="connsiteX6" fmla="*/ 1870331 w 1886020"/>
                <a:gd name="connsiteY6" fmla="*/ 358921 h 4734469"/>
                <a:gd name="connsiteX7" fmla="*/ 1861299 w 1886020"/>
                <a:gd name="connsiteY7" fmla="*/ 324137 h 4734469"/>
                <a:gd name="connsiteX8" fmla="*/ 1851393 w 1886020"/>
                <a:gd name="connsiteY8" fmla="*/ 326774 h 4734469"/>
                <a:gd name="connsiteX9" fmla="*/ 1796830 w 1886020"/>
                <a:gd name="connsiteY9" fmla="*/ 349255 h 4734469"/>
                <a:gd name="connsiteX10" fmla="*/ 1765943 w 1886020"/>
                <a:gd name="connsiteY10" fmla="*/ 363534 h 4734469"/>
                <a:gd name="connsiteX11" fmla="*/ 1693315 w 1886020"/>
                <a:gd name="connsiteY11" fmla="*/ 436543 h 4734469"/>
                <a:gd name="connsiteX12" fmla="*/ 1648150 w 1886020"/>
                <a:gd name="connsiteY12" fmla="*/ 518706 h 4734469"/>
                <a:gd name="connsiteX13" fmla="*/ 1638535 w 1886020"/>
                <a:gd name="connsiteY13" fmla="*/ 574946 h 4734469"/>
                <a:gd name="connsiteX14" fmla="*/ 1638663 w 1886020"/>
                <a:gd name="connsiteY14" fmla="*/ 580662 h 4734469"/>
                <a:gd name="connsiteX15" fmla="*/ 1613134 w 1886020"/>
                <a:gd name="connsiteY15" fmla="*/ 587941 h 4734469"/>
                <a:gd name="connsiteX16" fmla="*/ 1591981 w 1886020"/>
                <a:gd name="connsiteY16" fmla="*/ 643937 h 4734469"/>
                <a:gd name="connsiteX17" fmla="*/ 1578159 w 1886020"/>
                <a:gd name="connsiteY17" fmla="*/ 669479 h 4734469"/>
                <a:gd name="connsiteX18" fmla="*/ 1563141 w 1886020"/>
                <a:gd name="connsiteY18" fmla="*/ 681284 h 4734469"/>
                <a:gd name="connsiteX19" fmla="*/ 1533375 w 1886020"/>
                <a:gd name="connsiteY19" fmla="*/ 756751 h 4734469"/>
                <a:gd name="connsiteX20" fmla="*/ 1485671 w 1886020"/>
                <a:gd name="connsiteY20" fmla="*/ 856861 h 4734469"/>
                <a:gd name="connsiteX21" fmla="*/ 1415921 w 1886020"/>
                <a:gd name="connsiteY21" fmla="*/ 918590 h 4734469"/>
                <a:gd name="connsiteX22" fmla="*/ 1406812 w 1886020"/>
                <a:gd name="connsiteY22" fmla="*/ 937801 h 4734469"/>
                <a:gd name="connsiteX23" fmla="*/ 1382456 w 1886020"/>
                <a:gd name="connsiteY23" fmla="*/ 945325 h 4734469"/>
                <a:gd name="connsiteX24" fmla="*/ 1315988 w 1886020"/>
                <a:gd name="connsiteY24" fmla="*/ 955470 h 4734469"/>
                <a:gd name="connsiteX25" fmla="*/ 1237040 w 1886020"/>
                <a:gd name="connsiteY25" fmla="*/ 944378 h 4734469"/>
                <a:gd name="connsiteX26" fmla="*/ 1220194 w 1886020"/>
                <a:gd name="connsiteY26" fmla="*/ 945880 h 4734469"/>
                <a:gd name="connsiteX27" fmla="*/ 1206377 w 1886020"/>
                <a:gd name="connsiteY27" fmla="*/ 941040 h 4734469"/>
                <a:gd name="connsiteX28" fmla="*/ 1175042 w 1886020"/>
                <a:gd name="connsiteY28" fmla="*/ 928647 h 4734469"/>
                <a:gd name="connsiteX29" fmla="*/ 1145313 w 1886020"/>
                <a:gd name="connsiteY29" fmla="*/ 940191 h 4734469"/>
                <a:gd name="connsiteX30" fmla="*/ 1126295 w 1886020"/>
                <a:gd name="connsiteY30" fmla="*/ 912187 h 4734469"/>
                <a:gd name="connsiteX31" fmla="*/ 1097455 w 1886020"/>
                <a:gd name="connsiteY31" fmla="*/ 898352 h 4734469"/>
                <a:gd name="connsiteX32" fmla="*/ 1087927 w 1886020"/>
                <a:gd name="connsiteY32" fmla="*/ 876721 h 4734469"/>
                <a:gd name="connsiteX33" fmla="*/ 1059155 w 1886020"/>
                <a:gd name="connsiteY33" fmla="*/ 877769 h 4734469"/>
                <a:gd name="connsiteX34" fmla="*/ 990638 w 1886020"/>
                <a:gd name="connsiteY34" fmla="*/ 848823 h 4734469"/>
                <a:gd name="connsiteX35" fmla="*/ 927078 w 1886020"/>
                <a:gd name="connsiteY35" fmla="*/ 829834 h 4734469"/>
                <a:gd name="connsiteX36" fmla="*/ 917154 w 1886020"/>
                <a:gd name="connsiteY36" fmla="*/ 810211 h 4734469"/>
                <a:gd name="connsiteX37" fmla="*/ 909914 w 1886020"/>
                <a:gd name="connsiteY37" fmla="*/ 795381 h 4734469"/>
                <a:gd name="connsiteX38" fmla="*/ 871407 w 1886020"/>
                <a:gd name="connsiteY38" fmla="*/ 783885 h 4734469"/>
                <a:gd name="connsiteX39" fmla="*/ 826658 w 1886020"/>
                <a:gd name="connsiteY39" fmla="*/ 791587 h 4734469"/>
                <a:gd name="connsiteX40" fmla="*/ 825164 w 1886020"/>
                <a:gd name="connsiteY40" fmla="*/ 785828 h 4734469"/>
                <a:gd name="connsiteX41" fmla="*/ 775558 w 1886020"/>
                <a:gd name="connsiteY41" fmla="*/ 724921 h 4734469"/>
                <a:gd name="connsiteX42" fmla="*/ 716782 w 1886020"/>
                <a:gd name="connsiteY42" fmla="*/ 701026 h 4734469"/>
                <a:gd name="connsiteX43" fmla="*/ 716446 w 1886020"/>
                <a:gd name="connsiteY43" fmla="*/ 695553 h 4734469"/>
                <a:gd name="connsiteX44" fmla="*/ 728319 w 1886020"/>
                <a:gd name="connsiteY44" fmla="*/ 619469 h 4734469"/>
                <a:gd name="connsiteX45" fmla="*/ 731107 w 1886020"/>
                <a:gd name="connsiteY45" fmla="*/ 611455 h 4734469"/>
                <a:gd name="connsiteX46" fmla="*/ 925349 w 1886020"/>
                <a:gd name="connsiteY46" fmla="*/ 278594 h 4734469"/>
                <a:gd name="connsiteX47" fmla="*/ 853616 w 1886020"/>
                <a:gd name="connsiteY47" fmla="*/ 154334 h 4734469"/>
                <a:gd name="connsiteX48" fmla="*/ 851478 w 1886020"/>
                <a:gd name="connsiteY48" fmla="*/ 137960 h 4734469"/>
                <a:gd name="connsiteX49" fmla="*/ 835001 w 1886020"/>
                <a:gd name="connsiteY49" fmla="*/ 106065 h 4734469"/>
                <a:gd name="connsiteX50" fmla="*/ 778219 w 1886020"/>
                <a:gd name="connsiteY50" fmla="*/ 54216 h 4734469"/>
                <a:gd name="connsiteX51" fmla="*/ 755492 w 1886020"/>
                <a:gd name="connsiteY51" fmla="*/ 43891 h 4734469"/>
                <a:gd name="connsiteX52" fmla="*/ 632527 w 1886020"/>
                <a:gd name="connsiteY52" fmla="*/ -120 h 4734469"/>
                <a:gd name="connsiteX53" fmla="*/ 511529 w 1886020"/>
                <a:gd name="connsiteY53" fmla="*/ 21702 h 4734469"/>
                <a:gd name="connsiteX54" fmla="*/ 508469 w 1886020"/>
                <a:gd name="connsiteY54" fmla="*/ 21555 h 4734469"/>
                <a:gd name="connsiteX55" fmla="*/ 505410 w 1886020"/>
                <a:gd name="connsiteY55" fmla="*/ 21409 h 4734469"/>
                <a:gd name="connsiteX56" fmla="*/ 501768 w 1886020"/>
                <a:gd name="connsiteY56" fmla="*/ 21043 h 4734469"/>
                <a:gd name="connsiteX57" fmla="*/ 469278 w 1886020"/>
                <a:gd name="connsiteY57" fmla="*/ 25730 h 4734469"/>
                <a:gd name="connsiteX58" fmla="*/ 463524 w 1886020"/>
                <a:gd name="connsiteY58" fmla="*/ 36933 h 4734469"/>
                <a:gd name="connsiteX59" fmla="*/ 461484 w 1886020"/>
                <a:gd name="connsiteY59" fmla="*/ 40668 h 4734469"/>
                <a:gd name="connsiteX60" fmla="*/ 461484 w 1886020"/>
                <a:gd name="connsiteY60" fmla="*/ 40668 h 4734469"/>
                <a:gd name="connsiteX61" fmla="*/ 456312 w 1886020"/>
                <a:gd name="connsiteY61" fmla="*/ 47698 h 4734469"/>
                <a:gd name="connsiteX62" fmla="*/ 456312 w 1886020"/>
                <a:gd name="connsiteY62" fmla="*/ 47698 h 4734469"/>
                <a:gd name="connsiteX63" fmla="*/ 403061 w 1886020"/>
                <a:gd name="connsiteY63" fmla="*/ 77869 h 4734469"/>
                <a:gd name="connsiteX64" fmla="*/ 324532 w 1886020"/>
                <a:gd name="connsiteY64" fmla="*/ 186540 h 4734469"/>
                <a:gd name="connsiteX65" fmla="*/ 325625 w 1886020"/>
                <a:gd name="connsiteY65" fmla="*/ 324210 h 4734469"/>
                <a:gd name="connsiteX66" fmla="*/ 354726 w 1886020"/>
                <a:gd name="connsiteY66" fmla="*/ 387041 h 4734469"/>
                <a:gd name="connsiteX67" fmla="*/ 354729 w 1886020"/>
                <a:gd name="connsiteY67" fmla="*/ 387125 h 4734469"/>
                <a:gd name="connsiteX68" fmla="*/ 354368 w 1886020"/>
                <a:gd name="connsiteY68" fmla="*/ 386850 h 4734469"/>
                <a:gd name="connsiteX69" fmla="*/ 242435 w 1886020"/>
                <a:gd name="connsiteY69" fmla="*/ 498129 h 4734469"/>
                <a:gd name="connsiteX70" fmla="*/ 361648 w 1886020"/>
                <a:gd name="connsiteY70" fmla="*/ 435424 h 4734469"/>
                <a:gd name="connsiteX71" fmla="*/ 363141 w 1886020"/>
                <a:gd name="connsiteY71" fmla="*/ 441669 h 4734469"/>
                <a:gd name="connsiteX72" fmla="*/ 385505 w 1886020"/>
                <a:gd name="connsiteY72" fmla="*/ 505671 h 4734469"/>
                <a:gd name="connsiteX73" fmla="*/ 435987 w 1886020"/>
                <a:gd name="connsiteY73" fmla="*/ 563961 h 4734469"/>
                <a:gd name="connsiteX74" fmla="*/ 453319 w 1886020"/>
                <a:gd name="connsiteY74" fmla="*/ 565943 h 4734469"/>
                <a:gd name="connsiteX75" fmla="*/ 457839 w 1886020"/>
                <a:gd name="connsiteY75" fmla="*/ 565708 h 4734469"/>
                <a:gd name="connsiteX76" fmla="*/ 446055 w 1886020"/>
                <a:gd name="connsiteY76" fmla="*/ 677019 h 4734469"/>
                <a:gd name="connsiteX77" fmla="*/ 404147 w 1886020"/>
                <a:gd name="connsiteY77" fmla="*/ 688604 h 4734469"/>
                <a:gd name="connsiteX78" fmla="*/ 387200 w 1886020"/>
                <a:gd name="connsiteY78" fmla="*/ 697652 h 4734469"/>
                <a:gd name="connsiteX79" fmla="*/ 369682 w 1886020"/>
                <a:gd name="connsiteY79" fmla="*/ 689015 h 4734469"/>
                <a:gd name="connsiteX80" fmla="*/ 245299 w 1886020"/>
                <a:gd name="connsiteY80" fmla="*/ 695605 h 4734469"/>
                <a:gd name="connsiteX81" fmla="*/ 143191 w 1886020"/>
                <a:gd name="connsiteY81" fmla="*/ 869154 h 4734469"/>
                <a:gd name="connsiteX82" fmla="*/ 97334 w 1886020"/>
                <a:gd name="connsiteY82" fmla="*/ 900423 h 4734469"/>
                <a:gd name="connsiteX83" fmla="*/ 89426 w 1886020"/>
                <a:gd name="connsiteY83" fmla="*/ 915458 h 4734469"/>
                <a:gd name="connsiteX84" fmla="*/ 75452 w 1886020"/>
                <a:gd name="connsiteY84" fmla="*/ 925468 h 4734469"/>
                <a:gd name="connsiteX85" fmla="*/ 27541 w 1886020"/>
                <a:gd name="connsiteY85" fmla="*/ 953154 h 4734469"/>
                <a:gd name="connsiteX86" fmla="*/ -34 w 1886020"/>
                <a:gd name="connsiteY86" fmla="*/ 999620 h 4734469"/>
                <a:gd name="connsiteX87" fmla="*/ 8434 w 1886020"/>
                <a:gd name="connsiteY87" fmla="*/ 1038698 h 4734469"/>
                <a:gd name="connsiteX88" fmla="*/ 40317 w 1886020"/>
                <a:gd name="connsiteY88" fmla="*/ 1099798 h 4734469"/>
                <a:gd name="connsiteX89" fmla="*/ 27433 w 1886020"/>
                <a:gd name="connsiteY89" fmla="*/ 1130006 h 4734469"/>
                <a:gd name="connsiteX90" fmla="*/ 38612 w 1886020"/>
                <a:gd name="connsiteY90" fmla="*/ 1216252 h 4734469"/>
                <a:gd name="connsiteX91" fmla="*/ 27292 w 1886020"/>
                <a:gd name="connsiteY91" fmla="*/ 1291511 h 4734469"/>
                <a:gd name="connsiteX92" fmla="*/ 78979 w 1886020"/>
                <a:gd name="connsiteY92" fmla="*/ 1580927 h 4734469"/>
                <a:gd name="connsiteX93" fmla="*/ 91251 w 1886020"/>
                <a:gd name="connsiteY93" fmla="*/ 1628525 h 4734469"/>
                <a:gd name="connsiteX94" fmla="*/ 70077 w 1886020"/>
                <a:gd name="connsiteY94" fmla="*/ 1716517 h 4734469"/>
                <a:gd name="connsiteX95" fmla="*/ 107198 w 1886020"/>
                <a:gd name="connsiteY95" fmla="*/ 1902274 h 4734469"/>
                <a:gd name="connsiteX96" fmla="*/ 105750 w 1886020"/>
                <a:gd name="connsiteY96" fmla="*/ 1989837 h 4734469"/>
                <a:gd name="connsiteX97" fmla="*/ 130737 w 1886020"/>
                <a:gd name="connsiteY97" fmla="*/ 2042751 h 4734469"/>
                <a:gd name="connsiteX98" fmla="*/ 163624 w 1886020"/>
                <a:gd name="connsiteY98" fmla="*/ 2141265 h 4734469"/>
                <a:gd name="connsiteX99" fmla="*/ 236572 w 1886020"/>
                <a:gd name="connsiteY99" fmla="*/ 2228163 h 4734469"/>
                <a:gd name="connsiteX100" fmla="*/ 236300 w 1886020"/>
                <a:gd name="connsiteY100" fmla="*/ 2412053 h 4734469"/>
                <a:gd name="connsiteX101" fmla="*/ 265444 w 1886020"/>
                <a:gd name="connsiteY101" fmla="*/ 2401299 h 4734469"/>
                <a:gd name="connsiteX102" fmla="*/ 330016 w 1886020"/>
                <a:gd name="connsiteY102" fmla="*/ 2655748 h 4734469"/>
                <a:gd name="connsiteX103" fmla="*/ 376474 w 1886020"/>
                <a:gd name="connsiteY103" fmla="*/ 2730632 h 4734469"/>
                <a:gd name="connsiteX104" fmla="*/ 394604 w 1886020"/>
                <a:gd name="connsiteY104" fmla="*/ 2789975 h 4734469"/>
                <a:gd name="connsiteX105" fmla="*/ 446089 w 1886020"/>
                <a:gd name="connsiteY105" fmla="*/ 3004200 h 4734469"/>
                <a:gd name="connsiteX106" fmla="*/ 469814 w 1886020"/>
                <a:gd name="connsiteY106" fmla="*/ 3180333 h 4734469"/>
                <a:gd name="connsiteX107" fmla="*/ 481889 w 1886020"/>
                <a:gd name="connsiteY107" fmla="*/ 3300881 h 4734469"/>
                <a:gd name="connsiteX108" fmla="*/ 497206 w 1886020"/>
                <a:gd name="connsiteY108" fmla="*/ 3322008 h 4734469"/>
                <a:gd name="connsiteX109" fmla="*/ 497458 w 1886020"/>
                <a:gd name="connsiteY109" fmla="*/ 3349846 h 4734469"/>
                <a:gd name="connsiteX110" fmla="*/ 472035 w 1886020"/>
                <a:gd name="connsiteY110" fmla="*/ 3558699 h 4734469"/>
                <a:gd name="connsiteX111" fmla="*/ 455363 w 1886020"/>
                <a:gd name="connsiteY111" fmla="*/ 3581867 h 4734469"/>
                <a:gd name="connsiteX112" fmla="*/ 376617 w 1886020"/>
                <a:gd name="connsiteY112" fmla="*/ 3789983 h 4734469"/>
                <a:gd name="connsiteX113" fmla="*/ 323803 w 1886020"/>
                <a:gd name="connsiteY113" fmla="*/ 4224670 h 4734469"/>
                <a:gd name="connsiteX114" fmla="*/ 269897 w 1886020"/>
                <a:gd name="connsiteY114" fmla="*/ 4290356 h 4734469"/>
                <a:gd name="connsiteX115" fmla="*/ 242653 w 1886020"/>
                <a:gd name="connsiteY115" fmla="*/ 4425902 h 4734469"/>
                <a:gd name="connsiteX116" fmla="*/ 245130 w 1886020"/>
                <a:gd name="connsiteY116" fmla="*/ 4448237 h 4734469"/>
                <a:gd name="connsiteX117" fmla="*/ 268367 w 1886020"/>
                <a:gd name="connsiteY117" fmla="*/ 4467643 h 4734469"/>
                <a:gd name="connsiteX118" fmla="*/ 281062 w 1886020"/>
                <a:gd name="connsiteY118" fmla="*/ 4473643 h 4734469"/>
                <a:gd name="connsiteX119" fmla="*/ 273678 w 1886020"/>
                <a:gd name="connsiteY119" fmla="*/ 4504884 h 4734469"/>
                <a:gd name="connsiteX120" fmla="*/ 223785 w 1886020"/>
                <a:gd name="connsiteY120" fmla="*/ 4478920 h 4734469"/>
                <a:gd name="connsiteX121" fmla="*/ 197562 w 1886020"/>
                <a:gd name="connsiteY121" fmla="*/ 4694067 h 4734469"/>
                <a:gd name="connsiteX122" fmla="*/ 200110 w 1886020"/>
                <a:gd name="connsiteY122" fmla="*/ 4707613 h 4734469"/>
                <a:gd name="connsiteX123" fmla="*/ 217011 w 1886020"/>
                <a:gd name="connsiteY123" fmla="*/ 4715815 h 4734469"/>
                <a:gd name="connsiteX124" fmla="*/ 430232 w 1886020"/>
                <a:gd name="connsiteY124" fmla="*/ 4734343 h 4734469"/>
                <a:gd name="connsiteX125" fmla="*/ 603607 w 1886020"/>
                <a:gd name="connsiteY125" fmla="*/ 4725262 h 4734469"/>
                <a:gd name="connsiteX126" fmla="*/ 662684 w 1886020"/>
                <a:gd name="connsiteY126" fmla="*/ 4720722 h 4734469"/>
                <a:gd name="connsiteX127" fmla="*/ 843635 w 1886020"/>
                <a:gd name="connsiteY127" fmla="*/ 4698241 h 4734469"/>
                <a:gd name="connsiteX128" fmla="*/ 916335 w 1886020"/>
                <a:gd name="connsiteY128" fmla="*/ 4666093 h 4734469"/>
                <a:gd name="connsiteX129" fmla="*/ 932144 w 1886020"/>
                <a:gd name="connsiteY129" fmla="*/ 4593231 h 4734469"/>
                <a:gd name="connsiteX130" fmla="*/ 932070 w 1886020"/>
                <a:gd name="connsiteY130" fmla="*/ 4593011 h 4734469"/>
                <a:gd name="connsiteX131" fmla="*/ 844873 w 1886020"/>
                <a:gd name="connsiteY131" fmla="*/ 4558374 h 4734469"/>
                <a:gd name="connsiteX132" fmla="*/ 753524 w 1886020"/>
                <a:gd name="connsiteY132" fmla="*/ 4529302 h 4734469"/>
                <a:gd name="connsiteX133" fmla="*/ 734593 w 1886020"/>
                <a:gd name="connsiteY133" fmla="*/ 4518606 h 4734469"/>
                <a:gd name="connsiteX134" fmla="*/ 739537 w 1886020"/>
                <a:gd name="connsiteY134" fmla="*/ 4517219 h 4734469"/>
                <a:gd name="connsiteX135" fmla="*/ 815225 w 1886020"/>
                <a:gd name="connsiteY135" fmla="*/ 4473721 h 4734469"/>
                <a:gd name="connsiteX136" fmla="*/ 913204 w 1886020"/>
                <a:gd name="connsiteY136" fmla="*/ 4451240 h 4734469"/>
                <a:gd name="connsiteX137" fmla="*/ 1008777 w 1886020"/>
                <a:gd name="connsiteY137" fmla="*/ 4421948 h 4734469"/>
                <a:gd name="connsiteX138" fmla="*/ 1047167 w 1886020"/>
                <a:gd name="connsiteY138" fmla="*/ 4341177 h 4734469"/>
                <a:gd name="connsiteX139" fmla="*/ 1045565 w 1886020"/>
                <a:gd name="connsiteY139" fmla="*/ 4334806 h 4734469"/>
                <a:gd name="connsiteX140" fmla="*/ 966018 w 1886020"/>
                <a:gd name="connsiteY140" fmla="*/ 4275418 h 4734469"/>
                <a:gd name="connsiteX141" fmla="*/ 869350 w 1886020"/>
                <a:gd name="connsiteY141" fmla="*/ 4240780 h 4734469"/>
                <a:gd name="connsiteX142" fmla="*/ 865416 w 1886020"/>
                <a:gd name="connsiteY142" fmla="*/ 4237558 h 4734469"/>
                <a:gd name="connsiteX143" fmla="*/ 858312 w 1886020"/>
                <a:gd name="connsiteY143" fmla="*/ 4231890 h 4734469"/>
                <a:gd name="connsiteX144" fmla="*/ 866202 w 1886020"/>
                <a:gd name="connsiteY144" fmla="*/ 4198483 h 4734469"/>
                <a:gd name="connsiteX145" fmla="*/ 846828 w 1886020"/>
                <a:gd name="connsiteY145" fmla="*/ 4146993 h 4734469"/>
                <a:gd name="connsiteX146" fmla="*/ 827606 w 1886020"/>
                <a:gd name="connsiteY146" fmla="*/ 4040589 h 4734469"/>
                <a:gd name="connsiteX147" fmla="*/ 769290 w 1886020"/>
                <a:gd name="connsiteY147" fmla="*/ 3774485 h 4734469"/>
                <a:gd name="connsiteX148" fmla="*/ 762475 w 1886020"/>
                <a:gd name="connsiteY148" fmla="*/ 3744253 h 4734469"/>
                <a:gd name="connsiteX149" fmla="*/ 836934 w 1886020"/>
                <a:gd name="connsiteY149" fmla="*/ 3624999 h 4734469"/>
                <a:gd name="connsiteX150" fmla="*/ 908250 w 1886020"/>
                <a:gd name="connsiteY150" fmla="*/ 3483961 h 4734469"/>
                <a:gd name="connsiteX151" fmla="*/ 919032 w 1886020"/>
                <a:gd name="connsiteY151" fmla="*/ 3436142 h 4734469"/>
                <a:gd name="connsiteX152" fmla="*/ 1024295 w 1886020"/>
                <a:gd name="connsiteY152" fmla="*/ 2880409 h 4734469"/>
                <a:gd name="connsiteX153" fmla="*/ 1033661 w 1886020"/>
                <a:gd name="connsiteY153" fmla="*/ 2800068 h 4734469"/>
                <a:gd name="connsiteX154" fmla="*/ 1047473 w 1886020"/>
                <a:gd name="connsiteY154" fmla="*/ 2724013 h 4734469"/>
                <a:gd name="connsiteX155" fmla="*/ 1058970 w 1886020"/>
                <a:gd name="connsiteY155" fmla="*/ 2622350 h 4734469"/>
                <a:gd name="connsiteX156" fmla="*/ 1047617 w 1886020"/>
                <a:gd name="connsiteY156" fmla="*/ 2488368 h 4734469"/>
                <a:gd name="connsiteX157" fmla="*/ 1042031 w 1886020"/>
                <a:gd name="connsiteY157" fmla="*/ 2396930 h 4734469"/>
                <a:gd name="connsiteX158" fmla="*/ 1038963 w 1886020"/>
                <a:gd name="connsiteY158" fmla="*/ 2381416 h 4734469"/>
                <a:gd name="connsiteX159" fmla="*/ 1037129 w 1886020"/>
                <a:gd name="connsiteY159" fmla="*/ 2373822 h 4734469"/>
                <a:gd name="connsiteX160" fmla="*/ 1019095 w 1886020"/>
                <a:gd name="connsiteY160" fmla="*/ 2324047 h 4734469"/>
                <a:gd name="connsiteX161" fmla="*/ 1005573 w 1886020"/>
                <a:gd name="connsiteY161" fmla="*/ 2296263 h 4734469"/>
                <a:gd name="connsiteX162" fmla="*/ 995240 w 1886020"/>
                <a:gd name="connsiteY162" fmla="*/ 2281142 h 4734469"/>
                <a:gd name="connsiteX163" fmla="*/ 1058914 w 1886020"/>
                <a:gd name="connsiteY163" fmla="*/ 2287002 h 4734469"/>
                <a:gd name="connsiteX164" fmla="*/ 1073548 w 1886020"/>
                <a:gd name="connsiteY164" fmla="*/ 2283943 h 4734469"/>
                <a:gd name="connsiteX165" fmla="*/ 1075497 w 1886020"/>
                <a:gd name="connsiteY165" fmla="*/ 2276255 h 4734469"/>
                <a:gd name="connsiteX166" fmla="*/ 1058910 w 1886020"/>
                <a:gd name="connsiteY166" fmla="*/ 2207029 h 4734469"/>
                <a:gd name="connsiteX167" fmla="*/ 1039680 w 1886020"/>
                <a:gd name="connsiteY167" fmla="*/ 2161643 h 4734469"/>
                <a:gd name="connsiteX168" fmla="*/ 1045298 w 1886020"/>
                <a:gd name="connsiteY168" fmla="*/ 2139108 h 4734469"/>
                <a:gd name="connsiteX169" fmla="*/ 1073729 w 1886020"/>
                <a:gd name="connsiteY169" fmla="*/ 2062887 h 4734469"/>
                <a:gd name="connsiteX170" fmla="*/ 1098774 w 1886020"/>
                <a:gd name="connsiteY170" fmla="*/ 1856238 h 4734469"/>
                <a:gd name="connsiteX171" fmla="*/ 1117459 w 1886020"/>
                <a:gd name="connsiteY171" fmla="*/ 1696376 h 4734469"/>
                <a:gd name="connsiteX172" fmla="*/ 1090811 w 1886020"/>
                <a:gd name="connsiteY172" fmla="*/ 1564235 h 4734469"/>
                <a:gd name="connsiteX173" fmla="*/ 1070016 w 1886020"/>
                <a:gd name="connsiteY173" fmla="*/ 1535166 h 4734469"/>
                <a:gd name="connsiteX174" fmla="*/ 1065064 w 1886020"/>
                <a:gd name="connsiteY174" fmla="*/ 1500401 h 4734469"/>
                <a:gd name="connsiteX175" fmla="*/ 1069409 w 1886020"/>
                <a:gd name="connsiteY175" fmla="*/ 1285230 h 4734469"/>
                <a:gd name="connsiteX176" fmla="*/ 1428401 w 1886020"/>
                <a:gd name="connsiteY176" fmla="*/ 1244648 h 4734469"/>
                <a:gd name="connsiteX177" fmla="*/ 1469267 w 1886020"/>
                <a:gd name="connsiteY177" fmla="*/ 1233637 h 4734469"/>
                <a:gd name="connsiteX178" fmla="*/ 1510569 w 1886020"/>
                <a:gd name="connsiteY178" fmla="*/ 1207741 h 4734469"/>
                <a:gd name="connsiteX179" fmla="*/ 1622232 w 1886020"/>
                <a:gd name="connsiteY179" fmla="*/ 1109831 h 4734469"/>
                <a:gd name="connsiteX180" fmla="*/ 1688425 w 1886020"/>
                <a:gd name="connsiteY180" fmla="*/ 946642 h 4734469"/>
                <a:gd name="connsiteX181" fmla="*/ 1747562 w 1886020"/>
                <a:gd name="connsiteY181" fmla="*/ 844368 h 4734469"/>
                <a:gd name="connsiteX182" fmla="*/ 1761043 w 1886020"/>
                <a:gd name="connsiteY182" fmla="*/ 794696 h 4734469"/>
                <a:gd name="connsiteX183" fmla="*/ 1753437 w 1886020"/>
                <a:gd name="connsiteY183" fmla="*/ 741358 h 4734469"/>
                <a:gd name="connsiteX184" fmla="*/ 1796361 w 1886020"/>
                <a:gd name="connsiteY184" fmla="*/ 663739 h 4734469"/>
                <a:gd name="connsiteX185" fmla="*/ 1806570 w 1886020"/>
                <a:gd name="connsiteY185" fmla="*/ 650101 h 4734469"/>
                <a:gd name="connsiteX186" fmla="*/ 1804140 w 1886020"/>
                <a:gd name="connsiteY186" fmla="*/ 636808 h 4734469"/>
                <a:gd name="connsiteX187" fmla="*/ 1803307 w 1886020"/>
                <a:gd name="connsiteY187" fmla="*/ 635266 h 4734469"/>
                <a:gd name="connsiteX188" fmla="*/ 1811545 w 1886020"/>
                <a:gd name="connsiteY188" fmla="*/ 629796 h 4734469"/>
                <a:gd name="connsiteX189" fmla="*/ 1839081 w 1886020"/>
                <a:gd name="connsiteY189" fmla="*/ 608266 h 4734469"/>
                <a:gd name="connsiteX190" fmla="*/ 1874848 w 1886020"/>
                <a:gd name="connsiteY190" fmla="*/ 572018 h 4734469"/>
                <a:gd name="connsiteX191" fmla="*/ 1884245 w 1886020"/>
                <a:gd name="connsiteY191" fmla="*/ 523393 h 4734469"/>
                <a:gd name="connsiteX192" fmla="*/ 570346 w 1886020"/>
                <a:gd name="connsiteY192" fmla="*/ 4449227 h 4734469"/>
                <a:gd name="connsiteX193" fmla="*/ 563104 w 1886020"/>
                <a:gd name="connsiteY193" fmla="*/ 4449848 h 4734469"/>
                <a:gd name="connsiteX194" fmla="*/ 537097 w 1886020"/>
                <a:gd name="connsiteY194" fmla="*/ 4457317 h 4734469"/>
                <a:gd name="connsiteX195" fmla="*/ 535135 w 1886020"/>
                <a:gd name="connsiteY195" fmla="*/ 4458333 h 4734469"/>
                <a:gd name="connsiteX196" fmla="*/ 566672 w 1886020"/>
                <a:gd name="connsiteY196" fmla="*/ 4383942 h 4734469"/>
                <a:gd name="connsiteX197" fmla="*/ 570026 w 1886020"/>
                <a:gd name="connsiteY197" fmla="*/ 4374975 h 4734469"/>
                <a:gd name="connsiteX198" fmla="*/ 568786 w 1886020"/>
                <a:gd name="connsiteY198" fmla="*/ 4391777 h 4734469"/>
                <a:gd name="connsiteX199" fmla="*/ 570346 w 1886020"/>
                <a:gd name="connsiteY199" fmla="*/ 4449227 h 4734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1886020" h="4734469">
                  <a:moveTo>
                    <a:pt x="1884245" y="523393"/>
                  </a:moveTo>
                  <a:cubicBezTo>
                    <a:pt x="1879987" y="514554"/>
                    <a:pt x="1876643" y="505304"/>
                    <a:pt x="1874265" y="495786"/>
                  </a:cubicBezTo>
                  <a:cubicBezTo>
                    <a:pt x="1873246" y="484801"/>
                    <a:pt x="1877470" y="470302"/>
                    <a:pt x="1867783" y="465103"/>
                  </a:cubicBezTo>
                  <a:cubicBezTo>
                    <a:pt x="1862319" y="462173"/>
                    <a:pt x="1854816" y="464370"/>
                    <a:pt x="1850007" y="460490"/>
                  </a:cubicBezTo>
                  <a:cubicBezTo>
                    <a:pt x="1847008" y="457071"/>
                    <a:pt x="1845172" y="452789"/>
                    <a:pt x="1844762" y="448260"/>
                  </a:cubicBezTo>
                  <a:cubicBezTo>
                    <a:pt x="1839748" y="430784"/>
                    <a:pt x="1824034" y="418538"/>
                    <a:pt x="1805863" y="417944"/>
                  </a:cubicBezTo>
                  <a:cubicBezTo>
                    <a:pt x="1816353" y="390189"/>
                    <a:pt x="1853722" y="383379"/>
                    <a:pt x="1870331" y="358921"/>
                  </a:cubicBezTo>
                  <a:cubicBezTo>
                    <a:pt x="1878637" y="346765"/>
                    <a:pt x="1875941" y="324284"/>
                    <a:pt x="1861299" y="324137"/>
                  </a:cubicBezTo>
                  <a:cubicBezTo>
                    <a:pt x="1857855" y="324356"/>
                    <a:pt x="1854489" y="325252"/>
                    <a:pt x="1851393" y="326774"/>
                  </a:cubicBezTo>
                  <a:cubicBezTo>
                    <a:pt x="1833181" y="334243"/>
                    <a:pt x="1815041" y="341785"/>
                    <a:pt x="1796830" y="349255"/>
                  </a:cubicBezTo>
                  <a:cubicBezTo>
                    <a:pt x="1786256" y="353386"/>
                    <a:pt x="1775941" y="358155"/>
                    <a:pt x="1765943" y="363534"/>
                  </a:cubicBezTo>
                  <a:cubicBezTo>
                    <a:pt x="1735930" y="380596"/>
                    <a:pt x="1713493" y="408351"/>
                    <a:pt x="1693315" y="436543"/>
                  </a:cubicBezTo>
                  <a:cubicBezTo>
                    <a:pt x="1674232" y="461516"/>
                    <a:pt x="1659007" y="489212"/>
                    <a:pt x="1648150" y="518706"/>
                  </a:cubicBezTo>
                  <a:cubicBezTo>
                    <a:pt x="1642068" y="536846"/>
                    <a:pt x="1638825" y="555816"/>
                    <a:pt x="1638535" y="574946"/>
                  </a:cubicBezTo>
                  <a:cubicBezTo>
                    <a:pt x="1638535" y="576864"/>
                    <a:pt x="1638578" y="578769"/>
                    <a:pt x="1638663" y="580662"/>
                  </a:cubicBezTo>
                  <a:cubicBezTo>
                    <a:pt x="1629777" y="582164"/>
                    <a:pt x="1622481" y="586062"/>
                    <a:pt x="1613134" y="587941"/>
                  </a:cubicBezTo>
                  <a:cubicBezTo>
                    <a:pt x="1606083" y="606606"/>
                    <a:pt x="1599032" y="625271"/>
                    <a:pt x="1591981" y="643937"/>
                  </a:cubicBezTo>
                  <a:cubicBezTo>
                    <a:pt x="1589143" y="653296"/>
                    <a:pt x="1584441" y="661984"/>
                    <a:pt x="1578159" y="669479"/>
                  </a:cubicBezTo>
                  <a:cubicBezTo>
                    <a:pt x="1573450" y="673778"/>
                    <a:pt x="1568430" y="677724"/>
                    <a:pt x="1563141" y="681284"/>
                  </a:cubicBezTo>
                  <a:cubicBezTo>
                    <a:pt x="1541319" y="699947"/>
                    <a:pt x="1530169" y="728216"/>
                    <a:pt x="1533375" y="756751"/>
                  </a:cubicBezTo>
                  <a:cubicBezTo>
                    <a:pt x="1493619" y="772381"/>
                    <a:pt x="1472768" y="816138"/>
                    <a:pt x="1485671" y="856861"/>
                  </a:cubicBezTo>
                  <a:cubicBezTo>
                    <a:pt x="1453258" y="863888"/>
                    <a:pt x="1426836" y="887272"/>
                    <a:pt x="1415921" y="918590"/>
                  </a:cubicBezTo>
                  <a:cubicBezTo>
                    <a:pt x="1414418" y="925614"/>
                    <a:pt x="1411299" y="932192"/>
                    <a:pt x="1406812" y="937801"/>
                  </a:cubicBezTo>
                  <a:cubicBezTo>
                    <a:pt x="1399842" y="943118"/>
                    <a:pt x="1391210" y="945785"/>
                    <a:pt x="1382456" y="945325"/>
                  </a:cubicBezTo>
                  <a:cubicBezTo>
                    <a:pt x="1358552" y="946811"/>
                    <a:pt x="1337650" y="965736"/>
                    <a:pt x="1315988" y="955470"/>
                  </a:cubicBezTo>
                  <a:cubicBezTo>
                    <a:pt x="1291397" y="943879"/>
                    <a:pt x="1263872" y="940012"/>
                    <a:pt x="1237040" y="944378"/>
                  </a:cubicBezTo>
                  <a:cubicBezTo>
                    <a:pt x="1231525" y="945684"/>
                    <a:pt x="1225852" y="946189"/>
                    <a:pt x="1220194" y="945880"/>
                  </a:cubicBezTo>
                  <a:cubicBezTo>
                    <a:pt x="1215352" y="945044"/>
                    <a:pt x="1210682" y="943408"/>
                    <a:pt x="1206377" y="941040"/>
                  </a:cubicBezTo>
                  <a:cubicBezTo>
                    <a:pt x="1196629" y="935328"/>
                    <a:pt x="1186061" y="931148"/>
                    <a:pt x="1175042" y="928647"/>
                  </a:cubicBezTo>
                  <a:cubicBezTo>
                    <a:pt x="1163722" y="926283"/>
                    <a:pt x="1152072" y="930807"/>
                    <a:pt x="1145313" y="940191"/>
                  </a:cubicBezTo>
                  <a:cubicBezTo>
                    <a:pt x="1137727" y="931829"/>
                    <a:pt x="1133206" y="921120"/>
                    <a:pt x="1126295" y="912187"/>
                  </a:cubicBezTo>
                  <a:cubicBezTo>
                    <a:pt x="1120075" y="902489"/>
                    <a:pt x="1108911" y="897134"/>
                    <a:pt x="1097455" y="898352"/>
                  </a:cubicBezTo>
                  <a:cubicBezTo>
                    <a:pt x="1104657" y="891903"/>
                    <a:pt x="1097285" y="879067"/>
                    <a:pt x="1087927" y="876721"/>
                  </a:cubicBezTo>
                  <a:cubicBezTo>
                    <a:pt x="1078328" y="875928"/>
                    <a:pt x="1068670" y="876280"/>
                    <a:pt x="1059155" y="877769"/>
                  </a:cubicBezTo>
                  <a:cubicBezTo>
                    <a:pt x="1034136" y="877636"/>
                    <a:pt x="1014940" y="854801"/>
                    <a:pt x="990638" y="848823"/>
                  </a:cubicBezTo>
                  <a:cubicBezTo>
                    <a:pt x="968301" y="843330"/>
                    <a:pt x="938529" y="849881"/>
                    <a:pt x="927078" y="829834"/>
                  </a:cubicBezTo>
                  <a:cubicBezTo>
                    <a:pt x="923420" y="823430"/>
                    <a:pt x="922372" y="815007"/>
                    <a:pt x="917154" y="810211"/>
                  </a:cubicBezTo>
                  <a:cubicBezTo>
                    <a:pt x="915923" y="804773"/>
                    <a:pt x="913444" y="799696"/>
                    <a:pt x="909914" y="795381"/>
                  </a:cubicBezTo>
                  <a:cubicBezTo>
                    <a:pt x="900747" y="784944"/>
                    <a:pt x="885250" y="783451"/>
                    <a:pt x="871407" y="783885"/>
                  </a:cubicBezTo>
                  <a:cubicBezTo>
                    <a:pt x="856196" y="784264"/>
                    <a:pt x="841121" y="786859"/>
                    <a:pt x="826658" y="791587"/>
                  </a:cubicBezTo>
                  <a:cubicBezTo>
                    <a:pt x="826254" y="789776"/>
                    <a:pt x="825774" y="787879"/>
                    <a:pt x="825164" y="785828"/>
                  </a:cubicBezTo>
                  <a:cubicBezTo>
                    <a:pt x="816394" y="760275"/>
                    <a:pt x="798807" y="738682"/>
                    <a:pt x="775558" y="724921"/>
                  </a:cubicBezTo>
                  <a:cubicBezTo>
                    <a:pt x="757304" y="713996"/>
                    <a:pt x="737481" y="705937"/>
                    <a:pt x="716782" y="701026"/>
                  </a:cubicBezTo>
                  <a:cubicBezTo>
                    <a:pt x="716686" y="699200"/>
                    <a:pt x="716492" y="697384"/>
                    <a:pt x="716446" y="695553"/>
                  </a:cubicBezTo>
                  <a:cubicBezTo>
                    <a:pt x="716110" y="669706"/>
                    <a:pt x="720123" y="643985"/>
                    <a:pt x="728319" y="619469"/>
                  </a:cubicBezTo>
                  <a:cubicBezTo>
                    <a:pt x="729178" y="616782"/>
                    <a:pt x="730174" y="614126"/>
                    <a:pt x="731107" y="611455"/>
                  </a:cubicBezTo>
                  <a:cubicBezTo>
                    <a:pt x="876662" y="573177"/>
                    <a:pt x="963628" y="424150"/>
                    <a:pt x="925349" y="278594"/>
                  </a:cubicBezTo>
                  <a:cubicBezTo>
                    <a:pt x="912967" y="231510"/>
                    <a:pt x="888197" y="188603"/>
                    <a:pt x="853616" y="154334"/>
                  </a:cubicBezTo>
                  <a:cubicBezTo>
                    <a:pt x="853487" y="148816"/>
                    <a:pt x="852771" y="143327"/>
                    <a:pt x="851478" y="137960"/>
                  </a:cubicBezTo>
                  <a:cubicBezTo>
                    <a:pt x="848482" y="126214"/>
                    <a:pt x="842847" y="115306"/>
                    <a:pt x="835001" y="106065"/>
                  </a:cubicBezTo>
                  <a:cubicBezTo>
                    <a:pt x="822561" y="78154"/>
                    <a:pt x="803054" y="65842"/>
                    <a:pt x="778219" y="54216"/>
                  </a:cubicBezTo>
                  <a:cubicBezTo>
                    <a:pt x="771081" y="50848"/>
                    <a:pt x="763505" y="47552"/>
                    <a:pt x="755492" y="43891"/>
                  </a:cubicBezTo>
                  <a:cubicBezTo>
                    <a:pt x="715863" y="26023"/>
                    <a:pt x="677545" y="-193"/>
                    <a:pt x="632527" y="-120"/>
                  </a:cubicBezTo>
                  <a:cubicBezTo>
                    <a:pt x="591441" y="-120"/>
                    <a:pt x="552104" y="22581"/>
                    <a:pt x="511529" y="21702"/>
                  </a:cubicBezTo>
                  <a:lnTo>
                    <a:pt x="508469" y="21555"/>
                  </a:lnTo>
                  <a:cubicBezTo>
                    <a:pt x="507449" y="21510"/>
                    <a:pt x="506430" y="21519"/>
                    <a:pt x="505410" y="21409"/>
                  </a:cubicBezTo>
                  <a:cubicBezTo>
                    <a:pt x="504172" y="21336"/>
                    <a:pt x="503006" y="21189"/>
                    <a:pt x="501768" y="21043"/>
                  </a:cubicBezTo>
                  <a:cubicBezTo>
                    <a:pt x="490404" y="19652"/>
                    <a:pt x="476781" y="17016"/>
                    <a:pt x="469278" y="25730"/>
                  </a:cubicBezTo>
                  <a:cubicBezTo>
                    <a:pt x="466903" y="29211"/>
                    <a:pt x="464970" y="32975"/>
                    <a:pt x="463524" y="36933"/>
                  </a:cubicBezTo>
                  <a:cubicBezTo>
                    <a:pt x="462960" y="38238"/>
                    <a:pt x="462278" y="39488"/>
                    <a:pt x="461484" y="40668"/>
                  </a:cubicBezTo>
                  <a:lnTo>
                    <a:pt x="461484" y="40668"/>
                  </a:lnTo>
                  <a:cubicBezTo>
                    <a:pt x="460036" y="43203"/>
                    <a:pt x="458300" y="45562"/>
                    <a:pt x="456312" y="47698"/>
                  </a:cubicBezTo>
                  <a:lnTo>
                    <a:pt x="456312" y="47698"/>
                  </a:lnTo>
                  <a:cubicBezTo>
                    <a:pt x="443200" y="62124"/>
                    <a:pt x="421200" y="68495"/>
                    <a:pt x="403061" y="77869"/>
                  </a:cubicBezTo>
                  <a:cubicBezTo>
                    <a:pt x="362121" y="98885"/>
                    <a:pt x="335241" y="141651"/>
                    <a:pt x="324532" y="186540"/>
                  </a:cubicBezTo>
                  <a:cubicBezTo>
                    <a:pt x="313824" y="231503"/>
                    <a:pt x="317613" y="278735"/>
                    <a:pt x="325625" y="324210"/>
                  </a:cubicBezTo>
                  <a:cubicBezTo>
                    <a:pt x="329668" y="346953"/>
                    <a:pt x="338554" y="372769"/>
                    <a:pt x="354726" y="387041"/>
                  </a:cubicBezTo>
                  <a:lnTo>
                    <a:pt x="354729" y="387125"/>
                  </a:lnTo>
                  <a:lnTo>
                    <a:pt x="354368" y="386850"/>
                  </a:lnTo>
                  <a:cubicBezTo>
                    <a:pt x="354368" y="386850"/>
                    <a:pt x="217449" y="484288"/>
                    <a:pt x="242435" y="498129"/>
                  </a:cubicBezTo>
                  <a:cubicBezTo>
                    <a:pt x="256026" y="505640"/>
                    <a:pt x="312750" y="469721"/>
                    <a:pt x="361648" y="435424"/>
                  </a:cubicBezTo>
                  <a:cubicBezTo>
                    <a:pt x="362144" y="437506"/>
                    <a:pt x="362603" y="439595"/>
                    <a:pt x="363141" y="441669"/>
                  </a:cubicBezTo>
                  <a:cubicBezTo>
                    <a:pt x="369008" y="463526"/>
                    <a:pt x="376482" y="484918"/>
                    <a:pt x="385505" y="505671"/>
                  </a:cubicBezTo>
                  <a:cubicBezTo>
                    <a:pt x="395922" y="530203"/>
                    <a:pt x="410492" y="556639"/>
                    <a:pt x="435987" y="563961"/>
                  </a:cubicBezTo>
                  <a:cubicBezTo>
                    <a:pt x="441630" y="565500"/>
                    <a:pt x="447474" y="566168"/>
                    <a:pt x="453319" y="565943"/>
                  </a:cubicBezTo>
                  <a:cubicBezTo>
                    <a:pt x="454827" y="565930"/>
                    <a:pt x="456330" y="565808"/>
                    <a:pt x="457839" y="565708"/>
                  </a:cubicBezTo>
                  <a:cubicBezTo>
                    <a:pt x="459132" y="603180"/>
                    <a:pt x="455165" y="640648"/>
                    <a:pt x="446055" y="677019"/>
                  </a:cubicBezTo>
                  <a:cubicBezTo>
                    <a:pt x="431197" y="676210"/>
                    <a:pt x="416481" y="680278"/>
                    <a:pt x="404147" y="688604"/>
                  </a:cubicBezTo>
                  <a:cubicBezTo>
                    <a:pt x="399500" y="693206"/>
                    <a:pt x="393610" y="696350"/>
                    <a:pt x="387200" y="697652"/>
                  </a:cubicBezTo>
                  <a:cubicBezTo>
                    <a:pt x="380552" y="696839"/>
                    <a:pt x="374375" y="693794"/>
                    <a:pt x="369682" y="689015"/>
                  </a:cubicBezTo>
                  <a:cubicBezTo>
                    <a:pt x="331815" y="661741"/>
                    <a:pt x="280072" y="664482"/>
                    <a:pt x="245299" y="695605"/>
                  </a:cubicBezTo>
                  <a:cubicBezTo>
                    <a:pt x="195703" y="742353"/>
                    <a:pt x="201316" y="833697"/>
                    <a:pt x="143191" y="869154"/>
                  </a:cubicBezTo>
                  <a:cubicBezTo>
                    <a:pt x="127169" y="878928"/>
                    <a:pt x="106687" y="884098"/>
                    <a:pt x="97334" y="900423"/>
                  </a:cubicBezTo>
                  <a:cubicBezTo>
                    <a:pt x="95070" y="905622"/>
                    <a:pt x="92427" y="910647"/>
                    <a:pt x="89426" y="915458"/>
                  </a:cubicBezTo>
                  <a:cubicBezTo>
                    <a:pt x="85537" y="919756"/>
                    <a:pt x="80772" y="923169"/>
                    <a:pt x="75452" y="925468"/>
                  </a:cubicBezTo>
                  <a:cubicBezTo>
                    <a:pt x="58580" y="933039"/>
                    <a:pt x="42526" y="942316"/>
                    <a:pt x="27541" y="953154"/>
                  </a:cubicBezTo>
                  <a:cubicBezTo>
                    <a:pt x="12411" y="964246"/>
                    <a:pt x="2454" y="981025"/>
                    <a:pt x="-34" y="999620"/>
                  </a:cubicBezTo>
                  <a:cubicBezTo>
                    <a:pt x="-249" y="1013123"/>
                    <a:pt x="2648" y="1026495"/>
                    <a:pt x="8434" y="1038698"/>
                  </a:cubicBezTo>
                  <a:cubicBezTo>
                    <a:pt x="17108" y="1060026"/>
                    <a:pt x="27783" y="1080484"/>
                    <a:pt x="40317" y="1099798"/>
                  </a:cubicBezTo>
                  <a:cubicBezTo>
                    <a:pt x="33548" y="1108622"/>
                    <a:pt x="29116" y="1119012"/>
                    <a:pt x="27433" y="1130006"/>
                  </a:cubicBezTo>
                  <a:cubicBezTo>
                    <a:pt x="23297" y="1158835"/>
                    <a:pt x="37087" y="1187166"/>
                    <a:pt x="38612" y="1216252"/>
                  </a:cubicBezTo>
                  <a:cubicBezTo>
                    <a:pt x="39943" y="1241665"/>
                    <a:pt x="31896" y="1266487"/>
                    <a:pt x="27292" y="1291511"/>
                  </a:cubicBezTo>
                  <a:cubicBezTo>
                    <a:pt x="9324" y="1389174"/>
                    <a:pt x="43846" y="1488100"/>
                    <a:pt x="78979" y="1580927"/>
                  </a:cubicBezTo>
                  <a:cubicBezTo>
                    <a:pt x="85663" y="1596009"/>
                    <a:pt x="89810" y="1612092"/>
                    <a:pt x="91251" y="1628525"/>
                  </a:cubicBezTo>
                  <a:cubicBezTo>
                    <a:pt x="92190" y="1658823"/>
                    <a:pt x="74830" y="1686583"/>
                    <a:pt x="70077" y="1716517"/>
                  </a:cubicBezTo>
                  <a:cubicBezTo>
                    <a:pt x="60087" y="1779417"/>
                    <a:pt x="106242" y="1838585"/>
                    <a:pt x="107198" y="1902274"/>
                  </a:cubicBezTo>
                  <a:cubicBezTo>
                    <a:pt x="107638" y="1931597"/>
                    <a:pt x="98452" y="1961442"/>
                    <a:pt x="105750" y="1989837"/>
                  </a:cubicBezTo>
                  <a:cubicBezTo>
                    <a:pt x="110621" y="2008787"/>
                    <a:pt x="122387" y="2025071"/>
                    <a:pt x="130737" y="2042751"/>
                  </a:cubicBezTo>
                  <a:cubicBezTo>
                    <a:pt x="145532" y="2074080"/>
                    <a:pt x="149501" y="2109624"/>
                    <a:pt x="163624" y="2141265"/>
                  </a:cubicBezTo>
                  <a:cubicBezTo>
                    <a:pt x="180520" y="2175727"/>
                    <a:pt x="205558" y="2205553"/>
                    <a:pt x="236572" y="2228163"/>
                  </a:cubicBezTo>
                  <a:cubicBezTo>
                    <a:pt x="254350" y="2284370"/>
                    <a:pt x="229127" y="2352240"/>
                    <a:pt x="236300" y="2412053"/>
                  </a:cubicBezTo>
                  <a:cubicBezTo>
                    <a:pt x="245952" y="2408302"/>
                    <a:pt x="255679" y="2404746"/>
                    <a:pt x="265444" y="2401299"/>
                  </a:cubicBezTo>
                  <a:cubicBezTo>
                    <a:pt x="259340" y="2490826"/>
                    <a:pt x="281961" y="2579965"/>
                    <a:pt x="330016" y="2655748"/>
                  </a:cubicBezTo>
                  <a:cubicBezTo>
                    <a:pt x="345907" y="2680498"/>
                    <a:pt x="364528" y="2703733"/>
                    <a:pt x="376474" y="2730632"/>
                  </a:cubicBezTo>
                  <a:cubicBezTo>
                    <a:pt x="384304" y="2749822"/>
                    <a:pt x="390373" y="2769685"/>
                    <a:pt x="394604" y="2789975"/>
                  </a:cubicBezTo>
                  <a:cubicBezTo>
                    <a:pt x="411766" y="2861384"/>
                    <a:pt x="428928" y="2932792"/>
                    <a:pt x="446089" y="3004200"/>
                  </a:cubicBezTo>
                  <a:cubicBezTo>
                    <a:pt x="459988" y="3062033"/>
                    <a:pt x="473988" y="3120985"/>
                    <a:pt x="469814" y="3180333"/>
                  </a:cubicBezTo>
                  <a:cubicBezTo>
                    <a:pt x="466905" y="3221687"/>
                    <a:pt x="456536" y="3268184"/>
                    <a:pt x="481889" y="3300881"/>
                  </a:cubicBezTo>
                  <a:cubicBezTo>
                    <a:pt x="488006" y="3307131"/>
                    <a:pt x="493168" y="3314250"/>
                    <a:pt x="497206" y="3322008"/>
                  </a:cubicBezTo>
                  <a:cubicBezTo>
                    <a:pt x="499734" y="3331104"/>
                    <a:pt x="499821" y="3340705"/>
                    <a:pt x="497458" y="3349846"/>
                  </a:cubicBezTo>
                  <a:cubicBezTo>
                    <a:pt x="485085" y="3418933"/>
                    <a:pt x="476597" y="3488660"/>
                    <a:pt x="472035" y="3558699"/>
                  </a:cubicBezTo>
                  <a:cubicBezTo>
                    <a:pt x="466299" y="3566438"/>
                    <a:pt x="460633" y="3574145"/>
                    <a:pt x="455363" y="3581867"/>
                  </a:cubicBezTo>
                  <a:cubicBezTo>
                    <a:pt x="413258" y="3643453"/>
                    <a:pt x="393008" y="3717121"/>
                    <a:pt x="376617" y="3789983"/>
                  </a:cubicBezTo>
                  <a:cubicBezTo>
                    <a:pt x="344710" y="3932487"/>
                    <a:pt x="330360" y="4078724"/>
                    <a:pt x="323803" y="4224670"/>
                  </a:cubicBezTo>
                  <a:cubicBezTo>
                    <a:pt x="302695" y="4243788"/>
                    <a:pt x="284530" y="4265923"/>
                    <a:pt x="269897" y="4290356"/>
                  </a:cubicBezTo>
                  <a:cubicBezTo>
                    <a:pt x="247824" y="4331217"/>
                    <a:pt x="244984" y="4379402"/>
                    <a:pt x="242653" y="4425902"/>
                  </a:cubicBezTo>
                  <a:cubicBezTo>
                    <a:pt x="241667" y="4433438"/>
                    <a:pt x="242517" y="4441101"/>
                    <a:pt x="245130" y="4448237"/>
                  </a:cubicBezTo>
                  <a:cubicBezTo>
                    <a:pt x="250425" y="4457176"/>
                    <a:pt x="258628" y="4464027"/>
                    <a:pt x="268367" y="4467643"/>
                  </a:cubicBezTo>
                  <a:cubicBezTo>
                    <a:pt x="272570" y="4469705"/>
                    <a:pt x="276802" y="4471705"/>
                    <a:pt x="281062" y="4473643"/>
                  </a:cubicBezTo>
                  <a:cubicBezTo>
                    <a:pt x="278285" y="4483867"/>
                    <a:pt x="275855" y="4494348"/>
                    <a:pt x="273678" y="4504884"/>
                  </a:cubicBezTo>
                  <a:cubicBezTo>
                    <a:pt x="257530" y="4486659"/>
                    <a:pt x="228677" y="4457757"/>
                    <a:pt x="223785" y="4478920"/>
                  </a:cubicBezTo>
                  <a:cubicBezTo>
                    <a:pt x="207600" y="4549531"/>
                    <a:pt x="198812" y="4621636"/>
                    <a:pt x="197562" y="4694067"/>
                  </a:cubicBezTo>
                  <a:cubicBezTo>
                    <a:pt x="197053" y="4698735"/>
                    <a:pt x="197940" y="4703449"/>
                    <a:pt x="200110" y="4707613"/>
                  </a:cubicBezTo>
                  <a:cubicBezTo>
                    <a:pt x="204357" y="4712580"/>
                    <a:pt x="210482" y="4715552"/>
                    <a:pt x="217011" y="4715815"/>
                  </a:cubicBezTo>
                  <a:cubicBezTo>
                    <a:pt x="287384" y="4728385"/>
                    <a:pt x="358747" y="4734586"/>
                    <a:pt x="430232" y="4734343"/>
                  </a:cubicBezTo>
                  <a:cubicBezTo>
                    <a:pt x="488145" y="4734123"/>
                    <a:pt x="545912" y="4729656"/>
                    <a:pt x="603607" y="4725262"/>
                  </a:cubicBezTo>
                  <a:cubicBezTo>
                    <a:pt x="623275" y="4723724"/>
                    <a:pt x="643016" y="4722186"/>
                    <a:pt x="662684" y="4720722"/>
                  </a:cubicBezTo>
                  <a:cubicBezTo>
                    <a:pt x="723452" y="4717460"/>
                    <a:pt x="783917" y="4709948"/>
                    <a:pt x="843635" y="4698241"/>
                  </a:cubicBezTo>
                  <a:cubicBezTo>
                    <a:pt x="869788" y="4692529"/>
                    <a:pt x="896740" y="4684474"/>
                    <a:pt x="916335" y="4666093"/>
                  </a:cubicBezTo>
                  <a:cubicBezTo>
                    <a:pt x="935858" y="4647786"/>
                    <a:pt x="945693" y="4616444"/>
                    <a:pt x="932144" y="4593231"/>
                  </a:cubicBezTo>
                  <a:cubicBezTo>
                    <a:pt x="932154" y="4593150"/>
                    <a:pt x="932127" y="4593070"/>
                    <a:pt x="932070" y="4593011"/>
                  </a:cubicBezTo>
                  <a:cubicBezTo>
                    <a:pt x="915534" y="4564965"/>
                    <a:pt x="877072" y="4562840"/>
                    <a:pt x="844873" y="4558374"/>
                  </a:cubicBezTo>
                  <a:cubicBezTo>
                    <a:pt x="813002" y="4553903"/>
                    <a:pt x="782117" y="4544074"/>
                    <a:pt x="753524" y="4529302"/>
                  </a:cubicBezTo>
                  <a:cubicBezTo>
                    <a:pt x="747087" y="4525966"/>
                    <a:pt x="740813" y="4522336"/>
                    <a:pt x="734593" y="4518606"/>
                  </a:cubicBezTo>
                  <a:cubicBezTo>
                    <a:pt x="736242" y="4518148"/>
                    <a:pt x="737907" y="4517766"/>
                    <a:pt x="739537" y="4517219"/>
                  </a:cubicBezTo>
                  <a:cubicBezTo>
                    <a:pt x="767146" y="4507919"/>
                    <a:pt x="789146" y="4486683"/>
                    <a:pt x="815225" y="4473721"/>
                  </a:cubicBezTo>
                  <a:cubicBezTo>
                    <a:pt x="845456" y="4458783"/>
                    <a:pt x="879766" y="4455488"/>
                    <a:pt x="913204" y="4451240"/>
                  </a:cubicBezTo>
                  <a:cubicBezTo>
                    <a:pt x="946567" y="4446919"/>
                    <a:pt x="981023" y="4440988"/>
                    <a:pt x="1008777" y="4421948"/>
                  </a:cubicBezTo>
                  <a:cubicBezTo>
                    <a:pt x="1034784" y="4404081"/>
                    <a:pt x="1053214" y="4371640"/>
                    <a:pt x="1047167" y="4341177"/>
                  </a:cubicBezTo>
                  <a:cubicBezTo>
                    <a:pt x="1046772" y="4339021"/>
                    <a:pt x="1046236" y="4336893"/>
                    <a:pt x="1045565" y="4334806"/>
                  </a:cubicBezTo>
                  <a:cubicBezTo>
                    <a:pt x="1035222" y="4301707"/>
                    <a:pt x="999454" y="4284132"/>
                    <a:pt x="966018" y="4275418"/>
                  </a:cubicBezTo>
                  <a:cubicBezTo>
                    <a:pt x="932654" y="4266703"/>
                    <a:pt x="896376" y="4262310"/>
                    <a:pt x="869350" y="4240780"/>
                  </a:cubicBezTo>
                  <a:cubicBezTo>
                    <a:pt x="868039" y="4239755"/>
                    <a:pt x="866727" y="4238657"/>
                    <a:pt x="865416" y="4237558"/>
                  </a:cubicBezTo>
                  <a:cubicBezTo>
                    <a:pt x="863105" y="4235668"/>
                    <a:pt x="860725" y="4233748"/>
                    <a:pt x="858312" y="4231890"/>
                  </a:cubicBezTo>
                  <a:cubicBezTo>
                    <a:pt x="864279" y="4221816"/>
                    <a:pt x="867032" y="4210162"/>
                    <a:pt x="866202" y="4198483"/>
                  </a:cubicBezTo>
                  <a:cubicBezTo>
                    <a:pt x="864780" y="4180079"/>
                    <a:pt x="854086" y="4163949"/>
                    <a:pt x="846828" y="4146993"/>
                  </a:cubicBezTo>
                  <a:cubicBezTo>
                    <a:pt x="832591" y="4113737"/>
                    <a:pt x="831447" y="4076588"/>
                    <a:pt x="827606" y="4040589"/>
                  </a:cubicBezTo>
                  <a:cubicBezTo>
                    <a:pt x="817962" y="3950199"/>
                    <a:pt x="790241" y="3862921"/>
                    <a:pt x="769290" y="3774485"/>
                  </a:cubicBezTo>
                  <a:cubicBezTo>
                    <a:pt x="766914" y="3764457"/>
                    <a:pt x="764642" y="3754380"/>
                    <a:pt x="762475" y="3744253"/>
                  </a:cubicBezTo>
                  <a:cubicBezTo>
                    <a:pt x="782857" y="3701898"/>
                    <a:pt x="807827" y="3661907"/>
                    <a:pt x="836934" y="3624999"/>
                  </a:cubicBezTo>
                  <a:cubicBezTo>
                    <a:pt x="870118" y="3583369"/>
                    <a:pt x="894392" y="3535363"/>
                    <a:pt x="908250" y="3483961"/>
                  </a:cubicBezTo>
                  <a:cubicBezTo>
                    <a:pt x="912548" y="3468216"/>
                    <a:pt x="915754" y="3452179"/>
                    <a:pt x="919032" y="3436142"/>
                  </a:cubicBezTo>
                  <a:cubicBezTo>
                    <a:pt x="956256" y="3251313"/>
                    <a:pt x="991344" y="3066068"/>
                    <a:pt x="1024295" y="2880409"/>
                  </a:cubicBezTo>
                  <a:cubicBezTo>
                    <a:pt x="1029738" y="2853950"/>
                    <a:pt x="1032871" y="2827069"/>
                    <a:pt x="1033661" y="2800068"/>
                  </a:cubicBezTo>
                  <a:cubicBezTo>
                    <a:pt x="1042279" y="2775612"/>
                    <a:pt x="1046942" y="2749937"/>
                    <a:pt x="1047473" y="2724013"/>
                  </a:cubicBezTo>
                  <a:cubicBezTo>
                    <a:pt x="1057058" y="2686426"/>
                    <a:pt x="1066821" y="2647000"/>
                    <a:pt x="1058970" y="2622350"/>
                  </a:cubicBezTo>
                  <a:cubicBezTo>
                    <a:pt x="1053417" y="2604945"/>
                    <a:pt x="1050620" y="2545408"/>
                    <a:pt x="1047617" y="2488368"/>
                  </a:cubicBezTo>
                  <a:cubicBezTo>
                    <a:pt x="1048457" y="2457784"/>
                    <a:pt x="1046588" y="2427185"/>
                    <a:pt x="1042031" y="2396930"/>
                  </a:cubicBezTo>
                  <a:cubicBezTo>
                    <a:pt x="1041176" y="2391759"/>
                    <a:pt x="1040122" y="2386584"/>
                    <a:pt x="1038963" y="2381416"/>
                  </a:cubicBezTo>
                  <a:cubicBezTo>
                    <a:pt x="1038502" y="2378851"/>
                    <a:pt x="1037890" y="2376315"/>
                    <a:pt x="1037129" y="2373822"/>
                  </a:cubicBezTo>
                  <a:cubicBezTo>
                    <a:pt x="1032796" y="2356670"/>
                    <a:pt x="1026755" y="2339994"/>
                    <a:pt x="1019095" y="2324047"/>
                  </a:cubicBezTo>
                  <a:cubicBezTo>
                    <a:pt x="1015187" y="2314505"/>
                    <a:pt x="1010671" y="2305225"/>
                    <a:pt x="1005573" y="2296263"/>
                  </a:cubicBezTo>
                  <a:cubicBezTo>
                    <a:pt x="1002505" y="2290975"/>
                    <a:pt x="999051" y="2285921"/>
                    <a:pt x="995240" y="2281142"/>
                  </a:cubicBezTo>
                  <a:cubicBezTo>
                    <a:pt x="1016552" y="2281989"/>
                    <a:pt x="1037805" y="2283945"/>
                    <a:pt x="1058914" y="2287002"/>
                  </a:cubicBezTo>
                  <a:cubicBezTo>
                    <a:pt x="1064109" y="2287780"/>
                    <a:pt x="1070438" y="2288199"/>
                    <a:pt x="1073548" y="2283943"/>
                  </a:cubicBezTo>
                  <a:cubicBezTo>
                    <a:pt x="1074935" y="2281626"/>
                    <a:pt x="1075613" y="2278953"/>
                    <a:pt x="1075497" y="2276255"/>
                  </a:cubicBezTo>
                  <a:cubicBezTo>
                    <a:pt x="1076487" y="2252089"/>
                    <a:pt x="1070744" y="2228123"/>
                    <a:pt x="1058910" y="2207029"/>
                  </a:cubicBezTo>
                  <a:cubicBezTo>
                    <a:pt x="1050730" y="2192516"/>
                    <a:pt x="1039366" y="2178321"/>
                    <a:pt x="1039680" y="2161643"/>
                  </a:cubicBezTo>
                  <a:cubicBezTo>
                    <a:pt x="1040270" y="2153869"/>
                    <a:pt x="1042170" y="2146250"/>
                    <a:pt x="1045298" y="2139108"/>
                  </a:cubicBezTo>
                  <a:cubicBezTo>
                    <a:pt x="1054776" y="2113701"/>
                    <a:pt x="1064253" y="2088294"/>
                    <a:pt x="1073729" y="2062887"/>
                  </a:cubicBezTo>
                  <a:cubicBezTo>
                    <a:pt x="1097730" y="1998543"/>
                    <a:pt x="1086309" y="1923804"/>
                    <a:pt x="1098774" y="1856238"/>
                  </a:cubicBezTo>
                  <a:cubicBezTo>
                    <a:pt x="1108515" y="1803420"/>
                    <a:pt x="1114758" y="1750016"/>
                    <a:pt x="1117459" y="1696376"/>
                  </a:cubicBezTo>
                  <a:cubicBezTo>
                    <a:pt x="1119767" y="1650525"/>
                    <a:pt x="1118332" y="1600871"/>
                    <a:pt x="1090811" y="1564235"/>
                  </a:cubicBezTo>
                  <a:cubicBezTo>
                    <a:pt x="1082759" y="1555397"/>
                    <a:pt x="1075779" y="1545640"/>
                    <a:pt x="1070016" y="1535166"/>
                  </a:cubicBezTo>
                  <a:cubicBezTo>
                    <a:pt x="1066065" y="1524024"/>
                    <a:pt x="1064381" y="1512204"/>
                    <a:pt x="1065064" y="1500401"/>
                  </a:cubicBezTo>
                  <a:cubicBezTo>
                    <a:pt x="1064584" y="1428655"/>
                    <a:pt x="1066033" y="1356931"/>
                    <a:pt x="1069409" y="1285230"/>
                  </a:cubicBezTo>
                  <a:cubicBezTo>
                    <a:pt x="1190013" y="1281985"/>
                    <a:pt x="1310117" y="1268408"/>
                    <a:pt x="1428401" y="1244648"/>
                  </a:cubicBezTo>
                  <a:cubicBezTo>
                    <a:pt x="1442332" y="1242237"/>
                    <a:pt x="1456011" y="1238551"/>
                    <a:pt x="1469267" y="1233637"/>
                  </a:cubicBezTo>
                  <a:cubicBezTo>
                    <a:pt x="1483972" y="1226598"/>
                    <a:pt x="1497828" y="1217910"/>
                    <a:pt x="1510569" y="1207741"/>
                  </a:cubicBezTo>
                  <a:cubicBezTo>
                    <a:pt x="1550814" y="1178656"/>
                    <a:pt x="1591632" y="1149028"/>
                    <a:pt x="1622232" y="1109831"/>
                  </a:cubicBezTo>
                  <a:cubicBezTo>
                    <a:pt x="1658666" y="1062432"/>
                    <a:pt x="1681545" y="1006028"/>
                    <a:pt x="1688425" y="946642"/>
                  </a:cubicBezTo>
                  <a:cubicBezTo>
                    <a:pt x="1717534" y="919682"/>
                    <a:pt x="1732990" y="881361"/>
                    <a:pt x="1747562" y="844368"/>
                  </a:cubicBezTo>
                  <a:cubicBezTo>
                    <a:pt x="1754761" y="828666"/>
                    <a:pt x="1759316" y="811883"/>
                    <a:pt x="1761043" y="794696"/>
                  </a:cubicBezTo>
                  <a:cubicBezTo>
                    <a:pt x="1761825" y="777107"/>
                    <a:pt x="1750231" y="758668"/>
                    <a:pt x="1753437" y="741358"/>
                  </a:cubicBezTo>
                  <a:cubicBezTo>
                    <a:pt x="1759034" y="711546"/>
                    <a:pt x="1774085" y="684329"/>
                    <a:pt x="1796361" y="663739"/>
                  </a:cubicBezTo>
                  <a:cubicBezTo>
                    <a:pt x="1801084" y="660350"/>
                    <a:pt x="1804649" y="655588"/>
                    <a:pt x="1806570" y="650101"/>
                  </a:cubicBezTo>
                  <a:cubicBezTo>
                    <a:pt x="1807169" y="645525"/>
                    <a:pt x="1806319" y="640877"/>
                    <a:pt x="1804140" y="636808"/>
                  </a:cubicBezTo>
                  <a:cubicBezTo>
                    <a:pt x="1803900" y="636270"/>
                    <a:pt x="1803559" y="635797"/>
                    <a:pt x="1803307" y="635266"/>
                  </a:cubicBezTo>
                  <a:cubicBezTo>
                    <a:pt x="1806083" y="633507"/>
                    <a:pt x="1808835" y="631696"/>
                    <a:pt x="1811545" y="629796"/>
                  </a:cubicBezTo>
                  <a:cubicBezTo>
                    <a:pt x="1821087" y="623058"/>
                    <a:pt x="1830193" y="615589"/>
                    <a:pt x="1839081" y="608266"/>
                  </a:cubicBezTo>
                  <a:cubicBezTo>
                    <a:pt x="1852739" y="598028"/>
                    <a:pt x="1864794" y="585811"/>
                    <a:pt x="1874848" y="572018"/>
                  </a:cubicBezTo>
                  <a:cubicBezTo>
                    <a:pt x="1884973" y="557978"/>
                    <a:pt x="1888409" y="540195"/>
                    <a:pt x="1884245" y="523393"/>
                  </a:cubicBezTo>
                  <a:close/>
                  <a:moveTo>
                    <a:pt x="570346" y="4449227"/>
                  </a:moveTo>
                  <a:cubicBezTo>
                    <a:pt x="567928" y="4449397"/>
                    <a:pt x="565501" y="4449516"/>
                    <a:pt x="563104" y="4449848"/>
                  </a:cubicBezTo>
                  <a:cubicBezTo>
                    <a:pt x="554121" y="4451073"/>
                    <a:pt x="545361" y="4453589"/>
                    <a:pt x="537097" y="4457317"/>
                  </a:cubicBezTo>
                  <a:cubicBezTo>
                    <a:pt x="536428" y="4457626"/>
                    <a:pt x="535797" y="4458009"/>
                    <a:pt x="535135" y="4458333"/>
                  </a:cubicBezTo>
                  <a:cubicBezTo>
                    <a:pt x="546450" y="4433898"/>
                    <a:pt x="557033" y="4409119"/>
                    <a:pt x="566672" y="4383942"/>
                  </a:cubicBezTo>
                  <a:cubicBezTo>
                    <a:pt x="567820" y="4380970"/>
                    <a:pt x="568903" y="4377961"/>
                    <a:pt x="570026" y="4374975"/>
                  </a:cubicBezTo>
                  <a:cubicBezTo>
                    <a:pt x="569608" y="4380572"/>
                    <a:pt x="569207" y="4386185"/>
                    <a:pt x="568786" y="4391777"/>
                  </a:cubicBezTo>
                  <a:cubicBezTo>
                    <a:pt x="566614" y="4410906"/>
                    <a:pt x="567139" y="4430245"/>
                    <a:pt x="570346" y="4449227"/>
                  </a:cubicBezTo>
                  <a:close/>
                </a:path>
              </a:pathLst>
            </a:custGeom>
            <a:solidFill>
              <a:srgbClr val="808080"/>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35" name="任意多边形: 形状 34">
              <a:extLst>
                <a:ext uri="{FF2B5EF4-FFF2-40B4-BE49-F238E27FC236}">
                  <a16:creationId xmlns:a16="http://schemas.microsoft.com/office/drawing/2014/main" id="{A619A1D5-9CB6-4A77-915F-D9A1B541412D}"/>
                </a:ext>
              </a:extLst>
            </p:cNvPr>
            <p:cNvSpPr/>
            <p:nvPr/>
          </p:nvSpPr>
          <p:spPr>
            <a:xfrm>
              <a:off x="2887339" y="1216911"/>
              <a:ext cx="400727" cy="364159"/>
            </a:xfrm>
            <a:custGeom>
              <a:avLst/>
              <a:gdLst>
                <a:gd name="connsiteX0" fmla="*/ 331989 w 400727"/>
                <a:gd name="connsiteY0" fmla="*/ 245607 h 364159"/>
                <a:gd name="connsiteX1" fmla="*/ 348598 w 400727"/>
                <a:gd name="connsiteY1" fmla="*/ 363618 h 364159"/>
                <a:gd name="connsiteX2" fmla="*/ -45 w 400727"/>
                <a:gd name="connsiteY2" fmla="*/ 330036 h 364159"/>
                <a:gd name="connsiteX3" fmla="*/ 59907 w 400727"/>
                <a:gd name="connsiteY3" fmla="*/ 234024 h 364159"/>
                <a:gd name="connsiteX4" fmla="*/ 71344 w 400727"/>
                <a:gd name="connsiteY4" fmla="*/ 86511 h 364159"/>
                <a:gd name="connsiteX5" fmla="*/ 69888 w 400727"/>
                <a:gd name="connsiteY5" fmla="*/ 78352 h 364159"/>
                <a:gd name="connsiteX6" fmla="*/ 57431 w 400727"/>
                <a:gd name="connsiteY6" fmla="*/ 16068 h 364159"/>
                <a:gd name="connsiteX7" fmla="*/ 97642 w 400727"/>
                <a:gd name="connsiteY7" fmla="*/ 989 h 364159"/>
                <a:gd name="connsiteX8" fmla="*/ 253971 w 400727"/>
                <a:gd name="connsiteY8" fmla="*/ 21167 h 364159"/>
                <a:gd name="connsiteX9" fmla="*/ 400683 w 400727"/>
                <a:gd name="connsiteY9" fmla="*/ 52856 h 364159"/>
                <a:gd name="connsiteX10" fmla="*/ 343863 w 400727"/>
                <a:gd name="connsiteY10" fmla="*/ 169920 h 364159"/>
                <a:gd name="connsiteX11" fmla="*/ 331989 w 400727"/>
                <a:gd name="connsiteY11" fmla="*/ 245607 h 364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0727" h="364159">
                  <a:moveTo>
                    <a:pt x="331989" y="245607"/>
                  </a:moveTo>
                  <a:cubicBezTo>
                    <a:pt x="333009" y="285382"/>
                    <a:pt x="346486" y="323917"/>
                    <a:pt x="348598" y="363618"/>
                  </a:cubicBezTo>
                  <a:cubicBezTo>
                    <a:pt x="231461" y="369446"/>
                    <a:pt x="115927" y="312626"/>
                    <a:pt x="-45" y="330036"/>
                  </a:cubicBezTo>
                  <a:cubicBezTo>
                    <a:pt x="32371" y="309057"/>
                    <a:pt x="49710" y="271249"/>
                    <a:pt x="59907" y="234024"/>
                  </a:cubicBezTo>
                  <a:cubicBezTo>
                    <a:pt x="72902" y="186000"/>
                    <a:pt x="76782" y="135964"/>
                    <a:pt x="71344" y="86511"/>
                  </a:cubicBezTo>
                  <a:cubicBezTo>
                    <a:pt x="71033" y="83763"/>
                    <a:pt x="70547" y="81038"/>
                    <a:pt x="69888" y="78352"/>
                  </a:cubicBezTo>
                  <a:cubicBezTo>
                    <a:pt x="65589" y="58902"/>
                    <a:pt x="54444" y="31366"/>
                    <a:pt x="57431" y="16068"/>
                  </a:cubicBezTo>
                  <a:cubicBezTo>
                    <a:pt x="61365" y="-4183"/>
                    <a:pt x="80451" y="-176"/>
                    <a:pt x="97642" y="989"/>
                  </a:cubicBezTo>
                  <a:cubicBezTo>
                    <a:pt x="150068" y="4982"/>
                    <a:pt x="202249" y="11718"/>
                    <a:pt x="253971" y="21167"/>
                  </a:cubicBezTo>
                  <a:cubicBezTo>
                    <a:pt x="267447" y="23499"/>
                    <a:pt x="398716" y="56280"/>
                    <a:pt x="400683" y="52856"/>
                  </a:cubicBezTo>
                  <a:cubicBezTo>
                    <a:pt x="377674" y="89768"/>
                    <a:pt x="358628" y="129007"/>
                    <a:pt x="343863" y="169920"/>
                  </a:cubicBezTo>
                  <a:cubicBezTo>
                    <a:pt x="335668" y="194300"/>
                    <a:pt x="331654" y="219889"/>
                    <a:pt x="331989" y="245607"/>
                  </a:cubicBezTo>
                  <a:close/>
                </a:path>
              </a:pathLst>
            </a:custGeom>
            <a:solidFill>
              <a:srgbClr val="A0616A"/>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36" name="任意多边形: 形状 35">
              <a:extLst>
                <a:ext uri="{FF2B5EF4-FFF2-40B4-BE49-F238E27FC236}">
                  <a16:creationId xmlns:a16="http://schemas.microsoft.com/office/drawing/2014/main" id="{118BD379-2527-447D-8B13-A4966FAE41E6}"/>
                </a:ext>
              </a:extLst>
            </p:cNvPr>
            <p:cNvSpPr/>
            <p:nvPr/>
          </p:nvSpPr>
          <p:spPr>
            <a:xfrm>
              <a:off x="4141347" y="1093162"/>
              <a:ext cx="247553" cy="328030"/>
            </a:xfrm>
            <a:custGeom>
              <a:avLst/>
              <a:gdLst>
                <a:gd name="connsiteX0" fmla="*/ 236384 w 247553"/>
                <a:gd name="connsiteY0" fmla="*/ 246465 h 328030"/>
                <a:gd name="connsiteX1" fmla="*/ 200617 w 247553"/>
                <a:gd name="connsiteY1" fmla="*/ 282524 h 328030"/>
                <a:gd name="connsiteX2" fmla="*/ 173080 w 247553"/>
                <a:gd name="connsiteY2" fmla="*/ 303941 h 328030"/>
                <a:gd name="connsiteX3" fmla="*/ 114512 w 247553"/>
                <a:gd name="connsiteY3" fmla="*/ 327761 h 328030"/>
                <a:gd name="connsiteX4" fmla="*/ 10050 w 247553"/>
                <a:gd name="connsiteY4" fmla="*/ 289371 h 328030"/>
                <a:gd name="connsiteX5" fmla="*/ 70 w 247553"/>
                <a:gd name="connsiteY5" fmla="*/ 249379 h 328030"/>
                <a:gd name="connsiteX6" fmla="*/ 9685 w 247553"/>
                <a:gd name="connsiteY6" fmla="*/ 193432 h 328030"/>
                <a:gd name="connsiteX7" fmla="*/ 54850 w 247553"/>
                <a:gd name="connsiteY7" fmla="*/ 111699 h 328030"/>
                <a:gd name="connsiteX8" fmla="*/ 127478 w 247553"/>
                <a:gd name="connsiteY8" fmla="*/ 39071 h 328030"/>
                <a:gd name="connsiteX9" fmla="*/ 158364 w 247553"/>
                <a:gd name="connsiteY9" fmla="*/ 24866 h 328030"/>
                <a:gd name="connsiteX10" fmla="*/ 212927 w 247553"/>
                <a:gd name="connsiteY10" fmla="*/ 2503 h 328030"/>
                <a:gd name="connsiteX11" fmla="*/ 222833 w 247553"/>
                <a:gd name="connsiteY11" fmla="*/ -120 h 328030"/>
                <a:gd name="connsiteX12" fmla="*/ 231866 w 247553"/>
                <a:gd name="connsiteY12" fmla="*/ 34482 h 328030"/>
                <a:gd name="connsiteX13" fmla="*/ 167398 w 247553"/>
                <a:gd name="connsiteY13" fmla="*/ 93196 h 328030"/>
                <a:gd name="connsiteX14" fmla="*/ 206297 w 247553"/>
                <a:gd name="connsiteY14" fmla="*/ 123354 h 328030"/>
                <a:gd name="connsiteX15" fmla="*/ 211543 w 247553"/>
                <a:gd name="connsiteY15" fmla="*/ 135520 h 328030"/>
                <a:gd name="connsiteX16" fmla="*/ 229318 w 247553"/>
                <a:gd name="connsiteY16" fmla="*/ 140109 h 328030"/>
                <a:gd name="connsiteX17" fmla="*/ 235800 w 247553"/>
                <a:gd name="connsiteY17" fmla="*/ 170632 h 328030"/>
                <a:gd name="connsiteX18" fmla="*/ 245780 w 247553"/>
                <a:gd name="connsiteY18" fmla="*/ 198095 h 328030"/>
                <a:gd name="connsiteX19" fmla="*/ 236384 w 247553"/>
                <a:gd name="connsiteY19" fmla="*/ 246465 h 328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47553" h="328030">
                  <a:moveTo>
                    <a:pt x="236384" y="246465"/>
                  </a:moveTo>
                  <a:cubicBezTo>
                    <a:pt x="226320" y="260196"/>
                    <a:pt x="214265" y="272349"/>
                    <a:pt x="200617" y="282524"/>
                  </a:cubicBezTo>
                  <a:cubicBezTo>
                    <a:pt x="191728" y="289809"/>
                    <a:pt x="182622" y="297239"/>
                    <a:pt x="173080" y="303941"/>
                  </a:cubicBezTo>
                  <a:cubicBezTo>
                    <a:pt x="156086" y="317057"/>
                    <a:pt x="135837" y="325293"/>
                    <a:pt x="114512" y="327761"/>
                  </a:cubicBezTo>
                  <a:cubicBezTo>
                    <a:pt x="86611" y="329655"/>
                    <a:pt x="27387" y="313265"/>
                    <a:pt x="10050" y="289371"/>
                  </a:cubicBezTo>
                  <a:cubicBezTo>
                    <a:pt x="2741" y="277362"/>
                    <a:pt x="-740" y="263414"/>
                    <a:pt x="70" y="249379"/>
                  </a:cubicBezTo>
                  <a:cubicBezTo>
                    <a:pt x="361" y="230345"/>
                    <a:pt x="3605" y="211471"/>
                    <a:pt x="9685" y="193432"/>
                  </a:cubicBezTo>
                  <a:cubicBezTo>
                    <a:pt x="20552" y="164075"/>
                    <a:pt x="35778" y="136522"/>
                    <a:pt x="54850" y="111699"/>
                  </a:cubicBezTo>
                  <a:cubicBezTo>
                    <a:pt x="75028" y="83653"/>
                    <a:pt x="97465" y="56045"/>
                    <a:pt x="127478" y="39071"/>
                  </a:cubicBezTo>
                  <a:cubicBezTo>
                    <a:pt x="137478" y="33719"/>
                    <a:pt x="147792" y="28975"/>
                    <a:pt x="158364" y="24866"/>
                  </a:cubicBezTo>
                  <a:cubicBezTo>
                    <a:pt x="176577" y="17436"/>
                    <a:pt x="194716" y="9932"/>
                    <a:pt x="212927" y="2503"/>
                  </a:cubicBezTo>
                  <a:cubicBezTo>
                    <a:pt x="216026" y="988"/>
                    <a:pt x="219392" y="97"/>
                    <a:pt x="222833" y="-120"/>
                  </a:cubicBezTo>
                  <a:cubicBezTo>
                    <a:pt x="237476" y="25"/>
                    <a:pt x="240172" y="22389"/>
                    <a:pt x="231866" y="34482"/>
                  </a:cubicBezTo>
                  <a:cubicBezTo>
                    <a:pt x="215257" y="58812"/>
                    <a:pt x="177888" y="65587"/>
                    <a:pt x="167398" y="93196"/>
                  </a:cubicBezTo>
                  <a:cubicBezTo>
                    <a:pt x="185530" y="93757"/>
                    <a:pt x="201236" y="105934"/>
                    <a:pt x="206297" y="123354"/>
                  </a:cubicBezTo>
                  <a:cubicBezTo>
                    <a:pt x="206709" y="127864"/>
                    <a:pt x="208546" y="132125"/>
                    <a:pt x="211543" y="135520"/>
                  </a:cubicBezTo>
                  <a:cubicBezTo>
                    <a:pt x="216351" y="139381"/>
                    <a:pt x="223854" y="137195"/>
                    <a:pt x="229318" y="140109"/>
                  </a:cubicBezTo>
                  <a:cubicBezTo>
                    <a:pt x="239005" y="145281"/>
                    <a:pt x="234781" y="159705"/>
                    <a:pt x="235800" y="170632"/>
                  </a:cubicBezTo>
                  <a:cubicBezTo>
                    <a:pt x="238179" y="180103"/>
                    <a:pt x="241523" y="189306"/>
                    <a:pt x="245780" y="198095"/>
                  </a:cubicBezTo>
                  <a:cubicBezTo>
                    <a:pt x="249943" y="214815"/>
                    <a:pt x="246503" y="232519"/>
                    <a:pt x="236384" y="246465"/>
                  </a:cubicBezTo>
                  <a:close/>
                </a:path>
              </a:pathLst>
            </a:custGeom>
            <a:solidFill>
              <a:srgbClr val="A0616A"/>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37" name="任意多边形: 形状 36">
              <a:extLst>
                <a:ext uri="{FF2B5EF4-FFF2-40B4-BE49-F238E27FC236}">
                  <a16:creationId xmlns:a16="http://schemas.microsoft.com/office/drawing/2014/main" id="{8AD0E29E-5CFE-4080-922D-FEF03500D073}"/>
                </a:ext>
              </a:extLst>
            </p:cNvPr>
            <p:cNvSpPr/>
            <p:nvPr/>
          </p:nvSpPr>
          <p:spPr>
            <a:xfrm>
              <a:off x="2763102" y="5142476"/>
              <a:ext cx="242428" cy="196149"/>
            </a:xfrm>
            <a:custGeom>
              <a:avLst/>
              <a:gdLst>
                <a:gd name="connsiteX0" fmla="*/ -45 w 242428"/>
                <a:gd name="connsiteY0" fmla="*/ 184990 h 196149"/>
                <a:gd name="connsiteX1" fmla="*/ 36294 w 242428"/>
                <a:gd name="connsiteY1" fmla="*/ 179502 h 196149"/>
                <a:gd name="connsiteX2" fmla="*/ 240613 w 242428"/>
                <a:gd name="connsiteY2" fmla="*/ 196030 h 196149"/>
                <a:gd name="connsiteX3" fmla="*/ 216299 w 242428"/>
                <a:gd name="connsiteY3" fmla="*/ 71594 h 196149"/>
                <a:gd name="connsiteX4" fmla="*/ 208206 w 242428"/>
                <a:gd name="connsiteY4" fmla="*/ 40131 h 196149"/>
                <a:gd name="connsiteX5" fmla="*/ 156434 w 242428"/>
                <a:gd name="connsiteY5" fmla="*/ 8883 h 196149"/>
                <a:gd name="connsiteX6" fmla="*/ 41493 w 242428"/>
                <a:gd name="connsiteY6" fmla="*/ 24640 h 196149"/>
                <a:gd name="connsiteX7" fmla="*/ -45 w 242428"/>
                <a:gd name="connsiteY7" fmla="*/ 184990 h 196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2428" h="196149">
                  <a:moveTo>
                    <a:pt x="-45" y="184990"/>
                  </a:moveTo>
                  <a:cubicBezTo>
                    <a:pt x="8972" y="175980"/>
                    <a:pt x="23703" y="177511"/>
                    <a:pt x="36294" y="179502"/>
                  </a:cubicBezTo>
                  <a:cubicBezTo>
                    <a:pt x="103882" y="190188"/>
                    <a:pt x="172186" y="195713"/>
                    <a:pt x="240613" y="196030"/>
                  </a:cubicBezTo>
                  <a:cubicBezTo>
                    <a:pt x="249179" y="154196"/>
                    <a:pt x="224310" y="113537"/>
                    <a:pt x="216299" y="71594"/>
                  </a:cubicBezTo>
                  <a:cubicBezTo>
                    <a:pt x="215141" y="60769"/>
                    <a:pt x="212415" y="50171"/>
                    <a:pt x="208206" y="40131"/>
                  </a:cubicBezTo>
                  <a:cubicBezTo>
                    <a:pt x="198571" y="21643"/>
                    <a:pt x="176834" y="13186"/>
                    <a:pt x="156434" y="8883"/>
                  </a:cubicBezTo>
                  <a:cubicBezTo>
                    <a:pt x="119614" y="1117"/>
                    <a:pt x="62057" y="-12587"/>
                    <a:pt x="41493" y="24640"/>
                  </a:cubicBezTo>
                  <a:cubicBezTo>
                    <a:pt x="16818" y="69307"/>
                    <a:pt x="8924" y="135279"/>
                    <a:pt x="-45" y="184990"/>
                  </a:cubicBezTo>
                  <a:close/>
                </a:path>
              </a:pathLst>
            </a:custGeom>
            <a:solidFill>
              <a:srgbClr val="65617D"/>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38" name="任意多边形: 形状 37">
              <a:extLst>
                <a:ext uri="{FF2B5EF4-FFF2-40B4-BE49-F238E27FC236}">
                  <a16:creationId xmlns:a16="http://schemas.microsoft.com/office/drawing/2014/main" id="{7ECABF7A-C740-4BB2-B1B1-E1A4FDFC2C5E}"/>
                </a:ext>
              </a:extLst>
            </p:cNvPr>
            <p:cNvSpPr/>
            <p:nvPr/>
          </p:nvSpPr>
          <p:spPr>
            <a:xfrm>
              <a:off x="3070415" y="4969907"/>
              <a:ext cx="480833" cy="300051"/>
            </a:xfrm>
            <a:custGeom>
              <a:avLst/>
              <a:gdLst>
                <a:gd name="connsiteX0" fmla="*/ 441245 w 480833"/>
                <a:gd name="connsiteY0" fmla="*/ 199544 h 300051"/>
                <a:gd name="connsiteX1" fmla="*/ 345671 w 480833"/>
                <a:gd name="connsiteY1" fmla="*/ 228682 h 300051"/>
                <a:gd name="connsiteX2" fmla="*/ 247692 w 480833"/>
                <a:gd name="connsiteY2" fmla="*/ 251046 h 300051"/>
                <a:gd name="connsiteX3" fmla="*/ 172004 w 480833"/>
                <a:gd name="connsiteY3" fmla="*/ 294317 h 300051"/>
                <a:gd name="connsiteX4" fmla="*/ 93403 w 480833"/>
                <a:gd name="connsiteY4" fmla="*/ 295555 h 300051"/>
                <a:gd name="connsiteX5" fmla="*/ 12545 w 480833"/>
                <a:gd name="connsiteY5" fmla="*/ 251629 h 300051"/>
                <a:gd name="connsiteX6" fmla="*/ 1253 w 480833"/>
                <a:gd name="connsiteY6" fmla="*/ 169531 h 300051"/>
                <a:gd name="connsiteX7" fmla="*/ 8319 w 480833"/>
                <a:gd name="connsiteY7" fmla="*/ 74321 h 300051"/>
                <a:gd name="connsiteX8" fmla="*/ 14220 w 480833"/>
                <a:gd name="connsiteY8" fmla="*/ 51301 h 300051"/>
                <a:gd name="connsiteX9" fmla="*/ 120429 w 480833"/>
                <a:gd name="connsiteY9" fmla="*/ 64924 h 300051"/>
                <a:gd name="connsiteX10" fmla="*/ 249731 w 480833"/>
                <a:gd name="connsiteY10" fmla="*/ 9123 h 300051"/>
                <a:gd name="connsiteX11" fmla="*/ 259784 w 480833"/>
                <a:gd name="connsiteY11" fmla="*/ 1547 h 300051"/>
                <a:gd name="connsiteX12" fmla="*/ 297883 w 480833"/>
                <a:gd name="connsiteY12" fmla="*/ 16117 h 300051"/>
                <a:gd name="connsiteX13" fmla="*/ 301817 w 480833"/>
                <a:gd name="connsiteY13" fmla="*/ 19322 h 300051"/>
                <a:gd name="connsiteX14" fmla="*/ 398484 w 480833"/>
                <a:gd name="connsiteY14" fmla="*/ 53778 h 300051"/>
                <a:gd name="connsiteX15" fmla="*/ 478032 w 480833"/>
                <a:gd name="connsiteY15" fmla="*/ 112857 h 300051"/>
                <a:gd name="connsiteX16" fmla="*/ 479634 w 480833"/>
                <a:gd name="connsiteY16" fmla="*/ 119194 h 300051"/>
                <a:gd name="connsiteX17" fmla="*/ 441245 w 480833"/>
                <a:gd name="connsiteY17" fmla="*/ 199544 h 3000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80833" h="300051">
                  <a:moveTo>
                    <a:pt x="441245" y="199544"/>
                  </a:moveTo>
                  <a:cubicBezTo>
                    <a:pt x="413491" y="218484"/>
                    <a:pt x="379035" y="224385"/>
                    <a:pt x="345671" y="228682"/>
                  </a:cubicBezTo>
                  <a:cubicBezTo>
                    <a:pt x="312233" y="232907"/>
                    <a:pt x="277923" y="236186"/>
                    <a:pt x="247692" y="251046"/>
                  </a:cubicBezTo>
                  <a:cubicBezTo>
                    <a:pt x="221613" y="263940"/>
                    <a:pt x="199614" y="285065"/>
                    <a:pt x="172004" y="294317"/>
                  </a:cubicBezTo>
                  <a:cubicBezTo>
                    <a:pt x="146329" y="301358"/>
                    <a:pt x="119288" y="301784"/>
                    <a:pt x="93403" y="295555"/>
                  </a:cubicBezTo>
                  <a:cubicBezTo>
                    <a:pt x="62371" y="289727"/>
                    <a:pt x="29299" y="278436"/>
                    <a:pt x="12545" y="251629"/>
                  </a:cubicBezTo>
                  <a:cubicBezTo>
                    <a:pt x="-2389" y="227808"/>
                    <a:pt x="-787" y="197577"/>
                    <a:pt x="1253" y="169531"/>
                  </a:cubicBezTo>
                  <a:cubicBezTo>
                    <a:pt x="3656" y="137843"/>
                    <a:pt x="6012" y="106107"/>
                    <a:pt x="8319" y="74321"/>
                  </a:cubicBezTo>
                  <a:cubicBezTo>
                    <a:pt x="8204" y="66260"/>
                    <a:pt x="10241" y="58313"/>
                    <a:pt x="14220" y="51301"/>
                  </a:cubicBezTo>
                  <a:cubicBezTo>
                    <a:pt x="36656" y="18594"/>
                    <a:pt x="91218" y="64997"/>
                    <a:pt x="120429" y="64924"/>
                  </a:cubicBezTo>
                  <a:cubicBezTo>
                    <a:pt x="166687" y="64851"/>
                    <a:pt x="216368" y="39792"/>
                    <a:pt x="249731" y="9123"/>
                  </a:cubicBezTo>
                  <a:cubicBezTo>
                    <a:pt x="252653" y="6073"/>
                    <a:pt x="256047" y="3515"/>
                    <a:pt x="259784" y="1547"/>
                  </a:cubicBezTo>
                  <a:cubicBezTo>
                    <a:pt x="272970" y="-4353"/>
                    <a:pt x="286155" y="6574"/>
                    <a:pt x="297883" y="16117"/>
                  </a:cubicBezTo>
                  <a:cubicBezTo>
                    <a:pt x="299194" y="17210"/>
                    <a:pt x="300505" y="18302"/>
                    <a:pt x="301817" y="19322"/>
                  </a:cubicBezTo>
                  <a:cubicBezTo>
                    <a:pt x="328842" y="40739"/>
                    <a:pt x="365120" y="45109"/>
                    <a:pt x="398484" y="53778"/>
                  </a:cubicBezTo>
                  <a:cubicBezTo>
                    <a:pt x="431920" y="62447"/>
                    <a:pt x="467688" y="79930"/>
                    <a:pt x="478032" y="112857"/>
                  </a:cubicBezTo>
                  <a:cubicBezTo>
                    <a:pt x="478702" y="114932"/>
                    <a:pt x="479238" y="117049"/>
                    <a:pt x="479634" y="119194"/>
                  </a:cubicBezTo>
                  <a:cubicBezTo>
                    <a:pt x="485682" y="149498"/>
                    <a:pt x="467251" y="181769"/>
                    <a:pt x="441245" y="199544"/>
                  </a:cubicBezTo>
                  <a:close/>
                </a:path>
              </a:pathLst>
            </a:custGeom>
            <a:solidFill>
              <a:srgbClr val="3F3D56"/>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39" name="任意多边形: 形状 38">
              <a:extLst>
                <a:ext uri="{FF2B5EF4-FFF2-40B4-BE49-F238E27FC236}">
                  <a16:creationId xmlns:a16="http://schemas.microsoft.com/office/drawing/2014/main" id="{90ADBB25-015C-437B-AA87-9DDB00259911}"/>
                </a:ext>
              </a:extLst>
            </p:cNvPr>
            <p:cNvSpPr/>
            <p:nvPr/>
          </p:nvSpPr>
          <p:spPr>
            <a:xfrm>
              <a:off x="3070415" y="4969907"/>
              <a:ext cx="480833" cy="300051"/>
            </a:xfrm>
            <a:custGeom>
              <a:avLst/>
              <a:gdLst>
                <a:gd name="connsiteX0" fmla="*/ 441245 w 480833"/>
                <a:gd name="connsiteY0" fmla="*/ 199544 h 300051"/>
                <a:gd name="connsiteX1" fmla="*/ 345671 w 480833"/>
                <a:gd name="connsiteY1" fmla="*/ 228682 h 300051"/>
                <a:gd name="connsiteX2" fmla="*/ 247692 w 480833"/>
                <a:gd name="connsiteY2" fmla="*/ 251046 h 300051"/>
                <a:gd name="connsiteX3" fmla="*/ 172004 w 480833"/>
                <a:gd name="connsiteY3" fmla="*/ 294317 h 300051"/>
                <a:gd name="connsiteX4" fmla="*/ 93403 w 480833"/>
                <a:gd name="connsiteY4" fmla="*/ 295555 h 300051"/>
                <a:gd name="connsiteX5" fmla="*/ 12545 w 480833"/>
                <a:gd name="connsiteY5" fmla="*/ 251629 h 300051"/>
                <a:gd name="connsiteX6" fmla="*/ 1253 w 480833"/>
                <a:gd name="connsiteY6" fmla="*/ 169531 h 300051"/>
                <a:gd name="connsiteX7" fmla="*/ 8319 w 480833"/>
                <a:gd name="connsiteY7" fmla="*/ 74321 h 300051"/>
                <a:gd name="connsiteX8" fmla="*/ 14220 w 480833"/>
                <a:gd name="connsiteY8" fmla="*/ 51301 h 300051"/>
                <a:gd name="connsiteX9" fmla="*/ 120429 w 480833"/>
                <a:gd name="connsiteY9" fmla="*/ 64924 h 300051"/>
                <a:gd name="connsiteX10" fmla="*/ 249731 w 480833"/>
                <a:gd name="connsiteY10" fmla="*/ 9123 h 300051"/>
                <a:gd name="connsiteX11" fmla="*/ 259784 w 480833"/>
                <a:gd name="connsiteY11" fmla="*/ 1547 h 300051"/>
                <a:gd name="connsiteX12" fmla="*/ 297883 w 480833"/>
                <a:gd name="connsiteY12" fmla="*/ 16117 h 300051"/>
                <a:gd name="connsiteX13" fmla="*/ 301817 w 480833"/>
                <a:gd name="connsiteY13" fmla="*/ 19322 h 300051"/>
                <a:gd name="connsiteX14" fmla="*/ 398484 w 480833"/>
                <a:gd name="connsiteY14" fmla="*/ 53778 h 300051"/>
                <a:gd name="connsiteX15" fmla="*/ 478032 w 480833"/>
                <a:gd name="connsiteY15" fmla="*/ 112857 h 300051"/>
                <a:gd name="connsiteX16" fmla="*/ 479634 w 480833"/>
                <a:gd name="connsiteY16" fmla="*/ 119194 h 300051"/>
                <a:gd name="connsiteX17" fmla="*/ 441245 w 480833"/>
                <a:gd name="connsiteY17" fmla="*/ 199544 h 3000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80833" h="300051">
                  <a:moveTo>
                    <a:pt x="441245" y="199544"/>
                  </a:moveTo>
                  <a:cubicBezTo>
                    <a:pt x="413491" y="218484"/>
                    <a:pt x="379035" y="224385"/>
                    <a:pt x="345671" y="228682"/>
                  </a:cubicBezTo>
                  <a:cubicBezTo>
                    <a:pt x="312233" y="232907"/>
                    <a:pt x="277923" y="236186"/>
                    <a:pt x="247692" y="251046"/>
                  </a:cubicBezTo>
                  <a:cubicBezTo>
                    <a:pt x="221613" y="263940"/>
                    <a:pt x="199614" y="285065"/>
                    <a:pt x="172004" y="294317"/>
                  </a:cubicBezTo>
                  <a:cubicBezTo>
                    <a:pt x="146329" y="301358"/>
                    <a:pt x="119288" y="301784"/>
                    <a:pt x="93403" y="295555"/>
                  </a:cubicBezTo>
                  <a:cubicBezTo>
                    <a:pt x="62371" y="289727"/>
                    <a:pt x="29299" y="278436"/>
                    <a:pt x="12545" y="251629"/>
                  </a:cubicBezTo>
                  <a:cubicBezTo>
                    <a:pt x="-2389" y="227808"/>
                    <a:pt x="-787" y="197577"/>
                    <a:pt x="1253" y="169531"/>
                  </a:cubicBezTo>
                  <a:cubicBezTo>
                    <a:pt x="3656" y="137843"/>
                    <a:pt x="6012" y="106107"/>
                    <a:pt x="8319" y="74321"/>
                  </a:cubicBezTo>
                  <a:cubicBezTo>
                    <a:pt x="8204" y="66260"/>
                    <a:pt x="10241" y="58313"/>
                    <a:pt x="14220" y="51301"/>
                  </a:cubicBezTo>
                  <a:cubicBezTo>
                    <a:pt x="36656" y="18594"/>
                    <a:pt x="91218" y="64997"/>
                    <a:pt x="120429" y="64924"/>
                  </a:cubicBezTo>
                  <a:cubicBezTo>
                    <a:pt x="166687" y="64851"/>
                    <a:pt x="216368" y="39792"/>
                    <a:pt x="249731" y="9123"/>
                  </a:cubicBezTo>
                  <a:cubicBezTo>
                    <a:pt x="252653" y="6073"/>
                    <a:pt x="256047" y="3515"/>
                    <a:pt x="259784" y="1547"/>
                  </a:cubicBezTo>
                  <a:cubicBezTo>
                    <a:pt x="272970" y="-4353"/>
                    <a:pt x="286155" y="6574"/>
                    <a:pt x="297883" y="16117"/>
                  </a:cubicBezTo>
                  <a:cubicBezTo>
                    <a:pt x="299194" y="17210"/>
                    <a:pt x="300505" y="18302"/>
                    <a:pt x="301817" y="19322"/>
                  </a:cubicBezTo>
                  <a:cubicBezTo>
                    <a:pt x="328842" y="40739"/>
                    <a:pt x="365120" y="45109"/>
                    <a:pt x="398484" y="53778"/>
                  </a:cubicBezTo>
                  <a:cubicBezTo>
                    <a:pt x="431920" y="62447"/>
                    <a:pt x="467688" y="79930"/>
                    <a:pt x="478032" y="112857"/>
                  </a:cubicBezTo>
                  <a:cubicBezTo>
                    <a:pt x="478702" y="114932"/>
                    <a:pt x="479238" y="117049"/>
                    <a:pt x="479634" y="119194"/>
                  </a:cubicBezTo>
                  <a:cubicBezTo>
                    <a:pt x="485682" y="149498"/>
                    <a:pt x="467251" y="181769"/>
                    <a:pt x="441245" y="199544"/>
                  </a:cubicBezTo>
                  <a:close/>
                </a:path>
              </a:pathLst>
            </a:custGeom>
            <a:solidFill>
              <a:srgbClr val="2F2E41"/>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40" name="任意多边形: 形状 39">
              <a:extLst>
                <a:ext uri="{FF2B5EF4-FFF2-40B4-BE49-F238E27FC236}">
                  <a16:creationId xmlns:a16="http://schemas.microsoft.com/office/drawing/2014/main" id="{FFD99D5B-7CBB-4C2A-BEC3-CB962F13C3C4}"/>
                </a:ext>
              </a:extLst>
            </p:cNvPr>
            <p:cNvSpPr/>
            <p:nvPr/>
          </p:nvSpPr>
          <p:spPr>
            <a:xfrm>
              <a:off x="3070415" y="4969907"/>
              <a:ext cx="483817" cy="310713"/>
            </a:xfrm>
            <a:custGeom>
              <a:avLst/>
              <a:gdLst>
                <a:gd name="connsiteX0" fmla="*/ 441245 w 483817"/>
                <a:gd name="connsiteY0" fmla="*/ 210205 h 310713"/>
                <a:gd name="connsiteX1" fmla="*/ 345671 w 483817"/>
                <a:gd name="connsiteY1" fmla="*/ 239344 h 310713"/>
                <a:gd name="connsiteX2" fmla="*/ 247692 w 483817"/>
                <a:gd name="connsiteY2" fmla="*/ 261708 h 310713"/>
                <a:gd name="connsiteX3" fmla="*/ 172004 w 483817"/>
                <a:gd name="connsiteY3" fmla="*/ 304978 h 310713"/>
                <a:gd name="connsiteX4" fmla="*/ 93403 w 483817"/>
                <a:gd name="connsiteY4" fmla="*/ 306217 h 310713"/>
                <a:gd name="connsiteX5" fmla="*/ 12544 w 483817"/>
                <a:gd name="connsiteY5" fmla="*/ 251629 h 310713"/>
                <a:gd name="connsiteX6" fmla="*/ 1253 w 483817"/>
                <a:gd name="connsiteY6" fmla="*/ 169531 h 310713"/>
                <a:gd name="connsiteX7" fmla="*/ 8319 w 483817"/>
                <a:gd name="connsiteY7" fmla="*/ 74321 h 310713"/>
                <a:gd name="connsiteX8" fmla="*/ 14220 w 483817"/>
                <a:gd name="connsiteY8" fmla="*/ 51301 h 310713"/>
                <a:gd name="connsiteX9" fmla="*/ 120430 w 483817"/>
                <a:gd name="connsiteY9" fmla="*/ 64924 h 310713"/>
                <a:gd name="connsiteX10" fmla="*/ 249732 w 483817"/>
                <a:gd name="connsiteY10" fmla="*/ 9123 h 310713"/>
                <a:gd name="connsiteX11" fmla="*/ 259784 w 483817"/>
                <a:gd name="connsiteY11" fmla="*/ 1547 h 310713"/>
                <a:gd name="connsiteX12" fmla="*/ 297883 w 483817"/>
                <a:gd name="connsiteY12" fmla="*/ 16116 h 310713"/>
                <a:gd name="connsiteX13" fmla="*/ 265393 w 483817"/>
                <a:gd name="connsiteY13" fmla="*/ 83280 h 310713"/>
                <a:gd name="connsiteX14" fmla="*/ 163482 w 483817"/>
                <a:gd name="connsiteY14" fmla="*/ 147021 h 310713"/>
                <a:gd name="connsiteX15" fmla="*/ 101562 w 483817"/>
                <a:gd name="connsiteY15" fmla="*/ 149790 h 310713"/>
                <a:gd name="connsiteX16" fmla="*/ 70019 w 483817"/>
                <a:gd name="connsiteY16" fmla="*/ 195027 h 310713"/>
                <a:gd name="connsiteX17" fmla="*/ 121595 w 483817"/>
                <a:gd name="connsiteY17" fmla="*/ 219212 h 310713"/>
                <a:gd name="connsiteX18" fmla="*/ 205660 w 483817"/>
                <a:gd name="connsiteY18" fmla="*/ 213312 h 310713"/>
                <a:gd name="connsiteX19" fmla="*/ 253010 w 483817"/>
                <a:gd name="connsiteY19" fmla="*/ 192186 h 310713"/>
                <a:gd name="connsiteX20" fmla="*/ 462516 w 483817"/>
                <a:gd name="connsiteY20" fmla="*/ 132307 h 310713"/>
                <a:gd name="connsiteX21" fmla="*/ 479634 w 483817"/>
                <a:gd name="connsiteY21" fmla="*/ 119194 h 310713"/>
                <a:gd name="connsiteX22" fmla="*/ 441245 w 483817"/>
                <a:gd name="connsiteY22" fmla="*/ 210205 h 310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83817" h="310713">
                  <a:moveTo>
                    <a:pt x="441245" y="210205"/>
                  </a:moveTo>
                  <a:cubicBezTo>
                    <a:pt x="413491" y="229146"/>
                    <a:pt x="379035" y="235047"/>
                    <a:pt x="345671" y="239344"/>
                  </a:cubicBezTo>
                  <a:cubicBezTo>
                    <a:pt x="312234" y="243569"/>
                    <a:pt x="277923" y="246847"/>
                    <a:pt x="247692" y="261708"/>
                  </a:cubicBezTo>
                  <a:cubicBezTo>
                    <a:pt x="221613" y="274602"/>
                    <a:pt x="199614" y="295727"/>
                    <a:pt x="172004" y="304978"/>
                  </a:cubicBezTo>
                  <a:cubicBezTo>
                    <a:pt x="146329" y="312020"/>
                    <a:pt x="119288" y="312446"/>
                    <a:pt x="93403" y="306217"/>
                  </a:cubicBezTo>
                  <a:cubicBezTo>
                    <a:pt x="60376" y="299230"/>
                    <a:pt x="31372" y="279649"/>
                    <a:pt x="12544" y="251629"/>
                  </a:cubicBezTo>
                  <a:cubicBezTo>
                    <a:pt x="-2389" y="227808"/>
                    <a:pt x="-787" y="197577"/>
                    <a:pt x="1253" y="169531"/>
                  </a:cubicBezTo>
                  <a:cubicBezTo>
                    <a:pt x="3656" y="137843"/>
                    <a:pt x="6012" y="106106"/>
                    <a:pt x="8319" y="74321"/>
                  </a:cubicBezTo>
                  <a:cubicBezTo>
                    <a:pt x="8204" y="66260"/>
                    <a:pt x="10241" y="58314"/>
                    <a:pt x="14220" y="51301"/>
                  </a:cubicBezTo>
                  <a:cubicBezTo>
                    <a:pt x="36656" y="18593"/>
                    <a:pt x="91219" y="64996"/>
                    <a:pt x="120430" y="64924"/>
                  </a:cubicBezTo>
                  <a:cubicBezTo>
                    <a:pt x="166687" y="64851"/>
                    <a:pt x="216368" y="39792"/>
                    <a:pt x="249732" y="9123"/>
                  </a:cubicBezTo>
                  <a:cubicBezTo>
                    <a:pt x="252653" y="6073"/>
                    <a:pt x="256047" y="3515"/>
                    <a:pt x="259784" y="1547"/>
                  </a:cubicBezTo>
                  <a:cubicBezTo>
                    <a:pt x="272970" y="-4353"/>
                    <a:pt x="286155" y="6574"/>
                    <a:pt x="297883" y="16116"/>
                  </a:cubicBezTo>
                  <a:cubicBezTo>
                    <a:pt x="290170" y="39882"/>
                    <a:pt x="279238" y="62480"/>
                    <a:pt x="265393" y="83280"/>
                  </a:cubicBezTo>
                  <a:cubicBezTo>
                    <a:pt x="242759" y="118795"/>
                    <a:pt x="205320" y="142212"/>
                    <a:pt x="163482" y="147021"/>
                  </a:cubicBezTo>
                  <a:cubicBezTo>
                    <a:pt x="142793" y="148551"/>
                    <a:pt x="121595" y="144472"/>
                    <a:pt x="101562" y="149790"/>
                  </a:cubicBezTo>
                  <a:cubicBezTo>
                    <a:pt x="81602" y="155108"/>
                    <a:pt x="62953" y="175577"/>
                    <a:pt x="70019" y="195027"/>
                  </a:cubicBezTo>
                  <a:cubicBezTo>
                    <a:pt x="76939" y="213967"/>
                    <a:pt x="101417" y="218119"/>
                    <a:pt x="121595" y="219212"/>
                  </a:cubicBezTo>
                  <a:cubicBezTo>
                    <a:pt x="149859" y="220742"/>
                    <a:pt x="178852" y="222126"/>
                    <a:pt x="205660" y="213312"/>
                  </a:cubicBezTo>
                  <a:cubicBezTo>
                    <a:pt x="222051" y="207848"/>
                    <a:pt x="237056" y="198815"/>
                    <a:pt x="253010" y="192186"/>
                  </a:cubicBezTo>
                  <a:cubicBezTo>
                    <a:pt x="320830" y="164067"/>
                    <a:pt x="406497" y="179802"/>
                    <a:pt x="462516" y="132307"/>
                  </a:cubicBezTo>
                  <a:cubicBezTo>
                    <a:pt x="467830" y="127447"/>
                    <a:pt x="473558" y="123060"/>
                    <a:pt x="479634" y="119194"/>
                  </a:cubicBezTo>
                  <a:cubicBezTo>
                    <a:pt x="494301" y="149898"/>
                    <a:pt x="467251" y="192431"/>
                    <a:pt x="441245" y="210205"/>
                  </a:cubicBezTo>
                  <a:close/>
                </a:path>
              </a:pathLst>
            </a:custGeom>
            <a:solidFill>
              <a:srgbClr val="E8EAF2"/>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41" name="任意多边形: 形状 40">
              <a:extLst>
                <a:ext uri="{FF2B5EF4-FFF2-40B4-BE49-F238E27FC236}">
                  <a16:creationId xmlns:a16="http://schemas.microsoft.com/office/drawing/2014/main" id="{C25005D4-4FC1-4CB7-8597-344FD9D1FBA3}"/>
                </a:ext>
              </a:extLst>
            </p:cNvPr>
            <p:cNvSpPr/>
            <p:nvPr/>
          </p:nvSpPr>
          <p:spPr>
            <a:xfrm>
              <a:off x="3070415" y="4969907"/>
              <a:ext cx="483817" cy="310713"/>
            </a:xfrm>
            <a:custGeom>
              <a:avLst/>
              <a:gdLst>
                <a:gd name="connsiteX0" fmla="*/ 441245 w 483817"/>
                <a:gd name="connsiteY0" fmla="*/ 210205 h 310713"/>
                <a:gd name="connsiteX1" fmla="*/ 345671 w 483817"/>
                <a:gd name="connsiteY1" fmla="*/ 239344 h 310713"/>
                <a:gd name="connsiteX2" fmla="*/ 247692 w 483817"/>
                <a:gd name="connsiteY2" fmla="*/ 261708 h 310713"/>
                <a:gd name="connsiteX3" fmla="*/ 172004 w 483817"/>
                <a:gd name="connsiteY3" fmla="*/ 304978 h 310713"/>
                <a:gd name="connsiteX4" fmla="*/ 93403 w 483817"/>
                <a:gd name="connsiteY4" fmla="*/ 306217 h 310713"/>
                <a:gd name="connsiteX5" fmla="*/ 12544 w 483817"/>
                <a:gd name="connsiteY5" fmla="*/ 251629 h 310713"/>
                <a:gd name="connsiteX6" fmla="*/ 1253 w 483817"/>
                <a:gd name="connsiteY6" fmla="*/ 169531 h 310713"/>
                <a:gd name="connsiteX7" fmla="*/ 8319 w 483817"/>
                <a:gd name="connsiteY7" fmla="*/ 74321 h 310713"/>
                <a:gd name="connsiteX8" fmla="*/ 14220 w 483817"/>
                <a:gd name="connsiteY8" fmla="*/ 51301 h 310713"/>
                <a:gd name="connsiteX9" fmla="*/ 120430 w 483817"/>
                <a:gd name="connsiteY9" fmla="*/ 64924 h 310713"/>
                <a:gd name="connsiteX10" fmla="*/ 249732 w 483817"/>
                <a:gd name="connsiteY10" fmla="*/ 9123 h 310713"/>
                <a:gd name="connsiteX11" fmla="*/ 259784 w 483817"/>
                <a:gd name="connsiteY11" fmla="*/ 1547 h 310713"/>
                <a:gd name="connsiteX12" fmla="*/ 297883 w 483817"/>
                <a:gd name="connsiteY12" fmla="*/ 16116 h 310713"/>
                <a:gd name="connsiteX13" fmla="*/ 265393 w 483817"/>
                <a:gd name="connsiteY13" fmla="*/ 83280 h 310713"/>
                <a:gd name="connsiteX14" fmla="*/ 163482 w 483817"/>
                <a:gd name="connsiteY14" fmla="*/ 147021 h 310713"/>
                <a:gd name="connsiteX15" fmla="*/ 101562 w 483817"/>
                <a:gd name="connsiteY15" fmla="*/ 149790 h 310713"/>
                <a:gd name="connsiteX16" fmla="*/ 70019 w 483817"/>
                <a:gd name="connsiteY16" fmla="*/ 195027 h 310713"/>
                <a:gd name="connsiteX17" fmla="*/ 121595 w 483817"/>
                <a:gd name="connsiteY17" fmla="*/ 219212 h 310713"/>
                <a:gd name="connsiteX18" fmla="*/ 205660 w 483817"/>
                <a:gd name="connsiteY18" fmla="*/ 213312 h 310713"/>
                <a:gd name="connsiteX19" fmla="*/ 253010 w 483817"/>
                <a:gd name="connsiteY19" fmla="*/ 192186 h 310713"/>
                <a:gd name="connsiteX20" fmla="*/ 462516 w 483817"/>
                <a:gd name="connsiteY20" fmla="*/ 132307 h 310713"/>
                <a:gd name="connsiteX21" fmla="*/ 479634 w 483817"/>
                <a:gd name="connsiteY21" fmla="*/ 119194 h 310713"/>
                <a:gd name="connsiteX22" fmla="*/ 441245 w 483817"/>
                <a:gd name="connsiteY22" fmla="*/ 210205 h 310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83817" h="310713">
                  <a:moveTo>
                    <a:pt x="441245" y="210205"/>
                  </a:moveTo>
                  <a:cubicBezTo>
                    <a:pt x="413491" y="229146"/>
                    <a:pt x="379035" y="235047"/>
                    <a:pt x="345671" y="239344"/>
                  </a:cubicBezTo>
                  <a:cubicBezTo>
                    <a:pt x="312234" y="243569"/>
                    <a:pt x="277923" y="246847"/>
                    <a:pt x="247692" y="261708"/>
                  </a:cubicBezTo>
                  <a:cubicBezTo>
                    <a:pt x="221613" y="274602"/>
                    <a:pt x="199614" y="295727"/>
                    <a:pt x="172004" y="304978"/>
                  </a:cubicBezTo>
                  <a:cubicBezTo>
                    <a:pt x="146329" y="312020"/>
                    <a:pt x="119288" y="312446"/>
                    <a:pt x="93403" y="306217"/>
                  </a:cubicBezTo>
                  <a:cubicBezTo>
                    <a:pt x="60376" y="299230"/>
                    <a:pt x="31372" y="279649"/>
                    <a:pt x="12544" y="251629"/>
                  </a:cubicBezTo>
                  <a:cubicBezTo>
                    <a:pt x="-2389" y="227808"/>
                    <a:pt x="-787" y="197577"/>
                    <a:pt x="1253" y="169531"/>
                  </a:cubicBezTo>
                  <a:cubicBezTo>
                    <a:pt x="3656" y="137843"/>
                    <a:pt x="6012" y="106106"/>
                    <a:pt x="8319" y="74321"/>
                  </a:cubicBezTo>
                  <a:cubicBezTo>
                    <a:pt x="8204" y="66260"/>
                    <a:pt x="10241" y="58314"/>
                    <a:pt x="14220" y="51301"/>
                  </a:cubicBezTo>
                  <a:cubicBezTo>
                    <a:pt x="36656" y="18593"/>
                    <a:pt x="91219" y="64996"/>
                    <a:pt x="120430" y="64924"/>
                  </a:cubicBezTo>
                  <a:cubicBezTo>
                    <a:pt x="166687" y="64851"/>
                    <a:pt x="216368" y="39792"/>
                    <a:pt x="249732" y="9123"/>
                  </a:cubicBezTo>
                  <a:cubicBezTo>
                    <a:pt x="252653" y="6073"/>
                    <a:pt x="256047" y="3515"/>
                    <a:pt x="259784" y="1547"/>
                  </a:cubicBezTo>
                  <a:cubicBezTo>
                    <a:pt x="272970" y="-4353"/>
                    <a:pt x="286155" y="6574"/>
                    <a:pt x="297883" y="16116"/>
                  </a:cubicBezTo>
                  <a:cubicBezTo>
                    <a:pt x="290170" y="39882"/>
                    <a:pt x="279238" y="62480"/>
                    <a:pt x="265393" y="83280"/>
                  </a:cubicBezTo>
                  <a:cubicBezTo>
                    <a:pt x="242759" y="118795"/>
                    <a:pt x="205320" y="142212"/>
                    <a:pt x="163482" y="147021"/>
                  </a:cubicBezTo>
                  <a:cubicBezTo>
                    <a:pt x="142793" y="148551"/>
                    <a:pt x="121595" y="144472"/>
                    <a:pt x="101562" y="149790"/>
                  </a:cubicBezTo>
                  <a:cubicBezTo>
                    <a:pt x="81602" y="155108"/>
                    <a:pt x="62953" y="175577"/>
                    <a:pt x="70019" y="195027"/>
                  </a:cubicBezTo>
                  <a:cubicBezTo>
                    <a:pt x="76939" y="213967"/>
                    <a:pt x="101417" y="218119"/>
                    <a:pt x="121595" y="219212"/>
                  </a:cubicBezTo>
                  <a:cubicBezTo>
                    <a:pt x="149859" y="220742"/>
                    <a:pt x="178852" y="222126"/>
                    <a:pt x="205660" y="213312"/>
                  </a:cubicBezTo>
                  <a:cubicBezTo>
                    <a:pt x="222051" y="207848"/>
                    <a:pt x="237056" y="198815"/>
                    <a:pt x="253010" y="192186"/>
                  </a:cubicBezTo>
                  <a:cubicBezTo>
                    <a:pt x="320830" y="164067"/>
                    <a:pt x="406497" y="179802"/>
                    <a:pt x="462516" y="132307"/>
                  </a:cubicBezTo>
                  <a:cubicBezTo>
                    <a:pt x="467830" y="127447"/>
                    <a:pt x="473558" y="123060"/>
                    <a:pt x="479634" y="119194"/>
                  </a:cubicBezTo>
                  <a:cubicBezTo>
                    <a:pt x="494301" y="149898"/>
                    <a:pt x="467251" y="192431"/>
                    <a:pt x="441245" y="210205"/>
                  </a:cubicBezTo>
                  <a:close/>
                </a:path>
              </a:pathLst>
            </a:custGeom>
            <a:solidFill>
              <a:srgbClr val="000000">
                <a:alpha val="5000"/>
              </a:srgbClr>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42" name="任意多边形: 形状 41">
              <a:extLst>
                <a:ext uri="{FF2B5EF4-FFF2-40B4-BE49-F238E27FC236}">
                  <a16:creationId xmlns:a16="http://schemas.microsoft.com/office/drawing/2014/main" id="{D8F49166-5F21-4144-89A5-D6F4269DFC47}"/>
                </a:ext>
              </a:extLst>
            </p:cNvPr>
            <p:cNvSpPr/>
            <p:nvPr/>
          </p:nvSpPr>
          <p:spPr>
            <a:xfrm>
              <a:off x="2767389" y="2982388"/>
              <a:ext cx="783410" cy="2077996"/>
            </a:xfrm>
            <a:custGeom>
              <a:avLst/>
              <a:gdLst>
                <a:gd name="connsiteX0" fmla="*/ 8352 w 783410"/>
                <a:gd name="connsiteY0" fmla="*/ 122376 h 2077996"/>
                <a:gd name="connsiteX1" fmla="*/ 65510 w 783410"/>
                <a:gd name="connsiteY1" fmla="*/ 430087 h 2077996"/>
                <a:gd name="connsiteX2" fmla="*/ 111968 w 783410"/>
                <a:gd name="connsiteY2" fmla="*/ 504580 h 2077996"/>
                <a:gd name="connsiteX3" fmla="*/ 130098 w 783410"/>
                <a:gd name="connsiteY3" fmla="*/ 563613 h 2077996"/>
                <a:gd name="connsiteX4" fmla="*/ 181583 w 783410"/>
                <a:gd name="connsiteY4" fmla="*/ 776720 h 2077996"/>
                <a:gd name="connsiteX5" fmla="*/ 205308 w 783410"/>
                <a:gd name="connsiteY5" fmla="*/ 951933 h 2077996"/>
                <a:gd name="connsiteX6" fmla="*/ 217383 w 783410"/>
                <a:gd name="connsiteY6" fmla="*/ 1071851 h 2077996"/>
                <a:gd name="connsiteX7" fmla="*/ 232700 w 783410"/>
                <a:gd name="connsiteY7" fmla="*/ 1092867 h 2077996"/>
                <a:gd name="connsiteX8" fmla="*/ 232952 w 783410"/>
                <a:gd name="connsiteY8" fmla="*/ 1120560 h 2077996"/>
                <a:gd name="connsiteX9" fmla="*/ 234639 w 783410"/>
                <a:gd name="connsiteY9" fmla="*/ 1586713 h 2077996"/>
                <a:gd name="connsiteX10" fmla="*/ 315977 w 783410"/>
                <a:gd name="connsiteY10" fmla="*/ 2010202 h 2077996"/>
                <a:gd name="connsiteX11" fmla="*/ 338500 w 783410"/>
                <a:gd name="connsiteY11" fmla="*/ 2057167 h 2077996"/>
                <a:gd name="connsiteX12" fmla="*/ 372270 w 783410"/>
                <a:gd name="connsiteY12" fmla="*/ 2073214 h 2077996"/>
                <a:gd name="connsiteX13" fmla="*/ 531966 w 783410"/>
                <a:gd name="connsiteY13" fmla="*/ 2047940 h 2077996"/>
                <a:gd name="connsiteX14" fmla="*/ 601698 w 783410"/>
                <a:gd name="connsiteY14" fmla="*/ 1964765 h 2077996"/>
                <a:gd name="connsiteX15" fmla="*/ 582321 w 783410"/>
                <a:gd name="connsiteY15" fmla="*/ 1913544 h 2077996"/>
                <a:gd name="connsiteX16" fmla="*/ 563101 w 783410"/>
                <a:gd name="connsiteY16" fmla="*/ 1807696 h 2077996"/>
                <a:gd name="connsiteX17" fmla="*/ 504784 w 783410"/>
                <a:gd name="connsiteY17" fmla="*/ 1542981 h 2077996"/>
                <a:gd name="connsiteX18" fmla="*/ 487319 w 783410"/>
                <a:gd name="connsiteY18" fmla="*/ 1274398 h 2077996"/>
                <a:gd name="connsiteX19" fmla="*/ 660111 w 783410"/>
                <a:gd name="connsiteY19" fmla="*/ 742829 h 2077996"/>
                <a:gd name="connsiteX20" fmla="*/ 675937 w 783410"/>
                <a:gd name="connsiteY20" fmla="*/ 719025 h 2077996"/>
                <a:gd name="connsiteX21" fmla="*/ 698339 w 783410"/>
                <a:gd name="connsiteY21" fmla="*/ 703733 h 2077996"/>
                <a:gd name="connsiteX22" fmla="*/ 708587 w 783410"/>
                <a:gd name="connsiteY22" fmla="*/ 675866 h 2077996"/>
                <a:gd name="connsiteX23" fmla="*/ 755048 w 783410"/>
                <a:gd name="connsiteY23" fmla="*/ 602438 h 2077996"/>
                <a:gd name="connsiteX24" fmla="*/ 780362 w 783410"/>
                <a:gd name="connsiteY24" fmla="*/ 386863 h 2077996"/>
                <a:gd name="connsiteX25" fmla="*/ 777525 w 783410"/>
                <a:gd name="connsiteY25" fmla="*/ 172621 h 2077996"/>
                <a:gd name="connsiteX26" fmla="*/ 657355 w 783410"/>
                <a:gd name="connsiteY26" fmla="*/ 7826 h 2077996"/>
                <a:gd name="connsiteX27" fmla="*/ 551970 w 783410"/>
                <a:gd name="connsiteY27" fmla="*/ 2848 h 2077996"/>
                <a:gd name="connsiteX28" fmla="*/ 8352 w 783410"/>
                <a:gd name="connsiteY28" fmla="*/ 122376 h 2077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783410" h="2077996">
                  <a:moveTo>
                    <a:pt x="8352" y="122376"/>
                  </a:moveTo>
                  <a:cubicBezTo>
                    <a:pt x="-13266" y="228477"/>
                    <a:pt x="7232" y="338827"/>
                    <a:pt x="65510" y="430087"/>
                  </a:cubicBezTo>
                  <a:cubicBezTo>
                    <a:pt x="81401" y="454708"/>
                    <a:pt x="100022" y="477822"/>
                    <a:pt x="111968" y="504580"/>
                  </a:cubicBezTo>
                  <a:cubicBezTo>
                    <a:pt x="119797" y="523664"/>
                    <a:pt x="125866" y="543424"/>
                    <a:pt x="130098" y="563613"/>
                  </a:cubicBezTo>
                  <a:lnTo>
                    <a:pt x="181583" y="776720"/>
                  </a:lnTo>
                  <a:cubicBezTo>
                    <a:pt x="195482" y="834250"/>
                    <a:pt x="209483" y="892894"/>
                    <a:pt x="205308" y="951933"/>
                  </a:cubicBezTo>
                  <a:cubicBezTo>
                    <a:pt x="202399" y="993070"/>
                    <a:pt x="192030" y="1039324"/>
                    <a:pt x="217383" y="1071851"/>
                  </a:cubicBezTo>
                  <a:cubicBezTo>
                    <a:pt x="223497" y="1078063"/>
                    <a:pt x="228658" y="1085145"/>
                    <a:pt x="232700" y="1092867"/>
                  </a:cubicBezTo>
                  <a:cubicBezTo>
                    <a:pt x="235227" y="1101914"/>
                    <a:pt x="235315" y="1111468"/>
                    <a:pt x="232952" y="1120560"/>
                  </a:cubicBezTo>
                  <a:cubicBezTo>
                    <a:pt x="206905" y="1275281"/>
                    <a:pt x="187588" y="1437034"/>
                    <a:pt x="234639" y="1586713"/>
                  </a:cubicBezTo>
                  <a:cubicBezTo>
                    <a:pt x="277283" y="1722375"/>
                    <a:pt x="279717" y="1872696"/>
                    <a:pt x="315977" y="2010202"/>
                  </a:cubicBezTo>
                  <a:cubicBezTo>
                    <a:pt x="320467" y="2027229"/>
                    <a:pt x="325602" y="2045178"/>
                    <a:pt x="338500" y="2057167"/>
                  </a:cubicBezTo>
                  <a:cubicBezTo>
                    <a:pt x="348193" y="2065325"/>
                    <a:pt x="359823" y="2070852"/>
                    <a:pt x="372270" y="2073214"/>
                  </a:cubicBezTo>
                  <a:cubicBezTo>
                    <a:pt x="425704" y="2085927"/>
                    <a:pt x="482130" y="2071033"/>
                    <a:pt x="531966" y="2047940"/>
                  </a:cubicBezTo>
                  <a:cubicBezTo>
                    <a:pt x="566990" y="2031711"/>
                    <a:pt x="604689" y="2003251"/>
                    <a:pt x="601698" y="1964765"/>
                  </a:cubicBezTo>
                  <a:cubicBezTo>
                    <a:pt x="600274" y="1946457"/>
                    <a:pt x="589580" y="1930412"/>
                    <a:pt x="582321" y="1913544"/>
                  </a:cubicBezTo>
                  <a:cubicBezTo>
                    <a:pt x="568086" y="1880462"/>
                    <a:pt x="566942" y="1843506"/>
                    <a:pt x="563101" y="1807696"/>
                  </a:cubicBezTo>
                  <a:cubicBezTo>
                    <a:pt x="553456" y="1717777"/>
                    <a:pt x="525735" y="1630955"/>
                    <a:pt x="504784" y="1542981"/>
                  </a:cubicBezTo>
                  <a:cubicBezTo>
                    <a:pt x="483832" y="1455007"/>
                    <a:pt x="469599" y="1363080"/>
                    <a:pt x="487319" y="1274398"/>
                  </a:cubicBezTo>
                  <a:cubicBezTo>
                    <a:pt x="523559" y="1090964"/>
                    <a:pt x="581567" y="912511"/>
                    <a:pt x="660111" y="742829"/>
                  </a:cubicBezTo>
                  <a:cubicBezTo>
                    <a:pt x="663528" y="733804"/>
                    <a:pt x="668938" y="725667"/>
                    <a:pt x="675937" y="719025"/>
                  </a:cubicBezTo>
                  <a:cubicBezTo>
                    <a:pt x="683815" y="714557"/>
                    <a:pt x="691308" y="709442"/>
                    <a:pt x="698339" y="703733"/>
                  </a:cubicBezTo>
                  <a:cubicBezTo>
                    <a:pt x="703778" y="695319"/>
                    <a:pt x="707278" y="685800"/>
                    <a:pt x="708587" y="675866"/>
                  </a:cubicBezTo>
                  <a:cubicBezTo>
                    <a:pt x="716380" y="647799"/>
                    <a:pt x="739529" y="627090"/>
                    <a:pt x="755048" y="602438"/>
                  </a:cubicBezTo>
                  <a:cubicBezTo>
                    <a:pt x="794231" y="540191"/>
                    <a:pt x="781814" y="460401"/>
                    <a:pt x="780362" y="386863"/>
                  </a:cubicBezTo>
                  <a:cubicBezTo>
                    <a:pt x="778951" y="315349"/>
                    <a:pt x="789248" y="243181"/>
                    <a:pt x="777525" y="172621"/>
                  </a:cubicBezTo>
                  <a:cubicBezTo>
                    <a:pt x="765802" y="102061"/>
                    <a:pt x="725379" y="29935"/>
                    <a:pt x="657355" y="7826"/>
                  </a:cubicBezTo>
                  <a:cubicBezTo>
                    <a:pt x="623658" y="-3126"/>
                    <a:pt x="587229" y="-642"/>
                    <a:pt x="551970" y="2848"/>
                  </a:cubicBezTo>
                  <a:cubicBezTo>
                    <a:pt x="365171" y="21338"/>
                    <a:pt x="183659" y="55270"/>
                    <a:pt x="8352" y="122376"/>
                  </a:cubicBezTo>
                  <a:close/>
                </a:path>
              </a:pathLst>
            </a:custGeom>
            <a:solidFill>
              <a:srgbClr val="2F2E41"/>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43" name="任意多边形: 形状 42">
              <a:extLst>
                <a:ext uri="{FF2B5EF4-FFF2-40B4-BE49-F238E27FC236}">
                  <a16:creationId xmlns:a16="http://schemas.microsoft.com/office/drawing/2014/main" id="{16FCBA5E-1ED5-4B2E-BE93-23DC8ECBB15E}"/>
                </a:ext>
              </a:extLst>
            </p:cNvPr>
            <p:cNvSpPr/>
            <p:nvPr/>
          </p:nvSpPr>
          <p:spPr>
            <a:xfrm>
              <a:off x="2767389" y="2982388"/>
              <a:ext cx="783410" cy="2077996"/>
            </a:xfrm>
            <a:custGeom>
              <a:avLst/>
              <a:gdLst>
                <a:gd name="connsiteX0" fmla="*/ 8352 w 783410"/>
                <a:gd name="connsiteY0" fmla="*/ 122376 h 2077996"/>
                <a:gd name="connsiteX1" fmla="*/ 65510 w 783410"/>
                <a:gd name="connsiteY1" fmla="*/ 430087 h 2077996"/>
                <a:gd name="connsiteX2" fmla="*/ 111968 w 783410"/>
                <a:gd name="connsiteY2" fmla="*/ 504580 h 2077996"/>
                <a:gd name="connsiteX3" fmla="*/ 130098 w 783410"/>
                <a:gd name="connsiteY3" fmla="*/ 563613 h 2077996"/>
                <a:gd name="connsiteX4" fmla="*/ 181583 w 783410"/>
                <a:gd name="connsiteY4" fmla="*/ 776720 h 2077996"/>
                <a:gd name="connsiteX5" fmla="*/ 205308 w 783410"/>
                <a:gd name="connsiteY5" fmla="*/ 951933 h 2077996"/>
                <a:gd name="connsiteX6" fmla="*/ 217383 w 783410"/>
                <a:gd name="connsiteY6" fmla="*/ 1071851 h 2077996"/>
                <a:gd name="connsiteX7" fmla="*/ 232700 w 783410"/>
                <a:gd name="connsiteY7" fmla="*/ 1092867 h 2077996"/>
                <a:gd name="connsiteX8" fmla="*/ 232952 w 783410"/>
                <a:gd name="connsiteY8" fmla="*/ 1120560 h 2077996"/>
                <a:gd name="connsiteX9" fmla="*/ 234639 w 783410"/>
                <a:gd name="connsiteY9" fmla="*/ 1586713 h 2077996"/>
                <a:gd name="connsiteX10" fmla="*/ 315977 w 783410"/>
                <a:gd name="connsiteY10" fmla="*/ 2010202 h 2077996"/>
                <a:gd name="connsiteX11" fmla="*/ 338500 w 783410"/>
                <a:gd name="connsiteY11" fmla="*/ 2057167 h 2077996"/>
                <a:gd name="connsiteX12" fmla="*/ 372270 w 783410"/>
                <a:gd name="connsiteY12" fmla="*/ 2073214 h 2077996"/>
                <a:gd name="connsiteX13" fmla="*/ 531966 w 783410"/>
                <a:gd name="connsiteY13" fmla="*/ 2047940 h 2077996"/>
                <a:gd name="connsiteX14" fmla="*/ 601698 w 783410"/>
                <a:gd name="connsiteY14" fmla="*/ 1964765 h 2077996"/>
                <a:gd name="connsiteX15" fmla="*/ 582321 w 783410"/>
                <a:gd name="connsiteY15" fmla="*/ 1913544 h 2077996"/>
                <a:gd name="connsiteX16" fmla="*/ 563101 w 783410"/>
                <a:gd name="connsiteY16" fmla="*/ 1807696 h 2077996"/>
                <a:gd name="connsiteX17" fmla="*/ 504784 w 783410"/>
                <a:gd name="connsiteY17" fmla="*/ 1542981 h 2077996"/>
                <a:gd name="connsiteX18" fmla="*/ 487319 w 783410"/>
                <a:gd name="connsiteY18" fmla="*/ 1274398 h 2077996"/>
                <a:gd name="connsiteX19" fmla="*/ 660111 w 783410"/>
                <a:gd name="connsiteY19" fmla="*/ 742829 h 2077996"/>
                <a:gd name="connsiteX20" fmla="*/ 675937 w 783410"/>
                <a:gd name="connsiteY20" fmla="*/ 719025 h 2077996"/>
                <a:gd name="connsiteX21" fmla="*/ 698339 w 783410"/>
                <a:gd name="connsiteY21" fmla="*/ 703733 h 2077996"/>
                <a:gd name="connsiteX22" fmla="*/ 708587 w 783410"/>
                <a:gd name="connsiteY22" fmla="*/ 675866 h 2077996"/>
                <a:gd name="connsiteX23" fmla="*/ 755048 w 783410"/>
                <a:gd name="connsiteY23" fmla="*/ 602438 h 2077996"/>
                <a:gd name="connsiteX24" fmla="*/ 780362 w 783410"/>
                <a:gd name="connsiteY24" fmla="*/ 386863 h 2077996"/>
                <a:gd name="connsiteX25" fmla="*/ 777525 w 783410"/>
                <a:gd name="connsiteY25" fmla="*/ 172621 h 2077996"/>
                <a:gd name="connsiteX26" fmla="*/ 657355 w 783410"/>
                <a:gd name="connsiteY26" fmla="*/ 7826 h 2077996"/>
                <a:gd name="connsiteX27" fmla="*/ 551970 w 783410"/>
                <a:gd name="connsiteY27" fmla="*/ 2848 h 2077996"/>
                <a:gd name="connsiteX28" fmla="*/ 8352 w 783410"/>
                <a:gd name="connsiteY28" fmla="*/ 122376 h 2077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783410" h="2077996">
                  <a:moveTo>
                    <a:pt x="8352" y="122376"/>
                  </a:moveTo>
                  <a:cubicBezTo>
                    <a:pt x="-13266" y="228477"/>
                    <a:pt x="7232" y="338827"/>
                    <a:pt x="65510" y="430087"/>
                  </a:cubicBezTo>
                  <a:cubicBezTo>
                    <a:pt x="81401" y="454708"/>
                    <a:pt x="100022" y="477822"/>
                    <a:pt x="111968" y="504580"/>
                  </a:cubicBezTo>
                  <a:cubicBezTo>
                    <a:pt x="119797" y="523664"/>
                    <a:pt x="125866" y="543424"/>
                    <a:pt x="130098" y="563613"/>
                  </a:cubicBezTo>
                  <a:lnTo>
                    <a:pt x="181583" y="776720"/>
                  </a:lnTo>
                  <a:cubicBezTo>
                    <a:pt x="195482" y="834250"/>
                    <a:pt x="209483" y="892894"/>
                    <a:pt x="205308" y="951933"/>
                  </a:cubicBezTo>
                  <a:cubicBezTo>
                    <a:pt x="202399" y="993070"/>
                    <a:pt x="192030" y="1039324"/>
                    <a:pt x="217383" y="1071851"/>
                  </a:cubicBezTo>
                  <a:cubicBezTo>
                    <a:pt x="223497" y="1078063"/>
                    <a:pt x="228658" y="1085145"/>
                    <a:pt x="232700" y="1092867"/>
                  </a:cubicBezTo>
                  <a:cubicBezTo>
                    <a:pt x="235227" y="1101914"/>
                    <a:pt x="235315" y="1111468"/>
                    <a:pt x="232952" y="1120560"/>
                  </a:cubicBezTo>
                  <a:cubicBezTo>
                    <a:pt x="206905" y="1275281"/>
                    <a:pt x="187588" y="1437034"/>
                    <a:pt x="234639" y="1586713"/>
                  </a:cubicBezTo>
                  <a:cubicBezTo>
                    <a:pt x="277283" y="1722375"/>
                    <a:pt x="279717" y="1872696"/>
                    <a:pt x="315977" y="2010202"/>
                  </a:cubicBezTo>
                  <a:cubicBezTo>
                    <a:pt x="320467" y="2027229"/>
                    <a:pt x="325602" y="2045178"/>
                    <a:pt x="338500" y="2057167"/>
                  </a:cubicBezTo>
                  <a:cubicBezTo>
                    <a:pt x="348193" y="2065325"/>
                    <a:pt x="359823" y="2070852"/>
                    <a:pt x="372270" y="2073214"/>
                  </a:cubicBezTo>
                  <a:cubicBezTo>
                    <a:pt x="425704" y="2085927"/>
                    <a:pt x="482130" y="2071033"/>
                    <a:pt x="531966" y="2047940"/>
                  </a:cubicBezTo>
                  <a:cubicBezTo>
                    <a:pt x="566990" y="2031711"/>
                    <a:pt x="604689" y="2003251"/>
                    <a:pt x="601698" y="1964765"/>
                  </a:cubicBezTo>
                  <a:cubicBezTo>
                    <a:pt x="600274" y="1946457"/>
                    <a:pt x="589580" y="1930412"/>
                    <a:pt x="582321" y="1913544"/>
                  </a:cubicBezTo>
                  <a:cubicBezTo>
                    <a:pt x="568086" y="1880462"/>
                    <a:pt x="566942" y="1843506"/>
                    <a:pt x="563101" y="1807696"/>
                  </a:cubicBezTo>
                  <a:cubicBezTo>
                    <a:pt x="553456" y="1717777"/>
                    <a:pt x="525735" y="1630955"/>
                    <a:pt x="504784" y="1542981"/>
                  </a:cubicBezTo>
                  <a:cubicBezTo>
                    <a:pt x="483832" y="1455007"/>
                    <a:pt x="469599" y="1363080"/>
                    <a:pt x="487319" y="1274398"/>
                  </a:cubicBezTo>
                  <a:cubicBezTo>
                    <a:pt x="523559" y="1090964"/>
                    <a:pt x="581567" y="912511"/>
                    <a:pt x="660111" y="742829"/>
                  </a:cubicBezTo>
                  <a:cubicBezTo>
                    <a:pt x="663528" y="733804"/>
                    <a:pt x="668938" y="725667"/>
                    <a:pt x="675937" y="719025"/>
                  </a:cubicBezTo>
                  <a:cubicBezTo>
                    <a:pt x="683815" y="714557"/>
                    <a:pt x="691308" y="709442"/>
                    <a:pt x="698339" y="703733"/>
                  </a:cubicBezTo>
                  <a:cubicBezTo>
                    <a:pt x="703778" y="695319"/>
                    <a:pt x="707278" y="685800"/>
                    <a:pt x="708587" y="675866"/>
                  </a:cubicBezTo>
                  <a:cubicBezTo>
                    <a:pt x="716380" y="647799"/>
                    <a:pt x="739529" y="627090"/>
                    <a:pt x="755048" y="602438"/>
                  </a:cubicBezTo>
                  <a:cubicBezTo>
                    <a:pt x="794231" y="540191"/>
                    <a:pt x="781814" y="460401"/>
                    <a:pt x="780362" y="386863"/>
                  </a:cubicBezTo>
                  <a:cubicBezTo>
                    <a:pt x="778951" y="315349"/>
                    <a:pt x="789248" y="243181"/>
                    <a:pt x="777525" y="172621"/>
                  </a:cubicBezTo>
                  <a:cubicBezTo>
                    <a:pt x="765802" y="102061"/>
                    <a:pt x="725379" y="29935"/>
                    <a:pt x="657355" y="7826"/>
                  </a:cubicBezTo>
                  <a:cubicBezTo>
                    <a:pt x="623658" y="-3126"/>
                    <a:pt x="587229" y="-642"/>
                    <a:pt x="551970" y="2848"/>
                  </a:cubicBezTo>
                  <a:cubicBezTo>
                    <a:pt x="365171" y="21338"/>
                    <a:pt x="183659" y="55270"/>
                    <a:pt x="8352" y="122376"/>
                  </a:cubicBezTo>
                  <a:close/>
                </a:path>
              </a:pathLst>
            </a:custGeom>
            <a:solidFill>
              <a:srgbClr val="000000">
                <a:alpha val="10000"/>
              </a:srgbClr>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44" name="任意多边形: 形状 43">
              <a:extLst>
                <a:ext uri="{FF2B5EF4-FFF2-40B4-BE49-F238E27FC236}">
                  <a16:creationId xmlns:a16="http://schemas.microsoft.com/office/drawing/2014/main" id="{CA7370BB-478A-4624-9E9D-C46A7FB03681}"/>
                </a:ext>
              </a:extLst>
            </p:cNvPr>
            <p:cNvSpPr/>
            <p:nvPr/>
          </p:nvSpPr>
          <p:spPr>
            <a:xfrm>
              <a:off x="2745182" y="3016810"/>
              <a:ext cx="819579" cy="2248079"/>
            </a:xfrm>
            <a:custGeom>
              <a:avLst/>
              <a:gdLst>
                <a:gd name="connsiteX0" fmla="*/ 791393 w 819579"/>
                <a:gd name="connsiteY0" fmla="*/ 536471 h 2248079"/>
                <a:gd name="connsiteX1" fmla="*/ 781995 w 819579"/>
                <a:gd name="connsiteY1" fmla="*/ 619152 h 2248079"/>
                <a:gd name="connsiteX2" fmla="*/ 676732 w 819579"/>
                <a:gd name="connsiteY2" fmla="*/ 1171983 h 2248079"/>
                <a:gd name="connsiteX3" fmla="*/ 665951 w 819579"/>
                <a:gd name="connsiteY3" fmla="*/ 1219552 h 2248079"/>
                <a:gd name="connsiteX4" fmla="*/ 594635 w 819579"/>
                <a:gd name="connsiteY4" fmla="*/ 1359854 h 2248079"/>
                <a:gd name="connsiteX5" fmla="*/ 341784 w 819579"/>
                <a:gd name="connsiteY5" fmla="*/ 2067629 h 2248079"/>
                <a:gd name="connsiteX6" fmla="*/ 324374 w 819579"/>
                <a:gd name="connsiteY6" fmla="*/ 2114833 h 2248079"/>
                <a:gd name="connsiteX7" fmla="*/ 272434 w 819579"/>
                <a:gd name="connsiteY7" fmla="*/ 2230732 h 2248079"/>
                <a:gd name="connsiteX8" fmla="*/ 261726 w 819579"/>
                <a:gd name="connsiteY8" fmla="*/ 2244572 h 2248079"/>
                <a:gd name="connsiteX9" fmla="*/ 244826 w 819579"/>
                <a:gd name="connsiteY9" fmla="*/ 2247851 h 2248079"/>
                <a:gd name="connsiteX10" fmla="*/ 26068 w 819579"/>
                <a:gd name="connsiteY10" fmla="*/ 2198097 h 2248079"/>
                <a:gd name="connsiteX11" fmla="*/ 2831 w 819579"/>
                <a:gd name="connsiteY11" fmla="*/ 2178793 h 2248079"/>
                <a:gd name="connsiteX12" fmla="*/ 354 w 819579"/>
                <a:gd name="connsiteY12" fmla="*/ 2156574 h 2248079"/>
                <a:gd name="connsiteX13" fmla="*/ 27598 w 819579"/>
                <a:gd name="connsiteY13" fmla="*/ 2021736 h 2248079"/>
                <a:gd name="connsiteX14" fmla="*/ 81504 w 819579"/>
                <a:gd name="connsiteY14" fmla="*/ 1956392 h 2248079"/>
                <a:gd name="connsiteX15" fmla="*/ 134317 w 819579"/>
                <a:gd name="connsiteY15" fmla="*/ 1523976 h 2248079"/>
                <a:gd name="connsiteX16" fmla="*/ 213064 w 819579"/>
                <a:gd name="connsiteY16" fmla="*/ 1316947 h 2248079"/>
                <a:gd name="connsiteX17" fmla="*/ 283143 w 819579"/>
                <a:gd name="connsiteY17" fmla="*/ 1172493 h 2248079"/>
                <a:gd name="connsiteX18" fmla="*/ 290209 w 819579"/>
                <a:gd name="connsiteY18" fmla="*/ 1104600 h 2248079"/>
                <a:gd name="connsiteX19" fmla="*/ 317088 w 819579"/>
                <a:gd name="connsiteY19" fmla="*/ 1088792 h 2248079"/>
                <a:gd name="connsiteX20" fmla="*/ 320876 w 819579"/>
                <a:gd name="connsiteY20" fmla="*/ 1075243 h 2248079"/>
                <a:gd name="connsiteX21" fmla="*/ 313957 w 819579"/>
                <a:gd name="connsiteY21" fmla="*/ 963278 h 2248079"/>
                <a:gd name="connsiteX22" fmla="*/ 297274 w 819579"/>
                <a:gd name="connsiteY22" fmla="*/ 890286 h 2248079"/>
                <a:gd name="connsiteX23" fmla="*/ 315632 w 819579"/>
                <a:gd name="connsiteY23" fmla="*/ 819771 h 2248079"/>
                <a:gd name="connsiteX24" fmla="*/ 316287 w 819579"/>
                <a:gd name="connsiteY24" fmla="*/ 668469 h 2248079"/>
                <a:gd name="connsiteX25" fmla="*/ 309293 w 819579"/>
                <a:gd name="connsiteY25" fmla="*/ 583967 h 2248079"/>
                <a:gd name="connsiteX26" fmla="*/ 296837 w 819579"/>
                <a:gd name="connsiteY26" fmla="*/ 545140 h 2248079"/>
                <a:gd name="connsiteX27" fmla="*/ 281467 w 819579"/>
                <a:gd name="connsiteY27" fmla="*/ 401997 h 2248079"/>
                <a:gd name="connsiteX28" fmla="*/ 231786 w 819579"/>
                <a:gd name="connsiteY28" fmla="*/ 367030 h 2248079"/>
                <a:gd name="connsiteX29" fmla="*/ 163601 w 819579"/>
                <a:gd name="connsiteY29" fmla="*/ 268979 h 2248079"/>
                <a:gd name="connsiteX30" fmla="*/ 144297 w 819579"/>
                <a:gd name="connsiteY30" fmla="*/ 148929 h 2248079"/>
                <a:gd name="connsiteX31" fmla="*/ 144005 w 819579"/>
                <a:gd name="connsiteY31" fmla="*/ 122995 h 2248079"/>
                <a:gd name="connsiteX32" fmla="*/ 147502 w 819579"/>
                <a:gd name="connsiteY32" fmla="*/ 110029 h 2248079"/>
                <a:gd name="connsiteX33" fmla="*/ 205998 w 819579"/>
                <a:gd name="connsiteY33" fmla="*/ 74480 h 2248079"/>
                <a:gd name="connsiteX34" fmla="*/ 652692 w 819579"/>
                <a:gd name="connsiteY34" fmla="*/ 22249 h 2248079"/>
                <a:gd name="connsiteX35" fmla="*/ 763272 w 819579"/>
                <a:gd name="connsiteY35" fmla="*/ 38057 h 2248079"/>
                <a:gd name="connsiteX36" fmla="*/ 794743 w 819579"/>
                <a:gd name="connsiteY36" fmla="*/ 114910 h 2248079"/>
                <a:gd name="connsiteX37" fmla="*/ 816669 w 819579"/>
                <a:gd name="connsiteY37" fmla="*/ 362441 h 2248079"/>
                <a:gd name="connsiteX38" fmla="*/ 791393 w 819579"/>
                <a:gd name="connsiteY38" fmla="*/ 536471 h 2248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819579" h="2248079">
                  <a:moveTo>
                    <a:pt x="791393" y="536471"/>
                  </a:moveTo>
                  <a:cubicBezTo>
                    <a:pt x="790840" y="564264"/>
                    <a:pt x="787694" y="591944"/>
                    <a:pt x="781995" y="619152"/>
                  </a:cubicBezTo>
                  <a:cubicBezTo>
                    <a:pt x="749069" y="803818"/>
                    <a:pt x="713981" y="988095"/>
                    <a:pt x="676732" y="1171983"/>
                  </a:cubicBezTo>
                  <a:cubicBezTo>
                    <a:pt x="673454" y="1187936"/>
                    <a:pt x="670249" y="1203890"/>
                    <a:pt x="665951" y="1219552"/>
                  </a:cubicBezTo>
                  <a:cubicBezTo>
                    <a:pt x="652073" y="1270723"/>
                    <a:pt x="627796" y="1318484"/>
                    <a:pt x="594635" y="1359854"/>
                  </a:cubicBezTo>
                  <a:cubicBezTo>
                    <a:pt x="439399" y="1553334"/>
                    <a:pt x="425994" y="1834302"/>
                    <a:pt x="341784" y="2067629"/>
                  </a:cubicBezTo>
                  <a:cubicBezTo>
                    <a:pt x="336103" y="2083436"/>
                    <a:pt x="330421" y="2099244"/>
                    <a:pt x="324374" y="2114833"/>
                  </a:cubicBezTo>
                  <a:cubicBezTo>
                    <a:pt x="309156" y="2154372"/>
                    <a:pt x="291817" y="2193060"/>
                    <a:pt x="272434" y="2230732"/>
                  </a:cubicBezTo>
                  <a:cubicBezTo>
                    <a:pt x="270170" y="2236222"/>
                    <a:pt x="266472" y="2241002"/>
                    <a:pt x="261726" y="2244572"/>
                  </a:cubicBezTo>
                  <a:cubicBezTo>
                    <a:pt x="256502" y="2247200"/>
                    <a:pt x="250654" y="2248335"/>
                    <a:pt x="244826" y="2247851"/>
                  </a:cubicBezTo>
                  <a:cubicBezTo>
                    <a:pt x="169053" y="2248286"/>
                    <a:pt x="94198" y="2231262"/>
                    <a:pt x="26068" y="2198097"/>
                  </a:cubicBezTo>
                  <a:cubicBezTo>
                    <a:pt x="16342" y="2194510"/>
                    <a:pt x="8140" y="2187697"/>
                    <a:pt x="2831" y="2178793"/>
                  </a:cubicBezTo>
                  <a:cubicBezTo>
                    <a:pt x="218" y="2171697"/>
                    <a:pt x="-632" y="2164071"/>
                    <a:pt x="354" y="2156574"/>
                  </a:cubicBezTo>
                  <a:cubicBezTo>
                    <a:pt x="2685" y="2110317"/>
                    <a:pt x="5525" y="2062384"/>
                    <a:pt x="27598" y="2021736"/>
                  </a:cubicBezTo>
                  <a:cubicBezTo>
                    <a:pt x="42245" y="1997415"/>
                    <a:pt x="60410" y="1975395"/>
                    <a:pt x="81504" y="1956392"/>
                  </a:cubicBezTo>
                  <a:cubicBezTo>
                    <a:pt x="88060" y="1811210"/>
                    <a:pt x="102411" y="1665736"/>
                    <a:pt x="134317" y="1523976"/>
                  </a:cubicBezTo>
                  <a:cubicBezTo>
                    <a:pt x="150708" y="1451494"/>
                    <a:pt x="170959" y="1378211"/>
                    <a:pt x="213064" y="1316947"/>
                  </a:cubicBezTo>
                  <a:cubicBezTo>
                    <a:pt x="244097" y="1271710"/>
                    <a:pt x="288607" y="1227055"/>
                    <a:pt x="283143" y="1172493"/>
                  </a:cubicBezTo>
                  <a:cubicBezTo>
                    <a:pt x="280739" y="1148526"/>
                    <a:pt x="270686" y="1118659"/>
                    <a:pt x="290209" y="1104600"/>
                  </a:cubicBezTo>
                  <a:cubicBezTo>
                    <a:pt x="298731" y="1098409"/>
                    <a:pt x="311334" y="1097607"/>
                    <a:pt x="317088" y="1088792"/>
                  </a:cubicBezTo>
                  <a:cubicBezTo>
                    <a:pt x="319407" y="1084640"/>
                    <a:pt x="320706" y="1079996"/>
                    <a:pt x="320876" y="1075243"/>
                  </a:cubicBezTo>
                  <a:cubicBezTo>
                    <a:pt x="324888" y="1037798"/>
                    <a:pt x="322548" y="999944"/>
                    <a:pt x="313957" y="963278"/>
                  </a:cubicBezTo>
                  <a:cubicBezTo>
                    <a:pt x="306858" y="939325"/>
                    <a:pt x="301286" y="914945"/>
                    <a:pt x="297274" y="890286"/>
                  </a:cubicBezTo>
                  <a:cubicBezTo>
                    <a:pt x="294797" y="865372"/>
                    <a:pt x="299023" y="838420"/>
                    <a:pt x="315632" y="819771"/>
                  </a:cubicBezTo>
                  <a:cubicBezTo>
                    <a:pt x="316651" y="769944"/>
                    <a:pt x="315267" y="718223"/>
                    <a:pt x="316287" y="668469"/>
                  </a:cubicBezTo>
                  <a:cubicBezTo>
                    <a:pt x="318250" y="640110"/>
                    <a:pt x="315892" y="611618"/>
                    <a:pt x="309293" y="583967"/>
                  </a:cubicBezTo>
                  <a:cubicBezTo>
                    <a:pt x="305506" y="570927"/>
                    <a:pt x="299751" y="558471"/>
                    <a:pt x="296837" y="545140"/>
                  </a:cubicBezTo>
                  <a:cubicBezTo>
                    <a:pt x="286420" y="497280"/>
                    <a:pt x="312427" y="439950"/>
                    <a:pt x="281467" y="401997"/>
                  </a:cubicBezTo>
                  <a:cubicBezTo>
                    <a:pt x="268573" y="386262"/>
                    <a:pt x="248687" y="378395"/>
                    <a:pt x="231786" y="367030"/>
                  </a:cubicBezTo>
                  <a:cubicBezTo>
                    <a:pt x="198058" y="344521"/>
                    <a:pt x="175912" y="307661"/>
                    <a:pt x="163601" y="268979"/>
                  </a:cubicBezTo>
                  <a:cubicBezTo>
                    <a:pt x="152677" y="229815"/>
                    <a:pt x="146201" y="189544"/>
                    <a:pt x="144297" y="148929"/>
                  </a:cubicBezTo>
                  <a:cubicBezTo>
                    <a:pt x="143290" y="140318"/>
                    <a:pt x="143193" y="131626"/>
                    <a:pt x="144005" y="122995"/>
                  </a:cubicBezTo>
                  <a:cubicBezTo>
                    <a:pt x="144551" y="118529"/>
                    <a:pt x="145728" y="114164"/>
                    <a:pt x="147502" y="110029"/>
                  </a:cubicBezTo>
                  <a:cubicBezTo>
                    <a:pt x="157118" y="88393"/>
                    <a:pt x="182979" y="80015"/>
                    <a:pt x="205998" y="74480"/>
                  </a:cubicBezTo>
                  <a:cubicBezTo>
                    <a:pt x="352294" y="39393"/>
                    <a:pt x="502248" y="21859"/>
                    <a:pt x="652692" y="22249"/>
                  </a:cubicBezTo>
                  <a:cubicBezTo>
                    <a:pt x="708346" y="-15631"/>
                    <a:pt x="739670" y="-2082"/>
                    <a:pt x="763272" y="38057"/>
                  </a:cubicBezTo>
                  <a:cubicBezTo>
                    <a:pt x="776307" y="62557"/>
                    <a:pt x="786850" y="88304"/>
                    <a:pt x="794743" y="114910"/>
                  </a:cubicBezTo>
                  <a:cubicBezTo>
                    <a:pt x="805524" y="147472"/>
                    <a:pt x="806179" y="329733"/>
                    <a:pt x="816669" y="362441"/>
                  </a:cubicBezTo>
                  <a:cubicBezTo>
                    <a:pt x="830292" y="404984"/>
                    <a:pt x="790883" y="491816"/>
                    <a:pt x="791393" y="536471"/>
                  </a:cubicBezTo>
                  <a:close/>
                </a:path>
              </a:pathLst>
            </a:custGeom>
            <a:solidFill>
              <a:srgbClr val="2F2E41"/>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45" name="任意多边形: 形状 44">
              <a:extLst>
                <a:ext uri="{FF2B5EF4-FFF2-40B4-BE49-F238E27FC236}">
                  <a16:creationId xmlns:a16="http://schemas.microsoft.com/office/drawing/2014/main" id="{B10670B2-8C18-4002-8C08-1AF91F6DC6C6}"/>
                </a:ext>
              </a:extLst>
            </p:cNvPr>
            <p:cNvSpPr/>
            <p:nvPr/>
          </p:nvSpPr>
          <p:spPr>
            <a:xfrm>
              <a:off x="2525307" y="1835495"/>
              <a:ext cx="376115" cy="1193453"/>
            </a:xfrm>
            <a:custGeom>
              <a:avLst/>
              <a:gdLst>
                <a:gd name="connsiteX0" fmla="*/ 5009 w 376115"/>
                <a:gd name="connsiteY0" fmla="*/ 59208 h 1193453"/>
                <a:gd name="connsiteX1" fmla="*/ 16187 w 376115"/>
                <a:gd name="connsiteY1" fmla="*/ 145003 h 1193453"/>
                <a:gd name="connsiteX2" fmla="*/ 4868 w 376115"/>
                <a:gd name="connsiteY2" fmla="*/ 219869 h 1193453"/>
                <a:gd name="connsiteX3" fmla="*/ 56556 w 376115"/>
                <a:gd name="connsiteY3" fmla="*/ 507773 h 1193453"/>
                <a:gd name="connsiteX4" fmla="*/ 68827 w 376115"/>
                <a:gd name="connsiteY4" fmla="*/ 555123 h 1193453"/>
                <a:gd name="connsiteX5" fmla="*/ 47653 w 376115"/>
                <a:gd name="connsiteY5" fmla="*/ 642655 h 1193453"/>
                <a:gd name="connsiteX6" fmla="*/ 84774 w 376115"/>
                <a:gd name="connsiteY6" fmla="*/ 827442 h 1193453"/>
                <a:gd name="connsiteX7" fmla="*/ 83326 w 376115"/>
                <a:gd name="connsiteY7" fmla="*/ 914547 h 1193453"/>
                <a:gd name="connsiteX8" fmla="*/ 108313 w 376115"/>
                <a:gd name="connsiteY8" fmla="*/ 967186 h 1193453"/>
                <a:gd name="connsiteX9" fmla="*/ 141200 w 376115"/>
                <a:gd name="connsiteY9" fmla="*/ 1065185 h 1193453"/>
                <a:gd name="connsiteX10" fmla="*/ 273728 w 376115"/>
                <a:gd name="connsiteY10" fmla="*/ 1193333 h 1193453"/>
                <a:gd name="connsiteX11" fmla="*/ 351803 w 376115"/>
                <a:gd name="connsiteY11" fmla="*/ 1144973 h 1193453"/>
                <a:gd name="connsiteX12" fmla="*/ 365431 w 376115"/>
                <a:gd name="connsiteY12" fmla="*/ 1102565 h 1193453"/>
                <a:gd name="connsiteX13" fmla="*/ 375899 w 376115"/>
                <a:gd name="connsiteY13" fmla="*/ 905799 h 1193453"/>
                <a:gd name="connsiteX14" fmla="*/ 366896 w 376115"/>
                <a:gd name="connsiteY14" fmla="*/ 736426 h 1193453"/>
                <a:gd name="connsiteX15" fmla="*/ 316536 w 376115"/>
                <a:gd name="connsiteY15" fmla="*/ 525764 h 1193453"/>
                <a:gd name="connsiteX16" fmla="*/ 252131 w 376115"/>
                <a:gd name="connsiteY16" fmla="*/ 260461 h 1193453"/>
                <a:gd name="connsiteX17" fmla="*/ 131615 w 376115"/>
                <a:gd name="connsiteY17" fmla="*/ 54389 h 1193453"/>
                <a:gd name="connsiteX18" fmla="*/ 64611 w 376115"/>
                <a:gd name="connsiteY18" fmla="*/ 489 h 1193453"/>
                <a:gd name="connsiteX19" fmla="*/ 5010 w 376115"/>
                <a:gd name="connsiteY19" fmla="*/ 59208 h 1193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76115" h="1193453">
                  <a:moveTo>
                    <a:pt x="5009" y="59208"/>
                  </a:moveTo>
                  <a:cubicBezTo>
                    <a:pt x="874" y="87886"/>
                    <a:pt x="14663" y="116069"/>
                    <a:pt x="16187" y="145003"/>
                  </a:cubicBezTo>
                  <a:cubicBezTo>
                    <a:pt x="17519" y="170284"/>
                    <a:pt x="9472" y="194976"/>
                    <a:pt x="4868" y="219869"/>
                  </a:cubicBezTo>
                  <a:cubicBezTo>
                    <a:pt x="-13100" y="317022"/>
                    <a:pt x="21423" y="415431"/>
                    <a:pt x="56556" y="507773"/>
                  </a:cubicBezTo>
                  <a:cubicBezTo>
                    <a:pt x="63237" y="522769"/>
                    <a:pt x="67384" y="538769"/>
                    <a:pt x="68827" y="555123"/>
                  </a:cubicBezTo>
                  <a:cubicBezTo>
                    <a:pt x="69766" y="585263"/>
                    <a:pt x="52407" y="612878"/>
                    <a:pt x="47653" y="642655"/>
                  </a:cubicBezTo>
                  <a:cubicBezTo>
                    <a:pt x="37663" y="705227"/>
                    <a:pt x="83818" y="764085"/>
                    <a:pt x="84774" y="827442"/>
                  </a:cubicBezTo>
                  <a:cubicBezTo>
                    <a:pt x="85215" y="856612"/>
                    <a:pt x="76028" y="886301"/>
                    <a:pt x="83326" y="914547"/>
                  </a:cubicBezTo>
                  <a:cubicBezTo>
                    <a:pt x="88196" y="933398"/>
                    <a:pt x="99963" y="949597"/>
                    <a:pt x="108313" y="967186"/>
                  </a:cubicBezTo>
                  <a:cubicBezTo>
                    <a:pt x="123108" y="998350"/>
                    <a:pt x="127078" y="1033709"/>
                    <a:pt x="141200" y="1065185"/>
                  </a:cubicBezTo>
                  <a:cubicBezTo>
                    <a:pt x="166721" y="1122068"/>
                    <a:pt x="221549" y="1159210"/>
                    <a:pt x="273728" y="1193333"/>
                  </a:cubicBezTo>
                  <a:cubicBezTo>
                    <a:pt x="303413" y="1183437"/>
                    <a:pt x="335507" y="1171687"/>
                    <a:pt x="351803" y="1144973"/>
                  </a:cubicBezTo>
                  <a:cubicBezTo>
                    <a:pt x="358957" y="1131813"/>
                    <a:pt x="363579" y="1117428"/>
                    <a:pt x="365431" y="1102565"/>
                  </a:cubicBezTo>
                  <a:cubicBezTo>
                    <a:pt x="376714" y="1037765"/>
                    <a:pt x="376322" y="971572"/>
                    <a:pt x="375899" y="905799"/>
                  </a:cubicBezTo>
                  <a:cubicBezTo>
                    <a:pt x="376853" y="849200"/>
                    <a:pt x="373844" y="792604"/>
                    <a:pt x="366896" y="736426"/>
                  </a:cubicBezTo>
                  <a:cubicBezTo>
                    <a:pt x="356356" y="664963"/>
                    <a:pt x="333170" y="596059"/>
                    <a:pt x="316536" y="525764"/>
                  </a:cubicBezTo>
                  <a:cubicBezTo>
                    <a:pt x="295556" y="437107"/>
                    <a:pt x="284806" y="345506"/>
                    <a:pt x="252131" y="260461"/>
                  </a:cubicBezTo>
                  <a:cubicBezTo>
                    <a:pt x="223417" y="185727"/>
                    <a:pt x="178691" y="118644"/>
                    <a:pt x="131615" y="54389"/>
                  </a:cubicBezTo>
                  <a:cubicBezTo>
                    <a:pt x="113653" y="29873"/>
                    <a:pt x="99473" y="-5172"/>
                    <a:pt x="64611" y="489"/>
                  </a:cubicBezTo>
                  <a:cubicBezTo>
                    <a:pt x="34399" y="5632"/>
                    <a:pt x="10603" y="29076"/>
                    <a:pt x="5010" y="59208"/>
                  </a:cubicBezTo>
                  <a:close/>
                </a:path>
              </a:pathLst>
            </a:custGeom>
            <a:solidFill>
              <a:srgbClr val="3F3D56"/>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46" name="任意多边形: 形状 45">
              <a:extLst>
                <a:ext uri="{FF2B5EF4-FFF2-40B4-BE49-F238E27FC236}">
                  <a16:creationId xmlns:a16="http://schemas.microsoft.com/office/drawing/2014/main" id="{842440C1-8F2C-4015-8D75-E23243EF2AA6}"/>
                </a:ext>
              </a:extLst>
            </p:cNvPr>
            <p:cNvSpPr/>
            <p:nvPr/>
          </p:nvSpPr>
          <p:spPr>
            <a:xfrm>
              <a:off x="2525307" y="1835495"/>
              <a:ext cx="376115" cy="1193453"/>
            </a:xfrm>
            <a:custGeom>
              <a:avLst/>
              <a:gdLst>
                <a:gd name="connsiteX0" fmla="*/ 5009 w 376115"/>
                <a:gd name="connsiteY0" fmla="*/ 59208 h 1193453"/>
                <a:gd name="connsiteX1" fmla="*/ 16187 w 376115"/>
                <a:gd name="connsiteY1" fmla="*/ 145003 h 1193453"/>
                <a:gd name="connsiteX2" fmla="*/ 4868 w 376115"/>
                <a:gd name="connsiteY2" fmla="*/ 219869 h 1193453"/>
                <a:gd name="connsiteX3" fmla="*/ 56556 w 376115"/>
                <a:gd name="connsiteY3" fmla="*/ 507773 h 1193453"/>
                <a:gd name="connsiteX4" fmla="*/ 68827 w 376115"/>
                <a:gd name="connsiteY4" fmla="*/ 555123 h 1193453"/>
                <a:gd name="connsiteX5" fmla="*/ 47653 w 376115"/>
                <a:gd name="connsiteY5" fmla="*/ 642655 h 1193453"/>
                <a:gd name="connsiteX6" fmla="*/ 84774 w 376115"/>
                <a:gd name="connsiteY6" fmla="*/ 827442 h 1193453"/>
                <a:gd name="connsiteX7" fmla="*/ 83326 w 376115"/>
                <a:gd name="connsiteY7" fmla="*/ 914547 h 1193453"/>
                <a:gd name="connsiteX8" fmla="*/ 108313 w 376115"/>
                <a:gd name="connsiteY8" fmla="*/ 967186 h 1193453"/>
                <a:gd name="connsiteX9" fmla="*/ 141200 w 376115"/>
                <a:gd name="connsiteY9" fmla="*/ 1065185 h 1193453"/>
                <a:gd name="connsiteX10" fmla="*/ 273728 w 376115"/>
                <a:gd name="connsiteY10" fmla="*/ 1193333 h 1193453"/>
                <a:gd name="connsiteX11" fmla="*/ 351803 w 376115"/>
                <a:gd name="connsiteY11" fmla="*/ 1144973 h 1193453"/>
                <a:gd name="connsiteX12" fmla="*/ 365431 w 376115"/>
                <a:gd name="connsiteY12" fmla="*/ 1102565 h 1193453"/>
                <a:gd name="connsiteX13" fmla="*/ 375899 w 376115"/>
                <a:gd name="connsiteY13" fmla="*/ 905799 h 1193453"/>
                <a:gd name="connsiteX14" fmla="*/ 366896 w 376115"/>
                <a:gd name="connsiteY14" fmla="*/ 736426 h 1193453"/>
                <a:gd name="connsiteX15" fmla="*/ 316536 w 376115"/>
                <a:gd name="connsiteY15" fmla="*/ 525764 h 1193453"/>
                <a:gd name="connsiteX16" fmla="*/ 252131 w 376115"/>
                <a:gd name="connsiteY16" fmla="*/ 260461 h 1193453"/>
                <a:gd name="connsiteX17" fmla="*/ 131615 w 376115"/>
                <a:gd name="connsiteY17" fmla="*/ 54389 h 1193453"/>
                <a:gd name="connsiteX18" fmla="*/ 64611 w 376115"/>
                <a:gd name="connsiteY18" fmla="*/ 489 h 1193453"/>
                <a:gd name="connsiteX19" fmla="*/ 5010 w 376115"/>
                <a:gd name="connsiteY19" fmla="*/ 59208 h 1193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76115" h="1193453">
                  <a:moveTo>
                    <a:pt x="5009" y="59208"/>
                  </a:moveTo>
                  <a:cubicBezTo>
                    <a:pt x="874" y="87886"/>
                    <a:pt x="14663" y="116069"/>
                    <a:pt x="16187" y="145003"/>
                  </a:cubicBezTo>
                  <a:cubicBezTo>
                    <a:pt x="17519" y="170284"/>
                    <a:pt x="9472" y="194976"/>
                    <a:pt x="4868" y="219869"/>
                  </a:cubicBezTo>
                  <a:cubicBezTo>
                    <a:pt x="-13100" y="317022"/>
                    <a:pt x="21423" y="415431"/>
                    <a:pt x="56556" y="507773"/>
                  </a:cubicBezTo>
                  <a:cubicBezTo>
                    <a:pt x="63237" y="522769"/>
                    <a:pt x="67384" y="538769"/>
                    <a:pt x="68827" y="555123"/>
                  </a:cubicBezTo>
                  <a:cubicBezTo>
                    <a:pt x="69766" y="585263"/>
                    <a:pt x="52407" y="612878"/>
                    <a:pt x="47653" y="642655"/>
                  </a:cubicBezTo>
                  <a:cubicBezTo>
                    <a:pt x="37663" y="705227"/>
                    <a:pt x="83818" y="764085"/>
                    <a:pt x="84774" y="827442"/>
                  </a:cubicBezTo>
                  <a:cubicBezTo>
                    <a:pt x="85215" y="856612"/>
                    <a:pt x="76028" y="886301"/>
                    <a:pt x="83326" y="914547"/>
                  </a:cubicBezTo>
                  <a:cubicBezTo>
                    <a:pt x="88196" y="933398"/>
                    <a:pt x="99963" y="949597"/>
                    <a:pt x="108313" y="967186"/>
                  </a:cubicBezTo>
                  <a:cubicBezTo>
                    <a:pt x="123108" y="998350"/>
                    <a:pt x="127078" y="1033709"/>
                    <a:pt x="141200" y="1065185"/>
                  </a:cubicBezTo>
                  <a:cubicBezTo>
                    <a:pt x="166721" y="1122068"/>
                    <a:pt x="221549" y="1159210"/>
                    <a:pt x="273728" y="1193333"/>
                  </a:cubicBezTo>
                  <a:cubicBezTo>
                    <a:pt x="303413" y="1183437"/>
                    <a:pt x="335507" y="1171687"/>
                    <a:pt x="351803" y="1144973"/>
                  </a:cubicBezTo>
                  <a:cubicBezTo>
                    <a:pt x="358957" y="1131813"/>
                    <a:pt x="363579" y="1117428"/>
                    <a:pt x="365431" y="1102565"/>
                  </a:cubicBezTo>
                  <a:cubicBezTo>
                    <a:pt x="376714" y="1037765"/>
                    <a:pt x="376322" y="971572"/>
                    <a:pt x="375899" y="905799"/>
                  </a:cubicBezTo>
                  <a:cubicBezTo>
                    <a:pt x="376853" y="849200"/>
                    <a:pt x="373844" y="792604"/>
                    <a:pt x="366896" y="736426"/>
                  </a:cubicBezTo>
                  <a:cubicBezTo>
                    <a:pt x="356356" y="664963"/>
                    <a:pt x="333170" y="596059"/>
                    <a:pt x="316536" y="525764"/>
                  </a:cubicBezTo>
                  <a:cubicBezTo>
                    <a:pt x="295556" y="437107"/>
                    <a:pt x="284806" y="345506"/>
                    <a:pt x="252131" y="260461"/>
                  </a:cubicBezTo>
                  <a:cubicBezTo>
                    <a:pt x="223417" y="185727"/>
                    <a:pt x="178691" y="118644"/>
                    <a:pt x="131615" y="54389"/>
                  </a:cubicBezTo>
                  <a:cubicBezTo>
                    <a:pt x="113653" y="29873"/>
                    <a:pt x="99473" y="-5172"/>
                    <a:pt x="64611" y="489"/>
                  </a:cubicBezTo>
                  <a:cubicBezTo>
                    <a:pt x="34399" y="5632"/>
                    <a:pt x="10603" y="29076"/>
                    <a:pt x="5010" y="59208"/>
                  </a:cubicBezTo>
                  <a:close/>
                </a:path>
              </a:pathLst>
            </a:custGeom>
            <a:solidFill>
              <a:srgbClr val="000000">
                <a:alpha val="5000"/>
              </a:srgbClr>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47" name="任意多边形: 形状 46">
              <a:extLst>
                <a:ext uri="{FF2B5EF4-FFF2-40B4-BE49-F238E27FC236}">
                  <a16:creationId xmlns:a16="http://schemas.microsoft.com/office/drawing/2014/main" id="{BC72191B-3788-44EE-8C05-59071F111162}"/>
                </a:ext>
              </a:extLst>
            </p:cNvPr>
            <p:cNvSpPr/>
            <p:nvPr/>
          </p:nvSpPr>
          <p:spPr>
            <a:xfrm>
              <a:off x="2944583" y="1216911"/>
              <a:ext cx="343483" cy="177834"/>
            </a:xfrm>
            <a:custGeom>
              <a:avLst/>
              <a:gdLst>
                <a:gd name="connsiteX0" fmla="*/ 343439 w 343483"/>
                <a:gd name="connsiteY0" fmla="*/ 52856 h 177834"/>
                <a:gd name="connsiteX1" fmla="*/ 286619 w 343483"/>
                <a:gd name="connsiteY1" fmla="*/ 169920 h 177834"/>
                <a:gd name="connsiteX2" fmla="*/ 222078 w 343483"/>
                <a:gd name="connsiteY2" fmla="*/ 177714 h 177834"/>
                <a:gd name="connsiteX3" fmla="*/ 28239 w 343483"/>
                <a:gd name="connsiteY3" fmla="*/ 68993 h 177834"/>
                <a:gd name="connsiteX4" fmla="*/ 187 w 343483"/>
                <a:gd name="connsiteY4" fmla="*/ 16068 h 177834"/>
                <a:gd name="connsiteX5" fmla="*/ 40399 w 343483"/>
                <a:gd name="connsiteY5" fmla="*/ 989 h 177834"/>
                <a:gd name="connsiteX6" fmla="*/ 196728 w 343483"/>
                <a:gd name="connsiteY6" fmla="*/ 21167 h 177834"/>
                <a:gd name="connsiteX7" fmla="*/ 343439 w 343483"/>
                <a:gd name="connsiteY7" fmla="*/ 52856 h 177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483" h="177834">
                  <a:moveTo>
                    <a:pt x="343439" y="52856"/>
                  </a:moveTo>
                  <a:cubicBezTo>
                    <a:pt x="320430" y="89768"/>
                    <a:pt x="301385" y="129007"/>
                    <a:pt x="286619" y="169920"/>
                  </a:cubicBezTo>
                  <a:cubicBezTo>
                    <a:pt x="265498" y="175113"/>
                    <a:pt x="243827" y="177730"/>
                    <a:pt x="222078" y="177714"/>
                  </a:cubicBezTo>
                  <a:cubicBezTo>
                    <a:pt x="137648" y="177714"/>
                    <a:pt x="77847" y="129674"/>
                    <a:pt x="28239" y="68993"/>
                  </a:cubicBezTo>
                  <a:cubicBezTo>
                    <a:pt x="23940" y="49543"/>
                    <a:pt x="-2800" y="31366"/>
                    <a:pt x="187" y="16068"/>
                  </a:cubicBezTo>
                  <a:cubicBezTo>
                    <a:pt x="4121" y="-4183"/>
                    <a:pt x="23207" y="-176"/>
                    <a:pt x="40399" y="989"/>
                  </a:cubicBezTo>
                  <a:cubicBezTo>
                    <a:pt x="92825" y="4982"/>
                    <a:pt x="145006" y="11718"/>
                    <a:pt x="196728" y="21167"/>
                  </a:cubicBezTo>
                  <a:cubicBezTo>
                    <a:pt x="210203" y="23499"/>
                    <a:pt x="341472" y="56280"/>
                    <a:pt x="343439" y="52856"/>
                  </a:cubicBezTo>
                  <a:close/>
                </a:path>
              </a:pathLst>
            </a:custGeom>
            <a:solidFill>
              <a:srgbClr val="000000">
                <a:alpha val="10000"/>
              </a:srgbClr>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48" name="任意多边形: 形状 47">
              <a:extLst>
                <a:ext uri="{FF2B5EF4-FFF2-40B4-BE49-F238E27FC236}">
                  <a16:creationId xmlns:a16="http://schemas.microsoft.com/office/drawing/2014/main" id="{F1821851-9DE8-4EF4-821E-21F0A2B9C199}"/>
                </a:ext>
              </a:extLst>
            </p:cNvPr>
            <p:cNvSpPr/>
            <p:nvPr/>
          </p:nvSpPr>
          <p:spPr>
            <a:xfrm>
              <a:off x="2896225" y="846413"/>
              <a:ext cx="541013" cy="541013"/>
            </a:xfrm>
            <a:custGeom>
              <a:avLst/>
              <a:gdLst>
                <a:gd name="connsiteX0" fmla="*/ 541013 w 541013"/>
                <a:gd name="connsiteY0" fmla="*/ 270507 h 541013"/>
                <a:gd name="connsiteX1" fmla="*/ 270507 w 541013"/>
                <a:gd name="connsiteY1" fmla="*/ 541013 h 541013"/>
                <a:gd name="connsiteX2" fmla="*/ 0 w 541013"/>
                <a:gd name="connsiteY2" fmla="*/ 270507 h 541013"/>
                <a:gd name="connsiteX3" fmla="*/ 270507 w 541013"/>
                <a:gd name="connsiteY3" fmla="*/ 0 h 541013"/>
                <a:gd name="connsiteX4" fmla="*/ 541013 w 541013"/>
                <a:gd name="connsiteY4" fmla="*/ 270507 h 5410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1013" h="541013">
                  <a:moveTo>
                    <a:pt x="541013" y="270507"/>
                  </a:moveTo>
                  <a:cubicBezTo>
                    <a:pt x="541013" y="419903"/>
                    <a:pt x="419903" y="541013"/>
                    <a:pt x="270507" y="541013"/>
                  </a:cubicBezTo>
                  <a:cubicBezTo>
                    <a:pt x="121110" y="541013"/>
                    <a:pt x="0" y="419903"/>
                    <a:pt x="0" y="270507"/>
                  </a:cubicBezTo>
                  <a:cubicBezTo>
                    <a:pt x="0" y="121110"/>
                    <a:pt x="121110" y="0"/>
                    <a:pt x="270507" y="0"/>
                  </a:cubicBezTo>
                  <a:cubicBezTo>
                    <a:pt x="419903" y="0"/>
                    <a:pt x="541013" y="121110"/>
                    <a:pt x="541013" y="270507"/>
                  </a:cubicBezTo>
                  <a:close/>
                </a:path>
              </a:pathLst>
            </a:custGeom>
            <a:solidFill>
              <a:srgbClr val="A0616A"/>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49" name="任意多边形: 形状 48">
              <a:extLst>
                <a:ext uri="{FF2B5EF4-FFF2-40B4-BE49-F238E27FC236}">
                  <a16:creationId xmlns:a16="http://schemas.microsoft.com/office/drawing/2014/main" id="{35E5CBAE-8005-4E0C-89B3-E1E7CFF292E8}"/>
                </a:ext>
              </a:extLst>
            </p:cNvPr>
            <p:cNvSpPr/>
            <p:nvPr/>
          </p:nvSpPr>
          <p:spPr>
            <a:xfrm>
              <a:off x="2889233" y="3016810"/>
              <a:ext cx="619266" cy="123114"/>
            </a:xfrm>
            <a:custGeom>
              <a:avLst/>
              <a:gdLst>
                <a:gd name="connsiteX0" fmla="*/ 619222 w 619266"/>
                <a:gd name="connsiteY0" fmla="*/ 38057 h 123114"/>
                <a:gd name="connsiteX1" fmla="*/ 478265 w 619266"/>
                <a:gd name="connsiteY1" fmla="*/ 39076 h 123114"/>
                <a:gd name="connsiteX2" fmla="*/ 390777 w 619266"/>
                <a:gd name="connsiteY2" fmla="*/ 48036 h 123114"/>
                <a:gd name="connsiteX3" fmla="*/ 286970 w 619266"/>
                <a:gd name="connsiteY3" fmla="*/ 82420 h 123114"/>
                <a:gd name="connsiteX4" fmla="*/ 113523 w 619266"/>
                <a:gd name="connsiteY4" fmla="*/ 105220 h 123114"/>
                <a:gd name="connsiteX5" fmla="*/ -45 w 619266"/>
                <a:gd name="connsiteY5" fmla="*/ 122995 h 123114"/>
                <a:gd name="connsiteX6" fmla="*/ 3451 w 619266"/>
                <a:gd name="connsiteY6" fmla="*/ 110028 h 123114"/>
                <a:gd name="connsiteX7" fmla="*/ 61947 w 619266"/>
                <a:gd name="connsiteY7" fmla="*/ 74479 h 123114"/>
                <a:gd name="connsiteX8" fmla="*/ 508641 w 619266"/>
                <a:gd name="connsiteY8" fmla="*/ 22248 h 123114"/>
                <a:gd name="connsiteX9" fmla="*/ 619222 w 619266"/>
                <a:gd name="connsiteY9" fmla="*/ 38057 h 123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9266" h="123114">
                  <a:moveTo>
                    <a:pt x="619222" y="38057"/>
                  </a:moveTo>
                  <a:cubicBezTo>
                    <a:pt x="572382" y="35288"/>
                    <a:pt x="525251" y="37182"/>
                    <a:pt x="478265" y="39076"/>
                  </a:cubicBezTo>
                  <a:cubicBezTo>
                    <a:pt x="448888" y="39355"/>
                    <a:pt x="419600" y="42355"/>
                    <a:pt x="390777" y="48036"/>
                  </a:cubicBezTo>
                  <a:cubicBezTo>
                    <a:pt x="355227" y="56122"/>
                    <a:pt x="322009" y="72293"/>
                    <a:pt x="286970" y="82420"/>
                  </a:cubicBezTo>
                  <a:cubicBezTo>
                    <a:pt x="230877" y="98737"/>
                    <a:pt x="171654" y="99466"/>
                    <a:pt x="113523" y="105220"/>
                  </a:cubicBezTo>
                  <a:cubicBezTo>
                    <a:pt x="75352" y="108921"/>
                    <a:pt x="37431" y="114856"/>
                    <a:pt x="-45" y="122995"/>
                  </a:cubicBezTo>
                  <a:cubicBezTo>
                    <a:pt x="501" y="118529"/>
                    <a:pt x="1678" y="114164"/>
                    <a:pt x="3451" y="110028"/>
                  </a:cubicBezTo>
                  <a:cubicBezTo>
                    <a:pt x="13068" y="88393"/>
                    <a:pt x="38929" y="80015"/>
                    <a:pt x="61947" y="74479"/>
                  </a:cubicBezTo>
                  <a:cubicBezTo>
                    <a:pt x="208243" y="39392"/>
                    <a:pt x="358197" y="21859"/>
                    <a:pt x="508641" y="22248"/>
                  </a:cubicBezTo>
                  <a:cubicBezTo>
                    <a:pt x="564296" y="-15631"/>
                    <a:pt x="595620" y="-2082"/>
                    <a:pt x="619222" y="38057"/>
                  </a:cubicBezTo>
                  <a:close/>
                </a:path>
              </a:pathLst>
            </a:custGeom>
            <a:solidFill>
              <a:srgbClr val="000000">
                <a:alpha val="10000"/>
              </a:srgbClr>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0" name="任意多边形: 形状 49">
              <a:extLst>
                <a:ext uri="{FF2B5EF4-FFF2-40B4-BE49-F238E27FC236}">
                  <a16:creationId xmlns:a16="http://schemas.microsoft.com/office/drawing/2014/main" id="{6031C97B-C838-4282-881A-6AF1DCFB41D5}"/>
                </a:ext>
              </a:extLst>
            </p:cNvPr>
            <p:cNvSpPr/>
            <p:nvPr/>
          </p:nvSpPr>
          <p:spPr>
            <a:xfrm>
              <a:off x="2566790" y="1481999"/>
              <a:ext cx="1054353" cy="1688174"/>
            </a:xfrm>
            <a:custGeom>
              <a:avLst/>
              <a:gdLst>
                <a:gd name="connsiteX0" fmla="*/ 757318 w 1054353"/>
                <a:gd name="connsiteY0" fmla="*/ 77622 h 1688174"/>
                <a:gd name="connsiteX1" fmla="*/ 712210 w 1054353"/>
                <a:gd name="connsiteY1" fmla="*/ 101906 h 1688174"/>
                <a:gd name="connsiteX2" fmla="*/ 694656 w 1054353"/>
                <a:gd name="connsiteY2" fmla="*/ 92510 h 1688174"/>
                <a:gd name="connsiteX3" fmla="*/ 588514 w 1054353"/>
                <a:gd name="connsiteY3" fmla="*/ 62170 h 1688174"/>
                <a:gd name="connsiteX4" fmla="*/ 369922 w 1054353"/>
                <a:gd name="connsiteY4" fmla="*/ 13026 h 1688174"/>
                <a:gd name="connsiteX5" fmla="*/ 305267 w 1054353"/>
                <a:gd name="connsiteY5" fmla="*/ -120 h 1688174"/>
                <a:gd name="connsiteX6" fmla="*/ 190055 w 1054353"/>
                <a:gd name="connsiteY6" fmla="*/ 66323 h 1688174"/>
                <a:gd name="connsiteX7" fmla="*/ 112774 w 1054353"/>
                <a:gd name="connsiteY7" fmla="*/ 180016 h 1688174"/>
                <a:gd name="connsiteX8" fmla="*/ 50006 w 1054353"/>
                <a:gd name="connsiteY8" fmla="*/ 255218 h 1688174"/>
                <a:gd name="connsiteX9" fmla="*/ 4693 w 1054353"/>
                <a:gd name="connsiteY9" fmla="*/ 492376 h 1688174"/>
                <a:gd name="connsiteX10" fmla="*/ 81795 w 1054353"/>
                <a:gd name="connsiteY10" fmla="*/ 726721 h 1688174"/>
                <a:gd name="connsiteX11" fmla="*/ 144747 w 1054353"/>
                <a:gd name="connsiteY11" fmla="*/ 853648 h 1688174"/>
                <a:gd name="connsiteX12" fmla="*/ 169069 w 1054353"/>
                <a:gd name="connsiteY12" fmla="*/ 1042073 h 1688174"/>
                <a:gd name="connsiteX13" fmla="*/ 193599 w 1054353"/>
                <a:gd name="connsiteY13" fmla="*/ 1098076 h 1688174"/>
                <a:gd name="connsiteX14" fmla="*/ 191899 w 1054353"/>
                <a:gd name="connsiteY14" fmla="*/ 1139148 h 1688174"/>
                <a:gd name="connsiteX15" fmla="*/ 178131 w 1054353"/>
                <a:gd name="connsiteY15" fmla="*/ 1237082 h 1688174"/>
                <a:gd name="connsiteX16" fmla="*/ 164316 w 1054353"/>
                <a:gd name="connsiteY16" fmla="*/ 1326355 h 1688174"/>
                <a:gd name="connsiteX17" fmla="*/ 166004 w 1054353"/>
                <a:gd name="connsiteY17" fmla="*/ 1488469 h 1688174"/>
                <a:gd name="connsiteX18" fmla="*/ 172392 w 1054353"/>
                <a:gd name="connsiteY18" fmla="*/ 1688054 h 1688174"/>
                <a:gd name="connsiteX19" fmla="*/ 435986 w 1054353"/>
                <a:gd name="connsiteY19" fmla="*/ 1625429 h 1688174"/>
                <a:gd name="connsiteX20" fmla="*/ 609413 w 1054353"/>
                <a:gd name="connsiteY20" fmla="*/ 1602692 h 1688174"/>
                <a:gd name="connsiteX21" fmla="*/ 713216 w 1054353"/>
                <a:gd name="connsiteY21" fmla="*/ 1568243 h 1688174"/>
                <a:gd name="connsiteX22" fmla="*/ 800744 w 1054353"/>
                <a:gd name="connsiteY22" fmla="*/ 1559308 h 1688174"/>
                <a:gd name="connsiteX23" fmla="*/ 995006 w 1054353"/>
                <a:gd name="connsiteY23" fmla="*/ 1563656 h 1688174"/>
                <a:gd name="connsiteX24" fmla="*/ 1009640 w 1054353"/>
                <a:gd name="connsiteY24" fmla="*/ 1560613 h 1688174"/>
                <a:gd name="connsiteX25" fmla="*/ 1011589 w 1054353"/>
                <a:gd name="connsiteY25" fmla="*/ 1552965 h 1688174"/>
                <a:gd name="connsiteX26" fmla="*/ 995002 w 1054353"/>
                <a:gd name="connsiteY26" fmla="*/ 1484101 h 1688174"/>
                <a:gd name="connsiteX27" fmla="*/ 975772 w 1054353"/>
                <a:gd name="connsiteY27" fmla="*/ 1438952 h 1688174"/>
                <a:gd name="connsiteX28" fmla="*/ 981391 w 1054353"/>
                <a:gd name="connsiteY28" fmla="*/ 1416534 h 1688174"/>
                <a:gd name="connsiteX29" fmla="*/ 1009822 w 1054353"/>
                <a:gd name="connsiteY29" fmla="*/ 1340712 h 1688174"/>
                <a:gd name="connsiteX30" fmla="*/ 1034865 w 1054353"/>
                <a:gd name="connsiteY30" fmla="*/ 1135142 h 1688174"/>
                <a:gd name="connsiteX31" fmla="*/ 1053551 w 1054353"/>
                <a:gd name="connsiteY31" fmla="*/ 976114 h 1688174"/>
                <a:gd name="connsiteX32" fmla="*/ 1026902 w 1054353"/>
                <a:gd name="connsiteY32" fmla="*/ 844663 h 1688174"/>
                <a:gd name="connsiteX33" fmla="*/ 1006107 w 1054353"/>
                <a:gd name="connsiteY33" fmla="*/ 815745 h 1688174"/>
                <a:gd name="connsiteX34" fmla="*/ 1001155 w 1054353"/>
                <a:gd name="connsiteY34" fmla="*/ 781163 h 1688174"/>
                <a:gd name="connsiteX35" fmla="*/ 1008667 w 1054353"/>
                <a:gd name="connsiteY35" fmla="*/ 507496 h 1688174"/>
                <a:gd name="connsiteX36" fmla="*/ 935645 w 1054353"/>
                <a:gd name="connsiteY36" fmla="*/ 377204 h 1688174"/>
                <a:gd name="connsiteX37" fmla="*/ 868116 w 1054353"/>
                <a:gd name="connsiteY37" fmla="*/ 219544 h 1688174"/>
                <a:gd name="connsiteX38" fmla="*/ 855570 w 1054353"/>
                <a:gd name="connsiteY38" fmla="*/ 106277 h 1688174"/>
                <a:gd name="connsiteX39" fmla="*/ 846005 w 1054353"/>
                <a:gd name="connsiteY39" fmla="*/ 79826 h 1688174"/>
                <a:gd name="connsiteX40" fmla="*/ 807500 w 1054353"/>
                <a:gd name="connsiteY40" fmla="*/ 68390 h 1688174"/>
                <a:gd name="connsiteX41" fmla="*/ 757318 w 1054353"/>
                <a:gd name="connsiteY41" fmla="*/ 77622 h 16881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054353" h="1688174">
                  <a:moveTo>
                    <a:pt x="757318" y="77622"/>
                  </a:moveTo>
                  <a:cubicBezTo>
                    <a:pt x="745525" y="91268"/>
                    <a:pt x="729701" y="106306"/>
                    <a:pt x="712210" y="101906"/>
                  </a:cubicBezTo>
                  <a:cubicBezTo>
                    <a:pt x="705888" y="99746"/>
                    <a:pt x="699960" y="96573"/>
                    <a:pt x="694656" y="92510"/>
                  </a:cubicBezTo>
                  <a:cubicBezTo>
                    <a:pt x="663473" y="72413"/>
                    <a:pt x="625198" y="67697"/>
                    <a:pt x="588514" y="62170"/>
                  </a:cubicBezTo>
                  <a:cubicBezTo>
                    <a:pt x="514570" y="51028"/>
                    <a:pt x="441519" y="34605"/>
                    <a:pt x="369922" y="13026"/>
                  </a:cubicBezTo>
                  <a:cubicBezTo>
                    <a:pt x="349141" y="5462"/>
                    <a:pt x="327351" y="1031"/>
                    <a:pt x="305267" y="-120"/>
                  </a:cubicBezTo>
                  <a:cubicBezTo>
                    <a:pt x="259418" y="117"/>
                    <a:pt x="218786" y="30594"/>
                    <a:pt x="190055" y="66323"/>
                  </a:cubicBezTo>
                  <a:cubicBezTo>
                    <a:pt x="161323" y="102052"/>
                    <a:pt x="140968" y="143860"/>
                    <a:pt x="112774" y="180016"/>
                  </a:cubicBezTo>
                  <a:cubicBezTo>
                    <a:pt x="92686" y="205776"/>
                    <a:pt x="68765" y="228475"/>
                    <a:pt x="50006" y="255218"/>
                  </a:cubicBezTo>
                  <a:cubicBezTo>
                    <a:pt x="2646" y="322734"/>
                    <a:pt x="-7533" y="410817"/>
                    <a:pt x="4693" y="492376"/>
                  </a:cubicBezTo>
                  <a:cubicBezTo>
                    <a:pt x="16920" y="573934"/>
                    <a:pt x="49505" y="650836"/>
                    <a:pt x="81795" y="726721"/>
                  </a:cubicBezTo>
                  <a:cubicBezTo>
                    <a:pt x="99052" y="770778"/>
                    <a:pt x="120115" y="813248"/>
                    <a:pt x="144747" y="853648"/>
                  </a:cubicBezTo>
                  <a:cubicBezTo>
                    <a:pt x="133854" y="915615"/>
                    <a:pt x="139603" y="986481"/>
                    <a:pt x="169069" y="1042073"/>
                  </a:cubicBezTo>
                  <a:cubicBezTo>
                    <a:pt x="178666" y="1060178"/>
                    <a:pt x="190426" y="1077833"/>
                    <a:pt x="193599" y="1098076"/>
                  </a:cubicBezTo>
                  <a:cubicBezTo>
                    <a:pt x="195053" y="1111776"/>
                    <a:pt x="194481" y="1125615"/>
                    <a:pt x="191899" y="1139148"/>
                  </a:cubicBezTo>
                  <a:lnTo>
                    <a:pt x="178131" y="1237082"/>
                  </a:lnTo>
                  <a:cubicBezTo>
                    <a:pt x="173939" y="1266903"/>
                    <a:pt x="169745" y="1296735"/>
                    <a:pt x="164316" y="1326355"/>
                  </a:cubicBezTo>
                  <a:cubicBezTo>
                    <a:pt x="154379" y="1380568"/>
                    <a:pt x="140898" y="1439404"/>
                    <a:pt x="166004" y="1488469"/>
                  </a:cubicBezTo>
                  <a:cubicBezTo>
                    <a:pt x="196071" y="1547226"/>
                    <a:pt x="164492" y="1622526"/>
                    <a:pt x="172392" y="1688054"/>
                  </a:cubicBezTo>
                  <a:cubicBezTo>
                    <a:pt x="257023" y="1655365"/>
                    <a:pt x="345695" y="1634298"/>
                    <a:pt x="435986" y="1625429"/>
                  </a:cubicBezTo>
                  <a:cubicBezTo>
                    <a:pt x="494116" y="1619730"/>
                    <a:pt x="553331" y="1619010"/>
                    <a:pt x="609413" y="1602692"/>
                  </a:cubicBezTo>
                  <a:cubicBezTo>
                    <a:pt x="644439" y="1592501"/>
                    <a:pt x="677654" y="1576368"/>
                    <a:pt x="713216" y="1568243"/>
                  </a:cubicBezTo>
                  <a:cubicBezTo>
                    <a:pt x="742055" y="1562583"/>
                    <a:pt x="771355" y="1559592"/>
                    <a:pt x="800744" y="1559308"/>
                  </a:cubicBezTo>
                  <a:cubicBezTo>
                    <a:pt x="865563" y="1556693"/>
                    <a:pt x="930841" y="1554101"/>
                    <a:pt x="995006" y="1563656"/>
                  </a:cubicBezTo>
                  <a:cubicBezTo>
                    <a:pt x="1000202" y="1564429"/>
                    <a:pt x="1006531" y="1564847"/>
                    <a:pt x="1009640" y="1560613"/>
                  </a:cubicBezTo>
                  <a:cubicBezTo>
                    <a:pt x="1011027" y="1558311"/>
                    <a:pt x="1011705" y="1555651"/>
                    <a:pt x="1011589" y="1552965"/>
                  </a:cubicBezTo>
                  <a:cubicBezTo>
                    <a:pt x="1012575" y="1528914"/>
                    <a:pt x="1006831" y="1505065"/>
                    <a:pt x="995002" y="1484101"/>
                  </a:cubicBezTo>
                  <a:cubicBezTo>
                    <a:pt x="986822" y="1469664"/>
                    <a:pt x="975457" y="1455542"/>
                    <a:pt x="975772" y="1438952"/>
                  </a:cubicBezTo>
                  <a:cubicBezTo>
                    <a:pt x="976364" y="1431215"/>
                    <a:pt x="978264" y="1423635"/>
                    <a:pt x="981391" y="1416534"/>
                  </a:cubicBezTo>
                  <a:lnTo>
                    <a:pt x="1009822" y="1340712"/>
                  </a:lnTo>
                  <a:cubicBezTo>
                    <a:pt x="1033822" y="1276704"/>
                    <a:pt x="1022401" y="1202355"/>
                    <a:pt x="1034865" y="1135142"/>
                  </a:cubicBezTo>
                  <a:cubicBezTo>
                    <a:pt x="1044607" y="1082605"/>
                    <a:pt x="1050849" y="1029479"/>
                    <a:pt x="1053551" y="976114"/>
                  </a:cubicBezTo>
                  <a:cubicBezTo>
                    <a:pt x="1055859" y="930503"/>
                    <a:pt x="1054425" y="881109"/>
                    <a:pt x="1026902" y="844663"/>
                  </a:cubicBezTo>
                  <a:cubicBezTo>
                    <a:pt x="1018855" y="835878"/>
                    <a:pt x="1011875" y="826171"/>
                    <a:pt x="1006107" y="815745"/>
                  </a:cubicBezTo>
                  <a:cubicBezTo>
                    <a:pt x="1002156" y="804666"/>
                    <a:pt x="1000472" y="792906"/>
                    <a:pt x="1001155" y="781163"/>
                  </a:cubicBezTo>
                  <a:cubicBezTo>
                    <a:pt x="1000542" y="689891"/>
                    <a:pt x="1003046" y="598668"/>
                    <a:pt x="1008667" y="507496"/>
                  </a:cubicBezTo>
                  <a:cubicBezTo>
                    <a:pt x="984667" y="464392"/>
                    <a:pt x="959644" y="420309"/>
                    <a:pt x="935645" y="377204"/>
                  </a:cubicBezTo>
                  <a:cubicBezTo>
                    <a:pt x="907713" y="327040"/>
                    <a:pt x="879393" y="275842"/>
                    <a:pt x="868116" y="219544"/>
                  </a:cubicBezTo>
                  <a:cubicBezTo>
                    <a:pt x="860651" y="182279"/>
                    <a:pt x="860910" y="143905"/>
                    <a:pt x="855570" y="106277"/>
                  </a:cubicBezTo>
                  <a:cubicBezTo>
                    <a:pt x="855009" y="96720"/>
                    <a:pt x="851686" y="87532"/>
                    <a:pt x="846005" y="79826"/>
                  </a:cubicBezTo>
                  <a:cubicBezTo>
                    <a:pt x="836840" y="69444"/>
                    <a:pt x="821342" y="67958"/>
                    <a:pt x="807500" y="68390"/>
                  </a:cubicBezTo>
                  <a:cubicBezTo>
                    <a:pt x="790404" y="68932"/>
                    <a:pt x="773487" y="72044"/>
                    <a:pt x="757318" y="77622"/>
                  </a:cubicBezTo>
                  <a:close/>
                </a:path>
              </a:pathLst>
            </a:custGeom>
            <a:solidFill>
              <a:srgbClr val="3F3D56"/>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1" name="任意多边形: 形状 50">
              <a:extLst>
                <a:ext uri="{FF2B5EF4-FFF2-40B4-BE49-F238E27FC236}">
                  <a16:creationId xmlns:a16="http://schemas.microsoft.com/office/drawing/2014/main" id="{6BD3382C-255D-490A-9C01-EF98D62F3F40}"/>
                </a:ext>
              </a:extLst>
            </p:cNvPr>
            <p:cNvSpPr/>
            <p:nvPr/>
          </p:nvSpPr>
          <p:spPr>
            <a:xfrm>
              <a:off x="4141347" y="1338559"/>
              <a:ext cx="173124" cy="82633"/>
            </a:xfrm>
            <a:custGeom>
              <a:avLst/>
              <a:gdLst>
                <a:gd name="connsiteX0" fmla="*/ 173080 w 173124"/>
                <a:gd name="connsiteY0" fmla="*/ 58544 h 82633"/>
                <a:gd name="connsiteX1" fmla="*/ 114512 w 173124"/>
                <a:gd name="connsiteY1" fmla="*/ 82364 h 82633"/>
                <a:gd name="connsiteX2" fmla="*/ 10050 w 173124"/>
                <a:gd name="connsiteY2" fmla="*/ 43975 h 82633"/>
                <a:gd name="connsiteX3" fmla="*/ 70 w 173124"/>
                <a:gd name="connsiteY3" fmla="*/ 3982 h 82633"/>
                <a:gd name="connsiteX4" fmla="*/ 11725 w 173124"/>
                <a:gd name="connsiteY4" fmla="*/ 1724 h 82633"/>
                <a:gd name="connsiteX5" fmla="*/ 102491 w 173124"/>
                <a:gd name="connsiteY5" fmla="*/ 5366 h 82633"/>
                <a:gd name="connsiteX6" fmla="*/ 172934 w 173124"/>
                <a:gd name="connsiteY6" fmla="*/ 58252 h 82633"/>
                <a:gd name="connsiteX7" fmla="*/ 173080 w 173124"/>
                <a:gd name="connsiteY7" fmla="*/ 58544 h 82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124" h="82633">
                  <a:moveTo>
                    <a:pt x="173080" y="58544"/>
                  </a:moveTo>
                  <a:cubicBezTo>
                    <a:pt x="156086" y="71660"/>
                    <a:pt x="135837" y="79896"/>
                    <a:pt x="114512" y="82364"/>
                  </a:cubicBezTo>
                  <a:cubicBezTo>
                    <a:pt x="86611" y="84259"/>
                    <a:pt x="27386" y="67868"/>
                    <a:pt x="10050" y="43975"/>
                  </a:cubicBezTo>
                  <a:cubicBezTo>
                    <a:pt x="2741" y="31966"/>
                    <a:pt x="-740" y="18017"/>
                    <a:pt x="70" y="3982"/>
                  </a:cubicBezTo>
                  <a:cubicBezTo>
                    <a:pt x="3848" y="2756"/>
                    <a:pt x="7763" y="1998"/>
                    <a:pt x="11725" y="1724"/>
                  </a:cubicBezTo>
                  <a:cubicBezTo>
                    <a:pt x="41992" y="-1631"/>
                    <a:pt x="72591" y="-403"/>
                    <a:pt x="102491" y="5366"/>
                  </a:cubicBezTo>
                  <a:cubicBezTo>
                    <a:pt x="131994" y="12578"/>
                    <a:pt x="160478" y="30498"/>
                    <a:pt x="172934" y="58252"/>
                  </a:cubicBezTo>
                  <a:cubicBezTo>
                    <a:pt x="173007" y="58325"/>
                    <a:pt x="173007" y="58471"/>
                    <a:pt x="173080" y="58544"/>
                  </a:cubicBezTo>
                  <a:close/>
                </a:path>
              </a:pathLst>
            </a:custGeom>
            <a:solidFill>
              <a:srgbClr val="000000">
                <a:alpha val="10000"/>
              </a:srgbClr>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2" name="任意多边形: 形状 51">
              <a:extLst>
                <a:ext uri="{FF2B5EF4-FFF2-40B4-BE49-F238E27FC236}">
                  <a16:creationId xmlns:a16="http://schemas.microsoft.com/office/drawing/2014/main" id="{47EB66F8-1AB1-47D3-8C67-3ED1F5B29CFB}"/>
                </a:ext>
              </a:extLst>
            </p:cNvPr>
            <p:cNvSpPr/>
            <p:nvPr/>
          </p:nvSpPr>
          <p:spPr>
            <a:xfrm>
              <a:off x="3344611" y="1345824"/>
              <a:ext cx="965073" cy="703983"/>
            </a:xfrm>
            <a:custGeom>
              <a:avLst/>
              <a:gdLst>
                <a:gd name="connsiteX0" fmla="*/ 69846 w 965073"/>
                <a:gd name="connsiteY0" fmla="*/ 636299 h 703983"/>
                <a:gd name="connsiteX1" fmla="*/ 126827 w 965073"/>
                <a:gd name="connsiteY1" fmla="*/ 690058 h 703983"/>
                <a:gd name="connsiteX2" fmla="*/ 215622 w 965073"/>
                <a:gd name="connsiteY2" fmla="*/ 703680 h 703983"/>
                <a:gd name="connsiteX3" fmla="*/ 586674 w 965073"/>
                <a:gd name="connsiteY3" fmla="*/ 662920 h 703983"/>
                <a:gd name="connsiteX4" fmla="*/ 627540 w 965073"/>
                <a:gd name="connsiteY4" fmla="*/ 651966 h 703983"/>
                <a:gd name="connsiteX5" fmla="*/ 668842 w 965073"/>
                <a:gd name="connsiteY5" fmla="*/ 626206 h 703983"/>
                <a:gd name="connsiteX6" fmla="*/ 780505 w 965073"/>
                <a:gd name="connsiteY6" fmla="*/ 528808 h 703983"/>
                <a:gd name="connsiteX7" fmla="*/ 846698 w 965073"/>
                <a:gd name="connsiteY7" fmla="*/ 366471 h 703983"/>
                <a:gd name="connsiteX8" fmla="*/ 905835 w 965073"/>
                <a:gd name="connsiteY8" fmla="*/ 264731 h 703983"/>
                <a:gd name="connsiteX9" fmla="*/ 919315 w 965073"/>
                <a:gd name="connsiteY9" fmla="*/ 215319 h 703983"/>
                <a:gd name="connsiteX10" fmla="*/ 911710 w 965073"/>
                <a:gd name="connsiteY10" fmla="*/ 162260 h 703983"/>
                <a:gd name="connsiteX11" fmla="*/ 954633 w 965073"/>
                <a:gd name="connsiteY11" fmla="*/ 85046 h 703983"/>
                <a:gd name="connsiteX12" fmla="*/ 964842 w 965073"/>
                <a:gd name="connsiteY12" fmla="*/ 71479 h 703983"/>
                <a:gd name="connsiteX13" fmla="*/ 962411 w 965073"/>
                <a:gd name="connsiteY13" fmla="*/ 58255 h 703983"/>
                <a:gd name="connsiteX14" fmla="*/ 891942 w 965073"/>
                <a:gd name="connsiteY14" fmla="*/ 5350 h 703983"/>
                <a:gd name="connsiteX15" fmla="*/ 801146 w 965073"/>
                <a:gd name="connsiteY15" fmla="*/ 1745 h 703983"/>
                <a:gd name="connsiteX16" fmla="*/ 771406 w 965073"/>
                <a:gd name="connsiteY16" fmla="*/ 9644 h 703983"/>
                <a:gd name="connsiteX17" fmla="*/ 750252 w 965073"/>
                <a:gd name="connsiteY17" fmla="*/ 65347 h 703983"/>
                <a:gd name="connsiteX18" fmla="*/ 736430 w 965073"/>
                <a:gd name="connsiteY18" fmla="*/ 90757 h 703983"/>
                <a:gd name="connsiteX19" fmla="*/ 721412 w 965073"/>
                <a:gd name="connsiteY19" fmla="*/ 102500 h 703983"/>
                <a:gd name="connsiteX20" fmla="*/ 691646 w 965073"/>
                <a:gd name="connsiteY20" fmla="*/ 177573 h 703983"/>
                <a:gd name="connsiteX21" fmla="*/ 643943 w 965073"/>
                <a:gd name="connsiteY21" fmla="*/ 277160 h 703983"/>
                <a:gd name="connsiteX22" fmla="*/ 574192 w 965073"/>
                <a:gd name="connsiteY22" fmla="*/ 338566 h 703983"/>
                <a:gd name="connsiteX23" fmla="*/ 565082 w 965073"/>
                <a:gd name="connsiteY23" fmla="*/ 357678 h 703983"/>
                <a:gd name="connsiteX24" fmla="*/ 540727 w 965073"/>
                <a:gd name="connsiteY24" fmla="*/ 365162 h 703983"/>
                <a:gd name="connsiteX25" fmla="*/ 474259 w 965073"/>
                <a:gd name="connsiteY25" fmla="*/ 375254 h 703983"/>
                <a:gd name="connsiteX26" fmla="*/ 395312 w 965073"/>
                <a:gd name="connsiteY26" fmla="*/ 364220 h 703983"/>
                <a:gd name="connsiteX27" fmla="*/ 378466 w 965073"/>
                <a:gd name="connsiteY27" fmla="*/ 365714 h 703983"/>
                <a:gd name="connsiteX28" fmla="*/ 364650 w 965073"/>
                <a:gd name="connsiteY28" fmla="*/ 360899 h 703983"/>
                <a:gd name="connsiteX29" fmla="*/ 333314 w 965073"/>
                <a:gd name="connsiteY29" fmla="*/ 348571 h 703983"/>
                <a:gd name="connsiteX30" fmla="*/ 303585 w 965073"/>
                <a:gd name="connsiteY30" fmla="*/ 360054 h 703983"/>
                <a:gd name="connsiteX31" fmla="*/ 284567 w 965073"/>
                <a:gd name="connsiteY31" fmla="*/ 332197 h 703983"/>
                <a:gd name="connsiteX32" fmla="*/ 255727 w 965073"/>
                <a:gd name="connsiteY32" fmla="*/ 318435 h 703983"/>
                <a:gd name="connsiteX33" fmla="*/ 246199 w 965073"/>
                <a:gd name="connsiteY33" fmla="*/ 296916 h 703983"/>
                <a:gd name="connsiteX34" fmla="*/ 217426 w 965073"/>
                <a:gd name="connsiteY34" fmla="*/ 297958 h 703983"/>
                <a:gd name="connsiteX35" fmla="*/ 148910 w 965073"/>
                <a:gd name="connsiteY35" fmla="*/ 269165 h 703983"/>
                <a:gd name="connsiteX36" fmla="*/ 85350 w 965073"/>
                <a:gd name="connsiteY36" fmla="*/ 250274 h 703983"/>
                <a:gd name="connsiteX37" fmla="*/ 73587 w 965073"/>
                <a:gd name="connsiteY37" fmla="*/ 229286 h 703983"/>
                <a:gd name="connsiteX38" fmla="*/ 58495 w 965073"/>
                <a:gd name="connsiteY38" fmla="*/ 227537 h 703983"/>
                <a:gd name="connsiteX39" fmla="*/ 12854 w 965073"/>
                <a:gd name="connsiteY39" fmla="*/ 241389 h 703983"/>
                <a:gd name="connsiteX40" fmla="*/ 19568 w 965073"/>
                <a:gd name="connsiteY40" fmla="*/ 521032 h 703983"/>
                <a:gd name="connsiteX41" fmla="*/ 69846 w 965073"/>
                <a:gd name="connsiteY41" fmla="*/ 636299 h 703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965073" h="703983">
                  <a:moveTo>
                    <a:pt x="69846" y="636299"/>
                  </a:moveTo>
                  <a:cubicBezTo>
                    <a:pt x="86311" y="656826"/>
                    <a:pt x="103471" y="677935"/>
                    <a:pt x="126827" y="690058"/>
                  </a:cubicBezTo>
                  <a:cubicBezTo>
                    <a:pt x="153699" y="704006"/>
                    <a:pt x="185352" y="704324"/>
                    <a:pt x="215622" y="703680"/>
                  </a:cubicBezTo>
                  <a:cubicBezTo>
                    <a:pt x="340263" y="701021"/>
                    <a:pt x="464427" y="687381"/>
                    <a:pt x="586674" y="662920"/>
                  </a:cubicBezTo>
                  <a:cubicBezTo>
                    <a:pt x="600602" y="660522"/>
                    <a:pt x="614280" y="656856"/>
                    <a:pt x="627540" y="651966"/>
                  </a:cubicBezTo>
                  <a:cubicBezTo>
                    <a:pt x="642237" y="644969"/>
                    <a:pt x="656093" y="636327"/>
                    <a:pt x="668842" y="626206"/>
                  </a:cubicBezTo>
                  <a:cubicBezTo>
                    <a:pt x="709086" y="597273"/>
                    <a:pt x="749903" y="567799"/>
                    <a:pt x="780505" y="528808"/>
                  </a:cubicBezTo>
                  <a:cubicBezTo>
                    <a:pt x="816913" y="481717"/>
                    <a:pt x="839797" y="425593"/>
                    <a:pt x="846698" y="366471"/>
                  </a:cubicBezTo>
                  <a:cubicBezTo>
                    <a:pt x="875806" y="339652"/>
                    <a:pt x="891263" y="301531"/>
                    <a:pt x="905835" y="264731"/>
                  </a:cubicBezTo>
                  <a:cubicBezTo>
                    <a:pt x="913031" y="249120"/>
                    <a:pt x="917586" y="232422"/>
                    <a:pt x="919315" y="215319"/>
                  </a:cubicBezTo>
                  <a:cubicBezTo>
                    <a:pt x="920098" y="197822"/>
                    <a:pt x="908503" y="179479"/>
                    <a:pt x="911710" y="162260"/>
                  </a:cubicBezTo>
                  <a:cubicBezTo>
                    <a:pt x="917325" y="132569"/>
                    <a:pt x="932380" y="105487"/>
                    <a:pt x="954633" y="85046"/>
                  </a:cubicBezTo>
                  <a:cubicBezTo>
                    <a:pt x="959351" y="81681"/>
                    <a:pt x="962917" y="76944"/>
                    <a:pt x="964842" y="71479"/>
                  </a:cubicBezTo>
                  <a:cubicBezTo>
                    <a:pt x="965441" y="66925"/>
                    <a:pt x="964590" y="62298"/>
                    <a:pt x="962411" y="58255"/>
                  </a:cubicBezTo>
                  <a:cubicBezTo>
                    <a:pt x="949955" y="30510"/>
                    <a:pt x="921473" y="12621"/>
                    <a:pt x="891942" y="5350"/>
                  </a:cubicBezTo>
                  <a:cubicBezTo>
                    <a:pt x="862031" y="-418"/>
                    <a:pt x="831420" y="-1633"/>
                    <a:pt x="801146" y="1745"/>
                  </a:cubicBezTo>
                  <a:cubicBezTo>
                    <a:pt x="791054" y="3655"/>
                    <a:pt x="781116" y="6295"/>
                    <a:pt x="771406" y="9644"/>
                  </a:cubicBezTo>
                  <a:lnTo>
                    <a:pt x="750252" y="65347"/>
                  </a:lnTo>
                  <a:cubicBezTo>
                    <a:pt x="747410" y="74664"/>
                    <a:pt x="742708" y="83308"/>
                    <a:pt x="736430" y="90757"/>
                  </a:cubicBezTo>
                  <a:cubicBezTo>
                    <a:pt x="731719" y="95034"/>
                    <a:pt x="726700" y="98959"/>
                    <a:pt x="721412" y="102500"/>
                  </a:cubicBezTo>
                  <a:cubicBezTo>
                    <a:pt x="699612" y="121010"/>
                    <a:pt x="688453" y="149154"/>
                    <a:pt x="691646" y="177573"/>
                  </a:cubicBezTo>
                  <a:cubicBezTo>
                    <a:pt x="651958" y="192980"/>
                    <a:pt x="631074" y="236577"/>
                    <a:pt x="643943" y="277160"/>
                  </a:cubicBezTo>
                  <a:cubicBezTo>
                    <a:pt x="611591" y="284096"/>
                    <a:pt x="585173" y="307354"/>
                    <a:pt x="574192" y="338566"/>
                  </a:cubicBezTo>
                  <a:cubicBezTo>
                    <a:pt x="572686" y="345559"/>
                    <a:pt x="569566" y="352104"/>
                    <a:pt x="565082" y="357678"/>
                  </a:cubicBezTo>
                  <a:cubicBezTo>
                    <a:pt x="558102" y="362970"/>
                    <a:pt x="549474" y="365621"/>
                    <a:pt x="540727" y="365162"/>
                  </a:cubicBezTo>
                  <a:cubicBezTo>
                    <a:pt x="516823" y="366641"/>
                    <a:pt x="495922" y="385466"/>
                    <a:pt x="474259" y="375254"/>
                  </a:cubicBezTo>
                  <a:cubicBezTo>
                    <a:pt x="449651" y="363721"/>
                    <a:pt x="422139" y="359876"/>
                    <a:pt x="395312" y="364220"/>
                  </a:cubicBezTo>
                  <a:cubicBezTo>
                    <a:pt x="389796" y="365518"/>
                    <a:pt x="384123" y="366021"/>
                    <a:pt x="378466" y="365714"/>
                  </a:cubicBezTo>
                  <a:cubicBezTo>
                    <a:pt x="373626" y="364883"/>
                    <a:pt x="368958" y="363256"/>
                    <a:pt x="364650" y="360899"/>
                  </a:cubicBezTo>
                  <a:cubicBezTo>
                    <a:pt x="354895" y="355214"/>
                    <a:pt x="344327" y="351056"/>
                    <a:pt x="333314" y="348571"/>
                  </a:cubicBezTo>
                  <a:cubicBezTo>
                    <a:pt x="322007" y="346213"/>
                    <a:pt x="310370" y="350708"/>
                    <a:pt x="303585" y="360054"/>
                  </a:cubicBezTo>
                  <a:cubicBezTo>
                    <a:pt x="295999" y="351736"/>
                    <a:pt x="291479" y="341083"/>
                    <a:pt x="284567" y="332197"/>
                  </a:cubicBezTo>
                  <a:cubicBezTo>
                    <a:pt x="278319" y="322537"/>
                    <a:pt x="267167" y="317215"/>
                    <a:pt x="255727" y="318435"/>
                  </a:cubicBezTo>
                  <a:cubicBezTo>
                    <a:pt x="262928" y="312019"/>
                    <a:pt x="255557" y="299250"/>
                    <a:pt x="246199" y="296916"/>
                  </a:cubicBezTo>
                  <a:cubicBezTo>
                    <a:pt x="236600" y="296127"/>
                    <a:pt x="226942" y="296477"/>
                    <a:pt x="217426" y="297958"/>
                  </a:cubicBezTo>
                  <a:cubicBezTo>
                    <a:pt x="192408" y="297827"/>
                    <a:pt x="173212" y="275111"/>
                    <a:pt x="148910" y="269165"/>
                  </a:cubicBezTo>
                  <a:cubicBezTo>
                    <a:pt x="126573" y="263699"/>
                    <a:pt x="96801" y="270217"/>
                    <a:pt x="85350" y="250274"/>
                  </a:cubicBezTo>
                  <a:cubicBezTo>
                    <a:pt x="81291" y="243204"/>
                    <a:pt x="80497" y="233615"/>
                    <a:pt x="73587" y="229286"/>
                  </a:cubicBezTo>
                  <a:cubicBezTo>
                    <a:pt x="68907" y="226987"/>
                    <a:pt x="63577" y="226369"/>
                    <a:pt x="58495" y="227537"/>
                  </a:cubicBezTo>
                  <a:cubicBezTo>
                    <a:pt x="42631" y="229648"/>
                    <a:pt x="27216" y="234327"/>
                    <a:pt x="12854" y="241389"/>
                  </a:cubicBezTo>
                  <a:cubicBezTo>
                    <a:pt x="-10569" y="333011"/>
                    <a:pt x="1720" y="428162"/>
                    <a:pt x="19568" y="521032"/>
                  </a:cubicBezTo>
                  <a:cubicBezTo>
                    <a:pt x="26089" y="563152"/>
                    <a:pt x="43411" y="602865"/>
                    <a:pt x="69846" y="636299"/>
                  </a:cubicBezTo>
                  <a:close/>
                </a:path>
              </a:pathLst>
            </a:custGeom>
            <a:solidFill>
              <a:srgbClr val="3F3D56"/>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3" name="任意多边形: 形状 52">
              <a:extLst>
                <a:ext uri="{FF2B5EF4-FFF2-40B4-BE49-F238E27FC236}">
                  <a16:creationId xmlns:a16="http://schemas.microsoft.com/office/drawing/2014/main" id="{3164482C-DB23-4F0B-877A-6824A3843E82}"/>
                </a:ext>
              </a:extLst>
            </p:cNvPr>
            <p:cNvSpPr/>
            <p:nvPr/>
          </p:nvSpPr>
          <p:spPr>
            <a:xfrm>
              <a:off x="3297316" y="2279710"/>
              <a:ext cx="143431" cy="265743"/>
            </a:xfrm>
            <a:custGeom>
              <a:avLst/>
              <a:gdLst>
                <a:gd name="connsiteX0" fmla="*/ 116437 w 143431"/>
                <a:gd name="connsiteY0" fmla="*/ 30743 h 265743"/>
                <a:gd name="connsiteX1" fmla="*/ -45 w 143431"/>
                <a:gd name="connsiteY1" fmla="*/ 265623 h 265743"/>
                <a:gd name="connsiteX2" fmla="*/ 60036 w 143431"/>
                <a:gd name="connsiteY2" fmla="*/ 221538 h 265743"/>
                <a:gd name="connsiteX3" fmla="*/ 117520 w 143431"/>
                <a:gd name="connsiteY3" fmla="*/ 144315 h 265743"/>
                <a:gd name="connsiteX4" fmla="*/ 139516 w 143431"/>
                <a:gd name="connsiteY4" fmla="*/ 49171 h 265743"/>
                <a:gd name="connsiteX5" fmla="*/ 139630 w 143431"/>
                <a:gd name="connsiteY5" fmla="*/ -120 h 265743"/>
                <a:gd name="connsiteX6" fmla="*/ 116437 w 143431"/>
                <a:gd name="connsiteY6" fmla="*/ 30743 h 265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3431" h="265743">
                  <a:moveTo>
                    <a:pt x="116437" y="30743"/>
                  </a:moveTo>
                  <a:lnTo>
                    <a:pt x="-45" y="265623"/>
                  </a:lnTo>
                  <a:cubicBezTo>
                    <a:pt x="12544" y="243859"/>
                    <a:pt x="39095" y="235455"/>
                    <a:pt x="60036" y="221538"/>
                  </a:cubicBezTo>
                  <a:cubicBezTo>
                    <a:pt x="86706" y="202345"/>
                    <a:pt x="106785" y="175371"/>
                    <a:pt x="117520" y="144315"/>
                  </a:cubicBezTo>
                  <a:cubicBezTo>
                    <a:pt x="128105" y="113442"/>
                    <a:pt x="135476" y="81558"/>
                    <a:pt x="139516" y="49171"/>
                  </a:cubicBezTo>
                  <a:cubicBezTo>
                    <a:pt x="141897" y="34264"/>
                    <a:pt x="146825" y="13378"/>
                    <a:pt x="139630" y="-120"/>
                  </a:cubicBezTo>
                  <a:cubicBezTo>
                    <a:pt x="126240" y="2634"/>
                    <a:pt x="121910" y="19708"/>
                    <a:pt x="116437" y="30743"/>
                  </a:cubicBezTo>
                  <a:close/>
                </a:path>
              </a:pathLst>
            </a:custGeom>
            <a:solidFill>
              <a:srgbClr val="000000">
                <a:alpha val="10000"/>
              </a:srgbClr>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4" name="任意多边形: 形状 53">
              <a:extLst>
                <a:ext uri="{FF2B5EF4-FFF2-40B4-BE49-F238E27FC236}">
                  <a16:creationId xmlns:a16="http://schemas.microsoft.com/office/drawing/2014/main" id="{9D9DD62E-011C-44F9-92AA-0FE6111B64D7}"/>
                </a:ext>
              </a:extLst>
            </p:cNvPr>
            <p:cNvSpPr/>
            <p:nvPr/>
          </p:nvSpPr>
          <p:spPr>
            <a:xfrm>
              <a:off x="2795254" y="2464108"/>
              <a:ext cx="331780" cy="376626"/>
            </a:xfrm>
            <a:custGeom>
              <a:avLst/>
              <a:gdLst>
                <a:gd name="connsiteX0" fmla="*/ 283330 w 331780"/>
                <a:gd name="connsiteY0" fmla="*/ 45739 h 376626"/>
                <a:gd name="connsiteX1" fmla="*/ 195944 w 331780"/>
                <a:gd name="connsiteY1" fmla="*/ 113931 h 376626"/>
                <a:gd name="connsiteX2" fmla="*/ 33208 w 331780"/>
                <a:gd name="connsiteY2" fmla="*/ 314007 h 376626"/>
                <a:gd name="connsiteX3" fmla="*/ -45 w 331780"/>
                <a:gd name="connsiteY3" fmla="*/ 374593 h 376626"/>
                <a:gd name="connsiteX4" fmla="*/ 19143 w 331780"/>
                <a:gd name="connsiteY4" fmla="*/ 369628 h 376626"/>
                <a:gd name="connsiteX5" fmla="*/ 110616 w 331780"/>
                <a:gd name="connsiteY5" fmla="*/ 289238 h 376626"/>
                <a:gd name="connsiteX6" fmla="*/ 141123 w 331780"/>
                <a:gd name="connsiteY6" fmla="*/ 258364 h 376626"/>
                <a:gd name="connsiteX7" fmla="*/ 178461 w 331780"/>
                <a:gd name="connsiteY7" fmla="*/ 187884 h 376626"/>
                <a:gd name="connsiteX8" fmla="*/ 234049 w 331780"/>
                <a:gd name="connsiteY8" fmla="*/ 131233 h 376626"/>
                <a:gd name="connsiteX9" fmla="*/ 328064 w 331780"/>
                <a:gd name="connsiteY9" fmla="*/ -120 h 376626"/>
                <a:gd name="connsiteX10" fmla="*/ 283330 w 331780"/>
                <a:gd name="connsiteY10" fmla="*/ 45739 h 376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31780" h="376626">
                  <a:moveTo>
                    <a:pt x="283330" y="45739"/>
                  </a:moveTo>
                  <a:cubicBezTo>
                    <a:pt x="257049" y="71756"/>
                    <a:pt x="224865" y="90883"/>
                    <a:pt x="195944" y="113931"/>
                  </a:cubicBezTo>
                  <a:cubicBezTo>
                    <a:pt x="128403" y="167757"/>
                    <a:pt x="80209" y="241550"/>
                    <a:pt x="33208" y="314007"/>
                  </a:cubicBezTo>
                  <a:cubicBezTo>
                    <a:pt x="19932" y="332919"/>
                    <a:pt x="8780" y="353238"/>
                    <a:pt x="-45" y="374593"/>
                  </a:cubicBezTo>
                  <a:cubicBezTo>
                    <a:pt x="5456" y="379306"/>
                    <a:pt x="13703" y="374410"/>
                    <a:pt x="19143" y="369628"/>
                  </a:cubicBezTo>
                  <a:lnTo>
                    <a:pt x="110616" y="289238"/>
                  </a:lnTo>
                  <a:cubicBezTo>
                    <a:pt x="121843" y="280049"/>
                    <a:pt x="132069" y="269700"/>
                    <a:pt x="141123" y="258364"/>
                  </a:cubicBezTo>
                  <a:cubicBezTo>
                    <a:pt x="156995" y="236983"/>
                    <a:pt x="164037" y="210267"/>
                    <a:pt x="178461" y="187884"/>
                  </a:cubicBezTo>
                  <a:cubicBezTo>
                    <a:pt x="194167" y="166423"/>
                    <a:pt x="212889" y="147343"/>
                    <a:pt x="234049" y="131233"/>
                  </a:cubicBezTo>
                  <a:cubicBezTo>
                    <a:pt x="255037" y="113224"/>
                    <a:pt x="351609" y="31576"/>
                    <a:pt x="328064" y="-120"/>
                  </a:cubicBezTo>
                  <a:cubicBezTo>
                    <a:pt x="311090" y="8432"/>
                    <a:pt x="297217" y="31992"/>
                    <a:pt x="283330" y="45739"/>
                  </a:cubicBezTo>
                  <a:close/>
                </a:path>
              </a:pathLst>
            </a:custGeom>
            <a:solidFill>
              <a:srgbClr val="000000">
                <a:alpha val="10000"/>
              </a:srgbClr>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5" name="任意多边形: 形状 54">
              <a:extLst>
                <a:ext uri="{FF2B5EF4-FFF2-40B4-BE49-F238E27FC236}">
                  <a16:creationId xmlns:a16="http://schemas.microsoft.com/office/drawing/2014/main" id="{55B52618-B9DD-4933-B0BC-88652499BC07}"/>
                </a:ext>
              </a:extLst>
            </p:cNvPr>
            <p:cNvSpPr/>
            <p:nvPr/>
          </p:nvSpPr>
          <p:spPr>
            <a:xfrm>
              <a:off x="2502883" y="1437489"/>
              <a:ext cx="827987" cy="593550"/>
            </a:xfrm>
            <a:custGeom>
              <a:avLst/>
              <a:gdLst>
                <a:gd name="connsiteX0" fmla="*/ 775558 w 827987"/>
                <a:gd name="connsiteY0" fmla="*/ 54245 h 593550"/>
                <a:gd name="connsiteX1" fmla="*/ 678746 w 827987"/>
                <a:gd name="connsiteY1" fmla="*/ 22378 h 593550"/>
                <a:gd name="connsiteX2" fmla="*/ 617146 w 827987"/>
                <a:gd name="connsiteY2" fmla="*/ 17948 h 593550"/>
                <a:gd name="connsiteX3" fmla="*/ 560666 w 827987"/>
                <a:gd name="connsiteY3" fmla="*/ 28744 h 593550"/>
                <a:gd name="connsiteX4" fmla="*/ 482009 w 827987"/>
                <a:gd name="connsiteY4" fmla="*/ 12224 h 593550"/>
                <a:gd name="connsiteX5" fmla="*/ 404147 w 827987"/>
                <a:gd name="connsiteY5" fmla="*/ 18116 h 593550"/>
                <a:gd name="connsiteX6" fmla="*/ 387199 w 827987"/>
                <a:gd name="connsiteY6" fmla="*/ 27118 h 593550"/>
                <a:gd name="connsiteX7" fmla="*/ 369681 w 827987"/>
                <a:gd name="connsiteY7" fmla="*/ 18526 h 593550"/>
                <a:gd name="connsiteX8" fmla="*/ 245299 w 827987"/>
                <a:gd name="connsiteY8" fmla="*/ 25081 h 593550"/>
                <a:gd name="connsiteX9" fmla="*/ 143191 w 827987"/>
                <a:gd name="connsiteY9" fmla="*/ 197725 h 593550"/>
                <a:gd name="connsiteX10" fmla="*/ 97333 w 827987"/>
                <a:gd name="connsiteY10" fmla="*/ 228830 h 593550"/>
                <a:gd name="connsiteX11" fmla="*/ 89426 w 827987"/>
                <a:gd name="connsiteY11" fmla="*/ 243787 h 593550"/>
                <a:gd name="connsiteX12" fmla="*/ 75452 w 827987"/>
                <a:gd name="connsiteY12" fmla="*/ 253745 h 593550"/>
                <a:gd name="connsiteX13" fmla="*/ 27541 w 827987"/>
                <a:gd name="connsiteY13" fmla="*/ 281286 h 593550"/>
                <a:gd name="connsiteX14" fmla="*/ -34 w 827987"/>
                <a:gd name="connsiteY14" fmla="*/ 327509 h 593550"/>
                <a:gd name="connsiteX15" fmla="*/ 8434 w 827987"/>
                <a:gd name="connsiteY15" fmla="*/ 366383 h 593550"/>
                <a:gd name="connsiteX16" fmla="*/ 362899 w 827987"/>
                <a:gd name="connsiteY16" fmla="*/ 593045 h 593550"/>
                <a:gd name="connsiteX17" fmla="*/ 400031 w 827987"/>
                <a:gd name="connsiteY17" fmla="*/ 581456 h 593550"/>
                <a:gd name="connsiteX18" fmla="*/ 413046 w 827987"/>
                <a:gd name="connsiteY18" fmla="*/ 560020 h 593550"/>
                <a:gd name="connsiteX19" fmla="*/ 524281 w 827987"/>
                <a:gd name="connsiteY19" fmla="*/ 405958 h 593550"/>
                <a:gd name="connsiteX20" fmla="*/ 576390 w 827987"/>
                <a:gd name="connsiteY20" fmla="*/ 305207 h 593550"/>
                <a:gd name="connsiteX21" fmla="*/ 699275 w 827987"/>
                <a:gd name="connsiteY21" fmla="*/ 186177 h 593550"/>
                <a:gd name="connsiteX22" fmla="*/ 785966 w 827987"/>
                <a:gd name="connsiteY22" fmla="*/ 147391 h 593550"/>
                <a:gd name="connsiteX23" fmla="*/ 825165 w 827987"/>
                <a:gd name="connsiteY23" fmla="*/ 114834 h 593550"/>
                <a:gd name="connsiteX24" fmla="*/ 775558 w 827987"/>
                <a:gd name="connsiteY24" fmla="*/ 54245 h 593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827987" h="593550">
                  <a:moveTo>
                    <a:pt x="775558" y="54245"/>
                  </a:moveTo>
                  <a:cubicBezTo>
                    <a:pt x="746537" y="36180"/>
                    <a:pt x="712373" y="28520"/>
                    <a:pt x="678746" y="22378"/>
                  </a:cubicBezTo>
                  <a:cubicBezTo>
                    <a:pt x="658557" y="17783"/>
                    <a:pt x="637785" y="16290"/>
                    <a:pt x="617146" y="17948"/>
                  </a:cubicBezTo>
                  <a:cubicBezTo>
                    <a:pt x="598104" y="20324"/>
                    <a:pt x="579827" y="27677"/>
                    <a:pt x="560666" y="28744"/>
                  </a:cubicBezTo>
                  <a:cubicBezTo>
                    <a:pt x="533772" y="30243"/>
                    <a:pt x="507989" y="19334"/>
                    <a:pt x="482009" y="12224"/>
                  </a:cubicBezTo>
                  <a:cubicBezTo>
                    <a:pt x="456030" y="5114"/>
                    <a:pt x="426019" y="2397"/>
                    <a:pt x="404147" y="18116"/>
                  </a:cubicBezTo>
                  <a:cubicBezTo>
                    <a:pt x="399492" y="22699"/>
                    <a:pt x="393603" y="25827"/>
                    <a:pt x="387199" y="27118"/>
                  </a:cubicBezTo>
                  <a:cubicBezTo>
                    <a:pt x="380557" y="26312"/>
                    <a:pt x="374384" y="23284"/>
                    <a:pt x="369681" y="18526"/>
                  </a:cubicBezTo>
                  <a:cubicBezTo>
                    <a:pt x="331777" y="-8604"/>
                    <a:pt x="280141" y="-5882"/>
                    <a:pt x="245299" y="25081"/>
                  </a:cubicBezTo>
                  <a:cubicBezTo>
                    <a:pt x="195702" y="71586"/>
                    <a:pt x="201315" y="162453"/>
                    <a:pt x="143191" y="197725"/>
                  </a:cubicBezTo>
                  <a:cubicBezTo>
                    <a:pt x="127169" y="207447"/>
                    <a:pt x="106687" y="212591"/>
                    <a:pt x="97333" y="228830"/>
                  </a:cubicBezTo>
                  <a:cubicBezTo>
                    <a:pt x="95068" y="234004"/>
                    <a:pt x="92426" y="239003"/>
                    <a:pt x="89426" y="243787"/>
                  </a:cubicBezTo>
                  <a:cubicBezTo>
                    <a:pt x="85532" y="248066"/>
                    <a:pt x="80767" y="251461"/>
                    <a:pt x="75452" y="253745"/>
                  </a:cubicBezTo>
                  <a:cubicBezTo>
                    <a:pt x="58586" y="261272"/>
                    <a:pt x="42533" y="270500"/>
                    <a:pt x="27541" y="281286"/>
                  </a:cubicBezTo>
                  <a:cubicBezTo>
                    <a:pt x="12429" y="292288"/>
                    <a:pt x="2468" y="308985"/>
                    <a:pt x="-34" y="327509"/>
                  </a:cubicBezTo>
                  <a:cubicBezTo>
                    <a:pt x="-248" y="340947"/>
                    <a:pt x="2650" y="354252"/>
                    <a:pt x="8434" y="366383"/>
                  </a:cubicBezTo>
                  <a:cubicBezTo>
                    <a:pt x="66717" y="509337"/>
                    <a:pt x="208684" y="600116"/>
                    <a:pt x="362899" y="593045"/>
                  </a:cubicBezTo>
                  <a:cubicBezTo>
                    <a:pt x="376262" y="593733"/>
                    <a:pt x="389431" y="589623"/>
                    <a:pt x="400031" y="581456"/>
                  </a:cubicBezTo>
                  <a:cubicBezTo>
                    <a:pt x="405623" y="575152"/>
                    <a:pt x="410032" y="567890"/>
                    <a:pt x="413046" y="560020"/>
                  </a:cubicBezTo>
                  <a:cubicBezTo>
                    <a:pt x="440371" y="502726"/>
                    <a:pt x="491692" y="460431"/>
                    <a:pt x="524281" y="405958"/>
                  </a:cubicBezTo>
                  <a:cubicBezTo>
                    <a:pt x="543703" y="373493"/>
                    <a:pt x="556171" y="337182"/>
                    <a:pt x="576390" y="305207"/>
                  </a:cubicBezTo>
                  <a:cubicBezTo>
                    <a:pt x="607039" y="256734"/>
                    <a:pt x="653651" y="220926"/>
                    <a:pt x="699275" y="186177"/>
                  </a:cubicBezTo>
                  <a:cubicBezTo>
                    <a:pt x="725002" y="166582"/>
                    <a:pt x="753645" y="146018"/>
                    <a:pt x="785966" y="147391"/>
                  </a:cubicBezTo>
                  <a:cubicBezTo>
                    <a:pt x="814773" y="148618"/>
                    <a:pt x="835725" y="150164"/>
                    <a:pt x="825165" y="114834"/>
                  </a:cubicBezTo>
                  <a:cubicBezTo>
                    <a:pt x="816365" y="89379"/>
                    <a:pt x="798776" y="67896"/>
                    <a:pt x="775558" y="54245"/>
                  </a:cubicBezTo>
                  <a:close/>
                </a:path>
              </a:pathLst>
            </a:custGeom>
            <a:solidFill>
              <a:srgbClr val="3F3D56"/>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6" name="任意多边形: 形状 55">
              <a:extLst>
                <a:ext uri="{FF2B5EF4-FFF2-40B4-BE49-F238E27FC236}">
                  <a16:creationId xmlns:a16="http://schemas.microsoft.com/office/drawing/2014/main" id="{25B8CBCA-07FA-469D-8D33-7E3B81127E43}"/>
                </a:ext>
              </a:extLst>
            </p:cNvPr>
            <p:cNvSpPr/>
            <p:nvPr/>
          </p:nvSpPr>
          <p:spPr>
            <a:xfrm>
              <a:off x="2502883" y="1437489"/>
              <a:ext cx="827987" cy="593550"/>
            </a:xfrm>
            <a:custGeom>
              <a:avLst/>
              <a:gdLst>
                <a:gd name="connsiteX0" fmla="*/ 775558 w 827987"/>
                <a:gd name="connsiteY0" fmla="*/ 54245 h 593550"/>
                <a:gd name="connsiteX1" fmla="*/ 678746 w 827987"/>
                <a:gd name="connsiteY1" fmla="*/ 22378 h 593550"/>
                <a:gd name="connsiteX2" fmla="*/ 617146 w 827987"/>
                <a:gd name="connsiteY2" fmla="*/ 17948 h 593550"/>
                <a:gd name="connsiteX3" fmla="*/ 560666 w 827987"/>
                <a:gd name="connsiteY3" fmla="*/ 28744 h 593550"/>
                <a:gd name="connsiteX4" fmla="*/ 482009 w 827987"/>
                <a:gd name="connsiteY4" fmla="*/ 12224 h 593550"/>
                <a:gd name="connsiteX5" fmla="*/ 404147 w 827987"/>
                <a:gd name="connsiteY5" fmla="*/ 18116 h 593550"/>
                <a:gd name="connsiteX6" fmla="*/ 387199 w 827987"/>
                <a:gd name="connsiteY6" fmla="*/ 27118 h 593550"/>
                <a:gd name="connsiteX7" fmla="*/ 369681 w 827987"/>
                <a:gd name="connsiteY7" fmla="*/ 18526 h 593550"/>
                <a:gd name="connsiteX8" fmla="*/ 245299 w 827987"/>
                <a:gd name="connsiteY8" fmla="*/ 25081 h 593550"/>
                <a:gd name="connsiteX9" fmla="*/ 143191 w 827987"/>
                <a:gd name="connsiteY9" fmla="*/ 197725 h 593550"/>
                <a:gd name="connsiteX10" fmla="*/ 97333 w 827987"/>
                <a:gd name="connsiteY10" fmla="*/ 228830 h 593550"/>
                <a:gd name="connsiteX11" fmla="*/ 89426 w 827987"/>
                <a:gd name="connsiteY11" fmla="*/ 243787 h 593550"/>
                <a:gd name="connsiteX12" fmla="*/ 75452 w 827987"/>
                <a:gd name="connsiteY12" fmla="*/ 253745 h 593550"/>
                <a:gd name="connsiteX13" fmla="*/ 27541 w 827987"/>
                <a:gd name="connsiteY13" fmla="*/ 281286 h 593550"/>
                <a:gd name="connsiteX14" fmla="*/ -34 w 827987"/>
                <a:gd name="connsiteY14" fmla="*/ 327509 h 593550"/>
                <a:gd name="connsiteX15" fmla="*/ 8434 w 827987"/>
                <a:gd name="connsiteY15" fmla="*/ 366383 h 593550"/>
                <a:gd name="connsiteX16" fmla="*/ 362899 w 827987"/>
                <a:gd name="connsiteY16" fmla="*/ 593045 h 593550"/>
                <a:gd name="connsiteX17" fmla="*/ 400031 w 827987"/>
                <a:gd name="connsiteY17" fmla="*/ 581456 h 593550"/>
                <a:gd name="connsiteX18" fmla="*/ 413046 w 827987"/>
                <a:gd name="connsiteY18" fmla="*/ 560020 h 593550"/>
                <a:gd name="connsiteX19" fmla="*/ 524281 w 827987"/>
                <a:gd name="connsiteY19" fmla="*/ 405958 h 593550"/>
                <a:gd name="connsiteX20" fmla="*/ 576390 w 827987"/>
                <a:gd name="connsiteY20" fmla="*/ 305207 h 593550"/>
                <a:gd name="connsiteX21" fmla="*/ 699275 w 827987"/>
                <a:gd name="connsiteY21" fmla="*/ 186177 h 593550"/>
                <a:gd name="connsiteX22" fmla="*/ 785966 w 827987"/>
                <a:gd name="connsiteY22" fmla="*/ 147391 h 593550"/>
                <a:gd name="connsiteX23" fmla="*/ 825165 w 827987"/>
                <a:gd name="connsiteY23" fmla="*/ 114834 h 593550"/>
                <a:gd name="connsiteX24" fmla="*/ 775558 w 827987"/>
                <a:gd name="connsiteY24" fmla="*/ 54245 h 593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827987" h="593550">
                  <a:moveTo>
                    <a:pt x="775558" y="54245"/>
                  </a:moveTo>
                  <a:cubicBezTo>
                    <a:pt x="746537" y="36180"/>
                    <a:pt x="712373" y="28520"/>
                    <a:pt x="678746" y="22378"/>
                  </a:cubicBezTo>
                  <a:cubicBezTo>
                    <a:pt x="658557" y="17783"/>
                    <a:pt x="637785" y="16290"/>
                    <a:pt x="617146" y="17948"/>
                  </a:cubicBezTo>
                  <a:cubicBezTo>
                    <a:pt x="598104" y="20324"/>
                    <a:pt x="579827" y="27677"/>
                    <a:pt x="560666" y="28744"/>
                  </a:cubicBezTo>
                  <a:cubicBezTo>
                    <a:pt x="533772" y="30243"/>
                    <a:pt x="507989" y="19334"/>
                    <a:pt x="482009" y="12224"/>
                  </a:cubicBezTo>
                  <a:cubicBezTo>
                    <a:pt x="456030" y="5114"/>
                    <a:pt x="426019" y="2397"/>
                    <a:pt x="404147" y="18116"/>
                  </a:cubicBezTo>
                  <a:cubicBezTo>
                    <a:pt x="399492" y="22699"/>
                    <a:pt x="393603" y="25827"/>
                    <a:pt x="387199" y="27118"/>
                  </a:cubicBezTo>
                  <a:cubicBezTo>
                    <a:pt x="380557" y="26312"/>
                    <a:pt x="374384" y="23284"/>
                    <a:pt x="369681" y="18526"/>
                  </a:cubicBezTo>
                  <a:cubicBezTo>
                    <a:pt x="331777" y="-8604"/>
                    <a:pt x="280141" y="-5882"/>
                    <a:pt x="245299" y="25081"/>
                  </a:cubicBezTo>
                  <a:cubicBezTo>
                    <a:pt x="195702" y="71586"/>
                    <a:pt x="201315" y="162453"/>
                    <a:pt x="143191" y="197725"/>
                  </a:cubicBezTo>
                  <a:cubicBezTo>
                    <a:pt x="127169" y="207447"/>
                    <a:pt x="106687" y="212591"/>
                    <a:pt x="97333" y="228830"/>
                  </a:cubicBezTo>
                  <a:cubicBezTo>
                    <a:pt x="95068" y="234004"/>
                    <a:pt x="92426" y="239003"/>
                    <a:pt x="89426" y="243787"/>
                  </a:cubicBezTo>
                  <a:cubicBezTo>
                    <a:pt x="85532" y="248066"/>
                    <a:pt x="80767" y="251461"/>
                    <a:pt x="75452" y="253745"/>
                  </a:cubicBezTo>
                  <a:cubicBezTo>
                    <a:pt x="58586" y="261272"/>
                    <a:pt x="42533" y="270500"/>
                    <a:pt x="27541" y="281286"/>
                  </a:cubicBezTo>
                  <a:cubicBezTo>
                    <a:pt x="12429" y="292288"/>
                    <a:pt x="2468" y="308985"/>
                    <a:pt x="-34" y="327509"/>
                  </a:cubicBezTo>
                  <a:cubicBezTo>
                    <a:pt x="-248" y="340947"/>
                    <a:pt x="2650" y="354252"/>
                    <a:pt x="8434" y="366383"/>
                  </a:cubicBezTo>
                  <a:cubicBezTo>
                    <a:pt x="66717" y="509337"/>
                    <a:pt x="208684" y="600116"/>
                    <a:pt x="362899" y="593045"/>
                  </a:cubicBezTo>
                  <a:cubicBezTo>
                    <a:pt x="376262" y="593733"/>
                    <a:pt x="389431" y="589623"/>
                    <a:pt x="400031" y="581456"/>
                  </a:cubicBezTo>
                  <a:cubicBezTo>
                    <a:pt x="405623" y="575152"/>
                    <a:pt x="410032" y="567890"/>
                    <a:pt x="413046" y="560020"/>
                  </a:cubicBezTo>
                  <a:cubicBezTo>
                    <a:pt x="440371" y="502726"/>
                    <a:pt x="491692" y="460431"/>
                    <a:pt x="524281" y="405958"/>
                  </a:cubicBezTo>
                  <a:cubicBezTo>
                    <a:pt x="543703" y="373493"/>
                    <a:pt x="556171" y="337182"/>
                    <a:pt x="576390" y="305207"/>
                  </a:cubicBezTo>
                  <a:cubicBezTo>
                    <a:pt x="607039" y="256734"/>
                    <a:pt x="653651" y="220926"/>
                    <a:pt x="699275" y="186177"/>
                  </a:cubicBezTo>
                  <a:cubicBezTo>
                    <a:pt x="725002" y="166582"/>
                    <a:pt x="753645" y="146018"/>
                    <a:pt x="785966" y="147391"/>
                  </a:cubicBezTo>
                  <a:cubicBezTo>
                    <a:pt x="814773" y="148618"/>
                    <a:pt x="835725" y="150164"/>
                    <a:pt x="825165" y="114834"/>
                  </a:cubicBezTo>
                  <a:cubicBezTo>
                    <a:pt x="816365" y="89379"/>
                    <a:pt x="798776" y="67896"/>
                    <a:pt x="775558" y="54245"/>
                  </a:cubicBezTo>
                  <a:close/>
                </a:path>
              </a:pathLst>
            </a:custGeom>
            <a:solidFill>
              <a:srgbClr val="000000">
                <a:alpha val="5000"/>
              </a:srgbClr>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7" name="任意多边形: 形状 56">
              <a:extLst>
                <a:ext uri="{FF2B5EF4-FFF2-40B4-BE49-F238E27FC236}">
                  <a16:creationId xmlns:a16="http://schemas.microsoft.com/office/drawing/2014/main" id="{39EE0AE5-5567-470B-ABBF-47030CC8ABBB}"/>
                </a:ext>
              </a:extLst>
            </p:cNvPr>
            <p:cNvSpPr/>
            <p:nvPr/>
          </p:nvSpPr>
          <p:spPr>
            <a:xfrm>
              <a:off x="2700122" y="5196663"/>
              <a:ext cx="741221" cy="283677"/>
            </a:xfrm>
            <a:custGeom>
              <a:avLst/>
              <a:gdLst>
                <a:gd name="connsiteX0" fmla="*/ 719097 w 741221"/>
                <a:gd name="connsiteY0" fmla="*/ 215658 h 283677"/>
                <a:gd name="connsiteX1" fmla="*/ 646396 w 741221"/>
                <a:gd name="connsiteY1" fmla="*/ 247637 h 283677"/>
                <a:gd name="connsiteX2" fmla="*/ 465445 w 741221"/>
                <a:gd name="connsiteY2" fmla="*/ 270001 h 283677"/>
                <a:gd name="connsiteX3" fmla="*/ 406367 w 741221"/>
                <a:gd name="connsiteY3" fmla="*/ 274517 h 283677"/>
                <a:gd name="connsiteX4" fmla="*/ 232993 w 741221"/>
                <a:gd name="connsiteY4" fmla="*/ 283551 h 283677"/>
                <a:gd name="connsiteX5" fmla="*/ 19772 w 741221"/>
                <a:gd name="connsiteY5" fmla="*/ 265120 h 283677"/>
                <a:gd name="connsiteX6" fmla="*/ 38 w 741221"/>
                <a:gd name="connsiteY6" fmla="*/ 248840 h 283677"/>
                <a:gd name="connsiteX7" fmla="*/ 322 w 741221"/>
                <a:gd name="connsiteY7" fmla="*/ 243486 h 283677"/>
                <a:gd name="connsiteX8" fmla="*/ 26546 w 741221"/>
                <a:gd name="connsiteY8" fmla="*/ 29463 h 283677"/>
                <a:gd name="connsiteX9" fmla="*/ 87300 w 741221"/>
                <a:gd name="connsiteY9" fmla="*/ 67998 h 283677"/>
                <a:gd name="connsiteX10" fmla="*/ 134286 w 741221"/>
                <a:gd name="connsiteY10" fmla="*/ 92984 h 283677"/>
                <a:gd name="connsiteX11" fmla="*/ 307733 w 741221"/>
                <a:gd name="connsiteY11" fmla="*/ 27860 h 283677"/>
                <a:gd name="connsiteX12" fmla="*/ 339858 w 741221"/>
                <a:gd name="connsiteY12" fmla="*/ 7973 h 283677"/>
                <a:gd name="connsiteX13" fmla="*/ 365865 w 741221"/>
                <a:gd name="connsiteY13" fmla="*/ 543 h 283677"/>
                <a:gd name="connsiteX14" fmla="*/ 454373 w 741221"/>
                <a:gd name="connsiteY14" fmla="*/ 18463 h 283677"/>
                <a:gd name="connsiteX15" fmla="*/ 556285 w 741221"/>
                <a:gd name="connsiteY15" fmla="*/ 79581 h 283677"/>
                <a:gd name="connsiteX16" fmla="*/ 647634 w 741221"/>
                <a:gd name="connsiteY16" fmla="*/ 108501 h 283677"/>
                <a:gd name="connsiteX17" fmla="*/ 734832 w 741221"/>
                <a:gd name="connsiteY17" fmla="*/ 142957 h 283677"/>
                <a:gd name="connsiteX18" fmla="*/ 734905 w 741221"/>
                <a:gd name="connsiteY18" fmla="*/ 143176 h 283677"/>
                <a:gd name="connsiteX19" fmla="*/ 719097 w 741221"/>
                <a:gd name="connsiteY19" fmla="*/ 215658 h 283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41221" h="283677">
                  <a:moveTo>
                    <a:pt x="719097" y="215658"/>
                  </a:moveTo>
                  <a:cubicBezTo>
                    <a:pt x="699501" y="233943"/>
                    <a:pt x="672548" y="241955"/>
                    <a:pt x="646396" y="247637"/>
                  </a:cubicBezTo>
                  <a:cubicBezTo>
                    <a:pt x="586671" y="259284"/>
                    <a:pt x="526208" y="266757"/>
                    <a:pt x="465445" y="270001"/>
                  </a:cubicBezTo>
                  <a:cubicBezTo>
                    <a:pt x="445777" y="271458"/>
                    <a:pt x="426035" y="272988"/>
                    <a:pt x="406367" y="274517"/>
                  </a:cubicBezTo>
                  <a:cubicBezTo>
                    <a:pt x="348673" y="278889"/>
                    <a:pt x="290905" y="283332"/>
                    <a:pt x="232993" y="283551"/>
                  </a:cubicBezTo>
                  <a:cubicBezTo>
                    <a:pt x="161511" y="283793"/>
                    <a:pt x="90152" y="277625"/>
                    <a:pt x="19772" y="265120"/>
                  </a:cubicBezTo>
                  <a:cubicBezTo>
                    <a:pt x="9827" y="266074"/>
                    <a:pt x="991" y="258785"/>
                    <a:pt x="38" y="248840"/>
                  </a:cubicBezTo>
                  <a:cubicBezTo>
                    <a:pt x="-134" y="247051"/>
                    <a:pt x="-38" y="245246"/>
                    <a:pt x="322" y="243486"/>
                  </a:cubicBezTo>
                  <a:cubicBezTo>
                    <a:pt x="1574" y="171425"/>
                    <a:pt x="10363" y="99694"/>
                    <a:pt x="26546" y="29463"/>
                  </a:cubicBezTo>
                  <a:cubicBezTo>
                    <a:pt x="33249" y="616"/>
                    <a:pt x="84968" y="65303"/>
                    <a:pt x="87300" y="67998"/>
                  </a:cubicBezTo>
                  <a:cubicBezTo>
                    <a:pt x="101651" y="84316"/>
                    <a:pt x="112505" y="91819"/>
                    <a:pt x="134286" y="92984"/>
                  </a:cubicBezTo>
                  <a:cubicBezTo>
                    <a:pt x="193801" y="96263"/>
                    <a:pt x="260456" y="60058"/>
                    <a:pt x="307733" y="27860"/>
                  </a:cubicBezTo>
                  <a:cubicBezTo>
                    <a:pt x="317857" y="20330"/>
                    <a:pt x="328604" y="13677"/>
                    <a:pt x="339858" y="7973"/>
                  </a:cubicBezTo>
                  <a:cubicBezTo>
                    <a:pt x="348126" y="4263"/>
                    <a:pt x="356884" y="1761"/>
                    <a:pt x="365865" y="543"/>
                  </a:cubicBezTo>
                  <a:cubicBezTo>
                    <a:pt x="396486" y="-2280"/>
                    <a:pt x="427262" y="3952"/>
                    <a:pt x="454373" y="18463"/>
                  </a:cubicBezTo>
                  <a:cubicBezTo>
                    <a:pt x="489922" y="36091"/>
                    <a:pt x="521101" y="61442"/>
                    <a:pt x="556285" y="79581"/>
                  </a:cubicBezTo>
                  <a:cubicBezTo>
                    <a:pt x="584895" y="94281"/>
                    <a:pt x="615776" y="104058"/>
                    <a:pt x="647634" y="108501"/>
                  </a:cubicBezTo>
                  <a:cubicBezTo>
                    <a:pt x="679833" y="112944"/>
                    <a:pt x="718295" y="115057"/>
                    <a:pt x="734832" y="142957"/>
                  </a:cubicBezTo>
                  <a:cubicBezTo>
                    <a:pt x="734888" y="143015"/>
                    <a:pt x="734915" y="143096"/>
                    <a:pt x="734905" y="143176"/>
                  </a:cubicBezTo>
                  <a:cubicBezTo>
                    <a:pt x="748454" y="166268"/>
                    <a:pt x="738619" y="197446"/>
                    <a:pt x="719097" y="215658"/>
                  </a:cubicBezTo>
                  <a:close/>
                </a:path>
              </a:pathLst>
            </a:custGeom>
            <a:solidFill>
              <a:srgbClr val="2F2E41"/>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8" name="任意多边形: 形状 57">
              <a:extLst>
                <a:ext uri="{FF2B5EF4-FFF2-40B4-BE49-F238E27FC236}">
                  <a16:creationId xmlns:a16="http://schemas.microsoft.com/office/drawing/2014/main" id="{7365483A-5FC7-4BA5-82E3-1BBCAF6018AA}"/>
                </a:ext>
              </a:extLst>
            </p:cNvPr>
            <p:cNvSpPr/>
            <p:nvPr/>
          </p:nvSpPr>
          <p:spPr>
            <a:xfrm>
              <a:off x="2689828" y="5197325"/>
              <a:ext cx="755498" cy="293676"/>
            </a:xfrm>
            <a:custGeom>
              <a:avLst/>
              <a:gdLst>
                <a:gd name="connsiteX0" fmla="*/ 729391 w 755498"/>
                <a:gd name="connsiteY0" fmla="*/ 225656 h 293676"/>
                <a:gd name="connsiteX1" fmla="*/ 656690 w 755498"/>
                <a:gd name="connsiteY1" fmla="*/ 257636 h 293676"/>
                <a:gd name="connsiteX2" fmla="*/ 475739 w 755498"/>
                <a:gd name="connsiteY2" fmla="*/ 280000 h 293676"/>
                <a:gd name="connsiteX3" fmla="*/ 416662 w 755498"/>
                <a:gd name="connsiteY3" fmla="*/ 284516 h 293676"/>
                <a:gd name="connsiteX4" fmla="*/ 243287 w 755498"/>
                <a:gd name="connsiteY4" fmla="*/ 293549 h 293676"/>
                <a:gd name="connsiteX5" fmla="*/ 30066 w 755498"/>
                <a:gd name="connsiteY5" fmla="*/ 275119 h 293676"/>
                <a:gd name="connsiteX6" fmla="*/ 13165 w 755498"/>
                <a:gd name="connsiteY6" fmla="*/ 266960 h 293676"/>
                <a:gd name="connsiteX7" fmla="*/ -45 w 755498"/>
                <a:gd name="connsiteY7" fmla="*/ 242822 h 293676"/>
                <a:gd name="connsiteX8" fmla="*/ 36840 w 755498"/>
                <a:gd name="connsiteY8" fmla="*/ 28800 h 293676"/>
                <a:gd name="connsiteX9" fmla="*/ 97594 w 755498"/>
                <a:gd name="connsiteY9" fmla="*/ 67335 h 293676"/>
                <a:gd name="connsiteX10" fmla="*/ 144580 w 755498"/>
                <a:gd name="connsiteY10" fmla="*/ 92321 h 293676"/>
                <a:gd name="connsiteX11" fmla="*/ 318027 w 755498"/>
                <a:gd name="connsiteY11" fmla="*/ 27197 h 293676"/>
                <a:gd name="connsiteX12" fmla="*/ 350152 w 755498"/>
                <a:gd name="connsiteY12" fmla="*/ 7310 h 293676"/>
                <a:gd name="connsiteX13" fmla="*/ 376159 w 755498"/>
                <a:gd name="connsiteY13" fmla="*/ -120 h 293676"/>
                <a:gd name="connsiteX14" fmla="*/ 275411 w 755498"/>
                <a:gd name="connsiteY14" fmla="*/ 110169 h 293676"/>
                <a:gd name="connsiteX15" fmla="*/ 63576 w 755498"/>
                <a:gd name="connsiteY15" fmla="*/ 129838 h 293676"/>
                <a:gd name="connsiteX16" fmla="*/ 48569 w 755498"/>
                <a:gd name="connsiteY16" fmla="*/ 133480 h 293676"/>
                <a:gd name="connsiteX17" fmla="*/ 39755 w 755498"/>
                <a:gd name="connsiteY17" fmla="*/ 161599 h 293676"/>
                <a:gd name="connsiteX18" fmla="*/ 57310 w 755498"/>
                <a:gd name="connsiteY18" fmla="*/ 207346 h 293676"/>
                <a:gd name="connsiteX19" fmla="*/ 81058 w 755498"/>
                <a:gd name="connsiteY19" fmla="*/ 212300 h 293676"/>
                <a:gd name="connsiteX20" fmla="*/ 609267 w 755498"/>
                <a:gd name="connsiteY20" fmla="*/ 193796 h 293676"/>
                <a:gd name="connsiteX21" fmla="*/ 695299 w 755498"/>
                <a:gd name="connsiteY21" fmla="*/ 174637 h 293676"/>
                <a:gd name="connsiteX22" fmla="*/ 745198 w 755498"/>
                <a:gd name="connsiteY22" fmla="*/ 142513 h 293676"/>
                <a:gd name="connsiteX23" fmla="*/ 729391 w 755498"/>
                <a:gd name="connsiteY23" fmla="*/ 225656 h 293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755498" h="293676">
                  <a:moveTo>
                    <a:pt x="729391" y="225656"/>
                  </a:moveTo>
                  <a:cubicBezTo>
                    <a:pt x="709795" y="243941"/>
                    <a:pt x="682842" y="251954"/>
                    <a:pt x="656690" y="257636"/>
                  </a:cubicBezTo>
                  <a:cubicBezTo>
                    <a:pt x="596965" y="269283"/>
                    <a:pt x="536502" y="276756"/>
                    <a:pt x="475739" y="280000"/>
                  </a:cubicBezTo>
                  <a:cubicBezTo>
                    <a:pt x="456071" y="281457"/>
                    <a:pt x="436330" y="282987"/>
                    <a:pt x="416662" y="284516"/>
                  </a:cubicBezTo>
                  <a:cubicBezTo>
                    <a:pt x="358967" y="288887"/>
                    <a:pt x="301199" y="293331"/>
                    <a:pt x="243287" y="293549"/>
                  </a:cubicBezTo>
                  <a:cubicBezTo>
                    <a:pt x="171806" y="293792"/>
                    <a:pt x="100446" y="287623"/>
                    <a:pt x="30066" y="275119"/>
                  </a:cubicBezTo>
                  <a:cubicBezTo>
                    <a:pt x="23544" y="274861"/>
                    <a:pt x="17423" y="271906"/>
                    <a:pt x="13165" y="266960"/>
                  </a:cubicBezTo>
                  <a:cubicBezTo>
                    <a:pt x="7608" y="259602"/>
                    <a:pt x="3158" y="251469"/>
                    <a:pt x="-45" y="242822"/>
                  </a:cubicBezTo>
                  <a:cubicBezTo>
                    <a:pt x="1193" y="170850"/>
                    <a:pt x="20668" y="98951"/>
                    <a:pt x="36840" y="28800"/>
                  </a:cubicBezTo>
                  <a:cubicBezTo>
                    <a:pt x="43543" y="-47"/>
                    <a:pt x="95263" y="64640"/>
                    <a:pt x="97594" y="67335"/>
                  </a:cubicBezTo>
                  <a:cubicBezTo>
                    <a:pt x="111945" y="83653"/>
                    <a:pt x="122799" y="91156"/>
                    <a:pt x="144580" y="92321"/>
                  </a:cubicBezTo>
                  <a:cubicBezTo>
                    <a:pt x="204095" y="95600"/>
                    <a:pt x="270750" y="59395"/>
                    <a:pt x="318027" y="27197"/>
                  </a:cubicBezTo>
                  <a:cubicBezTo>
                    <a:pt x="328151" y="19667"/>
                    <a:pt x="338898" y="13014"/>
                    <a:pt x="350152" y="7310"/>
                  </a:cubicBezTo>
                  <a:cubicBezTo>
                    <a:pt x="358420" y="3600"/>
                    <a:pt x="367179" y="1098"/>
                    <a:pt x="376159" y="-120"/>
                  </a:cubicBezTo>
                  <a:cubicBezTo>
                    <a:pt x="368509" y="42713"/>
                    <a:pt x="307100" y="94434"/>
                    <a:pt x="275411" y="110169"/>
                  </a:cubicBezTo>
                  <a:cubicBezTo>
                    <a:pt x="211307" y="142003"/>
                    <a:pt x="135110" y="126122"/>
                    <a:pt x="63576" y="129838"/>
                  </a:cubicBezTo>
                  <a:cubicBezTo>
                    <a:pt x="58339" y="129700"/>
                    <a:pt x="53160" y="130957"/>
                    <a:pt x="48569" y="133480"/>
                  </a:cubicBezTo>
                  <a:cubicBezTo>
                    <a:pt x="39973" y="139162"/>
                    <a:pt x="39463" y="151327"/>
                    <a:pt x="39755" y="161599"/>
                  </a:cubicBezTo>
                  <a:cubicBezTo>
                    <a:pt x="40337" y="178645"/>
                    <a:pt x="42522" y="198677"/>
                    <a:pt x="57310" y="207346"/>
                  </a:cubicBezTo>
                  <a:cubicBezTo>
                    <a:pt x="64708" y="210897"/>
                    <a:pt x="72858" y="212597"/>
                    <a:pt x="81058" y="212300"/>
                  </a:cubicBezTo>
                  <a:cubicBezTo>
                    <a:pt x="257340" y="220017"/>
                    <a:pt x="433957" y="213830"/>
                    <a:pt x="609267" y="193796"/>
                  </a:cubicBezTo>
                  <a:cubicBezTo>
                    <a:pt x="638752" y="191824"/>
                    <a:pt x="667764" y="185363"/>
                    <a:pt x="695299" y="174637"/>
                  </a:cubicBezTo>
                  <a:cubicBezTo>
                    <a:pt x="713291" y="166204"/>
                    <a:pt x="730073" y="155399"/>
                    <a:pt x="745198" y="142513"/>
                  </a:cubicBezTo>
                  <a:cubicBezTo>
                    <a:pt x="767717" y="160206"/>
                    <a:pt x="748913" y="207445"/>
                    <a:pt x="729391" y="225656"/>
                  </a:cubicBezTo>
                  <a:close/>
                </a:path>
              </a:pathLst>
            </a:custGeom>
            <a:solidFill>
              <a:srgbClr val="E8EAF2"/>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9" name="任意多边形: 形状 58">
              <a:extLst>
                <a:ext uri="{FF2B5EF4-FFF2-40B4-BE49-F238E27FC236}">
                  <a16:creationId xmlns:a16="http://schemas.microsoft.com/office/drawing/2014/main" id="{8D4A334F-1D87-4327-BDF4-A4BB4ECCA1DC}"/>
                </a:ext>
              </a:extLst>
            </p:cNvPr>
            <p:cNvSpPr/>
            <p:nvPr/>
          </p:nvSpPr>
          <p:spPr>
            <a:xfrm>
              <a:off x="2857280" y="828932"/>
              <a:ext cx="498126" cy="504805"/>
            </a:xfrm>
            <a:custGeom>
              <a:avLst/>
              <a:gdLst>
                <a:gd name="connsiteX0" fmla="*/ 414644 w 498126"/>
                <a:gd name="connsiteY0" fmla="*/ 284945 h 504805"/>
                <a:gd name="connsiteX1" fmla="*/ 380406 w 498126"/>
                <a:gd name="connsiteY1" fmla="*/ 352036 h 504805"/>
                <a:gd name="connsiteX2" fmla="*/ 300857 w 498126"/>
                <a:gd name="connsiteY2" fmla="*/ 314301 h 504805"/>
                <a:gd name="connsiteX3" fmla="*/ 238793 w 498126"/>
                <a:gd name="connsiteY3" fmla="*/ 403174 h 504805"/>
                <a:gd name="connsiteX4" fmla="*/ 115536 w 498126"/>
                <a:gd name="connsiteY4" fmla="*/ 502755 h 504805"/>
                <a:gd name="connsiteX5" fmla="*/ 81591 w 498126"/>
                <a:gd name="connsiteY5" fmla="*/ 502682 h 504805"/>
                <a:gd name="connsiteX6" fmla="*/ 31108 w 498126"/>
                <a:gd name="connsiteY6" fmla="*/ 444696 h 504805"/>
                <a:gd name="connsiteX7" fmla="*/ 8744 w 498126"/>
                <a:gd name="connsiteY7" fmla="*/ 381029 h 504805"/>
                <a:gd name="connsiteX8" fmla="*/ 657 w 498126"/>
                <a:gd name="connsiteY8" fmla="*/ 334334 h 504805"/>
                <a:gd name="connsiteX9" fmla="*/ 658 w 498126"/>
                <a:gd name="connsiteY9" fmla="*/ 334261 h 504805"/>
                <a:gd name="connsiteX10" fmla="*/ 512 w 498126"/>
                <a:gd name="connsiteY10" fmla="*/ 301990 h 504805"/>
                <a:gd name="connsiteX11" fmla="*/ 87783 w 498126"/>
                <a:gd name="connsiteY11" fmla="*/ 136557 h 504805"/>
                <a:gd name="connsiteX12" fmla="*/ 246004 w 498126"/>
                <a:gd name="connsiteY12" fmla="*/ 29764 h 504805"/>
                <a:gd name="connsiteX13" fmla="*/ 304354 w 498126"/>
                <a:gd name="connsiteY13" fmla="*/ 3757 h 504805"/>
                <a:gd name="connsiteX14" fmla="*/ 365983 w 498126"/>
                <a:gd name="connsiteY14" fmla="*/ 1208 h 504805"/>
                <a:gd name="connsiteX15" fmla="*/ 444366 w 498126"/>
                <a:gd name="connsiteY15" fmla="*/ 19638 h 504805"/>
                <a:gd name="connsiteX16" fmla="*/ 471974 w 498126"/>
                <a:gd name="connsiteY16" fmla="*/ 39015 h 504805"/>
                <a:gd name="connsiteX17" fmla="*/ 495867 w 498126"/>
                <a:gd name="connsiteY17" fmla="*/ 78935 h 504805"/>
                <a:gd name="connsiteX18" fmla="*/ 458425 w 498126"/>
                <a:gd name="connsiteY18" fmla="*/ 189515 h 504805"/>
                <a:gd name="connsiteX19" fmla="*/ 414644 w 498126"/>
                <a:gd name="connsiteY19" fmla="*/ 284945 h 504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98126" h="504805">
                  <a:moveTo>
                    <a:pt x="414644" y="284945"/>
                  </a:moveTo>
                  <a:cubicBezTo>
                    <a:pt x="413623" y="312917"/>
                    <a:pt x="432709" y="367188"/>
                    <a:pt x="380406" y="352036"/>
                  </a:cubicBezTo>
                  <a:cubicBezTo>
                    <a:pt x="349227" y="343003"/>
                    <a:pt x="340413" y="306070"/>
                    <a:pt x="300857" y="314301"/>
                  </a:cubicBezTo>
                  <a:cubicBezTo>
                    <a:pt x="260937" y="322679"/>
                    <a:pt x="252196" y="371267"/>
                    <a:pt x="238793" y="403174"/>
                  </a:cubicBezTo>
                  <a:cubicBezTo>
                    <a:pt x="216626" y="454650"/>
                    <a:pt x="170521" y="491899"/>
                    <a:pt x="115536" y="502755"/>
                  </a:cubicBezTo>
                  <a:cubicBezTo>
                    <a:pt x="104367" y="505354"/>
                    <a:pt x="92748" y="505329"/>
                    <a:pt x="81591" y="502682"/>
                  </a:cubicBezTo>
                  <a:cubicBezTo>
                    <a:pt x="56094" y="495398"/>
                    <a:pt x="41525" y="469100"/>
                    <a:pt x="31108" y="444696"/>
                  </a:cubicBezTo>
                  <a:cubicBezTo>
                    <a:pt x="22087" y="424057"/>
                    <a:pt x="14612" y="402776"/>
                    <a:pt x="8744" y="381029"/>
                  </a:cubicBezTo>
                  <a:cubicBezTo>
                    <a:pt x="4679" y="365732"/>
                    <a:pt x="1973" y="350107"/>
                    <a:pt x="657" y="334334"/>
                  </a:cubicBezTo>
                  <a:lnTo>
                    <a:pt x="658" y="334261"/>
                  </a:lnTo>
                  <a:cubicBezTo>
                    <a:pt x="-228" y="323524"/>
                    <a:pt x="-277" y="312735"/>
                    <a:pt x="512" y="301990"/>
                  </a:cubicBezTo>
                  <a:cubicBezTo>
                    <a:pt x="5248" y="238396"/>
                    <a:pt x="41452" y="180410"/>
                    <a:pt x="87783" y="136557"/>
                  </a:cubicBezTo>
                  <a:cubicBezTo>
                    <a:pt x="134112" y="92703"/>
                    <a:pt x="190423" y="61015"/>
                    <a:pt x="246004" y="29764"/>
                  </a:cubicBezTo>
                  <a:cubicBezTo>
                    <a:pt x="264156" y="18435"/>
                    <a:pt x="283794" y="9682"/>
                    <a:pt x="304354" y="3757"/>
                  </a:cubicBezTo>
                  <a:cubicBezTo>
                    <a:pt x="324634" y="-334"/>
                    <a:pt x="345434" y="-1194"/>
                    <a:pt x="365983" y="1208"/>
                  </a:cubicBezTo>
                  <a:cubicBezTo>
                    <a:pt x="393038" y="2363"/>
                    <a:pt x="419631" y="8616"/>
                    <a:pt x="444366" y="19638"/>
                  </a:cubicBezTo>
                  <a:cubicBezTo>
                    <a:pt x="454507" y="24645"/>
                    <a:pt x="463818" y="31180"/>
                    <a:pt x="471974" y="39015"/>
                  </a:cubicBezTo>
                  <a:cubicBezTo>
                    <a:pt x="483581" y="49772"/>
                    <a:pt x="491871" y="63623"/>
                    <a:pt x="495867" y="78935"/>
                  </a:cubicBezTo>
                  <a:cubicBezTo>
                    <a:pt x="505921" y="120020"/>
                    <a:pt x="479695" y="157026"/>
                    <a:pt x="458425" y="189515"/>
                  </a:cubicBezTo>
                  <a:cubicBezTo>
                    <a:pt x="439483" y="218363"/>
                    <a:pt x="416027" y="248958"/>
                    <a:pt x="414644" y="284945"/>
                  </a:cubicBezTo>
                  <a:close/>
                </a:path>
              </a:pathLst>
            </a:custGeom>
            <a:solidFill>
              <a:srgbClr val="2F2E41"/>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60" name="任意多边形: 形状 59">
              <a:extLst>
                <a:ext uri="{FF2B5EF4-FFF2-40B4-BE49-F238E27FC236}">
                  <a16:creationId xmlns:a16="http://schemas.microsoft.com/office/drawing/2014/main" id="{94FC7E9B-5914-4DB4-96F7-5C021853AFB4}"/>
                </a:ext>
              </a:extLst>
            </p:cNvPr>
            <p:cNvSpPr/>
            <p:nvPr/>
          </p:nvSpPr>
          <p:spPr>
            <a:xfrm>
              <a:off x="4105167" y="1581430"/>
              <a:ext cx="47026" cy="132906"/>
            </a:xfrm>
            <a:custGeom>
              <a:avLst/>
              <a:gdLst>
                <a:gd name="connsiteX0" fmla="*/ 46981 w 47026"/>
                <a:gd name="connsiteY0" fmla="*/ 132786 h 132906"/>
                <a:gd name="connsiteX1" fmla="*/ 2402 w 47026"/>
                <a:gd name="connsiteY1" fmla="*/ -120 h 132906"/>
                <a:gd name="connsiteX2" fmla="*/ 38146 w 47026"/>
                <a:gd name="connsiteY2" fmla="*/ 63809 h 132906"/>
                <a:gd name="connsiteX3" fmla="*/ 46981 w 47026"/>
                <a:gd name="connsiteY3" fmla="*/ 132786 h 132906"/>
              </a:gdLst>
              <a:ahLst/>
              <a:cxnLst>
                <a:cxn ang="0">
                  <a:pos x="connsiteX0" y="connsiteY0"/>
                </a:cxn>
                <a:cxn ang="0">
                  <a:pos x="connsiteX1" y="connsiteY1"/>
                </a:cxn>
                <a:cxn ang="0">
                  <a:pos x="connsiteX2" y="connsiteY2"/>
                </a:cxn>
                <a:cxn ang="0">
                  <a:pos x="connsiteX3" y="connsiteY3"/>
                </a:cxn>
              </a:cxnLst>
              <a:rect l="l" t="t" r="r" b="b"/>
              <a:pathLst>
                <a:path w="47026" h="132906">
                  <a:moveTo>
                    <a:pt x="46981" y="132786"/>
                  </a:moveTo>
                  <a:cubicBezTo>
                    <a:pt x="35786" y="104594"/>
                    <a:pt x="-11194" y="26680"/>
                    <a:pt x="2402" y="-120"/>
                  </a:cubicBezTo>
                  <a:cubicBezTo>
                    <a:pt x="16515" y="19884"/>
                    <a:pt x="28495" y="41310"/>
                    <a:pt x="38146" y="63809"/>
                  </a:cubicBezTo>
                  <a:cubicBezTo>
                    <a:pt x="47024" y="85604"/>
                    <a:pt x="39772" y="114826"/>
                    <a:pt x="46981" y="132786"/>
                  </a:cubicBezTo>
                  <a:close/>
                </a:path>
              </a:pathLst>
            </a:custGeom>
            <a:solidFill>
              <a:srgbClr val="000000">
                <a:alpha val="10000"/>
              </a:srgbClr>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61" name="任意多边形: 形状 60">
              <a:extLst>
                <a:ext uri="{FF2B5EF4-FFF2-40B4-BE49-F238E27FC236}">
                  <a16:creationId xmlns:a16="http://schemas.microsoft.com/office/drawing/2014/main" id="{3256775E-763D-42B4-B5F2-6102A274324C}"/>
                </a:ext>
              </a:extLst>
            </p:cNvPr>
            <p:cNvSpPr/>
            <p:nvPr/>
          </p:nvSpPr>
          <p:spPr>
            <a:xfrm>
              <a:off x="2901409" y="862431"/>
              <a:ext cx="455206" cy="471307"/>
            </a:xfrm>
            <a:custGeom>
              <a:avLst/>
              <a:gdLst>
                <a:gd name="connsiteX0" fmla="*/ 415455 w 455206"/>
                <a:gd name="connsiteY0" fmla="*/ 156005 h 471307"/>
                <a:gd name="connsiteX1" fmla="*/ 452952 w 455206"/>
                <a:gd name="connsiteY1" fmla="*/ 45406 h 471307"/>
                <a:gd name="connsiteX2" fmla="*/ 422529 w 455206"/>
                <a:gd name="connsiteY2" fmla="*/ -120 h 471307"/>
                <a:gd name="connsiteX3" fmla="*/ 430238 w 455206"/>
                <a:gd name="connsiteY3" fmla="*/ 19073 h 471307"/>
                <a:gd name="connsiteX4" fmla="*/ 392740 w 455206"/>
                <a:gd name="connsiteY4" fmla="*/ 129671 h 471307"/>
                <a:gd name="connsiteX5" fmla="*/ 349002 w 455206"/>
                <a:gd name="connsiteY5" fmla="*/ 225110 h 471307"/>
                <a:gd name="connsiteX6" fmla="*/ 314720 w 455206"/>
                <a:gd name="connsiteY6" fmla="*/ 292210 h 471307"/>
                <a:gd name="connsiteX7" fmla="*/ 235189 w 455206"/>
                <a:gd name="connsiteY7" fmla="*/ 254483 h 471307"/>
                <a:gd name="connsiteX8" fmla="*/ 173143 w 455206"/>
                <a:gd name="connsiteY8" fmla="*/ 343349 h 471307"/>
                <a:gd name="connsiteX9" fmla="*/ 49860 w 455206"/>
                <a:gd name="connsiteY9" fmla="*/ 442937 h 471307"/>
                <a:gd name="connsiteX10" fmla="*/ 15938 w 455206"/>
                <a:gd name="connsiteY10" fmla="*/ 442853 h 471307"/>
                <a:gd name="connsiteX11" fmla="*/ -45 w 455206"/>
                <a:gd name="connsiteY11" fmla="*/ 435005 h 471307"/>
                <a:gd name="connsiteX12" fmla="*/ 38652 w 455206"/>
                <a:gd name="connsiteY12" fmla="*/ 469187 h 471307"/>
                <a:gd name="connsiteX13" fmla="*/ 72574 w 455206"/>
                <a:gd name="connsiteY13" fmla="*/ 469271 h 471307"/>
                <a:gd name="connsiteX14" fmla="*/ 195859 w 455206"/>
                <a:gd name="connsiteY14" fmla="*/ 369683 h 471307"/>
                <a:gd name="connsiteX15" fmla="*/ 257904 w 455206"/>
                <a:gd name="connsiteY15" fmla="*/ 280817 h 471307"/>
                <a:gd name="connsiteX16" fmla="*/ 337434 w 455206"/>
                <a:gd name="connsiteY16" fmla="*/ 318544 h 471307"/>
                <a:gd name="connsiteX17" fmla="*/ 371717 w 455206"/>
                <a:gd name="connsiteY17" fmla="*/ 251443 h 471307"/>
                <a:gd name="connsiteX18" fmla="*/ 415455 w 455206"/>
                <a:gd name="connsiteY18" fmla="*/ 156005 h 4713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55206" h="471307">
                  <a:moveTo>
                    <a:pt x="415455" y="156005"/>
                  </a:moveTo>
                  <a:cubicBezTo>
                    <a:pt x="436766" y="123497"/>
                    <a:pt x="462992" y="86495"/>
                    <a:pt x="452952" y="45406"/>
                  </a:cubicBezTo>
                  <a:cubicBezTo>
                    <a:pt x="448026" y="27329"/>
                    <a:pt x="437346" y="11348"/>
                    <a:pt x="422529" y="-120"/>
                  </a:cubicBezTo>
                  <a:cubicBezTo>
                    <a:pt x="425969" y="5893"/>
                    <a:pt x="428563" y="12351"/>
                    <a:pt x="430238" y="19073"/>
                  </a:cubicBezTo>
                  <a:cubicBezTo>
                    <a:pt x="440278" y="60161"/>
                    <a:pt x="414052" y="97164"/>
                    <a:pt x="392740" y="129671"/>
                  </a:cubicBezTo>
                  <a:cubicBezTo>
                    <a:pt x="373828" y="158519"/>
                    <a:pt x="350352" y="189147"/>
                    <a:pt x="349002" y="225110"/>
                  </a:cubicBezTo>
                  <a:cubicBezTo>
                    <a:pt x="347953" y="253061"/>
                    <a:pt x="367073" y="307371"/>
                    <a:pt x="314720" y="292210"/>
                  </a:cubicBezTo>
                  <a:cubicBezTo>
                    <a:pt x="283575" y="283192"/>
                    <a:pt x="274765" y="246230"/>
                    <a:pt x="235189" y="254483"/>
                  </a:cubicBezTo>
                  <a:cubicBezTo>
                    <a:pt x="195265" y="262810"/>
                    <a:pt x="186549" y="311412"/>
                    <a:pt x="173143" y="343349"/>
                  </a:cubicBezTo>
                  <a:cubicBezTo>
                    <a:pt x="150950" y="394817"/>
                    <a:pt x="104843" y="432062"/>
                    <a:pt x="49860" y="442937"/>
                  </a:cubicBezTo>
                  <a:cubicBezTo>
                    <a:pt x="38697" y="445521"/>
                    <a:pt x="27088" y="445492"/>
                    <a:pt x="15938" y="442853"/>
                  </a:cubicBezTo>
                  <a:cubicBezTo>
                    <a:pt x="10194" y="441187"/>
                    <a:pt x="4786" y="438531"/>
                    <a:pt x="-45" y="435005"/>
                  </a:cubicBezTo>
                  <a:cubicBezTo>
                    <a:pt x="7942" y="450980"/>
                    <a:pt x="21814" y="463233"/>
                    <a:pt x="38652" y="469187"/>
                  </a:cubicBezTo>
                  <a:cubicBezTo>
                    <a:pt x="49802" y="471826"/>
                    <a:pt x="61411" y="471855"/>
                    <a:pt x="72574" y="469271"/>
                  </a:cubicBezTo>
                  <a:cubicBezTo>
                    <a:pt x="127558" y="458396"/>
                    <a:pt x="173665" y="421151"/>
                    <a:pt x="195859" y="369683"/>
                  </a:cubicBezTo>
                  <a:cubicBezTo>
                    <a:pt x="209263" y="337746"/>
                    <a:pt x="217978" y="289144"/>
                    <a:pt x="257904" y="280817"/>
                  </a:cubicBezTo>
                  <a:cubicBezTo>
                    <a:pt x="297480" y="272563"/>
                    <a:pt x="306291" y="309526"/>
                    <a:pt x="337434" y="318544"/>
                  </a:cubicBezTo>
                  <a:cubicBezTo>
                    <a:pt x="389788" y="333704"/>
                    <a:pt x="370668" y="279395"/>
                    <a:pt x="371717" y="251443"/>
                  </a:cubicBezTo>
                  <a:cubicBezTo>
                    <a:pt x="373067" y="215481"/>
                    <a:pt x="396543" y="184853"/>
                    <a:pt x="415455" y="156005"/>
                  </a:cubicBezTo>
                  <a:close/>
                </a:path>
              </a:pathLst>
            </a:custGeom>
            <a:solidFill>
              <a:srgbClr val="000000">
                <a:alpha val="10000"/>
              </a:srgbClr>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62" name="任意多边形: 形状 61">
              <a:extLst>
                <a:ext uri="{FF2B5EF4-FFF2-40B4-BE49-F238E27FC236}">
                  <a16:creationId xmlns:a16="http://schemas.microsoft.com/office/drawing/2014/main" id="{6BC8FAEF-61FF-43CD-9C00-92E2CF91C898}"/>
                </a:ext>
              </a:extLst>
            </p:cNvPr>
            <p:cNvSpPr/>
            <p:nvPr/>
          </p:nvSpPr>
          <p:spPr>
            <a:xfrm>
              <a:off x="2857279" y="828932"/>
              <a:ext cx="488172" cy="381148"/>
            </a:xfrm>
            <a:custGeom>
              <a:avLst/>
              <a:gdLst>
                <a:gd name="connsiteX0" fmla="*/ 471173 w 488172"/>
                <a:gd name="connsiteY0" fmla="*/ 133934 h 381148"/>
                <a:gd name="connsiteX1" fmla="*/ 455147 w 488172"/>
                <a:gd name="connsiteY1" fmla="*/ 156808 h 381148"/>
                <a:gd name="connsiteX2" fmla="*/ 418140 w 488172"/>
                <a:gd name="connsiteY2" fmla="*/ 195125 h 381148"/>
                <a:gd name="connsiteX3" fmla="*/ 393155 w 488172"/>
                <a:gd name="connsiteY3" fmla="*/ 214720 h 381148"/>
                <a:gd name="connsiteX4" fmla="*/ 342672 w 488172"/>
                <a:gd name="connsiteY4" fmla="*/ 244879 h 381148"/>
                <a:gd name="connsiteX5" fmla="*/ 181098 w 488172"/>
                <a:gd name="connsiteY5" fmla="*/ 302792 h 381148"/>
                <a:gd name="connsiteX6" fmla="*/ 73068 w 488172"/>
                <a:gd name="connsiteY6" fmla="*/ 334189 h 381148"/>
                <a:gd name="connsiteX7" fmla="*/ 8744 w 488172"/>
                <a:gd name="connsiteY7" fmla="*/ 381029 h 381148"/>
                <a:gd name="connsiteX8" fmla="*/ 658 w 488172"/>
                <a:gd name="connsiteY8" fmla="*/ 334334 h 381148"/>
                <a:gd name="connsiteX9" fmla="*/ 658 w 488172"/>
                <a:gd name="connsiteY9" fmla="*/ 334261 h 381148"/>
                <a:gd name="connsiteX10" fmla="*/ 512 w 488172"/>
                <a:gd name="connsiteY10" fmla="*/ 301990 h 381148"/>
                <a:gd name="connsiteX11" fmla="*/ 87783 w 488172"/>
                <a:gd name="connsiteY11" fmla="*/ 136557 h 381148"/>
                <a:gd name="connsiteX12" fmla="*/ 246005 w 488172"/>
                <a:gd name="connsiteY12" fmla="*/ 29764 h 381148"/>
                <a:gd name="connsiteX13" fmla="*/ 304355 w 488172"/>
                <a:gd name="connsiteY13" fmla="*/ 3757 h 381148"/>
                <a:gd name="connsiteX14" fmla="*/ 365984 w 488172"/>
                <a:gd name="connsiteY14" fmla="*/ 1208 h 381148"/>
                <a:gd name="connsiteX15" fmla="*/ 444367 w 488172"/>
                <a:gd name="connsiteY15" fmla="*/ 19638 h 381148"/>
                <a:gd name="connsiteX16" fmla="*/ 471975 w 488172"/>
                <a:gd name="connsiteY16" fmla="*/ 39015 h 381148"/>
                <a:gd name="connsiteX17" fmla="*/ 485816 w 488172"/>
                <a:gd name="connsiteY17" fmla="*/ 68300 h 381148"/>
                <a:gd name="connsiteX18" fmla="*/ 471173 w 488172"/>
                <a:gd name="connsiteY18" fmla="*/ 133934 h 381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88172" h="381148">
                  <a:moveTo>
                    <a:pt x="471173" y="133934"/>
                  </a:moveTo>
                  <a:cubicBezTo>
                    <a:pt x="466282" y="141865"/>
                    <a:pt x="460931" y="149503"/>
                    <a:pt x="455147" y="156808"/>
                  </a:cubicBezTo>
                  <a:cubicBezTo>
                    <a:pt x="444102" y="170766"/>
                    <a:pt x="431706" y="183601"/>
                    <a:pt x="418140" y="195125"/>
                  </a:cubicBezTo>
                  <a:cubicBezTo>
                    <a:pt x="410154" y="202082"/>
                    <a:pt x="401815" y="208623"/>
                    <a:pt x="393155" y="214720"/>
                  </a:cubicBezTo>
                  <a:cubicBezTo>
                    <a:pt x="377103" y="226019"/>
                    <a:pt x="360229" y="236100"/>
                    <a:pt x="342672" y="244879"/>
                  </a:cubicBezTo>
                  <a:cubicBezTo>
                    <a:pt x="291534" y="270666"/>
                    <a:pt x="236171" y="286839"/>
                    <a:pt x="181098" y="302792"/>
                  </a:cubicBezTo>
                  <a:cubicBezTo>
                    <a:pt x="145113" y="313282"/>
                    <a:pt x="109103" y="323747"/>
                    <a:pt x="73068" y="334189"/>
                  </a:cubicBezTo>
                  <a:cubicBezTo>
                    <a:pt x="59810" y="344242"/>
                    <a:pt x="35552" y="362307"/>
                    <a:pt x="8744" y="381029"/>
                  </a:cubicBezTo>
                  <a:cubicBezTo>
                    <a:pt x="4680" y="365732"/>
                    <a:pt x="1973" y="350107"/>
                    <a:pt x="658" y="334334"/>
                  </a:cubicBezTo>
                  <a:lnTo>
                    <a:pt x="658" y="334261"/>
                  </a:lnTo>
                  <a:cubicBezTo>
                    <a:pt x="-228" y="323524"/>
                    <a:pt x="-277" y="312735"/>
                    <a:pt x="512" y="301990"/>
                  </a:cubicBezTo>
                  <a:cubicBezTo>
                    <a:pt x="5248" y="238396"/>
                    <a:pt x="41452" y="180410"/>
                    <a:pt x="87783" y="136557"/>
                  </a:cubicBezTo>
                  <a:cubicBezTo>
                    <a:pt x="134113" y="92703"/>
                    <a:pt x="190423" y="61015"/>
                    <a:pt x="246005" y="29764"/>
                  </a:cubicBezTo>
                  <a:cubicBezTo>
                    <a:pt x="264157" y="18435"/>
                    <a:pt x="283795" y="9682"/>
                    <a:pt x="304355" y="3757"/>
                  </a:cubicBezTo>
                  <a:cubicBezTo>
                    <a:pt x="324635" y="-334"/>
                    <a:pt x="345434" y="-1194"/>
                    <a:pt x="365984" y="1208"/>
                  </a:cubicBezTo>
                  <a:cubicBezTo>
                    <a:pt x="393038" y="2363"/>
                    <a:pt x="419632" y="8616"/>
                    <a:pt x="444367" y="19638"/>
                  </a:cubicBezTo>
                  <a:cubicBezTo>
                    <a:pt x="454507" y="24645"/>
                    <a:pt x="463819" y="31180"/>
                    <a:pt x="471975" y="39015"/>
                  </a:cubicBezTo>
                  <a:cubicBezTo>
                    <a:pt x="478071" y="48005"/>
                    <a:pt x="482740" y="57883"/>
                    <a:pt x="485816" y="68300"/>
                  </a:cubicBezTo>
                  <a:cubicBezTo>
                    <a:pt x="492662" y="90445"/>
                    <a:pt x="483264" y="114265"/>
                    <a:pt x="471173" y="133934"/>
                  </a:cubicBezTo>
                  <a:close/>
                </a:path>
              </a:pathLst>
            </a:custGeom>
            <a:solidFill>
              <a:srgbClr val="000000">
                <a:alpha val="10000"/>
              </a:srgbClr>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73" name="任意多边形: 形状 72">
              <a:extLst>
                <a:ext uri="{FF2B5EF4-FFF2-40B4-BE49-F238E27FC236}">
                  <a16:creationId xmlns:a16="http://schemas.microsoft.com/office/drawing/2014/main" id="{C651B0E7-F4D7-46B9-AD1A-4EFF0C393AEF}"/>
                </a:ext>
              </a:extLst>
            </p:cNvPr>
            <p:cNvSpPr/>
            <p:nvPr/>
          </p:nvSpPr>
          <p:spPr>
            <a:xfrm>
              <a:off x="2742316" y="770599"/>
              <a:ext cx="603135" cy="496646"/>
            </a:xfrm>
            <a:custGeom>
              <a:avLst/>
              <a:gdLst>
                <a:gd name="connsiteX0" fmla="*/ 586136 w 603135"/>
                <a:gd name="connsiteY0" fmla="*/ 184982 h 496646"/>
                <a:gd name="connsiteX1" fmla="*/ 570110 w 603135"/>
                <a:gd name="connsiteY1" fmla="*/ 207856 h 496646"/>
                <a:gd name="connsiteX2" fmla="*/ 533104 w 603135"/>
                <a:gd name="connsiteY2" fmla="*/ 246173 h 496646"/>
                <a:gd name="connsiteX3" fmla="*/ 508118 w 603135"/>
                <a:gd name="connsiteY3" fmla="*/ 265769 h 496646"/>
                <a:gd name="connsiteX4" fmla="*/ 457636 w 603135"/>
                <a:gd name="connsiteY4" fmla="*/ 295927 h 496646"/>
                <a:gd name="connsiteX5" fmla="*/ 296062 w 603135"/>
                <a:gd name="connsiteY5" fmla="*/ 353840 h 496646"/>
                <a:gd name="connsiteX6" fmla="*/ 188031 w 603135"/>
                <a:gd name="connsiteY6" fmla="*/ 385237 h 496646"/>
                <a:gd name="connsiteX7" fmla="*/ 3001 w 603135"/>
                <a:gd name="connsiteY7" fmla="*/ 495526 h 496646"/>
                <a:gd name="connsiteX8" fmla="*/ 114935 w 603135"/>
                <a:gd name="connsiteY8" fmla="*/ 384829 h 496646"/>
                <a:gd name="connsiteX9" fmla="*/ 121231 w 603135"/>
                <a:gd name="connsiteY9" fmla="*/ 389608 h 496646"/>
                <a:gd name="connsiteX10" fmla="*/ 86192 w 603135"/>
                <a:gd name="connsiteY10" fmla="*/ 322516 h 496646"/>
                <a:gd name="connsiteX11" fmla="*/ 85099 w 603135"/>
                <a:gd name="connsiteY11" fmla="*/ 185565 h 496646"/>
                <a:gd name="connsiteX12" fmla="*/ 163628 w 603135"/>
                <a:gd name="connsiteY12" fmla="*/ 77461 h 496646"/>
                <a:gd name="connsiteX13" fmla="*/ 216879 w 603135"/>
                <a:gd name="connsiteY13" fmla="*/ 47448 h 496646"/>
                <a:gd name="connsiteX14" fmla="*/ 222051 w 603135"/>
                <a:gd name="connsiteY14" fmla="*/ 40455 h 496646"/>
                <a:gd name="connsiteX15" fmla="*/ 224091 w 603135"/>
                <a:gd name="connsiteY15" fmla="*/ 36740 h 496646"/>
                <a:gd name="connsiteX16" fmla="*/ 229846 w 603135"/>
                <a:gd name="connsiteY16" fmla="*/ 25595 h 496646"/>
                <a:gd name="connsiteX17" fmla="*/ 262335 w 603135"/>
                <a:gd name="connsiteY17" fmla="*/ 20933 h 496646"/>
                <a:gd name="connsiteX18" fmla="*/ 265977 w 603135"/>
                <a:gd name="connsiteY18" fmla="*/ 21297 h 496646"/>
                <a:gd name="connsiteX19" fmla="*/ 272095 w 603135"/>
                <a:gd name="connsiteY19" fmla="*/ 21588 h 496646"/>
                <a:gd name="connsiteX20" fmla="*/ 393094 w 603135"/>
                <a:gd name="connsiteY20" fmla="*/ -120 h 496646"/>
                <a:gd name="connsiteX21" fmla="*/ 516058 w 603135"/>
                <a:gd name="connsiteY21" fmla="*/ 43661 h 496646"/>
                <a:gd name="connsiteX22" fmla="*/ 538787 w 603135"/>
                <a:gd name="connsiteY22" fmla="*/ 53932 h 496646"/>
                <a:gd name="connsiteX23" fmla="*/ 600779 w 603135"/>
                <a:gd name="connsiteY23" fmla="*/ 119348 h 496646"/>
                <a:gd name="connsiteX24" fmla="*/ 586136 w 603135"/>
                <a:gd name="connsiteY24" fmla="*/ 184982 h 4966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03135" h="496646">
                  <a:moveTo>
                    <a:pt x="586136" y="184982"/>
                  </a:moveTo>
                  <a:cubicBezTo>
                    <a:pt x="581246" y="192913"/>
                    <a:pt x="575895" y="200551"/>
                    <a:pt x="570110" y="207856"/>
                  </a:cubicBezTo>
                  <a:cubicBezTo>
                    <a:pt x="559065" y="221814"/>
                    <a:pt x="546669" y="234649"/>
                    <a:pt x="533104" y="246173"/>
                  </a:cubicBezTo>
                  <a:cubicBezTo>
                    <a:pt x="525118" y="253130"/>
                    <a:pt x="516778" y="259671"/>
                    <a:pt x="508118" y="265769"/>
                  </a:cubicBezTo>
                  <a:cubicBezTo>
                    <a:pt x="492067" y="277067"/>
                    <a:pt x="475192" y="287148"/>
                    <a:pt x="457636" y="295927"/>
                  </a:cubicBezTo>
                  <a:cubicBezTo>
                    <a:pt x="406497" y="321715"/>
                    <a:pt x="351134" y="337887"/>
                    <a:pt x="296062" y="353840"/>
                  </a:cubicBezTo>
                  <a:cubicBezTo>
                    <a:pt x="260076" y="364330"/>
                    <a:pt x="224066" y="374796"/>
                    <a:pt x="188031" y="385237"/>
                  </a:cubicBezTo>
                  <a:cubicBezTo>
                    <a:pt x="150369" y="413720"/>
                    <a:pt x="24199" y="507182"/>
                    <a:pt x="3001" y="495526"/>
                  </a:cubicBezTo>
                  <a:cubicBezTo>
                    <a:pt x="-21984" y="481758"/>
                    <a:pt x="114935" y="384829"/>
                    <a:pt x="114935" y="384829"/>
                  </a:cubicBezTo>
                  <a:lnTo>
                    <a:pt x="121231" y="389608"/>
                  </a:lnTo>
                  <a:cubicBezTo>
                    <a:pt x="101198" y="377005"/>
                    <a:pt x="90709" y="347794"/>
                    <a:pt x="86192" y="322516"/>
                  </a:cubicBezTo>
                  <a:cubicBezTo>
                    <a:pt x="78179" y="277279"/>
                    <a:pt x="74391" y="230293"/>
                    <a:pt x="85099" y="185565"/>
                  </a:cubicBezTo>
                  <a:cubicBezTo>
                    <a:pt x="95807" y="140910"/>
                    <a:pt x="122688" y="98368"/>
                    <a:pt x="163628" y="77461"/>
                  </a:cubicBezTo>
                  <a:cubicBezTo>
                    <a:pt x="181767" y="68136"/>
                    <a:pt x="203766" y="61799"/>
                    <a:pt x="216879" y="47448"/>
                  </a:cubicBezTo>
                  <a:cubicBezTo>
                    <a:pt x="218866" y="45324"/>
                    <a:pt x="220602" y="42978"/>
                    <a:pt x="222051" y="40455"/>
                  </a:cubicBezTo>
                  <a:cubicBezTo>
                    <a:pt x="222844" y="39282"/>
                    <a:pt x="223527" y="38039"/>
                    <a:pt x="224091" y="36740"/>
                  </a:cubicBezTo>
                  <a:cubicBezTo>
                    <a:pt x="225538" y="32800"/>
                    <a:pt x="227471" y="29056"/>
                    <a:pt x="229846" y="25595"/>
                  </a:cubicBezTo>
                  <a:cubicBezTo>
                    <a:pt x="237349" y="16926"/>
                    <a:pt x="250971" y="19549"/>
                    <a:pt x="262335" y="20933"/>
                  </a:cubicBezTo>
                  <a:cubicBezTo>
                    <a:pt x="263573" y="21078"/>
                    <a:pt x="264738" y="21224"/>
                    <a:pt x="265977" y="21297"/>
                  </a:cubicBezTo>
                  <a:cubicBezTo>
                    <a:pt x="268010" y="21503"/>
                    <a:pt x="270052" y="21600"/>
                    <a:pt x="272095" y="21588"/>
                  </a:cubicBezTo>
                  <a:cubicBezTo>
                    <a:pt x="312671" y="22462"/>
                    <a:pt x="352009" y="-120"/>
                    <a:pt x="393094" y="-120"/>
                  </a:cubicBezTo>
                  <a:cubicBezTo>
                    <a:pt x="438113" y="-193"/>
                    <a:pt x="476429" y="25886"/>
                    <a:pt x="516058" y="43661"/>
                  </a:cubicBezTo>
                  <a:cubicBezTo>
                    <a:pt x="524071" y="47303"/>
                    <a:pt x="531648" y="50581"/>
                    <a:pt x="538787" y="53932"/>
                  </a:cubicBezTo>
                  <a:cubicBezTo>
                    <a:pt x="567415" y="67263"/>
                    <a:pt x="588977" y="81468"/>
                    <a:pt x="600779" y="119348"/>
                  </a:cubicBezTo>
                  <a:cubicBezTo>
                    <a:pt x="607626" y="141493"/>
                    <a:pt x="598228" y="165314"/>
                    <a:pt x="586136" y="184982"/>
                  </a:cubicBezTo>
                  <a:close/>
                </a:path>
              </a:pathLst>
            </a:custGeom>
            <a:solidFill>
              <a:srgbClr val="3F3D56"/>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74" name="任意多边形: 形状 73">
              <a:extLst>
                <a:ext uri="{FF2B5EF4-FFF2-40B4-BE49-F238E27FC236}">
                  <a16:creationId xmlns:a16="http://schemas.microsoft.com/office/drawing/2014/main" id="{47E0EB1E-9471-4936-85D4-2331D8DE4DA6}"/>
                </a:ext>
              </a:extLst>
            </p:cNvPr>
            <p:cNvSpPr/>
            <p:nvPr/>
          </p:nvSpPr>
          <p:spPr>
            <a:xfrm>
              <a:off x="2959239" y="792015"/>
              <a:ext cx="57769" cy="31222"/>
            </a:xfrm>
            <a:custGeom>
              <a:avLst/>
              <a:gdLst>
                <a:gd name="connsiteX0" fmla="*/ 55173 w 57769"/>
                <a:gd name="connsiteY0" fmla="*/ 172 h 31222"/>
                <a:gd name="connsiteX1" fmla="*/ 50875 w 57769"/>
                <a:gd name="connsiteY1" fmla="*/ 23920 h 31222"/>
                <a:gd name="connsiteX2" fmla="*/ 33829 w 57769"/>
                <a:gd name="connsiteY2" fmla="*/ 29966 h 31222"/>
                <a:gd name="connsiteX3" fmla="*/ 20571 w 57769"/>
                <a:gd name="connsiteY3" fmla="*/ 30986 h 31222"/>
                <a:gd name="connsiteX4" fmla="*/ 3015 w 57769"/>
                <a:gd name="connsiteY4" fmla="*/ 27999 h 31222"/>
                <a:gd name="connsiteX5" fmla="*/ -45 w 57769"/>
                <a:gd name="connsiteY5" fmla="*/ 26032 h 31222"/>
                <a:gd name="connsiteX6" fmla="*/ 5127 w 57769"/>
                <a:gd name="connsiteY6" fmla="*/ 19039 h 31222"/>
                <a:gd name="connsiteX7" fmla="*/ 11246 w 57769"/>
                <a:gd name="connsiteY7" fmla="*/ 19330 h 31222"/>
                <a:gd name="connsiteX8" fmla="*/ 33100 w 57769"/>
                <a:gd name="connsiteY8" fmla="*/ 15615 h 31222"/>
                <a:gd name="connsiteX9" fmla="*/ 41332 w 57769"/>
                <a:gd name="connsiteY9" fmla="*/ 11682 h 31222"/>
                <a:gd name="connsiteX10" fmla="*/ 49053 w 57769"/>
                <a:gd name="connsiteY10" fmla="*/ -120 h 312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769" h="31222">
                  <a:moveTo>
                    <a:pt x="55173" y="172"/>
                  </a:moveTo>
                  <a:cubicBezTo>
                    <a:pt x="59809" y="8062"/>
                    <a:pt x="57982" y="18155"/>
                    <a:pt x="50875" y="23920"/>
                  </a:cubicBezTo>
                  <a:cubicBezTo>
                    <a:pt x="45862" y="27473"/>
                    <a:pt x="39961" y="29567"/>
                    <a:pt x="33829" y="29966"/>
                  </a:cubicBezTo>
                  <a:cubicBezTo>
                    <a:pt x="29433" y="30562"/>
                    <a:pt x="25006" y="30902"/>
                    <a:pt x="20571" y="30986"/>
                  </a:cubicBezTo>
                  <a:cubicBezTo>
                    <a:pt x="14561" y="31470"/>
                    <a:pt x="8526" y="30443"/>
                    <a:pt x="3015" y="27999"/>
                  </a:cubicBezTo>
                  <a:cubicBezTo>
                    <a:pt x="1942" y="27429"/>
                    <a:pt x="919" y="26771"/>
                    <a:pt x="-45" y="26032"/>
                  </a:cubicBezTo>
                  <a:cubicBezTo>
                    <a:pt x="1943" y="23908"/>
                    <a:pt x="3678" y="21561"/>
                    <a:pt x="5127" y="19039"/>
                  </a:cubicBezTo>
                  <a:cubicBezTo>
                    <a:pt x="6147" y="19840"/>
                    <a:pt x="7167" y="19622"/>
                    <a:pt x="11246" y="19330"/>
                  </a:cubicBezTo>
                  <a:cubicBezTo>
                    <a:pt x="18653" y="18970"/>
                    <a:pt x="25990" y="17723"/>
                    <a:pt x="33100" y="15615"/>
                  </a:cubicBezTo>
                  <a:cubicBezTo>
                    <a:pt x="36066" y="14830"/>
                    <a:pt x="38858" y="13496"/>
                    <a:pt x="41332" y="11682"/>
                  </a:cubicBezTo>
                  <a:cubicBezTo>
                    <a:pt x="44977" y="8563"/>
                    <a:pt x="47656" y="4469"/>
                    <a:pt x="49053" y="-120"/>
                  </a:cubicBezTo>
                  <a:close/>
                </a:path>
              </a:pathLst>
            </a:custGeom>
            <a:solidFill>
              <a:srgbClr val="000000">
                <a:alpha val="10000"/>
              </a:srgbClr>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75" name="任意多边形: 形状 74">
              <a:extLst>
                <a:ext uri="{FF2B5EF4-FFF2-40B4-BE49-F238E27FC236}">
                  <a16:creationId xmlns:a16="http://schemas.microsoft.com/office/drawing/2014/main" id="{7AFE7249-7EF6-48D3-AED1-199CD6C1688E}"/>
                </a:ext>
              </a:extLst>
            </p:cNvPr>
            <p:cNvSpPr/>
            <p:nvPr/>
          </p:nvSpPr>
          <p:spPr>
            <a:xfrm>
              <a:off x="2859995" y="1153962"/>
              <a:ext cx="68540" cy="9864"/>
            </a:xfrm>
            <a:custGeom>
              <a:avLst/>
              <a:gdLst>
                <a:gd name="connsiteX0" fmla="*/ -45 w 68540"/>
                <a:gd name="connsiteY0" fmla="*/ 393 h 9864"/>
                <a:gd name="connsiteX1" fmla="*/ 18643 w 68540"/>
                <a:gd name="connsiteY1" fmla="*/ 7350 h 9864"/>
                <a:gd name="connsiteX2" fmla="*/ 68495 w 68540"/>
                <a:gd name="connsiteY2" fmla="*/ -120 h 9864"/>
              </a:gdLst>
              <a:ahLst/>
              <a:cxnLst>
                <a:cxn ang="0">
                  <a:pos x="connsiteX0" y="connsiteY0"/>
                </a:cxn>
                <a:cxn ang="0">
                  <a:pos x="connsiteX1" y="connsiteY1"/>
                </a:cxn>
                <a:cxn ang="0">
                  <a:pos x="connsiteX2" y="connsiteY2"/>
                </a:cxn>
              </a:cxnLst>
              <a:rect l="l" t="t" r="r" b="b"/>
              <a:pathLst>
                <a:path w="68540" h="9864">
                  <a:moveTo>
                    <a:pt x="-45" y="393"/>
                  </a:moveTo>
                  <a:cubicBezTo>
                    <a:pt x="5654" y="3944"/>
                    <a:pt x="12009" y="6310"/>
                    <a:pt x="18643" y="7350"/>
                  </a:cubicBezTo>
                  <a:cubicBezTo>
                    <a:pt x="35553" y="12266"/>
                    <a:pt x="53768" y="9536"/>
                    <a:pt x="68495" y="-120"/>
                  </a:cubicBezTo>
                </a:path>
              </a:pathLst>
            </a:custGeom>
            <a:solidFill>
              <a:srgbClr val="000000">
                <a:alpha val="10000"/>
              </a:srgbClr>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grpSp>
      <p:sp>
        <p:nvSpPr>
          <p:cNvPr id="63" name="文本框 62">
            <a:extLst>
              <a:ext uri="{FF2B5EF4-FFF2-40B4-BE49-F238E27FC236}">
                <a16:creationId xmlns:a16="http://schemas.microsoft.com/office/drawing/2014/main" id="{9173E3A6-43B7-497D-8872-E027F701AC44}"/>
              </a:ext>
            </a:extLst>
          </p:cNvPr>
          <p:cNvSpPr txBox="1"/>
          <p:nvPr/>
        </p:nvSpPr>
        <p:spPr>
          <a:xfrm>
            <a:off x="4116186" y="2896298"/>
            <a:ext cx="646331" cy="369332"/>
          </a:xfrm>
          <a:prstGeom prst="rect">
            <a:avLst/>
          </a:prstGeom>
          <a:noFill/>
        </p:spPr>
        <p:txBody>
          <a:bodyPr wrap="none" lIns="91440" tIns="45720" rIns="91440" bIns="45720" rtlCol="0">
            <a:spAutoFit/>
          </a:bodyPr>
          <a:lstStyle/>
          <a:p>
            <a:pPr algn="ctr"/>
            <a:r>
              <a:rPr lang="zh-CN" altLang="en-US" dirty="0">
                <a:solidFill>
                  <a:schemeClr val="tx1"/>
                </a:solidFill>
                <a:latin typeface="微软雅黑 Light" panose="020B0502040204020203" pitchFamily="34" charset="-122"/>
                <a:ea typeface="微软雅黑 Light" panose="020B0502040204020203" pitchFamily="34" charset="-122"/>
              </a:rPr>
              <a:t>尾部</a:t>
            </a:r>
          </a:p>
        </p:txBody>
      </p:sp>
      <p:sp>
        <p:nvSpPr>
          <p:cNvPr id="64" name="文本框 63">
            <a:extLst>
              <a:ext uri="{FF2B5EF4-FFF2-40B4-BE49-F238E27FC236}">
                <a16:creationId xmlns:a16="http://schemas.microsoft.com/office/drawing/2014/main" id="{FB588C3D-C4D8-4A69-A9D3-06160D52F2F2}"/>
              </a:ext>
            </a:extLst>
          </p:cNvPr>
          <p:cNvSpPr txBox="1"/>
          <p:nvPr/>
        </p:nvSpPr>
        <p:spPr>
          <a:xfrm>
            <a:off x="6409329" y="2896298"/>
            <a:ext cx="646331" cy="369332"/>
          </a:xfrm>
          <a:prstGeom prst="rect">
            <a:avLst/>
          </a:prstGeom>
          <a:noFill/>
        </p:spPr>
        <p:txBody>
          <a:bodyPr wrap="none" lIns="91440" tIns="45720" rIns="91440" bIns="45720" rtlCol="0">
            <a:spAutoFit/>
          </a:bodyPr>
          <a:lstStyle/>
          <a:p>
            <a:pPr algn="ctr"/>
            <a:r>
              <a:rPr lang="zh-CN" altLang="en-US" dirty="0">
                <a:solidFill>
                  <a:schemeClr val="tx1"/>
                </a:solidFill>
                <a:latin typeface="微软雅黑 Light" panose="020B0502040204020203" pitchFamily="34" charset="-122"/>
                <a:ea typeface="微软雅黑 Light" panose="020B0502040204020203" pitchFamily="34" charset="-122"/>
              </a:rPr>
              <a:t>首部</a:t>
            </a:r>
          </a:p>
        </p:txBody>
      </p:sp>
      <p:cxnSp>
        <p:nvCxnSpPr>
          <p:cNvPr id="8" name="直接箭头连接符 7">
            <a:extLst>
              <a:ext uri="{FF2B5EF4-FFF2-40B4-BE49-F238E27FC236}">
                <a16:creationId xmlns:a16="http://schemas.microsoft.com/office/drawing/2014/main" id="{34AB498D-3DAE-4625-A560-A992BA3EA4E4}"/>
              </a:ext>
            </a:extLst>
          </p:cNvPr>
          <p:cNvCxnSpPr>
            <a:cxnSpLocks/>
            <a:stCxn id="63" idx="2"/>
          </p:cNvCxnSpPr>
          <p:nvPr/>
        </p:nvCxnSpPr>
        <p:spPr>
          <a:xfrm>
            <a:off x="4439352" y="3265630"/>
            <a:ext cx="7166" cy="264136"/>
          </a:xfrm>
          <a:prstGeom prst="straightConnector1">
            <a:avLst/>
          </a:prstGeom>
          <a:ln w="12700">
            <a:solidFill>
              <a:schemeClr val="bg1">
                <a:lumMod val="50000"/>
              </a:schemeClr>
            </a:solidFill>
            <a:tailEnd type="triangle"/>
          </a:ln>
        </p:spPr>
        <p:style>
          <a:lnRef idx="1">
            <a:schemeClr val="dk1"/>
          </a:lnRef>
          <a:fillRef idx="0">
            <a:schemeClr val="dk1"/>
          </a:fillRef>
          <a:effectRef idx="0">
            <a:schemeClr val="dk1"/>
          </a:effectRef>
          <a:fontRef idx="minor">
            <a:schemeClr val="tx1"/>
          </a:fontRef>
        </p:style>
      </p:cxnSp>
      <p:cxnSp>
        <p:nvCxnSpPr>
          <p:cNvPr id="65" name="直接箭头连接符 64">
            <a:extLst>
              <a:ext uri="{FF2B5EF4-FFF2-40B4-BE49-F238E27FC236}">
                <a16:creationId xmlns:a16="http://schemas.microsoft.com/office/drawing/2014/main" id="{7B7335CF-53A5-4D8D-96BD-8C07F919F45B}"/>
              </a:ext>
            </a:extLst>
          </p:cNvPr>
          <p:cNvCxnSpPr>
            <a:cxnSpLocks/>
            <a:stCxn id="64" idx="2"/>
          </p:cNvCxnSpPr>
          <p:nvPr/>
        </p:nvCxnSpPr>
        <p:spPr>
          <a:xfrm>
            <a:off x="6732495" y="3265630"/>
            <a:ext cx="7165" cy="267783"/>
          </a:xfrm>
          <a:prstGeom prst="straightConnector1">
            <a:avLst/>
          </a:prstGeom>
          <a:ln w="12700">
            <a:solidFill>
              <a:schemeClr val="bg1">
                <a:lumMod val="50000"/>
              </a:schemeClr>
            </a:solidFill>
            <a:tailEnd type="triangle"/>
          </a:ln>
        </p:spPr>
        <p:style>
          <a:lnRef idx="1">
            <a:schemeClr val="dk1"/>
          </a:lnRef>
          <a:fillRef idx="0">
            <a:schemeClr val="dk1"/>
          </a:fillRef>
          <a:effectRef idx="0">
            <a:schemeClr val="dk1"/>
          </a:effectRef>
          <a:fontRef idx="minor">
            <a:schemeClr val="tx1"/>
          </a:fontRef>
        </p:style>
      </p:cxnSp>
      <p:sp>
        <p:nvSpPr>
          <p:cNvPr id="66" name="文本框 65">
            <a:extLst>
              <a:ext uri="{FF2B5EF4-FFF2-40B4-BE49-F238E27FC236}">
                <a16:creationId xmlns:a16="http://schemas.microsoft.com/office/drawing/2014/main" id="{D560E2C4-C4FF-4B95-B616-4B6F3EE9470C}"/>
              </a:ext>
            </a:extLst>
          </p:cNvPr>
          <p:cNvSpPr txBox="1"/>
          <p:nvPr/>
        </p:nvSpPr>
        <p:spPr>
          <a:xfrm>
            <a:off x="5031927" y="2573567"/>
            <a:ext cx="1107996" cy="369332"/>
          </a:xfrm>
          <a:prstGeom prst="rect">
            <a:avLst/>
          </a:prstGeom>
          <a:noFill/>
        </p:spPr>
        <p:txBody>
          <a:bodyPr wrap="none" lIns="91440" tIns="45720" rIns="91440" bIns="45720" rtlCol="0">
            <a:spAutoFit/>
          </a:bodyPr>
          <a:lstStyle/>
          <a:p>
            <a:pPr algn="ctr"/>
            <a:r>
              <a:rPr lang="zh-CN" altLang="en-US" dirty="0">
                <a:solidFill>
                  <a:schemeClr val="tx1"/>
                </a:solidFill>
                <a:latin typeface="微软雅黑 Light" panose="020B0502040204020203" pitchFamily="34" charset="-122"/>
                <a:ea typeface="微软雅黑 Light" panose="020B0502040204020203" pitchFamily="34" charset="-122"/>
              </a:rPr>
              <a:t>帧定界符</a:t>
            </a:r>
          </a:p>
        </p:txBody>
      </p:sp>
      <p:cxnSp>
        <p:nvCxnSpPr>
          <p:cNvPr id="13" name="连接符: 肘形 12">
            <a:extLst>
              <a:ext uri="{FF2B5EF4-FFF2-40B4-BE49-F238E27FC236}">
                <a16:creationId xmlns:a16="http://schemas.microsoft.com/office/drawing/2014/main" id="{9B4247D5-B7A7-4E07-9C7E-FAB83BBAE1D3}"/>
              </a:ext>
            </a:extLst>
          </p:cNvPr>
          <p:cNvCxnSpPr>
            <a:stCxn id="63" idx="0"/>
            <a:endCxn id="66" idx="1"/>
          </p:cNvCxnSpPr>
          <p:nvPr/>
        </p:nvCxnSpPr>
        <p:spPr>
          <a:xfrm rot="5400000" flipH="1" flipV="1">
            <a:off x="4666607" y="2530979"/>
            <a:ext cx="138065" cy="592575"/>
          </a:xfrm>
          <a:prstGeom prst="bentConnector2">
            <a:avLst/>
          </a:prstGeom>
          <a:ln w="12700">
            <a:solidFill>
              <a:schemeClr val="bg1">
                <a:lumMod val="50000"/>
              </a:schemeClr>
            </a:solidFill>
            <a:tailEnd type="triangle"/>
          </a:ln>
        </p:spPr>
        <p:style>
          <a:lnRef idx="1">
            <a:schemeClr val="dk1"/>
          </a:lnRef>
          <a:fillRef idx="0">
            <a:schemeClr val="dk1"/>
          </a:fillRef>
          <a:effectRef idx="0">
            <a:schemeClr val="dk1"/>
          </a:effectRef>
          <a:fontRef idx="minor">
            <a:schemeClr val="tx1"/>
          </a:fontRef>
        </p:style>
      </p:cxnSp>
      <p:cxnSp>
        <p:nvCxnSpPr>
          <p:cNvPr id="16" name="连接符: 肘形 15">
            <a:extLst>
              <a:ext uri="{FF2B5EF4-FFF2-40B4-BE49-F238E27FC236}">
                <a16:creationId xmlns:a16="http://schemas.microsoft.com/office/drawing/2014/main" id="{56897077-DFF1-4BF8-A364-4EC2ECCDB970}"/>
              </a:ext>
            </a:extLst>
          </p:cNvPr>
          <p:cNvCxnSpPr>
            <a:stCxn id="64" idx="0"/>
            <a:endCxn id="66" idx="3"/>
          </p:cNvCxnSpPr>
          <p:nvPr/>
        </p:nvCxnSpPr>
        <p:spPr>
          <a:xfrm rot="16200000" flipV="1">
            <a:off x="6367177" y="2530980"/>
            <a:ext cx="138065" cy="592572"/>
          </a:xfrm>
          <a:prstGeom prst="bentConnector2">
            <a:avLst/>
          </a:prstGeom>
          <a:ln w="12700">
            <a:solidFill>
              <a:schemeClr val="bg1">
                <a:lumMod val="50000"/>
              </a:schemeClr>
            </a:solidFill>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7742374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Char"/>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a:extLst>
              <a:ext uri="{FF2B5EF4-FFF2-40B4-BE49-F238E27FC236}">
                <a16:creationId xmlns:a16="http://schemas.microsoft.com/office/drawing/2014/main" id="{680003E4-6F4B-42ED-B3A5-B7B93BFB7B8B}"/>
              </a:ext>
            </a:extLst>
          </p:cNvPr>
          <p:cNvSpPr>
            <a:spLocks noGrp="1"/>
          </p:cNvSpPr>
          <p:nvPr>
            <p:ph type="title"/>
          </p:nvPr>
        </p:nvSpPr>
        <p:spPr/>
        <p:txBody>
          <a:bodyPr/>
          <a:lstStyle/>
          <a:p>
            <a:r>
              <a:rPr lang="zh-CN" altLang="en-US" dirty="0"/>
              <a:t>透明传输</a:t>
            </a:r>
          </a:p>
        </p:txBody>
      </p:sp>
      <p:sp>
        <p:nvSpPr>
          <p:cNvPr id="17" name="文本占位符 16">
            <a:extLst>
              <a:ext uri="{FF2B5EF4-FFF2-40B4-BE49-F238E27FC236}">
                <a16:creationId xmlns:a16="http://schemas.microsoft.com/office/drawing/2014/main" id="{56D6E40F-7CED-4986-BED8-C119E67CBCAD}"/>
              </a:ext>
            </a:extLst>
          </p:cNvPr>
          <p:cNvSpPr>
            <a:spLocks noGrp="1"/>
          </p:cNvSpPr>
          <p:nvPr>
            <p:ph type="body" sz="quarter" idx="11"/>
          </p:nvPr>
        </p:nvSpPr>
        <p:spPr/>
        <p:txBody>
          <a:bodyPr/>
          <a:lstStyle/>
          <a:p>
            <a:r>
              <a:rPr lang="en-US" altLang="zh-CN" dirty="0"/>
              <a:t>Transparent transmission</a:t>
            </a:r>
          </a:p>
        </p:txBody>
      </p:sp>
      <p:sp>
        <p:nvSpPr>
          <p:cNvPr id="14" name="文本占位符 13">
            <a:extLst>
              <a:ext uri="{FF2B5EF4-FFF2-40B4-BE49-F238E27FC236}">
                <a16:creationId xmlns:a16="http://schemas.microsoft.com/office/drawing/2014/main" id="{BFB87ABB-72DD-49AF-868C-AA4E70EA5712}"/>
              </a:ext>
            </a:extLst>
          </p:cNvPr>
          <p:cNvSpPr>
            <a:spLocks noGrp="1"/>
          </p:cNvSpPr>
          <p:nvPr>
            <p:ph type="body" sz="quarter" idx="12"/>
          </p:nvPr>
        </p:nvSpPr>
        <p:spPr/>
        <p:txBody>
          <a:bodyPr/>
          <a:lstStyle/>
          <a:p>
            <a:r>
              <a:rPr lang="zh-CN" altLang="en-US" dirty="0"/>
              <a:t>你发什么，我收到的就是什么</a:t>
            </a:r>
            <a:endParaRPr lang="en-US" altLang="zh-CN" dirty="0"/>
          </a:p>
        </p:txBody>
      </p:sp>
      <p:sp>
        <p:nvSpPr>
          <p:cNvPr id="65" name="文本框 64">
            <a:extLst>
              <a:ext uri="{FF2B5EF4-FFF2-40B4-BE49-F238E27FC236}">
                <a16:creationId xmlns:a16="http://schemas.microsoft.com/office/drawing/2014/main" id="{E3EE0959-983B-4086-9CBF-C4EEE720FD1C}"/>
              </a:ext>
            </a:extLst>
          </p:cNvPr>
          <p:cNvSpPr txBox="1"/>
          <p:nvPr/>
        </p:nvSpPr>
        <p:spPr>
          <a:xfrm>
            <a:off x="4208304" y="2259268"/>
            <a:ext cx="3775393" cy="707886"/>
          </a:xfrm>
          <a:prstGeom prst="rect">
            <a:avLst/>
          </a:prstGeom>
          <a:noFill/>
          <a:effectLst>
            <a:outerShdw blurRad="50800" dist="38100" dir="2700000" algn="tl" rotWithShape="0">
              <a:prstClr val="black">
                <a:alpha val="40000"/>
              </a:prstClr>
            </a:outerShdw>
          </a:effectLst>
        </p:spPr>
        <p:txBody>
          <a:bodyPr wrap="none" lIns="91440" tIns="45720" rIns="91440" bIns="45720" rtlCol="0">
            <a:spAutoFit/>
          </a:bodyPr>
          <a:lstStyle/>
          <a:p>
            <a:pPr algn="ctr"/>
            <a:r>
              <a:rPr lang="zh-CN" altLang="en-US" sz="4000" dirty="0">
                <a:solidFill>
                  <a:schemeClr val="accent2"/>
                </a:solidFill>
                <a:latin typeface="禹卫书法行书简体&#10;" panose="02000603000000000000" pitchFamily="2" charset="-122"/>
                <a:ea typeface="禹卫书法行书简体&#10;" panose="02000603000000000000" pitchFamily="2" charset="-122"/>
              </a:rPr>
              <a:t>一切好像很完美</a:t>
            </a:r>
          </a:p>
        </p:txBody>
      </p:sp>
      <p:graphicFrame>
        <p:nvGraphicFramePr>
          <p:cNvPr id="67" name="表格 7">
            <a:extLst>
              <a:ext uri="{FF2B5EF4-FFF2-40B4-BE49-F238E27FC236}">
                <a16:creationId xmlns:a16="http://schemas.microsoft.com/office/drawing/2014/main" id="{2266A589-2B9C-49B4-B5C3-EFD48B4B486F}"/>
              </a:ext>
            </a:extLst>
          </p:cNvPr>
          <p:cNvGraphicFramePr>
            <a:graphicFrameLocks noGrp="1"/>
          </p:cNvGraphicFramePr>
          <p:nvPr>
            <p:extLst>
              <p:ext uri="{D42A27DB-BD31-4B8C-83A1-F6EECF244321}">
                <p14:modId xmlns:p14="http://schemas.microsoft.com/office/powerpoint/2010/main" val="1137375529"/>
              </p:ext>
            </p:extLst>
          </p:nvPr>
        </p:nvGraphicFramePr>
        <p:xfrm>
          <a:off x="2113550" y="3786742"/>
          <a:ext cx="7964901" cy="432000"/>
        </p:xfrm>
        <a:graphic>
          <a:graphicData uri="http://schemas.openxmlformats.org/drawingml/2006/table">
            <a:tbl>
              <a:tblPr bandRow="1">
                <a:tableStyleId>{2D5ABB26-0587-4C30-8999-92F81FD0307C}</a:tableStyleId>
              </a:tblPr>
              <a:tblGrid>
                <a:gridCol w="884989">
                  <a:extLst>
                    <a:ext uri="{9D8B030D-6E8A-4147-A177-3AD203B41FA5}">
                      <a16:colId xmlns:a16="http://schemas.microsoft.com/office/drawing/2014/main" val="627451869"/>
                    </a:ext>
                  </a:extLst>
                </a:gridCol>
                <a:gridCol w="884989">
                  <a:extLst>
                    <a:ext uri="{9D8B030D-6E8A-4147-A177-3AD203B41FA5}">
                      <a16:colId xmlns:a16="http://schemas.microsoft.com/office/drawing/2014/main" val="2701557470"/>
                    </a:ext>
                  </a:extLst>
                </a:gridCol>
                <a:gridCol w="884989">
                  <a:extLst>
                    <a:ext uri="{9D8B030D-6E8A-4147-A177-3AD203B41FA5}">
                      <a16:colId xmlns:a16="http://schemas.microsoft.com/office/drawing/2014/main" val="3426837699"/>
                    </a:ext>
                  </a:extLst>
                </a:gridCol>
                <a:gridCol w="884989">
                  <a:extLst>
                    <a:ext uri="{9D8B030D-6E8A-4147-A177-3AD203B41FA5}">
                      <a16:colId xmlns:a16="http://schemas.microsoft.com/office/drawing/2014/main" val="3335785818"/>
                    </a:ext>
                  </a:extLst>
                </a:gridCol>
                <a:gridCol w="884989">
                  <a:extLst>
                    <a:ext uri="{9D8B030D-6E8A-4147-A177-3AD203B41FA5}">
                      <a16:colId xmlns:a16="http://schemas.microsoft.com/office/drawing/2014/main" val="3433684863"/>
                    </a:ext>
                  </a:extLst>
                </a:gridCol>
                <a:gridCol w="884989">
                  <a:extLst>
                    <a:ext uri="{9D8B030D-6E8A-4147-A177-3AD203B41FA5}">
                      <a16:colId xmlns:a16="http://schemas.microsoft.com/office/drawing/2014/main" val="2105610774"/>
                    </a:ext>
                  </a:extLst>
                </a:gridCol>
                <a:gridCol w="884989">
                  <a:extLst>
                    <a:ext uri="{9D8B030D-6E8A-4147-A177-3AD203B41FA5}">
                      <a16:colId xmlns:a16="http://schemas.microsoft.com/office/drawing/2014/main" val="1081253309"/>
                    </a:ext>
                  </a:extLst>
                </a:gridCol>
                <a:gridCol w="884989">
                  <a:extLst>
                    <a:ext uri="{9D8B030D-6E8A-4147-A177-3AD203B41FA5}">
                      <a16:colId xmlns:a16="http://schemas.microsoft.com/office/drawing/2014/main" val="4121762353"/>
                    </a:ext>
                  </a:extLst>
                </a:gridCol>
                <a:gridCol w="884989">
                  <a:extLst>
                    <a:ext uri="{9D8B030D-6E8A-4147-A177-3AD203B41FA5}">
                      <a16:colId xmlns:a16="http://schemas.microsoft.com/office/drawing/2014/main" val="2640679520"/>
                    </a:ext>
                  </a:extLst>
                </a:gridCol>
              </a:tblGrid>
              <a:tr h="432000">
                <a:tc>
                  <a:txBody>
                    <a:bodyPr/>
                    <a:lstStyle/>
                    <a:p>
                      <a:pPr algn="ctr"/>
                      <a:r>
                        <a:rPr lang="en-US" altLang="zh-CN" baseline="0" dirty="0">
                          <a:solidFill>
                            <a:schemeClr val="bg1"/>
                          </a:solidFill>
                          <a:latin typeface="微软雅黑 Light" panose="020B0502040204020203" pitchFamily="34" charset="-122"/>
                          <a:ea typeface="微软雅黑" panose="020B0503020204020204" pitchFamily="34" charset="-122"/>
                        </a:rPr>
                        <a:t>EOH</a:t>
                      </a:r>
                      <a:endParaRPr lang="zh-CN" altLang="en-US" baseline="0" dirty="0">
                        <a:solidFill>
                          <a:schemeClr val="bg1"/>
                        </a:solidFill>
                        <a:latin typeface="微软雅黑 Light" panose="020B0502040204020203" pitchFamily="34" charset="-122"/>
                        <a:ea typeface="微软雅黑" panose="020B0503020204020204" pitchFamily="34" charset="-122"/>
                      </a:endParaRPr>
                    </a:p>
                  </a:txBody>
                  <a:tcPr anchor="ct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solidFill>
                      <a:schemeClr val="accent6">
                        <a:lumMod val="75000"/>
                      </a:schemeClr>
                    </a:solidFill>
                  </a:tcPr>
                </a:tc>
                <a:tc>
                  <a:txBody>
                    <a:bodyPr/>
                    <a:lstStyle/>
                    <a:p>
                      <a:pPr algn="ctr"/>
                      <a:endParaRPr lang="zh-CN" altLang="en-US" sz="1800" kern="1200" baseline="0" dirty="0">
                        <a:solidFill>
                          <a:schemeClr val="bg1"/>
                        </a:solidFill>
                        <a:latin typeface="微软雅黑 Light" panose="020B0502040204020203" pitchFamily="34" charset="-122"/>
                        <a:ea typeface="微软雅黑" panose="020B0503020204020204" pitchFamily="34" charset="-122"/>
                        <a:cs typeface="+mn-cs"/>
                      </a:endParaRPr>
                    </a:p>
                  </a:txBody>
                  <a:tcPr anchor="ct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tcPr>
                </a:tc>
                <a:tc>
                  <a:txBody>
                    <a:bodyPr/>
                    <a:lstStyle/>
                    <a:p>
                      <a:pPr algn="ctr"/>
                      <a:r>
                        <a:rPr lang="en-US" altLang="zh-CN" baseline="0" dirty="0">
                          <a:solidFill>
                            <a:schemeClr val="tx1"/>
                          </a:solidFill>
                          <a:latin typeface="微软雅黑 Light" panose="020B0502040204020203" pitchFamily="34" charset="-122"/>
                          <a:ea typeface="微软雅黑" panose="020B0503020204020204" pitchFamily="34" charset="-122"/>
                        </a:rPr>
                        <a:t>SOH</a:t>
                      </a:r>
                      <a:endParaRPr lang="zh-CN" altLang="en-US" baseline="0" dirty="0">
                        <a:solidFill>
                          <a:schemeClr val="tx1"/>
                        </a:solidFill>
                        <a:latin typeface="微软雅黑 Light" panose="020B0502040204020203" pitchFamily="34" charset="-122"/>
                        <a:ea typeface="微软雅黑" panose="020B0503020204020204" pitchFamily="34" charset="-122"/>
                      </a:endParaRPr>
                    </a:p>
                  </a:txBody>
                  <a:tcPr anchor="ct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tcPr>
                </a:tc>
                <a:tc>
                  <a:txBody>
                    <a:bodyPr/>
                    <a:lstStyle/>
                    <a:p>
                      <a:pPr algn="ctr"/>
                      <a:endParaRPr lang="zh-CN" altLang="en-US" baseline="0" dirty="0">
                        <a:solidFill>
                          <a:schemeClr val="bg1"/>
                        </a:solidFill>
                        <a:latin typeface="微软雅黑 Light" panose="020B0502040204020203" pitchFamily="34" charset="-122"/>
                        <a:ea typeface="微软雅黑" panose="020B0503020204020204" pitchFamily="34" charset="-122"/>
                      </a:endParaRPr>
                    </a:p>
                  </a:txBody>
                  <a:tcPr anchor="ct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tcPr>
                </a:tc>
                <a:tc>
                  <a:txBody>
                    <a:bodyPr/>
                    <a:lstStyle/>
                    <a:p>
                      <a:pPr algn="ctr"/>
                      <a:r>
                        <a:rPr lang="en-US" altLang="zh-CN" baseline="0" dirty="0">
                          <a:solidFill>
                            <a:schemeClr val="tx1"/>
                          </a:solidFill>
                          <a:latin typeface="微软雅黑 Light" panose="020B0502040204020203" pitchFamily="34" charset="-122"/>
                          <a:ea typeface="微软雅黑" panose="020B0503020204020204" pitchFamily="34" charset="-122"/>
                        </a:rPr>
                        <a:t>ESC</a:t>
                      </a:r>
                      <a:endParaRPr lang="zh-CN" altLang="en-US" baseline="0" dirty="0">
                        <a:solidFill>
                          <a:schemeClr val="tx1"/>
                        </a:solidFill>
                        <a:latin typeface="微软雅黑 Light" panose="020B0502040204020203" pitchFamily="34" charset="-122"/>
                        <a:ea typeface="微软雅黑" panose="020B0503020204020204" pitchFamily="34" charset="-122"/>
                      </a:endParaRPr>
                    </a:p>
                  </a:txBody>
                  <a:tcPr anchor="ct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tcPr>
                </a:tc>
                <a:tc>
                  <a:txBody>
                    <a:bodyPr/>
                    <a:lstStyle/>
                    <a:p>
                      <a:pPr algn="ctr"/>
                      <a:endParaRPr lang="zh-CN" altLang="en-US" baseline="0" dirty="0">
                        <a:solidFill>
                          <a:schemeClr val="bg1"/>
                        </a:solidFill>
                        <a:latin typeface="微软雅黑 Light" panose="020B0502040204020203" pitchFamily="34" charset="-122"/>
                        <a:ea typeface="微软雅黑" panose="020B0503020204020204" pitchFamily="34" charset="-122"/>
                      </a:endParaRPr>
                    </a:p>
                  </a:txBody>
                  <a:tcPr anchor="ct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tcPr>
                </a:tc>
                <a:tc>
                  <a:txBody>
                    <a:bodyPr/>
                    <a:lstStyle/>
                    <a:p>
                      <a:pPr algn="ctr"/>
                      <a:r>
                        <a:rPr lang="en-US" altLang="zh-CN" baseline="0" dirty="0">
                          <a:solidFill>
                            <a:schemeClr val="tx1"/>
                          </a:solidFill>
                          <a:latin typeface="微软雅黑 Light" panose="020B0502040204020203" pitchFamily="34" charset="-122"/>
                          <a:ea typeface="微软雅黑" panose="020B0503020204020204" pitchFamily="34" charset="-122"/>
                        </a:rPr>
                        <a:t>EOH</a:t>
                      </a:r>
                      <a:endParaRPr lang="zh-CN" altLang="en-US" baseline="0" dirty="0">
                        <a:solidFill>
                          <a:schemeClr val="tx1"/>
                        </a:solidFill>
                        <a:latin typeface="微软雅黑 Light" panose="020B0502040204020203" pitchFamily="34" charset="-122"/>
                        <a:ea typeface="微软雅黑" panose="020B0503020204020204" pitchFamily="34" charset="-122"/>
                      </a:endParaRPr>
                    </a:p>
                  </a:txBody>
                  <a:tcPr anchor="ct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tcPr>
                </a:tc>
                <a:tc>
                  <a:txBody>
                    <a:bodyPr/>
                    <a:lstStyle/>
                    <a:p>
                      <a:pPr algn="ctr"/>
                      <a:endParaRPr lang="zh-CN" altLang="en-US" baseline="0" dirty="0">
                        <a:solidFill>
                          <a:schemeClr val="bg1"/>
                        </a:solidFill>
                        <a:latin typeface="微软雅黑 Light" panose="020B0502040204020203" pitchFamily="34" charset="-122"/>
                        <a:ea typeface="微软雅黑" panose="020B0503020204020204" pitchFamily="34" charset="-122"/>
                      </a:endParaRPr>
                    </a:p>
                  </a:txBody>
                  <a:tcPr anchor="ct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tcPr>
                </a:tc>
                <a:tc>
                  <a:txBody>
                    <a:bodyPr/>
                    <a:lstStyle/>
                    <a:p>
                      <a:pPr algn="ctr"/>
                      <a:r>
                        <a:rPr lang="en-US" altLang="zh-CN" baseline="0" dirty="0">
                          <a:solidFill>
                            <a:schemeClr val="bg1"/>
                          </a:solidFill>
                          <a:latin typeface="微软雅黑 Light" panose="020B0502040204020203" pitchFamily="34" charset="-122"/>
                          <a:ea typeface="微软雅黑" panose="020B0503020204020204" pitchFamily="34" charset="-122"/>
                        </a:rPr>
                        <a:t>SOH</a:t>
                      </a:r>
                      <a:endParaRPr lang="zh-CN" altLang="en-US" baseline="0" dirty="0">
                        <a:solidFill>
                          <a:schemeClr val="bg1"/>
                        </a:solidFill>
                        <a:latin typeface="微软雅黑 Light" panose="020B0502040204020203" pitchFamily="34" charset="-122"/>
                        <a:ea typeface="微软雅黑" panose="020B0503020204020204" pitchFamily="34" charset="-122"/>
                      </a:endParaRPr>
                    </a:p>
                  </a:txBody>
                  <a:tcPr anchor="ct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solidFill>
                      <a:schemeClr val="accent6">
                        <a:lumMod val="75000"/>
                      </a:schemeClr>
                    </a:solidFill>
                  </a:tcPr>
                </a:tc>
                <a:extLst>
                  <a:ext uri="{0D108BD9-81ED-4DB2-BD59-A6C34878D82A}">
                    <a16:rowId xmlns:a16="http://schemas.microsoft.com/office/drawing/2014/main" val="2856997385"/>
                  </a:ext>
                </a:extLst>
              </a:tr>
            </a:tbl>
          </a:graphicData>
        </a:graphic>
      </p:graphicFrame>
    </p:spTree>
    <p:extLst>
      <p:ext uri="{BB962C8B-B14F-4D97-AF65-F5344CB8AC3E}">
        <p14:creationId xmlns:p14="http://schemas.microsoft.com/office/powerpoint/2010/main" val="9912942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Char"/>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a:extLst>
              <a:ext uri="{FF2B5EF4-FFF2-40B4-BE49-F238E27FC236}">
                <a16:creationId xmlns:a16="http://schemas.microsoft.com/office/drawing/2014/main" id="{680003E4-6F4B-42ED-B3A5-B7B93BFB7B8B}"/>
              </a:ext>
            </a:extLst>
          </p:cNvPr>
          <p:cNvSpPr>
            <a:spLocks noGrp="1"/>
          </p:cNvSpPr>
          <p:nvPr>
            <p:ph type="title"/>
          </p:nvPr>
        </p:nvSpPr>
        <p:spPr/>
        <p:txBody>
          <a:bodyPr/>
          <a:lstStyle/>
          <a:p>
            <a:r>
              <a:rPr lang="zh-CN" altLang="en-US" dirty="0"/>
              <a:t>透明传输之字符填充</a:t>
            </a:r>
          </a:p>
        </p:txBody>
      </p:sp>
      <p:sp>
        <p:nvSpPr>
          <p:cNvPr id="17" name="文本占位符 16">
            <a:extLst>
              <a:ext uri="{FF2B5EF4-FFF2-40B4-BE49-F238E27FC236}">
                <a16:creationId xmlns:a16="http://schemas.microsoft.com/office/drawing/2014/main" id="{56D6E40F-7CED-4986-BED8-C119E67CBCAD}"/>
              </a:ext>
            </a:extLst>
          </p:cNvPr>
          <p:cNvSpPr>
            <a:spLocks noGrp="1"/>
          </p:cNvSpPr>
          <p:nvPr>
            <p:ph type="body" sz="quarter" idx="11"/>
          </p:nvPr>
        </p:nvSpPr>
        <p:spPr/>
        <p:txBody>
          <a:bodyPr/>
          <a:lstStyle/>
          <a:p>
            <a:r>
              <a:rPr lang="en-US" altLang="zh-CN" dirty="0"/>
              <a:t>Byte stuffing</a:t>
            </a:r>
          </a:p>
        </p:txBody>
      </p:sp>
      <p:sp>
        <p:nvSpPr>
          <p:cNvPr id="14" name="文本占位符 13">
            <a:extLst>
              <a:ext uri="{FF2B5EF4-FFF2-40B4-BE49-F238E27FC236}">
                <a16:creationId xmlns:a16="http://schemas.microsoft.com/office/drawing/2014/main" id="{BFB87ABB-72DD-49AF-868C-AA4E70EA5712}"/>
              </a:ext>
            </a:extLst>
          </p:cNvPr>
          <p:cNvSpPr>
            <a:spLocks noGrp="1"/>
          </p:cNvSpPr>
          <p:nvPr>
            <p:ph type="body" sz="quarter" idx="12"/>
          </p:nvPr>
        </p:nvSpPr>
        <p:spPr/>
        <p:txBody>
          <a:bodyPr/>
          <a:lstStyle/>
          <a:p>
            <a:r>
              <a:rPr lang="en-US" altLang="zh-CN" dirty="0"/>
              <a:t>SOH	ESC SOH</a:t>
            </a:r>
          </a:p>
          <a:p>
            <a:r>
              <a:rPr lang="en-US" altLang="zh-CN" dirty="0"/>
              <a:t>EOH	ESC EOH</a:t>
            </a:r>
          </a:p>
          <a:p>
            <a:r>
              <a:rPr lang="en-US" altLang="zh-CN" dirty="0"/>
              <a:t>ESC	ESC </a:t>
            </a:r>
            <a:r>
              <a:rPr lang="en-US" altLang="zh-CN" dirty="0" err="1"/>
              <a:t>ESC</a:t>
            </a:r>
            <a:endParaRPr lang="en-US" altLang="zh-CN" dirty="0"/>
          </a:p>
        </p:txBody>
      </p:sp>
      <p:sp>
        <p:nvSpPr>
          <p:cNvPr id="31" name="TextBox 16">
            <a:extLst>
              <a:ext uri="{FF2B5EF4-FFF2-40B4-BE49-F238E27FC236}">
                <a16:creationId xmlns:a16="http://schemas.microsoft.com/office/drawing/2014/main" id="{EFA0C3DE-ECE7-4CD4-9AA2-0FF0CF645D6E}"/>
              </a:ext>
            </a:extLst>
          </p:cNvPr>
          <p:cNvSpPr txBox="1"/>
          <p:nvPr/>
        </p:nvSpPr>
        <p:spPr>
          <a:xfrm>
            <a:off x="542581" y="5971405"/>
            <a:ext cx="4498116" cy="338554"/>
          </a:xfrm>
          <a:prstGeom prst="rect">
            <a:avLst/>
          </a:prstGeom>
          <a:noFill/>
        </p:spPr>
        <p:txBody>
          <a:bodyPr wrap="square" lIns="91440" tIns="45720" rIns="91440" bIns="45720" rtlCol="0">
            <a:spAutoFit/>
          </a:bodyPr>
          <a:lstStyle/>
          <a:p>
            <a:pPr algn="just"/>
            <a:r>
              <a:rPr lang="zh-CN" altLang="en-US" sz="1600" dirty="0">
                <a:solidFill>
                  <a:schemeClr val="bg2">
                    <a:lumMod val="50000"/>
                  </a:schemeClr>
                </a:solidFill>
                <a:latin typeface="微软雅黑 Light" panose="020B0502040204020203" pitchFamily="34" charset="-122"/>
                <a:ea typeface="微软雅黑 Light" panose="020B0502040204020203" pitchFamily="34" charset="-122"/>
                <a:cs typeface="Calibri"/>
              </a:rPr>
              <a:t>不同协议对转义字符的定义是不同的</a:t>
            </a:r>
          </a:p>
        </p:txBody>
      </p:sp>
      <p:grpSp>
        <p:nvGrpSpPr>
          <p:cNvPr id="32" name="组合 31">
            <a:extLst>
              <a:ext uri="{FF2B5EF4-FFF2-40B4-BE49-F238E27FC236}">
                <a16:creationId xmlns:a16="http://schemas.microsoft.com/office/drawing/2014/main" id="{E45EC4E4-1834-4C9D-9586-1F10A2EBE44B}"/>
              </a:ext>
            </a:extLst>
          </p:cNvPr>
          <p:cNvGrpSpPr>
            <a:grpSpLocks noChangeAspect="1"/>
          </p:cNvGrpSpPr>
          <p:nvPr/>
        </p:nvGrpSpPr>
        <p:grpSpPr>
          <a:xfrm>
            <a:off x="238125" y="5229959"/>
            <a:ext cx="429262" cy="1080000"/>
            <a:chOff x="2502883" y="745871"/>
            <a:chExt cx="1886020" cy="4745130"/>
          </a:xfrm>
        </p:grpSpPr>
        <p:sp>
          <p:nvSpPr>
            <p:cNvPr id="33" name="任意多边形: 形状 32">
              <a:extLst>
                <a:ext uri="{FF2B5EF4-FFF2-40B4-BE49-F238E27FC236}">
                  <a16:creationId xmlns:a16="http://schemas.microsoft.com/office/drawing/2014/main" id="{FA8D53D8-1299-4213-8955-58DCB6A27268}"/>
                </a:ext>
              </a:extLst>
            </p:cNvPr>
            <p:cNvSpPr/>
            <p:nvPr/>
          </p:nvSpPr>
          <p:spPr>
            <a:xfrm>
              <a:off x="2502883" y="745871"/>
              <a:ext cx="1886020" cy="4734469"/>
            </a:xfrm>
            <a:custGeom>
              <a:avLst/>
              <a:gdLst>
                <a:gd name="connsiteX0" fmla="*/ 1884245 w 1886020"/>
                <a:gd name="connsiteY0" fmla="*/ 523393 h 4734469"/>
                <a:gd name="connsiteX1" fmla="*/ 1874265 w 1886020"/>
                <a:gd name="connsiteY1" fmla="*/ 495786 h 4734469"/>
                <a:gd name="connsiteX2" fmla="*/ 1867783 w 1886020"/>
                <a:gd name="connsiteY2" fmla="*/ 465103 h 4734469"/>
                <a:gd name="connsiteX3" fmla="*/ 1850007 w 1886020"/>
                <a:gd name="connsiteY3" fmla="*/ 460490 h 4734469"/>
                <a:gd name="connsiteX4" fmla="*/ 1844762 w 1886020"/>
                <a:gd name="connsiteY4" fmla="*/ 448260 h 4734469"/>
                <a:gd name="connsiteX5" fmla="*/ 1805863 w 1886020"/>
                <a:gd name="connsiteY5" fmla="*/ 417944 h 4734469"/>
                <a:gd name="connsiteX6" fmla="*/ 1870331 w 1886020"/>
                <a:gd name="connsiteY6" fmla="*/ 358921 h 4734469"/>
                <a:gd name="connsiteX7" fmla="*/ 1861299 w 1886020"/>
                <a:gd name="connsiteY7" fmla="*/ 324137 h 4734469"/>
                <a:gd name="connsiteX8" fmla="*/ 1851393 w 1886020"/>
                <a:gd name="connsiteY8" fmla="*/ 326774 h 4734469"/>
                <a:gd name="connsiteX9" fmla="*/ 1796830 w 1886020"/>
                <a:gd name="connsiteY9" fmla="*/ 349255 h 4734469"/>
                <a:gd name="connsiteX10" fmla="*/ 1765943 w 1886020"/>
                <a:gd name="connsiteY10" fmla="*/ 363534 h 4734469"/>
                <a:gd name="connsiteX11" fmla="*/ 1693315 w 1886020"/>
                <a:gd name="connsiteY11" fmla="*/ 436543 h 4734469"/>
                <a:gd name="connsiteX12" fmla="*/ 1648150 w 1886020"/>
                <a:gd name="connsiteY12" fmla="*/ 518706 h 4734469"/>
                <a:gd name="connsiteX13" fmla="*/ 1638535 w 1886020"/>
                <a:gd name="connsiteY13" fmla="*/ 574946 h 4734469"/>
                <a:gd name="connsiteX14" fmla="*/ 1638663 w 1886020"/>
                <a:gd name="connsiteY14" fmla="*/ 580662 h 4734469"/>
                <a:gd name="connsiteX15" fmla="*/ 1613134 w 1886020"/>
                <a:gd name="connsiteY15" fmla="*/ 587941 h 4734469"/>
                <a:gd name="connsiteX16" fmla="*/ 1591981 w 1886020"/>
                <a:gd name="connsiteY16" fmla="*/ 643937 h 4734469"/>
                <a:gd name="connsiteX17" fmla="*/ 1578159 w 1886020"/>
                <a:gd name="connsiteY17" fmla="*/ 669479 h 4734469"/>
                <a:gd name="connsiteX18" fmla="*/ 1563141 w 1886020"/>
                <a:gd name="connsiteY18" fmla="*/ 681284 h 4734469"/>
                <a:gd name="connsiteX19" fmla="*/ 1533375 w 1886020"/>
                <a:gd name="connsiteY19" fmla="*/ 756751 h 4734469"/>
                <a:gd name="connsiteX20" fmla="*/ 1485671 w 1886020"/>
                <a:gd name="connsiteY20" fmla="*/ 856861 h 4734469"/>
                <a:gd name="connsiteX21" fmla="*/ 1415921 w 1886020"/>
                <a:gd name="connsiteY21" fmla="*/ 918590 h 4734469"/>
                <a:gd name="connsiteX22" fmla="*/ 1406812 w 1886020"/>
                <a:gd name="connsiteY22" fmla="*/ 937801 h 4734469"/>
                <a:gd name="connsiteX23" fmla="*/ 1382456 w 1886020"/>
                <a:gd name="connsiteY23" fmla="*/ 945325 h 4734469"/>
                <a:gd name="connsiteX24" fmla="*/ 1315988 w 1886020"/>
                <a:gd name="connsiteY24" fmla="*/ 955470 h 4734469"/>
                <a:gd name="connsiteX25" fmla="*/ 1237040 w 1886020"/>
                <a:gd name="connsiteY25" fmla="*/ 944378 h 4734469"/>
                <a:gd name="connsiteX26" fmla="*/ 1220194 w 1886020"/>
                <a:gd name="connsiteY26" fmla="*/ 945880 h 4734469"/>
                <a:gd name="connsiteX27" fmla="*/ 1206377 w 1886020"/>
                <a:gd name="connsiteY27" fmla="*/ 941040 h 4734469"/>
                <a:gd name="connsiteX28" fmla="*/ 1175042 w 1886020"/>
                <a:gd name="connsiteY28" fmla="*/ 928647 h 4734469"/>
                <a:gd name="connsiteX29" fmla="*/ 1145313 w 1886020"/>
                <a:gd name="connsiteY29" fmla="*/ 940191 h 4734469"/>
                <a:gd name="connsiteX30" fmla="*/ 1126295 w 1886020"/>
                <a:gd name="connsiteY30" fmla="*/ 912187 h 4734469"/>
                <a:gd name="connsiteX31" fmla="*/ 1097455 w 1886020"/>
                <a:gd name="connsiteY31" fmla="*/ 898352 h 4734469"/>
                <a:gd name="connsiteX32" fmla="*/ 1087927 w 1886020"/>
                <a:gd name="connsiteY32" fmla="*/ 876721 h 4734469"/>
                <a:gd name="connsiteX33" fmla="*/ 1059155 w 1886020"/>
                <a:gd name="connsiteY33" fmla="*/ 877769 h 4734469"/>
                <a:gd name="connsiteX34" fmla="*/ 990638 w 1886020"/>
                <a:gd name="connsiteY34" fmla="*/ 848823 h 4734469"/>
                <a:gd name="connsiteX35" fmla="*/ 927078 w 1886020"/>
                <a:gd name="connsiteY35" fmla="*/ 829834 h 4734469"/>
                <a:gd name="connsiteX36" fmla="*/ 917154 w 1886020"/>
                <a:gd name="connsiteY36" fmla="*/ 810211 h 4734469"/>
                <a:gd name="connsiteX37" fmla="*/ 909914 w 1886020"/>
                <a:gd name="connsiteY37" fmla="*/ 795381 h 4734469"/>
                <a:gd name="connsiteX38" fmla="*/ 871407 w 1886020"/>
                <a:gd name="connsiteY38" fmla="*/ 783885 h 4734469"/>
                <a:gd name="connsiteX39" fmla="*/ 826658 w 1886020"/>
                <a:gd name="connsiteY39" fmla="*/ 791587 h 4734469"/>
                <a:gd name="connsiteX40" fmla="*/ 825164 w 1886020"/>
                <a:gd name="connsiteY40" fmla="*/ 785828 h 4734469"/>
                <a:gd name="connsiteX41" fmla="*/ 775558 w 1886020"/>
                <a:gd name="connsiteY41" fmla="*/ 724921 h 4734469"/>
                <a:gd name="connsiteX42" fmla="*/ 716782 w 1886020"/>
                <a:gd name="connsiteY42" fmla="*/ 701026 h 4734469"/>
                <a:gd name="connsiteX43" fmla="*/ 716446 w 1886020"/>
                <a:gd name="connsiteY43" fmla="*/ 695553 h 4734469"/>
                <a:gd name="connsiteX44" fmla="*/ 728319 w 1886020"/>
                <a:gd name="connsiteY44" fmla="*/ 619469 h 4734469"/>
                <a:gd name="connsiteX45" fmla="*/ 731107 w 1886020"/>
                <a:gd name="connsiteY45" fmla="*/ 611455 h 4734469"/>
                <a:gd name="connsiteX46" fmla="*/ 925349 w 1886020"/>
                <a:gd name="connsiteY46" fmla="*/ 278594 h 4734469"/>
                <a:gd name="connsiteX47" fmla="*/ 853616 w 1886020"/>
                <a:gd name="connsiteY47" fmla="*/ 154334 h 4734469"/>
                <a:gd name="connsiteX48" fmla="*/ 851478 w 1886020"/>
                <a:gd name="connsiteY48" fmla="*/ 137960 h 4734469"/>
                <a:gd name="connsiteX49" fmla="*/ 835001 w 1886020"/>
                <a:gd name="connsiteY49" fmla="*/ 106065 h 4734469"/>
                <a:gd name="connsiteX50" fmla="*/ 778219 w 1886020"/>
                <a:gd name="connsiteY50" fmla="*/ 54216 h 4734469"/>
                <a:gd name="connsiteX51" fmla="*/ 755492 w 1886020"/>
                <a:gd name="connsiteY51" fmla="*/ 43891 h 4734469"/>
                <a:gd name="connsiteX52" fmla="*/ 632527 w 1886020"/>
                <a:gd name="connsiteY52" fmla="*/ -120 h 4734469"/>
                <a:gd name="connsiteX53" fmla="*/ 511529 w 1886020"/>
                <a:gd name="connsiteY53" fmla="*/ 21702 h 4734469"/>
                <a:gd name="connsiteX54" fmla="*/ 508469 w 1886020"/>
                <a:gd name="connsiteY54" fmla="*/ 21555 h 4734469"/>
                <a:gd name="connsiteX55" fmla="*/ 505410 w 1886020"/>
                <a:gd name="connsiteY55" fmla="*/ 21409 h 4734469"/>
                <a:gd name="connsiteX56" fmla="*/ 501768 w 1886020"/>
                <a:gd name="connsiteY56" fmla="*/ 21043 h 4734469"/>
                <a:gd name="connsiteX57" fmla="*/ 469278 w 1886020"/>
                <a:gd name="connsiteY57" fmla="*/ 25730 h 4734469"/>
                <a:gd name="connsiteX58" fmla="*/ 463524 w 1886020"/>
                <a:gd name="connsiteY58" fmla="*/ 36933 h 4734469"/>
                <a:gd name="connsiteX59" fmla="*/ 461484 w 1886020"/>
                <a:gd name="connsiteY59" fmla="*/ 40668 h 4734469"/>
                <a:gd name="connsiteX60" fmla="*/ 461484 w 1886020"/>
                <a:gd name="connsiteY60" fmla="*/ 40668 h 4734469"/>
                <a:gd name="connsiteX61" fmla="*/ 456312 w 1886020"/>
                <a:gd name="connsiteY61" fmla="*/ 47698 h 4734469"/>
                <a:gd name="connsiteX62" fmla="*/ 456312 w 1886020"/>
                <a:gd name="connsiteY62" fmla="*/ 47698 h 4734469"/>
                <a:gd name="connsiteX63" fmla="*/ 403061 w 1886020"/>
                <a:gd name="connsiteY63" fmla="*/ 77869 h 4734469"/>
                <a:gd name="connsiteX64" fmla="*/ 324532 w 1886020"/>
                <a:gd name="connsiteY64" fmla="*/ 186540 h 4734469"/>
                <a:gd name="connsiteX65" fmla="*/ 325625 w 1886020"/>
                <a:gd name="connsiteY65" fmla="*/ 324210 h 4734469"/>
                <a:gd name="connsiteX66" fmla="*/ 354726 w 1886020"/>
                <a:gd name="connsiteY66" fmla="*/ 387041 h 4734469"/>
                <a:gd name="connsiteX67" fmla="*/ 354729 w 1886020"/>
                <a:gd name="connsiteY67" fmla="*/ 387125 h 4734469"/>
                <a:gd name="connsiteX68" fmla="*/ 354368 w 1886020"/>
                <a:gd name="connsiteY68" fmla="*/ 386850 h 4734469"/>
                <a:gd name="connsiteX69" fmla="*/ 242435 w 1886020"/>
                <a:gd name="connsiteY69" fmla="*/ 498129 h 4734469"/>
                <a:gd name="connsiteX70" fmla="*/ 361648 w 1886020"/>
                <a:gd name="connsiteY70" fmla="*/ 435424 h 4734469"/>
                <a:gd name="connsiteX71" fmla="*/ 363141 w 1886020"/>
                <a:gd name="connsiteY71" fmla="*/ 441669 h 4734469"/>
                <a:gd name="connsiteX72" fmla="*/ 385505 w 1886020"/>
                <a:gd name="connsiteY72" fmla="*/ 505671 h 4734469"/>
                <a:gd name="connsiteX73" fmla="*/ 435987 w 1886020"/>
                <a:gd name="connsiteY73" fmla="*/ 563961 h 4734469"/>
                <a:gd name="connsiteX74" fmla="*/ 453319 w 1886020"/>
                <a:gd name="connsiteY74" fmla="*/ 565943 h 4734469"/>
                <a:gd name="connsiteX75" fmla="*/ 457839 w 1886020"/>
                <a:gd name="connsiteY75" fmla="*/ 565708 h 4734469"/>
                <a:gd name="connsiteX76" fmla="*/ 446055 w 1886020"/>
                <a:gd name="connsiteY76" fmla="*/ 677019 h 4734469"/>
                <a:gd name="connsiteX77" fmla="*/ 404147 w 1886020"/>
                <a:gd name="connsiteY77" fmla="*/ 688604 h 4734469"/>
                <a:gd name="connsiteX78" fmla="*/ 387200 w 1886020"/>
                <a:gd name="connsiteY78" fmla="*/ 697652 h 4734469"/>
                <a:gd name="connsiteX79" fmla="*/ 369682 w 1886020"/>
                <a:gd name="connsiteY79" fmla="*/ 689015 h 4734469"/>
                <a:gd name="connsiteX80" fmla="*/ 245299 w 1886020"/>
                <a:gd name="connsiteY80" fmla="*/ 695605 h 4734469"/>
                <a:gd name="connsiteX81" fmla="*/ 143191 w 1886020"/>
                <a:gd name="connsiteY81" fmla="*/ 869154 h 4734469"/>
                <a:gd name="connsiteX82" fmla="*/ 97334 w 1886020"/>
                <a:gd name="connsiteY82" fmla="*/ 900423 h 4734469"/>
                <a:gd name="connsiteX83" fmla="*/ 89426 w 1886020"/>
                <a:gd name="connsiteY83" fmla="*/ 915458 h 4734469"/>
                <a:gd name="connsiteX84" fmla="*/ 75452 w 1886020"/>
                <a:gd name="connsiteY84" fmla="*/ 925468 h 4734469"/>
                <a:gd name="connsiteX85" fmla="*/ 27541 w 1886020"/>
                <a:gd name="connsiteY85" fmla="*/ 953154 h 4734469"/>
                <a:gd name="connsiteX86" fmla="*/ -34 w 1886020"/>
                <a:gd name="connsiteY86" fmla="*/ 999620 h 4734469"/>
                <a:gd name="connsiteX87" fmla="*/ 8434 w 1886020"/>
                <a:gd name="connsiteY87" fmla="*/ 1038698 h 4734469"/>
                <a:gd name="connsiteX88" fmla="*/ 40317 w 1886020"/>
                <a:gd name="connsiteY88" fmla="*/ 1099798 h 4734469"/>
                <a:gd name="connsiteX89" fmla="*/ 27433 w 1886020"/>
                <a:gd name="connsiteY89" fmla="*/ 1130006 h 4734469"/>
                <a:gd name="connsiteX90" fmla="*/ 38612 w 1886020"/>
                <a:gd name="connsiteY90" fmla="*/ 1216252 h 4734469"/>
                <a:gd name="connsiteX91" fmla="*/ 27292 w 1886020"/>
                <a:gd name="connsiteY91" fmla="*/ 1291511 h 4734469"/>
                <a:gd name="connsiteX92" fmla="*/ 78979 w 1886020"/>
                <a:gd name="connsiteY92" fmla="*/ 1580927 h 4734469"/>
                <a:gd name="connsiteX93" fmla="*/ 91251 w 1886020"/>
                <a:gd name="connsiteY93" fmla="*/ 1628525 h 4734469"/>
                <a:gd name="connsiteX94" fmla="*/ 70077 w 1886020"/>
                <a:gd name="connsiteY94" fmla="*/ 1716517 h 4734469"/>
                <a:gd name="connsiteX95" fmla="*/ 107198 w 1886020"/>
                <a:gd name="connsiteY95" fmla="*/ 1902274 h 4734469"/>
                <a:gd name="connsiteX96" fmla="*/ 105750 w 1886020"/>
                <a:gd name="connsiteY96" fmla="*/ 1989837 h 4734469"/>
                <a:gd name="connsiteX97" fmla="*/ 130737 w 1886020"/>
                <a:gd name="connsiteY97" fmla="*/ 2042751 h 4734469"/>
                <a:gd name="connsiteX98" fmla="*/ 163624 w 1886020"/>
                <a:gd name="connsiteY98" fmla="*/ 2141265 h 4734469"/>
                <a:gd name="connsiteX99" fmla="*/ 236572 w 1886020"/>
                <a:gd name="connsiteY99" fmla="*/ 2228163 h 4734469"/>
                <a:gd name="connsiteX100" fmla="*/ 236300 w 1886020"/>
                <a:gd name="connsiteY100" fmla="*/ 2412053 h 4734469"/>
                <a:gd name="connsiteX101" fmla="*/ 265444 w 1886020"/>
                <a:gd name="connsiteY101" fmla="*/ 2401299 h 4734469"/>
                <a:gd name="connsiteX102" fmla="*/ 330016 w 1886020"/>
                <a:gd name="connsiteY102" fmla="*/ 2655748 h 4734469"/>
                <a:gd name="connsiteX103" fmla="*/ 376474 w 1886020"/>
                <a:gd name="connsiteY103" fmla="*/ 2730632 h 4734469"/>
                <a:gd name="connsiteX104" fmla="*/ 394604 w 1886020"/>
                <a:gd name="connsiteY104" fmla="*/ 2789975 h 4734469"/>
                <a:gd name="connsiteX105" fmla="*/ 446089 w 1886020"/>
                <a:gd name="connsiteY105" fmla="*/ 3004200 h 4734469"/>
                <a:gd name="connsiteX106" fmla="*/ 469814 w 1886020"/>
                <a:gd name="connsiteY106" fmla="*/ 3180333 h 4734469"/>
                <a:gd name="connsiteX107" fmla="*/ 481889 w 1886020"/>
                <a:gd name="connsiteY107" fmla="*/ 3300881 h 4734469"/>
                <a:gd name="connsiteX108" fmla="*/ 497206 w 1886020"/>
                <a:gd name="connsiteY108" fmla="*/ 3322008 h 4734469"/>
                <a:gd name="connsiteX109" fmla="*/ 497458 w 1886020"/>
                <a:gd name="connsiteY109" fmla="*/ 3349846 h 4734469"/>
                <a:gd name="connsiteX110" fmla="*/ 472035 w 1886020"/>
                <a:gd name="connsiteY110" fmla="*/ 3558699 h 4734469"/>
                <a:gd name="connsiteX111" fmla="*/ 455363 w 1886020"/>
                <a:gd name="connsiteY111" fmla="*/ 3581867 h 4734469"/>
                <a:gd name="connsiteX112" fmla="*/ 376617 w 1886020"/>
                <a:gd name="connsiteY112" fmla="*/ 3789983 h 4734469"/>
                <a:gd name="connsiteX113" fmla="*/ 323803 w 1886020"/>
                <a:gd name="connsiteY113" fmla="*/ 4224670 h 4734469"/>
                <a:gd name="connsiteX114" fmla="*/ 269897 w 1886020"/>
                <a:gd name="connsiteY114" fmla="*/ 4290356 h 4734469"/>
                <a:gd name="connsiteX115" fmla="*/ 242653 w 1886020"/>
                <a:gd name="connsiteY115" fmla="*/ 4425902 h 4734469"/>
                <a:gd name="connsiteX116" fmla="*/ 245130 w 1886020"/>
                <a:gd name="connsiteY116" fmla="*/ 4448237 h 4734469"/>
                <a:gd name="connsiteX117" fmla="*/ 268367 w 1886020"/>
                <a:gd name="connsiteY117" fmla="*/ 4467643 h 4734469"/>
                <a:gd name="connsiteX118" fmla="*/ 281062 w 1886020"/>
                <a:gd name="connsiteY118" fmla="*/ 4473643 h 4734469"/>
                <a:gd name="connsiteX119" fmla="*/ 273678 w 1886020"/>
                <a:gd name="connsiteY119" fmla="*/ 4504884 h 4734469"/>
                <a:gd name="connsiteX120" fmla="*/ 223785 w 1886020"/>
                <a:gd name="connsiteY120" fmla="*/ 4478920 h 4734469"/>
                <a:gd name="connsiteX121" fmla="*/ 197562 w 1886020"/>
                <a:gd name="connsiteY121" fmla="*/ 4694067 h 4734469"/>
                <a:gd name="connsiteX122" fmla="*/ 200110 w 1886020"/>
                <a:gd name="connsiteY122" fmla="*/ 4707613 h 4734469"/>
                <a:gd name="connsiteX123" fmla="*/ 217011 w 1886020"/>
                <a:gd name="connsiteY123" fmla="*/ 4715815 h 4734469"/>
                <a:gd name="connsiteX124" fmla="*/ 430232 w 1886020"/>
                <a:gd name="connsiteY124" fmla="*/ 4734343 h 4734469"/>
                <a:gd name="connsiteX125" fmla="*/ 603607 w 1886020"/>
                <a:gd name="connsiteY125" fmla="*/ 4725262 h 4734469"/>
                <a:gd name="connsiteX126" fmla="*/ 662684 w 1886020"/>
                <a:gd name="connsiteY126" fmla="*/ 4720722 h 4734469"/>
                <a:gd name="connsiteX127" fmla="*/ 843635 w 1886020"/>
                <a:gd name="connsiteY127" fmla="*/ 4698241 h 4734469"/>
                <a:gd name="connsiteX128" fmla="*/ 916335 w 1886020"/>
                <a:gd name="connsiteY128" fmla="*/ 4666093 h 4734469"/>
                <a:gd name="connsiteX129" fmla="*/ 932144 w 1886020"/>
                <a:gd name="connsiteY129" fmla="*/ 4593231 h 4734469"/>
                <a:gd name="connsiteX130" fmla="*/ 932070 w 1886020"/>
                <a:gd name="connsiteY130" fmla="*/ 4593011 h 4734469"/>
                <a:gd name="connsiteX131" fmla="*/ 844873 w 1886020"/>
                <a:gd name="connsiteY131" fmla="*/ 4558374 h 4734469"/>
                <a:gd name="connsiteX132" fmla="*/ 753524 w 1886020"/>
                <a:gd name="connsiteY132" fmla="*/ 4529302 h 4734469"/>
                <a:gd name="connsiteX133" fmla="*/ 734593 w 1886020"/>
                <a:gd name="connsiteY133" fmla="*/ 4518606 h 4734469"/>
                <a:gd name="connsiteX134" fmla="*/ 739537 w 1886020"/>
                <a:gd name="connsiteY134" fmla="*/ 4517219 h 4734469"/>
                <a:gd name="connsiteX135" fmla="*/ 815225 w 1886020"/>
                <a:gd name="connsiteY135" fmla="*/ 4473721 h 4734469"/>
                <a:gd name="connsiteX136" fmla="*/ 913204 w 1886020"/>
                <a:gd name="connsiteY136" fmla="*/ 4451240 h 4734469"/>
                <a:gd name="connsiteX137" fmla="*/ 1008777 w 1886020"/>
                <a:gd name="connsiteY137" fmla="*/ 4421948 h 4734469"/>
                <a:gd name="connsiteX138" fmla="*/ 1047167 w 1886020"/>
                <a:gd name="connsiteY138" fmla="*/ 4341177 h 4734469"/>
                <a:gd name="connsiteX139" fmla="*/ 1045565 w 1886020"/>
                <a:gd name="connsiteY139" fmla="*/ 4334806 h 4734469"/>
                <a:gd name="connsiteX140" fmla="*/ 966018 w 1886020"/>
                <a:gd name="connsiteY140" fmla="*/ 4275418 h 4734469"/>
                <a:gd name="connsiteX141" fmla="*/ 869350 w 1886020"/>
                <a:gd name="connsiteY141" fmla="*/ 4240780 h 4734469"/>
                <a:gd name="connsiteX142" fmla="*/ 865416 w 1886020"/>
                <a:gd name="connsiteY142" fmla="*/ 4237558 h 4734469"/>
                <a:gd name="connsiteX143" fmla="*/ 858312 w 1886020"/>
                <a:gd name="connsiteY143" fmla="*/ 4231890 h 4734469"/>
                <a:gd name="connsiteX144" fmla="*/ 866202 w 1886020"/>
                <a:gd name="connsiteY144" fmla="*/ 4198483 h 4734469"/>
                <a:gd name="connsiteX145" fmla="*/ 846828 w 1886020"/>
                <a:gd name="connsiteY145" fmla="*/ 4146993 h 4734469"/>
                <a:gd name="connsiteX146" fmla="*/ 827606 w 1886020"/>
                <a:gd name="connsiteY146" fmla="*/ 4040589 h 4734469"/>
                <a:gd name="connsiteX147" fmla="*/ 769290 w 1886020"/>
                <a:gd name="connsiteY147" fmla="*/ 3774485 h 4734469"/>
                <a:gd name="connsiteX148" fmla="*/ 762475 w 1886020"/>
                <a:gd name="connsiteY148" fmla="*/ 3744253 h 4734469"/>
                <a:gd name="connsiteX149" fmla="*/ 836934 w 1886020"/>
                <a:gd name="connsiteY149" fmla="*/ 3624999 h 4734469"/>
                <a:gd name="connsiteX150" fmla="*/ 908250 w 1886020"/>
                <a:gd name="connsiteY150" fmla="*/ 3483961 h 4734469"/>
                <a:gd name="connsiteX151" fmla="*/ 919032 w 1886020"/>
                <a:gd name="connsiteY151" fmla="*/ 3436142 h 4734469"/>
                <a:gd name="connsiteX152" fmla="*/ 1024295 w 1886020"/>
                <a:gd name="connsiteY152" fmla="*/ 2880409 h 4734469"/>
                <a:gd name="connsiteX153" fmla="*/ 1033661 w 1886020"/>
                <a:gd name="connsiteY153" fmla="*/ 2800068 h 4734469"/>
                <a:gd name="connsiteX154" fmla="*/ 1047473 w 1886020"/>
                <a:gd name="connsiteY154" fmla="*/ 2724013 h 4734469"/>
                <a:gd name="connsiteX155" fmla="*/ 1058970 w 1886020"/>
                <a:gd name="connsiteY155" fmla="*/ 2622350 h 4734469"/>
                <a:gd name="connsiteX156" fmla="*/ 1047617 w 1886020"/>
                <a:gd name="connsiteY156" fmla="*/ 2488368 h 4734469"/>
                <a:gd name="connsiteX157" fmla="*/ 1042031 w 1886020"/>
                <a:gd name="connsiteY157" fmla="*/ 2396930 h 4734469"/>
                <a:gd name="connsiteX158" fmla="*/ 1038963 w 1886020"/>
                <a:gd name="connsiteY158" fmla="*/ 2381416 h 4734469"/>
                <a:gd name="connsiteX159" fmla="*/ 1037129 w 1886020"/>
                <a:gd name="connsiteY159" fmla="*/ 2373822 h 4734469"/>
                <a:gd name="connsiteX160" fmla="*/ 1019095 w 1886020"/>
                <a:gd name="connsiteY160" fmla="*/ 2324047 h 4734469"/>
                <a:gd name="connsiteX161" fmla="*/ 1005573 w 1886020"/>
                <a:gd name="connsiteY161" fmla="*/ 2296263 h 4734469"/>
                <a:gd name="connsiteX162" fmla="*/ 995240 w 1886020"/>
                <a:gd name="connsiteY162" fmla="*/ 2281142 h 4734469"/>
                <a:gd name="connsiteX163" fmla="*/ 1058914 w 1886020"/>
                <a:gd name="connsiteY163" fmla="*/ 2287002 h 4734469"/>
                <a:gd name="connsiteX164" fmla="*/ 1073548 w 1886020"/>
                <a:gd name="connsiteY164" fmla="*/ 2283943 h 4734469"/>
                <a:gd name="connsiteX165" fmla="*/ 1075497 w 1886020"/>
                <a:gd name="connsiteY165" fmla="*/ 2276255 h 4734469"/>
                <a:gd name="connsiteX166" fmla="*/ 1058910 w 1886020"/>
                <a:gd name="connsiteY166" fmla="*/ 2207029 h 4734469"/>
                <a:gd name="connsiteX167" fmla="*/ 1039680 w 1886020"/>
                <a:gd name="connsiteY167" fmla="*/ 2161643 h 4734469"/>
                <a:gd name="connsiteX168" fmla="*/ 1045298 w 1886020"/>
                <a:gd name="connsiteY168" fmla="*/ 2139108 h 4734469"/>
                <a:gd name="connsiteX169" fmla="*/ 1073729 w 1886020"/>
                <a:gd name="connsiteY169" fmla="*/ 2062887 h 4734469"/>
                <a:gd name="connsiteX170" fmla="*/ 1098774 w 1886020"/>
                <a:gd name="connsiteY170" fmla="*/ 1856238 h 4734469"/>
                <a:gd name="connsiteX171" fmla="*/ 1117459 w 1886020"/>
                <a:gd name="connsiteY171" fmla="*/ 1696376 h 4734469"/>
                <a:gd name="connsiteX172" fmla="*/ 1090811 w 1886020"/>
                <a:gd name="connsiteY172" fmla="*/ 1564235 h 4734469"/>
                <a:gd name="connsiteX173" fmla="*/ 1070016 w 1886020"/>
                <a:gd name="connsiteY173" fmla="*/ 1535166 h 4734469"/>
                <a:gd name="connsiteX174" fmla="*/ 1065064 w 1886020"/>
                <a:gd name="connsiteY174" fmla="*/ 1500401 h 4734469"/>
                <a:gd name="connsiteX175" fmla="*/ 1069409 w 1886020"/>
                <a:gd name="connsiteY175" fmla="*/ 1285230 h 4734469"/>
                <a:gd name="connsiteX176" fmla="*/ 1428401 w 1886020"/>
                <a:gd name="connsiteY176" fmla="*/ 1244648 h 4734469"/>
                <a:gd name="connsiteX177" fmla="*/ 1469267 w 1886020"/>
                <a:gd name="connsiteY177" fmla="*/ 1233637 h 4734469"/>
                <a:gd name="connsiteX178" fmla="*/ 1510569 w 1886020"/>
                <a:gd name="connsiteY178" fmla="*/ 1207741 h 4734469"/>
                <a:gd name="connsiteX179" fmla="*/ 1622232 w 1886020"/>
                <a:gd name="connsiteY179" fmla="*/ 1109831 h 4734469"/>
                <a:gd name="connsiteX180" fmla="*/ 1688425 w 1886020"/>
                <a:gd name="connsiteY180" fmla="*/ 946642 h 4734469"/>
                <a:gd name="connsiteX181" fmla="*/ 1747562 w 1886020"/>
                <a:gd name="connsiteY181" fmla="*/ 844368 h 4734469"/>
                <a:gd name="connsiteX182" fmla="*/ 1761043 w 1886020"/>
                <a:gd name="connsiteY182" fmla="*/ 794696 h 4734469"/>
                <a:gd name="connsiteX183" fmla="*/ 1753437 w 1886020"/>
                <a:gd name="connsiteY183" fmla="*/ 741358 h 4734469"/>
                <a:gd name="connsiteX184" fmla="*/ 1796361 w 1886020"/>
                <a:gd name="connsiteY184" fmla="*/ 663739 h 4734469"/>
                <a:gd name="connsiteX185" fmla="*/ 1806570 w 1886020"/>
                <a:gd name="connsiteY185" fmla="*/ 650101 h 4734469"/>
                <a:gd name="connsiteX186" fmla="*/ 1804140 w 1886020"/>
                <a:gd name="connsiteY186" fmla="*/ 636808 h 4734469"/>
                <a:gd name="connsiteX187" fmla="*/ 1803307 w 1886020"/>
                <a:gd name="connsiteY187" fmla="*/ 635266 h 4734469"/>
                <a:gd name="connsiteX188" fmla="*/ 1811545 w 1886020"/>
                <a:gd name="connsiteY188" fmla="*/ 629796 h 4734469"/>
                <a:gd name="connsiteX189" fmla="*/ 1839081 w 1886020"/>
                <a:gd name="connsiteY189" fmla="*/ 608266 h 4734469"/>
                <a:gd name="connsiteX190" fmla="*/ 1874848 w 1886020"/>
                <a:gd name="connsiteY190" fmla="*/ 572018 h 4734469"/>
                <a:gd name="connsiteX191" fmla="*/ 1884245 w 1886020"/>
                <a:gd name="connsiteY191" fmla="*/ 523393 h 4734469"/>
                <a:gd name="connsiteX192" fmla="*/ 570346 w 1886020"/>
                <a:gd name="connsiteY192" fmla="*/ 4449227 h 4734469"/>
                <a:gd name="connsiteX193" fmla="*/ 563104 w 1886020"/>
                <a:gd name="connsiteY193" fmla="*/ 4449848 h 4734469"/>
                <a:gd name="connsiteX194" fmla="*/ 537097 w 1886020"/>
                <a:gd name="connsiteY194" fmla="*/ 4457317 h 4734469"/>
                <a:gd name="connsiteX195" fmla="*/ 535135 w 1886020"/>
                <a:gd name="connsiteY195" fmla="*/ 4458333 h 4734469"/>
                <a:gd name="connsiteX196" fmla="*/ 566672 w 1886020"/>
                <a:gd name="connsiteY196" fmla="*/ 4383942 h 4734469"/>
                <a:gd name="connsiteX197" fmla="*/ 570026 w 1886020"/>
                <a:gd name="connsiteY197" fmla="*/ 4374975 h 4734469"/>
                <a:gd name="connsiteX198" fmla="*/ 568786 w 1886020"/>
                <a:gd name="connsiteY198" fmla="*/ 4391777 h 4734469"/>
                <a:gd name="connsiteX199" fmla="*/ 570346 w 1886020"/>
                <a:gd name="connsiteY199" fmla="*/ 4449227 h 4734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1886020" h="4734469">
                  <a:moveTo>
                    <a:pt x="1884245" y="523393"/>
                  </a:moveTo>
                  <a:cubicBezTo>
                    <a:pt x="1879987" y="514554"/>
                    <a:pt x="1876643" y="505304"/>
                    <a:pt x="1874265" y="495786"/>
                  </a:cubicBezTo>
                  <a:cubicBezTo>
                    <a:pt x="1873246" y="484801"/>
                    <a:pt x="1877470" y="470302"/>
                    <a:pt x="1867783" y="465103"/>
                  </a:cubicBezTo>
                  <a:cubicBezTo>
                    <a:pt x="1862319" y="462173"/>
                    <a:pt x="1854816" y="464370"/>
                    <a:pt x="1850007" y="460490"/>
                  </a:cubicBezTo>
                  <a:cubicBezTo>
                    <a:pt x="1847008" y="457071"/>
                    <a:pt x="1845172" y="452789"/>
                    <a:pt x="1844762" y="448260"/>
                  </a:cubicBezTo>
                  <a:cubicBezTo>
                    <a:pt x="1839748" y="430784"/>
                    <a:pt x="1824034" y="418538"/>
                    <a:pt x="1805863" y="417944"/>
                  </a:cubicBezTo>
                  <a:cubicBezTo>
                    <a:pt x="1816353" y="390189"/>
                    <a:pt x="1853722" y="383379"/>
                    <a:pt x="1870331" y="358921"/>
                  </a:cubicBezTo>
                  <a:cubicBezTo>
                    <a:pt x="1878637" y="346765"/>
                    <a:pt x="1875941" y="324284"/>
                    <a:pt x="1861299" y="324137"/>
                  </a:cubicBezTo>
                  <a:cubicBezTo>
                    <a:pt x="1857855" y="324356"/>
                    <a:pt x="1854489" y="325252"/>
                    <a:pt x="1851393" y="326774"/>
                  </a:cubicBezTo>
                  <a:cubicBezTo>
                    <a:pt x="1833181" y="334243"/>
                    <a:pt x="1815041" y="341785"/>
                    <a:pt x="1796830" y="349255"/>
                  </a:cubicBezTo>
                  <a:cubicBezTo>
                    <a:pt x="1786256" y="353386"/>
                    <a:pt x="1775941" y="358155"/>
                    <a:pt x="1765943" y="363534"/>
                  </a:cubicBezTo>
                  <a:cubicBezTo>
                    <a:pt x="1735930" y="380596"/>
                    <a:pt x="1713493" y="408351"/>
                    <a:pt x="1693315" y="436543"/>
                  </a:cubicBezTo>
                  <a:cubicBezTo>
                    <a:pt x="1674232" y="461516"/>
                    <a:pt x="1659007" y="489212"/>
                    <a:pt x="1648150" y="518706"/>
                  </a:cubicBezTo>
                  <a:cubicBezTo>
                    <a:pt x="1642068" y="536846"/>
                    <a:pt x="1638825" y="555816"/>
                    <a:pt x="1638535" y="574946"/>
                  </a:cubicBezTo>
                  <a:cubicBezTo>
                    <a:pt x="1638535" y="576864"/>
                    <a:pt x="1638578" y="578769"/>
                    <a:pt x="1638663" y="580662"/>
                  </a:cubicBezTo>
                  <a:cubicBezTo>
                    <a:pt x="1629777" y="582164"/>
                    <a:pt x="1622481" y="586062"/>
                    <a:pt x="1613134" y="587941"/>
                  </a:cubicBezTo>
                  <a:cubicBezTo>
                    <a:pt x="1606083" y="606606"/>
                    <a:pt x="1599032" y="625271"/>
                    <a:pt x="1591981" y="643937"/>
                  </a:cubicBezTo>
                  <a:cubicBezTo>
                    <a:pt x="1589143" y="653296"/>
                    <a:pt x="1584441" y="661984"/>
                    <a:pt x="1578159" y="669479"/>
                  </a:cubicBezTo>
                  <a:cubicBezTo>
                    <a:pt x="1573450" y="673778"/>
                    <a:pt x="1568430" y="677724"/>
                    <a:pt x="1563141" y="681284"/>
                  </a:cubicBezTo>
                  <a:cubicBezTo>
                    <a:pt x="1541319" y="699947"/>
                    <a:pt x="1530169" y="728216"/>
                    <a:pt x="1533375" y="756751"/>
                  </a:cubicBezTo>
                  <a:cubicBezTo>
                    <a:pt x="1493619" y="772381"/>
                    <a:pt x="1472768" y="816138"/>
                    <a:pt x="1485671" y="856861"/>
                  </a:cubicBezTo>
                  <a:cubicBezTo>
                    <a:pt x="1453258" y="863888"/>
                    <a:pt x="1426836" y="887272"/>
                    <a:pt x="1415921" y="918590"/>
                  </a:cubicBezTo>
                  <a:cubicBezTo>
                    <a:pt x="1414418" y="925614"/>
                    <a:pt x="1411299" y="932192"/>
                    <a:pt x="1406812" y="937801"/>
                  </a:cubicBezTo>
                  <a:cubicBezTo>
                    <a:pt x="1399842" y="943118"/>
                    <a:pt x="1391210" y="945785"/>
                    <a:pt x="1382456" y="945325"/>
                  </a:cubicBezTo>
                  <a:cubicBezTo>
                    <a:pt x="1358552" y="946811"/>
                    <a:pt x="1337650" y="965736"/>
                    <a:pt x="1315988" y="955470"/>
                  </a:cubicBezTo>
                  <a:cubicBezTo>
                    <a:pt x="1291397" y="943879"/>
                    <a:pt x="1263872" y="940012"/>
                    <a:pt x="1237040" y="944378"/>
                  </a:cubicBezTo>
                  <a:cubicBezTo>
                    <a:pt x="1231525" y="945684"/>
                    <a:pt x="1225852" y="946189"/>
                    <a:pt x="1220194" y="945880"/>
                  </a:cubicBezTo>
                  <a:cubicBezTo>
                    <a:pt x="1215352" y="945044"/>
                    <a:pt x="1210682" y="943408"/>
                    <a:pt x="1206377" y="941040"/>
                  </a:cubicBezTo>
                  <a:cubicBezTo>
                    <a:pt x="1196629" y="935328"/>
                    <a:pt x="1186061" y="931148"/>
                    <a:pt x="1175042" y="928647"/>
                  </a:cubicBezTo>
                  <a:cubicBezTo>
                    <a:pt x="1163722" y="926283"/>
                    <a:pt x="1152072" y="930807"/>
                    <a:pt x="1145313" y="940191"/>
                  </a:cubicBezTo>
                  <a:cubicBezTo>
                    <a:pt x="1137727" y="931829"/>
                    <a:pt x="1133206" y="921120"/>
                    <a:pt x="1126295" y="912187"/>
                  </a:cubicBezTo>
                  <a:cubicBezTo>
                    <a:pt x="1120075" y="902489"/>
                    <a:pt x="1108911" y="897134"/>
                    <a:pt x="1097455" y="898352"/>
                  </a:cubicBezTo>
                  <a:cubicBezTo>
                    <a:pt x="1104657" y="891903"/>
                    <a:pt x="1097285" y="879067"/>
                    <a:pt x="1087927" y="876721"/>
                  </a:cubicBezTo>
                  <a:cubicBezTo>
                    <a:pt x="1078328" y="875928"/>
                    <a:pt x="1068670" y="876280"/>
                    <a:pt x="1059155" y="877769"/>
                  </a:cubicBezTo>
                  <a:cubicBezTo>
                    <a:pt x="1034136" y="877636"/>
                    <a:pt x="1014940" y="854801"/>
                    <a:pt x="990638" y="848823"/>
                  </a:cubicBezTo>
                  <a:cubicBezTo>
                    <a:pt x="968301" y="843330"/>
                    <a:pt x="938529" y="849881"/>
                    <a:pt x="927078" y="829834"/>
                  </a:cubicBezTo>
                  <a:cubicBezTo>
                    <a:pt x="923420" y="823430"/>
                    <a:pt x="922372" y="815007"/>
                    <a:pt x="917154" y="810211"/>
                  </a:cubicBezTo>
                  <a:cubicBezTo>
                    <a:pt x="915923" y="804773"/>
                    <a:pt x="913444" y="799696"/>
                    <a:pt x="909914" y="795381"/>
                  </a:cubicBezTo>
                  <a:cubicBezTo>
                    <a:pt x="900747" y="784944"/>
                    <a:pt x="885250" y="783451"/>
                    <a:pt x="871407" y="783885"/>
                  </a:cubicBezTo>
                  <a:cubicBezTo>
                    <a:pt x="856196" y="784264"/>
                    <a:pt x="841121" y="786859"/>
                    <a:pt x="826658" y="791587"/>
                  </a:cubicBezTo>
                  <a:cubicBezTo>
                    <a:pt x="826254" y="789776"/>
                    <a:pt x="825774" y="787879"/>
                    <a:pt x="825164" y="785828"/>
                  </a:cubicBezTo>
                  <a:cubicBezTo>
                    <a:pt x="816394" y="760275"/>
                    <a:pt x="798807" y="738682"/>
                    <a:pt x="775558" y="724921"/>
                  </a:cubicBezTo>
                  <a:cubicBezTo>
                    <a:pt x="757304" y="713996"/>
                    <a:pt x="737481" y="705937"/>
                    <a:pt x="716782" y="701026"/>
                  </a:cubicBezTo>
                  <a:cubicBezTo>
                    <a:pt x="716686" y="699200"/>
                    <a:pt x="716492" y="697384"/>
                    <a:pt x="716446" y="695553"/>
                  </a:cubicBezTo>
                  <a:cubicBezTo>
                    <a:pt x="716110" y="669706"/>
                    <a:pt x="720123" y="643985"/>
                    <a:pt x="728319" y="619469"/>
                  </a:cubicBezTo>
                  <a:cubicBezTo>
                    <a:pt x="729178" y="616782"/>
                    <a:pt x="730174" y="614126"/>
                    <a:pt x="731107" y="611455"/>
                  </a:cubicBezTo>
                  <a:cubicBezTo>
                    <a:pt x="876662" y="573177"/>
                    <a:pt x="963628" y="424150"/>
                    <a:pt x="925349" y="278594"/>
                  </a:cubicBezTo>
                  <a:cubicBezTo>
                    <a:pt x="912967" y="231510"/>
                    <a:pt x="888197" y="188603"/>
                    <a:pt x="853616" y="154334"/>
                  </a:cubicBezTo>
                  <a:cubicBezTo>
                    <a:pt x="853487" y="148816"/>
                    <a:pt x="852771" y="143327"/>
                    <a:pt x="851478" y="137960"/>
                  </a:cubicBezTo>
                  <a:cubicBezTo>
                    <a:pt x="848482" y="126214"/>
                    <a:pt x="842847" y="115306"/>
                    <a:pt x="835001" y="106065"/>
                  </a:cubicBezTo>
                  <a:cubicBezTo>
                    <a:pt x="822561" y="78154"/>
                    <a:pt x="803054" y="65842"/>
                    <a:pt x="778219" y="54216"/>
                  </a:cubicBezTo>
                  <a:cubicBezTo>
                    <a:pt x="771081" y="50848"/>
                    <a:pt x="763505" y="47552"/>
                    <a:pt x="755492" y="43891"/>
                  </a:cubicBezTo>
                  <a:cubicBezTo>
                    <a:pt x="715863" y="26023"/>
                    <a:pt x="677545" y="-193"/>
                    <a:pt x="632527" y="-120"/>
                  </a:cubicBezTo>
                  <a:cubicBezTo>
                    <a:pt x="591441" y="-120"/>
                    <a:pt x="552104" y="22581"/>
                    <a:pt x="511529" y="21702"/>
                  </a:cubicBezTo>
                  <a:lnTo>
                    <a:pt x="508469" y="21555"/>
                  </a:lnTo>
                  <a:cubicBezTo>
                    <a:pt x="507449" y="21510"/>
                    <a:pt x="506430" y="21519"/>
                    <a:pt x="505410" y="21409"/>
                  </a:cubicBezTo>
                  <a:cubicBezTo>
                    <a:pt x="504172" y="21336"/>
                    <a:pt x="503006" y="21189"/>
                    <a:pt x="501768" y="21043"/>
                  </a:cubicBezTo>
                  <a:cubicBezTo>
                    <a:pt x="490404" y="19652"/>
                    <a:pt x="476781" y="17016"/>
                    <a:pt x="469278" y="25730"/>
                  </a:cubicBezTo>
                  <a:cubicBezTo>
                    <a:pt x="466903" y="29211"/>
                    <a:pt x="464970" y="32975"/>
                    <a:pt x="463524" y="36933"/>
                  </a:cubicBezTo>
                  <a:cubicBezTo>
                    <a:pt x="462960" y="38238"/>
                    <a:pt x="462278" y="39488"/>
                    <a:pt x="461484" y="40668"/>
                  </a:cubicBezTo>
                  <a:lnTo>
                    <a:pt x="461484" y="40668"/>
                  </a:lnTo>
                  <a:cubicBezTo>
                    <a:pt x="460036" y="43203"/>
                    <a:pt x="458300" y="45562"/>
                    <a:pt x="456312" y="47698"/>
                  </a:cubicBezTo>
                  <a:lnTo>
                    <a:pt x="456312" y="47698"/>
                  </a:lnTo>
                  <a:cubicBezTo>
                    <a:pt x="443200" y="62124"/>
                    <a:pt x="421200" y="68495"/>
                    <a:pt x="403061" y="77869"/>
                  </a:cubicBezTo>
                  <a:cubicBezTo>
                    <a:pt x="362121" y="98885"/>
                    <a:pt x="335241" y="141651"/>
                    <a:pt x="324532" y="186540"/>
                  </a:cubicBezTo>
                  <a:cubicBezTo>
                    <a:pt x="313824" y="231503"/>
                    <a:pt x="317613" y="278735"/>
                    <a:pt x="325625" y="324210"/>
                  </a:cubicBezTo>
                  <a:cubicBezTo>
                    <a:pt x="329668" y="346953"/>
                    <a:pt x="338554" y="372769"/>
                    <a:pt x="354726" y="387041"/>
                  </a:cubicBezTo>
                  <a:lnTo>
                    <a:pt x="354729" y="387125"/>
                  </a:lnTo>
                  <a:lnTo>
                    <a:pt x="354368" y="386850"/>
                  </a:lnTo>
                  <a:cubicBezTo>
                    <a:pt x="354368" y="386850"/>
                    <a:pt x="217449" y="484288"/>
                    <a:pt x="242435" y="498129"/>
                  </a:cubicBezTo>
                  <a:cubicBezTo>
                    <a:pt x="256026" y="505640"/>
                    <a:pt x="312750" y="469721"/>
                    <a:pt x="361648" y="435424"/>
                  </a:cubicBezTo>
                  <a:cubicBezTo>
                    <a:pt x="362144" y="437506"/>
                    <a:pt x="362603" y="439595"/>
                    <a:pt x="363141" y="441669"/>
                  </a:cubicBezTo>
                  <a:cubicBezTo>
                    <a:pt x="369008" y="463526"/>
                    <a:pt x="376482" y="484918"/>
                    <a:pt x="385505" y="505671"/>
                  </a:cubicBezTo>
                  <a:cubicBezTo>
                    <a:pt x="395922" y="530203"/>
                    <a:pt x="410492" y="556639"/>
                    <a:pt x="435987" y="563961"/>
                  </a:cubicBezTo>
                  <a:cubicBezTo>
                    <a:pt x="441630" y="565500"/>
                    <a:pt x="447474" y="566168"/>
                    <a:pt x="453319" y="565943"/>
                  </a:cubicBezTo>
                  <a:cubicBezTo>
                    <a:pt x="454827" y="565930"/>
                    <a:pt x="456330" y="565808"/>
                    <a:pt x="457839" y="565708"/>
                  </a:cubicBezTo>
                  <a:cubicBezTo>
                    <a:pt x="459132" y="603180"/>
                    <a:pt x="455165" y="640648"/>
                    <a:pt x="446055" y="677019"/>
                  </a:cubicBezTo>
                  <a:cubicBezTo>
                    <a:pt x="431197" y="676210"/>
                    <a:pt x="416481" y="680278"/>
                    <a:pt x="404147" y="688604"/>
                  </a:cubicBezTo>
                  <a:cubicBezTo>
                    <a:pt x="399500" y="693206"/>
                    <a:pt x="393610" y="696350"/>
                    <a:pt x="387200" y="697652"/>
                  </a:cubicBezTo>
                  <a:cubicBezTo>
                    <a:pt x="380552" y="696839"/>
                    <a:pt x="374375" y="693794"/>
                    <a:pt x="369682" y="689015"/>
                  </a:cubicBezTo>
                  <a:cubicBezTo>
                    <a:pt x="331815" y="661741"/>
                    <a:pt x="280072" y="664482"/>
                    <a:pt x="245299" y="695605"/>
                  </a:cubicBezTo>
                  <a:cubicBezTo>
                    <a:pt x="195703" y="742353"/>
                    <a:pt x="201316" y="833697"/>
                    <a:pt x="143191" y="869154"/>
                  </a:cubicBezTo>
                  <a:cubicBezTo>
                    <a:pt x="127169" y="878928"/>
                    <a:pt x="106687" y="884098"/>
                    <a:pt x="97334" y="900423"/>
                  </a:cubicBezTo>
                  <a:cubicBezTo>
                    <a:pt x="95070" y="905622"/>
                    <a:pt x="92427" y="910647"/>
                    <a:pt x="89426" y="915458"/>
                  </a:cubicBezTo>
                  <a:cubicBezTo>
                    <a:pt x="85537" y="919756"/>
                    <a:pt x="80772" y="923169"/>
                    <a:pt x="75452" y="925468"/>
                  </a:cubicBezTo>
                  <a:cubicBezTo>
                    <a:pt x="58580" y="933039"/>
                    <a:pt x="42526" y="942316"/>
                    <a:pt x="27541" y="953154"/>
                  </a:cubicBezTo>
                  <a:cubicBezTo>
                    <a:pt x="12411" y="964246"/>
                    <a:pt x="2454" y="981025"/>
                    <a:pt x="-34" y="999620"/>
                  </a:cubicBezTo>
                  <a:cubicBezTo>
                    <a:pt x="-249" y="1013123"/>
                    <a:pt x="2648" y="1026495"/>
                    <a:pt x="8434" y="1038698"/>
                  </a:cubicBezTo>
                  <a:cubicBezTo>
                    <a:pt x="17108" y="1060026"/>
                    <a:pt x="27783" y="1080484"/>
                    <a:pt x="40317" y="1099798"/>
                  </a:cubicBezTo>
                  <a:cubicBezTo>
                    <a:pt x="33548" y="1108622"/>
                    <a:pt x="29116" y="1119012"/>
                    <a:pt x="27433" y="1130006"/>
                  </a:cubicBezTo>
                  <a:cubicBezTo>
                    <a:pt x="23297" y="1158835"/>
                    <a:pt x="37087" y="1187166"/>
                    <a:pt x="38612" y="1216252"/>
                  </a:cubicBezTo>
                  <a:cubicBezTo>
                    <a:pt x="39943" y="1241665"/>
                    <a:pt x="31896" y="1266487"/>
                    <a:pt x="27292" y="1291511"/>
                  </a:cubicBezTo>
                  <a:cubicBezTo>
                    <a:pt x="9324" y="1389174"/>
                    <a:pt x="43846" y="1488100"/>
                    <a:pt x="78979" y="1580927"/>
                  </a:cubicBezTo>
                  <a:cubicBezTo>
                    <a:pt x="85663" y="1596009"/>
                    <a:pt x="89810" y="1612092"/>
                    <a:pt x="91251" y="1628525"/>
                  </a:cubicBezTo>
                  <a:cubicBezTo>
                    <a:pt x="92190" y="1658823"/>
                    <a:pt x="74830" y="1686583"/>
                    <a:pt x="70077" y="1716517"/>
                  </a:cubicBezTo>
                  <a:cubicBezTo>
                    <a:pt x="60087" y="1779417"/>
                    <a:pt x="106242" y="1838585"/>
                    <a:pt x="107198" y="1902274"/>
                  </a:cubicBezTo>
                  <a:cubicBezTo>
                    <a:pt x="107638" y="1931597"/>
                    <a:pt x="98452" y="1961442"/>
                    <a:pt x="105750" y="1989837"/>
                  </a:cubicBezTo>
                  <a:cubicBezTo>
                    <a:pt x="110621" y="2008787"/>
                    <a:pt x="122387" y="2025071"/>
                    <a:pt x="130737" y="2042751"/>
                  </a:cubicBezTo>
                  <a:cubicBezTo>
                    <a:pt x="145532" y="2074080"/>
                    <a:pt x="149501" y="2109624"/>
                    <a:pt x="163624" y="2141265"/>
                  </a:cubicBezTo>
                  <a:cubicBezTo>
                    <a:pt x="180520" y="2175727"/>
                    <a:pt x="205558" y="2205553"/>
                    <a:pt x="236572" y="2228163"/>
                  </a:cubicBezTo>
                  <a:cubicBezTo>
                    <a:pt x="254350" y="2284370"/>
                    <a:pt x="229127" y="2352240"/>
                    <a:pt x="236300" y="2412053"/>
                  </a:cubicBezTo>
                  <a:cubicBezTo>
                    <a:pt x="245952" y="2408302"/>
                    <a:pt x="255679" y="2404746"/>
                    <a:pt x="265444" y="2401299"/>
                  </a:cubicBezTo>
                  <a:cubicBezTo>
                    <a:pt x="259340" y="2490826"/>
                    <a:pt x="281961" y="2579965"/>
                    <a:pt x="330016" y="2655748"/>
                  </a:cubicBezTo>
                  <a:cubicBezTo>
                    <a:pt x="345907" y="2680498"/>
                    <a:pt x="364528" y="2703733"/>
                    <a:pt x="376474" y="2730632"/>
                  </a:cubicBezTo>
                  <a:cubicBezTo>
                    <a:pt x="384304" y="2749822"/>
                    <a:pt x="390373" y="2769685"/>
                    <a:pt x="394604" y="2789975"/>
                  </a:cubicBezTo>
                  <a:cubicBezTo>
                    <a:pt x="411766" y="2861384"/>
                    <a:pt x="428928" y="2932792"/>
                    <a:pt x="446089" y="3004200"/>
                  </a:cubicBezTo>
                  <a:cubicBezTo>
                    <a:pt x="459988" y="3062033"/>
                    <a:pt x="473988" y="3120985"/>
                    <a:pt x="469814" y="3180333"/>
                  </a:cubicBezTo>
                  <a:cubicBezTo>
                    <a:pt x="466905" y="3221687"/>
                    <a:pt x="456536" y="3268184"/>
                    <a:pt x="481889" y="3300881"/>
                  </a:cubicBezTo>
                  <a:cubicBezTo>
                    <a:pt x="488006" y="3307131"/>
                    <a:pt x="493168" y="3314250"/>
                    <a:pt x="497206" y="3322008"/>
                  </a:cubicBezTo>
                  <a:cubicBezTo>
                    <a:pt x="499734" y="3331104"/>
                    <a:pt x="499821" y="3340705"/>
                    <a:pt x="497458" y="3349846"/>
                  </a:cubicBezTo>
                  <a:cubicBezTo>
                    <a:pt x="485085" y="3418933"/>
                    <a:pt x="476597" y="3488660"/>
                    <a:pt x="472035" y="3558699"/>
                  </a:cubicBezTo>
                  <a:cubicBezTo>
                    <a:pt x="466299" y="3566438"/>
                    <a:pt x="460633" y="3574145"/>
                    <a:pt x="455363" y="3581867"/>
                  </a:cubicBezTo>
                  <a:cubicBezTo>
                    <a:pt x="413258" y="3643453"/>
                    <a:pt x="393008" y="3717121"/>
                    <a:pt x="376617" y="3789983"/>
                  </a:cubicBezTo>
                  <a:cubicBezTo>
                    <a:pt x="344710" y="3932487"/>
                    <a:pt x="330360" y="4078724"/>
                    <a:pt x="323803" y="4224670"/>
                  </a:cubicBezTo>
                  <a:cubicBezTo>
                    <a:pt x="302695" y="4243788"/>
                    <a:pt x="284530" y="4265923"/>
                    <a:pt x="269897" y="4290356"/>
                  </a:cubicBezTo>
                  <a:cubicBezTo>
                    <a:pt x="247824" y="4331217"/>
                    <a:pt x="244984" y="4379402"/>
                    <a:pt x="242653" y="4425902"/>
                  </a:cubicBezTo>
                  <a:cubicBezTo>
                    <a:pt x="241667" y="4433438"/>
                    <a:pt x="242517" y="4441101"/>
                    <a:pt x="245130" y="4448237"/>
                  </a:cubicBezTo>
                  <a:cubicBezTo>
                    <a:pt x="250425" y="4457176"/>
                    <a:pt x="258628" y="4464027"/>
                    <a:pt x="268367" y="4467643"/>
                  </a:cubicBezTo>
                  <a:cubicBezTo>
                    <a:pt x="272570" y="4469705"/>
                    <a:pt x="276802" y="4471705"/>
                    <a:pt x="281062" y="4473643"/>
                  </a:cubicBezTo>
                  <a:cubicBezTo>
                    <a:pt x="278285" y="4483867"/>
                    <a:pt x="275855" y="4494348"/>
                    <a:pt x="273678" y="4504884"/>
                  </a:cubicBezTo>
                  <a:cubicBezTo>
                    <a:pt x="257530" y="4486659"/>
                    <a:pt x="228677" y="4457757"/>
                    <a:pt x="223785" y="4478920"/>
                  </a:cubicBezTo>
                  <a:cubicBezTo>
                    <a:pt x="207600" y="4549531"/>
                    <a:pt x="198812" y="4621636"/>
                    <a:pt x="197562" y="4694067"/>
                  </a:cubicBezTo>
                  <a:cubicBezTo>
                    <a:pt x="197053" y="4698735"/>
                    <a:pt x="197940" y="4703449"/>
                    <a:pt x="200110" y="4707613"/>
                  </a:cubicBezTo>
                  <a:cubicBezTo>
                    <a:pt x="204357" y="4712580"/>
                    <a:pt x="210482" y="4715552"/>
                    <a:pt x="217011" y="4715815"/>
                  </a:cubicBezTo>
                  <a:cubicBezTo>
                    <a:pt x="287384" y="4728385"/>
                    <a:pt x="358747" y="4734586"/>
                    <a:pt x="430232" y="4734343"/>
                  </a:cubicBezTo>
                  <a:cubicBezTo>
                    <a:pt x="488145" y="4734123"/>
                    <a:pt x="545912" y="4729656"/>
                    <a:pt x="603607" y="4725262"/>
                  </a:cubicBezTo>
                  <a:cubicBezTo>
                    <a:pt x="623275" y="4723724"/>
                    <a:pt x="643016" y="4722186"/>
                    <a:pt x="662684" y="4720722"/>
                  </a:cubicBezTo>
                  <a:cubicBezTo>
                    <a:pt x="723452" y="4717460"/>
                    <a:pt x="783917" y="4709948"/>
                    <a:pt x="843635" y="4698241"/>
                  </a:cubicBezTo>
                  <a:cubicBezTo>
                    <a:pt x="869788" y="4692529"/>
                    <a:pt x="896740" y="4684474"/>
                    <a:pt x="916335" y="4666093"/>
                  </a:cubicBezTo>
                  <a:cubicBezTo>
                    <a:pt x="935858" y="4647786"/>
                    <a:pt x="945693" y="4616444"/>
                    <a:pt x="932144" y="4593231"/>
                  </a:cubicBezTo>
                  <a:cubicBezTo>
                    <a:pt x="932154" y="4593150"/>
                    <a:pt x="932127" y="4593070"/>
                    <a:pt x="932070" y="4593011"/>
                  </a:cubicBezTo>
                  <a:cubicBezTo>
                    <a:pt x="915534" y="4564965"/>
                    <a:pt x="877072" y="4562840"/>
                    <a:pt x="844873" y="4558374"/>
                  </a:cubicBezTo>
                  <a:cubicBezTo>
                    <a:pt x="813002" y="4553903"/>
                    <a:pt x="782117" y="4544074"/>
                    <a:pt x="753524" y="4529302"/>
                  </a:cubicBezTo>
                  <a:cubicBezTo>
                    <a:pt x="747087" y="4525966"/>
                    <a:pt x="740813" y="4522336"/>
                    <a:pt x="734593" y="4518606"/>
                  </a:cubicBezTo>
                  <a:cubicBezTo>
                    <a:pt x="736242" y="4518148"/>
                    <a:pt x="737907" y="4517766"/>
                    <a:pt x="739537" y="4517219"/>
                  </a:cubicBezTo>
                  <a:cubicBezTo>
                    <a:pt x="767146" y="4507919"/>
                    <a:pt x="789146" y="4486683"/>
                    <a:pt x="815225" y="4473721"/>
                  </a:cubicBezTo>
                  <a:cubicBezTo>
                    <a:pt x="845456" y="4458783"/>
                    <a:pt x="879766" y="4455488"/>
                    <a:pt x="913204" y="4451240"/>
                  </a:cubicBezTo>
                  <a:cubicBezTo>
                    <a:pt x="946567" y="4446919"/>
                    <a:pt x="981023" y="4440988"/>
                    <a:pt x="1008777" y="4421948"/>
                  </a:cubicBezTo>
                  <a:cubicBezTo>
                    <a:pt x="1034784" y="4404081"/>
                    <a:pt x="1053214" y="4371640"/>
                    <a:pt x="1047167" y="4341177"/>
                  </a:cubicBezTo>
                  <a:cubicBezTo>
                    <a:pt x="1046772" y="4339021"/>
                    <a:pt x="1046236" y="4336893"/>
                    <a:pt x="1045565" y="4334806"/>
                  </a:cubicBezTo>
                  <a:cubicBezTo>
                    <a:pt x="1035222" y="4301707"/>
                    <a:pt x="999454" y="4284132"/>
                    <a:pt x="966018" y="4275418"/>
                  </a:cubicBezTo>
                  <a:cubicBezTo>
                    <a:pt x="932654" y="4266703"/>
                    <a:pt x="896376" y="4262310"/>
                    <a:pt x="869350" y="4240780"/>
                  </a:cubicBezTo>
                  <a:cubicBezTo>
                    <a:pt x="868039" y="4239755"/>
                    <a:pt x="866727" y="4238657"/>
                    <a:pt x="865416" y="4237558"/>
                  </a:cubicBezTo>
                  <a:cubicBezTo>
                    <a:pt x="863105" y="4235668"/>
                    <a:pt x="860725" y="4233748"/>
                    <a:pt x="858312" y="4231890"/>
                  </a:cubicBezTo>
                  <a:cubicBezTo>
                    <a:pt x="864279" y="4221816"/>
                    <a:pt x="867032" y="4210162"/>
                    <a:pt x="866202" y="4198483"/>
                  </a:cubicBezTo>
                  <a:cubicBezTo>
                    <a:pt x="864780" y="4180079"/>
                    <a:pt x="854086" y="4163949"/>
                    <a:pt x="846828" y="4146993"/>
                  </a:cubicBezTo>
                  <a:cubicBezTo>
                    <a:pt x="832591" y="4113737"/>
                    <a:pt x="831447" y="4076588"/>
                    <a:pt x="827606" y="4040589"/>
                  </a:cubicBezTo>
                  <a:cubicBezTo>
                    <a:pt x="817962" y="3950199"/>
                    <a:pt x="790241" y="3862921"/>
                    <a:pt x="769290" y="3774485"/>
                  </a:cubicBezTo>
                  <a:cubicBezTo>
                    <a:pt x="766914" y="3764457"/>
                    <a:pt x="764642" y="3754380"/>
                    <a:pt x="762475" y="3744253"/>
                  </a:cubicBezTo>
                  <a:cubicBezTo>
                    <a:pt x="782857" y="3701898"/>
                    <a:pt x="807827" y="3661907"/>
                    <a:pt x="836934" y="3624999"/>
                  </a:cubicBezTo>
                  <a:cubicBezTo>
                    <a:pt x="870118" y="3583369"/>
                    <a:pt x="894392" y="3535363"/>
                    <a:pt x="908250" y="3483961"/>
                  </a:cubicBezTo>
                  <a:cubicBezTo>
                    <a:pt x="912548" y="3468216"/>
                    <a:pt x="915754" y="3452179"/>
                    <a:pt x="919032" y="3436142"/>
                  </a:cubicBezTo>
                  <a:cubicBezTo>
                    <a:pt x="956256" y="3251313"/>
                    <a:pt x="991344" y="3066068"/>
                    <a:pt x="1024295" y="2880409"/>
                  </a:cubicBezTo>
                  <a:cubicBezTo>
                    <a:pt x="1029738" y="2853950"/>
                    <a:pt x="1032871" y="2827069"/>
                    <a:pt x="1033661" y="2800068"/>
                  </a:cubicBezTo>
                  <a:cubicBezTo>
                    <a:pt x="1042279" y="2775612"/>
                    <a:pt x="1046942" y="2749937"/>
                    <a:pt x="1047473" y="2724013"/>
                  </a:cubicBezTo>
                  <a:cubicBezTo>
                    <a:pt x="1057058" y="2686426"/>
                    <a:pt x="1066821" y="2647000"/>
                    <a:pt x="1058970" y="2622350"/>
                  </a:cubicBezTo>
                  <a:cubicBezTo>
                    <a:pt x="1053417" y="2604945"/>
                    <a:pt x="1050620" y="2545408"/>
                    <a:pt x="1047617" y="2488368"/>
                  </a:cubicBezTo>
                  <a:cubicBezTo>
                    <a:pt x="1048457" y="2457784"/>
                    <a:pt x="1046588" y="2427185"/>
                    <a:pt x="1042031" y="2396930"/>
                  </a:cubicBezTo>
                  <a:cubicBezTo>
                    <a:pt x="1041176" y="2391759"/>
                    <a:pt x="1040122" y="2386584"/>
                    <a:pt x="1038963" y="2381416"/>
                  </a:cubicBezTo>
                  <a:cubicBezTo>
                    <a:pt x="1038502" y="2378851"/>
                    <a:pt x="1037890" y="2376315"/>
                    <a:pt x="1037129" y="2373822"/>
                  </a:cubicBezTo>
                  <a:cubicBezTo>
                    <a:pt x="1032796" y="2356670"/>
                    <a:pt x="1026755" y="2339994"/>
                    <a:pt x="1019095" y="2324047"/>
                  </a:cubicBezTo>
                  <a:cubicBezTo>
                    <a:pt x="1015187" y="2314505"/>
                    <a:pt x="1010671" y="2305225"/>
                    <a:pt x="1005573" y="2296263"/>
                  </a:cubicBezTo>
                  <a:cubicBezTo>
                    <a:pt x="1002505" y="2290975"/>
                    <a:pt x="999051" y="2285921"/>
                    <a:pt x="995240" y="2281142"/>
                  </a:cubicBezTo>
                  <a:cubicBezTo>
                    <a:pt x="1016552" y="2281989"/>
                    <a:pt x="1037805" y="2283945"/>
                    <a:pt x="1058914" y="2287002"/>
                  </a:cubicBezTo>
                  <a:cubicBezTo>
                    <a:pt x="1064109" y="2287780"/>
                    <a:pt x="1070438" y="2288199"/>
                    <a:pt x="1073548" y="2283943"/>
                  </a:cubicBezTo>
                  <a:cubicBezTo>
                    <a:pt x="1074935" y="2281626"/>
                    <a:pt x="1075613" y="2278953"/>
                    <a:pt x="1075497" y="2276255"/>
                  </a:cubicBezTo>
                  <a:cubicBezTo>
                    <a:pt x="1076487" y="2252089"/>
                    <a:pt x="1070744" y="2228123"/>
                    <a:pt x="1058910" y="2207029"/>
                  </a:cubicBezTo>
                  <a:cubicBezTo>
                    <a:pt x="1050730" y="2192516"/>
                    <a:pt x="1039366" y="2178321"/>
                    <a:pt x="1039680" y="2161643"/>
                  </a:cubicBezTo>
                  <a:cubicBezTo>
                    <a:pt x="1040270" y="2153869"/>
                    <a:pt x="1042170" y="2146250"/>
                    <a:pt x="1045298" y="2139108"/>
                  </a:cubicBezTo>
                  <a:cubicBezTo>
                    <a:pt x="1054776" y="2113701"/>
                    <a:pt x="1064253" y="2088294"/>
                    <a:pt x="1073729" y="2062887"/>
                  </a:cubicBezTo>
                  <a:cubicBezTo>
                    <a:pt x="1097730" y="1998543"/>
                    <a:pt x="1086309" y="1923804"/>
                    <a:pt x="1098774" y="1856238"/>
                  </a:cubicBezTo>
                  <a:cubicBezTo>
                    <a:pt x="1108515" y="1803420"/>
                    <a:pt x="1114758" y="1750016"/>
                    <a:pt x="1117459" y="1696376"/>
                  </a:cubicBezTo>
                  <a:cubicBezTo>
                    <a:pt x="1119767" y="1650525"/>
                    <a:pt x="1118332" y="1600871"/>
                    <a:pt x="1090811" y="1564235"/>
                  </a:cubicBezTo>
                  <a:cubicBezTo>
                    <a:pt x="1082759" y="1555397"/>
                    <a:pt x="1075779" y="1545640"/>
                    <a:pt x="1070016" y="1535166"/>
                  </a:cubicBezTo>
                  <a:cubicBezTo>
                    <a:pt x="1066065" y="1524024"/>
                    <a:pt x="1064381" y="1512204"/>
                    <a:pt x="1065064" y="1500401"/>
                  </a:cubicBezTo>
                  <a:cubicBezTo>
                    <a:pt x="1064584" y="1428655"/>
                    <a:pt x="1066033" y="1356931"/>
                    <a:pt x="1069409" y="1285230"/>
                  </a:cubicBezTo>
                  <a:cubicBezTo>
                    <a:pt x="1190013" y="1281985"/>
                    <a:pt x="1310117" y="1268408"/>
                    <a:pt x="1428401" y="1244648"/>
                  </a:cubicBezTo>
                  <a:cubicBezTo>
                    <a:pt x="1442332" y="1242237"/>
                    <a:pt x="1456011" y="1238551"/>
                    <a:pt x="1469267" y="1233637"/>
                  </a:cubicBezTo>
                  <a:cubicBezTo>
                    <a:pt x="1483972" y="1226598"/>
                    <a:pt x="1497828" y="1217910"/>
                    <a:pt x="1510569" y="1207741"/>
                  </a:cubicBezTo>
                  <a:cubicBezTo>
                    <a:pt x="1550814" y="1178656"/>
                    <a:pt x="1591632" y="1149028"/>
                    <a:pt x="1622232" y="1109831"/>
                  </a:cubicBezTo>
                  <a:cubicBezTo>
                    <a:pt x="1658666" y="1062432"/>
                    <a:pt x="1681545" y="1006028"/>
                    <a:pt x="1688425" y="946642"/>
                  </a:cubicBezTo>
                  <a:cubicBezTo>
                    <a:pt x="1717534" y="919682"/>
                    <a:pt x="1732990" y="881361"/>
                    <a:pt x="1747562" y="844368"/>
                  </a:cubicBezTo>
                  <a:cubicBezTo>
                    <a:pt x="1754761" y="828666"/>
                    <a:pt x="1759316" y="811883"/>
                    <a:pt x="1761043" y="794696"/>
                  </a:cubicBezTo>
                  <a:cubicBezTo>
                    <a:pt x="1761825" y="777107"/>
                    <a:pt x="1750231" y="758668"/>
                    <a:pt x="1753437" y="741358"/>
                  </a:cubicBezTo>
                  <a:cubicBezTo>
                    <a:pt x="1759034" y="711546"/>
                    <a:pt x="1774085" y="684329"/>
                    <a:pt x="1796361" y="663739"/>
                  </a:cubicBezTo>
                  <a:cubicBezTo>
                    <a:pt x="1801084" y="660350"/>
                    <a:pt x="1804649" y="655588"/>
                    <a:pt x="1806570" y="650101"/>
                  </a:cubicBezTo>
                  <a:cubicBezTo>
                    <a:pt x="1807169" y="645525"/>
                    <a:pt x="1806319" y="640877"/>
                    <a:pt x="1804140" y="636808"/>
                  </a:cubicBezTo>
                  <a:cubicBezTo>
                    <a:pt x="1803900" y="636270"/>
                    <a:pt x="1803559" y="635797"/>
                    <a:pt x="1803307" y="635266"/>
                  </a:cubicBezTo>
                  <a:cubicBezTo>
                    <a:pt x="1806083" y="633507"/>
                    <a:pt x="1808835" y="631696"/>
                    <a:pt x="1811545" y="629796"/>
                  </a:cubicBezTo>
                  <a:cubicBezTo>
                    <a:pt x="1821087" y="623058"/>
                    <a:pt x="1830193" y="615589"/>
                    <a:pt x="1839081" y="608266"/>
                  </a:cubicBezTo>
                  <a:cubicBezTo>
                    <a:pt x="1852739" y="598028"/>
                    <a:pt x="1864794" y="585811"/>
                    <a:pt x="1874848" y="572018"/>
                  </a:cubicBezTo>
                  <a:cubicBezTo>
                    <a:pt x="1884973" y="557978"/>
                    <a:pt x="1888409" y="540195"/>
                    <a:pt x="1884245" y="523393"/>
                  </a:cubicBezTo>
                  <a:close/>
                  <a:moveTo>
                    <a:pt x="570346" y="4449227"/>
                  </a:moveTo>
                  <a:cubicBezTo>
                    <a:pt x="567928" y="4449397"/>
                    <a:pt x="565501" y="4449516"/>
                    <a:pt x="563104" y="4449848"/>
                  </a:cubicBezTo>
                  <a:cubicBezTo>
                    <a:pt x="554121" y="4451073"/>
                    <a:pt x="545361" y="4453589"/>
                    <a:pt x="537097" y="4457317"/>
                  </a:cubicBezTo>
                  <a:cubicBezTo>
                    <a:pt x="536428" y="4457626"/>
                    <a:pt x="535797" y="4458009"/>
                    <a:pt x="535135" y="4458333"/>
                  </a:cubicBezTo>
                  <a:cubicBezTo>
                    <a:pt x="546450" y="4433898"/>
                    <a:pt x="557033" y="4409119"/>
                    <a:pt x="566672" y="4383942"/>
                  </a:cubicBezTo>
                  <a:cubicBezTo>
                    <a:pt x="567820" y="4380970"/>
                    <a:pt x="568903" y="4377961"/>
                    <a:pt x="570026" y="4374975"/>
                  </a:cubicBezTo>
                  <a:cubicBezTo>
                    <a:pt x="569608" y="4380572"/>
                    <a:pt x="569207" y="4386185"/>
                    <a:pt x="568786" y="4391777"/>
                  </a:cubicBezTo>
                  <a:cubicBezTo>
                    <a:pt x="566614" y="4410906"/>
                    <a:pt x="567139" y="4430245"/>
                    <a:pt x="570346" y="4449227"/>
                  </a:cubicBezTo>
                  <a:close/>
                </a:path>
              </a:pathLst>
            </a:custGeom>
            <a:solidFill>
              <a:srgbClr val="808080"/>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34" name="任意多边形: 形状 33">
              <a:extLst>
                <a:ext uri="{FF2B5EF4-FFF2-40B4-BE49-F238E27FC236}">
                  <a16:creationId xmlns:a16="http://schemas.microsoft.com/office/drawing/2014/main" id="{904763EC-FD65-43C6-A43C-68CE3A76D931}"/>
                </a:ext>
              </a:extLst>
            </p:cNvPr>
            <p:cNvSpPr/>
            <p:nvPr/>
          </p:nvSpPr>
          <p:spPr>
            <a:xfrm>
              <a:off x="2887339" y="1216911"/>
              <a:ext cx="400727" cy="364159"/>
            </a:xfrm>
            <a:custGeom>
              <a:avLst/>
              <a:gdLst>
                <a:gd name="connsiteX0" fmla="*/ 331989 w 400727"/>
                <a:gd name="connsiteY0" fmla="*/ 245607 h 364159"/>
                <a:gd name="connsiteX1" fmla="*/ 348598 w 400727"/>
                <a:gd name="connsiteY1" fmla="*/ 363618 h 364159"/>
                <a:gd name="connsiteX2" fmla="*/ -45 w 400727"/>
                <a:gd name="connsiteY2" fmla="*/ 330036 h 364159"/>
                <a:gd name="connsiteX3" fmla="*/ 59907 w 400727"/>
                <a:gd name="connsiteY3" fmla="*/ 234024 h 364159"/>
                <a:gd name="connsiteX4" fmla="*/ 71344 w 400727"/>
                <a:gd name="connsiteY4" fmla="*/ 86511 h 364159"/>
                <a:gd name="connsiteX5" fmla="*/ 69888 w 400727"/>
                <a:gd name="connsiteY5" fmla="*/ 78352 h 364159"/>
                <a:gd name="connsiteX6" fmla="*/ 57431 w 400727"/>
                <a:gd name="connsiteY6" fmla="*/ 16068 h 364159"/>
                <a:gd name="connsiteX7" fmla="*/ 97642 w 400727"/>
                <a:gd name="connsiteY7" fmla="*/ 989 h 364159"/>
                <a:gd name="connsiteX8" fmla="*/ 253971 w 400727"/>
                <a:gd name="connsiteY8" fmla="*/ 21167 h 364159"/>
                <a:gd name="connsiteX9" fmla="*/ 400683 w 400727"/>
                <a:gd name="connsiteY9" fmla="*/ 52856 h 364159"/>
                <a:gd name="connsiteX10" fmla="*/ 343863 w 400727"/>
                <a:gd name="connsiteY10" fmla="*/ 169920 h 364159"/>
                <a:gd name="connsiteX11" fmla="*/ 331989 w 400727"/>
                <a:gd name="connsiteY11" fmla="*/ 245607 h 364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0727" h="364159">
                  <a:moveTo>
                    <a:pt x="331989" y="245607"/>
                  </a:moveTo>
                  <a:cubicBezTo>
                    <a:pt x="333009" y="285382"/>
                    <a:pt x="346486" y="323917"/>
                    <a:pt x="348598" y="363618"/>
                  </a:cubicBezTo>
                  <a:cubicBezTo>
                    <a:pt x="231461" y="369446"/>
                    <a:pt x="115927" y="312626"/>
                    <a:pt x="-45" y="330036"/>
                  </a:cubicBezTo>
                  <a:cubicBezTo>
                    <a:pt x="32371" y="309057"/>
                    <a:pt x="49710" y="271249"/>
                    <a:pt x="59907" y="234024"/>
                  </a:cubicBezTo>
                  <a:cubicBezTo>
                    <a:pt x="72902" y="186000"/>
                    <a:pt x="76782" y="135964"/>
                    <a:pt x="71344" y="86511"/>
                  </a:cubicBezTo>
                  <a:cubicBezTo>
                    <a:pt x="71033" y="83763"/>
                    <a:pt x="70547" y="81038"/>
                    <a:pt x="69888" y="78352"/>
                  </a:cubicBezTo>
                  <a:cubicBezTo>
                    <a:pt x="65589" y="58902"/>
                    <a:pt x="54444" y="31366"/>
                    <a:pt x="57431" y="16068"/>
                  </a:cubicBezTo>
                  <a:cubicBezTo>
                    <a:pt x="61365" y="-4183"/>
                    <a:pt x="80451" y="-176"/>
                    <a:pt x="97642" y="989"/>
                  </a:cubicBezTo>
                  <a:cubicBezTo>
                    <a:pt x="150068" y="4982"/>
                    <a:pt x="202249" y="11718"/>
                    <a:pt x="253971" y="21167"/>
                  </a:cubicBezTo>
                  <a:cubicBezTo>
                    <a:pt x="267447" y="23499"/>
                    <a:pt x="398716" y="56280"/>
                    <a:pt x="400683" y="52856"/>
                  </a:cubicBezTo>
                  <a:cubicBezTo>
                    <a:pt x="377674" y="89768"/>
                    <a:pt x="358628" y="129007"/>
                    <a:pt x="343863" y="169920"/>
                  </a:cubicBezTo>
                  <a:cubicBezTo>
                    <a:pt x="335668" y="194300"/>
                    <a:pt x="331654" y="219889"/>
                    <a:pt x="331989" y="245607"/>
                  </a:cubicBezTo>
                  <a:close/>
                </a:path>
              </a:pathLst>
            </a:custGeom>
            <a:solidFill>
              <a:srgbClr val="A0616A"/>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35" name="任意多边形: 形状 34">
              <a:extLst>
                <a:ext uri="{FF2B5EF4-FFF2-40B4-BE49-F238E27FC236}">
                  <a16:creationId xmlns:a16="http://schemas.microsoft.com/office/drawing/2014/main" id="{DD553B7F-2429-44BE-AC6B-11EC0611D00E}"/>
                </a:ext>
              </a:extLst>
            </p:cNvPr>
            <p:cNvSpPr/>
            <p:nvPr/>
          </p:nvSpPr>
          <p:spPr>
            <a:xfrm>
              <a:off x="4141347" y="1093162"/>
              <a:ext cx="247553" cy="328030"/>
            </a:xfrm>
            <a:custGeom>
              <a:avLst/>
              <a:gdLst>
                <a:gd name="connsiteX0" fmla="*/ 236384 w 247553"/>
                <a:gd name="connsiteY0" fmla="*/ 246465 h 328030"/>
                <a:gd name="connsiteX1" fmla="*/ 200617 w 247553"/>
                <a:gd name="connsiteY1" fmla="*/ 282524 h 328030"/>
                <a:gd name="connsiteX2" fmla="*/ 173080 w 247553"/>
                <a:gd name="connsiteY2" fmla="*/ 303941 h 328030"/>
                <a:gd name="connsiteX3" fmla="*/ 114512 w 247553"/>
                <a:gd name="connsiteY3" fmla="*/ 327761 h 328030"/>
                <a:gd name="connsiteX4" fmla="*/ 10050 w 247553"/>
                <a:gd name="connsiteY4" fmla="*/ 289371 h 328030"/>
                <a:gd name="connsiteX5" fmla="*/ 70 w 247553"/>
                <a:gd name="connsiteY5" fmla="*/ 249379 h 328030"/>
                <a:gd name="connsiteX6" fmla="*/ 9685 w 247553"/>
                <a:gd name="connsiteY6" fmla="*/ 193432 h 328030"/>
                <a:gd name="connsiteX7" fmla="*/ 54850 w 247553"/>
                <a:gd name="connsiteY7" fmla="*/ 111699 h 328030"/>
                <a:gd name="connsiteX8" fmla="*/ 127478 w 247553"/>
                <a:gd name="connsiteY8" fmla="*/ 39071 h 328030"/>
                <a:gd name="connsiteX9" fmla="*/ 158364 w 247553"/>
                <a:gd name="connsiteY9" fmla="*/ 24866 h 328030"/>
                <a:gd name="connsiteX10" fmla="*/ 212927 w 247553"/>
                <a:gd name="connsiteY10" fmla="*/ 2503 h 328030"/>
                <a:gd name="connsiteX11" fmla="*/ 222833 w 247553"/>
                <a:gd name="connsiteY11" fmla="*/ -120 h 328030"/>
                <a:gd name="connsiteX12" fmla="*/ 231866 w 247553"/>
                <a:gd name="connsiteY12" fmla="*/ 34482 h 328030"/>
                <a:gd name="connsiteX13" fmla="*/ 167398 w 247553"/>
                <a:gd name="connsiteY13" fmla="*/ 93196 h 328030"/>
                <a:gd name="connsiteX14" fmla="*/ 206297 w 247553"/>
                <a:gd name="connsiteY14" fmla="*/ 123354 h 328030"/>
                <a:gd name="connsiteX15" fmla="*/ 211543 w 247553"/>
                <a:gd name="connsiteY15" fmla="*/ 135520 h 328030"/>
                <a:gd name="connsiteX16" fmla="*/ 229318 w 247553"/>
                <a:gd name="connsiteY16" fmla="*/ 140109 h 328030"/>
                <a:gd name="connsiteX17" fmla="*/ 235800 w 247553"/>
                <a:gd name="connsiteY17" fmla="*/ 170632 h 328030"/>
                <a:gd name="connsiteX18" fmla="*/ 245780 w 247553"/>
                <a:gd name="connsiteY18" fmla="*/ 198095 h 328030"/>
                <a:gd name="connsiteX19" fmla="*/ 236384 w 247553"/>
                <a:gd name="connsiteY19" fmla="*/ 246465 h 328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47553" h="328030">
                  <a:moveTo>
                    <a:pt x="236384" y="246465"/>
                  </a:moveTo>
                  <a:cubicBezTo>
                    <a:pt x="226320" y="260196"/>
                    <a:pt x="214265" y="272349"/>
                    <a:pt x="200617" y="282524"/>
                  </a:cubicBezTo>
                  <a:cubicBezTo>
                    <a:pt x="191728" y="289809"/>
                    <a:pt x="182622" y="297239"/>
                    <a:pt x="173080" y="303941"/>
                  </a:cubicBezTo>
                  <a:cubicBezTo>
                    <a:pt x="156086" y="317057"/>
                    <a:pt x="135837" y="325293"/>
                    <a:pt x="114512" y="327761"/>
                  </a:cubicBezTo>
                  <a:cubicBezTo>
                    <a:pt x="86611" y="329655"/>
                    <a:pt x="27387" y="313265"/>
                    <a:pt x="10050" y="289371"/>
                  </a:cubicBezTo>
                  <a:cubicBezTo>
                    <a:pt x="2741" y="277362"/>
                    <a:pt x="-740" y="263414"/>
                    <a:pt x="70" y="249379"/>
                  </a:cubicBezTo>
                  <a:cubicBezTo>
                    <a:pt x="361" y="230345"/>
                    <a:pt x="3605" y="211471"/>
                    <a:pt x="9685" y="193432"/>
                  </a:cubicBezTo>
                  <a:cubicBezTo>
                    <a:pt x="20552" y="164075"/>
                    <a:pt x="35778" y="136522"/>
                    <a:pt x="54850" y="111699"/>
                  </a:cubicBezTo>
                  <a:cubicBezTo>
                    <a:pt x="75028" y="83653"/>
                    <a:pt x="97465" y="56045"/>
                    <a:pt x="127478" y="39071"/>
                  </a:cubicBezTo>
                  <a:cubicBezTo>
                    <a:pt x="137478" y="33719"/>
                    <a:pt x="147792" y="28975"/>
                    <a:pt x="158364" y="24866"/>
                  </a:cubicBezTo>
                  <a:cubicBezTo>
                    <a:pt x="176577" y="17436"/>
                    <a:pt x="194716" y="9932"/>
                    <a:pt x="212927" y="2503"/>
                  </a:cubicBezTo>
                  <a:cubicBezTo>
                    <a:pt x="216026" y="988"/>
                    <a:pt x="219392" y="97"/>
                    <a:pt x="222833" y="-120"/>
                  </a:cubicBezTo>
                  <a:cubicBezTo>
                    <a:pt x="237476" y="25"/>
                    <a:pt x="240172" y="22389"/>
                    <a:pt x="231866" y="34482"/>
                  </a:cubicBezTo>
                  <a:cubicBezTo>
                    <a:pt x="215257" y="58812"/>
                    <a:pt x="177888" y="65587"/>
                    <a:pt x="167398" y="93196"/>
                  </a:cubicBezTo>
                  <a:cubicBezTo>
                    <a:pt x="185530" y="93757"/>
                    <a:pt x="201236" y="105934"/>
                    <a:pt x="206297" y="123354"/>
                  </a:cubicBezTo>
                  <a:cubicBezTo>
                    <a:pt x="206709" y="127864"/>
                    <a:pt x="208546" y="132125"/>
                    <a:pt x="211543" y="135520"/>
                  </a:cubicBezTo>
                  <a:cubicBezTo>
                    <a:pt x="216351" y="139381"/>
                    <a:pt x="223854" y="137195"/>
                    <a:pt x="229318" y="140109"/>
                  </a:cubicBezTo>
                  <a:cubicBezTo>
                    <a:pt x="239005" y="145281"/>
                    <a:pt x="234781" y="159705"/>
                    <a:pt x="235800" y="170632"/>
                  </a:cubicBezTo>
                  <a:cubicBezTo>
                    <a:pt x="238179" y="180103"/>
                    <a:pt x="241523" y="189306"/>
                    <a:pt x="245780" y="198095"/>
                  </a:cubicBezTo>
                  <a:cubicBezTo>
                    <a:pt x="249943" y="214815"/>
                    <a:pt x="246503" y="232519"/>
                    <a:pt x="236384" y="246465"/>
                  </a:cubicBezTo>
                  <a:close/>
                </a:path>
              </a:pathLst>
            </a:custGeom>
            <a:solidFill>
              <a:srgbClr val="A0616A"/>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36" name="任意多边形: 形状 35">
              <a:extLst>
                <a:ext uri="{FF2B5EF4-FFF2-40B4-BE49-F238E27FC236}">
                  <a16:creationId xmlns:a16="http://schemas.microsoft.com/office/drawing/2014/main" id="{2B79072E-7F71-410A-839F-77D5E65AAFCA}"/>
                </a:ext>
              </a:extLst>
            </p:cNvPr>
            <p:cNvSpPr/>
            <p:nvPr/>
          </p:nvSpPr>
          <p:spPr>
            <a:xfrm>
              <a:off x="2763102" y="5142476"/>
              <a:ext cx="242428" cy="196149"/>
            </a:xfrm>
            <a:custGeom>
              <a:avLst/>
              <a:gdLst>
                <a:gd name="connsiteX0" fmla="*/ -45 w 242428"/>
                <a:gd name="connsiteY0" fmla="*/ 184990 h 196149"/>
                <a:gd name="connsiteX1" fmla="*/ 36294 w 242428"/>
                <a:gd name="connsiteY1" fmla="*/ 179502 h 196149"/>
                <a:gd name="connsiteX2" fmla="*/ 240613 w 242428"/>
                <a:gd name="connsiteY2" fmla="*/ 196030 h 196149"/>
                <a:gd name="connsiteX3" fmla="*/ 216299 w 242428"/>
                <a:gd name="connsiteY3" fmla="*/ 71594 h 196149"/>
                <a:gd name="connsiteX4" fmla="*/ 208206 w 242428"/>
                <a:gd name="connsiteY4" fmla="*/ 40131 h 196149"/>
                <a:gd name="connsiteX5" fmla="*/ 156434 w 242428"/>
                <a:gd name="connsiteY5" fmla="*/ 8883 h 196149"/>
                <a:gd name="connsiteX6" fmla="*/ 41493 w 242428"/>
                <a:gd name="connsiteY6" fmla="*/ 24640 h 196149"/>
                <a:gd name="connsiteX7" fmla="*/ -45 w 242428"/>
                <a:gd name="connsiteY7" fmla="*/ 184990 h 196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2428" h="196149">
                  <a:moveTo>
                    <a:pt x="-45" y="184990"/>
                  </a:moveTo>
                  <a:cubicBezTo>
                    <a:pt x="8972" y="175980"/>
                    <a:pt x="23703" y="177511"/>
                    <a:pt x="36294" y="179502"/>
                  </a:cubicBezTo>
                  <a:cubicBezTo>
                    <a:pt x="103882" y="190188"/>
                    <a:pt x="172186" y="195713"/>
                    <a:pt x="240613" y="196030"/>
                  </a:cubicBezTo>
                  <a:cubicBezTo>
                    <a:pt x="249179" y="154196"/>
                    <a:pt x="224310" y="113537"/>
                    <a:pt x="216299" y="71594"/>
                  </a:cubicBezTo>
                  <a:cubicBezTo>
                    <a:pt x="215141" y="60769"/>
                    <a:pt x="212415" y="50171"/>
                    <a:pt x="208206" y="40131"/>
                  </a:cubicBezTo>
                  <a:cubicBezTo>
                    <a:pt x="198571" y="21643"/>
                    <a:pt x="176834" y="13186"/>
                    <a:pt x="156434" y="8883"/>
                  </a:cubicBezTo>
                  <a:cubicBezTo>
                    <a:pt x="119614" y="1117"/>
                    <a:pt x="62057" y="-12587"/>
                    <a:pt x="41493" y="24640"/>
                  </a:cubicBezTo>
                  <a:cubicBezTo>
                    <a:pt x="16818" y="69307"/>
                    <a:pt x="8924" y="135279"/>
                    <a:pt x="-45" y="184990"/>
                  </a:cubicBezTo>
                  <a:close/>
                </a:path>
              </a:pathLst>
            </a:custGeom>
            <a:solidFill>
              <a:srgbClr val="65617D"/>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37" name="任意多边形: 形状 36">
              <a:extLst>
                <a:ext uri="{FF2B5EF4-FFF2-40B4-BE49-F238E27FC236}">
                  <a16:creationId xmlns:a16="http://schemas.microsoft.com/office/drawing/2014/main" id="{69806636-5917-41F9-A31C-F2A88AA86435}"/>
                </a:ext>
              </a:extLst>
            </p:cNvPr>
            <p:cNvSpPr/>
            <p:nvPr/>
          </p:nvSpPr>
          <p:spPr>
            <a:xfrm>
              <a:off x="3070415" y="4969907"/>
              <a:ext cx="480833" cy="300051"/>
            </a:xfrm>
            <a:custGeom>
              <a:avLst/>
              <a:gdLst>
                <a:gd name="connsiteX0" fmla="*/ 441245 w 480833"/>
                <a:gd name="connsiteY0" fmla="*/ 199544 h 300051"/>
                <a:gd name="connsiteX1" fmla="*/ 345671 w 480833"/>
                <a:gd name="connsiteY1" fmla="*/ 228682 h 300051"/>
                <a:gd name="connsiteX2" fmla="*/ 247692 w 480833"/>
                <a:gd name="connsiteY2" fmla="*/ 251046 h 300051"/>
                <a:gd name="connsiteX3" fmla="*/ 172004 w 480833"/>
                <a:gd name="connsiteY3" fmla="*/ 294317 h 300051"/>
                <a:gd name="connsiteX4" fmla="*/ 93403 w 480833"/>
                <a:gd name="connsiteY4" fmla="*/ 295555 h 300051"/>
                <a:gd name="connsiteX5" fmla="*/ 12545 w 480833"/>
                <a:gd name="connsiteY5" fmla="*/ 251629 h 300051"/>
                <a:gd name="connsiteX6" fmla="*/ 1253 w 480833"/>
                <a:gd name="connsiteY6" fmla="*/ 169531 h 300051"/>
                <a:gd name="connsiteX7" fmla="*/ 8319 w 480833"/>
                <a:gd name="connsiteY7" fmla="*/ 74321 h 300051"/>
                <a:gd name="connsiteX8" fmla="*/ 14220 w 480833"/>
                <a:gd name="connsiteY8" fmla="*/ 51301 h 300051"/>
                <a:gd name="connsiteX9" fmla="*/ 120429 w 480833"/>
                <a:gd name="connsiteY9" fmla="*/ 64924 h 300051"/>
                <a:gd name="connsiteX10" fmla="*/ 249731 w 480833"/>
                <a:gd name="connsiteY10" fmla="*/ 9123 h 300051"/>
                <a:gd name="connsiteX11" fmla="*/ 259784 w 480833"/>
                <a:gd name="connsiteY11" fmla="*/ 1547 h 300051"/>
                <a:gd name="connsiteX12" fmla="*/ 297883 w 480833"/>
                <a:gd name="connsiteY12" fmla="*/ 16117 h 300051"/>
                <a:gd name="connsiteX13" fmla="*/ 301817 w 480833"/>
                <a:gd name="connsiteY13" fmla="*/ 19322 h 300051"/>
                <a:gd name="connsiteX14" fmla="*/ 398484 w 480833"/>
                <a:gd name="connsiteY14" fmla="*/ 53778 h 300051"/>
                <a:gd name="connsiteX15" fmla="*/ 478032 w 480833"/>
                <a:gd name="connsiteY15" fmla="*/ 112857 h 300051"/>
                <a:gd name="connsiteX16" fmla="*/ 479634 w 480833"/>
                <a:gd name="connsiteY16" fmla="*/ 119194 h 300051"/>
                <a:gd name="connsiteX17" fmla="*/ 441245 w 480833"/>
                <a:gd name="connsiteY17" fmla="*/ 199544 h 3000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80833" h="300051">
                  <a:moveTo>
                    <a:pt x="441245" y="199544"/>
                  </a:moveTo>
                  <a:cubicBezTo>
                    <a:pt x="413491" y="218484"/>
                    <a:pt x="379035" y="224385"/>
                    <a:pt x="345671" y="228682"/>
                  </a:cubicBezTo>
                  <a:cubicBezTo>
                    <a:pt x="312233" y="232907"/>
                    <a:pt x="277923" y="236186"/>
                    <a:pt x="247692" y="251046"/>
                  </a:cubicBezTo>
                  <a:cubicBezTo>
                    <a:pt x="221613" y="263940"/>
                    <a:pt x="199614" y="285065"/>
                    <a:pt x="172004" y="294317"/>
                  </a:cubicBezTo>
                  <a:cubicBezTo>
                    <a:pt x="146329" y="301358"/>
                    <a:pt x="119288" y="301784"/>
                    <a:pt x="93403" y="295555"/>
                  </a:cubicBezTo>
                  <a:cubicBezTo>
                    <a:pt x="62371" y="289727"/>
                    <a:pt x="29299" y="278436"/>
                    <a:pt x="12545" y="251629"/>
                  </a:cubicBezTo>
                  <a:cubicBezTo>
                    <a:pt x="-2389" y="227808"/>
                    <a:pt x="-787" y="197577"/>
                    <a:pt x="1253" y="169531"/>
                  </a:cubicBezTo>
                  <a:cubicBezTo>
                    <a:pt x="3656" y="137843"/>
                    <a:pt x="6012" y="106107"/>
                    <a:pt x="8319" y="74321"/>
                  </a:cubicBezTo>
                  <a:cubicBezTo>
                    <a:pt x="8204" y="66260"/>
                    <a:pt x="10241" y="58313"/>
                    <a:pt x="14220" y="51301"/>
                  </a:cubicBezTo>
                  <a:cubicBezTo>
                    <a:pt x="36656" y="18594"/>
                    <a:pt x="91218" y="64997"/>
                    <a:pt x="120429" y="64924"/>
                  </a:cubicBezTo>
                  <a:cubicBezTo>
                    <a:pt x="166687" y="64851"/>
                    <a:pt x="216368" y="39792"/>
                    <a:pt x="249731" y="9123"/>
                  </a:cubicBezTo>
                  <a:cubicBezTo>
                    <a:pt x="252653" y="6073"/>
                    <a:pt x="256047" y="3515"/>
                    <a:pt x="259784" y="1547"/>
                  </a:cubicBezTo>
                  <a:cubicBezTo>
                    <a:pt x="272970" y="-4353"/>
                    <a:pt x="286155" y="6574"/>
                    <a:pt x="297883" y="16117"/>
                  </a:cubicBezTo>
                  <a:cubicBezTo>
                    <a:pt x="299194" y="17210"/>
                    <a:pt x="300505" y="18302"/>
                    <a:pt x="301817" y="19322"/>
                  </a:cubicBezTo>
                  <a:cubicBezTo>
                    <a:pt x="328842" y="40739"/>
                    <a:pt x="365120" y="45109"/>
                    <a:pt x="398484" y="53778"/>
                  </a:cubicBezTo>
                  <a:cubicBezTo>
                    <a:pt x="431920" y="62447"/>
                    <a:pt x="467688" y="79930"/>
                    <a:pt x="478032" y="112857"/>
                  </a:cubicBezTo>
                  <a:cubicBezTo>
                    <a:pt x="478702" y="114932"/>
                    <a:pt x="479238" y="117049"/>
                    <a:pt x="479634" y="119194"/>
                  </a:cubicBezTo>
                  <a:cubicBezTo>
                    <a:pt x="485682" y="149498"/>
                    <a:pt x="467251" y="181769"/>
                    <a:pt x="441245" y="199544"/>
                  </a:cubicBezTo>
                  <a:close/>
                </a:path>
              </a:pathLst>
            </a:custGeom>
            <a:solidFill>
              <a:srgbClr val="3F3D56"/>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38" name="任意多边形: 形状 37">
              <a:extLst>
                <a:ext uri="{FF2B5EF4-FFF2-40B4-BE49-F238E27FC236}">
                  <a16:creationId xmlns:a16="http://schemas.microsoft.com/office/drawing/2014/main" id="{5DFAF17D-AE6D-4E53-A663-47BA7C1ED722}"/>
                </a:ext>
              </a:extLst>
            </p:cNvPr>
            <p:cNvSpPr/>
            <p:nvPr/>
          </p:nvSpPr>
          <p:spPr>
            <a:xfrm>
              <a:off x="3070415" y="4969907"/>
              <a:ext cx="480833" cy="300051"/>
            </a:xfrm>
            <a:custGeom>
              <a:avLst/>
              <a:gdLst>
                <a:gd name="connsiteX0" fmla="*/ 441245 w 480833"/>
                <a:gd name="connsiteY0" fmla="*/ 199544 h 300051"/>
                <a:gd name="connsiteX1" fmla="*/ 345671 w 480833"/>
                <a:gd name="connsiteY1" fmla="*/ 228682 h 300051"/>
                <a:gd name="connsiteX2" fmla="*/ 247692 w 480833"/>
                <a:gd name="connsiteY2" fmla="*/ 251046 h 300051"/>
                <a:gd name="connsiteX3" fmla="*/ 172004 w 480833"/>
                <a:gd name="connsiteY3" fmla="*/ 294317 h 300051"/>
                <a:gd name="connsiteX4" fmla="*/ 93403 w 480833"/>
                <a:gd name="connsiteY4" fmla="*/ 295555 h 300051"/>
                <a:gd name="connsiteX5" fmla="*/ 12545 w 480833"/>
                <a:gd name="connsiteY5" fmla="*/ 251629 h 300051"/>
                <a:gd name="connsiteX6" fmla="*/ 1253 w 480833"/>
                <a:gd name="connsiteY6" fmla="*/ 169531 h 300051"/>
                <a:gd name="connsiteX7" fmla="*/ 8319 w 480833"/>
                <a:gd name="connsiteY7" fmla="*/ 74321 h 300051"/>
                <a:gd name="connsiteX8" fmla="*/ 14220 w 480833"/>
                <a:gd name="connsiteY8" fmla="*/ 51301 h 300051"/>
                <a:gd name="connsiteX9" fmla="*/ 120429 w 480833"/>
                <a:gd name="connsiteY9" fmla="*/ 64924 h 300051"/>
                <a:gd name="connsiteX10" fmla="*/ 249731 w 480833"/>
                <a:gd name="connsiteY10" fmla="*/ 9123 h 300051"/>
                <a:gd name="connsiteX11" fmla="*/ 259784 w 480833"/>
                <a:gd name="connsiteY11" fmla="*/ 1547 h 300051"/>
                <a:gd name="connsiteX12" fmla="*/ 297883 w 480833"/>
                <a:gd name="connsiteY12" fmla="*/ 16117 h 300051"/>
                <a:gd name="connsiteX13" fmla="*/ 301817 w 480833"/>
                <a:gd name="connsiteY13" fmla="*/ 19322 h 300051"/>
                <a:gd name="connsiteX14" fmla="*/ 398484 w 480833"/>
                <a:gd name="connsiteY14" fmla="*/ 53778 h 300051"/>
                <a:gd name="connsiteX15" fmla="*/ 478032 w 480833"/>
                <a:gd name="connsiteY15" fmla="*/ 112857 h 300051"/>
                <a:gd name="connsiteX16" fmla="*/ 479634 w 480833"/>
                <a:gd name="connsiteY16" fmla="*/ 119194 h 300051"/>
                <a:gd name="connsiteX17" fmla="*/ 441245 w 480833"/>
                <a:gd name="connsiteY17" fmla="*/ 199544 h 3000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80833" h="300051">
                  <a:moveTo>
                    <a:pt x="441245" y="199544"/>
                  </a:moveTo>
                  <a:cubicBezTo>
                    <a:pt x="413491" y="218484"/>
                    <a:pt x="379035" y="224385"/>
                    <a:pt x="345671" y="228682"/>
                  </a:cubicBezTo>
                  <a:cubicBezTo>
                    <a:pt x="312233" y="232907"/>
                    <a:pt x="277923" y="236186"/>
                    <a:pt x="247692" y="251046"/>
                  </a:cubicBezTo>
                  <a:cubicBezTo>
                    <a:pt x="221613" y="263940"/>
                    <a:pt x="199614" y="285065"/>
                    <a:pt x="172004" y="294317"/>
                  </a:cubicBezTo>
                  <a:cubicBezTo>
                    <a:pt x="146329" y="301358"/>
                    <a:pt x="119288" y="301784"/>
                    <a:pt x="93403" y="295555"/>
                  </a:cubicBezTo>
                  <a:cubicBezTo>
                    <a:pt x="62371" y="289727"/>
                    <a:pt x="29299" y="278436"/>
                    <a:pt x="12545" y="251629"/>
                  </a:cubicBezTo>
                  <a:cubicBezTo>
                    <a:pt x="-2389" y="227808"/>
                    <a:pt x="-787" y="197577"/>
                    <a:pt x="1253" y="169531"/>
                  </a:cubicBezTo>
                  <a:cubicBezTo>
                    <a:pt x="3656" y="137843"/>
                    <a:pt x="6012" y="106107"/>
                    <a:pt x="8319" y="74321"/>
                  </a:cubicBezTo>
                  <a:cubicBezTo>
                    <a:pt x="8204" y="66260"/>
                    <a:pt x="10241" y="58313"/>
                    <a:pt x="14220" y="51301"/>
                  </a:cubicBezTo>
                  <a:cubicBezTo>
                    <a:pt x="36656" y="18594"/>
                    <a:pt x="91218" y="64997"/>
                    <a:pt x="120429" y="64924"/>
                  </a:cubicBezTo>
                  <a:cubicBezTo>
                    <a:pt x="166687" y="64851"/>
                    <a:pt x="216368" y="39792"/>
                    <a:pt x="249731" y="9123"/>
                  </a:cubicBezTo>
                  <a:cubicBezTo>
                    <a:pt x="252653" y="6073"/>
                    <a:pt x="256047" y="3515"/>
                    <a:pt x="259784" y="1547"/>
                  </a:cubicBezTo>
                  <a:cubicBezTo>
                    <a:pt x="272970" y="-4353"/>
                    <a:pt x="286155" y="6574"/>
                    <a:pt x="297883" y="16117"/>
                  </a:cubicBezTo>
                  <a:cubicBezTo>
                    <a:pt x="299194" y="17210"/>
                    <a:pt x="300505" y="18302"/>
                    <a:pt x="301817" y="19322"/>
                  </a:cubicBezTo>
                  <a:cubicBezTo>
                    <a:pt x="328842" y="40739"/>
                    <a:pt x="365120" y="45109"/>
                    <a:pt x="398484" y="53778"/>
                  </a:cubicBezTo>
                  <a:cubicBezTo>
                    <a:pt x="431920" y="62447"/>
                    <a:pt x="467688" y="79930"/>
                    <a:pt x="478032" y="112857"/>
                  </a:cubicBezTo>
                  <a:cubicBezTo>
                    <a:pt x="478702" y="114932"/>
                    <a:pt x="479238" y="117049"/>
                    <a:pt x="479634" y="119194"/>
                  </a:cubicBezTo>
                  <a:cubicBezTo>
                    <a:pt x="485682" y="149498"/>
                    <a:pt x="467251" y="181769"/>
                    <a:pt x="441245" y="199544"/>
                  </a:cubicBezTo>
                  <a:close/>
                </a:path>
              </a:pathLst>
            </a:custGeom>
            <a:solidFill>
              <a:srgbClr val="2F2E41"/>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39" name="任意多边形: 形状 38">
              <a:extLst>
                <a:ext uri="{FF2B5EF4-FFF2-40B4-BE49-F238E27FC236}">
                  <a16:creationId xmlns:a16="http://schemas.microsoft.com/office/drawing/2014/main" id="{2A572BE4-8300-4FC0-A7C1-7A4ECE2D51E2}"/>
                </a:ext>
              </a:extLst>
            </p:cNvPr>
            <p:cNvSpPr/>
            <p:nvPr/>
          </p:nvSpPr>
          <p:spPr>
            <a:xfrm>
              <a:off x="3070415" y="4969907"/>
              <a:ext cx="483817" cy="310713"/>
            </a:xfrm>
            <a:custGeom>
              <a:avLst/>
              <a:gdLst>
                <a:gd name="connsiteX0" fmla="*/ 441245 w 483817"/>
                <a:gd name="connsiteY0" fmla="*/ 210205 h 310713"/>
                <a:gd name="connsiteX1" fmla="*/ 345671 w 483817"/>
                <a:gd name="connsiteY1" fmla="*/ 239344 h 310713"/>
                <a:gd name="connsiteX2" fmla="*/ 247692 w 483817"/>
                <a:gd name="connsiteY2" fmla="*/ 261708 h 310713"/>
                <a:gd name="connsiteX3" fmla="*/ 172004 w 483817"/>
                <a:gd name="connsiteY3" fmla="*/ 304978 h 310713"/>
                <a:gd name="connsiteX4" fmla="*/ 93403 w 483817"/>
                <a:gd name="connsiteY4" fmla="*/ 306217 h 310713"/>
                <a:gd name="connsiteX5" fmla="*/ 12544 w 483817"/>
                <a:gd name="connsiteY5" fmla="*/ 251629 h 310713"/>
                <a:gd name="connsiteX6" fmla="*/ 1253 w 483817"/>
                <a:gd name="connsiteY6" fmla="*/ 169531 h 310713"/>
                <a:gd name="connsiteX7" fmla="*/ 8319 w 483817"/>
                <a:gd name="connsiteY7" fmla="*/ 74321 h 310713"/>
                <a:gd name="connsiteX8" fmla="*/ 14220 w 483817"/>
                <a:gd name="connsiteY8" fmla="*/ 51301 h 310713"/>
                <a:gd name="connsiteX9" fmla="*/ 120430 w 483817"/>
                <a:gd name="connsiteY9" fmla="*/ 64924 h 310713"/>
                <a:gd name="connsiteX10" fmla="*/ 249732 w 483817"/>
                <a:gd name="connsiteY10" fmla="*/ 9123 h 310713"/>
                <a:gd name="connsiteX11" fmla="*/ 259784 w 483817"/>
                <a:gd name="connsiteY11" fmla="*/ 1547 h 310713"/>
                <a:gd name="connsiteX12" fmla="*/ 297883 w 483817"/>
                <a:gd name="connsiteY12" fmla="*/ 16116 h 310713"/>
                <a:gd name="connsiteX13" fmla="*/ 265393 w 483817"/>
                <a:gd name="connsiteY13" fmla="*/ 83280 h 310713"/>
                <a:gd name="connsiteX14" fmla="*/ 163482 w 483817"/>
                <a:gd name="connsiteY14" fmla="*/ 147021 h 310713"/>
                <a:gd name="connsiteX15" fmla="*/ 101562 w 483817"/>
                <a:gd name="connsiteY15" fmla="*/ 149790 h 310713"/>
                <a:gd name="connsiteX16" fmla="*/ 70019 w 483817"/>
                <a:gd name="connsiteY16" fmla="*/ 195027 h 310713"/>
                <a:gd name="connsiteX17" fmla="*/ 121595 w 483817"/>
                <a:gd name="connsiteY17" fmla="*/ 219212 h 310713"/>
                <a:gd name="connsiteX18" fmla="*/ 205660 w 483817"/>
                <a:gd name="connsiteY18" fmla="*/ 213312 h 310713"/>
                <a:gd name="connsiteX19" fmla="*/ 253010 w 483817"/>
                <a:gd name="connsiteY19" fmla="*/ 192186 h 310713"/>
                <a:gd name="connsiteX20" fmla="*/ 462516 w 483817"/>
                <a:gd name="connsiteY20" fmla="*/ 132307 h 310713"/>
                <a:gd name="connsiteX21" fmla="*/ 479634 w 483817"/>
                <a:gd name="connsiteY21" fmla="*/ 119194 h 310713"/>
                <a:gd name="connsiteX22" fmla="*/ 441245 w 483817"/>
                <a:gd name="connsiteY22" fmla="*/ 210205 h 310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83817" h="310713">
                  <a:moveTo>
                    <a:pt x="441245" y="210205"/>
                  </a:moveTo>
                  <a:cubicBezTo>
                    <a:pt x="413491" y="229146"/>
                    <a:pt x="379035" y="235047"/>
                    <a:pt x="345671" y="239344"/>
                  </a:cubicBezTo>
                  <a:cubicBezTo>
                    <a:pt x="312234" y="243569"/>
                    <a:pt x="277923" y="246847"/>
                    <a:pt x="247692" y="261708"/>
                  </a:cubicBezTo>
                  <a:cubicBezTo>
                    <a:pt x="221613" y="274602"/>
                    <a:pt x="199614" y="295727"/>
                    <a:pt x="172004" y="304978"/>
                  </a:cubicBezTo>
                  <a:cubicBezTo>
                    <a:pt x="146329" y="312020"/>
                    <a:pt x="119288" y="312446"/>
                    <a:pt x="93403" y="306217"/>
                  </a:cubicBezTo>
                  <a:cubicBezTo>
                    <a:pt x="60376" y="299230"/>
                    <a:pt x="31372" y="279649"/>
                    <a:pt x="12544" y="251629"/>
                  </a:cubicBezTo>
                  <a:cubicBezTo>
                    <a:pt x="-2389" y="227808"/>
                    <a:pt x="-787" y="197577"/>
                    <a:pt x="1253" y="169531"/>
                  </a:cubicBezTo>
                  <a:cubicBezTo>
                    <a:pt x="3656" y="137843"/>
                    <a:pt x="6012" y="106106"/>
                    <a:pt x="8319" y="74321"/>
                  </a:cubicBezTo>
                  <a:cubicBezTo>
                    <a:pt x="8204" y="66260"/>
                    <a:pt x="10241" y="58314"/>
                    <a:pt x="14220" y="51301"/>
                  </a:cubicBezTo>
                  <a:cubicBezTo>
                    <a:pt x="36656" y="18593"/>
                    <a:pt x="91219" y="64996"/>
                    <a:pt x="120430" y="64924"/>
                  </a:cubicBezTo>
                  <a:cubicBezTo>
                    <a:pt x="166687" y="64851"/>
                    <a:pt x="216368" y="39792"/>
                    <a:pt x="249732" y="9123"/>
                  </a:cubicBezTo>
                  <a:cubicBezTo>
                    <a:pt x="252653" y="6073"/>
                    <a:pt x="256047" y="3515"/>
                    <a:pt x="259784" y="1547"/>
                  </a:cubicBezTo>
                  <a:cubicBezTo>
                    <a:pt x="272970" y="-4353"/>
                    <a:pt x="286155" y="6574"/>
                    <a:pt x="297883" y="16116"/>
                  </a:cubicBezTo>
                  <a:cubicBezTo>
                    <a:pt x="290170" y="39882"/>
                    <a:pt x="279238" y="62480"/>
                    <a:pt x="265393" y="83280"/>
                  </a:cubicBezTo>
                  <a:cubicBezTo>
                    <a:pt x="242759" y="118795"/>
                    <a:pt x="205320" y="142212"/>
                    <a:pt x="163482" y="147021"/>
                  </a:cubicBezTo>
                  <a:cubicBezTo>
                    <a:pt x="142793" y="148551"/>
                    <a:pt x="121595" y="144472"/>
                    <a:pt x="101562" y="149790"/>
                  </a:cubicBezTo>
                  <a:cubicBezTo>
                    <a:pt x="81602" y="155108"/>
                    <a:pt x="62953" y="175577"/>
                    <a:pt x="70019" y="195027"/>
                  </a:cubicBezTo>
                  <a:cubicBezTo>
                    <a:pt x="76939" y="213967"/>
                    <a:pt x="101417" y="218119"/>
                    <a:pt x="121595" y="219212"/>
                  </a:cubicBezTo>
                  <a:cubicBezTo>
                    <a:pt x="149859" y="220742"/>
                    <a:pt x="178852" y="222126"/>
                    <a:pt x="205660" y="213312"/>
                  </a:cubicBezTo>
                  <a:cubicBezTo>
                    <a:pt x="222051" y="207848"/>
                    <a:pt x="237056" y="198815"/>
                    <a:pt x="253010" y="192186"/>
                  </a:cubicBezTo>
                  <a:cubicBezTo>
                    <a:pt x="320830" y="164067"/>
                    <a:pt x="406497" y="179802"/>
                    <a:pt x="462516" y="132307"/>
                  </a:cubicBezTo>
                  <a:cubicBezTo>
                    <a:pt x="467830" y="127447"/>
                    <a:pt x="473558" y="123060"/>
                    <a:pt x="479634" y="119194"/>
                  </a:cubicBezTo>
                  <a:cubicBezTo>
                    <a:pt x="494301" y="149898"/>
                    <a:pt x="467251" y="192431"/>
                    <a:pt x="441245" y="210205"/>
                  </a:cubicBezTo>
                  <a:close/>
                </a:path>
              </a:pathLst>
            </a:custGeom>
            <a:solidFill>
              <a:srgbClr val="E8EAF2"/>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40" name="任意多边形: 形状 39">
              <a:extLst>
                <a:ext uri="{FF2B5EF4-FFF2-40B4-BE49-F238E27FC236}">
                  <a16:creationId xmlns:a16="http://schemas.microsoft.com/office/drawing/2014/main" id="{5DE4AC58-A50C-40AC-8A38-F43876292E4F}"/>
                </a:ext>
              </a:extLst>
            </p:cNvPr>
            <p:cNvSpPr/>
            <p:nvPr/>
          </p:nvSpPr>
          <p:spPr>
            <a:xfrm>
              <a:off x="3070415" y="4969907"/>
              <a:ext cx="483817" cy="310713"/>
            </a:xfrm>
            <a:custGeom>
              <a:avLst/>
              <a:gdLst>
                <a:gd name="connsiteX0" fmla="*/ 441245 w 483817"/>
                <a:gd name="connsiteY0" fmla="*/ 210205 h 310713"/>
                <a:gd name="connsiteX1" fmla="*/ 345671 w 483817"/>
                <a:gd name="connsiteY1" fmla="*/ 239344 h 310713"/>
                <a:gd name="connsiteX2" fmla="*/ 247692 w 483817"/>
                <a:gd name="connsiteY2" fmla="*/ 261708 h 310713"/>
                <a:gd name="connsiteX3" fmla="*/ 172004 w 483817"/>
                <a:gd name="connsiteY3" fmla="*/ 304978 h 310713"/>
                <a:gd name="connsiteX4" fmla="*/ 93403 w 483817"/>
                <a:gd name="connsiteY4" fmla="*/ 306217 h 310713"/>
                <a:gd name="connsiteX5" fmla="*/ 12544 w 483817"/>
                <a:gd name="connsiteY5" fmla="*/ 251629 h 310713"/>
                <a:gd name="connsiteX6" fmla="*/ 1253 w 483817"/>
                <a:gd name="connsiteY6" fmla="*/ 169531 h 310713"/>
                <a:gd name="connsiteX7" fmla="*/ 8319 w 483817"/>
                <a:gd name="connsiteY7" fmla="*/ 74321 h 310713"/>
                <a:gd name="connsiteX8" fmla="*/ 14220 w 483817"/>
                <a:gd name="connsiteY8" fmla="*/ 51301 h 310713"/>
                <a:gd name="connsiteX9" fmla="*/ 120430 w 483817"/>
                <a:gd name="connsiteY9" fmla="*/ 64924 h 310713"/>
                <a:gd name="connsiteX10" fmla="*/ 249732 w 483817"/>
                <a:gd name="connsiteY10" fmla="*/ 9123 h 310713"/>
                <a:gd name="connsiteX11" fmla="*/ 259784 w 483817"/>
                <a:gd name="connsiteY11" fmla="*/ 1547 h 310713"/>
                <a:gd name="connsiteX12" fmla="*/ 297883 w 483817"/>
                <a:gd name="connsiteY12" fmla="*/ 16116 h 310713"/>
                <a:gd name="connsiteX13" fmla="*/ 265393 w 483817"/>
                <a:gd name="connsiteY13" fmla="*/ 83280 h 310713"/>
                <a:gd name="connsiteX14" fmla="*/ 163482 w 483817"/>
                <a:gd name="connsiteY14" fmla="*/ 147021 h 310713"/>
                <a:gd name="connsiteX15" fmla="*/ 101562 w 483817"/>
                <a:gd name="connsiteY15" fmla="*/ 149790 h 310713"/>
                <a:gd name="connsiteX16" fmla="*/ 70019 w 483817"/>
                <a:gd name="connsiteY16" fmla="*/ 195027 h 310713"/>
                <a:gd name="connsiteX17" fmla="*/ 121595 w 483817"/>
                <a:gd name="connsiteY17" fmla="*/ 219212 h 310713"/>
                <a:gd name="connsiteX18" fmla="*/ 205660 w 483817"/>
                <a:gd name="connsiteY18" fmla="*/ 213312 h 310713"/>
                <a:gd name="connsiteX19" fmla="*/ 253010 w 483817"/>
                <a:gd name="connsiteY19" fmla="*/ 192186 h 310713"/>
                <a:gd name="connsiteX20" fmla="*/ 462516 w 483817"/>
                <a:gd name="connsiteY20" fmla="*/ 132307 h 310713"/>
                <a:gd name="connsiteX21" fmla="*/ 479634 w 483817"/>
                <a:gd name="connsiteY21" fmla="*/ 119194 h 310713"/>
                <a:gd name="connsiteX22" fmla="*/ 441245 w 483817"/>
                <a:gd name="connsiteY22" fmla="*/ 210205 h 310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83817" h="310713">
                  <a:moveTo>
                    <a:pt x="441245" y="210205"/>
                  </a:moveTo>
                  <a:cubicBezTo>
                    <a:pt x="413491" y="229146"/>
                    <a:pt x="379035" y="235047"/>
                    <a:pt x="345671" y="239344"/>
                  </a:cubicBezTo>
                  <a:cubicBezTo>
                    <a:pt x="312234" y="243569"/>
                    <a:pt x="277923" y="246847"/>
                    <a:pt x="247692" y="261708"/>
                  </a:cubicBezTo>
                  <a:cubicBezTo>
                    <a:pt x="221613" y="274602"/>
                    <a:pt x="199614" y="295727"/>
                    <a:pt x="172004" y="304978"/>
                  </a:cubicBezTo>
                  <a:cubicBezTo>
                    <a:pt x="146329" y="312020"/>
                    <a:pt x="119288" y="312446"/>
                    <a:pt x="93403" y="306217"/>
                  </a:cubicBezTo>
                  <a:cubicBezTo>
                    <a:pt x="60376" y="299230"/>
                    <a:pt x="31372" y="279649"/>
                    <a:pt x="12544" y="251629"/>
                  </a:cubicBezTo>
                  <a:cubicBezTo>
                    <a:pt x="-2389" y="227808"/>
                    <a:pt x="-787" y="197577"/>
                    <a:pt x="1253" y="169531"/>
                  </a:cubicBezTo>
                  <a:cubicBezTo>
                    <a:pt x="3656" y="137843"/>
                    <a:pt x="6012" y="106106"/>
                    <a:pt x="8319" y="74321"/>
                  </a:cubicBezTo>
                  <a:cubicBezTo>
                    <a:pt x="8204" y="66260"/>
                    <a:pt x="10241" y="58314"/>
                    <a:pt x="14220" y="51301"/>
                  </a:cubicBezTo>
                  <a:cubicBezTo>
                    <a:pt x="36656" y="18593"/>
                    <a:pt x="91219" y="64996"/>
                    <a:pt x="120430" y="64924"/>
                  </a:cubicBezTo>
                  <a:cubicBezTo>
                    <a:pt x="166687" y="64851"/>
                    <a:pt x="216368" y="39792"/>
                    <a:pt x="249732" y="9123"/>
                  </a:cubicBezTo>
                  <a:cubicBezTo>
                    <a:pt x="252653" y="6073"/>
                    <a:pt x="256047" y="3515"/>
                    <a:pt x="259784" y="1547"/>
                  </a:cubicBezTo>
                  <a:cubicBezTo>
                    <a:pt x="272970" y="-4353"/>
                    <a:pt x="286155" y="6574"/>
                    <a:pt x="297883" y="16116"/>
                  </a:cubicBezTo>
                  <a:cubicBezTo>
                    <a:pt x="290170" y="39882"/>
                    <a:pt x="279238" y="62480"/>
                    <a:pt x="265393" y="83280"/>
                  </a:cubicBezTo>
                  <a:cubicBezTo>
                    <a:pt x="242759" y="118795"/>
                    <a:pt x="205320" y="142212"/>
                    <a:pt x="163482" y="147021"/>
                  </a:cubicBezTo>
                  <a:cubicBezTo>
                    <a:pt x="142793" y="148551"/>
                    <a:pt x="121595" y="144472"/>
                    <a:pt x="101562" y="149790"/>
                  </a:cubicBezTo>
                  <a:cubicBezTo>
                    <a:pt x="81602" y="155108"/>
                    <a:pt x="62953" y="175577"/>
                    <a:pt x="70019" y="195027"/>
                  </a:cubicBezTo>
                  <a:cubicBezTo>
                    <a:pt x="76939" y="213967"/>
                    <a:pt x="101417" y="218119"/>
                    <a:pt x="121595" y="219212"/>
                  </a:cubicBezTo>
                  <a:cubicBezTo>
                    <a:pt x="149859" y="220742"/>
                    <a:pt x="178852" y="222126"/>
                    <a:pt x="205660" y="213312"/>
                  </a:cubicBezTo>
                  <a:cubicBezTo>
                    <a:pt x="222051" y="207848"/>
                    <a:pt x="237056" y="198815"/>
                    <a:pt x="253010" y="192186"/>
                  </a:cubicBezTo>
                  <a:cubicBezTo>
                    <a:pt x="320830" y="164067"/>
                    <a:pt x="406497" y="179802"/>
                    <a:pt x="462516" y="132307"/>
                  </a:cubicBezTo>
                  <a:cubicBezTo>
                    <a:pt x="467830" y="127447"/>
                    <a:pt x="473558" y="123060"/>
                    <a:pt x="479634" y="119194"/>
                  </a:cubicBezTo>
                  <a:cubicBezTo>
                    <a:pt x="494301" y="149898"/>
                    <a:pt x="467251" y="192431"/>
                    <a:pt x="441245" y="210205"/>
                  </a:cubicBezTo>
                  <a:close/>
                </a:path>
              </a:pathLst>
            </a:custGeom>
            <a:solidFill>
              <a:srgbClr val="000000">
                <a:alpha val="5000"/>
              </a:srgbClr>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41" name="任意多边形: 形状 40">
              <a:extLst>
                <a:ext uri="{FF2B5EF4-FFF2-40B4-BE49-F238E27FC236}">
                  <a16:creationId xmlns:a16="http://schemas.microsoft.com/office/drawing/2014/main" id="{8D3EE513-95F0-4CE7-9C61-264E98106EDB}"/>
                </a:ext>
              </a:extLst>
            </p:cNvPr>
            <p:cNvSpPr/>
            <p:nvPr/>
          </p:nvSpPr>
          <p:spPr>
            <a:xfrm>
              <a:off x="2767389" y="2982388"/>
              <a:ext cx="783410" cy="2077996"/>
            </a:xfrm>
            <a:custGeom>
              <a:avLst/>
              <a:gdLst>
                <a:gd name="connsiteX0" fmla="*/ 8352 w 783410"/>
                <a:gd name="connsiteY0" fmla="*/ 122376 h 2077996"/>
                <a:gd name="connsiteX1" fmla="*/ 65510 w 783410"/>
                <a:gd name="connsiteY1" fmla="*/ 430087 h 2077996"/>
                <a:gd name="connsiteX2" fmla="*/ 111968 w 783410"/>
                <a:gd name="connsiteY2" fmla="*/ 504580 h 2077996"/>
                <a:gd name="connsiteX3" fmla="*/ 130098 w 783410"/>
                <a:gd name="connsiteY3" fmla="*/ 563613 h 2077996"/>
                <a:gd name="connsiteX4" fmla="*/ 181583 w 783410"/>
                <a:gd name="connsiteY4" fmla="*/ 776720 h 2077996"/>
                <a:gd name="connsiteX5" fmla="*/ 205308 w 783410"/>
                <a:gd name="connsiteY5" fmla="*/ 951933 h 2077996"/>
                <a:gd name="connsiteX6" fmla="*/ 217383 w 783410"/>
                <a:gd name="connsiteY6" fmla="*/ 1071851 h 2077996"/>
                <a:gd name="connsiteX7" fmla="*/ 232700 w 783410"/>
                <a:gd name="connsiteY7" fmla="*/ 1092867 h 2077996"/>
                <a:gd name="connsiteX8" fmla="*/ 232952 w 783410"/>
                <a:gd name="connsiteY8" fmla="*/ 1120560 h 2077996"/>
                <a:gd name="connsiteX9" fmla="*/ 234639 w 783410"/>
                <a:gd name="connsiteY9" fmla="*/ 1586713 h 2077996"/>
                <a:gd name="connsiteX10" fmla="*/ 315977 w 783410"/>
                <a:gd name="connsiteY10" fmla="*/ 2010202 h 2077996"/>
                <a:gd name="connsiteX11" fmla="*/ 338500 w 783410"/>
                <a:gd name="connsiteY11" fmla="*/ 2057167 h 2077996"/>
                <a:gd name="connsiteX12" fmla="*/ 372270 w 783410"/>
                <a:gd name="connsiteY12" fmla="*/ 2073214 h 2077996"/>
                <a:gd name="connsiteX13" fmla="*/ 531966 w 783410"/>
                <a:gd name="connsiteY13" fmla="*/ 2047940 h 2077996"/>
                <a:gd name="connsiteX14" fmla="*/ 601698 w 783410"/>
                <a:gd name="connsiteY14" fmla="*/ 1964765 h 2077996"/>
                <a:gd name="connsiteX15" fmla="*/ 582321 w 783410"/>
                <a:gd name="connsiteY15" fmla="*/ 1913544 h 2077996"/>
                <a:gd name="connsiteX16" fmla="*/ 563101 w 783410"/>
                <a:gd name="connsiteY16" fmla="*/ 1807696 h 2077996"/>
                <a:gd name="connsiteX17" fmla="*/ 504784 w 783410"/>
                <a:gd name="connsiteY17" fmla="*/ 1542981 h 2077996"/>
                <a:gd name="connsiteX18" fmla="*/ 487319 w 783410"/>
                <a:gd name="connsiteY18" fmla="*/ 1274398 h 2077996"/>
                <a:gd name="connsiteX19" fmla="*/ 660111 w 783410"/>
                <a:gd name="connsiteY19" fmla="*/ 742829 h 2077996"/>
                <a:gd name="connsiteX20" fmla="*/ 675937 w 783410"/>
                <a:gd name="connsiteY20" fmla="*/ 719025 h 2077996"/>
                <a:gd name="connsiteX21" fmla="*/ 698339 w 783410"/>
                <a:gd name="connsiteY21" fmla="*/ 703733 h 2077996"/>
                <a:gd name="connsiteX22" fmla="*/ 708587 w 783410"/>
                <a:gd name="connsiteY22" fmla="*/ 675866 h 2077996"/>
                <a:gd name="connsiteX23" fmla="*/ 755048 w 783410"/>
                <a:gd name="connsiteY23" fmla="*/ 602438 h 2077996"/>
                <a:gd name="connsiteX24" fmla="*/ 780362 w 783410"/>
                <a:gd name="connsiteY24" fmla="*/ 386863 h 2077996"/>
                <a:gd name="connsiteX25" fmla="*/ 777525 w 783410"/>
                <a:gd name="connsiteY25" fmla="*/ 172621 h 2077996"/>
                <a:gd name="connsiteX26" fmla="*/ 657355 w 783410"/>
                <a:gd name="connsiteY26" fmla="*/ 7826 h 2077996"/>
                <a:gd name="connsiteX27" fmla="*/ 551970 w 783410"/>
                <a:gd name="connsiteY27" fmla="*/ 2848 h 2077996"/>
                <a:gd name="connsiteX28" fmla="*/ 8352 w 783410"/>
                <a:gd name="connsiteY28" fmla="*/ 122376 h 2077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783410" h="2077996">
                  <a:moveTo>
                    <a:pt x="8352" y="122376"/>
                  </a:moveTo>
                  <a:cubicBezTo>
                    <a:pt x="-13266" y="228477"/>
                    <a:pt x="7232" y="338827"/>
                    <a:pt x="65510" y="430087"/>
                  </a:cubicBezTo>
                  <a:cubicBezTo>
                    <a:pt x="81401" y="454708"/>
                    <a:pt x="100022" y="477822"/>
                    <a:pt x="111968" y="504580"/>
                  </a:cubicBezTo>
                  <a:cubicBezTo>
                    <a:pt x="119797" y="523664"/>
                    <a:pt x="125866" y="543424"/>
                    <a:pt x="130098" y="563613"/>
                  </a:cubicBezTo>
                  <a:lnTo>
                    <a:pt x="181583" y="776720"/>
                  </a:lnTo>
                  <a:cubicBezTo>
                    <a:pt x="195482" y="834250"/>
                    <a:pt x="209483" y="892894"/>
                    <a:pt x="205308" y="951933"/>
                  </a:cubicBezTo>
                  <a:cubicBezTo>
                    <a:pt x="202399" y="993070"/>
                    <a:pt x="192030" y="1039324"/>
                    <a:pt x="217383" y="1071851"/>
                  </a:cubicBezTo>
                  <a:cubicBezTo>
                    <a:pt x="223497" y="1078063"/>
                    <a:pt x="228658" y="1085145"/>
                    <a:pt x="232700" y="1092867"/>
                  </a:cubicBezTo>
                  <a:cubicBezTo>
                    <a:pt x="235227" y="1101914"/>
                    <a:pt x="235315" y="1111468"/>
                    <a:pt x="232952" y="1120560"/>
                  </a:cubicBezTo>
                  <a:cubicBezTo>
                    <a:pt x="206905" y="1275281"/>
                    <a:pt x="187588" y="1437034"/>
                    <a:pt x="234639" y="1586713"/>
                  </a:cubicBezTo>
                  <a:cubicBezTo>
                    <a:pt x="277283" y="1722375"/>
                    <a:pt x="279717" y="1872696"/>
                    <a:pt x="315977" y="2010202"/>
                  </a:cubicBezTo>
                  <a:cubicBezTo>
                    <a:pt x="320467" y="2027229"/>
                    <a:pt x="325602" y="2045178"/>
                    <a:pt x="338500" y="2057167"/>
                  </a:cubicBezTo>
                  <a:cubicBezTo>
                    <a:pt x="348193" y="2065325"/>
                    <a:pt x="359823" y="2070852"/>
                    <a:pt x="372270" y="2073214"/>
                  </a:cubicBezTo>
                  <a:cubicBezTo>
                    <a:pt x="425704" y="2085927"/>
                    <a:pt x="482130" y="2071033"/>
                    <a:pt x="531966" y="2047940"/>
                  </a:cubicBezTo>
                  <a:cubicBezTo>
                    <a:pt x="566990" y="2031711"/>
                    <a:pt x="604689" y="2003251"/>
                    <a:pt x="601698" y="1964765"/>
                  </a:cubicBezTo>
                  <a:cubicBezTo>
                    <a:pt x="600274" y="1946457"/>
                    <a:pt x="589580" y="1930412"/>
                    <a:pt x="582321" y="1913544"/>
                  </a:cubicBezTo>
                  <a:cubicBezTo>
                    <a:pt x="568086" y="1880462"/>
                    <a:pt x="566942" y="1843506"/>
                    <a:pt x="563101" y="1807696"/>
                  </a:cubicBezTo>
                  <a:cubicBezTo>
                    <a:pt x="553456" y="1717777"/>
                    <a:pt x="525735" y="1630955"/>
                    <a:pt x="504784" y="1542981"/>
                  </a:cubicBezTo>
                  <a:cubicBezTo>
                    <a:pt x="483832" y="1455007"/>
                    <a:pt x="469599" y="1363080"/>
                    <a:pt x="487319" y="1274398"/>
                  </a:cubicBezTo>
                  <a:cubicBezTo>
                    <a:pt x="523559" y="1090964"/>
                    <a:pt x="581567" y="912511"/>
                    <a:pt x="660111" y="742829"/>
                  </a:cubicBezTo>
                  <a:cubicBezTo>
                    <a:pt x="663528" y="733804"/>
                    <a:pt x="668938" y="725667"/>
                    <a:pt x="675937" y="719025"/>
                  </a:cubicBezTo>
                  <a:cubicBezTo>
                    <a:pt x="683815" y="714557"/>
                    <a:pt x="691308" y="709442"/>
                    <a:pt x="698339" y="703733"/>
                  </a:cubicBezTo>
                  <a:cubicBezTo>
                    <a:pt x="703778" y="695319"/>
                    <a:pt x="707278" y="685800"/>
                    <a:pt x="708587" y="675866"/>
                  </a:cubicBezTo>
                  <a:cubicBezTo>
                    <a:pt x="716380" y="647799"/>
                    <a:pt x="739529" y="627090"/>
                    <a:pt x="755048" y="602438"/>
                  </a:cubicBezTo>
                  <a:cubicBezTo>
                    <a:pt x="794231" y="540191"/>
                    <a:pt x="781814" y="460401"/>
                    <a:pt x="780362" y="386863"/>
                  </a:cubicBezTo>
                  <a:cubicBezTo>
                    <a:pt x="778951" y="315349"/>
                    <a:pt x="789248" y="243181"/>
                    <a:pt x="777525" y="172621"/>
                  </a:cubicBezTo>
                  <a:cubicBezTo>
                    <a:pt x="765802" y="102061"/>
                    <a:pt x="725379" y="29935"/>
                    <a:pt x="657355" y="7826"/>
                  </a:cubicBezTo>
                  <a:cubicBezTo>
                    <a:pt x="623658" y="-3126"/>
                    <a:pt x="587229" y="-642"/>
                    <a:pt x="551970" y="2848"/>
                  </a:cubicBezTo>
                  <a:cubicBezTo>
                    <a:pt x="365171" y="21338"/>
                    <a:pt x="183659" y="55270"/>
                    <a:pt x="8352" y="122376"/>
                  </a:cubicBezTo>
                  <a:close/>
                </a:path>
              </a:pathLst>
            </a:custGeom>
            <a:solidFill>
              <a:srgbClr val="2F2E41"/>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42" name="任意多边形: 形状 41">
              <a:extLst>
                <a:ext uri="{FF2B5EF4-FFF2-40B4-BE49-F238E27FC236}">
                  <a16:creationId xmlns:a16="http://schemas.microsoft.com/office/drawing/2014/main" id="{EA631251-8B99-404A-89D7-CC9929BB7557}"/>
                </a:ext>
              </a:extLst>
            </p:cNvPr>
            <p:cNvSpPr/>
            <p:nvPr/>
          </p:nvSpPr>
          <p:spPr>
            <a:xfrm>
              <a:off x="2767389" y="2982388"/>
              <a:ext cx="783410" cy="2077996"/>
            </a:xfrm>
            <a:custGeom>
              <a:avLst/>
              <a:gdLst>
                <a:gd name="connsiteX0" fmla="*/ 8352 w 783410"/>
                <a:gd name="connsiteY0" fmla="*/ 122376 h 2077996"/>
                <a:gd name="connsiteX1" fmla="*/ 65510 w 783410"/>
                <a:gd name="connsiteY1" fmla="*/ 430087 h 2077996"/>
                <a:gd name="connsiteX2" fmla="*/ 111968 w 783410"/>
                <a:gd name="connsiteY2" fmla="*/ 504580 h 2077996"/>
                <a:gd name="connsiteX3" fmla="*/ 130098 w 783410"/>
                <a:gd name="connsiteY3" fmla="*/ 563613 h 2077996"/>
                <a:gd name="connsiteX4" fmla="*/ 181583 w 783410"/>
                <a:gd name="connsiteY4" fmla="*/ 776720 h 2077996"/>
                <a:gd name="connsiteX5" fmla="*/ 205308 w 783410"/>
                <a:gd name="connsiteY5" fmla="*/ 951933 h 2077996"/>
                <a:gd name="connsiteX6" fmla="*/ 217383 w 783410"/>
                <a:gd name="connsiteY6" fmla="*/ 1071851 h 2077996"/>
                <a:gd name="connsiteX7" fmla="*/ 232700 w 783410"/>
                <a:gd name="connsiteY7" fmla="*/ 1092867 h 2077996"/>
                <a:gd name="connsiteX8" fmla="*/ 232952 w 783410"/>
                <a:gd name="connsiteY8" fmla="*/ 1120560 h 2077996"/>
                <a:gd name="connsiteX9" fmla="*/ 234639 w 783410"/>
                <a:gd name="connsiteY9" fmla="*/ 1586713 h 2077996"/>
                <a:gd name="connsiteX10" fmla="*/ 315977 w 783410"/>
                <a:gd name="connsiteY10" fmla="*/ 2010202 h 2077996"/>
                <a:gd name="connsiteX11" fmla="*/ 338500 w 783410"/>
                <a:gd name="connsiteY11" fmla="*/ 2057167 h 2077996"/>
                <a:gd name="connsiteX12" fmla="*/ 372270 w 783410"/>
                <a:gd name="connsiteY12" fmla="*/ 2073214 h 2077996"/>
                <a:gd name="connsiteX13" fmla="*/ 531966 w 783410"/>
                <a:gd name="connsiteY13" fmla="*/ 2047940 h 2077996"/>
                <a:gd name="connsiteX14" fmla="*/ 601698 w 783410"/>
                <a:gd name="connsiteY14" fmla="*/ 1964765 h 2077996"/>
                <a:gd name="connsiteX15" fmla="*/ 582321 w 783410"/>
                <a:gd name="connsiteY15" fmla="*/ 1913544 h 2077996"/>
                <a:gd name="connsiteX16" fmla="*/ 563101 w 783410"/>
                <a:gd name="connsiteY16" fmla="*/ 1807696 h 2077996"/>
                <a:gd name="connsiteX17" fmla="*/ 504784 w 783410"/>
                <a:gd name="connsiteY17" fmla="*/ 1542981 h 2077996"/>
                <a:gd name="connsiteX18" fmla="*/ 487319 w 783410"/>
                <a:gd name="connsiteY18" fmla="*/ 1274398 h 2077996"/>
                <a:gd name="connsiteX19" fmla="*/ 660111 w 783410"/>
                <a:gd name="connsiteY19" fmla="*/ 742829 h 2077996"/>
                <a:gd name="connsiteX20" fmla="*/ 675937 w 783410"/>
                <a:gd name="connsiteY20" fmla="*/ 719025 h 2077996"/>
                <a:gd name="connsiteX21" fmla="*/ 698339 w 783410"/>
                <a:gd name="connsiteY21" fmla="*/ 703733 h 2077996"/>
                <a:gd name="connsiteX22" fmla="*/ 708587 w 783410"/>
                <a:gd name="connsiteY22" fmla="*/ 675866 h 2077996"/>
                <a:gd name="connsiteX23" fmla="*/ 755048 w 783410"/>
                <a:gd name="connsiteY23" fmla="*/ 602438 h 2077996"/>
                <a:gd name="connsiteX24" fmla="*/ 780362 w 783410"/>
                <a:gd name="connsiteY24" fmla="*/ 386863 h 2077996"/>
                <a:gd name="connsiteX25" fmla="*/ 777525 w 783410"/>
                <a:gd name="connsiteY25" fmla="*/ 172621 h 2077996"/>
                <a:gd name="connsiteX26" fmla="*/ 657355 w 783410"/>
                <a:gd name="connsiteY26" fmla="*/ 7826 h 2077996"/>
                <a:gd name="connsiteX27" fmla="*/ 551970 w 783410"/>
                <a:gd name="connsiteY27" fmla="*/ 2848 h 2077996"/>
                <a:gd name="connsiteX28" fmla="*/ 8352 w 783410"/>
                <a:gd name="connsiteY28" fmla="*/ 122376 h 2077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783410" h="2077996">
                  <a:moveTo>
                    <a:pt x="8352" y="122376"/>
                  </a:moveTo>
                  <a:cubicBezTo>
                    <a:pt x="-13266" y="228477"/>
                    <a:pt x="7232" y="338827"/>
                    <a:pt x="65510" y="430087"/>
                  </a:cubicBezTo>
                  <a:cubicBezTo>
                    <a:pt x="81401" y="454708"/>
                    <a:pt x="100022" y="477822"/>
                    <a:pt x="111968" y="504580"/>
                  </a:cubicBezTo>
                  <a:cubicBezTo>
                    <a:pt x="119797" y="523664"/>
                    <a:pt x="125866" y="543424"/>
                    <a:pt x="130098" y="563613"/>
                  </a:cubicBezTo>
                  <a:lnTo>
                    <a:pt x="181583" y="776720"/>
                  </a:lnTo>
                  <a:cubicBezTo>
                    <a:pt x="195482" y="834250"/>
                    <a:pt x="209483" y="892894"/>
                    <a:pt x="205308" y="951933"/>
                  </a:cubicBezTo>
                  <a:cubicBezTo>
                    <a:pt x="202399" y="993070"/>
                    <a:pt x="192030" y="1039324"/>
                    <a:pt x="217383" y="1071851"/>
                  </a:cubicBezTo>
                  <a:cubicBezTo>
                    <a:pt x="223497" y="1078063"/>
                    <a:pt x="228658" y="1085145"/>
                    <a:pt x="232700" y="1092867"/>
                  </a:cubicBezTo>
                  <a:cubicBezTo>
                    <a:pt x="235227" y="1101914"/>
                    <a:pt x="235315" y="1111468"/>
                    <a:pt x="232952" y="1120560"/>
                  </a:cubicBezTo>
                  <a:cubicBezTo>
                    <a:pt x="206905" y="1275281"/>
                    <a:pt x="187588" y="1437034"/>
                    <a:pt x="234639" y="1586713"/>
                  </a:cubicBezTo>
                  <a:cubicBezTo>
                    <a:pt x="277283" y="1722375"/>
                    <a:pt x="279717" y="1872696"/>
                    <a:pt x="315977" y="2010202"/>
                  </a:cubicBezTo>
                  <a:cubicBezTo>
                    <a:pt x="320467" y="2027229"/>
                    <a:pt x="325602" y="2045178"/>
                    <a:pt x="338500" y="2057167"/>
                  </a:cubicBezTo>
                  <a:cubicBezTo>
                    <a:pt x="348193" y="2065325"/>
                    <a:pt x="359823" y="2070852"/>
                    <a:pt x="372270" y="2073214"/>
                  </a:cubicBezTo>
                  <a:cubicBezTo>
                    <a:pt x="425704" y="2085927"/>
                    <a:pt x="482130" y="2071033"/>
                    <a:pt x="531966" y="2047940"/>
                  </a:cubicBezTo>
                  <a:cubicBezTo>
                    <a:pt x="566990" y="2031711"/>
                    <a:pt x="604689" y="2003251"/>
                    <a:pt x="601698" y="1964765"/>
                  </a:cubicBezTo>
                  <a:cubicBezTo>
                    <a:pt x="600274" y="1946457"/>
                    <a:pt x="589580" y="1930412"/>
                    <a:pt x="582321" y="1913544"/>
                  </a:cubicBezTo>
                  <a:cubicBezTo>
                    <a:pt x="568086" y="1880462"/>
                    <a:pt x="566942" y="1843506"/>
                    <a:pt x="563101" y="1807696"/>
                  </a:cubicBezTo>
                  <a:cubicBezTo>
                    <a:pt x="553456" y="1717777"/>
                    <a:pt x="525735" y="1630955"/>
                    <a:pt x="504784" y="1542981"/>
                  </a:cubicBezTo>
                  <a:cubicBezTo>
                    <a:pt x="483832" y="1455007"/>
                    <a:pt x="469599" y="1363080"/>
                    <a:pt x="487319" y="1274398"/>
                  </a:cubicBezTo>
                  <a:cubicBezTo>
                    <a:pt x="523559" y="1090964"/>
                    <a:pt x="581567" y="912511"/>
                    <a:pt x="660111" y="742829"/>
                  </a:cubicBezTo>
                  <a:cubicBezTo>
                    <a:pt x="663528" y="733804"/>
                    <a:pt x="668938" y="725667"/>
                    <a:pt x="675937" y="719025"/>
                  </a:cubicBezTo>
                  <a:cubicBezTo>
                    <a:pt x="683815" y="714557"/>
                    <a:pt x="691308" y="709442"/>
                    <a:pt x="698339" y="703733"/>
                  </a:cubicBezTo>
                  <a:cubicBezTo>
                    <a:pt x="703778" y="695319"/>
                    <a:pt x="707278" y="685800"/>
                    <a:pt x="708587" y="675866"/>
                  </a:cubicBezTo>
                  <a:cubicBezTo>
                    <a:pt x="716380" y="647799"/>
                    <a:pt x="739529" y="627090"/>
                    <a:pt x="755048" y="602438"/>
                  </a:cubicBezTo>
                  <a:cubicBezTo>
                    <a:pt x="794231" y="540191"/>
                    <a:pt x="781814" y="460401"/>
                    <a:pt x="780362" y="386863"/>
                  </a:cubicBezTo>
                  <a:cubicBezTo>
                    <a:pt x="778951" y="315349"/>
                    <a:pt x="789248" y="243181"/>
                    <a:pt x="777525" y="172621"/>
                  </a:cubicBezTo>
                  <a:cubicBezTo>
                    <a:pt x="765802" y="102061"/>
                    <a:pt x="725379" y="29935"/>
                    <a:pt x="657355" y="7826"/>
                  </a:cubicBezTo>
                  <a:cubicBezTo>
                    <a:pt x="623658" y="-3126"/>
                    <a:pt x="587229" y="-642"/>
                    <a:pt x="551970" y="2848"/>
                  </a:cubicBezTo>
                  <a:cubicBezTo>
                    <a:pt x="365171" y="21338"/>
                    <a:pt x="183659" y="55270"/>
                    <a:pt x="8352" y="122376"/>
                  </a:cubicBezTo>
                  <a:close/>
                </a:path>
              </a:pathLst>
            </a:custGeom>
            <a:solidFill>
              <a:srgbClr val="000000">
                <a:alpha val="10000"/>
              </a:srgbClr>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43" name="任意多边形: 形状 42">
              <a:extLst>
                <a:ext uri="{FF2B5EF4-FFF2-40B4-BE49-F238E27FC236}">
                  <a16:creationId xmlns:a16="http://schemas.microsoft.com/office/drawing/2014/main" id="{CFD13F4A-5112-4422-A7EF-7D2E9E34E4E8}"/>
                </a:ext>
              </a:extLst>
            </p:cNvPr>
            <p:cNvSpPr/>
            <p:nvPr/>
          </p:nvSpPr>
          <p:spPr>
            <a:xfrm>
              <a:off x="2745182" y="3016810"/>
              <a:ext cx="819579" cy="2248079"/>
            </a:xfrm>
            <a:custGeom>
              <a:avLst/>
              <a:gdLst>
                <a:gd name="connsiteX0" fmla="*/ 791393 w 819579"/>
                <a:gd name="connsiteY0" fmla="*/ 536471 h 2248079"/>
                <a:gd name="connsiteX1" fmla="*/ 781995 w 819579"/>
                <a:gd name="connsiteY1" fmla="*/ 619152 h 2248079"/>
                <a:gd name="connsiteX2" fmla="*/ 676732 w 819579"/>
                <a:gd name="connsiteY2" fmla="*/ 1171983 h 2248079"/>
                <a:gd name="connsiteX3" fmla="*/ 665951 w 819579"/>
                <a:gd name="connsiteY3" fmla="*/ 1219552 h 2248079"/>
                <a:gd name="connsiteX4" fmla="*/ 594635 w 819579"/>
                <a:gd name="connsiteY4" fmla="*/ 1359854 h 2248079"/>
                <a:gd name="connsiteX5" fmla="*/ 341784 w 819579"/>
                <a:gd name="connsiteY5" fmla="*/ 2067629 h 2248079"/>
                <a:gd name="connsiteX6" fmla="*/ 324374 w 819579"/>
                <a:gd name="connsiteY6" fmla="*/ 2114833 h 2248079"/>
                <a:gd name="connsiteX7" fmla="*/ 272434 w 819579"/>
                <a:gd name="connsiteY7" fmla="*/ 2230732 h 2248079"/>
                <a:gd name="connsiteX8" fmla="*/ 261726 w 819579"/>
                <a:gd name="connsiteY8" fmla="*/ 2244572 h 2248079"/>
                <a:gd name="connsiteX9" fmla="*/ 244826 w 819579"/>
                <a:gd name="connsiteY9" fmla="*/ 2247851 h 2248079"/>
                <a:gd name="connsiteX10" fmla="*/ 26068 w 819579"/>
                <a:gd name="connsiteY10" fmla="*/ 2198097 h 2248079"/>
                <a:gd name="connsiteX11" fmla="*/ 2831 w 819579"/>
                <a:gd name="connsiteY11" fmla="*/ 2178793 h 2248079"/>
                <a:gd name="connsiteX12" fmla="*/ 354 w 819579"/>
                <a:gd name="connsiteY12" fmla="*/ 2156574 h 2248079"/>
                <a:gd name="connsiteX13" fmla="*/ 27598 w 819579"/>
                <a:gd name="connsiteY13" fmla="*/ 2021736 h 2248079"/>
                <a:gd name="connsiteX14" fmla="*/ 81504 w 819579"/>
                <a:gd name="connsiteY14" fmla="*/ 1956392 h 2248079"/>
                <a:gd name="connsiteX15" fmla="*/ 134317 w 819579"/>
                <a:gd name="connsiteY15" fmla="*/ 1523976 h 2248079"/>
                <a:gd name="connsiteX16" fmla="*/ 213064 w 819579"/>
                <a:gd name="connsiteY16" fmla="*/ 1316947 h 2248079"/>
                <a:gd name="connsiteX17" fmla="*/ 283143 w 819579"/>
                <a:gd name="connsiteY17" fmla="*/ 1172493 h 2248079"/>
                <a:gd name="connsiteX18" fmla="*/ 290209 w 819579"/>
                <a:gd name="connsiteY18" fmla="*/ 1104600 h 2248079"/>
                <a:gd name="connsiteX19" fmla="*/ 317088 w 819579"/>
                <a:gd name="connsiteY19" fmla="*/ 1088792 h 2248079"/>
                <a:gd name="connsiteX20" fmla="*/ 320876 w 819579"/>
                <a:gd name="connsiteY20" fmla="*/ 1075243 h 2248079"/>
                <a:gd name="connsiteX21" fmla="*/ 313957 w 819579"/>
                <a:gd name="connsiteY21" fmla="*/ 963278 h 2248079"/>
                <a:gd name="connsiteX22" fmla="*/ 297274 w 819579"/>
                <a:gd name="connsiteY22" fmla="*/ 890286 h 2248079"/>
                <a:gd name="connsiteX23" fmla="*/ 315632 w 819579"/>
                <a:gd name="connsiteY23" fmla="*/ 819771 h 2248079"/>
                <a:gd name="connsiteX24" fmla="*/ 316287 w 819579"/>
                <a:gd name="connsiteY24" fmla="*/ 668469 h 2248079"/>
                <a:gd name="connsiteX25" fmla="*/ 309293 w 819579"/>
                <a:gd name="connsiteY25" fmla="*/ 583967 h 2248079"/>
                <a:gd name="connsiteX26" fmla="*/ 296837 w 819579"/>
                <a:gd name="connsiteY26" fmla="*/ 545140 h 2248079"/>
                <a:gd name="connsiteX27" fmla="*/ 281467 w 819579"/>
                <a:gd name="connsiteY27" fmla="*/ 401997 h 2248079"/>
                <a:gd name="connsiteX28" fmla="*/ 231786 w 819579"/>
                <a:gd name="connsiteY28" fmla="*/ 367030 h 2248079"/>
                <a:gd name="connsiteX29" fmla="*/ 163601 w 819579"/>
                <a:gd name="connsiteY29" fmla="*/ 268979 h 2248079"/>
                <a:gd name="connsiteX30" fmla="*/ 144297 w 819579"/>
                <a:gd name="connsiteY30" fmla="*/ 148929 h 2248079"/>
                <a:gd name="connsiteX31" fmla="*/ 144005 w 819579"/>
                <a:gd name="connsiteY31" fmla="*/ 122995 h 2248079"/>
                <a:gd name="connsiteX32" fmla="*/ 147502 w 819579"/>
                <a:gd name="connsiteY32" fmla="*/ 110029 h 2248079"/>
                <a:gd name="connsiteX33" fmla="*/ 205998 w 819579"/>
                <a:gd name="connsiteY33" fmla="*/ 74480 h 2248079"/>
                <a:gd name="connsiteX34" fmla="*/ 652692 w 819579"/>
                <a:gd name="connsiteY34" fmla="*/ 22249 h 2248079"/>
                <a:gd name="connsiteX35" fmla="*/ 763272 w 819579"/>
                <a:gd name="connsiteY35" fmla="*/ 38057 h 2248079"/>
                <a:gd name="connsiteX36" fmla="*/ 794743 w 819579"/>
                <a:gd name="connsiteY36" fmla="*/ 114910 h 2248079"/>
                <a:gd name="connsiteX37" fmla="*/ 816669 w 819579"/>
                <a:gd name="connsiteY37" fmla="*/ 362441 h 2248079"/>
                <a:gd name="connsiteX38" fmla="*/ 791393 w 819579"/>
                <a:gd name="connsiteY38" fmla="*/ 536471 h 2248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819579" h="2248079">
                  <a:moveTo>
                    <a:pt x="791393" y="536471"/>
                  </a:moveTo>
                  <a:cubicBezTo>
                    <a:pt x="790840" y="564264"/>
                    <a:pt x="787694" y="591944"/>
                    <a:pt x="781995" y="619152"/>
                  </a:cubicBezTo>
                  <a:cubicBezTo>
                    <a:pt x="749069" y="803818"/>
                    <a:pt x="713981" y="988095"/>
                    <a:pt x="676732" y="1171983"/>
                  </a:cubicBezTo>
                  <a:cubicBezTo>
                    <a:pt x="673454" y="1187936"/>
                    <a:pt x="670249" y="1203890"/>
                    <a:pt x="665951" y="1219552"/>
                  </a:cubicBezTo>
                  <a:cubicBezTo>
                    <a:pt x="652073" y="1270723"/>
                    <a:pt x="627796" y="1318484"/>
                    <a:pt x="594635" y="1359854"/>
                  </a:cubicBezTo>
                  <a:cubicBezTo>
                    <a:pt x="439399" y="1553334"/>
                    <a:pt x="425994" y="1834302"/>
                    <a:pt x="341784" y="2067629"/>
                  </a:cubicBezTo>
                  <a:cubicBezTo>
                    <a:pt x="336103" y="2083436"/>
                    <a:pt x="330421" y="2099244"/>
                    <a:pt x="324374" y="2114833"/>
                  </a:cubicBezTo>
                  <a:cubicBezTo>
                    <a:pt x="309156" y="2154372"/>
                    <a:pt x="291817" y="2193060"/>
                    <a:pt x="272434" y="2230732"/>
                  </a:cubicBezTo>
                  <a:cubicBezTo>
                    <a:pt x="270170" y="2236222"/>
                    <a:pt x="266472" y="2241002"/>
                    <a:pt x="261726" y="2244572"/>
                  </a:cubicBezTo>
                  <a:cubicBezTo>
                    <a:pt x="256502" y="2247200"/>
                    <a:pt x="250654" y="2248335"/>
                    <a:pt x="244826" y="2247851"/>
                  </a:cubicBezTo>
                  <a:cubicBezTo>
                    <a:pt x="169053" y="2248286"/>
                    <a:pt x="94198" y="2231262"/>
                    <a:pt x="26068" y="2198097"/>
                  </a:cubicBezTo>
                  <a:cubicBezTo>
                    <a:pt x="16342" y="2194510"/>
                    <a:pt x="8140" y="2187697"/>
                    <a:pt x="2831" y="2178793"/>
                  </a:cubicBezTo>
                  <a:cubicBezTo>
                    <a:pt x="218" y="2171697"/>
                    <a:pt x="-632" y="2164071"/>
                    <a:pt x="354" y="2156574"/>
                  </a:cubicBezTo>
                  <a:cubicBezTo>
                    <a:pt x="2685" y="2110317"/>
                    <a:pt x="5525" y="2062384"/>
                    <a:pt x="27598" y="2021736"/>
                  </a:cubicBezTo>
                  <a:cubicBezTo>
                    <a:pt x="42245" y="1997415"/>
                    <a:pt x="60410" y="1975395"/>
                    <a:pt x="81504" y="1956392"/>
                  </a:cubicBezTo>
                  <a:cubicBezTo>
                    <a:pt x="88060" y="1811210"/>
                    <a:pt x="102411" y="1665736"/>
                    <a:pt x="134317" y="1523976"/>
                  </a:cubicBezTo>
                  <a:cubicBezTo>
                    <a:pt x="150708" y="1451494"/>
                    <a:pt x="170959" y="1378211"/>
                    <a:pt x="213064" y="1316947"/>
                  </a:cubicBezTo>
                  <a:cubicBezTo>
                    <a:pt x="244097" y="1271710"/>
                    <a:pt x="288607" y="1227055"/>
                    <a:pt x="283143" y="1172493"/>
                  </a:cubicBezTo>
                  <a:cubicBezTo>
                    <a:pt x="280739" y="1148526"/>
                    <a:pt x="270686" y="1118659"/>
                    <a:pt x="290209" y="1104600"/>
                  </a:cubicBezTo>
                  <a:cubicBezTo>
                    <a:pt x="298731" y="1098409"/>
                    <a:pt x="311334" y="1097607"/>
                    <a:pt x="317088" y="1088792"/>
                  </a:cubicBezTo>
                  <a:cubicBezTo>
                    <a:pt x="319407" y="1084640"/>
                    <a:pt x="320706" y="1079996"/>
                    <a:pt x="320876" y="1075243"/>
                  </a:cubicBezTo>
                  <a:cubicBezTo>
                    <a:pt x="324888" y="1037798"/>
                    <a:pt x="322548" y="999944"/>
                    <a:pt x="313957" y="963278"/>
                  </a:cubicBezTo>
                  <a:cubicBezTo>
                    <a:pt x="306858" y="939325"/>
                    <a:pt x="301286" y="914945"/>
                    <a:pt x="297274" y="890286"/>
                  </a:cubicBezTo>
                  <a:cubicBezTo>
                    <a:pt x="294797" y="865372"/>
                    <a:pt x="299023" y="838420"/>
                    <a:pt x="315632" y="819771"/>
                  </a:cubicBezTo>
                  <a:cubicBezTo>
                    <a:pt x="316651" y="769944"/>
                    <a:pt x="315267" y="718223"/>
                    <a:pt x="316287" y="668469"/>
                  </a:cubicBezTo>
                  <a:cubicBezTo>
                    <a:pt x="318250" y="640110"/>
                    <a:pt x="315892" y="611618"/>
                    <a:pt x="309293" y="583967"/>
                  </a:cubicBezTo>
                  <a:cubicBezTo>
                    <a:pt x="305506" y="570927"/>
                    <a:pt x="299751" y="558471"/>
                    <a:pt x="296837" y="545140"/>
                  </a:cubicBezTo>
                  <a:cubicBezTo>
                    <a:pt x="286420" y="497280"/>
                    <a:pt x="312427" y="439950"/>
                    <a:pt x="281467" y="401997"/>
                  </a:cubicBezTo>
                  <a:cubicBezTo>
                    <a:pt x="268573" y="386262"/>
                    <a:pt x="248687" y="378395"/>
                    <a:pt x="231786" y="367030"/>
                  </a:cubicBezTo>
                  <a:cubicBezTo>
                    <a:pt x="198058" y="344521"/>
                    <a:pt x="175912" y="307661"/>
                    <a:pt x="163601" y="268979"/>
                  </a:cubicBezTo>
                  <a:cubicBezTo>
                    <a:pt x="152677" y="229815"/>
                    <a:pt x="146201" y="189544"/>
                    <a:pt x="144297" y="148929"/>
                  </a:cubicBezTo>
                  <a:cubicBezTo>
                    <a:pt x="143290" y="140318"/>
                    <a:pt x="143193" y="131626"/>
                    <a:pt x="144005" y="122995"/>
                  </a:cubicBezTo>
                  <a:cubicBezTo>
                    <a:pt x="144551" y="118529"/>
                    <a:pt x="145728" y="114164"/>
                    <a:pt x="147502" y="110029"/>
                  </a:cubicBezTo>
                  <a:cubicBezTo>
                    <a:pt x="157118" y="88393"/>
                    <a:pt x="182979" y="80015"/>
                    <a:pt x="205998" y="74480"/>
                  </a:cubicBezTo>
                  <a:cubicBezTo>
                    <a:pt x="352294" y="39393"/>
                    <a:pt x="502248" y="21859"/>
                    <a:pt x="652692" y="22249"/>
                  </a:cubicBezTo>
                  <a:cubicBezTo>
                    <a:pt x="708346" y="-15631"/>
                    <a:pt x="739670" y="-2082"/>
                    <a:pt x="763272" y="38057"/>
                  </a:cubicBezTo>
                  <a:cubicBezTo>
                    <a:pt x="776307" y="62557"/>
                    <a:pt x="786850" y="88304"/>
                    <a:pt x="794743" y="114910"/>
                  </a:cubicBezTo>
                  <a:cubicBezTo>
                    <a:pt x="805524" y="147472"/>
                    <a:pt x="806179" y="329733"/>
                    <a:pt x="816669" y="362441"/>
                  </a:cubicBezTo>
                  <a:cubicBezTo>
                    <a:pt x="830292" y="404984"/>
                    <a:pt x="790883" y="491816"/>
                    <a:pt x="791393" y="536471"/>
                  </a:cubicBezTo>
                  <a:close/>
                </a:path>
              </a:pathLst>
            </a:custGeom>
            <a:solidFill>
              <a:srgbClr val="2F2E41"/>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44" name="任意多边形: 形状 43">
              <a:extLst>
                <a:ext uri="{FF2B5EF4-FFF2-40B4-BE49-F238E27FC236}">
                  <a16:creationId xmlns:a16="http://schemas.microsoft.com/office/drawing/2014/main" id="{CB8869F9-1815-4BE8-A131-639917EF6F4E}"/>
                </a:ext>
              </a:extLst>
            </p:cNvPr>
            <p:cNvSpPr/>
            <p:nvPr/>
          </p:nvSpPr>
          <p:spPr>
            <a:xfrm>
              <a:off x="2525307" y="1835495"/>
              <a:ext cx="376115" cy="1193453"/>
            </a:xfrm>
            <a:custGeom>
              <a:avLst/>
              <a:gdLst>
                <a:gd name="connsiteX0" fmla="*/ 5009 w 376115"/>
                <a:gd name="connsiteY0" fmla="*/ 59208 h 1193453"/>
                <a:gd name="connsiteX1" fmla="*/ 16187 w 376115"/>
                <a:gd name="connsiteY1" fmla="*/ 145003 h 1193453"/>
                <a:gd name="connsiteX2" fmla="*/ 4868 w 376115"/>
                <a:gd name="connsiteY2" fmla="*/ 219869 h 1193453"/>
                <a:gd name="connsiteX3" fmla="*/ 56556 w 376115"/>
                <a:gd name="connsiteY3" fmla="*/ 507773 h 1193453"/>
                <a:gd name="connsiteX4" fmla="*/ 68827 w 376115"/>
                <a:gd name="connsiteY4" fmla="*/ 555123 h 1193453"/>
                <a:gd name="connsiteX5" fmla="*/ 47653 w 376115"/>
                <a:gd name="connsiteY5" fmla="*/ 642655 h 1193453"/>
                <a:gd name="connsiteX6" fmla="*/ 84774 w 376115"/>
                <a:gd name="connsiteY6" fmla="*/ 827442 h 1193453"/>
                <a:gd name="connsiteX7" fmla="*/ 83326 w 376115"/>
                <a:gd name="connsiteY7" fmla="*/ 914547 h 1193453"/>
                <a:gd name="connsiteX8" fmla="*/ 108313 w 376115"/>
                <a:gd name="connsiteY8" fmla="*/ 967186 h 1193453"/>
                <a:gd name="connsiteX9" fmla="*/ 141200 w 376115"/>
                <a:gd name="connsiteY9" fmla="*/ 1065185 h 1193453"/>
                <a:gd name="connsiteX10" fmla="*/ 273728 w 376115"/>
                <a:gd name="connsiteY10" fmla="*/ 1193333 h 1193453"/>
                <a:gd name="connsiteX11" fmla="*/ 351803 w 376115"/>
                <a:gd name="connsiteY11" fmla="*/ 1144973 h 1193453"/>
                <a:gd name="connsiteX12" fmla="*/ 365431 w 376115"/>
                <a:gd name="connsiteY12" fmla="*/ 1102565 h 1193453"/>
                <a:gd name="connsiteX13" fmla="*/ 375899 w 376115"/>
                <a:gd name="connsiteY13" fmla="*/ 905799 h 1193453"/>
                <a:gd name="connsiteX14" fmla="*/ 366896 w 376115"/>
                <a:gd name="connsiteY14" fmla="*/ 736426 h 1193453"/>
                <a:gd name="connsiteX15" fmla="*/ 316536 w 376115"/>
                <a:gd name="connsiteY15" fmla="*/ 525764 h 1193453"/>
                <a:gd name="connsiteX16" fmla="*/ 252131 w 376115"/>
                <a:gd name="connsiteY16" fmla="*/ 260461 h 1193453"/>
                <a:gd name="connsiteX17" fmla="*/ 131615 w 376115"/>
                <a:gd name="connsiteY17" fmla="*/ 54389 h 1193453"/>
                <a:gd name="connsiteX18" fmla="*/ 64611 w 376115"/>
                <a:gd name="connsiteY18" fmla="*/ 489 h 1193453"/>
                <a:gd name="connsiteX19" fmla="*/ 5010 w 376115"/>
                <a:gd name="connsiteY19" fmla="*/ 59208 h 1193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76115" h="1193453">
                  <a:moveTo>
                    <a:pt x="5009" y="59208"/>
                  </a:moveTo>
                  <a:cubicBezTo>
                    <a:pt x="874" y="87886"/>
                    <a:pt x="14663" y="116069"/>
                    <a:pt x="16187" y="145003"/>
                  </a:cubicBezTo>
                  <a:cubicBezTo>
                    <a:pt x="17519" y="170284"/>
                    <a:pt x="9472" y="194976"/>
                    <a:pt x="4868" y="219869"/>
                  </a:cubicBezTo>
                  <a:cubicBezTo>
                    <a:pt x="-13100" y="317022"/>
                    <a:pt x="21423" y="415431"/>
                    <a:pt x="56556" y="507773"/>
                  </a:cubicBezTo>
                  <a:cubicBezTo>
                    <a:pt x="63237" y="522769"/>
                    <a:pt x="67384" y="538769"/>
                    <a:pt x="68827" y="555123"/>
                  </a:cubicBezTo>
                  <a:cubicBezTo>
                    <a:pt x="69766" y="585263"/>
                    <a:pt x="52407" y="612878"/>
                    <a:pt x="47653" y="642655"/>
                  </a:cubicBezTo>
                  <a:cubicBezTo>
                    <a:pt x="37663" y="705227"/>
                    <a:pt x="83818" y="764085"/>
                    <a:pt x="84774" y="827442"/>
                  </a:cubicBezTo>
                  <a:cubicBezTo>
                    <a:pt x="85215" y="856612"/>
                    <a:pt x="76028" y="886301"/>
                    <a:pt x="83326" y="914547"/>
                  </a:cubicBezTo>
                  <a:cubicBezTo>
                    <a:pt x="88196" y="933398"/>
                    <a:pt x="99963" y="949597"/>
                    <a:pt x="108313" y="967186"/>
                  </a:cubicBezTo>
                  <a:cubicBezTo>
                    <a:pt x="123108" y="998350"/>
                    <a:pt x="127078" y="1033709"/>
                    <a:pt x="141200" y="1065185"/>
                  </a:cubicBezTo>
                  <a:cubicBezTo>
                    <a:pt x="166721" y="1122068"/>
                    <a:pt x="221549" y="1159210"/>
                    <a:pt x="273728" y="1193333"/>
                  </a:cubicBezTo>
                  <a:cubicBezTo>
                    <a:pt x="303413" y="1183437"/>
                    <a:pt x="335507" y="1171687"/>
                    <a:pt x="351803" y="1144973"/>
                  </a:cubicBezTo>
                  <a:cubicBezTo>
                    <a:pt x="358957" y="1131813"/>
                    <a:pt x="363579" y="1117428"/>
                    <a:pt x="365431" y="1102565"/>
                  </a:cubicBezTo>
                  <a:cubicBezTo>
                    <a:pt x="376714" y="1037765"/>
                    <a:pt x="376322" y="971572"/>
                    <a:pt x="375899" y="905799"/>
                  </a:cubicBezTo>
                  <a:cubicBezTo>
                    <a:pt x="376853" y="849200"/>
                    <a:pt x="373844" y="792604"/>
                    <a:pt x="366896" y="736426"/>
                  </a:cubicBezTo>
                  <a:cubicBezTo>
                    <a:pt x="356356" y="664963"/>
                    <a:pt x="333170" y="596059"/>
                    <a:pt x="316536" y="525764"/>
                  </a:cubicBezTo>
                  <a:cubicBezTo>
                    <a:pt x="295556" y="437107"/>
                    <a:pt x="284806" y="345506"/>
                    <a:pt x="252131" y="260461"/>
                  </a:cubicBezTo>
                  <a:cubicBezTo>
                    <a:pt x="223417" y="185727"/>
                    <a:pt x="178691" y="118644"/>
                    <a:pt x="131615" y="54389"/>
                  </a:cubicBezTo>
                  <a:cubicBezTo>
                    <a:pt x="113653" y="29873"/>
                    <a:pt x="99473" y="-5172"/>
                    <a:pt x="64611" y="489"/>
                  </a:cubicBezTo>
                  <a:cubicBezTo>
                    <a:pt x="34399" y="5632"/>
                    <a:pt x="10603" y="29076"/>
                    <a:pt x="5010" y="59208"/>
                  </a:cubicBezTo>
                  <a:close/>
                </a:path>
              </a:pathLst>
            </a:custGeom>
            <a:solidFill>
              <a:srgbClr val="3F3D56"/>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45" name="任意多边形: 形状 44">
              <a:extLst>
                <a:ext uri="{FF2B5EF4-FFF2-40B4-BE49-F238E27FC236}">
                  <a16:creationId xmlns:a16="http://schemas.microsoft.com/office/drawing/2014/main" id="{BC472F44-5E51-41A3-863F-C5232BE437C7}"/>
                </a:ext>
              </a:extLst>
            </p:cNvPr>
            <p:cNvSpPr/>
            <p:nvPr/>
          </p:nvSpPr>
          <p:spPr>
            <a:xfrm>
              <a:off x="2525307" y="1835495"/>
              <a:ext cx="376115" cy="1193453"/>
            </a:xfrm>
            <a:custGeom>
              <a:avLst/>
              <a:gdLst>
                <a:gd name="connsiteX0" fmla="*/ 5009 w 376115"/>
                <a:gd name="connsiteY0" fmla="*/ 59208 h 1193453"/>
                <a:gd name="connsiteX1" fmla="*/ 16187 w 376115"/>
                <a:gd name="connsiteY1" fmla="*/ 145003 h 1193453"/>
                <a:gd name="connsiteX2" fmla="*/ 4868 w 376115"/>
                <a:gd name="connsiteY2" fmla="*/ 219869 h 1193453"/>
                <a:gd name="connsiteX3" fmla="*/ 56556 w 376115"/>
                <a:gd name="connsiteY3" fmla="*/ 507773 h 1193453"/>
                <a:gd name="connsiteX4" fmla="*/ 68827 w 376115"/>
                <a:gd name="connsiteY4" fmla="*/ 555123 h 1193453"/>
                <a:gd name="connsiteX5" fmla="*/ 47653 w 376115"/>
                <a:gd name="connsiteY5" fmla="*/ 642655 h 1193453"/>
                <a:gd name="connsiteX6" fmla="*/ 84774 w 376115"/>
                <a:gd name="connsiteY6" fmla="*/ 827442 h 1193453"/>
                <a:gd name="connsiteX7" fmla="*/ 83326 w 376115"/>
                <a:gd name="connsiteY7" fmla="*/ 914547 h 1193453"/>
                <a:gd name="connsiteX8" fmla="*/ 108313 w 376115"/>
                <a:gd name="connsiteY8" fmla="*/ 967186 h 1193453"/>
                <a:gd name="connsiteX9" fmla="*/ 141200 w 376115"/>
                <a:gd name="connsiteY9" fmla="*/ 1065185 h 1193453"/>
                <a:gd name="connsiteX10" fmla="*/ 273728 w 376115"/>
                <a:gd name="connsiteY10" fmla="*/ 1193333 h 1193453"/>
                <a:gd name="connsiteX11" fmla="*/ 351803 w 376115"/>
                <a:gd name="connsiteY11" fmla="*/ 1144973 h 1193453"/>
                <a:gd name="connsiteX12" fmla="*/ 365431 w 376115"/>
                <a:gd name="connsiteY12" fmla="*/ 1102565 h 1193453"/>
                <a:gd name="connsiteX13" fmla="*/ 375899 w 376115"/>
                <a:gd name="connsiteY13" fmla="*/ 905799 h 1193453"/>
                <a:gd name="connsiteX14" fmla="*/ 366896 w 376115"/>
                <a:gd name="connsiteY14" fmla="*/ 736426 h 1193453"/>
                <a:gd name="connsiteX15" fmla="*/ 316536 w 376115"/>
                <a:gd name="connsiteY15" fmla="*/ 525764 h 1193453"/>
                <a:gd name="connsiteX16" fmla="*/ 252131 w 376115"/>
                <a:gd name="connsiteY16" fmla="*/ 260461 h 1193453"/>
                <a:gd name="connsiteX17" fmla="*/ 131615 w 376115"/>
                <a:gd name="connsiteY17" fmla="*/ 54389 h 1193453"/>
                <a:gd name="connsiteX18" fmla="*/ 64611 w 376115"/>
                <a:gd name="connsiteY18" fmla="*/ 489 h 1193453"/>
                <a:gd name="connsiteX19" fmla="*/ 5010 w 376115"/>
                <a:gd name="connsiteY19" fmla="*/ 59208 h 1193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76115" h="1193453">
                  <a:moveTo>
                    <a:pt x="5009" y="59208"/>
                  </a:moveTo>
                  <a:cubicBezTo>
                    <a:pt x="874" y="87886"/>
                    <a:pt x="14663" y="116069"/>
                    <a:pt x="16187" y="145003"/>
                  </a:cubicBezTo>
                  <a:cubicBezTo>
                    <a:pt x="17519" y="170284"/>
                    <a:pt x="9472" y="194976"/>
                    <a:pt x="4868" y="219869"/>
                  </a:cubicBezTo>
                  <a:cubicBezTo>
                    <a:pt x="-13100" y="317022"/>
                    <a:pt x="21423" y="415431"/>
                    <a:pt x="56556" y="507773"/>
                  </a:cubicBezTo>
                  <a:cubicBezTo>
                    <a:pt x="63237" y="522769"/>
                    <a:pt x="67384" y="538769"/>
                    <a:pt x="68827" y="555123"/>
                  </a:cubicBezTo>
                  <a:cubicBezTo>
                    <a:pt x="69766" y="585263"/>
                    <a:pt x="52407" y="612878"/>
                    <a:pt x="47653" y="642655"/>
                  </a:cubicBezTo>
                  <a:cubicBezTo>
                    <a:pt x="37663" y="705227"/>
                    <a:pt x="83818" y="764085"/>
                    <a:pt x="84774" y="827442"/>
                  </a:cubicBezTo>
                  <a:cubicBezTo>
                    <a:pt x="85215" y="856612"/>
                    <a:pt x="76028" y="886301"/>
                    <a:pt x="83326" y="914547"/>
                  </a:cubicBezTo>
                  <a:cubicBezTo>
                    <a:pt x="88196" y="933398"/>
                    <a:pt x="99963" y="949597"/>
                    <a:pt x="108313" y="967186"/>
                  </a:cubicBezTo>
                  <a:cubicBezTo>
                    <a:pt x="123108" y="998350"/>
                    <a:pt x="127078" y="1033709"/>
                    <a:pt x="141200" y="1065185"/>
                  </a:cubicBezTo>
                  <a:cubicBezTo>
                    <a:pt x="166721" y="1122068"/>
                    <a:pt x="221549" y="1159210"/>
                    <a:pt x="273728" y="1193333"/>
                  </a:cubicBezTo>
                  <a:cubicBezTo>
                    <a:pt x="303413" y="1183437"/>
                    <a:pt x="335507" y="1171687"/>
                    <a:pt x="351803" y="1144973"/>
                  </a:cubicBezTo>
                  <a:cubicBezTo>
                    <a:pt x="358957" y="1131813"/>
                    <a:pt x="363579" y="1117428"/>
                    <a:pt x="365431" y="1102565"/>
                  </a:cubicBezTo>
                  <a:cubicBezTo>
                    <a:pt x="376714" y="1037765"/>
                    <a:pt x="376322" y="971572"/>
                    <a:pt x="375899" y="905799"/>
                  </a:cubicBezTo>
                  <a:cubicBezTo>
                    <a:pt x="376853" y="849200"/>
                    <a:pt x="373844" y="792604"/>
                    <a:pt x="366896" y="736426"/>
                  </a:cubicBezTo>
                  <a:cubicBezTo>
                    <a:pt x="356356" y="664963"/>
                    <a:pt x="333170" y="596059"/>
                    <a:pt x="316536" y="525764"/>
                  </a:cubicBezTo>
                  <a:cubicBezTo>
                    <a:pt x="295556" y="437107"/>
                    <a:pt x="284806" y="345506"/>
                    <a:pt x="252131" y="260461"/>
                  </a:cubicBezTo>
                  <a:cubicBezTo>
                    <a:pt x="223417" y="185727"/>
                    <a:pt x="178691" y="118644"/>
                    <a:pt x="131615" y="54389"/>
                  </a:cubicBezTo>
                  <a:cubicBezTo>
                    <a:pt x="113653" y="29873"/>
                    <a:pt x="99473" y="-5172"/>
                    <a:pt x="64611" y="489"/>
                  </a:cubicBezTo>
                  <a:cubicBezTo>
                    <a:pt x="34399" y="5632"/>
                    <a:pt x="10603" y="29076"/>
                    <a:pt x="5010" y="59208"/>
                  </a:cubicBezTo>
                  <a:close/>
                </a:path>
              </a:pathLst>
            </a:custGeom>
            <a:solidFill>
              <a:srgbClr val="000000">
                <a:alpha val="5000"/>
              </a:srgbClr>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46" name="任意多边形: 形状 45">
              <a:extLst>
                <a:ext uri="{FF2B5EF4-FFF2-40B4-BE49-F238E27FC236}">
                  <a16:creationId xmlns:a16="http://schemas.microsoft.com/office/drawing/2014/main" id="{2D76C00E-F890-494F-8987-12353F23D2BF}"/>
                </a:ext>
              </a:extLst>
            </p:cNvPr>
            <p:cNvSpPr/>
            <p:nvPr/>
          </p:nvSpPr>
          <p:spPr>
            <a:xfrm>
              <a:off x="2944583" y="1216911"/>
              <a:ext cx="343483" cy="177834"/>
            </a:xfrm>
            <a:custGeom>
              <a:avLst/>
              <a:gdLst>
                <a:gd name="connsiteX0" fmla="*/ 343439 w 343483"/>
                <a:gd name="connsiteY0" fmla="*/ 52856 h 177834"/>
                <a:gd name="connsiteX1" fmla="*/ 286619 w 343483"/>
                <a:gd name="connsiteY1" fmla="*/ 169920 h 177834"/>
                <a:gd name="connsiteX2" fmla="*/ 222078 w 343483"/>
                <a:gd name="connsiteY2" fmla="*/ 177714 h 177834"/>
                <a:gd name="connsiteX3" fmla="*/ 28239 w 343483"/>
                <a:gd name="connsiteY3" fmla="*/ 68993 h 177834"/>
                <a:gd name="connsiteX4" fmla="*/ 187 w 343483"/>
                <a:gd name="connsiteY4" fmla="*/ 16068 h 177834"/>
                <a:gd name="connsiteX5" fmla="*/ 40399 w 343483"/>
                <a:gd name="connsiteY5" fmla="*/ 989 h 177834"/>
                <a:gd name="connsiteX6" fmla="*/ 196728 w 343483"/>
                <a:gd name="connsiteY6" fmla="*/ 21167 h 177834"/>
                <a:gd name="connsiteX7" fmla="*/ 343439 w 343483"/>
                <a:gd name="connsiteY7" fmla="*/ 52856 h 177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483" h="177834">
                  <a:moveTo>
                    <a:pt x="343439" y="52856"/>
                  </a:moveTo>
                  <a:cubicBezTo>
                    <a:pt x="320430" y="89768"/>
                    <a:pt x="301385" y="129007"/>
                    <a:pt x="286619" y="169920"/>
                  </a:cubicBezTo>
                  <a:cubicBezTo>
                    <a:pt x="265498" y="175113"/>
                    <a:pt x="243827" y="177730"/>
                    <a:pt x="222078" y="177714"/>
                  </a:cubicBezTo>
                  <a:cubicBezTo>
                    <a:pt x="137648" y="177714"/>
                    <a:pt x="77847" y="129674"/>
                    <a:pt x="28239" y="68993"/>
                  </a:cubicBezTo>
                  <a:cubicBezTo>
                    <a:pt x="23940" y="49543"/>
                    <a:pt x="-2800" y="31366"/>
                    <a:pt x="187" y="16068"/>
                  </a:cubicBezTo>
                  <a:cubicBezTo>
                    <a:pt x="4121" y="-4183"/>
                    <a:pt x="23207" y="-176"/>
                    <a:pt x="40399" y="989"/>
                  </a:cubicBezTo>
                  <a:cubicBezTo>
                    <a:pt x="92825" y="4982"/>
                    <a:pt x="145006" y="11718"/>
                    <a:pt x="196728" y="21167"/>
                  </a:cubicBezTo>
                  <a:cubicBezTo>
                    <a:pt x="210203" y="23499"/>
                    <a:pt x="341472" y="56280"/>
                    <a:pt x="343439" y="52856"/>
                  </a:cubicBezTo>
                  <a:close/>
                </a:path>
              </a:pathLst>
            </a:custGeom>
            <a:solidFill>
              <a:srgbClr val="000000">
                <a:alpha val="10000"/>
              </a:srgbClr>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47" name="任意多边形: 形状 46">
              <a:extLst>
                <a:ext uri="{FF2B5EF4-FFF2-40B4-BE49-F238E27FC236}">
                  <a16:creationId xmlns:a16="http://schemas.microsoft.com/office/drawing/2014/main" id="{668456B9-4D6A-401C-987D-41461BC7AA80}"/>
                </a:ext>
              </a:extLst>
            </p:cNvPr>
            <p:cNvSpPr/>
            <p:nvPr/>
          </p:nvSpPr>
          <p:spPr>
            <a:xfrm>
              <a:off x="2896225" y="846413"/>
              <a:ext cx="541013" cy="541013"/>
            </a:xfrm>
            <a:custGeom>
              <a:avLst/>
              <a:gdLst>
                <a:gd name="connsiteX0" fmla="*/ 541013 w 541013"/>
                <a:gd name="connsiteY0" fmla="*/ 270507 h 541013"/>
                <a:gd name="connsiteX1" fmla="*/ 270507 w 541013"/>
                <a:gd name="connsiteY1" fmla="*/ 541013 h 541013"/>
                <a:gd name="connsiteX2" fmla="*/ 0 w 541013"/>
                <a:gd name="connsiteY2" fmla="*/ 270507 h 541013"/>
                <a:gd name="connsiteX3" fmla="*/ 270507 w 541013"/>
                <a:gd name="connsiteY3" fmla="*/ 0 h 541013"/>
                <a:gd name="connsiteX4" fmla="*/ 541013 w 541013"/>
                <a:gd name="connsiteY4" fmla="*/ 270507 h 5410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1013" h="541013">
                  <a:moveTo>
                    <a:pt x="541013" y="270507"/>
                  </a:moveTo>
                  <a:cubicBezTo>
                    <a:pt x="541013" y="419903"/>
                    <a:pt x="419903" y="541013"/>
                    <a:pt x="270507" y="541013"/>
                  </a:cubicBezTo>
                  <a:cubicBezTo>
                    <a:pt x="121110" y="541013"/>
                    <a:pt x="0" y="419903"/>
                    <a:pt x="0" y="270507"/>
                  </a:cubicBezTo>
                  <a:cubicBezTo>
                    <a:pt x="0" y="121110"/>
                    <a:pt x="121110" y="0"/>
                    <a:pt x="270507" y="0"/>
                  </a:cubicBezTo>
                  <a:cubicBezTo>
                    <a:pt x="419903" y="0"/>
                    <a:pt x="541013" y="121110"/>
                    <a:pt x="541013" y="270507"/>
                  </a:cubicBezTo>
                  <a:close/>
                </a:path>
              </a:pathLst>
            </a:custGeom>
            <a:solidFill>
              <a:srgbClr val="A0616A"/>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48" name="任意多边形: 形状 47">
              <a:extLst>
                <a:ext uri="{FF2B5EF4-FFF2-40B4-BE49-F238E27FC236}">
                  <a16:creationId xmlns:a16="http://schemas.microsoft.com/office/drawing/2014/main" id="{EF240226-DF69-4A4C-B2D3-87EFF390B68B}"/>
                </a:ext>
              </a:extLst>
            </p:cNvPr>
            <p:cNvSpPr/>
            <p:nvPr/>
          </p:nvSpPr>
          <p:spPr>
            <a:xfrm>
              <a:off x="2889233" y="3016810"/>
              <a:ext cx="619266" cy="123114"/>
            </a:xfrm>
            <a:custGeom>
              <a:avLst/>
              <a:gdLst>
                <a:gd name="connsiteX0" fmla="*/ 619222 w 619266"/>
                <a:gd name="connsiteY0" fmla="*/ 38057 h 123114"/>
                <a:gd name="connsiteX1" fmla="*/ 478265 w 619266"/>
                <a:gd name="connsiteY1" fmla="*/ 39076 h 123114"/>
                <a:gd name="connsiteX2" fmla="*/ 390777 w 619266"/>
                <a:gd name="connsiteY2" fmla="*/ 48036 h 123114"/>
                <a:gd name="connsiteX3" fmla="*/ 286970 w 619266"/>
                <a:gd name="connsiteY3" fmla="*/ 82420 h 123114"/>
                <a:gd name="connsiteX4" fmla="*/ 113523 w 619266"/>
                <a:gd name="connsiteY4" fmla="*/ 105220 h 123114"/>
                <a:gd name="connsiteX5" fmla="*/ -45 w 619266"/>
                <a:gd name="connsiteY5" fmla="*/ 122995 h 123114"/>
                <a:gd name="connsiteX6" fmla="*/ 3451 w 619266"/>
                <a:gd name="connsiteY6" fmla="*/ 110028 h 123114"/>
                <a:gd name="connsiteX7" fmla="*/ 61947 w 619266"/>
                <a:gd name="connsiteY7" fmla="*/ 74479 h 123114"/>
                <a:gd name="connsiteX8" fmla="*/ 508641 w 619266"/>
                <a:gd name="connsiteY8" fmla="*/ 22248 h 123114"/>
                <a:gd name="connsiteX9" fmla="*/ 619222 w 619266"/>
                <a:gd name="connsiteY9" fmla="*/ 38057 h 123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9266" h="123114">
                  <a:moveTo>
                    <a:pt x="619222" y="38057"/>
                  </a:moveTo>
                  <a:cubicBezTo>
                    <a:pt x="572382" y="35288"/>
                    <a:pt x="525251" y="37182"/>
                    <a:pt x="478265" y="39076"/>
                  </a:cubicBezTo>
                  <a:cubicBezTo>
                    <a:pt x="448888" y="39355"/>
                    <a:pt x="419600" y="42355"/>
                    <a:pt x="390777" y="48036"/>
                  </a:cubicBezTo>
                  <a:cubicBezTo>
                    <a:pt x="355227" y="56122"/>
                    <a:pt x="322009" y="72293"/>
                    <a:pt x="286970" y="82420"/>
                  </a:cubicBezTo>
                  <a:cubicBezTo>
                    <a:pt x="230877" y="98737"/>
                    <a:pt x="171654" y="99466"/>
                    <a:pt x="113523" y="105220"/>
                  </a:cubicBezTo>
                  <a:cubicBezTo>
                    <a:pt x="75352" y="108921"/>
                    <a:pt x="37431" y="114856"/>
                    <a:pt x="-45" y="122995"/>
                  </a:cubicBezTo>
                  <a:cubicBezTo>
                    <a:pt x="501" y="118529"/>
                    <a:pt x="1678" y="114164"/>
                    <a:pt x="3451" y="110028"/>
                  </a:cubicBezTo>
                  <a:cubicBezTo>
                    <a:pt x="13068" y="88393"/>
                    <a:pt x="38929" y="80015"/>
                    <a:pt x="61947" y="74479"/>
                  </a:cubicBezTo>
                  <a:cubicBezTo>
                    <a:pt x="208243" y="39392"/>
                    <a:pt x="358197" y="21859"/>
                    <a:pt x="508641" y="22248"/>
                  </a:cubicBezTo>
                  <a:cubicBezTo>
                    <a:pt x="564296" y="-15631"/>
                    <a:pt x="595620" y="-2082"/>
                    <a:pt x="619222" y="38057"/>
                  </a:cubicBezTo>
                  <a:close/>
                </a:path>
              </a:pathLst>
            </a:custGeom>
            <a:solidFill>
              <a:srgbClr val="000000">
                <a:alpha val="10000"/>
              </a:srgbClr>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49" name="任意多边形: 形状 48">
              <a:extLst>
                <a:ext uri="{FF2B5EF4-FFF2-40B4-BE49-F238E27FC236}">
                  <a16:creationId xmlns:a16="http://schemas.microsoft.com/office/drawing/2014/main" id="{3B78E57C-0CA4-40D4-9F64-FC41E83AB3FF}"/>
                </a:ext>
              </a:extLst>
            </p:cNvPr>
            <p:cNvSpPr/>
            <p:nvPr/>
          </p:nvSpPr>
          <p:spPr>
            <a:xfrm>
              <a:off x="2566790" y="1481999"/>
              <a:ext cx="1054353" cy="1688174"/>
            </a:xfrm>
            <a:custGeom>
              <a:avLst/>
              <a:gdLst>
                <a:gd name="connsiteX0" fmla="*/ 757318 w 1054353"/>
                <a:gd name="connsiteY0" fmla="*/ 77622 h 1688174"/>
                <a:gd name="connsiteX1" fmla="*/ 712210 w 1054353"/>
                <a:gd name="connsiteY1" fmla="*/ 101906 h 1688174"/>
                <a:gd name="connsiteX2" fmla="*/ 694656 w 1054353"/>
                <a:gd name="connsiteY2" fmla="*/ 92510 h 1688174"/>
                <a:gd name="connsiteX3" fmla="*/ 588514 w 1054353"/>
                <a:gd name="connsiteY3" fmla="*/ 62170 h 1688174"/>
                <a:gd name="connsiteX4" fmla="*/ 369922 w 1054353"/>
                <a:gd name="connsiteY4" fmla="*/ 13026 h 1688174"/>
                <a:gd name="connsiteX5" fmla="*/ 305267 w 1054353"/>
                <a:gd name="connsiteY5" fmla="*/ -120 h 1688174"/>
                <a:gd name="connsiteX6" fmla="*/ 190055 w 1054353"/>
                <a:gd name="connsiteY6" fmla="*/ 66323 h 1688174"/>
                <a:gd name="connsiteX7" fmla="*/ 112774 w 1054353"/>
                <a:gd name="connsiteY7" fmla="*/ 180016 h 1688174"/>
                <a:gd name="connsiteX8" fmla="*/ 50006 w 1054353"/>
                <a:gd name="connsiteY8" fmla="*/ 255218 h 1688174"/>
                <a:gd name="connsiteX9" fmla="*/ 4693 w 1054353"/>
                <a:gd name="connsiteY9" fmla="*/ 492376 h 1688174"/>
                <a:gd name="connsiteX10" fmla="*/ 81795 w 1054353"/>
                <a:gd name="connsiteY10" fmla="*/ 726721 h 1688174"/>
                <a:gd name="connsiteX11" fmla="*/ 144747 w 1054353"/>
                <a:gd name="connsiteY11" fmla="*/ 853648 h 1688174"/>
                <a:gd name="connsiteX12" fmla="*/ 169069 w 1054353"/>
                <a:gd name="connsiteY12" fmla="*/ 1042073 h 1688174"/>
                <a:gd name="connsiteX13" fmla="*/ 193599 w 1054353"/>
                <a:gd name="connsiteY13" fmla="*/ 1098076 h 1688174"/>
                <a:gd name="connsiteX14" fmla="*/ 191899 w 1054353"/>
                <a:gd name="connsiteY14" fmla="*/ 1139148 h 1688174"/>
                <a:gd name="connsiteX15" fmla="*/ 178131 w 1054353"/>
                <a:gd name="connsiteY15" fmla="*/ 1237082 h 1688174"/>
                <a:gd name="connsiteX16" fmla="*/ 164316 w 1054353"/>
                <a:gd name="connsiteY16" fmla="*/ 1326355 h 1688174"/>
                <a:gd name="connsiteX17" fmla="*/ 166004 w 1054353"/>
                <a:gd name="connsiteY17" fmla="*/ 1488469 h 1688174"/>
                <a:gd name="connsiteX18" fmla="*/ 172392 w 1054353"/>
                <a:gd name="connsiteY18" fmla="*/ 1688054 h 1688174"/>
                <a:gd name="connsiteX19" fmla="*/ 435986 w 1054353"/>
                <a:gd name="connsiteY19" fmla="*/ 1625429 h 1688174"/>
                <a:gd name="connsiteX20" fmla="*/ 609413 w 1054353"/>
                <a:gd name="connsiteY20" fmla="*/ 1602692 h 1688174"/>
                <a:gd name="connsiteX21" fmla="*/ 713216 w 1054353"/>
                <a:gd name="connsiteY21" fmla="*/ 1568243 h 1688174"/>
                <a:gd name="connsiteX22" fmla="*/ 800744 w 1054353"/>
                <a:gd name="connsiteY22" fmla="*/ 1559308 h 1688174"/>
                <a:gd name="connsiteX23" fmla="*/ 995006 w 1054353"/>
                <a:gd name="connsiteY23" fmla="*/ 1563656 h 1688174"/>
                <a:gd name="connsiteX24" fmla="*/ 1009640 w 1054353"/>
                <a:gd name="connsiteY24" fmla="*/ 1560613 h 1688174"/>
                <a:gd name="connsiteX25" fmla="*/ 1011589 w 1054353"/>
                <a:gd name="connsiteY25" fmla="*/ 1552965 h 1688174"/>
                <a:gd name="connsiteX26" fmla="*/ 995002 w 1054353"/>
                <a:gd name="connsiteY26" fmla="*/ 1484101 h 1688174"/>
                <a:gd name="connsiteX27" fmla="*/ 975772 w 1054353"/>
                <a:gd name="connsiteY27" fmla="*/ 1438952 h 1688174"/>
                <a:gd name="connsiteX28" fmla="*/ 981391 w 1054353"/>
                <a:gd name="connsiteY28" fmla="*/ 1416534 h 1688174"/>
                <a:gd name="connsiteX29" fmla="*/ 1009822 w 1054353"/>
                <a:gd name="connsiteY29" fmla="*/ 1340712 h 1688174"/>
                <a:gd name="connsiteX30" fmla="*/ 1034865 w 1054353"/>
                <a:gd name="connsiteY30" fmla="*/ 1135142 h 1688174"/>
                <a:gd name="connsiteX31" fmla="*/ 1053551 w 1054353"/>
                <a:gd name="connsiteY31" fmla="*/ 976114 h 1688174"/>
                <a:gd name="connsiteX32" fmla="*/ 1026902 w 1054353"/>
                <a:gd name="connsiteY32" fmla="*/ 844663 h 1688174"/>
                <a:gd name="connsiteX33" fmla="*/ 1006107 w 1054353"/>
                <a:gd name="connsiteY33" fmla="*/ 815745 h 1688174"/>
                <a:gd name="connsiteX34" fmla="*/ 1001155 w 1054353"/>
                <a:gd name="connsiteY34" fmla="*/ 781163 h 1688174"/>
                <a:gd name="connsiteX35" fmla="*/ 1008667 w 1054353"/>
                <a:gd name="connsiteY35" fmla="*/ 507496 h 1688174"/>
                <a:gd name="connsiteX36" fmla="*/ 935645 w 1054353"/>
                <a:gd name="connsiteY36" fmla="*/ 377204 h 1688174"/>
                <a:gd name="connsiteX37" fmla="*/ 868116 w 1054353"/>
                <a:gd name="connsiteY37" fmla="*/ 219544 h 1688174"/>
                <a:gd name="connsiteX38" fmla="*/ 855570 w 1054353"/>
                <a:gd name="connsiteY38" fmla="*/ 106277 h 1688174"/>
                <a:gd name="connsiteX39" fmla="*/ 846005 w 1054353"/>
                <a:gd name="connsiteY39" fmla="*/ 79826 h 1688174"/>
                <a:gd name="connsiteX40" fmla="*/ 807500 w 1054353"/>
                <a:gd name="connsiteY40" fmla="*/ 68390 h 1688174"/>
                <a:gd name="connsiteX41" fmla="*/ 757318 w 1054353"/>
                <a:gd name="connsiteY41" fmla="*/ 77622 h 16881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054353" h="1688174">
                  <a:moveTo>
                    <a:pt x="757318" y="77622"/>
                  </a:moveTo>
                  <a:cubicBezTo>
                    <a:pt x="745525" y="91268"/>
                    <a:pt x="729701" y="106306"/>
                    <a:pt x="712210" y="101906"/>
                  </a:cubicBezTo>
                  <a:cubicBezTo>
                    <a:pt x="705888" y="99746"/>
                    <a:pt x="699960" y="96573"/>
                    <a:pt x="694656" y="92510"/>
                  </a:cubicBezTo>
                  <a:cubicBezTo>
                    <a:pt x="663473" y="72413"/>
                    <a:pt x="625198" y="67697"/>
                    <a:pt x="588514" y="62170"/>
                  </a:cubicBezTo>
                  <a:cubicBezTo>
                    <a:pt x="514570" y="51028"/>
                    <a:pt x="441519" y="34605"/>
                    <a:pt x="369922" y="13026"/>
                  </a:cubicBezTo>
                  <a:cubicBezTo>
                    <a:pt x="349141" y="5462"/>
                    <a:pt x="327351" y="1031"/>
                    <a:pt x="305267" y="-120"/>
                  </a:cubicBezTo>
                  <a:cubicBezTo>
                    <a:pt x="259418" y="117"/>
                    <a:pt x="218786" y="30594"/>
                    <a:pt x="190055" y="66323"/>
                  </a:cubicBezTo>
                  <a:cubicBezTo>
                    <a:pt x="161323" y="102052"/>
                    <a:pt x="140968" y="143860"/>
                    <a:pt x="112774" y="180016"/>
                  </a:cubicBezTo>
                  <a:cubicBezTo>
                    <a:pt x="92686" y="205776"/>
                    <a:pt x="68765" y="228475"/>
                    <a:pt x="50006" y="255218"/>
                  </a:cubicBezTo>
                  <a:cubicBezTo>
                    <a:pt x="2646" y="322734"/>
                    <a:pt x="-7533" y="410817"/>
                    <a:pt x="4693" y="492376"/>
                  </a:cubicBezTo>
                  <a:cubicBezTo>
                    <a:pt x="16920" y="573934"/>
                    <a:pt x="49505" y="650836"/>
                    <a:pt x="81795" y="726721"/>
                  </a:cubicBezTo>
                  <a:cubicBezTo>
                    <a:pt x="99052" y="770778"/>
                    <a:pt x="120115" y="813248"/>
                    <a:pt x="144747" y="853648"/>
                  </a:cubicBezTo>
                  <a:cubicBezTo>
                    <a:pt x="133854" y="915615"/>
                    <a:pt x="139603" y="986481"/>
                    <a:pt x="169069" y="1042073"/>
                  </a:cubicBezTo>
                  <a:cubicBezTo>
                    <a:pt x="178666" y="1060178"/>
                    <a:pt x="190426" y="1077833"/>
                    <a:pt x="193599" y="1098076"/>
                  </a:cubicBezTo>
                  <a:cubicBezTo>
                    <a:pt x="195053" y="1111776"/>
                    <a:pt x="194481" y="1125615"/>
                    <a:pt x="191899" y="1139148"/>
                  </a:cubicBezTo>
                  <a:lnTo>
                    <a:pt x="178131" y="1237082"/>
                  </a:lnTo>
                  <a:cubicBezTo>
                    <a:pt x="173939" y="1266903"/>
                    <a:pt x="169745" y="1296735"/>
                    <a:pt x="164316" y="1326355"/>
                  </a:cubicBezTo>
                  <a:cubicBezTo>
                    <a:pt x="154379" y="1380568"/>
                    <a:pt x="140898" y="1439404"/>
                    <a:pt x="166004" y="1488469"/>
                  </a:cubicBezTo>
                  <a:cubicBezTo>
                    <a:pt x="196071" y="1547226"/>
                    <a:pt x="164492" y="1622526"/>
                    <a:pt x="172392" y="1688054"/>
                  </a:cubicBezTo>
                  <a:cubicBezTo>
                    <a:pt x="257023" y="1655365"/>
                    <a:pt x="345695" y="1634298"/>
                    <a:pt x="435986" y="1625429"/>
                  </a:cubicBezTo>
                  <a:cubicBezTo>
                    <a:pt x="494116" y="1619730"/>
                    <a:pt x="553331" y="1619010"/>
                    <a:pt x="609413" y="1602692"/>
                  </a:cubicBezTo>
                  <a:cubicBezTo>
                    <a:pt x="644439" y="1592501"/>
                    <a:pt x="677654" y="1576368"/>
                    <a:pt x="713216" y="1568243"/>
                  </a:cubicBezTo>
                  <a:cubicBezTo>
                    <a:pt x="742055" y="1562583"/>
                    <a:pt x="771355" y="1559592"/>
                    <a:pt x="800744" y="1559308"/>
                  </a:cubicBezTo>
                  <a:cubicBezTo>
                    <a:pt x="865563" y="1556693"/>
                    <a:pt x="930841" y="1554101"/>
                    <a:pt x="995006" y="1563656"/>
                  </a:cubicBezTo>
                  <a:cubicBezTo>
                    <a:pt x="1000202" y="1564429"/>
                    <a:pt x="1006531" y="1564847"/>
                    <a:pt x="1009640" y="1560613"/>
                  </a:cubicBezTo>
                  <a:cubicBezTo>
                    <a:pt x="1011027" y="1558311"/>
                    <a:pt x="1011705" y="1555651"/>
                    <a:pt x="1011589" y="1552965"/>
                  </a:cubicBezTo>
                  <a:cubicBezTo>
                    <a:pt x="1012575" y="1528914"/>
                    <a:pt x="1006831" y="1505065"/>
                    <a:pt x="995002" y="1484101"/>
                  </a:cubicBezTo>
                  <a:cubicBezTo>
                    <a:pt x="986822" y="1469664"/>
                    <a:pt x="975457" y="1455542"/>
                    <a:pt x="975772" y="1438952"/>
                  </a:cubicBezTo>
                  <a:cubicBezTo>
                    <a:pt x="976364" y="1431215"/>
                    <a:pt x="978264" y="1423635"/>
                    <a:pt x="981391" y="1416534"/>
                  </a:cubicBezTo>
                  <a:lnTo>
                    <a:pt x="1009822" y="1340712"/>
                  </a:lnTo>
                  <a:cubicBezTo>
                    <a:pt x="1033822" y="1276704"/>
                    <a:pt x="1022401" y="1202355"/>
                    <a:pt x="1034865" y="1135142"/>
                  </a:cubicBezTo>
                  <a:cubicBezTo>
                    <a:pt x="1044607" y="1082605"/>
                    <a:pt x="1050849" y="1029479"/>
                    <a:pt x="1053551" y="976114"/>
                  </a:cubicBezTo>
                  <a:cubicBezTo>
                    <a:pt x="1055859" y="930503"/>
                    <a:pt x="1054425" y="881109"/>
                    <a:pt x="1026902" y="844663"/>
                  </a:cubicBezTo>
                  <a:cubicBezTo>
                    <a:pt x="1018855" y="835878"/>
                    <a:pt x="1011875" y="826171"/>
                    <a:pt x="1006107" y="815745"/>
                  </a:cubicBezTo>
                  <a:cubicBezTo>
                    <a:pt x="1002156" y="804666"/>
                    <a:pt x="1000472" y="792906"/>
                    <a:pt x="1001155" y="781163"/>
                  </a:cubicBezTo>
                  <a:cubicBezTo>
                    <a:pt x="1000542" y="689891"/>
                    <a:pt x="1003046" y="598668"/>
                    <a:pt x="1008667" y="507496"/>
                  </a:cubicBezTo>
                  <a:cubicBezTo>
                    <a:pt x="984667" y="464392"/>
                    <a:pt x="959644" y="420309"/>
                    <a:pt x="935645" y="377204"/>
                  </a:cubicBezTo>
                  <a:cubicBezTo>
                    <a:pt x="907713" y="327040"/>
                    <a:pt x="879393" y="275842"/>
                    <a:pt x="868116" y="219544"/>
                  </a:cubicBezTo>
                  <a:cubicBezTo>
                    <a:pt x="860651" y="182279"/>
                    <a:pt x="860910" y="143905"/>
                    <a:pt x="855570" y="106277"/>
                  </a:cubicBezTo>
                  <a:cubicBezTo>
                    <a:pt x="855009" y="96720"/>
                    <a:pt x="851686" y="87532"/>
                    <a:pt x="846005" y="79826"/>
                  </a:cubicBezTo>
                  <a:cubicBezTo>
                    <a:pt x="836840" y="69444"/>
                    <a:pt x="821342" y="67958"/>
                    <a:pt x="807500" y="68390"/>
                  </a:cubicBezTo>
                  <a:cubicBezTo>
                    <a:pt x="790404" y="68932"/>
                    <a:pt x="773487" y="72044"/>
                    <a:pt x="757318" y="77622"/>
                  </a:cubicBezTo>
                  <a:close/>
                </a:path>
              </a:pathLst>
            </a:custGeom>
            <a:solidFill>
              <a:srgbClr val="3F3D56"/>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0" name="任意多边形: 形状 49">
              <a:extLst>
                <a:ext uri="{FF2B5EF4-FFF2-40B4-BE49-F238E27FC236}">
                  <a16:creationId xmlns:a16="http://schemas.microsoft.com/office/drawing/2014/main" id="{A5B8D102-F44C-461B-A4B2-ED7774C66175}"/>
                </a:ext>
              </a:extLst>
            </p:cNvPr>
            <p:cNvSpPr/>
            <p:nvPr/>
          </p:nvSpPr>
          <p:spPr>
            <a:xfrm>
              <a:off x="4141347" y="1338559"/>
              <a:ext cx="173124" cy="82633"/>
            </a:xfrm>
            <a:custGeom>
              <a:avLst/>
              <a:gdLst>
                <a:gd name="connsiteX0" fmla="*/ 173080 w 173124"/>
                <a:gd name="connsiteY0" fmla="*/ 58544 h 82633"/>
                <a:gd name="connsiteX1" fmla="*/ 114512 w 173124"/>
                <a:gd name="connsiteY1" fmla="*/ 82364 h 82633"/>
                <a:gd name="connsiteX2" fmla="*/ 10050 w 173124"/>
                <a:gd name="connsiteY2" fmla="*/ 43975 h 82633"/>
                <a:gd name="connsiteX3" fmla="*/ 70 w 173124"/>
                <a:gd name="connsiteY3" fmla="*/ 3982 h 82633"/>
                <a:gd name="connsiteX4" fmla="*/ 11725 w 173124"/>
                <a:gd name="connsiteY4" fmla="*/ 1724 h 82633"/>
                <a:gd name="connsiteX5" fmla="*/ 102491 w 173124"/>
                <a:gd name="connsiteY5" fmla="*/ 5366 h 82633"/>
                <a:gd name="connsiteX6" fmla="*/ 172934 w 173124"/>
                <a:gd name="connsiteY6" fmla="*/ 58252 h 82633"/>
                <a:gd name="connsiteX7" fmla="*/ 173080 w 173124"/>
                <a:gd name="connsiteY7" fmla="*/ 58544 h 82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124" h="82633">
                  <a:moveTo>
                    <a:pt x="173080" y="58544"/>
                  </a:moveTo>
                  <a:cubicBezTo>
                    <a:pt x="156086" y="71660"/>
                    <a:pt x="135837" y="79896"/>
                    <a:pt x="114512" y="82364"/>
                  </a:cubicBezTo>
                  <a:cubicBezTo>
                    <a:pt x="86611" y="84259"/>
                    <a:pt x="27386" y="67868"/>
                    <a:pt x="10050" y="43975"/>
                  </a:cubicBezTo>
                  <a:cubicBezTo>
                    <a:pt x="2741" y="31966"/>
                    <a:pt x="-740" y="18017"/>
                    <a:pt x="70" y="3982"/>
                  </a:cubicBezTo>
                  <a:cubicBezTo>
                    <a:pt x="3848" y="2756"/>
                    <a:pt x="7763" y="1998"/>
                    <a:pt x="11725" y="1724"/>
                  </a:cubicBezTo>
                  <a:cubicBezTo>
                    <a:pt x="41992" y="-1631"/>
                    <a:pt x="72591" y="-403"/>
                    <a:pt x="102491" y="5366"/>
                  </a:cubicBezTo>
                  <a:cubicBezTo>
                    <a:pt x="131994" y="12578"/>
                    <a:pt x="160478" y="30498"/>
                    <a:pt x="172934" y="58252"/>
                  </a:cubicBezTo>
                  <a:cubicBezTo>
                    <a:pt x="173007" y="58325"/>
                    <a:pt x="173007" y="58471"/>
                    <a:pt x="173080" y="58544"/>
                  </a:cubicBezTo>
                  <a:close/>
                </a:path>
              </a:pathLst>
            </a:custGeom>
            <a:solidFill>
              <a:srgbClr val="000000">
                <a:alpha val="10000"/>
              </a:srgbClr>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1" name="任意多边形: 形状 50">
              <a:extLst>
                <a:ext uri="{FF2B5EF4-FFF2-40B4-BE49-F238E27FC236}">
                  <a16:creationId xmlns:a16="http://schemas.microsoft.com/office/drawing/2014/main" id="{6912F354-B965-43FB-801B-3FF8A0DBD961}"/>
                </a:ext>
              </a:extLst>
            </p:cNvPr>
            <p:cNvSpPr/>
            <p:nvPr/>
          </p:nvSpPr>
          <p:spPr>
            <a:xfrm>
              <a:off x="3344611" y="1345824"/>
              <a:ext cx="965073" cy="703983"/>
            </a:xfrm>
            <a:custGeom>
              <a:avLst/>
              <a:gdLst>
                <a:gd name="connsiteX0" fmla="*/ 69846 w 965073"/>
                <a:gd name="connsiteY0" fmla="*/ 636299 h 703983"/>
                <a:gd name="connsiteX1" fmla="*/ 126827 w 965073"/>
                <a:gd name="connsiteY1" fmla="*/ 690058 h 703983"/>
                <a:gd name="connsiteX2" fmla="*/ 215622 w 965073"/>
                <a:gd name="connsiteY2" fmla="*/ 703680 h 703983"/>
                <a:gd name="connsiteX3" fmla="*/ 586674 w 965073"/>
                <a:gd name="connsiteY3" fmla="*/ 662920 h 703983"/>
                <a:gd name="connsiteX4" fmla="*/ 627540 w 965073"/>
                <a:gd name="connsiteY4" fmla="*/ 651966 h 703983"/>
                <a:gd name="connsiteX5" fmla="*/ 668842 w 965073"/>
                <a:gd name="connsiteY5" fmla="*/ 626206 h 703983"/>
                <a:gd name="connsiteX6" fmla="*/ 780505 w 965073"/>
                <a:gd name="connsiteY6" fmla="*/ 528808 h 703983"/>
                <a:gd name="connsiteX7" fmla="*/ 846698 w 965073"/>
                <a:gd name="connsiteY7" fmla="*/ 366471 h 703983"/>
                <a:gd name="connsiteX8" fmla="*/ 905835 w 965073"/>
                <a:gd name="connsiteY8" fmla="*/ 264731 h 703983"/>
                <a:gd name="connsiteX9" fmla="*/ 919315 w 965073"/>
                <a:gd name="connsiteY9" fmla="*/ 215319 h 703983"/>
                <a:gd name="connsiteX10" fmla="*/ 911710 w 965073"/>
                <a:gd name="connsiteY10" fmla="*/ 162260 h 703983"/>
                <a:gd name="connsiteX11" fmla="*/ 954633 w 965073"/>
                <a:gd name="connsiteY11" fmla="*/ 85046 h 703983"/>
                <a:gd name="connsiteX12" fmla="*/ 964842 w 965073"/>
                <a:gd name="connsiteY12" fmla="*/ 71479 h 703983"/>
                <a:gd name="connsiteX13" fmla="*/ 962411 w 965073"/>
                <a:gd name="connsiteY13" fmla="*/ 58255 h 703983"/>
                <a:gd name="connsiteX14" fmla="*/ 891942 w 965073"/>
                <a:gd name="connsiteY14" fmla="*/ 5350 h 703983"/>
                <a:gd name="connsiteX15" fmla="*/ 801146 w 965073"/>
                <a:gd name="connsiteY15" fmla="*/ 1745 h 703983"/>
                <a:gd name="connsiteX16" fmla="*/ 771406 w 965073"/>
                <a:gd name="connsiteY16" fmla="*/ 9644 h 703983"/>
                <a:gd name="connsiteX17" fmla="*/ 750252 w 965073"/>
                <a:gd name="connsiteY17" fmla="*/ 65347 h 703983"/>
                <a:gd name="connsiteX18" fmla="*/ 736430 w 965073"/>
                <a:gd name="connsiteY18" fmla="*/ 90757 h 703983"/>
                <a:gd name="connsiteX19" fmla="*/ 721412 w 965073"/>
                <a:gd name="connsiteY19" fmla="*/ 102500 h 703983"/>
                <a:gd name="connsiteX20" fmla="*/ 691646 w 965073"/>
                <a:gd name="connsiteY20" fmla="*/ 177573 h 703983"/>
                <a:gd name="connsiteX21" fmla="*/ 643943 w 965073"/>
                <a:gd name="connsiteY21" fmla="*/ 277160 h 703983"/>
                <a:gd name="connsiteX22" fmla="*/ 574192 w 965073"/>
                <a:gd name="connsiteY22" fmla="*/ 338566 h 703983"/>
                <a:gd name="connsiteX23" fmla="*/ 565082 w 965073"/>
                <a:gd name="connsiteY23" fmla="*/ 357678 h 703983"/>
                <a:gd name="connsiteX24" fmla="*/ 540727 w 965073"/>
                <a:gd name="connsiteY24" fmla="*/ 365162 h 703983"/>
                <a:gd name="connsiteX25" fmla="*/ 474259 w 965073"/>
                <a:gd name="connsiteY25" fmla="*/ 375254 h 703983"/>
                <a:gd name="connsiteX26" fmla="*/ 395312 w 965073"/>
                <a:gd name="connsiteY26" fmla="*/ 364220 h 703983"/>
                <a:gd name="connsiteX27" fmla="*/ 378466 w 965073"/>
                <a:gd name="connsiteY27" fmla="*/ 365714 h 703983"/>
                <a:gd name="connsiteX28" fmla="*/ 364650 w 965073"/>
                <a:gd name="connsiteY28" fmla="*/ 360899 h 703983"/>
                <a:gd name="connsiteX29" fmla="*/ 333314 w 965073"/>
                <a:gd name="connsiteY29" fmla="*/ 348571 h 703983"/>
                <a:gd name="connsiteX30" fmla="*/ 303585 w 965073"/>
                <a:gd name="connsiteY30" fmla="*/ 360054 h 703983"/>
                <a:gd name="connsiteX31" fmla="*/ 284567 w 965073"/>
                <a:gd name="connsiteY31" fmla="*/ 332197 h 703983"/>
                <a:gd name="connsiteX32" fmla="*/ 255727 w 965073"/>
                <a:gd name="connsiteY32" fmla="*/ 318435 h 703983"/>
                <a:gd name="connsiteX33" fmla="*/ 246199 w 965073"/>
                <a:gd name="connsiteY33" fmla="*/ 296916 h 703983"/>
                <a:gd name="connsiteX34" fmla="*/ 217426 w 965073"/>
                <a:gd name="connsiteY34" fmla="*/ 297958 h 703983"/>
                <a:gd name="connsiteX35" fmla="*/ 148910 w 965073"/>
                <a:gd name="connsiteY35" fmla="*/ 269165 h 703983"/>
                <a:gd name="connsiteX36" fmla="*/ 85350 w 965073"/>
                <a:gd name="connsiteY36" fmla="*/ 250274 h 703983"/>
                <a:gd name="connsiteX37" fmla="*/ 73587 w 965073"/>
                <a:gd name="connsiteY37" fmla="*/ 229286 h 703983"/>
                <a:gd name="connsiteX38" fmla="*/ 58495 w 965073"/>
                <a:gd name="connsiteY38" fmla="*/ 227537 h 703983"/>
                <a:gd name="connsiteX39" fmla="*/ 12854 w 965073"/>
                <a:gd name="connsiteY39" fmla="*/ 241389 h 703983"/>
                <a:gd name="connsiteX40" fmla="*/ 19568 w 965073"/>
                <a:gd name="connsiteY40" fmla="*/ 521032 h 703983"/>
                <a:gd name="connsiteX41" fmla="*/ 69846 w 965073"/>
                <a:gd name="connsiteY41" fmla="*/ 636299 h 703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965073" h="703983">
                  <a:moveTo>
                    <a:pt x="69846" y="636299"/>
                  </a:moveTo>
                  <a:cubicBezTo>
                    <a:pt x="86311" y="656826"/>
                    <a:pt x="103471" y="677935"/>
                    <a:pt x="126827" y="690058"/>
                  </a:cubicBezTo>
                  <a:cubicBezTo>
                    <a:pt x="153699" y="704006"/>
                    <a:pt x="185352" y="704324"/>
                    <a:pt x="215622" y="703680"/>
                  </a:cubicBezTo>
                  <a:cubicBezTo>
                    <a:pt x="340263" y="701021"/>
                    <a:pt x="464427" y="687381"/>
                    <a:pt x="586674" y="662920"/>
                  </a:cubicBezTo>
                  <a:cubicBezTo>
                    <a:pt x="600602" y="660522"/>
                    <a:pt x="614280" y="656856"/>
                    <a:pt x="627540" y="651966"/>
                  </a:cubicBezTo>
                  <a:cubicBezTo>
                    <a:pt x="642237" y="644969"/>
                    <a:pt x="656093" y="636327"/>
                    <a:pt x="668842" y="626206"/>
                  </a:cubicBezTo>
                  <a:cubicBezTo>
                    <a:pt x="709086" y="597273"/>
                    <a:pt x="749903" y="567799"/>
                    <a:pt x="780505" y="528808"/>
                  </a:cubicBezTo>
                  <a:cubicBezTo>
                    <a:pt x="816913" y="481717"/>
                    <a:pt x="839797" y="425593"/>
                    <a:pt x="846698" y="366471"/>
                  </a:cubicBezTo>
                  <a:cubicBezTo>
                    <a:pt x="875806" y="339652"/>
                    <a:pt x="891263" y="301531"/>
                    <a:pt x="905835" y="264731"/>
                  </a:cubicBezTo>
                  <a:cubicBezTo>
                    <a:pt x="913031" y="249120"/>
                    <a:pt x="917586" y="232422"/>
                    <a:pt x="919315" y="215319"/>
                  </a:cubicBezTo>
                  <a:cubicBezTo>
                    <a:pt x="920098" y="197822"/>
                    <a:pt x="908503" y="179479"/>
                    <a:pt x="911710" y="162260"/>
                  </a:cubicBezTo>
                  <a:cubicBezTo>
                    <a:pt x="917325" y="132569"/>
                    <a:pt x="932380" y="105487"/>
                    <a:pt x="954633" y="85046"/>
                  </a:cubicBezTo>
                  <a:cubicBezTo>
                    <a:pt x="959351" y="81681"/>
                    <a:pt x="962917" y="76944"/>
                    <a:pt x="964842" y="71479"/>
                  </a:cubicBezTo>
                  <a:cubicBezTo>
                    <a:pt x="965441" y="66925"/>
                    <a:pt x="964590" y="62298"/>
                    <a:pt x="962411" y="58255"/>
                  </a:cubicBezTo>
                  <a:cubicBezTo>
                    <a:pt x="949955" y="30510"/>
                    <a:pt x="921473" y="12621"/>
                    <a:pt x="891942" y="5350"/>
                  </a:cubicBezTo>
                  <a:cubicBezTo>
                    <a:pt x="862031" y="-418"/>
                    <a:pt x="831420" y="-1633"/>
                    <a:pt x="801146" y="1745"/>
                  </a:cubicBezTo>
                  <a:cubicBezTo>
                    <a:pt x="791054" y="3655"/>
                    <a:pt x="781116" y="6295"/>
                    <a:pt x="771406" y="9644"/>
                  </a:cubicBezTo>
                  <a:lnTo>
                    <a:pt x="750252" y="65347"/>
                  </a:lnTo>
                  <a:cubicBezTo>
                    <a:pt x="747410" y="74664"/>
                    <a:pt x="742708" y="83308"/>
                    <a:pt x="736430" y="90757"/>
                  </a:cubicBezTo>
                  <a:cubicBezTo>
                    <a:pt x="731719" y="95034"/>
                    <a:pt x="726700" y="98959"/>
                    <a:pt x="721412" y="102500"/>
                  </a:cubicBezTo>
                  <a:cubicBezTo>
                    <a:pt x="699612" y="121010"/>
                    <a:pt x="688453" y="149154"/>
                    <a:pt x="691646" y="177573"/>
                  </a:cubicBezTo>
                  <a:cubicBezTo>
                    <a:pt x="651958" y="192980"/>
                    <a:pt x="631074" y="236577"/>
                    <a:pt x="643943" y="277160"/>
                  </a:cubicBezTo>
                  <a:cubicBezTo>
                    <a:pt x="611591" y="284096"/>
                    <a:pt x="585173" y="307354"/>
                    <a:pt x="574192" y="338566"/>
                  </a:cubicBezTo>
                  <a:cubicBezTo>
                    <a:pt x="572686" y="345559"/>
                    <a:pt x="569566" y="352104"/>
                    <a:pt x="565082" y="357678"/>
                  </a:cubicBezTo>
                  <a:cubicBezTo>
                    <a:pt x="558102" y="362970"/>
                    <a:pt x="549474" y="365621"/>
                    <a:pt x="540727" y="365162"/>
                  </a:cubicBezTo>
                  <a:cubicBezTo>
                    <a:pt x="516823" y="366641"/>
                    <a:pt x="495922" y="385466"/>
                    <a:pt x="474259" y="375254"/>
                  </a:cubicBezTo>
                  <a:cubicBezTo>
                    <a:pt x="449651" y="363721"/>
                    <a:pt x="422139" y="359876"/>
                    <a:pt x="395312" y="364220"/>
                  </a:cubicBezTo>
                  <a:cubicBezTo>
                    <a:pt x="389796" y="365518"/>
                    <a:pt x="384123" y="366021"/>
                    <a:pt x="378466" y="365714"/>
                  </a:cubicBezTo>
                  <a:cubicBezTo>
                    <a:pt x="373626" y="364883"/>
                    <a:pt x="368958" y="363256"/>
                    <a:pt x="364650" y="360899"/>
                  </a:cubicBezTo>
                  <a:cubicBezTo>
                    <a:pt x="354895" y="355214"/>
                    <a:pt x="344327" y="351056"/>
                    <a:pt x="333314" y="348571"/>
                  </a:cubicBezTo>
                  <a:cubicBezTo>
                    <a:pt x="322007" y="346213"/>
                    <a:pt x="310370" y="350708"/>
                    <a:pt x="303585" y="360054"/>
                  </a:cubicBezTo>
                  <a:cubicBezTo>
                    <a:pt x="295999" y="351736"/>
                    <a:pt x="291479" y="341083"/>
                    <a:pt x="284567" y="332197"/>
                  </a:cubicBezTo>
                  <a:cubicBezTo>
                    <a:pt x="278319" y="322537"/>
                    <a:pt x="267167" y="317215"/>
                    <a:pt x="255727" y="318435"/>
                  </a:cubicBezTo>
                  <a:cubicBezTo>
                    <a:pt x="262928" y="312019"/>
                    <a:pt x="255557" y="299250"/>
                    <a:pt x="246199" y="296916"/>
                  </a:cubicBezTo>
                  <a:cubicBezTo>
                    <a:pt x="236600" y="296127"/>
                    <a:pt x="226942" y="296477"/>
                    <a:pt x="217426" y="297958"/>
                  </a:cubicBezTo>
                  <a:cubicBezTo>
                    <a:pt x="192408" y="297827"/>
                    <a:pt x="173212" y="275111"/>
                    <a:pt x="148910" y="269165"/>
                  </a:cubicBezTo>
                  <a:cubicBezTo>
                    <a:pt x="126573" y="263699"/>
                    <a:pt x="96801" y="270217"/>
                    <a:pt x="85350" y="250274"/>
                  </a:cubicBezTo>
                  <a:cubicBezTo>
                    <a:pt x="81291" y="243204"/>
                    <a:pt x="80497" y="233615"/>
                    <a:pt x="73587" y="229286"/>
                  </a:cubicBezTo>
                  <a:cubicBezTo>
                    <a:pt x="68907" y="226987"/>
                    <a:pt x="63577" y="226369"/>
                    <a:pt x="58495" y="227537"/>
                  </a:cubicBezTo>
                  <a:cubicBezTo>
                    <a:pt x="42631" y="229648"/>
                    <a:pt x="27216" y="234327"/>
                    <a:pt x="12854" y="241389"/>
                  </a:cubicBezTo>
                  <a:cubicBezTo>
                    <a:pt x="-10569" y="333011"/>
                    <a:pt x="1720" y="428162"/>
                    <a:pt x="19568" y="521032"/>
                  </a:cubicBezTo>
                  <a:cubicBezTo>
                    <a:pt x="26089" y="563152"/>
                    <a:pt x="43411" y="602865"/>
                    <a:pt x="69846" y="636299"/>
                  </a:cubicBezTo>
                  <a:close/>
                </a:path>
              </a:pathLst>
            </a:custGeom>
            <a:solidFill>
              <a:srgbClr val="3F3D56"/>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2" name="任意多边形: 形状 51">
              <a:extLst>
                <a:ext uri="{FF2B5EF4-FFF2-40B4-BE49-F238E27FC236}">
                  <a16:creationId xmlns:a16="http://schemas.microsoft.com/office/drawing/2014/main" id="{2C36C5BB-15AF-437B-BE8A-C2709CD4CB55}"/>
                </a:ext>
              </a:extLst>
            </p:cNvPr>
            <p:cNvSpPr/>
            <p:nvPr/>
          </p:nvSpPr>
          <p:spPr>
            <a:xfrm>
              <a:off x="3297316" y="2279710"/>
              <a:ext cx="143431" cy="265743"/>
            </a:xfrm>
            <a:custGeom>
              <a:avLst/>
              <a:gdLst>
                <a:gd name="connsiteX0" fmla="*/ 116437 w 143431"/>
                <a:gd name="connsiteY0" fmla="*/ 30743 h 265743"/>
                <a:gd name="connsiteX1" fmla="*/ -45 w 143431"/>
                <a:gd name="connsiteY1" fmla="*/ 265623 h 265743"/>
                <a:gd name="connsiteX2" fmla="*/ 60036 w 143431"/>
                <a:gd name="connsiteY2" fmla="*/ 221538 h 265743"/>
                <a:gd name="connsiteX3" fmla="*/ 117520 w 143431"/>
                <a:gd name="connsiteY3" fmla="*/ 144315 h 265743"/>
                <a:gd name="connsiteX4" fmla="*/ 139516 w 143431"/>
                <a:gd name="connsiteY4" fmla="*/ 49171 h 265743"/>
                <a:gd name="connsiteX5" fmla="*/ 139630 w 143431"/>
                <a:gd name="connsiteY5" fmla="*/ -120 h 265743"/>
                <a:gd name="connsiteX6" fmla="*/ 116437 w 143431"/>
                <a:gd name="connsiteY6" fmla="*/ 30743 h 265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3431" h="265743">
                  <a:moveTo>
                    <a:pt x="116437" y="30743"/>
                  </a:moveTo>
                  <a:lnTo>
                    <a:pt x="-45" y="265623"/>
                  </a:lnTo>
                  <a:cubicBezTo>
                    <a:pt x="12544" y="243859"/>
                    <a:pt x="39095" y="235455"/>
                    <a:pt x="60036" y="221538"/>
                  </a:cubicBezTo>
                  <a:cubicBezTo>
                    <a:pt x="86706" y="202345"/>
                    <a:pt x="106785" y="175371"/>
                    <a:pt x="117520" y="144315"/>
                  </a:cubicBezTo>
                  <a:cubicBezTo>
                    <a:pt x="128105" y="113442"/>
                    <a:pt x="135476" y="81558"/>
                    <a:pt x="139516" y="49171"/>
                  </a:cubicBezTo>
                  <a:cubicBezTo>
                    <a:pt x="141897" y="34264"/>
                    <a:pt x="146825" y="13378"/>
                    <a:pt x="139630" y="-120"/>
                  </a:cubicBezTo>
                  <a:cubicBezTo>
                    <a:pt x="126240" y="2634"/>
                    <a:pt x="121910" y="19708"/>
                    <a:pt x="116437" y="30743"/>
                  </a:cubicBezTo>
                  <a:close/>
                </a:path>
              </a:pathLst>
            </a:custGeom>
            <a:solidFill>
              <a:srgbClr val="000000">
                <a:alpha val="10000"/>
              </a:srgbClr>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3" name="任意多边形: 形状 52">
              <a:extLst>
                <a:ext uri="{FF2B5EF4-FFF2-40B4-BE49-F238E27FC236}">
                  <a16:creationId xmlns:a16="http://schemas.microsoft.com/office/drawing/2014/main" id="{12ADA458-CF9F-4C8C-BC0B-D4506CFAAD46}"/>
                </a:ext>
              </a:extLst>
            </p:cNvPr>
            <p:cNvSpPr/>
            <p:nvPr/>
          </p:nvSpPr>
          <p:spPr>
            <a:xfrm>
              <a:off x="2795254" y="2464108"/>
              <a:ext cx="331780" cy="376626"/>
            </a:xfrm>
            <a:custGeom>
              <a:avLst/>
              <a:gdLst>
                <a:gd name="connsiteX0" fmla="*/ 283330 w 331780"/>
                <a:gd name="connsiteY0" fmla="*/ 45739 h 376626"/>
                <a:gd name="connsiteX1" fmla="*/ 195944 w 331780"/>
                <a:gd name="connsiteY1" fmla="*/ 113931 h 376626"/>
                <a:gd name="connsiteX2" fmla="*/ 33208 w 331780"/>
                <a:gd name="connsiteY2" fmla="*/ 314007 h 376626"/>
                <a:gd name="connsiteX3" fmla="*/ -45 w 331780"/>
                <a:gd name="connsiteY3" fmla="*/ 374593 h 376626"/>
                <a:gd name="connsiteX4" fmla="*/ 19143 w 331780"/>
                <a:gd name="connsiteY4" fmla="*/ 369628 h 376626"/>
                <a:gd name="connsiteX5" fmla="*/ 110616 w 331780"/>
                <a:gd name="connsiteY5" fmla="*/ 289238 h 376626"/>
                <a:gd name="connsiteX6" fmla="*/ 141123 w 331780"/>
                <a:gd name="connsiteY6" fmla="*/ 258364 h 376626"/>
                <a:gd name="connsiteX7" fmla="*/ 178461 w 331780"/>
                <a:gd name="connsiteY7" fmla="*/ 187884 h 376626"/>
                <a:gd name="connsiteX8" fmla="*/ 234049 w 331780"/>
                <a:gd name="connsiteY8" fmla="*/ 131233 h 376626"/>
                <a:gd name="connsiteX9" fmla="*/ 328064 w 331780"/>
                <a:gd name="connsiteY9" fmla="*/ -120 h 376626"/>
                <a:gd name="connsiteX10" fmla="*/ 283330 w 331780"/>
                <a:gd name="connsiteY10" fmla="*/ 45739 h 376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31780" h="376626">
                  <a:moveTo>
                    <a:pt x="283330" y="45739"/>
                  </a:moveTo>
                  <a:cubicBezTo>
                    <a:pt x="257049" y="71756"/>
                    <a:pt x="224865" y="90883"/>
                    <a:pt x="195944" y="113931"/>
                  </a:cubicBezTo>
                  <a:cubicBezTo>
                    <a:pt x="128403" y="167757"/>
                    <a:pt x="80209" y="241550"/>
                    <a:pt x="33208" y="314007"/>
                  </a:cubicBezTo>
                  <a:cubicBezTo>
                    <a:pt x="19932" y="332919"/>
                    <a:pt x="8780" y="353238"/>
                    <a:pt x="-45" y="374593"/>
                  </a:cubicBezTo>
                  <a:cubicBezTo>
                    <a:pt x="5456" y="379306"/>
                    <a:pt x="13703" y="374410"/>
                    <a:pt x="19143" y="369628"/>
                  </a:cubicBezTo>
                  <a:lnTo>
                    <a:pt x="110616" y="289238"/>
                  </a:lnTo>
                  <a:cubicBezTo>
                    <a:pt x="121843" y="280049"/>
                    <a:pt x="132069" y="269700"/>
                    <a:pt x="141123" y="258364"/>
                  </a:cubicBezTo>
                  <a:cubicBezTo>
                    <a:pt x="156995" y="236983"/>
                    <a:pt x="164037" y="210267"/>
                    <a:pt x="178461" y="187884"/>
                  </a:cubicBezTo>
                  <a:cubicBezTo>
                    <a:pt x="194167" y="166423"/>
                    <a:pt x="212889" y="147343"/>
                    <a:pt x="234049" y="131233"/>
                  </a:cubicBezTo>
                  <a:cubicBezTo>
                    <a:pt x="255037" y="113224"/>
                    <a:pt x="351609" y="31576"/>
                    <a:pt x="328064" y="-120"/>
                  </a:cubicBezTo>
                  <a:cubicBezTo>
                    <a:pt x="311090" y="8432"/>
                    <a:pt x="297217" y="31992"/>
                    <a:pt x="283330" y="45739"/>
                  </a:cubicBezTo>
                  <a:close/>
                </a:path>
              </a:pathLst>
            </a:custGeom>
            <a:solidFill>
              <a:srgbClr val="000000">
                <a:alpha val="10000"/>
              </a:srgbClr>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4" name="任意多边形: 形状 53">
              <a:extLst>
                <a:ext uri="{FF2B5EF4-FFF2-40B4-BE49-F238E27FC236}">
                  <a16:creationId xmlns:a16="http://schemas.microsoft.com/office/drawing/2014/main" id="{C38204BB-F8DC-4C27-A8EC-BA9B0FFDA93B}"/>
                </a:ext>
              </a:extLst>
            </p:cNvPr>
            <p:cNvSpPr/>
            <p:nvPr/>
          </p:nvSpPr>
          <p:spPr>
            <a:xfrm>
              <a:off x="2502883" y="1437489"/>
              <a:ext cx="827987" cy="593550"/>
            </a:xfrm>
            <a:custGeom>
              <a:avLst/>
              <a:gdLst>
                <a:gd name="connsiteX0" fmla="*/ 775558 w 827987"/>
                <a:gd name="connsiteY0" fmla="*/ 54245 h 593550"/>
                <a:gd name="connsiteX1" fmla="*/ 678746 w 827987"/>
                <a:gd name="connsiteY1" fmla="*/ 22378 h 593550"/>
                <a:gd name="connsiteX2" fmla="*/ 617146 w 827987"/>
                <a:gd name="connsiteY2" fmla="*/ 17948 h 593550"/>
                <a:gd name="connsiteX3" fmla="*/ 560666 w 827987"/>
                <a:gd name="connsiteY3" fmla="*/ 28744 h 593550"/>
                <a:gd name="connsiteX4" fmla="*/ 482009 w 827987"/>
                <a:gd name="connsiteY4" fmla="*/ 12224 h 593550"/>
                <a:gd name="connsiteX5" fmla="*/ 404147 w 827987"/>
                <a:gd name="connsiteY5" fmla="*/ 18116 h 593550"/>
                <a:gd name="connsiteX6" fmla="*/ 387199 w 827987"/>
                <a:gd name="connsiteY6" fmla="*/ 27118 h 593550"/>
                <a:gd name="connsiteX7" fmla="*/ 369681 w 827987"/>
                <a:gd name="connsiteY7" fmla="*/ 18526 h 593550"/>
                <a:gd name="connsiteX8" fmla="*/ 245299 w 827987"/>
                <a:gd name="connsiteY8" fmla="*/ 25081 h 593550"/>
                <a:gd name="connsiteX9" fmla="*/ 143191 w 827987"/>
                <a:gd name="connsiteY9" fmla="*/ 197725 h 593550"/>
                <a:gd name="connsiteX10" fmla="*/ 97333 w 827987"/>
                <a:gd name="connsiteY10" fmla="*/ 228830 h 593550"/>
                <a:gd name="connsiteX11" fmla="*/ 89426 w 827987"/>
                <a:gd name="connsiteY11" fmla="*/ 243787 h 593550"/>
                <a:gd name="connsiteX12" fmla="*/ 75452 w 827987"/>
                <a:gd name="connsiteY12" fmla="*/ 253745 h 593550"/>
                <a:gd name="connsiteX13" fmla="*/ 27541 w 827987"/>
                <a:gd name="connsiteY13" fmla="*/ 281286 h 593550"/>
                <a:gd name="connsiteX14" fmla="*/ -34 w 827987"/>
                <a:gd name="connsiteY14" fmla="*/ 327509 h 593550"/>
                <a:gd name="connsiteX15" fmla="*/ 8434 w 827987"/>
                <a:gd name="connsiteY15" fmla="*/ 366383 h 593550"/>
                <a:gd name="connsiteX16" fmla="*/ 362899 w 827987"/>
                <a:gd name="connsiteY16" fmla="*/ 593045 h 593550"/>
                <a:gd name="connsiteX17" fmla="*/ 400031 w 827987"/>
                <a:gd name="connsiteY17" fmla="*/ 581456 h 593550"/>
                <a:gd name="connsiteX18" fmla="*/ 413046 w 827987"/>
                <a:gd name="connsiteY18" fmla="*/ 560020 h 593550"/>
                <a:gd name="connsiteX19" fmla="*/ 524281 w 827987"/>
                <a:gd name="connsiteY19" fmla="*/ 405958 h 593550"/>
                <a:gd name="connsiteX20" fmla="*/ 576390 w 827987"/>
                <a:gd name="connsiteY20" fmla="*/ 305207 h 593550"/>
                <a:gd name="connsiteX21" fmla="*/ 699275 w 827987"/>
                <a:gd name="connsiteY21" fmla="*/ 186177 h 593550"/>
                <a:gd name="connsiteX22" fmla="*/ 785966 w 827987"/>
                <a:gd name="connsiteY22" fmla="*/ 147391 h 593550"/>
                <a:gd name="connsiteX23" fmla="*/ 825165 w 827987"/>
                <a:gd name="connsiteY23" fmla="*/ 114834 h 593550"/>
                <a:gd name="connsiteX24" fmla="*/ 775558 w 827987"/>
                <a:gd name="connsiteY24" fmla="*/ 54245 h 593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827987" h="593550">
                  <a:moveTo>
                    <a:pt x="775558" y="54245"/>
                  </a:moveTo>
                  <a:cubicBezTo>
                    <a:pt x="746537" y="36180"/>
                    <a:pt x="712373" y="28520"/>
                    <a:pt x="678746" y="22378"/>
                  </a:cubicBezTo>
                  <a:cubicBezTo>
                    <a:pt x="658557" y="17783"/>
                    <a:pt x="637785" y="16290"/>
                    <a:pt x="617146" y="17948"/>
                  </a:cubicBezTo>
                  <a:cubicBezTo>
                    <a:pt x="598104" y="20324"/>
                    <a:pt x="579827" y="27677"/>
                    <a:pt x="560666" y="28744"/>
                  </a:cubicBezTo>
                  <a:cubicBezTo>
                    <a:pt x="533772" y="30243"/>
                    <a:pt x="507989" y="19334"/>
                    <a:pt x="482009" y="12224"/>
                  </a:cubicBezTo>
                  <a:cubicBezTo>
                    <a:pt x="456030" y="5114"/>
                    <a:pt x="426019" y="2397"/>
                    <a:pt x="404147" y="18116"/>
                  </a:cubicBezTo>
                  <a:cubicBezTo>
                    <a:pt x="399492" y="22699"/>
                    <a:pt x="393603" y="25827"/>
                    <a:pt x="387199" y="27118"/>
                  </a:cubicBezTo>
                  <a:cubicBezTo>
                    <a:pt x="380557" y="26312"/>
                    <a:pt x="374384" y="23284"/>
                    <a:pt x="369681" y="18526"/>
                  </a:cubicBezTo>
                  <a:cubicBezTo>
                    <a:pt x="331777" y="-8604"/>
                    <a:pt x="280141" y="-5882"/>
                    <a:pt x="245299" y="25081"/>
                  </a:cubicBezTo>
                  <a:cubicBezTo>
                    <a:pt x="195702" y="71586"/>
                    <a:pt x="201315" y="162453"/>
                    <a:pt x="143191" y="197725"/>
                  </a:cubicBezTo>
                  <a:cubicBezTo>
                    <a:pt x="127169" y="207447"/>
                    <a:pt x="106687" y="212591"/>
                    <a:pt x="97333" y="228830"/>
                  </a:cubicBezTo>
                  <a:cubicBezTo>
                    <a:pt x="95068" y="234004"/>
                    <a:pt x="92426" y="239003"/>
                    <a:pt x="89426" y="243787"/>
                  </a:cubicBezTo>
                  <a:cubicBezTo>
                    <a:pt x="85532" y="248066"/>
                    <a:pt x="80767" y="251461"/>
                    <a:pt x="75452" y="253745"/>
                  </a:cubicBezTo>
                  <a:cubicBezTo>
                    <a:pt x="58586" y="261272"/>
                    <a:pt x="42533" y="270500"/>
                    <a:pt x="27541" y="281286"/>
                  </a:cubicBezTo>
                  <a:cubicBezTo>
                    <a:pt x="12429" y="292288"/>
                    <a:pt x="2468" y="308985"/>
                    <a:pt x="-34" y="327509"/>
                  </a:cubicBezTo>
                  <a:cubicBezTo>
                    <a:pt x="-248" y="340947"/>
                    <a:pt x="2650" y="354252"/>
                    <a:pt x="8434" y="366383"/>
                  </a:cubicBezTo>
                  <a:cubicBezTo>
                    <a:pt x="66717" y="509337"/>
                    <a:pt x="208684" y="600116"/>
                    <a:pt x="362899" y="593045"/>
                  </a:cubicBezTo>
                  <a:cubicBezTo>
                    <a:pt x="376262" y="593733"/>
                    <a:pt x="389431" y="589623"/>
                    <a:pt x="400031" y="581456"/>
                  </a:cubicBezTo>
                  <a:cubicBezTo>
                    <a:pt x="405623" y="575152"/>
                    <a:pt x="410032" y="567890"/>
                    <a:pt x="413046" y="560020"/>
                  </a:cubicBezTo>
                  <a:cubicBezTo>
                    <a:pt x="440371" y="502726"/>
                    <a:pt x="491692" y="460431"/>
                    <a:pt x="524281" y="405958"/>
                  </a:cubicBezTo>
                  <a:cubicBezTo>
                    <a:pt x="543703" y="373493"/>
                    <a:pt x="556171" y="337182"/>
                    <a:pt x="576390" y="305207"/>
                  </a:cubicBezTo>
                  <a:cubicBezTo>
                    <a:pt x="607039" y="256734"/>
                    <a:pt x="653651" y="220926"/>
                    <a:pt x="699275" y="186177"/>
                  </a:cubicBezTo>
                  <a:cubicBezTo>
                    <a:pt x="725002" y="166582"/>
                    <a:pt x="753645" y="146018"/>
                    <a:pt x="785966" y="147391"/>
                  </a:cubicBezTo>
                  <a:cubicBezTo>
                    <a:pt x="814773" y="148618"/>
                    <a:pt x="835725" y="150164"/>
                    <a:pt x="825165" y="114834"/>
                  </a:cubicBezTo>
                  <a:cubicBezTo>
                    <a:pt x="816365" y="89379"/>
                    <a:pt x="798776" y="67896"/>
                    <a:pt x="775558" y="54245"/>
                  </a:cubicBezTo>
                  <a:close/>
                </a:path>
              </a:pathLst>
            </a:custGeom>
            <a:solidFill>
              <a:srgbClr val="3F3D56"/>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5" name="任意多边形: 形状 54">
              <a:extLst>
                <a:ext uri="{FF2B5EF4-FFF2-40B4-BE49-F238E27FC236}">
                  <a16:creationId xmlns:a16="http://schemas.microsoft.com/office/drawing/2014/main" id="{668569DC-2C9A-4BF5-84F1-F21E45279744}"/>
                </a:ext>
              </a:extLst>
            </p:cNvPr>
            <p:cNvSpPr/>
            <p:nvPr/>
          </p:nvSpPr>
          <p:spPr>
            <a:xfrm>
              <a:off x="2502883" y="1437489"/>
              <a:ext cx="827987" cy="593550"/>
            </a:xfrm>
            <a:custGeom>
              <a:avLst/>
              <a:gdLst>
                <a:gd name="connsiteX0" fmla="*/ 775558 w 827987"/>
                <a:gd name="connsiteY0" fmla="*/ 54245 h 593550"/>
                <a:gd name="connsiteX1" fmla="*/ 678746 w 827987"/>
                <a:gd name="connsiteY1" fmla="*/ 22378 h 593550"/>
                <a:gd name="connsiteX2" fmla="*/ 617146 w 827987"/>
                <a:gd name="connsiteY2" fmla="*/ 17948 h 593550"/>
                <a:gd name="connsiteX3" fmla="*/ 560666 w 827987"/>
                <a:gd name="connsiteY3" fmla="*/ 28744 h 593550"/>
                <a:gd name="connsiteX4" fmla="*/ 482009 w 827987"/>
                <a:gd name="connsiteY4" fmla="*/ 12224 h 593550"/>
                <a:gd name="connsiteX5" fmla="*/ 404147 w 827987"/>
                <a:gd name="connsiteY5" fmla="*/ 18116 h 593550"/>
                <a:gd name="connsiteX6" fmla="*/ 387199 w 827987"/>
                <a:gd name="connsiteY6" fmla="*/ 27118 h 593550"/>
                <a:gd name="connsiteX7" fmla="*/ 369681 w 827987"/>
                <a:gd name="connsiteY7" fmla="*/ 18526 h 593550"/>
                <a:gd name="connsiteX8" fmla="*/ 245299 w 827987"/>
                <a:gd name="connsiteY8" fmla="*/ 25081 h 593550"/>
                <a:gd name="connsiteX9" fmla="*/ 143191 w 827987"/>
                <a:gd name="connsiteY9" fmla="*/ 197725 h 593550"/>
                <a:gd name="connsiteX10" fmla="*/ 97333 w 827987"/>
                <a:gd name="connsiteY10" fmla="*/ 228830 h 593550"/>
                <a:gd name="connsiteX11" fmla="*/ 89426 w 827987"/>
                <a:gd name="connsiteY11" fmla="*/ 243787 h 593550"/>
                <a:gd name="connsiteX12" fmla="*/ 75452 w 827987"/>
                <a:gd name="connsiteY12" fmla="*/ 253745 h 593550"/>
                <a:gd name="connsiteX13" fmla="*/ 27541 w 827987"/>
                <a:gd name="connsiteY13" fmla="*/ 281286 h 593550"/>
                <a:gd name="connsiteX14" fmla="*/ -34 w 827987"/>
                <a:gd name="connsiteY14" fmla="*/ 327509 h 593550"/>
                <a:gd name="connsiteX15" fmla="*/ 8434 w 827987"/>
                <a:gd name="connsiteY15" fmla="*/ 366383 h 593550"/>
                <a:gd name="connsiteX16" fmla="*/ 362899 w 827987"/>
                <a:gd name="connsiteY16" fmla="*/ 593045 h 593550"/>
                <a:gd name="connsiteX17" fmla="*/ 400031 w 827987"/>
                <a:gd name="connsiteY17" fmla="*/ 581456 h 593550"/>
                <a:gd name="connsiteX18" fmla="*/ 413046 w 827987"/>
                <a:gd name="connsiteY18" fmla="*/ 560020 h 593550"/>
                <a:gd name="connsiteX19" fmla="*/ 524281 w 827987"/>
                <a:gd name="connsiteY19" fmla="*/ 405958 h 593550"/>
                <a:gd name="connsiteX20" fmla="*/ 576390 w 827987"/>
                <a:gd name="connsiteY20" fmla="*/ 305207 h 593550"/>
                <a:gd name="connsiteX21" fmla="*/ 699275 w 827987"/>
                <a:gd name="connsiteY21" fmla="*/ 186177 h 593550"/>
                <a:gd name="connsiteX22" fmla="*/ 785966 w 827987"/>
                <a:gd name="connsiteY22" fmla="*/ 147391 h 593550"/>
                <a:gd name="connsiteX23" fmla="*/ 825165 w 827987"/>
                <a:gd name="connsiteY23" fmla="*/ 114834 h 593550"/>
                <a:gd name="connsiteX24" fmla="*/ 775558 w 827987"/>
                <a:gd name="connsiteY24" fmla="*/ 54245 h 593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827987" h="593550">
                  <a:moveTo>
                    <a:pt x="775558" y="54245"/>
                  </a:moveTo>
                  <a:cubicBezTo>
                    <a:pt x="746537" y="36180"/>
                    <a:pt x="712373" y="28520"/>
                    <a:pt x="678746" y="22378"/>
                  </a:cubicBezTo>
                  <a:cubicBezTo>
                    <a:pt x="658557" y="17783"/>
                    <a:pt x="637785" y="16290"/>
                    <a:pt x="617146" y="17948"/>
                  </a:cubicBezTo>
                  <a:cubicBezTo>
                    <a:pt x="598104" y="20324"/>
                    <a:pt x="579827" y="27677"/>
                    <a:pt x="560666" y="28744"/>
                  </a:cubicBezTo>
                  <a:cubicBezTo>
                    <a:pt x="533772" y="30243"/>
                    <a:pt x="507989" y="19334"/>
                    <a:pt x="482009" y="12224"/>
                  </a:cubicBezTo>
                  <a:cubicBezTo>
                    <a:pt x="456030" y="5114"/>
                    <a:pt x="426019" y="2397"/>
                    <a:pt x="404147" y="18116"/>
                  </a:cubicBezTo>
                  <a:cubicBezTo>
                    <a:pt x="399492" y="22699"/>
                    <a:pt x="393603" y="25827"/>
                    <a:pt x="387199" y="27118"/>
                  </a:cubicBezTo>
                  <a:cubicBezTo>
                    <a:pt x="380557" y="26312"/>
                    <a:pt x="374384" y="23284"/>
                    <a:pt x="369681" y="18526"/>
                  </a:cubicBezTo>
                  <a:cubicBezTo>
                    <a:pt x="331777" y="-8604"/>
                    <a:pt x="280141" y="-5882"/>
                    <a:pt x="245299" y="25081"/>
                  </a:cubicBezTo>
                  <a:cubicBezTo>
                    <a:pt x="195702" y="71586"/>
                    <a:pt x="201315" y="162453"/>
                    <a:pt x="143191" y="197725"/>
                  </a:cubicBezTo>
                  <a:cubicBezTo>
                    <a:pt x="127169" y="207447"/>
                    <a:pt x="106687" y="212591"/>
                    <a:pt x="97333" y="228830"/>
                  </a:cubicBezTo>
                  <a:cubicBezTo>
                    <a:pt x="95068" y="234004"/>
                    <a:pt x="92426" y="239003"/>
                    <a:pt x="89426" y="243787"/>
                  </a:cubicBezTo>
                  <a:cubicBezTo>
                    <a:pt x="85532" y="248066"/>
                    <a:pt x="80767" y="251461"/>
                    <a:pt x="75452" y="253745"/>
                  </a:cubicBezTo>
                  <a:cubicBezTo>
                    <a:pt x="58586" y="261272"/>
                    <a:pt x="42533" y="270500"/>
                    <a:pt x="27541" y="281286"/>
                  </a:cubicBezTo>
                  <a:cubicBezTo>
                    <a:pt x="12429" y="292288"/>
                    <a:pt x="2468" y="308985"/>
                    <a:pt x="-34" y="327509"/>
                  </a:cubicBezTo>
                  <a:cubicBezTo>
                    <a:pt x="-248" y="340947"/>
                    <a:pt x="2650" y="354252"/>
                    <a:pt x="8434" y="366383"/>
                  </a:cubicBezTo>
                  <a:cubicBezTo>
                    <a:pt x="66717" y="509337"/>
                    <a:pt x="208684" y="600116"/>
                    <a:pt x="362899" y="593045"/>
                  </a:cubicBezTo>
                  <a:cubicBezTo>
                    <a:pt x="376262" y="593733"/>
                    <a:pt x="389431" y="589623"/>
                    <a:pt x="400031" y="581456"/>
                  </a:cubicBezTo>
                  <a:cubicBezTo>
                    <a:pt x="405623" y="575152"/>
                    <a:pt x="410032" y="567890"/>
                    <a:pt x="413046" y="560020"/>
                  </a:cubicBezTo>
                  <a:cubicBezTo>
                    <a:pt x="440371" y="502726"/>
                    <a:pt x="491692" y="460431"/>
                    <a:pt x="524281" y="405958"/>
                  </a:cubicBezTo>
                  <a:cubicBezTo>
                    <a:pt x="543703" y="373493"/>
                    <a:pt x="556171" y="337182"/>
                    <a:pt x="576390" y="305207"/>
                  </a:cubicBezTo>
                  <a:cubicBezTo>
                    <a:pt x="607039" y="256734"/>
                    <a:pt x="653651" y="220926"/>
                    <a:pt x="699275" y="186177"/>
                  </a:cubicBezTo>
                  <a:cubicBezTo>
                    <a:pt x="725002" y="166582"/>
                    <a:pt x="753645" y="146018"/>
                    <a:pt x="785966" y="147391"/>
                  </a:cubicBezTo>
                  <a:cubicBezTo>
                    <a:pt x="814773" y="148618"/>
                    <a:pt x="835725" y="150164"/>
                    <a:pt x="825165" y="114834"/>
                  </a:cubicBezTo>
                  <a:cubicBezTo>
                    <a:pt x="816365" y="89379"/>
                    <a:pt x="798776" y="67896"/>
                    <a:pt x="775558" y="54245"/>
                  </a:cubicBezTo>
                  <a:close/>
                </a:path>
              </a:pathLst>
            </a:custGeom>
            <a:solidFill>
              <a:srgbClr val="000000">
                <a:alpha val="5000"/>
              </a:srgbClr>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6" name="任意多边形: 形状 55">
              <a:extLst>
                <a:ext uri="{FF2B5EF4-FFF2-40B4-BE49-F238E27FC236}">
                  <a16:creationId xmlns:a16="http://schemas.microsoft.com/office/drawing/2014/main" id="{704EFE3D-F0C0-4A20-94EB-4E8D5628E208}"/>
                </a:ext>
              </a:extLst>
            </p:cNvPr>
            <p:cNvSpPr/>
            <p:nvPr/>
          </p:nvSpPr>
          <p:spPr>
            <a:xfrm>
              <a:off x="2700122" y="5196663"/>
              <a:ext cx="741221" cy="283677"/>
            </a:xfrm>
            <a:custGeom>
              <a:avLst/>
              <a:gdLst>
                <a:gd name="connsiteX0" fmla="*/ 719097 w 741221"/>
                <a:gd name="connsiteY0" fmla="*/ 215658 h 283677"/>
                <a:gd name="connsiteX1" fmla="*/ 646396 w 741221"/>
                <a:gd name="connsiteY1" fmla="*/ 247637 h 283677"/>
                <a:gd name="connsiteX2" fmla="*/ 465445 w 741221"/>
                <a:gd name="connsiteY2" fmla="*/ 270001 h 283677"/>
                <a:gd name="connsiteX3" fmla="*/ 406367 w 741221"/>
                <a:gd name="connsiteY3" fmla="*/ 274517 h 283677"/>
                <a:gd name="connsiteX4" fmla="*/ 232993 w 741221"/>
                <a:gd name="connsiteY4" fmla="*/ 283551 h 283677"/>
                <a:gd name="connsiteX5" fmla="*/ 19772 w 741221"/>
                <a:gd name="connsiteY5" fmla="*/ 265120 h 283677"/>
                <a:gd name="connsiteX6" fmla="*/ 38 w 741221"/>
                <a:gd name="connsiteY6" fmla="*/ 248840 h 283677"/>
                <a:gd name="connsiteX7" fmla="*/ 322 w 741221"/>
                <a:gd name="connsiteY7" fmla="*/ 243486 h 283677"/>
                <a:gd name="connsiteX8" fmla="*/ 26546 w 741221"/>
                <a:gd name="connsiteY8" fmla="*/ 29463 h 283677"/>
                <a:gd name="connsiteX9" fmla="*/ 87300 w 741221"/>
                <a:gd name="connsiteY9" fmla="*/ 67998 h 283677"/>
                <a:gd name="connsiteX10" fmla="*/ 134286 w 741221"/>
                <a:gd name="connsiteY10" fmla="*/ 92984 h 283677"/>
                <a:gd name="connsiteX11" fmla="*/ 307733 w 741221"/>
                <a:gd name="connsiteY11" fmla="*/ 27860 h 283677"/>
                <a:gd name="connsiteX12" fmla="*/ 339858 w 741221"/>
                <a:gd name="connsiteY12" fmla="*/ 7973 h 283677"/>
                <a:gd name="connsiteX13" fmla="*/ 365865 w 741221"/>
                <a:gd name="connsiteY13" fmla="*/ 543 h 283677"/>
                <a:gd name="connsiteX14" fmla="*/ 454373 w 741221"/>
                <a:gd name="connsiteY14" fmla="*/ 18463 h 283677"/>
                <a:gd name="connsiteX15" fmla="*/ 556285 w 741221"/>
                <a:gd name="connsiteY15" fmla="*/ 79581 h 283677"/>
                <a:gd name="connsiteX16" fmla="*/ 647634 w 741221"/>
                <a:gd name="connsiteY16" fmla="*/ 108501 h 283677"/>
                <a:gd name="connsiteX17" fmla="*/ 734832 w 741221"/>
                <a:gd name="connsiteY17" fmla="*/ 142957 h 283677"/>
                <a:gd name="connsiteX18" fmla="*/ 734905 w 741221"/>
                <a:gd name="connsiteY18" fmla="*/ 143176 h 283677"/>
                <a:gd name="connsiteX19" fmla="*/ 719097 w 741221"/>
                <a:gd name="connsiteY19" fmla="*/ 215658 h 283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41221" h="283677">
                  <a:moveTo>
                    <a:pt x="719097" y="215658"/>
                  </a:moveTo>
                  <a:cubicBezTo>
                    <a:pt x="699501" y="233943"/>
                    <a:pt x="672548" y="241955"/>
                    <a:pt x="646396" y="247637"/>
                  </a:cubicBezTo>
                  <a:cubicBezTo>
                    <a:pt x="586671" y="259284"/>
                    <a:pt x="526208" y="266757"/>
                    <a:pt x="465445" y="270001"/>
                  </a:cubicBezTo>
                  <a:cubicBezTo>
                    <a:pt x="445777" y="271458"/>
                    <a:pt x="426035" y="272988"/>
                    <a:pt x="406367" y="274517"/>
                  </a:cubicBezTo>
                  <a:cubicBezTo>
                    <a:pt x="348673" y="278889"/>
                    <a:pt x="290905" y="283332"/>
                    <a:pt x="232993" y="283551"/>
                  </a:cubicBezTo>
                  <a:cubicBezTo>
                    <a:pt x="161511" y="283793"/>
                    <a:pt x="90152" y="277625"/>
                    <a:pt x="19772" y="265120"/>
                  </a:cubicBezTo>
                  <a:cubicBezTo>
                    <a:pt x="9827" y="266074"/>
                    <a:pt x="991" y="258785"/>
                    <a:pt x="38" y="248840"/>
                  </a:cubicBezTo>
                  <a:cubicBezTo>
                    <a:pt x="-134" y="247051"/>
                    <a:pt x="-38" y="245246"/>
                    <a:pt x="322" y="243486"/>
                  </a:cubicBezTo>
                  <a:cubicBezTo>
                    <a:pt x="1574" y="171425"/>
                    <a:pt x="10363" y="99694"/>
                    <a:pt x="26546" y="29463"/>
                  </a:cubicBezTo>
                  <a:cubicBezTo>
                    <a:pt x="33249" y="616"/>
                    <a:pt x="84968" y="65303"/>
                    <a:pt x="87300" y="67998"/>
                  </a:cubicBezTo>
                  <a:cubicBezTo>
                    <a:pt x="101651" y="84316"/>
                    <a:pt x="112505" y="91819"/>
                    <a:pt x="134286" y="92984"/>
                  </a:cubicBezTo>
                  <a:cubicBezTo>
                    <a:pt x="193801" y="96263"/>
                    <a:pt x="260456" y="60058"/>
                    <a:pt x="307733" y="27860"/>
                  </a:cubicBezTo>
                  <a:cubicBezTo>
                    <a:pt x="317857" y="20330"/>
                    <a:pt x="328604" y="13677"/>
                    <a:pt x="339858" y="7973"/>
                  </a:cubicBezTo>
                  <a:cubicBezTo>
                    <a:pt x="348126" y="4263"/>
                    <a:pt x="356884" y="1761"/>
                    <a:pt x="365865" y="543"/>
                  </a:cubicBezTo>
                  <a:cubicBezTo>
                    <a:pt x="396486" y="-2280"/>
                    <a:pt x="427262" y="3952"/>
                    <a:pt x="454373" y="18463"/>
                  </a:cubicBezTo>
                  <a:cubicBezTo>
                    <a:pt x="489922" y="36091"/>
                    <a:pt x="521101" y="61442"/>
                    <a:pt x="556285" y="79581"/>
                  </a:cubicBezTo>
                  <a:cubicBezTo>
                    <a:pt x="584895" y="94281"/>
                    <a:pt x="615776" y="104058"/>
                    <a:pt x="647634" y="108501"/>
                  </a:cubicBezTo>
                  <a:cubicBezTo>
                    <a:pt x="679833" y="112944"/>
                    <a:pt x="718295" y="115057"/>
                    <a:pt x="734832" y="142957"/>
                  </a:cubicBezTo>
                  <a:cubicBezTo>
                    <a:pt x="734888" y="143015"/>
                    <a:pt x="734915" y="143096"/>
                    <a:pt x="734905" y="143176"/>
                  </a:cubicBezTo>
                  <a:cubicBezTo>
                    <a:pt x="748454" y="166268"/>
                    <a:pt x="738619" y="197446"/>
                    <a:pt x="719097" y="215658"/>
                  </a:cubicBezTo>
                  <a:close/>
                </a:path>
              </a:pathLst>
            </a:custGeom>
            <a:solidFill>
              <a:srgbClr val="2F2E41"/>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7" name="任意多边形: 形状 56">
              <a:extLst>
                <a:ext uri="{FF2B5EF4-FFF2-40B4-BE49-F238E27FC236}">
                  <a16:creationId xmlns:a16="http://schemas.microsoft.com/office/drawing/2014/main" id="{F3D9F590-0590-43D1-AC87-7B05EC6E76A0}"/>
                </a:ext>
              </a:extLst>
            </p:cNvPr>
            <p:cNvSpPr/>
            <p:nvPr/>
          </p:nvSpPr>
          <p:spPr>
            <a:xfrm>
              <a:off x="2689828" y="5197325"/>
              <a:ext cx="755498" cy="293676"/>
            </a:xfrm>
            <a:custGeom>
              <a:avLst/>
              <a:gdLst>
                <a:gd name="connsiteX0" fmla="*/ 729391 w 755498"/>
                <a:gd name="connsiteY0" fmla="*/ 225656 h 293676"/>
                <a:gd name="connsiteX1" fmla="*/ 656690 w 755498"/>
                <a:gd name="connsiteY1" fmla="*/ 257636 h 293676"/>
                <a:gd name="connsiteX2" fmla="*/ 475739 w 755498"/>
                <a:gd name="connsiteY2" fmla="*/ 280000 h 293676"/>
                <a:gd name="connsiteX3" fmla="*/ 416662 w 755498"/>
                <a:gd name="connsiteY3" fmla="*/ 284516 h 293676"/>
                <a:gd name="connsiteX4" fmla="*/ 243287 w 755498"/>
                <a:gd name="connsiteY4" fmla="*/ 293549 h 293676"/>
                <a:gd name="connsiteX5" fmla="*/ 30066 w 755498"/>
                <a:gd name="connsiteY5" fmla="*/ 275119 h 293676"/>
                <a:gd name="connsiteX6" fmla="*/ 13165 w 755498"/>
                <a:gd name="connsiteY6" fmla="*/ 266960 h 293676"/>
                <a:gd name="connsiteX7" fmla="*/ -45 w 755498"/>
                <a:gd name="connsiteY7" fmla="*/ 242822 h 293676"/>
                <a:gd name="connsiteX8" fmla="*/ 36840 w 755498"/>
                <a:gd name="connsiteY8" fmla="*/ 28800 h 293676"/>
                <a:gd name="connsiteX9" fmla="*/ 97594 w 755498"/>
                <a:gd name="connsiteY9" fmla="*/ 67335 h 293676"/>
                <a:gd name="connsiteX10" fmla="*/ 144580 w 755498"/>
                <a:gd name="connsiteY10" fmla="*/ 92321 h 293676"/>
                <a:gd name="connsiteX11" fmla="*/ 318027 w 755498"/>
                <a:gd name="connsiteY11" fmla="*/ 27197 h 293676"/>
                <a:gd name="connsiteX12" fmla="*/ 350152 w 755498"/>
                <a:gd name="connsiteY12" fmla="*/ 7310 h 293676"/>
                <a:gd name="connsiteX13" fmla="*/ 376159 w 755498"/>
                <a:gd name="connsiteY13" fmla="*/ -120 h 293676"/>
                <a:gd name="connsiteX14" fmla="*/ 275411 w 755498"/>
                <a:gd name="connsiteY14" fmla="*/ 110169 h 293676"/>
                <a:gd name="connsiteX15" fmla="*/ 63576 w 755498"/>
                <a:gd name="connsiteY15" fmla="*/ 129838 h 293676"/>
                <a:gd name="connsiteX16" fmla="*/ 48569 w 755498"/>
                <a:gd name="connsiteY16" fmla="*/ 133480 h 293676"/>
                <a:gd name="connsiteX17" fmla="*/ 39755 w 755498"/>
                <a:gd name="connsiteY17" fmla="*/ 161599 h 293676"/>
                <a:gd name="connsiteX18" fmla="*/ 57310 w 755498"/>
                <a:gd name="connsiteY18" fmla="*/ 207346 h 293676"/>
                <a:gd name="connsiteX19" fmla="*/ 81058 w 755498"/>
                <a:gd name="connsiteY19" fmla="*/ 212300 h 293676"/>
                <a:gd name="connsiteX20" fmla="*/ 609267 w 755498"/>
                <a:gd name="connsiteY20" fmla="*/ 193796 h 293676"/>
                <a:gd name="connsiteX21" fmla="*/ 695299 w 755498"/>
                <a:gd name="connsiteY21" fmla="*/ 174637 h 293676"/>
                <a:gd name="connsiteX22" fmla="*/ 745198 w 755498"/>
                <a:gd name="connsiteY22" fmla="*/ 142513 h 293676"/>
                <a:gd name="connsiteX23" fmla="*/ 729391 w 755498"/>
                <a:gd name="connsiteY23" fmla="*/ 225656 h 293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755498" h="293676">
                  <a:moveTo>
                    <a:pt x="729391" y="225656"/>
                  </a:moveTo>
                  <a:cubicBezTo>
                    <a:pt x="709795" y="243941"/>
                    <a:pt x="682842" y="251954"/>
                    <a:pt x="656690" y="257636"/>
                  </a:cubicBezTo>
                  <a:cubicBezTo>
                    <a:pt x="596965" y="269283"/>
                    <a:pt x="536502" y="276756"/>
                    <a:pt x="475739" y="280000"/>
                  </a:cubicBezTo>
                  <a:cubicBezTo>
                    <a:pt x="456071" y="281457"/>
                    <a:pt x="436330" y="282987"/>
                    <a:pt x="416662" y="284516"/>
                  </a:cubicBezTo>
                  <a:cubicBezTo>
                    <a:pt x="358967" y="288887"/>
                    <a:pt x="301199" y="293331"/>
                    <a:pt x="243287" y="293549"/>
                  </a:cubicBezTo>
                  <a:cubicBezTo>
                    <a:pt x="171806" y="293792"/>
                    <a:pt x="100446" y="287623"/>
                    <a:pt x="30066" y="275119"/>
                  </a:cubicBezTo>
                  <a:cubicBezTo>
                    <a:pt x="23544" y="274861"/>
                    <a:pt x="17423" y="271906"/>
                    <a:pt x="13165" y="266960"/>
                  </a:cubicBezTo>
                  <a:cubicBezTo>
                    <a:pt x="7608" y="259602"/>
                    <a:pt x="3158" y="251469"/>
                    <a:pt x="-45" y="242822"/>
                  </a:cubicBezTo>
                  <a:cubicBezTo>
                    <a:pt x="1193" y="170850"/>
                    <a:pt x="20668" y="98951"/>
                    <a:pt x="36840" y="28800"/>
                  </a:cubicBezTo>
                  <a:cubicBezTo>
                    <a:pt x="43543" y="-47"/>
                    <a:pt x="95263" y="64640"/>
                    <a:pt x="97594" y="67335"/>
                  </a:cubicBezTo>
                  <a:cubicBezTo>
                    <a:pt x="111945" y="83653"/>
                    <a:pt x="122799" y="91156"/>
                    <a:pt x="144580" y="92321"/>
                  </a:cubicBezTo>
                  <a:cubicBezTo>
                    <a:pt x="204095" y="95600"/>
                    <a:pt x="270750" y="59395"/>
                    <a:pt x="318027" y="27197"/>
                  </a:cubicBezTo>
                  <a:cubicBezTo>
                    <a:pt x="328151" y="19667"/>
                    <a:pt x="338898" y="13014"/>
                    <a:pt x="350152" y="7310"/>
                  </a:cubicBezTo>
                  <a:cubicBezTo>
                    <a:pt x="358420" y="3600"/>
                    <a:pt x="367179" y="1098"/>
                    <a:pt x="376159" y="-120"/>
                  </a:cubicBezTo>
                  <a:cubicBezTo>
                    <a:pt x="368509" y="42713"/>
                    <a:pt x="307100" y="94434"/>
                    <a:pt x="275411" y="110169"/>
                  </a:cubicBezTo>
                  <a:cubicBezTo>
                    <a:pt x="211307" y="142003"/>
                    <a:pt x="135110" y="126122"/>
                    <a:pt x="63576" y="129838"/>
                  </a:cubicBezTo>
                  <a:cubicBezTo>
                    <a:pt x="58339" y="129700"/>
                    <a:pt x="53160" y="130957"/>
                    <a:pt x="48569" y="133480"/>
                  </a:cubicBezTo>
                  <a:cubicBezTo>
                    <a:pt x="39973" y="139162"/>
                    <a:pt x="39463" y="151327"/>
                    <a:pt x="39755" y="161599"/>
                  </a:cubicBezTo>
                  <a:cubicBezTo>
                    <a:pt x="40337" y="178645"/>
                    <a:pt x="42522" y="198677"/>
                    <a:pt x="57310" y="207346"/>
                  </a:cubicBezTo>
                  <a:cubicBezTo>
                    <a:pt x="64708" y="210897"/>
                    <a:pt x="72858" y="212597"/>
                    <a:pt x="81058" y="212300"/>
                  </a:cubicBezTo>
                  <a:cubicBezTo>
                    <a:pt x="257340" y="220017"/>
                    <a:pt x="433957" y="213830"/>
                    <a:pt x="609267" y="193796"/>
                  </a:cubicBezTo>
                  <a:cubicBezTo>
                    <a:pt x="638752" y="191824"/>
                    <a:pt x="667764" y="185363"/>
                    <a:pt x="695299" y="174637"/>
                  </a:cubicBezTo>
                  <a:cubicBezTo>
                    <a:pt x="713291" y="166204"/>
                    <a:pt x="730073" y="155399"/>
                    <a:pt x="745198" y="142513"/>
                  </a:cubicBezTo>
                  <a:cubicBezTo>
                    <a:pt x="767717" y="160206"/>
                    <a:pt x="748913" y="207445"/>
                    <a:pt x="729391" y="225656"/>
                  </a:cubicBezTo>
                  <a:close/>
                </a:path>
              </a:pathLst>
            </a:custGeom>
            <a:solidFill>
              <a:srgbClr val="E8EAF2"/>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8" name="任意多边形: 形状 57">
              <a:extLst>
                <a:ext uri="{FF2B5EF4-FFF2-40B4-BE49-F238E27FC236}">
                  <a16:creationId xmlns:a16="http://schemas.microsoft.com/office/drawing/2014/main" id="{25F9C9C9-5CC8-4D8B-ADB7-DB4B073CFF0C}"/>
                </a:ext>
              </a:extLst>
            </p:cNvPr>
            <p:cNvSpPr/>
            <p:nvPr/>
          </p:nvSpPr>
          <p:spPr>
            <a:xfrm>
              <a:off x="2857280" y="828932"/>
              <a:ext cx="498126" cy="504805"/>
            </a:xfrm>
            <a:custGeom>
              <a:avLst/>
              <a:gdLst>
                <a:gd name="connsiteX0" fmla="*/ 414644 w 498126"/>
                <a:gd name="connsiteY0" fmla="*/ 284945 h 504805"/>
                <a:gd name="connsiteX1" fmla="*/ 380406 w 498126"/>
                <a:gd name="connsiteY1" fmla="*/ 352036 h 504805"/>
                <a:gd name="connsiteX2" fmla="*/ 300857 w 498126"/>
                <a:gd name="connsiteY2" fmla="*/ 314301 h 504805"/>
                <a:gd name="connsiteX3" fmla="*/ 238793 w 498126"/>
                <a:gd name="connsiteY3" fmla="*/ 403174 h 504805"/>
                <a:gd name="connsiteX4" fmla="*/ 115536 w 498126"/>
                <a:gd name="connsiteY4" fmla="*/ 502755 h 504805"/>
                <a:gd name="connsiteX5" fmla="*/ 81591 w 498126"/>
                <a:gd name="connsiteY5" fmla="*/ 502682 h 504805"/>
                <a:gd name="connsiteX6" fmla="*/ 31108 w 498126"/>
                <a:gd name="connsiteY6" fmla="*/ 444696 h 504805"/>
                <a:gd name="connsiteX7" fmla="*/ 8744 w 498126"/>
                <a:gd name="connsiteY7" fmla="*/ 381029 h 504805"/>
                <a:gd name="connsiteX8" fmla="*/ 657 w 498126"/>
                <a:gd name="connsiteY8" fmla="*/ 334334 h 504805"/>
                <a:gd name="connsiteX9" fmla="*/ 658 w 498126"/>
                <a:gd name="connsiteY9" fmla="*/ 334261 h 504805"/>
                <a:gd name="connsiteX10" fmla="*/ 512 w 498126"/>
                <a:gd name="connsiteY10" fmla="*/ 301990 h 504805"/>
                <a:gd name="connsiteX11" fmla="*/ 87783 w 498126"/>
                <a:gd name="connsiteY11" fmla="*/ 136557 h 504805"/>
                <a:gd name="connsiteX12" fmla="*/ 246004 w 498126"/>
                <a:gd name="connsiteY12" fmla="*/ 29764 h 504805"/>
                <a:gd name="connsiteX13" fmla="*/ 304354 w 498126"/>
                <a:gd name="connsiteY13" fmla="*/ 3757 h 504805"/>
                <a:gd name="connsiteX14" fmla="*/ 365983 w 498126"/>
                <a:gd name="connsiteY14" fmla="*/ 1208 h 504805"/>
                <a:gd name="connsiteX15" fmla="*/ 444366 w 498126"/>
                <a:gd name="connsiteY15" fmla="*/ 19638 h 504805"/>
                <a:gd name="connsiteX16" fmla="*/ 471974 w 498126"/>
                <a:gd name="connsiteY16" fmla="*/ 39015 h 504805"/>
                <a:gd name="connsiteX17" fmla="*/ 495867 w 498126"/>
                <a:gd name="connsiteY17" fmla="*/ 78935 h 504805"/>
                <a:gd name="connsiteX18" fmla="*/ 458425 w 498126"/>
                <a:gd name="connsiteY18" fmla="*/ 189515 h 504805"/>
                <a:gd name="connsiteX19" fmla="*/ 414644 w 498126"/>
                <a:gd name="connsiteY19" fmla="*/ 284945 h 504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98126" h="504805">
                  <a:moveTo>
                    <a:pt x="414644" y="284945"/>
                  </a:moveTo>
                  <a:cubicBezTo>
                    <a:pt x="413623" y="312917"/>
                    <a:pt x="432709" y="367188"/>
                    <a:pt x="380406" y="352036"/>
                  </a:cubicBezTo>
                  <a:cubicBezTo>
                    <a:pt x="349227" y="343003"/>
                    <a:pt x="340413" y="306070"/>
                    <a:pt x="300857" y="314301"/>
                  </a:cubicBezTo>
                  <a:cubicBezTo>
                    <a:pt x="260937" y="322679"/>
                    <a:pt x="252196" y="371267"/>
                    <a:pt x="238793" y="403174"/>
                  </a:cubicBezTo>
                  <a:cubicBezTo>
                    <a:pt x="216626" y="454650"/>
                    <a:pt x="170521" y="491899"/>
                    <a:pt x="115536" y="502755"/>
                  </a:cubicBezTo>
                  <a:cubicBezTo>
                    <a:pt x="104367" y="505354"/>
                    <a:pt x="92748" y="505329"/>
                    <a:pt x="81591" y="502682"/>
                  </a:cubicBezTo>
                  <a:cubicBezTo>
                    <a:pt x="56094" y="495398"/>
                    <a:pt x="41525" y="469100"/>
                    <a:pt x="31108" y="444696"/>
                  </a:cubicBezTo>
                  <a:cubicBezTo>
                    <a:pt x="22087" y="424057"/>
                    <a:pt x="14612" y="402776"/>
                    <a:pt x="8744" y="381029"/>
                  </a:cubicBezTo>
                  <a:cubicBezTo>
                    <a:pt x="4679" y="365732"/>
                    <a:pt x="1973" y="350107"/>
                    <a:pt x="657" y="334334"/>
                  </a:cubicBezTo>
                  <a:lnTo>
                    <a:pt x="658" y="334261"/>
                  </a:lnTo>
                  <a:cubicBezTo>
                    <a:pt x="-228" y="323524"/>
                    <a:pt x="-277" y="312735"/>
                    <a:pt x="512" y="301990"/>
                  </a:cubicBezTo>
                  <a:cubicBezTo>
                    <a:pt x="5248" y="238396"/>
                    <a:pt x="41452" y="180410"/>
                    <a:pt x="87783" y="136557"/>
                  </a:cubicBezTo>
                  <a:cubicBezTo>
                    <a:pt x="134112" y="92703"/>
                    <a:pt x="190423" y="61015"/>
                    <a:pt x="246004" y="29764"/>
                  </a:cubicBezTo>
                  <a:cubicBezTo>
                    <a:pt x="264156" y="18435"/>
                    <a:pt x="283794" y="9682"/>
                    <a:pt x="304354" y="3757"/>
                  </a:cubicBezTo>
                  <a:cubicBezTo>
                    <a:pt x="324634" y="-334"/>
                    <a:pt x="345434" y="-1194"/>
                    <a:pt x="365983" y="1208"/>
                  </a:cubicBezTo>
                  <a:cubicBezTo>
                    <a:pt x="393038" y="2363"/>
                    <a:pt x="419631" y="8616"/>
                    <a:pt x="444366" y="19638"/>
                  </a:cubicBezTo>
                  <a:cubicBezTo>
                    <a:pt x="454507" y="24645"/>
                    <a:pt x="463818" y="31180"/>
                    <a:pt x="471974" y="39015"/>
                  </a:cubicBezTo>
                  <a:cubicBezTo>
                    <a:pt x="483581" y="49772"/>
                    <a:pt x="491871" y="63623"/>
                    <a:pt x="495867" y="78935"/>
                  </a:cubicBezTo>
                  <a:cubicBezTo>
                    <a:pt x="505921" y="120020"/>
                    <a:pt x="479695" y="157026"/>
                    <a:pt x="458425" y="189515"/>
                  </a:cubicBezTo>
                  <a:cubicBezTo>
                    <a:pt x="439483" y="218363"/>
                    <a:pt x="416027" y="248958"/>
                    <a:pt x="414644" y="284945"/>
                  </a:cubicBezTo>
                  <a:close/>
                </a:path>
              </a:pathLst>
            </a:custGeom>
            <a:solidFill>
              <a:srgbClr val="2F2E41"/>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9" name="任意多边形: 形状 58">
              <a:extLst>
                <a:ext uri="{FF2B5EF4-FFF2-40B4-BE49-F238E27FC236}">
                  <a16:creationId xmlns:a16="http://schemas.microsoft.com/office/drawing/2014/main" id="{BFB7E0FA-EAB7-4287-8828-73A63AF17D88}"/>
                </a:ext>
              </a:extLst>
            </p:cNvPr>
            <p:cNvSpPr/>
            <p:nvPr/>
          </p:nvSpPr>
          <p:spPr>
            <a:xfrm>
              <a:off x="4105167" y="1581430"/>
              <a:ext cx="47026" cy="132906"/>
            </a:xfrm>
            <a:custGeom>
              <a:avLst/>
              <a:gdLst>
                <a:gd name="connsiteX0" fmla="*/ 46981 w 47026"/>
                <a:gd name="connsiteY0" fmla="*/ 132786 h 132906"/>
                <a:gd name="connsiteX1" fmla="*/ 2402 w 47026"/>
                <a:gd name="connsiteY1" fmla="*/ -120 h 132906"/>
                <a:gd name="connsiteX2" fmla="*/ 38146 w 47026"/>
                <a:gd name="connsiteY2" fmla="*/ 63809 h 132906"/>
                <a:gd name="connsiteX3" fmla="*/ 46981 w 47026"/>
                <a:gd name="connsiteY3" fmla="*/ 132786 h 132906"/>
              </a:gdLst>
              <a:ahLst/>
              <a:cxnLst>
                <a:cxn ang="0">
                  <a:pos x="connsiteX0" y="connsiteY0"/>
                </a:cxn>
                <a:cxn ang="0">
                  <a:pos x="connsiteX1" y="connsiteY1"/>
                </a:cxn>
                <a:cxn ang="0">
                  <a:pos x="connsiteX2" y="connsiteY2"/>
                </a:cxn>
                <a:cxn ang="0">
                  <a:pos x="connsiteX3" y="connsiteY3"/>
                </a:cxn>
              </a:cxnLst>
              <a:rect l="l" t="t" r="r" b="b"/>
              <a:pathLst>
                <a:path w="47026" h="132906">
                  <a:moveTo>
                    <a:pt x="46981" y="132786"/>
                  </a:moveTo>
                  <a:cubicBezTo>
                    <a:pt x="35786" y="104594"/>
                    <a:pt x="-11194" y="26680"/>
                    <a:pt x="2402" y="-120"/>
                  </a:cubicBezTo>
                  <a:cubicBezTo>
                    <a:pt x="16515" y="19884"/>
                    <a:pt x="28495" y="41310"/>
                    <a:pt x="38146" y="63809"/>
                  </a:cubicBezTo>
                  <a:cubicBezTo>
                    <a:pt x="47024" y="85604"/>
                    <a:pt x="39772" y="114826"/>
                    <a:pt x="46981" y="132786"/>
                  </a:cubicBezTo>
                  <a:close/>
                </a:path>
              </a:pathLst>
            </a:custGeom>
            <a:solidFill>
              <a:srgbClr val="000000">
                <a:alpha val="10000"/>
              </a:srgbClr>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60" name="任意多边形: 形状 59">
              <a:extLst>
                <a:ext uri="{FF2B5EF4-FFF2-40B4-BE49-F238E27FC236}">
                  <a16:creationId xmlns:a16="http://schemas.microsoft.com/office/drawing/2014/main" id="{93CFBA69-2B2C-43AA-9B89-54855D6A9207}"/>
                </a:ext>
              </a:extLst>
            </p:cNvPr>
            <p:cNvSpPr/>
            <p:nvPr/>
          </p:nvSpPr>
          <p:spPr>
            <a:xfrm>
              <a:off x="2901409" y="862431"/>
              <a:ext cx="455206" cy="471307"/>
            </a:xfrm>
            <a:custGeom>
              <a:avLst/>
              <a:gdLst>
                <a:gd name="connsiteX0" fmla="*/ 415455 w 455206"/>
                <a:gd name="connsiteY0" fmla="*/ 156005 h 471307"/>
                <a:gd name="connsiteX1" fmla="*/ 452952 w 455206"/>
                <a:gd name="connsiteY1" fmla="*/ 45406 h 471307"/>
                <a:gd name="connsiteX2" fmla="*/ 422529 w 455206"/>
                <a:gd name="connsiteY2" fmla="*/ -120 h 471307"/>
                <a:gd name="connsiteX3" fmla="*/ 430238 w 455206"/>
                <a:gd name="connsiteY3" fmla="*/ 19073 h 471307"/>
                <a:gd name="connsiteX4" fmla="*/ 392740 w 455206"/>
                <a:gd name="connsiteY4" fmla="*/ 129671 h 471307"/>
                <a:gd name="connsiteX5" fmla="*/ 349002 w 455206"/>
                <a:gd name="connsiteY5" fmla="*/ 225110 h 471307"/>
                <a:gd name="connsiteX6" fmla="*/ 314720 w 455206"/>
                <a:gd name="connsiteY6" fmla="*/ 292210 h 471307"/>
                <a:gd name="connsiteX7" fmla="*/ 235189 w 455206"/>
                <a:gd name="connsiteY7" fmla="*/ 254483 h 471307"/>
                <a:gd name="connsiteX8" fmla="*/ 173143 w 455206"/>
                <a:gd name="connsiteY8" fmla="*/ 343349 h 471307"/>
                <a:gd name="connsiteX9" fmla="*/ 49860 w 455206"/>
                <a:gd name="connsiteY9" fmla="*/ 442937 h 471307"/>
                <a:gd name="connsiteX10" fmla="*/ 15938 w 455206"/>
                <a:gd name="connsiteY10" fmla="*/ 442853 h 471307"/>
                <a:gd name="connsiteX11" fmla="*/ -45 w 455206"/>
                <a:gd name="connsiteY11" fmla="*/ 435005 h 471307"/>
                <a:gd name="connsiteX12" fmla="*/ 38652 w 455206"/>
                <a:gd name="connsiteY12" fmla="*/ 469187 h 471307"/>
                <a:gd name="connsiteX13" fmla="*/ 72574 w 455206"/>
                <a:gd name="connsiteY13" fmla="*/ 469271 h 471307"/>
                <a:gd name="connsiteX14" fmla="*/ 195859 w 455206"/>
                <a:gd name="connsiteY14" fmla="*/ 369683 h 471307"/>
                <a:gd name="connsiteX15" fmla="*/ 257904 w 455206"/>
                <a:gd name="connsiteY15" fmla="*/ 280817 h 471307"/>
                <a:gd name="connsiteX16" fmla="*/ 337434 w 455206"/>
                <a:gd name="connsiteY16" fmla="*/ 318544 h 471307"/>
                <a:gd name="connsiteX17" fmla="*/ 371717 w 455206"/>
                <a:gd name="connsiteY17" fmla="*/ 251443 h 471307"/>
                <a:gd name="connsiteX18" fmla="*/ 415455 w 455206"/>
                <a:gd name="connsiteY18" fmla="*/ 156005 h 4713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55206" h="471307">
                  <a:moveTo>
                    <a:pt x="415455" y="156005"/>
                  </a:moveTo>
                  <a:cubicBezTo>
                    <a:pt x="436766" y="123497"/>
                    <a:pt x="462992" y="86495"/>
                    <a:pt x="452952" y="45406"/>
                  </a:cubicBezTo>
                  <a:cubicBezTo>
                    <a:pt x="448026" y="27329"/>
                    <a:pt x="437346" y="11348"/>
                    <a:pt x="422529" y="-120"/>
                  </a:cubicBezTo>
                  <a:cubicBezTo>
                    <a:pt x="425969" y="5893"/>
                    <a:pt x="428563" y="12351"/>
                    <a:pt x="430238" y="19073"/>
                  </a:cubicBezTo>
                  <a:cubicBezTo>
                    <a:pt x="440278" y="60161"/>
                    <a:pt x="414052" y="97164"/>
                    <a:pt x="392740" y="129671"/>
                  </a:cubicBezTo>
                  <a:cubicBezTo>
                    <a:pt x="373828" y="158519"/>
                    <a:pt x="350352" y="189147"/>
                    <a:pt x="349002" y="225110"/>
                  </a:cubicBezTo>
                  <a:cubicBezTo>
                    <a:pt x="347953" y="253061"/>
                    <a:pt x="367073" y="307371"/>
                    <a:pt x="314720" y="292210"/>
                  </a:cubicBezTo>
                  <a:cubicBezTo>
                    <a:pt x="283575" y="283192"/>
                    <a:pt x="274765" y="246230"/>
                    <a:pt x="235189" y="254483"/>
                  </a:cubicBezTo>
                  <a:cubicBezTo>
                    <a:pt x="195265" y="262810"/>
                    <a:pt x="186549" y="311412"/>
                    <a:pt x="173143" y="343349"/>
                  </a:cubicBezTo>
                  <a:cubicBezTo>
                    <a:pt x="150950" y="394817"/>
                    <a:pt x="104843" y="432062"/>
                    <a:pt x="49860" y="442937"/>
                  </a:cubicBezTo>
                  <a:cubicBezTo>
                    <a:pt x="38697" y="445521"/>
                    <a:pt x="27088" y="445492"/>
                    <a:pt x="15938" y="442853"/>
                  </a:cubicBezTo>
                  <a:cubicBezTo>
                    <a:pt x="10194" y="441187"/>
                    <a:pt x="4786" y="438531"/>
                    <a:pt x="-45" y="435005"/>
                  </a:cubicBezTo>
                  <a:cubicBezTo>
                    <a:pt x="7942" y="450980"/>
                    <a:pt x="21814" y="463233"/>
                    <a:pt x="38652" y="469187"/>
                  </a:cubicBezTo>
                  <a:cubicBezTo>
                    <a:pt x="49802" y="471826"/>
                    <a:pt x="61411" y="471855"/>
                    <a:pt x="72574" y="469271"/>
                  </a:cubicBezTo>
                  <a:cubicBezTo>
                    <a:pt x="127558" y="458396"/>
                    <a:pt x="173665" y="421151"/>
                    <a:pt x="195859" y="369683"/>
                  </a:cubicBezTo>
                  <a:cubicBezTo>
                    <a:pt x="209263" y="337746"/>
                    <a:pt x="217978" y="289144"/>
                    <a:pt x="257904" y="280817"/>
                  </a:cubicBezTo>
                  <a:cubicBezTo>
                    <a:pt x="297480" y="272563"/>
                    <a:pt x="306291" y="309526"/>
                    <a:pt x="337434" y="318544"/>
                  </a:cubicBezTo>
                  <a:cubicBezTo>
                    <a:pt x="389788" y="333704"/>
                    <a:pt x="370668" y="279395"/>
                    <a:pt x="371717" y="251443"/>
                  </a:cubicBezTo>
                  <a:cubicBezTo>
                    <a:pt x="373067" y="215481"/>
                    <a:pt x="396543" y="184853"/>
                    <a:pt x="415455" y="156005"/>
                  </a:cubicBezTo>
                  <a:close/>
                </a:path>
              </a:pathLst>
            </a:custGeom>
            <a:solidFill>
              <a:srgbClr val="000000">
                <a:alpha val="10000"/>
              </a:srgbClr>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61" name="任意多边形: 形状 60">
              <a:extLst>
                <a:ext uri="{FF2B5EF4-FFF2-40B4-BE49-F238E27FC236}">
                  <a16:creationId xmlns:a16="http://schemas.microsoft.com/office/drawing/2014/main" id="{684FFAC1-F75D-4B49-9CC8-A7FA3EB11F6F}"/>
                </a:ext>
              </a:extLst>
            </p:cNvPr>
            <p:cNvSpPr/>
            <p:nvPr/>
          </p:nvSpPr>
          <p:spPr>
            <a:xfrm>
              <a:off x="2857279" y="828932"/>
              <a:ext cx="488172" cy="381148"/>
            </a:xfrm>
            <a:custGeom>
              <a:avLst/>
              <a:gdLst>
                <a:gd name="connsiteX0" fmla="*/ 471173 w 488172"/>
                <a:gd name="connsiteY0" fmla="*/ 133934 h 381148"/>
                <a:gd name="connsiteX1" fmla="*/ 455147 w 488172"/>
                <a:gd name="connsiteY1" fmla="*/ 156808 h 381148"/>
                <a:gd name="connsiteX2" fmla="*/ 418140 w 488172"/>
                <a:gd name="connsiteY2" fmla="*/ 195125 h 381148"/>
                <a:gd name="connsiteX3" fmla="*/ 393155 w 488172"/>
                <a:gd name="connsiteY3" fmla="*/ 214720 h 381148"/>
                <a:gd name="connsiteX4" fmla="*/ 342672 w 488172"/>
                <a:gd name="connsiteY4" fmla="*/ 244879 h 381148"/>
                <a:gd name="connsiteX5" fmla="*/ 181098 w 488172"/>
                <a:gd name="connsiteY5" fmla="*/ 302792 h 381148"/>
                <a:gd name="connsiteX6" fmla="*/ 73068 w 488172"/>
                <a:gd name="connsiteY6" fmla="*/ 334189 h 381148"/>
                <a:gd name="connsiteX7" fmla="*/ 8744 w 488172"/>
                <a:gd name="connsiteY7" fmla="*/ 381029 h 381148"/>
                <a:gd name="connsiteX8" fmla="*/ 658 w 488172"/>
                <a:gd name="connsiteY8" fmla="*/ 334334 h 381148"/>
                <a:gd name="connsiteX9" fmla="*/ 658 w 488172"/>
                <a:gd name="connsiteY9" fmla="*/ 334261 h 381148"/>
                <a:gd name="connsiteX10" fmla="*/ 512 w 488172"/>
                <a:gd name="connsiteY10" fmla="*/ 301990 h 381148"/>
                <a:gd name="connsiteX11" fmla="*/ 87783 w 488172"/>
                <a:gd name="connsiteY11" fmla="*/ 136557 h 381148"/>
                <a:gd name="connsiteX12" fmla="*/ 246005 w 488172"/>
                <a:gd name="connsiteY12" fmla="*/ 29764 h 381148"/>
                <a:gd name="connsiteX13" fmla="*/ 304355 w 488172"/>
                <a:gd name="connsiteY13" fmla="*/ 3757 h 381148"/>
                <a:gd name="connsiteX14" fmla="*/ 365984 w 488172"/>
                <a:gd name="connsiteY14" fmla="*/ 1208 h 381148"/>
                <a:gd name="connsiteX15" fmla="*/ 444367 w 488172"/>
                <a:gd name="connsiteY15" fmla="*/ 19638 h 381148"/>
                <a:gd name="connsiteX16" fmla="*/ 471975 w 488172"/>
                <a:gd name="connsiteY16" fmla="*/ 39015 h 381148"/>
                <a:gd name="connsiteX17" fmla="*/ 485816 w 488172"/>
                <a:gd name="connsiteY17" fmla="*/ 68300 h 381148"/>
                <a:gd name="connsiteX18" fmla="*/ 471173 w 488172"/>
                <a:gd name="connsiteY18" fmla="*/ 133934 h 381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88172" h="381148">
                  <a:moveTo>
                    <a:pt x="471173" y="133934"/>
                  </a:moveTo>
                  <a:cubicBezTo>
                    <a:pt x="466282" y="141865"/>
                    <a:pt x="460931" y="149503"/>
                    <a:pt x="455147" y="156808"/>
                  </a:cubicBezTo>
                  <a:cubicBezTo>
                    <a:pt x="444102" y="170766"/>
                    <a:pt x="431706" y="183601"/>
                    <a:pt x="418140" y="195125"/>
                  </a:cubicBezTo>
                  <a:cubicBezTo>
                    <a:pt x="410154" y="202082"/>
                    <a:pt x="401815" y="208623"/>
                    <a:pt x="393155" y="214720"/>
                  </a:cubicBezTo>
                  <a:cubicBezTo>
                    <a:pt x="377103" y="226019"/>
                    <a:pt x="360229" y="236100"/>
                    <a:pt x="342672" y="244879"/>
                  </a:cubicBezTo>
                  <a:cubicBezTo>
                    <a:pt x="291534" y="270666"/>
                    <a:pt x="236171" y="286839"/>
                    <a:pt x="181098" y="302792"/>
                  </a:cubicBezTo>
                  <a:cubicBezTo>
                    <a:pt x="145113" y="313282"/>
                    <a:pt x="109103" y="323747"/>
                    <a:pt x="73068" y="334189"/>
                  </a:cubicBezTo>
                  <a:cubicBezTo>
                    <a:pt x="59810" y="344242"/>
                    <a:pt x="35552" y="362307"/>
                    <a:pt x="8744" y="381029"/>
                  </a:cubicBezTo>
                  <a:cubicBezTo>
                    <a:pt x="4680" y="365732"/>
                    <a:pt x="1973" y="350107"/>
                    <a:pt x="658" y="334334"/>
                  </a:cubicBezTo>
                  <a:lnTo>
                    <a:pt x="658" y="334261"/>
                  </a:lnTo>
                  <a:cubicBezTo>
                    <a:pt x="-228" y="323524"/>
                    <a:pt x="-277" y="312735"/>
                    <a:pt x="512" y="301990"/>
                  </a:cubicBezTo>
                  <a:cubicBezTo>
                    <a:pt x="5248" y="238396"/>
                    <a:pt x="41452" y="180410"/>
                    <a:pt x="87783" y="136557"/>
                  </a:cubicBezTo>
                  <a:cubicBezTo>
                    <a:pt x="134113" y="92703"/>
                    <a:pt x="190423" y="61015"/>
                    <a:pt x="246005" y="29764"/>
                  </a:cubicBezTo>
                  <a:cubicBezTo>
                    <a:pt x="264157" y="18435"/>
                    <a:pt x="283795" y="9682"/>
                    <a:pt x="304355" y="3757"/>
                  </a:cubicBezTo>
                  <a:cubicBezTo>
                    <a:pt x="324635" y="-334"/>
                    <a:pt x="345434" y="-1194"/>
                    <a:pt x="365984" y="1208"/>
                  </a:cubicBezTo>
                  <a:cubicBezTo>
                    <a:pt x="393038" y="2363"/>
                    <a:pt x="419632" y="8616"/>
                    <a:pt x="444367" y="19638"/>
                  </a:cubicBezTo>
                  <a:cubicBezTo>
                    <a:pt x="454507" y="24645"/>
                    <a:pt x="463819" y="31180"/>
                    <a:pt x="471975" y="39015"/>
                  </a:cubicBezTo>
                  <a:cubicBezTo>
                    <a:pt x="478071" y="48005"/>
                    <a:pt x="482740" y="57883"/>
                    <a:pt x="485816" y="68300"/>
                  </a:cubicBezTo>
                  <a:cubicBezTo>
                    <a:pt x="492662" y="90445"/>
                    <a:pt x="483264" y="114265"/>
                    <a:pt x="471173" y="133934"/>
                  </a:cubicBezTo>
                  <a:close/>
                </a:path>
              </a:pathLst>
            </a:custGeom>
            <a:solidFill>
              <a:srgbClr val="000000">
                <a:alpha val="10000"/>
              </a:srgbClr>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62" name="任意多边形: 形状 61">
              <a:extLst>
                <a:ext uri="{FF2B5EF4-FFF2-40B4-BE49-F238E27FC236}">
                  <a16:creationId xmlns:a16="http://schemas.microsoft.com/office/drawing/2014/main" id="{5BFF7C54-98CE-4D29-98AB-D135237E54AD}"/>
                </a:ext>
              </a:extLst>
            </p:cNvPr>
            <p:cNvSpPr/>
            <p:nvPr/>
          </p:nvSpPr>
          <p:spPr>
            <a:xfrm>
              <a:off x="2742316" y="770599"/>
              <a:ext cx="603135" cy="496646"/>
            </a:xfrm>
            <a:custGeom>
              <a:avLst/>
              <a:gdLst>
                <a:gd name="connsiteX0" fmla="*/ 586136 w 603135"/>
                <a:gd name="connsiteY0" fmla="*/ 184982 h 496646"/>
                <a:gd name="connsiteX1" fmla="*/ 570110 w 603135"/>
                <a:gd name="connsiteY1" fmla="*/ 207856 h 496646"/>
                <a:gd name="connsiteX2" fmla="*/ 533104 w 603135"/>
                <a:gd name="connsiteY2" fmla="*/ 246173 h 496646"/>
                <a:gd name="connsiteX3" fmla="*/ 508118 w 603135"/>
                <a:gd name="connsiteY3" fmla="*/ 265769 h 496646"/>
                <a:gd name="connsiteX4" fmla="*/ 457636 w 603135"/>
                <a:gd name="connsiteY4" fmla="*/ 295927 h 496646"/>
                <a:gd name="connsiteX5" fmla="*/ 296062 w 603135"/>
                <a:gd name="connsiteY5" fmla="*/ 353840 h 496646"/>
                <a:gd name="connsiteX6" fmla="*/ 188031 w 603135"/>
                <a:gd name="connsiteY6" fmla="*/ 385237 h 496646"/>
                <a:gd name="connsiteX7" fmla="*/ 3001 w 603135"/>
                <a:gd name="connsiteY7" fmla="*/ 495526 h 496646"/>
                <a:gd name="connsiteX8" fmla="*/ 114935 w 603135"/>
                <a:gd name="connsiteY8" fmla="*/ 384829 h 496646"/>
                <a:gd name="connsiteX9" fmla="*/ 121231 w 603135"/>
                <a:gd name="connsiteY9" fmla="*/ 389608 h 496646"/>
                <a:gd name="connsiteX10" fmla="*/ 86192 w 603135"/>
                <a:gd name="connsiteY10" fmla="*/ 322516 h 496646"/>
                <a:gd name="connsiteX11" fmla="*/ 85099 w 603135"/>
                <a:gd name="connsiteY11" fmla="*/ 185565 h 496646"/>
                <a:gd name="connsiteX12" fmla="*/ 163628 w 603135"/>
                <a:gd name="connsiteY12" fmla="*/ 77461 h 496646"/>
                <a:gd name="connsiteX13" fmla="*/ 216879 w 603135"/>
                <a:gd name="connsiteY13" fmla="*/ 47448 h 496646"/>
                <a:gd name="connsiteX14" fmla="*/ 222051 w 603135"/>
                <a:gd name="connsiteY14" fmla="*/ 40455 h 496646"/>
                <a:gd name="connsiteX15" fmla="*/ 224091 w 603135"/>
                <a:gd name="connsiteY15" fmla="*/ 36740 h 496646"/>
                <a:gd name="connsiteX16" fmla="*/ 229846 w 603135"/>
                <a:gd name="connsiteY16" fmla="*/ 25595 h 496646"/>
                <a:gd name="connsiteX17" fmla="*/ 262335 w 603135"/>
                <a:gd name="connsiteY17" fmla="*/ 20933 h 496646"/>
                <a:gd name="connsiteX18" fmla="*/ 265977 w 603135"/>
                <a:gd name="connsiteY18" fmla="*/ 21297 h 496646"/>
                <a:gd name="connsiteX19" fmla="*/ 272095 w 603135"/>
                <a:gd name="connsiteY19" fmla="*/ 21588 h 496646"/>
                <a:gd name="connsiteX20" fmla="*/ 393094 w 603135"/>
                <a:gd name="connsiteY20" fmla="*/ -120 h 496646"/>
                <a:gd name="connsiteX21" fmla="*/ 516058 w 603135"/>
                <a:gd name="connsiteY21" fmla="*/ 43661 h 496646"/>
                <a:gd name="connsiteX22" fmla="*/ 538787 w 603135"/>
                <a:gd name="connsiteY22" fmla="*/ 53932 h 496646"/>
                <a:gd name="connsiteX23" fmla="*/ 600779 w 603135"/>
                <a:gd name="connsiteY23" fmla="*/ 119348 h 496646"/>
                <a:gd name="connsiteX24" fmla="*/ 586136 w 603135"/>
                <a:gd name="connsiteY24" fmla="*/ 184982 h 4966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03135" h="496646">
                  <a:moveTo>
                    <a:pt x="586136" y="184982"/>
                  </a:moveTo>
                  <a:cubicBezTo>
                    <a:pt x="581246" y="192913"/>
                    <a:pt x="575895" y="200551"/>
                    <a:pt x="570110" y="207856"/>
                  </a:cubicBezTo>
                  <a:cubicBezTo>
                    <a:pt x="559065" y="221814"/>
                    <a:pt x="546669" y="234649"/>
                    <a:pt x="533104" y="246173"/>
                  </a:cubicBezTo>
                  <a:cubicBezTo>
                    <a:pt x="525118" y="253130"/>
                    <a:pt x="516778" y="259671"/>
                    <a:pt x="508118" y="265769"/>
                  </a:cubicBezTo>
                  <a:cubicBezTo>
                    <a:pt x="492067" y="277067"/>
                    <a:pt x="475192" y="287148"/>
                    <a:pt x="457636" y="295927"/>
                  </a:cubicBezTo>
                  <a:cubicBezTo>
                    <a:pt x="406497" y="321715"/>
                    <a:pt x="351134" y="337887"/>
                    <a:pt x="296062" y="353840"/>
                  </a:cubicBezTo>
                  <a:cubicBezTo>
                    <a:pt x="260076" y="364330"/>
                    <a:pt x="224066" y="374796"/>
                    <a:pt x="188031" y="385237"/>
                  </a:cubicBezTo>
                  <a:cubicBezTo>
                    <a:pt x="150369" y="413720"/>
                    <a:pt x="24199" y="507182"/>
                    <a:pt x="3001" y="495526"/>
                  </a:cubicBezTo>
                  <a:cubicBezTo>
                    <a:pt x="-21984" y="481758"/>
                    <a:pt x="114935" y="384829"/>
                    <a:pt x="114935" y="384829"/>
                  </a:cubicBezTo>
                  <a:lnTo>
                    <a:pt x="121231" y="389608"/>
                  </a:lnTo>
                  <a:cubicBezTo>
                    <a:pt x="101198" y="377005"/>
                    <a:pt x="90709" y="347794"/>
                    <a:pt x="86192" y="322516"/>
                  </a:cubicBezTo>
                  <a:cubicBezTo>
                    <a:pt x="78179" y="277279"/>
                    <a:pt x="74391" y="230293"/>
                    <a:pt x="85099" y="185565"/>
                  </a:cubicBezTo>
                  <a:cubicBezTo>
                    <a:pt x="95807" y="140910"/>
                    <a:pt x="122688" y="98368"/>
                    <a:pt x="163628" y="77461"/>
                  </a:cubicBezTo>
                  <a:cubicBezTo>
                    <a:pt x="181767" y="68136"/>
                    <a:pt x="203766" y="61799"/>
                    <a:pt x="216879" y="47448"/>
                  </a:cubicBezTo>
                  <a:cubicBezTo>
                    <a:pt x="218866" y="45324"/>
                    <a:pt x="220602" y="42978"/>
                    <a:pt x="222051" y="40455"/>
                  </a:cubicBezTo>
                  <a:cubicBezTo>
                    <a:pt x="222844" y="39282"/>
                    <a:pt x="223527" y="38039"/>
                    <a:pt x="224091" y="36740"/>
                  </a:cubicBezTo>
                  <a:cubicBezTo>
                    <a:pt x="225538" y="32800"/>
                    <a:pt x="227471" y="29056"/>
                    <a:pt x="229846" y="25595"/>
                  </a:cubicBezTo>
                  <a:cubicBezTo>
                    <a:pt x="237349" y="16926"/>
                    <a:pt x="250971" y="19549"/>
                    <a:pt x="262335" y="20933"/>
                  </a:cubicBezTo>
                  <a:cubicBezTo>
                    <a:pt x="263573" y="21078"/>
                    <a:pt x="264738" y="21224"/>
                    <a:pt x="265977" y="21297"/>
                  </a:cubicBezTo>
                  <a:cubicBezTo>
                    <a:pt x="268010" y="21503"/>
                    <a:pt x="270052" y="21600"/>
                    <a:pt x="272095" y="21588"/>
                  </a:cubicBezTo>
                  <a:cubicBezTo>
                    <a:pt x="312671" y="22462"/>
                    <a:pt x="352009" y="-120"/>
                    <a:pt x="393094" y="-120"/>
                  </a:cubicBezTo>
                  <a:cubicBezTo>
                    <a:pt x="438113" y="-193"/>
                    <a:pt x="476429" y="25886"/>
                    <a:pt x="516058" y="43661"/>
                  </a:cubicBezTo>
                  <a:cubicBezTo>
                    <a:pt x="524071" y="47303"/>
                    <a:pt x="531648" y="50581"/>
                    <a:pt x="538787" y="53932"/>
                  </a:cubicBezTo>
                  <a:cubicBezTo>
                    <a:pt x="567415" y="67263"/>
                    <a:pt x="588977" y="81468"/>
                    <a:pt x="600779" y="119348"/>
                  </a:cubicBezTo>
                  <a:cubicBezTo>
                    <a:pt x="607626" y="141493"/>
                    <a:pt x="598228" y="165314"/>
                    <a:pt x="586136" y="184982"/>
                  </a:cubicBezTo>
                  <a:close/>
                </a:path>
              </a:pathLst>
            </a:custGeom>
            <a:solidFill>
              <a:srgbClr val="3F3D56"/>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63" name="任意多边形: 形状 62">
              <a:extLst>
                <a:ext uri="{FF2B5EF4-FFF2-40B4-BE49-F238E27FC236}">
                  <a16:creationId xmlns:a16="http://schemas.microsoft.com/office/drawing/2014/main" id="{AED01D7C-27FD-4555-8A7C-5FA4F83C095E}"/>
                </a:ext>
              </a:extLst>
            </p:cNvPr>
            <p:cNvSpPr/>
            <p:nvPr/>
          </p:nvSpPr>
          <p:spPr>
            <a:xfrm>
              <a:off x="2959239" y="792015"/>
              <a:ext cx="57769" cy="31222"/>
            </a:xfrm>
            <a:custGeom>
              <a:avLst/>
              <a:gdLst>
                <a:gd name="connsiteX0" fmla="*/ 55173 w 57769"/>
                <a:gd name="connsiteY0" fmla="*/ 172 h 31222"/>
                <a:gd name="connsiteX1" fmla="*/ 50875 w 57769"/>
                <a:gd name="connsiteY1" fmla="*/ 23920 h 31222"/>
                <a:gd name="connsiteX2" fmla="*/ 33829 w 57769"/>
                <a:gd name="connsiteY2" fmla="*/ 29966 h 31222"/>
                <a:gd name="connsiteX3" fmla="*/ 20571 w 57769"/>
                <a:gd name="connsiteY3" fmla="*/ 30986 h 31222"/>
                <a:gd name="connsiteX4" fmla="*/ 3015 w 57769"/>
                <a:gd name="connsiteY4" fmla="*/ 27999 h 31222"/>
                <a:gd name="connsiteX5" fmla="*/ -45 w 57769"/>
                <a:gd name="connsiteY5" fmla="*/ 26032 h 31222"/>
                <a:gd name="connsiteX6" fmla="*/ 5127 w 57769"/>
                <a:gd name="connsiteY6" fmla="*/ 19039 h 31222"/>
                <a:gd name="connsiteX7" fmla="*/ 11246 w 57769"/>
                <a:gd name="connsiteY7" fmla="*/ 19330 h 31222"/>
                <a:gd name="connsiteX8" fmla="*/ 33100 w 57769"/>
                <a:gd name="connsiteY8" fmla="*/ 15615 h 31222"/>
                <a:gd name="connsiteX9" fmla="*/ 41332 w 57769"/>
                <a:gd name="connsiteY9" fmla="*/ 11682 h 31222"/>
                <a:gd name="connsiteX10" fmla="*/ 49053 w 57769"/>
                <a:gd name="connsiteY10" fmla="*/ -120 h 312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769" h="31222">
                  <a:moveTo>
                    <a:pt x="55173" y="172"/>
                  </a:moveTo>
                  <a:cubicBezTo>
                    <a:pt x="59809" y="8062"/>
                    <a:pt x="57982" y="18155"/>
                    <a:pt x="50875" y="23920"/>
                  </a:cubicBezTo>
                  <a:cubicBezTo>
                    <a:pt x="45862" y="27473"/>
                    <a:pt x="39961" y="29567"/>
                    <a:pt x="33829" y="29966"/>
                  </a:cubicBezTo>
                  <a:cubicBezTo>
                    <a:pt x="29433" y="30562"/>
                    <a:pt x="25006" y="30902"/>
                    <a:pt x="20571" y="30986"/>
                  </a:cubicBezTo>
                  <a:cubicBezTo>
                    <a:pt x="14561" y="31470"/>
                    <a:pt x="8526" y="30443"/>
                    <a:pt x="3015" y="27999"/>
                  </a:cubicBezTo>
                  <a:cubicBezTo>
                    <a:pt x="1942" y="27429"/>
                    <a:pt x="919" y="26771"/>
                    <a:pt x="-45" y="26032"/>
                  </a:cubicBezTo>
                  <a:cubicBezTo>
                    <a:pt x="1943" y="23908"/>
                    <a:pt x="3678" y="21561"/>
                    <a:pt x="5127" y="19039"/>
                  </a:cubicBezTo>
                  <a:cubicBezTo>
                    <a:pt x="6147" y="19840"/>
                    <a:pt x="7167" y="19622"/>
                    <a:pt x="11246" y="19330"/>
                  </a:cubicBezTo>
                  <a:cubicBezTo>
                    <a:pt x="18653" y="18970"/>
                    <a:pt x="25990" y="17723"/>
                    <a:pt x="33100" y="15615"/>
                  </a:cubicBezTo>
                  <a:cubicBezTo>
                    <a:pt x="36066" y="14830"/>
                    <a:pt x="38858" y="13496"/>
                    <a:pt x="41332" y="11682"/>
                  </a:cubicBezTo>
                  <a:cubicBezTo>
                    <a:pt x="44977" y="8563"/>
                    <a:pt x="47656" y="4469"/>
                    <a:pt x="49053" y="-120"/>
                  </a:cubicBezTo>
                  <a:close/>
                </a:path>
              </a:pathLst>
            </a:custGeom>
            <a:solidFill>
              <a:srgbClr val="000000">
                <a:alpha val="10000"/>
              </a:srgbClr>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64" name="任意多边形: 形状 63">
              <a:extLst>
                <a:ext uri="{FF2B5EF4-FFF2-40B4-BE49-F238E27FC236}">
                  <a16:creationId xmlns:a16="http://schemas.microsoft.com/office/drawing/2014/main" id="{327404C5-9674-4874-B649-0AC10D3A8070}"/>
                </a:ext>
              </a:extLst>
            </p:cNvPr>
            <p:cNvSpPr/>
            <p:nvPr/>
          </p:nvSpPr>
          <p:spPr>
            <a:xfrm>
              <a:off x="2859995" y="1153962"/>
              <a:ext cx="68540" cy="9864"/>
            </a:xfrm>
            <a:custGeom>
              <a:avLst/>
              <a:gdLst>
                <a:gd name="connsiteX0" fmla="*/ -45 w 68540"/>
                <a:gd name="connsiteY0" fmla="*/ 393 h 9864"/>
                <a:gd name="connsiteX1" fmla="*/ 18643 w 68540"/>
                <a:gd name="connsiteY1" fmla="*/ 7350 h 9864"/>
                <a:gd name="connsiteX2" fmla="*/ 68495 w 68540"/>
                <a:gd name="connsiteY2" fmla="*/ -120 h 9864"/>
              </a:gdLst>
              <a:ahLst/>
              <a:cxnLst>
                <a:cxn ang="0">
                  <a:pos x="connsiteX0" y="connsiteY0"/>
                </a:cxn>
                <a:cxn ang="0">
                  <a:pos x="connsiteX1" y="connsiteY1"/>
                </a:cxn>
                <a:cxn ang="0">
                  <a:pos x="connsiteX2" y="connsiteY2"/>
                </a:cxn>
              </a:cxnLst>
              <a:rect l="l" t="t" r="r" b="b"/>
              <a:pathLst>
                <a:path w="68540" h="9864">
                  <a:moveTo>
                    <a:pt x="-45" y="393"/>
                  </a:moveTo>
                  <a:cubicBezTo>
                    <a:pt x="5654" y="3944"/>
                    <a:pt x="12009" y="6310"/>
                    <a:pt x="18643" y="7350"/>
                  </a:cubicBezTo>
                  <a:cubicBezTo>
                    <a:pt x="35553" y="12266"/>
                    <a:pt x="53768" y="9536"/>
                    <a:pt x="68495" y="-120"/>
                  </a:cubicBezTo>
                </a:path>
              </a:pathLst>
            </a:custGeom>
            <a:solidFill>
              <a:srgbClr val="000000">
                <a:alpha val="10000"/>
              </a:srgbClr>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grpSp>
      <p:graphicFrame>
        <p:nvGraphicFramePr>
          <p:cNvPr id="86" name="表格 7">
            <a:extLst>
              <a:ext uri="{FF2B5EF4-FFF2-40B4-BE49-F238E27FC236}">
                <a16:creationId xmlns:a16="http://schemas.microsoft.com/office/drawing/2014/main" id="{475FC0CE-E034-45B2-86AE-D06148751B19}"/>
              </a:ext>
            </a:extLst>
          </p:cNvPr>
          <p:cNvGraphicFramePr>
            <a:graphicFrameLocks noGrp="1"/>
          </p:cNvGraphicFramePr>
          <p:nvPr/>
        </p:nvGraphicFramePr>
        <p:xfrm>
          <a:off x="667394" y="2686060"/>
          <a:ext cx="7964901" cy="432000"/>
        </p:xfrm>
        <a:graphic>
          <a:graphicData uri="http://schemas.openxmlformats.org/drawingml/2006/table">
            <a:tbl>
              <a:tblPr bandRow="1">
                <a:tableStyleId>{2D5ABB26-0587-4C30-8999-92F81FD0307C}</a:tableStyleId>
              </a:tblPr>
              <a:tblGrid>
                <a:gridCol w="884989">
                  <a:extLst>
                    <a:ext uri="{9D8B030D-6E8A-4147-A177-3AD203B41FA5}">
                      <a16:colId xmlns:a16="http://schemas.microsoft.com/office/drawing/2014/main" val="627451869"/>
                    </a:ext>
                  </a:extLst>
                </a:gridCol>
                <a:gridCol w="884989">
                  <a:extLst>
                    <a:ext uri="{9D8B030D-6E8A-4147-A177-3AD203B41FA5}">
                      <a16:colId xmlns:a16="http://schemas.microsoft.com/office/drawing/2014/main" val="2701557470"/>
                    </a:ext>
                  </a:extLst>
                </a:gridCol>
                <a:gridCol w="884989">
                  <a:extLst>
                    <a:ext uri="{9D8B030D-6E8A-4147-A177-3AD203B41FA5}">
                      <a16:colId xmlns:a16="http://schemas.microsoft.com/office/drawing/2014/main" val="3426837699"/>
                    </a:ext>
                  </a:extLst>
                </a:gridCol>
                <a:gridCol w="884989">
                  <a:extLst>
                    <a:ext uri="{9D8B030D-6E8A-4147-A177-3AD203B41FA5}">
                      <a16:colId xmlns:a16="http://schemas.microsoft.com/office/drawing/2014/main" val="3335785818"/>
                    </a:ext>
                  </a:extLst>
                </a:gridCol>
                <a:gridCol w="884989">
                  <a:extLst>
                    <a:ext uri="{9D8B030D-6E8A-4147-A177-3AD203B41FA5}">
                      <a16:colId xmlns:a16="http://schemas.microsoft.com/office/drawing/2014/main" val="3433684863"/>
                    </a:ext>
                  </a:extLst>
                </a:gridCol>
                <a:gridCol w="884989">
                  <a:extLst>
                    <a:ext uri="{9D8B030D-6E8A-4147-A177-3AD203B41FA5}">
                      <a16:colId xmlns:a16="http://schemas.microsoft.com/office/drawing/2014/main" val="2105610774"/>
                    </a:ext>
                  </a:extLst>
                </a:gridCol>
                <a:gridCol w="884989">
                  <a:extLst>
                    <a:ext uri="{9D8B030D-6E8A-4147-A177-3AD203B41FA5}">
                      <a16:colId xmlns:a16="http://schemas.microsoft.com/office/drawing/2014/main" val="1081253309"/>
                    </a:ext>
                  </a:extLst>
                </a:gridCol>
                <a:gridCol w="884989">
                  <a:extLst>
                    <a:ext uri="{9D8B030D-6E8A-4147-A177-3AD203B41FA5}">
                      <a16:colId xmlns:a16="http://schemas.microsoft.com/office/drawing/2014/main" val="4121762353"/>
                    </a:ext>
                  </a:extLst>
                </a:gridCol>
                <a:gridCol w="884989">
                  <a:extLst>
                    <a:ext uri="{9D8B030D-6E8A-4147-A177-3AD203B41FA5}">
                      <a16:colId xmlns:a16="http://schemas.microsoft.com/office/drawing/2014/main" val="2640679520"/>
                    </a:ext>
                  </a:extLst>
                </a:gridCol>
              </a:tblGrid>
              <a:tr h="432000">
                <a:tc>
                  <a:txBody>
                    <a:bodyPr/>
                    <a:lstStyle/>
                    <a:p>
                      <a:pPr algn="ctr"/>
                      <a:r>
                        <a:rPr lang="en-US" altLang="zh-CN" baseline="0" dirty="0">
                          <a:solidFill>
                            <a:schemeClr val="bg1"/>
                          </a:solidFill>
                          <a:latin typeface="微软雅黑 Light" panose="020B0502040204020203" pitchFamily="34" charset="-122"/>
                          <a:ea typeface="微软雅黑" panose="020B0503020204020204" pitchFamily="34" charset="-122"/>
                        </a:rPr>
                        <a:t>EOH</a:t>
                      </a:r>
                      <a:endParaRPr lang="zh-CN" altLang="en-US" baseline="0" dirty="0">
                        <a:solidFill>
                          <a:schemeClr val="bg1"/>
                        </a:solidFill>
                        <a:latin typeface="微软雅黑 Light" panose="020B0502040204020203" pitchFamily="34" charset="-122"/>
                        <a:ea typeface="微软雅黑" panose="020B0503020204020204" pitchFamily="34" charset="-122"/>
                      </a:endParaRPr>
                    </a:p>
                  </a:txBody>
                  <a:tcPr anchor="ct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solidFill>
                      <a:schemeClr val="accent6">
                        <a:lumMod val="75000"/>
                      </a:schemeClr>
                    </a:solidFill>
                  </a:tcPr>
                </a:tc>
                <a:tc>
                  <a:txBody>
                    <a:bodyPr/>
                    <a:lstStyle/>
                    <a:p>
                      <a:pPr algn="ctr"/>
                      <a:endParaRPr lang="zh-CN" altLang="en-US" sz="1800" kern="1200" baseline="0" dirty="0">
                        <a:solidFill>
                          <a:schemeClr val="bg1"/>
                        </a:solidFill>
                        <a:latin typeface="微软雅黑 Light" panose="020B0502040204020203" pitchFamily="34" charset="-122"/>
                        <a:ea typeface="微软雅黑" panose="020B0503020204020204" pitchFamily="34" charset="-122"/>
                        <a:cs typeface="+mn-cs"/>
                      </a:endParaRPr>
                    </a:p>
                  </a:txBody>
                  <a:tcPr anchor="ct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tcPr>
                </a:tc>
                <a:tc>
                  <a:txBody>
                    <a:bodyPr/>
                    <a:lstStyle/>
                    <a:p>
                      <a:pPr algn="ctr"/>
                      <a:r>
                        <a:rPr lang="en-US" altLang="zh-CN" baseline="0" dirty="0">
                          <a:solidFill>
                            <a:schemeClr val="tx1"/>
                          </a:solidFill>
                          <a:latin typeface="微软雅黑 Light" panose="020B0502040204020203" pitchFamily="34" charset="-122"/>
                          <a:ea typeface="微软雅黑" panose="020B0503020204020204" pitchFamily="34" charset="-122"/>
                        </a:rPr>
                        <a:t>SOH</a:t>
                      </a:r>
                      <a:endParaRPr lang="zh-CN" altLang="en-US" baseline="0" dirty="0">
                        <a:solidFill>
                          <a:schemeClr val="tx1"/>
                        </a:solidFill>
                        <a:latin typeface="微软雅黑 Light" panose="020B0502040204020203" pitchFamily="34" charset="-122"/>
                        <a:ea typeface="微软雅黑" panose="020B0503020204020204" pitchFamily="34" charset="-122"/>
                      </a:endParaRPr>
                    </a:p>
                  </a:txBody>
                  <a:tcPr anchor="ct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tcPr>
                </a:tc>
                <a:tc>
                  <a:txBody>
                    <a:bodyPr/>
                    <a:lstStyle/>
                    <a:p>
                      <a:pPr algn="ctr"/>
                      <a:endParaRPr lang="zh-CN" altLang="en-US" baseline="0" dirty="0">
                        <a:solidFill>
                          <a:schemeClr val="bg1"/>
                        </a:solidFill>
                        <a:latin typeface="微软雅黑 Light" panose="020B0502040204020203" pitchFamily="34" charset="-122"/>
                        <a:ea typeface="微软雅黑" panose="020B0503020204020204" pitchFamily="34" charset="-122"/>
                      </a:endParaRPr>
                    </a:p>
                  </a:txBody>
                  <a:tcPr anchor="ct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tcPr>
                </a:tc>
                <a:tc>
                  <a:txBody>
                    <a:bodyPr/>
                    <a:lstStyle/>
                    <a:p>
                      <a:pPr algn="ctr"/>
                      <a:r>
                        <a:rPr lang="en-US" altLang="zh-CN" baseline="0" dirty="0">
                          <a:solidFill>
                            <a:schemeClr val="tx1"/>
                          </a:solidFill>
                          <a:latin typeface="微软雅黑 Light" panose="020B0502040204020203" pitchFamily="34" charset="-122"/>
                          <a:ea typeface="微软雅黑" panose="020B0503020204020204" pitchFamily="34" charset="-122"/>
                        </a:rPr>
                        <a:t>ESC</a:t>
                      </a:r>
                      <a:endParaRPr lang="zh-CN" altLang="en-US" baseline="0" dirty="0">
                        <a:solidFill>
                          <a:schemeClr val="tx1"/>
                        </a:solidFill>
                        <a:latin typeface="微软雅黑 Light" panose="020B0502040204020203" pitchFamily="34" charset="-122"/>
                        <a:ea typeface="微软雅黑" panose="020B0503020204020204" pitchFamily="34" charset="-122"/>
                      </a:endParaRPr>
                    </a:p>
                  </a:txBody>
                  <a:tcPr anchor="ct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tcPr>
                </a:tc>
                <a:tc>
                  <a:txBody>
                    <a:bodyPr/>
                    <a:lstStyle/>
                    <a:p>
                      <a:pPr algn="ctr"/>
                      <a:endParaRPr lang="zh-CN" altLang="en-US" baseline="0" dirty="0">
                        <a:solidFill>
                          <a:schemeClr val="bg1"/>
                        </a:solidFill>
                        <a:latin typeface="微软雅黑 Light" panose="020B0502040204020203" pitchFamily="34" charset="-122"/>
                        <a:ea typeface="微软雅黑" panose="020B0503020204020204" pitchFamily="34" charset="-122"/>
                      </a:endParaRPr>
                    </a:p>
                  </a:txBody>
                  <a:tcPr anchor="ct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tcPr>
                </a:tc>
                <a:tc>
                  <a:txBody>
                    <a:bodyPr/>
                    <a:lstStyle/>
                    <a:p>
                      <a:pPr algn="ctr"/>
                      <a:r>
                        <a:rPr lang="en-US" altLang="zh-CN" baseline="0" dirty="0">
                          <a:solidFill>
                            <a:schemeClr val="tx1"/>
                          </a:solidFill>
                          <a:latin typeface="微软雅黑 Light" panose="020B0502040204020203" pitchFamily="34" charset="-122"/>
                          <a:ea typeface="微软雅黑" panose="020B0503020204020204" pitchFamily="34" charset="-122"/>
                        </a:rPr>
                        <a:t>EOH</a:t>
                      </a:r>
                      <a:endParaRPr lang="zh-CN" altLang="en-US" baseline="0" dirty="0">
                        <a:solidFill>
                          <a:schemeClr val="tx1"/>
                        </a:solidFill>
                        <a:latin typeface="微软雅黑 Light" panose="020B0502040204020203" pitchFamily="34" charset="-122"/>
                        <a:ea typeface="微软雅黑" panose="020B0503020204020204" pitchFamily="34" charset="-122"/>
                      </a:endParaRPr>
                    </a:p>
                  </a:txBody>
                  <a:tcPr anchor="ct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tcPr>
                </a:tc>
                <a:tc>
                  <a:txBody>
                    <a:bodyPr/>
                    <a:lstStyle/>
                    <a:p>
                      <a:pPr algn="ctr"/>
                      <a:endParaRPr lang="zh-CN" altLang="en-US" baseline="0" dirty="0">
                        <a:solidFill>
                          <a:schemeClr val="bg1"/>
                        </a:solidFill>
                        <a:latin typeface="微软雅黑 Light" panose="020B0502040204020203" pitchFamily="34" charset="-122"/>
                        <a:ea typeface="微软雅黑" panose="020B0503020204020204" pitchFamily="34" charset="-122"/>
                      </a:endParaRPr>
                    </a:p>
                  </a:txBody>
                  <a:tcPr anchor="ct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tcPr>
                </a:tc>
                <a:tc>
                  <a:txBody>
                    <a:bodyPr/>
                    <a:lstStyle/>
                    <a:p>
                      <a:pPr algn="ctr"/>
                      <a:r>
                        <a:rPr lang="en-US" altLang="zh-CN" baseline="0" dirty="0">
                          <a:solidFill>
                            <a:schemeClr val="bg1"/>
                          </a:solidFill>
                          <a:latin typeface="微软雅黑 Light" panose="020B0502040204020203" pitchFamily="34" charset="-122"/>
                          <a:ea typeface="微软雅黑" panose="020B0503020204020204" pitchFamily="34" charset="-122"/>
                        </a:rPr>
                        <a:t>SOH</a:t>
                      </a:r>
                      <a:endParaRPr lang="zh-CN" altLang="en-US" baseline="0" dirty="0">
                        <a:solidFill>
                          <a:schemeClr val="bg1"/>
                        </a:solidFill>
                        <a:latin typeface="微软雅黑 Light" panose="020B0502040204020203" pitchFamily="34" charset="-122"/>
                        <a:ea typeface="微软雅黑" panose="020B0503020204020204" pitchFamily="34" charset="-122"/>
                      </a:endParaRPr>
                    </a:p>
                  </a:txBody>
                  <a:tcPr anchor="ct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solidFill>
                      <a:schemeClr val="accent6">
                        <a:lumMod val="75000"/>
                      </a:schemeClr>
                    </a:solidFill>
                  </a:tcPr>
                </a:tc>
                <a:extLst>
                  <a:ext uri="{0D108BD9-81ED-4DB2-BD59-A6C34878D82A}">
                    <a16:rowId xmlns:a16="http://schemas.microsoft.com/office/drawing/2014/main" val="2856997385"/>
                  </a:ext>
                </a:extLst>
              </a:tr>
            </a:tbl>
          </a:graphicData>
        </a:graphic>
      </p:graphicFrame>
      <p:graphicFrame>
        <p:nvGraphicFramePr>
          <p:cNvPr id="87" name="表格 7">
            <a:extLst>
              <a:ext uri="{FF2B5EF4-FFF2-40B4-BE49-F238E27FC236}">
                <a16:creationId xmlns:a16="http://schemas.microsoft.com/office/drawing/2014/main" id="{D0BAB184-D365-42A3-A9BC-8ABE0ED0E567}"/>
              </a:ext>
            </a:extLst>
          </p:cNvPr>
          <p:cNvGraphicFramePr>
            <a:graphicFrameLocks noGrp="1"/>
          </p:cNvGraphicFramePr>
          <p:nvPr/>
        </p:nvGraphicFramePr>
        <p:xfrm>
          <a:off x="667387" y="3812894"/>
          <a:ext cx="10643232" cy="432000"/>
        </p:xfrm>
        <a:graphic>
          <a:graphicData uri="http://schemas.openxmlformats.org/drawingml/2006/table">
            <a:tbl>
              <a:tblPr bandRow="1">
                <a:tableStyleId>{2D5ABB26-0587-4C30-8999-92F81FD0307C}</a:tableStyleId>
              </a:tblPr>
              <a:tblGrid>
                <a:gridCol w="886936">
                  <a:extLst>
                    <a:ext uri="{9D8B030D-6E8A-4147-A177-3AD203B41FA5}">
                      <a16:colId xmlns:a16="http://schemas.microsoft.com/office/drawing/2014/main" val="627451869"/>
                    </a:ext>
                  </a:extLst>
                </a:gridCol>
                <a:gridCol w="886936">
                  <a:extLst>
                    <a:ext uri="{9D8B030D-6E8A-4147-A177-3AD203B41FA5}">
                      <a16:colId xmlns:a16="http://schemas.microsoft.com/office/drawing/2014/main" val="2701557470"/>
                    </a:ext>
                  </a:extLst>
                </a:gridCol>
                <a:gridCol w="886936">
                  <a:extLst>
                    <a:ext uri="{9D8B030D-6E8A-4147-A177-3AD203B41FA5}">
                      <a16:colId xmlns:a16="http://schemas.microsoft.com/office/drawing/2014/main" val="2164808900"/>
                    </a:ext>
                  </a:extLst>
                </a:gridCol>
                <a:gridCol w="886936">
                  <a:extLst>
                    <a:ext uri="{9D8B030D-6E8A-4147-A177-3AD203B41FA5}">
                      <a16:colId xmlns:a16="http://schemas.microsoft.com/office/drawing/2014/main" val="3426837699"/>
                    </a:ext>
                  </a:extLst>
                </a:gridCol>
                <a:gridCol w="886936">
                  <a:extLst>
                    <a:ext uri="{9D8B030D-6E8A-4147-A177-3AD203B41FA5}">
                      <a16:colId xmlns:a16="http://schemas.microsoft.com/office/drawing/2014/main" val="3335785818"/>
                    </a:ext>
                  </a:extLst>
                </a:gridCol>
                <a:gridCol w="886936">
                  <a:extLst>
                    <a:ext uri="{9D8B030D-6E8A-4147-A177-3AD203B41FA5}">
                      <a16:colId xmlns:a16="http://schemas.microsoft.com/office/drawing/2014/main" val="2058146982"/>
                    </a:ext>
                  </a:extLst>
                </a:gridCol>
                <a:gridCol w="886936">
                  <a:extLst>
                    <a:ext uri="{9D8B030D-6E8A-4147-A177-3AD203B41FA5}">
                      <a16:colId xmlns:a16="http://schemas.microsoft.com/office/drawing/2014/main" val="3433684863"/>
                    </a:ext>
                  </a:extLst>
                </a:gridCol>
                <a:gridCol w="886936">
                  <a:extLst>
                    <a:ext uri="{9D8B030D-6E8A-4147-A177-3AD203B41FA5}">
                      <a16:colId xmlns:a16="http://schemas.microsoft.com/office/drawing/2014/main" val="2105610774"/>
                    </a:ext>
                  </a:extLst>
                </a:gridCol>
                <a:gridCol w="886936">
                  <a:extLst>
                    <a:ext uri="{9D8B030D-6E8A-4147-A177-3AD203B41FA5}">
                      <a16:colId xmlns:a16="http://schemas.microsoft.com/office/drawing/2014/main" val="3708000651"/>
                    </a:ext>
                  </a:extLst>
                </a:gridCol>
                <a:gridCol w="886936">
                  <a:extLst>
                    <a:ext uri="{9D8B030D-6E8A-4147-A177-3AD203B41FA5}">
                      <a16:colId xmlns:a16="http://schemas.microsoft.com/office/drawing/2014/main" val="1081253309"/>
                    </a:ext>
                  </a:extLst>
                </a:gridCol>
                <a:gridCol w="886936">
                  <a:extLst>
                    <a:ext uri="{9D8B030D-6E8A-4147-A177-3AD203B41FA5}">
                      <a16:colId xmlns:a16="http://schemas.microsoft.com/office/drawing/2014/main" val="4121762353"/>
                    </a:ext>
                  </a:extLst>
                </a:gridCol>
                <a:gridCol w="886936">
                  <a:extLst>
                    <a:ext uri="{9D8B030D-6E8A-4147-A177-3AD203B41FA5}">
                      <a16:colId xmlns:a16="http://schemas.microsoft.com/office/drawing/2014/main" val="2640679520"/>
                    </a:ext>
                  </a:extLst>
                </a:gridCol>
              </a:tblGrid>
              <a:tr h="432000">
                <a:tc>
                  <a:txBody>
                    <a:bodyPr/>
                    <a:lstStyle/>
                    <a:p>
                      <a:pPr algn="ctr"/>
                      <a:r>
                        <a:rPr lang="en-US" altLang="zh-CN" baseline="0" dirty="0">
                          <a:solidFill>
                            <a:schemeClr val="bg1"/>
                          </a:solidFill>
                          <a:latin typeface="微软雅黑 Light" panose="020B0502040204020203" pitchFamily="34" charset="-122"/>
                          <a:ea typeface="微软雅黑" panose="020B0503020204020204" pitchFamily="34" charset="-122"/>
                        </a:rPr>
                        <a:t>EOH</a:t>
                      </a:r>
                      <a:endParaRPr lang="zh-CN" altLang="en-US" baseline="0" dirty="0">
                        <a:solidFill>
                          <a:schemeClr val="bg1"/>
                        </a:solidFill>
                        <a:latin typeface="微软雅黑 Light" panose="020B0502040204020203" pitchFamily="34" charset="-122"/>
                        <a:ea typeface="微软雅黑" panose="020B0503020204020204" pitchFamily="34" charset="-122"/>
                      </a:endParaRPr>
                    </a:p>
                  </a:txBody>
                  <a:tcPr anchor="ct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solidFill>
                      <a:schemeClr val="accent6">
                        <a:lumMod val="75000"/>
                      </a:schemeClr>
                    </a:solidFill>
                  </a:tcPr>
                </a:tc>
                <a:tc>
                  <a:txBody>
                    <a:bodyPr/>
                    <a:lstStyle/>
                    <a:p>
                      <a:pPr algn="ctr"/>
                      <a:endParaRPr lang="zh-CN" altLang="en-US" baseline="0" dirty="0">
                        <a:solidFill>
                          <a:schemeClr val="bg1"/>
                        </a:solidFill>
                        <a:latin typeface="微软雅黑 Light" panose="020B0502040204020203" pitchFamily="34" charset="-122"/>
                        <a:ea typeface="微软雅黑" panose="020B0503020204020204" pitchFamily="34" charset="-122"/>
                      </a:endParaRPr>
                    </a:p>
                  </a:txBody>
                  <a:tcPr anchor="ct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tcPr>
                </a:tc>
                <a:tc>
                  <a:txBody>
                    <a:bodyPr/>
                    <a:lstStyle/>
                    <a:p>
                      <a:pPr algn="ctr"/>
                      <a:r>
                        <a:rPr lang="en-US" altLang="zh-CN" baseline="0" dirty="0">
                          <a:solidFill>
                            <a:schemeClr val="tx1"/>
                          </a:solidFill>
                          <a:latin typeface="微软雅黑 Light" panose="020B0502040204020203" pitchFamily="34" charset="-122"/>
                          <a:ea typeface="微软雅黑" panose="020B0503020204020204" pitchFamily="34" charset="-122"/>
                        </a:rPr>
                        <a:t>ESC</a:t>
                      </a:r>
                      <a:endParaRPr lang="zh-CN" altLang="en-US" baseline="0" dirty="0">
                        <a:solidFill>
                          <a:schemeClr val="tx1"/>
                        </a:solidFill>
                        <a:latin typeface="微软雅黑 Light" panose="020B0502040204020203" pitchFamily="34" charset="-122"/>
                        <a:ea typeface="微软雅黑" panose="020B0503020204020204" pitchFamily="34" charset="-122"/>
                      </a:endParaRPr>
                    </a:p>
                  </a:txBody>
                  <a:tcPr anchor="ct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tcPr>
                </a:tc>
                <a:tc>
                  <a:txBody>
                    <a:bodyPr/>
                    <a:lstStyle/>
                    <a:p>
                      <a:pPr algn="ctr"/>
                      <a:r>
                        <a:rPr lang="en-US" altLang="zh-CN" baseline="0" dirty="0">
                          <a:solidFill>
                            <a:schemeClr val="tx1"/>
                          </a:solidFill>
                          <a:latin typeface="微软雅黑 Light" panose="020B0502040204020203" pitchFamily="34" charset="-122"/>
                          <a:ea typeface="微软雅黑" panose="020B0503020204020204" pitchFamily="34" charset="-122"/>
                        </a:rPr>
                        <a:t>SOH</a:t>
                      </a:r>
                      <a:endParaRPr lang="zh-CN" altLang="en-US" baseline="0" dirty="0">
                        <a:solidFill>
                          <a:schemeClr val="tx1"/>
                        </a:solidFill>
                        <a:latin typeface="微软雅黑 Light" panose="020B0502040204020203" pitchFamily="34" charset="-122"/>
                        <a:ea typeface="微软雅黑" panose="020B0503020204020204" pitchFamily="34" charset="-122"/>
                      </a:endParaRPr>
                    </a:p>
                  </a:txBody>
                  <a:tcPr anchor="ct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tcPr>
                </a:tc>
                <a:tc>
                  <a:txBody>
                    <a:bodyPr/>
                    <a:lstStyle/>
                    <a:p>
                      <a:pPr algn="ctr"/>
                      <a:endParaRPr lang="zh-CN" altLang="en-US" baseline="0" dirty="0">
                        <a:solidFill>
                          <a:schemeClr val="bg1"/>
                        </a:solidFill>
                        <a:latin typeface="微软雅黑 Light" panose="020B0502040204020203" pitchFamily="34" charset="-122"/>
                        <a:ea typeface="微软雅黑" panose="020B0503020204020204" pitchFamily="34" charset="-122"/>
                      </a:endParaRPr>
                    </a:p>
                  </a:txBody>
                  <a:tcPr anchor="ct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tcPr>
                </a:tc>
                <a:tc>
                  <a:txBody>
                    <a:bodyPr/>
                    <a:lstStyle/>
                    <a:p>
                      <a:pPr algn="ctr"/>
                      <a:r>
                        <a:rPr lang="en-US" altLang="zh-CN" baseline="0" dirty="0">
                          <a:solidFill>
                            <a:schemeClr val="tx1"/>
                          </a:solidFill>
                          <a:latin typeface="微软雅黑 Light" panose="020B0502040204020203" pitchFamily="34" charset="-122"/>
                          <a:ea typeface="微软雅黑" panose="020B0503020204020204" pitchFamily="34" charset="-122"/>
                        </a:rPr>
                        <a:t>ESC</a:t>
                      </a:r>
                      <a:endParaRPr lang="zh-CN" altLang="en-US" baseline="0" dirty="0">
                        <a:solidFill>
                          <a:schemeClr val="tx1"/>
                        </a:solidFill>
                        <a:latin typeface="微软雅黑 Light" panose="020B0502040204020203" pitchFamily="34" charset="-122"/>
                        <a:ea typeface="微软雅黑" panose="020B0503020204020204" pitchFamily="34" charset="-122"/>
                      </a:endParaRPr>
                    </a:p>
                  </a:txBody>
                  <a:tcPr anchor="ct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tcPr>
                </a:tc>
                <a:tc>
                  <a:txBody>
                    <a:bodyPr/>
                    <a:lstStyle/>
                    <a:p>
                      <a:pPr algn="ctr"/>
                      <a:r>
                        <a:rPr lang="en-US" altLang="zh-CN" baseline="0" dirty="0">
                          <a:solidFill>
                            <a:schemeClr val="tx1"/>
                          </a:solidFill>
                          <a:latin typeface="微软雅黑 Light" panose="020B0502040204020203" pitchFamily="34" charset="-122"/>
                          <a:ea typeface="微软雅黑" panose="020B0503020204020204" pitchFamily="34" charset="-122"/>
                        </a:rPr>
                        <a:t>ESC</a:t>
                      </a:r>
                      <a:endParaRPr lang="zh-CN" altLang="en-US" baseline="0" dirty="0">
                        <a:solidFill>
                          <a:schemeClr val="tx1"/>
                        </a:solidFill>
                        <a:latin typeface="微软雅黑 Light" panose="020B0502040204020203" pitchFamily="34" charset="-122"/>
                        <a:ea typeface="微软雅黑" panose="020B0503020204020204" pitchFamily="34" charset="-122"/>
                      </a:endParaRPr>
                    </a:p>
                  </a:txBody>
                  <a:tcPr anchor="ct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tcPr>
                </a:tc>
                <a:tc>
                  <a:txBody>
                    <a:bodyPr/>
                    <a:lstStyle/>
                    <a:p>
                      <a:pPr algn="ctr"/>
                      <a:endParaRPr lang="zh-CN" altLang="en-US" baseline="0" dirty="0">
                        <a:solidFill>
                          <a:schemeClr val="bg1"/>
                        </a:solidFill>
                        <a:latin typeface="微软雅黑 Light" panose="020B0502040204020203" pitchFamily="34" charset="-122"/>
                        <a:ea typeface="微软雅黑" panose="020B0503020204020204" pitchFamily="34" charset="-122"/>
                      </a:endParaRPr>
                    </a:p>
                  </a:txBody>
                  <a:tcPr anchor="ct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tcPr>
                </a:tc>
                <a:tc>
                  <a:txBody>
                    <a:bodyPr/>
                    <a:lstStyle/>
                    <a:p>
                      <a:pPr algn="ctr"/>
                      <a:r>
                        <a:rPr lang="en-US" altLang="zh-CN" baseline="0" dirty="0">
                          <a:solidFill>
                            <a:schemeClr val="tx1"/>
                          </a:solidFill>
                          <a:latin typeface="微软雅黑 Light" panose="020B0502040204020203" pitchFamily="34" charset="-122"/>
                          <a:ea typeface="微软雅黑" panose="020B0503020204020204" pitchFamily="34" charset="-122"/>
                        </a:rPr>
                        <a:t>ESC</a:t>
                      </a:r>
                      <a:endParaRPr lang="zh-CN" altLang="en-US" baseline="0" dirty="0">
                        <a:solidFill>
                          <a:schemeClr val="tx1"/>
                        </a:solidFill>
                        <a:latin typeface="微软雅黑 Light" panose="020B0502040204020203" pitchFamily="34" charset="-122"/>
                        <a:ea typeface="微软雅黑" panose="020B0503020204020204" pitchFamily="34" charset="-122"/>
                      </a:endParaRPr>
                    </a:p>
                  </a:txBody>
                  <a:tcPr anchor="ct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tcPr>
                </a:tc>
                <a:tc>
                  <a:txBody>
                    <a:bodyPr/>
                    <a:lstStyle/>
                    <a:p>
                      <a:pPr algn="ctr"/>
                      <a:r>
                        <a:rPr lang="en-US" altLang="zh-CN" baseline="0" dirty="0">
                          <a:solidFill>
                            <a:schemeClr val="tx1"/>
                          </a:solidFill>
                          <a:latin typeface="微软雅黑 Light" panose="020B0502040204020203" pitchFamily="34" charset="-122"/>
                          <a:ea typeface="微软雅黑" panose="020B0503020204020204" pitchFamily="34" charset="-122"/>
                        </a:rPr>
                        <a:t>EOH</a:t>
                      </a:r>
                      <a:endParaRPr lang="zh-CN" altLang="en-US" baseline="0" dirty="0">
                        <a:solidFill>
                          <a:schemeClr val="tx1"/>
                        </a:solidFill>
                        <a:latin typeface="微软雅黑 Light" panose="020B0502040204020203" pitchFamily="34" charset="-122"/>
                        <a:ea typeface="微软雅黑" panose="020B0503020204020204" pitchFamily="34" charset="-122"/>
                      </a:endParaRPr>
                    </a:p>
                  </a:txBody>
                  <a:tcPr anchor="ct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tcPr>
                </a:tc>
                <a:tc>
                  <a:txBody>
                    <a:bodyPr/>
                    <a:lstStyle/>
                    <a:p>
                      <a:pPr algn="ctr"/>
                      <a:endParaRPr lang="zh-CN" altLang="en-US" baseline="0" dirty="0">
                        <a:solidFill>
                          <a:schemeClr val="bg1"/>
                        </a:solidFill>
                        <a:latin typeface="微软雅黑 Light" panose="020B0502040204020203" pitchFamily="34" charset="-122"/>
                        <a:ea typeface="微软雅黑" panose="020B0503020204020204" pitchFamily="34" charset="-122"/>
                      </a:endParaRPr>
                    </a:p>
                  </a:txBody>
                  <a:tcPr anchor="ct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tcPr>
                </a:tc>
                <a:tc>
                  <a:txBody>
                    <a:bodyPr/>
                    <a:lstStyle/>
                    <a:p>
                      <a:pPr algn="ctr"/>
                      <a:r>
                        <a:rPr lang="en-US" altLang="zh-CN" baseline="0" dirty="0">
                          <a:solidFill>
                            <a:schemeClr val="bg1"/>
                          </a:solidFill>
                          <a:latin typeface="微软雅黑 Light" panose="020B0502040204020203" pitchFamily="34" charset="-122"/>
                          <a:ea typeface="微软雅黑" panose="020B0503020204020204" pitchFamily="34" charset="-122"/>
                        </a:rPr>
                        <a:t>SOH</a:t>
                      </a:r>
                      <a:endParaRPr lang="zh-CN" altLang="en-US" baseline="0" dirty="0">
                        <a:solidFill>
                          <a:schemeClr val="bg1"/>
                        </a:solidFill>
                        <a:latin typeface="微软雅黑 Light" panose="020B0502040204020203" pitchFamily="34" charset="-122"/>
                        <a:ea typeface="微软雅黑" panose="020B0503020204020204" pitchFamily="34" charset="-122"/>
                      </a:endParaRPr>
                    </a:p>
                  </a:txBody>
                  <a:tcPr anchor="ct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solidFill>
                      <a:schemeClr val="accent6">
                        <a:lumMod val="75000"/>
                      </a:schemeClr>
                    </a:solidFill>
                  </a:tcPr>
                </a:tc>
                <a:extLst>
                  <a:ext uri="{0D108BD9-81ED-4DB2-BD59-A6C34878D82A}">
                    <a16:rowId xmlns:a16="http://schemas.microsoft.com/office/drawing/2014/main" val="2856997385"/>
                  </a:ext>
                </a:extLst>
              </a:tr>
            </a:tbl>
          </a:graphicData>
        </a:graphic>
      </p:graphicFrame>
    </p:spTree>
    <p:extLst>
      <p:ext uri="{BB962C8B-B14F-4D97-AF65-F5344CB8AC3E}">
        <p14:creationId xmlns:p14="http://schemas.microsoft.com/office/powerpoint/2010/main" val="32012412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Char"/>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a:extLst>
              <a:ext uri="{FF2B5EF4-FFF2-40B4-BE49-F238E27FC236}">
                <a16:creationId xmlns:a16="http://schemas.microsoft.com/office/drawing/2014/main" id="{680003E4-6F4B-42ED-B3A5-B7B93BFB7B8B}"/>
              </a:ext>
            </a:extLst>
          </p:cNvPr>
          <p:cNvSpPr>
            <a:spLocks noGrp="1"/>
          </p:cNvSpPr>
          <p:nvPr>
            <p:ph type="title"/>
          </p:nvPr>
        </p:nvSpPr>
        <p:spPr/>
        <p:txBody>
          <a:bodyPr/>
          <a:lstStyle/>
          <a:p>
            <a:r>
              <a:rPr lang="zh-CN" altLang="en-US" dirty="0"/>
              <a:t>差错控制</a:t>
            </a:r>
          </a:p>
        </p:txBody>
      </p:sp>
      <p:sp>
        <p:nvSpPr>
          <p:cNvPr id="4" name="文本占位符 3">
            <a:extLst>
              <a:ext uri="{FF2B5EF4-FFF2-40B4-BE49-F238E27FC236}">
                <a16:creationId xmlns:a16="http://schemas.microsoft.com/office/drawing/2014/main" id="{D81DE4BE-D5F7-4413-B006-C7ED23CA6945}"/>
              </a:ext>
            </a:extLst>
          </p:cNvPr>
          <p:cNvSpPr>
            <a:spLocks noGrp="1"/>
          </p:cNvSpPr>
          <p:nvPr>
            <p:ph type="body" sz="quarter" idx="11"/>
          </p:nvPr>
        </p:nvSpPr>
        <p:spPr/>
        <p:txBody>
          <a:bodyPr/>
          <a:lstStyle/>
          <a:p>
            <a:r>
              <a:rPr lang="en-US" altLang="zh-CN" dirty="0"/>
              <a:t>Error </a:t>
            </a:r>
            <a:r>
              <a:rPr lang="en-US" altLang="zh-CN" dirty="0" err="1"/>
              <a:t>controling</a:t>
            </a:r>
            <a:endParaRPr lang="zh-CN" altLang="en-US" dirty="0"/>
          </a:p>
        </p:txBody>
      </p:sp>
      <p:sp>
        <p:nvSpPr>
          <p:cNvPr id="5" name="文本占位符 4">
            <a:extLst>
              <a:ext uri="{FF2B5EF4-FFF2-40B4-BE49-F238E27FC236}">
                <a16:creationId xmlns:a16="http://schemas.microsoft.com/office/drawing/2014/main" id="{805008EC-68DB-4A85-A1FF-489BD91A2533}"/>
              </a:ext>
            </a:extLst>
          </p:cNvPr>
          <p:cNvSpPr>
            <a:spLocks noGrp="1"/>
          </p:cNvSpPr>
          <p:nvPr>
            <p:ph type="body" sz="quarter" idx="12"/>
          </p:nvPr>
        </p:nvSpPr>
        <p:spPr/>
        <p:txBody>
          <a:bodyPr/>
          <a:lstStyle/>
          <a:p>
            <a:r>
              <a:rPr lang="zh-CN" altLang="en-US" dirty="0"/>
              <a:t>原因</a:t>
            </a:r>
            <a:endParaRPr lang="en-US" altLang="zh-CN" dirty="0"/>
          </a:p>
          <a:p>
            <a:pPr lvl="1"/>
            <a:r>
              <a:rPr lang="zh-CN" altLang="en-US" dirty="0"/>
              <a:t>数据传输没有百分百的准确，总是有误差存在的</a:t>
            </a:r>
            <a:endParaRPr lang="en-US" altLang="zh-CN" dirty="0"/>
          </a:p>
          <a:p>
            <a:pPr lvl="1"/>
            <a:r>
              <a:rPr lang="zh-CN" altLang="en-US" dirty="0"/>
              <a:t>你发的</a:t>
            </a:r>
            <a:r>
              <a:rPr lang="en-US" altLang="zh-CN" dirty="0"/>
              <a:t>1</a:t>
            </a:r>
            <a:r>
              <a:rPr lang="zh-CN" altLang="en-US" dirty="0"/>
              <a:t>，我收到的是</a:t>
            </a:r>
            <a:r>
              <a:rPr lang="en-US" altLang="zh-CN" dirty="0"/>
              <a:t>0</a:t>
            </a:r>
            <a:r>
              <a:rPr lang="zh-CN" altLang="en-US" dirty="0"/>
              <a:t>，这就是产生的比特差错</a:t>
            </a:r>
            <a:endParaRPr lang="en-US" altLang="zh-CN" dirty="0"/>
          </a:p>
          <a:p>
            <a:r>
              <a:rPr lang="zh-CN" altLang="en-US" dirty="0"/>
              <a:t>误码率</a:t>
            </a:r>
            <a:endParaRPr lang="en-US" altLang="zh-CN" dirty="0"/>
          </a:p>
          <a:p>
            <a:pPr lvl="1"/>
            <a:r>
              <a:rPr lang="en-US" altLang="zh-CN" dirty="0"/>
              <a:t>BER - Bit Error Rate</a:t>
            </a:r>
          </a:p>
          <a:p>
            <a:pPr lvl="1"/>
            <a:r>
              <a:rPr lang="zh-CN" altLang="en-US" dirty="0"/>
              <a:t>某段时间内，传输错误的比特占传输比特总数的比率</a:t>
            </a:r>
            <a:endParaRPr lang="en-US" altLang="zh-CN" dirty="0"/>
          </a:p>
          <a:p>
            <a:r>
              <a:rPr lang="zh-CN" altLang="en-US" dirty="0"/>
              <a:t>措施</a:t>
            </a:r>
            <a:endParaRPr lang="en-US" altLang="zh-CN" dirty="0"/>
          </a:p>
          <a:p>
            <a:pPr lvl="1"/>
            <a:r>
              <a:rPr lang="zh-CN" altLang="en-US" dirty="0"/>
              <a:t>循环冗余检测</a:t>
            </a:r>
            <a:endParaRPr lang="en-US" altLang="zh-CN" dirty="0"/>
          </a:p>
          <a:p>
            <a:pPr lvl="1"/>
            <a:r>
              <a:rPr lang="en-US" altLang="zh-CN" dirty="0"/>
              <a:t>CRC - Cyclic Redundance Check</a:t>
            </a:r>
          </a:p>
          <a:p>
            <a:pPr lvl="1"/>
            <a:r>
              <a:rPr lang="zh-CN" altLang="en-US" dirty="0"/>
              <a:t>在数据</a:t>
            </a:r>
            <a:r>
              <a:rPr lang="en-US" altLang="zh-CN" dirty="0"/>
              <a:t>M</a:t>
            </a:r>
            <a:r>
              <a:rPr lang="zh-CN" altLang="en-US" dirty="0"/>
              <a:t>的后面附加上供检测用的</a:t>
            </a:r>
            <a:r>
              <a:rPr lang="en-US" altLang="zh-CN" dirty="0"/>
              <a:t>n</a:t>
            </a:r>
            <a:r>
              <a:rPr lang="zh-CN" altLang="en-US" dirty="0"/>
              <a:t>位冗余码再发送出去</a:t>
            </a:r>
            <a:endParaRPr lang="en-US" altLang="zh-CN" dirty="0"/>
          </a:p>
        </p:txBody>
      </p:sp>
    </p:spTree>
    <p:extLst>
      <p:ext uri="{BB962C8B-B14F-4D97-AF65-F5344CB8AC3E}">
        <p14:creationId xmlns:p14="http://schemas.microsoft.com/office/powerpoint/2010/main" val="2433459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Char"/>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a:extLst>
              <a:ext uri="{FF2B5EF4-FFF2-40B4-BE49-F238E27FC236}">
                <a16:creationId xmlns:a16="http://schemas.microsoft.com/office/drawing/2014/main" id="{680003E4-6F4B-42ED-B3A5-B7B93BFB7B8B}"/>
              </a:ext>
            </a:extLst>
          </p:cNvPr>
          <p:cNvSpPr>
            <a:spLocks noGrp="1"/>
          </p:cNvSpPr>
          <p:nvPr>
            <p:ph type="title"/>
          </p:nvPr>
        </p:nvSpPr>
        <p:spPr/>
        <p:txBody>
          <a:bodyPr/>
          <a:lstStyle/>
          <a:p>
            <a:r>
              <a:rPr lang="zh-CN" altLang="en-US" dirty="0"/>
              <a:t>差错控制之冗余码</a:t>
            </a:r>
          </a:p>
        </p:txBody>
      </p:sp>
      <p:sp>
        <p:nvSpPr>
          <p:cNvPr id="4" name="文本占位符 3">
            <a:extLst>
              <a:ext uri="{FF2B5EF4-FFF2-40B4-BE49-F238E27FC236}">
                <a16:creationId xmlns:a16="http://schemas.microsoft.com/office/drawing/2014/main" id="{D81DE4BE-D5F7-4413-B006-C7ED23CA6945}"/>
              </a:ext>
            </a:extLst>
          </p:cNvPr>
          <p:cNvSpPr>
            <a:spLocks noGrp="1"/>
          </p:cNvSpPr>
          <p:nvPr>
            <p:ph type="body" sz="quarter" idx="11"/>
          </p:nvPr>
        </p:nvSpPr>
        <p:spPr/>
        <p:txBody>
          <a:bodyPr/>
          <a:lstStyle/>
          <a:p>
            <a:r>
              <a:rPr lang="en-US" altLang="zh-CN" dirty="0"/>
              <a:t>CRC</a:t>
            </a:r>
            <a:endParaRPr lang="zh-CN" altLang="en-US" dirty="0"/>
          </a:p>
        </p:txBody>
      </p:sp>
      <p:sp>
        <p:nvSpPr>
          <p:cNvPr id="6" name="文本占位符 5">
            <a:extLst>
              <a:ext uri="{FF2B5EF4-FFF2-40B4-BE49-F238E27FC236}">
                <a16:creationId xmlns:a16="http://schemas.microsoft.com/office/drawing/2014/main" id="{7DA04B6E-3270-45AF-972E-04C66C35B155}"/>
              </a:ext>
            </a:extLst>
          </p:cNvPr>
          <p:cNvSpPr>
            <a:spLocks noGrp="1"/>
          </p:cNvSpPr>
          <p:nvPr>
            <p:ph type="body" sz="quarter" idx="12"/>
          </p:nvPr>
        </p:nvSpPr>
        <p:spPr/>
        <p:txBody>
          <a:bodyPr/>
          <a:lstStyle/>
          <a:p>
            <a:r>
              <a:rPr lang="zh-CN" altLang="en-US" dirty="0"/>
              <a:t>冗余码</a:t>
            </a:r>
            <a:endParaRPr lang="en-US" altLang="zh-CN" dirty="0"/>
          </a:p>
          <a:p>
            <a:pPr lvl="1"/>
            <a:r>
              <a:rPr lang="zh-CN" altLang="en-US" dirty="0"/>
              <a:t>帧校验序列</a:t>
            </a:r>
            <a:endParaRPr lang="en-US" altLang="zh-CN" dirty="0"/>
          </a:p>
          <a:p>
            <a:pPr lvl="1"/>
            <a:r>
              <a:rPr lang="en-US" altLang="zh-CN" dirty="0"/>
              <a:t>FCS – Frame Check Sequence</a:t>
            </a:r>
          </a:p>
          <a:p>
            <a:r>
              <a:rPr lang="zh-CN" altLang="en-US" dirty="0"/>
              <a:t>过程</a:t>
            </a:r>
            <a:endParaRPr lang="en-US" altLang="zh-CN" dirty="0"/>
          </a:p>
          <a:p>
            <a:pPr marL="800100" lvl="1" indent="-342900">
              <a:buFont typeface="+mj-lt"/>
              <a:buAutoNum type="arabicPeriod"/>
            </a:pPr>
            <a:r>
              <a:rPr lang="zh-CN" altLang="en-US" dirty="0"/>
              <a:t>在</a:t>
            </a:r>
            <a:r>
              <a:rPr lang="en-US" altLang="zh-CN" dirty="0"/>
              <a:t>M</a:t>
            </a:r>
            <a:r>
              <a:rPr lang="zh-CN" altLang="en-US" dirty="0"/>
              <a:t>的数据后面加上</a:t>
            </a:r>
            <a:r>
              <a:rPr lang="en-US" altLang="zh-CN" dirty="0"/>
              <a:t>n</a:t>
            </a:r>
            <a:r>
              <a:rPr lang="zh-CN" altLang="en-US" dirty="0"/>
              <a:t>个</a:t>
            </a:r>
            <a:r>
              <a:rPr lang="en-US" altLang="zh-CN" dirty="0"/>
              <a:t>0</a:t>
            </a:r>
          </a:p>
          <a:p>
            <a:pPr marL="800100" lvl="1" indent="-342900">
              <a:buFont typeface="+mj-lt"/>
              <a:buAutoNum type="arabicPeriod"/>
            </a:pPr>
            <a:r>
              <a:rPr lang="zh-CN" altLang="en-US" dirty="0"/>
              <a:t>用生成多项式</a:t>
            </a:r>
            <a:r>
              <a:rPr lang="en-US" altLang="zh-CN" dirty="0"/>
              <a:t>P</a:t>
            </a:r>
            <a:r>
              <a:rPr lang="zh-CN" altLang="en-US" dirty="0"/>
              <a:t>按照模</a:t>
            </a:r>
            <a:r>
              <a:rPr lang="en-US" altLang="zh-CN" dirty="0"/>
              <a:t>2</a:t>
            </a:r>
            <a:r>
              <a:rPr lang="zh-CN" altLang="en-US" dirty="0"/>
              <a:t>运算去除</a:t>
            </a:r>
            <a:r>
              <a:rPr lang="en-US" altLang="zh-CN" dirty="0" err="1"/>
              <a:t>M+n</a:t>
            </a:r>
            <a:endParaRPr lang="en-US" altLang="zh-CN" dirty="0"/>
          </a:p>
          <a:p>
            <a:pPr marL="800100" lvl="1" indent="-342900">
              <a:buFont typeface="+mj-lt"/>
              <a:buAutoNum type="arabicPeriod"/>
            </a:pPr>
            <a:r>
              <a:rPr lang="zh-CN" altLang="en-US" dirty="0"/>
              <a:t>得到的余数</a:t>
            </a:r>
            <a:r>
              <a:rPr lang="en-US" altLang="zh-CN" dirty="0"/>
              <a:t>R</a:t>
            </a:r>
            <a:r>
              <a:rPr lang="zh-CN" altLang="en-US" dirty="0"/>
              <a:t>就是冗余码</a:t>
            </a:r>
          </a:p>
        </p:txBody>
      </p:sp>
      <p:graphicFrame>
        <p:nvGraphicFramePr>
          <p:cNvPr id="2" name="表格 2">
            <a:extLst>
              <a:ext uri="{FF2B5EF4-FFF2-40B4-BE49-F238E27FC236}">
                <a16:creationId xmlns:a16="http://schemas.microsoft.com/office/drawing/2014/main" id="{96DAF3B1-9A9C-42F7-B439-2DF7F337AD39}"/>
              </a:ext>
            </a:extLst>
          </p:cNvPr>
          <p:cNvGraphicFramePr>
            <a:graphicFrameLocks noGrp="1"/>
          </p:cNvGraphicFramePr>
          <p:nvPr>
            <p:extLst>
              <p:ext uri="{D42A27DB-BD31-4B8C-83A1-F6EECF244321}">
                <p14:modId xmlns:p14="http://schemas.microsoft.com/office/powerpoint/2010/main" val="648503198"/>
              </p:ext>
            </p:extLst>
          </p:nvPr>
        </p:nvGraphicFramePr>
        <p:xfrm>
          <a:off x="6605212" y="2652023"/>
          <a:ext cx="4064001" cy="1854200"/>
        </p:xfrm>
        <a:graphic>
          <a:graphicData uri="http://schemas.openxmlformats.org/drawingml/2006/table">
            <a:tbl>
              <a:tblPr firstRow="1" bandRow="1">
                <a:tableStyleId>{21E4AEA4-8DFA-4A89-87EB-49C32662AFE0}</a:tableStyleId>
              </a:tblPr>
              <a:tblGrid>
                <a:gridCol w="1354667">
                  <a:extLst>
                    <a:ext uri="{9D8B030D-6E8A-4147-A177-3AD203B41FA5}">
                      <a16:colId xmlns:a16="http://schemas.microsoft.com/office/drawing/2014/main" val="3894007369"/>
                    </a:ext>
                  </a:extLst>
                </a:gridCol>
                <a:gridCol w="1354667">
                  <a:extLst>
                    <a:ext uri="{9D8B030D-6E8A-4147-A177-3AD203B41FA5}">
                      <a16:colId xmlns:a16="http://schemas.microsoft.com/office/drawing/2014/main" val="1807954504"/>
                    </a:ext>
                  </a:extLst>
                </a:gridCol>
                <a:gridCol w="1354667">
                  <a:extLst>
                    <a:ext uri="{9D8B030D-6E8A-4147-A177-3AD203B41FA5}">
                      <a16:colId xmlns:a16="http://schemas.microsoft.com/office/drawing/2014/main" val="1153003873"/>
                    </a:ext>
                  </a:extLst>
                </a:gridCol>
              </a:tblGrid>
              <a:tr h="370840">
                <a:tc gridSpan="3">
                  <a:txBody>
                    <a:bodyPr/>
                    <a:lstStyle/>
                    <a:p>
                      <a:pPr algn="ctr"/>
                      <a:r>
                        <a:rPr lang="zh-CN" altLang="en-US" b="0" i="0" baseline="0" dirty="0">
                          <a:latin typeface="Courier New" panose="02070309020205020404" pitchFamily="49" charset="0"/>
                          <a:ea typeface="微软雅黑 Light" panose="020B0502040204020203" pitchFamily="34" charset="-122"/>
                        </a:rPr>
                        <a:t>模</a:t>
                      </a:r>
                      <a:r>
                        <a:rPr lang="en-US" altLang="zh-CN" b="0" i="0" baseline="0" dirty="0">
                          <a:latin typeface="Courier New" panose="02070309020205020404" pitchFamily="49" charset="0"/>
                          <a:ea typeface="微软雅黑 Light" panose="020B0502040204020203" pitchFamily="34" charset="-122"/>
                        </a:rPr>
                        <a:t>2</a:t>
                      </a:r>
                      <a:endParaRPr lang="zh-CN" altLang="en-US" b="0" i="0" baseline="0" dirty="0">
                        <a:latin typeface="Courier New" panose="02070309020205020404" pitchFamily="49" charset="0"/>
                        <a:ea typeface="微软雅黑 Light" panose="020B0502040204020203" pitchFamily="34" charset="-122"/>
                      </a:endParaRPr>
                    </a:p>
                  </a:txBody>
                  <a:tcPr anchor="ctr"/>
                </a:tc>
                <a:tc hMerge="1">
                  <a:txBody>
                    <a:bodyPr/>
                    <a:lstStyle/>
                    <a:p>
                      <a:pPr algn="ctr"/>
                      <a:endParaRPr lang="zh-CN" altLang="en-US" dirty="0"/>
                    </a:p>
                  </a:txBody>
                  <a:tcPr anchor="ctr"/>
                </a:tc>
                <a:tc hMerge="1">
                  <a:txBody>
                    <a:bodyPr/>
                    <a:lstStyle/>
                    <a:p>
                      <a:pPr algn="ctr"/>
                      <a:endParaRPr lang="zh-CN" altLang="en-US" dirty="0"/>
                    </a:p>
                  </a:txBody>
                  <a:tcPr anchor="ctr"/>
                </a:tc>
                <a:extLst>
                  <a:ext uri="{0D108BD9-81ED-4DB2-BD59-A6C34878D82A}">
                    <a16:rowId xmlns:a16="http://schemas.microsoft.com/office/drawing/2014/main" val="3602813180"/>
                  </a:ext>
                </a:extLst>
              </a:tr>
              <a:tr h="370840">
                <a:tc>
                  <a:txBody>
                    <a:bodyPr/>
                    <a:lstStyle/>
                    <a:p>
                      <a:pPr algn="ctr"/>
                      <a:r>
                        <a:rPr lang="en-US" altLang="zh-CN" b="0" i="0" baseline="0" dirty="0">
                          <a:latin typeface="Courier New" panose="02070309020205020404" pitchFamily="49" charset="0"/>
                          <a:ea typeface="微软雅黑 Light" panose="020B0502040204020203" pitchFamily="34" charset="-122"/>
                        </a:rPr>
                        <a:t>0</a:t>
                      </a:r>
                      <a:endParaRPr lang="zh-CN" altLang="en-US" b="0" i="0" baseline="0" dirty="0">
                        <a:latin typeface="Courier New" panose="02070309020205020404" pitchFamily="49" charset="0"/>
                        <a:ea typeface="微软雅黑 Light" panose="020B0502040204020203" pitchFamily="34" charset="-122"/>
                      </a:endParaRPr>
                    </a:p>
                  </a:txBody>
                  <a:tcPr anchor="ctr"/>
                </a:tc>
                <a:tc>
                  <a:txBody>
                    <a:bodyPr/>
                    <a:lstStyle/>
                    <a:p>
                      <a:pPr algn="ctr"/>
                      <a:r>
                        <a:rPr lang="en-US" altLang="zh-CN" b="0" i="0" baseline="0" dirty="0">
                          <a:latin typeface="Courier New" panose="02070309020205020404" pitchFamily="49" charset="0"/>
                          <a:ea typeface="微软雅黑 Light" panose="020B0502040204020203" pitchFamily="34" charset="-122"/>
                        </a:rPr>
                        <a:t>0</a:t>
                      </a:r>
                      <a:endParaRPr lang="zh-CN" altLang="en-US" b="0" i="0" baseline="0" dirty="0">
                        <a:latin typeface="Courier New" panose="02070309020205020404" pitchFamily="49" charset="0"/>
                        <a:ea typeface="微软雅黑 Light" panose="020B0502040204020203" pitchFamily="34" charset="-122"/>
                      </a:endParaRPr>
                    </a:p>
                  </a:txBody>
                  <a:tcPr anchor="ctr"/>
                </a:tc>
                <a:tc>
                  <a:txBody>
                    <a:bodyPr/>
                    <a:lstStyle/>
                    <a:p>
                      <a:pPr algn="ctr"/>
                      <a:r>
                        <a:rPr lang="en-US" altLang="zh-CN" b="0" i="0" baseline="0" dirty="0">
                          <a:latin typeface="Courier New" panose="02070309020205020404" pitchFamily="49" charset="0"/>
                          <a:ea typeface="微软雅黑 Light" panose="020B0502040204020203" pitchFamily="34" charset="-122"/>
                        </a:rPr>
                        <a:t>0</a:t>
                      </a:r>
                      <a:endParaRPr lang="zh-CN" altLang="en-US" b="0" i="0" baseline="0" dirty="0">
                        <a:latin typeface="Courier New" panose="02070309020205020404" pitchFamily="49" charset="0"/>
                        <a:ea typeface="微软雅黑 Light" panose="020B0502040204020203" pitchFamily="34" charset="-122"/>
                      </a:endParaRPr>
                    </a:p>
                  </a:txBody>
                  <a:tcPr anchor="ctr"/>
                </a:tc>
                <a:extLst>
                  <a:ext uri="{0D108BD9-81ED-4DB2-BD59-A6C34878D82A}">
                    <a16:rowId xmlns:a16="http://schemas.microsoft.com/office/drawing/2014/main" val="2411704516"/>
                  </a:ext>
                </a:extLst>
              </a:tr>
              <a:tr h="370840">
                <a:tc>
                  <a:txBody>
                    <a:bodyPr/>
                    <a:lstStyle/>
                    <a:p>
                      <a:pPr algn="ctr"/>
                      <a:r>
                        <a:rPr lang="en-US" altLang="zh-CN" b="0" i="0" baseline="0" dirty="0">
                          <a:latin typeface="Courier New" panose="02070309020205020404" pitchFamily="49" charset="0"/>
                          <a:ea typeface="微软雅黑 Light" panose="020B0502040204020203" pitchFamily="34" charset="-122"/>
                        </a:rPr>
                        <a:t>0</a:t>
                      </a:r>
                      <a:endParaRPr lang="zh-CN" altLang="en-US" b="0" i="0" baseline="0" dirty="0">
                        <a:latin typeface="Courier New" panose="02070309020205020404" pitchFamily="49" charset="0"/>
                        <a:ea typeface="微软雅黑 Light" panose="020B0502040204020203" pitchFamily="34" charset="-122"/>
                      </a:endParaRPr>
                    </a:p>
                  </a:txBody>
                  <a:tcPr anchor="ctr"/>
                </a:tc>
                <a:tc>
                  <a:txBody>
                    <a:bodyPr/>
                    <a:lstStyle/>
                    <a:p>
                      <a:pPr algn="ctr"/>
                      <a:r>
                        <a:rPr lang="en-US" altLang="zh-CN" b="0" i="0" baseline="0" dirty="0">
                          <a:latin typeface="Courier New" panose="02070309020205020404" pitchFamily="49" charset="0"/>
                          <a:ea typeface="微软雅黑 Light" panose="020B0502040204020203" pitchFamily="34" charset="-122"/>
                        </a:rPr>
                        <a:t>1</a:t>
                      </a:r>
                      <a:endParaRPr lang="zh-CN" altLang="en-US" b="0" i="0" baseline="0" dirty="0">
                        <a:latin typeface="Courier New" panose="02070309020205020404" pitchFamily="49" charset="0"/>
                        <a:ea typeface="微软雅黑 Light" panose="020B0502040204020203" pitchFamily="34" charset="-122"/>
                      </a:endParaRPr>
                    </a:p>
                  </a:txBody>
                  <a:tcPr anchor="ctr"/>
                </a:tc>
                <a:tc>
                  <a:txBody>
                    <a:bodyPr/>
                    <a:lstStyle/>
                    <a:p>
                      <a:pPr algn="ctr"/>
                      <a:r>
                        <a:rPr lang="en-US" altLang="zh-CN" b="0" i="0" baseline="0" dirty="0">
                          <a:latin typeface="Courier New" panose="02070309020205020404" pitchFamily="49" charset="0"/>
                          <a:ea typeface="微软雅黑 Light" panose="020B0502040204020203" pitchFamily="34" charset="-122"/>
                        </a:rPr>
                        <a:t>1</a:t>
                      </a:r>
                      <a:endParaRPr lang="zh-CN" altLang="en-US" b="0" i="0" baseline="0" dirty="0">
                        <a:latin typeface="Courier New" panose="02070309020205020404" pitchFamily="49" charset="0"/>
                        <a:ea typeface="微软雅黑 Light" panose="020B0502040204020203" pitchFamily="34" charset="-122"/>
                      </a:endParaRPr>
                    </a:p>
                  </a:txBody>
                  <a:tcPr anchor="ctr"/>
                </a:tc>
                <a:extLst>
                  <a:ext uri="{0D108BD9-81ED-4DB2-BD59-A6C34878D82A}">
                    <a16:rowId xmlns:a16="http://schemas.microsoft.com/office/drawing/2014/main" val="1461468419"/>
                  </a:ext>
                </a:extLst>
              </a:tr>
              <a:tr h="370840">
                <a:tc>
                  <a:txBody>
                    <a:bodyPr/>
                    <a:lstStyle/>
                    <a:p>
                      <a:pPr algn="ctr"/>
                      <a:r>
                        <a:rPr lang="en-US" altLang="zh-CN" b="0" i="0" baseline="0" dirty="0">
                          <a:latin typeface="Courier New" panose="02070309020205020404" pitchFamily="49" charset="0"/>
                          <a:ea typeface="微软雅黑 Light" panose="020B0502040204020203" pitchFamily="34" charset="-122"/>
                        </a:rPr>
                        <a:t>1</a:t>
                      </a:r>
                      <a:endParaRPr lang="zh-CN" altLang="en-US" b="0" i="0" baseline="0" dirty="0">
                        <a:latin typeface="Courier New" panose="02070309020205020404" pitchFamily="49" charset="0"/>
                        <a:ea typeface="微软雅黑 Light" panose="020B0502040204020203" pitchFamily="34" charset="-122"/>
                      </a:endParaRPr>
                    </a:p>
                  </a:txBody>
                  <a:tcPr anchor="ctr"/>
                </a:tc>
                <a:tc>
                  <a:txBody>
                    <a:bodyPr/>
                    <a:lstStyle/>
                    <a:p>
                      <a:pPr algn="ctr"/>
                      <a:r>
                        <a:rPr lang="en-US" altLang="zh-CN" b="0" i="0" baseline="0" dirty="0">
                          <a:latin typeface="Courier New" panose="02070309020205020404" pitchFamily="49" charset="0"/>
                          <a:ea typeface="微软雅黑 Light" panose="020B0502040204020203" pitchFamily="34" charset="-122"/>
                        </a:rPr>
                        <a:t>0</a:t>
                      </a:r>
                      <a:endParaRPr lang="zh-CN" altLang="en-US" b="0" i="0" baseline="0" dirty="0">
                        <a:latin typeface="Courier New" panose="02070309020205020404" pitchFamily="49" charset="0"/>
                        <a:ea typeface="微软雅黑 Light" panose="020B0502040204020203" pitchFamily="34" charset="-122"/>
                      </a:endParaRPr>
                    </a:p>
                  </a:txBody>
                  <a:tcPr anchor="ctr"/>
                </a:tc>
                <a:tc>
                  <a:txBody>
                    <a:bodyPr/>
                    <a:lstStyle/>
                    <a:p>
                      <a:pPr algn="ctr"/>
                      <a:r>
                        <a:rPr lang="en-US" altLang="zh-CN" b="0" i="0" baseline="0" dirty="0">
                          <a:latin typeface="Courier New" panose="02070309020205020404" pitchFamily="49" charset="0"/>
                          <a:ea typeface="微软雅黑 Light" panose="020B0502040204020203" pitchFamily="34" charset="-122"/>
                        </a:rPr>
                        <a:t>1</a:t>
                      </a:r>
                      <a:endParaRPr lang="zh-CN" altLang="en-US" b="0" i="0" baseline="0" dirty="0">
                        <a:latin typeface="Courier New" panose="02070309020205020404" pitchFamily="49" charset="0"/>
                        <a:ea typeface="微软雅黑 Light" panose="020B0502040204020203" pitchFamily="34" charset="-122"/>
                      </a:endParaRPr>
                    </a:p>
                  </a:txBody>
                  <a:tcPr anchor="ctr"/>
                </a:tc>
                <a:extLst>
                  <a:ext uri="{0D108BD9-81ED-4DB2-BD59-A6C34878D82A}">
                    <a16:rowId xmlns:a16="http://schemas.microsoft.com/office/drawing/2014/main" val="189995670"/>
                  </a:ext>
                </a:extLst>
              </a:tr>
              <a:tr h="370840">
                <a:tc>
                  <a:txBody>
                    <a:bodyPr/>
                    <a:lstStyle/>
                    <a:p>
                      <a:pPr algn="ctr"/>
                      <a:r>
                        <a:rPr lang="en-US" altLang="zh-CN" b="0" i="0" baseline="0" dirty="0">
                          <a:latin typeface="Courier New" panose="02070309020205020404" pitchFamily="49" charset="0"/>
                          <a:ea typeface="微软雅黑 Light" panose="020B0502040204020203" pitchFamily="34" charset="-122"/>
                        </a:rPr>
                        <a:t>1</a:t>
                      </a:r>
                      <a:endParaRPr lang="zh-CN" altLang="en-US" b="0" i="0" baseline="0" dirty="0">
                        <a:latin typeface="Courier New" panose="02070309020205020404" pitchFamily="49" charset="0"/>
                        <a:ea typeface="微软雅黑 Light" panose="020B0502040204020203" pitchFamily="34" charset="-122"/>
                      </a:endParaRPr>
                    </a:p>
                  </a:txBody>
                  <a:tcPr anchor="ctr"/>
                </a:tc>
                <a:tc>
                  <a:txBody>
                    <a:bodyPr/>
                    <a:lstStyle/>
                    <a:p>
                      <a:pPr algn="ctr"/>
                      <a:r>
                        <a:rPr lang="en-US" altLang="zh-CN" b="0" i="0" baseline="0" dirty="0">
                          <a:latin typeface="Courier New" panose="02070309020205020404" pitchFamily="49" charset="0"/>
                          <a:ea typeface="微软雅黑 Light" panose="020B0502040204020203" pitchFamily="34" charset="-122"/>
                        </a:rPr>
                        <a:t>1</a:t>
                      </a:r>
                      <a:endParaRPr lang="zh-CN" altLang="en-US" b="0" i="0" baseline="0" dirty="0">
                        <a:latin typeface="Courier New" panose="02070309020205020404" pitchFamily="49" charset="0"/>
                        <a:ea typeface="微软雅黑 Light" panose="020B0502040204020203" pitchFamily="34" charset="-122"/>
                      </a:endParaRPr>
                    </a:p>
                  </a:txBody>
                  <a:tcPr anchor="ctr"/>
                </a:tc>
                <a:tc>
                  <a:txBody>
                    <a:bodyPr/>
                    <a:lstStyle/>
                    <a:p>
                      <a:pPr algn="ctr"/>
                      <a:r>
                        <a:rPr lang="en-US" altLang="zh-CN" b="0" i="0" baseline="0" dirty="0">
                          <a:latin typeface="Courier New" panose="02070309020205020404" pitchFamily="49" charset="0"/>
                          <a:ea typeface="微软雅黑 Light" panose="020B0502040204020203" pitchFamily="34" charset="-122"/>
                        </a:rPr>
                        <a:t>0</a:t>
                      </a:r>
                      <a:endParaRPr lang="zh-CN" altLang="en-US" b="0" i="0" baseline="0" dirty="0">
                        <a:latin typeface="Courier New" panose="02070309020205020404" pitchFamily="49" charset="0"/>
                        <a:ea typeface="微软雅黑 Light" panose="020B0502040204020203" pitchFamily="34" charset="-122"/>
                      </a:endParaRPr>
                    </a:p>
                  </a:txBody>
                  <a:tcPr anchor="ctr"/>
                </a:tc>
                <a:extLst>
                  <a:ext uri="{0D108BD9-81ED-4DB2-BD59-A6C34878D82A}">
                    <a16:rowId xmlns:a16="http://schemas.microsoft.com/office/drawing/2014/main" val="1134130094"/>
                  </a:ext>
                </a:extLst>
              </a:tr>
            </a:tbl>
          </a:graphicData>
        </a:graphic>
      </p:graphicFrame>
    </p:spTree>
    <p:extLst>
      <p:ext uri="{BB962C8B-B14F-4D97-AF65-F5344CB8AC3E}">
        <p14:creationId xmlns:p14="http://schemas.microsoft.com/office/powerpoint/2010/main" val="20865378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Char"/>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8BBEDE-4428-911A-C878-D7084C77DF63}"/>
            </a:ext>
          </a:extLst>
        </p:cNvPr>
        <p:cNvGrpSpPr/>
        <p:nvPr/>
      </p:nvGrpSpPr>
      <p:grpSpPr>
        <a:xfrm>
          <a:off x="0" y="0"/>
          <a:ext cx="0" cy="0"/>
          <a:chOff x="0" y="0"/>
          <a:chExt cx="0" cy="0"/>
        </a:xfrm>
      </p:grpSpPr>
      <p:sp>
        <p:nvSpPr>
          <p:cNvPr id="8" name="标题 7">
            <a:extLst>
              <a:ext uri="{FF2B5EF4-FFF2-40B4-BE49-F238E27FC236}">
                <a16:creationId xmlns:a16="http://schemas.microsoft.com/office/drawing/2014/main" id="{33E41537-94EE-E342-BBFF-A531BFEC8E68}"/>
              </a:ext>
            </a:extLst>
          </p:cNvPr>
          <p:cNvSpPr>
            <a:spLocks noGrp="1"/>
          </p:cNvSpPr>
          <p:nvPr>
            <p:ph type="title"/>
          </p:nvPr>
        </p:nvSpPr>
        <p:spPr/>
        <p:txBody>
          <a:bodyPr/>
          <a:lstStyle/>
          <a:p>
            <a:r>
              <a:rPr lang="zh-CN" altLang="en-US" dirty="0"/>
              <a:t>差错控制之冗余码</a:t>
            </a:r>
          </a:p>
        </p:txBody>
      </p:sp>
      <p:sp>
        <p:nvSpPr>
          <p:cNvPr id="4" name="文本占位符 3">
            <a:extLst>
              <a:ext uri="{FF2B5EF4-FFF2-40B4-BE49-F238E27FC236}">
                <a16:creationId xmlns:a16="http://schemas.microsoft.com/office/drawing/2014/main" id="{098940B3-78C7-9F68-B474-51344512006A}"/>
              </a:ext>
            </a:extLst>
          </p:cNvPr>
          <p:cNvSpPr>
            <a:spLocks noGrp="1"/>
          </p:cNvSpPr>
          <p:nvPr>
            <p:ph type="body" sz="quarter" idx="11"/>
          </p:nvPr>
        </p:nvSpPr>
        <p:spPr/>
        <p:txBody>
          <a:bodyPr/>
          <a:lstStyle/>
          <a:p>
            <a:r>
              <a:rPr lang="en-US" altLang="zh-CN" dirty="0"/>
              <a:t>CRC</a:t>
            </a:r>
            <a:endParaRPr lang="zh-CN" altLang="en-US" dirty="0"/>
          </a:p>
        </p:txBody>
      </p:sp>
      <p:sp>
        <p:nvSpPr>
          <p:cNvPr id="6" name="文本占位符 5">
            <a:extLst>
              <a:ext uri="{FF2B5EF4-FFF2-40B4-BE49-F238E27FC236}">
                <a16:creationId xmlns:a16="http://schemas.microsoft.com/office/drawing/2014/main" id="{6B144345-BA44-AD20-AD26-7F45B23990AC}"/>
              </a:ext>
            </a:extLst>
          </p:cNvPr>
          <p:cNvSpPr>
            <a:spLocks noGrp="1"/>
          </p:cNvSpPr>
          <p:nvPr>
            <p:ph type="body" sz="quarter" idx="12"/>
          </p:nvPr>
        </p:nvSpPr>
        <p:spPr/>
        <p:txBody>
          <a:bodyPr/>
          <a:lstStyle/>
          <a:p>
            <a:r>
              <a:rPr lang="zh-CN" altLang="en-US" dirty="0"/>
              <a:t>若</a:t>
            </a:r>
            <a:endParaRPr lang="en-US" altLang="zh-CN" dirty="0"/>
          </a:p>
          <a:p>
            <a:pPr lvl="1"/>
            <a:r>
              <a:rPr lang="en-US" altLang="zh-CN" dirty="0"/>
              <a:t>M=101001</a:t>
            </a:r>
            <a:r>
              <a:rPr lang="zh-CN" altLang="en-US" dirty="0"/>
              <a:t>，</a:t>
            </a:r>
            <a:r>
              <a:rPr lang="en-US" altLang="zh-CN" dirty="0"/>
              <a:t>P=1101</a:t>
            </a:r>
            <a:r>
              <a:rPr lang="zh-CN" altLang="en-US" dirty="0"/>
              <a:t>，使用</a:t>
            </a:r>
            <a:r>
              <a:rPr lang="en-US" altLang="zh-CN" dirty="0"/>
              <a:t>3</a:t>
            </a:r>
            <a:r>
              <a:rPr lang="zh-CN" altLang="en-US" dirty="0"/>
              <a:t>位冗余码，取</a:t>
            </a:r>
            <a:r>
              <a:rPr lang="en-US" altLang="zh-CN" dirty="0"/>
              <a:t>n=3</a:t>
            </a:r>
            <a:endParaRPr lang="zh-CN" altLang="en-US" dirty="0"/>
          </a:p>
          <a:p>
            <a:r>
              <a:rPr lang="zh-CN" altLang="en-US" dirty="0"/>
              <a:t>则</a:t>
            </a:r>
            <a:endParaRPr lang="en-US" altLang="zh-CN" dirty="0"/>
          </a:p>
          <a:p>
            <a:pPr lvl="1"/>
            <a:r>
              <a:rPr lang="zh-CN" altLang="en-US" dirty="0"/>
              <a:t>除数为</a:t>
            </a:r>
            <a:r>
              <a:rPr lang="en-US" altLang="zh-CN" dirty="0"/>
              <a:t>P</a:t>
            </a:r>
            <a:r>
              <a:rPr lang="zh-CN" altLang="en-US" dirty="0"/>
              <a:t>，被除数为</a:t>
            </a:r>
            <a:r>
              <a:rPr lang="en-US" altLang="zh-CN" dirty="0"/>
              <a:t>M+000=101001000</a:t>
            </a:r>
            <a:r>
              <a:rPr lang="zh-CN" altLang="en-US" dirty="0"/>
              <a:t>，模</a:t>
            </a:r>
            <a:r>
              <a:rPr lang="en-US" altLang="zh-CN" dirty="0"/>
              <a:t>2</a:t>
            </a:r>
            <a:r>
              <a:rPr lang="zh-CN" altLang="en-US" dirty="0"/>
              <a:t>运算后，余数</a:t>
            </a:r>
            <a:r>
              <a:rPr lang="en-US" altLang="zh-CN" dirty="0"/>
              <a:t>R</a:t>
            </a:r>
            <a:r>
              <a:rPr lang="zh-CN" altLang="en-US" dirty="0"/>
              <a:t>为</a:t>
            </a:r>
            <a:r>
              <a:rPr lang="en-US" altLang="zh-CN" dirty="0"/>
              <a:t>001</a:t>
            </a:r>
            <a:endParaRPr lang="zh-CN" altLang="en-US" dirty="0"/>
          </a:p>
          <a:p>
            <a:r>
              <a:rPr lang="zh-CN" altLang="en-US" dirty="0"/>
              <a:t>故</a:t>
            </a:r>
            <a:endParaRPr lang="en-US" altLang="zh-CN" dirty="0"/>
          </a:p>
          <a:p>
            <a:pPr lvl="1"/>
            <a:r>
              <a:rPr lang="zh-CN" altLang="en-US" dirty="0"/>
              <a:t>发送</a:t>
            </a:r>
            <a:r>
              <a:rPr lang="en-US" altLang="zh-CN" dirty="0"/>
              <a:t>M+R=101001001</a:t>
            </a:r>
          </a:p>
          <a:p>
            <a:endParaRPr lang="zh-CN" altLang="en-US" dirty="0"/>
          </a:p>
        </p:txBody>
      </p:sp>
      <mc:AlternateContent xmlns:mc="http://schemas.openxmlformats.org/markup-compatibility/2006" xmlns:a14="http://schemas.microsoft.com/office/drawing/2010/main">
        <mc:Choice Requires="a14">
          <p:sp>
            <p:nvSpPr>
              <p:cNvPr id="44" name="文本框 43">
                <a:extLst>
                  <a:ext uri="{FF2B5EF4-FFF2-40B4-BE49-F238E27FC236}">
                    <a16:creationId xmlns:a16="http://schemas.microsoft.com/office/drawing/2014/main" id="{2A1A1C84-E2C7-7462-E303-CEACEB9C2839}"/>
                  </a:ext>
                </a:extLst>
              </p:cNvPr>
              <p:cNvSpPr txBox="1"/>
              <p:nvPr/>
            </p:nvSpPr>
            <p:spPr>
              <a:xfrm>
                <a:off x="6942577" y="3104874"/>
                <a:ext cx="2407839" cy="429092"/>
              </a:xfrm>
              <a:prstGeom prst="rect">
                <a:avLst/>
              </a:prstGeom>
              <a:noFill/>
            </p:spPr>
            <p:txBody>
              <a:bodyPr wrap="none" rtlCol="0">
                <a:spAutoFit/>
              </a:bodyPr>
              <a:lstStyle>
                <a:defPPr>
                  <a:defRPr lang="zh-CN"/>
                </a:defPPr>
                <a:lvl1pPr>
                  <a:defRPr sz="2000" b="1" spc="120">
                    <a:latin typeface="宋体" panose="02010600030101010101" pitchFamily="2" charset="-122"/>
                    <a:ea typeface="宋体" panose="02010600030101010101" pitchFamily="2" charset="-122"/>
                    <a:cs typeface="Courier New" panose="02070309020205020404" pitchFamily="49" charset="0"/>
                  </a:defRPr>
                </a:lvl1pPr>
              </a:lstStyle>
              <a:p>
                <a:r>
                  <a:rPr lang="en-US" altLang="zh-CN" b="0" dirty="0">
                    <a:latin typeface="Cambria Math" panose="02040503050406030204" pitchFamily="18" charset="0"/>
                    <a:ea typeface="Cambria Math" panose="02040503050406030204" pitchFamily="18" charset="0"/>
                  </a:rPr>
                  <a:t>1101</a:t>
                </a:r>
                <a14:m>
                  <m:oMath xmlns:m="http://schemas.openxmlformats.org/officeDocument/2006/math">
                    <m:rad>
                      <m:radPr>
                        <m:degHide m:val="on"/>
                        <m:ctrlPr>
                          <a:rPr lang="en-US" altLang="zh-CN" b="0" i="1">
                            <a:latin typeface="Cambria Math" panose="02040503050406030204" pitchFamily="18" charset="0"/>
                            <a:ea typeface="Cambria Math" panose="02040503050406030204" pitchFamily="18" charset="0"/>
                          </a:rPr>
                        </m:ctrlPr>
                      </m:radPr>
                      <m:deg/>
                      <m:e>
                        <m:r>
                          <a:rPr lang="en-US" altLang="zh-CN" b="0" i="0" smtClean="0">
                            <a:latin typeface="Cambria Math" panose="02040503050406030204" pitchFamily="18" charset="0"/>
                            <a:ea typeface="Cambria Math" panose="02040503050406030204" pitchFamily="18" charset="0"/>
                          </a:rPr>
                          <m:t>101001000</m:t>
                        </m:r>
                      </m:e>
                    </m:rad>
                  </m:oMath>
                </a14:m>
                <a:endParaRPr lang="zh-CN" altLang="en-US" b="0" dirty="0">
                  <a:latin typeface="Cambria Math" panose="02040503050406030204" pitchFamily="18" charset="0"/>
                  <a:ea typeface="微软雅黑 Light" panose="020B0502040204020203" pitchFamily="34" charset="-122"/>
                </a:endParaRPr>
              </a:p>
            </p:txBody>
          </p:sp>
        </mc:Choice>
        <mc:Fallback xmlns="">
          <p:sp>
            <p:nvSpPr>
              <p:cNvPr id="44" name="文本框 43">
                <a:extLst>
                  <a:ext uri="{FF2B5EF4-FFF2-40B4-BE49-F238E27FC236}">
                    <a16:creationId xmlns:a16="http://schemas.microsoft.com/office/drawing/2014/main" id="{2A1A1C84-E2C7-7462-E303-CEACEB9C2839}"/>
                  </a:ext>
                </a:extLst>
              </p:cNvPr>
              <p:cNvSpPr txBox="1">
                <a:spLocks noRot="1" noChangeAspect="1" noMove="1" noResize="1" noEditPoints="1" noAdjustHandles="1" noChangeArrowheads="1" noChangeShapeType="1" noTextEdit="1"/>
              </p:cNvSpPr>
              <p:nvPr/>
            </p:nvSpPr>
            <p:spPr>
              <a:xfrm>
                <a:off x="6942577" y="3104874"/>
                <a:ext cx="2407839" cy="429092"/>
              </a:xfrm>
              <a:prstGeom prst="rect">
                <a:avLst/>
              </a:prstGeom>
              <a:blipFill>
                <a:blip r:embed="rId2"/>
                <a:stretch>
                  <a:fillRect l="-2785" t="-1408" b="-22535"/>
                </a:stretch>
              </a:blipFill>
            </p:spPr>
            <p:txBody>
              <a:bodyPr/>
              <a:lstStyle/>
              <a:p>
                <a:r>
                  <a:rPr lang="zh-CN" altLang="en-US">
                    <a:noFill/>
                  </a:rPr>
                  <a:t> </a:t>
                </a:r>
              </a:p>
            </p:txBody>
          </p:sp>
        </mc:Fallback>
      </mc:AlternateContent>
      <p:sp>
        <p:nvSpPr>
          <p:cNvPr id="46" name="文本框 45">
            <a:extLst>
              <a:ext uri="{FF2B5EF4-FFF2-40B4-BE49-F238E27FC236}">
                <a16:creationId xmlns:a16="http://schemas.microsoft.com/office/drawing/2014/main" id="{A2526025-E4CE-0029-E508-3C66AC421AD7}"/>
              </a:ext>
            </a:extLst>
          </p:cNvPr>
          <p:cNvSpPr txBox="1"/>
          <p:nvPr/>
        </p:nvSpPr>
        <p:spPr>
          <a:xfrm>
            <a:off x="8050470" y="2855917"/>
            <a:ext cx="1271502" cy="400110"/>
          </a:xfrm>
          <a:prstGeom prst="rect">
            <a:avLst/>
          </a:prstGeom>
          <a:noFill/>
        </p:spPr>
        <p:txBody>
          <a:bodyPr wrap="none" rtlCol="0">
            <a:spAutoFit/>
          </a:bodyPr>
          <a:lstStyle/>
          <a:p>
            <a:pPr algn="l"/>
            <a:r>
              <a:rPr lang="en-US" altLang="zh-CN" sz="2000" spc="300" dirty="0">
                <a:solidFill>
                  <a:schemeClr val="tx1"/>
                </a:solidFill>
                <a:latin typeface="Cambria Math" panose="02040503050406030204" pitchFamily="18" charset="0"/>
                <a:ea typeface="Cambria Math" panose="02040503050406030204" pitchFamily="18" charset="0"/>
                <a:cs typeface="Courier New" panose="02070309020205020404" pitchFamily="49" charset="0"/>
              </a:rPr>
              <a:t>110101</a:t>
            </a:r>
            <a:endParaRPr lang="zh-CN" altLang="en-US" sz="2000" spc="300" dirty="0">
              <a:solidFill>
                <a:schemeClr val="tx1"/>
              </a:solidFill>
              <a:latin typeface="Cambria Math" panose="02040503050406030204" pitchFamily="18" charset="0"/>
              <a:ea typeface="微软雅黑 Light" panose="020B0502040204020203" pitchFamily="34" charset="-122"/>
              <a:cs typeface="Courier New" panose="02070309020205020404" pitchFamily="49" charset="0"/>
            </a:endParaRPr>
          </a:p>
        </p:txBody>
      </p:sp>
      <p:sp>
        <p:nvSpPr>
          <p:cNvPr id="47" name="文本框 46">
            <a:extLst>
              <a:ext uri="{FF2B5EF4-FFF2-40B4-BE49-F238E27FC236}">
                <a16:creationId xmlns:a16="http://schemas.microsoft.com/office/drawing/2014/main" id="{0D52BCB3-F850-8756-EE39-1EAA7BF636AE}"/>
              </a:ext>
            </a:extLst>
          </p:cNvPr>
          <p:cNvSpPr txBox="1"/>
          <p:nvPr/>
        </p:nvSpPr>
        <p:spPr>
          <a:xfrm>
            <a:off x="7742125" y="3362903"/>
            <a:ext cx="816890" cy="400110"/>
          </a:xfrm>
          <a:prstGeom prst="rect">
            <a:avLst/>
          </a:prstGeom>
          <a:noFill/>
        </p:spPr>
        <p:txBody>
          <a:bodyPr wrap="none" rtlCol="0">
            <a:spAutoFit/>
          </a:bodyPr>
          <a:lstStyle/>
          <a:p>
            <a:pPr algn="l"/>
            <a:r>
              <a:rPr lang="en-US" altLang="zh-CN" sz="2000" spc="120" dirty="0">
                <a:solidFill>
                  <a:schemeClr val="tx1"/>
                </a:solidFill>
                <a:latin typeface="Cambria Math" panose="02040503050406030204" pitchFamily="18" charset="0"/>
                <a:ea typeface="Cambria Math" panose="02040503050406030204" pitchFamily="18" charset="0"/>
                <a:cs typeface="Courier New" panose="02070309020205020404" pitchFamily="49" charset="0"/>
              </a:rPr>
              <a:t>1101</a:t>
            </a:r>
            <a:endParaRPr lang="zh-CN" altLang="en-US" sz="2000" spc="120" dirty="0">
              <a:solidFill>
                <a:schemeClr val="tx1"/>
              </a:solidFill>
              <a:latin typeface="Cambria Math" panose="02040503050406030204" pitchFamily="18" charset="0"/>
              <a:ea typeface="微软雅黑 Light" panose="020B0502040204020203" pitchFamily="34" charset="-122"/>
              <a:cs typeface="Courier New" panose="02070309020205020404" pitchFamily="49" charset="0"/>
            </a:endParaRPr>
          </a:p>
        </p:txBody>
      </p:sp>
      <mc:AlternateContent xmlns:mc="http://schemas.openxmlformats.org/markup-compatibility/2006" xmlns:a14="http://schemas.microsoft.com/office/drawing/2010/main">
        <mc:Choice Requires="a14">
          <p:sp>
            <p:nvSpPr>
              <p:cNvPr id="48" name="文本框 47">
                <a:extLst>
                  <a:ext uri="{FF2B5EF4-FFF2-40B4-BE49-F238E27FC236}">
                    <a16:creationId xmlns:a16="http://schemas.microsoft.com/office/drawing/2014/main" id="{93D4B725-8597-C035-DF28-20C493334E03}"/>
                  </a:ext>
                </a:extLst>
              </p:cNvPr>
              <p:cNvSpPr txBox="1"/>
              <p:nvPr/>
            </p:nvSpPr>
            <p:spPr>
              <a:xfrm>
                <a:off x="7944172" y="3746065"/>
                <a:ext cx="710130" cy="308482"/>
              </a:xfrm>
              <a:prstGeom prst="rect">
                <a:avLst/>
              </a:prstGeom>
              <a:noFill/>
            </p:spPr>
            <p:txBody>
              <a:bodyPr wrap="none" lIns="0" tIns="0" rIns="0" bIns="0" rtlCol="0">
                <a:spAutoFit/>
              </a:bodyPr>
              <a:lstStyle/>
              <a:p>
                <a:pPr algn="l"/>
                <a14:m>
                  <m:oMathPara xmlns:m="http://schemas.openxmlformats.org/officeDocument/2006/math">
                    <m:oMath>
                      <m:acc>
                        <m:accPr>
                          <m:chr m:val="̅"/>
                          <m:ctrlPr>
                            <a:rPr lang="en-US" altLang="zh-CN" sz="2000" i="0" spc="100" smtClean="0">
                              <a:solidFill>
                                <a:schemeClr val="tx1"/>
                              </a:solidFill>
                              <a:latin typeface="Cambria Math" panose="02040503050406030204" pitchFamily="18" charset="0"/>
                              <a:ea typeface="微软雅黑 Light" panose="020B0502040204020203" pitchFamily="34" charset="-122"/>
                            </a:rPr>
                          </m:ctrlPr>
                        </m:accPr>
                        <m:e>
                          <m:r>
                            <a:rPr lang="en-US" altLang="zh-CN" sz="2000" i="0" spc="100" smtClean="0">
                              <a:solidFill>
                                <a:schemeClr val="tx1"/>
                              </a:solidFill>
                              <a:latin typeface="Cambria Math" panose="02040503050406030204" pitchFamily="18" charset="0"/>
                              <a:ea typeface="微软雅黑 Light" panose="020B0502040204020203" pitchFamily="34" charset="-122"/>
                            </a:rPr>
                            <m:t>1110</m:t>
                          </m:r>
                        </m:e>
                      </m:acc>
                    </m:oMath>
                  </m:oMathPara>
                </a14:m>
                <a:endParaRPr lang="zh-CN" altLang="en-US" sz="2000" spc="100" dirty="0">
                  <a:solidFill>
                    <a:schemeClr val="tx1"/>
                  </a:solidFill>
                  <a:latin typeface="微软雅黑 Light" panose="020B0502040204020203" pitchFamily="34" charset="-122"/>
                  <a:ea typeface="微软雅黑 Light" panose="020B0502040204020203" pitchFamily="34" charset="-122"/>
                </a:endParaRPr>
              </a:p>
            </p:txBody>
          </p:sp>
        </mc:Choice>
        <mc:Fallback xmlns="">
          <p:sp>
            <p:nvSpPr>
              <p:cNvPr id="48" name="文本框 47">
                <a:extLst>
                  <a:ext uri="{FF2B5EF4-FFF2-40B4-BE49-F238E27FC236}">
                    <a16:creationId xmlns:a16="http://schemas.microsoft.com/office/drawing/2014/main" id="{93D4B725-8597-C035-DF28-20C493334E03}"/>
                  </a:ext>
                </a:extLst>
              </p:cNvPr>
              <p:cNvSpPr txBox="1">
                <a:spLocks noRot="1" noChangeAspect="1" noMove="1" noResize="1" noEditPoints="1" noAdjustHandles="1" noChangeArrowheads="1" noChangeShapeType="1" noTextEdit="1"/>
              </p:cNvSpPr>
              <p:nvPr/>
            </p:nvSpPr>
            <p:spPr>
              <a:xfrm>
                <a:off x="7944172" y="3746065"/>
                <a:ext cx="710130" cy="308482"/>
              </a:xfrm>
              <a:prstGeom prst="rect">
                <a:avLst/>
              </a:prstGeom>
              <a:blipFill>
                <a:blip r:embed="rId3"/>
                <a:stretch>
                  <a:fillRect l="-5128" r="-5128" b="-8000"/>
                </a:stretch>
              </a:blipFill>
            </p:spPr>
            <p:txBody>
              <a:bodyPr/>
              <a:lstStyle/>
              <a:p>
                <a:r>
                  <a:rPr lang="zh-CN" altLang="en-US">
                    <a:noFill/>
                  </a:rPr>
                  <a:t> </a:t>
                </a:r>
              </a:p>
            </p:txBody>
          </p:sp>
        </mc:Fallback>
      </mc:AlternateContent>
      <p:sp>
        <p:nvSpPr>
          <p:cNvPr id="49" name="文本框 48">
            <a:extLst>
              <a:ext uri="{FF2B5EF4-FFF2-40B4-BE49-F238E27FC236}">
                <a16:creationId xmlns:a16="http://schemas.microsoft.com/office/drawing/2014/main" id="{0651E10B-F1E9-0F58-4D26-B614772DB2A9}"/>
              </a:ext>
            </a:extLst>
          </p:cNvPr>
          <p:cNvSpPr txBox="1"/>
          <p:nvPr/>
        </p:nvSpPr>
        <p:spPr>
          <a:xfrm>
            <a:off x="7900979" y="3950145"/>
            <a:ext cx="816890" cy="400110"/>
          </a:xfrm>
          <a:prstGeom prst="rect">
            <a:avLst/>
          </a:prstGeom>
          <a:noFill/>
        </p:spPr>
        <p:txBody>
          <a:bodyPr wrap="none" rtlCol="0">
            <a:spAutoFit/>
          </a:bodyPr>
          <a:lstStyle/>
          <a:p>
            <a:pPr algn="l"/>
            <a:r>
              <a:rPr lang="en-US" altLang="zh-CN" sz="2000" spc="100" dirty="0">
                <a:solidFill>
                  <a:schemeClr val="tx1"/>
                </a:solidFill>
                <a:latin typeface="Cambria Math" panose="02040503050406030204" pitchFamily="18" charset="0"/>
                <a:ea typeface="Cambria Math" panose="02040503050406030204" pitchFamily="18" charset="0"/>
                <a:cs typeface="Courier New" panose="02070309020205020404" pitchFamily="49" charset="0"/>
              </a:rPr>
              <a:t>1101</a:t>
            </a:r>
            <a:endParaRPr lang="zh-CN" altLang="en-US" sz="2000" spc="100" dirty="0">
              <a:solidFill>
                <a:schemeClr val="tx1"/>
              </a:solidFill>
              <a:latin typeface="Cambria Math" panose="02040503050406030204" pitchFamily="18" charset="0"/>
              <a:ea typeface="微软雅黑 Light" panose="020B0502040204020203" pitchFamily="34" charset="-122"/>
              <a:cs typeface="Courier New" panose="02070309020205020404" pitchFamily="49" charset="0"/>
            </a:endParaRPr>
          </a:p>
        </p:txBody>
      </p:sp>
      <mc:AlternateContent xmlns:mc="http://schemas.openxmlformats.org/markup-compatibility/2006" xmlns:a14="http://schemas.microsoft.com/office/drawing/2010/main">
        <mc:Choice Requires="a14">
          <p:sp>
            <p:nvSpPr>
              <p:cNvPr id="50" name="文本框 49">
                <a:extLst>
                  <a:ext uri="{FF2B5EF4-FFF2-40B4-BE49-F238E27FC236}">
                    <a16:creationId xmlns:a16="http://schemas.microsoft.com/office/drawing/2014/main" id="{E7CA61C7-D619-7C25-DE26-3E50CC36F790}"/>
                  </a:ext>
                </a:extLst>
              </p:cNvPr>
              <p:cNvSpPr txBox="1"/>
              <p:nvPr/>
            </p:nvSpPr>
            <p:spPr>
              <a:xfrm>
                <a:off x="8237929" y="4318506"/>
                <a:ext cx="710130" cy="308482"/>
              </a:xfrm>
              <a:prstGeom prst="rect">
                <a:avLst/>
              </a:prstGeom>
              <a:noFill/>
            </p:spPr>
            <p:txBody>
              <a:bodyPr wrap="none" lIns="0" tIns="0" rIns="0" bIns="0" rtlCol="0">
                <a:spAutoFit/>
              </a:bodyPr>
              <a:lstStyle/>
              <a:p>
                <a:pPr algn="l"/>
                <a14:m>
                  <m:oMathPara xmlns:m="http://schemas.openxmlformats.org/officeDocument/2006/math">
                    <m:oMath>
                      <m:acc>
                        <m:accPr>
                          <m:chr m:val="̅"/>
                          <m:ctrlPr>
                            <a:rPr lang="en-US" altLang="zh-CN" sz="2000" i="0" spc="100" smtClean="0">
                              <a:solidFill>
                                <a:schemeClr val="tx1"/>
                              </a:solidFill>
                              <a:latin typeface="Cambria Math" panose="02040503050406030204" pitchFamily="18" charset="0"/>
                              <a:ea typeface="微软雅黑 Light" panose="020B0502040204020203" pitchFamily="34" charset="-122"/>
                            </a:rPr>
                          </m:ctrlPr>
                        </m:accPr>
                        <m:e>
                          <m:r>
                            <a:rPr lang="en-US" altLang="zh-CN" sz="2000" i="0" spc="100" smtClean="0">
                              <a:solidFill>
                                <a:schemeClr val="tx1"/>
                              </a:solidFill>
                              <a:latin typeface="Cambria Math" panose="02040503050406030204" pitchFamily="18" charset="0"/>
                              <a:ea typeface="微软雅黑 Light" panose="020B0502040204020203" pitchFamily="34" charset="-122"/>
                            </a:rPr>
                            <m:t>1110</m:t>
                          </m:r>
                        </m:e>
                      </m:acc>
                    </m:oMath>
                  </m:oMathPara>
                </a14:m>
                <a:endParaRPr lang="zh-CN" altLang="en-US" sz="2000" spc="100" dirty="0">
                  <a:solidFill>
                    <a:schemeClr val="tx1"/>
                  </a:solidFill>
                  <a:latin typeface="微软雅黑 Light" panose="020B0502040204020203" pitchFamily="34" charset="-122"/>
                  <a:ea typeface="微软雅黑 Light" panose="020B0502040204020203" pitchFamily="34" charset="-122"/>
                </a:endParaRPr>
              </a:p>
            </p:txBody>
          </p:sp>
        </mc:Choice>
        <mc:Fallback xmlns="">
          <p:sp>
            <p:nvSpPr>
              <p:cNvPr id="50" name="文本框 49">
                <a:extLst>
                  <a:ext uri="{FF2B5EF4-FFF2-40B4-BE49-F238E27FC236}">
                    <a16:creationId xmlns:a16="http://schemas.microsoft.com/office/drawing/2014/main" id="{E7CA61C7-D619-7C25-DE26-3E50CC36F790}"/>
                  </a:ext>
                </a:extLst>
              </p:cNvPr>
              <p:cNvSpPr txBox="1">
                <a:spLocks noRot="1" noChangeAspect="1" noMove="1" noResize="1" noEditPoints="1" noAdjustHandles="1" noChangeArrowheads="1" noChangeShapeType="1" noTextEdit="1"/>
              </p:cNvSpPr>
              <p:nvPr/>
            </p:nvSpPr>
            <p:spPr>
              <a:xfrm>
                <a:off x="8237929" y="4318506"/>
                <a:ext cx="710130" cy="308482"/>
              </a:xfrm>
              <a:prstGeom prst="rect">
                <a:avLst/>
              </a:prstGeom>
              <a:blipFill>
                <a:blip r:embed="rId4"/>
                <a:stretch>
                  <a:fillRect l="-5128" r="-5128" b="-7843"/>
                </a:stretch>
              </a:blipFill>
            </p:spPr>
            <p:txBody>
              <a:bodyPr/>
              <a:lstStyle/>
              <a:p>
                <a:r>
                  <a:rPr lang="zh-CN" altLang="en-US">
                    <a:noFill/>
                  </a:rPr>
                  <a:t> </a:t>
                </a:r>
              </a:p>
            </p:txBody>
          </p:sp>
        </mc:Fallback>
      </mc:AlternateContent>
      <p:sp>
        <p:nvSpPr>
          <p:cNvPr id="51" name="文本框 50">
            <a:extLst>
              <a:ext uri="{FF2B5EF4-FFF2-40B4-BE49-F238E27FC236}">
                <a16:creationId xmlns:a16="http://schemas.microsoft.com/office/drawing/2014/main" id="{F280F844-5D23-A3FB-4114-02A1314971F7}"/>
              </a:ext>
            </a:extLst>
          </p:cNvPr>
          <p:cNvSpPr txBox="1"/>
          <p:nvPr/>
        </p:nvSpPr>
        <p:spPr>
          <a:xfrm>
            <a:off x="8197861" y="4533959"/>
            <a:ext cx="816890" cy="400110"/>
          </a:xfrm>
          <a:prstGeom prst="rect">
            <a:avLst/>
          </a:prstGeom>
          <a:noFill/>
        </p:spPr>
        <p:txBody>
          <a:bodyPr wrap="none" rtlCol="0">
            <a:spAutoFit/>
          </a:bodyPr>
          <a:lstStyle/>
          <a:p>
            <a:pPr algn="l"/>
            <a:r>
              <a:rPr lang="en-US" altLang="zh-CN" sz="2000" spc="100" dirty="0">
                <a:solidFill>
                  <a:schemeClr val="tx1"/>
                </a:solidFill>
                <a:latin typeface="Cambria Math" panose="02040503050406030204" pitchFamily="18" charset="0"/>
                <a:ea typeface="Cambria Math" panose="02040503050406030204" pitchFamily="18" charset="0"/>
                <a:cs typeface="Courier New" panose="02070309020205020404" pitchFamily="49" charset="0"/>
              </a:rPr>
              <a:t>1101</a:t>
            </a:r>
            <a:endParaRPr lang="zh-CN" altLang="en-US" sz="2000" spc="100" dirty="0">
              <a:solidFill>
                <a:schemeClr val="tx1"/>
              </a:solidFill>
              <a:latin typeface="Cambria Math" panose="02040503050406030204" pitchFamily="18" charset="0"/>
              <a:ea typeface="微软雅黑 Light" panose="020B0502040204020203" pitchFamily="34" charset="-122"/>
              <a:cs typeface="Courier New" panose="02070309020205020404" pitchFamily="49" charset="0"/>
            </a:endParaRPr>
          </a:p>
        </p:txBody>
      </p:sp>
      <mc:AlternateContent xmlns:mc="http://schemas.openxmlformats.org/markup-compatibility/2006" xmlns:a14="http://schemas.microsoft.com/office/drawing/2010/main">
        <mc:Choice Requires="a14">
          <p:sp>
            <p:nvSpPr>
              <p:cNvPr id="52" name="文本框 51">
                <a:extLst>
                  <a:ext uri="{FF2B5EF4-FFF2-40B4-BE49-F238E27FC236}">
                    <a16:creationId xmlns:a16="http://schemas.microsoft.com/office/drawing/2014/main" id="{2DAB9C21-1B00-15EE-FCEB-564A2D17AB39}"/>
                  </a:ext>
                </a:extLst>
              </p:cNvPr>
              <p:cNvSpPr txBox="1"/>
              <p:nvPr/>
            </p:nvSpPr>
            <p:spPr>
              <a:xfrm>
                <a:off x="8524258" y="4841770"/>
                <a:ext cx="710130" cy="308482"/>
              </a:xfrm>
              <a:prstGeom prst="rect">
                <a:avLst/>
              </a:prstGeom>
              <a:noFill/>
            </p:spPr>
            <p:txBody>
              <a:bodyPr wrap="none" lIns="0" tIns="0" rIns="0" bIns="0" rtlCol="0">
                <a:spAutoFit/>
              </a:bodyPr>
              <a:lstStyle/>
              <a:p>
                <a:pPr algn="l"/>
                <a14:m>
                  <m:oMathPara xmlns:m="http://schemas.openxmlformats.org/officeDocument/2006/math">
                    <m:oMath>
                      <m:acc>
                        <m:accPr>
                          <m:chr m:val="̅"/>
                          <m:ctrlPr>
                            <a:rPr lang="en-US" altLang="zh-CN" sz="2000" i="0" spc="100" smtClean="0">
                              <a:solidFill>
                                <a:schemeClr val="tx1"/>
                              </a:solidFill>
                              <a:latin typeface="Cambria Math" panose="02040503050406030204" pitchFamily="18" charset="0"/>
                              <a:ea typeface="微软雅黑 Light" panose="020B0502040204020203" pitchFamily="34" charset="-122"/>
                            </a:rPr>
                          </m:ctrlPr>
                        </m:accPr>
                        <m:e>
                          <m:r>
                            <a:rPr lang="en-US" altLang="zh-CN" sz="2000" i="0" spc="100" smtClean="0">
                              <a:solidFill>
                                <a:schemeClr val="tx1"/>
                              </a:solidFill>
                              <a:latin typeface="Cambria Math" panose="02040503050406030204" pitchFamily="18" charset="0"/>
                              <a:ea typeface="微软雅黑 Light" panose="020B0502040204020203" pitchFamily="34" charset="-122"/>
                            </a:rPr>
                            <m:t>1100</m:t>
                          </m:r>
                        </m:e>
                      </m:acc>
                    </m:oMath>
                  </m:oMathPara>
                </a14:m>
                <a:endParaRPr lang="zh-CN" altLang="en-US" sz="2000" spc="100" dirty="0">
                  <a:solidFill>
                    <a:schemeClr val="tx1"/>
                  </a:solidFill>
                  <a:latin typeface="微软雅黑 Light" panose="020B0502040204020203" pitchFamily="34" charset="-122"/>
                  <a:ea typeface="微软雅黑 Light" panose="020B0502040204020203" pitchFamily="34" charset="-122"/>
                </a:endParaRPr>
              </a:p>
            </p:txBody>
          </p:sp>
        </mc:Choice>
        <mc:Fallback xmlns="">
          <p:sp>
            <p:nvSpPr>
              <p:cNvPr id="52" name="文本框 51">
                <a:extLst>
                  <a:ext uri="{FF2B5EF4-FFF2-40B4-BE49-F238E27FC236}">
                    <a16:creationId xmlns:a16="http://schemas.microsoft.com/office/drawing/2014/main" id="{2DAB9C21-1B00-15EE-FCEB-564A2D17AB39}"/>
                  </a:ext>
                </a:extLst>
              </p:cNvPr>
              <p:cNvSpPr txBox="1">
                <a:spLocks noRot="1" noChangeAspect="1" noMove="1" noResize="1" noEditPoints="1" noAdjustHandles="1" noChangeArrowheads="1" noChangeShapeType="1" noTextEdit="1"/>
              </p:cNvSpPr>
              <p:nvPr/>
            </p:nvSpPr>
            <p:spPr>
              <a:xfrm>
                <a:off x="8524258" y="4841770"/>
                <a:ext cx="710130" cy="308482"/>
              </a:xfrm>
              <a:prstGeom prst="rect">
                <a:avLst/>
              </a:prstGeom>
              <a:blipFill>
                <a:blip r:embed="rId5"/>
                <a:stretch>
                  <a:fillRect l="-5128" r="-5128" b="-7843"/>
                </a:stretch>
              </a:blipFill>
            </p:spPr>
            <p:txBody>
              <a:bodyPr/>
              <a:lstStyle/>
              <a:p>
                <a:r>
                  <a:rPr lang="zh-CN" altLang="en-US">
                    <a:noFill/>
                  </a:rPr>
                  <a:t> </a:t>
                </a:r>
              </a:p>
            </p:txBody>
          </p:sp>
        </mc:Fallback>
      </mc:AlternateContent>
      <p:cxnSp>
        <p:nvCxnSpPr>
          <p:cNvPr id="53" name="直接连接符 52">
            <a:extLst>
              <a:ext uri="{FF2B5EF4-FFF2-40B4-BE49-F238E27FC236}">
                <a16:creationId xmlns:a16="http://schemas.microsoft.com/office/drawing/2014/main" id="{77D3CDAA-4E13-A2CA-A655-64AFD931A026}"/>
              </a:ext>
            </a:extLst>
          </p:cNvPr>
          <p:cNvCxnSpPr>
            <a:cxnSpLocks/>
          </p:cNvCxnSpPr>
          <p:nvPr/>
        </p:nvCxnSpPr>
        <p:spPr>
          <a:xfrm>
            <a:off x="8517910" y="3507008"/>
            <a:ext cx="0" cy="216000"/>
          </a:xfrm>
          <a:prstGeom prst="line">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54" name="直接连接符 53">
            <a:extLst>
              <a:ext uri="{FF2B5EF4-FFF2-40B4-BE49-F238E27FC236}">
                <a16:creationId xmlns:a16="http://schemas.microsoft.com/office/drawing/2014/main" id="{3C8A3149-2645-7A69-F865-B3FF468F7197}"/>
              </a:ext>
            </a:extLst>
          </p:cNvPr>
          <p:cNvCxnSpPr>
            <a:cxnSpLocks/>
          </p:cNvCxnSpPr>
          <p:nvPr/>
        </p:nvCxnSpPr>
        <p:spPr>
          <a:xfrm>
            <a:off x="8673033" y="3507008"/>
            <a:ext cx="0" cy="756000"/>
          </a:xfrm>
          <a:prstGeom prst="line">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55" name="直接连接符 54">
            <a:extLst>
              <a:ext uri="{FF2B5EF4-FFF2-40B4-BE49-F238E27FC236}">
                <a16:creationId xmlns:a16="http://schemas.microsoft.com/office/drawing/2014/main" id="{B891EB5E-D379-EBBD-0A2D-5325DF0A7A72}"/>
              </a:ext>
            </a:extLst>
          </p:cNvPr>
          <p:cNvCxnSpPr>
            <a:cxnSpLocks/>
          </p:cNvCxnSpPr>
          <p:nvPr/>
        </p:nvCxnSpPr>
        <p:spPr>
          <a:xfrm>
            <a:off x="8828157" y="3507008"/>
            <a:ext cx="0" cy="756000"/>
          </a:xfrm>
          <a:prstGeom prst="line">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56" name="直接连接符 55">
            <a:extLst>
              <a:ext uri="{FF2B5EF4-FFF2-40B4-BE49-F238E27FC236}">
                <a16:creationId xmlns:a16="http://schemas.microsoft.com/office/drawing/2014/main" id="{7C0E2121-F7DE-073C-5C28-D70A9448D934}"/>
              </a:ext>
            </a:extLst>
          </p:cNvPr>
          <p:cNvCxnSpPr>
            <a:cxnSpLocks/>
          </p:cNvCxnSpPr>
          <p:nvPr/>
        </p:nvCxnSpPr>
        <p:spPr>
          <a:xfrm>
            <a:off x="8983281" y="3507008"/>
            <a:ext cx="0" cy="1296000"/>
          </a:xfrm>
          <a:prstGeom prst="line">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57" name="直接连接符 56">
            <a:extLst>
              <a:ext uri="{FF2B5EF4-FFF2-40B4-BE49-F238E27FC236}">
                <a16:creationId xmlns:a16="http://schemas.microsoft.com/office/drawing/2014/main" id="{861DA24D-E9B5-283C-7D27-E746E15E01A3}"/>
              </a:ext>
            </a:extLst>
          </p:cNvPr>
          <p:cNvCxnSpPr>
            <a:cxnSpLocks/>
          </p:cNvCxnSpPr>
          <p:nvPr/>
        </p:nvCxnSpPr>
        <p:spPr>
          <a:xfrm>
            <a:off x="9138404" y="3507008"/>
            <a:ext cx="0" cy="1296000"/>
          </a:xfrm>
          <a:prstGeom prst="line">
            <a:avLst/>
          </a:prstGeom>
          <a:ln>
            <a:tailEnd type="triangle"/>
          </a:ln>
        </p:spPr>
        <p:style>
          <a:lnRef idx="1">
            <a:schemeClr val="accent2"/>
          </a:lnRef>
          <a:fillRef idx="0">
            <a:schemeClr val="accent2"/>
          </a:fillRef>
          <a:effectRef idx="0">
            <a:schemeClr val="accent2"/>
          </a:effectRef>
          <a:fontRef idx="minor">
            <a:schemeClr val="tx1"/>
          </a:fontRef>
        </p:style>
      </p:cxnSp>
      <p:sp>
        <p:nvSpPr>
          <p:cNvPr id="58" name="文本框 57">
            <a:extLst>
              <a:ext uri="{FF2B5EF4-FFF2-40B4-BE49-F238E27FC236}">
                <a16:creationId xmlns:a16="http://schemas.microsoft.com/office/drawing/2014/main" id="{ED590A63-656E-ABC6-6223-9D48E6400DE1}"/>
              </a:ext>
            </a:extLst>
          </p:cNvPr>
          <p:cNvSpPr txBox="1"/>
          <p:nvPr/>
        </p:nvSpPr>
        <p:spPr>
          <a:xfrm>
            <a:off x="8473991" y="5033495"/>
            <a:ext cx="816890" cy="400110"/>
          </a:xfrm>
          <a:prstGeom prst="rect">
            <a:avLst/>
          </a:prstGeom>
          <a:noFill/>
        </p:spPr>
        <p:txBody>
          <a:bodyPr wrap="none" rtlCol="0">
            <a:spAutoFit/>
          </a:bodyPr>
          <a:lstStyle/>
          <a:p>
            <a:pPr algn="l"/>
            <a:r>
              <a:rPr lang="en-US" altLang="zh-CN" sz="2000" spc="100" dirty="0">
                <a:solidFill>
                  <a:schemeClr val="tx1"/>
                </a:solidFill>
                <a:latin typeface="Cambria Math" panose="02040503050406030204" pitchFamily="18" charset="0"/>
                <a:ea typeface="Cambria Math" panose="02040503050406030204" pitchFamily="18" charset="0"/>
                <a:cs typeface="Courier New" panose="02070309020205020404" pitchFamily="49" charset="0"/>
              </a:rPr>
              <a:t>1101</a:t>
            </a:r>
            <a:endParaRPr lang="zh-CN" altLang="en-US" sz="2000" spc="100" dirty="0">
              <a:solidFill>
                <a:schemeClr val="tx1"/>
              </a:solidFill>
              <a:latin typeface="Cambria Math" panose="02040503050406030204" pitchFamily="18" charset="0"/>
              <a:ea typeface="微软雅黑 Light" panose="020B0502040204020203" pitchFamily="34" charset="-122"/>
              <a:cs typeface="Courier New" panose="02070309020205020404" pitchFamily="49" charset="0"/>
            </a:endParaRPr>
          </a:p>
        </p:txBody>
      </p:sp>
      <mc:AlternateContent xmlns:mc="http://schemas.openxmlformats.org/markup-compatibility/2006" xmlns:a14="http://schemas.microsoft.com/office/drawing/2010/main">
        <mc:Choice Requires="a14">
          <p:sp>
            <p:nvSpPr>
              <p:cNvPr id="59" name="文本框 58">
                <a:extLst>
                  <a:ext uri="{FF2B5EF4-FFF2-40B4-BE49-F238E27FC236}">
                    <a16:creationId xmlns:a16="http://schemas.microsoft.com/office/drawing/2014/main" id="{E68F1DBD-1D45-0DF3-8978-EE9CD0CA33E9}"/>
                  </a:ext>
                </a:extLst>
              </p:cNvPr>
              <p:cNvSpPr txBox="1"/>
              <p:nvPr/>
            </p:nvSpPr>
            <p:spPr>
              <a:xfrm>
                <a:off x="8695708" y="5358926"/>
                <a:ext cx="554639" cy="308482"/>
              </a:xfrm>
              <a:prstGeom prst="rect">
                <a:avLst/>
              </a:prstGeom>
              <a:noFill/>
            </p:spPr>
            <p:txBody>
              <a:bodyPr wrap="none" lIns="0" tIns="0" rIns="0" bIns="0" rtlCol="0">
                <a:spAutoFit/>
              </a:bodyPr>
              <a:lstStyle/>
              <a:p>
                <a:pPr algn="l"/>
                <a14:m>
                  <m:oMathPara xmlns:m="http://schemas.openxmlformats.org/officeDocument/2006/math">
                    <m:oMath>
                      <m:acc>
                        <m:accPr>
                          <m:chr m:val="̅"/>
                          <m:ctrlPr>
                            <a:rPr lang="en-US" altLang="zh-CN" sz="2000" i="0" spc="100" smtClean="0">
                              <a:solidFill>
                                <a:schemeClr val="tx1"/>
                              </a:solidFill>
                              <a:latin typeface="Cambria Math" panose="02040503050406030204" pitchFamily="18" charset="0"/>
                              <a:ea typeface="微软雅黑 Light" panose="020B0502040204020203" pitchFamily="34" charset="-122"/>
                            </a:rPr>
                          </m:ctrlPr>
                        </m:accPr>
                        <m:e>
                          <m:r>
                            <a:rPr lang="en-US" altLang="zh-CN" sz="2000" i="0" spc="100" smtClean="0">
                              <a:solidFill>
                                <a:schemeClr val="tx1"/>
                              </a:solidFill>
                              <a:latin typeface="Cambria Math" panose="02040503050406030204" pitchFamily="18" charset="0"/>
                              <a:ea typeface="微软雅黑 Light" panose="020B0502040204020203" pitchFamily="34" charset="-122"/>
                            </a:rPr>
                            <m:t>001</m:t>
                          </m:r>
                        </m:e>
                      </m:acc>
                    </m:oMath>
                  </m:oMathPara>
                </a14:m>
                <a:endParaRPr lang="zh-CN" altLang="en-US" sz="2000" spc="100" dirty="0">
                  <a:solidFill>
                    <a:schemeClr val="tx1"/>
                  </a:solidFill>
                  <a:latin typeface="微软雅黑 Light" panose="020B0502040204020203" pitchFamily="34" charset="-122"/>
                  <a:ea typeface="微软雅黑 Light" panose="020B0502040204020203" pitchFamily="34" charset="-122"/>
                </a:endParaRPr>
              </a:p>
            </p:txBody>
          </p:sp>
        </mc:Choice>
        <mc:Fallback xmlns="">
          <p:sp>
            <p:nvSpPr>
              <p:cNvPr id="59" name="文本框 58">
                <a:extLst>
                  <a:ext uri="{FF2B5EF4-FFF2-40B4-BE49-F238E27FC236}">
                    <a16:creationId xmlns:a16="http://schemas.microsoft.com/office/drawing/2014/main" id="{E68F1DBD-1D45-0DF3-8978-EE9CD0CA33E9}"/>
                  </a:ext>
                </a:extLst>
              </p:cNvPr>
              <p:cNvSpPr txBox="1">
                <a:spLocks noRot="1" noChangeAspect="1" noMove="1" noResize="1" noEditPoints="1" noAdjustHandles="1" noChangeArrowheads="1" noChangeShapeType="1" noTextEdit="1"/>
              </p:cNvSpPr>
              <p:nvPr/>
            </p:nvSpPr>
            <p:spPr>
              <a:xfrm>
                <a:off x="8695708" y="5358926"/>
                <a:ext cx="554639" cy="308482"/>
              </a:xfrm>
              <a:prstGeom prst="rect">
                <a:avLst/>
              </a:prstGeom>
              <a:blipFill>
                <a:blip r:embed="rId6"/>
                <a:stretch>
                  <a:fillRect l="-6593" r="-7692" b="-7843"/>
                </a:stretch>
              </a:blipFill>
            </p:spPr>
            <p:txBody>
              <a:bodyPr/>
              <a:lstStyle/>
              <a:p>
                <a:r>
                  <a:rPr lang="zh-CN" altLang="en-US">
                    <a:noFill/>
                  </a:rPr>
                  <a:t> </a:t>
                </a:r>
              </a:p>
            </p:txBody>
          </p:sp>
        </mc:Fallback>
      </mc:AlternateContent>
      <p:sp>
        <p:nvSpPr>
          <p:cNvPr id="60" name="文本框 59">
            <a:extLst>
              <a:ext uri="{FF2B5EF4-FFF2-40B4-BE49-F238E27FC236}">
                <a16:creationId xmlns:a16="http://schemas.microsoft.com/office/drawing/2014/main" id="{17D66E63-CD67-01E0-11B9-2737B6957343}"/>
              </a:ext>
            </a:extLst>
          </p:cNvPr>
          <p:cNvSpPr txBox="1"/>
          <p:nvPr/>
        </p:nvSpPr>
        <p:spPr>
          <a:xfrm>
            <a:off x="9811293" y="5313112"/>
            <a:ext cx="353943" cy="400110"/>
          </a:xfrm>
          <a:prstGeom prst="rect">
            <a:avLst/>
          </a:prstGeom>
          <a:noFill/>
        </p:spPr>
        <p:txBody>
          <a:bodyPr wrap="none" rtlCol="0">
            <a:spAutoFit/>
          </a:bodyPr>
          <a:lstStyle/>
          <a:p>
            <a:pPr algn="l"/>
            <a:r>
              <a:rPr lang="en-US" altLang="zh-CN" sz="2000" spc="120" dirty="0">
                <a:solidFill>
                  <a:schemeClr val="tx1"/>
                </a:solidFill>
                <a:latin typeface="Courier New" panose="02070309020205020404" pitchFamily="49" charset="0"/>
                <a:ea typeface="微软雅黑 Light" panose="020B0502040204020203" pitchFamily="34" charset="-122"/>
                <a:cs typeface="Courier New" panose="02070309020205020404" pitchFamily="49" charset="0"/>
              </a:rPr>
              <a:t>R</a:t>
            </a:r>
            <a:endParaRPr lang="zh-CN" altLang="en-US" sz="2000" spc="120" dirty="0">
              <a:solidFill>
                <a:schemeClr val="tx1"/>
              </a:solidFill>
              <a:latin typeface="Courier New" panose="02070309020205020404" pitchFamily="49" charset="0"/>
              <a:ea typeface="微软雅黑 Light" panose="020B0502040204020203" pitchFamily="34" charset="-122"/>
              <a:cs typeface="Courier New" panose="02070309020205020404" pitchFamily="49" charset="0"/>
            </a:endParaRPr>
          </a:p>
        </p:txBody>
      </p:sp>
      <p:sp>
        <p:nvSpPr>
          <p:cNvPr id="61" name="文本框 60">
            <a:extLst>
              <a:ext uri="{FF2B5EF4-FFF2-40B4-BE49-F238E27FC236}">
                <a16:creationId xmlns:a16="http://schemas.microsoft.com/office/drawing/2014/main" id="{F4CF1BD5-D0C4-F8CF-8AF3-8C1B62C4598B}"/>
              </a:ext>
            </a:extLst>
          </p:cNvPr>
          <p:cNvSpPr txBox="1"/>
          <p:nvPr/>
        </p:nvSpPr>
        <p:spPr>
          <a:xfrm>
            <a:off x="6338272" y="3119365"/>
            <a:ext cx="350737" cy="400110"/>
          </a:xfrm>
          <a:prstGeom prst="rect">
            <a:avLst/>
          </a:prstGeom>
          <a:noFill/>
        </p:spPr>
        <p:txBody>
          <a:bodyPr wrap="none" rtlCol="0">
            <a:spAutoFit/>
          </a:bodyPr>
          <a:lstStyle/>
          <a:p>
            <a:pPr algn="l"/>
            <a:r>
              <a:rPr lang="en-US" altLang="zh-CN" sz="2000" spc="120" dirty="0">
                <a:solidFill>
                  <a:schemeClr val="tx1"/>
                </a:solidFill>
                <a:latin typeface="Courier New" panose="02070309020205020404" pitchFamily="49" charset="0"/>
                <a:ea typeface="微软雅黑 Light" panose="020B0502040204020203" pitchFamily="34" charset="-122"/>
                <a:cs typeface="Courier New" panose="02070309020205020404" pitchFamily="49" charset="0"/>
              </a:rPr>
              <a:t>P</a:t>
            </a:r>
            <a:endParaRPr lang="zh-CN" altLang="en-US" sz="2000" spc="120" dirty="0">
              <a:solidFill>
                <a:schemeClr val="tx1"/>
              </a:solidFill>
              <a:latin typeface="Courier New" panose="02070309020205020404" pitchFamily="49" charset="0"/>
              <a:ea typeface="微软雅黑 Light" panose="020B0502040204020203" pitchFamily="34" charset="-122"/>
              <a:cs typeface="Courier New" panose="02070309020205020404" pitchFamily="49" charset="0"/>
            </a:endParaRPr>
          </a:p>
        </p:txBody>
      </p:sp>
      <p:cxnSp>
        <p:nvCxnSpPr>
          <p:cNvPr id="62" name="直接箭头连接符 61">
            <a:extLst>
              <a:ext uri="{FF2B5EF4-FFF2-40B4-BE49-F238E27FC236}">
                <a16:creationId xmlns:a16="http://schemas.microsoft.com/office/drawing/2014/main" id="{15987B07-D41C-B3BC-9590-AFF01CA926DE}"/>
              </a:ext>
            </a:extLst>
          </p:cNvPr>
          <p:cNvCxnSpPr>
            <a:stCxn id="59" idx="3"/>
            <a:endCxn id="60" idx="1"/>
          </p:cNvCxnSpPr>
          <p:nvPr/>
        </p:nvCxnSpPr>
        <p:spPr>
          <a:xfrm>
            <a:off x="9250347" y="5513167"/>
            <a:ext cx="560946" cy="0"/>
          </a:xfrm>
          <a:prstGeom prst="straightConnector1">
            <a:avLst/>
          </a:prstGeom>
          <a:ln w="12700">
            <a:tailEnd type="triangle"/>
          </a:ln>
        </p:spPr>
        <p:style>
          <a:lnRef idx="1">
            <a:schemeClr val="accent3"/>
          </a:lnRef>
          <a:fillRef idx="0">
            <a:schemeClr val="accent3"/>
          </a:fillRef>
          <a:effectRef idx="0">
            <a:schemeClr val="accent3"/>
          </a:effectRef>
          <a:fontRef idx="minor">
            <a:schemeClr val="tx1"/>
          </a:fontRef>
        </p:style>
      </p:cxnSp>
      <p:cxnSp>
        <p:nvCxnSpPr>
          <p:cNvPr id="63" name="直接箭头连接符 62">
            <a:extLst>
              <a:ext uri="{FF2B5EF4-FFF2-40B4-BE49-F238E27FC236}">
                <a16:creationId xmlns:a16="http://schemas.microsoft.com/office/drawing/2014/main" id="{EB08E1EA-62EE-ECCE-E153-190D6EF2436A}"/>
              </a:ext>
            </a:extLst>
          </p:cNvPr>
          <p:cNvCxnSpPr>
            <a:cxnSpLocks/>
            <a:stCxn id="44" idx="1"/>
            <a:endCxn id="61" idx="3"/>
          </p:cNvCxnSpPr>
          <p:nvPr/>
        </p:nvCxnSpPr>
        <p:spPr>
          <a:xfrm flipH="1">
            <a:off x="6689009" y="3319420"/>
            <a:ext cx="253568" cy="0"/>
          </a:xfrm>
          <a:prstGeom prst="straightConnector1">
            <a:avLst/>
          </a:prstGeom>
          <a:ln w="12700">
            <a:tailEnd type="triangle"/>
          </a:ln>
        </p:spPr>
        <p:style>
          <a:lnRef idx="1">
            <a:schemeClr val="accent3"/>
          </a:lnRef>
          <a:fillRef idx="0">
            <a:schemeClr val="accent3"/>
          </a:fillRef>
          <a:effectRef idx="0">
            <a:schemeClr val="accent3"/>
          </a:effectRef>
          <a:fontRef idx="minor">
            <a:schemeClr val="tx1"/>
          </a:fontRef>
        </p:style>
      </p:cxnSp>
      <p:sp>
        <p:nvSpPr>
          <p:cNvPr id="3" name="文本框 2">
            <a:extLst>
              <a:ext uri="{FF2B5EF4-FFF2-40B4-BE49-F238E27FC236}">
                <a16:creationId xmlns:a16="http://schemas.microsoft.com/office/drawing/2014/main" id="{613E4752-62CB-48B0-690D-DB8F7BF64AE9}"/>
              </a:ext>
            </a:extLst>
          </p:cNvPr>
          <p:cNvSpPr txBox="1"/>
          <p:nvPr/>
        </p:nvSpPr>
        <p:spPr>
          <a:xfrm>
            <a:off x="9963693" y="3137174"/>
            <a:ext cx="1031051" cy="400110"/>
          </a:xfrm>
          <a:prstGeom prst="rect">
            <a:avLst/>
          </a:prstGeom>
          <a:noFill/>
        </p:spPr>
        <p:txBody>
          <a:bodyPr wrap="none" rtlCol="0">
            <a:spAutoFit/>
          </a:bodyPr>
          <a:lstStyle/>
          <a:p>
            <a:pPr algn="l"/>
            <a:r>
              <a:rPr lang="en-US" altLang="zh-CN" sz="2000" spc="120" dirty="0">
                <a:latin typeface="Courier New" panose="02070309020205020404" pitchFamily="49" charset="0"/>
                <a:ea typeface="微软雅黑 Light" panose="020B0502040204020203" pitchFamily="34" charset="-122"/>
                <a:cs typeface="Courier New" panose="02070309020205020404" pitchFamily="49" charset="0"/>
              </a:rPr>
              <a:t>M + n</a:t>
            </a:r>
            <a:endParaRPr lang="zh-CN" altLang="en-US" sz="2000" spc="120" dirty="0">
              <a:solidFill>
                <a:schemeClr val="tx1"/>
              </a:solidFill>
              <a:latin typeface="Courier New" panose="02070309020205020404" pitchFamily="49" charset="0"/>
              <a:ea typeface="微软雅黑 Light" panose="020B0502040204020203" pitchFamily="34" charset="-122"/>
              <a:cs typeface="Courier New" panose="02070309020205020404" pitchFamily="49" charset="0"/>
            </a:endParaRPr>
          </a:p>
        </p:txBody>
      </p:sp>
      <p:cxnSp>
        <p:nvCxnSpPr>
          <p:cNvPr id="5" name="直接箭头连接符 4">
            <a:extLst>
              <a:ext uri="{FF2B5EF4-FFF2-40B4-BE49-F238E27FC236}">
                <a16:creationId xmlns:a16="http://schemas.microsoft.com/office/drawing/2014/main" id="{AD563491-B58F-BE03-3CD0-981222961975}"/>
              </a:ext>
            </a:extLst>
          </p:cNvPr>
          <p:cNvCxnSpPr>
            <a:endCxn id="3" idx="1"/>
          </p:cNvCxnSpPr>
          <p:nvPr/>
        </p:nvCxnSpPr>
        <p:spPr>
          <a:xfrm>
            <a:off x="9402747" y="3337229"/>
            <a:ext cx="560946" cy="0"/>
          </a:xfrm>
          <a:prstGeom prst="straightConnector1">
            <a:avLst/>
          </a:prstGeom>
          <a:ln w="12700">
            <a:tailEnd type="triangle"/>
          </a:ln>
        </p:spPr>
        <p:style>
          <a:lnRef idx="1">
            <a:schemeClr val="accent3"/>
          </a:lnRef>
          <a:fillRef idx="0">
            <a:schemeClr val="accent3"/>
          </a:fillRef>
          <a:effectRef idx="0">
            <a:schemeClr val="accent3"/>
          </a:effectRef>
          <a:fontRef idx="minor">
            <a:schemeClr val="tx1"/>
          </a:fontRef>
        </p:style>
      </p:cxnSp>
    </p:spTree>
    <p:extLst>
      <p:ext uri="{BB962C8B-B14F-4D97-AF65-F5344CB8AC3E}">
        <p14:creationId xmlns:p14="http://schemas.microsoft.com/office/powerpoint/2010/main" val="392161446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Char"/>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a:extLst>
              <a:ext uri="{FF2B5EF4-FFF2-40B4-BE49-F238E27FC236}">
                <a16:creationId xmlns:a16="http://schemas.microsoft.com/office/drawing/2014/main" id="{680003E4-6F4B-42ED-B3A5-B7B93BFB7B8B}"/>
              </a:ext>
            </a:extLst>
          </p:cNvPr>
          <p:cNvSpPr>
            <a:spLocks noGrp="1"/>
          </p:cNvSpPr>
          <p:nvPr>
            <p:ph type="title"/>
          </p:nvPr>
        </p:nvSpPr>
        <p:spPr/>
        <p:txBody>
          <a:bodyPr/>
          <a:lstStyle/>
          <a:p>
            <a:r>
              <a:rPr lang="zh-CN" altLang="en-US" dirty="0"/>
              <a:t>差错控制</a:t>
            </a:r>
          </a:p>
        </p:txBody>
      </p:sp>
      <p:sp>
        <p:nvSpPr>
          <p:cNvPr id="4" name="文本占位符 3">
            <a:extLst>
              <a:ext uri="{FF2B5EF4-FFF2-40B4-BE49-F238E27FC236}">
                <a16:creationId xmlns:a16="http://schemas.microsoft.com/office/drawing/2014/main" id="{D81DE4BE-D5F7-4413-B006-C7ED23CA6945}"/>
              </a:ext>
            </a:extLst>
          </p:cNvPr>
          <p:cNvSpPr>
            <a:spLocks noGrp="1"/>
          </p:cNvSpPr>
          <p:nvPr>
            <p:ph type="body" sz="quarter" idx="11"/>
          </p:nvPr>
        </p:nvSpPr>
        <p:spPr/>
        <p:txBody>
          <a:bodyPr/>
          <a:lstStyle/>
          <a:p>
            <a:r>
              <a:rPr lang="en-US" altLang="zh-CN" dirty="0"/>
              <a:t>CRC</a:t>
            </a:r>
            <a:endParaRPr lang="zh-CN" altLang="en-US" dirty="0"/>
          </a:p>
        </p:txBody>
      </p:sp>
      <p:sp>
        <p:nvSpPr>
          <p:cNvPr id="10" name="文本占位符 9">
            <a:extLst>
              <a:ext uri="{FF2B5EF4-FFF2-40B4-BE49-F238E27FC236}">
                <a16:creationId xmlns:a16="http://schemas.microsoft.com/office/drawing/2014/main" id="{66202C44-3523-4B48-81F8-A19097DC6229}"/>
              </a:ext>
            </a:extLst>
          </p:cNvPr>
          <p:cNvSpPr>
            <a:spLocks noGrp="1"/>
          </p:cNvSpPr>
          <p:nvPr>
            <p:ph type="body" sz="quarter" idx="12"/>
          </p:nvPr>
        </p:nvSpPr>
        <p:spPr/>
        <p:txBody>
          <a:bodyPr/>
          <a:lstStyle/>
          <a:p>
            <a:r>
              <a:rPr lang="zh-CN" altLang="en-US" dirty="0"/>
              <a:t>其它错误</a:t>
            </a:r>
            <a:endParaRPr lang="en-US" altLang="zh-CN" dirty="0"/>
          </a:p>
          <a:p>
            <a:pPr lvl="1"/>
            <a:r>
              <a:rPr lang="zh-CN" altLang="en-US" dirty="0"/>
              <a:t>帧丢失</a:t>
            </a:r>
          </a:p>
          <a:p>
            <a:pPr lvl="1"/>
            <a:r>
              <a:rPr lang="zh-CN" altLang="en-US" dirty="0"/>
              <a:t>帧重复</a:t>
            </a:r>
          </a:p>
          <a:p>
            <a:pPr lvl="1"/>
            <a:r>
              <a:rPr lang="zh-CN" altLang="en-US" dirty="0"/>
              <a:t>帧失序</a:t>
            </a:r>
          </a:p>
        </p:txBody>
      </p:sp>
      <p:pic>
        <p:nvPicPr>
          <p:cNvPr id="31" name="图形 30" descr="问号">
            <a:extLst>
              <a:ext uri="{FF2B5EF4-FFF2-40B4-BE49-F238E27FC236}">
                <a16:creationId xmlns:a16="http://schemas.microsoft.com/office/drawing/2014/main" id="{939980BD-19E2-459A-8A1F-298D7FDA507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78977" y="4956918"/>
            <a:ext cx="1440000" cy="1440000"/>
          </a:xfrm>
          <a:prstGeom prst="rect">
            <a:avLst/>
          </a:prstGeom>
          <a:effectLst>
            <a:outerShdw blurRad="50800" dist="38100" dir="2700000" algn="tl" rotWithShape="0">
              <a:prstClr val="black">
                <a:alpha val="40000"/>
              </a:prstClr>
            </a:outerShdw>
          </a:effectLst>
        </p:spPr>
      </p:pic>
      <p:sp>
        <p:nvSpPr>
          <p:cNvPr id="32" name="任意多边形: 形状 31">
            <a:extLst>
              <a:ext uri="{FF2B5EF4-FFF2-40B4-BE49-F238E27FC236}">
                <a16:creationId xmlns:a16="http://schemas.microsoft.com/office/drawing/2014/main" id="{C5D22480-6015-4E0C-82C6-081D2251EB96}"/>
              </a:ext>
            </a:extLst>
          </p:cNvPr>
          <p:cNvSpPr>
            <a:spLocks noChangeAspect="1"/>
          </p:cNvSpPr>
          <p:nvPr/>
        </p:nvSpPr>
        <p:spPr>
          <a:xfrm>
            <a:off x="35860" y="4662140"/>
            <a:ext cx="2966696" cy="2160000"/>
          </a:xfrm>
          <a:custGeom>
            <a:avLst/>
            <a:gdLst>
              <a:gd name="connsiteX0" fmla="*/ 2514148 w 6810377"/>
              <a:gd name="connsiteY0" fmla="*/ 0 h 4958518"/>
              <a:gd name="connsiteX1" fmla="*/ 6810377 w 6810377"/>
              <a:gd name="connsiteY1" fmla="*/ 4296229 h 4958518"/>
              <a:gd name="connsiteX2" fmla="*/ 6148088 w 6810377"/>
              <a:gd name="connsiteY2" fmla="*/ 4958518 h 4958518"/>
              <a:gd name="connsiteX3" fmla="*/ 5655082 w 6810377"/>
              <a:gd name="connsiteY3" fmla="*/ 4958518 h 4958518"/>
              <a:gd name="connsiteX4" fmla="*/ 6374946 w 6810377"/>
              <a:gd name="connsiteY4" fmla="*/ 4238654 h 4958518"/>
              <a:gd name="connsiteX5" fmla="*/ 2518683 w 6810377"/>
              <a:gd name="connsiteY5" fmla="*/ 382391 h 4958518"/>
              <a:gd name="connsiteX6" fmla="*/ 0 w 6810377"/>
              <a:gd name="connsiteY6" fmla="*/ 2901074 h 4958518"/>
              <a:gd name="connsiteX7" fmla="*/ 0 w 6810377"/>
              <a:gd name="connsiteY7" fmla="*/ 2514148 h 4958518"/>
              <a:gd name="connsiteX8" fmla="*/ 2514148 w 6810377"/>
              <a:gd name="connsiteY8" fmla="*/ 0 h 4958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10377" h="4958518">
                <a:moveTo>
                  <a:pt x="2514148" y="0"/>
                </a:moveTo>
                <a:lnTo>
                  <a:pt x="6810377" y="4296229"/>
                </a:lnTo>
                <a:lnTo>
                  <a:pt x="6148088" y="4958518"/>
                </a:lnTo>
                <a:lnTo>
                  <a:pt x="5655082" y="4958518"/>
                </a:lnTo>
                <a:lnTo>
                  <a:pt x="6374946" y="4238654"/>
                </a:lnTo>
                <a:lnTo>
                  <a:pt x="2518683" y="382391"/>
                </a:lnTo>
                <a:lnTo>
                  <a:pt x="0" y="2901074"/>
                </a:lnTo>
                <a:lnTo>
                  <a:pt x="0" y="2514148"/>
                </a:lnTo>
                <a:lnTo>
                  <a:pt x="2514148" y="0"/>
                </a:lnTo>
                <a:close/>
              </a:path>
            </a:pathLst>
          </a:custGeom>
          <a:noFill/>
          <a:ln w="762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id-ID" b="1" dirty="0">
              <a:latin typeface="微软雅黑 Light" panose="020B0502040204020203" pitchFamily="34" charset="-122"/>
            </a:endParaRPr>
          </a:p>
        </p:txBody>
      </p:sp>
      <p:sp>
        <p:nvSpPr>
          <p:cNvPr id="33" name="文本框 32">
            <a:extLst>
              <a:ext uri="{FF2B5EF4-FFF2-40B4-BE49-F238E27FC236}">
                <a16:creationId xmlns:a16="http://schemas.microsoft.com/office/drawing/2014/main" id="{2CE87251-BD4D-40D2-96E5-990EB173326F}"/>
              </a:ext>
            </a:extLst>
          </p:cNvPr>
          <p:cNvSpPr txBox="1"/>
          <p:nvPr/>
        </p:nvSpPr>
        <p:spPr>
          <a:xfrm rot="2704061">
            <a:off x="870412" y="5063411"/>
            <a:ext cx="3262432" cy="707886"/>
          </a:xfrm>
          <a:prstGeom prst="rect">
            <a:avLst/>
          </a:prstGeom>
          <a:noFill/>
        </p:spPr>
        <p:txBody>
          <a:bodyPr wrap="none" rtlCol="0">
            <a:spAutoFit/>
          </a:bodyPr>
          <a:lstStyle/>
          <a:p>
            <a:pPr algn="l"/>
            <a:r>
              <a:rPr lang="zh-CN" altLang="en-US" sz="4000" dirty="0">
                <a:gradFill>
                  <a:gsLst>
                    <a:gs pos="0">
                      <a:srgbClr val="FF0101"/>
                    </a:gs>
                    <a:gs pos="50000">
                      <a:schemeClr val="accent4">
                        <a:lumMod val="60000"/>
                        <a:lumOff val="40000"/>
                      </a:schemeClr>
                    </a:gs>
                    <a:gs pos="100000">
                      <a:srgbClr val="C00000"/>
                    </a:gs>
                  </a:gsLst>
                  <a:lin ang="1800000" scaled="0"/>
                </a:gradFill>
                <a:effectLst>
                  <a:outerShdw blurRad="50800" dist="38100" dir="2700000" algn="tl" rotWithShape="0">
                    <a:prstClr val="black">
                      <a:alpha val="40000"/>
                    </a:prstClr>
                  </a:outerShdw>
                </a:effectLst>
                <a:latin typeface="微软雅黑" panose="020B0503020204020204" pitchFamily="34" charset="-122"/>
                <a:ea typeface="微软雅黑" panose="020B0503020204020204" pitchFamily="34" charset="-122"/>
              </a:rPr>
              <a:t>可靠传输吗？</a:t>
            </a:r>
          </a:p>
        </p:txBody>
      </p:sp>
      <p:grpSp>
        <p:nvGrpSpPr>
          <p:cNvPr id="2" name="组合 1">
            <a:extLst>
              <a:ext uri="{FF2B5EF4-FFF2-40B4-BE49-F238E27FC236}">
                <a16:creationId xmlns:a16="http://schemas.microsoft.com/office/drawing/2014/main" id="{AF9AB1C7-0E77-4C04-9F49-ABB1C21E0FD2}"/>
              </a:ext>
            </a:extLst>
          </p:cNvPr>
          <p:cNvGrpSpPr/>
          <p:nvPr/>
        </p:nvGrpSpPr>
        <p:grpSpPr>
          <a:xfrm>
            <a:off x="2997555" y="2932211"/>
            <a:ext cx="6196891" cy="707886"/>
            <a:chOff x="2997555" y="2932211"/>
            <a:chExt cx="6196891" cy="707886"/>
          </a:xfrm>
        </p:grpSpPr>
        <p:sp>
          <p:nvSpPr>
            <p:cNvPr id="40" name="文本框 39">
              <a:extLst>
                <a:ext uri="{FF2B5EF4-FFF2-40B4-BE49-F238E27FC236}">
                  <a16:creationId xmlns:a16="http://schemas.microsoft.com/office/drawing/2014/main" id="{5E6E73CA-63B0-47D1-8031-14E4094E8228}"/>
                </a:ext>
              </a:extLst>
            </p:cNvPr>
            <p:cNvSpPr txBox="1"/>
            <p:nvPr/>
          </p:nvSpPr>
          <p:spPr>
            <a:xfrm>
              <a:off x="2997555" y="2932211"/>
              <a:ext cx="1893467" cy="707886"/>
            </a:xfrm>
            <a:prstGeom prst="rect">
              <a:avLst/>
            </a:prstGeom>
            <a:noFill/>
          </p:spPr>
          <p:txBody>
            <a:bodyPr wrap="none" rtlCol="0">
              <a:spAutoFit/>
            </a:bodyPr>
            <a:lstStyle/>
            <a:p>
              <a:pPr algn="l"/>
              <a:r>
                <a:rPr lang="en-US" altLang="zh-CN" sz="4000" dirty="0">
                  <a:gradFill>
                    <a:gsLst>
                      <a:gs pos="0">
                        <a:srgbClr val="FF0101"/>
                      </a:gs>
                      <a:gs pos="50000">
                        <a:schemeClr val="accent4">
                          <a:lumMod val="60000"/>
                          <a:lumOff val="40000"/>
                        </a:schemeClr>
                      </a:gs>
                      <a:gs pos="100000">
                        <a:srgbClr val="C00000"/>
                      </a:gs>
                    </a:gsLst>
                    <a:lin ang="1800000" scaled="0"/>
                  </a:gradFill>
                  <a:effectLst>
                    <a:outerShdw blurRad="50800" dist="38100" dir="2700000" algn="tl" rotWithShape="0">
                      <a:prstClr val="black">
                        <a:alpha val="40000"/>
                      </a:prstClr>
                    </a:outerShdw>
                  </a:effectLst>
                  <a:latin typeface="微软雅黑" panose="020B0503020204020204" pitchFamily="34" charset="-122"/>
                  <a:ea typeface="微软雅黑" panose="020B0503020204020204" pitchFamily="34" charset="-122"/>
                </a:rPr>
                <a:t>Bit</a:t>
              </a:r>
              <a:r>
                <a:rPr lang="zh-CN" altLang="en-US" sz="4000" dirty="0">
                  <a:gradFill>
                    <a:gsLst>
                      <a:gs pos="0">
                        <a:srgbClr val="FF0101"/>
                      </a:gs>
                      <a:gs pos="50000">
                        <a:schemeClr val="accent4">
                          <a:lumMod val="60000"/>
                          <a:lumOff val="40000"/>
                        </a:schemeClr>
                      </a:gs>
                      <a:gs pos="100000">
                        <a:srgbClr val="C00000"/>
                      </a:gs>
                    </a:gsLst>
                    <a:lin ang="1800000" scaled="0"/>
                  </a:gradFill>
                  <a:effectLst>
                    <a:outerShdw blurRad="50800" dist="38100" dir="2700000" algn="tl" rotWithShape="0">
                      <a:prstClr val="black">
                        <a:alpha val="40000"/>
                      </a:prstClr>
                    </a:outerShdw>
                  </a:effectLst>
                  <a:latin typeface="微软雅黑" panose="020B0503020204020204" pitchFamily="34" charset="-122"/>
                  <a:ea typeface="微软雅黑" panose="020B0503020204020204" pitchFamily="34" charset="-122"/>
                </a:rPr>
                <a:t>差错</a:t>
              </a:r>
            </a:p>
          </p:txBody>
        </p:sp>
        <p:sp>
          <p:nvSpPr>
            <p:cNvPr id="41" name="文本框 40">
              <a:extLst>
                <a:ext uri="{FF2B5EF4-FFF2-40B4-BE49-F238E27FC236}">
                  <a16:creationId xmlns:a16="http://schemas.microsoft.com/office/drawing/2014/main" id="{889786F7-18B8-453C-9098-7B62DEC6B41F}"/>
                </a:ext>
              </a:extLst>
            </p:cNvPr>
            <p:cNvSpPr txBox="1"/>
            <p:nvPr/>
          </p:nvSpPr>
          <p:spPr>
            <a:xfrm>
              <a:off x="6957936" y="2932211"/>
              <a:ext cx="2236510" cy="707886"/>
            </a:xfrm>
            <a:prstGeom prst="rect">
              <a:avLst/>
            </a:prstGeom>
            <a:noFill/>
          </p:spPr>
          <p:txBody>
            <a:bodyPr wrap="none" rtlCol="0">
              <a:spAutoFit/>
            </a:bodyPr>
            <a:lstStyle/>
            <a:p>
              <a:pPr algn="l"/>
              <a:r>
                <a:rPr lang="zh-CN" altLang="en-US" sz="4000" dirty="0">
                  <a:gradFill>
                    <a:gsLst>
                      <a:gs pos="0">
                        <a:srgbClr val="FF0101"/>
                      </a:gs>
                      <a:gs pos="50000">
                        <a:schemeClr val="accent4">
                          <a:lumMod val="60000"/>
                          <a:lumOff val="40000"/>
                        </a:schemeClr>
                      </a:gs>
                      <a:gs pos="100000">
                        <a:srgbClr val="C00000"/>
                      </a:gs>
                    </a:gsLst>
                    <a:lin ang="1800000" scaled="0"/>
                  </a:gradFill>
                  <a:effectLst>
                    <a:outerShdw blurRad="50800" dist="38100" dir="2700000" algn="tl" rotWithShape="0">
                      <a:prstClr val="black">
                        <a:alpha val="40000"/>
                      </a:prstClr>
                    </a:outerShdw>
                  </a:effectLst>
                  <a:latin typeface="微软雅黑" panose="020B0503020204020204" pitchFamily="34" charset="-122"/>
                  <a:ea typeface="微软雅黑" panose="020B0503020204020204" pitchFamily="34" charset="-122"/>
                </a:rPr>
                <a:t>传输差错</a:t>
              </a:r>
            </a:p>
          </p:txBody>
        </p:sp>
        <p:sp>
          <p:nvSpPr>
            <p:cNvPr id="42" name="任意多边形: 形状 41">
              <a:extLst>
                <a:ext uri="{FF2B5EF4-FFF2-40B4-BE49-F238E27FC236}">
                  <a16:creationId xmlns:a16="http://schemas.microsoft.com/office/drawing/2014/main" id="{E41D9950-595B-42B3-BD77-750E278132F5}"/>
                </a:ext>
              </a:extLst>
            </p:cNvPr>
            <p:cNvSpPr/>
            <p:nvPr/>
          </p:nvSpPr>
          <p:spPr>
            <a:xfrm>
              <a:off x="5865772" y="3059005"/>
              <a:ext cx="458390" cy="454298"/>
            </a:xfrm>
            <a:custGeom>
              <a:avLst/>
              <a:gdLst/>
              <a:ahLst/>
              <a:cxnLst/>
              <a:rect l="l" t="t" r="r" b="b"/>
              <a:pathLst>
                <a:path w="458390" h="454298">
                  <a:moveTo>
                    <a:pt x="305097" y="0"/>
                  </a:moveTo>
                  <a:lnTo>
                    <a:pt x="350118" y="0"/>
                  </a:lnTo>
                  <a:lnTo>
                    <a:pt x="299144" y="119435"/>
                  </a:lnTo>
                  <a:lnTo>
                    <a:pt x="458390" y="119435"/>
                  </a:lnTo>
                  <a:lnTo>
                    <a:pt x="458390" y="168920"/>
                  </a:lnTo>
                  <a:lnTo>
                    <a:pt x="277936" y="168920"/>
                  </a:lnTo>
                  <a:lnTo>
                    <a:pt x="233288" y="273844"/>
                  </a:lnTo>
                  <a:lnTo>
                    <a:pt x="458390" y="273844"/>
                  </a:lnTo>
                  <a:lnTo>
                    <a:pt x="458390" y="323329"/>
                  </a:lnTo>
                  <a:lnTo>
                    <a:pt x="212080" y="323329"/>
                  </a:lnTo>
                  <a:lnTo>
                    <a:pt x="156269" y="454298"/>
                  </a:lnTo>
                  <a:lnTo>
                    <a:pt x="111249" y="454298"/>
                  </a:lnTo>
                  <a:lnTo>
                    <a:pt x="167059" y="323329"/>
                  </a:lnTo>
                  <a:lnTo>
                    <a:pt x="0" y="323329"/>
                  </a:lnTo>
                  <a:lnTo>
                    <a:pt x="0" y="273844"/>
                  </a:lnTo>
                  <a:lnTo>
                    <a:pt x="188267" y="273844"/>
                  </a:lnTo>
                  <a:lnTo>
                    <a:pt x="232916" y="168920"/>
                  </a:lnTo>
                  <a:lnTo>
                    <a:pt x="0" y="168920"/>
                  </a:lnTo>
                  <a:lnTo>
                    <a:pt x="0" y="119435"/>
                  </a:lnTo>
                  <a:lnTo>
                    <a:pt x="254124" y="119435"/>
                  </a:lnTo>
                  <a:lnTo>
                    <a:pt x="305097" y="0"/>
                  </a:lnTo>
                  <a:close/>
                </a:path>
              </a:pathLst>
            </a:custGeom>
            <a:solidFill>
              <a:schemeClr val="bg1">
                <a:lumMod val="5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微软雅黑 Light" panose="020B0502040204020203" pitchFamily="34" charset="-122"/>
                <a:ea typeface="微软雅黑 Light" panose="020B0502040204020203" pitchFamily="34" charset="-122"/>
              </a:endParaRPr>
            </a:p>
          </p:txBody>
        </p:sp>
      </p:grpSp>
    </p:spTree>
    <p:extLst>
      <p:ext uri="{BB962C8B-B14F-4D97-AF65-F5344CB8AC3E}">
        <p14:creationId xmlns:p14="http://schemas.microsoft.com/office/powerpoint/2010/main" val="2754879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Char"/>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10">
                                            <p:txEl>
                                              <p:pRg st="1" end="1"/>
                                            </p:txEl>
                                          </p:spTgt>
                                        </p:tgtEl>
                                        <p:attrNameLst>
                                          <p:attrName>style.visibility</p:attrName>
                                        </p:attrNameLst>
                                      </p:cBhvr>
                                      <p:to>
                                        <p:strVal val="visible"/>
                                      </p:to>
                                    </p:set>
                                  </p:childTnLst>
                                </p:cTn>
                              </p:par>
                            </p:childTnLst>
                          </p:cTn>
                        </p:par>
                        <p:par>
                          <p:cTn id="10" fill="hold">
                            <p:stCondLst>
                              <p:cond delay="0"/>
                            </p:stCondLst>
                            <p:childTnLst>
                              <p:par>
                                <p:cTn id="11" presetID="1" presetClass="entr" presetSubtype="0" fill="hold" grpId="0" nodeType="afterEffect">
                                  <p:stCondLst>
                                    <p:cond delay="0"/>
                                  </p:stCondLst>
                                  <p:childTnLst>
                                    <p:set>
                                      <p:cBhvr>
                                        <p:cTn id="12" dur="1" fill="hold">
                                          <p:stCondLst>
                                            <p:cond delay="0"/>
                                          </p:stCondLst>
                                        </p:cTn>
                                        <p:tgtEl>
                                          <p:spTgt spid="10">
                                            <p:txEl>
                                              <p:pRg st="2" end="2"/>
                                            </p:txEl>
                                          </p:spTgt>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grpId="0" nodeType="afterEffect">
                                  <p:stCondLst>
                                    <p:cond delay="0"/>
                                  </p:stCondLst>
                                  <p:childTnLst>
                                    <p:set>
                                      <p:cBhvr>
                                        <p:cTn id="15"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占位符 12">
            <a:extLst>
              <a:ext uri="{FF2B5EF4-FFF2-40B4-BE49-F238E27FC236}">
                <a16:creationId xmlns:a16="http://schemas.microsoft.com/office/drawing/2014/main" id="{2978E9AE-C328-43F5-9145-33CB14F8BF27}"/>
              </a:ext>
            </a:extLst>
          </p:cNvPr>
          <p:cNvSpPr>
            <a:spLocks noGrp="1"/>
          </p:cNvSpPr>
          <p:nvPr>
            <p:ph type="body" sz="quarter" idx="10"/>
          </p:nvPr>
        </p:nvSpPr>
        <p:spPr/>
        <p:txBody>
          <a:bodyPr/>
          <a:lstStyle/>
          <a:p>
            <a:r>
              <a:rPr lang="zh-CN" altLang="en-US" dirty="0"/>
              <a:t>要发送的数据是</a:t>
            </a:r>
            <a:r>
              <a:rPr lang="en-US" altLang="zh-CN" dirty="0"/>
              <a:t>1101 0110 11</a:t>
            </a:r>
            <a:r>
              <a:rPr lang="zh-CN" altLang="en-US" dirty="0"/>
              <a:t>，采用</a:t>
            </a:r>
            <a:r>
              <a:rPr lang="en-US" altLang="zh-CN" dirty="0"/>
              <a:t>CRC</a:t>
            </a:r>
            <a:r>
              <a:rPr lang="zh-CN" altLang="en-US" dirty="0"/>
              <a:t>校验，生成多项式是</a:t>
            </a:r>
            <a:r>
              <a:rPr lang="en-US" altLang="zh-CN" dirty="0"/>
              <a:t>10011</a:t>
            </a:r>
            <a:r>
              <a:rPr lang="zh-CN" altLang="en-US" dirty="0"/>
              <a:t>，取</a:t>
            </a:r>
            <a:r>
              <a:rPr lang="en-US" altLang="zh-CN" dirty="0"/>
              <a:t>n=4</a:t>
            </a:r>
            <a:r>
              <a:rPr lang="zh-CN" altLang="en-US" dirty="0"/>
              <a:t>，那么发送的数据是？</a:t>
            </a:r>
            <a:endParaRPr lang="en-US" altLang="zh-CN" dirty="0"/>
          </a:p>
        </p:txBody>
      </p:sp>
      <p:graphicFrame>
        <p:nvGraphicFramePr>
          <p:cNvPr id="14" name="表格 14">
            <a:extLst>
              <a:ext uri="{FF2B5EF4-FFF2-40B4-BE49-F238E27FC236}">
                <a16:creationId xmlns:a16="http://schemas.microsoft.com/office/drawing/2014/main" id="{0970B2BE-8539-4585-813D-15BF3D85F888}"/>
              </a:ext>
            </a:extLst>
          </p:cNvPr>
          <p:cNvGraphicFramePr>
            <a:graphicFrameLocks noGrp="1"/>
          </p:cNvGraphicFramePr>
          <p:nvPr>
            <p:extLst>
              <p:ext uri="{D42A27DB-BD31-4B8C-83A1-F6EECF244321}">
                <p14:modId xmlns:p14="http://schemas.microsoft.com/office/powerpoint/2010/main" val="1962324691"/>
              </p:ext>
            </p:extLst>
          </p:nvPr>
        </p:nvGraphicFramePr>
        <p:xfrm>
          <a:off x="2409668" y="2807934"/>
          <a:ext cx="5040000" cy="720000"/>
        </p:xfrm>
        <a:graphic>
          <a:graphicData uri="http://schemas.openxmlformats.org/drawingml/2006/table">
            <a:tbl>
              <a:tblPr bandRow="1">
                <a:tableStyleId>{5C22544A-7EE6-4342-B048-85BDC9FD1C3A}</a:tableStyleId>
              </a:tblPr>
              <a:tblGrid>
                <a:gridCol w="360000">
                  <a:extLst>
                    <a:ext uri="{9D8B030D-6E8A-4147-A177-3AD203B41FA5}">
                      <a16:colId xmlns:a16="http://schemas.microsoft.com/office/drawing/2014/main" val="4065151317"/>
                    </a:ext>
                  </a:extLst>
                </a:gridCol>
                <a:gridCol w="360000">
                  <a:extLst>
                    <a:ext uri="{9D8B030D-6E8A-4147-A177-3AD203B41FA5}">
                      <a16:colId xmlns:a16="http://schemas.microsoft.com/office/drawing/2014/main" val="3600053209"/>
                    </a:ext>
                  </a:extLst>
                </a:gridCol>
                <a:gridCol w="360000">
                  <a:extLst>
                    <a:ext uri="{9D8B030D-6E8A-4147-A177-3AD203B41FA5}">
                      <a16:colId xmlns:a16="http://schemas.microsoft.com/office/drawing/2014/main" val="3852920482"/>
                    </a:ext>
                  </a:extLst>
                </a:gridCol>
                <a:gridCol w="360000">
                  <a:extLst>
                    <a:ext uri="{9D8B030D-6E8A-4147-A177-3AD203B41FA5}">
                      <a16:colId xmlns:a16="http://schemas.microsoft.com/office/drawing/2014/main" val="2129056941"/>
                    </a:ext>
                  </a:extLst>
                </a:gridCol>
                <a:gridCol w="360000">
                  <a:extLst>
                    <a:ext uri="{9D8B030D-6E8A-4147-A177-3AD203B41FA5}">
                      <a16:colId xmlns:a16="http://schemas.microsoft.com/office/drawing/2014/main" val="240038716"/>
                    </a:ext>
                  </a:extLst>
                </a:gridCol>
                <a:gridCol w="360000">
                  <a:extLst>
                    <a:ext uri="{9D8B030D-6E8A-4147-A177-3AD203B41FA5}">
                      <a16:colId xmlns:a16="http://schemas.microsoft.com/office/drawing/2014/main" val="3476463810"/>
                    </a:ext>
                  </a:extLst>
                </a:gridCol>
                <a:gridCol w="360000">
                  <a:extLst>
                    <a:ext uri="{9D8B030D-6E8A-4147-A177-3AD203B41FA5}">
                      <a16:colId xmlns:a16="http://schemas.microsoft.com/office/drawing/2014/main" val="2519720227"/>
                    </a:ext>
                  </a:extLst>
                </a:gridCol>
                <a:gridCol w="360000">
                  <a:extLst>
                    <a:ext uri="{9D8B030D-6E8A-4147-A177-3AD203B41FA5}">
                      <a16:colId xmlns:a16="http://schemas.microsoft.com/office/drawing/2014/main" val="2341852822"/>
                    </a:ext>
                  </a:extLst>
                </a:gridCol>
                <a:gridCol w="360000">
                  <a:extLst>
                    <a:ext uri="{9D8B030D-6E8A-4147-A177-3AD203B41FA5}">
                      <a16:colId xmlns:a16="http://schemas.microsoft.com/office/drawing/2014/main" val="1658938957"/>
                    </a:ext>
                  </a:extLst>
                </a:gridCol>
                <a:gridCol w="360000">
                  <a:extLst>
                    <a:ext uri="{9D8B030D-6E8A-4147-A177-3AD203B41FA5}">
                      <a16:colId xmlns:a16="http://schemas.microsoft.com/office/drawing/2014/main" val="1073126497"/>
                    </a:ext>
                  </a:extLst>
                </a:gridCol>
                <a:gridCol w="360000">
                  <a:extLst>
                    <a:ext uri="{9D8B030D-6E8A-4147-A177-3AD203B41FA5}">
                      <a16:colId xmlns:a16="http://schemas.microsoft.com/office/drawing/2014/main" val="1725165464"/>
                    </a:ext>
                  </a:extLst>
                </a:gridCol>
                <a:gridCol w="360000">
                  <a:extLst>
                    <a:ext uri="{9D8B030D-6E8A-4147-A177-3AD203B41FA5}">
                      <a16:colId xmlns:a16="http://schemas.microsoft.com/office/drawing/2014/main" val="1961111655"/>
                    </a:ext>
                  </a:extLst>
                </a:gridCol>
                <a:gridCol w="360000">
                  <a:extLst>
                    <a:ext uri="{9D8B030D-6E8A-4147-A177-3AD203B41FA5}">
                      <a16:colId xmlns:a16="http://schemas.microsoft.com/office/drawing/2014/main" val="1113099249"/>
                    </a:ext>
                  </a:extLst>
                </a:gridCol>
                <a:gridCol w="360000">
                  <a:extLst>
                    <a:ext uri="{9D8B030D-6E8A-4147-A177-3AD203B41FA5}">
                      <a16:colId xmlns:a16="http://schemas.microsoft.com/office/drawing/2014/main" val="2354145952"/>
                    </a:ext>
                  </a:extLst>
                </a:gridCol>
              </a:tblGrid>
              <a:tr h="360000">
                <a:tc>
                  <a:txBody>
                    <a:bodyPr/>
                    <a:lstStyle/>
                    <a:p>
                      <a:pPr algn="ctr"/>
                      <a:r>
                        <a:rPr lang="en-US" altLang="zh-CN" sz="1400" baseline="0" dirty="0">
                          <a:solidFill>
                            <a:schemeClr val="tx1"/>
                          </a:solidFill>
                          <a:latin typeface="微软雅黑 Light" panose="020B0502040204020203" pitchFamily="34" charset="-122"/>
                          <a:ea typeface="微软雅黑 Light" panose="020B0502040204020203" pitchFamily="34" charset="-122"/>
                        </a:rPr>
                        <a:t>1</a:t>
                      </a: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bg1">
                        <a:lumMod val="95000"/>
                      </a:schemeClr>
                    </a:solidFill>
                  </a:tcPr>
                </a:tc>
                <a:tc>
                  <a:txBody>
                    <a:bodyPr/>
                    <a:lstStyle/>
                    <a:p>
                      <a:pPr algn="ctr"/>
                      <a:r>
                        <a:rPr lang="en-US" altLang="zh-CN" sz="1400" baseline="0" dirty="0">
                          <a:solidFill>
                            <a:schemeClr val="tx1"/>
                          </a:solidFill>
                          <a:latin typeface="微软雅黑 Light" panose="020B0502040204020203" pitchFamily="34" charset="-122"/>
                          <a:ea typeface="微软雅黑 Light" panose="020B0502040204020203" pitchFamily="34" charset="-122"/>
                        </a:rPr>
                        <a:t>1</a:t>
                      </a: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lnT w="12700" cap="flat" cmpd="sng" algn="ctr">
                      <a:solidFill>
                        <a:schemeClr val="tx1"/>
                      </a:solidFill>
                      <a:prstDash val="solid"/>
                      <a:round/>
                      <a:headEnd type="none" w="med" len="med"/>
                      <a:tailEnd type="none" w="med" len="med"/>
                    </a:lnT>
                    <a:solidFill>
                      <a:schemeClr val="bg1">
                        <a:lumMod val="95000"/>
                      </a:schemeClr>
                    </a:solidFill>
                  </a:tcPr>
                </a:tc>
                <a:tc>
                  <a:txBody>
                    <a:bodyPr/>
                    <a:lstStyle/>
                    <a:p>
                      <a:pPr algn="ctr"/>
                      <a:r>
                        <a:rPr lang="en-US" altLang="zh-CN" sz="1400" baseline="0" dirty="0">
                          <a:solidFill>
                            <a:schemeClr val="tx1"/>
                          </a:solidFill>
                          <a:latin typeface="微软雅黑 Light" panose="020B0502040204020203" pitchFamily="34" charset="-122"/>
                          <a:ea typeface="微软雅黑 Light" panose="020B0502040204020203" pitchFamily="34" charset="-122"/>
                        </a:rPr>
                        <a:t>0</a:t>
                      </a: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lnT w="12700" cap="flat" cmpd="sng" algn="ctr">
                      <a:solidFill>
                        <a:schemeClr val="tx1"/>
                      </a:solidFill>
                      <a:prstDash val="solid"/>
                      <a:round/>
                      <a:headEnd type="none" w="med" len="med"/>
                      <a:tailEnd type="none" w="med" len="med"/>
                    </a:lnT>
                    <a:solidFill>
                      <a:schemeClr val="bg1">
                        <a:lumMod val="95000"/>
                      </a:schemeClr>
                    </a:solidFill>
                  </a:tcPr>
                </a:tc>
                <a:tc>
                  <a:txBody>
                    <a:bodyPr/>
                    <a:lstStyle/>
                    <a:p>
                      <a:pPr algn="ctr"/>
                      <a:r>
                        <a:rPr lang="en-US" altLang="zh-CN" sz="1400" baseline="0" dirty="0">
                          <a:solidFill>
                            <a:schemeClr val="tx1"/>
                          </a:solidFill>
                          <a:latin typeface="微软雅黑 Light" panose="020B0502040204020203" pitchFamily="34" charset="-122"/>
                          <a:ea typeface="微软雅黑 Light" panose="020B0502040204020203" pitchFamily="34" charset="-122"/>
                        </a:rPr>
                        <a:t>1</a:t>
                      </a: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lnT w="12700" cap="flat" cmpd="sng" algn="ctr">
                      <a:solidFill>
                        <a:schemeClr val="tx1"/>
                      </a:solidFill>
                      <a:prstDash val="solid"/>
                      <a:round/>
                      <a:headEnd type="none" w="med" len="med"/>
                      <a:tailEnd type="none" w="med" len="med"/>
                    </a:lnT>
                    <a:solidFill>
                      <a:schemeClr val="bg1">
                        <a:lumMod val="95000"/>
                      </a:schemeClr>
                    </a:solidFill>
                  </a:tcPr>
                </a:tc>
                <a:tc>
                  <a:txBody>
                    <a:bodyPr/>
                    <a:lstStyle/>
                    <a:p>
                      <a:pPr algn="ctr"/>
                      <a:r>
                        <a:rPr lang="en-US" altLang="zh-CN" sz="1400" baseline="0" dirty="0">
                          <a:solidFill>
                            <a:schemeClr val="tx1"/>
                          </a:solidFill>
                          <a:latin typeface="微软雅黑 Light" panose="020B0502040204020203" pitchFamily="34" charset="-122"/>
                          <a:ea typeface="微软雅黑 Light" panose="020B0502040204020203" pitchFamily="34" charset="-122"/>
                        </a:rPr>
                        <a:t>0</a:t>
                      </a: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lnT w="12700" cap="flat" cmpd="sng" algn="ctr">
                      <a:solidFill>
                        <a:schemeClr val="tx1"/>
                      </a:solidFill>
                      <a:prstDash val="solid"/>
                      <a:round/>
                      <a:headEnd type="none" w="med" len="med"/>
                      <a:tailEnd type="none" w="med" len="med"/>
                    </a:lnT>
                    <a:solidFill>
                      <a:schemeClr val="bg1">
                        <a:lumMod val="95000"/>
                      </a:schemeClr>
                    </a:solidFill>
                  </a:tcPr>
                </a:tc>
                <a:tc>
                  <a:txBody>
                    <a:bodyPr/>
                    <a:lstStyle/>
                    <a:p>
                      <a:pPr algn="ctr"/>
                      <a:r>
                        <a:rPr lang="en-US" altLang="zh-CN" sz="1400" baseline="0" dirty="0">
                          <a:solidFill>
                            <a:schemeClr val="tx1"/>
                          </a:solidFill>
                          <a:latin typeface="微软雅黑 Light" panose="020B0502040204020203" pitchFamily="34" charset="-122"/>
                          <a:ea typeface="微软雅黑 Light" panose="020B0502040204020203" pitchFamily="34" charset="-122"/>
                        </a:rPr>
                        <a:t>1</a:t>
                      </a: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lnT w="12700" cap="flat" cmpd="sng" algn="ctr">
                      <a:solidFill>
                        <a:schemeClr val="tx1"/>
                      </a:solidFill>
                      <a:prstDash val="solid"/>
                      <a:round/>
                      <a:headEnd type="none" w="med" len="med"/>
                      <a:tailEnd type="none" w="med" len="med"/>
                    </a:lnT>
                    <a:solidFill>
                      <a:schemeClr val="bg1">
                        <a:lumMod val="95000"/>
                      </a:schemeClr>
                    </a:solidFill>
                  </a:tcPr>
                </a:tc>
                <a:tc>
                  <a:txBody>
                    <a:bodyPr/>
                    <a:lstStyle/>
                    <a:p>
                      <a:pPr algn="ctr"/>
                      <a:r>
                        <a:rPr lang="en-US" altLang="zh-CN" sz="1400" baseline="0" dirty="0">
                          <a:solidFill>
                            <a:schemeClr val="tx1"/>
                          </a:solidFill>
                          <a:latin typeface="微软雅黑 Light" panose="020B0502040204020203" pitchFamily="34" charset="-122"/>
                          <a:ea typeface="微软雅黑 Light" panose="020B0502040204020203" pitchFamily="34" charset="-122"/>
                        </a:rPr>
                        <a:t>1</a:t>
                      </a: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lnT w="12700" cap="flat" cmpd="sng" algn="ctr">
                      <a:solidFill>
                        <a:schemeClr val="tx1"/>
                      </a:solidFill>
                      <a:prstDash val="solid"/>
                      <a:round/>
                      <a:headEnd type="none" w="med" len="med"/>
                      <a:tailEnd type="none" w="med" len="med"/>
                    </a:lnT>
                    <a:solidFill>
                      <a:schemeClr val="bg1">
                        <a:lumMod val="95000"/>
                      </a:schemeClr>
                    </a:solidFill>
                  </a:tcPr>
                </a:tc>
                <a:tc>
                  <a:txBody>
                    <a:bodyPr/>
                    <a:lstStyle/>
                    <a:p>
                      <a:pPr algn="ctr"/>
                      <a:r>
                        <a:rPr lang="en-US" altLang="zh-CN" sz="1400" baseline="0" dirty="0">
                          <a:solidFill>
                            <a:schemeClr val="tx1"/>
                          </a:solidFill>
                          <a:latin typeface="微软雅黑 Light" panose="020B0502040204020203" pitchFamily="34" charset="-122"/>
                          <a:ea typeface="微软雅黑 Light" panose="020B0502040204020203" pitchFamily="34" charset="-122"/>
                        </a:rPr>
                        <a:t>0</a:t>
                      </a: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lnT w="12700" cap="flat" cmpd="sng" algn="ctr">
                      <a:solidFill>
                        <a:schemeClr val="tx1"/>
                      </a:solidFill>
                      <a:prstDash val="solid"/>
                      <a:round/>
                      <a:headEnd type="none" w="med" len="med"/>
                      <a:tailEnd type="none" w="med" len="med"/>
                    </a:lnT>
                    <a:solidFill>
                      <a:schemeClr val="bg1">
                        <a:lumMod val="95000"/>
                      </a:schemeClr>
                    </a:solidFill>
                  </a:tcPr>
                </a:tc>
                <a:tc>
                  <a:txBody>
                    <a:bodyPr/>
                    <a:lstStyle/>
                    <a:p>
                      <a:pPr algn="ctr"/>
                      <a:r>
                        <a:rPr lang="en-US" altLang="zh-CN" sz="1400" baseline="0" dirty="0">
                          <a:solidFill>
                            <a:schemeClr val="tx1"/>
                          </a:solidFill>
                          <a:latin typeface="微软雅黑 Light" panose="020B0502040204020203" pitchFamily="34" charset="-122"/>
                          <a:ea typeface="微软雅黑 Light" panose="020B0502040204020203" pitchFamily="34" charset="-122"/>
                        </a:rPr>
                        <a:t>1</a:t>
                      </a: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lnT w="12700" cap="flat" cmpd="sng" algn="ctr">
                      <a:solidFill>
                        <a:schemeClr val="tx1"/>
                      </a:solidFill>
                      <a:prstDash val="solid"/>
                      <a:round/>
                      <a:headEnd type="none" w="med" len="med"/>
                      <a:tailEnd type="none" w="med" len="med"/>
                    </a:lnT>
                    <a:solidFill>
                      <a:schemeClr val="bg1">
                        <a:lumMod val="95000"/>
                      </a:schemeClr>
                    </a:solidFill>
                  </a:tcPr>
                </a:tc>
                <a:tc>
                  <a:txBody>
                    <a:bodyPr/>
                    <a:lstStyle/>
                    <a:p>
                      <a:pPr algn="ctr"/>
                      <a:r>
                        <a:rPr lang="en-US" altLang="zh-CN" sz="1400" baseline="0" dirty="0">
                          <a:solidFill>
                            <a:schemeClr val="tx1"/>
                          </a:solidFill>
                          <a:latin typeface="微软雅黑 Light" panose="020B0502040204020203" pitchFamily="34" charset="-122"/>
                          <a:ea typeface="微软雅黑 Light" panose="020B0502040204020203" pitchFamily="34" charset="-122"/>
                        </a:rPr>
                        <a:t>1</a:t>
                      </a: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lnT w="12700" cap="flat" cmpd="sng" algn="ctr">
                      <a:solidFill>
                        <a:schemeClr val="tx1"/>
                      </a:solidFill>
                      <a:prstDash val="solid"/>
                      <a:round/>
                      <a:headEnd type="none" w="med" len="med"/>
                      <a:tailEnd type="none" w="med" len="med"/>
                    </a:lnT>
                    <a:solidFill>
                      <a:schemeClr val="bg1">
                        <a:lumMod val="95000"/>
                      </a:schemeClr>
                    </a:solidFill>
                  </a:tcPr>
                </a:tc>
                <a:tc>
                  <a:txBody>
                    <a:bodyPr/>
                    <a:lstStyle/>
                    <a:p>
                      <a:pPr algn="ctr"/>
                      <a:r>
                        <a:rPr lang="en-US" altLang="zh-CN" sz="1400" baseline="0" dirty="0">
                          <a:solidFill>
                            <a:schemeClr val="tx1"/>
                          </a:solidFill>
                          <a:latin typeface="微软雅黑 Light" panose="020B0502040204020203" pitchFamily="34" charset="-122"/>
                          <a:ea typeface="微软雅黑 Light" panose="020B0502040204020203" pitchFamily="34" charset="-122"/>
                        </a:rPr>
                        <a:t>0</a:t>
                      </a: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lnT w="12700" cap="flat" cmpd="sng" algn="ctr">
                      <a:solidFill>
                        <a:schemeClr val="tx1"/>
                      </a:solidFill>
                      <a:prstDash val="solid"/>
                      <a:round/>
                      <a:headEnd type="none" w="med" len="med"/>
                      <a:tailEnd type="none" w="med" len="med"/>
                    </a:lnT>
                    <a:solidFill>
                      <a:schemeClr val="bg1">
                        <a:lumMod val="95000"/>
                      </a:schemeClr>
                    </a:solidFill>
                  </a:tcPr>
                </a:tc>
                <a:tc>
                  <a:txBody>
                    <a:bodyPr/>
                    <a:lstStyle/>
                    <a:p>
                      <a:pPr algn="ctr"/>
                      <a:r>
                        <a:rPr lang="en-US" altLang="zh-CN" sz="1400" baseline="0" dirty="0">
                          <a:solidFill>
                            <a:schemeClr val="tx1"/>
                          </a:solidFill>
                          <a:latin typeface="微软雅黑 Light" panose="020B0502040204020203" pitchFamily="34" charset="-122"/>
                          <a:ea typeface="微软雅黑 Light" panose="020B0502040204020203" pitchFamily="34" charset="-122"/>
                        </a:rPr>
                        <a:t>0</a:t>
                      </a: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lnT w="12700" cap="flat" cmpd="sng" algn="ctr">
                      <a:solidFill>
                        <a:schemeClr val="tx1"/>
                      </a:solidFill>
                      <a:prstDash val="solid"/>
                      <a:round/>
                      <a:headEnd type="none" w="med" len="med"/>
                      <a:tailEnd type="none" w="med" len="med"/>
                    </a:lnT>
                    <a:solidFill>
                      <a:schemeClr val="bg1">
                        <a:lumMod val="95000"/>
                      </a:schemeClr>
                    </a:solidFill>
                  </a:tcPr>
                </a:tc>
                <a:tc>
                  <a:txBody>
                    <a:bodyPr/>
                    <a:lstStyle/>
                    <a:p>
                      <a:pPr algn="ctr"/>
                      <a:r>
                        <a:rPr lang="en-US" altLang="zh-CN" sz="1400" baseline="0" dirty="0">
                          <a:solidFill>
                            <a:schemeClr val="tx1"/>
                          </a:solidFill>
                          <a:latin typeface="微软雅黑 Light" panose="020B0502040204020203" pitchFamily="34" charset="-122"/>
                          <a:ea typeface="微软雅黑 Light" panose="020B0502040204020203" pitchFamily="34" charset="-122"/>
                        </a:rPr>
                        <a:t>0</a:t>
                      </a: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lnT w="12700" cap="flat" cmpd="sng" algn="ctr">
                      <a:solidFill>
                        <a:schemeClr val="tx1"/>
                      </a:solidFill>
                      <a:prstDash val="solid"/>
                      <a:round/>
                      <a:headEnd type="none" w="med" len="med"/>
                      <a:tailEnd type="none" w="med" len="med"/>
                    </a:lnT>
                    <a:solidFill>
                      <a:schemeClr val="bg1">
                        <a:lumMod val="95000"/>
                      </a:schemeClr>
                    </a:solidFill>
                  </a:tcPr>
                </a:tc>
                <a:tc>
                  <a:txBody>
                    <a:bodyPr/>
                    <a:lstStyle/>
                    <a:p>
                      <a:pPr algn="ctr"/>
                      <a:r>
                        <a:rPr lang="en-US" altLang="zh-CN" sz="1400" baseline="0" dirty="0">
                          <a:solidFill>
                            <a:schemeClr val="tx1"/>
                          </a:solidFill>
                          <a:latin typeface="微软雅黑 Light" panose="020B0502040204020203" pitchFamily="34" charset="-122"/>
                          <a:ea typeface="微软雅黑 Light" panose="020B0502040204020203" pitchFamily="34" charset="-122"/>
                        </a:rPr>
                        <a:t>0</a:t>
                      </a: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lnT w="12700" cap="flat" cmpd="sng" algn="ctr">
                      <a:solidFill>
                        <a:schemeClr val="tx1"/>
                      </a:solidFill>
                      <a:prstDash val="solid"/>
                      <a:round/>
                      <a:headEnd type="none" w="med" len="med"/>
                      <a:tailEnd type="none" w="med" len="med"/>
                    </a:lnT>
                    <a:solidFill>
                      <a:schemeClr val="bg1">
                        <a:lumMod val="95000"/>
                      </a:schemeClr>
                    </a:solidFill>
                  </a:tcPr>
                </a:tc>
                <a:extLst>
                  <a:ext uri="{0D108BD9-81ED-4DB2-BD59-A6C34878D82A}">
                    <a16:rowId xmlns:a16="http://schemas.microsoft.com/office/drawing/2014/main" val="3806081994"/>
                  </a:ext>
                </a:extLst>
              </a:tr>
              <a:tr h="360000">
                <a:tc>
                  <a:txBody>
                    <a:bodyPr/>
                    <a:lstStyle/>
                    <a:p>
                      <a:pPr algn="ctr"/>
                      <a:r>
                        <a:rPr lang="en-US" altLang="zh-CN" sz="1400" baseline="0" dirty="0">
                          <a:solidFill>
                            <a:schemeClr val="tx1"/>
                          </a:solidFill>
                          <a:latin typeface="微软雅黑 Light" panose="020B0502040204020203" pitchFamily="34" charset="-122"/>
                          <a:ea typeface="微软雅黑 Light" panose="020B0502040204020203" pitchFamily="34" charset="-122"/>
                        </a:rPr>
                        <a:t>1</a:t>
                      </a: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solidFill>
                      <a:schemeClr val="bg1">
                        <a:lumMod val="95000"/>
                      </a:schemeClr>
                    </a:solidFill>
                  </a:tcPr>
                </a:tc>
                <a:tc>
                  <a:txBody>
                    <a:bodyPr/>
                    <a:lstStyle/>
                    <a:p>
                      <a:pPr algn="ctr"/>
                      <a:r>
                        <a:rPr lang="en-US" altLang="zh-CN" sz="1400" baseline="0" dirty="0">
                          <a:solidFill>
                            <a:schemeClr val="tx1"/>
                          </a:solidFill>
                          <a:latin typeface="微软雅黑 Light" panose="020B0502040204020203" pitchFamily="34" charset="-122"/>
                          <a:ea typeface="微软雅黑 Light" panose="020B0502040204020203" pitchFamily="34" charset="-122"/>
                        </a:rPr>
                        <a:t>0</a:t>
                      </a: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solidFill>
                      <a:schemeClr val="bg1">
                        <a:lumMod val="95000"/>
                      </a:schemeClr>
                    </a:solidFill>
                  </a:tcPr>
                </a:tc>
                <a:tc>
                  <a:txBody>
                    <a:bodyPr/>
                    <a:lstStyle/>
                    <a:p>
                      <a:pPr algn="ctr"/>
                      <a:r>
                        <a:rPr lang="en-US" altLang="zh-CN" sz="1400" baseline="0" dirty="0">
                          <a:solidFill>
                            <a:schemeClr val="tx1"/>
                          </a:solidFill>
                          <a:latin typeface="微软雅黑 Light" panose="020B0502040204020203" pitchFamily="34" charset="-122"/>
                          <a:ea typeface="微软雅黑 Light" panose="020B0502040204020203" pitchFamily="34" charset="-122"/>
                        </a:rPr>
                        <a:t>0</a:t>
                      </a: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solidFill>
                      <a:schemeClr val="bg1">
                        <a:lumMod val="95000"/>
                      </a:schemeClr>
                    </a:solidFill>
                  </a:tcPr>
                </a:tc>
                <a:tc>
                  <a:txBody>
                    <a:bodyPr/>
                    <a:lstStyle/>
                    <a:p>
                      <a:pPr algn="ctr"/>
                      <a:r>
                        <a:rPr lang="en-US" altLang="zh-CN" sz="1400" baseline="0" dirty="0">
                          <a:solidFill>
                            <a:schemeClr val="tx1"/>
                          </a:solidFill>
                          <a:latin typeface="微软雅黑 Light" panose="020B0502040204020203" pitchFamily="34" charset="-122"/>
                          <a:ea typeface="微软雅黑 Light" panose="020B0502040204020203" pitchFamily="34" charset="-122"/>
                        </a:rPr>
                        <a:t>1</a:t>
                      </a: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solidFill>
                      <a:schemeClr val="bg1">
                        <a:lumMod val="95000"/>
                      </a:schemeClr>
                    </a:solidFill>
                  </a:tcPr>
                </a:tc>
                <a:tc>
                  <a:txBody>
                    <a:bodyPr/>
                    <a:lstStyle/>
                    <a:p>
                      <a:pPr algn="ctr"/>
                      <a:r>
                        <a:rPr lang="en-US" altLang="zh-CN" sz="1400" baseline="0" dirty="0">
                          <a:solidFill>
                            <a:schemeClr val="tx1"/>
                          </a:solidFill>
                          <a:latin typeface="微软雅黑 Light" panose="020B0502040204020203" pitchFamily="34" charset="-122"/>
                          <a:ea typeface="微软雅黑 Light" panose="020B0502040204020203" pitchFamily="34" charset="-122"/>
                        </a:rPr>
                        <a:t>1</a:t>
                      </a: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solidFill>
                      <a:schemeClr val="bg1">
                        <a:lumMod val="95000"/>
                      </a:schemeClr>
                    </a:solidFill>
                  </a:tcPr>
                </a:tc>
                <a:tc>
                  <a:txBody>
                    <a:bodyPr/>
                    <a:lstStyle/>
                    <a:p>
                      <a:pPr algn="ct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solidFill>
                      <a:schemeClr val="bg1">
                        <a:lumMod val="95000"/>
                      </a:schemeClr>
                    </a:solidFill>
                  </a:tcPr>
                </a:tc>
                <a:tc>
                  <a:txBody>
                    <a:bodyPr/>
                    <a:lstStyle/>
                    <a:p>
                      <a:pPr algn="ct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solidFill>
                      <a:schemeClr val="bg1">
                        <a:lumMod val="95000"/>
                      </a:schemeClr>
                    </a:solidFill>
                  </a:tcPr>
                </a:tc>
                <a:tc>
                  <a:txBody>
                    <a:bodyPr/>
                    <a:lstStyle/>
                    <a:p>
                      <a:pPr algn="ct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solidFill>
                      <a:schemeClr val="bg1">
                        <a:lumMod val="95000"/>
                      </a:schemeClr>
                    </a:solidFill>
                  </a:tcPr>
                </a:tc>
                <a:tc>
                  <a:txBody>
                    <a:bodyPr/>
                    <a:lstStyle/>
                    <a:p>
                      <a:pPr algn="ct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solidFill>
                      <a:schemeClr val="bg1">
                        <a:lumMod val="95000"/>
                      </a:schemeClr>
                    </a:solidFill>
                  </a:tcPr>
                </a:tc>
                <a:tc>
                  <a:txBody>
                    <a:bodyPr/>
                    <a:lstStyle/>
                    <a:p>
                      <a:pPr algn="ct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solidFill>
                      <a:schemeClr val="bg1">
                        <a:lumMod val="95000"/>
                      </a:schemeClr>
                    </a:solidFill>
                  </a:tcPr>
                </a:tc>
                <a:tc>
                  <a:txBody>
                    <a:bodyPr/>
                    <a:lstStyle/>
                    <a:p>
                      <a:pPr algn="ct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solidFill>
                      <a:schemeClr val="bg1">
                        <a:lumMod val="95000"/>
                      </a:schemeClr>
                    </a:solidFill>
                  </a:tcPr>
                </a:tc>
                <a:tc>
                  <a:txBody>
                    <a:bodyPr/>
                    <a:lstStyle/>
                    <a:p>
                      <a:pPr algn="ct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solidFill>
                      <a:schemeClr val="bg1">
                        <a:lumMod val="95000"/>
                      </a:schemeClr>
                    </a:solidFill>
                  </a:tcPr>
                </a:tc>
                <a:tc>
                  <a:txBody>
                    <a:bodyPr/>
                    <a:lstStyle/>
                    <a:p>
                      <a:pPr algn="ct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solidFill>
                      <a:schemeClr val="bg1">
                        <a:lumMod val="95000"/>
                      </a:schemeClr>
                    </a:solidFill>
                  </a:tcPr>
                </a:tc>
                <a:tc>
                  <a:txBody>
                    <a:bodyPr/>
                    <a:lstStyle/>
                    <a:p>
                      <a:pPr algn="ct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solidFill>
                      <a:schemeClr val="bg1">
                        <a:lumMod val="95000"/>
                      </a:schemeClr>
                    </a:solidFill>
                  </a:tcPr>
                </a:tc>
                <a:extLst>
                  <a:ext uri="{0D108BD9-81ED-4DB2-BD59-A6C34878D82A}">
                    <a16:rowId xmlns:a16="http://schemas.microsoft.com/office/drawing/2014/main" val="1639829903"/>
                  </a:ext>
                </a:extLst>
              </a:tr>
            </a:tbl>
          </a:graphicData>
        </a:graphic>
      </p:graphicFrame>
      <p:graphicFrame>
        <p:nvGraphicFramePr>
          <p:cNvPr id="21" name="表格 14">
            <a:extLst>
              <a:ext uri="{FF2B5EF4-FFF2-40B4-BE49-F238E27FC236}">
                <a16:creationId xmlns:a16="http://schemas.microsoft.com/office/drawing/2014/main" id="{674F7FED-4793-44D9-B066-F9FDF903E2FB}"/>
              </a:ext>
            </a:extLst>
          </p:cNvPr>
          <p:cNvGraphicFramePr>
            <a:graphicFrameLocks noGrp="1"/>
          </p:cNvGraphicFramePr>
          <p:nvPr>
            <p:extLst>
              <p:ext uri="{D42A27DB-BD31-4B8C-83A1-F6EECF244321}">
                <p14:modId xmlns:p14="http://schemas.microsoft.com/office/powerpoint/2010/main" val="204115240"/>
              </p:ext>
            </p:extLst>
          </p:nvPr>
        </p:nvGraphicFramePr>
        <p:xfrm>
          <a:off x="482257" y="2807934"/>
          <a:ext cx="1800000" cy="360000"/>
        </p:xfrm>
        <a:graphic>
          <a:graphicData uri="http://schemas.openxmlformats.org/drawingml/2006/table">
            <a:tbl>
              <a:tblPr bandRow="1">
                <a:tableStyleId>{21E4AEA4-8DFA-4A89-87EB-49C32662AFE0}</a:tableStyleId>
              </a:tblPr>
              <a:tblGrid>
                <a:gridCol w="360000">
                  <a:extLst>
                    <a:ext uri="{9D8B030D-6E8A-4147-A177-3AD203B41FA5}">
                      <a16:colId xmlns:a16="http://schemas.microsoft.com/office/drawing/2014/main" val="4065151317"/>
                    </a:ext>
                  </a:extLst>
                </a:gridCol>
                <a:gridCol w="360000">
                  <a:extLst>
                    <a:ext uri="{9D8B030D-6E8A-4147-A177-3AD203B41FA5}">
                      <a16:colId xmlns:a16="http://schemas.microsoft.com/office/drawing/2014/main" val="3600053209"/>
                    </a:ext>
                  </a:extLst>
                </a:gridCol>
                <a:gridCol w="360000">
                  <a:extLst>
                    <a:ext uri="{9D8B030D-6E8A-4147-A177-3AD203B41FA5}">
                      <a16:colId xmlns:a16="http://schemas.microsoft.com/office/drawing/2014/main" val="3852920482"/>
                    </a:ext>
                  </a:extLst>
                </a:gridCol>
                <a:gridCol w="360000">
                  <a:extLst>
                    <a:ext uri="{9D8B030D-6E8A-4147-A177-3AD203B41FA5}">
                      <a16:colId xmlns:a16="http://schemas.microsoft.com/office/drawing/2014/main" val="2129056941"/>
                    </a:ext>
                  </a:extLst>
                </a:gridCol>
                <a:gridCol w="360000">
                  <a:extLst>
                    <a:ext uri="{9D8B030D-6E8A-4147-A177-3AD203B41FA5}">
                      <a16:colId xmlns:a16="http://schemas.microsoft.com/office/drawing/2014/main" val="240038716"/>
                    </a:ext>
                  </a:extLst>
                </a:gridCol>
              </a:tblGrid>
              <a:tr h="360000">
                <a:tc>
                  <a:txBody>
                    <a:bodyPr/>
                    <a:lstStyle/>
                    <a:p>
                      <a:pPr algn="ctr"/>
                      <a:r>
                        <a:rPr lang="en-US" altLang="zh-CN" sz="1400" baseline="0" dirty="0">
                          <a:solidFill>
                            <a:schemeClr val="tx1"/>
                          </a:solidFill>
                        </a:rPr>
                        <a:t>1</a:t>
                      </a: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tc>
                <a:tc>
                  <a:txBody>
                    <a:bodyPr/>
                    <a:lstStyle/>
                    <a:p>
                      <a:pPr algn="ctr"/>
                      <a:r>
                        <a:rPr lang="en-US" altLang="zh-CN" sz="1400" baseline="0" dirty="0">
                          <a:solidFill>
                            <a:schemeClr val="tx1"/>
                          </a:solidFill>
                        </a:rPr>
                        <a:t>0</a:t>
                      </a: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tc>
                <a:tc>
                  <a:txBody>
                    <a:bodyPr/>
                    <a:lstStyle/>
                    <a:p>
                      <a:pPr algn="ctr"/>
                      <a:r>
                        <a:rPr lang="en-US" altLang="zh-CN" sz="1400" baseline="0" dirty="0">
                          <a:solidFill>
                            <a:schemeClr val="tx1"/>
                          </a:solidFill>
                        </a:rPr>
                        <a:t>0</a:t>
                      </a: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tc>
                <a:tc>
                  <a:txBody>
                    <a:bodyPr/>
                    <a:lstStyle/>
                    <a:p>
                      <a:pPr algn="ctr"/>
                      <a:r>
                        <a:rPr lang="en-US" altLang="zh-CN" sz="1400" baseline="0" dirty="0">
                          <a:solidFill>
                            <a:schemeClr val="tx1"/>
                          </a:solidFill>
                        </a:rPr>
                        <a:t>1</a:t>
                      </a: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tc>
                <a:tc>
                  <a:txBody>
                    <a:bodyPr/>
                    <a:lstStyle/>
                    <a:p>
                      <a:pPr algn="ctr"/>
                      <a:r>
                        <a:rPr lang="en-US" altLang="zh-CN" sz="1400" baseline="0" dirty="0">
                          <a:solidFill>
                            <a:schemeClr val="tx1"/>
                          </a:solidFill>
                        </a:rPr>
                        <a:t>1</a:t>
                      </a: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tc>
                <a:extLst>
                  <a:ext uri="{0D108BD9-81ED-4DB2-BD59-A6C34878D82A}">
                    <a16:rowId xmlns:a16="http://schemas.microsoft.com/office/drawing/2014/main" val="3806081994"/>
                  </a:ext>
                </a:extLst>
              </a:tr>
            </a:tbl>
          </a:graphicData>
        </a:graphic>
      </p:graphicFrame>
      <p:graphicFrame>
        <p:nvGraphicFramePr>
          <p:cNvPr id="23" name="表格 14">
            <a:extLst>
              <a:ext uri="{FF2B5EF4-FFF2-40B4-BE49-F238E27FC236}">
                <a16:creationId xmlns:a16="http://schemas.microsoft.com/office/drawing/2014/main" id="{F49CAE93-DB53-4332-9744-2BDE3B7372F2}"/>
              </a:ext>
            </a:extLst>
          </p:cNvPr>
          <p:cNvGraphicFramePr>
            <a:graphicFrameLocks noGrp="1"/>
          </p:cNvGraphicFramePr>
          <p:nvPr>
            <p:extLst>
              <p:ext uri="{D42A27DB-BD31-4B8C-83A1-F6EECF244321}">
                <p14:modId xmlns:p14="http://schemas.microsoft.com/office/powerpoint/2010/main" val="3915156624"/>
              </p:ext>
            </p:extLst>
          </p:nvPr>
        </p:nvGraphicFramePr>
        <p:xfrm>
          <a:off x="2409668" y="2384866"/>
          <a:ext cx="5040000" cy="360000"/>
        </p:xfrm>
        <a:graphic>
          <a:graphicData uri="http://schemas.openxmlformats.org/drawingml/2006/table">
            <a:tbl>
              <a:tblPr bandRow="1">
                <a:tableStyleId>{5C22544A-7EE6-4342-B048-85BDC9FD1C3A}</a:tableStyleId>
              </a:tblPr>
              <a:tblGrid>
                <a:gridCol w="360000">
                  <a:extLst>
                    <a:ext uri="{9D8B030D-6E8A-4147-A177-3AD203B41FA5}">
                      <a16:colId xmlns:a16="http://schemas.microsoft.com/office/drawing/2014/main" val="4065151317"/>
                    </a:ext>
                  </a:extLst>
                </a:gridCol>
                <a:gridCol w="360000">
                  <a:extLst>
                    <a:ext uri="{9D8B030D-6E8A-4147-A177-3AD203B41FA5}">
                      <a16:colId xmlns:a16="http://schemas.microsoft.com/office/drawing/2014/main" val="3600053209"/>
                    </a:ext>
                  </a:extLst>
                </a:gridCol>
                <a:gridCol w="360000">
                  <a:extLst>
                    <a:ext uri="{9D8B030D-6E8A-4147-A177-3AD203B41FA5}">
                      <a16:colId xmlns:a16="http://schemas.microsoft.com/office/drawing/2014/main" val="3852920482"/>
                    </a:ext>
                  </a:extLst>
                </a:gridCol>
                <a:gridCol w="360000">
                  <a:extLst>
                    <a:ext uri="{9D8B030D-6E8A-4147-A177-3AD203B41FA5}">
                      <a16:colId xmlns:a16="http://schemas.microsoft.com/office/drawing/2014/main" val="2129056941"/>
                    </a:ext>
                  </a:extLst>
                </a:gridCol>
                <a:gridCol w="360000">
                  <a:extLst>
                    <a:ext uri="{9D8B030D-6E8A-4147-A177-3AD203B41FA5}">
                      <a16:colId xmlns:a16="http://schemas.microsoft.com/office/drawing/2014/main" val="240038716"/>
                    </a:ext>
                  </a:extLst>
                </a:gridCol>
                <a:gridCol w="360000">
                  <a:extLst>
                    <a:ext uri="{9D8B030D-6E8A-4147-A177-3AD203B41FA5}">
                      <a16:colId xmlns:a16="http://schemas.microsoft.com/office/drawing/2014/main" val="3476463810"/>
                    </a:ext>
                  </a:extLst>
                </a:gridCol>
                <a:gridCol w="360000">
                  <a:extLst>
                    <a:ext uri="{9D8B030D-6E8A-4147-A177-3AD203B41FA5}">
                      <a16:colId xmlns:a16="http://schemas.microsoft.com/office/drawing/2014/main" val="2519720227"/>
                    </a:ext>
                  </a:extLst>
                </a:gridCol>
                <a:gridCol w="360000">
                  <a:extLst>
                    <a:ext uri="{9D8B030D-6E8A-4147-A177-3AD203B41FA5}">
                      <a16:colId xmlns:a16="http://schemas.microsoft.com/office/drawing/2014/main" val="2341852822"/>
                    </a:ext>
                  </a:extLst>
                </a:gridCol>
                <a:gridCol w="360000">
                  <a:extLst>
                    <a:ext uri="{9D8B030D-6E8A-4147-A177-3AD203B41FA5}">
                      <a16:colId xmlns:a16="http://schemas.microsoft.com/office/drawing/2014/main" val="1658938957"/>
                    </a:ext>
                  </a:extLst>
                </a:gridCol>
                <a:gridCol w="360000">
                  <a:extLst>
                    <a:ext uri="{9D8B030D-6E8A-4147-A177-3AD203B41FA5}">
                      <a16:colId xmlns:a16="http://schemas.microsoft.com/office/drawing/2014/main" val="1073126497"/>
                    </a:ext>
                  </a:extLst>
                </a:gridCol>
                <a:gridCol w="360000">
                  <a:extLst>
                    <a:ext uri="{9D8B030D-6E8A-4147-A177-3AD203B41FA5}">
                      <a16:colId xmlns:a16="http://schemas.microsoft.com/office/drawing/2014/main" val="1725165464"/>
                    </a:ext>
                  </a:extLst>
                </a:gridCol>
                <a:gridCol w="360000">
                  <a:extLst>
                    <a:ext uri="{9D8B030D-6E8A-4147-A177-3AD203B41FA5}">
                      <a16:colId xmlns:a16="http://schemas.microsoft.com/office/drawing/2014/main" val="1961111655"/>
                    </a:ext>
                  </a:extLst>
                </a:gridCol>
                <a:gridCol w="360000">
                  <a:extLst>
                    <a:ext uri="{9D8B030D-6E8A-4147-A177-3AD203B41FA5}">
                      <a16:colId xmlns:a16="http://schemas.microsoft.com/office/drawing/2014/main" val="1113099249"/>
                    </a:ext>
                  </a:extLst>
                </a:gridCol>
                <a:gridCol w="360000">
                  <a:extLst>
                    <a:ext uri="{9D8B030D-6E8A-4147-A177-3AD203B41FA5}">
                      <a16:colId xmlns:a16="http://schemas.microsoft.com/office/drawing/2014/main" val="2354145952"/>
                    </a:ext>
                  </a:extLst>
                </a:gridCol>
              </a:tblGrid>
              <a:tr h="360000">
                <a:tc>
                  <a:txBody>
                    <a:bodyPr/>
                    <a:lstStyle/>
                    <a:p>
                      <a:pPr algn="ct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solidFill>
                      <a:schemeClr val="accent6">
                        <a:lumMod val="60000"/>
                        <a:lumOff val="40000"/>
                      </a:schemeClr>
                    </a:solidFill>
                  </a:tcPr>
                </a:tc>
                <a:tc>
                  <a:txBody>
                    <a:bodyPr/>
                    <a:lstStyle/>
                    <a:p>
                      <a:pPr algn="ct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solidFill>
                      <a:schemeClr val="accent6">
                        <a:lumMod val="60000"/>
                        <a:lumOff val="40000"/>
                      </a:schemeClr>
                    </a:solidFill>
                  </a:tcPr>
                </a:tc>
                <a:tc>
                  <a:txBody>
                    <a:bodyPr/>
                    <a:lstStyle/>
                    <a:p>
                      <a:pPr algn="ct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solidFill>
                      <a:schemeClr val="accent6">
                        <a:lumMod val="60000"/>
                        <a:lumOff val="40000"/>
                      </a:schemeClr>
                    </a:solidFill>
                  </a:tcPr>
                </a:tc>
                <a:tc>
                  <a:txBody>
                    <a:bodyPr/>
                    <a:lstStyle/>
                    <a:p>
                      <a:pPr algn="ct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solidFill>
                      <a:schemeClr val="accent6">
                        <a:lumMod val="60000"/>
                        <a:lumOff val="40000"/>
                      </a:schemeClr>
                    </a:solidFill>
                  </a:tcPr>
                </a:tc>
                <a:tc>
                  <a:txBody>
                    <a:bodyPr/>
                    <a:lstStyle/>
                    <a:p>
                      <a:pPr algn="ctr"/>
                      <a:r>
                        <a:rPr lang="en-US" altLang="zh-CN" sz="1400" baseline="0" dirty="0">
                          <a:solidFill>
                            <a:schemeClr val="tx1"/>
                          </a:solidFill>
                          <a:latin typeface="微软雅黑 Light" panose="020B0502040204020203" pitchFamily="34" charset="-122"/>
                          <a:ea typeface="微软雅黑 Light" panose="020B0502040204020203" pitchFamily="34" charset="-122"/>
                        </a:rPr>
                        <a:t>1</a:t>
                      </a: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solidFill>
                      <a:schemeClr val="accent6">
                        <a:lumMod val="60000"/>
                        <a:lumOff val="40000"/>
                      </a:schemeClr>
                    </a:solidFill>
                  </a:tcPr>
                </a:tc>
                <a:tc>
                  <a:txBody>
                    <a:bodyPr/>
                    <a:lstStyle/>
                    <a:p>
                      <a:pPr algn="ctr"/>
                      <a:r>
                        <a:rPr lang="en-US" altLang="zh-CN" sz="1400" baseline="0" dirty="0">
                          <a:solidFill>
                            <a:schemeClr val="tx1"/>
                          </a:solidFill>
                          <a:latin typeface="微软雅黑 Light" panose="020B0502040204020203" pitchFamily="34" charset="-122"/>
                          <a:ea typeface="微软雅黑 Light" panose="020B0502040204020203" pitchFamily="34" charset="-122"/>
                        </a:rPr>
                        <a:t>1</a:t>
                      </a: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solidFill>
                      <a:schemeClr val="accent6">
                        <a:lumMod val="60000"/>
                        <a:lumOff val="40000"/>
                      </a:schemeClr>
                    </a:solidFill>
                  </a:tcPr>
                </a:tc>
                <a:tc>
                  <a:txBody>
                    <a:bodyPr/>
                    <a:lstStyle/>
                    <a:p>
                      <a:pPr algn="ctr"/>
                      <a:r>
                        <a:rPr lang="en-US" altLang="zh-CN" sz="1400" baseline="0" dirty="0">
                          <a:solidFill>
                            <a:schemeClr val="tx1"/>
                          </a:solidFill>
                          <a:latin typeface="微软雅黑 Light" panose="020B0502040204020203" pitchFamily="34" charset="-122"/>
                          <a:ea typeface="微软雅黑 Light" panose="020B0502040204020203" pitchFamily="34" charset="-122"/>
                        </a:rPr>
                        <a:t>0</a:t>
                      </a: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solidFill>
                      <a:schemeClr val="accent6">
                        <a:lumMod val="60000"/>
                        <a:lumOff val="40000"/>
                      </a:schemeClr>
                    </a:solidFill>
                  </a:tcPr>
                </a:tc>
                <a:tc>
                  <a:txBody>
                    <a:bodyPr/>
                    <a:lstStyle/>
                    <a:p>
                      <a:pPr algn="ctr"/>
                      <a:r>
                        <a:rPr lang="en-US" altLang="zh-CN" sz="1400" baseline="0" dirty="0">
                          <a:solidFill>
                            <a:schemeClr val="tx1"/>
                          </a:solidFill>
                          <a:latin typeface="微软雅黑 Light" panose="020B0502040204020203" pitchFamily="34" charset="-122"/>
                          <a:ea typeface="微软雅黑 Light" panose="020B0502040204020203" pitchFamily="34" charset="-122"/>
                        </a:rPr>
                        <a:t>0</a:t>
                      </a: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solidFill>
                      <a:schemeClr val="accent6">
                        <a:lumMod val="60000"/>
                        <a:lumOff val="40000"/>
                      </a:schemeClr>
                    </a:solidFill>
                  </a:tcPr>
                </a:tc>
                <a:tc>
                  <a:txBody>
                    <a:bodyPr/>
                    <a:lstStyle/>
                    <a:p>
                      <a:pPr algn="ctr"/>
                      <a:r>
                        <a:rPr lang="en-US" altLang="zh-CN" sz="1400" baseline="0" dirty="0">
                          <a:solidFill>
                            <a:schemeClr val="tx1"/>
                          </a:solidFill>
                          <a:latin typeface="微软雅黑 Light" panose="020B0502040204020203" pitchFamily="34" charset="-122"/>
                          <a:ea typeface="微软雅黑 Light" panose="020B0502040204020203" pitchFamily="34" charset="-122"/>
                        </a:rPr>
                        <a:t>0</a:t>
                      </a: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solidFill>
                      <a:schemeClr val="accent6">
                        <a:lumMod val="60000"/>
                        <a:lumOff val="40000"/>
                      </a:schemeClr>
                    </a:solidFill>
                  </a:tcPr>
                </a:tc>
                <a:tc>
                  <a:txBody>
                    <a:bodyPr/>
                    <a:lstStyle/>
                    <a:p>
                      <a:pPr algn="ctr"/>
                      <a:r>
                        <a:rPr lang="en-US" altLang="zh-CN" sz="1400" baseline="0" dirty="0">
                          <a:solidFill>
                            <a:schemeClr val="tx1"/>
                          </a:solidFill>
                          <a:latin typeface="微软雅黑 Light" panose="020B0502040204020203" pitchFamily="34" charset="-122"/>
                          <a:ea typeface="微软雅黑 Light" panose="020B0502040204020203" pitchFamily="34" charset="-122"/>
                        </a:rPr>
                        <a:t>0</a:t>
                      </a: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solidFill>
                      <a:schemeClr val="accent6">
                        <a:lumMod val="60000"/>
                        <a:lumOff val="40000"/>
                      </a:schemeClr>
                    </a:solidFill>
                  </a:tcPr>
                </a:tc>
                <a:tc>
                  <a:txBody>
                    <a:bodyPr/>
                    <a:lstStyle/>
                    <a:p>
                      <a:pPr algn="ctr"/>
                      <a:r>
                        <a:rPr lang="en-US" altLang="zh-CN" sz="1400" baseline="0" dirty="0">
                          <a:solidFill>
                            <a:schemeClr val="tx1"/>
                          </a:solidFill>
                          <a:latin typeface="微软雅黑 Light" panose="020B0502040204020203" pitchFamily="34" charset="-122"/>
                          <a:ea typeface="微软雅黑 Light" panose="020B0502040204020203" pitchFamily="34" charset="-122"/>
                        </a:rPr>
                        <a:t>1</a:t>
                      </a: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solidFill>
                      <a:schemeClr val="accent6">
                        <a:lumMod val="60000"/>
                        <a:lumOff val="40000"/>
                      </a:schemeClr>
                    </a:solidFill>
                  </a:tcPr>
                </a:tc>
                <a:tc>
                  <a:txBody>
                    <a:bodyPr/>
                    <a:lstStyle/>
                    <a:p>
                      <a:pPr algn="ctr"/>
                      <a:r>
                        <a:rPr lang="en-US" altLang="zh-CN" sz="1400" baseline="0" dirty="0">
                          <a:solidFill>
                            <a:schemeClr val="tx1"/>
                          </a:solidFill>
                          <a:latin typeface="微软雅黑 Light" panose="020B0502040204020203" pitchFamily="34" charset="-122"/>
                          <a:ea typeface="微软雅黑 Light" panose="020B0502040204020203" pitchFamily="34" charset="-122"/>
                        </a:rPr>
                        <a:t>0</a:t>
                      </a: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solidFill>
                      <a:schemeClr val="accent6">
                        <a:lumMod val="60000"/>
                        <a:lumOff val="40000"/>
                      </a:schemeClr>
                    </a:solidFill>
                  </a:tcPr>
                </a:tc>
                <a:tc>
                  <a:txBody>
                    <a:bodyPr/>
                    <a:lstStyle/>
                    <a:p>
                      <a:pPr algn="ctr"/>
                      <a:r>
                        <a:rPr lang="en-US" altLang="zh-CN" sz="1400" baseline="0" dirty="0">
                          <a:solidFill>
                            <a:schemeClr val="tx1"/>
                          </a:solidFill>
                          <a:latin typeface="微软雅黑 Light" panose="020B0502040204020203" pitchFamily="34" charset="-122"/>
                          <a:ea typeface="微软雅黑 Light" panose="020B0502040204020203" pitchFamily="34" charset="-122"/>
                        </a:rPr>
                        <a:t>1</a:t>
                      </a: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solidFill>
                      <a:schemeClr val="accent6">
                        <a:lumMod val="60000"/>
                        <a:lumOff val="40000"/>
                      </a:schemeClr>
                    </a:solidFill>
                  </a:tcPr>
                </a:tc>
                <a:tc>
                  <a:txBody>
                    <a:bodyPr/>
                    <a:lstStyle/>
                    <a:p>
                      <a:pPr algn="ctr"/>
                      <a:r>
                        <a:rPr lang="en-US" altLang="zh-CN" sz="1400" baseline="0" dirty="0">
                          <a:solidFill>
                            <a:schemeClr val="tx1"/>
                          </a:solidFill>
                          <a:latin typeface="微软雅黑 Light" panose="020B0502040204020203" pitchFamily="34" charset="-122"/>
                          <a:ea typeface="微软雅黑 Light" panose="020B0502040204020203" pitchFamily="34" charset="-122"/>
                        </a:rPr>
                        <a:t>0</a:t>
                      </a: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solidFill>
                      <a:schemeClr val="accent6">
                        <a:lumMod val="60000"/>
                        <a:lumOff val="40000"/>
                      </a:schemeClr>
                    </a:solidFill>
                  </a:tcPr>
                </a:tc>
                <a:extLst>
                  <a:ext uri="{0D108BD9-81ED-4DB2-BD59-A6C34878D82A}">
                    <a16:rowId xmlns:a16="http://schemas.microsoft.com/office/drawing/2014/main" val="3806081994"/>
                  </a:ext>
                </a:extLst>
              </a:tr>
            </a:tbl>
          </a:graphicData>
        </a:graphic>
      </p:graphicFrame>
      <p:graphicFrame>
        <p:nvGraphicFramePr>
          <p:cNvPr id="25" name="表格 14">
            <a:extLst>
              <a:ext uri="{FF2B5EF4-FFF2-40B4-BE49-F238E27FC236}">
                <a16:creationId xmlns:a16="http://schemas.microsoft.com/office/drawing/2014/main" id="{2F238B7B-F707-46D2-BD13-48BA055C0FC4}"/>
              </a:ext>
            </a:extLst>
          </p:cNvPr>
          <p:cNvGraphicFramePr>
            <a:graphicFrameLocks noGrp="1"/>
          </p:cNvGraphicFramePr>
          <p:nvPr>
            <p:extLst>
              <p:ext uri="{D42A27DB-BD31-4B8C-83A1-F6EECF244321}">
                <p14:modId xmlns:p14="http://schemas.microsoft.com/office/powerpoint/2010/main" val="762870585"/>
              </p:ext>
            </p:extLst>
          </p:nvPr>
        </p:nvGraphicFramePr>
        <p:xfrm>
          <a:off x="2409668" y="3555920"/>
          <a:ext cx="5040000" cy="720000"/>
        </p:xfrm>
        <a:graphic>
          <a:graphicData uri="http://schemas.openxmlformats.org/drawingml/2006/table">
            <a:tbl>
              <a:tblPr bandRow="1">
                <a:tableStyleId>{5C22544A-7EE6-4342-B048-85BDC9FD1C3A}</a:tableStyleId>
              </a:tblPr>
              <a:tblGrid>
                <a:gridCol w="360000">
                  <a:extLst>
                    <a:ext uri="{9D8B030D-6E8A-4147-A177-3AD203B41FA5}">
                      <a16:colId xmlns:a16="http://schemas.microsoft.com/office/drawing/2014/main" val="4065151317"/>
                    </a:ext>
                  </a:extLst>
                </a:gridCol>
                <a:gridCol w="360000">
                  <a:extLst>
                    <a:ext uri="{9D8B030D-6E8A-4147-A177-3AD203B41FA5}">
                      <a16:colId xmlns:a16="http://schemas.microsoft.com/office/drawing/2014/main" val="3600053209"/>
                    </a:ext>
                  </a:extLst>
                </a:gridCol>
                <a:gridCol w="360000">
                  <a:extLst>
                    <a:ext uri="{9D8B030D-6E8A-4147-A177-3AD203B41FA5}">
                      <a16:colId xmlns:a16="http://schemas.microsoft.com/office/drawing/2014/main" val="3852920482"/>
                    </a:ext>
                  </a:extLst>
                </a:gridCol>
                <a:gridCol w="360000">
                  <a:extLst>
                    <a:ext uri="{9D8B030D-6E8A-4147-A177-3AD203B41FA5}">
                      <a16:colId xmlns:a16="http://schemas.microsoft.com/office/drawing/2014/main" val="2129056941"/>
                    </a:ext>
                  </a:extLst>
                </a:gridCol>
                <a:gridCol w="360000">
                  <a:extLst>
                    <a:ext uri="{9D8B030D-6E8A-4147-A177-3AD203B41FA5}">
                      <a16:colId xmlns:a16="http://schemas.microsoft.com/office/drawing/2014/main" val="240038716"/>
                    </a:ext>
                  </a:extLst>
                </a:gridCol>
                <a:gridCol w="360000">
                  <a:extLst>
                    <a:ext uri="{9D8B030D-6E8A-4147-A177-3AD203B41FA5}">
                      <a16:colId xmlns:a16="http://schemas.microsoft.com/office/drawing/2014/main" val="3476463810"/>
                    </a:ext>
                  </a:extLst>
                </a:gridCol>
                <a:gridCol w="360000">
                  <a:extLst>
                    <a:ext uri="{9D8B030D-6E8A-4147-A177-3AD203B41FA5}">
                      <a16:colId xmlns:a16="http://schemas.microsoft.com/office/drawing/2014/main" val="2519720227"/>
                    </a:ext>
                  </a:extLst>
                </a:gridCol>
                <a:gridCol w="360000">
                  <a:extLst>
                    <a:ext uri="{9D8B030D-6E8A-4147-A177-3AD203B41FA5}">
                      <a16:colId xmlns:a16="http://schemas.microsoft.com/office/drawing/2014/main" val="2341852822"/>
                    </a:ext>
                  </a:extLst>
                </a:gridCol>
                <a:gridCol w="360000">
                  <a:extLst>
                    <a:ext uri="{9D8B030D-6E8A-4147-A177-3AD203B41FA5}">
                      <a16:colId xmlns:a16="http://schemas.microsoft.com/office/drawing/2014/main" val="1658938957"/>
                    </a:ext>
                  </a:extLst>
                </a:gridCol>
                <a:gridCol w="360000">
                  <a:extLst>
                    <a:ext uri="{9D8B030D-6E8A-4147-A177-3AD203B41FA5}">
                      <a16:colId xmlns:a16="http://schemas.microsoft.com/office/drawing/2014/main" val="1073126497"/>
                    </a:ext>
                  </a:extLst>
                </a:gridCol>
                <a:gridCol w="360000">
                  <a:extLst>
                    <a:ext uri="{9D8B030D-6E8A-4147-A177-3AD203B41FA5}">
                      <a16:colId xmlns:a16="http://schemas.microsoft.com/office/drawing/2014/main" val="1725165464"/>
                    </a:ext>
                  </a:extLst>
                </a:gridCol>
                <a:gridCol w="360000">
                  <a:extLst>
                    <a:ext uri="{9D8B030D-6E8A-4147-A177-3AD203B41FA5}">
                      <a16:colId xmlns:a16="http://schemas.microsoft.com/office/drawing/2014/main" val="1961111655"/>
                    </a:ext>
                  </a:extLst>
                </a:gridCol>
                <a:gridCol w="360000">
                  <a:extLst>
                    <a:ext uri="{9D8B030D-6E8A-4147-A177-3AD203B41FA5}">
                      <a16:colId xmlns:a16="http://schemas.microsoft.com/office/drawing/2014/main" val="1113099249"/>
                    </a:ext>
                  </a:extLst>
                </a:gridCol>
                <a:gridCol w="360000">
                  <a:extLst>
                    <a:ext uri="{9D8B030D-6E8A-4147-A177-3AD203B41FA5}">
                      <a16:colId xmlns:a16="http://schemas.microsoft.com/office/drawing/2014/main" val="2354145952"/>
                    </a:ext>
                  </a:extLst>
                </a:gridCol>
              </a:tblGrid>
              <a:tr h="360000">
                <a:tc>
                  <a:txBody>
                    <a:bodyPr/>
                    <a:lstStyle/>
                    <a:p>
                      <a:pPr algn="ct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solidFill>
                      <a:schemeClr val="bg1">
                        <a:lumMod val="95000"/>
                      </a:schemeClr>
                    </a:solidFill>
                  </a:tcPr>
                </a:tc>
                <a:tc>
                  <a:txBody>
                    <a:bodyPr/>
                    <a:lstStyle/>
                    <a:p>
                      <a:pPr algn="ctr"/>
                      <a:r>
                        <a:rPr lang="en-US" altLang="zh-CN" sz="1400" baseline="0" dirty="0">
                          <a:solidFill>
                            <a:schemeClr val="tx1"/>
                          </a:solidFill>
                          <a:latin typeface="微软雅黑 Light" panose="020B0502040204020203" pitchFamily="34" charset="-122"/>
                          <a:ea typeface="微软雅黑 Light" panose="020B0502040204020203" pitchFamily="34" charset="-122"/>
                        </a:rPr>
                        <a:t>1</a:t>
                      </a: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solidFill>
                      <a:schemeClr val="bg1">
                        <a:lumMod val="95000"/>
                      </a:schemeClr>
                    </a:solidFill>
                  </a:tcPr>
                </a:tc>
                <a:tc>
                  <a:txBody>
                    <a:bodyPr/>
                    <a:lstStyle/>
                    <a:p>
                      <a:pPr algn="ctr"/>
                      <a:r>
                        <a:rPr lang="en-US" altLang="zh-CN" sz="1400" baseline="0" dirty="0">
                          <a:solidFill>
                            <a:schemeClr val="tx1"/>
                          </a:solidFill>
                          <a:latin typeface="微软雅黑 Light" panose="020B0502040204020203" pitchFamily="34" charset="-122"/>
                          <a:ea typeface="微软雅黑 Light" panose="020B0502040204020203" pitchFamily="34" charset="-122"/>
                        </a:rPr>
                        <a:t>0</a:t>
                      </a: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solidFill>
                      <a:schemeClr val="bg1">
                        <a:lumMod val="95000"/>
                      </a:schemeClr>
                    </a:solidFill>
                  </a:tcPr>
                </a:tc>
                <a:tc>
                  <a:txBody>
                    <a:bodyPr/>
                    <a:lstStyle/>
                    <a:p>
                      <a:pPr algn="ctr"/>
                      <a:r>
                        <a:rPr lang="en-US" altLang="zh-CN" sz="1400" baseline="0" dirty="0">
                          <a:solidFill>
                            <a:schemeClr val="tx1"/>
                          </a:solidFill>
                          <a:latin typeface="微软雅黑 Light" panose="020B0502040204020203" pitchFamily="34" charset="-122"/>
                          <a:ea typeface="微软雅黑 Light" panose="020B0502040204020203" pitchFamily="34" charset="-122"/>
                        </a:rPr>
                        <a:t>0</a:t>
                      </a: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solidFill>
                      <a:schemeClr val="bg1">
                        <a:lumMod val="95000"/>
                      </a:schemeClr>
                    </a:solidFill>
                  </a:tcPr>
                </a:tc>
                <a:tc>
                  <a:txBody>
                    <a:bodyPr/>
                    <a:lstStyle/>
                    <a:p>
                      <a:pPr algn="ctr"/>
                      <a:r>
                        <a:rPr lang="en-US" altLang="zh-CN" sz="1400" baseline="0" dirty="0">
                          <a:solidFill>
                            <a:schemeClr val="tx1"/>
                          </a:solidFill>
                          <a:latin typeface="微软雅黑 Light" panose="020B0502040204020203" pitchFamily="34" charset="-122"/>
                          <a:ea typeface="微软雅黑 Light" panose="020B0502040204020203" pitchFamily="34" charset="-122"/>
                        </a:rPr>
                        <a:t>1</a:t>
                      </a: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solidFill>
                      <a:schemeClr val="bg1">
                        <a:lumMod val="95000"/>
                      </a:schemeClr>
                    </a:solidFill>
                  </a:tcPr>
                </a:tc>
                <a:tc>
                  <a:txBody>
                    <a:bodyPr/>
                    <a:lstStyle/>
                    <a:p>
                      <a:pPr algn="ctr"/>
                      <a:r>
                        <a:rPr lang="en-US" altLang="zh-CN" sz="1400" baseline="0" dirty="0">
                          <a:solidFill>
                            <a:schemeClr val="tx1"/>
                          </a:solidFill>
                          <a:latin typeface="微软雅黑 Light" panose="020B0502040204020203" pitchFamily="34" charset="-122"/>
                          <a:ea typeface="微软雅黑 Light" panose="020B0502040204020203" pitchFamily="34" charset="-122"/>
                        </a:rPr>
                        <a:t>1</a:t>
                      </a: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solidFill>
                      <a:schemeClr val="accent5">
                        <a:lumMod val="20000"/>
                        <a:lumOff val="80000"/>
                      </a:schemeClr>
                    </a:solidFill>
                  </a:tcPr>
                </a:tc>
                <a:tc>
                  <a:txBody>
                    <a:bodyPr/>
                    <a:lstStyle/>
                    <a:p>
                      <a:pPr algn="ct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solidFill>
                      <a:schemeClr val="bg1">
                        <a:lumMod val="95000"/>
                      </a:schemeClr>
                    </a:solidFill>
                  </a:tcPr>
                </a:tc>
                <a:tc>
                  <a:txBody>
                    <a:bodyPr/>
                    <a:lstStyle/>
                    <a:p>
                      <a:pPr algn="ct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solidFill>
                      <a:schemeClr val="bg1">
                        <a:lumMod val="95000"/>
                      </a:schemeClr>
                    </a:solidFill>
                  </a:tcPr>
                </a:tc>
                <a:tc>
                  <a:txBody>
                    <a:bodyPr/>
                    <a:lstStyle/>
                    <a:p>
                      <a:pPr algn="ct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solidFill>
                      <a:schemeClr val="bg1">
                        <a:lumMod val="95000"/>
                      </a:schemeClr>
                    </a:solidFill>
                  </a:tcPr>
                </a:tc>
                <a:tc>
                  <a:txBody>
                    <a:bodyPr/>
                    <a:lstStyle/>
                    <a:p>
                      <a:pPr algn="ct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solidFill>
                      <a:schemeClr val="bg1">
                        <a:lumMod val="95000"/>
                      </a:schemeClr>
                    </a:solidFill>
                  </a:tcPr>
                </a:tc>
                <a:tc>
                  <a:txBody>
                    <a:bodyPr/>
                    <a:lstStyle/>
                    <a:p>
                      <a:pPr algn="ct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solidFill>
                      <a:schemeClr val="bg1">
                        <a:lumMod val="95000"/>
                      </a:schemeClr>
                    </a:solidFill>
                  </a:tcPr>
                </a:tc>
                <a:tc>
                  <a:txBody>
                    <a:bodyPr/>
                    <a:lstStyle/>
                    <a:p>
                      <a:pPr algn="ct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solidFill>
                      <a:schemeClr val="bg1">
                        <a:lumMod val="95000"/>
                      </a:schemeClr>
                    </a:solidFill>
                  </a:tcPr>
                </a:tc>
                <a:tc>
                  <a:txBody>
                    <a:bodyPr/>
                    <a:lstStyle/>
                    <a:p>
                      <a:pPr algn="ct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solidFill>
                      <a:schemeClr val="bg1">
                        <a:lumMod val="95000"/>
                      </a:schemeClr>
                    </a:solidFill>
                  </a:tcPr>
                </a:tc>
                <a:tc>
                  <a:txBody>
                    <a:bodyPr/>
                    <a:lstStyle/>
                    <a:p>
                      <a:pPr algn="ct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solidFill>
                      <a:schemeClr val="bg1">
                        <a:lumMod val="95000"/>
                      </a:schemeClr>
                    </a:solidFill>
                  </a:tcPr>
                </a:tc>
                <a:extLst>
                  <a:ext uri="{0D108BD9-81ED-4DB2-BD59-A6C34878D82A}">
                    <a16:rowId xmlns:a16="http://schemas.microsoft.com/office/drawing/2014/main" val="3806081994"/>
                  </a:ext>
                </a:extLst>
              </a:tr>
              <a:tr h="360000">
                <a:tc>
                  <a:txBody>
                    <a:bodyPr/>
                    <a:lstStyle/>
                    <a:p>
                      <a:pPr algn="ct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solidFill>
                      <a:schemeClr val="bg1">
                        <a:lumMod val="95000"/>
                      </a:schemeClr>
                    </a:solidFill>
                  </a:tcPr>
                </a:tc>
                <a:tc>
                  <a:txBody>
                    <a:bodyPr/>
                    <a:lstStyle/>
                    <a:p>
                      <a:pPr algn="ctr"/>
                      <a:r>
                        <a:rPr lang="en-US" altLang="zh-CN" sz="1400" baseline="0" dirty="0">
                          <a:solidFill>
                            <a:schemeClr val="tx1"/>
                          </a:solidFill>
                          <a:latin typeface="微软雅黑 Light" panose="020B0502040204020203" pitchFamily="34" charset="-122"/>
                          <a:ea typeface="微软雅黑 Light" panose="020B0502040204020203" pitchFamily="34" charset="-122"/>
                        </a:rPr>
                        <a:t>1</a:t>
                      </a: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solidFill>
                      <a:schemeClr val="bg1">
                        <a:lumMod val="95000"/>
                      </a:schemeClr>
                    </a:solidFill>
                  </a:tcPr>
                </a:tc>
                <a:tc>
                  <a:txBody>
                    <a:bodyPr/>
                    <a:lstStyle/>
                    <a:p>
                      <a:pPr algn="ctr"/>
                      <a:r>
                        <a:rPr lang="en-US" altLang="zh-CN" sz="1400" baseline="0" dirty="0">
                          <a:solidFill>
                            <a:schemeClr val="tx1"/>
                          </a:solidFill>
                          <a:latin typeface="微软雅黑 Light" panose="020B0502040204020203" pitchFamily="34" charset="-122"/>
                          <a:ea typeface="微软雅黑 Light" panose="020B0502040204020203" pitchFamily="34" charset="-122"/>
                        </a:rPr>
                        <a:t>0</a:t>
                      </a: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solidFill>
                      <a:schemeClr val="bg1">
                        <a:lumMod val="95000"/>
                      </a:schemeClr>
                    </a:solidFill>
                  </a:tcPr>
                </a:tc>
                <a:tc>
                  <a:txBody>
                    <a:bodyPr/>
                    <a:lstStyle/>
                    <a:p>
                      <a:pPr algn="ctr"/>
                      <a:r>
                        <a:rPr lang="en-US" altLang="zh-CN" sz="1400" baseline="0" dirty="0">
                          <a:solidFill>
                            <a:schemeClr val="tx1"/>
                          </a:solidFill>
                          <a:latin typeface="微软雅黑 Light" panose="020B0502040204020203" pitchFamily="34" charset="-122"/>
                          <a:ea typeface="微软雅黑 Light" panose="020B0502040204020203" pitchFamily="34" charset="-122"/>
                        </a:rPr>
                        <a:t>0</a:t>
                      </a: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solidFill>
                      <a:schemeClr val="bg1">
                        <a:lumMod val="95000"/>
                      </a:schemeClr>
                    </a:solidFill>
                  </a:tcPr>
                </a:tc>
                <a:tc>
                  <a:txBody>
                    <a:bodyPr/>
                    <a:lstStyle/>
                    <a:p>
                      <a:pPr algn="ctr"/>
                      <a:r>
                        <a:rPr lang="en-US" altLang="zh-CN" sz="1400" baseline="0" dirty="0">
                          <a:solidFill>
                            <a:schemeClr val="tx1"/>
                          </a:solidFill>
                          <a:latin typeface="微软雅黑 Light" panose="020B0502040204020203" pitchFamily="34" charset="-122"/>
                          <a:ea typeface="微软雅黑 Light" panose="020B0502040204020203" pitchFamily="34" charset="-122"/>
                        </a:rPr>
                        <a:t>1</a:t>
                      </a: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solidFill>
                      <a:schemeClr val="bg1">
                        <a:lumMod val="95000"/>
                      </a:schemeClr>
                    </a:solidFill>
                  </a:tcPr>
                </a:tc>
                <a:tc>
                  <a:txBody>
                    <a:bodyPr/>
                    <a:lstStyle/>
                    <a:p>
                      <a:pPr algn="ctr"/>
                      <a:r>
                        <a:rPr lang="en-US" altLang="zh-CN" sz="1400" baseline="0" dirty="0">
                          <a:solidFill>
                            <a:schemeClr val="tx1"/>
                          </a:solidFill>
                          <a:latin typeface="微软雅黑 Light" panose="020B0502040204020203" pitchFamily="34" charset="-122"/>
                          <a:ea typeface="微软雅黑 Light" panose="020B0502040204020203" pitchFamily="34" charset="-122"/>
                        </a:rPr>
                        <a:t>1</a:t>
                      </a: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solidFill>
                      <a:schemeClr val="bg1">
                        <a:lumMod val="95000"/>
                      </a:schemeClr>
                    </a:solidFill>
                  </a:tcPr>
                </a:tc>
                <a:tc>
                  <a:txBody>
                    <a:bodyPr/>
                    <a:lstStyle/>
                    <a:p>
                      <a:pPr algn="ct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solidFill>
                      <a:schemeClr val="bg1">
                        <a:lumMod val="95000"/>
                      </a:schemeClr>
                    </a:solidFill>
                  </a:tcPr>
                </a:tc>
                <a:tc>
                  <a:txBody>
                    <a:bodyPr/>
                    <a:lstStyle/>
                    <a:p>
                      <a:pPr algn="ct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solidFill>
                      <a:schemeClr val="bg1">
                        <a:lumMod val="95000"/>
                      </a:schemeClr>
                    </a:solidFill>
                  </a:tcPr>
                </a:tc>
                <a:tc>
                  <a:txBody>
                    <a:bodyPr/>
                    <a:lstStyle/>
                    <a:p>
                      <a:pPr algn="ct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solidFill>
                      <a:schemeClr val="bg1">
                        <a:lumMod val="95000"/>
                      </a:schemeClr>
                    </a:solidFill>
                  </a:tcPr>
                </a:tc>
                <a:tc>
                  <a:txBody>
                    <a:bodyPr/>
                    <a:lstStyle/>
                    <a:p>
                      <a:pPr algn="ct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solidFill>
                      <a:schemeClr val="bg1">
                        <a:lumMod val="95000"/>
                      </a:schemeClr>
                    </a:solidFill>
                  </a:tcPr>
                </a:tc>
                <a:tc>
                  <a:txBody>
                    <a:bodyPr/>
                    <a:lstStyle/>
                    <a:p>
                      <a:pPr algn="ct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solidFill>
                      <a:schemeClr val="bg1">
                        <a:lumMod val="95000"/>
                      </a:schemeClr>
                    </a:solidFill>
                  </a:tcPr>
                </a:tc>
                <a:tc>
                  <a:txBody>
                    <a:bodyPr/>
                    <a:lstStyle/>
                    <a:p>
                      <a:pPr algn="ct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solidFill>
                      <a:schemeClr val="bg1">
                        <a:lumMod val="95000"/>
                      </a:schemeClr>
                    </a:solidFill>
                  </a:tcPr>
                </a:tc>
                <a:tc>
                  <a:txBody>
                    <a:bodyPr/>
                    <a:lstStyle/>
                    <a:p>
                      <a:pPr algn="ct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solidFill>
                      <a:schemeClr val="bg1">
                        <a:lumMod val="95000"/>
                      </a:schemeClr>
                    </a:solidFill>
                  </a:tcPr>
                </a:tc>
                <a:tc>
                  <a:txBody>
                    <a:bodyPr/>
                    <a:lstStyle/>
                    <a:p>
                      <a:pPr algn="ct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solidFill>
                      <a:schemeClr val="bg1">
                        <a:lumMod val="95000"/>
                      </a:schemeClr>
                    </a:solidFill>
                  </a:tcPr>
                </a:tc>
                <a:extLst>
                  <a:ext uri="{0D108BD9-81ED-4DB2-BD59-A6C34878D82A}">
                    <a16:rowId xmlns:a16="http://schemas.microsoft.com/office/drawing/2014/main" val="1639829903"/>
                  </a:ext>
                </a:extLst>
              </a:tr>
            </a:tbl>
          </a:graphicData>
        </a:graphic>
      </p:graphicFrame>
      <p:graphicFrame>
        <p:nvGraphicFramePr>
          <p:cNvPr id="28" name="表格 14">
            <a:extLst>
              <a:ext uri="{FF2B5EF4-FFF2-40B4-BE49-F238E27FC236}">
                <a16:creationId xmlns:a16="http://schemas.microsoft.com/office/drawing/2014/main" id="{F538498E-C469-402C-B1E3-FF64097FEA7E}"/>
              </a:ext>
            </a:extLst>
          </p:cNvPr>
          <p:cNvGraphicFramePr>
            <a:graphicFrameLocks noGrp="1"/>
          </p:cNvGraphicFramePr>
          <p:nvPr>
            <p:extLst>
              <p:ext uri="{D42A27DB-BD31-4B8C-83A1-F6EECF244321}">
                <p14:modId xmlns:p14="http://schemas.microsoft.com/office/powerpoint/2010/main" val="1830467622"/>
              </p:ext>
            </p:extLst>
          </p:nvPr>
        </p:nvGraphicFramePr>
        <p:xfrm>
          <a:off x="2409668" y="4303906"/>
          <a:ext cx="5040000" cy="720000"/>
        </p:xfrm>
        <a:graphic>
          <a:graphicData uri="http://schemas.openxmlformats.org/drawingml/2006/table">
            <a:tbl>
              <a:tblPr bandRow="1">
                <a:tableStyleId>{5C22544A-7EE6-4342-B048-85BDC9FD1C3A}</a:tableStyleId>
              </a:tblPr>
              <a:tblGrid>
                <a:gridCol w="360000">
                  <a:extLst>
                    <a:ext uri="{9D8B030D-6E8A-4147-A177-3AD203B41FA5}">
                      <a16:colId xmlns:a16="http://schemas.microsoft.com/office/drawing/2014/main" val="4065151317"/>
                    </a:ext>
                  </a:extLst>
                </a:gridCol>
                <a:gridCol w="360000">
                  <a:extLst>
                    <a:ext uri="{9D8B030D-6E8A-4147-A177-3AD203B41FA5}">
                      <a16:colId xmlns:a16="http://schemas.microsoft.com/office/drawing/2014/main" val="3600053209"/>
                    </a:ext>
                  </a:extLst>
                </a:gridCol>
                <a:gridCol w="360000">
                  <a:extLst>
                    <a:ext uri="{9D8B030D-6E8A-4147-A177-3AD203B41FA5}">
                      <a16:colId xmlns:a16="http://schemas.microsoft.com/office/drawing/2014/main" val="3852920482"/>
                    </a:ext>
                  </a:extLst>
                </a:gridCol>
                <a:gridCol w="360000">
                  <a:extLst>
                    <a:ext uri="{9D8B030D-6E8A-4147-A177-3AD203B41FA5}">
                      <a16:colId xmlns:a16="http://schemas.microsoft.com/office/drawing/2014/main" val="2129056941"/>
                    </a:ext>
                  </a:extLst>
                </a:gridCol>
                <a:gridCol w="360000">
                  <a:extLst>
                    <a:ext uri="{9D8B030D-6E8A-4147-A177-3AD203B41FA5}">
                      <a16:colId xmlns:a16="http://schemas.microsoft.com/office/drawing/2014/main" val="240038716"/>
                    </a:ext>
                  </a:extLst>
                </a:gridCol>
                <a:gridCol w="360000">
                  <a:extLst>
                    <a:ext uri="{9D8B030D-6E8A-4147-A177-3AD203B41FA5}">
                      <a16:colId xmlns:a16="http://schemas.microsoft.com/office/drawing/2014/main" val="3476463810"/>
                    </a:ext>
                  </a:extLst>
                </a:gridCol>
                <a:gridCol w="360000">
                  <a:extLst>
                    <a:ext uri="{9D8B030D-6E8A-4147-A177-3AD203B41FA5}">
                      <a16:colId xmlns:a16="http://schemas.microsoft.com/office/drawing/2014/main" val="2519720227"/>
                    </a:ext>
                  </a:extLst>
                </a:gridCol>
                <a:gridCol w="360000">
                  <a:extLst>
                    <a:ext uri="{9D8B030D-6E8A-4147-A177-3AD203B41FA5}">
                      <a16:colId xmlns:a16="http://schemas.microsoft.com/office/drawing/2014/main" val="2341852822"/>
                    </a:ext>
                  </a:extLst>
                </a:gridCol>
                <a:gridCol w="360000">
                  <a:extLst>
                    <a:ext uri="{9D8B030D-6E8A-4147-A177-3AD203B41FA5}">
                      <a16:colId xmlns:a16="http://schemas.microsoft.com/office/drawing/2014/main" val="1658938957"/>
                    </a:ext>
                  </a:extLst>
                </a:gridCol>
                <a:gridCol w="360000">
                  <a:extLst>
                    <a:ext uri="{9D8B030D-6E8A-4147-A177-3AD203B41FA5}">
                      <a16:colId xmlns:a16="http://schemas.microsoft.com/office/drawing/2014/main" val="1073126497"/>
                    </a:ext>
                  </a:extLst>
                </a:gridCol>
                <a:gridCol w="360000">
                  <a:extLst>
                    <a:ext uri="{9D8B030D-6E8A-4147-A177-3AD203B41FA5}">
                      <a16:colId xmlns:a16="http://schemas.microsoft.com/office/drawing/2014/main" val="1725165464"/>
                    </a:ext>
                  </a:extLst>
                </a:gridCol>
                <a:gridCol w="360000">
                  <a:extLst>
                    <a:ext uri="{9D8B030D-6E8A-4147-A177-3AD203B41FA5}">
                      <a16:colId xmlns:a16="http://schemas.microsoft.com/office/drawing/2014/main" val="1961111655"/>
                    </a:ext>
                  </a:extLst>
                </a:gridCol>
                <a:gridCol w="360000">
                  <a:extLst>
                    <a:ext uri="{9D8B030D-6E8A-4147-A177-3AD203B41FA5}">
                      <a16:colId xmlns:a16="http://schemas.microsoft.com/office/drawing/2014/main" val="1113099249"/>
                    </a:ext>
                  </a:extLst>
                </a:gridCol>
                <a:gridCol w="360000">
                  <a:extLst>
                    <a:ext uri="{9D8B030D-6E8A-4147-A177-3AD203B41FA5}">
                      <a16:colId xmlns:a16="http://schemas.microsoft.com/office/drawing/2014/main" val="2354145952"/>
                    </a:ext>
                  </a:extLst>
                </a:gridCol>
              </a:tblGrid>
              <a:tr h="360000">
                <a:tc>
                  <a:txBody>
                    <a:bodyPr/>
                    <a:lstStyle/>
                    <a:p>
                      <a:pPr algn="ct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solidFill>
                      <a:schemeClr val="bg1">
                        <a:lumMod val="95000"/>
                      </a:schemeClr>
                    </a:solidFill>
                  </a:tcPr>
                </a:tc>
                <a:tc>
                  <a:txBody>
                    <a:bodyPr/>
                    <a:lstStyle/>
                    <a:p>
                      <a:pPr algn="ctr"/>
                      <a:r>
                        <a:rPr lang="en-US" altLang="zh-CN" sz="1400" baseline="0" dirty="0">
                          <a:solidFill>
                            <a:schemeClr val="tx1"/>
                          </a:solidFill>
                          <a:latin typeface="微软雅黑 Light" panose="020B0502040204020203" pitchFamily="34" charset="-122"/>
                          <a:ea typeface="微软雅黑 Light" panose="020B0502040204020203" pitchFamily="34" charset="-122"/>
                        </a:rPr>
                        <a:t>0</a:t>
                      </a: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solidFill>
                      <a:schemeClr val="bg1">
                        <a:lumMod val="95000"/>
                      </a:schemeClr>
                    </a:solidFill>
                  </a:tcPr>
                </a:tc>
                <a:tc>
                  <a:txBody>
                    <a:bodyPr/>
                    <a:lstStyle/>
                    <a:p>
                      <a:pPr algn="ctr"/>
                      <a:r>
                        <a:rPr lang="en-US" altLang="zh-CN" sz="1400" baseline="0" dirty="0">
                          <a:solidFill>
                            <a:schemeClr val="tx1"/>
                          </a:solidFill>
                          <a:latin typeface="微软雅黑 Light" panose="020B0502040204020203" pitchFamily="34" charset="-122"/>
                          <a:ea typeface="微软雅黑 Light" panose="020B0502040204020203" pitchFamily="34" charset="-122"/>
                        </a:rPr>
                        <a:t>0</a:t>
                      </a: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solidFill>
                      <a:schemeClr val="bg1">
                        <a:lumMod val="95000"/>
                      </a:schemeClr>
                    </a:solidFill>
                  </a:tcPr>
                </a:tc>
                <a:tc>
                  <a:txBody>
                    <a:bodyPr/>
                    <a:lstStyle/>
                    <a:p>
                      <a:pPr algn="ctr"/>
                      <a:r>
                        <a:rPr lang="en-US" altLang="zh-CN" sz="1400" baseline="0" dirty="0">
                          <a:solidFill>
                            <a:schemeClr val="tx1"/>
                          </a:solidFill>
                          <a:latin typeface="微软雅黑 Light" panose="020B0502040204020203" pitchFamily="34" charset="-122"/>
                          <a:ea typeface="微软雅黑 Light" panose="020B0502040204020203" pitchFamily="34" charset="-122"/>
                        </a:rPr>
                        <a:t>0</a:t>
                      </a: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solidFill>
                      <a:schemeClr val="bg1">
                        <a:lumMod val="95000"/>
                      </a:schemeClr>
                    </a:solidFill>
                  </a:tcPr>
                </a:tc>
                <a:tc>
                  <a:txBody>
                    <a:bodyPr/>
                    <a:lstStyle/>
                    <a:p>
                      <a:pPr algn="ctr"/>
                      <a:r>
                        <a:rPr lang="en-US" altLang="zh-CN" sz="1400" baseline="0" dirty="0">
                          <a:solidFill>
                            <a:schemeClr val="tx1"/>
                          </a:solidFill>
                          <a:latin typeface="微软雅黑 Light" panose="020B0502040204020203" pitchFamily="34" charset="-122"/>
                          <a:ea typeface="微软雅黑 Light" panose="020B0502040204020203" pitchFamily="34" charset="-122"/>
                        </a:rPr>
                        <a:t>0</a:t>
                      </a: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solidFill>
                      <a:schemeClr val="bg1">
                        <a:lumMod val="95000"/>
                      </a:schemeClr>
                    </a:solidFill>
                  </a:tcPr>
                </a:tc>
                <a:tc>
                  <a:txBody>
                    <a:bodyPr/>
                    <a:lstStyle/>
                    <a:p>
                      <a:pPr algn="ctr"/>
                      <a:r>
                        <a:rPr lang="en-US" altLang="zh-CN" sz="1400" baseline="0" dirty="0">
                          <a:solidFill>
                            <a:schemeClr val="tx1"/>
                          </a:solidFill>
                          <a:latin typeface="微软雅黑 Light" panose="020B0502040204020203" pitchFamily="34" charset="-122"/>
                          <a:ea typeface="微软雅黑 Light" panose="020B0502040204020203" pitchFamily="34" charset="-122"/>
                        </a:rPr>
                        <a:t>0</a:t>
                      </a: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solidFill>
                      <a:schemeClr val="bg1">
                        <a:lumMod val="95000"/>
                      </a:schemeClr>
                    </a:solidFill>
                  </a:tcPr>
                </a:tc>
                <a:tc>
                  <a:txBody>
                    <a:bodyPr/>
                    <a:lstStyle/>
                    <a:p>
                      <a:pPr algn="ctr"/>
                      <a:r>
                        <a:rPr lang="en-US" altLang="zh-CN" sz="1400" baseline="0" dirty="0">
                          <a:solidFill>
                            <a:schemeClr val="tx1"/>
                          </a:solidFill>
                          <a:latin typeface="微软雅黑 Light" panose="020B0502040204020203" pitchFamily="34" charset="-122"/>
                          <a:ea typeface="微软雅黑 Light" panose="020B0502040204020203" pitchFamily="34" charset="-122"/>
                        </a:rPr>
                        <a:t>1</a:t>
                      </a: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solidFill>
                      <a:schemeClr val="accent5">
                        <a:lumMod val="20000"/>
                        <a:lumOff val="80000"/>
                      </a:schemeClr>
                    </a:solidFill>
                  </a:tcPr>
                </a:tc>
                <a:tc>
                  <a:txBody>
                    <a:bodyPr/>
                    <a:lstStyle/>
                    <a:p>
                      <a:pPr algn="ctr"/>
                      <a:r>
                        <a:rPr lang="en-US" altLang="zh-CN" sz="1400" baseline="0" dirty="0">
                          <a:solidFill>
                            <a:schemeClr val="tx1"/>
                          </a:solidFill>
                          <a:latin typeface="微软雅黑 Light" panose="020B0502040204020203" pitchFamily="34" charset="-122"/>
                          <a:ea typeface="微软雅黑 Light" panose="020B0502040204020203" pitchFamily="34" charset="-122"/>
                        </a:rPr>
                        <a:t>0</a:t>
                      </a: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solidFill>
                      <a:schemeClr val="accent5">
                        <a:lumMod val="20000"/>
                        <a:lumOff val="80000"/>
                      </a:schemeClr>
                    </a:solidFill>
                  </a:tcPr>
                </a:tc>
                <a:tc>
                  <a:txBody>
                    <a:bodyPr/>
                    <a:lstStyle/>
                    <a:p>
                      <a:pPr algn="ctr"/>
                      <a:r>
                        <a:rPr lang="en-US" altLang="zh-CN" sz="1400" baseline="0" dirty="0">
                          <a:solidFill>
                            <a:schemeClr val="tx1"/>
                          </a:solidFill>
                          <a:latin typeface="微软雅黑 Light" panose="020B0502040204020203" pitchFamily="34" charset="-122"/>
                          <a:ea typeface="微软雅黑 Light" panose="020B0502040204020203" pitchFamily="34" charset="-122"/>
                        </a:rPr>
                        <a:t>1</a:t>
                      </a: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solidFill>
                      <a:schemeClr val="accent5">
                        <a:lumMod val="20000"/>
                        <a:lumOff val="80000"/>
                      </a:schemeClr>
                    </a:solidFill>
                  </a:tcPr>
                </a:tc>
                <a:tc>
                  <a:txBody>
                    <a:bodyPr/>
                    <a:lstStyle/>
                    <a:p>
                      <a:pPr algn="ctr"/>
                      <a:r>
                        <a:rPr lang="en-US" altLang="zh-CN" sz="1400" baseline="0" dirty="0">
                          <a:solidFill>
                            <a:schemeClr val="tx1"/>
                          </a:solidFill>
                          <a:latin typeface="微软雅黑 Light" panose="020B0502040204020203" pitchFamily="34" charset="-122"/>
                          <a:ea typeface="微软雅黑 Light" panose="020B0502040204020203" pitchFamily="34" charset="-122"/>
                        </a:rPr>
                        <a:t>1</a:t>
                      </a: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solidFill>
                      <a:schemeClr val="accent5">
                        <a:lumMod val="20000"/>
                        <a:lumOff val="80000"/>
                      </a:schemeClr>
                    </a:solidFill>
                  </a:tcPr>
                </a:tc>
                <a:tc>
                  <a:txBody>
                    <a:bodyPr/>
                    <a:lstStyle/>
                    <a:p>
                      <a:pPr algn="ctr"/>
                      <a:r>
                        <a:rPr lang="en-US" altLang="zh-CN" sz="1400" baseline="0" dirty="0">
                          <a:solidFill>
                            <a:schemeClr val="tx1"/>
                          </a:solidFill>
                          <a:latin typeface="微软雅黑 Light" panose="020B0502040204020203" pitchFamily="34" charset="-122"/>
                          <a:ea typeface="微软雅黑 Light" panose="020B0502040204020203" pitchFamily="34" charset="-122"/>
                        </a:rPr>
                        <a:t>0</a:t>
                      </a: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solidFill>
                      <a:schemeClr val="accent5">
                        <a:lumMod val="20000"/>
                        <a:lumOff val="80000"/>
                      </a:schemeClr>
                    </a:solidFill>
                  </a:tcPr>
                </a:tc>
                <a:tc>
                  <a:txBody>
                    <a:bodyPr/>
                    <a:lstStyle/>
                    <a:p>
                      <a:pPr algn="ct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solidFill>
                      <a:schemeClr val="bg1">
                        <a:lumMod val="95000"/>
                      </a:schemeClr>
                    </a:solidFill>
                  </a:tcPr>
                </a:tc>
                <a:tc>
                  <a:txBody>
                    <a:bodyPr/>
                    <a:lstStyle/>
                    <a:p>
                      <a:pPr algn="ct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solidFill>
                      <a:schemeClr val="bg1">
                        <a:lumMod val="95000"/>
                      </a:schemeClr>
                    </a:solidFill>
                  </a:tcPr>
                </a:tc>
                <a:tc>
                  <a:txBody>
                    <a:bodyPr/>
                    <a:lstStyle/>
                    <a:p>
                      <a:pPr algn="ct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solidFill>
                      <a:schemeClr val="bg1">
                        <a:lumMod val="95000"/>
                      </a:schemeClr>
                    </a:solidFill>
                  </a:tcPr>
                </a:tc>
                <a:extLst>
                  <a:ext uri="{0D108BD9-81ED-4DB2-BD59-A6C34878D82A}">
                    <a16:rowId xmlns:a16="http://schemas.microsoft.com/office/drawing/2014/main" val="3806081994"/>
                  </a:ext>
                </a:extLst>
              </a:tr>
              <a:tr h="360000">
                <a:tc>
                  <a:txBody>
                    <a:bodyPr/>
                    <a:lstStyle/>
                    <a:p>
                      <a:pPr algn="ct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solidFill>
                      <a:schemeClr val="bg1">
                        <a:lumMod val="95000"/>
                      </a:schemeClr>
                    </a:solidFill>
                  </a:tcPr>
                </a:tc>
                <a:tc>
                  <a:txBody>
                    <a:bodyPr/>
                    <a:lstStyle/>
                    <a:p>
                      <a:pPr algn="ct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solidFill>
                      <a:schemeClr val="bg1">
                        <a:lumMod val="95000"/>
                      </a:schemeClr>
                    </a:solidFill>
                  </a:tcPr>
                </a:tc>
                <a:tc>
                  <a:txBody>
                    <a:bodyPr/>
                    <a:lstStyle/>
                    <a:p>
                      <a:pPr algn="ct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solidFill>
                      <a:schemeClr val="bg1">
                        <a:lumMod val="95000"/>
                      </a:schemeClr>
                    </a:solidFill>
                  </a:tcPr>
                </a:tc>
                <a:tc>
                  <a:txBody>
                    <a:bodyPr/>
                    <a:lstStyle/>
                    <a:p>
                      <a:pPr algn="ct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solidFill>
                      <a:schemeClr val="bg1">
                        <a:lumMod val="95000"/>
                      </a:schemeClr>
                    </a:solidFill>
                  </a:tcPr>
                </a:tc>
                <a:tc>
                  <a:txBody>
                    <a:bodyPr/>
                    <a:lstStyle/>
                    <a:p>
                      <a:pPr algn="ct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solidFill>
                      <a:schemeClr val="bg1">
                        <a:lumMod val="95000"/>
                      </a:schemeClr>
                    </a:solidFill>
                  </a:tcPr>
                </a:tc>
                <a:tc>
                  <a:txBody>
                    <a:bodyPr/>
                    <a:lstStyle/>
                    <a:p>
                      <a:pPr algn="ct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solidFill>
                      <a:schemeClr val="bg1">
                        <a:lumMod val="95000"/>
                      </a:schemeClr>
                    </a:solidFill>
                  </a:tcPr>
                </a:tc>
                <a:tc>
                  <a:txBody>
                    <a:bodyPr/>
                    <a:lstStyle/>
                    <a:p>
                      <a:pPr algn="ctr"/>
                      <a:r>
                        <a:rPr lang="en-US" altLang="zh-CN" sz="1400" baseline="0" dirty="0">
                          <a:solidFill>
                            <a:schemeClr val="tx1"/>
                          </a:solidFill>
                          <a:latin typeface="微软雅黑 Light" panose="020B0502040204020203" pitchFamily="34" charset="-122"/>
                          <a:ea typeface="微软雅黑 Light" panose="020B0502040204020203" pitchFamily="34" charset="-122"/>
                        </a:rPr>
                        <a:t>1</a:t>
                      </a: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solidFill>
                      <a:schemeClr val="bg1">
                        <a:lumMod val="95000"/>
                      </a:schemeClr>
                    </a:solidFill>
                  </a:tcPr>
                </a:tc>
                <a:tc>
                  <a:txBody>
                    <a:bodyPr/>
                    <a:lstStyle/>
                    <a:p>
                      <a:pPr algn="ctr"/>
                      <a:r>
                        <a:rPr lang="en-US" altLang="zh-CN" sz="1400" baseline="0" dirty="0">
                          <a:solidFill>
                            <a:schemeClr val="tx1"/>
                          </a:solidFill>
                          <a:latin typeface="微软雅黑 Light" panose="020B0502040204020203" pitchFamily="34" charset="-122"/>
                          <a:ea typeface="微软雅黑 Light" panose="020B0502040204020203" pitchFamily="34" charset="-122"/>
                        </a:rPr>
                        <a:t>0</a:t>
                      </a: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solidFill>
                      <a:schemeClr val="bg1">
                        <a:lumMod val="95000"/>
                      </a:schemeClr>
                    </a:solidFill>
                  </a:tcPr>
                </a:tc>
                <a:tc>
                  <a:txBody>
                    <a:bodyPr/>
                    <a:lstStyle/>
                    <a:p>
                      <a:pPr algn="ctr"/>
                      <a:r>
                        <a:rPr lang="en-US" altLang="zh-CN" sz="1400" baseline="0" dirty="0">
                          <a:solidFill>
                            <a:schemeClr val="tx1"/>
                          </a:solidFill>
                          <a:latin typeface="微软雅黑 Light" panose="020B0502040204020203" pitchFamily="34" charset="-122"/>
                          <a:ea typeface="微软雅黑 Light" panose="020B0502040204020203" pitchFamily="34" charset="-122"/>
                        </a:rPr>
                        <a:t>0</a:t>
                      </a: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solidFill>
                      <a:schemeClr val="bg1">
                        <a:lumMod val="95000"/>
                      </a:schemeClr>
                    </a:solidFill>
                  </a:tcPr>
                </a:tc>
                <a:tc>
                  <a:txBody>
                    <a:bodyPr/>
                    <a:lstStyle/>
                    <a:p>
                      <a:pPr algn="ctr"/>
                      <a:r>
                        <a:rPr lang="en-US" altLang="zh-CN" sz="1400" baseline="0" dirty="0">
                          <a:solidFill>
                            <a:schemeClr val="tx1"/>
                          </a:solidFill>
                          <a:latin typeface="微软雅黑 Light" panose="020B0502040204020203" pitchFamily="34" charset="-122"/>
                          <a:ea typeface="微软雅黑 Light" panose="020B0502040204020203" pitchFamily="34" charset="-122"/>
                        </a:rPr>
                        <a:t>1</a:t>
                      </a: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solidFill>
                      <a:schemeClr val="bg1">
                        <a:lumMod val="95000"/>
                      </a:schemeClr>
                    </a:solidFill>
                  </a:tcPr>
                </a:tc>
                <a:tc>
                  <a:txBody>
                    <a:bodyPr/>
                    <a:lstStyle/>
                    <a:p>
                      <a:pPr algn="ctr"/>
                      <a:r>
                        <a:rPr lang="en-US" altLang="zh-CN" sz="1400" baseline="0" dirty="0">
                          <a:solidFill>
                            <a:schemeClr val="tx1"/>
                          </a:solidFill>
                          <a:latin typeface="微软雅黑 Light" panose="020B0502040204020203" pitchFamily="34" charset="-122"/>
                          <a:ea typeface="微软雅黑 Light" panose="020B0502040204020203" pitchFamily="34" charset="-122"/>
                        </a:rPr>
                        <a:t>1</a:t>
                      </a: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solidFill>
                      <a:schemeClr val="bg1">
                        <a:lumMod val="95000"/>
                      </a:schemeClr>
                    </a:solidFill>
                  </a:tcPr>
                </a:tc>
                <a:tc>
                  <a:txBody>
                    <a:bodyPr/>
                    <a:lstStyle/>
                    <a:p>
                      <a:pPr algn="ct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solidFill>
                      <a:schemeClr val="bg1">
                        <a:lumMod val="95000"/>
                      </a:schemeClr>
                    </a:solidFill>
                  </a:tcPr>
                </a:tc>
                <a:tc>
                  <a:txBody>
                    <a:bodyPr/>
                    <a:lstStyle/>
                    <a:p>
                      <a:pPr algn="ct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solidFill>
                      <a:schemeClr val="bg1">
                        <a:lumMod val="95000"/>
                      </a:schemeClr>
                    </a:solidFill>
                  </a:tcPr>
                </a:tc>
                <a:tc>
                  <a:txBody>
                    <a:bodyPr/>
                    <a:lstStyle/>
                    <a:p>
                      <a:pPr algn="ct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solidFill>
                      <a:schemeClr val="bg1">
                        <a:lumMod val="95000"/>
                      </a:schemeClr>
                    </a:solidFill>
                  </a:tcPr>
                </a:tc>
                <a:extLst>
                  <a:ext uri="{0D108BD9-81ED-4DB2-BD59-A6C34878D82A}">
                    <a16:rowId xmlns:a16="http://schemas.microsoft.com/office/drawing/2014/main" val="1639829903"/>
                  </a:ext>
                </a:extLst>
              </a:tr>
            </a:tbl>
          </a:graphicData>
        </a:graphic>
      </p:graphicFrame>
      <p:graphicFrame>
        <p:nvGraphicFramePr>
          <p:cNvPr id="29" name="表格 14">
            <a:extLst>
              <a:ext uri="{FF2B5EF4-FFF2-40B4-BE49-F238E27FC236}">
                <a16:creationId xmlns:a16="http://schemas.microsoft.com/office/drawing/2014/main" id="{8E649AE1-86CE-4E88-8B3D-503549D928A4}"/>
              </a:ext>
            </a:extLst>
          </p:cNvPr>
          <p:cNvGraphicFramePr>
            <a:graphicFrameLocks noGrp="1"/>
          </p:cNvGraphicFramePr>
          <p:nvPr>
            <p:extLst>
              <p:ext uri="{D42A27DB-BD31-4B8C-83A1-F6EECF244321}">
                <p14:modId xmlns:p14="http://schemas.microsoft.com/office/powerpoint/2010/main" val="1824830531"/>
              </p:ext>
            </p:extLst>
          </p:nvPr>
        </p:nvGraphicFramePr>
        <p:xfrm>
          <a:off x="2409668" y="5051892"/>
          <a:ext cx="5040000" cy="720000"/>
        </p:xfrm>
        <a:graphic>
          <a:graphicData uri="http://schemas.openxmlformats.org/drawingml/2006/table">
            <a:tbl>
              <a:tblPr bandRow="1">
                <a:tableStyleId>{5C22544A-7EE6-4342-B048-85BDC9FD1C3A}</a:tableStyleId>
              </a:tblPr>
              <a:tblGrid>
                <a:gridCol w="360000">
                  <a:extLst>
                    <a:ext uri="{9D8B030D-6E8A-4147-A177-3AD203B41FA5}">
                      <a16:colId xmlns:a16="http://schemas.microsoft.com/office/drawing/2014/main" val="4065151317"/>
                    </a:ext>
                  </a:extLst>
                </a:gridCol>
                <a:gridCol w="360000">
                  <a:extLst>
                    <a:ext uri="{9D8B030D-6E8A-4147-A177-3AD203B41FA5}">
                      <a16:colId xmlns:a16="http://schemas.microsoft.com/office/drawing/2014/main" val="3600053209"/>
                    </a:ext>
                  </a:extLst>
                </a:gridCol>
                <a:gridCol w="360000">
                  <a:extLst>
                    <a:ext uri="{9D8B030D-6E8A-4147-A177-3AD203B41FA5}">
                      <a16:colId xmlns:a16="http://schemas.microsoft.com/office/drawing/2014/main" val="3852920482"/>
                    </a:ext>
                  </a:extLst>
                </a:gridCol>
                <a:gridCol w="360000">
                  <a:extLst>
                    <a:ext uri="{9D8B030D-6E8A-4147-A177-3AD203B41FA5}">
                      <a16:colId xmlns:a16="http://schemas.microsoft.com/office/drawing/2014/main" val="2129056941"/>
                    </a:ext>
                  </a:extLst>
                </a:gridCol>
                <a:gridCol w="360000">
                  <a:extLst>
                    <a:ext uri="{9D8B030D-6E8A-4147-A177-3AD203B41FA5}">
                      <a16:colId xmlns:a16="http://schemas.microsoft.com/office/drawing/2014/main" val="240038716"/>
                    </a:ext>
                  </a:extLst>
                </a:gridCol>
                <a:gridCol w="360000">
                  <a:extLst>
                    <a:ext uri="{9D8B030D-6E8A-4147-A177-3AD203B41FA5}">
                      <a16:colId xmlns:a16="http://schemas.microsoft.com/office/drawing/2014/main" val="3476463810"/>
                    </a:ext>
                  </a:extLst>
                </a:gridCol>
                <a:gridCol w="360000">
                  <a:extLst>
                    <a:ext uri="{9D8B030D-6E8A-4147-A177-3AD203B41FA5}">
                      <a16:colId xmlns:a16="http://schemas.microsoft.com/office/drawing/2014/main" val="2519720227"/>
                    </a:ext>
                  </a:extLst>
                </a:gridCol>
                <a:gridCol w="360000">
                  <a:extLst>
                    <a:ext uri="{9D8B030D-6E8A-4147-A177-3AD203B41FA5}">
                      <a16:colId xmlns:a16="http://schemas.microsoft.com/office/drawing/2014/main" val="2341852822"/>
                    </a:ext>
                  </a:extLst>
                </a:gridCol>
                <a:gridCol w="360000">
                  <a:extLst>
                    <a:ext uri="{9D8B030D-6E8A-4147-A177-3AD203B41FA5}">
                      <a16:colId xmlns:a16="http://schemas.microsoft.com/office/drawing/2014/main" val="1658938957"/>
                    </a:ext>
                  </a:extLst>
                </a:gridCol>
                <a:gridCol w="360000">
                  <a:extLst>
                    <a:ext uri="{9D8B030D-6E8A-4147-A177-3AD203B41FA5}">
                      <a16:colId xmlns:a16="http://schemas.microsoft.com/office/drawing/2014/main" val="1073126497"/>
                    </a:ext>
                  </a:extLst>
                </a:gridCol>
                <a:gridCol w="360000">
                  <a:extLst>
                    <a:ext uri="{9D8B030D-6E8A-4147-A177-3AD203B41FA5}">
                      <a16:colId xmlns:a16="http://schemas.microsoft.com/office/drawing/2014/main" val="1725165464"/>
                    </a:ext>
                  </a:extLst>
                </a:gridCol>
                <a:gridCol w="360000">
                  <a:extLst>
                    <a:ext uri="{9D8B030D-6E8A-4147-A177-3AD203B41FA5}">
                      <a16:colId xmlns:a16="http://schemas.microsoft.com/office/drawing/2014/main" val="1961111655"/>
                    </a:ext>
                  </a:extLst>
                </a:gridCol>
                <a:gridCol w="360000">
                  <a:extLst>
                    <a:ext uri="{9D8B030D-6E8A-4147-A177-3AD203B41FA5}">
                      <a16:colId xmlns:a16="http://schemas.microsoft.com/office/drawing/2014/main" val="1113099249"/>
                    </a:ext>
                  </a:extLst>
                </a:gridCol>
                <a:gridCol w="360000">
                  <a:extLst>
                    <a:ext uri="{9D8B030D-6E8A-4147-A177-3AD203B41FA5}">
                      <a16:colId xmlns:a16="http://schemas.microsoft.com/office/drawing/2014/main" val="2354145952"/>
                    </a:ext>
                  </a:extLst>
                </a:gridCol>
              </a:tblGrid>
              <a:tr h="360000">
                <a:tc>
                  <a:txBody>
                    <a:bodyPr/>
                    <a:lstStyle/>
                    <a:p>
                      <a:pPr algn="ct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solidFill>
                      <a:schemeClr val="bg1">
                        <a:lumMod val="95000"/>
                      </a:schemeClr>
                    </a:solidFill>
                  </a:tcPr>
                </a:tc>
                <a:tc>
                  <a:txBody>
                    <a:bodyPr/>
                    <a:lstStyle/>
                    <a:p>
                      <a:pPr algn="ct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solidFill>
                      <a:schemeClr val="bg1">
                        <a:lumMod val="95000"/>
                      </a:schemeClr>
                    </a:solidFill>
                  </a:tcPr>
                </a:tc>
                <a:tc>
                  <a:txBody>
                    <a:bodyPr/>
                    <a:lstStyle/>
                    <a:p>
                      <a:pPr algn="ct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solidFill>
                      <a:schemeClr val="bg1">
                        <a:lumMod val="95000"/>
                      </a:schemeClr>
                    </a:solidFill>
                  </a:tcPr>
                </a:tc>
                <a:tc>
                  <a:txBody>
                    <a:bodyPr/>
                    <a:lstStyle/>
                    <a:p>
                      <a:pPr algn="ct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solidFill>
                      <a:schemeClr val="bg1">
                        <a:lumMod val="95000"/>
                      </a:schemeClr>
                    </a:solidFill>
                  </a:tcPr>
                </a:tc>
                <a:tc>
                  <a:txBody>
                    <a:bodyPr/>
                    <a:lstStyle/>
                    <a:p>
                      <a:pPr algn="ct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solidFill>
                      <a:schemeClr val="bg1">
                        <a:lumMod val="95000"/>
                      </a:schemeClr>
                    </a:solidFill>
                  </a:tcPr>
                </a:tc>
                <a:tc>
                  <a:txBody>
                    <a:bodyPr/>
                    <a:lstStyle/>
                    <a:p>
                      <a:pPr algn="ct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solidFill>
                      <a:schemeClr val="bg1">
                        <a:lumMod val="95000"/>
                      </a:schemeClr>
                    </a:solidFill>
                  </a:tcPr>
                </a:tc>
                <a:tc>
                  <a:txBody>
                    <a:bodyPr/>
                    <a:lstStyle/>
                    <a:p>
                      <a:pPr algn="ctr"/>
                      <a:r>
                        <a:rPr lang="en-US" altLang="zh-CN" sz="1400" baseline="0" dirty="0">
                          <a:solidFill>
                            <a:schemeClr val="tx1"/>
                          </a:solidFill>
                          <a:latin typeface="微软雅黑 Light" panose="020B0502040204020203" pitchFamily="34" charset="-122"/>
                          <a:ea typeface="微软雅黑 Light" panose="020B0502040204020203" pitchFamily="34" charset="-122"/>
                        </a:rPr>
                        <a:t>0</a:t>
                      </a: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solidFill>
                      <a:schemeClr val="bg1">
                        <a:lumMod val="95000"/>
                      </a:schemeClr>
                    </a:solidFill>
                  </a:tcPr>
                </a:tc>
                <a:tc>
                  <a:txBody>
                    <a:bodyPr/>
                    <a:lstStyle/>
                    <a:p>
                      <a:pPr algn="ctr"/>
                      <a:r>
                        <a:rPr lang="en-US" altLang="zh-CN" sz="1400" baseline="0" dirty="0">
                          <a:solidFill>
                            <a:schemeClr val="tx1"/>
                          </a:solidFill>
                          <a:latin typeface="微软雅黑 Light" panose="020B0502040204020203" pitchFamily="34" charset="-122"/>
                          <a:ea typeface="微软雅黑 Light" panose="020B0502040204020203" pitchFamily="34" charset="-122"/>
                        </a:rPr>
                        <a:t>0</a:t>
                      </a: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solidFill>
                      <a:schemeClr val="bg1">
                        <a:lumMod val="95000"/>
                      </a:schemeClr>
                    </a:solidFill>
                  </a:tcPr>
                </a:tc>
                <a:tc>
                  <a:txBody>
                    <a:bodyPr/>
                    <a:lstStyle/>
                    <a:p>
                      <a:pPr algn="ctr"/>
                      <a:r>
                        <a:rPr lang="en-US" altLang="zh-CN" sz="1400" baseline="0" dirty="0">
                          <a:solidFill>
                            <a:schemeClr val="tx1"/>
                          </a:solidFill>
                          <a:latin typeface="微软雅黑 Light" panose="020B0502040204020203" pitchFamily="34" charset="-122"/>
                          <a:ea typeface="微软雅黑 Light" panose="020B0502040204020203" pitchFamily="34" charset="-122"/>
                        </a:rPr>
                        <a:t>1</a:t>
                      </a: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solidFill>
                      <a:schemeClr val="bg1">
                        <a:lumMod val="95000"/>
                      </a:schemeClr>
                    </a:solidFill>
                  </a:tcPr>
                </a:tc>
                <a:tc>
                  <a:txBody>
                    <a:bodyPr/>
                    <a:lstStyle/>
                    <a:p>
                      <a:pPr algn="ctr"/>
                      <a:r>
                        <a:rPr lang="en-US" altLang="zh-CN" sz="1400" baseline="0" dirty="0">
                          <a:solidFill>
                            <a:schemeClr val="tx1"/>
                          </a:solidFill>
                          <a:latin typeface="微软雅黑 Light" panose="020B0502040204020203" pitchFamily="34" charset="-122"/>
                          <a:ea typeface="微软雅黑 Light" panose="020B0502040204020203" pitchFamily="34" charset="-122"/>
                        </a:rPr>
                        <a:t>0</a:t>
                      </a: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solidFill>
                      <a:schemeClr val="bg1">
                        <a:lumMod val="95000"/>
                      </a:schemeClr>
                    </a:solidFill>
                  </a:tcPr>
                </a:tc>
                <a:tc>
                  <a:txBody>
                    <a:bodyPr/>
                    <a:lstStyle/>
                    <a:p>
                      <a:pPr algn="ctr"/>
                      <a:r>
                        <a:rPr lang="en-US" altLang="zh-CN" sz="1400" baseline="0" dirty="0">
                          <a:solidFill>
                            <a:schemeClr val="tx1"/>
                          </a:solidFill>
                          <a:latin typeface="微软雅黑 Light" panose="020B0502040204020203" pitchFamily="34" charset="-122"/>
                          <a:ea typeface="微软雅黑 Light" panose="020B0502040204020203" pitchFamily="34" charset="-122"/>
                        </a:rPr>
                        <a:t>1</a:t>
                      </a: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solidFill>
                      <a:schemeClr val="bg1">
                        <a:lumMod val="95000"/>
                      </a:schemeClr>
                    </a:solidFill>
                  </a:tcPr>
                </a:tc>
                <a:tc>
                  <a:txBody>
                    <a:bodyPr/>
                    <a:lstStyle/>
                    <a:p>
                      <a:pPr algn="ctr"/>
                      <a:r>
                        <a:rPr lang="en-US" altLang="zh-CN" sz="1400" baseline="0" dirty="0">
                          <a:solidFill>
                            <a:schemeClr val="tx1"/>
                          </a:solidFill>
                          <a:latin typeface="微软雅黑 Light" panose="020B0502040204020203" pitchFamily="34" charset="-122"/>
                          <a:ea typeface="微软雅黑 Light" panose="020B0502040204020203" pitchFamily="34" charset="-122"/>
                        </a:rPr>
                        <a:t>0</a:t>
                      </a: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solidFill>
                      <a:schemeClr val="accent5">
                        <a:lumMod val="20000"/>
                        <a:lumOff val="80000"/>
                      </a:schemeClr>
                    </a:solidFill>
                  </a:tcPr>
                </a:tc>
                <a:tc>
                  <a:txBody>
                    <a:bodyPr/>
                    <a:lstStyle/>
                    <a:p>
                      <a:pPr algn="ctr"/>
                      <a:r>
                        <a:rPr lang="en-US" altLang="zh-CN" sz="1400" baseline="0" dirty="0">
                          <a:solidFill>
                            <a:schemeClr val="tx1"/>
                          </a:solidFill>
                          <a:latin typeface="微软雅黑 Light" panose="020B0502040204020203" pitchFamily="34" charset="-122"/>
                          <a:ea typeface="微软雅黑 Light" panose="020B0502040204020203" pitchFamily="34" charset="-122"/>
                        </a:rPr>
                        <a:t>0</a:t>
                      </a: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solidFill>
                      <a:schemeClr val="accent5">
                        <a:lumMod val="20000"/>
                        <a:lumOff val="80000"/>
                      </a:schemeClr>
                    </a:solidFill>
                  </a:tcPr>
                </a:tc>
                <a:tc>
                  <a:txBody>
                    <a:bodyPr/>
                    <a:lstStyle/>
                    <a:p>
                      <a:pPr algn="ct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solidFill>
                      <a:schemeClr val="bg1">
                        <a:lumMod val="95000"/>
                      </a:schemeClr>
                    </a:solidFill>
                  </a:tcPr>
                </a:tc>
                <a:extLst>
                  <a:ext uri="{0D108BD9-81ED-4DB2-BD59-A6C34878D82A}">
                    <a16:rowId xmlns:a16="http://schemas.microsoft.com/office/drawing/2014/main" val="3806081994"/>
                  </a:ext>
                </a:extLst>
              </a:tr>
              <a:tr h="360000">
                <a:tc>
                  <a:txBody>
                    <a:bodyPr/>
                    <a:lstStyle/>
                    <a:p>
                      <a:pPr algn="ct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solidFill>
                      <a:schemeClr val="bg1">
                        <a:lumMod val="95000"/>
                      </a:schemeClr>
                    </a:solidFill>
                  </a:tcPr>
                </a:tc>
                <a:tc>
                  <a:txBody>
                    <a:bodyPr/>
                    <a:lstStyle/>
                    <a:p>
                      <a:pPr algn="ct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solidFill>
                      <a:schemeClr val="bg1">
                        <a:lumMod val="95000"/>
                      </a:schemeClr>
                    </a:solidFill>
                  </a:tcPr>
                </a:tc>
                <a:tc>
                  <a:txBody>
                    <a:bodyPr/>
                    <a:lstStyle/>
                    <a:p>
                      <a:pPr algn="ct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solidFill>
                      <a:schemeClr val="bg1">
                        <a:lumMod val="95000"/>
                      </a:schemeClr>
                    </a:solidFill>
                  </a:tcPr>
                </a:tc>
                <a:tc>
                  <a:txBody>
                    <a:bodyPr/>
                    <a:lstStyle/>
                    <a:p>
                      <a:pPr algn="ct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solidFill>
                      <a:schemeClr val="bg1">
                        <a:lumMod val="95000"/>
                      </a:schemeClr>
                    </a:solidFill>
                  </a:tcPr>
                </a:tc>
                <a:tc>
                  <a:txBody>
                    <a:bodyPr/>
                    <a:lstStyle/>
                    <a:p>
                      <a:pPr algn="ct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solidFill>
                      <a:schemeClr val="bg1">
                        <a:lumMod val="95000"/>
                      </a:schemeClr>
                    </a:solidFill>
                  </a:tcPr>
                </a:tc>
                <a:tc>
                  <a:txBody>
                    <a:bodyPr/>
                    <a:lstStyle/>
                    <a:p>
                      <a:pPr algn="ct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solidFill>
                      <a:schemeClr val="bg1">
                        <a:lumMod val="95000"/>
                      </a:schemeClr>
                    </a:solidFill>
                  </a:tcPr>
                </a:tc>
                <a:tc>
                  <a:txBody>
                    <a:bodyPr/>
                    <a:lstStyle/>
                    <a:p>
                      <a:pPr algn="ct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solidFill>
                      <a:schemeClr val="bg1">
                        <a:lumMod val="95000"/>
                      </a:schemeClr>
                    </a:solidFill>
                  </a:tcPr>
                </a:tc>
                <a:tc>
                  <a:txBody>
                    <a:bodyPr/>
                    <a:lstStyle/>
                    <a:p>
                      <a:pPr algn="ct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solidFill>
                      <a:schemeClr val="bg1">
                        <a:lumMod val="95000"/>
                      </a:schemeClr>
                    </a:solidFill>
                  </a:tcPr>
                </a:tc>
                <a:tc>
                  <a:txBody>
                    <a:bodyPr/>
                    <a:lstStyle/>
                    <a:p>
                      <a:pPr algn="ctr"/>
                      <a:r>
                        <a:rPr lang="en-US" altLang="zh-CN" sz="1400" baseline="0" dirty="0">
                          <a:solidFill>
                            <a:schemeClr val="tx1"/>
                          </a:solidFill>
                          <a:latin typeface="微软雅黑 Light" panose="020B0502040204020203" pitchFamily="34" charset="-122"/>
                          <a:ea typeface="微软雅黑 Light" panose="020B0502040204020203" pitchFamily="34" charset="-122"/>
                        </a:rPr>
                        <a:t>1</a:t>
                      </a: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solidFill>
                      <a:schemeClr val="bg1">
                        <a:lumMod val="95000"/>
                      </a:schemeClr>
                    </a:solidFill>
                  </a:tcPr>
                </a:tc>
                <a:tc>
                  <a:txBody>
                    <a:bodyPr/>
                    <a:lstStyle/>
                    <a:p>
                      <a:pPr algn="ctr"/>
                      <a:r>
                        <a:rPr lang="en-US" altLang="zh-CN" sz="1400" baseline="0" dirty="0">
                          <a:solidFill>
                            <a:schemeClr val="tx1"/>
                          </a:solidFill>
                          <a:latin typeface="微软雅黑 Light" panose="020B0502040204020203" pitchFamily="34" charset="-122"/>
                          <a:ea typeface="微软雅黑 Light" panose="020B0502040204020203" pitchFamily="34" charset="-122"/>
                        </a:rPr>
                        <a:t>0</a:t>
                      </a: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solidFill>
                      <a:schemeClr val="bg1">
                        <a:lumMod val="95000"/>
                      </a:schemeClr>
                    </a:solidFill>
                  </a:tcPr>
                </a:tc>
                <a:tc>
                  <a:txBody>
                    <a:bodyPr/>
                    <a:lstStyle/>
                    <a:p>
                      <a:pPr algn="ctr"/>
                      <a:r>
                        <a:rPr lang="en-US" altLang="zh-CN" sz="1400" baseline="0" dirty="0">
                          <a:solidFill>
                            <a:schemeClr val="tx1"/>
                          </a:solidFill>
                          <a:latin typeface="微软雅黑 Light" panose="020B0502040204020203" pitchFamily="34" charset="-122"/>
                          <a:ea typeface="微软雅黑 Light" panose="020B0502040204020203" pitchFamily="34" charset="-122"/>
                        </a:rPr>
                        <a:t>0</a:t>
                      </a: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solidFill>
                      <a:schemeClr val="bg1">
                        <a:lumMod val="95000"/>
                      </a:schemeClr>
                    </a:solidFill>
                  </a:tcPr>
                </a:tc>
                <a:tc>
                  <a:txBody>
                    <a:bodyPr/>
                    <a:lstStyle/>
                    <a:p>
                      <a:pPr algn="ctr"/>
                      <a:r>
                        <a:rPr lang="en-US" altLang="zh-CN" sz="1400" baseline="0" dirty="0">
                          <a:solidFill>
                            <a:schemeClr val="tx1"/>
                          </a:solidFill>
                          <a:latin typeface="微软雅黑 Light" panose="020B0502040204020203" pitchFamily="34" charset="-122"/>
                          <a:ea typeface="微软雅黑 Light" panose="020B0502040204020203" pitchFamily="34" charset="-122"/>
                        </a:rPr>
                        <a:t>1</a:t>
                      </a: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solidFill>
                      <a:schemeClr val="bg1">
                        <a:lumMod val="95000"/>
                      </a:schemeClr>
                    </a:solidFill>
                  </a:tcPr>
                </a:tc>
                <a:tc>
                  <a:txBody>
                    <a:bodyPr/>
                    <a:lstStyle/>
                    <a:p>
                      <a:pPr algn="ctr"/>
                      <a:r>
                        <a:rPr lang="en-US" altLang="zh-CN" sz="1400" baseline="0" dirty="0">
                          <a:solidFill>
                            <a:schemeClr val="tx1"/>
                          </a:solidFill>
                          <a:latin typeface="微软雅黑 Light" panose="020B0502040204020203" pitchFamily="34" charset="-122"/>
                          <a:ea typeface="微软雅黑 Light" panose="020B0502040204020203" pitchFamily="34" charset="-122"/>
                        </a:rPr>
                        <a:t>1</a:t>
                      </a: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solidFill>
                      <a:schemeClr val="bg1">
                        <a:lumMod val="95000"/>
                      </a:schemeClr>
                    </a:solidFill>
                  </a:tcPr>
                </a:tc>
                <a:tc>
                  <a:txBody>
                    <a:bodyPr/>
                    <a:lstStyle/>
                    <a:p>
                      <a:pPr algn="ct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solidFill>
                      <a:schemeClr val="bg1">
                        <a:lumMod val="95000"/>
                      </a:schemeClr>
                    </a:solidFill>
                  </a:tcPr>
                </a:tc>
                <a:extLst>
                  <a:ext uri="{0D108BD9-81ED-4DB2-BD59-A6C34878D82A}">
                    <a16:rowId xmlns:a16="http://schemas.microsoft.com/office/drawing/2014/main" val="1639829903"/>
                  </a:ext>
                </a:extLst>
              </a:tr>
            </a:tbl>
          </a:graphicData>
        </a:graphic>
      </p:graphicFrame>
      <p:graphicFrame>
        <p:nvGraphicFramePr>
          <p:cNvPr id="30" name="表格 14">
            <a:extLst>
              <a:ext uri="{FF2B5EF4-FFF2-40B4-BE49-F238E27FC236}">
                <a16:creationId xmlns:a16="http://schemas.microsoft.com/office/drawing/2014/main" id="{07DB34E7-B5FB-4F40-B72F-A9D7C1A473DE}"/>
              </a:ext>
            </a:extLst>
          </p:cNvPr>
          <p:cNvGraphicFramePr>
            <a:graphicFrameLocks noGrp="1"/>
          </p:cNvGraphicFramePr>
          <p:nvPr>
            <p:extLst>
              <p:ext uri="{D42A27DB-BD31-4B8C-83A1-F6EECF244321}">
                <p14:modId xmlns:p14="http://schemas.microsoft.com/office/powerpoint/2010/main" val="2761346472"/>
              </p:ext>
            </p:extLst>
          </p:nvPr>
        </p:nvGraphicFramePr>
        <p:xfrm>
          <a:off x="2409668" y="5796523"/>
          <a:ext cx="5040000" cy="360000"/>
        </p:xfrm>
        <a:graphic>
          <a:graphicData uri="http://schemas.openxmlformats.org/drawingml/2006/table">
            <a:tbl>
              <a:tblPr bandRow="1">
                <a:tableStyleId>{5C22544A-7EE6-4342-B048-85BDC9FD1C3A}</a:tableStyleId>
              </a:tblPr>
              <a:tblGrid>
                <a:gridCol w="360000">
                  <a:extLst>
                    <a:ext uri="{9D8B030D-6E8A-4147-A177-3AD203B41FA5}">
                      <a16:colId xmlns:a16="http://schemas.microsoft.com/office/drawing/2014/main" val="4065151317"/>
                    </a:ext>
                  </a:extLst>
                </a:gridCol>
                <a:gridCol w="360000">
                  <a:extLst>
                    <a:ext uri="{9D8B030D-6E8A-4147-A177-3AD203B41FA5}">
                      <a16:colId xmlns:a16="http://schemas.microsoft.com/office/drawing/2014/main" val="3600053209"/>
                    </a:ext>
                  </a:extLst>
                </a:gridCol>
                <a:gridCol w="360000">
                  <a:extLst>
                    <a:ext uri="{9D8B030D-6E8A-4147-A177-3AD203B41FA5}">
                      <a16:colId xmlns:a16="http://schemas.microsoft.com/office/drawing/2014/main" val="3852920482"/>
                    </a:ext>
                  </a:extLst>
                </a:gridCol>
                <a:gridCol w="360000">
                  <a:extLst>
                    <a:ext uri="{9D8B030D-6E8A-4147-A177-3AD203B41FA5}">
                      <a16:colId xmlns:a16="http://schemas.microsoft.com/office/drawing/2014/main" val="2129056941"/>
                    </a:ext>
                  </a:extLst>
                </a:gridCol>
                <a:gridCol w="360000">
                  <a:extLst>
                    <a:ext uri="{9D8B030D-6E8A-4147-A177-3AD203B41FA5}">
                      <a16:colId xmlns:a16="http://schemas.microsoft.com/office/drawing/2014/main" val="240038716"/>
                    </a:ext>
                  </a:extLst>
                </a:gridCol>
                <a:gridCol w="360000">
                  <a:extLst>
                    <a:ext uri="{9D8B030D-6E8A-4147-A177-3AD203B41FA5}">
                      <a16:colId xmlns:a16="http://schemas.microsoft.com/office/drawing/2014/main" val="3476463810"/>
                    </a:ext>
                  </a:extLst>
                </a:gridCol>
                <a:gridCol w="360000">
                  <a:extLst>
                    <a:ext uri="{9D8B030D-6E8A-4147-A177-3AD203B41FA5}">
                      <a16:colId xmlns:a16="http://schemas.microsoft.com/office/drawing/2014/main" val="2519720227"/>
                    </a:ext>
                  </a:extLst>
                </a:gridCol>
                <a:gridCol w="360000">
                  <a:extLst>
                    <a:ext uri="{9D8B030D-6E8A-4147-A177-3AD203B41FA5}">
                      <a16:colId xmlns:a16="http://schemas.microsoft.com/office/drawing/2014/main" val="2341852822"/>
                    </a:ext>
                  </a:extLst>
                </a:gridCol>
                <a:gridCol w="360000">
                  <a:extLst>
                    <a:ext uri="{9D8B030D-6E8A-4147-A177-3AD203B41FA5}">
                      <a16:colId xmlns:a16="http://schemas.microsoft.com/office/drawing/2014/main" val="1658938957"/>
                    </a:ext>
                  </a:extLst>
                </a:gridCol>
                <a:gridCol w="360000">
                  <a:extLst>
                    <a:ext uri="{9D8B030D-6E8A-4147-A177-3AD203B41FA5}">
                      <a16:colId xmlns:a16="http://schemas.microsoft.com/office/drawing/2014/main" val="1073126497"/>
                    </a:ext>
                  </a:extLst>
                </a:gridCol>
                <a:gridCol w="360000">
                  <a:extLst>
                    <a:ext uri="{9D8B030D-6E8A-4147-A177-3AD203B41FA5}">
                      <a16:colId xmlns:a16="http://schemas.microsoft.com/office/drawing/2014/main" val="1725165464"/>
                    </a:ext>
                  </a:extLst>
                </a:gridCol>
                <a:gridCol w="360000">
                  <a:extLst>
                    <a:ext uri="{9D8B030D-6E8A-4147-A177-3AD203B41FA5}">
                      <a16:colId xmlns:a16="http://schemas.microsoft.com/office/drawing/2014/main" val="1961111655"/>
                    </a:ext>
                  </a:extLst>
                </a:gridCol>
                <a:gridCol w="360000">
                  <a:extLst>
                    <a:ext uri="{9D8B030D-6E8A-4147-A177-3AD203B41FA5}">
                      <a16:colId xmlns:a16="http://schemas.microsoft.com/office/drawing/2014/main" val="1113099249"/>
                    </a:ext>
                  </a:extLst>
                </a:gridCol>
                <a:gridCol w="360000">
                  <a:extLst>
                    <a:ext uri="{9D8B030D-6E8A-4147-A177-3AD203B41FA5}">
                      <a16:colId xmlns:a16="http://schemas.microsoft.com/office/drawing/2014/main" val="2354145952"/>
                    </a:ext>
                  </a:extLst>
                </a:gridCol>
              </a:tblGrid>
              <a:tr h="360000">
                <a:tc>
                  <a:txBody>
                    <a:bodyPr/>
                    <a:lstStyle/>
                    <a:p>
                      <a:pPr algn="ct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solidFill>
                      <a:schemeClr val="bg1">
                        <a:lumMod val="95000"/>
                      </a:schemeClr>
                    </a:solidFill>
                  </a:tcPr>
                </a:tc>
                <a:tc>
                  <a:txBody>
                    <a:bodyPr/>
                    <a:lstStyle/>
                    <a:p>
                      <a:pPr algn="ct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solidFill>
                      <a:schemeClr val="bg1">
                        <a:lumMod val="95000"/>
                      </a:schemeClr>
                    </a:solidFill>
                  </a:tcPr>
                </a:tc>
                <a:tc>
                  <a:txBody>
                    <a:bodyPr/>
                    <a:lstStyle/>
                    <a:p>
                      <a:pPr algn="ct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solidFill>
                      <a:schemeClr val="bg1">
                        <a:lumMod val="95000"/>
                      </a:schemeClr>
                    </a:solidFill>
                  </a:tcPr>
                </a:tc>
                <a:tc>
                  <a:txBody>
                    <a:bodyPr/>
                    <a:lstStyle/>
                    <a:p>
                      <a:pPr algn="ct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solidFill>
                      <a:schemeClr val="bg1">
                        <a:lumMod val="95000"/>
                      </a:schemeClr>
                    </a:solidFill>
                  </a:tcPr>
                </a:tc>
                <a:tc>
                  <a:txBody>
                    <a:bodyPr/>
                    <a:lstStyle/>
                    <a:p>
                      <a:pPr algn="ct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solidFill>
                      <a:schemeClr val="bg1">
                        <a:lumMod val="95000"/>
                      </a:schemeClr>
                    </a:solidFill>
                  </a:tcPr>
                </a:tc>
                <a:tc>
                  <a:txBody>
                    <a:bodyPr/>
                    <a:lstStyle/>
                    <a:p>
                      <a:pPr algn="ct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solidFill>
                      <a:schemeClr val="bg1">
                        <a:lumMod val="95000"/>
                      </a:schemeClr>
                    </a:solidFill>
                  </a:tcPr>
                </a:tc>
                <a:tc>
                  <a:txBody>
                    <a:bodyPr/>
                    <a:lstStyle/>
                    <a:p>
                      <a:pPr algn="ct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solidFill>
                      <a:schemeClr val="bg1">
                        <a:lumMod val="95000"/>
                      </a:schemeClr>
                    </a:solidFill>
                  </a:tcPr>
                </a:tc>
                <a:tc>
                  <a:txBody>
                    <a:bodyPr/>
                    <a:lstStyle/>
                    <a:p>
                      <a:pPr algn="ct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solidFill>
                      <a:schemeClr val="bg1">
                        <a:lumMod val="95000"/>
                      </a:schemeClr>
                    </a:solidFill>
                  </a:tcPr>
                </a:tc>
                <a:tc>
                  <a:txBody>
                    <a:bodyPr/>
                    <a:lstStyle/>
                    <a:p>
                      <a:pPr algn="ct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solidFill>
                      <a:schemeClr val="bg1">
                        <a:lumMod val="95000"/>
                      </a:schemeClr>
                    </a:solidFill>
                  </a:tcPr>
                </a:tc>
                <a:tc>
                  <a:txBody>
                    <a:bodyPr/>
                    <a:lstStyle/>
                    <a:p>
                      <a:pPr algn="ct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solidFill>
                      <a:schemeClr val="bg1">
                        <a:lumMod val="95000"/>
                      </a:schemeClr>
                    </a:solidFill>
                  </a:tcPr>
                </a:tc>
                <a:tc>
                  <a:txBody>
                    <a:bodyPr/>
                    <a:lstStyle/>
                    <a:p>
                      <a:pPr algn="ctr"/>
                      <a:r>
                        <a:rPr lang="en-US" altLang="zh-CN" sz="1400" baseline="0" dirty="0">
                          <a:solidFill>
                            <a:schemeClr val="tx1"/>
                          </a:solidFill>
                          <a:latin typeface="微软雅黑 Light" panose="020B0502040204020203" pitchFamily="34" charset="-122"/>
                          <a:ea typeface="微软雅黑 Light" panose="020B0502040204020203" pitchFamily="34" charset="-122"/>
                        </a:rPr>
                        <a:t>1</a:t>
                      </a: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solidFill>
                      <a:schemeClr val="bg1">
                        <a:lumMod val="95000"/>
                      </a:schemeClr>
                    </a:solidFill>
                  </a:tcPr>
                </a:tc>
                <a:tc>
                  <a:txBody>
                    <a:bodyPr/>
                    <a:lstStyle/>
                    <a:p>
                      <a:pPr algn="ctr"/>
                      <a:r>
                        <a:rPr lang="en-US" altLang="zh-CN" sz="1400" baseline="0" dirty="0">
                          <a:solidFill>
                            <a:schemeClr val="tx1"/>
                          </a:solidFill>
                          <a:latin typeface="微软雅黑 Light" panose="020B0502040204020203" pitchFamily="34" charset="-122"/>
                          <a:ea typeface="微软雅黑 Light" panose="020B0502040204020203" pitchFamily="34" charset="-122"/>
                        </a:rPr>
                        <a:t>1</a:t>
                      </a: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solidFill>
                      <a:schemeClr val="bg1">
                        <a:lumMod val="95000"/>
                      </a:schemeClr>
                    </a:solidFill>
                  </a:tcPr>
                </a:tc>
                <a:tc>
                  <a:txBody>
                    <a:bodyPr/>
                    <a:lstStyle/>
                    <a:p>
                      <a:pPr algn="ctr"/>
                      <a:r>
                        <a:rPr lang="en-US" altLang="zh-CN" sz="1400" baseline="0" dirty="0">
                          <a:solidFill>
                            <a:schemeClr val="tx1"/>
                          </a:solidFill>
                          <a:latin typeface="微软雅黑 Light" panose="020B0502040204020203" pitchFamily="34" charset="-122"/>
                          <a:ea typeface="微软雅黑 Light" panose="020B0502040204020203" pitchFamily="34" charset="-122"/>
                        </a:rPr>
                        <a:t>1</a:t>
                      </a: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solidFill>
                      <a:schemeClr val="bg1">
                        <a:lumMod val="95000"/>
                      </a:schemeClr>
                    </a:solidFill>
                  </a:tcPr>
                </a:tc>
                <a:tc>
                  <a:txBody>
                    <a:bodyPr/>
                    <a:lstStyle/>
                    <a:p>
                      <a:pPr algn="ctr"/>
                      <a:r>
                        <a:rPr lang="en-US" altLang="zh-CN" sz="1400" baseline="0" dirty="0">
                          <a:solidFill>
                            <a:schemeClr val="tx1"/>
                          </a:solidFill>
                          <a:latin typeface="微软雅黑 Light" panose="020B0502040204020203" pitchFamily="34" charset="-122"/>
                          <a:ea typeface="微软雅黑 Light" panose="020B0502040204020203" pitchFamily="34" charset="-122"/>
                        </a:rPr>
                        <a:t>0</a:t>
                      </a: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solidFill>
                      <a:schemeClr val="accent5">
                        <a:lumMod val="20000"/>
                        <a:lumOff val="80000"/>
                      </a:schemeClr>
                    </a:solidFill>
                  </a:tcPr>
                </a:tc>
                <a:extLst>
                  <a:ext uri="{0D108BD9-81ED-4DB2-BD59-A6C34878D82A}">
                    <a16:rowId xmlns:a16="http://schemas.microsoft.com/office/drawing/2014/main" val="3806081994"/>
                  </a:ext>
                </a:extLst>
              </a:tr>
            </a:tbl>
          </a:graphicData>
        </a:graphic>
      </p:graphicFrame>
      <p:graphicFrame>
        <p:nvGraphicFramePr>
          <p:cNvPr id="37" name="表格 14">
            <a:extLst>
              <a:ext uri="{FF2B5EF4-FFF2-40B4-BE49-F238E27FC236}">
                <a16:creationId xmlns:a16="http://schemas.microsoft.com/office/drawing/2014/main" id="{5EFB0637-3E41-4940-9D44-7EC85E0F8F81}"/>
              </a:ext>
            </a:extLst>
          </p:cNvPr>
          <p:cNvGraphicFramePr>
            <a:graphicFrameLocks noGrp="1"/>
          </p:cNvGraphicFramePr>
          <p:nvPr>
            <p:extLst>
              <p:ext uri="{D42A27DB-BD31-4B8C-83A1-F6EECF244321}">
                <p14:modId xmlns:p14="http://schemas.microsoft.com/office/powerpoint/2010/main" val="2457643534"/>
              </p:ext>
            </p:extLst>
          </p:nvPr>
        </p:nvGraphicFramePr>
        <p:xfrm>
          <a:off x="7876412" y="5796523"/>
          <a:ext cx="540000" cy="360000"/>
        </p:xfrm>
        <a:graphic>
          <a:graphicData uri="http://schemas.openxmlformats.org/drawingml/2006/table">
            <a:tbl>
              <a:tblPr bandRow="1">
                <a:tableStyleId>{5C22544A-7EE6-4342-B048-85BDC9FD1C3A}</a:tableStyleId>
              </a:tblPr>
              <a:tblGrid>
                <a:gridCol w="540000">
                  <a:extLst>
                    <a:ext uri="{9D8B030D-6E8A-4147-A177-3AD203B41FA5}">
                      <a16:colId xmlns:a16="http://schemas.microsoft.com/office/drawing/2014/main" val="4065151317"/>
                    </a:ext>
                  </a:extLst>
                </a:gridCol>
              </a:tblGrid>
              <a:tr h="360000">
                <a:tc>
                  <a:txBody>
                    <a:bodyPr/>
                    <a:lstStyle/>
                    <a:p>
                      <a:pPr algn="ctr"/>
                      <a:r>
                        <a:rPr lang="en-US" altLang="zh-CN" sz="1400" baseline="0" dirty="0">
                          <a:solidFill>
                            <a:schemeClr val="tx1"/>
                          </a:solidFill>
                          <a:latin typeface="微软雅黑 Light" panose="020B0502040204020203" pitchFamily="34" charset="-122"/>
                          <a:ea typeface="微软雅黑 Light" panose="020B0502040204020203" pitchFamily="34" charset="-122"/>
                        </a:rPr>
                        <a:t>FCS</a:t>
                      </a:r>
                      <a:endParaRPr lang="zh-CN" altLang="en-US" sz="1400" baseline="0" dirty="0">
                        <a:solidFill>
                          <a:schemeClr val="tx1"/>
                        </a:solidFill>
                        <a:latin typeface="微软雅黑 Light" panose="020B0502040204020203" pitchFamily="34" charset="-122"/>
                        <a:ea typeface="微软雅黑 Light" panose="020B0502040204020203" pitchFamily="34" charset="-122"/>
                      </a:endParaRPr>
                    </a:p>
                  </a:txBody>
                  <a:tcPr anchor="ctr">
                    <a:solidFill>
                      <a:schemeClr val="bg1">
                        <a:lumMod val="95000"/>
                      </a:schemeClr>
                    </a:solidFill>
                  </a:tcPr>
                </a:tc>
                <a:extLst>
                  <a:ext uri="{0D108BD9-81ED-4DB2-BD59-A6C34878D82A}">
                    <a16:rowId xmlns:a16="http://schemas.microsoft.com/office/drawing/2014/main" val="3806081994"/>
                  </a:ext>
                </a:extLst>
              </a:tr>
            </a:tbl>
          </a:graphicData>
        </a:graphic>
      </p:graphicFrame>
      <p:cxnSp>
        <p:nvCxnSpPr>
          <p:cNvPr id="35" name="直接箭头连接符 34">
            <a:extLst>
              <a:ext uri="{FF2B5EF4-FFF2-40B4-BE49-F238E27FC236}">
                <a16:creationId xmlns:a16="http://schemas.microsoft.com/office/drawing/2014/main" id="{5F80FC4F-D09E-455E-A2C8-A1633464916F}"/>
              </a:ext>
            </a:extLst>
          </p:cNvPr>
          <p:cNvCxnSpPr>
            <a:cxnSpLocks/>
            <a:stCxn id="37" idx="1"/>
            <a:endCxn id="30" idx="3"/>
          </p:cNvCxnSpPr>
          <p:nvPr/>
        </p:nvCxnSpPr>
        <p:spPr>
          <a:xfrm flipH="1">
            <a:off x="7449668" y="5976523"/>
            <a:ext cx="426744" cy="0"/>
          </a:xfrm>
          <a:prstGeom prst="straightConnector1">
            <a:avLst/>
          </a:prstGeom>
          <a:ln w="12700">
            <a:solidFill>
              <a:schemeClr val="bg1">
                <a:lumMod val="50000"/>
              </a:schemeClr>
            </a:solidFill>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733965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Char"/>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reeform 1213">
            <a:extLst>
              <a:ext uri="{FF2B5EF4-FFF2-40B4-BE49-F238E27FC236}">
                <a16:creationId xmlns:a16="http://schemas.microsoft.com/office/drawing/2014/main" id="{1295A84E-0FDB-4B65-8716-3682E693F4E4}"/>
              </a:ext>
            </a:extLst>
          </p:cNvPr>
          <p:cNvSpPr>
            <a:spLocks noChangeAspect="1" noChangeArrowheads="1"/>
          </p:cNvSpPr>
          <p:nvPr/>
        </p:nvSpPr>
        <p:spPr bwMode="auto">
          <a:xfrm>
            <a:off x="5933379" y="1066981"/>
            <a:ext cx="6074982" cy="4550534"/>
          </a:xfrm>
          <a:custGeom>
            <a:avLst/>
            <a:gdLst>
              <a:gd name="connsiteX0" fmla="*/ 1776545 w 6501199"/>
              <a:gd name="connsiteY0" fmla="*/ 6193964 h 6382977"/>
              <a:gd name="connsiteX1" fmla="*/ 1788065 w 6501199"/>
              <a:gd name="connsiteY1" fmla="*/ 6217006 h 6382977"/>
              <a:gd name="connsiteX2" fmla="*/ 1776545 w 6501199"/>
              <a:gd name="connsiteY2" fmla="*/ 6193964 h 6382977"/>
              <a:gd name="connsiteX3" fmla="*/ 1428422 w 6501199"/>
              <a:gd name="connsiteY3" fmla="*/ 5800457 h 6382977"/>
              <a:gd name="connsiteX4" fmla="*/ 1417261 w 6501199"/>
              <a:gd name="connsiteY4" fmla="*/ 5816298 h 6382977"/>
              <a:gd name="connsiteX5" fmla="*/ 1437782 w 6501199"/>
              <a:gd name="connsiteY5" fmla="*/ 5818818 h 6382977"/>
              <a:gd name="connsiteX6" fmla="*/ 1428422 w 6501199"/>
              <a:gd name="connsiteY6" fmla="*/ 5800457 h 6382977"/>
              <a:gd name="connsiteX7" fmla="*/ 1974546 w 6501199"/>
              <a:gd name="connsiteY7" fmla="*/ 5798297 h 6382977"/>
              <a:gd name="connsiteX8" fmla="*/ 1981386 w 6501199"/>
              <a:gd name="connsiteY8" fmla="*/ 5811978 h 6382977"/>
              <a:gd name="connsiteX9" fmla="*/ 1983546 w 6501199"/>
              <a:gd name="connsiteY9" fmla="*/ 5802977 h 6382977"/>
              <a:gd name="connsiteX10" fmla="*/ 1974546 w 6501199"/>
              <a:gd name="connsiteY10" fmla="*/ 5798297 h 6382977"/>
              <a:gd name="connsiteX11" fmla="*/ 1951866 w 6501199"/>
              <a:gd name="connsiteY11" fmla="*/ 5791456 h 6382977"/>
              <a:gd name="connsiteX12" fmla="*/ 1942866 w 6501199"/>
              <a:gd name="connsiteY12" fmla="*/ 5811978 h 6382977"/>
              <a:gd name="connsiteX13" fmla="*/ 1929186 w 6501199"/>
              <a:gd name="connsiteY13" fmla="*/ 5805138 h 6382977"/>
              <a:gd name="connsiteX14" fmla="*/ 1924506 w 6501199"/>
              <a:gd name="connsiteY14" fmla="*/ 5855181 h 6382977"/>
              <a:gd name="connsiteX15" fmla="*/ 1972386 w 6501199"/>
              <a:gd name="connsiteY15" fmla="*/ 5855181 h 6382977"/>
              <a:gd name="connsiteX16" fmla="*/ 1940346 w 6501199"/>
              <a:gd name="connsiteY16" fmla="*/ 5850500 h 6382977"/>
              <a:gd name="connsiteX17" fmla="*/ 1970226 w 6501199"/>
              <a:gd name="connsiteY17" fmla="*/ 5839340 h 6382977"/>
              <a:gd name="connsiteX18" fmla="*/ 1972386 w 6501199"/>
              <a:gd name="connsiteY18" fmla="*/ 5823138 h 6382977"/>
              <a:gd name="connsiteX19" fmla="*/ 1951866 w 6501199"/>
              <a:gd name="connsiteY19" fmla="*/ 5791456 h 6382977"/>
              <a:gd name="connsiteX20" fmla="*/ 1933506 w 6501199"/>
              <a:gd name="connsiteY20" fmla="*/ 5782456 h 6382977"/>
              <a:gd name="connsiteX21" fmla="*/ 1929186 w 6501199"/>
              <a:gd name="connsiteY21" fmla="*/ 5800457 h 6382977"/>
              <a:gd name="connsiteX22" fmla="*/ 1933506 w 6501199"/>
              <a:gd name="connsiteY22" fmla="*/ 5782456 h 6382977"/>
              <a:gd name="connsiteX23" fmla="*/ 1653783 w 6501199"/>
              <a:gd name="connsiteY23" fmla="*/ 5770935 h 6382977"/>
              <a:gd name="connsiteX24" fmla="*/ 1658463 w 6501199"/>
              <a:gd name="connsiteY24" fmla="*/ 5789296 h 6382977"/>
              <a:gd name="connsiteX25" fmla="*/ 1653783 w 6501199"/>
              <a:gd name="connsiteY25" fmla="*/ 5770935 h 6382977"/>
              <a:gd name="connsiteX26" fmla="*/ 1681143 w 6501199"/>
              <a:gd name="connsiteY26" fmla="*/ 5750414 h 6382977"/>
              <a:gd name="connsiteX27" fmla="*/ 1662783 w 6501199"/>
              <a:gd name="connsiteY27" fmla="*/ 5759414 h 6382977"/>
              <a:gd name="connsiteX28" fmla="*/ 1676463 w 6501199"/>
              <a:gd name="connsiteY28" fmla="*/ 5777776 h 6382977"/>
              <a:gd name="connsiteX29" fmla="*/ 1681143 w 6501199"/>
              <a:gd name="connsiteY29" fmla="*/ 5770935 h 6382977"/>
              <a:gd name="connsiteX30" fmla="*/ 1699144 w 6501199"/>
              <a:gd name="connsiteY30" fmla="*/ 5768775 h 6382977"/>
              <a:gd name="connsiteX31" fmla="*/ 1681143 w 6501199"/>
              <a:gd name="connsiteY31" fmla="*/ 5750414 h 6382977"/>
              <a:gd name="connsiteX32" fmla="*/ 1947186 w 6501199"/>
              <a:gd name="connsiteY32" fmla="*/ 5718732 h 6382977"/>
              <a:gd name="connsiteX33" fmla="*/ 1945026 w 6501199"/>
              <a:gd name="connsiteY33" fmla="*/ 5755094 h 6382977"/>
              <a:gd name="connsiteX34" fmla="*/ 1947186 w 6501199"/>
              <a:gd name="connsiteY34" fmla="*/ 5718732 h 6382977"/>
              <a:gd name="connsiteX35" fmla="*/ 1967706 w 6501199"/>
              <a:gd name="connsiteY35" fmla="*/ 5673008 h 6382977"/>
              <a:gd name="connsiteX36" fmla="*/ 1963386 w 6501199"/>
              <a:gd name="connsiteY36" fmla="*/ 5689210 h 6382977"/>
              <a:gd name="connsiteX37" fmla="*/ 1967706 w 6501199"/>
              <a:gd name="connsiteY37" fmla="*/ 5673008 h 6382977"/>
              <a:gd name="connsiteX38" fmla="*/ 1467302 w 6501199"/>
              <a:gd name="connsiteY38" fmla="*/ 5581922 h 6382977"/>
              <a:gd name="connsiteX39" fmla="*/ 1453622 w 6501199"/>
              <a:gd name="connsiteY39" fmla="*/ 5591282 h 6382977"/>
              <a:gd name="connsiteX40" fmla="*/ 1485662 w 6501199"/>
              <a:gd name="connsiteY40" fmla="*/ 5643486 h 6382977"/>
              <a:gd name="connsiteX41" fmla="*/ 1467302 w 6501199"/>
              <a:gd name="connsiteY41" fmla="*/ 5581922 h 6382977"/>
              <a:gd name="connsiteX42" fmla="*/ 2454663 w 6501199"/>
              <a:gd name="connsiteY42" fmla="*/ 5568266 h 6382977"/>
              <a:gd name="connsiteX43" fmla="*/ 2434388 w 6501199"/>
              <a:gd name="connsiteY43" fmla="*/ 5583921 h 6382977"/>
              <a:gd name="connsiteX44" fmla="*/ 2454663 w 6501199"/>
              <a:gd name="connsiteY44" fmla="*/ 5568266 h 6382977"/>
              <a:gd name="connsiteX45" fmla="*/ 2549669 w 6501199"/>
              <a:gd name="connsiteY45" fmla="*/ 5543550 h 6382977"/>
              <a:gd name="connsiteX46" fmla="*/ 2558587 w 6501199"/>
              <a:gd name="connsiteY46" fmla="*/ 5572478 h 6382977"/>
              <a:gd name="connsiteX47" fmla="*/ 2513638 w 6501199"/>
              <a:gd name="connsiteY47" fmla="*/ 5556956 h 6382977"/>
              <a:gd name="connsiteX48" fmla="*/ 2545031 w 6501199"/>
              <a:gd name="connsiteY48" fmla="*/ 5563658 h 6382977"/>
              <a:gd name="connsiteX49" fmla="*/ 2549669 w 6501199"/>
              <a:gd name="connsiteY49" fmla="*/ 5543550 h 6382977"/>
              <a:gd name="connsiteX50" fmla="*/ 1460462 w 6501199"/>
              <a:gd name="connsiteY50" fmla="*/ 5522878 h 6382977"/>
              <a:gd name="connsiteX51" fmla="*/ 1458302 w 6501199"/>
              <a:gd name="connsiteY51" fmla="*/ 5572922 h 6382977"/>
              <a:gd name="connsiteX52" fmla="*/ 1476302 w 6501199"/>
              <a:gd name="connsiteY52" fmla="*/ 5568601 h 6382977"/>
              <a:gd name="connsiteX53" fmla="*/ 1460462 w 6501199"/>
              <a:gd name="connsiteY53" fmla="*/ 5522878 h 6382977"/>
              <a:gd name="connsiteX54" fmla="*/ 2191815 w 6501199"/>
              <a:gd name="connsiteY54" fmla="*/ 5490491 h 6382977"/>
              <a:gd name="connsiteX55" fmla="*/ 2200671 w 6501199"/>
              <a:gd name="connsiteY55" fmla="*/ 5499435 h 6382977"/>
              <a:gd name="connsiteX56" fmla="*/ 2158163 w 6501199"/>
              <a:gd name="connsiteY56" fmla="*/ 5499435 h 6382977"/>
              <a:gd name="connsiteX57" fmla="*/ 2191815 w 6501199"/>
              <a:gd name="connsiteY57" fmla="*/ 5490491 h 6382977"/>
              <a:gd name="connsiteX58" fmla="*/ 2223615 w 6501199"/>
              <a:gd name="connsiteY58" fmla="*/ 5485713 h 6382977"/>
              <a:gd name="connsiteX59" fmla="*/ 2233422 w 6501199"/>
              <a:gd name="connsiteY59" fmla="*/ 5492248 h 6382977"/>
              <a:gd name="connsiteX60" fmla="*/ 2234454 w 6501199"/>
              <a:gd name="connsiteY60" fmla="*/ 5491038 h 6382977"/>
              <a:gd name="connsiteX61" fmla="*/ 2648288 w 6501199"/>
              <a:gd name="connsiteY61" fmla="*/ 5462587 h 6382977"/>
              <a:gd name="connsiteX62" fmla="*/ 2661607 w 6501199"/>
              <a:gd name="connsiteY62" fmla="*/ 5485447 h 6382977"/>
              <a:gd name="connsiteX63" fmla="*/ 2648288 w 6501199"/>
              <a:gd name="connsiteY63" fmla="*/ 5462587 h 6382977"/>
              <a:gd name="connsiteX64" fmla="*/ 1469462 w 6501199"/>
              <a:gd name="connsiteY64" fmla="*/ 5445472 h 6382977"/>
              <a:gd name="connsiteX65" fmla="*/ 1455782 w 6501199"/>
              <a:gd name="connsiteY65" fmla="*/ 5447993 h 6382977"/>
              <a:gd name="connsiteX66" fmla="*/ 1465142 w 6501199"/>
              <a:gd name="connsiteY66" fmla="*/ 5495516 h 6382977"/>
              <a:gd name="connsiteX67" fmla="*/ 1489982 w 6501199"/>
              <a:gd name="connsiteY67" fmla="*/ 5504876 h 6382977"/>
              <a:gd name="connsiteX68" fmla="*/ 1469462 w 6501199"/>
              <a:gd name="connsiteY68" fmla="*/ 5445472 h 6382977"/>
              <a:gd name="connsiteX69" fmla="*/ 2559622 w 6501199"/>
              <a:gd name="connsiteY69" fmla="*/ 5434012 h 6382977"/>
              <a:gd name="connsiteX70" fmla="*/ 2543925 w 6501199"/>
              <a:gd name="connsiteY70" fmla="*/ 5458196 h 6382977"/>
              <a:gd name="connsiteX71" fmla="*/ 2559622 w 6501199"/>
              <a:gd name="connsiteY71" fmla="*/ 5434012 h 6382977"/>
              <a:gd name="connsiteX72" fmla="*/ 2553087 w 6501199"/>
              <a:gd name="connsiteY72" fmla="*/ 5413341 h 6382977"/>
              <a:gd name="connsiteX73" fmla="*/ 2548726 w 6501199"/>
              <a:gd name="connsiteY73" fmla="*/ 5443173 h 6382977"/>
              <a:gd name="connsiteX74" fmla="*/ 2528012 w 6501199"/>
              <a:gd name="connsiteY74" fmla="*/ 5436261 h 6382977"/>
              <a:gd name="connsiteX75" fmla="*/ 2523288 w 6501199"/>
              <a:gd name="connsiteY75" fmla="*/ 5431895 h 6382977"/>
              <a:gd name="connsiteX76" fmla="*/ 2553087 w 6501199"/>
              <a:gd name="connsiteY76" fmla="*/ 5413341 h 6382977"/>
              <a:gd name="connsiteX77" fmla="*/ 2613743 w 6501199"/>
              <a:gd name="connsiteY77" fmla="*/ 5395731 h 6382977"/>
              <a:gd name="connsiteX78" fmla="*/ 2697554 w 6501199"/>
              <a:gd name="connsiteY78" fmla="*/ 5404848 h 6382977"/>
              <a:gd name="connsiteX79" fmla="*/ 2640751 w 6501199"/>
              <a:gd name="connsiteY79" fmla="*/ 5448391 h 6382977"/>
              <a:gd name="connsiteX80" fmla="*/ 2558782 w 6501199"/>
              <a:gd name="connsiteY80" fmla="*/ 5429885 h 6382977"/>
              <a:gd name="connsiteX81" fmla="*/ 2613743 w 6501199"/>
              <a:gd name="connsiteY81" fmla="*/ 5395731 h 6382977"/>
              <a:gd name="connsiteX82" fmla="*/ 2488206 w 6501199"/>
              <a:gd name="connsiteY82" fmla="*/ 5304197 h 6382977"/>
              <a:gd name="connsiteX83" fmla="*/ 2484143 w 6501199"/>
              <a:gd name="connsiteY83" fmla="*/ 5306138 h 6382977"/>
              <a:gd name="connsiteX84" fmla="*/ 2458972 w 6501199"/>
              <a:gd name="connsiteY84" fmla="*/ 5350103 h 6382977"/>
              <a:gd name="connsiteX85" fmla="*/ 2465524 w 6501199"/>
              <a:gd name="connsiteY85" fmla="*/ 5361080 h 6382977"/>
              <a:gd name="connsiteX86" fmla="*/ 2477045 w 6501199"/>
              <a:gd name="connsiteY86" fmla="*/ 5335878 h 6382977"/>
              <a:gd name="connsiteX87" fmla="*/ 2499727 w 6501199"/>
              <a:gd name="connsiteY87" fmla="*/ 5356400 h 6382977"/>
              <a:gd name="connsiteX88" fmla="*/ 2529250 w 6501199"/>
              <a:gd name="connsiteY88" fmla="*/ 5335878 h 6382977"/>
              <a:gd name="connsiteX89" fmla="*/ 2547612 w 6501199"/>
              <a:gd name="connsiteY89" fmla="*/ 5304197 h 6382977"/>
              <a:gd name="connsiteX90" fmla="*/ 2515569 w 6501199"/>
              <a:gd name="connsiteY90" fmla="*/ 5306357 h 6382977"/>
              <a:gd name="connsiteX91" fmla="*/ 2520249 w 6501199"/>
              <a:gd name="connsiteY91" fmla="*/ 5326878 h 6382977"/>
              <a:gd name="connsiteX92" fmla="*/ 2497567 w 6501199"/>
              <a:gd name="connsiteY92" fmla="*/ 5333718 h 6382977"/>
              <a:gd name="connsiteX93" fmla="*/ 2488206 w 6501199"/>
              <a:gd name="connsiteY93" fmla="*/ 5304197 h 6382977"/>
              <a:gd name="connsiteX94" fmla="*/ 2586136 w 6501199"/>
              <a:gd name="connsiteY94" fmla="*/ 5294837 h 6382977"/>
              <a:gd name="connsiteX95" fmla="*/ 2558773 w 6501199"/>
              <a:gd name="connsiteY95" fmla="*/ 5301677 h 6382977"/>
              <a:gd name="connsiteX96" fmla="*/ 2570295 w 6501199"/>
              <a:gd name="connsiteY96" fmla="*/ 5315358 h 6382977"/>
              <a:gd name="connsiteX97" fmla="*/ 2586136 w 6501199"/>
              <a:gd name="connsiteY97" fmla="*/ 5294837 h 6382977"/>
              <a:gd name="connsiteX98" fmla="*/ 2795926 w 6501199"/>
              <a:gd name="connsiteY98" fmla="*/ 5115905 h 6382977"/>
              <a:gd name="connsiteX99" fmla="*/ 2813450 w 6501199"/>
              <a:gd name="connsiteY99" fmla="*/ 5117819 h 6382977"/>
              <a:gd name="connsiteX100" fmla="*/ 2800132 w 6501199"/>
              <a:gd name="connsiteY100" fmla="*/ 5132013 h 6382977"/>
              <a:gd name="connsiteX101" fmla="*/ 2786813 w 6501199"/>
              <a:gd name="connsiteY101" fmla="*/ 5122675 h 6382977"/>
              <a:gd name="connsiteX102" fmla="*/ 2795926 w 6501199"/>
              <a:gd name="connsiteY102" fmla="*/ 5115905 h 6382977"/>
              <a:gd name="connsiteX103" fmla="*/ 2805134 w 6501199"/>
              <a:gd name="connsiteY103" fmla="*/ 5051425 h 6382977"/>
              <a:gd name="connsiteX104" fmla="*/ 2777777 w 6501199"/>
              <a:gd name="connsiteY104" fmla="*/ 5060374 h 6382977"/>
              <a:gd name="connsiteX105" fmla="*/ 2805134 w 6501199"/>
              <a:gd name="connsiteY105" fmla="*/ 5051425 h 6382977"/>
              <a:gd name="connsiteX106" fmla="*/ 2691234 w 6501199"/>
              <a:gd name="connsiteY106" fmla="*/ 4998292 h 6382977"/>
              <a:gd name="connsiteX107" fmla="*/ 2691133 w 6501199"/>
              <a:gd name="connsiteY107" fmla="*/ 5000874 h 6382977"/>
              <a:gd name="connsiteX108" fmla="*/ 2695228 w 6501199"/>
              <a:gd name="connsiteY108" fmla="*/ 4999262 h 6382977"/>
              <a:gd name="connsiteX109" fmla="*/ 2622500 w 6501199"/>
              <a:gd name="connsiteY109" fmla="*/ 4871816 h 6382977"/>
              <a:gd name="connsiteX110" fmla="*/ 2604498 w 6501199"/>
              <a:gd name="connsiteY110" fmla="*/ 4885497 h 6382977"/>
              <a:gd name="connsiteX111" fmla="*/ 2622500 w 6501199"/>
              <a:gd name="connsiteY111" fmla="*/ 4871816 h 6382977"/>
              <a:gd name="connsiteX112" fmla="*/ 2734112 w 6501199"/>
              <a:gd name="connsiteY112" fmla="*/ 4858136 h 6382977"/>
              <a:gd name="connsiteX113" fmla="*/ 2727271 w 6501199"/>
              <a:gd name="connsiteY113" fmla="*/ 4883337 h 6382977"/>
              <a:gd name="connsiteX114" fmla="*/ 2734112 w 6501199"/>
              <a:gd name="connsiteY114" fmla="*/ 4858136 h 6382977"/>
              <a:gd name="connsiteX115" fmla="*/ 2643976 w 6501199"/>
              <a:gd name="connsiteY115" fmla="*/ 4840208 h 6382977"/>
              <a:gd name="connsiteX116" fmla="*/ 2638342 w 6501199"/>
              <a:gd name="connsiteY116" fmla="*/ 4846976 h 6382977"/>
              <a:gd name="connsiteX117" fmla="*/ 2644706 w 6501199"/>
              <a:gd name="connsiteY117" fmla="*/ 4846976 h 6382977"/>
              <a:gd name="connsiteX118" fmla="*/ 2701570 w 6501199"/>
              <a:gd name="connsiteY118" fmla="*/ 4836655 h 6382977"/>
              <a:gd name="connsiteX119" fmla="*/ 2701288 w 6501199"/>
              <a:gd name="connsiteY119" fmla="*/ 4840353 h 6382977"/>
              <a:gd name="connsiteX120" fmla="*/ 2704589 w 6501199"/>
              <a:gd name="connsiteY120" fmla="*/ 4840135 h 6382977"/>
              <a:gd name="connsiteX121" fmla="*/ 2720430 w 6501199"/>
              <a:gd name="connsiteY121" fmla="*/ 4867136 h 6382977"/>
              <a:gd name="connsiteX122" fmla="*/ 2713590 w 6501199"/>
              <a:gd name="connsiteY122" fmla="*/ 4853456 h 6382977"/>
              <a:gd name="connsiteX123" fmla="*/ 2720430 w 6501199"/>
              <a:gd name="connsiteY123" fmla="*/ 4844455 h 6382977"/>
              <a:gd name="connsiteX124" fmla="*/ 2708099 w 6501199"/>
              <a:gd name="connsiteY124" fmla="*/ 4837390 h 6382977"/>
              <a:gd name="connsiteX125" fmla="*/ 2734112 w 6501199"/>
              <a:gd name="connsiteY125" fmla="*/ 4833295 h 6382977"/>
              <a:gd name="connsiteX126" fmla="*/ 2758954 w 6501199"/>
              <a:gd name="connsiteY126" fmla="*/ 4842295 h 6382977"/>
              <a:gd name="connsiteX127" fmla="*/ 2734112 w 6501199"/>
              <a:gd name="connsiteY127" fmla="*/ 4833295 h 6382977"/>
              <a:gd name="connsiteX128" fmla="*/ 2641267 w 6501199"/>
              <a:gd name="connsiteY128" fmla="*/ 4797518 h 6382977"/>
              <a:gd name="connsiteX129" fmla="*/ 2629341 w 6501199"/>
              <a:gd name="connsiteY129" fmla="*/ 4805933 h 6382977"/>
              <a:gd name="connsiteX130" fmla="*/ 2656704 w 6501199"/>
              <a:gd name="connsiteY130" fmla="*/ 4801253 h 6382977"/>
              <a:gd name="connsiteX131" fmla="*/ 2641267 w 6501199"/>
              <a:gd name="connsiteY131" fmla="*/ 4797518 h 6382977"/>
              <a:gd name="connsiteX132" fmla="*/ 2778352 w 6501199"/>
              <a:gd name="connsiteY132" fmla="*/ 4792753 h 6382977"/>
              <a:gd name="connsiteX133" fmla="*/ 2785302 w 6501199"/>
              <a:gd name="connsiteY133" fmla="*/ 4808174 h 6382977"/>
              <a:gd name="connsiteX134" fmla="*/ 2764588 w 6501199"/>
              <a:gd name="connsiteY134" fmla="*/ 4801280 h 6382977"/>
              <a:gd name="connsiteX135" fmla="*/ 2778352 w 6501199"/>
              <a:gd name="connsiteY135" fmla="*/ 4792753 h 6382977"/>
              <a:gd name="connsiteX136" fmla="*/ 2786317 w 6501199"/>
              <a:gd name="connsiteY136" fmla="*/ 4694328 h 6382977"/>
              <a:gd name="connsiteX137" fmla="*/ 2754634 w 6501199"/>
              <a:gd name="connsiteY137" fmla="*/ 4730690 h 6382977"/>
              <a:gd name="connsiteX138" fmla="*/ 2786317 w 6501199"/>
              <a:gd name="connsiteY138" fmla="*/ 4714849 h 6382977"/>
              <a:gd name="connsiteX139" fmla="*/ 2793158 w 6501199"/>
              <a:gd name="connsiteY139" fmla="*/ 4714849 h 6382977"/>
              <a:gd name="connsiteX140" fmla="*/ 2786317 w 6501199"/>
              <a:gd name="connsiteY140" fmla="*/ 4694328 h 6382977"/>
              <a:gd name="connsiteX141" fmla="*/ 2813680 w 6501199"/>
              <a:gd name="connsiteY141" fmla="*/ 4657966 h 6382977"/>
              <a:gd name="connsiteX142" fmla="*/ 2795318 w 6501199"/>
              <a:gd name="connsiteY142" fmla="*/ 4664807 h 6382977"/>
              <a:gd name="connsiteX143" fmla="*/ 2802159 w 6501199"/>
              <a:gd name="connsiteY143" fmla="*/ 4676327 h 6382977"/>
              <a:gd name="connsiteX144" fmla="*/ 2813680 w 6501199"/>
              <a:gd name="connsiteY144" fmla="*/ 4657966 h 6382977"/>
              <a:gd name="connsiteX145" fmla="*/ 1253460 w 6501199"/>
              <a:gd name="connsiteY145" fmla="*/ 4581053 h 6382977"/>
              <a:gd name="connsiteX146" fmla="*/ 1241940 w 6501199"/>
              <a:gd name="connsiteY146" fmla="*/ 4585734 h 6382977"/>
              <a:gd name="connsiteX147" fmla="*/ 1248780 w 6501199"/>
              <a:gd name="connsiteY147" fmla="*/ 4596894 h 6382977"/>
              <a:gd name="connsiteX148" fmla="*/ 1253460 w 6501199"/>
              <a:gd name="connsiteY148" fmla="*/ 4581053 h 6382977"/>
              <a:gd name="connsiteX149" fmla="*/ 1237620 w 6501199"/>
              <a:gd name="connsiteY149" fmla="*/ 4553692 h 6382977"/>
              <a:gd name="connsiteX150" fmla="*/ 1230780 w 6501199"/>
              <a:gd name="connsiteY150" fmla="*/ 4574213 h 6382977"/>
              <a:gd name="connsiteX151" fmla="*/ 1258140 w 6501199"/>
              <a:gd name="connsiteY151" fmla="*/ 4576733 h 6382977"/>
              <a:gd name="connsiteX152" fmla="*/ 1237620 w 6501199"/>
              <a:gd name="connsiteY152" fmla="*/ 4553692 h 6382977"/>
              <a:gd name="connsiteX153" fmla="*/ 1255620 w 6501199"/>
              <a:gd name="connsiteY153" fmla="*/ 4515169 h 6382977"/>
              <a:gd name="connsiteX154" fmla="*/ 1237620 w 6501199"/>
              <a:gd name="connsiteY154" fmla="*/ 4528850 h 6382977"/>
              <a:gd name="connsiteX155" fmla="*/ 1269300 w 6501199"/>
              <a:gd name="connsiteY155" fmla="*/ 4537850 h 6382977"/>
              <a:gd name="connsiteX156" fmla="*/ 1255620 w 6501199"/>
              <a:gd name="connsiteY156" fmla="*/ 4515169 h 6382977"/>
              <a:gd name="connsiteX157" fmla="*/ 1237620 w 6501199"/>
              <a:gd name="connsiteY157" fmla="*/ 4480966 h 6382977"/>
              <a:gd name="connsiteX158" fmla="*/ 1253460 w 6501199"/>
              <a:gd name="connsiteY158" fmla="*/ 4496808 h 6382977"/>
              <a:gd name="connsiteX159" fmla="*/ 1246620 w 6501199"/>
              <a:gd name="connsiteY159" fmla="*/ 4506168 h 6382977"/>
              <a:gd name="connsiteX160" fmla="*/ 1273980 w 6501199"/>
              <a:gd name="connsiteY160" fmla="*/ 4515169 h 6382977"/>
              <a:gd name="connsiteX161" fmla="*/ 1255620 w 6501199"/>
              <a:gd name="connsiteY161" fmla="*/ 4483487 h 6382977"/>
              <a:gd name="connsiteX162" fmla="*/ 1237620 w 6501199"/>
              <a:gd name="connsiteY162" fmla="*/ 4480966 h 6382977"/>
              <a:gd name="connsiteX163" fmla="*/ 2928150 w 6501199"/>
              <a:gd name="connsiteY163" fmla="*/ 4465086 h 6382977"/>
              <a:gd name="connsiteX164" fmla="*/ 2912225 w 6501199"/>
              <a:gd name="connsiteY164" fmla="*/ 4471634 h 6382977"/>
              <a:gd name="connsiteX165" fmla="*/ 2928150 w 6501199"/>
              <a:gd name="connsiteY165" fmla="*/ 4465086 h 6382977"/>
              <a:gd name="connsiteX166" fmla="*/ 2971294 w 6501199"/>
              <a:gd name="connsiteY166" fmla="*/ 4314555 h 6382977"/>
              <a:gd name="connsiteX167" fmla="*/ 2975313 w 6501199"/>
              <a:gd name="connsiteY167" fmla="*/ 4318794 h 6382977"/>
              <a:gd name="connsiteX168" fmla="*/ 2992838 w 6501199"/>
              <a:gd name="connsiteY168" fmla="*/ 4320924 h 6382977"/>
              <a:gd name="connsiteX169" fmla="*/ 2986178 w 6501199"/>
              <a:gd name="connsiteY169" fmla="*/ 4331932 h 6382977"/>
              <a:gd name="connsiteX170" fmla="*/ 2971294 w 6501199"/>
              <a:gd name="connsiteY170" fmla="*/ 4314555 h 6382977"/>
              <a:gd name="connsiteX171" fmla="*/ 2909090 w 6501199"/>
              <a:gd name="connsiteY171" fmla="*/ 4312350 h 6382977"/>
              <a:gd name="connsiteX172" fmla="*/ 2922772 w 6501199"/>
              <a:gd name="connsiteY172" fmla="*/ 4330351 h 6382977"/>
              <a:gd name="connsiteX173" fmla="*/ 2909090 w 6501199"/>
              <a:gd name="connsiteY173" fmla="*/ 4312350 h 6382977"/>
              <a:gd name="connsiteX174" fmla="*/ 933197 w 6501199"/>
              <a:gd name="connsiteY174" fmla="*/ 4310062 h 6382977"/>
              <a:gd name="connsiteX175" fmla="*/ 971938 w 6501199"/>
              <a:gd name="connsiteY175" fmla="*/ 4330344 h 6382977"/>
              <a:gd name="connsiteX176" fmla="*/ 933197 w 6501199"/>
              <a:gd name="connsiteY176" fmla="*/ 4310062 h 6382977"/>
              <a:gd name="connsiteX177" fmla="*/ 297727 w 6501199"/>
              <a:gd name="connsiteY177" fmla="*/ 4273550 h 6382977"/>
              <a:gd name="connsiteX178" fmla="*/ 311536 w 6501199"/>
              <a:gd name="connsiteY178" fmla="*/ 4280619 h 6382977"/>
              <a:gd name="connsiteX179" fmla="*/ 281738 w 6501199"/>
              <a:gd name="connsiteY179" fmla="*/ 4289921 h 6382977"/>
              <a:gd name="connsiteX180" fmla="*/ 297727 w 6501199"/>
              <a:gd name="connsiteY180" fmla="*/ 4273550 h 6382977"/>
              <a:gd name="connsiteX181" fmla="*/ 838950 w 6501199"/>
              <a:gd name="connsiteY181" fmla="*/ 4219575 h 6382977"/>
              <a:gd name="connsiteX182" fmla="*/ 862391 w 6501199"/>
              <a:gd name="connsiteY182" fmla="*/ 4238259 h 6382977"/>
              <a:gd name="connsiteX183" fmla="*/ 838950 w 6501199"/>
              <a:gd name="connsiteY183" fmla="*/ 4219575 h 6382977"/>
              <a:gd name="connsiteX184" fmla="*/ 3063649 w 6501199"/>
              <a:gd name="connsiteY184" fmla="*/ 4203700 h 6382977"/>
              <a:gd name="connsiteX185" fmla="*/ 3075372 w 6501199"/>
              <a:gd name="connsiteY185" fmla="*/ 4215423 h 6382977"/>
              <a:gd name="connsiteX186" fmla="*/ 3068411 w 6501199"/>
              <a:gd name="connsiteY186" fmla="*/ 4222384 h 6382977"/>
              <a:gd name="connsiteX187" fmla="*/ 3063649 w 6501199"/>
              <a:gd name="connsiteY187" fmla="*/ 4203700 h 6382977"/>
              <a:gd name="connsiteX188" fmla="*/ 2917287 w 6501199"/>
              <a:gd name="connsiteY188" fmla="*/ 4202047 h 6382977"/>
              <a:gd name="connsiteX189" fmla="*/ 2915641 w 6501199"/>
              <a:gd name="connsiteY189" fmla="*/ 4205166 h 6382977"/>
              <a:gd name="connsiteX190" fmla="*/ 2920656 w 6501199"/>
              <a:gd name="connsiteY190" fmla="*/ 4211230 h 6382977"/>
              <a:gd name="connsiteX191" fmla="*/ 2913771 w 6501199"/>
              <a:gd name="connsiteY191" fmla="*/ 4214425 h 6382977"/>
              <a:gd name="connsiteX192" fmla="*/ 2929612 w 6501199"/>
              <a:gd name="connsiteY192" fmla="*/ 4207585 h 6382977"/>
              <a:gd name="connsiteX193" fmla="*/ 2922828 w 6501199"/>
              <a:gd name="connsiteY193" fmla="*/ 4208256 h 6382977"/>
              <a:gd name="connsiteX194" fmla="*/ 3034046 w 6501199"/>
              <a:gd name="connsiteY194" fmla="*/ 4201602 h 6382977"/>
              <a:gd name="connsiteX195" fmla="*/ 3045213 w 6501199"/>
              <a:gd name="connsiteY195" fmla="*/ 4208553 h 6382977"/>
              <a:gd name="connsiteX196" fmla="*/ 3040869 w 6501199"/>
              <a:gd name="connsiteY196" fmla="*/ 4217624 h 6382977"/>
              <a:gd name="connsiteX197" fmla="*/ 3034046 w 6501199"/>
              <a:gd name="connsiteY197" fmla="*/ 4201602 h 6382977"/>
              <a:gd name="connsiteX198" fmla="*/ 2945454 w 6501199"/>
              <a:gd name="connsiteY198" fmla="*/ 4200745 h 6382977"/>
              <a:gd name="connsiteX199" fmla="*/ 2963816 w 6501199"/>
              <a:gd name="connsiteY199" fmla="*/ 4218746 h 6382977"/>
              <a:gd name="connsiteX200" fmla="*/ 2947974 w 6501199"/>
              <a:gd name="connsiteY200" fmla="*/ 4218746 h 6382977"/>
              <a:gd name="connsiteX201" fmla="*/ 2965976 w 6501199"/>
              <a:gd name="connsiteY201" fmla="*/ 4218746 h 6382977"/>
              <a:gd name="connsiteX202" fmla="*/ 2945454 w 6501199"/>
              <a:gd name="connsiteY202" fmla="*/ 4200745 h 6382977"/>
              <a:gd name="connsiteX203" fmla="*/ 1175120 w 6501199"/>
              <a:gd name="connsiteY203" fmla="*/ 4194394 h 6382977"/>
              <a:gd name="connsiteX204" fmla="*/ 1166731 w 6501199"/>
              <a:gd name="connsiteY204" fmla="*/ 4198180 h 6382977"/>
              <a:gd name="connsiteX205" fmla="*/ 1180414 w 6501199"/>
              <a:gd name="connsiteY205" fmla="*/ 4216540 h 6382977"/>
              <a:gd name="connsiteX206" fmla="*/ 1168892 w 6501199"/>
              <a:gd name="connsiteY206" fmla="*/ 4218700 h 6382977"/>
              <a:gd name="connsiteX207" fmla="*/ 1191576 w 6501199"/>
              <a:gd name="connsiteY207" fmla="*/ 4211860 h 6382977"/>
              <a:gd name="connsiteX208" fmla="*/ 1175120 w 6501199"/>
              <a:gd name="connsiteY208" fmla="*/ 4194394 h 6382977"/>
              <a:gd name="connsiteX209" fmla="*/ 3072053 w 6501199"/>
              <a:gd name="connsiteY209" fmla="*/ 4190684 h 6382977"/>
              <a:gd name="connsiteX210" fmla="*/ 3081732 w 6501199"/>
              <a:gd name="connsiteY210" fmla="*/ 4196583 h 6382977"/>
              <a:gd name="connsiteX211" fmla="*/ 3077107 w 6501199"/>
              <a:gd name="connsiteY211" fmla="*/ 4203344 h 6382977"/>
              <a:gd name="connsiteX212" fmla="*/ 3072053 w 6501199"/>
              <a:gd name="connsiteY212" fmla="*/ 4190684 h 6382977"/>
              <a:gd name="connsiteX213" fmla="*/ 3057099 w 6501199"/>
              <a:gd name="connsiteY213" fmla="*/ 4158307 h 6382977"/>
              <a:gd name="connsiteX214" fmla="*/ 3070619 w 6501199"/>
              <a:gd name="connsiteY214" fmla="*/ 4172446 h 6382977"/>
              <a:gd name="connsiteX215" fmla="*/ 3059234 w 6501199"/>
              <a:gd name="connsiteY215" fmla="*/ 4176910 h 6382977"/>
              <a:gd name="connsiteX216" fmla="*/ 3057099 w 6501199"/>
              <a:gd name="connsiteY216" fmla="*/ 4158307 h 6382977"/>
              <a:gd name="connsiteX217" fmla="*/ 3089320 w 6501199"/>
              <a:gd name="connsiteY217" fmla="*/ 4125912 h 6382977"/>
              <a:gd name="connsiteX218" fmla="*/ 3093553 w 6501199"/>
              <a:gd name="connsiteY218" fmla="*/ 4141924 h 6382977"/>
              <a:gd name="connsiteX219" fmla="*/ 3089320 w 6501199"/>
              <a:gd name="connsiteY219" fmla="*/ 4125912 h 6382977"/>
              <a:gd name="connsiteX220" fmla="*/ 3078871 w 6501199"/>
              <a:gd name="connsiteY220" fmla="*/ 4105495 h 6382977"/>
              <a:gd name="connsiteX221" fmla="*/ 3086484 w 6501199"/>
              <a:gd name="connsiteY221" fmla="*/ 4108261 h 6382977"/>
              <a:gd name="connsiteX222" fmla="*/ 3077326 w 6501199"/>
              <a:gd name="connsiteY222" fmla="*/ 4121906 h 6382977"/>
              <a:gd name="connsiteX223" fmla="*/ 3078871 w 6501199"/>
              <a:gd name="connsiteY223" fmla="*/ 4105495 h 6382977"/>
              <a:gd name="connsiteX224" fmla="*/ 870815 w 6501199"/>
              <a:gd name="connsiteY224" fmla="*/ 4083050 h 6382977"/>
              <a:gd name="connsiteX225" fmla="*/ 884624 w 6501199"/>
              <a:gd name="connsiteY225" fmla="*/ 4087701 h 6382977"/>
              <a:gd name="connsiteX226" fmla="*/ 875539 w 6501199"/>
              <a:gd name="connsiteY226" fmla="*/ 4108092 h 6382977"/>
              <a:gd name="connsiteX227" fmla="*/ 857005 w 6501199"/>
              <a:gd name="connsiteY227" fmla="*/ 4094498 h 6382977"/>
              <a:gd name="connsiteX228" fmla="*/ 870815 w 6501199"/>
              <a:gd name="connsiteY228" fmla="*/ 4083050 h 6382977"/>
              <a:gd name="connsiteX229" fmla="*/ 3022840 w 6501199"/>
              <a:gd name="connsiteY229" fmla="*/ 4062104 h 6382977"/>
              <a:gd name="connsiteX230" fmla="*/ 3020702 w 6501199"/>
              <a:gd name="connsiteY230" fmla="*/ 4064298 h 6382977"/>
              <a:gd name="connsiteX231" fmla="*/ 3034383 w 6501199"/>
              <a:gd name="connsiteY231" fmla="*/ 4080139 h 6382977"/>
              <a:gd name="connsiteX232" fmla="*/ 3034383 w 6501199"/>
              <a:gd name="connsiteY232" fmla="*/ 4066458 h 6382977"/>
              <a:gd name="connsiteX233" fmla="*/ 3022840 w 6501199"/>
              <a:gd name="connsiteY233" fmla="*/ 4062104 h 6382977"/>
              <a:gd name="connsiteX234" fmla="*/ 958236 w 6501199"/>
              <a:gd name="connsiteY234" fmla="*/ 4046646 h 6382977"/>
              <a:gd name="connsiteX235" fmla="*/ 955587 w 6501199"/>
              <a:gd name="connsiteY235" fmla="*/ 4052001 h 6382977"/>
              <a:gd name="connsiteX236" fmla="*/ 952853 w 6501199"/>
              <a:gd name="connsiteY236" fmla="*/ 4064253 h 6382977"/>
              <a:gd name="connsiteX237" fmla="*/ 950332 w 6501199"/>
              <a:gd name="connsiteY237" fmla="*/ 4084774 h 6382977"/>
              <a:gd name="connsiteX238" fmla="*/ 982378 w 6501199"/>
              <a:gd name="connsiteY238" fmla="*/ 4084774 h 6382977"/>
              <a:gd name="connsiteX239" fmla="*/ 966985 w 6501199"/>
              <a:gd name="connsiteY239" fmla="*/ 4058701 h 6382977"/>
              <a:gd name="connsiteX240" fmla="*/ 968257 w 6501199"/>
              <a:gd name="connsiteY240" fmla="*/ 4047574 h 6382977"/>
              <a:gd name="connsiteX241" fmla="*/ 960243 w 6501199"/>
              <a:gd name="connsiteY241" fmla="*/ 4050940 h 6382977"/>
              <a:gd name="connsiteX242" fmla="*/ 3093102 w 6501199"/>
              <a:gd name="connsiteY242" fmla="*/ 4039061 h 6382977"/>
              <a:gd name="connsiteX243" fmla="*/ 3107565 w 6501199"/>
              <a:gd name="connsiteY243" fmla="*/ 4048124 h 6382977"/>
              <a:gd name="connsiteX244" fmla="*/ 3100660 w 6501199"/>
              <a:gd name="connsiteY244" fmla="*/ 4068400 h 6382977"/>
              <a:gd name="connsiteX245" fmla="*/ 3096299 w 6501199"/>
              <a:gd name="connsiteY245" fmla="*/ 4057176 h 6382977"/>
              <a:gd name="connsiteX246" fmla="*/ 3102840 w 6501199"/>
              <a:gd name="connsiteY246" fmla="*/ 4048124 h 6382977"/>
              <a:gd name="connsiteX247" fmla="*/ 3096299 w 6501199"/>
              <a:gd name="connsiteY247" fmla="*/ 4048124 h 6382977"/>
              <a:gd name="connsiteX248" fmla="*/ 3093102 w 6501199"/>
              <a:gd name="connsiteY248" fmla="*/ 4039061 h 6382977"/>
              <a:gd name="connsiteX249" fmla="*/ 1034432 w 6501199"/>
              <a:gd name="connsiteY249" fmla="*/ 4034878 h 6382977"/>
              <a:gd name="connsiteX250" fmla="*/ 1030361 w 6501199"/>
              <a:gd name="connsiteY250" fmla="*/ 4036992 h 6382977"/>
              <a:gd name="connsiteX251" fmla="*/ 1026494 w 6501199"/>
              <a:gd name="connsiteY251" fmla="*/ 4038699 h 6382977"/>
              <a:gd name="connsiteX252" fmla="*/ 1050655 w 6501199"/>
              <a:gd name="connsiteY252" fmla="*/ 4052193 h 6382977"/>
              <a:gd name="connsiteX253" fmla="*/ 1089317 w 6501199"/>
              <a:gd name="connsiteY253" fmla="*/ 4073254 h 6382977"/>
              <a:gd name="connsiteX254" fmla="*/ 1093998 w 6501199"/>
              <a:gd name="connsiteY254" fmla="*/ 4050572 h 6382977"/>
              <a:gd name="connsiteX255" fmla="*/ 1040731 w 6501199"/>
              <a:gd name="connsiteY255" fmla="*/ 4035081 h 6382977"/>
              <a:gd name="connsiteX256" fmla="*/ 3004860 w 6501199"/>
              <a:gd name="connsiteY256" fmla="*/ 4032257 h 6382977"/>
              <a:gd name="connsiteX257" fmla="*/ 3002340 w 6501199"/>
              <a:gd name="connsiteY257" fmla="*/ 4041617 h 6382977"/>
              <a:gd name="connsiteX258" fmla="*/ 3027543 w 6501199"/>
              <a:gd name="connsiteY258" fmla="*/ 4052778 h 6382977"/>
              <a:gd name="connsiteX259" fmla="*/ 3004860 w 6501199"/>
              <a:gd name="connsiteY259" fmla="*/ 4032257 h 6382977"/>
              <a:gd name="connsiteX260" fmla="*/ 2943294 w 6501199"/>
              <a:gd name="connsiteY260" fmla="*/ 4027936 h 6382977"/>
              <a:gd name="connsiteX261" fmla="*/ 2936453 w 6501199"/>
              <a:gd name="connsiteY261" fmla="*/ 4048458 h 6382977"/>
              <a:gd name="connsiteX262" fmla="*/ 2943294 w 6501199"/>
              <a:gd name="connsiteY262" fmla="*/ 4027936 h 6382977"/>
              <a:gd name="connsiteX263" fmla="*/ 3082909 w 6501199"/>
              <a:gd name="connsiteY263" fmla="*/ 4016449 h 6382977"/>
              <a:gd name="connsiteX264" fmla="*/ 3080418 w 6501199"/>
              <a:gd name="connsiteY264" fmla="*/ 4035053 h 6382977"/>
              <a:gd name="connsiteX265" fmla="*/ 3082909 w 6501199"/>
              <a:gd name="connsiteY265" fmla="*/ 4016449 h 6382977"/>
              <a:gd name="connsiteX266" fmla="*/ 3000180 w 6501199"/>
              <a:gd name="connsiteY266" fmla="*/ 4016416 h 6382977"/>
              <a:gd name="connsiteX267" fmla="*/ 3018542 w 6501199"/>
              <a:gd name="connsiteY267" fmla="*/ 4039097 h 6382977"/>
              <a:gd name="connsiteX268" fmla="*/ 3000180 w 6501199"/>
              <a:gd name="connsiteY268" fmla="*/ 4016416 h 6382977"/>
              <a:gd name="connsiteX269" fmla="*/ 786503 w 6501199"/>
              <a:gd name="connsiteY269" fmla="*/ 3998010 h 6382977"/>
              <a:gd name="connsiteX270" fmla="*/ 765979 w 6501199"/>
              <a:gd name="connsiteY270" fmla="*/ 4014211 h 6382977"/>
              <a:gd name="connsiteX271" fmla="*/ 782182 w 6501199"/>
              <a:gd name="connsiteY271" fmla="*/ 4014211 h 6382977"/>
              <a:gd name="connsiteX272" fmla="*/ 786503 w 6501199"/>
              <a:gd name="connsiteY272" fmla="*/ 3998010 h 6382977"/>
              <a:gd name="connsiteX273" fmla="*/ 477862 w 6501199"/>
              <a:gd name="connsiteY273" fmla="*/ 3973512 h 6382977"/>
              <a:gd name="connsiteX274" fmla="*/ 436832 w 6501199"/>
              <a:gd name="connsiteY274" fmla="*/ 4078026 h 6382977"/>
              <a:gd name="connsiteX275" fmla="*/ 407319 w 6501199"/>
              <a:gd name="connsiteY275" fmla="*/ 4104962 h 6382977"/>
              <a:gd name="connsiteX276" fmla="*/ 384645 w 6501199"/>
              <a:gd name="connsiteY276" fmla="*/ 4109631 h 6382977"/>
              <a:gd name="connsiteX277" fmla="*/ 375647 w 6501199"/>
              <a:gd name="connsiteY277" fmla="*/ 4134772 h 6382977"/>
              <a:gd name="connsiteX278" fmla="*/ 423155 w 6501199"/>
              <a:gd name="connsiteY278" fmla="*/ 4227793 h 6382977"/>
              <a:gd name="connsiteX279" fmla="*/ 409479 w 6501199"/>
              <a:gd name="connsiteY279" fmla="*/ 4238927 h 6382977"/>
              <a:gd name="connsiteX280" fmla="*/ 370968 w 6501199"/>
              <a:gd name="connsiteY280" fmla="*/ 4207321 h 6382977"/>
              <a:gd name="connsiteX281" fmla="*/ 343615 w 6501199"/>
              <a:gd name="connsiteY281" fmla="*/ 4207321 h 6382977"/>
              <a:gd name="connsiteX282" fmla="*/ 332458 w 6501199"/>
              <a:gd name="connsiteY282" fmla="*/ 4204807 h 6382977"/>
              <a:gd name="connsiteX283" fmla="*/ 339296 w 6501199"/>
              <a:gd name="connsiteY283" fmla="*/ 4236772 h 6382977"/>
              <a:gd name="connsiteX284" fmla="*/ 314102 w 6501199"/>
              <a:gd name="connsiteY284" fmla="*/ 4238927 h 6382977"/>
              <a:gd name="connsiteX285" fmla="*/ 305105 w 6501199"/>
              <a:gd name="connsiteY285" fmla="*/ 4211631 h 6382977"/>
              <a:gd name="connsiteX286" fmla="*/ 289269 w 6501199"/>
              <a:gd name="connsiteY286" fmla="*/ 4139082 h 6382977"/>
              <a:gd name="connsiteX287" fmla="*/ 273073 w 6501199"/>
              <a:gd name="connsiteY287" fmla="*/ 4189004 h 6382977"/>
              <a:gd name="connsiteX288" fmla="*/ 252558 w 6501199"/>
              <a:gd name="connsiteY288" fmla="*/ 4195828 h 6382977"/>
              <a:gd name="connsiteX289" fmla="*/ 264075 w 6501199"/>
              <a:gd name="connsiteY289" fmla="*/ 4127948 h 6382977"/>
              <a:gd name="connsiteX290" fmla="*/ 282430 w 6501199"/>
              <a:gd name="connsiteY290" fmla="*/ 4132258 h 6382977"/>
              <a:gd name="connsiteX291" fmla="*/ 357292 w 6501199"/>
              <a:gd name="connsiteY291" fmla="*/ 4087005 h 6382977"/>
              <a:gd name="connsiteX292" fmla="*/ 355132 w 6501199"/>
              <a:gd name="connsiteY292" fmla="*/ 4073357 h 6382977"/>
              <a:gd name="connsiteX293" fmla="*/ 375647 w 6501199"/>
              <a:gd name="connsiteY293" fmla="*/ 4073357 h 6382977"/>
              <a:gd name="connsiteX294" fmla="*/ 389324 w 6501199"/>
              <a:gd name="connsiteY294" fmla="*/ 4057554 h 6382977"/>
              <a:gd name="connsiteX295" fmla="*/ 382485 w 6501199"/>
              <a:gd name="connsiteY295" fmla="*/ 4046061 h 6382977"/>
              <a:gd name="connsiteX296" fmla="*/ 405160 w 6501199"/>
              <a:gd name="connsiteY296" fmla="*/ 4037082 h 6382977"/>
              <a:gd name="connsiteX297" fmla="*/ 398321 w 6501199"/>
              <a:gd name="connsiteY297" fmla="*/ 4023434 h 6382977"/>
              <a:gd name="connsiteX298" fmla="*/ 436832 w 6501199"/>
              <a:gd name="connsiteY298" fmla="*/ 4005118 h 6382977"/>
              <a:gd name="connsiteX299" fmla="*/ 477862 w 6501199"/>
              <a:gd name="connsiteY299" fmla="*/ 3973512 h 6382977"/>
              <a:gd name="connsiteX300" fmla="*/ 3197641 w 6501199"/>
              <a:gd name="connsiteY300" fmla="*/ 3949049 h 6382977"/>
              <a:gd name="connsiteX301" fmla="*/ 3211906 w 6501199"/>
              <a:gd name="connsiteY301" fmla="*/ 3955381 h 6382977"/>
              <a:gd name="connsiteX302" fmla="*/ 3205108 w 6501199"/>
              <a:gd name="connsiteY302" fmla="*/ 3984782 h 6382977"/>
              <a:gd name="connsiteX303" fmla="*/ 3193660 w 6501199"/>
              <a:gd name="connsiteY303" fmla="*/ 3982302 h 6382977"/>
              <a:gd name="connsiteX304" fmla="*/ 3196165 w 6501199"/>
              <a:gd name="connsiteY304" fmla="*/ 3964591 h 6382977"/>
              <a:gd name="connsiteX305" fmla="*/ 3186863 w 6501199"/>
              <a:gd name="connsiteY305" fmla="*/ 3957860 h 6382977"/>
              <a:gd name="connsiteX306" fmla="*/ 3197641 w 6501199"/>
              <a:gd name="connsiteY306" fmla="*/ 3949049 h 6382977"/>
              <a:gd name="connsiteX307" fmla="*/ 3149995 w 6501199"/>
              <a:gd name="connsiteY307" fmla="*/ 3940664 h 6382977"/>
              <a:gd name="connsiteX308" fmla="*/ 3143242 w 6501199"/>
              <a:gd name="connsiteY308" fmla="*/ 3995377 h 6382977"/>
              <a:gd name="connsiteX309" fmla="*/ 3141110 w 6501199"/>
              <a:gd name="connsiteY309" fmla="*/ 3961181 h 6382977"/>
              <a:gd name="connsiteX310" fmla="*/ 3132224 w 6501199"/>
              <a:gd name="connsiteY310" fmla="*/ 3954342 h 6382977"/>
              <a:gd name="connsiteX311" fmla="*/ 3127604 w 6501199"/>
              <a:gd name="connsiteY311" fmla="*/ 3974860 h 6382977"/>
              <a:gd name="connsiteX312" fmla="*/ 3109478 w 6501199"/>
              <a:gd name="connsiteY312" fmla="*/ 3968021 h 6382977"/>
              <a:gd name="connsiteX313" fmla="*/ 3107346 w 6501199"/>
              <a:gd name="connsiteY313" fmla="*/ 3952183 h 6382977"/>
              <a:gd name="connsiteX314" fmla="*/ 3129736 w 6501199"/>
              <a:gd name="connsiteY314" fmla="*/ 3950023 h 6382977"/>
              <a:gd name="connsiteX315" fmla="*/ 3122984 w 6501199"/>
              <a:gd name="connsiteY315" fmla="*/ 3947503 h 6382977"/>
              <a:gd name="connsiteX316" fmla="*/ 3149995 w 6501199"/>
              <a:gd name="connsiteY316" fmla="*/ 3940664 h 6382977"/>
              <a:gd name="connsiteX317" fmla="*/ 3086589 w 6501199"/>
              <a:gd name="connsiteY317" fmla="*/ 3900490 h 6382977"/>
              <a:gd name="connsiteX318" fmla="*/ 3079748 w 6501199"/>
              <a:gd name="connsiteY318" fmla="*/ 3909491 h 6382977"/>
              <a:gd name="connsiteX319" fmla="*/ 3091269 w 6501199"/>
              <a:gd name="connsiteY319" fmla="*/ 3925332 h 6382977"/>
              <a:gd name="connsiteX320" fmla="*/ 3086589 w 6501199"/>
              <a:gd name="connsiteY320" fmla="*/ 3900490 h 6382977"/>
              <a:gd name="connsiteX321" fmla="*/ 283987 w 6501199"/>
              <a:gd name="connsiteY321" fmla="*/ 3894137 h 6382977"/>
              <a:gd name="connsiteX322" fmla="*/ 263250 w 6501199"/>
              <a:gd name="connsiteY322" fmla="*/ 3936646 h 6382977"/>
              <a:gd name="connsiteX323" fmla="*/ 283987 w 6501199"/>
              <a:gd name="connsiteY323" fmla="*/ 3894137 h 6382977"/>
              <a:gd name="connsiteX324" fmla="*/ 3250186 w 6501199"/>
              <a:gd name="connsiteY324" fmla="*/ 3890962 h 6382977"/>
              <a:gd name="connsiteX325" fmla="*/ 3241367 w 6501199"/>
              <a:gd name="connsiteY325" fmla="*/ 3904359 h 6382977"/>
              <a:gd name="connsiteX326" fmla="*/ 3250186 w 6501199"/>
              <a:gd name="connsiteY326" fmla="*/ 3890962 h 6382977"/>
              <a:gd name="connsiteX327" fmla="*/ 336840 w 6501199"/>
              <a:gd name="connsiteY327" fmla="*/ 3886200 h 6382977"/>
              <a:gd name="connsiteX328" fmla="*/ 369115 w 6501199"/>
              <a:gd name="connsiteY328" fmla="*/ 3886200 h 6382977"/>
              <a:gd name="connsiteX329" fmla="*/ 398850 w 6501199"/>
              <a:gd name="connsiteY329" fmla="*/ 3897136 h 6382977"/>
              <a:gd name="connsiteX330" fmla="*/ 369115 w 6501199"/>
              <a:gd name="connsiteY330" fmla="*/ 3923947 h 6382977"/>
              <a:gd name="connsiteX331" fmla="*/ 341555 w 6501199"/>
              <a:gd name="connsiteY331" fmla="*/ 3901722 h 6382977"/>
              <a:gd name="connsiteX332" fmla="*/ 343730 w 6501199"/>
              <a:gd name="connsiteY332" fmla="*/ 3913011 h 6382977"/>
              <a:gd name="connsiteX333" fmla="*/ 336840 w 6501199"/>
              <a:gd name="connsiteY333" fmla="*/ 3886200 h 6382977"/>
              <a:gd name="connsiteX334" fmla="*/ 3209495 w 6501199"/>
              <a:gd name="connsiteY334" fmla="*/ 3884432 h 6382977"/>
              <a:gd name="connsiteX335" fmla="*/ 3218705 w 6501199"/>
              <a:gd name="connsiteY335" fmla="*/ 3891262 h 6382977"/>
              <a:gd name="connsiteX336" fmla="*/ 3218705 w 6501199"/>
              <a:gd name="connsiteY336" fmla="*/ 3907077 h 6382977"/>
              <a:gd name="connsiteX337" fmla="*/ 3238896 w 6501199"/>
              <a:gd name="connsiteY337" fmla="*/ 3931878 h 6382977"/>
              <a:gd name="connsiteX338" fmla="*/ 3216225 w 6501199"/>
              <a:gd name="connsiteY338" fmla="*/ 3920735 h 6382977"/>
              <a:gd name="connsiteX339" fmla="*/ 3198514 w 6501199"/>
              <a:gd name="connsiteY339" fmla="*/ 3893418 h 6382977"/>
              <a:gd name="connsiteX340" fmla="*/ 3209495 w 6501199"/>
              <a:gd name="connsiteY340" fmla="*/ 3884432 h 6382977"/>
              <a:gd name="connsiteX341" fmla="*/ 3143475 w 6501199"/>
              <a:gd name="connsiteY341" fmla="*/ 3882130 h 6382977"/>
              <a:gd name="connsiteX342" fmla="*/ 3163997 w 6501199"/>
              <a:gd name="connsiteY342" fmla="*/ 3900490 h 6382977"/>
              <a:gd name="connsiteX343" fmla="*/ 3163997 w 6501199"/>
              <a:gd name="connsiteY343" fmla="*/ 3884650 h 6382977"/>
              <a:gd name="connsiteX344" fmla="*/ 3143475 w 6501199"/>
              <a:gd name="connsiteY344" fmla="*/ 3882130 h 6382977"/>
              <a:gd name="connsiteX345" fmla="*/ 3102430 w 6501199"/>
              <a:gd name="connsiteY345" fmla="*/ 3873129 h 6382977"/>
              <a:gd name="connsiteX346" fmla="*/ 3091269 w 6501199"/>
              <a:gd name="connsiteY346" fmla="*/ 3879970 h 6382977"/>
              <a:gd name="connsiteX347" fmla="*/ 3102430 w 6501199"/>
              <a:gd name="connsiteY347" fmla="*/ 3902650 h 6382977"/>
              <a:gd name="connsiteX348" fmla="*/ 3116112 w 6501199"/>
              <a:gd name="connsiteY348" fmla="*/ 3900490 h 6382977"/>
              <a:gd name="connsiteX349" fmla="*/ 3102430 w 6501199"/>
              <a:gd name="connsiteY349" fmla="*/ 3873129 h 6382977"/>
              <a:gd name="connsiteX350" fmla="*/ 3223830 w 6501199"/>
              <a:gd name="connsiteY350" fmla="*/ 3872518 h 6382977"/>
              <a:gd name="connsiteX351" fmla="*/ 3237307 w 6501199"/>
              <a:gd name="connsiteY351" fmla="*/ 3874840 h 6382977"/>
              <a:gd name="connsiteX352" fmla="*/ 3221651 w 6501199"/>
              <a:gd name="connsiteY352" fmla="*/ 3890612 h 6382977"/>
              <a:gd name="connsiteX353" fmla="*/ 3217025 w 6501199"/>
              <a:gd name="connsiteY353" fmla="*/ 3881499 h 6382977"/>
              <a:gd name="connsiteX354" fmla="*/ 3223830 w 6501199"/>
              <a:gd name="connsiteY354" fmla="*/ 3872518 h 6382977"/>
              <a:gd name="connsiteX355" fmla="*/ 3163997 w 6501199"/>
              <a:gd name="connsiteY355" fmla="*/ 3857288 h 6382977"/>
              <a:gd name="connsiteX356" fmla="*/ 3159676 w 6501199"/>
              <a:gd name="connsiteY356" fmla="*/ 3870969 h 6382977"/>
              <a:gd name="connsiteX357" fmla="*/ 3168677 w 6501199"/>
              <a:gd name="connsiteY357" fmla="*/ 3893650 h 6382977"/>
              <a:gd name="connsiteX358" fmla="*/ 3163997 w 6501199"/>
              <a:gd name="connsiteY358" fmla="*/ 3857288 h 6382977"/>
              <a:gd name="connsiteX359" fmla="*/ 3134474 w 6501199"/>
              <a:gd name="connsiteY359" fmla="*/ 3825247 h 6382977"/>
              <a:gd name="connsiteX360" fmla="*/ 3132314 w 6501199"/>
              <a:gd name="connsiteY360" fmla="*/ 3836767 h 6382977"/>
              <a:gd name="connsiteX361" fmla="*/ 3132314 w 6501199"/>
              <a:gd name="connsiteY361" fmla="*/ 3850448 h 6382977"/>
              <a:gd name="connsiteX362" fmla="*/ 3148155 w 6501199"/>
              <a:gd name="connsiteY362" fmla="*/ 3870969 h 6382977"/>
              <a:gd name="connsiteX363" fmla="*/ 3154996 w 6501199"/>
              <a:gd name="connsiteY363" fmla="*/ 3854768 h 6382977"/>
              <a:gd name="connsiteX364" fmla="*/ 3134474 w 6501199"/>
              <a:gd name="connsiteY364" fmla="*/ 3825247 h 6382977"/>
              <a:gd name="connsiteX365" fmla="*/ 3112208 w 6501199"/>
              <a:gd name="connsiteY365" fmla="*/ 3818277 h 6382977"/>
              <a:gd name="connsiteX366" fmla="*/ 3109271 w 6501199"/>
              <a:gd name="connsiteY366" fmla="*/ 3825247 h 6382977"/>
              <a:gd name="connsiteX367" fmla="*/ 3125473 w 6501199"/>
              <a:gd name="connsiteY367" fmla="*/ 3845768 h 6382977"/>
              <a:gd name="connsiteX368" fmla="*/ 3112208 w 6501199"/>
              <a:gd name="connsiteY368" fmla="*/ 3818277 h 6382977"/>
              <a:gd name="connsiteX369" fmla="*/ 3214485 w 6501199"/>
              <a:gd name="connsiteY369" fmla="*/ 3816350 h 6382977"/>
              <a:gd name="connsiteX370" fmla="*/ 3242062 w 6501199"/>
              <a:gd name="connsiteY370" fmla="*/ 3825320 h 6382977"/>
              <a:gd name="connsiteX371" fmla="*/ 3205414 w 6501199"/>
              <a:gd name="connsiteY371" fmla="*/ 3868378 h 6382977"/>
              <a:gd name="connsiteX372" fmla="*/ 3196342 w 6501199"/>
              <a:gd name="connsiteY372" fmla="*/ 3845773 h 6382977"/>
              <a:gd name="connsiteX373" fmla="*/ 3191625 w 6501199"/>
              <a:gd name="connsiteY373" fmla="*/ 3847926 h 6382977"/>
              <a:gd name="connsiteX374" fmla="*/ 3214485 w 6501199"/>
              <a:gd name="connsiteY374" fmla="*/ 3816350 h 6382977"/>
              <a:gd name="connsiteX375" fmla="*/ 3389293 w 6501199"/>
              <a:gd name="connsiteY375" fmla="*/ 3814091 h 6382977"/>
              <a:gd name="connsiteX376" fmla="*/ 3382895 w 6501199"/>
              <a:gd name="connsiteY376" fmla="*/ 3834125 h 6382977"/>
              <a:gd name="connsiteX377" fmla="*/ 3389293 w 6501199"/>
              <a:gd name="connsiteY377" fmla="*/ 3814091 h 6382977"/>
              <a:gd name="connsiteX378" fmla="*/ 3435242 w 6501199"/>
              <a:gd name="connsiteY378" fmla="*/ 3811331 h 6382977"/>
              <a:gd name="connsiteX379" fmla="*/ 3445275 w 6501199"/>
              <a:gd name="connsiteY379" fmla="*/ 3823369 h 6382977"/>
              <a:gd name="connsiteX380" fmla="*/ 3423194 w 6501199"/>
              <a:gd name="connsiteY380" fmla="*/ 3830274 h 6382977"/>
              <a:gd name="connsiteX381" fmla="*/ 3418638 w 6501199"/>
              <a:gd name="connsiteY381" fmla="*/ 3816464 h 6382977"/>
              <a:gd name="connsiteX382" fmla="*/ 3435242 w 6501199"/>
              <a:gd name="connsiteY382" fmla="*/ 3811331 h 6382977"/>
              <a:gd name="connsiteX383" fmla="*/ 3344611 w 6501199"/>
              <a:gd name="connsiteY383" fmla="*/ 3806825 h 6382977"/>
              <a:gd name="connsiteX384" fmla="*/ 3344611 w 6501199"/>
              <a:gd name="connsiteY384" fmla="*/ 3811086 h 6382977"/>
              <a:gd name="connsiteX385" fmla="*/ 3351596 w 6501199"/>
              <a:gd name="connsiteY385" fmla="*/ 3820318 h 6382977"/>
              <a:gd name="connsiteX386" fmla="*/ 3317038 w 6501199"/>
              <a:gd name="connsiteY386" fmla="*/ 3831326 h 6382977"/>
              <a:gd name="connsiteX387" fmla="*/ 3344611 w 6501199"/>
              <a:gd name="connsiteY387" fmla="*/ 3806825 h 6382977"/>
              <a:gd name="connsiteX388" fmla="*/ 3285972 w 6501199"/>
              <a:gd name="connsiteY388" fmla="*/ 3802590 h 6382977"/>
              <a:gd name="connsiteX389" fmla="*/ 3296036 w 6501199"/>
              <a:gd name="connsiteY389" fmla="*/ 3811753 h 6382977"/>
              <a:gd name="connsiteX390" fmla="*/ 3277467 w 6501199"/>
              <a:gd name="connsiteY390" fmla="*/ 3832011 h 6382977"/>
              <a:gd name="connsiteX391" fmla="*/ 3261447 w 6501199"/>
              <a:gd name="connsiteY391" fmla="*/ 3829879 h 6382977"/>
              <a:gd name="connsiteX392" fmla="*/ 3285972 w 6501199"/>
              <a:gd name="connsiteY392" fmla="*/ 3802590 h 6382977"/>
              <a:gd name="connsiteX393" fmla="*/ 3136634 w 6501199"/>
              <a:gd name="connsiteY393" fmla="*/ 3795726 h 6382977"/>
              <a:gd name="connsiteX394" fmla="*/ 3163997 w 6501199"/>
              <a:gd name="connsiteY394" fmla="*/ 3845768 h 6382977"/>
              <a:gd name="connsiteX395" fmla="*/ 3175518 w 6501199"/>
              <a:gd name="connsiteY395" fmla="*/ 3843608 h 6382977"/>
              <a:gd name="connsiteX396" fmla="*/ 3157156 w 6501199"/>
              <a:gd name="connsiteY396" fmla="*/ 3800406 h 6382977"/>
              <a:gd name="connsiteX397" fmla="*/ 3136634 w 6501199"/>
              <a:gd name="connsiteY397" fmla="*/ 3795726 h 6382977"/>
              <a:gd name="connsiteX398" fmla="*/ 3345766 w 6501199"/>
              <a:gd name="connsiteY398" fmla="*/ 3792420 h 6382977"/>
              <a:gd name="connsiteX399" fmla="*/ 3344025 w 6501199"/>
              <a:gd name="connsiteY399" fmla="*/ 3796593 h 6382977"/>
              <a:gd name="connsiteX400" fmla="*/ 3344341 w 6501199"/>
              <a:gd name="connsiteY400" fmla="*/ 3792682 h 6382977"/>
              <a:gd name="connsiteX401" fmla="*/ 3184519 w 6501199"/>
              <a:gd name="connsiteY401" fmla="*/ 3779885 h 6382977"/>
              <a:gd name="connsiteX402" fmla="*/ 3186679 w 6501199"/>
              <a:gd name="connsiteY402" fmla="*/ 3793565 h 6382977"/>
              <a:gd name="connsiteX403" fmla="*/ 3202521 w 6501199"/>
              <a:gd name="connsiteY403" fmla="*/ 3782045 h 6382977"/>
              <a:gd name="connsiteX404" fmla="*/ 3184519 w 6501199"/>
              <a:gd name="connsiteY404" fmla="*/ 3779885 h 6382977"/>
              <a:gd name="connsiteX405" fmla="*/ 3389806 w 6501199"/>
              <a:gd name="connsiteY405" fmla="*/ 3778250 h 6382977"/>
              <a:gd name="connsiteX406" fmla="*/ 3385120 w 6501199"/>
              <a:gd name="connsiteY406" fmla="*/ 3801268 h 6382977"/>
              <a:gd name="connsiteX407" fmla="*/ 3391969 w 6501199"/>
              <a:gd name="connsiteY407" fmla="*/ 3782926 h 6382977"/>
              <a:gd name="connsiteX408" fmla="*/ 3426215 w 6501199"/>
              <a:gd name="connsiteY408" fmla="*/ 3794435 h 6382977"/>
              <a:gd name="connsiteX409" fmla="*/ 3389806 w 6501199"/>
              <a:gd name="connsiteY409" fmla="*/ 3798751 h 6382977"/>
              <a:gd name="connsiteX410" fmla="*/ 3396655 w 6501199"/>
              <a:gd name="connsiteY410" fmla="*/ 3808102 h 6382977"/>
              <a:gd name="connsiteX411" fmla="*/ 3369259 w 6501199"/>
              <a:gd name="connsiteY411" fmla="*/ 3796593 h 6382977"/>
              <a:gd name="connsiteX412" fmla="*/ 3357724 w 6501199"/>
              <a:gd name="connsiteY412" fmla="*/ 3810260 h 6382977"/>
              <a:gd name="connsiteX413" fmla="*/ 3344025 w 6501199"/>
              <a:gd name="connsiteY413" fmla="*/ 3801268 h 6382977"/>
              <a:gd name="connsiteX414" fmla="*/ 3346549 w 6501199"/>
              <a:gd name="connsiteY414" fmla="*/ 3792277 h 6382977"/>
              <a:gd name="connsiteX415" fmla="*/ 3345766 w 6501199"/>
              <a:gd name="connsiteY415" fmla="*/ 3792420 h 6382977"/>
              <a:gd name="connsiteX416" fmla="*/ 3348621 w 6501199"/>
              <a:gd name="connsiteY416" fmla="*/ 3785578 h 6382977"/>
              <a:gd name="connsiteX417" fmla="*/ 3360247 w 6501199"/>
              <a:gd name="connsiteY417" fmla="*/ 3782926 h 6382977"/>
              <a:gd name="connsiteX418" fmla="*/ 3389806 w 6501199"/>
              <a:gd name="connsiteY418" fmla="*/ 3778250 h 6382977"/>
              <a:gd name="connsiteX419" fmla="*/ 3429387 w 6501199"/>
              <a:gd name="connsiteY419" fmla="*/ 3750072 h 6382977"/>
              <a:gd name="connsiteX420" fmla="*/ 3404350 w 6501199"/>
              <a:gd name="connsiteY420" fmla="*/ 3769957 h 6382977"/>
              <a:gd name="connsiteX421" fmla="*/ 3429387 w 6501199"/>
              <a:gd name="connsiteY421" fmla="*/ 3750072 h 6382977"/>
              <a:gd name="connsiteX422" fmla="*/ 3447952 w 6501199"/>
              <a:gd name="connsiteY422" fmla="*/ 3748432 h 6382977"/>
              <a:gd name="connsiteX423" fmla="*/ 3472260 w 6501199"/>
              <a:gd name="connsiteY423" fmla="*/ 3757846 h 6382977"/>
              <a:gd name="connsiteX424" fmla="*/ 3447566 w 6501199"/>
              <a:gd name="connsiteY424" fmla="*/ 3753192 h 6382977"/>
              <a:gd name="connsiteX425" fmla="*/ 3447952 w 6501199"/>
              <a:gd name="connsiteY425" fmla="*/ 3748432 h 6382977"/>
              <a:gd name="connsiteX426" fmla="*/ 4356488 w 6501199"/>
              <a:gd name="connsiteY426" fmla="*/ 3736304 h 6382977"/>
              <a:gd name="connsiteX427" fmla="*/ 4310813 w 6501199"/>
              <a:gd name="connsiteY427" fmla="*/ 3752045 h 6382977"/>
              <a:gd name="connsiteX428" fmla="*/ 4356488 w 6501199"/>
              <a:gd name="connsiteY428" fmla="*/ 3736304 h 6382977"/>
              <a:gd name="connsiteX429" fmla="*/ 4426341 w 6501199"/>
              <a:gd name="connsiteY429" fmla="*/ 3729581 h 6382977"/>
              <a:gd name="connsiteX430" fmla="*/ 4369550 w 6501199"/>
              <a:gd name="connsiteY430" fmla="*/ 3747724 h 6382977"/>
              <a:gd name="connsiteX431" fmla="*/ 4426341 w 6501199"/>
              <a:gd name="connsiteY431" fmla="*/ 3729581 h 6382977"/>
              <a:gd name="connsiteX432" fmla="*/ 3909785 w 6501199"/>
              <a:gd name="connsiteY432" fmla="*/ 3704880 h 6382977"/>
              <a:gd name="connsiteX433" fmla="*/ 3932634 w 6501199"/>
              <a:gd name="connsiteY433" fmla="*/ 3714601 h 6382977"/>
              <a:gd name="connsiteX434" fmla="*/ 3914922 w 6501199"/>
              <a:gd name="connsiteY434" fmla="*/ 3719066 h 6382977"/>
              <a:gd name="connsiteX435" fmla="*/ 3890125 w 6501199"/>
              <a:gd name="connsiteY435" fmla="*/ 3721670 h 6382977"/>
              <a:gd name="connsiteX436" fmla="*/ 3909785 w 6501199"/>
              <a:gd name="connsiteY436" fmla="*/ 3704880 h 6382977"/>
              <a:gd name="connsiteX437" fmla="*/ 110597 w 6501199"/>
              <a:gd name="connsiteY437" fmla="*/ 3681412 h 6382977"/>
              <a:gd name="connsiteX438" fmla="*/ 130574 w 6501199"/>
              <a:gd name="connsiteY438" fmla="*/ 3700096 h 6382977"/>
              <a:gd name="connsiteX439" fmla="*/ 103938 w 6501199"/>
              <a:gd name="connsiteY439" fmla="*/ 3693135 h 6382977"/>
              <a:gd name="connsiteX440" fmla="*/ 110597 w 6501199"/>
              <a:gd name="connsiteY440" fmla="*/ 3681412 h 6382977"/>
              <a:gd name="connsiteX441" fmla="*/ 4488713 w 6501199"/>
              <a:gd name="connsiteY441" fmla="*/ 3680970 h 6382977"/>
              <a:gd name="connsiteX442" fmla="*/ 4486301 w 6501199"/>
              <a:gd name="connsiteY442" fmla="*/ 3682688 h 6382977"/>
              <a:gd name="connsiteX443" fmla="*/ 4488406 w 6501199"/>
              <a:gd name="connsiteY443" fmla="*/ 3685009 h 6382977"/>
              <a:gd name="connsiteX444" fmla="*/ 4491195 w 6501199"/>
              <a:gd name="connsiteY444" fmla="*/ 3681126 h 6382977"/>
              <a:gd name="connsiteX445" fmla="*/ 4962922 w 6501199"/>
              <a:gd name="connsiteY445" fmla="*/ 3652837 h 6382977"/>
              <a:gd name="connsiteX446" fmla="*/ 4933994 w 6501199"/>
              <a:gd name="connsiteY446" fmla="*/ 3680043 h 6382977"/>
              <a:gd name="connsiteX447" fmla="*/ 4962922 w 6501199"/>
              <a:gd name="connsiteY447" fmla="*/ 3652837 h 6382977"/>
              <a:gd name="connsiteX448" fmla="*/ 589713 w 6501199"/>
              <a:gd name="connsiteY448" fmla="*/ 3652837 h 6382977"/>
              <a:gd name="connsiteX449" fmla="*/ 605678 w 6501199"/>
              <a:gd name="connsiteY449" fmla="*/ 3654953 h 6382977"/>
              <a:gd name="connsiteX450" fmla="*/ 598784 w 6501199"/>
              <a:gd name="connsiteY450" fmla="*/ 3668359 h 6382977"/>
              <a:gd name="connsiteX451" fmla="*/ 589713 w 6501199"/>
              <a:gd name="connsiteY451" fmla="*/ 3652837 h 6382977"/>
              <a:gd name="connsiteX452" fmla="*/ 3518747 w 6501199"/>
              <a:gd name="connsiteY452" fmla="*/ 3652365 h 6382977"/>
              <a:gd name="connsiteX453" fmla="*/ 3509633 w 6501199"/>
              <a:gd name="connsiteY453" fmla="*/ 3670440 h 6382977"/>
              <a:gd name="connsiteX454" fmla="*/ 3500272 w 6501199"/>
              <a:gd name="connsiteY454" fmla="*/ 3677280 h 6382977"/>
              <a:gd name="connsiteX455" fmla="*/ 3527635 w 6501199"/>
              <a:gd name="connsiteY455" fmla="*/ 3652438 h 6382977"/>
              <a:gd name="connsiteX456" fmla="*/ 3518747 w 6501199"/>
              <a:gd name="connsiteY456" fmla="*/ 3652365 h 6382977"/>
              <a:gd name="connsiteX457" fmla="*/ 3450227 w 6501199"/>
              <a:gd name="connsiteY457" fmla="*/ 3647758 h 6382977"/>
              <a:gd name="connsiteX458" fmla="*/ 3450902 w 6501199"/>
              <a:gd name="connsiteY458" fmla="*/ 3665534 h 6382977"/>
              <a:gd name="connsiteX459" fmla="*/ 3450366 w 6501199"/>
              <a:gd name="connsiteY459" fmla="*/ 3668232 h 6382977"/>
              <a:gd name="connsiteX460" fmla="*/ 3455888 w 6501199"/>
              <a:gd name="connsiteY460" fmla="*/ 3675867 h 6382977"/>
              <a:gd name="connsiteX461" fmla="*/ 3456663 w 6501199"/>
              <a:gd name="connsiteY461" fmla="*/ 3674310 h 6382977"/>
              <a:gd name="connsiteX462" fmla="*/ 3461748 w 6501199"/>
              <a:gd name="connsiteY462" fmla="*/ 3663959 h 6382977"/>
              <a:gd name="connsiteX463" fmla="*/ 3466429 w 6501199"/>
              <a:gd name="connsiteY463" fmla="*/ 3663959 h 6382977"/>
              <a:gd name="connsiteX464" fmla="*/ 3450227 w 6501199"/>
              <a:gd name="connsiteY464" fmla="*/ 3647758 h 6382977"/>
              <a:gd name="connsiteX465" fmla="*/ 15732 w 6501199"/>
              <a:gd name="connsiteY465" fmla="*/ 3643312 h 6382977"/>
              <a:gd name="connsiteX466" fmla="*/ 4454 w 6501199"/>
              <a:gd name="connsiteY466" fmla="*/ 3660951 h 6382977"/>
              <a:gd name="connsiteX467" fmla="*/ 15732 w 6501199"/>
              <a:gd name="connsiteY467" fmla="*/ 3643312 h 6382977"/>
              <a:gd name="connsiteX468" fmla="*/ 4713676 w 6501199"/>
              <a:gd name="connsiteY468" fmla="*/ 3641725 h 6382977"/>
              <a:gd name="connsiteX469" fmla="*/ 4693400 w 6501199"/>
              <a:gd name="connsiteY469" fmla="*/ 3665171 h 6382977"/>
              <a:gd name="connsiteX470" fmla="*/ 4693400 w 6501199"/>
              <a:gd name="connsiteY470" fmla="*/ 3644289 h 6382977"/>
              <a:gd name="connsiteX471" fmla="*/ 4713676 w 6501199"/>
              <a:gd name="connsiteY471" fmla="*/ 3641725 h 6382977"/>
              <a:gd name="connsiteX472" fmla="*/ 3866283 w 6501199"/>
              <a:gd name="connsiteY472" fmla="*/ 3638734 h 6382977"/>
              <a:gd name="connsiteX473" fmla="*/ 3865514 w 6501199"/>
              <a:gd name="connsiteY473" fmla="*/ 3645784 h 6382977"/>
              <a:gd name="connsiteX474" fmla="*/ 3853109 w 6501199"/>
              <a:gd name="connsiteY474" fmla="*/ 3663959 h 6382977"/>
              <a:gd name="connsiteX475" fmla="*/ 3887313 w 6501199"/>
              <a:gd name="connsiteY475" fmla="*/ 3657119 h 6382977"/>
              <a:gd name="connsiteX476" fmla="*/ 3874082 w 6501199"/>
              <a:gd name="connsiteY476" fmla="*/ 3642808 h 6382977"/>
              <a:gd name="connsiteX477" fmla="*/ 3873702 w 6501199"/>
              <a:gd name="connsiteY477" fmla="*/ 3639666 h 6382977"/>
              <a:gd name="connsiteX478" fmla="*/ 57528 w 6501199"/>
              <a:gd name="connsiteY478" fmla="*/ 3638550 h 6382977"/>
              <a:gd name="connsiteX479" fmla="*/ 34088 w 6501199"/>
              <a:gd name="connsiteY479" fmla="*/ 3665187 h 6382977"/>
              <a:gd name="connsiteX480" fmla="*/ 57528 w 6501199"/>
              <a:gd name="connsiteY480" fmla="*/ 3638550 h 6382977"/>
              <a:gd name="connsiteX481" fmla="*/ 3757295 w 6501199"/>
              <a:gd name="connsiteY481" fmla="*/ 3627393 h 6382977"/>
              <a:gd name="connsiteX482" fmla="*/ 3757339 w 6501199"/>
              <a:gd name="connsiteY482" fmla="*/ 3627597 h 6382977"/>
              <a:gd name="connsiteX483" fmla="*/ 3759464 w 6501199"/>
              <a:gd name="connsiteY483" fmla="*/ 3627543 h 6382977"/>
              <a:gd name="connsiteX484" fmla="*/ 3737419 w 6501199"/>
              <a:gd name="connsiteY484" fmla="*/ 3623937 h 6382977"/>
              <a:gd name="connsiteX485" fmla="*/ 3737177 w 6501199"/>
              <a:gd name="connsiteY485" fmla="*/ 3625077 h 6382977"/>
              <a:gd name="connsiteX486" fmla="*/ 3741065 w 6501199"/>
              <a:gd name="connsiteY486" fmla="*/ 3624634 h 6382977"/>
              <a:gd name="connsiteX487" fmla="*/ 3712143 w 6501199"/>
              <a:gd name="connsiteY487" fmla="*/ 3619108 h 6382977"/>
              <a:gd name="connsiteX488" fmla="*/ 3711974 w 6501199"/>
              <a:gd name="connsiteY488" fmla="*/ 3620757 h 6382977"/>
              <a:gd name="connsiteX489" fmla="*/ 3725656 w 6501199"/>
              <a:gd name="connsiteY489" fmla="*/ 3625077 h 6382977"/>
              <a:gd name="connsiteX490" fmla="*/ 3726465 w 6501199"/>
              <a:gd name="connsiteY490" fmla="*/ 3621844 h 6382977"/>
              <a:gd name="connsiteX491" fmla="*/ 4663092 w 6501199"/>
              <a:gd name="connsiteY491" fmla="*/ 3617429 h 6382977"/>
              <a:gd name="connsiteX492" fmla="*/ 4702565 w 6501199"/>
              <a:gd name="connsiteY492" fmla="*/ 3621566 h 6382977"/>
              <a:gd name="connsiteX493" fmla="*/ 4605899 w 6501199"/>
              <a:gd name="connsiteY493" fmla="*/ 3683731 h 6382977"/>
              <a:gd name="connsiteX494" fmla="*/ 4596660 w 6501199"/>
              <a:gd name="connsiteY494" fmla="*/ 3683843 h 6382977"/>
              <a:gd name="connsiteX495" fmla="*/ 4595002 w 6501199"/>
              <a:gd name="connsiteY495" fmla="*/ 3684234 h 6382977"/>
              <a:gd name="connsiteX496" fmla="*/ 4542588 w 6501199"/>
              <a:gd name="connsiteY496" fmla="*/ 3690584 h 6382977"/>
              <a:gd name="connsiteX497" fmla="*/ 4542588 w 6501199"/>
              <a:gd name="connsiteY497" fmla="*/ 3684353 h 6382977"/>
              <a:gd name="connsiteX498" fmla="*/ 4505490 w 6501199"/>
              <a:gd name="connsiteY498" fmla="*/ 3682023 h 6382977"/>
              <a:gd name="connsiteX499" fmla="*/ 4505537 w 6501199"/>
              <a:gd name="connsiteY499" fmla="*/ 3682265 h 6382977"/>
              <a:gd name="connsiteX500" fmla="*/ 4503828 w 6501199"/>
              <a:gd name="connsiteY500" fmla="*/ 3694683 h 6382977"/>
              <a:gd name="connsiteX501" fmla="*/ 4488406 w 6501199"/>
              <a:gd name="connsiteY501" fmla="*/ 3696915 h 6382977"/>
              <a:gd name="connsiteX502" fmla="*/ 4483850 w 6501199"/>
              <a:gd name="connsiteY502" fmla="*/ 3685009 h 6382977"/>
              <a:gd name="connsiteX503" fmla="*/ 4485326 w 6501199"/>
              <a:gd name="connsiteY503" fmla="*/ 3683382 h 6382977"/>
              <a:gd name="connsiteX504" fmla="*/ 4456671 w 6501199"/>
              <a:gd name="connsiteY504" fmla="*/ 3703789 h 6382977"/>
              <a:gd name="connsiteX505" fmla="*/ 4331743 w 6501199"/>
              <a:gd name="connsiteY505" fmla="*/ 3708498 h 6382977"/>
              <a:gd name="connsiteX506" fmla="*/ 4220137 w 6501199"/>
              <a:gd name="connsiteY506" fmla="*/ 3726609 h 6382977"/>
              <a:gd name="connsiteX507" fmla="*/ 4015645 w 6501199"/>
              <a:gd name="connsiteY507" fmla="*/ 3694734 h 6382977"/>
              <a:gd name="connsiteX508" fmla="*/ 3942561 w 6501199"/>
              <a:gd name="connsiteY508" fmla="*/ 3703789 h 6382977"/>
              <a:gd name="connsiteX509" fmla="*/ 3935721 w 6501199"/>
              <a:gd name="connsiteY509" fmla="*/ 3692198 h 6382977"/>
              <a:gd name="connsiteX510" fmla="*/ 3947241 w 6501199"/>
              <a:gd name="connsiteY510" fmla="*/ 3655614 h 6382977"/>
              <a:gd name="connsiteX511" fmla="*/ 3983603 w 6501199"/>
              <a:gd name="connsiteY511" fmla="*/ 3671552 h 6382977"/>
              <a:gd name="connsiteX512" fmla="*/ 4105160 w 6501199"/>
              <a:gd name="connsiteY512" fmla="*/ 3675882 h 6382977"/>
              <a:gd name="connsiteX513" fmla="*/ 4119537 w 6501199"/>
              <a:gd name="connsiteY513" fmla="*/ 3676018 h 6382977"/>
              <a:gd name="connsiteX514" fmla="*/ 4119505 w 6501199"/>
              <a:gd name="connsiteY514" fmla="*/ 3674963 h 6382977"/>
              <a:gd name="connsiteX515" fmla="*/ 4156463 w 6501199"/>
              <a:gd name="connsiteY515" fmla="*/ 3670300 h 6382977"/>
              <a:gd name="connsiteX516" fmla="*/ 4155331 w 6501199"/>
              <a:gd name="connsiteY516" fmla="*/ 3673285 h 6382977"/>
              <a:gd name="connsiteX517" fmla="*/ 4180670 w 6501199"/>
              <a:gd name="connsiteY517" fmla="*/ 3665802 h 6382977"/>
              <a:gd name="connsiteX518" fmla="*/ 4217977 w 6501199"/>
              <a:gd name="connsiteY518" fmla="*/ 3653441 h 6382977"/>
              <a:gd name="connsiteX519" fmla="*/ 4295787 w 6501199"/>
              <a:gd name="connsiteY519" fmla="*/ 3642438 h 6382977"/>
              <a:gd name="connsiteX520" fmla="*/ 4308531 w 6501199"/>
              <a:gd name="connsiteY520" fmla="*/ 3641673 h 6382977"/>
              <a:gd name="connsiteX521" fmla="*/ 4308821 w 6501199"/>
              <a:gd name="connsiteY521" fmla="*/ 3641596 h 6382977"/>
              <a:gd name="connsiteX522" fmla="*/ 4379313 w 6501199"/>
              <a:gd name="connsiteY522" fmla="*/ 3632200 h 6382977"/>
              <a:gd name="connsiteX523" fmla="*/ 4380579 w 6501199"/>
              <a:gd name="connsiteY523" fmla="*/ 3637431 h 6382977"/>
              <a:gd name="connsiteX524" fmla="*/ 4531915 w 6501199"/>
              <a:gd name="connsiteY524" fmla="*/ 3630621 h 6382977"/>
              <a:gd name="connsiteX525" fmla="*/ 4663092 w 6501199"/>
              <a:gd name="connsiteY525" fmla="*/ 3617429 h 6382977"/>
              <a:gd name="connsiteX526" fmla="*/ 3690114 w 6501199"/>
              <a:gd name="connsiteY526" fmla="*/ 3612038 h 6382977"/>
              <a:gd name="connsiteX527" fmla="*/ 3689292 w 6501199"/>
              <a:gd name="connsiteY527" fmla="*/ 3613917 h 6382977"/>
              <a:gd name="connsiteX528" fmla="*/ 3691452 w 6501199"/>
              <a:gd name="connsiteY528" fmla="*/ 3625077 h 6382977"/>
              <a:gd name="connsiteX529" fmla="*/ 3703586 w 6501199"/>
              <a:gd name="connsiteY529" fmla="*/ 3616529 h 6382977"/>
              <a:gd name="connsiteX530" fmla="*/ 4858141 w 6501199"/>
              <a:gd name="connsiteY530" fmla="*/ 3608924 h 6382977"/>
              <a:gd name="connsiteX531" fmla="*/ 4737850 w 6501199"/>
              <a:gd name="connsiteY531" fmla="*/ 3640825 h 6382977"/>
              <a:gd name="connsiteX532" fmla="*/ 4858141 w 6501199"/>
              <a:gd name="connsiteY532" fmla="*/ 3608924 h 6382977"/>
              <a:gd name="connsiteX533" fmla="*/ 3616991 w 6501199"/>
              <a:gd name="connsiteY533" fmla="*/ 3602900 h 6382977"/>
              <a:gd name="connsiteX534" fmla="*/ 3606663 w 6501199"/>
              <a:gd name="connsiteY534" fmla="*/ 3609381 h 6382977"/>
              <a:gd name="connsiteX535" fmla="*/ 3606281 w 6501199"/>
              <a:gd name="connsiteY535" fmla="*/ 3614316 h 6382977"/>
              <a:gd name="connsiteX536" fmla="*/ 3609724 w 6501199"/>
              <a:gd name="connsiteY536" fmla="*/ 3629757 h 6382977"/>
              <a:gd name="connsiteX537" fmla="*/ 3639247 w 6501199"/>
              <a:gd name="connsiteY537" fmla="*/ 3629757 h 6382977"/>
              <a:gd name="connsiteX538" fmla="*/ 3648248 w 6501199"/>
              <a:gd name="connsiteY538" fmla="*/ 3607076 h 6382977"/>
              <a:gd name="connsiteX539" fmla="*/ 3616564 w 6501199"/>
              <a:gd name="connsiteY539" fmla="*/ 3625077 h 6382977"/>
              <a:gd name="connsiteX540" fmla="*/ 3625374 w 6501199"/>
              <a:gd name="connsiteY540" fmla="*/ 3611053 h 6382977"/>
              <a:gd name="connsiteX541" fmla="*/ 3625546 w 6501199"/>
              <a:gd name="connsiteY541" fmla="*/ 3603254 h 6382977"/>
              <a:gd name="connsiteX542" fmla="*/ 3857430 w 6501199"/>
              <a:gd name="connsiteY542" fmla="*/ 3595556 h 6382977"/>
              <a:gd name="connsiteX543" fmla="*/ 3846268 w 6501199"/>
              <a:gd name="connsiteY543" fmla="*/ 3620757 h 6382977"/>
              <a:gd name="connsiteX544" fmla="*/ 3839428 w 6501199"/>
              <a:gd name="connsiteY544" fmla="*/ 3609236 h 6382977"/>
              <a:gd name="connsiteX545" fmla="*/ 3837267 w 6501199"/>
              <a:gd name="connsiteY545" fmla="*/ 3625077 h 6382977"/>
              <a:gd name="connsiteX546" fmla="*/ 3856215 w 6501199"/>
              <a:gd name="connsiteY546" fmla="*/ 3627147 h 6382977"/>
              <a:gd name="connsiteX547" fmla="*/ 3861385 w 6501199"/>
              <a:gd name="connsiteY547" fmla="*/ 3630535 h 6382977"/>
              <a:gd name="connsiteX548" fmla="*/ 3872614 w 6501199"/>
              <a:gd name="connsiteY548" fmla="*/ 3630666 h 6382977"/>
              <a:gd name="connsiteX549" fmla="*/ 3871111 w 6501199"/>
              <a:gd name="connsiteY549" fmla="*/ 3618237 h 6382977"/>
              <a:gd name="connsiteX550" fmla="*/ 3887313 w 6501199"/>
              <a:gd name="connsiteY550" fmla="*/ 3629757 h 6382977"/>
              <a:gd name="connsiteX551" fmla="*/ 3857430 w 6501199"/>
              <a:gd name="connsiteY551" fmla="*/ 3595556 h 6382977"/>
              <a:gd name="connsiteX552" fmla="*/ 3718815 w 6501199"/>
              <a:gd name="connsiteY552" fmla="*/ 3593396 h 6382977"/>
              <a:gd name="connsiteX553" fmla="*/ 3716294 w 6501199"/>
              <a:gd name="connsiteY553" fmla="*/ 3598810 h 6382977"/>
              <a:gd name="connsiteX554" fmla="*/ 3731841 w 6501199"/>
              <a:gd name="connsiteY554" fmla="*/ 3601150 h 6382977"/>
              <a:gd name="connsiteX555" fmla="*/ 3729886 w 6501199"/>
              <a:gd name="connsiteY555" fmla="*/ 3598166 h 6382977"/>
              <a:gd name="connsiteX556" fmla="*/ 3718815 w 6501199"/>
              <a:gd name="connsiteY556" fmla="*/ 3593396 h 6382977"/>
              <a:gd name="connsiteX557" fmla="*/ 3750858 w 6501199"/>
              <a:gd name="connsiteY557" fmla="*/ 3584035 h 6382977"/>
              <a:gd name="connsiteX558" fmla="*/ 3745908 w 6501199"/>
              <a:gd name="connsiteY558" fmla="*/ 3595241 h 6382977"/>
              <a:gd name="connsiteX559" fmla="*/ 3740789 w 6501199"/>
              <a:gd name="connsiteY559" fmla="*/ 3602498 h 6382977"/>
              <a:gd name="connsiteX560" fmla="*/ 3758967 w 6501199"/>
              <a:gd name="connsiteY560" fmla="*/ 3605235 h 6382977"/>
              <a:gd name="connsiteX561" fmla="*/ 3759859 w 6501199"/>
              <a:gd name="connsiteY561" fmla="*/ 3604556 h 6382977"/>
              <a:gd name="connsiteX562" fmla="*/ 3759649 w 6501199"/>
              <a:gd name="connsiteY562" fmla="*/ 3605337 h 6382977"/>
              <a:gd name="connsiteX563" fmla="*/ 3767275 w 6501199"/>
              <a:gd name="connsiteY563" fmla="*/ 3606485 h 6382977"/>
              <a:gd name="connsiteX564" fmla="*/ 3767555 w 6501199"/>
              <a:gd name="connsiteY564" fmla="*/ 3601811 h 6382977"/>
              <a:gd name="connsiteX565" fmla="*/ 3773541 w 6501199"/>
              <a:gd name="connsiteY565" fmla="*/ 3584035 h 6382977"/>
              <a:gd name="connsiteX566" fmla="*/ 3753019 w 6501199"/>
              <a:gd name="connsiteY566" fmla="*/ 3600236 h 6382977"/>
              <a:gd name="connsiteX567" fmla="*/ 3750858 w 6501199"/>
              <a:gd name="connsiteY567" fmla="*/ 3584035 h 6382977"/>
              <a:gd name="connsiteX568" fmla="*/ 59130 w 6501199"/>
              <a:gd name="connsiteY568" fmla="*/ 3581400 h 6382977"/>
              <a:gd name="connsiteX569" fmla="*/ 11863 w 6501199"/>
              <a:gd name="connsiteY569" fmla="*/ 3642952 h 6382977"/>
              <a:gd name="connsiteX570" fmla="*/ 59130 w 6501199"/>
              <a:gd name="connsiteY570" fmla="*/ 3581400 h 6382977"/>
              <a:gd name="connsiteX571" fmla="*/ 3800544 w 6501199"/>
              <a:gd name="connsiteY571" fmla="*/ 3579715 h 6382977"/>
              <a:gd name="connsiteX572" fmla="*/ 3796223 w 6501199"/>
              <a:gd name="connsiteY572" fmla="*/ 3611396 h 6382977"/>
              <a:gd name="connsiteX573" fmla="*/ 3782272 w 6501199"/>
              <a:gd name="connsiteY573" fmla="*/ 3604286 h 6382977"/>
              <a:gd name="connsiteX574" fmla="*/ 3777362 w 6501199"/>
              <a:gd name="connsiteY574" fmla="*/ 3608004 h 6382977"/>
              <a:gd name="connsiteX575" fmla="*/ 3779325 w 6501199"/>
              <a:gd name="connsiteY575" fmla="*/ 3608300 h 6382977"/>
              <a:gd name="connsiteX576" fmla="*/ 3811382 w 6501199"/>
              <a:gd name="connsiteY576" fmla="*/ 3617254 h 6382977"/>
              <a:gd name="connsiteX577" fmla="*/ 3811861 w 6501199"/>
              <a:gd name="connsiteY577" fmla="*/ 3617492 h 6382977"/>
              <a:gd name="connsiteX578" fmla="*/ 3812813 w 6501199"/>
              <a:gd name="connsiteY578" fmla="*/ 3614850 h 6382977"/>
              <a:gd name="connsiteX579" fmla="*/ 3814585 w 6501199"/>
              <a:gd name="connsiteY579" fmla="*/ 3602396 h 6382977"/>
              <a:gd name="connsiteX580" fmla="*/ 3820166 w 6501199"/>
              <a:gd name="connsiteY580" fmla="*/ 3613736 h 6382977"/>
              <a:gd name="connsiteX581" fmla="*/ 3819231 w 6501199"/>
              <a:gd name="connsiteY581" fmla="*/ 3621143 h 6382977"/>
              <a:gd name="connsiteX582" fmla="*/ 3825745 w 6501199"/>
              <a:gd name="connsiteY582" fmla="*/ 3624369 h 6382977"/>
              <a:gd name="connsiteX583" fmla="*/ 3825701 w 6501199"/>
              <a:gd name="connsiteY583" fmla="*/ 3605861 h 6382977"/>
              <a:gd name="connsiteX584" fmla="*/ 3818906 w 6501199"/>
              <a:gd name="connsiteY584" fmla="*/ 3593396 h 6382977"/>
              <a:gd name="connsiteX585" fmla="*/ 3800544 w 6501199"/>
              <a:gd name="connsiteY585" fmla="*/ 3579715 h 6382977"/>
              <a:gd name="connsiteX586" fmla="*/ 79218 w 6501199"/>
              <a:gd name="connsiteY586" fmla="*/ 3576637 h 6382977"/>
              <a:gd name="connsiteX587" fmla="*/ 74863 w 6501199"/>
              <a:gd name="connsiteY587" fmla="*/ 3608034 h 6382977"/>
              <a:gd name="connsiteX588" fmla="*/ 74863 w 6501199"/>
              <a:gd name="connsiteY588" fmla="*/ 3599215 h 6382977"/>
              <a:gd name="connsiteX589" fmla="*/ 61075 w 6501199"/>
              <a:gd name="connsiteY589" fmla="*/ 3587926 h 6382977"/>
              <a:gd name="connsiteX590" fmla="*/ 79218 w 6501199"/>
              <a:gd name="connsiteY590" fmla="*/ 3576637 h 6382977"/>
              <a:gd name="connsiteX591" fmla="*/ 4430970 w 6501199"/>
              <a:gd name="connsiteY591" fmla="*/ 3568194 h 6382977"/>
              <a:gd name="connsiteX592" fmla="*/ 4401447 w 6501199"/>
              <a:gd name="connsiteY592" fmla="*/ 3579715 h 6382977"/>
              <a:gd name="connsiteX593" fmla="*/ 4430970 w 6501199"/>
              <a:gd name="connsiteY593" fmla="*/ 3568194 h 6382977"/>
              <a:gd name="connsiteX594" fmla="*/ 4953239 w 6501199"/>
              <a:gd name="connsiteY594" fmla="*/ 3565966 h 6382977"/>
              <a:gd name="connsiteX595" fmla="*/ 4937473 w 6501199"/>
              <a:gd name="connsiteY595" fmla="*/ 3568177 h 6382977"/>
              <a:gd name="connsiteX596" fmla="*/ 4906686 w 6501199"/>
              <a:gd name="connsiteY596" fmla="*/ 3583651 h 6382977"/>
              <a:gd name="connsiteX597" fmla="*/ 4892302 w 6501199"/>
              <a:gd name="connsiteY597" fmla="*/ 3587255 h 6382977"/>
              <a:gd name="connsiteX598" fmla="*/ 4899824 w 6501199"/>
              <a:gd name="connsiteY598" fmla="*/ 3586835 h 6382977"/>
              <a:gd name="connsiteX599" fmla="*/ 4941192 w 6501199"/>
              <a:gd name="connsiteY599" fmla="*/ 3569546 h 6382977"/>
              <a:gd name="connsiteX600" fmla="*/ 4462653 w 6501199"/>
              <a:gd name="connsiteY600" fmla="*/ 3559194 h 6382977"/>
              <a:gd name="connsiteX601" fmla="*/ 4448971 w 6501199"/>
              <a:gd name="connsiteY601" fmla="*/ 3581875 h 6382977"/>
              <a:gd name="connsiteX602" fmla="*/ 4462653 w 6501199"/>
              <a:gd name="connsiteY602" fmla="*/ 3559194 h 6382977"/>
              <a:gd name="connsiteX603" fmla="*/ 114686 w 6501199"/>
              <a:gd name="connsiteY603" fmla="*/ 3547085 h 6382977"/>
              <a:gd name="connsiteX604" fmla="*/ 87068 w 6501199"/>
              <a:gd name="connsiteY604" fmla="*/ 3563570 h 6382977"/>
              <a:gd name="connsiteX605" fmla="*/ 114686 w 6501199"/>
              <a:gd name="connsiteY605" fmla="*/ 3547085 h 6382977"/>
              <a:gd name="connsiteX606" fmla="*/ 4547685 w 6501199"/>
              <a:gd name="connsiteY606" fmla="*/ 3537100 h 6382977"/>
              <a:gd name="connsiteX607" fmla="*/ 4544741 w 6501199"/>
              <a:gd name="connsiteY607" fmla="*/ 3538673 h 6382977"/>
              <a:gd name="connsiteX608" fmla="*/ 4547086 w 6501199"/>
              <a:gd name="connsiteY608" fmla="*/ 3544706 h 6382977"/>
              <a:gd name="connsiteX609" fmla="*/ 4547458 w 6501199"/>
              <a:gd name="connsiteY609" fmla="*/ 3538077 h 6382977"/>
              <a:gd name="connsiteX610" fmla="*/ 4119881 w 6501199"/>
              <a:gd name="connsiteY610" fmla="*/ 3529194 h 6382977"/>
              <a:gd name="connsiteX611" fmla="*/ 4114857 w 6501199"/>
              <a:gd name="connsiteY611" fmla="*/ 3531833 h 6382977"/>
              <a:gd name="connsiteX612" fmla="*/ 4114857 w 6501199"/>
              <a:gd name="connsiteY612" fmla="*/ 3552354 h 6382977"/>
              <a:gd name="connsiteX613" fmla="*/ 4135019 w 6501199"/>
              <a:gd name="connsiteY613" fmla="*/ 3547673 h 6382977"/>
              <a:gd name="connsiteX614" fmla="*/ 4128313 w 6501199"/>
              <a:gd name="connsiteY614" fmla="*/ 3531248 h 6382977"/>
              <a:gd name="connsiteX615" fmla="*/ 4119881 w 6501199"/>
              <a:gd name="connsiteY615" fmla="*/ 3529194 h 6382977"/>
              <a:gd name="connsiteX616" fmla="*/ 4652146 w 6501199"/>
              <a:gd name="connsiteY616" fmla="*/ 3511662 h 6382977"/>
              <a:gd name="connsiteX617" fmla="*/ 4649286 w 6501199"/>
              <a:gd name="connsiteY617" fmla="*/ 3516513 h 6382977"/>
              <a:gd name="connsiteX618" fmla="*/ 4649335 w 6501199"/>
              <a:gd name="connsiteY618" fmla="*/ 3516996 h 6382977"/>
              <a:gd name="connsiteX619" fmla="*/ 4655723 w 6501199"/>
              <a:gd name="connsiteY619" fmla="*/ 3515986 h 6382977"/>
              <a:gd name="connsiteX620" fmla="*/ 4658476 w 6501199"/>
              <a:gd name="connsiteY620" fmla="*/ 3516600 h 6382977"/>
              <a:gd name="connsiteX621" fmla="*/ 4169222 w 6501199"/>
              <a:gd name="connsiteY621" fmla="*/ 3506631 h 6382977"/>
              <a:gd name="connsiteX622" fmla="*/ 4144379 w 6501199"/>
              <a:gd name="connsiteY622" fmla="*/ 3518152 h 6382977"/>
              <a:gd name="connsiteX623" fmla="*/ 4171743 w 6501199"/>
              <a:gd name="connsiteY623" fmla="*/ 3545513 h 6382977"/>
              <a:gd name="connsiteX624" fmla="*/ 4169222 w 6501199"/>
              <a:gd name="connsiteY624" fmla="*/ 3506631 h 6382977"/>
              <a:gd name="connsiteX625" fmla="*/ 4064811 w 6501199"/>
              <a:gd name="connsiteY625" fmla="*/ 3502311 h 6382977"/>
              <a:gd name="connsiteX626" fmla="*/ 4064811 w 6501199"/>
              <a:gd name="connsiteY626" fmla="*/ 3533993 h 6382977"/>
              <a:gd name="connsiteX627" fmla="*/ 4064811 w 6501199"/>
              <a:gd name="connsiteY627" fmla="*/ 3502311 h 6382977"/>
              <a:gd name="connsiteX628" fmla="*/ 4005405 w 6501199"/>
              <a:gd name="connsiteY628" fmla="*/ 3502311 h 6382977"/>
              <a:gd name="connsiteX629" fmla="*/ 3987403 w 6501199"/>
              <a:gd name="connsiteY629" fmla="*/ 3531833 h 6382977"/>
              <a:gd name="connsiteX630" fmla="*/ 3975882 w 6501199"/>
              <a:gd name="connsiteY630" fmla="*/ 3515992 h 6382977"/>
              <a:gd name="connsiteX631" fmla="*/ 3998564 w 6501199"/>
              <a:gd name="connsiteY631" fmla="*/ 3538673 h 6382977"/>
              <a:gd name="connsiteX632" fmla="*/ 4005405 w 6501199"/>
              <a:gd name="connsiteY632" fmla="*/ 3502311 h 6382977"/>
              <a:gd name="connsiteX633" fmla="*/ 4255631 w 6501199"/>
              <a:gd name="connsiteY633" fmla="*/ 3500151 h 6382977"/>
              <a:gd name="connsiteX634" fmla="*/ 4258151 w 6501199"/>
              <a:gd name="connsiteY634" fmla="*/ 3527152 h 6382977"/>
              <a:gd name="connsiteX635" fmla="*/ 4271833 w 6501199"/>
              <a:gd name="connsiteY635" fmla="*/ 3511312 h 6382977"/>
              <a:gd name="connsiteX636" fmla="*/ 4298836 w 6501199"/>
              <a:gd name="connsiteY636" fmla="*/ 3531833 h 6382977"/>
              <a:gd name="connsiteX637" fmla="*/ 4255631 w 6501199"/>
              <a:gd name="connsiteY637" fmla="*/ 3500151 h 6382977"/>
              <a:gd name="connsiteX638" fmla="*/ 4319358 w 6501199"/>
              <a:gd name="connsiteY638" fmla="*/ 3495471 h 6382977"/>
              <a:gd name="connsiteX639" fmla="*/ 4326199 w 6501199"/>
              <a:gd name="connsiteY639" fmla="*/ 3527152 h 6382977"/>
              <a:gd name="connsiteX640" fmla="*/ 4335560 w 6501199"/>
              <a:gd name="connsiteY640" fmla="*/ 3538673 h 6382977"/>
              <a:gd name="connsiteX641" fmla="*/ 4342400 w 6501199"/>
              <a:gd name="connsiteY641" fmla="*/ 3506631 h 6382977"/>
              <a:gd name="connsiteX642" fmla="*/ 4360402 w 6501199"/>
              <a:gd name="connsiteY642" fmla="*/ 3495471 h 6382977"/>
              <a:gd name="connsiteX643" fmla="*/ 4319358 w 6501199"/>
              <a:gd name="connsiteY643" fmla="*/ 3495471 h 6382977"/>
              <a:gd name="connsiteX644" fmla="*/ 4108016 w 6501199"/>
              <a:gd name="connsiteY644" fmla="*/ 3493311 h 6382977"/>
              <a:gd name="connsiteX645" fmla="*/ 4089654 w 6501199"/>
              <a:gd name="connsiteY645" fmla="*/ 3520312 h 6382977"/>
              <a:gd name="connsiteX646" fmla="*/ 4108016 w 6501199"/>
              <a:gd name="connsiteY646" fmla="*/ 3493311 h 6382977"/>
              <a:gd name="connsiteX647" fmla="*/ 4226028 w 6501199"/>
              <a:gd name="connsiteY647" fmla="*/ 3493131 h 6382977"/>
              <a:gd name="connsiteX648" fmla="*/ 4237429 w 6501199"/>
              <a:gd name="connsiteY648" fmla="*/ 3496017 h 6382977"/>
              <a:gd name="connsiteX649" fmla="*/ 4203282 w 6501199"/>
              <a:gd name="connsiteY649" fmla="*/ 3520717 h 6382977"/>
              <a:gd name="connsiteX650" fmla="*/ 4226028 w 6501199"/>
              <a:gd name="connsiteY650" fmla="*/ 3493131 h 6382977"/>
              <a:gd name="connsiteX651" fmla="*/ 4610629 w 6501199"/>
              <a:gd name="connsiteY651" fmla="*/ 3490791 h 6382977"/>
              <a:gd name="connsiteX652" fmla="*/ 4615309 w 6501199"/>
              <a:gd name="connsiteY652" fmla="*/ 3515992 h 6382977"/>
              <a:gd name="connsiteX653" fmla="*/ 4610629 w 6501199"/>
              <a:gd name="connsiteY653" fmla="*/ 3490791 h 6382977"/>
              <a:gd name="connsiteX654" fmla="*/ 4558423 w 6501199"/>
              <a:gd name="connsiteY654" fmla="*/ 3490791 h 6382977"/>
              <a:gd name="connsiteX655" fmla="*/ 4540061 w 6501199"/>
              <a:gd name="connsiteY655" fmla="*/ 3524992 h 6382977"/>
              <a:gd name="connsiteX656" fmla="*/ 4551013 w 6501199"/>
              <a:gd name="connsiteY656" fmla="*/ 3522763 h 6382977"/>
              <a:gd name="connsiteX657" fmla="*/ 4553171 w 6501199"/>
              <a:gd name="connsiteY657" fmla="*/ 3513467 h 6382977"/>
              <a:gd name="connsiteX658" fmla="*/ 4558709 w 6501199"/>
              <a:gd name="connsiteY658" fmla="*/ 3511752 h 6382977"/>
              <a:gd name="connsiteX659" fmla="*/ 4556983 w 6501199"/>
              <a:gd name="connsiteY659" fmla="*/ 3511638 h 6382977"/>
              <a:gd name="connsiteX660" fmla="*/ 4553743 w 6501199"/>
              <a:gd name="connsiteY660" fmla="*/ 3506631 h 6382977"/>
              <a:gd name="connsiteX661" fmla="*/ 4558423 w 6501199"/>
              <a:gd name="connsiteY661" fmla="*/ 3490791 h 6382977"/>
              <a:gd name="connsiteX662" fmla="*/ 4589481 w 6501199"/>
              <a:gd name="connsiteY662" fmla="*/ 3487163 h 6382977"/>
              <a:gd name="connsiteX663" fmla="*/ 4583479 w 6501199"/>
              <a:gd name="connsiteY663" fmla="*/ 3488767 h 6382977"/>
              <a:gd name="connsiteX664" fmla="*/ 4580284 w 6501199"/>
              <a:gd name="connsiteY664" fmla="*/ 3488574 h 6382977"/>
              <a:gd name="connsiteX665" fmla="*/ 4580284 w 6501199"/>
              <a:gd name="connsiteY665" fmla="*/ 3488580 h 6382977"/>
              <a:gd name="connsiteX666" fmla="*/ 4576425 w 6501199"/>
              <a:gd name="connsiteY666" fmla="*/ 3495471 h 6382977"/>
              <a:gd name="connsiteX667" fmla="*/ 4760064 w 6501199"/>
              <a:gd name="connsiteY667" fmla="*/ 3484562 h 6382977"/>
              <a:gd name="connsiteX668" fmla="*/ 4794081 w 6501199"/>
              <a:gd name="connsiteY668" fmla="*/ 3484562 h 6382977"/>
              <a:gd name="connsiteX669" fmla="*/ 4748963 w 6501199"/>
              <a:gd name="connsiteY669" fmla="*/ 3519123 h 6382977"/>
              <a:gd name="connsiteX670" fmla="*/ 4760064 w 6501199"/>
              <a:gd name="connsiteY670" fmla="*/ 3484562 h 6382977"/>
              <a:gd name="connsiteX671" fmla="*/ 4126018 w 6501199"/>
              <a:gd name="connsiteY671" fmla="*/ 3483950 h 6382977"/>
              <a:gd name="connsiteX672" fmla="*/ 4121337 w 6501199"/>
              <a:gd name="connsiteY672" fmla="*/ 3515992 h 6382977"/>
              <a:gd name="connsiteX673" fmla="*/ 4141859 w 6501199"/>
              <a:gd name="connsiteY673" fmla="*/ 3502311 h 6382977"/>
              <a:gd name="connsiteX674" fmla="*/ 4128178 w 6501199"/>
              <a:gd name="connsiteY674" fmla="*/ 3495471 h 6382977"/>
              <a:gd name="connsiteX675" fmla="*/ 4126018 w 6501199"/>
              <a:gd name="connsiteY675" fmla="*/ 3483950 h 6382977"/>
              <a:gd name="connsiteX676" fmla="*/ 5228024 w 6501199"/>
              <a:gd name="connsiteY676" fmla="*/ 3477656 h 6382977"/>
              <a:gd name="connsiteX677" fmla="*/ 5193463 w 6501199"/>
              <a:gd name="connsiteY677" fmla="*/ 3495530 h 6382977"/>
              <a:gd name="connsiteX678" fmla="*/ 5228024 w 6501199"/>
              <a:gd name="connsiteY678" fmla="*/ 3477656 h 6382977"/>
              <a:gd name="connsiteX679" fmla="*/ 4467333 w 6501199"/>
              <a:gd name="connsiteY679" fmla="*/ 3477110 h 6382977"/>
              <a:gd name="connsiteX680" fmla="*/ 4465173 w 6501199"/>
              <a:gd name="connsiteY680" fmla="*/ 3497631 h 6382977"/>
              <a:gd name="connsiteX681" fmla="*/ 4476335 w 6501199"/>
              <a:gd name="connsiteY681" fmla="*/ 3486471 h 6382977"/>
              <a:gd name="connsiteX682" fmla="*/ 4490016 w 6501199"/>
              <a:gd name="connsiteY682" fmla="*/ 3490791 h 6382977"/>
              <a:gd name="connsiteX683" fmla="*/ 4467333 w 6501199"/>
              <a:gd name="connsiteY683" fmla="*/ 3477110 h 6382977"/>
              <a:gd name="connsiteX684" fmla="*/ 4399286 w 6501199"/>
              <a:gd name="connsiteY684" fmla="*/ 3474950 h 6382977"/>
              <a:gd name="connsiteX685" fmla="*/ 4371923 w 6501199"/>
              <a:gd name="connsiteY685" fmla="*/ 3483950 h 6382977"/>
              <a:gd name="connsiteX686" fmla="*/ 4362563 w 6501199"/>
              <a:gd name="connsiteY686" fmla="*/ 3527152 h 6382977"/>
              <a:gd name="connsiteX687" fmla="*/ 4383085 w 6501199"/>
              <a:gd name="connsiteY687" fmla="*/ 3500151 h 6382977"/>
              <a:gd name="connsiteX688" fmla="*/ 4380925 w 6501199"/>
              <a:gd name="connsiteY688" fmla="*/ 3520312 h 6382977"/>
              <a:gd name="connsiteX689" fmla="*/ 4399286 w 6501199"/>
              <a:gd name="connsiteY689" fmla="*/ 3474950 h 6382977"/>
              <a:gd name="connsiteX690" fmla="*/ 4164423 w 6501199"/>
              <a:gd name="connsiteY690" fmla="*/ 3473111 h 6382977"/>
              <a:gd name="connsiteX691" fmla="*/ 4160221 w 6501199"/>
              <a:gd name="connsiteY691" fmla="*/ 3474950 h 6382977"/>
              <a:gd name="connsiteX692" fmla="*/ 4155541 w 6501199"/>
              <a:gd name="connsiteY692" fmla="*/ 3506631 h 6382977"/>
              <a:gd name="connsiteX693" fmla="*/ 4182903 w 6501199"/>
              <a:gd name="connsiteY693" fmla="*/ 3477110 h 6382977"/>
              <a:gd name="connsiteX694" fmla="*/ 4164423 w 6501199"/>
              <a:gd name="connsiteY694" fmla="*/ 3473111 h 6382977"/>
              <a:gd name="connsiteX695" fmla="*/ 4519113 w 6501199"/>
              <a:gd name="connsiteY695" fmla="*/ 3469494 h 6382977"/>
              <a:gd name="connsiteX696" fmla="*/ 4519342 w 6501199"/>
              <a:gd name="connsiteY696" fmla="*/ 3471153 h 6382977"/>
              <a:gd name="connsiteX697" fmla="*/ 4503697 w 6501199"/>
              <a:gd name="connsiteY697" fmla="*/ 3474950 h 6382977"/>
              <a:gd name="connsiteX698" fmla="*/ 4535741 w 6501199"/>
              <a:gd name="connsiteY698" fmla="*/ 3497631 h 6382977"/>
              <a:gd name="connsiteX699" fmla="*/ 4535741 w 6501199"/>
              <a:gd name="connsiteY699" fmla="*/ 3481790 h 6382977"/>
              <a:gd name="connsiteX700" fmla="*/ 4548882 w 6501199"/>
              <a:gd name="connsiteY700" fmla="*/ 3489216 h 6382977"/>
              <a:gd name="connsiteX701" fmla="*/ 4553503 w 6501199"/>
              <a:gd name="connsiteY701" fmla="*/ 3486827 h 6382977"/>
              <a:gd name="connsiteX702" fmla="*/ 4536338 w 6501199"/>
              <a:gd name="connsiteY702" fmla="*/ 3480358 h 6382977"/>
              <a:gd name="connsiteX703" fmla="*/ 4520175 w 6501199"/>
              <a:gd name="connsiteY703" fmla="*/ 3470154 h 6382977"/>
              <a:gd name="connsiteX704" fmla="*/ 4237629 w 6501199"/>
              <a:gd name="connsiteY704" fmla="*/ 3468110 h 6382977"/>
              <a:gd name="connsiteX705" fmla="*/ 4182903 w 6501199"/>
              <a:gd name="connsiteY705" fmla="*/ 3502311 h 6382977"/>
              <a:gd name="connsiteX706" fmla="*/ 4196585 w 6501199"/>
              <a:gd name="connsiteY706" fmla="*/ 3536513 h 6382977"/>
              <a:gd name="connsiteX707" fmla="*/ 4232949 w 6501199"/>
              <a:gd name="connsiteY707" fmla="*/ 3511312 h 6382977"/>
              <a:gd name="connsiteX708" fmla="*/ 4228629 w 6501199"/>
              <a:gd name="connsiteY708" fmla="*/ 3531833 h 6382977"/>
              <a:gd name="connsiteX709" fmla="*/ 4258151 w 6501199"/>
              <a:gd name="connsiteY709" fmla="*/ 3490791 h 6382977"/>
              <a:gd name="connsiteX710" fmla="*/ 4237629 w 6501199"/>
              <a:gd name="connsiteY710" fmla="*/ 3468110 h 6382977"/>
              <a:gd name="connsiteX711" fmla="*/ 4448769 w 6501199"/>
              <a:gd name="connsiteY711" fmla="*/ 3462794 h 6382977"/>
              <a:gd name="connsiteX712" fmla="*/ 4426289 w 6501199"/>
              <a:gd name="connsiteY712" fmla="*/ 3468110 h 6382977"/>
              <a:gd name="connsiteX713" fmla="*/ 4424129 w 6501199"/>
              <a:gd name="connsiteY713" fmla="*/ 3488631 h 6382977"/>
              <a:gd name="connsiteX714" fmla="*/ 4412608 w 6501199"/>
              <a:gd name="connsiteY714" fmla="*/ 3479630 h 6382977"/>
              <a:gd name="connsiteX715" fmla="*/ 4406127 w 6501199"/>
              <a:gd name="connsiteY715" fmla="*/ 3500151 h 6382977"/>
              <a:gd name="connsiteX716" fmla="*/ 4451492 w 6501199"/>
              <a:gd name="connsiteY716" fmla="*/ 3493311 h 6382977"/>
              <a:gd name="connsiteX717" fmla="*/ 4453652 w 6501199"/>
              <a:gd name="connsiteY717" fmla="*/ 3465950 h 6382977"/>
              <a:gd name="connsiteX718" fmla="*/ 4448769 w 6501199"/>
              <a:gd name="connsiteY718" fmla="*/ 3462794 h 6382977"/>
              <a:gd name="connsiteX719" fmla="*/ 4845390 w 6501199"/>
              <a:gd name="connsiteY719" fmla="*/ 3459697 h 6382977"/>
              <a:gd name="connsiteX720" fmla="*/ 4852201 w 6501199"/>
              <a:gd name="connsiteY720" fmla="*/ 3482526 h 6382977"/>
              <a:gd name="connsiteX721" fmla="*/ 4863672 w 6501199"/>
              <a:gd name="connsiteY721" fmla="*/ 3480351 h 6382977"/>
              <a:gd name="connsiteX722" fmla="*/ 4865823 w 6501199"/>
              <a:gd name="connsiteY722" fmla="*/ 3464407 h 6382977"/>
              <a:gd name="connsiteX723" fmla="*/ 4870483 w 6501199"/>
              <a:gd name="connsiteY723" fmla="*/ 3501006 h 6382977"/>
              <a:gd name="connsiteX724" fmla="*/ 4822807 w 6501199"/>
              <a:gd name="connsiteY724" fmla="*/ 3516950 h 6382977"/>
              <a:gd name="connsiteX725" fmla="*/ 4804525 w 6501199"/>
              <a:gd name="connsiteY725" fmla="*/ 3482526 h 6382977"/>
              <a:gd name="connsiteX726" fmla="*/ 4836429 w 6501199"/>
              <a:gd name="connsiteY726" fmla="*/ 3475641 h 6382977"/>
              <a:gd name="connsiteX727" fmla="*/ 4827467 w 6501199"/>
              <a:gd name="connsiteY727" fmla="*/ 3473467 h 6382977"/>
              <a:gd name="connsiteX728" fmla="*/ 4845390 w 6501199"/>
              <a:gd name="connsiteY728" fmla="*/ 3459697 h 6382977"/>
              <a:gd name="connsiteX729" fmla="*/ 4473929 w 6501199"/>
              <a:gd name="connsiteY729" fmla="*/ 3456325 h 6382977"/>
              <a:gd name="connsiteX730" fmla="*/ 4455724 w 6501199"/>
              <a:gd name="connsiteY730" fmla="*/ 3458104 h 6382977"/>
              <a:gd name="connsiteX731" fmla="*/ 4453652 w 6501199"/>
              <a:gd name="connsiteY731" fmla="*/ 3461269 h 6382977"/>
              <a:gd name="connsiteX732" fmla="*/ 4476335 w 6501199"/>
              <a:gd name="connsiteY732" fmla="*/ 3470270 h 6382977"/>
              <a:gd name="connsiteX733" fmla="*/ 4475119 w 6501199"/>
              <a:gd name="connsiteY733" fmla="*/ 3460189 h 6382977"/>
              <a:gd name="connsiteX734" fmla="*/ 4488050 w 6501199"/>
              <a:gd name="connsiteY734" fmla="*/ 3454945 h 6382977"/>
              <a:gd name="connsiteX735" fmla="*/ 4481267 w 6501199"/>
              <a:gd name="connsiteY735" fmla="*/ 3455608 h 6382977"/>
              <a:gd name="connsiteX736" fmla="*/ 4481251 w 6501199"/>
              <a:gd name="connsiteY736" fmla="*/ 3456904 h 6382977"/>
              <a:gd name="connsiteX737" fmla="*/ 4490016 w 6501199"/>
              <a:gd name="connsiteY737" fmla="*/ 3470270 h 6382977"/>
              <a:gd name="connsiteX738" fmla="*/ 4490944 w 6501199"/>
              <a:gd name="connsiteY738" fmla="*/ 3455901 h 6382977"/>
              <a:gd name="connsiteX739" fmla="*/ 4771866 w 6501199"/>
              <a:gd name="connsiteY739" fmla="*/ 3451814 h 6382977"/>
              <a:gd name="connsiteX740" fmla="*/ 4774006 w 6501199"/>
              <a:gd name="connsiteY740" fmla="*/ 3465602 h 6382977"/>
              <a:gd name="connsiteX741" fmla="*/ 4753672 w 6501199"/>
              <a:gd name="connsiteY741" fmla="*/ 3474674 h 6382977"/>
              <a:gd name="connsiteX742" fmla="*/ 4744753 w 6501199"/>
              <a:gd name="connsiteY742" fmla="*/ 3472497 h 6382977"/>
              <a:gd name="connsiteX743" fmla="*/ 4749391 w 6501199"/>
              <a:gd name="connsiteY743" fmla="*/ 3453991 h 6382977"/>
              <a:gd name="connsiteX744" fmla="*/ 4753672 w 6501199"/>
              <a:gd name="connsiteY744" fmla="*/ 3465602 h 6382977"/>
              <a:gd name="connsiteX745" fmla="*/ 4771866 w 6501199"/>
              <a:gd name="connsiteY745" fmla="*/ 3451814 h 6382977"/>
              <a:gd name="connsiteX746" fmla="*/ 4422635 w 6501199"/>
              <a:gd name="connsiteY746" fmla="*/ 3450793 h 6382977"/>
              <a:gd name="connsiteX747" fmla="*/ 4420945 w 6501199"/>
              <a:gd name="connsiteY747" fmla="*/ 3451505 h 6382977"/>
              <a:gd name="connsiteX748" fmla="*/ 4421969 w 6501199"/>
              <a:gd name="connsiteY748" fmla="*/ 3452269 h 6382977"/>
              <a:gd name="connsiteX749" fmla="*/ 4389447 w 6501199"/>
              <a:gd name="connsiteY749" fmla="*/ 3450421 h 6382977"/>
              <a:gd name="connsiteX750" fmla="*/ 4394606 w 6501199"/>
              <a:gd name="connsiteY750" fmla="*/ 3459109 h 6382977"/>
              <a:gd name="connsiteX751" fmla="*/ 4398986 w 6501199"/>
              <a:gd name="connsiteY751" fmla="*/ 3457608 h 6382977"/>
              <a:gd name="connsiteX752" fmla="*/ 5193107 w 6501199"/>
              <a:gd name="connsiteY752" fmla="*/ 3449637 h 6382977"/>
              <a:gd name="connsiteX753" fmla="*/ 5145761 w 6501199"/>
              <a:gd name="connsiteY753" fmla="*/ 3481030 h 6382977"/>
              <a:gd name="connsiteX754" fmla="*/ 5193107 w 6501199"/>
              <a:gd name="connsiteY754" fmla="*/ 3449637 h 6382977"/>
              <a:gd name="connsiteX755" fmla="*/ 4066026 w 6501199"/>
              <a:gd name="connsiteY755" fmla="*/ 3449434 h 6382977"/>
              <a:gd name="connsiteX756" fmla="*/ 4060131 w 6501199"/>
              <a:gd name="connsiteY756" fmla="*/ 3452269 h 6382977"/>
              <a:gd name="connsiteX757" fmla="*/ 4055450 w 6501199"/>
              <a:gd name="connsiteY757" fmla="*/ 3479630 h 6382977"/>
              <a:gd name="connsiteX758" fmla="*/ 4078493 w 6501199"/>
              <a:gd name="connsiteY758" fmla="*/ 3454429 h 6382977"/>
              <a:gd name="connsiteX759" fmla="*/ 4073812 w 6501199"/>
              <a:gd name="connsiteY759" fmla="*/ 3450109 h 6382977"/>
              <a:gd name="connsiteX760" fmla="*/ 4066026 w 6501199"/>
              <a:gd name="connsiteY760" fmla="*/ 3449434 h 6382977"/>
              <a:gd name="connsiteX761" fmla="*/ 5292556 w 6501199"/>
              <a:gd name="connsiteY761" fmla="*/ 3438525 h 6382977"/>
              <a:gd name="connsiteX762" fmla="*/ 5258539 w 6501199"/>
              <a:gd name="connsiteY762" fmla="*/ 3468357 h 6382977"/>
              <a:gd name="connsiteX763" fmla="*/ 5292556 w 6501199"/>
              <a:gd name="connsiteY763" fmla="*/ 3438525 h 6382977"/>
              <a:gd name="connsiteX764" fmla="*/ 4369674 w 6501199"/>
              <a:gd name="connsiteY764" fmla="*/ 3438464 h 6382977"/>
              <a:gd name="connsiteX765" fmla="*/ 4363208 w 6501199"/>
              <a:gd name="connsiteY765" fmla="*/ 3438725 h 6382977"/>
              <a:gd name="connsiteX766" fmla="*/ 4366928 w 6501199"/>
              <a:gd name="connsiteY766" fmla="*/ 3438768 h 6382977"/>
              <a:gd name="connsiteX767" fmla="*/ 4374084 w 6501199"/>
              <a:gd name="connsiteY767" fmla="*/ 3447589 h 6382977"/>
              <a:gd name="connsiteX768" fmla="*/ 4375838 w 6501199"/>
              <a:gd name="connsiteY768" fmla="*/ 3441541 h 6382977"/>
              <a:gd name="connsiteX769" fmla="*/ 4352276 w 6501199"/>
              <a:gd name="connsiteY769" fmla="*/ 3436255 h 6382977"/>
              <a:gd name="connsiteX770" fmla="*/ 4351401 w 6501199"/>
              <a:gd name="connsiteY770" fmla="*/ 3438588 h 6382977"/>
              <a:gd name="connsiteX771" fmla="*/ 4353529 w 6501199"/>
              <a:gd name="connsiteY771" fmla="*/ 3438613 h 6382977"/>
              <a:gd name="connsiteX772" fmla="*/ 4988317 w 6501199"/>
              <a:gd name="connsiteY772" fmla="*/ 3432175 h 6382977"/>
              <a:gd name="connsiteX773" fmla="*/ 4956772 w 6501199"/>
              <a:gd name="connsiteY773" fmla="*/ 3447900 h 6382977"/>
              <a:gd name="connsiteX774" fmla="*/ 4949961 w 6501199"/>
              <a:gd name="connsiteY774" fmla="*/ 3470416 h 6382977"/>
              <a:gd name="connsiteX775" fmla="*/ 4888663 w 6501199"/>
              <a:gd name="connsiteY775" fmla="*/ 3490787 h 6382977"/>
              <a:gd name="connsiteX776" fmla="*/ 4888663 w 6501199"/>
              <a:gd name="connsiteY776" fmla="*/ 3463983 h 6382977"/>
              <a:gd name="connsiteX777" fmla="*/ 4988317 w 6501199"/>
              <a:gd name="connsiteY777" fmla="*/ 3432175 h 6382977"/>
              <a:gd name="connsiteX778" fmla="*/ 4324573 w 6501199"/>
              <a:gd name="connsiteY778" fmla="*/ 3423091 h 6382977"/>
              <a:gd name="connsiteX779" fmla="*/ 4317198 w 6501199"/>
              <a:gd name="connsiteY779" fmla="*/ 3427068 h 6382977"/>
              <a:gd name="connsiteX780" fmla="*/ 4321878 w 6501199"/>
              <a:gd name="connsiteY780" fmla="*/ 3438588 h 6382977"/>
              <a:gd name="connsiteX781" fmla="*/ 4303516 w 6501199"/>
              <a:gd name="connsiteY781" fmla="*/ 3443268 h 6382977"/>
              <a:gd name="connsiteX782" fmla="*/ 4298836 w 6501199"/>
              <a:gd name="connsiteY782" fmla="*/ 3431748 h 6382977"/>
              <a:gd name="connsiteX783" fmla="*/ 4296675 w 6501199"/>
              <a:gd name="connsiteY783" fmla="*/ 3454429 h 6382977"/>
              <a:gd name="connsiteX784" fmla="*/ 4319358 w 6501199"/>
              <a:gd name="connsiteY784" fmla="*/ 3454429 h 6382977"/>
              <a:gd name="connsiteX785" fmla="*/ 4324573 w 6501199"/>
              <a:gd name="connsiteY785" fmla="*/ 3423091 h 6382977"/>
              <a:gd name="connsiteX786" fmla="*/ 4185064 w 6501199"/>
              <a:gd name="connsiteY786" fmla="*/ 3418067 h 6382977"/>
              <a:gd name="connsiteX787" fmla="*/ 4167062 w 6501199"/>
              <a:gd name="connsiteY787" fmla="*/ 3454429 h 6382977"/>
              <a:gd name="connsiteX788" fmla="*/ 4169222 w 6501199"/>
              <a:gd name="connsiteY788" fmla="*/ 3465950 h 6382977"/>
              <a:gd name="connsiteX789" fmla="*/ 4194425 w 6501199"/>
              <a:gd name="connsiteY789" fmla="*/ 3424908 h 6382977"/>
              <a:gd name="connsiteX790" fmla="*/ 4185064 w 6501199"/>
              <a:gd name="connsiteY790" fmla="*/ 3418067 h 6382977"/>
              <a:gd name="connsiteX791" fmla="*/ 4519539 w 6501199"/>
              <a:gd name="connsiteY791" fmla="*/ 3415907 h 6382977"/>
              <a:gd name="connsiteX792" fmla="*/ 4518731 w 6501199"/>
              <a:gd name="connsiteY792" fmla="*/ 3417383 h 6382977"/>
              <a:gd name="connsiteX793" fmla="*/ 4531243 w 6501199"/>
              <a:gd name="connsiteY793" fmla="*/ 3416426 h 6382977"/>
              <a:gd name="connsiteX794" fmla="*/ 4530973 w 6501199"/>
              <a:gd name="connsiteY794" fmla="*/ 3418406 h 6382977"/>
              <a:gd name="connsiteX795" fmla="*/ 4529869 w 6501199"/>
              <a:gd name="connsiteY795" fmla="*/ 3426499 h 6382977"/>
              <a:gd name="connsiteX796" fmla="*/ 4539071 w 6501199"/>
              <a:gd name="connsiteY796" fmla="*/ 3428373 h 6382977"/>
              <a:gd name="connsiteX797" fmla="*/ 4549062 w 6501199"/>
              <a:gd name="connsiteY797" fmla="*/ 3418067 h 6382977"/>
              <a:gd name="connsiteX798" fmla="*/ 4519539 w 6501199"/>
              <a:gd name="connsiteY798" fmla="*/ 3415907 h 6382977"/>
              <a:gd name="connsiteX799" fmla="*/ 518836 w 6501199"/>
              <a:gd name="connsiteY799" fmla="*/ 3413832 h 6382977"/>
              <a:gd name="connsiteX800" fmla="*/ 493634 w 6501199"/>
              <a:gd name="connsiteY800" fmla="*/ 3420671 h 6382977"/>
              <a:gd name="connsiteX801" fmla="*/ 511996 w 6501199"/>
              <a:gd name="connsiteY801" fmla="*/ 3425351 h 6382977"/>
              <a:gd name="connsiteX802" fmla="*/ 518836 w 6501199"/>
              <a:gd name="connsiteY802" fmla="*/ 3413832 h 6382977"/>
              <a:gd name="connsiteX803" fmla="*/ 5203774 w 6501199"/>
              <a:gd name="connsiteY803" fmla="*/ 3413125 h 6382977"/>
              <a:gd name="connsiteX804" fmla="*/ 5210567 w 6501199"/>
              <a:gd name="connsiteY804" fmla="*/ 3433661 h 6382977"/>
              <a:gd name="connsiteX805" fmla="*/ 5131550 w 6501199"/>
              <a:gd name="connsiteY805" fmla="*/ 3463564 h 6382977"/>
              <a:gd name="connsiteX806" fmla="*/ 5203774 w 6501199"/>
              <a:gd name="connsiteY806" fmla="*/ 3413125 h 6382977"/>
              <a:gd name="connsiteX807" fmla="*/ 5395854 w 6501199"/>
              <a:gd name="connsiteY807" fmla="*/ 3409228 h 6382977"/>
              <a:gd name="connsiteX808" fmla="*/ 5371154 w 6501199"/>
              <a:gd name="connsiteY808" fmla="*/ 3433411 h 6382977"/>
              <a:gd name="connsiteX809" fmla="*/ 5395854 w 6501199"/>
              <a:gd name="connsiteY809" fmla="*/ 3409228 h 6382977"/>
              <a:gd name="connsiteX810" fmla="*/ 5344314 w 6501199"/>
              <a:gd name="connsiteY810" fmla="*/ 3408962 h 6382977"/>
              <a:gd name="connsiteX811" fmla="*/ 5351860 w 6501199"/>
              <a:gd name="connsiteY811" fmla="*/ 3422910 h 6382977"/>
              <a:gd name="connsiteX812" fmla="*/ 5322932 w 6501199"/>
              <a:gd name="connsiteY812" fmla="*/ 3436577 h 6382977"/>
              <a:gd name="connsiteX813" fmla="*/ 5344314 w 6501199"/>
              <a:gd name="connsiteY813" fmla="*/ 3408962 h 6382977"/>
              <a:gd name="connsiteX814" fmla="*/ 4861312 w 6501199"/>
              <a:gd name="connsiteY814" fmla="*/ 3406775 h 6382977"/>
              <a:gd name="connsiteX815" fmla="*/ 4836275 w 6501199"/>
              <a:gd name="connsiteY815" fmla="*/ 3422786 h 6382977"/>
              <a:gd name="connsiteX816" fmla="*/ 4861312 w 6501199"/>
              <a:gd name="connsiteY816" fmla="*/ 3406775 h 6382977"/>
              <a:gd name="connsiteX817" fmla="*/ 4483175 w 6501199"/>
              <a:gd name="connsiteY817" fmla="*/ 3402227 h 6382977"/>
              <a:gd name="connsiteX818" fmla="*/ 4484244 w 6501199"/>
              <a:gd name="connsiteY818" fmla="*/ 3419643 h 6382977"/>
              <a:gd name="connsiteX819" fmla="*/ 4484233 w 6501199"/>
              <a:gd name="connsiteY819" fmla="*/ 3419718 h 6382977"/>
              <a:gd name="connsiteX820" fmla="*/ 4485344 w 6501199"/>
              <a:gd name="connsiteY820" fmla="*/ 3419936 h 6382977"/>
              <a:gd name="connsiteX821" fmla="*/ 4503021 w 6501199"/>
              <a:gd name="connsiteY821" fmla="*/ 3418584 h 6382977"/>
              <a:gd name="connsiteX822" fmla="*/ 4506217 w 6501199"/>
              <a:gd name="connsiteY822" fmla="*/ 3415907 h 6382977"/>
              <a:gd name="connsiteX823" fmla="*/ 4506217 w 6501199"/>
              <a:gd name="connsiteY823" fmla="*/ 3406547 h 6382977"/>
              <a:gd name="connsiteX824" fmla="*/ 4487855 w 6501199"/>
              <a:gd name="connsiteY824" fmla="*/ 3411227 h 6382977"/>
              <a:gd name="connsiteX825" fmla="*/ 4483175 w 6501199"/>
              <a:gd name="connsiteY825" fmla="*/ 3402227 h 6382977"/>
              <a:gd name="connsiteX826" fmla="*/ 5456641 w 6501199"/>
              <a:gd name="connsiteY826" fmla="*/ 3390900 h 6382977"/>
              <a:gd name="connsiteX827" fmla="*/ 5467742 w 6501199"/>
              <a:gd name="connsiteY827" fmla="*/ 3409243 h 6382977"/>
              <a:gd name="connsiteX828" fmla="*/ 5422623 w 6501199"/>
              <a:gd name="connsiteY828" fmla="*/ 3434059 h 6382977"/>
              <a:gd name="connsiteX829" fmla="*/ 5456641 w 6501199"/>
              <a:gd name="connsiteY829" fmla="*/ 3390900 h 6382977"/>
              <a:gd name="connsiteX830" fmla="*/ 5155701 w 6501199"/>
              <a:gd name="connsiteY830" fmla="*/ 3387620 h 6382977"/>
              <a:gd name="connsiteX831" fmla="*/ 5166799 w 6501199"/>
              <a:gd name="connsiteY831" fmla="*/ 3388078 h 6382977"/>
              <a:gd name="connsiteX832" fmla="*/ 5117263 w 6501199"/>
              <a:gd name="connsiteY832" fmla="*/ 3419122 h 6382977"/>
              <a:gd name="connsiteX833" fmla="*/ 5155701 w 6501199"/>
              <a:gd name="connsiteY833" fmla="*/ 3387620 h 6382977"/>
              <a:gd name="connsiteX834" fmla="*/ 4553743 w 6501199"/>
              <a:gd name="connsiteY834" fmla="*/ 3386386 h 6382977"/>
              <a:gd name="connsiteX835" fmla="*/ 4576425 w 6501199"/>
              <a:gd name="connsiteY835" fmla="*/ 3411227 h 6382977"/>
              <a:gd name="connsiteX836" fmla="*/ 4553743 w 6501199"/>
              <a:gd name="connsiteY836" fmla="*/ 3386386 h 6382977"/>
              <a:gd name="connsiteX837" fmla="*/ 4836335 w 6501199"/>
              <a:gd name="connsiteY837" fmla="*/ 3386137 h 6382977"/>
              <a:gd name="connsiteX838" fmla="*/ 4763250 w 6501199"/>
              <a:gd name="connsiteY838" fmla="*/ 3404078 h 6382977"/>
              <a:gd name="connsiteX839" fmla="*/ 4781340 w 6501199"/>
              <a:gd name="connsiteY839" fmla="*/ 3397260 h 6382977"/>
              <a:gd name="connsiteX840" fmla="*/ 4795089 w 6501199"/>
              <a:gd name="connsiteY840" fmla="*/ 3410895 h 6382977"/>
              <a:gd name="connsiteX841" fmla="*/ 4836335 w 6501199"/>
              <a:gd name="connsiteY841" fmla="*/ 3386137 h 6382977"/>
              <a:gd name="connsiteX842" fmla="*/ 5475584 w 6501199"/>
              <a:gd name="connsiteY842" fmla="*/ 3385887 h 6382977"/>
              <a:gd name="connsiteX843" fmla="*/ 5476023 w 6501199"/>
              <a:gd name="connsiteY843" fmla="*/ 3385908 h 6382977"/>
              <a:gd name="connsiteX844" fmla="*/ 5473407 w 6501199"/>
              <a:gd name="connsiteY844" fmla="*/ 3394764 h 6382977"/>
              <a:gd name="connsiteX845" fmla="*/ 5475584 w 6501199"/>
              <a:gd name="connsiteY845" fmla="*/ 3385887 h 6382977"/>
              <a:gd name="connsiteX846" fmla="*/ 5089913 w 6501199"/>
              <a:gd name="connsiteY846" fmla="*/ 3357562 h 6382977"/>
              <a:gd name="connsiteX847" fmla="*/ 5060208 w 6501199"/>
              <a:gd name="connsiteY847" fmla="*/ 3409657 h 6382977"/>
              <a:gd name="connsiteX848" fmla="*/ 4984861 w 6501199"/>
              <a:gd name="connsiteY848" fmla="*/ 3411813 h 6382977"/>
              <a:gd name="connsiteX849" fmla="*/ 4982325 w 6501199"/>
              <a:gd name="connsiteY849" fmla="*/ 3398160 h 6382977"/>
              <a:gd name="connsiteX850" fmla="*/ 5089913 w 6501199"/>
              <a:gd name="connsiteY850" fmla="*/ 3357562 h 6382977"/>
              <a:gd name="connsiteX851" fmla="*/ 5320102 w 6501199"/>
              <a:gd name="connsiteY851" fmla="*/ 3352800 h 6382977"/>
              <a:gd name="connsiteX852" fmla="*/ 5228888 w 6501199"/>
              <a:gd name="connsiteY852" fmla="*/ 3420702 h 6382977"/>
              <a:gd name="connsiteX853" fmla="*/ 5222038 w 6501199"/>
              <a:gd name="connsiteY853" fmla="*/ 3404894 h 6382977"/>
              <a:gd name="connsiteX854" fmla="*/ 5320102 w 6501199"/>
              <a:gd name="connsiteY854" fmla="*/ 3352800 h 6382977"/>
              <a:gd name="connsiteX855" fmla="*/ 4166262 w 6501199"/>
              <a:gd name="connsiteY855" fmla="*/ 3350709 h 6382977"/>
              <a:gd name="connsiteX856" fmla="*/ 4156354 w 6501199"/>
              <a:gd name="connsiteY856" fmla="*/ 3351203 h 6382977"/>
              <a:gd name="connsiteX857" fmla="*/ 4148557 w 6501199"/>
              <a:gd name="connsiteY857" fmla="*/ 3357644 h 6382977"/>
              <a:gd name="connsiteX858" fmla="*/ 4137688 w 6501199"/>
              <a:gd name="connsiteY858" fmla="*/ 3357295 h 6382977"/>
              <a:gd name="connsiteX859" fmla="*/ 4134132 w 6501199"/>
              <a:gd name="connsiteY859" fmla="*/ 3352311 h 6382977"/>
              <a:gd name="connsiteX860" fmla="*/ 4111866 w 6501199"/>
              <a:gd name="connsiteY860" fmla="*/ 3353420 h 6382977"/>
              <a:gd name="connsiteX861" fmla="*/ 4110311 w 6501199"/>
              <a:gd name="connsiteY861" fmla="*/ 3357157 h 6382977"/>
              <a:gd name="connsiteX862" fmla="*/ 4103335 w 6501199"/>
              <a:gd name="connsiteY862" fmla="*/ 3377025 h 6382977"/>
              <a:gd name="connsiteX863" fmla="*/ 4130698 w 6501199"/>
              <a:gd name="connsiteY863" fmla="*/ 3379545 h 6382977"/>
              <a:gd name="connsiteX864" fmla="*/ 4137539 w 6501199"/>
              <a:gd name="connsiteY864" fmla="*/ 3363705 h 6382977"/>
              <a:gd name="connsiteX865" fmla="*/ 4154730 w 6501199"/>
              <a:gd name="connsiteY865" fmla="*/ 3370281 h 6382977"/>
              <a:gd name="connsiteX866" fmla="*/ 4172256 w 6501199"/>
              <a:gd name="connsiteY866" fmla="*/ 3368851 h 6382977"/>
              <a:gd name="connsiteX867" fmla="*/ 4171616 w 6501199"/>
              <a:gd name="connsiteY867" fmla="*/ 3364317 h 6382977"/>
              <a:gd name="connsiteX868" fmla="*/ 4170174 w 6501199"/>
              <a:gd name="connsiteY868" fmla="*/ 3354931 h 6382977"/>
              <a:gd name="connsiteX869" fmla="*/ 4165217 w 6501199"/>
              <a:gd name="connsiteY869" fmla="*/ 3354532 h 6382977"/>
              <a:gd name="connsiteX870" fmla="*/ 5542350 w 6501199"/>
              <a:gd name="connsiteY870" fmla="*/ 3350022 h 6382977"/>
              <a:gd name="connsiteX871" fmla="*/ 5495048 w 6501199"/>
              <a:gd name="connsiteY871" fmla="*/ 3386824 h 6382977"/>
              <a:gd name="connsiteX872" fmla="*/ 5476023 w 6501199"/>
              <a:gd name="connsiteY872" fmla="*/ 3385908 h 6382977"/>
              <a:gd name="connsiteX873" fmla="*/ 5477699 w 6501199"/>
              <a:gd name="connsiteY873" fmla="*/ 3380233 h 6382977"/>
              <a:gd name="connsiteX874" fmla="*/ 5542350 w 6501199"/>
              <a:gd name="connsiteY874" fmla="*/ 3350022 h 6382977"/>
              <a:gd name="connsiteX875" fmla="*/ 5220150 w 6501199"/>
              <a:gd name="connsiteY875" fmla="*/ 3349625 h 6382977"/>
              <a:gd name="connsiteX876" fmla="*/ 5229136 w 6501199"/>
              <a:gd name="connsiteY876" fmla="*/ 3351773 h 6382977"/>
              <a:gd name="connsiteX877" fmla="*/ 5235966 w 6501199"/>
              <a:gd name="connsiteY877" fmla="*/ 3353920 h 6382977"/>
              <a:gd name="connsiteX878" fmla="*/ 5186004 w 6501199"/>
              <a:gd name="connsiteY878" fmla="*/ 3381125 h 6382977"/>
              <a:gd name="connsiteX879" fmla="*/ 5220150 w 6501199"/>
              <a:gd name="connsiteY879" fmla="*/ 3349625 h 6382977"/>
              <a:gd name="connsiteX880" fmla="*/ 486793 w 6501199"/>
              <a:gd name="connsiteY880" fmla="*/ 3347962 h 6382977"/>
              <a:gd name="connsiteX881" fmla="*/ 475632 w 6501199"/>
              <a:gd name="connsiteY881" fmla="*/ 3361640 h 6382977"/>
              <a:gd name="connsiteX882" fmla="*/ 486793 w 6501199"/>
              <a:gd name="connsiteY882" fmla="*/ 3386836 h 6382977"/>
              <a:gd name="connsiteX883" fmla="*/ 546199 w 6501199"/>
              <a:gd name="connsiteY883" fmla="*/ 3402674 h 6382977"/>
              <a:gd name="connsiteX884" fmla="*/ 562041 w 6501199"/>
              <a:gd name="connsiteY884" fmla="*/ 3382157 h 6382977"/>
              <a:gd name="connsiteX885" fmla="*/ 507315 w 6501199"/>
              <a:gd name="connsiteY885" fmla="*/ 3370639 h 6382977"/>
              <a:gd name="connsiteX886" fmla="*/ 486793 w 6501199"/>
              <a:gd name="connsiteY886" fmla="*/ 3347962 h 6382977"/>
              <a:gd name="connsiteX887" fmla="*/ 4034470 w 6501199"/>
              <a:gd name="connsiteY887" fmla="*/ 3347780 h 6382977"/>
              <a:gd name="connsiteX888" fmla="*/ 4034073 w 6501199"/>
              <a:gd name="connsiteY888" fmla="*/ 3349889 h 6382977"/>
              <a:gd name="connsiteX889" fmla="*/ 4028087 w 6501199"/>
              <a:gd name="connsiteY889" fmla="*/ 3381706 h 6382977"/>
              <a:gd name="connsiteX890" fmla="*/ 4055450 w 6501199"/>
              <a:gd name="connsiteY890" fmla="*/ 3383866 h 6382977"/>
              <a:gd name="connsiteX891" fmla="*/ 4069132 w 6501199"/>
              <a:gd name="connsiteY891" fmla="*/ 3356864 h 6382977"/>
              <a:gd name="connsiteX892" fmla="*/ 4069132 w 6501199"/>
              <a:gd name="connsiteY892" fmla="*/ 3379545 h 6382977"/>
              <a:gd name="connsiteX893" fmla="*/ 4103335 w 6501199"/>
              <a:gd name="connsiteY893" fmla="*/ 3361185 h 6382977"/>
              <a:gd name="connsiteX894" fmla="*/ 4096686 w 6501199"/>
              <a:gd name="connsiteY894" fmla="*/ 3356105 h 6382977"/>
              <a:gd name="connsiteX895" fmla="*/ 4095682 w 6501199"/>
              <a:gd name="connsiteY895" fmla="*/ 3354037 h 6382977"/>
              <a:gd name="connsiteX896" fmla="*/ 3947979 w 6501199"/>
              <a:gd name="connsiteY896" fmla="*/ 3339194 h 6382977"/>
              <a:gd name="connsiteX897" fmla="*/ 3953200 w 6501199"/>
              <a:gd name="connsiteY897" fmla="*/ 3370185 h 6382977"/>
              <a:gd name="connsiteX898" fmla="*/ 3971202 w 6501199"/>
              <a:gd name="connsiteY898" fmla="*/ 3365865 h 6382977"/>
              <a:gd name="connsiteX899" fmla="*/ 3962201 w 6501199"/>
              <a:gd name="connsiteY899" fmla="*/ 3386386 h 6382977"/>
              <a:gd name="connsiteX900" fmla="*/ 3994244 w 6501199"/>
              <a:gd name="connsiteY900" fmla="*/ 3361185 h 6382977"/>
              <a:gd name="connsiteX901" fmla="*/ 3978402 w 6501199"/>
              <a:gd name="connsiteY901" fmla="*/ 3393226 h 6382977"/>
              <a:gd name="connsiteX902" fmla="*/ 4020071 w 6501199"/>
              <a:gd name="connsiteY902" fmla="*/ 3355357 h 6382977"/>
              <a:gd name="connsiteX903" fmla="*/ 4031729 w 6501199"/>
              <a:gd name="connsiteY903" fmla="*/ 3347500 h 6382977"/>
              <a:gd name="connsiteX904" fmla="*/ 4030294 w 6501199"/>
              <a:gd name="connsiteY904" fmla="*/ 3347353 h 6382977"/>
              <a:gd name="connsiteX905" fmla="*/ 3998480 w 6501199"/>
              <a:gd name="connsiteY905" fmla="*/ 3343334 h 6382977"/>
              <a:gd name="connsiteX906" fmla="*/ 3997101 w 6501199"/>
              <a:gd name="connsiteY906" fmla="*/ 3344505 h 6382977"/>
              <a:gd name="connsiteX907" fmla="*/ 3996352 w 6501199"/>
              <a:gd name="connsiteY907" fmla="*/ 3343065 h 6382977"/>
              <a:gd name="connsiteX908" fmla="*/ 3966224 w 6501199"/>
              <a:gd name="connsiteY908" fmla="*/ 3339259 h 6382977"/>
              <a:gd name="connsiteX909" fmla="*/ 3926085 w 6501199"/>
              <a:gd name="connsiteY909" fmla="*/ 3339117 h 6382977"/>
              <a:gd name="connsiteX910" fmla="*/ 3927277 w 6501199"/>
              <a:gd name="connsiteY910" fmla="*/ 3352454 h 6382977"/>
              <a:gd name="connsiteX911" fmla="*/ 3937358 w 6501199"/>
              <a:gd name="connsiteY911" fmla="*/ 3363705 h 6382977"/>
              <a:gd name="connsiteX912" fmla="*/ 3941678 w 6501199"/>
              <a:gd name="connsiteY912" fmla="*/ 3340664 h 6382977"/>
              <a:gd name="connsiteX913" fmla="*/ 3936137 w 6501199"/>
              <a:gd name="connsiteY913" fmla="*/ 3339152 h 6382977"/>
              <a:gd name="connsiteX914" fmla="*/ 3916700 w 6501199"/>
              <a:gd name="connsiteY914" fmla="*/ 3339083 h 6382977"/>
              <a:gd name="connsiteX915" fmla="*/ 3913776 w 6501199"/>
              <a:gd name="connsiteY915" fmla="*/ 3351554 h 6382977"/>
              <a:gd name="connsiteX916" fmla="*/ 3905315 w 6501199"/>
              <a:gd name="connsiteY916" fmla="*/ 3354344 h 6382977"/>
              <a:gd name="connsiteX917" fmla="*/ 3909995 w 6501199"/>
              <a:gd name="connsiteY917" fmla="*/ 3345344 h 6382977"/>
              <a:gd name="connsiteX918" fmla="*/ 3900243 w 6501199"/>
              <a:gd name="connsiteY918" fmla="*/ 3342445 h 6382977"/>
              <a:gd name="connsiteX919" fmla="*/ 3896854 w 6501199"/>
              <a:gd name="connsiteY919" fmla="*/ 3339701 h 6382977"/>
              <a:gd name="connsiteX920" fmla="*/ 3891531 w 6501199"/>
              <a:gd name="connsiteY920" fmla="*/ 3340497 h 6382977"/>
              <a:gd name="connsiteX921" fmla="*/ 3889473 w 6501199"/>
              <a:gd name="connsiteY921" fmla="*/ 3343184 h 6382977"/>
              <a:gd name="connsiteX922" fmla="*/ 3891633 w 6501199"/>
              <a:gd name="connsiteY922" fmla="*/ 3359024 h 6382977"/>
              <a:gd name="connsiteX923" fmla="*/ 3918996 w 6501199"/>
              <a:gd name="connsiteY923" fmla="*/ 3365865 h 6382977"/>
              <a:gd name="connsiteX924" fmla="*/ 3923047 w 6501199"/>
              <a:gd name="connsiteY924" fmla="*/ 3352184 h 6382977"/>
              <a:gd name="connsiteX925" fmla="*/ 3917100 w 6501199"/>
              <a:gd name="connsiteY925" fmla="*/ 3339085 h 6382977"/>
              <a:gd name="connsiteX926" fmla="*/ 5460913 w 6501199"/>
              <a:gd name="connsiteY926" fmla="*/ 3328987 h 6382977"/>
              <a:gd name="connsiteX927" fmla="*/ 5478854 w 6501199"/>
              <a:gd name="connsiteY927" fmla="*/ 3360898 h 6382977"/>
              <a:gd name="connsiteX928" fmla="*/ 5460913 w 6501199"/>
              <a:gd name="connsiteY928" fmla="*/ 3383744 h 6382977"/>
              <a:gd name="connsiteX929" fmla="*/ 5435796 w 6501199"/>
              <a:gd name="connsiteY929" fmla="*/ 3363437 h 6382977"/>
              <a:gd name="connsiteX930" fmla="*/ 5374438 w 6501199"/>
              <a:gd name="connsiteY930" fmla="*/ 3390634 h 6382977"/>
              <a:gd name="connsiteX931" fmla="*/ 5460913 w 6501199"/>
              <a:gd name="connsiteY931" fmla="*/ 3328987 h 6382977"/>
              <a:gd name="connsiteX932" fmla="*/ 4539656 w 6501199"/>
              <a:gd name="connsiteY932" fmla="*/ 3328918 h 6382977"/>
              <a:gd name="connsiteX933" fmla="*/ 4533221 w 6501199"/>
              <a:gd name="connsiteY933" fmla="*/ 3345344 h 6382977"/>
              <a:gd name="connsiteX934" fmla="*/ 4558423 w 6501199"/>
              <a:gd name="connsiteY934" fmla="*/ 3354344 h 6382977"/>
              <a:gd name="connsiteX935" fmla="*/ 4563103 w 6501199"/>
              <a:gd name="connsiteY935" fmla="*/ 3329503 h 6382977"/>
              <a:gd name="connsiteX936" fmla="*/ 4539656 w 6501199"/>
              <a:gd name="connsiteY936" fmla="*/ 3328918 h 6382977"/>
              <a:gd name="connsiteX937" fmla="*/ 4766807 w 6501199"/>
              <a:gd name="connsiteY937" fmla="*/ 3327850 h 6382977"/>
              <a:gd name="connsiteX938" fmla="*/ 4778759 w 6501199"/>
              <a:gd name="connsiteY938" fmla="*/ 3329296 h 6382977"/>
              <a:gd name="connsiteX939" fmla="*/ 4778759 w 6501199"/>
              <a:gd name="connsiteY939" fmla="*/ 3338058 h 6382977"/>
              <a:gd name="connsiteX940" fmla="*/ 4760075 w 6501199"/>
              <a:gd name="connsiteY940" fmla="*/ 3342615 h 6382977"/>
              <a:gd name="connsiteX941" fmla="*/ 4760075 w 6501199"/>
              <a:gd name="connsiteY941" fmla="*/ 3331399 h 6382977"/>
              <a:gd name="connsiteX942" fmla="*/ 4766807 w 6501199"/>
              <a:gd name="connsiteY942" fmla="*/ 3327850 h 6382977"/>
              <a:gd name="connsiteX943" fmla="*/ 4637991 w 6501199"/>
              <a:gd name="connsiteY943" fmla="*/ 3324823 h 6382977"/>
              <a:gd name="connsiteX944" fmla="*/ 4642672 w 6501199"/>
              <a:gd name="connsiteY944" fmla="*/ 3345344 h 6382977"/>
              <a:gd name="connsiteX945" fmla="*/ 4663194 w 6501199"/>
              <a:gd name="connsiteY945" fmla="*/ 3331663 h 6382977"/>
              <a:gd name="connsiteX946" fmla="*/ 4642672 w 6501199"/>
              <a:gd name="connsiteY946" fmla="*/ 3329503 h 6382977"/>
              <a:gd name="connsiteX947" fmla="*/ 4637991 w 6501199"/>
              <a:gd name="connsiteY947" fmla="*/ 3324823 h 6382977"/>
              <a:gd name="connsiteX948" fmla="*/ 5524897 w 6501199"/>
              <a:gd name="connsiteY948" fmla="*/ 3324817 h 6382977"/>
              <a:gd name="connsiteX949" fmla="*/ 5493500 w 6501199"/>
              <a:gd name="connsiteY949" fmla="*/ 3350256 h 6382977"/>
              <a:gd name="connsiteX950" fmla="*/ 5524897 w 6501199"/>
              <a:gd name="connsiteY950" fmla="*/ 3324817 h 6382977"/>
              <a:gd name="connsiteX951" fmla="*/ 4484076 w 6501199"/>
              <a:gd name="connsiteY951" fmla="*/ 3316633 h 6382977"/>
              <a:gd name="connsiteX952" fmla="*/ 4474174 w 6501199"/>
              <a:gd name="connsiteY952" fmla="*/ 3329503 h 6382977"/>
              <a:gd name="connsiteX953" fmla="*/ 4494696 w 6501199"/>
              <a:gd name="connsiteY953" fmla="*/ 3333823 h 6382977"/>
              <a:gd name="connsiteX954" fmla="*/ 4476335 w 6501199"/>
              <a:gd name="connsiteY954" fmla="*/ 3345344 h 6382977"/>
              <a:gd name="connsiteX955" fmla="*/ 4446811 w 6501199"/>
              <a:gd name="connsiteY955" fmla="*/ 3340664 h 6382977"/>
              <a:gd name="connsiteX956" fmla="*/ 4433130 w 6501199"/>
              <a:gd name="connsiteY956" fmla="*/ 3352184 h 6382977"/>
              <a:gd name="connsiteX957" fmla="*/ 4444651 w 6501199"/>
              <a:gd name="connsiteY957" fmla="*/ 3377025 h 6382977"/>
              <a:gd name="connsiteX958" fmla="*/ 4453652 w 6501199"/>
              <a:gd name="connsiteY958" fmla="*/ 3361185 h 6382977"/>
              <a:gd name="connsiteX959" fmla="*/ 4481015 w 6501199"/>
              <a:gd name="connsiteY959" fmla="*/ 3374865 h 6382977"/>
              <a:gd name="connsiteX960" fmla="*/ 4506217 w 6501199"/>
              <a:gd name="connsiteY960" fmla="*/ 3374865 h 6382977"/>
              <a:gd name="connsiteX961" fmla="*/ 4515219 w 6501199"/>
              <a:gd name="connsiteY961" fmla="*/ 3336343 h 6382977"/>
              <a:gd name="connsiteX962" fmla="*/ 4499377 w 6501199"/>
              <a:gd name="connsiteY962" fmla="*/ 3322663 h 6382977"/>
              <a:gd name="connsiteX963" fmla="*/ 4484076 w 6501199"/>
              <a:gd name="connsiteY963" fmla="*/ 3316633 h 6382977"/>
              <a:gd name="connsiteX964" fmla="*/ 5384073 w 6501199"/>
              <a:gd name="connsiteY964" fmla="*/ 3312512 h 6382977"/>
              <a:gd name="connsiteX965" fmla="*/ 5399479 w 6501199"/>
              <a:gd name="connsiteY965" fmla="*/ 3319639 h 6382977"/>
              <a:gd name="connsiteX966" fmla="*/ 5351674 w 6501199"/>
              <a:gd name="connsiteY966" fmla="*/ 3339747 h 6382977"/>
              <a:gd name="connsiteX967" fmla="*/ 5384073 w 6501199"/>
              <a:gd name="connsiteY967" fmla="*/ 3312512 h 6382977"/>
              <a:gd name="connsiteX968" fmla="*/ 4774918 w 6501199"/>
              <a:gd name="connsiteY968" fmla="*/ 3307453 h 6382977"/>
              <a:gd name="connsiteX969" fmla="*/ 4785116 w 6501199"/>
              <a:gd name="connsiteY969" fmla="*/ 3318164 h 6382977"/>
              <a:gd name="connsiteX970" fmla="*/ 4733088 w 6501199"/>
              <a:gd name="connsiteY970" fmla="*/ 3327137 h 6382977"/>
              <a:gd name="connsiteX971" fmla="*/ 4774918 w 6501199"/>
              <a:gd name="connsiteY971" fmla="*/ 3307453 h 6382977"/>
              <a:gd name="connsiteX972" fmla="*/ 4264743 w 6501199"/>
              <a:gd name="connsiteY972" fmla="*/ 3304985 h 6382977"/>
              <a:gd name="connsiteX973" fmla="*/ 4259667 w 6501199"/>
              <a:gd name="connsiteY973" fmla="*/ 3309839 h 6382977"/>
              <a:gd name="connsiteX974" fmla="*/ 4269313 w 6501199"/>
              <a:gd name="connsiteY974" fmla="*/ 3311142 h 6382977"/>
              <a:gd name="connsiteX975" fmla="*/ 4263919 w 6501199"/>
              <a:gd name="connsiteY975" fmla="*/ 3322722 h 6382977"/>
              <a:gd name="connsiteX976" fmla="*/ 4272298 w 6501199"/>
              <a:gd name="connsiteY976" fmla="*/ 3323245 h 6382977"/>
              <a:gd name="connsiteX977" fmla="*/ 4272690 w 6501199"/>
              <a:gd name="connsiteY977" fmla="*/ 3323375 h 6382977"/>
              <a:gd name="connsiteX978" fmla="*/ 4273099 w 6501199"/>
              <a:gd name="connsiteY978" fmla="*/ 3321279 h 6382977"/>
              <a:gd name="connsiteX979" fmla="*/ 4278674 w 6501199"/>
              <a:gd name="connsiteY979" fmla="*/ 3311142 h 6382977"/>
              <a:gd name="connsiteX980" fmla="*/ 4271113 w 6501199"/>
              <a:gd name="connsiteY980" fmla="*/ 3305967 h 6382977"/>
              <a:gd name="connsiteX981" fmla="*/ 5497747 w 6501199"/>
              <a:gd name="connsiteY981" fmla="*/ 3302625 h 6382977"/>
              <a:gd name="connsiteX982" fmla="*/ 5509231 w 6501199"/>
              <a:gd name="connsiteY982" fmla="*/ 3323415 h 6382977"/>
              <a:gd name="connsiteX983" fmla="*/ 5487150 w 6501199"/>
              <a:gd name="connsiteY983" fmla="*/ 3307307 h 6382977"/>
              <a:gd name="connsiteX984" fmla="*/ 5497747 w 6501199"/>
              <a:gd name="connsiteY984" fmla="*/ 3302625 h 6382977"/>
              <a:gd name="connsiteX985" fmla="*/ 4239375 w 6501199"/>
              <a:gd name="connsiteY985" fmla="*/ 3300412 h 6382977"/>
              <a:gd name="connsiteX986" fmla="*/ 4244905 w 6501199"/>
              <a:gd name="connsiteY986" fmla="*/ 3301926 h 6382977"/>
              <a:gd name="connsiteX987" fmla="*/ 4246873 w 6501199"/>
              <a:gd name="connsiteY987" fmla="*/ 3302465 h 6382977"/>
              <a:gd name="connsiteX988" fmla="*/ 4635831 w 6501199"/>
              <a:gd name="connsiteY988" fmla="*/ 3288461 h 6382977"/>
              <a:gd name="connsiteX989" fmla="*/ 4596947 w 6501199"/>
              <a:gd name="connsiteY989" fmla="*/ 3324823 h 6382977"/>
              <a:gd name="connsiteX990" fmla="*/ 4610629 w 6501199"/>
              <a:gd name="connsiteY990" fmla="*/ 3338504 h 6382977"/>
              <a:gd name="connsiteX991" fmla="*/ 4635831 w 6501199"/>
              <a:gd name="connsiteY991" fmla="*/ 3288461 h 6382977"/>
              <a:gd name="connsiteX992" fmla="*/ 4459654 w 6501199"/>
              <a:gd name="connsiteY992" fmla="*/ 3286717 h 6382977"/>
              <a:gd name="connsiteX993" fmla="*/ 4448971 w 6501199"/>
              <a:gd name="connsiteY993" fmla="*/ 3299982 h 6382977"/>
              <a:gd name="connsiteX994" fmla="*/ 4439971 w 6501199"/>
              <a:gd name="connsiteY994" fmla="*/ 3295301 h 6382977"/>
              <a:gd name="connsiteX995" fmla="*/ 4448971 w 6501199"/>
              <a:gd name="connsiteY995" fmla="*/ 3315822 h 6382977"/>
              <a:gd name="connsiteX996" fmla="*/ 4460493 w 6501199"/>
              <a:gd name="connsiteY996" fmla="*/ 3313302 h 6382977"/>
              <a:gd name="connsiteX997" fmla="*/ 4467333 w 6501199"/>
              <a:gd name="connsiteY997" fmla="*/ 3288461 h 6382977"/>
              <a:gd name="connsiteX998" fmla="*/ 4459654 w 6501199"/>
              <a:gd name="connsiteY998" fmla="*/ 3286717 h 6382977"/>
              <a:gd name="connsiteX999" fmla="*/ 4474174 w 6501199"/>
              <a:gd name="connsiteY999" fmla="*/ 3286301 h 6382977"/>
              <a:gd name="connsiteX1000" fmla="*/ 4478855 w 6501199"/>
              <a:gd name="connsiteY1000" fmla="*/ 3313302 h 6382977"/>
              <a:gd name="connsiteX1001" fmla="*/ 4485020 w 6501199"/>
              <a:gd name="connsiteY1001" fmla="*/ 3298181 h 6382977"/>
              <a:gd name="connsiteX1002" fmla="*/ 4477860 w 6501199"/>
              <a:gd name="connsiteY1002" fmla="*/ 3290339 h 6382977"/>
              <a:gd name="connsiteX1003" fmla="*/ 4474325 w 6501199"/>
              <a:gd name="connsiteY1003" fmla="*/ 3290660 h 6382977"/>
              <a:gd name="connsiteX1004" fmla="*/ 4476610 w 6501199"/>
              <a:gd name="connsiteY1004" fmla="*/ 3288969 h 6382977"/>
              <a:gd name="connsiteX1005" fmla="*/ 4963307 w 6501199"/>
              <a:gd name="connsiteY1005" fmla="*/ 3284590 h 6382977"/>
              <a:gd name="connsiteX1006" fmla="*/ 4970253 w 6501199"/>
              <a:gd name="connsiteY1006" fmla="*/ 3286124 h 6382977"/>
              <a:gd name="connsiteX1007" fmla="*/ 4944787 w 6501199"/>
              <a:gd name="connsiteY1007" fmla="*/ 3300045 h 6382977"/>
              <a:gd name="connsiteX1008" fmla="*/ 4963307 w 6501199"/>
              <a:gd name="connsiteY1008" fmla="*/ 3284590 h 6382977"/>
              <a:gd name="connsiteX1009" fmla="*/ 4523497 w 6501199"/>
              <a:gd name="connsiteY1009" fmla="*/ 3281828 h 6382977"/>
              <a:gd name="connsiteX1010" fmla="*/ 4508378 w 6501199"/>
              <a:gd name="connsiteY1010" fmla="*/ 3295301 h 6382977"/>
              <a:gd name="connsiteX1011" fmla="*/ 4529665 w 6501199"/>
              <a:gd name="connsiteY1011" fmla="*/ 3291251 h 6382977"/>
              <a:gd name="connsiteX1012" fmla="*/ 4535529 w 6501199"/>
              <a:gd name="connsiteY1012" fmla="*/ 3284754 h 6382977"/>
              <a:gd name="connsiteX1013" fmla="*/ 4542581 w 6501199"/>
              <a:gd name="connsiteY1013" fmla="*/ 3276941 h 6382977"/>
              <a:gd name="connsiteX1014" fmla="*/ 4538738 w 6501199"/>
              <a:gd name="connsiteY1014" fmla="*/ 3277663 h 6382977"/>
              <a:gd name="connsiteX1015" fmla="*/ 4539719 w 6501199"/>
              <a:gd name="connsiteY1015" fmla="*/ 3280112 h 6382977"/>
              <a:gd name="connsiteX1016" fmla="*/ 4506768 w 6501199"/>
              <a:gd name="connsiteY1016" fmla="*/ 3267169 h 6382977"/>
              <a:gd name="connsiteX1017" fmla="*/ 4506217 w 6501199"/>
              <a:gd name="connsiteY1017" fmla="*/ 3270100 h 6382977"/>
              <a:gd name="connsiteX1018" fmla="*/ 4510990 w 6501199"/>
              <a:gd name="connsiteY1018" fmla="*/ 3268465 h 6382977"/>
              <a:gd name="connsiteX1019" fmla="*/ 4510690 w 6501199"/>
              <a:gd name="connsiteY1019" fmla="*/ 3267986 h 6382977"/>
              <a:gd name="connsiteX1020" fmla="*/ 4598938 w 6501199"/>
              <a:gd name="connsiteY1020" fmla="*/ 3265718 h 6382977"/>
              <a:gd name="connsiteX1021" fmla="*/ 4572105 w 6501199"/>
              <a:gd name="connsiteY1021" fmla="*/ 3274780 h 6382977"/>
              <a:gd name="connsiteX1022" fmla="*/ 4572105 w 6501199"/>
              <a:gd name="connsiteY1022" fmla="*/ 3290621 h 6382977"/>
              <a:gd name="connsiteX1023" fmla="*/ 4606308 w 6501199"/>
              <a:gd name="connsiteY1023" fmla="*/ 3270100 h 6382977"/>
              <a:gd name="connsiteX1024" fmla="*/ 4598938 w 6501199"/>
              <a:gd name="connsiteY1024" fmla="*/ 3265718 h 6382977"/>
              <a:gd name="connsiteX1025" fmla="*/ 4572105 w 6501199"/>
              <a:gd name="connsiteY1025" fmla="*/ 3258940 h 6382977"/>
              <a:gd name="connsiteX1026" fmla="*/ 4571947 w 6501199"/>
              <a:gd name="connsiteY1026" fmla="*/ 3259446 h 6382977"/>
              <a:gd name="connsiteX1027" fmla="*/ 4563103 w 6501199"/>
              <a:gd name="connsiteY1027" fmla="*/ 3261100 h 6382977"/>
              <a:gd name="connsiteX1028" fmla="*/ 4572105 w 6501199"/>
              <a:gd name="connsiteY1028" fmla="*/ 3258940 h 6382977"/>
              <a:gd name="connsiteX1029" fmla="*/ 4388005 w 6501199"/>
              <a:gd name="connsiteY1029" fmla="*/ 3252562 h 6382977"/>
              <a:gd name="connsiteX1030" fmla="*/ 4319604 w 6501199"/>
              <a:gd name="connsiteY1030" fmla="*/ 3270563 h 6382977"/>
              <a:gd name="connsiteX1031" fmla="*/ 4290084 w 6501199"/>
              <a:gd name="connsiteY1031" fmla="*/ 3273083 h 6382977"/>
              <a:gd name="connsiteX1032" fmla="*/ 4269563 w 6501199"/>
              <a:gd name="connsiteY1032" fmla="*/ 3254722 h 6382977"/>
              <a:gd name="connsiteX1033" fmla="*/ 4240043 w 6501199"/>
              <a:gd name="connsiteY1033" fmla="*/ 3293605 h 6382977"/>
              <a:gd name="connsiteX1034" fmla="*/ 4222043 w 6501199"/>
              <a:gd name="connsiteY1034" fmla="*/ 3277404 h 6382977"/>
              <a:gd name="connsiteX1035" fmla="*/ 4235723 w 6501199"/>
              <a:gd name="connsiteY1035" fmla="*/ 3261563 h 6382977"/>
              <a:gd name="connsiteX1036" fmla="*/ 4195223 w 6501199"/>
              <a:gd name="connsiteY1036" fmla="*/ 3268549 h 6382977"/>
              <a:gd name="connsiteX1037" fmla="*/ 4189006 w 6501199"/>
              <a:gd name="connsiteY1037" fmla="*/ 3276008 h 6382977"/>
              <a:gd name="connsiteX1038" fmla="*/ 4189964 w 6501199"/>
              <a:gd name="connsiteY1038" fmla="*/ 3277410 h 6382977"/>
              <a:gd name="connsiteX1039" fmla="*/ 4202558 w 6501199"/>
              <a:gd name="connsiteY1039" fmla="*/ 3277449 h 6382977"/>
              <a:gd name="connsiteX1040" fmla="*/ 4210523 w 6501199"/>
              <a:gd name="connsiteY1040" fmla="*/ 3284244 h 6382977"/>
              <a:gd name="connsiteX1041" fmla="*/ 4198426 w 6501199"/>
              <a:gd name="connsiteY1041" fmla="*/ 3287166 h 6382977"/>
              <a:gd name="connsiteX1042" fmla="*/ 4213088 w 6501199"/>
              <a:gd name="connsiteY1042" fmla="*/ 3302223 h 6382977"/>
              <a:gd name="connsiteX1043" fmla="*/ 4214947 w 6501199"/>
              <a:gd name="connsiteY1043" fmla="*/ 3297462 h 6382977"/>
              <a:gd name="connsiteX1044" fmla="*/ 4235351 w 6501199"/>
              <a:gd name="connsiteY1044" fmla="*/ 3308346 h 6382977"/>
              <a:gd name="connsiteX1045" fmla="*/ 4236772 w 6501199"/>
              <a:gd name="connsiteY1045" fmla="*/ 3315704 h 6382977"/>
              <a:gd name="connsiteX1046" fmla="*/ 4237523 w 6501199"/>
              <a:gd name="connsiteY1046" fmla="*/ 3315840 h 6382977"/>
              <a:gd name="connsiteX1047" fmla="*/ 4240761 w 6501199"/>
              <a:gd name="connsiteY1047" fmla="*/ 3317798 h 6382977"/>
              <a:gd name="connsiteX1048" fmla="*/ 4252661 w 6501199"/>
              <a:gd name="connsiteY1048" fmla="*/ 3308892 h 6382977"/>
              <a:gd name="connsiteX1049" fmla="*/ 4255483 w 6501199"/>
              <a:gd name="connsiteY1049" fmla="*/ 3309273 h 6382977"/>
              <a:gd name="connsiteX1050" fmla="*/ 4249952 w 6501199"/>
              <a:gd name="connsiteY1050" fmla="*/ 3305520 h 6382977"/>
              <a:gd name="connsiteX1051" fmla="*/ 4249356 w 6501199"/>
              <a:gd name="connsiteY1051" fmla="*/ 3303144 h 6382977"/>
              <a:gd name="connsiteX1052" fmla="*/ 4248603 w 6501199"/>
              <a:gd name="connsiteY1052" fmla="*/ 3300138 h 6382977"/>
              <a:gd name="connsiteX1053" fmla="*/ 4258276 w 6501199"/>
              <a:gd name="connsiteY1053" fmla="*/ 3290887 h 6382977"/>
              <a:gd name="connsiteX1054" fmla="*/ 4262927 w 6501199"/>
              <a:gd name="connsiteY1054" fmla="*/ 3295779 h 6382977"/>
              <a:gd name="connsiteX1055" fmla="*/ 4265712 w 6501199"/>
              <a:gd name="connsiteY1055" fmla="*/ 3299667 h 6382977"/>
              <a:gd name="connsiteX1056" fmla="*/ 4276829 w 6501199"/>
              <a:gd name="connsiteY1056" fmla="*/ 3290126 h 6382977"/>
              <a:gd name="connsiteX1057" fmla="*/ 4269313 w 6501199"/>
              <a:gd name="connsiteY1057" fmla="*/ 3279461 h 6382977"/>
              <a:gd name="connsiteX1058" fmla="*/ 4295505 w 6501199"/>
              <a:gd name="connsiteY1058" fmla="*/ 3281666 h 6382977"/>
              <a:gd name="connsiteX1059" fmla="*/ 4300366 w 6501199"/>
              <a:gd name="connsiteY1059" fmla="*/ 3287858 h 6382977"/>
              <a:gd name="connsiteX1060" fmla="*/ 4309800 w 6501199"/>
              <a:gd name="connsiteY1060" fmla="*/ 3282973 h 6382977"/>
              <a:gd name="connsiteX1061" fmla="*/ 4324663 w 6501199"/>
              <a:gd name="connsiteY1061" fmla="*/ 3275012 h 6382977"/>
              <a:gd name="connsiteX1062" fmla="*/ 4336263 w 6501199"/>
              <a:gd name="connsiteY1062" fmla="*/ 3293159 h 6382977"/>
              <a:gd name="connsiteX1063" fmla="*/ 4305269 w 6501199"/>
              <a:gd name="connsiteY1063" fmla="*/ 3291107 h 6382977"/>
              <a:gd name="connsiteX1064" fmla="*/ 4302836 w 6501199"/>
              <a:gd name="connsiteY1064" fmla="*/ 3291004 h 6382977"/>
              <a:gd name="connsiteX1065" fmla="*/ 4305260 w 6501199"/>
              <a:gd name="connsiteY1065" fmla="*/ 3294092 h 6382977"/>
              <a:gd name="connsiteX1066" fmla="*/ 4308197 w 6501199"/>
              <a:gd name="connsiteY1066" fmla="*/ 3311142 h 6382977"/>
              <a:gd name="connsiteX1067" fmla="*/ 4290735 w 6501199"/>
              <a:gd name="connsiteY1067" fmla="*/ 3323968 h 6382977"/>
              <a:gd name="connsiteX1068" fmla="*/ 4288527 w 6501199"/>
              <a:gd name="connsiteY1068" fmla="*/ 3328609 h 6382977"/>
              <a:gd name="connsiteX1069" fmla="*/ 4308889 w 6501199"/>
              <a:gd name="connsiteY1069" fmla="*/ 3335339 h 6382977"/>
              <a:gd name="connsiteX1070" fmla="*/ 4342944 w 6501199"/>
              <a:gd name="connsiteY1070" fmla="*/ 3355520 h 6382977"/>
              <a:gd name="connsiteX1071" fmla="*/ 4351401 w 6501199"/>
              <a:gd name="connsiteY1071" fmla="*/ 3354344 h 6382977"/>
              <a:gd name="connsiteX1072" fmla="*/ 4352890 w 6501199"/>
              <a:gd name="connsiteY1072" fmla="*/ 3361414 h 6382977"/>
              <a:gd name="connsiteX1073" fmla="*/ 4365069 w 6501199"/>
              <a:gd name="connsiteY1073" fmla="*/ 3368632 h 6382977"/>
              <a:gd name="connsiteX1074" fmla="*/ 4367243 w 6501199"/>
              <a:gd name="connsiteY1074" fmla="*/ 3368025 h 6382977"/>
              <a:gd name="connsiteX1075" fmla="*/ 4369403 w 6501199"/>
              <a:gd name="connsiteY1075" fmla="*/ 3338504 h 6382977"/>
              <a:gd name="connsiteX1076" fmla="*/ 4385605 w 6501199"/>
              <a:gd name="connsiteY1076" fmla="*/ 3352184 h 6382977"/>
              <a:gd name="connsiteX1077" fmla="*/ 4376244 w 6501199"/>
              <a:gd name="connsiteY1077" fmla="*/ 3363705 h 6382977"/>
              <a:gd name="connsiteX1078" fmla="*/ 4383085 w 6501199"/>
              <a:gd name="connsiteY1078" fmla="*/ 3374865 h 6382977"/>
              <a:gd name="connsiteX1079" fmla="*/ 4394606 w 6501199"/>
              <a:gd name="connsiteY1079" fmla="*/ 3352184 h 6382977"/>
              <a:gd name="connsiteX1080" fmla="*/ 4394606 w 6501199"/>
              <a:gd name="connsiteY1080" fmla="*/ 3331663 h 6382977"/>
              <a:gd name="connsiteX1081" fmla="*/ 4374084 w 6501199"/>
              <a:gd name="connsiteY1081" fmla="*/ 3331663 h 6382977"/>
              <a:gd name="connsiteX1082" fmla="*/ 4370933 w 6501199"/>
              <a:gd name="connsiteY1082" fmla="*/ 3309387 h 6382977"/>
              <a:gd name="connsiteX1083" fmla="*/ 4370918 w 6501199"/>
              <a:gd name="connsiteY1083" fmla="*/ 3309200 h 6382977"/>
              <a:gd name="connsiteX1084" fmla="*/ 4367200 w 6501199"/>
              <a:gd name="connsiteY1084" fmla="*/ 3311168 h 6382977"/>
              <a:gd name="connsiteX1085" fmla="*/ 4358438 w 6501199"/>
              <a:gd name="connsiteY1085" fmla="*/ 3304390 h 6382977"/>
              <a:gd name="connsiteX1086" fmla="*/ 4369434 w 6501199"/>
              <a:gd name="connsiteY1086" fmla="*/ 3291280 h 6382977"/>
              <a:gd name="connsiteX1087" fmla="*/ 4369453 w 6501199"/>
              <a:gd name="connsiteY1087" fmla="*/ 3291231 h 6382977"/>
              <a:gd name="connsiteX1088" fmla="*/ 4369403 w 6501199"/>
              <a:gd name="connsiteY1088" fmla="*/ 3290621 h 6382977"/>
              <a:gd name="connsiteX1089" fmla="*/ 4369654 w 6501199"/>
              <a:gd name="connsiteY1089" fmla="*/ 3290707 h 6382977"/>
              <a:gd name="connsiteX1090" fmla="*/ 4373859 w 6501199"/>
              <a:gd name="connsiteY1090" fmla="*/ 3279775 h 6382977"/>
              <a:gd name="connsiteX1091" fmla="*/ 4385075 w 6501199"/>
              <a:gd name="connsiteY1091" fmla="*/ 3290834 h 6382977"/>
              <a:gd name="connsiteX1092" fmla="*/ 4377488 w 6501199"/>
              <a:gd name="connsiteY1092" fmla="*/ 3296537 h 6382977"/>
              <a:gd name="connsiteX1093" fmla="*/ 4378809 w 6501199"/>
              <a:gd name="connsiteY1093" fmla="*/ 3300657 h 6382977"/>
              <a:gd name="connsiteX1094" fmla="*/ 4383085 w 6501199"/>
              <a:gd name="connsiteY1094" fmla="*/ 3315822 h 6382977"/>
              <a:gd name="connsiteX1095" fmla="*/ 4415128 w 6501199"/>
              <a:gd name="connsiteY1095" fmla="*/ 3299982 h 6382977"/>
              <a:gd name="connsiteX1096" fmla="*/ 4387765 w 6501199"/>
              <a:gd name="connsiteY1096" fmla="*/ 3279461 h 6382977"/>
              <a:gd name="connsiteX1097" fmla="*/ 4399151 w 6501199"/>
              <a:gd name="connsiteY1097" fmla="*/ 3276895 h 6382977"/>
              <a:gd name="connsiteX1098" fmla="*/ 4398840 w 6501199"/>
              <a:gd name="connsiteY1098" fmla="*/ 3270712 h 6382977"/>
              <a:gd name="connsiteX1099" fmla="*/ 4392685 w 6501199"/>
              <a:gd name="connsiteY1099" fmla="*/ 3277404 h 6382977"/>
              <a:gd name="connsiteX1100" fmla="*/ 4388410 w 6501199"/>
              <a:gd name="connsiteY1100" fmla="*/ 3271598 h 6382977"/>
              <a:gd name="connsiteX1101" fmla="*/ 4390153 w 6501199"/>
              <a:gd name="connsiteY1101" fmla="*/ 3267397 h 6382977"/>
              <a:gd name="connsiteX1102" fmla="*/ 4384911 w 6501199"/>
              <a:gd name="connsiteY1102" fmla="*/ 3275228 h 6382977"/>
              <a:gd name="connsiteX1103" fmla="*/ 4370109 w 6501199"/>
              <a:gd name="connsiteY1103" fmla="*/ 3278908 h 6382977"/>
              <a:gd name="connsiteX1104" fmla="*/ 4371211 w 6501199"/>
              <a:gd name="connsiteY1104" fmla="*/ 3271124 h 6382977"/>
              <a:gd name="connsiteX1105" fmla="*/ 4368384 w 6501199"/>
              <a:gd name="connsiteY1105" fmla="*/ 3273667 h 6382977"/>
              <a:gd name="connsiteX1106" fmla="*/ 4348483 w 6501199"/>
              <a:gd name="connsiteY1106" fmla="*/ 3284184 h 6382977"/>
              <a:gd name="connsiteX1107" fmla="*/ 4339388 w 6501199"/>
              <a:gd name="connsiteY1107" fmla="*/ 3277481 h 6382977"/>
              <a:gd name="connsiteX1108" fmla="*/ 4359261 w 6501199"/>
              <a:gd name="connsiteY1108" fmla="*/ 3271484 h 6382977"/>
              <a:gd name="connsiteX1109" fmla="*/ 4371493 w 6501199"/>
              <a:gd name="connsiteY1109" fmla="*/ 3269134 h 6382977"/>
              <a:gd name="connsiteX1110" fmla="*/ 4371825 w 6501199"/>
              <a:gd name="connsiteY1110" fmla="*/ 3266784 h 6382977"/>
              <a:gd name="connsiteX1111" fmla="*/ 4378203 w 6501199"/>
              <a:gd name="connsiteY1111" fmla="*/ 3260245 h 6382977"/>
              <a:gd name="connsiteX1112" fmla="*/ 4391885 w 6501199"/>
              <a:gd name="connsiteY1112" fmla="*/ 3262918 h 6382977"/>
              <a:gd name="connsiteX1113" fmla="*/ 4393495 w 6501199"/>
              <a:gd name="connsiteY1113" fmla="*/ 3258367 h 6382977"/>
              <a:gd name="connsiteX1114" fmla="*/ 4388005 w 6501199"/>
              <a:gd name="connsiteY1114" fmla="*/ 3252562 h 6382977"/>
              <a:gd name="connsiteX1115" fmla="*/ 4522059 w 6501199"/>
              <a:gd name="connsiteY1115" fmla="*/ 3252099 h 6382977"/>
              <a:gd name="connsiteX1116" fmla="*/ 4520644 w 6501199"/>
              <a:gd name="connsiteY1116" fmla="*/ 3252515 h 6382977"/>
              <a:gd name="connsiteX1117" fmla="*/ 4516453 w 6501199"/>
              <a:gd name="connsiteY1117" fmla="*/ 3254933 h 6382977"/>
              <a:gd name="connsiteX1118" fmla="*/ 4512567 w 6501199"/>
              <a:gd name="connsiteY1118" fmla="*/ 3263575 h 6382977"/>
              <a:gd name="connsiteX1119" fmla="*/ 4518091 w 6501199"/>
              <a:gd name="connsiteY1119" fmla="*/ 3264434 h 6382977"/>
              <a:gd name="connsiteX1120" fmla="*/ 4778762 w 6501199"/>
              <a:gd name="connsiteY1120" fmla="*/ 3249612 h 6382977"/>
              <a:gd name="connsiteX1121" fmla="*/ 4760228 w 6501199"/>
              <a:gd name="connsiteY1121" fmla="*/ 3279416 h 6382977"/>
              <a:gd name="connsiteX1122" fmla="*/ 4748963 w 6501199"/>
              <a:gd name="connsiteY1122" fmla="*/ 3261102 h 6382977"/>
              <a:gd name="connsiteX1123" fmla="*/ 4778762 w 6501199"/>
              <a:gd name="connsiteY1123" fmla="*/ 3249612 h 6382977"/>
              <a:gd name="connsiteX1124" fmla="*/ 4551738 w 6501199"/>
              <a:gd name="connsiteY1124" fmla="*/ 3249209 h 6382977"/>
              <a:gd name="connsiteX1125" fmla="*/ 4552438 w 6501199"/>
              <a:gd name="connsiteY1125" fmla="*/ 3255430 h 6382977"/>
              <a:gd name="connsiteX1126" fmla="*/ 4555903 w 6501199"/>
              <a:gd name="connsiteY1126" fmla="*/ 3293141 h 6382977"/>
              <a:gd name="connsiteX1127" fmla="*/ 4563103 w 6501199"/>
              <a:gd name="connsiteY1127" fmla="*/ 3290621 h 6382977"/>
              <a:gd name="connsiteX1128" fmla="*/ 4566659 w 6501199"/>
              <a:gd name="connsiteY1128" fmla="*/ 3276401 h 6382977"/>
              <a:gd name="connsiteX1129" fmla="*/ 4571947 w 6501199"/>
              <a:gd name="connsiteY1129" fmla="*/ 3259446 h 6382977"/>
              <a:gd name="connsiteX1130" fmla="*/ 4595430 w 6501199"/>
              <a:gd name="connsiteY1130" fmla="*/ 3255055 h 6382977"/>
              <a:gd name="connsiteX1131" fmla="*/ 4588166 w 6501199"/>
              <a:gd name="connsiteY1131" fmla="*/ 3250042 h 6382977"/>
              <a:gd name="connsiteX1132" fmla="*/ 4564226 w 6501199"/>
              <a:gd name="connsiteY1132" fmla="*/ 3253012 h 6382977"/>
              <a:gd name="connsiteX1133" fmla="*/ 4410072 w 6501199"/>
              <a:gd name="connsiteY1133" fmla="*/ 3248152 h 6382977"/>
              <a:gd name="connsiteX1134" fmla="*/ 4401685 w 6501199"/>
              <a:gd name="connsiteY1134" fmla="*/ 3250042 h 6382977"/>
              <a:gd name="connsiteX1135" fmla="*/ 4396128 w 6501199"/>
              <a:gd name="connsiteY1135" fmla="*/ 3257608 h 6382977"/>
              <a:gd name="connsiteX1136" fmla="*/ 4397653 w 6501199"/>
              <a:gd name="connsiteY1136" fmla="*/ 3262715 h 6382977"/>
              <a:gd name="connsiteX1137" fmla="*/ 4396766 w 6501199"/>
              <a:gd name="connsiteY1137" fmla="*/ 3258940 h 6382977"/>
              <a:gd name="connsiteX1138" fmla="*/ 4401447 w 6501199"/>
              <a:gd name="connsiteY1138" fmla="*/ 3258940 h 6382977"/>
              <a:gd name="connsiteX1139" fmla="*/ 4406127 w 6501199"/>
              <a:gd name="connsiteY1139" fmla="*/ 3252099 h 6382977"/>
              <a:gd name="connsiteX1140" fmla="*/ 4404001 w 6501199"/>
              <a:gd name="connsiteY1140" fmla="*/ 3279489 h 6382977"/>
              <a:gd name="connsiteX1141" fmla="*/ 4405290 w 6501199"/>
              <a:gd name="connsiteY1141" fmla="*/ 3279986 h 6382977"/>
              <a:gd name="connsiteX1142" fmla="*/ 4409352 w 6501199"/>
              <a:gd name="connsiteY1142" fmla="*/ 3276600 h 6382977"/>
              <a:gd name="connsiteX1143" fmla="*/ 4411078 w 6501199"/>
              <a:gd name="connsiteY1143" fmla="*/ 3277432 h 6382977"/>
              <a:gd name="connsiteX1144" fmla="*/ 4416525 w 6501199"/>
              <a:gd name="connsiteY1144" fmla="*/ 3280058 h 6382977"/>
              <a:gd name="connsiteX1145" fmla="*/ 4422853 w 6501199"/>
              <a:gd name="connsiteY1145" fmla="*/ 3263197 h 6382977"/>
              <a:gd name="connsiteX1146" fmla="*/ 4415860 w 6501199"/>
              <a:gd name="connsiteY1146" fmla="*/ 3253282 h 6382977"/>
              <a:gd name="connsiteX1147" fmla="*/ 4410072 w 6501199"/>
              <a:gd name="connsiteY1147" fmla="*/ 3248152 h 6382977"/>
              <a:gd name="connsiteX1148" fmla="*/ 5340940 w 6501199"/>
              <a:gd name="connsiteY1148" fmla="*/ 3247180 h 6382977"/>
              <a:gd name="connsiteX1149" fmla="*/ 5350253 w 6501199"/>
              <a:gd name="connsiteY1149" fmla="*/ 3256676 h 6382977"/>
              <a:gd name="connsiteX1150" fmla="*/ 5326813 w 6501199"/>
              <a:gd name="connsiteY1150" fmla="*/ 3268327 h 6382977"/>
              <a:gd name="connsiteX1151" fmla="*/ 5340940 w 6501199"/>
              <a:gd name="connsiteY1151" fmla="*/ 3247180 h 6382977"/>
              <a:gd name="connsiteX1152" fmla="*/ 4207868 w 6501199"/>
              <a:gd name="connsiteY1152" fmla="*/ 3241401 h 6382977"/>
              <a:gd name="connsiteX1153" fmla="*/ 4192163 w 6501199"/>
              <a:gd name="connsiteY1153" fmla="*/ 3247882 h 6382977"/>
              <a:gd name="connsiteX1154" fmla="*/ 4215203 w 6501199"/>
              <a:gd name="connsiteY1154" fmla="*/ 3250042 h 6382977"/>
              <a:gd name="connsiteX1155" fmla="*/ 4207868 w 6501199"/>
              <a:gd name="connsiteY1155" fmla="*/ 3241401 h 6382977"/>
              <a:gd name="connsiteX1156" fmla="*/ 4178865 w 6501199"/>
              <a:gd name="connsiteY1156" fmla="*/ 3233854 h 6382977"/>
              <a:gd name="connsiteX1157" fmla="*/ 4172540 w 6501199"/>
              <a:gd name="connsiteY1157" fmla="*/ 3233998 h 6382977"/>
              <a:gd name="connsiteX1158" fmla="*/ 4173981 w 6501199"/>
              <a:gd name="connsiteY1158" fmla="*/ 3241233 h 6382977"/>
              <a:gd name="connsiteX1159" fmla="*/ 4489454 w 6501199"/>
              <a:gd name="connsiteY1159" fmla="*/ 3227209 h 6382977"/>
              <a:gd name="connsiteX1160" fmla="*/ 4487179 w 6501199"/>
              <a:gd name="connsiteY1160" fmla="*/ 3232986 h 6382977"/>
              <a:gd name="connsiteX1161" fmla="*/ 4472245 w 6501199"/>
              <a:gd name="connsiteY1161" fmla="*/ 3234201 h 6382977"/>
              <a:gd name="connsiteX1162" fmla="*/ 4472245 w 6501199"/>
              <a:gd name="connsiteY1162" fmla="*/ 3254722 h 6382977"/>
              <a:gd name="connsiteX1163" fmla="*/ 4488085 w 6501199"/>
              <a:gd name="connsiteY1163" fmla="*/ 3259403 h 6382977"/>
              <a:gd name="connsiteX1164" fmla="*/ 4479389 w 6501199"/>
              <a:gd name="connsiteY1164" fmla="*/ 3258089 h 6382977"/>
              <a:gd name="connsiteX1165" fmla="*/ 4487855 w 6501199"/>
              <a:gd name="connsiteY1165" fmla="*/ 3270100 h 6382977"/>
              <a:gd name="connsiteX1166" fmla="*/ 4506217 w 6501199"/>
              <a:gd name="connsiteY1166" fmla="*/ 3231578 h 6382977"/>
              <a:gd name="connsiteX1167" fmla="*/ 4503124 w 6501199"/>
              <a:gd name="connsiteY1167" fmla="*/ 3230728 h 6382977"/>
              <a:gd name="connsiteX1168" fmla="*/ 4500595 w 6501199"/>
              <a:gd name="connsiteY1168" fmla="*/ 3241356 h 6382977"/>
              <a:gd name="connsiteX1169" fmla="*/ 4490245 w 6501199"/>
              <a:gd name="connsiteY1169" fmla="*/ 3243201 h 6382977"/>
              <a:gd name="connsiteX1170" fmla="*/ 4496776 w 6501199"/>
              <a:gd name="connsiteY1170" fmla="*/ 3230544 h 6382977"/>
              <a:gd name="connsiteX1171" fmla="*/ 4493904 w 6501199"/>
              <a:gd name="connsiteY1171" fmla="*/ 3228194 h 6382977"/>
              <a:gd name="connsiteX1172" fmla="*/ 4490826 w 6501199"/>
              <a:gd name="connsiteY1172" fmla="*/ 3227348 h 6382977"/>
              <a:gd name="connsiteX1173" fmla="*/ 4204452 w 6501199"/>
              <a:gd name="connsiteY1173" fmla="*/ 3227018 h 6382977"/>
              <a:gd name="connsiteX1174" fmla="*/ 4189813 w 6501199"/>
              <a:gd name="connsiteY1174" fmla="*/ 3232378 h 6382977"/>
              <a:gd name="connsiteX1175" fmla="*/ 4185323 w 6501199"/>
              <a:gd name="connsiteY1175" fmla="*/ 3236721 h 6382977"/>
              <a:gd name="connsiteX1176" fmla="*/ 4215203 w 6501199"/>
              <a:gd name="connsiteY1176" fmla="*/ 3227360 h 6382977"/>
              <a:gd name="connsiteX1177" fmla="*/ 4547126 w 6501199"/>
              <a:gd name="connsiteY1177" fmla="*/ 3218360 h 6382977"/>
              <a:gd name="connsiteX1178" fmla="*/ 4541760 w 6501199"/>
              <a:gd name="connsiteY1178" fmla="*/ 3219478 h 6382977"/>
              <a:gd name="connsiteX1179" fmla="*/ 4540061 w 6501199"/>
              <a:gd name="connsiteY1179" fmla="*/ 3236259 h 6382977"/>
              <a:gd name="connsiteX1180" fmla="*/ 4543285 w 6501199"/>
              <a:gd name="connsiteY1180" fmla="*/ 3235447 h 6382977"/>
              <a:gd name="connsiteX1181" fmla="*/ 4544516 w 6501199"/>
              <a:gd name="connsiteY1181" fmla="*/ 3231230 h 6382977"/>
              <a:gd name="connsiteX1182" fmla="*/ 4547126 w 6501199"/>
              <a:gd name="connsiteY1182" fmla="*/ 3218360 h 6382977"/>
              <a:gd name="connsiteX1183" fmla="*/ 5648500 w 6501199"/>
              <a:gd name="connsiteY1183" fmla="*/ 3213687 h 6382977"/>
              <a:gd name="connsiteX1184" fmla="*/ 5614493 w 6501199"/>
              <a:gd name="connsiteY1184" fmla="*/ 3255012 h 6382977"/>
              <a:gd name="connsiteX1185" fmla="*/ 5648500 w 6501199"/>
              <a:gd name="connsiteY1185" fmla="*/ 3213687 h 6382977"/>
              <a:gd name="connsiteX1186" fmla="*/ 4595554 w 6501199"/>
              <a:gd name="connsiteY1186" fmla="*/ 3213435 h 6382977"/>
              <a:gd name="connsiteX1187" fmla="*/ 4585516 w 6501199"/>
              <a:gd name="connsiteY1187" fmla="*/ 3217673 h 6382977"/>
              <a:gd name="connsiteX1188" fmla="*/ 4584652 w 6501199"/>
              <a:gd name="connsiteY1188" fmla="*/ 3217707 h 6382977"/>
              <a:gd name="connsiteX1189" fmla="*/ 4584476 w 6501199"/>
              <a:gd name="connsiteY1189" fmla="*/ 3218045 h 6382977"/>
              <a:gd name="connsiteX1190" fmla="*/ 4583486 w 6501199"/>
              <a:gd name="connsiteY1190" fmla="*/ 3227360 h 6382977"/>
              <a:gd name="connsiteX1191" fmla="*/ 4578266 w 6501199"/>
              <a:gd name="connsiteY1191" fmla="*/ 3221735 h 6382977"/>
              <a:gd name="connsiteX1192" fmla="*/ 4577310 w 6501199"/>
              <a:gd name="connsiteY1192" fmla="*/ 3218000 h 6382977"/>
              <a:gd name="connsiteX1193" fmla="*/ 4563373 w 6501199"/>
              <a:gd name="connsiteY1193" fmla="*/ 3218556 h 6382977"/>
              <a:gd name="connsiteX1194" fmla="*/ 4560550 w 6501199"/>
              <a:gd name="connsiteY1194" fmla="*/ 3216098 h 6382977"/>
              <a:gd name="connsiteX1195" fmla="*/ 4558331 w 6501199"/>
              <a:gd name="connsiteY1195" fmla="*/ 3223175 h 6382977"/>
              <a:gd name="connsiteX1196" fmla="*/ 4557766 w 6501199"/>
              <a:gd name="connsiteY1196" fmla="*/ 3224788 h 6382977"/>
              <a:gd name="connsiteX1197" fmla="*/ 4560583 w 6501199"/>
              <a:gd name="connsiteY1197" fmla="*/ 3224738 h 6382977"/>
              <a:gd name="connsiteX1198" fmla="*/ 4550850 w 6501199"/>
              <a:gd name="connsiteY1198" fmla="*/ 3239633 h 6382977"/>
              <a:gd name="connsiteX1199" fmla="*/ 4560463 w 6501199"/>
              <a:gd name="connsiteY1199" fmla="*/ 3241575 h 6382977"/>
              <a:gd name="connsiteX1200" fmla="*/ 4573091 w 6501199"/>
              <a:gd name="connsiteY1200" fmla="*/ 3238566 h 6382977"/>
              <a:gd name="connsiteX1201" fmla="*/ 4578485 w 6501199"/>
              <a:gd name="connsiteY1201" fmla="*/ 3236620 h 6382977"/>
              <a:gd name="connsiteX1202" fmla="*/ 4567988 w 6501199"/>
              <a:gd name="connsiteY1202" fmla="*/ 3234112 h 6382977"/>
              <a:gd name="connsiteX1203" fmla="*/ 4581812 w 6501199"/>
              <a:gd name="connsiteY1203" fmla="*/ 3231971 h 6382977"/>
              <a:gd name="connsiteX1204" fmla="*/ 4587224 w 6501199"/>
              <a:gd name="connsiteY1204" fmla="*/ 3223855 h 6382977"/>
              <a:gd name="connsiteX1205" fmla="*/ 4597798 w 6501199"/>
              <a:gd name="connsiteY1205" fmla="*/ 3220563 h 6382977"/>
              <a:gd name="connsiteX1206" fmla="*/ 4598066 w 6501199"/>
              <a:gd name="connsiteY1206" fmla="*/ 3216604 h 6382977"/>
              <a:gd name="connsiteX1207" fmla="*/ 4718444 w 6501199"/>
              <a:gd name="connsiteY1207" fmla="*/ 3208337 h 6382977"/>
              <a:gd name="connsiteX1208" fmla="*/ 4648950 w 6501199"/>
              <a:gd name="connsiteY1208" fmla="*/ 3219561 h 6382977"/>
              <a:gd name="connsiteX1209" fmla="*/ 4718444 w 6501199"/>
              <a:gd name="connsiteY1209" fmla="*/ 3208337 h 6382977"/>
              <a:gd name="connsiteX1210" fmla="*/ 4546902 w 6501199"/>
              <a:gd name="connsiteY1210" fmla="*/ 3204217 h 6382977"/>
              <a:gd name="connsiteX1211" fmla="*/ 4546791 w 6501199"/>
              <a:gd name="connsiteY1211" fmla="*/ 3204531 h 6382977"/>
              <a:gd name="connsiteX1212" fmla="*/ 4547126 w 6501199"/>
              <a:gd name="connsiteY1212" fmla="*/ 3204679 h 6382977"/>
              <a:gd name="connsiteX1213" fmla="*/ 4547269 w 6501199"/>
              <a:gd name="connsiteY1213" fmla="*/ 3204536 h 6382977"/>
              <a:gd name="connsiteX1214" fmla="*/ 5365205 w 6501199"/>
              <a:gd name="connsiteY1214" fmla="*/ 3203575 h 6382977"/>
              <a:gd name="connsiteX1215" fmla="*/ 5371952 w 6501199"/>
              <a:gd name="connsiteY1215" fmla="*/ 3224288 h 6382977"/>
              <a:gd name="connsiteX1216" fmla="*/ 5347450 w 6501199"/>
              <a:gd name="connsiteY1216" fmla="*/ 3222108 h 6382977"/>
              <a:gd name="connsiteX1217" fmla="*/ 5365205 w 6501199"/>
              <a:gd name="connsiteY1217" fmla="*/ 3203575 h 6382977"/>
              <a:gd name="connsiteX1218" fmla="*/ 4913134 w 6501199"/>
              <a:gd name="connsiteY1218" fmla="*/ 3201513 h 6382977"/>
              <a:gd name="connsiteX1219" fmla="*/ 4870002 w 6501199"/>
              <a:gd name="connsiteY1219" fmla="*/ 3233375 h 6382977"/>
              <a:gd name="connsiteX1220" fmla="*/ 4863173 w 6501199"/>
              <a:gd name="connsiteY1220" fmla="*/ 3215272 h 6382977"/>
              <a:gd name="connsiteX1221" fmla="*/ 4896959 w 6501199"/>
              <a:gd name="connsiteY1221" fmla="*/ 3217444 h 6382977"/>
              <a:gd name="connsiteX1222" fmla="*/ 4913134 w 6501199"/>
              <a:gd name="connsiteY1222" fmla="*/ 3201513 h 6382977"/>
              <a:gd name="connsiteX1223" fmla="*/ 4523653 w 6501199"/>
              <a:gd name="connsiteY1223" fmla="*/ 3199423 h 6382977"/>
              <a:gd name="connsiteX1224" fmla="*/ 4520691 w 6501199"/>
              <a:gd name="connsiteY1224" fmla="*/ 3205346 h 6382977"/>
              <a:gd name="connsiteX1225" fmla="*/ 4524219 w 6501199"/>
              <a:gd name="connsiteY1225" fmla="*/ 3199897 h 6382977"/>
              <a:gd name="connsiteX1226" fmla="*/ 4835505 w 6501199"/>
              <a:gd name="connsiteY1226" fmla="*/ 3198393 h 6382977"/>
              <a:gd name="connsiteX1227" fmla="*/ 4842265 w 6501199"/>
              <a:gd name="connsiteY1227" fmla="*/ 3203111 h 6382977"/>
              <a:gd name="connsiteX1228" fmla="*/ 4828643 w 6501199"/>
              <a:gd name="connsiteY1228" fmla="*/ 3205112 h 6382977"/>
              <a:gd name="connsiteX1229" fmla="*/ 4822487 w 6501199"/>
              <a:gd name="connsiteY1229" fmla="*/ 3217647 h 6382977"/>
              <a:gd name="connsiteX1230" fmla="*/ 4827972 w 6501199"/>
              <a:gd name="connsiteY1230" fmla="*/ 3219853 h 6382977"/>
              <a:gd name="connsiteX1231" fmla="*/ 4827972 w 6501199"/>
              <a:gd name="connsiteY1231" fmla="*/ 3248996 h 6382977"/>
              <a:gd name="connsiteX1232" fmla="*/ 4809288 w 6501199"/>
              <a:gd name="connsiteY1232" fmla="*/ 3222340 h 6382977"/>
              <a:gd name="connsiteX1233" fmla="*/ 4814050 w 6501199"/>
              <a:gd name="connsiteY1233" fmla="*/ 3217720 h 6382977"/>
              <a:gd name="connsiteX1234" fmla="*/ 4818093 w 6501199"/>
              <a:gd name="connsiteY1234" fmla="*/ 3217333 h 6382977"/>
              <a:gd name="connsiteX1235" fmla="*/ 4815021 w 6501199"/>
              <a:gd name="connsiteY1235" fmla="*/ 3215839 h 6382977"/>
              <a:gd name="connsiteX1236" fmla="*/ 4801264 w 6501199"/>
              <a:gd name="connsiteY1236" fmla="*/ 3212206 h 6382977"/>
              <a:gd name="connsiteX1237" fmla="*/ 4835505 w 6501199"/>
              <a:gd name="connsiteY1237" fmla="*/ 3198393 h 6382977"/>
              <a:gd name="connsiteX1238" fmla="*/ 4625264 w 6501199"/>
              <a:gd name="connsiteY1238" fmla="*/ 3182161 h 6382977"/>
              <a:gd name="connsiteX1239" fmla="*/ 4619371 w 6501199"/>
              <a:gd name="connsiteY1239" fmla="*/ 3186261 h 6382977"/>
              <a:gd name="connsiteX1240" fmla="*/ 4619621 w 6501199"/>
              <a:gd name="connsiteY1240" fmla="*/ 3186678 h 6382977"/>
              <a:gd name="connsiteX1241" fmla="*/ 4622366 w 6501199"/>
              <a:gd name="connsiteY1241" fmla="*/ 3193518 h 6382977"/>
              <a:gd name="connsiteX1242" fmla="*/ 4632627 w 6501199"/>
              <a:gd name="connsiteY1242" fmla="*/ 3190053 h 6382977"/>
              <a:gd name="connsiteX1243" fmla="*/ 4639150 w 6501199"/>
              <a:gd name="connsiteY1243" fmla="*/ 3183558 h 6382977"/>
              <a:gd name="connsiteX1244" fmla="*/ 457270 w 6501199"/>
              <a:gd name="connsiteY1244" fmla="*/ 3182026 h 6382977"/>
              <a:gd name="connsiteX1245" fmla="*/ 441428 w 6501199"/>
              <a:gd name="connsiteY1245" fmla="*/ 3220541 h 6382977"/>
              <a:gd name="connsiteX1246" fmla="*/ 457270 w 6501199"/>
              <a:gd name="connsiteY1246" fmla="*/ 3182026 h 6382977"/>
              <a:gd name="connsiteX1247" fmla="*/ 4829564 w 6501199"/>
              <a:gd name="connsiteY1247" fmla="*/ 3179666 h 6382977"/>
              <a:gd name="connsiteX1248" fmla="*/ 4813689 w 6501199"/>
              <a:gd name="connsiteY1248" fmla="*/ 3200124 h 6382977"/>
              <a:gd name="connsiteX1249" fmla="*/ 4799979 w 6501199"/>
              <a:gd name="connsiteY1249" fmla="*/ 3186485 h 6382977"/>
              <a:gd name="connsiteX1250" fmla="*/ 4763539 w 6501199"/>
              <a:gd name="connsiteY1250" fmla="*/ 3211250 h 6382977"/>
              <a:gd name="connsiteX1251" fmla="*/ 4726738 w 6501199"/>
              <a:gd name="connsiteY1251" fmla="*/ 3206584 h 6382977"/>
              <a:gd name="connsiteX1252" fmla="*/ 4829564 w 6501199"/>
              <a:gd name="connsiteY1252" fmla="*/ 3179666 h 6382977"/>
              <a:gd name="connsiteX1253" fmla="*/ 4618098 w 6501199"/>
              <a:gd name="connsiteY1253" fmla="*/ 3179455 h 6382977"/>
              <a:gd name="connsiteX1254" fmla="*/ 4615526 w 6501199"/>
              <a:gd name="connsiteY1254" fmla="*/ 3179837 h 6382977"/>
              <a:gd name="connsiteX1255" fmla="*/ 4616282 w 6501199"/>
              <a:gd name="connsiteY1255" fmla="*/ 3181101 h 6382977"/>
              <a:gd name="connsiteX1256" fmla="*/ 4617919 w 6501199"/>
              <a:gd name="connsiteY1256" fmla="*/ 3179670 h 6382977"/>
              <a:gd name="connsiteX1257" fmla="*/ 4701927 w 6501199"/>
              <a:gd name="connsiteY1257" fmla="*/ 3163636 h 6382977"/>
              <a:gd name="connsiteX1258" fmla="*/ 4673487 w 6501199"/>
              <a:gd name="connsiteY1258" fmla="*/ 3169981 h 6382977"/>
              <a:gd name="connsiteX1259" fmla="*/ 4658345 w 6501199"/>
              <a:gd name="connsiteY1259" fmla="*/ 3175229 h 6382977"/>
              <a:gd name="connsiteX1260" fmla="*/ 4656300 w 6501199"/>
              <a:gd name="connsiteY1260" fmla="*/ 3178784 h 6382977"/>
              <a:gd name="connsiteX1261" fmla="*/ 4670067 w 6501199"/>
              <a:gd name="connsiteY1261" fmla="*/ 3177497 h 6382977"/>
              <a:gd name="connsiteX1262" fmla="*/ 4695087 w 6501199"/>
              <a:gd name="connsiteY1262" fmla="*/ 3175157 h 6382977"/>
              <a:gd name="connsiteX1263" fmla="*/ 4701927 w 6501199"/>
              <a:gd name="connsiteY1263" fmla="*/ 3163636 h 6382977"/>
              <a:gd name="connsiteX1264" fmla="*/ 4856705 w 6501199"/>
              <a:gd name="connsiteY1264" fmla="*/ 3157405 h 6382977"/>
              <a:gd name="connsiteX1265" fmla="*/ 4869263 w 6501199"/>
              <a:gd name="connsiteY1265" fmla="*/ 3159059 h 6382977"/>
              <a:gd name="connsiteX1266" fmla="*/ 4844728 w 6501199"/>
              <a:gd name="connsiteY1266" fmla="*/ 3184161 h 6382977"/>
              <a:gd name="connsiteX1267" fmla="*/ 4856705 w 6501199"/>
              <a:gd name="connsiteY1267" fmla="*/ 3157405 h 6382977"/>
              <a:gd name="connsiteX1268" fmla="*/ 4741437 w 6501199"/>
              <a:gd name="connsiteY1268" fmla="*/ 3152019 h 6382977"/>
              <a:gd name="connsiteX1269" fmla="*/ 4713087 w 6501199"/>
              <a:gd name="connsiteY1269" fmla="*/ 3152475 h 6382977"/>
              <a:gd name="connsiteX1270" fmla="*/ 4710927 w 6501199"/>
              <a:gd name="connsiteY1270" fmla="*/ 3166156 h 6382977"/>
              <a:gd name="connsiteX1271" fmla="*/ 4745127 w 6501199"/>
              <a:gd name="connsiteY1271" fmla="*/ 3156795 h 6382977"/>
              <a:gd name="connsiteX1272" fmla="*/ 4741437 w 6501199"/>
              <a:gd name="connsiteY1272" fmla="*/ 3152019 h 6382977"/>
              <a:gd name="connsiteX1273" fmla="*/ 5809050 w 6501199"/>
              <a:gd name="connsiteY1273" fmla="*/ 3140075 h 6382977"/>
              <a:gd name="connsiteX1274" fmla="*/ 5790907 w 6501199"/>
              <a:gd name="connsiteY1274" fmla="*/ 3171472 h 6382977"/>
              <a:gd name="connsiteX1275" fmla="*/ 5809050 w 6501199"/>
              <a:gd name="connsiteY1275" fmla="*/ 3140075 h 6382977"/>
              <a:gd name="connsiteX1276" fmla="*/ 4785211 w 6501199"/>
              <a:gd name="connsiteY1276" fmla="*/ 3139863 h 6382977"/>
              <a:gd name="connsiteX1277" fmla="*/ 4754127 w 6501199"/>
              <a:gd name="connsiteY1277" fmla="*/ 3145635 h 6382977"/>
              <a:gd name="connsiteX1278" fmla="*/ 4765647 w 6501199"/>
              <a:gd name="connsiteY1278" fmla="*/ 3154635 h 6382977"/>
              <a:gd name="connsiteX1279" fmla="*/ 4747287 w 6501199"/>
              <a:gd name="connsiteY1279" fmla="*/ 3175157 h 6382977"/>
              <a:gd name="connsiteX1280" fmla="*/ 4773342 w 6501199"/>
              <a:gd name="connsiteY1280" fmla="*/ 3166336 h 6382977"/>
              <a:gd name="connsiteX1281" fmla="*/ 4788476 w 6501199"/>
              <a:gd name="connsiteY1281" fmla="*/ 3148062 h 6382977"/>
              <a:gd name="connsiteX1282" fmla="*/ 4783447 w 6501199"/>
              <a:gd name="connsiteY1282" fmla="*/ 3145174 h 6382977"/>
              <a:gd name="connsiteX1283" fmla="*/ 4785213 w 6501199"/>
              <a:gd name="connsiteY1283" fmla="*/ 3140708 h 6382977"/>
              <a:gd name="connsiteX1284" fmla="*/ 4785994 w 6501199"/>
              <a:gd name="connsiteY1284" fmla="*/ 3140720 h 6382977"/>
              <a:gd name="connsiteX1285" fmla="*/ 4865656 w 6501199"/>
              <a:gd name="connsiteY1285" fmla="*/ 3139353 h 6382977"/>
              <a:gd name="connsiteX1286" fmla="*/ 4868608 w 6501199"/>
              <a:gd name="connsiteY1286" fmla="*/ 3140144 h 6382977"/>
              <a:gd name="connsiteX1287" fmla="*/ 4870408 w 6501199"/>
              <a:gd name="connsiteY1287" fmla="*/ 3143115 h 6382977"/>
              <a:gd name="connsiteX1288" fmla="*/ 4864177 w 6501199"/>
              <a:gd name="connsiteY1288" fmla="*/ 3138183 h 6382977"/>
              <a:gd name="connsiteX1289" fmla="*/ 4865656 w 6501199"/>
              <a:gd name="connsiteY1289" fmla="*/ 3139353 h 6382977"/>
              <a:gd name="connsiteX1290" fmla="*/ 4863568 w 6501199"/>
              <a:gd name="connsiteY1290" fmla="*/ 3138794 h 6382977"/>
              <a:gd name="connsiteX1291" fmla="*/ 307698 w 6501199"/>
              <a:gd name="connsiteY1291" fmla="*/ 3133323 h 6382977"/>
              <a:gd name="connsiteX1292" fmla="*/ 341705 w 6501199"/>
              <a:gd name="connsiteY1292" fmla="*/ 3133323 h 6382977"/>
              <a:gd name="connsiteX1293" fmla="*/ 312351 w 6501199"/>
              <a:gd name="connsiteY1293" fmla="*/ 3154037 h 6382977"/>
              <a:gd name="connsiteX1294" fmla="*/ 307698 w 6501199"/>
              <a:gd name="connsiteY1294" fmla="*/ 3133323 h 6382977"/>
              <a:gd name="connsiteX1295" fmla="*/ 5251836 w 6501199"/>
              <a:gd name="connsiteY1295" fmla="*/ 3124200 h 6382977"/>
              <a:gd name="connsiteX1296" fmla="*/ 5217275 w 6501199"/>
              <a:gd name="connsiteY1296" fmla="*/ 3149274 h 6382977"/>
              <a:gd name="connsiteX1297" fmla="*/ 5251836 w 6501199"/>
              <a:gd name="connsiteY1297" fmla="*/ 3124200 h 6382977"/>
              <a:gd name="connsiteX1298" fmla="*/ 4829368 w 6501199"/>
              <a:gd name="connsiteY1298" fmla="*/ 3118273 h 6382977"/>
              <a:gd name="connsiteX1299" fmla="*/ 4821943 w 6501199"/>
              <a:gd name="connsiteY1299" fmla="*/ 3129974 h 6382977"/>
              <a:gd name="connsiteX1300" fmla="*/ 4819751 w 6501199"/>
              <a:gd name="connsiteY1300" fmla="*/ 3131249 h 6382977"/>
              <a:gd name="connsiteX1301" fmla="*/ 4819546 w 6501199"/>
              <a:gd name="connsiteY1301" fmla="*/ 3136770 h 6382977"/>
              <a:gd name="connsiteX1302" fmla="*/ 4808694 w 6501199"/>
              <a:gd name="connsiteY1302" fmla="*/ 3147965 h 6382977"/>
              <a:gd name="connsiteX1303" fmla="*/ 4800899 w 6501199"/>
              <a:gd name="connsiteY1303" fmla="*/ 3149873 h 6382977"/>
              <a:gd name="connsiteX1304" fmla="*/ 4799313 w 6501199"/>
              <a:gd name="connsiteY1304" fmla="*/ 3155260 h 6382977"/>
              <a:gd name="connsiteX1305" fmla="*/ 4806688 w 6501199"/>
              <a:gd name="connsiteY1305" fmla="*/ 3161476 h 6382977"/>
              <a:gd name="connsiteX1306" fmla="*/ 4840528 w 6501199"/>
              <a:gd name="connsiteY1306" fmla="*/ 3129794 h 6382977"/>
              <a:gd name="connsiteX1307" fmla="*/ 4839623 w 6501199"/>
              <a:gd name="connsiteY1307" fmla="*/ 3124398 h 6382977"/>
              <a:gd name="connsiteX1308" fmla="*/ 4836450 w 6501199"/>
              <a:gd name="connsiteY1308" fmla="*/ 3123947 h 6382977"/>
              <a:gd name="connsiteX1309" fmla="*/ 4830628 w 6501199"/>
              <a:gd name="connsiteY1309" fmla="*/ 3118783 h 6382977"/>
              <a:gd name="connsiteX1310" fmla="*/ 5750351 w 6501199"/>
              <a:gd name="connsiteY1310" fmla="*/ 3106737 h 6382977"/>
              <a:gd name="connsiteX1311" fmla="*/ 5750351 w 6501199"/>
              <a:gd name="connsiteY1311" fmla="*/ 3122730 h 6382977"/>
              <a:gd name="connsiteX1312" fmla="*/ 5772803 w 6501199"/>
              <a:gd name="connsiteY1312" fmla="*/ 3120242 h 6382977"/>
              <a:gd name="connsiteX1313" fmla="*/ 5770665 w 6501199"/>
              <a:gd name="connsiteY1313" fmla="*/ 3145121 h 6382977"/>
              <a:gd name="connsiteX1314" fmla="*/ 5736809 w 6501199"/>
              <a:gd name="connsiteY1314" fmla="*/ 3142633 h 6382977"/>
              <a:gd name="connsiteX1315" fmla="*/ 5750351 w 6501199"/>
              <a:gd name="connsiteY1315" fmla="*/ 3106737 h 6382977"/>
              <a:gd name="connsiteX1316" fmla="*/ 5484769 w 6501199"/>
              <a:gd name="connsiteY1316" fmla="*/ 3106737 h 6382977"/>
              <a:gd name="connsiteX1317" fmla="*/ 5484769 w 6501199"/>
              <a:gd name="connsiteY1317" fmla="*/ 3131779 h 6382977"/>
              <a:gd name="connsiteX1318" fmla="*/ 5484769 w 6501199"/>
              <a:gd name="connsiteY1318" fmla="*/ 3106737 h 6382977"/>
              <a:gd name="connsiteX1319" fmla="*/ 4924008 w 6501199"/>
              <a:gd name="connsiteY1319" fmla="*/ 3097051 h 6382977"/>
              <a:gd name="connsiteX1320" fmla="*/ 4910710 w 6501199"/>
              <a:gd name="connsiteY1320" fmla="*/ 3097739 h 6382977"/>
              <a:gd name="connsiteX1321" fmla="*/ 4902350 w 6501199"/>
              <a:gd name="connsiteY1321" fmla="*/ 3103403 h 6382977"/>
              <a:gd name="connsiteX1322" fmla="*/ 4902135 w 6501199"/>
              <a:gd name="connsiteY1322" fmla="*/ 3105321 h 6382977"/>
              <a:gd name="connsiteX1323" fmla="*/ 4912776 w 6501199"/>
              <a:gd name="connsiteY1323" fmla="*/ 3102100 h 6382977"/>
              <a:gd name="connsiteX1324" fmla="*/ 5508494 w 6501199"/>
              <a:gd name="connsiteY1324" fmla="*/ 3087687 h 6382977"/>
              <a:gd name="connsiteX1325" fmla="*/ 5513080 w 6501199"/>
              <a:gd name="connsiteY1325" fmla="*/ 3101826 h 6382977"/>
              <a:gd name="connsiteX1326" fmla="*/ 5519782 w 6501199"/>
              <a:gd name="connsiteY1326" fmla="*/ 3094756 h 6382977"/>
              <a:gd name="connsiteX1327" fmla="*/ 5504260 w 6501199"/>
              <a:gd name="connsiteY1327" fmla="*/ 3108895 h 6382977"/>
              <a:gd name="connsiteX1328" fmla="*/ 5495088 w 6501199"/>
              <a:gd name="connsiteY1328" fmla="*/ 3096989 h 6382977"/>
              <a:gd name="connsiteX1329" fmla="*/ 5508494 w 6501199"/>
              <a:gd name="connsiteY1329" fmla="*/ 3087687 h 6382977"/>
              <a:gd name="connsiteX1330" fmla="*/ 236622 w 6501199"/>
              <a:gd name="connsiteY1330" fmla="*/ 3068637 h 6382977"/>
              <a:gd name="connsiteX1331" fmla="*/ 257055 w 6501199"/>
              <a:gd name="connsiteY1331" fmla="*/ 3125043 h 6382977"/>
              <a:gd name="connsiteX1332" fmla="*/ 268526 w 6501199"/>
              <a:gd name="connsiteY1332" fmla="*/ 3122901 h 6382977"/>
              <a:gd name="connsiteX1333" fmla="*/ 266016 w 6501199"/>
              <a:gd name="connsiteY1333" fmla="*/ 3093627 h 6382977"/>
              <a:gd name="connsiteX1334" fmla="*/ 306882 w 6501199"/>
              <a:gd name="connsiteY1334" fmla="*/ 3086844 h 6382977"/>
              <a:gd name="connsiteX1335" fmla="*/ 270676 w 6501199"/>
              <a:gd name="connsiteY1335" fmla="*/ 3133968 h 6382977"/>
              <a:gd name="connsiteX1336" fmla="*/ 232320 w 6501199"/>
              <a:gd name="connsiteY1336" fmla="*/ 3142893 h 6382977"/>
              <a:gd name="connsiteX1337" fmla="*/ 211888 w 6501199"/>
              <a:gd name="connsiteY1337" fmla="*/ 3111477 h 6382977"/>
              <a:gd name="connsiteX1338" fmla="*/ 234471 w 6501199"/>
              <a:gd name="connsiteY1338" fmla="*/ 3093627 h 6382977"/>
              <a:gd name="connsiteX1339" fmla="*/ 236622 w 6501199"/>
              <a:gd name="connsiteY1339" fmla="*/ 3068637 h 6382977"/>
              <a:gd name="connsiteX1340" fmla="*/ 272159 w 6501199"/>
              <a:gd name="connsiteY1340" fmla="*/ 3056008 h 6382977"/>
              <a:gd name="connsiteX1341" fmla="*/ 288212 w 6501199"/>
              <a:gd name="connsiteY1341" fmla="*/ 3080980 h 6382977"/>
              <a:gd name="connsiteX1342" fmla="*/ 270018 w 6501199"/>
              <a:gd name="connsiteY1342" fmla="*/ 3076342 h 6382977"/>
              <a:gd name="connsiteX1343" fmla="*/ 272159 w 6501199"/>
              <a:gd name="connsiteY1343" fmla="*/ 3056008 h 6382977"/>
              <a:gd name="connsiteX1344" fmla="*/ 4215383 w 6501199"/>
              <a:gd name="connsiteY1344" fmla="*/ 3048428 h 6382977"/>
              <a:gd name="connsiteX1345" fmla="*/ 4196573 w 6501199"/>
              <a:gd name="connsiteY1345" fmla="*/ 3051972 h 6382977"/>
              <a:gd name="connsiteX1346" fmla="*/ 4192107 w 6501199"/>
              <a:gd name="connsiteY1346" fmla="*/ 3052195 h 6382977"/>
              <a:gd name="connsiteX1347" fmla="*/ 4192450 w 6501199"/>
              <a:gd name="connsiteY1347" fmla="*/ 3054006 h 6382977"/>
              <a:gd name="connsiteX1348" fmla="*/ 4201265 w 6501199"/>
              <a:gd name="connsiteY1348" fmla="*/ 3054090 h 6382977"/>
              <a:gd name="connsiteX1349" fmla="*/ 4199927 w 6501199"/>
              <a:gd name="connsiteY1349" fmla="*/ 3058818 h 6382977"/>
              <a:gd name="connsiteX1350" fmla="*/ 4205123 w 6501199"/>
              <a:gd name="connsiteY1350" fmla="*/ 3058689 h 6382977"/>
              <a:gd name="connsiteX1351" fmla="*/ 4237883 w 6501199"/>
              <a:gd name="connsiteY1351" fmla="*/ 3061389 h 6382977"/>
              <a:gd name="connsiteX1352" fmla="*/ 4215383 w 6501199"/>
              <a:gd name="connsiteY1352" fmla="*/ 3048428 h 6382977"/>
              <a:gd name="connsiteX1353" fmla="*/ 4388844 w 6501199"/>
              <a:gd name="connsiteY1353" fmla="*/ 3045528 h 6382977"/>
              <a:gd name="connsiteX1354" fmla="*/ 4383325 w 6501199"/>
              <a:gd name="connsiteY1354" fmla="*/ 3048068 h 6382977"/>
              <a:gd name="connsiteX1355" fmla="*/ 4388506 w 6501199"/>
              <a:gd name="connsiteY1355" fmla="*/ 3047689 h 6382977"/>
              <a:gd name="connsiteX1356" fmla="*/ 4306351 w 6501199"/>
              <a:gd name="connsiteY1356" fmla="*/ 3042775 h 6382977"/>
              <a:gd name="connsiteX1357" fmla="*/ 4293955 w 6501199"/>
              <a:gd name="connsiteY1357" fmla="*/ 3045572 h 6382977"/>
              <a:gd name="connsiteX1358" fmla="*/ 4292058 w 6501199"/>
              <a:gd name="connsiteY1358" fmla="*/ 3047264 h 6382977"/>
              <a:gd name="connsiteX1359" fmla="*/ 4288455 w 6501199"/>
              <a:gd name="connsiteY1359" fmla="*/ 3048398 h 6382977"/>
              <a:gd name="connsiteX1360" fmla="*/ 4278406 w 6501199"/>
              <a:gd name="connsiteY1360" fmla="*/ 3053609 h 6382977"/>
              <a:gd name="connsiteX1361" fmla="*/ 4265243 w 6501199"/>
              <a:gd name="connsiteY1361" fmla="*/ 3059229 h 6382977"/>
              <a:gd name="connsiteX1362" fmla="*/ 4310604 w 6501199"/>
              <a:gd name="connsiteY1362" fmla="*/ 3052748 h 6382977"/>
              <a:gd name="connsiteX1363" fmla="*/ 4308468 w 6501199"/>
              <a:gd name="connsiteY1363" fmla="*/ 3047738 h 6382977"/>
              <a:gd name="connsiteX1364" fmla="*/ 4308197 w 6501199"/>
              <a:gd name="connsiteY1364" fmla="*/ 3047610 h 6382977"/>
              <a:gd name="connsiteX1365" fmla="*/ 4308331 w 6501199"/>
              <a:gd name="connsiteY1365" fmla="*/ 3047416 h 6382977"/>
              <a:gd name="connsiteX1366" fmla="*/ 5868122 w 6501199"/>
              <a:gd name="connsiteY1366" fmla="*/ 3040271 h 6382977"/>
              <a:gd name="connsiteX1367" fmla="*/ 5877321 w 6501199"/>
              <a:gd name="connsiteY1367" fmla="*/ 3045827 h 6382977"/>
              <a:gd name="connsiteX1368" fmla="*/ 5852879 w 6501199"/>
              <a:gd name="connsiteY1368" fmla="*/ 3068275 h 6382977"/>
              <a:gd name="connsiteX1369" fmla="*/ 5868122 w 6501199"/>
              <a:gd name="connsiteY1369" fmla="*/ 3040271 h 6382977"/>
              <a:gd name="connsiteX1370" fmla="*/ 4407815 w 6501199"/>
              <a:gd name="connsiteY1370" fmla="*/ 3036798 h 6382977"/>
              <a:gd name="connsiteX1371" fmla="*/ 4405764 w 6501199"/>
              <a:gd name="connsiteY1371" fmla="*/ 3037741 h 6382977"/>
              <a:gd name="connsiteX1372" fmla="*/ 4408287 w 6501199"/>
              <a:gd name="connsiteY1372" fmla="*/ 3038609 h 6382977"/>
              <a:gd name="connsiteX1373" fmla="*/ 4095727 w 6501199"/>
              <a:gd name="connsiteY1373" fmla="*/ 3030787 h 6382977"/>
              <a:gd name="connsiteX1374" fmla="*/ 4078762 w 6501199"/>
              <a:gd name="connsiteY1374" fmla="*/ 3032227 h 6382977"/>
              <a:gd name="connsiteX1375" fmla="*/ 4078350 w 6501199"/>
              <a:gd name="connsiteY1375" fmla="*/ 3033432 h 6382977"/>
              <a:gd name="connsiteX1376" fmla="*/ 4078493 w 6501199"/>
              <a:gd name="connsiteY1376" fmla="*/ 3033929 h 6382977"/>
              <a:gd name="connsiteX1377" fmla="*/ 4078252 w 6501199"/>
              <a:gd name="connsiteY1377" fmla="*/ 3033717 h 6382977"/>
              <a:gd name="connsiteX1378" fmla="*/ 4075297 w 6501199"/>
              <a:gd name="connsiteY1378" fmla="*/ 3042353 h 6382977"/>
              <a:gd name="connsiteX1379" fmla="*/ 4072940 w 6501199"/>
              <a:gd name="connsiteY1379" fmla="*/ 3046251 h 6382977"/>
              <a:gd name="connsiteX1380" fmla="*/ 4071466 w 6501199"/>
              <a:gd name="connsiteY1380" fmla="*/ 3047470 h 6382977"/>
              <a:gd name="connsiteX1381" fmla="*/ 4070645 w 6501199"/>
              <a:gd name="connsiteY1381" fmla="*/ 3052611 h 6382977"/>
              <a:gd name="connsiteX1382" fmla="*/ 4067967 w 6501199"/>
              <a:gd name="connsiteY1382" fmla="*/ 3052987 h 6382977"/>
              <a:gd name="connsiteX1383" fmla="*/ 4075128 w 6501199"/>
              <a:gd name="connsiteY1383" fmla="*/ 3053581 h 6382977"/>
              <a:gd name="connsiteX1384" fmla="*/ 4098922 w 6501199"/>
              <a:gd name="connsiteY1384" fmla="*/ 3041228 h 6382977"/>
              <a:gd name="connsiteX1385" fmla="*/ 4100954 w 6501199"/>
              <a:gd name="connsiteY1385" fmla="*/ 3033265 h 6382977"/>
              <a:gd name="connsiteX1386" fmla="*/ 4100871 w 6501199"/>
              <a:gd name="connsiteY1386" fmla="*/ 3033087 h 6382977"/>
              <a:gd name="connsiteX1387" fmla="*/ 4032443 w 6501199"/>
              <a:gd name="connsiteY1387" fmla="*/ 3029717 h 6382977"/>
              <a:gd name="connsiteX1388" fmla="*/ 4031748 w 6501199"/>
              <a:gd name="connsiteY1388" fmla="*/ 3034279 h 6382977"/>
              <a:gd name="connsiteX1389" fmla="*/ 4035202 w 6501199"/>
              <a:gd name="connsiteY1389" fmla="*/ 3030067 h 6382977"/>
              <a:gd name="connsiteX1390" fmla="*/ 4335804 w 6501199"/>
              <a:gd name="connsiteY1390" fmla="*/ 3027547 h 6382977"/>
              <a:gd name="connsiteX1391" fmla="*/ 4335394 w 6501199"/>
              <a:gd name="connsiteY1391" fmla="*/ 3028367 h 6382977"/>
              <a:gd name="connsiteX1392" fmla="*/ 4336572 w 6501199"/>
              <a:gd name="connsiteY1392" fmla="*/ 3028072 h 6382977"/>
              <a:gd name="connsiteX1393" fmla="*/ 5916912 w 6501199"/>
              <a:gd name="connsiteY1393" fmla="*/ 3025775 h 6382977"/>
              <a:gd name="connsiteX1394" fmla="*/ 5894001 w 6501199"/>
              <a:gd name="connsiteY1394" fmla="*/ 3060332 h 6382977"/>
              <a:gd name="connsiteX1395" fmla="*/ 5916912 w 6501199"/>
              <a:gd name="connsiteY1395" fmla="*/ 3025775 h 6382977"/>
              <a:gd name="connsiteX1396" fmla="*/ 4193693 w 6501199"/>
              <a:gd name="connsiteY1396" fmla="*/ 3015486 h 6382977"/>
              <a:gd name="connsiteX1397" fmla="*/ 4183163 w 6501199"/>
              <a:gd name="connsiteY1397" fmla="*/ 3023226 h 6382977"/>
              <a:gd name="connsiteX1398" fmla="*/ 4192937 w 6501199"/>
              <a:gd name="connsiteY1398" fmla="*/ 3024900 h 6382977"/>
              <a:gd name="connsiteX1399" fmla="*/ 4194425 w 6501199"/>
              <a:gd name="connsiteY1399" fmla="*/ 3022768 h 6382977"/>
              <a:gd name="connsiteX1400" fmla="*/ 4194080 w 6501199"/>
              <a:gd name="connsiteY1400" fmla="*/ 3025096 h 6382977"/>
              <a:gd name="connsiteX1401" fmla="*/ 4197878 w 6501199"/>
              <a:gd name="connsiteY1401" fmla="*/ 3025746 h 6382977"/>
              <a:gd name="connsiteX1402" fmla="*/ 4205843 w 6501199"/>
              <a:gd name="connsiteY1402" fmla="*/ 3016386 h 6382977"/>
              <a:gd name="connsiteX1403" fmla="*/ 4193693 w 6501199"/>
              <a:gd name="connsiteY1403" fmla="*/ 3015486 h 6382977"/>
              <a:gd name="connsiteX1404" fmla="*/ 4361576 w 6501199"/>
              <a:gd name="connsiteY1404" fmla="*/ 3011879 h 6382977"/>
              <a:gd name="connsiteX1405" fmla="*/ 4357928 w 6501199"/>
              <a:gd name="connsiteY1405" fmla="*/ 3015297 h 6382977"/>
              <a:gd name="connsiteX1406" fmla="*/ 4360644 w 6501199"/>
              <a:gd name="connsiteY1406" fmla="*/ 3016386 h 6382977"/>
              <a:gd name="connsiteX1407" fmla="*/ 4072727 w 6501199"/>
              <a:gd name="connsiteY1407" fmla="*/ 3011063 h 6382977"/>
              <a:gd name="connsiteX1408" fmla="*/ 4071568 w 6501199"/>
              <a:gd name="connsiteY1408" fmla="*/ 3011132 h 6382977"/>
              <a:gd name="connsiteX1409" fmla="*/ 4071111 w 6501199"/>
              <a:gd name="connsiteY1409" fmla="*/ 3011435 h 6382977"/>
              <a:gd name="connsiteX1410" fmla="*/ 4072102 w 6501199"/>
              <a:gd name="connsiteY1410" fmla="*/ 3011743 h 6382977"/>
              <a:gd name="connsiteX1411" fmla="*/ 4074764 w 6501199"/>
              <a:gd name="connsiteY1411" fmla="*/ 3020983 h 6382977"/>
              <a:gd name="connsiteX1412" fmla="*/ 4083892 w 6501199"/>
              <a:gd name="connsiteY1412" fmla="*/ 3019986 h 6382977"/>
              <a:gd name="connsiteX1413" fmla="*/ 4095131 w 6501199"/>
              <a:gd name="connsiteY1413" fmla="*/ 3020875 h 6382977"/>
              <a:gd name="connsiteX1414" fmla="*/ 4095170 w 6501199"/>
              <a:gd name="connsiteY1414" fmla="*/ 3020909 h 6382977"/>
              <a:gd name="connsiteX1415" fmla="*/ 4094913 w 6501199"/>
              <a:gd name="connsiteY1415" fmla="*/ 3020360 h 6382977"/>
              <a:gd name="connsiteX1416" fmla="*/ 4110618 w 6501199"/>
              <a:gd name="connsiteY1416" fmla="*/ 3016099 h 6382977"/>
              <a:gd name="connsiteX1417" fmla="*/ 4116136 w 6501199"/>
              <a:gd name="connsiteY1417" fmla="*/ 3015796 h 6382977"/>
              <a:gd name="connsiteX1418" fmla="*/ 4117283 w 6501199"/>
              <a:gd name="connsiteY1418" fmla="*/ 3013866 h 6382977"/>
              <a:gd name="connsiteX1419" fmla="*/ 4093482 w 6501199"/>
              <a:gd name="connsiteY1419" fmla="*/ 3011102 h 6382977"/>
              <a:gd name="connsiteX1420" fmla="*/ 4091641 w 6501199"/>
              <a:gd name="connsiteY1420" fmla="*/ 3011720 h 6382977"/>
              <a:gd name="connsiteX1421" fmla="*/ 4076380 w 6501199"/>
              <a:gd name="connsiteY1421" fmla="*/ 3012563 h 6382977"/>
              <a:gd name="connsiteX1422" fmla="*/ 4367008 w 6501199"/>
              <a:gd name="connsiteY1422" fmla="*/ 3006788 h 6382977"/>
              <a:gd name="connsiteX1423" fmla="*/ 4366487 w 6501199"/>
              <a:gd name="connsiteY1423" fmla="*/ 3007276 h 6382977"/>
              <a:gd name="connsiteX1424" fmla="*/ 4367461 w 6501199"/>
              <a:gd name="connsiteY1424" fmla="*/ 3007031 h 6382977"/>
              <a:gd name="connsiteX1425" fmla="*/ 4367450 w 6501199"/>
              <a:gd name="connsiteY1425" fmla="*/ 3007008 h 6382977"/>
              <a:gd name="connsiteX1426" fmla="*/ 4324238 w 6501199"/>
              <a:gd name="connsiteY1426" fmla="*/ 3006301 h 6382977"/>
              <a:gd name="connsiteX1427" fmla="*/ 4315284 w 6501199"/>
              <a:gd name="connsiteY1427" fmla="*/ 3011706 h 6382977"/>
              <a:gd name="connsiteX1428" fmla="*/ 4337964 w 6501199"/>
              <a:gd name="connsiteY1428" fmla="*/ 3012290 h 6382977"/>
              <a:gd name="connsiteX1429" fmla="*/ 4338159 w 6501199"/>
              <a:gd name="connsiteY1429" fmla="*/ 3012281 h 6382977"/>
              <a:gd name="connsiteX1430" fmla="*/ 4324039 w 6501199"/>
              <a:gd name="connsiteY1430" fmla="*/ 3006568 h 6382977"/>
              <a:gd name="connsiteX1431" fmla="*/ 5786830 w 6501199"/>
              <a:gd name="connsiteY1431" fmla="*/ 2997200 h 6382977"/>
              <a:gd name="connsiteX1432" fmla="*/ 5739563 w 6501199"/>
              <a:gd name="connsiteY1432" fmla="*/ 3055579 h 6382977"/>
              <a:gd name="connsiteX1433" fmla="*/ 5786830 w 6501199"/>
              <a:gd name="connsiteY1433" fmla="*/ 2997200 h 6382977"/>
              <a:gd name="connsiteX1434" fmla="*/ 3630322 w 6501199"/>
              <a:gd name="connsiteY1434" fmla="*/ 2994339 h 6382977"/>
              <a:gd name="connsiteX1435" fmla="*/ 3621390 w 6501199"/>
              <a:gd name="connsiteY1435" fmla="*/ 3001287 h 6382977"/>
              <a:gd name="connsiteX1436" fmla="*/ 3621348 w 6501199"/>
              <a:gd name="connsiteY1436" fmla="*/ 3004042 h 6382977"/>
              <a:gd name="connsiteX1437" fmla="*/ 3627725 w 6501199"/>
              <a:gd name="connsiteY1437" fmla="*/ 3009088 h 6382977"/>
              <a:gd name="connsiteX1438" fmla="*/ 4547065 w 6501199"/>
              <a:gd name="connsiteY1438" fmla="*/ 2992982 h 6382977"/>
              <a:gd name="connsiteX1439" fmla="*/ 4537162 w 6501199"/>
              <a:gd name="connsiteY1439" fmla="*/ 2993210 h 6382977"/>
              <a:gd name="connsiteX1440" fmla="*/ 4540466 w 6501199"/>
              <a:gd name="connsiteY1440" fmla="*/ 3003373 h 6382977"/>
              <a:gd name="connsiteX1441" fmla="*/ 4544423 w 6501199"/>
              <a:gd name="connsiteY1441" fmla="*/ 3006464 h 6382977"/>
              <a:gd name="connsiteX1442" fmla="*/ 4545360 w 6501199"/>
              <a:gd name="connsiteY1442" fmla="*/ 3005810 h 6382977"/>
              <a:gd name="connsiteX1443" fmla="*/ 4547126 w 6501199"/>
              <a:gd name="connsiteY1443" fmla="*/ 2998025 h 6382977"/>
              <a:gd name="connsiteX1444" fmla="*/ 4547711 w 6501199"/>
              <a:gd name="connsiteY1444" fmla="*/ 3004865 h 6382977"/>
              <a:gd name="connsiteX1445" fmla="*/ 4550589 w 6501199"/>
              <a:gd name="connsiteY1445" fmla="*/ 3009673 h 6382977"/>
              <a:gd name="connsiteX1446" fmla="*/ 4560583 w 6501199"/>
              <a:gd name="connsiteY1446" fmla="*/ 3004408 h 6382977"/>
              <a:gd name="connsiteX1447" fmla="*/ 4551447 w 6501199"/>
              <a:gd name="connsiteY1447" fmla="*/ 2997297 h 6382977"/>
              <a:gd name="connsiteX1448" fmla="*/ 4603788 w 6501199"/>
              <a:gd name="connsiteY1448" fmla="*/ 2992887 h 6382977"/>
              <a:gd name="connsiteX1449" fmla="*/ 4603654 w 6501199"/>
              <a:gd name="connsiteY1449" fmla="*/ 2993581 h 6382977"/>
              <a:gd name="connsiteX1450" fmla="*/ 4605583 w 6501199"/>
              <a:gd name="connsiteY1450" fmla="*/ 2993342 h 6382977"/>
              <a:gd name="connsiteX1451" fmla="*/ 538976 w 6501199"/>
              <a:gd name="connsiteY1451" fmla="*/ 2991057 h 6382977"/>
              <a:gd name="connsiteX1452" fmla="*/ 505155 w 6501199"/>
              <a:gd name="connsiteY1452" fmla="*/ 3020769 h 6382977"/>
              <a:gd name="connsiteX1453" fmla="*/ 566361 w 6501199"/>
              <a:gd name="connsiteY1453" fmla="*/ 3018610 h 6382977"/>
              <a:gd name="connsiteX1454" fmla="*/ 555200 w 6501199"/>
              <a:gd name="connsiteY1454" fmla="*/ 2991254 h 6382977"/>
              <a:gd name="connsiteX1455" fmla="*/ 538976 w 6501199"/>
              <a:gd name="connsiteY1455" fmla="*/ 2991057 h 6382977"/>
              <a:gd name="connsiteX1456" fmla="*/ 5461339 w 6501199"/>
              <a:gd name="connsiteY1456" fmla="*/ 2990762 h 6382977"/>
              <a:gd name="connsiteX1457" fmla="*/ 5415602 w 6501199"/>
              <a:gd name="connsiteY1457" fmla="*/ 3031765 h 6382977"/>
              <a:gd name="connsiteX1458" fmla="*/ 5408760 w 6501199"/>
              <a:gd name="connsiteY1458" fmla="*/ 3018098 h 6382977"/>
              <a:gd name="connsiteX1459" fmla="*/ 5395075 w 6501199"/>
              <a:gd name="connsiteY1459" fmla="*/ 3022773 h 6382977"/>
              <a:gd name="connsiteX1460" fmla="*/ 5461339 w 6501199"/>
              <a:gd name="connsiteY1460" fmla="*/ 2990762 h 6382977"/>
              <a:gd name="connsiteX1461" fmla="*/ 4622150 w 6501199"/>
              <a:gd name="connsiteY1461" fmla="*/ 2990727 h 6382977"/>
              <a:gd name="connsiteX1462" fmla="*/ 4622069 w 6501199"/>
              <a:gd name="connsiteY1462" fmla="*/ 2991295 h 6382977"/>
              <a:gd name="connsiteX1463" fmla="*/ 4622890 w 6501199"/>
              <a:gd name="connsiteY1463" fmla="*/ 2991193 h 6382977"/>
              <a:gd name="connsiteX1464" fmla="*/ 3933222 w 6501199"/>
              <a:gd name="connsiteY1464" fmla="*/ 2990008 h 6382977"/>
              <a:gd name="connsiteX1465" fmla="*/ 3933123 w 6501199"/>
              <a:gd name="connsiteY1465" fmla="*/ 2990039 h 6382977"/>
              <a:gd name="connsiteX1466" fmla="*/ 3921218 w 6501199"/>
              <a:gd name="connsiteY1466" fmla="*/ 2993671 h 6382977"/>
              <a:gd name="connsiteX1467" fmla="*/ 3923123 w 6501199"/>
              <a:gd name="connsiteY1467" fmla="*/ 2996117 h 6382977"/>
              <a:gd name="connsiteX1468" fmla="*/ 3927336 w 6501199"/>
              <a:gd name="connsiteY1468" fmla="*/ 2996089 h 6382977"/>
              <a:gd name="connsiteX1469" fmla="*/ 3932141 w 6501199"/>
              <a:gd name="connsiteY1469" fmla="*/ 2995950 h 6382977"/>
              <a:gd name="connsiteX1470" fmla="*/ 3933578 w 6501199"/>
              <a:gd name="connsiteY1470" fmla="*/ 2991132 h 6382977"/>
              <a:gd name="connsiteX1471" fmla="*/ 4691017 w 6501199"/>
              <a:gd name="connsiteY1471" fmla="*/ 2986554 h 6382977"/>
              <a:gd name="connsiteX1472" fmla="*/ 4673534 w 6501199"/>
              <a:gd name="connsiteY1472" fmla="*/ 2992381 h 6382977"/>
              <a:gd name="connsiteX1473" fmla="*/ 4672894 w 6501199"/>
              <a:gd name="connsiteY1473" fmla="*/ 2992111 h 6382977"/>
              <a:gd name="connsiteX1474" fmla="*/ 4668329 w 6501199"/>
              <a:gd name="connsiteY1474" fmla="*/ 2994998 h 6382977"/>
              <a:gd name="connsiteX1475" fmla="*/ 4658727 w 6501199"/>
              <a:gd name="connsiteY1475" fmla="*/ 2998025 h 6382977"/>
              <a:gd name="connsiteX1476" fmla="*/ 4670247 w 6501199"/>
              <a:gd name="connsiteY1476" fmla="*/ 3007025 h 6382977"/>
              <a:gd name="connsiteX1477" fmla="*/ 4672623 w 6501199"/>
              <a:gd name="connsiteY1477" fmla="*/ 3004262 h 6382977"/>
              <a:gd name="connsiteX1478" fmla="*/ 4672837 w 6501199"/>
              <a:gd name="connsiteY1478" fmla="*/ 3001962 h 6382977"/>
              <a:gd name="connsiteX1479" fmla="*/ 4673723 w 6501199"/>
              <a:gd name="connsiteY1479" fmla="*/ 3002982 h 6382977"/>
              <a:gd name="connsiteX1480" fmla="*/ 4675973 w 6501199"/>
              <a:gd name="connsiteY1480" fmla="*/ 3000365 h 6382977"/>
              <a:gd name="connsiteX1481" fmla="*/ 4699767 w 6501199"/>
              <a:gd name="connsiteY1481" fmla="*/ 2989024 h 6382977"/>
              <a:gd name="connsiteX1482" fmla="*/ 4711900 w 6501199"/>
              <a:gd name="connsiteY1482" fmla="*/ 2983694 h 6382977"/>
              <a:gd name="connsiteX1483" fmla="*/ 4710927 w 6501199"/>
              <a:gd name="connsiteY1483" fmla="*/ 2984344 h 6382977"/>
              <a:gd name="connsiteX1484" fmla="*/ 4712850 w 6501199"/>
              <a:gd name="connsiteY1484" fmla="*/ 2984539 h 6382977"/>
              <a:gd name="connsiteX1485" fmla="*/ 4607966 w 6501199"/>
              <a:gd name="connsiteY1485" fmla="*/ 2978493 h 6382977"/>
              <a:gd name="connsiteX1486" fmla="*/ 4596786 w 6501199"/>
              <a:gd name="connsiteY1486" fmla="*/ 2983152 h 6382977"/>
              <a:gd name="connsiteX1487" fmla="*/ 4612789 w 6501199"/>
              <a:gd name="connsiteY1487" fmla="*/ 2988567 h 6382977"/>
              <a:gd name="connsiteX1488" fmla="*/ 4622363 w 6501199"/>
              <a:gd name="connsiteY1488" fmla="*/ 2980040 h 6382977"/>
              <a:gd name="connsiteX1489" fmla="*/ 5805651 w 6501199"/>
              <a:gd name="connsiteY1489" fmla="*/ 2971949 h 6382977"/>
              <a:gd name="connsiteX1490" fmla="*/ 5812230 w 6501199"/>
              <a:gd name="connsiteY1490" fmla="*/ 2976509 h 6382977"/>
              <a:gd name="connsiteX1491" fmla="*/ 5793985 w 6501199"/>
              <a:gd name="connsiteY1491" fmla="*/ 2996843 h 6382977"/>
              <a:gd name="connsiteX1492" fmla="*/ 5787188 w 6501199"/>
              <a:gd name="connsiteY1492" fmla="*/ 2983287 h 6382977"/>
              <a:gd name="connsiteX1493" fmla="*/ 5805651 w 6501199"/>
              <a:gd name="connsiteY1493" fmla="*/ 2971949 h 6382977"/>
              <a:gd name="connsiteX1494" fmla="*/ 4783185 w 6501199"/>
              <a:gd name="connsiteY1494" fmla="*/ 2971087 h 6382977"/>
              <a:gd name="connsiteX1495" fmla="*/ 4765025 w 6501199"/>
              <a:gd name="connsiteY1495" fmla="*/ 2971576 h 6382977"/>
              <a:gd name="connsiteX1496" fmla="*/ 4762734 w 6501199"/>
              <a:gd name="connsiteY1496" fmla="*/ 2971131 h 6382977"/>
              <a:gd name="connsiteX1497" fmla="*/ 4756512 w 6501199"/>
              <a:gd name="connsiteY1497" fmla="*/ 2978713 h 6382977"/>
              <a:gd name="connsiteX1498" fmla="*/ 4745127 w 6501199"/>
              <a:gd name="connsiteY1498" fmla="*/ 2982183 h 6382977"/>
              <a:gd name="connsiteX1499" fmla="*/ 4774945 w 6501199"/>
              <a:gd name="connsiteY1499" fmla="*/ 2976665 h 6382977"/>
              <a:gd name="connsiteX1500" fmla="*/ 4778028 w 6501199"/>
              <a:gd name="connsiteY1500" fmla="*/ 2976302 h 6382977"/>
              <a:gd name="connsiteX1501" fmla="*/ 4783666 w 6501199"/>
              <a:gd name="connsiteY1501" fmla="*/ 2971773 h 6382977"/>
              <a:gd name="connsiteX1502" fmla="*/ 4743012 w 6501199"/>
              <a:gd name="connsiteY1502" fmla="*/ 2969355 h 6382977"/>
              <a:gd name="connsiteX1503" fmla="*/ 4737297 w 6501199"/>
              <a:gd name="connsiteY1503" fmla="*/ 2970496 h 6382977"/>
              <a:gd name="connsiteX1504" fmla="*/ 4735607 w 6501199"/>
              <a:gd name="connsiteY1504" fmla="*/ 2975775 h 6382977"/>
              <a:gd name="connsiteX1505" fmla="*/ 4724715 w 6501199"/>
              <a:gd name="connsiteY1505" fmla="*/ 2982728 h 6382977"/>
              <a:gd name="connsiteX1506" fmla="*/ 4723999 w 6501199"/>
              <a:gd name="connsiteY1506" fmla="*/ 2985668 h 6382977"/>
              <a:gd name="connsiteX1507" fmla="*/ 4724697 w 6501199"/>
              <a:gd name="connsiteY1507" fmla="*/ 2985739 h 6382977"/>
              <a:gd name="connsiteX1508" fmla="*/ 4731447 w 6501199"/>
              <a:gd name="connsiteY1508" fmla="*/ 2989024 h 6382977"/>
              <a:gd name="connsiteX1509" fmla="*/ 4743687 w 6501199"/>
              <a:gd name="connsiteY1509" fmla="*/ 2980383 h 6382977"/>
              <a:gd name="connsiteX1510" fmla="*/ 4746729 w 6501199"/>
              <a:gd name="connsiteY1510" fmla="*/ 2970342 h 6382977"/>
              <a:gd name="connsiteX1511" fmla="*/ 6013275 w 6501199"/>
              <a:gd name="connsiteY1511" fmla="*/ 2966567 h 6382977"/>
              <a:gd name="connsiteX1512" fmla="*/ 6023371 w 6501199"/>
              <a:gd name="connsiteY1512" fmla="*/ 2970365 h 6382977"/>
              <a:gd name="connsiteX1513" fmla="*/ 5998929 w 6501199"/>
              <a:gd name="connsiteY1513" fmla="*/ 2988898 h 6382977"/>
              <a:gd name="connsiteX1514" fmla="*/ 6013275 w 6501199"/>
              <a:gd name="connsiteY1514" fmla="*/ 2966567 h 6382977"/>
              <a:gd name="connsiteX1515" fmla="*/ 4686087 w 6501199"/>
              <a:gd name="connsiteY1515" fmla="*/ 2959502 h 6382977"/>
              <a:gd name="connsiteX1516" fmla="*/ 4674342 w 6501199"/>
              <a:gd name="connsiteY1516" fmla="*/ 2967332 h 6382977"/>
              <a:gd name="connsiteX1517" fmla="*/ 4672135 w 6501199"/>
              <a:gd name="connsiteY1517" fmla="*/ 2972286 h 6382977"/>
              <a:gd name="connsiteX1518" fmla="*/ 4691039 w 6501199"/>
              <a:gd name="connsiteY1518" fmla="*/ 2970486 h 6382977"/>
              <a:gd name="connsiteX1519" fmla="*/ 4691951 w 6501199"/>
              <a:gd name="connsiteY1519" fmla="*/ 2970023 h 6382977"/>
              <a:gd name="connsiteX1520" fmla="*/ 4689057 w 6501199"/>
              <a:gd name="connsiteY1520" fmla="*/ 2966612 h 6382977"/>
              <a:gd name="connsiteX1521" fmla="*/ 4686087 w 6501199"/>
              <a:gd name="connsiteY1521" fmla="*/ 2959502 h 6382977"/>
              <a:gd name="connsiteX1522" fmla="*/ 5443824 w 6501199"/>
              <a:gd name="connsiteY1522" fmla="*/ 2959100 h 6382977"/>
              <a:gd name="connsiteX1523" fmla="*/ 5464561 w 6501199"/>
              <a:gd name="connsiteY1523" fmla="*/ 2970348 h 6382977"/>
              <a:gd name="connsiteX1524" fmla="*/ 5439095 w 6501199"/>
              <a:gd name="connsiteY1524" fmla="*/ 2981960 h 6382977"/>
              <a:gd name="connsiteX1525" fmla="*/ 5443824 w 6501199"/>
              <a:gd name="connsiteY1525" fmla="*/ 2959100 h 6382977"/>
              <a:gd name="connsiteX1526" fmla="*/ 5499752 w 6501199"/>
              <a:gd name="connsiteY1526" fmla="*/ 2943378 h 6382977"/>
              <a:gd name="connsiteX1527" fmla="*/ 5481725 w 6501199"/>
              <a:gd name="connsiteY1527" fmla="*/ 2966320 h 6382977"/>
              <a:gd name="connsiteX1528" fmla="*/ 5499752 w 6501199"/>
              <a:gd name="connsiteY1528" fmla="*/ 2943378 h 6382977"/>
              <a:gd name="connsiteX1529" fmla="*/ 5832167 w 6501199"/>
              <a:gd name="connsiteY1529" fmla="*/ 2936875 h 6382977"/>
              <a:gd name="connsiteX1530" fmla="*/ 5815825 w 6501199"/>
              <a:gd name="connsiteY1530" fmla="*/ 2973029 h 6382977"/>
              <a:gd name="connsiteX1531" fmla="*/ 5832167 w 6501199"/>
              <a:gd name="connsiteY1531" fmla="*/ 2936875 h 6382977"/>
              <a:gd name="connsiteX1532" fmla="*/ 4636269 w 6501199"/>
              <a:gd name="connsiteY1532" fmla="*/ 2936119 h 6382977"/>
              <a:gd name="connsiteX1533" fmla="*/ 4632906 w 6501199"/>
              <a:gd name="connsiteY1533" fmla="*/ 2944780 h 6382977"/>
              <a:gd name="connsiteX1534" fmla="*/ 4624310 w 6501199"/>
              <a:gd name="connsiteY1534" fmla="*/ 2954365 h 6382977"/>
              <a:gd name="connsiteX1535" fmla="*/ 4621790 w 6501199"/>
              <a:gd name="connsiteY1535" fmla="*/ 2938255 h 6382977"/>
              <a:gd name="connsiteX1536" fmla="*/ 4622524 w 6501199"/>
              <a:gd name="connsiteY1536" fmla="*/ 2936362 h 6382977"/>
              <a:gd name="connsiteX1537" fmla="*/ 4619846 w 6501199"/>
              <a:gd name="connsiteY1537" fmla="*/ 2936820 h 6382977"/>
              <a:gd name="connsiteX1538" fmla="*/ 4613006 w 6501199"/>
              <a:gd name="connsiteY1538" fmla="*/ 2954822 h 6382977"/>
              <a:gd name="connsiteX1539" fmla="*/ 4613006 w 6501199"/>
              <a:gd name="connsiteY1539" fmla="*/ 2961662 h 6382977"/>
              <a:gd name="connsiteX1540" fmla="*/ 4608686 w 6501199"/>
              <a:gd name="connsiteY1540" fmla="*/ 2968502 h 6382977"/>
              <a:gd name="connsiteX1541" fmla="*/ 4624526 w 6501199"/>
              <a:gd name="connsiteY1541" fmla="*/ 2970663 h 6382977"/>
              <a:gd name="connsiteX1542" fmla="*/ 4640367 w 6501199"/>
              <a:gd name="connsiteY1542" fmla="*/ 2936820 h 6382977"/>
              <a:gd name="connsiteX1543" fmla="*/ 252025 w 6501199"/>
              <a:gd name="connsiteY1543" fmla="*/ 2928937 h 6382977"/>
              <a:gd name="connsiteX1544" fmla="*/ 258854 w 6501199"/>
              <a:gd name="connsiteY1544" fmla="*/ 2958290 h 6382977"/>
              <a:gd name="connsiteX1545" fmla="*/ 227224 w 6501199"/>
              <a:gd name="connsiteY1545" fmla="*/ 2955785 h 6382977"/>
              <a:gd name="connsiteX1546" fmla="*/ 252025 w 6501199"/>
              <a:gd name="connsiteY1546" fmla="*/ 2928937 h 6382977"/>
              <a:gd name="connsiteX1547" fmla="*/ 5626997 w 6501199"/>
              <a:gd name="connsiteY1547" fmla="*/ 2925762 h 6382977"/>
              <a:gd name="connsiteX1548" fmla="*/ 5624866 w 6501199"/>
              <a:gd name="connsiteY1548" fmla="*/ 2934847 h 6382977"/>
              <a:gd name="connsiteX1549" fmla="*/ 5631258 w 6501199"/>
              <a:gd name="connsiteY1549" fmla="*/ 2948657 h 6382977"/>
              <a:gd name="connsiteX1550" fmla="*/ 5618119 w 6501199"/>
              <a:gd name="connsiteY1550" fmla="*/ 2955561 h 6382977"/>
              <a:gd name="connsiteX1551" fmla="*/ 5626997 w 6501199"/>
              <a:gd name="connsiteY1551" fmla="*/ 2925762 h 6382977"/>
              <a:gd name="connsiteX1552" fmla="*/ 5569016 w 6501199"/>
              <a:gd name="connsiteY1552" fmla="*/ 2913062 h 6382977"/>
              <a:gd name="connsiteX1553" fmla="*/ 5557561 w 6501199"/>
              <a:gd name="connsiteY1553" fmla="*/ 2938104 h 6382977"/>
              <a:gd name="connsiteX1554" fmla="*/ 5569016 w 6501199"/>
              <a:gd name="connsiteY1554" fmla="*/ 2913062 h 6382977"/>
              <a:gd name="connsiteX1555" fmla="*/ 4963533 w 6501199"/>
              <a:gd name="connsiteY1555" fmla="*/ 2909563 h 6382977"/>
              <a:gd name="connsiteX1556" fmla="*/ 4956803 w 6501199"/>
              <a:gd name="connsiteY1556" fmla="*/ 2913035 h 6382977"/>
              <a:gd name="connsiteX1557" fmla="*/ 4961344 w 6501199"/>
              <a:gd name="connsiteY1557" fmla="*/ 2914170 h 6382977"/>
              <a:gd name="connsiteX1558" fmla="*/ 5951087 w 6501199"/>
              <a:gd name="connsiteY1558" fmla="*/ 2906294 h 6382977"/>
              <a:gd name="connsiteX1559" fmla="*/ 5955752 w 6501199"/>
              <a:gd name="connsiteY1559" fmla="*/ 2942863 h 6382977"/>
              <a:gd name="connsiteX1560" fmla="*/ 5951087 w 6501199"/>
              <a:gd name="connsiteY1560" fmla="*/ 2906294 h 6382977"/>
              <a:gd name="connsiteX1561" fmla="*/ 5529315 w 6501199"/>
              <a:gd name="connsiteY1561" fmla="*/ 2889250 h 6382977"/>
              <a:gd name="connsiteX1562" fmla="*/ 5495065 w 6501199"/>
              <a:gd name="connsiteY1562" fmla="*/ 2934416 h 6382977"/>
              <a:gd name="connsiteX1563" fmla="*/ 5556716 w 6501199"/>
              <a:gd name="connsiteY1563" fmla="*/ 2889250 h 6382977"/>
              <a:gd name="connsiteX1564" fmla="*/ 5554552 w 6501199"/>
              <a:gd name="connsiteY1564" fmla="*/ 2900362 h 6382977"/>
              <a:gd name="connsiteX1565" fmla="*/ 5558879 w 6501199"/>
              <a:gd name="connsiteY1565" fmla="*/ 2916493 h 6382977"/>
              <a:gd name="connsiteX1566" fmla="*/ 5472351 w 6501199"/>
              <a:gd name="connsiteY1566" fmla="*/ 2988903 h 6382977"/>
              <a:gd name="connsiteX1567" fmla="*/ 5463338 w 6501199"/>
              <a:gd name="connsiteY1567" fmla="*/ 2963811 h 6382977"/>
              <a:gd name="connsiteX1568" fmla="*/ 5529315 w 6501199"/>
              <a:gd name="connsiteY1568" fmla="*/ 2889250 h 6382977"/>
              <a:gd name="connsiteX1569" fmla="*/ 5027369 w 6501199"/>
              <a:gd name="connsiteY1569" fmla="*/ 2856895 h 6382977"/>
              <a:gd name="connsiteX1570" fmla="*/ 5026514 w 6501199"/>
              <a:gd name="connsiteY1570" fmla="*/ 2858920 h 6382977"/>
              <a:gd name="connsiteX1571" fmla="*/ 5024078 w 6501199"/>
              <a:gd name="connsiteY1571" fmla="*/ 2864691 h 6382977"/>
              <a:gd name="connsiteX1572" fmla="*/ 5024153 w 6501199"/>
              <a:gd name="connsiteY1572" fmla="*/ 2865133 h 6382977"/>
              <a:gd name="connsiteX1573" fmla="*/ 5025260 w 6501199"/>
              <a:gd name="connsiteY1573" fmla="*/ 2871928 h 6382977"/>
              <a:gd name="connsiteX1574" fmla="*/ 5031284 w 6501199"/>
              <a:gd name="connsiteY1574" fmla="*/ 2870441 h 6382977"/>
              <a:gd name="connsiteX1575" fmla="*/ 5038529 w 6501199"/>
              <a:gd name="connsiteY1575" fmla="*/ 2859415 h 6382977"/>
              <a:gd name="connsiteX1576" fmla="*/ 5027369 w 6501199"/>
              <a:gd name="connsiteY1576" fmla="*/ 2856895 h 6382977"/>
              <a:gd name="connsiteX1577" fmla="*/ 5886913 w 6501199"/>
              <a:gd name="connsiteY1577" fmla="*/ 2855912 h 6382977"/>
              <a:gd name="connsiteX1578" fmla="*/ 5850209 w 6501199"/>
              <a:gd name="connsiteY1578" fmla="*/ 2928579 h 6382977"/>
              <a:gd name="connsiteX1579" fmla="*/ 5836400 w 6501199"/>
              <a:gd name="connsiteY1579" fmla="*/ 2912470 h 6382977"/>
              <a:gd name="connsiteX1580" fmla="*/ 5886913 w 6501199"/>
              <a:gd name="connsiteY1580" fmla="*/ 2855912 h 6382977"/>
              <a:gd name="connsiteX1581" fmla="*/ 6090037 w 6501199"/>
              <a:gd name="connsiteY1581" fmla="*/ 2844800 h 6382977"/>
              <a:gd name="connsiteX1582" fmla="*/ 6071503 w 6501199"/>
              <a:gd name="connsiteY1582" fmla="*/ 2890150 h 6382977"/>
              <a:gd name="connsiteX1583" fmla="*/ 6043884 w 6501199"/>
              <a:gd name="connsiteY1583" fmla="*/ 2933340 h 6382977"/>
              <a:gd name="connsiteX1584" fmla="*/ 6030075 w 6501199"/>
              <a:gd name="connsiteY1584" fmla="*/ 2924342 h 6382977"/>
              <a:gd name="connsiteX1585" fmla="*/ 6090037 w 6501199"/>
              <a:gd name="connsiteY1585" fmla="*/ 2844800 h 6382977"/>
              <a:gd name="connsiteX1586" fmla="*/ 4907326 w 6501199"/>
              <a:gd name="connsiteY1586" fmla="*/ 2837622 h 6382977"/>
              <a:gd name="connsiteX1587" fmla="*/ 4900963 w 6501199"/>
              <a:gd name="connsiteY1587" fmla="*/ 2839524 h 6382977"/>
              <a:gd name="connsiteX1588" fmla="*/ 4892787 w 6501199"/>
              <a:gd name="connsiteY1588" fmla="*/ 2851488 h 6382977"/>
              <a:gd name="connsiteX1589" fmla="*/ 4910108 w 6501199"/>
              <a:gd name="connsiteY1589" fmla="*/ 2841756 h 6382977"/>
              <a:gd name="connsiteX1590" fmla="*/ 5011169 w 6501199"/>
              <a:gd name="connsiteY1590" fmla="*/ 2834213 h 6382977"/>
              <a:gd name="connsiteX1591" fmla="*/ 5008857 w 6501199"/>
              <a:gd name="connsiteY1591" fmla="*/ 2834951 h 6382977"/>
              <a:gd name="connsiteX1592" fmla="*/ 5006753 w 6501199"/>
              <a:gd name="connsiteY1592" fmla="*/ 2840377 h 6382977"/>
              <a:gd name="connsiteX1593" fmla="*/ 5011494 w 6501199"/>
              <a:gd name="connsiteY1593" fmla="*/ 2834925 h 6382977"/>
              <a:gd name="connsiteX1594" fmla="*/ 5045369 w 6501199"/>
              <a:gd name="connsiteY1594" fmla="*/ 2829533 h 6382977"/>
              <a:gd name="connsiteX1595" fmla="*/ 5036369 w 6501199"/>
              <a:gd name="connsiteY1595" fmla="*/ 2841054 h 6382977"/>
              <a:gd name="connsiteX1596" fmla="*/ 5045369 w 6501199"/>
              <a:gd name="connsiteY1596" fmla="*/ 2861575 h 6382977"/>
              <a:gd name="connsiteX1597" fmla="*/ 5063280 w 6501199"/>
              <a:gd name="connsiteY1597" fmla="*/ 2848434 h 6382977"/>
              <a:gd name="connsiteX1598" fmla="*/ 5067179 w 6501199"/>
              <a:gd name="connsiteY1598" fmla="*/ 2845884 h 6382977"/>
              <a:gd name="connsiteX1599" fmla="*/ 5060844 w 6501199"/>
              <a:gd name="connsiteY1599" fmla="*/ 2837060 h 6382977"/>
              <a:gd name="connsiteX1600" fmla="*/ 5060472 w 6501199"/>
              <a:gd name="connsiteY1600" fmla="*/ 2836427 h 6382977"/>
              <a:gd name="connsiteX1601" fmla="*/ 5052209 w 6501199"/>
              <a:gd name="connsiteY1601" fmla="*/ 2845734 h 6382977"/>
              <a:gd name="connsiteX1602" fmla="*/ 5045369 w 6501199"/>
              <a:gd name="connsiteY1602" fmla="*/ 2829533 h 6382977"/>
              <a:gd name="connsiteX1603" fmla="*/ 4822528 w 6501199"/>
              <a:gd name="connsiteY1603" fmla="*/ 2829533 h 6382977"/>
              <a:gd name="connsiteX1604" fmla="*/ 4813528 w 6501199"/>
              <a:gd name="connsiteY1604" fmla="*/ 2843214 h 6382977"/>
              <a:gd name="connsiteX1605" fmla="*/ 4825093 w 6501199"/>
              <a:gd name="connsiteY1605" fmla="*/ 2843574 h 6382977"/>
              <a:gd name="connsiteX1606" fmla="*/ 4827313 w 6501199"/>
              <a:gd name="connsiteY1606" fmla="*/ 2839600 h 6382977"/>
              <a:gd name="connsiteX1607" fmla="*/ 4824325 w 6501199"/>
              <a:gd name="connsiteY1607" fmla="*/ 2834394 h 6382977"/>
              <a:gd name="connsiteX1608" fmla="*/ 4822687 w 6501199"/>
              <a:gd name="connsiteY1608" fmla="*/ 2829577 h 6382977"/>
              <a:gd name="connsiteX1609" fmla="*/ 5698288 w 6501199"/>
              <a:gd name="connsiteY1609" fmla="*/ 2828925 h 6382977"/>
              <a:gd name="connsiteX1610" fmla="*/ 5725210 w 6501199"/>
              <a:gd name="connsiteY1610" fmla="*/ 2868248 h 6382977"/>
              <a:gd name="connsiteX1611" fmla="*/ 5698288 w 6501199"/>
              <a:gd name="connsiteY1611" fmla="*/ 2828925 h 6382977"/>
              <a:gd name="connsiteX1612" fmla="*/ 5051945 w 6501199"/>
              <a:gd name="connsiteY1612" fmla="*/ 2821928 h 6382977"/>
              <a:gd name="connsiteX1613" fmla="*/ 5051669 w 6501199"/>
              <a:gd name="connsiteY1613" fmla="*/ 2822288 h 6382977"/>
              <a:gd name="connsiteX1614" fmla="*/ 5050049 w 6501199"/>
              <a:gd name="connsiteY1614" fmla="*/ 2827373 h 6382977"/>
              <a:gd name="connsiteX1615" fmla="*/ 5053874 w 6501199"/>
              <a:gd name="connsiteY1615" fmla="*/ 2825208 h 6382977"/>
              <a:gd name="connsiteX1616" fmla="*/ 5027369 w 6501199"/>
              <a:gd name="connsiteY1616" fmla="*/ 2818372 h 6382977"/>
              <a:gd name="connsiteX1617" fmla="*/ 5016394 w 6501199"/>
              <a:gd name="connsiteY1617" fmla="*/ 2820268 h 6382977"/>
              <a:gd name="connsiteX1618" fmla="*/ 5013565 w 6501199"/>
              <a:gd name="connsiteY1618" fmla="*/ 2822805 h 6382977"/>
              <a:gd name="connsiteX1619" fmla="*/ 5010575 w 6501199"/>
              <a:gd name="connsiteY1619" fmla="*/ 2830519 h 6382977"/>
              <a:gd name="connsiteX1620" fmla="*/ 5013314 w 6501199"/>
              <a:gd name="connsiteY1620" fmla="*/ 2832832 h 6382977"/>
              <a:gd name="connsiteX1621" fmla="*/ 5013951 w 6501199"/>
              <a:gd name="connsiteY1621" fmla="*/ 2832100 h 6382977"/>
              <a:gd name="connsiteX1622" fmla="*/ 5014416 w 6501199"/>
              <a:gd name="connsiteY1622" fmla="*/ 2833762 h 6382977"/>
              <a:gd name="connsiteX1623" fmla="*/ 5016389 w 6501199"/>
              <a:gd name="connsiteY1623" fmla="*/ 2835428 h 6382977"/>
              <a:gd name="connsiteX1624" fmla="*/ 5022689 w 6501199"/>
              <a:gd name="connsiteY1624" fmla="*/ 2843214 h 6382977"/>
              <a:gd name="connsiteX1625" fmla="*/ 5027369 w 6501199"/>
              <a:gd name="connsiteY1625" fmla="*/ 2818372 h 6382977"/>
              <a:gd name="connsiteX1626" fmla="*/ 6101820 w 6501199"/>
              <a:gd name="connsiteY1626" fmla="*/ 2814889 h 6382977"/>
              <a:gd name="connsiteX1627" fmla="*/ 6112267 w 6501199"/>
              <a:gd name="connsiteY1627" fmla="*/ 2818715 h 6382977"/>
              <a:gd name="connsiteX1628" fmla="*/ 6094022 w 6501199"/>
              <a:gd name="connsiteY1628" fmla="*/ 2841267 h 6382977"/>
              <a:gd name="connsiteX1629" fmla="*/ 6101820 w 6501199"/>
              <a:gd name="connsiteY1629" fmla="*/ 2814889 h 6382977"/>
              <a:gd name="connsiteX1630" fmla="*/ 5026984 w 6501199"/>
              <a:gd name="connsiteY1630" fmla="*/ 2810769 h 6382977"/>
              <a:gd name="connsiteX1631" fmla="*/ 5026115 w 6501199"/>
              <a:gd name="connsiteY1631" fmla="*/ 2811549 h 6382977"/>
              <a:gd name="connsiteX1632" fmla="*/ 5027369 w 6501199"/>
              <a:gd name="connsiteY1632" fmla="*/ 2811532 h 6382977"/>
              <a:gd name="connsiteX1633" fmla="*/ 5073081 w 6501199"/>
              <a:gd name="connsiteY1633" fmla="*/ 2809378 h 6382977"/>
              <a:gd name="connsiteX1634" fmla="*/ 5068419 w 6501199"/>
              <a:gd name="connsiteY1634" fmla="*/ 2815828 h 6382977"/>
              <a:gd name="connsiteX1635" fmla="*/ 5068875 w 6501199"/>
              <a:gd name="connsiteY1635" fmla="*/ 2816738 h 6382977"/>
              <a:gd name="connsiteX1636" fmla="*/ 5079066 w 6501199"/>
              <a:gd name="connsiteY1636" fmla="*/ 2814350 h 6382977"/>
              <a:gd name="connsiteX1637" fmla="*/ 5104636 w 6501199"/>
              <a:gd name="connsiteY1637" fmla="*/ 2806870 h 6382977"/>
              <a:gd name="connsiteX1638" fmla="*/ 5107146 w 6501199"/>
              <a:gd name="connsiteY1638" fmla="*/ 2825145 h 6382977"/>
              <a:gd name="connsiteX1639" fmla="*/ 5082538 w 6501199"/>
              <a:gd name="connsiteY1639" fmla="*/ 2817234 h 6382977"/>
              <a:gd name="connsiteX1640" fmla="*/ 5081692 w 6501199"/>
              <a:gd name="connsiteY1640" fmla="*/ 2816531 h 6382977"/>
              <a:gd name="connsiteX1641" fmla="*/ 5077522 w 6501199"/>
              <a:gd name="connsiteY1641" fmla="*/ 2818749 h 6382977"/>
              <a:gd name="connsiteX1642" fmla="*/ 5072346 w 6501199"/>
              <a:gd name="connsiteY1642" fmla="*/ 2823658 h 6382977"/>
              <a:gd name="connsiteX1643" fmla="*/ 5073053 w 6501199"/>
              <a:gd name="connsiteY1643" fmla="*/ 2825067 h 6382977"/>
              <a:gd name="connsiteX1644" fmla="*/ 5070487 w 6501199"/>
              <a:gd name="connsiteY1644" fmla="*/ 2841931 h 6382977"/>
              <a:gd name="connsiteX1645" fmla="*/ 5071342 w 6501199"/>
              <a:gd name="connsiteY1645" fmla="*/ 2843163 h 6382977"/>
              <a:gd name="connsiteX1646" fmla="*/ 5072606 w 6501199"/>
              <a:gd name="connsiteY1646" fmla="*/ 2842336 h 6382977"/>
              <a:gd name="connsiteX1647" fmla="*/ 5079570 w 6501199"/>
              <a:gd name="connsiteY1647" fmla="*/ 2832053 h 6382977"/>
              <a:gd name="connsiteX1648" fmla="*/ 5102250 w 6501199"/>
              <a:gd name="connsiteY1648" fmla="*/ 2838894 h 6382977"/>
              <a:gd name="connsiteX1649" fmla="*/ 5113916 w 6501199"/>
              <a:gd name="connsiteY1649" fmla="*/ 2823092 h 6382977"/>
              <a:gd name="connsiteX1650" fmla="*/ 5115415 w 6501199"/>
              <a:gd name="connsiteY1650" fmla="*/ 2820404 h 6382977"/>
              <a:gd name="connsiteX1651" fmla="*/ 5108625 w 6501199"/>
              <a:gd name="connsiteY1651" fmla="*/ 2819591 h 6382977"/>
              <a:gd name="connsiteX1652" fmla="*/ 5104636 w 6501199"/>
              <a:gd name="connsiteY1652" fmla="*/ 2806870 h 6382977"/>
              <a:gd name="connsiteX1653" fmla="*/ 5922755 w 6501199"/>
              <a:gd name="connsiteY1653" fmla="*/ 2806700 h 6382977"/>
              <a:gd name="connsiteX1654" fmla="*/ 5907169 w 6501199"/>
              <a:gd name="connsiteY1654" fmla="*/ 2846023 h 6382977"/>
              <a:gd name="connsiteX1655" fmla="*/ 5922755 w 6501199"/>
              <a:gd name="connsiteY1655" fmla="*/ 2806700 h 6382977"/>
              <a:gd name="connsiteX1656" fmla="*/ 5090882 w 6501199"/>
              <a:gd name="connsiteY1656" fmla="*/ 2782623 h 6382977"/>
              <a:gd name="connsiteX1657" fmla="*/ 5089062 w 6501199"/>
              <a:gd name="connsiteY1657" fmla="*/ 2784132 h 6382977"/>
              <a:gd name="connsiteX1658" fmla="*/ 5091368 w 6501199"/>
              <a:gd name="connsiteY1658" fmla="*/ 2793253 h 6382977"/>
              <a:gd name="connsiteX1659" fmla="*/ 5099372 w 6501199"/>
              <a:gd name="connsiteY1659" fmla="*/ 2788369 h 6382977"/>
              <a:gd name="connsiteX1660" fmla="*/ 5094915 w 6501199"/>
              <a:gd name="connsiteY1660" fmla="*/ 2785025 h 6382977"/>
              <a:gd name="connsiteX1661" fmla="*/ 5090882 w 6501199"/>
              <a:gd name="connsiteY1661" fmla="*/ 2782623 h 6382977"/>
              <a:gd name="connsiteX1662" fmla="*/ 4145654 w 6501199"/>
              <a:gd name="connsiteY1662" fmla="*/ 2779378 h 6382977"/>
              <a:gd name="connsiteX1663" fmla="*/ 4139110 w 6501199"/>
              <a:gd name="connsiteY1663" fmla="*/ 2787143 h 6382977"/>
              <a:gd name="connsiteX1664" fmla="*/ 4138936 w 6501199"/>
              <a:gd name="connsiteY1664" fmla="*/ 2787586 h 6382977"/>
              <a:gd name="connsiteX1665" fmla="*/ 4144643 w 6501199"/>
              <a:gd name="connsiteY1665" fmla="*/ 2791010 h 6382977"/>
              <a:gd name="connsiteX1666" fmla="*/ 4145968 w 6501199"/>
              <a:gd name="connsiteY1666" fmla="*/ 2779784 h 6382977"/>
              <a:gd name="connsiteX1667" fmla="*/ 4147508 w 6501199"/>
              <a:gd name="connsiteY1667" fmla="*/ 2762344 h 6382977"/>
              <a:gd name="connsiteX1668" fmla="*/ 4144282 w 6501199"/>
              <a:gd name="connsiteY1668" fmla="*/ 2763601 h 6382977"/>
              <a:gd name="connsiteX1669" fmla="*/ 4134878 w 6501199"/>
              <a:gd name="connsiteY1669" fmla="*/ 2769094 h 6382977"/>
              <a:gd name="connsiteX1670" fmla="*/ 4134345 w 6501199"/>
              <a:gd name="connsiteY1670" fmla="*/ 2769913 h 6382977"/>
              <a:gd name="connsiteX1671" fmla="*/ 4143502 w 6501199"/>
              <a:gd name="connsiteY1671" fmla="*/ 2772952 h 6382977"/>
              <a:gd name="connsiteX1672" fmla="*/ 4149060 w 6501199"/>
              <a:gd name="connsiteY1672" fmla="*/ 2762911 h 6382977"/>
              <a:gd name="connsiteX1673" fmla="*/ 4149124 w 6501199"/>
              <a:gd name="connsiteY1673" fmla="*/ 2762539 h 6382977"/>
              <a:gd name="connsiteX1674" fmla="*/ 6156896 w 6501199"/>
              <a:gd name="connsiteY1674" fmla="*/ 2749550 h 6382977"/>
              <a:gd name="connsiteX1675" fmla="*/ 6177354 w 6501199"/>
              <a:gd name="connsiteY1675" fmla="*/ 2765921 h 6382977"/>
              <a:gd name="connsiteX1676" fmla="*/ 6138950 w 6501199"/>
              <a:gd name="connsiteY1676" fmla="*/ 2784111 h 6382977"/>
              <a:gd name="connsiteX1677" fmla="*/ 6156896 w 6501199"/>
              <a:gd name="connsiteY1677" fmla="*/ 2749550 h 6382977"/>
              <a:gd name="connsiteX1678" fmla="*/ 4302588 w 6501199"/>
              <a:gd name="connsiteY1678" fmla="*/ 2745985 h 6382977"/>
              <a:gd name="connsiteX1679" fmla="*/ 4297779 w 6501199"/>
              <a:gd name="connsiteY1679" fmla="*/ 2751588 h 6382977"/>
              <a:gd name="connsiteX1680" fmla="*/ 4290880 w 6501199"/>
              <a:gd name="connsiteY1680" fmla="*/ 2768533 h 6382977"/>
              <a:gd name="connsiteX1681" fmla="*/ 4305181 w 6501199"/>
              <a:gd name="connsiteY1681" fmla="*/ 2773097 h 6382977"/>
              <a:gd name="connsiteX1682" fmla="*/ 4301418 w 6501199"/>
              <a:gd name="connsiteY1682" fmla="*/ 2775776 h 6382977"/>
              <a:gd name="connsiteX1683" fmla="*/ 4303494 w 6501199"/>
              <a:gd name="connsiteY1683" fmla="*/ 2776744 h 6382977"/>
              <a:gd name="connsiteX1684" fmla="*/ 4315284 w 6501199"/>
              <a:gd name="connsiteY1684" fmla="*/ 2773009 h 6382977"/>
              <a:gd name="connsiteX1685" fmla="*/ 4310604 w 6501199"/>
              <a:gd name="connsiteY1685" fmla="*/ 2747807 h 6382977"/>
              <a:gd name="connsiteX1686" fmla="*/ 4302588 w 6501199"/>
              <a:gd name="connsiteY1686" fmla="*/ 2745985 h 6382977"/>
              <a:gd name="connsiteX1687" fmla="*/ 5120174 w 6501199"/>
              <a:gd name="connsiteY1687" fmla="*/ 2743881 h 6382977"/>
              <a:gd name="connsiteX1688" fmla="*/ 5120610 w 6501199"/>
              <a:gd name="connsiteY1688" fmla="*/ 2747807 h 6382977"/>
              <a:gd name="connsiteX1689" fmla="*/ 5125554 w 6501199"/>
              <a:gd name="connsiteY1689" fmla="*/ 2745782 h 6382977"/>
              <a:gd name="connsiteX1690" fmla="*/ 5152290 w 6501199"/>
              <a:gd name="connsiteY1690" fmla="*/ 2738807 h 6382977"/>
              <a:gd name="connsiteX1691" fmla="*/ 5116144 w 6501199"/>
              <a:gd name="connsiteY1691" fmla="*/ 2763615 h 6382977"/>
              <a:gd name="connsiteX1692" fmla="*/ 5118040 w 6501199"/>
              <a:gd name="connsiteY1692" fmla="*/ 2776978 h 6382977"/>
              <a:gd name="connsiteX1693" fmla="*/ 5131888 w 6501199"/>
              <a:gd name="connsiteY1693" fmla="*/ 2768528 h 6382977"/>
              <a:gd name="connsiteX1694" fmla="*/ 5168406 w 6501199"/>
              <a:gd name="connsiteY1694" fmla="*/ 2744200 h 6382977"/>
              <a:gd name="connsiteX1695" fmla="*/ 5164542 w 6501199"/>
              <a:gd name="connsiteY1695" fmla="*/ 2746047 h 6382977"/>
              <a:gd name="connsiteX1696" fmla="*/ 5152290 w 6501199"/>
              <a:gd name="connsiteY1696" fmla="*/ 2738807 h 6382977"/>
              <a:gd name="connsiteX1697" fmla="*/ 5178063 w 6501199"/>
              <a:gd name="connsiteY1697" fmla="*/ 2724707 h 6382977"/>
              <a:gd name="connsiteX1698" fmla="*/ 5169869 w 6501199"/>
              <a:gd name="connsiteY1698" fmla="*/ 2729479 h 6382977"/>
              <a:gd name="connsiteX1699" fmla="*/ 5166045 w 6501199"/>
              <a:gd name="connsiteY1699" fmla="*/ 2731324 h 6382977"/>
              <a:gd name="connsiteX1700" fmla="*/ 5170520 w 6501199"/>
              <a:gd name="connsiteY1700" fmla="*/ 2742792 h 6382977"/>
              <a:gd name="connsiteX1701" fmla="*/ 5172766 w 6501199"/>
              <a:gd name="connsiteY1701" fmla="*/ 2741295 h 6382977"/>
              <a:gd name="connsiteX1702" fmla="*/ 5177307 w 6501199"/>
              <a:gd name="connsiteY1702" fmla="*/ 2736081 h 6382977"/>
              <a:gd name="connsiteX1703" fmla="*/ 5176904 w 6501199"/>
              <a:gd name="connsiteY1703" fmla="*/ 2736482 h 6382977"/>
              <a:gd name="connsiteX1704" fmla="*/ 4438045 w 6501199"/>
              <a:gd name="connsiteY1704" fmla="*/ 2720445 h 6382977"/>
              <a:gd name="connsiteX1705" fmla="*/ 4422205 w 6501199"/>
              <a:gd name="connsiteY1705" fmla="*/ 2745647 h 6382977"/>
              <a:gd name="connsiteX1706" fmla="*/ 4424640 w 6501199"/>
              <a:gd name="connsiteY1706" fmla="*/ 2744875 h 6382977"/>
              <a:gd name="connsiteX1707" fmla="*/ 4424776 w 6501199"/>
              <a:gd name="connsiteY1707" fmla="*/ 2743195 h 6382977"/>
              <a:gd name="connsiteX1708" fmla="*/ 4430124 w 6501199"/>
              <a:gd name="connsiteY1708" fmla="*/ 2743134 h 6382977"/>
              <a:gd name="connsiteX1709" fmla="*/ 4436245 w 6501199"/>
              <a:gd name="connsiteY1709" fmla="*/ 2741192 h 6382977"/>
              <a:gd name="connsiteX1710" fmla="*/ 4442387 w 6501199"/>
              <a:gd name="connsiteY1710" fmla="*/ 2732055 h 6382977"/>
              <a:gd name="connsiteX1711" fmla="*/ 4442510 w 6501199"/>
              <a:gd name="connsiteY1711" fmla="*/ 2727325 h 6382977"/>
              <a:gd name="connsiteX1712" fmla="*/ 4445567 w 6501199"/>
              <a:gd name="connsiteY1712" fmla="*/ 2727325 h 6382977"/>
              <a:gd name="connsiteX1713" fmla="*/ 4447045 w 6501199"/>
              <a:gd name="connsiteY1713" fmla="*/ 2725126 h 6382977"/>
              <a:gd name="connsiteX1714" fmla="*/ 4438045 w 6501199"/>
              <a:gd name="connsiteY1714" fmla="*/ 2720445 h 6382977"/>
              <a:gd name="connsiteX1715" fmla="*/ 4456045 w 6501199"/>
              <a:gd name="connsiteY1715" fmla="*/ 2715765 h 6382977"/>
              <a:gd name="connsiteX1716" fmla="*/ 4457862 w 6501199"/>
              <a:gd name="connsiteY1716" fmla="*/ 2724237 h 6382977"/>
              <a:gd name="connsiteX1717" fmla="*/ 4455619 w 6501199"/>
              <a:gd name="connsiteY1717" fmla="*/ 2727325 h 6382977"/>
              <a:gd name="connsiteX1718" fmla="*/ 4456148 w 6501199"/>
              <a:gd name="connsiteY1718" fmla="*/ 2727325 h 6382977"/>
              <a:gd name="connsiteX1719" fmla="*/ 4458096 w 6501199"/>
              <a:gd name="connsiteY1719" fmla="*/ 2727325 h 6382977"/>
              <a:gd name="connsiteX1720" fmla="*/ 4456883 w 6501199"/>
              <a:gd name="connsiteY1720" fmla="*/ 2733989 h 6382977"/>
              <a:gd name="connsiteX1721" fmla="*/ 4460320 w 6501199"/>
              <a:gd name="connsiteY1721" fmla="*/ 2729536 h 6382977"/>
              <a:gd name="connsiteX1722" fmla="*/ 4456045 w 6501199"/>
              <a:gd name="connsiteY1722" fmla="*/ 2715765 h 6382977"/>
              <a:gd name="connsiteX1723" fmla="*/ 4629542 w 6501199"/>
              <a:gd name="connsiteY1723" fmla="*/ 2709558 h 6382977"/>
              <a:gd name="connsiteX1724" fmla="*/ 4626478 w 6501199"/>
              <a:gd name="connsiteY1724" fmla="*/ 2709798 h 6382977"/>
              <a:gd name="connsiteX1725" fmla="*/ 4626729 w 6501199"/>
              <a:gd name="connsiteY1725" fmla="*/ 2713865 h 6382977"/>
              <a:gd name="connsiteX1726" fmla="*/ 4629656 w 6501199"/>
              <a:gd name="connsiteY1726" fmla="*/ 2711985 h 6382977"/>
              <a:gd name="connsiteX1727" fmla="*/ 5220553 w 6501199"/>
              <a:gd name="connsiteY1727" fmla="*/ 2700337 h 6382977"/>
              <a:gd name="connsiteX1728" fmla="*/ 5222727 w 6501199"/>
              <a:gd name="connsiteY1728" fmla="*/ 2709574 h 6382977"/>
              <a:gd name="connsiteX1729" fmla="*/ 5224507 w 6501199"/>
              <a:gd name="connsiteY1729" fmla="*/ 2709291 h 6382977"/>
              <a:gd name="connsiteX1730" fmla="*/ 5224713 w 6501199"/>
              <a:gd name="connsiteY1730" fmla="*/ 2718017 h 6382977"/>
              <a:gd name="connsiteX1731" fmla="*/ 5224759 w 6501199"/>
              <a:gd name="connsiteY1731" fmla="*/ 2718212 h 6382977"/>
              <a:gd name="connsiteX1732" fmla="*/ 5227213 w 6501199"/>
              <a:gd name="connsiteY1732" fmla="*/ 2718212 h 6382977"/>
              <a:gd name="connsiteX1733" fmla="*/ 5222656 w 6501199"/>
              <a:gd name="connsiteY1733" fmla="*/ 2724871 h 6382977"/>
              <a:gd name="connsiteX1734" fmla="*/ 5217566 w 6501199"/>
              <a:gd name="connsiteY1734" fmla="*/ 2723312 h 6382977"/>
              <a:gd name="connsiteX1735" fmla="*/ 5198049 w 6501199"/>
              <a:gd name="connsiteY1735" fmla="*/ 2730128 h 6382977"/>
              <a:gd name="connsiteX1736" fmla="*/ 5203738 w 6501199"/>
              <a:gd name="connsiteY1736" fmla="*/ 2712594 h 6382977"/>
              <a:gd name="connsiteX1737" fmla="*/ 5214755 w 6501199"/>
              <a:gd name="connsiteY1737" fmla="*/ 2710842 h 6382977"/>
              <a:gd name="connsiteX1738" fmla="*/ 4544966 w 6501199"/>
              <a:gd name="connsiteY1738" fmla="*/ 2686243 h 6382977"/>
              <a:gd name="connsiteX1739" fmla="*/ 4547126 w 6501199"/>
              <a:gd name="connsiteY1739" fmla="*/ 2704604 h 6382977"/>
              <a:gd name="connsiteX1740" fmla="*/ 4533445 w 6501199"/>
              <a:gd name="connsiteY1740" fmla="*/ 2693084 h 6382977"/>
              <a:gd name="connsiteX1741" fmla="*/ 4522285 w 6501199"/>
              <a:gd name="connsiteY1741" fmla="*/ 2706765 h 6382977"/>
              <a:gd name="connsiteX1742" fmla="*/ 4542806 w 6501199"/>
              <a:gd name="connsiteY1742" fmla="*/ 2711445 h 6382977"/>
              <a:gd name="connsiteX1743" fmla="*/ 4515445 w 6501199"/>
              <a:gd name="connsiteY1743" fmla="*/ 2727286 h 6382977"/>
              <a:gd name="connsiteX1744" fmla="*/ 4494925 w 6501199"/>
              <a:gd name="connsiteY1744" fmla="*/ 2713605 h 6382977"/>
              <a:gd name="connsiteX1745" fmla="*/ 4503925 w 6501199"/>
              <a:gd name="connsiteY1745" fmla="*/ 2725126 h 6382977"/>
              <a:gd name="connsiteX1746" fmla="*/ 4476565 w 6501199"/>
              <a:gd name="connsiteY1746" fmla="*/ 2738807 h 6382977"/>
              <a:gd name="connsiteX1747" fmla="*/ 4478403 w 6501199"/>
              <a:gd name="connsiteY1747" fmla="*/ 2738640 h 6382977"/>
              <a:gd name="connsiteX1748" fmla="*/ 4480320 w 6501199"/>
              <a:gd name="connsiteY1748" fmla="*/ 2736427 h 6382977"/>
              <a:gd name="connsiteX1749" fmla="*/ 4486945 w 6501199"/>
              <a:gd name="connsiteY1749" fmla="*/ 2737702 h 6382977"/>
              <a:gd name="connsiteX1750" fmla="*/ 4487022 w 6501199"/>
              <a:gd name="connsiteY1750" fmla="*/ 2737856 h 6382977"/>
              <a:gd name="connsiteX1751" fmla="*/ 4527551 w 6501199"/>
              <a:gd name="connsiteY1751" fmla="*/ 2734171 h 6382977"/>
              <a:gd name="connsiteX1752" fmla="*/ 4576646 w 6501199"/>
              <a:gd name="connsiteY1752" fmla="*/ 2715765 h 6382977"/>
              <a:gd name="connsiteX1753" fmla="*/ 4558646 w 6501199"/>
              <a:gd name="connsiteY1753" fmla="*/ 2713605 h 6382977"/>
              <a:gd name="connsiteX1754" fmla="*/ 4560806 w 6501199"/>
              <a:gd name="connsiteY1754" fmla="*/ 2686243 h 6382977"/>
              <a:gd name="connsiteX1755" fmla="*/ 4544966 w 6501199"/>
              <a:gd name="connsiteY1755" fmla="*/ 2686243 h 6382977"/>
              <a:gd name="connsiteX1756" fmla="*/ 4638207 w 6501199"/>
              <a:gd name="connsiteY1756" fmla="*/ 2663562 h 6382977"/>
              <a:gd name="connsiteX1757" fmla="*/ 4633526 w 6501199"/>
              <a:gd name="connsiteY1757" fmla="*/ 2684083 h 6382977"/>
              <a:gd name="connsiteX1758" fmla="*/ 4638207 w 6501199"/>
              <a:gd name="connsiteY1758" fmla="*/ 2663562 h 6382977"/>
              <a:gd name="connsiteX1759" fmla="*/ 4623581 w 6501199"/>
              <a:gd name="connsiteY1759" fmla="*/ 2647901 h 6382977"/>
              <a:gd name="connsiteX1760" fmla="*/ 4613006 w 6501199"/>
              <a:gd name="connsiteY1760" fmla="*/ 2654561 h 6382977"/>
              <a:gd name="connsiteX1761" fmla="*/ 4599686 w 6501199"/>
              <a:gd name="connsiteY1761" fmla="*/ 2672562 h 6382977"/>
              <a:gd name="connsiteX1762" fmla="*/ 4597166 w 6501199"/>
              <a:gd name="connsiteY1762" fmla="*/ 2652401 h 6382977"/>
              <a:gd name="connsiteX1763" fmla="*/ 4588166 w 6501199"/>
              <a:gd name="connsiteY1763" fmla="*/ 2672562 h 6382977"/>
              <a:gd name="connsiteX1764" fmla="*/ 4606526 w 6501199"/>
              <a:gd name="connsiteY1764" fmla="*/ 2679403 h 6382977"/>
              <a:gd name="connsiteX1765" fmla="*/ 4581326 w 6501199"/>
              <a:gd name="connsiteY1765" fmla="*/ 2686243 h 6382977"/>
              <a:gd name="connsiteX1766" fmla="*/ 4576646 w 6501199"/>
              <a:gd name="connsiteY1766" fmla="*/ 2702444 h 6382977"/>
              <a:gd name="connsiteX1767" fmla="*/ 4599686 w 6501199"/>
              <a:gd name="connsiteY1767" fmla="*/ 2697764 h 6382977"/>
              <a:gd name="connsiteX1768" fmla="*/ 4586006 w 6501199"/>
              <a:gd name="connsiteY1768" fmla="*/ 2715765 h 6382977"/>
              <a:gd name="connsiteX1769" fmla="*/ 4603241 w 6501199"/>
              <a:gd name="connsiteY1769" fmla="*/ 2711265 h 6382977"/>
              <a:gd name="connsiteX1770" fmla="*/ 4621790 w 6501199"/>
              <a:gd name="connsiteY1770" fmla="*/ 2706900 h 6382977"/>
              <a:gd name="connsiteX1771" fmla="*/ 4623158 w 6501199"/>
              <a:gd name="connsiteY1771" fmla="*/ 2698283 h 6382977"/>
              <a:gd name="connsiteX1772" fmla="*/ 4621190 w 6501199"/>
              <a:gd name="connsiteY1772" fmla="*/ 2699086 h 6382977"/>
              <a:gd name="connsiteX1773" fmla="*/ 4608686 w 6501199"/>
              <a:gd name="connsiteY1773" fmla="*/ 2699924 h 6382977"/>
              <a:gd name="connsiteX1774" fmla="*/ 4619846 w 6501199"/>
              <a:gd name="connsiteY1774" fmla="*/ 2695604 h 6382977"/>
              <a:gd name="connsiteX1775" fmla="*/ 4610846 w 6501199"/>
              <a:gd name="connsiteY1775" fmla="*/ 2681923 h 6382977"/>
              <a:gd name="connsiteX1776" fmla="*/ 4619846 w 6501199"/>
              <a:gd name="connsiteY1776" fmla="*/ 2688763 h 6382977"/>
              <a:gd name="connsiteX1777" fmla="*/ 4615526 w 6501199"/>
              <a:gd name="connsiteY1777" fmla="*/ 2672562 h 6382977"/>
              <a:gd name="connsiteX1778" fmla="*/ 4636047 w 6501199"/>
              <a:gd name="connsiteY1778" fmla="*/ 2649881 h 6382977"/>
              <a:gd name="connsiteX1779" fmla="*/ 4623581 w 6501199"/>
              <a:gd name="connsiteY1779" fmla="*/ 2647901 h 6382977"/>
              <a:gd name="connsiteX1780" fmla="*/ 4747084 w 6501199"/>
              <a:gd name="connsiteY1780" fmla="*/ 2646790 h 6382977"/>
              <a:gd name="connsiteX1781" fmla="*/ 4762900 w 6501199"/>
              <a:gd name="connsiteY1781" fmla="*/ 2646973 h 6382977"/>
              <a:gd name="connsiteX1782" fmla="*/ 4758343 w 6501199"/>
              <a:gd name="connsiteY1782" fmla="*/ 2658695 h 6382977"/>
              <a:gd name="connsiteX1783" fmla="*/ 4736263 w 6501199"/>
              <a:gd name="connsiteY1783" fmla="*/ 2658695 h 6382977"/>
              <a:gd name="connsiteX1784" fmla="*/ 4747084 w 6501199"/>
              <a:gd name="connsiteY1784" fmla="*/ 2646790 h 6382977"/>
              <a:gd name="connsiteX1785" fmla="*/ 5285941 w 6501199"/>
              <a:gd name="connsiteY1785" fmla="*/ 2635750 h 6382977"/>
              <a:gd name="connsiteX1786" fmla="*/ 5277571 w 6501199"/>
              <a:gd name="connsiteY1786" fmla="*/ 2645560 h 6382977"/>
              <a:gd name="connsiteX1787" fmla="*/ 5304571 w 6501199"/>
              <a:gd name="connsiteY1787" fmla="*/ 2636200 h 6382977"/>
              <a:gd name="connsiteX1788" fmla="*/ 5285941 w 6501199"/>
              <a:gd name="connsiteY1788" fmla="*/ 2635750 h 6382977"/>
              <a:gd name="connsiteX1789" fmla="*/ 5383618 w 6501199"/>
              <a:gd name="connsiteY1789" fmla="*/ 2622550 h 6382977"/>
              <a:gd name="connsiteX1790" fmla="*/ 5368088 w 6501199"/>
              <a:gd name="connsiteY1790" fmla="*/ 2649186 h 6382977"/>
              <a:gd name="connsiteX1791" fmla="*/ 5383618 w 6501199"/>
              <a:gd name="connsiteY1791" fmla="*/ 2622550 h 6382977"/>
              <a:gd name="connsiteX1792" fmla="*/ 4780467 w 6501199"/>
              <a:gd name="connsiteY1792" fmla="*/ 2613540 h 6382977"/>
              <a:gd name="connsiteX1793" fmla="*/ 4782613 w 6501199"/>
              <a:gd name="connsiteY1793" fmla="*/ 2622302 h 6382977"/>
              <a:gd name="connsiteX1794" fmla="*/ 4760075 w 6501199"/>
              <a:gd name="connsiteY1794" fmla="*/ 2628961 h 6382977"/>
              <a:gd name="connsiteX1795" fmla="*/ 4778320 w 6501199"/>
              <a:gd name="connsiteY1795" fmla="*/ 2615643 h 6382977"/>
              <a:gd name="connsiteX1796" fmla="*/ 4780467 w 6501199"/>
              <a:gd name="connsiteY1796" fmla="*/ 2613540 h 6382977"/>
              <a:gd name="connsiteX1797" fmla="*/ 5326870 w 6501199"/>
              <a:gd name="connsiteY1797" fmla="*/ 2612231 h 6382977"/>
              <a:gd name="connsiteX1798" fmla="*/ 5327264 w 6501199"/>
              <a:gd name="connsiteY1798" fmla="*/ 2613476 h 6382977"/>
              <a:gd name="connsiteX1799" fmla="*/ 5329833 w 6501199"/>
              <a:gd name="connsiteY1799" fmla="*/ 2612887 h 6382977"/>
              <a:gd name="connsiteX1800" fmla="*/ 5459373 w 6501199"/>
              <a:gd name="connsiteY1800" fmla="*/ 2604518 h 6382977"/>
              <a:gd name="connsiteX1801" fmla="*/ 5445693 w 6501199"/>
              <a:gd name="connsiteY1801" fmla="*/ 2611358 h 6382977"/>
              <a:gd name="connsiteX1802" fmla="*/ 5446053 w 6501199"/>
              <a:gd name="connsiteY1802" fmla="*/ 2622384 h 6382977"/>
              <a:gd name="connsiteX1803" fmla="*/ 5454847 w 6501199"/>
              <a:gd name="connsiteY1803" fmla="*/ 2624978 h 6382977"/>
              <a:gd name="connsiteX1804" fmla="*/ 5455183 w 6501199"/>
              <a:gd name="connsiteY1804" fmla="*/ 2624420 h 6382977"/>
              <a:gd name="connsiteX1805" fmla="*/ 5390725 w 6501199"/>
              <a:gd name="connsiteY1805" fmla="*/ 2603500 h 6382977"/>
              <a:gd name="connsiteX1806" fmla="*/ 5388272 w 6501199"/>
              <a:gd name="connsiteY1806" fmla="*/ 2624236 h 6382977"/>
              <a:gd name="connsiteX1807" fmla="*/ 5390725 w 6501199"/>
              <a:gd name="connsiteY1807" fmla="*/ 2603500 h 6382977"/>
              <a:gd name="connsiteX1808" fmla="*/ 4790767 w 6501199"/>
              <a:gd name="connsiteY1808" fmla="*/ 2603500 h 6382977"/>
              <a:gd name="connsiteX1809" fmla="*/ 4804172 w 6501199"/>
              <a:gd name="connsiteY1809" fmla="*/ 2608086 h 6382977"/>
              <a:gd name="connsiteX1810" fmla="*/ 4788650 w 6501199"/>
              <a:gd name="connsiteY1810" fmla="*/ 2619022 h 6382977"/>
              <a:gd name="connsiteX1811" fmla="*/ 4790767 w 6501199"/>
              <a:gd name="connsiteY1811" fmla="*/ 2603500 h 6382977"/>
              <a:gd name="connsiteX1812" fmla="*/ 5327655 w 6501199"/>
              <a:gd name="connsiteY1812" fmla="*/ 2586160 h 6382977"/>
              <a:gd name="connsiteX1813" fmla="*/ 5327613 w 6501199"/>
              <a:gd name="connsiteY1813" fmla="*/ 2586185 h 6382977"/>
              <a:gd name="connsiteX1814" fmla="*/ 5327724 w 6501199"/>
              <a:gd name="connsiteY1814" fmla="*/ 2589899 h 6382977"/>
              <a:gd name="connsiteX1815" fmla="*/ 5330806 w 6501199"/>
              <a:gd name="connsiteY1815" fmla="*/ 2587321 h 6382977"/>
              <a:gd name="connsiteX1816" fmla="*/ 5331571 w 6501199"/>
              <a:gd name="connsiteY1816" fmla="*/ 2586486 h 6382977"/>
              <a:gd name="connsiteX1817" fmla="*/ 5395212 w 6501199"/>
              <a:gd name="connsiteY1817" fmla="*/ 2579687 h 6382977"/>
              <a:gd name="connsiteX1818" fmla="*/ 5406823 w 6501199"/>
              <a:gd name="connsiteY1818" fmla="*/ 2579687 h 6382977"/>
              <a:gd name="connsiteX1819" fmla="*/ 5397752 w 6501199"/>
              <a:gd name="connsiteY1819" fmla="*/ 2598370 h 6382977"/>
              <a:gd name="connsiteX1820" fmla="*/ 5383963 w 6501199"/>
              <a:gd name="connsiteY1820" fmla="*/ 2589212 h 6382977"/>
              <a:gd name="connsiteX1821" fmla="*/ 5395212 w 6501199"/>
              <a:gd name="connsiteY1821" fmla="*/ 2579687 h 6382977"/>
              <a:gd name="connsiteX1822" fmla="*/ 5356394 w 6501199"/>
              <a:gd name="connsiteY1822" fmla="*/ 2569242 h 6382977"/>
              <a:gd name="connsiteX1823" fmla="*/ 5352919 w 6501199"/>
              <a:gd name="connsiteY1823" fmla="*/ 2571173 h 6382977"/>
              <a:gd name="connsiteX1824" fmla="*/ 5350205 w 6501199"/>
              <a:gd name="connsiteY1824" fmla="*/ 2583548 h 6382977"/>
              <a:gd name="connsiteX1825" fmla="*/ 5353196 w 6501199"/>
              <a:gd name="connsiteY1825" fmla="*/ 2584172 h 6382977"/>
              <a:gd name="connsiteX1826" fmla="*/ 5355543 w 6501199"/>
              <a:gd name="connsiteY1826" fmla="*/ 2573647 h 6382977"/>
              <a:gd name="connsiteX1827" fmla="*/ 5451949 w 6501199"/>
              <a:gd name="connsiteY1827" fmla="*/ 2555069 h 6382977"/>
              <a:gd name="connsiteX1828" fmla="*/ 5440827 w 6501199"/>
              <a:gd name="connsiteY1828" fmla="*/ 2559400 h 6382977"/>
              <a:gd name="connsiteX1829" fmla="*/ 5445805 w 6501199"/>
              <a:gd name="connsiteY1829" fmla="*/ 2567251 h 6382977"/>
              <a:gd name="connsiteX1830" fmla="*/ 5446081 w 6501199"/>
              <a:gd name="connsiteY1830" fmla="*/ 2567841 h 6382977"/>
              <a:gd name="connsiteX1831" fmla="*/ 5457842 w 6501199"/>
              <a:gd name="connsiteY1831" fmla="*/ 2558326 h 6382977"/>
              <a:gd name="connsiteX1832" fmla="*/ 4943920 w 6501199"/>
              <a:gd name="connsiteY1832" fmla="*/ 2548497 h 6382977"/>
              <a:gd name="connsiteX1833" fmla="*/ 4953994 w 6501199"/>
              <a:gd name="connsiteY1833" fmla="*/ 2551485 h 6382977"/>
              <a:gd name="connsiteX1834" fmla="*/ 4942637 w 6501199"/>
              <a:gd name="connsiteY1834" fmla="*/ 2561197 h 6382977"/>
              <a:gd name="connsiteX1835" fmla="*/ 4943920 w 6501199"/>
              <a:gd name="connsiteY1835" fmla="*/ 2548497 h 6382977"/>
              <a:gd name="connsiteX1836" fmla="*/ 4895084 w 6501199"/>
              <a:gd name="connsiteY1836" fmla="*/ 2533650 h 6382977"/>
              <a:gd name="connsiteX1837" fmla="*/ 4909384 w 6501199"/>
              <a:gd name="connsiteY1837" fmla="*/ 2547141 h 6382977"/>
              <a:gd name="connsiteX1838" fmla="*/ 4919673 w 6501199"/>
              <a:gd name="connsiteY1838" fmla="*/ 2540000 h 6382977"/>
              <a:gd name="connsiteX1839" fmla="*/ 4890250 w 6501199"/>
              <a:gd name="connsiteY1839" fmla="*/ 2558170 h 6382977"/>
              <a:gd name="connsiteX1840" fmla="*/ 4902060 w 6501199"/>
              <a:gd name="connsiteY1840" fmla="*/ 2551902 h 6382977"/>
              <a:gd name="connsiteX1841" fmla="*/ 4899722 w 6501199"/>
              <a:gd name="connsiteY1841" fmla="*/ 2547285 h 6382977"/>
              <a:gd name="connsiteX1842" fmla="*/ 4856913 w 6501199"/>
              <a:gd name="connsiteY1842" fmla="*/ 2585678 h 6382977"/>
              <a:gd name="connsiteX1843" fmla="*/ 4857138 w 6501199"/>
              <a:gd name="connsiteY1843" fmla="*/ 2584945 h 6382977"/>
              <a:gd name="connsiteX1844" fmla="*/ 4855897 w 6501199"/>
              <a:gd name="connsiteY1844" fmla="*/ 2586908 h 6382977"/>
              <a:gd name="connsiteX1845" fmla="*/ 4837863 w 6501199"/>
              <a:gd name="connsiteY1845" fmla="*/ 2598386 h 6382977"/>
              <a:gd name="connsiteX1846" fmla="*/ 4849901 w 6501199"/>
              <a:gd name="connsiteY1846" fmla="*/ 2584411 h 6382977"/>
              <a:gd name="connsiteX1847" fmla="*/ 4859764 w 6501199"/>
              <a:gd name="connsiteY1847" fmla="*/ 2576396 h 6382977"/>
              <a:gd name="connsiteX1848" fmla="*/ 4861874 w 6501199"/>
              <a:gd name="connsiteY1848" fmla="*/ 2569526 h 6382977"/>
              <a:gd name="connsiteX1849" fmla="*/ 4895084 w 6501199"/>
              <a:gd name="connsiteY1849" fmla="*/ 2533650 h 6382977"/>
              <a:gd name="connsiteX1850" fmla="*/ 264714 w 6501199"/>
              <a:gd name="connsiteY1850" fmla="*/ 2532062 h 6382977"/>
              <a:gd name="connsiteX1851" fmla="*/ 278208 w 6501199"/>
              <a:gd name="connsiteY1851" fmla="*/ 2543070 h 6382977"/>
              <a:gd name="connsiteX1852" fmla="*/ 249090 w 6501199"/>
              <a:gd name="connsiteY1852" fmla="*/ 2578935 h 6382977"/>
              <a:gd name="connsiteX1853" fmla="*/ 235596 w 6501199"/>
              <a:gd name="connsiteY1853" fmla="*/ 2585682 h 6382977"/>
              <a:gd name="connsiteX1854" fmla="*/ 244473 w 6501199"/>
              <a:gd name="connsiteY1854" fmla="*/ 2554433 h 6382977"/>
              <a:gd name="connsiteX1855" fmla="*/ 264714 w 6501199"/>
              <a:gd name="connsiteY1855" fmla="*/ 2532062 h 6382977"/>
              <a:gd name="connsiteX1856" fmla="*/ 518836 w 6501199"/>
              <a:gd name="connsiteY1856" fmla="*/ 2525121 h 6382977"/>
              <a:gd name="connsiteX1857" fmla="*/ 486793 w 6501199"/>
              <a:gd name="connsiteY1857" fmla="*/ 2561476 h 6382977"/>
              <a:gd name="connsiteX1858" fmla="*/ 468791 w 6501199"/>
              <a:gd name="connsiteY1858" fmla="*/ 2554637 h 6382977"/>
              <a:gd name="connsiteX1859" fmla="*/ 450429 w 6501199"/>
              <a:gd name="connsiteY1859" fmla="*/ 2625187 h 6382977"/>
              <a:gd name="connsiteX1860" fmla="*/ 464110 w 6501199"/>
              <a:gd name="connsiteY1860" fmla="*/ 2629506 h 6382977"/>
              <a:gd name="connsiteX1861" fmla="*/ 491473 w 6501199"/>
              <a:gd name="connsiteY1861" fmla="*/ 2606830 h 6382977"/>
              <a:gd name="connsiteX1862" fmla="*/ 518836 w 6501199"/>
              <a:gd name="connsiteY1862" fmla="*/ 2525121 h 6382977"/>
              <a:gd name="connsiteX1863" fmla="*/ 4944402 w 6501199"/>
              <a:gd name="connsiteY1863" fmla="*/ 2523999 h 6382977"/>
              <a:gd name="connsiteX1864" fmla="*/ 4926763 w 6501199"/>
              <a:gd name="connsiteY1864" fmla="*/ 2535058 h 6382977"/>
              <a:gd name="connsiteX1865" fmla="*/ 4944402 w 6501199"/>
              <a:gd name="connsiteY1865" fmla="*/ 2523999 h 6382977"/>
              <a:gd name="connsiteX1866" fmla="*/ 5006822 w 6501199"/>
              <a:gd name="connsiteY1866" fmla="*/ 2513012 h 6382977"/>
              <a:gd name="connsiteX1867" fmla="*/ 5000061 w 6501199"/>
              <a:gd name="connsiteY1867" fmla="*/ 2528534 h 6382977"/>
              <a:gd name="connsiteX1868" fmla="*/ 5006822 w 6501199"/>
              <a:gd name="connsiteY1868" fmla="*/ 2513012 h 6382977"/>
              <a:gd name="connsiteX1869" fmla="*/ 6100714 w 6501199"/>
              <a:gd name="connsiteY1869" fmla="*/ 2503487 h 6382977"/>
              <a:gd name="connsiteX1870" fmla="*/ 6087044 w 6501199"/>
              <a:gd name="connsiteY1870" fmla="*/ 2524018 h 6382977"/>
              <a:gd name="connsiteX1871" fmla="*/ 6082727 w 6501199"/>
              <a:gd name="connsiteY1871" fmla="*/ 2544550 h 6382977"/>
              <a:gd name="connsiteX1872" fmla="*/ 6116903 w 6501199"/>
              <a:gd name="connsiteY1872" fmla="*/ 2530862 h 6382977"/>
              <a:gd name="connsiteX1873" fmla="*/ 6121220 w 6501199"/>
              <a:gd name="connsiteY1873" fmla="*/ 2546711 h 6382977"/>
              <a:gd name="connsiteX1874" fmla="*/ 6091721 w 6501199"/>
              <a:gd name="connsiteY1874" fmla="*/ 2551034 h 6382977"/>
              <a:gd name="connsiteX1875" fmla="*/ 6089562 w 6501199"/>
              <a:gd name="connsiteY1875" fmla="*/ 2614790 h 6382977"/>
              <a:gd name="connsiteX1876" fmla="*/ 6046393 w 6501199"/>
              <a:gd name="connsiteY1876" fmla="*/ 2687911 h 6382977"/>
              <a:gd name="connsiteX1877" fmla="*/ 6014375 w 6501199"/>
              <a:gd name="connsiteY1877" fmla="*/ 2762833 h 6382977"/>
              <a:gd name="connsiteX1878" fmla="*/ 5980199 w 6501199"/>
              <a:gd name="connsiteY1878" fmla="*/ 2853965 h 6382977"/>
              <a:gd name="connsiteX1879" fmla="*/ 5987034 w 6501199"/>
              <a:gd name="connsiteY1879" fmla="*/ 2788047 h 6382977"/>
              <a:gd name="connsiteX1880" fmla="*/ 6007540 w 6501199"/>
              <a:gd name="connsiteY1880" fmla="*/ 2708442 h 6382977"/>
              <a:gd name="connsiteX1881" fmla="*/ 6024493 w 6501199"/>
              <a:gd name="connsiteY1881" fmla="*/ 2667920 h 6382977"/>
              <a:gd name="connsiteX1882" fmla="*/ 6031927 w 6501199"/>
              <a:gd name="connsiteY1882" fmla="*/ 2646322 h 6382977"/>
              <a:gd name="connsiteX1883" fmla="*/ 6032010 w 6501199"/>
              <a:gd name="connsiteY1883" fmla="*/ 2638643 h 6382977"/>
              <a:gd name="connsiteX1884" fmla="*/ 6043470 w 6501199"/>
              <a:gd name="connsiteY1884" fmla="*/ 2614612 h 6382977"/>
              <a:gd name="connsiteX1885" fmla="*/ 6048771 w 6501199"/>
              <a:gd name="connsiteY1885" fmla="*/ 2626550 h 6382977"/>
              <a:gd name="connsiteX1886" fmla="*/ 6051682 w 6501199"/>
              <a:gd name="connsiteY1886" fmla="*/ 2627307 h 6382977"/>
              <a:gd name="connsiteX1887" fmla="*/ 6064380 w 6501199"/>
              <a:gd name="connsiteY1887" fmla="*/ 2598941 h 6382977"/>
              <a:gd name="connsiteX1888" fmla="*/ 6048551 w 6501199"/>
              <a:gd name="connsiteY1888" fmla="*/ 2608306 h 6382977"/>
              <a:gd name="connsiteX1889" fmla="*/ 6078050 w 6501199"/>
              <a:gd name="connsiteY1889" fmla="*/ 2505648 h 6382977"/>
              <a:gd name="connsiteX1890" fmla="*/ 6091721 w 6501199"/>
              <a:gd name="connsiteY1890" fmla="*/ 2514653 h 6382977"/>
              <a:gd name="connsiteX1891" fmla="*/ 6100714 w 6501199"/>
              <a:gd name="connsiteY1891" fmla="*/ 2503487 h 6382977"/>
              <a:gd name="connsiteX1892" fmla="*/ 5026516 w 6501199"/>
              <a:gd name="connsiteY1892" fmla="*/ 2502944 h 6382977"/>
              <a:gd name="connsiteX1893" fmla="*/ 5031212 w 6501199"/>
              <a:gd name="connsiteY1893" fmla="*/ 2503350 h 6382977"/>
              <a:gd name="connsiteX1894" fmla="*/ 5015223 w 6501199"/>
              <a:gd name="connsiteY1894" fmla="*/ 2519006 h 6382977"/>
              <a:gd name="connsiteX1895" fmla="*/ 5026516 w 6501199"/>
              <a:gd name="connsiteY1895" fmla="*/ 2502944 h 6382977"/>
              <a:gd name="connsiteX1896" fmla="*/ 5010538 w 6501199"/>
              <a:gd name="connsiteY1896" fmla="*/ 2482850 h 6382977"/>
              <a:gd name="connsiteX1897" fmla="*/ 4990263 w 6501199"/>
              <a:gd name="connsiteY1897" fmla="*/ 2498372 h 6382977"/>
              <a:gd name="connsiteX1898" fmla="*/ 5010538 w 6501199"/>
              <a:gd name="connsiteY1898" fmla="*/ 2482850 h 6382977"/>
              <a:gd name="connsiteX1899" fmla="*/ 6100537 w 6501199"/>
              <a:gd name="connsiteY1899" fmla="*/ 2481081 h 6382977"/>
              <a:gd name="connsiteX1900" fmla="*/ 6115437 w 6501199"/>
              <a:gd name="connsiteY1900" fmla="*/ 2487886 h 6382977"/>
              <a:gd name="connsiteX1901" fmla="*/ 6085638 w 6501199"/>
              <a:gd name="connsiteY1901" fmla="*/ 2487886 h 6382977"/>
              <a:gd name="connsiteX1902" fmla="*/ 6100537 w 6501199"/>
              <a:gd name="connsiteY1902" fmla="*/ 2481081 h 6382977"/>
              <a:gd name="connsiteX1903" fmla="*/ 5540857 w 6501199"/>
              <a:gd name="connsiteY1903" fmla="*/ 2478548 h 6382977"/>
              <a:gd name="connsiteX1904" fmla="*/ 5533750 w 6501199"/>
              <a:gd name="connsiteY1904" fmla="*/ 2486489 h 6382977"/>
              <a:gd name="connsiteX1905" fmla="*/ 5508635 w 6501199"/>
              <a:gd name="connsiteY1905" fmla="*/ 2495873 h 6382977"/>
              <a:gd name="connsiteX1906" fmla="*/ 5488544 w 6501199"/>
              <a:gd name="connsiteY1906" fmla="*/ 2516086 h 6382977"/>
              <a:gd name="connsiteX1907" fmla="*/ 5495002 w 6501199"/>
              <a:gd name="connsiteY1907" fmla="*/ 2529802 h 6382977"/>
              <a:gd name="connsiteX1908" fmla="*/ 5481512 w 6501199"/>
              <a:gd name="connsiteY1908" fmla="*/ 2537874 h 6382977"/>
              <a:gd name="connsiteX1909" fmla="*/ 5484573 w 6501199"/>
              <a:gd name="connsiteY1909" fmla="*/ 2545473 h 6382977"/>
              <a:gd name="connsiteX1910" fmla="*/ 5511933 w 6501199"/>
              <a:gd name="connsiteY1910" fmla="*/ 2531793 h 6382977"/>
              <a:gd name="connsiteX1911" fmla="*/ 5498253 w 6501199"/>
              <a:gd name="connsiteY1911" fmla="*/ 2549794 h 6382977"/>
              <a:gd name="connsiteX1912" fmla="*/ 5527773 w 6501199"/>
              <a:gd name="connsiteY1912" fmla="*/ 2527112 h 6382977"/>
              <a:gd name="connsiteX1913" fmla="*/ 5527773 w 6501199"/>
              <a:gd name="connsiteY1913" fmla="*/ 2536113 h 6382977"/>
              <a:gd name="connsiteX1914" fmla="*/ 5532093 w 6501199"/>
              <a:gd name="connsiteY1914" fmla="*/ 2542953 h 6382977"/>
              <a:gd name="connsiteX1915" fmla="*/ 5514093 w 6501199"/>
              <a:gd name="connsiteY1915" fmla="*/ 2551954 h 6382977"/>
              <a:gd name="connsiteX1916" fmla="*/ 5516253 w 6501199"/>
              <a:gd name="connsiteY1916" fmla="*/ 2563475 h 6382977"/>
              <a:gd name="connsiteX1917" fmla="*/ 5537189 w 6501199"/>
              <a:gd name="connsiteY1917" fmla="*/ 2545289 h 6382977"/>
              <a:gd name="connsiteX1918" fmla="*/ 5537730 w 6501199"/>
              <a:gd name="connsiteY1918" fmla="*/ 2540575 h 6382977"/>
              <a:gd name="connsiteX1919" fmla="*/ 5536560 w 6501199"/>
              <a:gd name="connsiteY1919" fmla="*/ 2502416 h 6382977"/>
              <a:gd name="connsiteX1920" fmla="*/ 5725775 w 6501199"/>
              <a:gd name="connsiteY1920" fmla="*/ 2474909 h 6382977"/>
              <a:gd name="connsiteX1921" fmla="*/ 5706920 w 6501199"/>
              <a:gd name="connsiteY1921" fmla="*/ 2494440 h 6382977"/>
              <a:gd name="connsiteX1922" fmla="*/ 5695005 w 6501199"/>
              <a:gd name="connsiteY1922" fmla="*/ 2510863 h 6382977"/>
              <a:gd name="connsiteX1923" fmla="*/ 5695199 w 6501199"/>
              <a:gd name="connsiteY1923" fmla="*/ 2511241 h 6382977"/>
              <a:gd name="connsiteX1924" fmla="*/ 5695190 w 6501199"/>
              <a:gd name="connsiteY1924" fmla="*/ 2513057 h 6382977"/>
              <a:gd name="connsiteX1925" fmla="*/ 5714615 w 6501199"/>
              <a:gd name="connsiteY1925" fmla="*/ 2499435 h 6382977"/>
              <a:gd name="connsiteX1926" fmla="*/ 5725775 w 6501199"/>
              <a:gd name="connsiteY1926" fmla="*/ 2474909 h 6382977"/>
              <a:gd name="connsiteX1927" fmla="*/ 5100090 w 6501199"/>
              <a:gd name="connsiteY1927" fmla="*/ 2472388 h 6382977"/>
              <a:gd name="connsiteX1928" fmla="*/ 5084250 w 6501199"/>
              <a:gd name="connsiteY1928" fmla="*/ 2499750 h 6382977"/>
              <a:gd name="connsiteX1929" fmla="*/ 5089503 w 6501199"/>
              <a:gd name="connsiteY1929" fmla="*/ 2499466 h 6382977"/>
              <a:gd name="connsiteX1930" fmla="*/ 5091367 w 6501199"/>
              <a:gd name="connsiteY1930" fmla="*/ 2492375 h 6382977"/>
              <a:gd name="connsiteX1931" fmla="*/ 5094809 w 6501199"/>
              <a:gd name="connsiteY1931" fmla="*/ 2499178 h 6382977"/>
              <a:gd name="connsiteX1932" fmla="*/ 5094836 w 6501199"/>
              <a:gd name="connsiteY1932" fmla="*/ 2499177 h 6382977"/>
              <a:gd name="connsiteX1933" fmla="*/ 5113770 w 6501199"/>
              <a:gd name="connsiteY1933" fmla="*/ 2479229 h 6382977"/>
              <a:gd name="connsiteX1934" fmla="*/ 5100090 w 6501199"/>
              <a:gd name="connsiteY1934" fmla="*/ 2472388 h 6382977"/>
              <a:gd name="connsiteX1935" fmla="*/ 5821936 w 6501199"/>
              <a:gd name="connsiteY1935" fmla="*/ 2463800 h 6382977"/>
              <a:gd name="connsiteX1936" fmla="*/ 5811000 w 6501199"/>
              <a:gd name="connsiteY1936" fmla="*/ 2514237 h 6382977"/>
              <a:gd name="connsiteX1937" fmla="*/ 5821936 w 6501199"/>
              <a:gd name="connsiteY1937" fmla="*/ 2463800 h 6382977"/>
              <a:gd name="connsiteX1938" fmla="*/ 5504270 w 6501199"/>
              <a:gd name="connsiteY1938" fmla="*/ 2438400 h 6382977"/>
              <a:gd name="connsiteX1939" fmla="*/ 5513219 w 6501199"/>
              <a:gd name="connsiteY1939" fmla="*/ 2468198 h 6382977"/>
              <a:gd name="connsiteX1940" fmla="*/ 5504270 w 6501199"/>
              <a:gd name="connsiteY1940" fmla="*/ 2438400 h 6382977"/>
              <a:gd name="connsiteX1941" fmla="*/ 5015849 w 6501199"/>
              <a:gd name="connsiteY1941" fmla="*/ 2436026 h 6382977"/>
              <a:gd name="connsiteX1942" fmla="*/ 4993169 w 6501199"/>
              <a:gd name="connsiteY1942" fmla="*/ 2456547 h 6382977"/>
              <a:gd name="connsiteX1943" fmla="*/ 5015849 w 6501199"/>
              <a:gd name="connsiteY1943" fmla="*/ 2436026 h 6382977"/>
              <a:gd name="connsiteX1944" fmla="*/ 6105383 w 6501199"/>
              <a:gd name="connsiteY1944" fmla="*/ 2435225 h 6382977"/>
              <a:gd name="connsiteX1945" fmla="*/ 6082463 w 6501199"/>
              <a:gd name="connsiteY1945" fmla="*/ 2453470 h 6382977"/>
              <a:gd name="connsiteX1946" fmla="*/ 6105383 w 6501199"/>
              <a:gd name="connsiteY1946" fmla="*/ 2435225 h 6382977"/>
              <a:gd name="connsiteX1947" fmla="*/ 5067703 w 6501199"/>
              <a:gd name="connsiteY1947" fmla="*/ 2432050 h 6382977"/>
              <a:gd name="connsiteX1948" fmla="*/ 5056938 w 6501199"/>
              <a:gd name="connsiteY1948" fmla="*/ 2450152 h 6382977"/>
              <a:gd name="connsiteX1949" fmla="*/ 5067703 w 6501199"/>
              <a:gd name="connsiteY1949" fmla="*/ 2432050 h 6382977"/>
              <a:gd name="connsiteX1950" fmla="*/ 5147067 w 6501199"/>
              <a:gd name="connsiteY1950" fmla="*/ 2429422 h 6382977"/>
              <a:gd name="connsiteX1951" fmla="*/ 5142417 w 6501199"/>
              <a:gd name="connsiteY1951" fmla="*/ 2447569 h 6382977"/>
              <a:gd name="connsiteX1952" fmla="*/ 5124171 w 6501199"/>
              <a:gd name="connsiteY1952" fmla="*/ 2447569 h 6382977"/>
              <a:gd name="connsiteX1953" fmla="*/ 5128822 w 6501199"/>
              <a:gd name="connsiteY1953" fmla="*/ 2431913 h 6382977"/>
              <a:gd name="connsiteX1954" fmla="*/ 5140270 w 6501199"/>
              <a:gd name="connsiteY1954" fmla="*/ 2436182 h 6382977"/>
              <a:gd name="connsiteX1955" fmla="*/ 5147067 w 6501199"/>
              <a:gd name="connsiteY1955" fmla="*/ 2429422 h 6382977"/>
              <a:gd name="connsiteX1956" fmla="*/ 462355 w 6501199"/>
              <a:gd name="connsiteY1956" fmla="*/ 2426237 h 6382977"/>
              <a:gd name="connsiteX1957" fmla="*/ 448761 w 6501199"/>
              <a:gd name="connsiteY1957" fmla="*/ 2465024 h 6382977"/>
              <a:gd name="connsiteX1958" fmla="*/ 462355 w 6501199"/>
              <a:gd name="connsiteY1958" fmla="*/ 2426237 h 6382977"/>
              <a:gd name="connsiteX1959" fmla="*/ 6136018 w 6501199"/>
              <a:gd name="connsiteY1959" fmla="*/ 2411412 h 6382977"/>
              <a:gd name="connsiteX1960" fmla="*/ 6125037 w 6501199"/>
              <a:gd name="connsiteY1960" fmla="*/ 2526941 h 6382977"/>
              <a:gd name="connsiteX1961" fmla="*/ 6136018 w 6501199"/>
              <a:gd name="connsiteY1961" fmla="*/ 2411412 h 6382977"/>
              <a:gd name="connsiteX1962" fmla="*/ 6250376 w 6501199"/>
              <a:gd name="connsiteY1962" fmla="*/ 2403475 h 6382977"/>
              <a:gd name="connsiteX1963" fmla="*/ 6209463 w 6501199"/>
              <a:gd name="connsiteY1963" fmla="*/ 2477730 h 6382977"/>
              <a:gd name="connsiteX1964" fmla="*/ 6250376 w 6501199"/>
              <a:gd name="connsiteY1964" fmla="*/ 2403475 h 6382977"/>
              <a:gd name="connsiteX1965" fmla="*/ 5191627 w 6501199"/>
              <a:gd name="connsiteY1965" fmla="*/ 2401613 h 6382977"/>
              <a:gd name="connsiteX1966" fmla="*/ 5190496 w 6501199"/>
              <a:gd name="connsiteY1966" fmla="*/ 2402724 h 6382977"/>
              <a:gd name="connsiteX1967" fmla="*/ 5188389 w 6501199"/>
              <a:gd name="connsiteY1967" fmla="*/ 2408310 h 6382977"/>
              <a:gd name="connsiteX1968" fmla="*/ 5190882 w 6501199"/>
              <a:gd name="connsiteY1968" fmla="*/ 2410985 h 6382977"/>
              <a:gd name="connsiteX1969" fmla="*/ 5193470 w 6501199"/>
              <a:gd name="connsiteY1969" fmla="*/ 2409595 h 6382977"/>
              <a:gd name="connsiteX1970" fmla="*/ 6055590 w 6501199"/>
              <a:gd name="connsiteY1970" fmla="*/ 2397125 h 6382977"/>
              <a:gd name="connsiteX1971" fmla="*/ 6050866 w 6501199"/>
              <a:gd name="connsiteY1971" fmla="*/ 2426923 h 6382977"/>
              <a:gd name="connsiteX1972" fmla="*/ 6055590 w 6501199"/>
              <a:gd name="connsiteY1972" fmla="*/ 2397125 h 6382977"/>
              <a:gd name="connsiteX1973" fmla="*/ 5157467 w 6501199"/>
              <a:gd name="connsiteY1973" fmla="*/ 2394874 h 6382977"/>
              <a:gd name="connsiteX1974" fmla="*/ 5159647 w 6501199"/>
              <a:gd name="connsiteY1974" fmla="*/ 2424305 h 6382977"/>
              <a:gd name="connsiteX1975" fmla="*/ 5148382 w 6501199"/>
              <a:gd name="connsiteY1975" fmla="*/ 2419639 h 6382977"/>
              <a:gd name="connsiteX1976" fmla="*/ 5148382 w 6501199"/>
              <a:gd name="connsiteY1976" fmla="*/ 2401693 h 6382977"/>
              <a:gd name="connsiteX1977" fmla="*/ 5159647 w 6501199"/>
              <a:gd name="connsiteY1977" fmla="*/ 2399181 h 6382977"/>
              <a:gd name="connsiteX1978" fmla="*/ 5157467 w 6501199"/>
              <a:gd name="connsiteY1978" fmla="*/ 2394874 h 6382977"/>
              <a:gd name="connsiteX1979" fmla="*/ 5520933 w 6501199"/>
              <a:gd name="connsiteY1979" fmla="*/ 2392823 h 6382977"/>
              <a:gd name="connsiteX1980" fmla="*/ 5514093 w 6501199"/>
              <a:gd name="connsiteY1980" fmla="*/ 2404344 h 6382977"/>
              <a:gd name="connsiteX1981" fmla="*/ 5518773 w 6501199"/>
              <a:gd name="connsiteY1981" fmla="*/ 2429185 h 6382977"/>
              <a:gd name="connsiteX1982" fmla="*/ 5514844 w 6501199"/>
              <a:gd name="connsiteY1982" fmla="*/ 2428778 h 6382977"/>
              <a:gd name="connsiteX1983" fmla="*/ 5513771 w 6501199"/>
              <a:gd name="connsiteY1983" fmla="*/ 2433270 h 6382977"/>
              <a:gd name="connsiteX1984" fmla="*/ 5504613 w 6501199"/>
              <a:gd name="connsiteY1984" fmla="*/ 2414587 h 6382977"/>
              <a:gd name="connsiteX1985" fmla="*/ 5506152 w 6501199"/>
              <a:gd name="connsiteY1985" fmla="*/ 2415718 h 6382977"/>
              <a:gd name="connsiteX1986" fmla="*/ 5505864 w 6501199"/>
              <a:gd name="connsiteY1986" fmla="*/ 2414655 h 6382977"/>
              <a:gd name="connsiteX1987" fmla="*/ 5500895 w 6501199"/>
              <a:gd name="connsiteY1987" fmla="*/ 2411491 h 6382977"/>
              <a:gd name="connsiteX1988" fmla="*/ 5498047 w 6501199"/>
              <a:gd name="connsiteY1988" fmla="*/ 2447698 h 6382977"/>
              <a:gd name="connsiteX1989" fmla="*/ 5472356 w 6501199"/>
              <a:gd name="connsiteY1989" fmla="*/ 2467272 h 6382977"/>
              <a:gd name="connsiteX1990" fmla="*/ 5450404 w 6501199"/>
              <a:gd name="connsiteY1990" fmla="*/ 2488514 h 6382977"/>
              <a:gd name="connsiteX1991" fmla="*/ 5450373 w 6501199"/>
              <a:gd name="connsiteY1991" fmla="*/ 2490750 h 6382977"/>
              <a:gd name="connsiteX1992" fmla="*/ 5479893 w 6501199"/>
              <a:gd name="connsiteY1992" fmla="*/ 2490750 h 6382977"/>
              <a:gd name="connsiteX1993" fmla="*/ 5427693 w 6501199"/>
              <a:gd name="connsiteY1993" fmla="*/ 2545473 h 6382977"/>
              <a:gd name="connsiteX1994" fmla="*/ 5434533 w 6501199"/>
              <a:gd name="connsiteY1994" fmla="*/ 2549794 h 6382977"/>
              <a:gd name="connsiteX1995" fmla="*/ 5420043 w 6501199"/>
              <a:gd name="connsiteY1995" fmla="*/ 2541603 h 6382977"/>
              <a:gd name="connsiteX1996" fmla="*/ 5416662 w 6501199"/>
              <a:gd name="connsiteY1996" fmla="*/ 2534352 h 6382977"/>
              <a:gd name="connsiteX1997" fmla="*/ 5410253 w 6501199"/>
              <a:gd name="connsiteY1997" fmla="*/ 2549986 h 6382977"/>
              <a:gd name="connsiteX1998" fmla="*/ 5410253 w 6501199"/>
              <a:gd name="connsiteY1998" fmla="*/ 2534152 h 6382977"/>
              <a:gd name="connsiteX1999" fmla="*/ 5406528 w 6501199"/>
              <a:gd name="connsiteY1999" fmla="*/ 2535076 h 6382977"/>
              <a:gd name="connsiteX2000" fmla="*/ 5405176 w 6501199"/>
              <a:gd name="connsiteY2000" fmla="*/ 2541952 h 6382977"/>
              <a:gd name="connsiteX2001" fmla="*/ 5402308 w 6501199"/>
              <a:gd name="connsiteY2001" fmla="*/ 2543173 h 6382977"/>
              <a:gd name="connsiteX2002" fmla="*/ 5402579 w 6501199"/>
              <a:gd name="connsiteY2002" fmla="*/ 2545218 h 6382977"/>
              <a:gd name="connsiteX2003" fmla="*/ 5404159 w 6501199"/>
              <a:gd name="connsiteY2003" fmla="*/ 2553686 h 6382977"/>
              <a:gd name="connsiteX2004" fmla="*/ 5400608 w 6501199"/>
              <a:gd name="connsiteY2004" fmla="*/ 2554141 h 6382977"/>
              <a:gd name="connsiteX2005" fmla="*/ 5404518 w 6501199"/>
              <a:gd name="connsiteY2005" fmla="*/ 2554964 h 6382977"/>
              <a:gd name="connsiteX2006" fmla="*/ 5407122 w 6501199"/>
              <a:gd name="connsiteY2006" fmla="*/ 2560735 h 6382977"/>
              <a:gd name="connsiteX2007" fmla="*/ 5408871 w 6501199"/>
              <a:gd name="connsiteY2007" fmla="*/ 2560939 h 6382977"/>
              <a:gd name="connsiteX2008" fmla="*/ 5412781 w 6501199"/>
              <a:gd name="connsiteY2008" fmla="*/ 2565820 h 6382977"/>
              <a:gd name="connsiteX2009" fmla="*/ 5390166 w 6501199"/>
              <a:gd name="connsiteY2009" fmla="*/ 2570852 h 6382977"/>
              <a:gd name="connsiteX2010" fmla="*/ 5377427 w 6501199"/>
              <a:gd name="connsiteY2010" fmla="*/ 2578519 h 6382977"/>
              <a:gd name="connsiteX2011" fmla="*/ 5375132 w 6501199"/>
              <a:gd name="connsiteY2011" fmla="*/ 2592997 h 6382977"/>
              <a:gd name="connsiteX2012" fmla="*/ 5358855 w 6501199"/>
              <a:gd name="connsiteY2012" fmla="*/ 2604646 h 6382977"/>
              <a:gd name="connsiteX2013" fmla="*/ 5353196 w 6501199"/>
              <a:gd name="connsiteY2013" fmla="*/ 2615840 h 6382977"/>
              <a:gd name="connsiteX2014" fmla="*/ 5348309 w 6501199"/>
              <a:gd name="connsiteY2014" fmla="*/ 2612040 h 6382977"/>
              <a:gd name="connsiteX2015" fmla="*/ 5342991 w 6501199"/>
              <a:gd name="connsiteY2015" fmla="*/ 2615567 h 6382977"/>
              <a:gd name="connsiteX2016" fmla="*/ 5346661 w 6501199"/>
              <a:gd name="connsiteY2016" fmla="*/ 2619181 h 6382977"/>
              <a:gd name="connsiteX2017" fmla="*/ 5347668 w 6501199"/>
              <a:gd name="connsiteY2017" fmla="*/ 2633880 h 6382977"/>
              <a:gd name="connsiteX2018" fmla="*/ 5336258 w 6501199"/>
              <a:gd name="connsiteY2018" fmla="*/ 2628958 h 6382977"/>
              <a:gd name="connsiteX2019" fmla="*/ 5330838 w 6501199"/>
              <a:gd name="connsiteY2019" fmla="*/ 2623627 h 6382977"/>
              <a:gd name="connsiteX2020" fmla="*/ 5325452 w 6501199"/>
              <a:gd name="connsiteY2020" fmla="*/ 2627199 h 6382977"/>
              <a:gd name="connsiteX2021" fmla="*/ 5326346 w 6501199"/>
              <a:gd name="connsiteY2021" fmla="*/ 2622472 h 6382977"/>
              <a:gd name="connsiteX2022" fmla="*/ 5325116 w 6501199"/>
              <a:gd name="connsiteY2022" fmla="*/ 2622425 h 6382977"/>
              <a:gd name="connsiteX2023" fmla="*/ 5322432 w 6501199"/>
              <a:gd name="connsiteY2023" fmla="*/ 2613745 h 6382977"/>
              <a:gd name="connsiteX2024" fmla="*/ 5322846 w 6501199"/>
              <a:gd name="connsiteY2024" fmla="*/ 2612655 h 6382977"/>
              <a:gd name="connsiteX2025" fmla="*/ 5322217 w 6501199"/>
              <a:gd name="connsiteY2025" fmla="*/ 2613149 h 6382977"/>
              <a:gd name="connsiteX2026" fmla="*/ 5311367 w 6501199"/>
              <a:gd name="connsiteY2026" fmla="*/ 2640340 h 6382977"/>
              <a:gd name="connsiteX2027" fmla="*/ 5284411 w 6501199"/>
              <a:gd name="connsiteY2027" fmla="*/ 2666082 h 6382977"/>
              <a:gd name="connsiteX2028" fmla="*/ 5266051 w 6501199"/>
              <a:gd name="connsiteY2028" fmla="*/ 2659241 h 6382977"/>
              <a:gd name="connsiteX2029" fmla="*/ 5248051 w 6501199"/>
              <a:gd name="connsiteY2029" fmla="*/ 2684083 h 6382977"/>
              <a:gd name="connsiteX2030" fmla="*/ 5235361 w 6501199"/>
              <a:gd name="connsiteY2030" fmla="*/ 2680753 h 6382977"/>
              <a:gd name="connsiteX2031" fmla="*/ 5234338 w 6501199"/>
              <a:gd name="connsiteY2031" fmla="*/ 2678886 h 6382977"/>
              <a:gd name="connsiteX2032" fmla="*/ 5204334 w 6501199"/>
              <a:gd name="connsiteY2032" fmla="*/ 2709409 h 6382977"/>
              <a:gd name="connsiteX2033" fmla="*/ 5188157 w 6501199"/>
              <a:gd name="connsiteY2033" fmla="*/ 2718829 h 6382977"/>
              <a:gd name="connsiteX2034" fmla="*/ 5185071 w 6501199"/>
              <a:gd name="connsiteY2034" fmla="*/ 2728348 h 6382977"/>
              <a:gd name="connsiteX2035" fmla="*/ 5180074 w 6501199"/>
              <a:gd name="connsiteY2035" fmla="*/ 2733325 h 6382977"/>
              <a:gd name="connsiteX2036" fmla="*/ 5188095 w 6501199"/>
              <a:gd name="connsiteY2036" fmla="*/ 2729504 h 6382977"/>
              <a:gd name="connsiteX2037" fmla="*/ 5197866 w 6501199"/>
              <a:gd name="connsiteY2037" fmla="*/ 2739145 h 6382977"/>
              <a:gd name="connsiteX2038" fmla="*/ 5129439 w 6501199"/>
              <a:gd name="connsiteY2038" fmla="*/ 2790644 h 6382977"/>
              <a:gd name="connsiteX2039" fmla="*/ 5119104 w 6501199"/>
              <a:gd name="connsiteY2039" fmla="*/ 2813785 h 6382977"/>
              <a:gd name="connsiteX2040" fmla="*/ 5122140 w 6501199"/>
              <a:gd name="connsiteY2040" fmla="*/ 2808337 h 6382977"/>
              <a:gd name="connsiteX2041" fmla="*/ 5152290 w 6501199"/>
              <a:gd name="connsiteY2041" fmla="*/ 2793170 h 6382977"/>
              <a:gd name="connsiteX2042" fmla="*/ 5154810 w 6501199"/>
              <a:gd name="connsiteY2042" fmla="*/ 2811532 h 6382977"/>
              <a:gd name="connsiteX2043" fmla="*/ 5172811 w 6501199"/>
              <a:gd name="connsiteY2043" fmla="*/ 2782010 h 6382977"/>
              <a:gd name="connsiteX2044" fmla="*/ 5172811 w 6501199"/>
              <a:gd name="connsiteY2044" fmla="*/ 2806851 h 6382977"/>
              <a:gd name="connsiteX2045" fmla="*/ 5179651 w 6501199"/>
              <a:gd name="connsiteY2045" fmla="*/ 2770489 h 6382977"/>
              <a:gd name="connsiteX2046" fmla="*/ 5195491 w 6501199"/>
              <a:gd name="connsiteY2046" fmla="*/ 2791010 h 6382977"/>
              <a:gd name="connsiteX2047" fmla="*/ 5200171 w 6501199"/>
              <a:gd name="connsiteY2047" fmla="*/ 2761488 h 6382977"/>
              <a:gd name="connsiteX2048" fmla="*/ 5227531 w 6501199"/>
              <a:gd name="connsiteY2048" fmla="*/ 2743127 h 6382977"/>
              <a:gd name="connsiteX2049" fmla="*/ 5236531 w 6501199"/>
              <a:gd name="connsiteY2049" fmla="*/ 2734126 h 6382977"/>
              <a:gd name="connsiteX2050" fmla="*/ 5261731 w 6501199"/>
              <a:gd name="connsiteY2050" fmla="*/ 2738807 h 6382977"/>
              <a:gd name="connsiteX2051" fmla="*/ 5252371 w 6501199"/>
              <a:gd name="connsiteY2051" fmla="*/ 2718285 h 6382977"/>
              <a:gd name="connsiteX2052" fmla="*/ 5286571 w 6501199"/>
              <a:gd name="connsiteY2052" fmla="*/ 2699924 h 6382977"/>
              <a:gd name="connsiteX2053" fmla="*/ 5261731 w 6501199"/>
              <a:gd name="connsiteY2053" fmla="*/ 2718285 h 6382977"/>
              <a:gd name="connsiteX2054" fmla="*/ 5329772 w 6501199"/>
              <a:gd name="connsiteY2054" fmla="*/ 2697764 h 6382977"/>
              <a:gd name="connsiteX2055" fmla="*/ 5361812 w 6501199"/>
              <a:gd name="connsiteY2055" fmla="*/ 2661401 h 6382977"/>
              <a:gd name="connsiteX2056" fmla="*/ 5331932 w 6501199"/>
              <a:gd name="connsiteY2056" fmla="*/ 2686243 h 6382977"/>
              <a:gd name="connsiteX2057" fmla="*/ 5313931 w 6501199"/>
              <a:gd name="connsiteY2057" fmla="*/ 2686243 h 6382977"/>
              <a:gd name="connsiteX2058" fmla="*/ 5318611 w 6501199"/>
              <a:gd name="connsiteY2058" fmla="*/ 2670402 h 6382977"/>
              <a:gd name="connsiteX2059" fmla="*/ 5363972 w 6501199"/>
              <a:gd name="connsiteY2059" fmla="*/ 2649881 h 6382977"/>
              <a:gd name="connsiteX2060" fmla="*/ 5377652 w 6501199"/>
              <a:gd name="connsiteY2060" fmla="*/ 2666082 h 6382977"/>
              <a:gd name="connsiteX2061" fmla="*/ 5420853 w 6501199"/>
              <a:gd name="connsiteY2061" fmla="*/ 2627199 h 6382977"/>
              <a:gd name="connsiteX2062" fmla="*/ 5418693 w 6501199"/>
              <a:gd name="connsiteY2062" fmla="*/ 2592997 h 6382977"/>
              <a:gd name="connsiteX2063" fmla="*/ 5423013 w 6501199"/>
              <a:gd name="connsiteY2063" fmla="*/ 2583996 h 6382977"/>
              <a:gd name="connsiteX2064" fmla="*/ 5450373 w 6501199"/>
              <a:gd name="connsiteY2064" fmla="*/ 2597677 h 6382977"/>
              <a:gd name="connsiteX2065" fmla="*/ 5454918 w 6501199"/>
              <a:gd name="connsiteY2065" fmla="*/ 2580216 h 6382977"/>
              <a:gd name="connsiteX2066" fmla="*/ 5447075 w 6501199"/>
              <a:gd name="connsiteY2066" fmla="*/ 2569962 h 6382977"/>
              <a:gd name="connsiteX2067" fmla="*/ 5447739 w 6501199"/>
              <a:gd name="connsiteY2067" fmla="*/ 2571379 h 6382977"/>
              <a:gd name="connsiteX2068" fmla="*/ 5440827 w 6501199"/>
              <a:gd name="connsiteY2068" fmla="*/ 2579974 h 6382977"/>
              <a:gd name="connsiteX2069" fmla="*/ 5415713 w 6501199"/>
              <a:gd name="connsiteY2069" fmla="*/ 2582501 h 6382977"/>
              <a:gd name="connsiteX2070" fmla="*/ 5495002 w 6501199"/>
              <a:gd name="connsiteY2070" fmla="*/ 2489015 h 6382977"/>
              <a:gd name="connsiteX2071" fmla="*/ 5515452 w 6501199"/>
              <a:gd name="connsiteY2071" fmla="*/ 2489015 h 6382977"/>
              <a:gd name="connsiteX2072" fmla="*/ 5511147 w 6501199"/>
              <a:gd name="connsiteY2072" fmla="*/ 2477465 h 6382977"/>
              <a:gd name="connsiteX2073" fmla="*/ 5528267 w 6501199"/>
              <a:gd name="connsiteY2073" fmla="*/ 2464161 h 6382977"/>
              <a:gd name="connsiteX2074" fmla="*/ 5544975 w 6501199"/>
              <a:gd name="connsiteY2074" fmla="*/ 2455796 h 6382977"/>
              <a:gd name="connsiteX2075" fmla="*/ 5548079 w 6501199"/>
              <a:gd name="connsiteY2075" fmla="*/ 2438698 h 6382977"/>
              <a:gd name="connsiteX2076" fmla="*/ 5544851 w 6501199"/>
              <a:gd name="connsiteY2076" fmla="*/ 2417717 h 6382977"/>
              <a:gd name="connsiteX2077" fmla="*/ 5542509 w 6501199"/>
              <a:gd name="connsiteY2077" fmla="*/ 2407883 h 6382977"/>
              <a:gd name="connsiteX2078" fmla="*/ 5536188 w 6501199"/>
              <a:gd name="connsiteY2078" fmla="*/ 2410166 h 6382977"/>
              <a:gd name="connsiteX2079" fmla="*/ 5529933 w 6501199"/>
              <a:gd name="connsiteY2079" fmla="*/ 2418025 h 6382977"/>
              <a:gd name="connsiteX2080" fmla="*/ 5520933 w 6501199"/>
              <a:gd name="connsiteY2080" fmla="*/ 2392823 h 6382977"/>
              <a:gd name="connsiteX2081" fmla="*/ 4899929 w 6501199"/>
              <a:gd name="connsiteY2081" fmla="*/ 2388143 h 6382977"/>
              <a:gd name="connsiteX2082" fmla="*/ 4897409 w 6501199"/>
              <a:gd name="connsiteY2082" fmla="*/ 2413344 h 6382977"/>
              <a:gd name="connsiteX2083" fmla="*/ 4911089 w 6501199"/>
              <a:gd name="connsiteY2083" fmla="*/ 2388143 h 6382977"/>
              <a:gd name="connsiteX2084" fmla="*/ 4906769 w 6501199"/>
              <a:gd name="connsiteY2084" fmla="*/ 2390663 h 6382977"/>
              <a:gd name="connsiteX2085" fmla="*/ 4899929 w 6501199"/>
              <a:gd name="connsiteY2085" fmla="*/ 2388143 h 6382977"/>
              <a:gd name="connsiteX2086" fmla="*/ 5864190 w 6501199"/>
              <a:gd name="connsiteY2086" fmla="*/ 2379662 h 6382977"/>
              <a:gd name="connsiteX2087" fmla="*/ 5862050 w 6501199"/>
              <a:gd name="connsiteY2087" fmla="*/ 2411521 h 6382977"/>
              <a:gd name="connsiteX2088" fmla="*/ 5839575 w 6501199"/>
              <a:gd name="connsiteY2088" fmla="*/ 2404720 h 6382977"/>
              <a:gd name="connsiteX2089" fmla="*/ 5864190 w 6501199"/>
              <a:gd name="connsiteY2089" fmla="*/ 2379662 h 6382977"/>
              <a:gd name="connsiteX2090" fmla="*/ 5243371 w 6501199"/>
              <a:gd name="connsiteY2090" fmla="*/ 2376982 h 6382977"/>
              <a:gd name="connsiteX2091" fmla="*/ 5220691 w 6501199"/>
              <a:gd name="connsiteY2091" fmla="*/ 2413344 h 6382977"/>
              <a:gd name="connsiteX2092" fmla="*/ 5243371 w 6501199"/>
              <a:gd name="connsiteY2092" fmla="*/ 2376982 h 6382977"/>
              <a:gd name="connsiteX2093" fmla="*/ 5123178 w 6501199"/>
              <a:gd name="connsiteY2093" fmla="*/ 2375380 h 6382977"/>
              <a:gd name="connsiteX2094" fmla="*/ 5137544 w 6501199"/>
              <a:gd name="connsiteY2094" fmla="*/ 2383333 h 6382977"/>
              <a:gd name="connsiteX2095" fmla="*/ 5124023 w 6501199"/>
              <a:gd name="connsiteY2095" fmla="*/ 2383333 h 6382977"/>
              <a:gd name="connsiteX2096" fmla="*/ 5123178 w 6501199"/>
              <a:gd name="connsiteY2096" fmla="*/ 2375380 h 6382977"/>
              <a:gd name="connsiteX2097" fmla="*/ 553040 w 6501199"/>
              <a:gd name="connsiteY2097" fmla="*/ 2361345 h 6382977"/>
              <a:gd name="connsiteX2098" fmla="*/ 532518 w 6501199"/>
              <a:gd name="connsiteY2098" fmla="*/ 2372504 h 6382977"/>
              <a:gd name="connsiteX2099" fmla="*/ 527837 w 6501199"/>
              <a:gd name="connsiteY2099" fmla="*/ 2399860 h 6382977"/>
              <a:gd name="connsiteX2100" fmla="*/ 553040 w 6501199"/>
              <a:gd name="connsiteY2100" fmla="*/ 2361345 h 6382977"/>
              <a:gd name="connsiteX2101" fmla="*/ 5739455 w 6501199"/>
              <a:gd name="connsiteY2101" fmla="*/ 2358621 h 6382977"/>
              <a:gd name="connsiteX2102" fmla="*/ 5709575 w 6501199"/>
              <a:gd name="connsiteY2102" fmla="*/ 2372302 h 6382977"/>
              <a:gd name="connsiteX2103" fmla="*/ 5732615 w 6501199"/>
              <a:gd name="connsiteY2103" fmla="*/ 2374822 h 6382977"/>
              <a:gd name="connsiteX2104" fmla="*/ 5707415 w 6501199"/>
              <a:gd name="connsiteY2104" fmla="*/ 2399663 h 6382977"/>
              <a:gd name="connsiteX2105" fmla="*/ 5707415 w 6501199"/>
              <a:gd name="connsiteY2105" fmla="*/ 2413344 h 6382977"/>
              <a:gd name="connsiteX2106" fmla="*/ 5739455 w 6501199"/>
              <a:gd name="connsiteY2106" fmla="*/ 2358621 h 6382977"/>
              <a:gd name="connsiteX2107" fmla="*/ 6312121 w 6501199"/>
              <a:gd name="connsiteY2107" fmla="*/ 2347912 h 6382977"/>
              <a:gd name="connsiteX2108" fmla="*/ 6312121 w 6501199"/>
              <a:gd name="connsiteY2108" fmla="*/ 2382469 h 6382977"/>
              <a:gd name="connsiteX2109" fmla="*/ 6312121 w 6501199"/>
              <a:gd name="connsiteY2109" fmla="*/ 2347912 h 6382977"/>
              <a:gd name="connsiteX2110" fmla="*/ 6164649 w 6501199"/>
              <a:gd name="connsiteY2110" fmla="*/ 2335212 h 6382977"/>
              <a:gd name="connsiteX2111" fmla="*/ 6157555 w 6501199"/>
              <a:gd name="connsiteY2111" fmla="*/ 2364855 h 6382977"/>
              <a:gd name="connsiteX2112" fmla="*/ 6142086 w 6501199"/>
              <a:gd name="connsiteY2112" fmla="*/ 2400701 h 6382977"/>
              <a:gd name="connsiteX2113" fmla="*/ 6141817 w 6501199"/>
              <a:gd name="connsiteY2113" fmla="*/ 2401528 h 6382977"/>
              <a:gd name="connsiteX2114" fmla="*/ 6141758 w 6501199"/>
              <a:gd name="connsiteY2114" fmla="*/ 2401462 h 6382977"/>
              <a:gd name="connsiteX2115" fmla="*/ 6141730 w 6501199"/>
              <a:gd name="connsiteY2115" fmla="*/ 2401526 h 6382977"/>
              <a:gd name="connsiteX2116" fmla="*/ 6141724 w 6501199"/>
              <a:gd name="connsiteY2116" fmla="*/ 2401425 h 6382977"/>
              <a:gd name="connsiteX2117" fmla="*/ 6135469 w 6501199"/>
              <a:gd name="connsiteY2117" fmla="*/ 2394478 h 6382977"/>
              <a:gd name="connsiteX2118" fmla="*/ 6138627 w 6501199"/>
              <a:gd name="connsiteY2118" fmla="*/ 2384435 h 6382977"/>
              <a:gd name="connsiteX2119" fmla="*/ 6140477 w 6501199"/>
              <a:gd name="connsiteY2119" fmla="*/ 2380328 h 6382977"/>
              <a:gd name="connsiteX2120" fmla="*/ 6139411 w 6501199"/>
              <a:gd name="connsiteY2120" fmla="*/ 2362287 h 6382977"/>
              <a:gd name="connsiteX2121" fmla="*/ 6164649 w 6501199"/>
              <a:gd name="connsiteY2121" fmla="*/ 2335212 h 6382977"/>
              <a:gd name="connsiteX2122" fmla="*/ 6085280 w 6501199"/>
              <a:gd name="connsiteY2122" fmla="*/ 2330839 h 6382977"/>
              <a:gd name="connsiteX2123" fmla="*/ 6069539 w 6501199"/>
              <a:gd name="connsiteY2123" fmla="*/ 2376127 h 6382977"/>
              <a:gd name="connsiteX2124" fmla="*/ 6085280 w 6501199"/>
              <a:gd name="connsiteY2124" fmla="*/ 2330839 h 6382977"/>
              <a:gd name="connsiteX2125" fmla="*/ 5232290 w 6501199"/>
              <a:gd name="connsiteY2125" fmla="*/ 2324100 h 6382977"/>
              <a:gd name="connsiteX2126" fmla="*/ 5214100 w 6501199"/>
              <a:gd name="connsiteY2126" fmla="*/ 2361847 h 6382977"/>
              <a:gd name="connsiteX2127" fmla="*/ 5232290 w 6501199"/>
              <a:gd name="connsiteY2127" fmla="*/ 2324100 h 6382977"/>
              <a:gd name="connsiteX2128" fmla="*/ 3777806 w 6501199"/>
              <a:gd name="connsiteY2128" fmla="*/ 2318660 h 6382977"/>
              <a:gd name="connsiteX2129" fmla="*/ 3777885 w 6501199"/>
              <a:gd name="connsiteY2129" fmla="*/ 2319422 h 6382977"/>
              <a:gd name="connsiteX2130" fmla="*/ 3783336 w 6501199"/>
              <a:gd name="connsiteY2130" fmla="*/ 2319715 h 6382977"/>
              <a:gd name="connsiteX2131" fmla="*/ 3783152 w 6501199"/>
              <a:gd name="connsiteY2131" fmla="*/ 2319677 h 6382977"/>
              <a:gd name="connsiteX2132" fmla="*/ 5529933 w 6501199"/>
              <a:gd name="connsiteY2132" fmla="*/ 2317938 h 6382977"/>
              <a:gd name="connsiteX2133" fmla="*/ 5525613 w 6501199"/>
              <a:gd name="connsiteY2133" fmla="*/ 2326938 h 6382977"/>
              <a:gd name="connsiteX2134" fmla="*/ 5505093 w 6501199"/>
              <a:gd name="connsiteY2134" fmla="*/ 2376982 h 6382977"/>
              <a:gd name="connsiteX2135" fmla="*/ 5534613 w 6501199"/>
              <a:gd name="connsiteY2135" fmla="*/ 2335939 h 6382977"/>
              <a:gd name="connsiteX2136" fmla="*/ 5529933 w 6501199"/>
              <a:gd name="connsiteY2136" fmla="*/ 2317938 h 6382977"/>
              <a:gd name="connsiteX2137" fmla="*/ 3786078 w 6501199"/>
              <a:gd name="connsiteY2137" fmla="*/ 2314247 h 6382977"/>
              <a:gd name="connsiteX2138" fmla="*/ 3786179 w 6501199"/>
              <a:gd name="connsiteY2138" fmla="*/ 2315627 h 6382977"/>
              <a:gd name="connsiteX2139" fmla="*/ 3786725 w 6501199"/>
              <a:gd name="connsiteY2139" fmla="*/ 2319897 h 6382977"/>
              <a:gd name="connsiteX2140" fmla="*/ 3800850 w 6501199"/>
              <a:gd name="connsiteY2140" fmla="*/ 2320655 h 6382977"/>
              <a:gd name="connsiteX2141" fmla="*/ 3800764 w 6501199"/>
              <a:gd name="connsiteY2141" fmla="*/ 2319016 h 6382977"/>
              <a:gd name="connsiteX2142" fmla="*/ 3787381 w 6501199"/>
              <a:gd name="connsiteY2142" fmla="*/ 2316807 h 6382977"/>
              <a:gd name="connsiteX2143" fmla="*/ 5713309 w 6501199"/>
              <a:gd name="connsiteY2143" fmla="*/ 2313143 h 6382977"/>
              <a:gd name="connsiteX2144" fmla="*/ 5708208 w 6501199"/>
              <a:gd name="connsiteY2144" fmla="*/ 2318325 h 6382977"/>
              <a:gd name="connsiteX2145" fmla="*/ 5692864 w 6501199"/>
              <a:gd name="connsiteY2145" fmla="*/ 2342787 h 6382977"/>
              <a:gd name="connsiteX2146" fmla="*/ 5685201 w 6501199"/>
              <a:gd name="connsiteY2146" fmla="*/ 2341919 h 6382977"/>
              <a:gd name="connsiteX2147" fmla="*/ 5686794 w 6501199"/>
              <a:gd name="connsiteY2147" fmla="*/ 2361573 h 6382977"/>
              <a:gd name="connsiteX2148" fmla="*/ 5701430 w 6501199"/>
              <a:gd name="connsiteY2148" fmla="*/ 2344928 h 6382977"/>
              <a:gd name="connsiteX2149" fmla="*/ 5715355 w 6501199"/>
              <a:gd name="connsiteY2149" fmla="*/ 2336059 h 6382977"/>
              <a:gd name="connsiteX2150" fmla="*/ 5708266 w 6501199"/>
              <a:gd name="connsiteY2150" fmla="*/ 2332576 h 6382977"/>
              <a:gd name="connsiteX2151" fmla="*/ 5709959 w 6501199"/>
              <a:gd name="connsiteY2151" fmla="*/ 2321778 h 6382977"/>
              <a:gd name="connsiteX2152" fmla="*/ 3857860 w 6501199"/>
              <a:gd name="connsiteY2152" fmla="*/ 2310610 h 6382977"/>
              <a:gd name="connsiteX2153" fmla="*/ 3850361 w 6501199"/>
              <a:gd name="connsiteY2153" fmla="*/ 2313501 h 6382977"/>
              <a:gd name="connsiteX2154" fmla="*/ 3849086 w 6501199"/>
              <a:gd name="connsiteY2154" fmla="*/ 2320269 h 6382977"/>
              <a:gd name="connsiteX2155" fmla="*/ 3849189 w 6501199"/>
              <a:gd name="connsiteY2155" fmla="*/ 2320311 h 6382977"/>
              <a:gd name="connsiteX2156" fmla="*/ 3849070 w 6501199"/>
              <a:gd name="connsiteY2156" fmla="*/ 2320355 h 6382977"/>
              <a:gd name="connsiteX2157" fmla="*/ 3848772 w 6501199"/>
              <a:gd name="connsiteY2157" fmla="*/ 2321934 h 6382977"/>
              <a:gd name="connsiteX2158" fmla="*/ 3857673 w 6501199"/>
              <a:gd name="connsiteY2158" fmla="*/ 2315978 h 6382977"/>
              <a:gd name="connsiteX2159" fmla="*/ 6141201 w 6501199"/>
              <a:gd name="connsiteY2159" fmla="*/ 2301875 h 6382977"/>
              <a:gd name="connsiteX2160" fmla="*/ 6152924 w 6501199"/>
              <a:gd name="connsiteY2160" fmla="*/ 2333272 h 6382977"/>
              <a:gd name="connsiteX2161" fmla="*/ 6141201 w 6501199"/>
              <a:gd name="connsiteY2161" fmla="*/ 2301875 h 6382977"/>
              <a:gd name="connsiteX2162" fmla="*/ 3921795 w 6501199"/>
              <a:gd name="connsiteY2162" fmla="*/ 2296189 h 6382977"/>
              <a:gd name="connsiteX2163" fmla="*/ 3921532 w 6501199"/>
              <a:gd name="connsiteY2163" fmla="*/ 2299589 h 6382977"/>
              <a:gd name="connsiteX2164" fmla="*/ 3930507 w 6501199"/>
              <a:gd name="connsiteY2164" fmla="*/ 2296940 h 6382977"/>
              <a:gd name="connsiteX2165" fmla="*/ 3838715 w 6501199"/>
              <a:gd name="connsiteY2165" fmla="*/ 2295193 h 6382977"/>
              <a:gd name="connsiteX2166" fmla="*/ 3838548 w 6501199"/>
              <a:gd name="connsiteY2166" fmla="*/ 2295215 h 6382977"/>
              <a:gd name="connsiteX2167" fmla="*/ 3830720 w 6501199"/>
              <a:gd name="connsiteY2167" fmla="*/ 2299577 h 6382977"/>
              <a:gd name="connsiteX2168" fmla="*/ 3831365 w 6501199"/>
              <a:gd name="connsiteY2168" fmla="*/ 2296135 h 6382977"/>
              <a:gd name="connsiteX2169" fmla="*/ 3819666 w 6501199"/>
              <a:gd name="connsiteY2169" fmla="*/ 2297635 h 6382977"/>
              <a:gd name="connsiteX2170" fmla="*/ 3819666 w 6501199"/>
              <a:gd name="connsiteY2170" fmla="*/ 2301954 h 6382977"/>
              <a:gd name="connsiteX2171" fmla="*/ 3805917 w 6501199"/>
              <a:gd name="connsiteY2171" fmla="*/ 2299417 h 6382977"/>
              <a:gd name="connsiteX2172" fmla="*/ 3804159 w 6501199"/>
              <a:gd name="connsiteY2172" fmla="*/ 2298074 h 6382977"/>
              <a:gd name="connsiteX2173" fmla="*/ 3797740 w 6501199"/>
              <a:gd name="connsiteY2173" fmla="*/ 2302993 h 6382977"/>
              <a:gd name="connsiteX2174" fmla="*/ 3785127 w 6501199"/>
              <a:gd name="connsiteY2174" fmla="*/ 2301249 h 6382977"/>
              <a:gd name="connsiteX2175" fmla="*/ 3785325 w 6501199"/>
              <a:gd name="connsiteY2175" fmla="*/ 2303953 h 6382977"/>
              <a:gd name="connsiteX2176" fmla="*/ 3789867 w 6501199"/>
              <a:gd name="connsiteY2176" fmla="*/ 2303619 h 6382977"/>
              <a:gd name="connsiteX2177" fmla="*/ 3801304 w 6501199"/>
              <a:gd name="connsiteY2177" fmla="*/ 2306633 h 6382977"/>
              <a:gd name="connsiteX2178" fmla="*/ 3804935 w 6501199"/>
              <a:gd name="connsiteY2178" fmla="*/ 2320874 h 6382977"/>
              <a:gd name="connsiteX2179" fmla="*/ 3824106 w 6501199"/>
              <a:gd name="connsiteY2179" fmla="*/ 2321903 h 6382977"/>
              <a:gd name="connsiteX2180" fmla="*/ 3829342 w 6501199"/>
              <a:gd name="connsiteY2180" fmla="*/ 2319951 h 6382977"/>
              <a:gd name="connsiteX2181" fmla="*/ 3833799 w 6501199"/>
              <a:gd name="connsiteY2181" fmla="*/ 2318696 h 6382977"/>
              <a:gd name="connsiteX2182" fmla="*/ 3831575 w 6501199"/>
              <a:gd name="connsiteY2182" fmla="*/ 2309665 h 6382977"/>
              <a:gd name="connsiteX2183" fmla="*/ 3839857 w 6501199"/>
              <a:gd name="connsiteY2183" fmla="*/ 2296929 h 6382977"/>
              <a:gd name="connsiteX2184" fmla="*/ 3908217 w 6501199"/>
              <a:gd name="connsiteY2184" fmla="*/ 2294334 h 6382977"/>
              <a:gd name="connsiteX2185" fmla="*/ 3898761 w 6501199"/>
              <a:gd name="connsiteY2185" fmla="*/ 2301737 h 6382977"/>
              <a:gd name="connsiteX2186" fmla="*/ 3897551 w 6501199"/>
              <a:gd name="connsiteY2186" fmla="*/ 2297904 h 6382977"/>
              <a:gd name="connsiteX2187" fmla="*/ 3890228 w 6501199"/>
              <a:gd name="connsiteY2187" fmla="*/ 2307751 h 6382977"/>
              <a:gd name="connsiteX2188" fmla="*/ 3912151 w 6501199"/>
              <a:gd name="connsiteY2188" fmla="*/ 2302359 h 6382977"/>
              <a:gd name="connsiteX2189" fmla="*/ 3918957 w 6501199"/>
              <a:gd name="connsiteY2189" fmla="*/ 2300349 h 6382977"/>
              <a:gd name="connsiteX2190" fmla="*/ 3914737 w 6501199"/>
              <a:gd name="connsiteY2190" fmla="*/ 2295298 h 6382977"/>
              <a:gd name="connsiteX2191" fmla="*/ 5163811 w 6501199"/>
              <a:gd name="connsiteY2191" fmla="*/ 2292736 h 6382977"/>
              <a:gd name="connsiteX2192" fmla="*/ 5138610 w 6501199"/>
              <a:gd name="connsiteY2192" fmla="*/ 2299577 h 6382977"/>
              <a:gd name="connsiteX2193" fmla="*/ 5159131 w 6501199"/>
              <a:gd name="connsiteY2193" fmla="*/ 2315418 h 6382977"/>
              <a:gd name="connsiteX2194" fmla="*/ 5163811 w 6501199"/>
              <a:gd name="connsiteY2194" fmla="*/ 2292736 h 6382977"/>
              <a:gd name="connsiteX2195" fmla="*/ 3869118 w 6501199"/>
              <a:gd name="connsiteY2195" fmla="*/ 2291003 h 6382977"/>
              <a:gd name="connsiteX2196" fmla="*/ 3865060 w 6501199"/>
              <a:gd name="connsiteY2196" fmla="*/ 2291365 h 6382977"/>
              <a:gd name="connsiteX2197" fmla="*/ 3869652 w 6501199"/>
              <a:gd name="connsiteY2197" fmla="*/ 2297919 h 6382977"/>
              <a:gd name="connsiteX2198" fmla="*/ 3864860 w 6501199"/>
              <a:gd name="connsiteY2198" fmla="*/ 2313991 h 6382977"/>
              <a:gd name="connsiteX2199" fmla="*/ 3888685 w 6501199"/>
              <a:gd name="connsiteY2199" fmla="*/ 2308131 h 6382977"/>
              <a:gd name="connsiteX2200" fmla="*/ 3883967 w 6501199"/>
              <a:gd name="connsiteY2200" fmla="*/ 2306431 h 6382977"/>
              <a:gd name="connsiteX2201" fmla="*/ 3881965 w 6501199"/>
              <a:gd name="connsiteY2201" fmla="*/ 2301280 h 6382977"/>
              <a:gd name="connsiteX2202" fmla="*/ 3877363 w 6501199"/>
              <a:gd name="connsiteY2202" fmla="*/ 2299082 h 6382977"/>
              <a:gd name="connsiteX2203" fmla="*/ 3872998 w 6501199"/>
              <a:gd name="connsiteY2203" fmla="*/ 2299712 h 6382977"/>
              <a:gd name="connsiteX2204" fmla="*/ 3873519 w 6501199"/>
              <a:gd name="connsiteY2204" fmla="*/ 2294555 h 6382977"/>
              <a:gd name="connsiteX2205" fmla="*/ 3871614 w 6501199"/>
              <a:gd name="connsiteY2205" fmla="*/ 2294665 h 6382977"/>
              <a:gd name="connsiteX2206" fmla="*/ 3871919 w 6501199"/>
              <a:gd name="connsiteY2206" fmla="*/ 2292873 h 6382977"/>
              <a:gd name="connsiteX2207" fmla="*/ 3789107 w 6501199"/>
              <a:gd name="connsiteY2207" fmla="*/ 2290129 h 6382977"/>
              <a:gd name="connsiteX2208" fmla="*/ 3789260 w 6501199"/>
              <a:gd name="connsiteY2208" fmla="*/ 2290956 h 6382977"/>
              <a:gd name="connsiteX2209" fmla="*/ 3791240 w 6501199"/>
              <a:gd name="connsiteY2209" fmla="*/ 2290818 h 6382977"/>
              <a:gd name="connsiteX2210" fmla="*/ 3815780 w 6501199"/>
              <a:gd name="connsiteY2210" fmla="*/ 2289046 h 6382977"/>
              <a:gd name="connsiteX2211" fmla="*/ 3814512 w 6501199"/>
              <a:gd name="connsiteY2211" fmla="*/ 2289066 h 6382977"/>
              <a:gd name="connsiteX2212" fmla="*/ 3811171 w 6501199"/>
              <a:gd name="connsiteY2212" fmla="*/ 2292116 h 6382977"/>
              <a:gd name="connsiteX2213" fmla="*/ 3817675 w 6501199"/>
              <a:gd name="connsiteY2213" fmla="*/ 2293771 h 6382977"/>
              <a:gd name="connsiteX2214" fmla="*/ 3825172 w 6501199"/>
              <a:gd name="connsiteY2214" fmla="*/ 2289801 h 6382977"/>
              <a:gd name="connsiteX2215" fmla="*/ 3823689 w 6501199"/>
              <a:gd name="connsiteY2215" fmla="*/ 2290137 h 6382977"/>
              <a:gd name="connsiteX2216" fmla="*/ 3815780 w 6501199"/>
              <a:gd name="connsiteY2216" fmla="*/ 2289046 h 6382977"/>
              <a:gd name="connsiteX2217" fmla="*/ 5263688 w 6501199"/>
              <a:gd name="connsiteY2217" fmla="*/ 2288656 h 6382977"/>
              <a:gd name="connsiteX2218" fmla="*/ 5268319 w 6501199"/>
              <a:gd name="connsiteY2218" fmla="*/ 2292296 h 6382977"/>
              <a:gd name="connsiteX2219" fmla="*/ 5263923 w 6501199"/>
              <a:gd name="connsiteY2219" fmla="*/ 2301214 h 6382977"/>
              <a:gd name="connsiteX2220" fmla="*/ 5263923 w 6501199"/>
              <a:gd name="connsiteY2220" fmla="*/ 2310490 h 6382977"/>
              <a:gd name="connsiteX2221" fmla="*/ 5256963 w 6501199"/>
              <a:gd name="connsiteY2221" fmla="*/ 2312630 h 6382977"/>
              <a:gd name="connsiteX2222" fmla="*/ 5252200 w 6501199"/>
              <a:gd name="connsiteY2222" fmla="*/ 2307992 h 6382977"/>
              <a:gd name="connsiteX2223" fmla="*/ 5252200 w 6501199"/>
              <a:gd name="connsiteY2223" fmla="*/ 2296933 h 6382977"/>
              <a:gd name="connsiteX2224" fmla="*/ 5263688 w 6501199"/>
              <a:gd name="connsiteY2224" fmla="*/ 2288656 h 6382977"/>
              <a:gd name="connsiteX2225" fmla="*/ 3946641 w 6501199"/>
              <a:gd name="connsiteY2225" fmla="*/ 2288056 h 6382977"/>
              <a:gd name="connsiteX2226" fmla="*/ 3934012 w 6501199"/>
              <a:gd name="connsiteY2226" fmla="*/ 2295905 h 6382977"/>
              <a:gd name="connsiteX2227" fmla="*/ 3947263 w 6501199"/>
              <a:gd name="connsiteY2227" fmla="*/ 2291993 h 6382977"/>
              <a:gd name="connsiteX2228" fmla="*/ 3894441 w 6501199"/>
              <a:gd name="connsiteY2228" fmla="*/ 2288056 h 6382977"/>
              <a:gd name="connsiteX2229" fmla="*/ 3894326 w 6501199"/>
              <a:gd name="connsiteY2229" fmla="*/ 2288129 h 6382977"/>
              <a:gd name="connsiteX2230" fmla="*/ 3893869 w 6501199"/>
              <a:gd name="connsiteY2230" fmla="*/ 2290782 h 6382977"/>
              <a:gd name="connsiteX2231" fmla="*/ 3897184 w 6501199"/>
              <a:gd name="connsiteY2231" fmla="*/ 2296742 h 6382977"/>
              <a:gd name="connsiteX2232" fmla="*/ 5823335 w 6501199"/>
              <a:gd name="connsiteY2232" fmla="*/ 2285896 h 6382977"/>
              <a:gd name="connsiteX2233" fmla="*/ 5798495 w 6501199"/>
              <a:gd name="connsiteY2233" fmla="*/ 2308577 h 6382977"/>
              <a:gd name="connsiteX2234" fmla="*/ 5823335 w 6501199"/>
              <a:gd name="connsiteY2234" fmla="*/ 2285896 h 6382977"/>
              <a:gd name="connsiteX2235" fmla="*/ 3940263 w 6501199"/>
              <a:gd name="connsiteY2235" fmla="*/ 2269509 h 6382977"/>
              <a:gd name="connsiteX2236" fmla="*/ 3938901 w 6501199"/>
              <a:gd name="connsiteY2236" fmla="*/ 2271315 h 6382977"/>
              <a:gd name="connsiteX2237" fmla="*/ 3939801 w 6501199"/>
              <a:gd name="connsiteY2237" fmla="*/ 2281575 h 6382977"/>
              <a:gd name="connsiteX2238" fmla="*/ 3949206 w 6501199"/>
              <a:gd name="connsiteY2238" fmla="*/ 2278110 h 6382977"/>
              <a:gd name="connsiteX2239" fmla="*/ 3950995 w 6501199"/>
              <a:gd name="connsiteY2239" fmla="*/ 2273835 h 6382977"/>
              <a:gd name="connsiteX2240" fmla="*/ 3943252 w 6501199"/>
              <a:gd name="connsiteY2240" fmla="*/ 2271610 h 6382977"/>
              <a:gd name="connsiteX2241" fmla="*/ 5720925 w 6501199"/>
              <a:gd name="connsiteY2241" fmla="*/ 2266950 h 6382977"/>
              <a:gd name="connsiteX2242" fmla="*/ 5703050 w 6501199"/>
              <a:gd name="connsiteY2242" fmla="*/ 2286835 h 6382977"/>
              <a:gd name="connsiteX2243" fmla="*/ 5720925 w 6501199"/>
              <a:gd name="connsiteY2243" fmla="*/ 2266950 h 6382977"/>
              <a:gd name="connsiteX2244" fmla="*/ 5834855 w 6501199"/>
              <a:gd name="connsiteY2244" fmla="*/ 2256374 h 6382977"/>
              <a:gd name="connsiteX2245" fmla="*/ 5825855 w 6501199"/>
              <a:gd name="connsiteY2245" fmla="*/ 2283736 h 6382977"/>
              <a:gd name="connsiteX2246" fmla="*/ 5855375 w 6501199"/>
              <a:gd name="connsiteY2246" fmla="*/ 2274735 h 6382977"/>
              <a:gd name="connsiteX2247" fmla="*/ 5834855 w 6501199"/>
              <a:gd name="connsiteY2247" fmla="*/ 2256374 h 6382977"/>
              <a:gd name="connsiteX2248" fmla="*/ 5254891 w 6501199"/>
              <a:gd name="connsiteY2248" fmla="*/ 2256374 h 6382977"/>
              <a:gd name="connsiteX2249" fmla="*/ 5254647 w 6501199"/>
              <a:gd name="connsiteY2249" fmla="*/ 2256827 h 6382977"/>
              <a:gd name="connsiteX2250" fmla="*/ 5254969 w 6501199"/>
              <a:gd name="connsiteY2250" fmla="*/ 2256374 h 6382977"/>
              <a:gd name="connsiteX2251" fmla="*/ 5800655 w 6501199"/>
              <a:gd name="connsiteY2251" fmla="*/ 2249533 h 6382977"/>
              <a:gd name="connsiteX2252" fmla="*/ 5786975 w 6501199"/>
              <a:gd name="connsiteY2252" fmla="*/ 2281575 h 6382977"/>
              <a:gd name="connsiteX2253" fmla="*/ 5800655 w 6501199"/>
              <a:gd name="connsiteY2253" fmla="*/ 2285896 h 6382977"/>
              <a:gd name="connsiteX2254" fmla="*/ 5828015 w 6501199"/>
              <a:gd name="connsiteY2254" fmla="*/ 2256374 h 6382977"/>
              <a:gd name="connsiteX2255" fmla="*/ 5802815 w 6501199"/>
              <a:gd name="connsiteY2255" fmla="*/ 2274735 h 6382977"/>
              <a:gd name="connsiteX2256" fmla="*/ 5800655 w 6501199"/>
              <a:gd name="connsiteY2256" fmla="*/ 2249533 h 6382977"/>
              <a:gd name="connsiteX2257" fmla="*/ 6293228 w 6501199"/>
              <a:gd name="connsiteY2257" fmla="*/ 2247900 h 6382977"/>
              <a:gd name="connsiteX2258" fmla="*/ 6276857 w 6501199"/>
              <a:gd name="connsiteY2258" fmla="*/ 2285647 h 6382977"/>
              <a:gd name="connsiteX2259" fmla="*/ 6293228 w 6501199"/>
              <a:gd name="connsiteY2259" fmla="*/ 2247900 h 6382977"/>
              <a:gd name="connsiteX2260" fmla="*/ 5225011 w 6501199"/>
              <a:gd name="connsiteY2260" fmla="*/ 2231532 h 6382977"/>
              <a:gd name="connsiteX2261" fmla="*/ 5222851 w 6501199"/>
              <a:gd name="connsiteY2261" fmla="*/ 2261054 h 6382977"/>
              <a:gd name="connsiteX2262" fmla="*/ 5200171 w 6501199"/>
              <a:gd name="connsiteY2262" fmla="*/ 2306417 h 6382977"/>
              <a:gd name="connsiteX2263" fmla="*/ 5174971 w 6501199"/>
              <a:gd name="connsiteY2263" fmla="*/ 2285896 h 6382977"/>
              <a:gd name="connsiteX2264" fmla="*/ 5184331 w 6501199"/>
              <a:gd name="connsiteY2264" fmla="*/ 2313258 h 6382977"/>
              <a:gd name="connsiteX2265" fmla="*/ 5163811 w 6501199"/>
              <a:gd name="connsiteY2265" fmla="*/ 2340619 h 6382977"/>
              <a:gd name="connsiteX2266" fmla="*/ 5141130 w 6501199"/>
              <a:gd name="connsiteY2266" fmla="*/ 2326938 h 6382977"/>
              <a:gd name="connsiteX2267" fmla="*/ 5141130 w 6501199"/>
              <a:gd name="connsiteY2267" fmla="*/ 2351780 h 6382977"/>
              <a:gd name="connsiteX2268" fmla="*/ 5109090 w 6501199"/>
              <a:gd name="connsiteY2268" fmla="*/ 2356461 h 6382977"/>
              <a:gd name="connsiteX2269" fmla="*/ 5111250 w 6501199"/>
              <a:gd name="connsiteY2269" fmla="*/ 2367981 h 6382977"/>
              <a:gd name="connsiteX2270" fmla="*/ 5086410 w 6501199"/>
              <a:gd name="connsiteY2270" fmla="*/ 2411184 h 6382977"/>
              <a:gd name="connsiteX2271" fmla="*/ 5065890 w 6501199"/>
              <a:gd name="connsiteY2271" fmla="*/ 2427025 h 6382977"/>
              <a:gd name="connsiteX2272" fmla="*/ 5027369 w 6501199"/>
              <a:gd name="connsiteY2272" fmla="*/ 2449707 h 6382977"/>
              <a:gd name="connsiteX2273" fmla="*/ 5022689 w 6501199"/>
              <a:gd name="connsiteY2273" fmla="*/ 2458708 h 6382977"/>
              <a:gd name="connsiteX2274" fmla="*/ 5031689 w 6501199"/>
              <a:gd name="connsiteY2274" fmla="*/ 2465548 h 6382977"/>
              <a:gd name="connsiteX2275" fmla="*/ 5015849 w 6501199"/>
              <a:gd name="connsiteY2275" fmla="*/ 2486069 h 6382977"/>
              <a:gd name="connsiteX2276" fmla="*/ 5018009 w 6501199"/>
              <a:gd name="connsiteY2276" fmla="*/ 2463388 h 6382977"/>
              <a:gd name="connsiteX2277" fmla="*/ 4963649 w 6501199"/>
              <a:gd name="connsiteY2277" fmla="*/ 2486069 h 6382977"/>
              <a:gd name="connsiteX2278" fmla="*/ 4965809 w 6501199"/>
              <a:gd name="connsiteY2278" fmla="*/ 2508751 h 6382977"/>
              <a:gd name="connsiteX2279" fmla="*/ 4981649 w 6501199"/>
              <a:gd name="connsiteY2279" fmla="*/ 2486069 h 6382977"/>
              <a:gd name="connsiteX2280" fmla="*/ 4995329 w 6501199"/>
              <a:gd name="connsiteY2280" fmla="*/ 2515591 h 6382977"/>
              <a:gd name="connsiteX2281" fmla="*/ 4961129 w 6501199"/>
              <a:gd name="connsiteY2281" fmla="*/ 2520272 h 6382977"/>
              <a:gd name="connsiteX2282" fmla="*/ 4947449 w 6501199"/>
              <a:gd name="connsiteY2282" fmla="*/ 2497590 h 6382977"/>
              <a:gd name="connsiteX2283" fmla="*/ 4943129 w 6501199"/>
              <a:gd name="connsiteY2283" fmla="*/ 2515591 h 6382977"/>
              <a:gd name="connsiteX2284" fmla="*/ 4938449 w 6501199"/>
              <a:gd name="connsiteY2284" fmla="*/ 2504431 h 6382977"/>
              <a:gd name="connsiteX2285" fmla="*/ 4915769 w 6501199"/>
              <a:gd name="connsiteY2285" fmla="*/ 2529272 h 6382977"/>
              <a:gd name="connsiteX2286" fmla="*/ 4858888 w 6501199"/>
              <a:gd name="connsiteY2286" fmla="*/ 2549794 h 6382977"/>
              <a:gd name="connsiteX2287" fmla="*/ 4863568 w 6501199"/>
              <a:gd name="connsiteY2287" fmla="*/ 2563475 h 6382977"/>
              <a:gd name="connsiteX2288" fmla="*/ 4849888 w 6501199"/>
              <a:gd name="connsiteY2288" fmla="*/ 2574995 h 6382977"/>
              <a:gd name="connsiteX2289" fmla="*/ 4813528 w 6501199"/>
              <a:gd name="connsiteY2289" fmla="*/ 2592997 h 6382977"/>
              <a:gd name="connsiteX2290" fmla="*/ 4799848 w 6501199"/>
              <a:gd name="connsiteY2290" fmla="*/ 2583996 h 6382977"/>
              <a:gd name="connsiteX2291" fmla="*/ 4813528 w 6501199"/>
              <a:gd name="connsiteY2291" fmla="*/ 2565635 h 6382977"/>
              <a:gd name="connsiteX2292" fmla="*/ 4772487 w 6501199"/>
              <a:gd name="connsiteY2292" fmla="*/ 2581836 h 6382977"/>
              <a:gd name="connsiteX2293" fmla="*/ 4795167 w 6501199"/>
              <a:gd name="connsiteY2293" fmla="*/ 2579316 h 6382977"/>
              <a:gd name="connsiteX2294" fmla="*/ 4738287 w 6501199"/>
              <a:gd name="connsiteY2294" fmla="*/ 2625039 h 6382977"/>
              <a:gd name="connsiteX2295" fmla="*/ 4747287 w 6501199"/>
              <a:gd name="connsiteY2295" fmla="*/ 2631879 h 6382977"/>
              <a:gd name="connsiteX2296" fmla="*/ 4740447 w 6501199"/>
              <a:gd name="connsiteY2296" fmla="*/ 2649881 h 6382977"/>
              <a:gd name="connsiteX2297" fmla="*/ 4724607 w 6501199"/>
              <a:gd name="connsiteY2297" fmla="*/ 2629359 h 6382977"/>
              <a:gd name="connsiteX2298" fmla="*/ 4695087 w 6501199"/>
              <a:gd name="connsiteY2298" fmla="*/ 2638720 h 6382977"/>
              <a:gd name="connsiteX2299" fmla="*/ 4722447 w 6501199"/>
              <a:gd name="connsiteY2299" fmla="*/ 2647720 h 6382977"/>
              <a:gd name="connsiteX2300" fmla="*/ 4701927 w 6501199"/>
              <a:gd name="connsiteY2300" fmla="*/ 2668242 h 6382977"/>
              <a:gd name="connsiteX2301" fmla="*/ 4676727 w 6501199"/>
              <a:gd name="connsiteY2301" fmla="*/ 2634040 h 6382977"/>
              <a:gd name="connsiteX2302" fmla="*/ 4645047 w 6501199"/>
              <a:gd name="connsiteY2302" fmla="*/ 2684083 h 6382977"/>
              <a:gd name="connsiteX2303" fmla="*/ 4674567 w 6501199"/>
              <a:gd name="connsiteY2303" fmla="*/ 2661401 h 6382977"/>
              <a:gd name="connsiteX2304" fmla="*/ 4670247 w 6501199"/>
              <a:gd name="connsiteY2304" fmla="*/ 2681923 h 6382977"/>
              <a:gd name="connsiteX2305" fmla="*/ 4636901 w 6501199"/>
              <a:gd name="connsiteY2305" fmla="*/ 2692678 h 6382977"/>
              <a:gd name="connsiteX2306" fmla="*/ 4628304 w 6501199"/>
              <a:gd name="connsiteY2306" fmla="*/ 2696185 h 6382977"/>
              <a:gd name="connsiteX2307" fmla="*/ 4629977 w 6501199"/>
              <a:gd name="connsiteY2307" fmla="*/ 2698664 h 6382977"/>
              <a:gd name="connsiteX2308" fmla="*/ 4635284 w 6501199"/>
              <a:gd name="connsiteY2308" fmla="*/ 2700143 h 6382977"/>
              <a:gd name="connsiteX2309" fmla="*/ 4637518 w 6501199"/>
              <a:gd name="connsiteY2309" fmla="*/ 2701420 h 6382977"/>
              <a:gd name="connsiteX2310" fmla="*/ 4648557 w 6501199"/>
              <a:gd name="connsiteY2310" fmla="*/ 2700059 h 6382977"/>
              <a:gd name="connsiteX2311" fmla="*/ 4660887 w 6501199"/>
              <a:gd name="connsiteY2311" fmla="*/ 2690923 h 6382977"/>
              <a:gd name="connsiteX2312" fmla="*/ 4670247 w 6501199"/>
              <a:gd name="connsiteY2312" fmla="*/ 2686243 h 6382977"/>
              <a:gd name="connsiteX2313" fmla="*/ 4679247 w 6501199"/>
              <a:gd name="connsiteY2313" fmla="*/ 2695604 h 6382977"/>
              <a:gd name="connsiteX2314" fmla="*/ 4690407 w 6501199"/>
              <a:gd name="connsiteY2314" fmla="*/ 2679403 h 6382977"/>
              <a:gd name="connsiteX2315" fmla="*/ 4726767 w 6501199"/>
              <a:gd name="connsiteY2315" fmla="*/ 2666082 h 6382977"/>
              <a:gd name="connsiteX2316" fmla="*/ 4736127 w 6501199"/>
              <a:gd name="connsiteY2316" fmla="*/ 2679403 h 6382977"/>
              <a:gd name="connsiteX2317" fmla="*/ 4767807 w 6501199"/>
              <a:gd name="connsiteY2317" fmla="*/ 2663562 h 6382977"/>
              <a:gd name="connsiteX2318" fmla="*/ 4790487 w 6501199"/>
              <a:gd name="connsiteY2318" fmla="*/ 2640880 h 6382977"/>
              <a:gd name="connsiteX2319" fmla="*/ 4808848 w 6501199"/>
              <a:gd name="connsiteY2319" fmla="*/ 2627199 h 6382977"/>
              <a:gd name="connsiteX2320" fmla="*/ 4818574 w 6501199"/>
              <a:gd name="connsiteY2320" fmla="*/ 2632082 h 6382977"/>
              <a:gd name="connsiteX2321" fmla="*/ 4817225 w 6501199"/>
              <a:gd name="connsiteY2321" fmla="*/ 2627535 h 6382977"/>
              <a:gd name="connsiteX2322" fmla="*/ 4867662 w 6501199"/>
              <a:gd name="connsiteY2322" fmla="*/ 2600325 h 6382977"/>
              <a:gd name="connsiteX2323" fmla="*/ 4861431 w 6501199"/>
              <a:gd name="connsiteY2323" fmla="*/ 2620335 h 6382977"/>
              <a:gd name="connsiteX2324" fmla="*/ 4860096 w 6501199"/>
              <a:gd name="connsiteY2324" fmla="*/ 2621942 h 6382977"/>
              <a:gd name="connsiteX2325" fmla="*/ 4865514 w 6501199"/>
              <a:gd name="connsiteY2325" fmla="*/ 2621506 h 6382977"/>
              <a:gd name="connsiteX2326" fmla="*/ 4879408 w 6501199"/>
              <a:gd name="connsiteY2326" fmla="*/ 2615678 h 6382977"/>
              <a:gd name="connsiteX2327" fmla="*/ 4874728 w 6501199"/>
              <a:gd name="connsiteY2327" fmla="*/ 2602357 h 6382977"/>
              <a:gd name="connsiteX2328" fmla="*/ 4904249 w 6501199"/>
              <a:gd name="connsiteY2328" fmla="*/ 2586156 h 6382977"/>
              <a:gd name="connsiteX2329" fmla="*/ 4906769 w 6501199"/>
              <a:gd name="connsiteY2329" fmla="*/ 2606678 h 6382977"/>
              <a:gd name="connsiteX2330" fmla="*/ 4916123 w 6501199"/>
              <a:gd name="connsiteY2330" fmla="*/ 2582702 h 6382977"/>
              <a:gd name="connsiteX2331" fmla="*/ 4916553 w 6501199"/>
              <a:gd name="connsiteY2331" fmla="*/ 2582401 h 6382977"/>
              <a:gd name="connsiteX2332" fmla="*/ 4916926 w 6501199"/>
              <a:gd name="connsiteY2332" fmla="*/ 2574036 h 6382977"/>
              <a:gd name="connsiteX2333" fmla="*/ 4940695 w 6501199"/>
              <a:gd name="connsiteY2333" fmla="*/ 2555875 h 6382977"/>
              <a:gd name="connsiteX2334" fmla="*/ 4938110 w 6501199"/>
              <a:gd name="connsiteY2334" fmla="*/ 2567927 h 6382977"/>
              <a:gd name="connsiteX2335" fmla="*/ 4958862 w 6501199"/>
              <a:gd name="connsiteY2335" fmla="*/ 2559593 h 6382977"/>
              <a:gd name="connsiteX2336" fmla="*/ 4966610 w 6501199"/>
              <a:gd name="connsiteY2336" fmla="*/ 2555482 h 6382977"/>
              <a:gd name="connsiteX2337" fmla="*/ 4958513 w 6501199"/>
              <a:gd name="connsiteY2337" fmla="*/ 2547013 h 6382977"/>
              <a:gd name="connsiteX2338" fmla="*/ 4967332 w 6501199"/>
              <a:gd name="connsiteY2338" fmla="*/ 2538127 h 6382977"/>
              <a:gd name="connsiteX2339" fmla="*/ 4971093 w 6501199"/>
              <a:gd name="connsiteY2339" fmla="*/ 2542074 h 6382977"/>
              <a:gd name="connsiteX2340" fmla="*/ 4970489 w 6501199"/>
              <a:gd name="connsiteY2340" fmla="*/ 2533953 h 6382977"/>
              <a:gd name="connsiteX2341" fmla="*/ 4995329 w 6501199"/>
              <a:gd name="connsiteY2341" fmla="*/ 2518112 h 6382977"/>
              <a:gd name="connsiteX2342" fmla="*/ 4997849 w 6501199"/>
              <a:gd name="connsiteY2342" fmla="*/ 2542953 h 6382977"/>
              <a:gd name="connsiteX2343" fmla="*/ 5059364 w 6501199"/>
              <a:gd name="connsiteY2343" fmla="*/ 2492730 h 6382977"/>
              <a:gd name="connsiteX2344" fmla="*/ 5085382 w 6501199"/>
              <a:gd name="connsiteY2344" fmla="*/ 2471262 h 6382977"/>
              <a:gd name="connsiteX2345" fmla="*/ 5080515 w 6501199"/>
              <a:gd name="connsiteY2345" fmla="*/ 2465113 h 6382977"/>
              <a:gd name="connsiteX2346" fmla="*/ 5074385 w 6501199"/>
              <a:gd name="connsiteY2346" fmla="*/ 2467753 h 6382977"/>
              <a:gd name="connsiteX2347" fmla="*/ 5097294 w 6501199"/>
              <a:gd name="connsiteY2347" fmla="*/ 2438400 h 6382977"/>
              <a:gd name="connsiteX2348" fmla="*/ 5090493 w 6501199"/>
              <a:gd name="connsiteY2348" fmla="*/ 2456298 h 6382977"/>
              <a:gd name="connsiteX2349" fmla="*/ 5086690 w 6501199"/>
              <a:gd name="connsiteY2349" fmla="*/ 2463681 h 6382977"/>
              <a:gd name="connsiteX2350" fmla="*/ 5087396 w 6501199"/>
              <a:gd name="connsiteY2350" fmla="*/ 2469601 h 6382977"/>
              <a:gd name="connsiteX2351" fmla="*/ 5089430 w 6501199"/>
              <a:gd name="connsiteY2351" fmla="*/ 2467922 h 6382977"/>
              <a:gd name="connsiteX2352" fmla="*/ 5122770 w 6501199"/>
              <a:gd name="connsiteY2352" fmla="*/ 2454387 h 6382977"/>
              <a:gd name="connsiteX2353" fmla="*/ 5111250 w 6501199"/>
              <a:gd name="connsiteY2353" fmla="*/ 2468068 h 6382977"/>
              <a:gd name="connsiteX2354" fmla="*/ 5129610 w 6501199"/>
              <a:gd name="connsiteY2354" fmla="*/ 2472388 h 6382977"/>
              <a:gd name="connsiteX2355" fmla="*/ 5139645 w 6501199"/>
              <a:gd name="connsiteY2355" fmla="*/ 2458528 h 6382977"/>
              <a:gd name="connsiteX2356" fmla="*/ 5147964 w 6501199"/>
              <a:gd name="connsiteY2356" fmla="*/ 2458705 h 6382977"/>
              <a:gd name="connsiteX2357" fmla="*/ 5151722 w 6501199"/>
              <a:gd name="connsiteY2357" fmla="*/ 2451292 h 6382977"/>
              <a:gd name="connsiteX2358" fmla="*/ 5153522 w 6501199"/>
              <a:gd name="connsiteY2358" fmla="*/ 2448734 h 6382977"/>
              <a:gd name="connsiteX2359" fmla="*/ 5152740 w 6501199"/>
              <a:gd name="connsiteY2359" fmla="*/ 2443992 h 6382977"/>
              <a:gd name="connsiteX2360" fmla="*/ 5152290 w 6501199"/>
              <a:gd name="connsiteY2360" fmla="*/ 2431706 h 6382977"/>
              <a:gd name="connsiteX2361" fmla="*/ 5156567 w 6501199"/>
              <a:gd name="connsiteY2361" fmla="*/ 2432383 h 6382977"/>
              <a:gd name="connsiteX2362" fmla="*/ 5156433 w 6501199"/>
              <a:gd name="connsiteY2362" fmla="*/ 2431030 h 6382977"/>
              <a:gd name="connsiteX2363" fmla="*/ 5168768 w 6501199"/>
              <a:gd name="connsiteY2363" fmla="*/ 2432975 h 6382977"/>
              <a:gd name="connsiteX2364" fmla="*/ 5176405 w 6501199"/>
              <a:gd name="connsiteY2364" fmla="*/ 2429657 h 6382977"/>
              <a:gd name="connsiteX2365" fmla="*/ 5170203 w 6501199"/>
              <a:gd name="connsiteY2365" fmla="*/ 2424156 h 6382977"/>
              <a:gd name="connsiteX2366" fmla="*/ 5175016 w 6501199"/>
              <a:gd name="connsiteY2366" fmla="*/ 2422039 h 6382977"/>
              <a:gd name="connsiteX2367" fmla="*/ 5170651 w 6501199"/>
              <a:gd name="connsiteY2367" fmla="*/ 2418025 h 6382977"/>
              <a:gd name="connsiteX2368" fmla="*/ 5191357 w 6501199"/>
              <a:gd name="connsiteY2368" fmla="*/ 2394280 h 6382977"/>
              <a:gd name="connsiteX2369" fmla="*/ 5194116 w 6501199"/>
              <a:gd name="connsiteY2369" fmla="*/ 2394721 h 6382977"/>
              <a:gd name="connsiteX2370" fmla="*/ 5195998 w 6501199"/>
              <a:gd name="connsiteY2370" fmla="*/ 2391994 h 6382977"/>
              <a:gd name="connsiteX2371" fmla="*/ 5204902 w 6501199"/>
              <a:gd name="connsiteY2371" fmla="*/ 2376487 h 6382977"/>
              <a:gd name="connsiteX2372" fmla="*/ 5207005 w 6501199"/>
              <a:gd name="connsiteY2372" fmla="*/ 2396360 h 6382977"/>
              <a:gd name="connsiteX2373" fmla="*/ 5196538 w 6501199"/>
              <a:gd name="connsiteY2373" fmla="*/ 2408007 h 6382977"/>
              <a:gd name="connsiteX2374" fmla="*/ 5202061 w 6501199"/>
              <a:gd name="connsiteY2374" fmla="*/ 2409879 h 6382977"/>
              <a:gd name="connsiteX2375" fmla="*/ 5216011 w 6501199"/>
              <a:gd name="connsiteY2375" fmla="*/ 2420185 h 6382977"/>
              <a:gd name="connsiteX2376" fmla="*/ 5209171 w 6501199"/>
              <a:gd name="connsiteY2376" fmla="*/ 2402184 h 6382977"/>
              <a:gd name="connsiteX2377" fmla="*/ 5259211 w 6501199"/>
              <a:gd name="connsiteY2377" fmla="*/ 2356461 h 6382977"/>
              <a:gd name="connsiteX2378" fmla="*/ 5257051 w 6501199"/>
              <a:gd name="connsiteY2378" fmla="*/ 2326938 h 6382977"/>
              <a:gd name="connsiteX2379" fmla="*/ 5277571 w 6501199"/>
              <a:gd name="connsiteY2379" fmla="*/ 2335939 h 6382977"/>
              <a:gd name="connsiteX2380" fmla="*/ 5284411 w 6501199"/>
              <a:gd name="connsiteY2380" fmla="*/ 2299577 h 6382977"/>
              <a:gd name="connsiteX2381" fmla="*/ 5272891 w 6501199"/>
              <a:gd name="connsiteY2381" fmla="*/ 2299577 h 6382977"/>
              <a:gd name="connsiteX2382" fmla="*/ 5270731 w 6501199"/>
              <a:gd name="connsiteY2382" fmla="*/ 2281575 h 6382977"/>
              <a:gd name="connsiteX2383" fmla="*/ 5279236 w 6501199"/>
              <a:gd name="connsiteY2383" fmla="*/ 2272260 h 6382977"/>
              <a:gd name="connsiteX2384" fmla="*/ 5282361 w 6501199"/>
              <a:gd name="connsiteY2384" fmla="*/ 2269907 h 6382977"/>
              <a:gd name="connsiteX2385" fmla="*/ 5277905 w 6501199"/>
              <a:gd name="connsiteY2385" fmla="*/ 2267494 h 6382977"/>
              <a:gd name="connsiteX2386" fmla="*/ 5259559 w 6501199"/>
              <a:gd name="connsiteY2386" fmla="*/ 2285637 h 6382977"/>
              <a:gd name="connsiteX2387" fmla="*/ 5251420 w 6501199"/>
              <a:gd name="connsiteY2387" fmla="*/ 2261371 h 6382977"/>
              <a:gd name="connsiteX2388" fmla="*/ 5252212 w 6501199"/>
              <a:gd name="connsiteY2388" fmla="*/ 2260256 h 6382977"/>
              <a:gd name="connsiteX2389" fmla="*/ 5249356 w 6501199"/>
              <a:gd name="connsiteY2389" fmla="*/ 2245888 h 6382977"/>
              <a:gd name="connsiteX2390" fmla="*/ 5241211 w 6501199"/>
              <a:gd name="connsiteY2390" fmla="*/ 2235852 h 6382977"/>
              <a:gd name="connsiteX2391" fmla="*/ 5225011 w 6501199"/>
              <a:gd name="connsiteY2391" fmla="*/ 2231532 h 6382977"/>
              <a:gd name="connsiteX2392" fmla="*/ 5864315 w 6501199"/>
              <a:gd name="connsiteY2392" fmla="*/ 2222500 h 6382977"/>
              <a:gd name="connsiteX2393" fmla="*/ 5864315 w 6501199"/>
              <a:gd name="connsiteY2393" fmla="*/ 2257061 h 6382977"/>
              <a:gd name="connsiteX2394" fmla="*/ 5864315 w 6501199"/>
              <a:gd name="connsiteY2394" fmla="*/ 2222500 h 6382977"/>
              <a:gd name="connsiteX2395" fmla="*/ 5738681 w 6501199"/>
              <a:gd name="connsiteY2395" fmla="*/ 2222500 h 6382977"/>
              <a:gd name="connsiteX2396" fmla="*/ 5740797 w 6501199"/>
              <a:gd name="connsiteY2396" fmla="*/ 2238985 h 6382977"/>
              <a:gd name="connsiteX2397" fmla="*/ 5725275 w 6501199"/>
              <a:gd name="connsiteY2397" fmla="*/ 2241183 h 6382977"/>
              <a:gd name="connsiteX2398" fmla="*/ 5738681 w 6501199"/>
              <a:gd name="connsiteY2398" fmla="*/ 2222500 h 6382977"/>
              <a:gd name="connsiteX2399" fmla="*/ 5873376 w 6501199"/>
              <a:gd name="connsiteY2399" fmla="*/ 2213171 h 6382977"/>
              <a:gd name="connsiteX2400" fmla="*/ 5843855 w 6501199"/>
              <a:gd name="connsiteY2400" fmla="*/ 2231532 h 6382977"/>
              <a:gd name="connsiteX2401" fmla="*/ 5855375 w 6501199"/>
              <a:gd name="connsiteY2401" fmla="*/ 2267894 h 6382977"/>
              <a:gd name="connsiteX2402" fmla="*/ 5873376 w 6501199"/>
              <a:gd name="connsiteY2402" fmla="*/ 2213171 h 6382977"/>
              <a:gd name="connsiteX2403" fmla="*/ 5282057 w 6501199"/>
              <a:gd name="connsiteY2403" fmla="*/ 2212875 h 6382977"/>
              <a:gd name="connsiteX2404" fmla="*/ 5276631 w 6501199"/>
              <a:gd name="connsiteY2404" fmla="*/ 2218402 h 6382977"/>
              <a:gd name="connsiteX2405" fmla="*/ 5276929 w 6501199"/>
              <a:gd name="connsiteY2405" fmla="*/ 2224691 h 6382977"/>
              <a:gd name="connsiteX2406" fmla="*/ 5277571 w 6501199"/>
              <a:gd name="connsiteY2406" fmla="*/ 2224691 h 6382977"/>
              <a:gd name="connsiteX2407" fmla="*/ 5286207 w 6501199"/>
              <a:gd name="connsiteY2407" fmla="*/ 2208646 h 6382977"/>
              <a:gd name="connsiteX2408" fmla="*/ 5285490 w 6501199"/>
              <a:gd name="connsiteY2408" fmla="*/ 2209377 h 6382977"/>
              <a:gd name="connsiteX2409" fmla="*/ 5286319 w 6501199"/>
              <a:gd name="connsiteY2409" fmla="*/ 2209122 h 6382977"/>
              <a:gd name="connsiteX2410" fmla="*/ 6354040 w 6501199"/>
              <a:gd name="connsiteY2410" fmla="*/ 2198687 h 6382977"/>
              <a:gd name="connsiteX2411" fmla="*/ 6358401 w 6501199"/>
              <a:gd name="connsiteY2411" fmla="*/ 2226306 h 6382977"/>
              <a:gd name="connsiteX2412" fmla="*/ 6354040 w 6501199"/>
              <a:gd name="connsiteY2412" fmla="*/ 2198687 h 6382977"/>
              <a:gd name="connsiteX2413" fmla="*/ 5136450 w 6501199"/>
              <a:gd name="connsiteY2413" fmla="*/ 2185809 h 6382977"/>
              <a:gd name="connsiteX2414" fmla="*/ 5138610 w 6501199"/>
              <a:gd name="connsiteY2414" fmla="*/ 2199490 h 6382977"/>
              <a:gd name="connsiteX2415" fmla="*/ 5136450 w 6501199"/>
              <a:gd name="connsiteY2415" fmla="*/ 2185809 h 6382977"/>
              <a:gd name="connsiteX2416" fmla="*/ 5259211 w 6501199"/>
              <a:gd name="connsiteY2416" fmla="*/ 2183649 h 6382977"/>
              <a:gd name="connsiteX2417" fmla="*/ 5242111 w 6501199"/>
              <a:gd name="connsiteY2417" fmla="*/ 2202415 h 6382977"/>
              <a:gd name="connsiteX2418" fmla="*/ 5234310 w 6501199"/>
              <a:gd name="connsiteY2418" fmla="*/ 2212577 h 6382977"/>
              <a:gd name="connsiteX2419" fmla="*/ 5239790 w 6501199"/>
              <a:gd name="connsiteY2419" fmla="*/ 2213896 h 6382977"/>
              <a:gd name="connsiteX2420" fmla="*/ 5247376 w 6501199"/>
              <a:gd name="connsiteY2420" fmla="*/ 2208355 h 6382977"/>
              <a:gd name="connsiteX2421" fmla="*/ 5259211 w 6501199"/>
              <a:gd name="connsiteY2421" fmla="*/ 2183649 h 6382977"/>
              <a:gd name="connsiteX2422" fmla="*/ 6112501 w 6501199"/>
              <a:gd name="connsiteY2422" fmla="*/ 2176462 h 6382977"/>
              <a:gd name="connsiteX2423" fmla="*/ 6110353 w 6501199"/>
              <a:gd name="connsiteY2423" fmla="*/ 2223731 h 6382977"/>
              <a:gd name="connsiteX2424" fmla="*/ 6112501 w 6501199"/>
              <a:gd name="connsiteY2424" fmla="*/ 2176462 h 6382977"/>
              <a:gd name="connsiteX2425" fmla="*/ 5425527 w 6501199"/>
              <a:gd name="connsiteY2425" fmla="*/ 2170204 h 6382977"/>
              <a:gd name="connsiteX2426" fmla="*/ 5418693 w 6501199"/>
              <a:gd name="connsiteY2426" fmla="*/ 2172128 h 6382977"/>
              <a:gd name="connsiteX2427" fmla="*/ 5400332 w 6501199"/>
              <a:gd name="connsiteY2427" fmla="*/ 2201650 h 6382977"/>
              <a:gd name="connsiteX2428" fmla="*/ 5429853 w 6501199"/>
              <a:gd name="connsiteY2428" fmla="*/ 2172128 h 6382977"/>
              <a:gd name="connsiteX2429" fmla="*/ 5425527 w 6501199"/>
              <a:gd name="connsiteY2429" fmla="*/ 2170204 h 6382977"/>
              <a:gd name="connsiteX2430" fmla="*/ 6159281 w 6501199"/>
              <a:gd name="connsiteY2430" fmla="*/ 2165350 h 6382977"/>
              <a:gd name="connsiteX2431" fmla="*/ 6156828 w 6501199"/>
              <a:gd name="connsiteY2431" fmla="*/ 2195148 h 6382977"/>
              <a:gd name="connsiteX2432" fmla="*/ 6159281 w 6501199"/>
              <a:gd name="connsiteY2432" fmla="*/ 2165350 h 6382977"/>
              <a:gd name="connsiteX2433" fmla="*/ 5850695 w 6501199"/>
              <a:gd name="connsiteY2433" fmla="*/ 2165287 h 6382977"/>
              <a:gd name="connsiteX2434" fmla="*/ 5846375 w 6501199"/>
              <a:gd name="connsiteY2434" fmla="*/ 2204170 h 6382977"/>
              <a:gd name="connsiteX2435" fmla="*/ 5850695 w 6501199"/>
              <a:gd name="connsiteY2435" fmla="*/ 2165287 h 6382977"/>
              <a:gd name="connsiteX2436" fmla="*/ 5705255 w 6501199"/>
              <a:gd name="connsiteY2436" fmla="*/ 2154127 h 6382977"/>
              <a:gd name="connsiteX2437" fmla="*/ 5700505 w 6501199"/>
              <a:gd name="connsiteY2437" fmla="*/ 2156365 h 6382977"/>
              <a:gd name="connsiteX2438" fmla="*/ 5691245 w 6501199"/>
              <a:gd name="connsiteY2438" fmla="*/ 2181216 h 6382977"/>
              <a:gd name="connsiteX2439" fmla="*/ 5688196 w 6501199"/>
              <a:gd name="connsiteY2439" fmla="*/ 2195294 h 6382977"/>
              <a:gd name="connsiteX2440" fmla="*/ 5694005 w 6501199"/>
              <a:gd name="connsiteY2440" fmla="*/ 2190759 h 6382977"/>
              <a:gd name="connsiteX2441" fmla="*/ 5709575 w 6501199"/>
              <a:gd name="connsiteY2441" fmla="*/ 2181488 h 6382977"/>
              <a:gd name="connsiteX2442" fmla="*/ 5705255 w 6501199"/>
              <a:gd name="connsiteY2442" fmla="*/ 2154127 h 6382977"/>
              <a:gd name="connsiteX2443" fmla="*/ 3203455 w 6501199"/>
              <a:gd name="connsiteY2443" fmla="*/ 2146445 h 6382977"/>
              <a:gd name="connsiteX2444" fmla="*/ 3201514 w 6501199"/>
              <a:gd name="connsiteY2444" fmla="*/ 2150944 h 6382977"/>
              <a:gd name="connsiteX2445" fmla="*/ 3204174 w 6501199"/>
              <a:gd name="connsiteY2445" fmla="*/ 2148737 h 6382977"/>
              <a:gd name="connsiteX2446" fmla="*/ 6346164 w 6501199"/>
              <a:gd name="connsiteY2446" fmla="*/ 2143125 h 6382977"/>
              <a:gd name="connsiteX2447" fmla="*/ 6341578 w 6501199"/>
              <a:gd name="connsiteY2447" fmla="*/ 2184041 h 6382977"/>
              <a:gd name="connsiteX2448" fmla="*/ 6346164 w 6501199"/>
              <a:gd name="connsiteY2448" fmla="*/ 2143125 h 6382977"/>
              <a:gd name="connsiteX2449" fmla="*/ 6304064 w 6501199"/>
              <a:gd name="connsiteY2449" fmla="*/ 2143125 h 6382977"/>
              <a:gd name="connsiteX2450" fmla="*/ 6313037 w 6501199"/>
              <a:gd name="connsiteY2450" fmla="*/ 2195782 h 6382977"/>
              <a:gd name="connsiteX2451" fmla="*/ 6290425 w 6501199"/>
              <a:gd name="connsiteY2451" fmla="*/ 2195782 h 6382977"/>
              <a:gd name="connsiteX2452" fmla="*/ 6304064 w 6501199"/>
              <a:gd name="connsiteY2452" fmla="*/ 2143125 h 6382977"/>
              <a:gd name="connsiteX2453" fmla="*/ 3200741 w 6501199"/>
              <a:gd name="connsiteY2453" fmla="*/ 2137801 h 6382977"/>
              <a:gd name="connsiteX2454" fmla="*/ 3200615 w 6501199"/>
              <a:gd name="connsiteY2454" fmla="*/ 2139580 h 6382977"/>
              <a:gd name="connsiteX2455" fmla="*/ 3201207 w 6501199"/>
              <a:gd name="connsiteY2455" fmla="*/ 2139285 h 6382977"/>
              <a:gd name="connsiteX2456" fmla="*/ 3726543 w 6501199"/>
              <a:gd name="connsiteY2456" fmla="*/ 2131377 h 6382977"/>
              <a:gd name="connsiteX2457" fmla="*/ 3722056 w 6501199"/>
              <a:gd name="connsiteY2457" fmla="*/ 2137136 h 6382977"/>
              <a:gd name="connsiteX2458" fmla="*/ 3721736 w 6501199"/>
              <a:gd name="connsiteY2458" fmla="*/ 2137618 h 6382977"/>
              <a:gd name="connsiteX2459" fmla="*/ 3721736 w 6501199"/>
              <a:gd name="connsiteY2459" fmla="*/ 2142857 h 6382977"/>
              <a:gd name="connsiteX2460" fmla="*/ 3730062 w 6501199"/>
              <a:gd name="connsiteY2460" fmla="*/ 2140337 h 6382977"/>
              <a:gd name="connsiteX2461" fmla="*/ 3732186 w 6501199"/>
              <a:gd name="connsiteY2461" fmla="*/ 2132921 h 6382977"/>
              <a:gd name="connsiteX2462" fmla="*/ 5325889 w 6501199"/>
              <a:gd name="connsiteY2462" fmla="*/ 2128837 h 6382977"/>
              <a:gd name="connsiteX2463" fmla="*/ 5330154 w 6501199"/>
              <a:gd name="connsiteY2463" fmla="*/ 2152278 h 6382977"/>
              <a:gd name="connsiteX2464" fmla="*/ 5325889 w 6501199"/>
              <a:gd name="connsiteY2464" fmla="*/ 2128837 h 6382977"/>
              <a:gd name="connsiteX2465" fmla="*/ 3188159 w 6501199"/>
              <a:gd name="connsiteY2465" fmla="*/ 2127514 h 6382977"/>
              <a:gd name="connsiteX2466" fmla="*/ 3179473 w 6501199"/>
              <a:gd name="connsiteY2466" fmla="*/ 2131760 h 6382977"/>
              <a:gd name="connsiteX2467" fmla="*/ 3179083 w 6501199"/>
              <a:gd name="connsiteY2467" fmla="*/ 2132519 h 6382977"/>
              <a:gd name="connsiteX2468" fmla="*/ 3192234 w 6501199"/>
              <a:gd name="connsiteY2468" fmla="*/ 2129386 h 6382977"/>
              <a:gd name="connsiteX2469" fmla="*/ 3196071 w 6501199"/>
              <a:gd name="connsiteY2469" fmla="*/ 2128261 h 6382977"/>
              <a:gd name="connsiteX2470" fmla="*/ 5815407 w 6501199"/>
              <a:gd name="connsiteY2470" fmla="*/ 2127250 h 6382977"/>
              <a:gd name="connsiteX2471" fmla="*/ 5799751 w 6501199"/>
              <a:gd name="connsiteY2471" fmla="*/ 2157048 h 6382977"/>
              <a:gd name="connsiteX2472" fmla="*/ 5815407 w 6501199"/>
              <a:gd name="connsiteY2472" fmla="*/ 2127250 h 6382977"/>
              <a:gd name="connsiteX2473" fmla="*/ 713719 w 6501199"/>
              <a:gd name="connsiteY2473" fmla="*/ 2127250 h 6382977"/>
              <a:gd name="connsiteX2474" fmla="*/ 697753 w 6501199"/>
              <a:gd name="connsiteY2474" fmla="*/ 2163404 h 6382977"/>
              <a:gd name="connsiteX2475" fmla="*/ 713719 w 6501199"/>
              <a:gd name="connsiteY2475" fmla="*/ 2127250 h 6382977"/>
              <a:gd name="connsiteX2476" fmla="*/ 3603945 w 6501199"/>
              <a:gd name="connsiteY2476" fmla="*/ 2126439 h 6382977"/>
              <a:gd name="connsiteX2477" fmla="*/ 3612244 w 6501199"/>
              <a:gd name="connsiteY2477" fmla="*/ 2126796 h 6382977"/>
              <a:gd name="connsiteX2478" fmla="*/ 3614314 w 6501199"/>
              <a:gd name="connsiteY2478" fmla="*/ 2138408 h 6382977"/>
              <a:gd name="connsiteX2479" fmla="*/ 3601200 w 6501199"/>
              <a:gd name="connsiteY2479" fmla="*/ 2131150 h 6382977"/>
              <a:gd name="connsiteX2480" fmla="*/ 3603945 w 6501199"/>
              <a:gd name="connsiteY2480" fmla="*/ 2126439 h 6382977"/>
              <a:gd name="connsiteX2481" fmla="*/ 3335721 w 6501199"/>
              <a:gd name="connsiteY2481" fmla="*/ 2124685 h 6382977"/>
              <a:gd name="connsiteX2482" fmla="*/ 3301163 w 6501199"/>
              <a:gd name="connsiteY2482" fmla="*/ 2127249 h 6382977"/>
              <a:gd name="connsiteX2483" fmla="*/ 3335721 w 6501199"/>
              <a:gd name="connsiteY2483" fmla="*/ 2124685 h 6382977"/>
              <a:gd name="connsiteX2484" fmla="*/ 5735582 w 6501199"/>
              <a:gd name="connsiteY2484" fmla="*/ 2124475 h 6382977"/>
              <a:gd name="connsiteX2485" fmla="*/ 5722199 w 6501199"/>
              <a:gd name="connsiteY2485" fmla="*/ 2131067 h 6382977"/>
              <a:gd name="connsiteX2486" fmla="*/ 5722518 w 6501199"/>
              <a:gd name="connsiteY2486" fmla="*/ 2133246 h 6382977"/>
              <a:gd name="connsiteX2487" fmla="*/ 5728094 w 6501199"/>
              <a:gd name="connsiteY2487" fmla="*/ 2131557 h 6382977"/>
              <a:gd name="connsiteX2488" fmla="*/ 5727162 w 6501199"/>
              <a:gd name="connsiteY2488" fmla="*/ 2134894 h 6382977"/>
              <a:gd name="connsiteX2489" fmla="*/ 5733695 w 6501199"/>
              <a:gd name="connsiteY2489" fmla="*/ 2129223 h 6382977"/>
              <a:gd name="connsiteX2490" fmla="*/ 3805978 w 6501199"/>
              <a:gd name="connsiteY2490" fmla="*/ 2122425 h 6382977"/>
              <a:gd name="connsiteX2491" fmla="*/ 3793228 w 6501199"/>
              <a:gd name="connsiteY2491" fmla="*/ 2124841 h 6382977"/>
              <a:gd name="connsiteX2492" fmla="*/ 3790187 w 6501199"/>
              <a:gd name="connsiteY2492" fmla="*/ 2127530 h 6382977"/>
              <a:gd name="connsiteX2493" fmla="*/ 3802744 w 6501199"/>
              <a:gd name="connsiteY2493" fmla="*/ 2123510 h 6382977"/>
              <a:gd name="connsiteX2494" fmla="*/ 5479893 w 6501199"/>
              <a:gd name="connsiteY2494" fmla="*/ 2122084 h 6382977"/>
              <a:gd name="connsiteX2495" fmla="*/ 5479165 w 6501199"/>
              <a:gd name="connsiteY2495" fmla="*/ 2122413 h 6382977"/>
              <a:gd name="connsiteX2496" fmla="*/ 5477145 w 6501199"/>
              <a:gd name="connsiteY2496" fmla="*/ 2125311 h 6382977"/>
              <a:gd name="connsiteX2497" fmla="*/ 5475605 w 6501199"/>
              <a:gd name="connsiteY2497" fmla="*/ 2124019 h 6382977"/>
              <a:gd name="connsiteX2498" fmla="*/ 5467923 w 6501199"/>
              <a:gd name="connsiteY2498" fmla="*/ 2127485 h 6382977"/>
              <a:gd name="connsiteX2499" fmla="*/ 5466213 w 6501199"/>
              <a:gd name="connsiteY2499" fmla="*/ 2138286 h 6382977"/>
              <a:gd name="connsiteX2500" fmla="*/ 5479893 w 6501199"/>
              <a:gd name="connsiteY2500" fmla="*/ 2122084 h 6382977"/>
              <a:gd name="connsiteX2501" fmla="*/ 4619621 w 6501199"/>
              <a:gd name="connsiteY2501" fmla="*/ 2121319 h 6382977"/>
              <a:gd name="connsiteX2502" fmla="*/ 4613006 w 6501199"/>
              <a:gd name="connsiteY2502" fmla="*/ 2128925 h 6382977"/>
              <a:gd name="connsiteX2503" fmla="*/ 4631366 w 6501199"/>
              <a:gd name="connsiteY2503" fmla="*/ 2122084 h 6382977"/>
              <a:gd name="connsiteX2504" fmla="*/ 4619621 w 6501199"/>
              <a:gd name="connsiteY2504" fmla="*/ 2121319 h 6382977"/>
              <a:gd name="connsiteX2505" fmla="*/ 6123722 w 6501199"/>
              <a:gd name="connsiteY2505" fmla="*/ 2112962 h 6382977"/>
              <a:gd name="connsiteX2506" fmla="*/ 6130524 w 6501199"/>
              <a:gd name="connsiteY2506" fmla="*/ 2171344 h 6382977"/>
              <a:gd name="connsiteX2507" fmla="*/ 6114773 w 6501199"/>
              <a:gd name="connsiteY2507" fmla="*/ 2167072 h 6382977"/>
              <a:gd name="connsiteX2508" fmla="*/ 6123722 w 6501199"/>
              <a:gd name="connsiteY2508" fmla="*/ 2112962 h 6382977"/>
              <a:gd name="connsiteX2509" fmla="*/ 3438292 w 6501199"/>
              <a:gd name="connsiteY2509" fmla="*/ 2111497 h 6382977"/>
              <a:gd name="connsiteX2510" fmla="*/ 3445280 w 6501199"/>
              <a:gd name="connsiteY2510" fmla="*/ 2115160 h 6382977"/>
              <a:gd name="connsiteX2511" fmla="*/ 3434237 w 6501199"/>
              <a:gd name="connsiteY2511" fmla="*/ 2126883 h 6382977"/>
              <a:gd name="connsiteX2512" fmla="*/ 3432213 w 6501199"/>
              <a:gd name="connsiteY2512" fmla="*/ 2122230 h 6382977"/>
              <a:gd name="connsiteX2513" fmla="*/ 3402763 w 6501199"/>
              <a:gd name="connsiteY2513" fmla="*/ 2133244 h 6382977"/>
              <a:gd name="connsiteX2514" fmla="*/ 3430701 w 6501199"/>
              <a:gd name="connsiteY2514" fmla="*/ 2116131 h 6382977"/>
              <a:gd name="connsiteX2515" fmla="*/ 3432706 w 6501199"/>
              <a:gd name="connsiteY2515" fmla="*/ 2117007 h 6382977"/>
              <a:gd name="connsiteX2516" fmla="*/ 5416134 w 6501199"/>
              <a:gd name="connsiteY2516" fmla="*/ 2111375 h 6382977"/>
              <a:gd name="connsiteX2517" fmla="*/ 5428041 w 6501199"/>
              <a:gd name="connsiteY2517" fmla="*/ 2122598 h 6382977"/>
              <a:gd name="connsiteX2518" fmla="*/ 5406832 w 6501199"/>
              <a:gd name="connsiteY2518" fmla="*/ 2120426 h 6382977"/>
              <a:gd name="connsiteX2519" fmla="*/ 5416134 w 6501199"/>
              <a:gd name="connsiteY2519" fmla="*/ 2111375 h 6382977"/>
              <a:gd name="connsiteX2520" fmla="*/ 3351014 w 6501199"/>
              <a:gd name="connsiteY2520" fmla="*/ 2107543 h 6382977"/>
              <a:gd name="connsiteX2521" fmla="*/ 3359555 w 6501199"/>
              <a:gd name="connsiteY2521" fmla="*/ 2111101 h 6382977"/>
              <a:gd name="connsiteX2522" fmla="*/ 3357139 w 6501199"/>
              <a:gd name="connsiteY2522" fmla="*/ 2111101 h 6382977"/>
              <a:gd name="connsiteX2523" fmla="*/ 3344025 w 6501199"/>
              <a:gd name="connsiteY2523" fmla="*/ 2117861 h 6382977"/>
              <a:gd name="connsiteX2524" fmla="*/ 3351014 w 6501199"/>
              <a:gd name="connsiteY2524" fmla="*/ 2107543 h 6382977"/>
              <a:gd name="connsiteX2525" fmla="*/ 3644823 w 6501199"/>
              <a:gd name="connsiteY2525" fmla="*/ 2104501 h 6382977"/>
              <a:gd name="connsiteX2526" fmla="*/ 3659581 w 6501199"/>
              <a:gd name="connsiteY2526" fmla="*/ 2107437 h 6382977"/>
              <a:gd name="connsiteX2527" fmla="*/ 3637042 w 6501199"/>
              <a:gd name="connsiteY2527" fmla="*/ 2122858 h 6382977"/>
              <a:gd name="connsiteX2528" fmla="*/ 3644823 w 6501199"/>
              <a:gd name="connsiteY2528" fmla="*/ 2104501 h 6382977"/>
              <a:gd name="connsiteX2529" fmla="*/ 3839857 w 6501199"/>
              <a:gd name="connsiteY2529" fmla="*/ 2103600 h 6382977"/>
              <a:gd name="connsiteX2530" fmla="*/ 3839457 w 6501199"/>
              <a:gd name="connsiteY2530" fmla="*/ 2104159 h 6382977"/>
              <a:gd name="connsiteX2531" fmla="*/ 3830855 w 6501199"/>
              <a:gd name="connsiteY2531" fmla="*/ 2105760 h 6382977"/>
              <a:gd name="connsiteX2532" fmla="*/ 3839857 w 6501199"/>
              <a:gd name="connsiteY2532" fmla="*/ 2103600 h 6382977"/>
              <a:gd name="connsiteX2533" fmla="*/ 4725786 w 6501199"/>
              <a:gd name="connsiteY2533" fmla="*/ 2101577 h 6382977"/>
              <a:gd name="connsiteX2534" fmla="*/ 4722987 w 6501199"/>
              <a:gd name="connsiteY2534" fmla="*/ 2103363 h 6382977"/>
              <a:gd name="connsiteX2535" fmla="*/ 4688821 w 6501199"/>
              <a:gd name="connsiteY2535" fmla="*/ 2123900 h 6382977"/>
              <a:gd name="connsiteX2536" fmla="*/ 4694435 w 6501199"/>
              <a:gd name="connsiteY2536" fmla="*/ 2123752 h 6382977"/>
              <a:gd name="connsiteX2537" fmla="*/ 4718231 w 6501199"/>
              <a:gd name="connsiteY2537" fmla="*/ 2109337 h 6382977"/>
              <a:gd name="connsiteX2538" fmla="*/ 6406442 w 6501199"/>
              <a:gd name="connsiteY2538" fmla="*/ 2099311 h 6382977"/>
              <a:gd name="connsiteX2539" fmla="*/ 6423900 w 6501199"/>
              <a:gd name="connsiteY2539" fmla="*/ 2126886 h 6382977"/>
              <a:gd name="connsiteX2540" fmla="*/ 6408204 w 6501199"/>
              <a:gd name="connsiteY2540" fmla="*/ 2124339 h 6382977"/>
              <a:gd name="connsiteX2541" fmla="*/ 6396788 w 6501199"/>
              <a:gd name="connsiteY2541" fmla="*/ 2101420 h 6382977"/>
              <a:gd name="connsiteX2542" fmla="*/ 6406442 w 6501199"/>
              <a:gd name="connsiteY2542" fmla="*/ 2099311 h 6382977"/>
              <a:gd name="connsiteX2543" fmla="*/ 3789808 w 6501199"/>
              <a:gd name="connsiteY2543" fmla="*/ 2096759 h 6382977"/>
              <a:gd name="connsiteX2544" fmla="*/ 3771444 w 6501199"/>
              <a:gd name="connsiteY2544" fmla="*/ 2114760 h 6382977"/>
              <a:gd name="connsiteX2545" fmla="*/ 3789808 w 6501199"/>
              <a:gd name="connsiteY2545" fmla="*/ 2096759 h 6382977"/>
              <a:gd name="connsiteX2546" fmla="*/ 4686492 w 6501199"/>
              <a:gd name="connsiteY2546" fmla="*/ 2096028 h 6382977"/>
              <a:gd name="connsiteX2547" fmla="*/ 4683567 w 6501199"/>
              <a:gd name="connsiteY2547" fmla="*/ 2101563 h 6382977"/>
              <a:gd name="connsiteX2548" fmla="*/ 4692927 w 6501199"/>
              <a:gd name="connsiteY2548" fmla="*/ 2097243 h 6382977"/>
              <a:gd name="connsiteX2549" fmla="*/ 4686492 w 6501199"/>
              <a:gd name="connsiteY2549" fmla="*/ 2096028 h 6382977"/>
              <a:gd name="connsiteX2550" fmla="*/ 3717415 w 6501199"/>
              <a:gd name="connsiteY2550" fmla="*/ 2094984 h 6382977"/>
              <a:gd name="connsiteX2551" fmla="*/ 3718428 w 6501199"/>
              <a:gd name="connsiteY2551" fmla="*/ 2102491 h 6382977"/>
              <a:gd name="connsiteX2552" fmla="*/ 3723120 w 6501199"/>
              <a:gd name="connsiteY2552" fmla="*/ 2101845 h 6382977"/>
              <a:gd name="connsiteX2553" fmla="*/ 3722456 w 6501199"/>
              <a:gd name="connsiteY2553" fmla="*/ 2099123 h 6382977"/>
              <a:gd name="connsiteX2554" fmla="*/ 3717415 w 6501199"/>
              <a:gd name="connsiteY2554" fmla="*/ 2094984 h 6382977"/>
              <a:gd name="connsiteX2555" fmla="*/ 6378962 w 6501199"/>
              <a:gd name="connsiteY2555" fmla="*/ 2090737 h 6382977"/>
              <a:gd name="connsiteX2556" fmla="*/ 6360792 w 6501199"/>
              <a:gd name="connsiteY2556" fmla="*/ 2198325 h 6382977"/>
              <a:gd name="connsiteX2557" fmla="*/ 6378962 w 6501199"/>
              <a:gd name="connsiteY2557" fmla="*/ 2090737 h 6382977"/>
              <a:gd name="connsiteX2558" fmla="*/ 3676371 w 6501199"/>
              <a:gd name="connsiteY2558" fmla="*/ 2090665 h 6382977"/>
              <a:gd name="connsiteX2559" fmla="*/ 3674346 w 6501199"/>
              <a:gd name="connsiteY2559" fmla="*/ 2097999 h 6382977"/>
              <a:gd name="connsiteX2560" fmla="*/ 3674229 w 6501199"/>
              <a:gd name="connsiteY2560" fmla="*/ 2101295 h 6382977"/>
              <a:gd name="connsiteX2561" fmla="*/ 3674615 w 6501199"/>
              <a:gd name="connsiteY2561" fmla="*/ 2106114 h 6382977"/>
              <a:gd name="connsiteX2562" fmla="*/ 3682868 w 6501199"/>
              <a:gd name="connsiteY2562" fmla="*/ 2128441 h 6382977"/>
              <a:gd name="connsiteX2563" fmla="*/ 3694821 w 6501199"/>
              <a:gd name="connsiteY2563" fmla="*/ 2094846 h 6382977"/>
              <a:gd name="connsiteX2564" fmla="*/ 3694373 w 6501199"/>
              <a:gd name="connsiteY2564" fmla="*/ 2092824 h 6382977"/>
              <a:gd name="connsiteX2565" fmla="*/ 3676371 w 6501199"/>
              <a:gd name="connsiteY2565" fmla="*/ 2090665 h 6382977"/>
              <a:gd name="connsiteX2566" fmla="*/ 3486544 w 6501199"/>
              <a:gd name="connsiteY2566" fmla="*/ 2087562 h 6382977"/>
              <a:gd name="connsiteX2567" fmla="*/ 3466263 w 6501199"/>
              <a:gd name="connsiteY2567" fmla="*/ 2108444 h 6382977"/>
              <a:gd name="connsiteX2568" fmla="*/ 3486544 w 6501199"/>
              <a:gd name="connsiteY2568" fmla="*/ 2087562 h 6382977"/>
              <a:gd name="connsiteX2569" fmla="*/ 6135461 w 6501199"/>
              <a:gd name="connsiteY2569" fmla="*/ 2085975 h 6382977"/>
              <a:gd name="connsiteX2570" fmla="*/ 6147184 w 6501199"/>
              <a:gd name="connsiteY2570" fmla="*/ 2101716 h 6382977"/>
              <a:gd name="connsiteX2571" fmla="*/ 6123738 w 6501199"/>
              <a:gd name="connsiteY2571" fmla="*/ 2108513 h 6382977"/>
              <a:gd name="connsiteX2572" fmla="*/ 6135461 w 6501199"/>
              <a:gd name="connsiteY2572" fmla="*/ 2085975 h 6382977"/>
              <a:gd name="connsiteX2573" fmla="*/ 5333340 w 6501199"/>
              <a:gd name="connsiteY2573" fmla="*/ 2081487 h 6382977"/>
              <a:gd name="connsiteX2574" fmla="*/ 5332534 w 6501199"/>
              <a:gd name="connsiteY2574" fmla="*/ 2087348 h 6382977"/>
              <a:gd name="connsiteX2575" fmla="*/ 5327612 w 6501199"/>
              <a:gd name="connsiteY2575" fmla="*/ 2092562 h 6382977"/>
              <a:gd name="connsiteX2576" fmla="*/ 5340257 w 6501199"/>
              <a:gd name="connsiteY2576" fmla="*/ 2088107 h 6382977"/>
              <a:gd name="connsiteX2577" fmla="*/ 5340588 w 6501199"/>
              <a:gd name="connsiteY2577" fmla="*/ 2082283 h 6382977"/>
              <a:gd name="connsiteX2578" fmla="*/ 5340190 w 6501199"/>
              <a:gd name="connsiteY2578" fmla="*/ 2082240 h 6382977"/>
              <a:gd name="connsiteX2579" fmla="*/ 3553575 w 6501199"/>
              <a:gd name="connsiteY2579" fmla="*/ 2081212 h 6382977"/>
              <a:gd name="connsiteX2580" fmla="*/ 3567497 w 6501199"/>
              <a:gd name="connsiteY2580" fmla="*/ 2085557 h 6382977"/>
              <a:gd name="connsiteX2581" fmla="*/ 3553575 w 6501199"/>
              <a:gd name="connsiteY2581" fmla="*/ 2092436 h 6382977"/>
              <a:gd name="connsiteX2582" fmla="*/ 3553575 w 6501199"/>
              <a:gd name="connsiteY2582" fmla="*/ 2081212 h 6382977"/>
              <a:gd name="connsiteX2583" fmla="*/ 3441362 w 6501199"/>
              <a:gd name="connsiteY2583" fmla="*/ 2076199 h 6382977"/>
              <a:gd name="connsiteX2584" fmla="*/ 3439233 w 6501199"/>
              <a:gd name="connsiteY2584" fmla="*/ 2076613 h 6382977"/>
              <a:gd name="connsiteX2585" fmla="*/ 3441512 w 6501199"/>
              <a:gd name="connsiteY2585" fmla="*/ 2086374 h 6382977"/>
              <a:gd name="connsiteX2586" fmla="*/ 3441671 w 6501199"/>
              <a:gd name="connsiteY2586" fmla="*/ 2080946 h 6382977"/>
              <a:gd name="connsiteX2587" fmla="*/ 3441362 w 6501199"/>
              <a:gd name="connsiteY2587" fmla="*/ 2076199 h 6382977"/>
              <a:gd name="connsiteX2588" fmla="*/ 3844323 w 6501199"/>
              <a:gd name="connsiteY2588" fmla="*/ 2074304 h 6382977"/>
              <a:gd name="connsiteX2589" fmla="*/ 3841854 w 6501199"/>
              <a:gd name="connsiteY2589" fmla="*/ 2074794 h 6382977"/>
              <a:gd name="connsiteX2590" fmla="*/ 3848388 w 6501199"/>
              <a:gd name="connsiteY2590" fmla="*/ 2076564 h 6382977"/>
              <a:gd name="connsiteX2591" fmla="*/ 3848476 w 6501199"/>
              <a:gd name="connsiteY2591" fmla="*/ 2076410 h 6382977"/>
              <a:gd name="connsiteX2592" fmla="*/ 3726416 w 6501199"/>
              <a:gd name="connsiteY2592" fmla="*/ 2072307 h 6382977"/>
              <a:gd name="connsiteX2593" fmla="*/ 3727129 w 6501199"/>
              <a:gd name="connsiteY2593" fmla="*/ 2072427 h 6382977"/>
              <a:gd name="connsiteX2594" fmla="*/ 3726804 w 6501199"/>
              <a:gd name="connsiteY2594" fmla="*/ 2072791 h 6382977"/>
              <a:gd name="connsiteX2595" fmla="*/ 5341292 w 6501199"/>
              <a:gd name="connsiteY2595" fmla="*/ 2069881 h 6382977"/>
              <a:gd name="connsiteX2596" fmla="*/ 5334953 w 6501199"/>
              <a:gd name="connsiteY2596" fmla="*/ 2073678 h 6382977"/>
              <a:gd name="connsiteX2597" fmla="*/ 5333922 w 6501199"/>
              <a:gd name="connsiteY2597" fmla="*/ 2078382 h 6382977"/>
              <a:gd name="connsiteX2598" fmla="*/ 5338982 w 6501199"/>
              <a:gd name="connsiteY2598" fmla="*/ 2074862 h 6382977"/>
              <a:gd name="connsiteX2599" fmla="*/ 5341113 w 6501199"/>
              <a:gd name="connsiteY2599" fmla="*/ 2073036 h 6382977"/>
              <a:gd name="connsiteX2600" fmla="*/ 3735800 w 6501199"/>
              <a:gd name="connsiteY2600" fmla="*/ 2069692 h 6382977"/>
              <a:gd name="connsiteX2601" fmla="*/ 3755939 w 6501199"/>
              <a:gd name="connsiteY2601" fmla="*/ 2076987 h 6382977"/>
              <a:gd name="connsiteX2602" fmla="*/ 3741178 w 6501199"/>
              <a:gd name="connsiteY2602" fmla="*/ 2074782 h 6382977"/>
              <a:gd name="connsiteX2603" fmla="*/ 3732917 w 6501199"/>
              <a:gd name="connsiteY2603" fmla="*/ 2073397 h 6382977"/>
              <a:gd name="connsiteX2604" fmla="*/ 3732917 w 6501199"/>
              <a:gd name="connsiteY2604" fmla="*/ 2080428 h 6382977"/>
              <a:gd name="connsiteX2605" fmla="*/ 3733342 w 6501199"/>
              <a:gd name="connsiteY2605" fmla="*/ 2080957 h 6382977"/>
              <a:gd name="connsiteX2606" fmla="*/ 3758099 w 6501199"/>
              <a:gd name="connsiteY2606" fmla="*/ 2088145 h 6382977"/>
              <a:gd name="connsiteX2607" fmla="*/ 3746938 w 6501199"/>
              <a:gd name="connsiteY2607" fmla="*/ 2101823 h 6382977"/>
              <a:gd name="connsiteX2608" fmla="*/ 3735417 w 6501199"/>
              <a:gd name="connsiteY2608" fmla="*/ 2085985 h 6382977"/>
              <a:gd name="connsiteX2609" fmla="*/ 3727087 w 6501199"/>
              <a:gd name="connsiteY2609" fmla="*/ 2101298 h 6382977"/>
              <a:gd name="connsiteX2610" fmla="*/ 3730307 w 6501199"/>
              <a:gd name="connsiteY2610" fmla="*/ 2100855 h 6382977"/>
              <a:gd name="connsiteX2611" fmla="*/ 3755601 w 6501199"/>
              <a:gd name="connsiteY2611" fmla="*/ 2114760 h 6382977"/>
              <a:gd name="connsiteX2612" fmla="*/ 3773965 w 6501199"/>
              <a:gd name="connsiteY2612" fmla="*/ 2076238 h 6382977"/>
              <a:gd name="connsiteX2613" fmla="*/ 3762122 w 6501199"/>
              <a:gd name="connsiteY2613" fmla="*/ 2072984 h 6382977"/>
              <a:gd name="connsiteX2614" fmla="*/ 3758099 w 6501199"/>
              <a:gd name="connsiteY2614" fmla="*/ 2072307 h 6382977"/>
              <a:gd name="connsiteX2615" fmla="*/ 3758516 w 6501199"/>
              <a:gd name="connsiteY2615" fmla="*/ 2072002 h 6382977"/>
              <a:gd name="connsiteX2616" fmla="*/ 3687892 w 6501199"/>
              <a:gd name="connsiteY2616" fmla="*/ 2063309 h 6382977"/>
              <a:gd name="connsiteX2617" fmla="*/ 3690052 w 6501199"/>
              <a:gd name="connsiteY2617" fmla="*/ 2081666 h 6382977"/>
              <a:gd name="connsiteX2618" fmla="*/ 3696893 w 6501199"/>
              <a:gd name="connsiteY2618" fmla="*/ 2079146 h 6382977"/>
              <a:gd name="connsiteX2619" fmla="*/ 3687892 w 6501199"/>
              <a:gd name="connsiteY2619" fmla="*/ 2063309 h 6382977"/>
              <a:gd name="connsiteX2620" fmla="*/ 3707555 w 6501199"/>
              <a:gd name="connsiteY2620" fmla="*/ 2063032 h 6382977"/>
              <a:gd name="connsiteX2621" fmla="*/ 3707921 w 6501199"/>
              <a:gd name="connsiteY2621" fmla="*/ 2066486 h 6382977"/>
              <a:gd name="connsiteX2622" fmla="*/ 3708189 w 6501199"/>
              <a:gd name="connsiteY2622" fmla="*/ 2064479 h 6382977"/>
              <a:gd name="connsiteX2623" fmla="*/ 3660529 w 6501199"/>
              <a:gd name="connsiteY2623" fmla="*/ 2061149 h 6382977"/>
              <a:gd name="connsiteX2624" fmla="*/ 3658009 w 6501199"/>
              <a:gd name="connsiteY2624" fmla="*/ 2094984 h 6382977"/>
              <a:gd name="connsiteX2625" fmla="*/ 3646642 w 6501199"/>
              <a:gd name="connsiteY2625" fmla="*/ 2089150 h 6382977"/>
              <a:gd name="connsiteX2626" fmla="*/ 3646222 w 6501199"/>
              <a:gd name="connsiteY2626" fmla="*/ 2089473 h 6382977"/>
              <a:gd name="connsiteX2627" fmla="*/ 3641371 w 6501199"/>
              <a:gd name="connsiteY2627" fmla="*/ 2087955 h 6382977"/>
              <a:gd name="connsiteX2628" fmla="*/ 3638972 w 6501199"/>
              <a:gd name="connsiteY2628" fmla="*/ 2087847 h 6382977"/>
              <a:gd name="connsiteX2629" fmla="*/ 3630646 w 6501199"/>
              <a:gd name="connsiteY2629" fmla="*/ 2092824 h 6382977"/>
              <a:gd name="connsiteX2630" fmla="*/ 3634607 w 6501199"/>
              <a:gd name="connsiteY2630" fmla="*/ 2082701 h 6382977"/>
              <a:gd name="connsiteX2631" fmla="*/ 3633227 w 6501199"/>
              <a:gd name="connsiteY2631" fmla="*/ 2072747 h 6382977"/>
              <a:gd name="connsiteX2632" fmla="*/ 3633366 w 6501199"/>
              <a:gd name="connsiteY2632" fmla="*/ 2072501 h 6382977"/>
              <a:gd name="connsiteX2633" fmla="*/ 3639467 w 6501199"/>
              <a:gd name="connsiteY2633" fmla="*/ 2078426 h 6382977"/>
              <a:gd name="connsiteX2634" fmla="*/ 3641461 w 6501199"/>
              <a:gd name="connsiteY2634" fmla="*/ 2078577 h 6382977"/>
              <a:gd name="connsiteX2635" fmla="*/ 3644581 w 6501199"/>
              <a:gd name="connsiteY2635" fmla="*/ 2071722 h 6382977"/>
              <a:gd name="connsiteX2636" fmla="*/ 3642274 w 6501199"/>
              <a:gd name="connsiteY2636" fmla="*/ 2067853 h 6382977"/>
              <a:gd name="connsiteX2637" fmla="*/ 3634291 w 6501199"/>
              <a:gd name="connsiteY2637" fmla="*/ 2070868 h 6382977"/>
              <a:gd name="connsiteX2638" fmla="*/ 3633366 w 6501199"/>
              <a:gd name="connsiteY2638" fmla="*/ 2072501 h 6382977"/>
              <a:gd name="connsiteX2639" fmla="*/ 3633166 w 6501199"/>
              <a:gd name="connsiteY2639" fmla="*/ 2072307 h 6382977"/>
              <a:gd name="connsiteX2640" fmla="*/ 3633227 w 6501199"/>
              <a:gd name="connsiteY2640" fmla="*/ 2072747 h 6382977"/>
              <a:gd name="connsiteX2641" fmla="*/ 3627996 w 6501199"/>
              <a:gd name="connsiteY2641" fmla="*/ 2081981 h 6382977"/>
              <a:gd name="connsiteX2642" fmla="*/ 3626326 w 6501199"/>
              <a:gd name="connsiteY2642" fmla="*/ 2094984 h 6382977"/>
              <a:gd name="connsiteX2643" fmla="*/ 3607964 w 6501199"/>
              <a:gd name="connsiteY2643" fmla="*/ 2085985 h 6382977"/>
              <a:gd name="connsiteX2644" fmla="*/ 3603643 w 6501199"/>
              <a:gd name="connsiteY2644" fmla="*/ 2108662 h 6382977"/>
              <a:gd name="connsiteX2645" fmla="*/ 3610484 w 6501199"/>
              <a:gd name="connsiteY2645" fmla="*/ 2072307 h 6382977"/>
              <a:gd name="connsiteX2646" fmla="*/ 3587801 w 6501199"/>
              <a:gd name="connsiteY2646" fmla="*/ 2085985 h 6382977"/>
              <a:gd name="connsiteX2647" fmla="*/ 3585281 w 6501199"/>
              <a:gd name="connsiteY2647" fmla="*/ 2076987 h 6382977"/>
              <a:gd name="connsiteX2648" fmla="*/ 3583121 w 6501199"/>
              <a:gd name="connsiteY2648" fmla="*/ 2090665 h 6382977"/>
              <a:gd name="connsiteX2649" fmla="*/ 3544237 w 6501199"/>
              <a:gd name="connsiteY2649" fmla="*/ 2085985 h 6382977"/>
              <a:gd name="connsiteX2650" fmla="*/ 3528395 w 6501199"/>
              <a:gd name="connsiteY2650" fmla="*/ 2074827 h 6382977"/>
              <a:gd name="connsiteX2651" fmla="*/ 3521554 w 6501199"/>
              <a:gd name="connsiteY2651" fmla="*/ 2092824 h 6382977"/>
              <a:gd name="connsiteX2652" fmla="*/ 3444146 w 6501199"/>
              <a:gd name="connsiteY2652" fmla="*/ 2088145 h 6382977"/>
              <a:gd name="connsiteX2653" fmla="*/ 3441548 w 6501199"/>
              <a:gd name="connsiteY2653" fmla="*/ 2086527 h 6382977"/>
              <a:gd name="connsiteX2654" fmla="*/ 3443676 w 6501199"/>
              <a:gd name="connsiteY2654" fmla="*/ 2095644 h 6382977"/>
              <a:gd name="connsiteX2655" fmla="*/ 3432452 w 6501199"/>
              <a:gd name="connsiteY2655" fmla="*/ 2109424 h 6382977"/>
              <a:gd name="connsiteX2656" fmla="*/ 3430144 w 6501199"/>
              <a:gd name="connsiteY2656" fmla="*/ 2097458 h 6382977"/>
              <a:gd name="connsiteX2657" fmla="*/ 3414922 w 6501199"/>
              <a:gd name="connsiteY2657" fmla="*/ 2089258 h 6382977"/>
              <a:gd name="connsiteX2658" fmla="*/ 3413588 w 6501199"/>
              <a:gd name="connsiteY2658" fmla="*/ 2089990 h 6382977"/>
              <a:gd name="connsiteX2659" fmla="*/ 3412672 w 6501199"/>
              <a:gd name="connsiteY2659" fmla="*/ 2090182 h 6382977"/>
              <a:gd name="connsiteX2660" fmla="*/ 3409642 w 6501199"/>
              <a:gd name="connsiteY2660" fmla="*/ 2093469 h 6382977"/>
              <a:gd name="connsiteX2661" fmla="*/ 3409284 w 6501199"/>
              <a:gd name="connsiteY2661" fmla="*/ 2090891 h 6382977"/>
              <a:gd name="connsiteX2662" fmla="*/ 3402928 w 6501199"/>
              <a:gd name="connsiteY2662" fmla="*/ 2092222 h 6382977"/>
              <a:gd name="connsiteX2663" fmla="*/ 3396621 w 6501199"/>
              <a:gd name="connsiteY2663" fmla="*/ 2085985 h 6382977"/>
              <a:gd name="connsiteX2664" fmla="*/ 3410303 w 6501199"/>
              <a:gd name="connsiteY2664" fmla="*/ 2079146 h 6382977"/>
              <a:gd name="connsiteX2665" fmla="*/ 3387260 w 6501199"/>
              <a:gd name="connsiteY2665" fmla="*/ 2081666 h 6382977"/>
              <a:gd name="connsiteX2666" fmla="*/ 3373579 w 6501199"/>
              <a:gd name="connsiteY2666" fmla="*/ 2094984 h 6382977"/>
              <a:gd name="connsiteX2667" fmla="*/ 3382940 w 6501199"/>
              <a:gd name="connsiteY2667" fmla="*/ 2088145 h 6382977"/>
              <a:gd name="connsiteX2668" fmla="*/ 3382940 w 6501199"/>
              <a:gd name="connsiteY2668" fmla="*/ 2081666 h 6382977"/>
              <a:gd name="connsiteX2669" fmla="*/ 3317053 w 6501199"/>
              <a:gd name="connsiteY2669" fmla="*/ 2085985 h 6382977"/>
              <a:gd name="connsiteX2670" fmla="*/ 3330374 w 6501199"/>
              <a:gd name="connsiteY2670" fmla="*/ 2113341 h 6382977"/>
              <a:gd name="connsiteX2671" fmla="*/ 3277089 w 6501199"/>
              <a:gd name="connsiteY2671" fmla="*/ 2106772 h 6382977"/>
              <a:gd name="connsiteX2672" fmla="*/ 3221783 w 6501199"/>
              <a:gd name="connsiteY2672" fmla="*/ 2122300 h 6382977"/>
              <a:gd name="connsiteX2673" fmla="*/ 3221797 w 6501199"/>
              <a:gd name="connsiteY2673" fmla="*/ 2122372 h 6382977"/>
              <a:gd name="connsiteX2674" fmla="*/ 3241850 w 6501199"/>
              <a:gd name="connsiteY2674" fmla="*/ 2126614 h 6382977"/>
              <a:gd name="connsiteX2675" fmla="*/ 3253686 w 6501199"/>
              <a:gd name="connsiteY2675" fmla="*/ 2136018 h 6382977"/>
              <a:gd name="connsiteX2676" fmla="*/ 3231094 w 6501199"/>
              <a:gd name="connsiteY2676" fmla="*/ 2131204 h 6382977"/>
              <a:gd name="connsiteX2677" fmla="*/ 3222957 w 6501199"/>
              <a:gd name="connsiteY2677" fmla="*/ 2128603 h 6382977"/>
              <a:gd name="connsiteX2678" fmla="*/ 3225578 w 6501199"/>
              <a:gd name="connsiteY2678" fmla="*/ 2142672 h 6382977"/>
              <a:gd name="connsiteX2679" fmla="*/ 3228076 w 6501199"/>
              <a:gd name="connsiteY2679" fmla="*/ 2142606 h 6382977"/>
              <a:gd name="connsiteX2680" fmla="*/ 3225783 w 6501199"/>
              <a:gd name="connsiteY2680" fmla="*/ 2143769 h 6382977"/>
              <a:gd name="connsiteX2681" fmla="*/ 3225945 w 6501199"/>
              <a:gd name="connsiteY2681" fmla="*/ 2144642 h 6382977"/>
              <a:gd name="connsiteX2682" fmla="*/ 3220611 w 6501199"/>
              <a:gd name="connsiteY2682" fmla="*/ 2151977 h 6382977"/>
              <a:gd name="connsiteX2683" fmla="*/ 3228666 w 6501199"/>
              <a:gd name="connsiteY2683" fmla="*/ 2152715 h 6382977"/>
              <a:gd name="connsiteX2684" fmla="*/ 3246436 w 6501199"/>
              <a:gd name="connsiteY2684" fmla="*/ 2138286 h 6382977"/>
              <a:gd name="connsiteX2685" fmla="*/ 3260116 w 6501199"/>
              <a:gd name="connsiteY2685" fmla="*/ 2149446 h 6382977"/>
              <a:gd name="connsiteX2686" fmla="*/ 3269096 w 6501199"/>
              <a:gd name="connsiteY2686" fmla="*/ 2148525 h 6382977"/>
              <a:gd name="connsiteX2687" fmla="*/ 3269944 w 6501199"/>
              <a:gd name="connsiteY2687" fmla="*/ 2147761 h 6382977"/>
              <a:gd name="connsiteX2688" fmla="*/ 3275204 w 6501199"/>
              <a:gd name="connsiteY2688" fmla="*/ 2147300 h 6382977"/>
              <a:gd name="connsiteX2689" fmla="*/ 3275389 w 6501199"/>
              <a:gd name="connsiteY2689" fmla="*/ 2147879 h 6382977"/>
              <a:gd name="connsiteX2690" fmla="*/ 3368837 w 6501199"/>
              <a:gd name="connsiteY2690" fmla="*/ 2138286 h 6382977"/>
              <a:gd name="connsiteX2691" fmla="*/ 3454919 w 6501199"/>
              <a:gd name="connsiteY2691" fmla="*/ 2130594 h 6382977"/>
              <a:gd name="connsiteX2692" fmla="*/ 3452844 w 6501199"/>
              <a:gd name="connsiteY2692" fmla="*/ 2124106 h 6382977"/>
              <a:gd name="connsiteX2693" fmla="*/ 3448594 w 6501199"/>
              <a:gd name="connsiteY2693" fmla="*/ 2127175 h 6382977"/>
              <a:gd name="connsiteX2694" fmla="*/ 3450697 w 6501199"/>
              <a:gd name="connsiteY2694" fmla="*/ 2115269 h 6382977"/>
              <a:gd name="connsiteX2695" fmla="*/ 3455254 w 6501199"/>
              <a:gd name="connsiteY2695" fmla="*/ 2110804 h 6382977"/>
              <a:gd name="connsiteX2696" fmla="*/ 3466031 w 6501199"/>
              <a:gd name="connsiteY2696" fmla="*/ 2115920 h 6382977"/>
              <a:gd name="connsiteX2697" fmla="*/ 3456040 w 6501199"/>
              <a:gd name="connsiteY2697" fmla="*/ 2130494 h 6382977"/>
              <a:gd name="connsiteX2698" fmla="*/ 3473598 w 6501199"/>
              <a:gd name="connsiteY2698" fmla="*/ 2128925 h 6382977"/>
              <a:gd name="connsiteX2699" fmla="*/ 3475758 w 6501199"/>
              <a:gd name="connsiteY2699" fmla="*/ 2138286 h 6382977"/>
              <a:gd name="connsiteX2700" fmla="*/ 3491598 w 6501199"/>
              <a:gd name="connsiteY2700" fmla="*/ 2128925 h 6382977"/>
              <a:gd name="connsiteX2701" fmla="*/ 3544999 w 6501199"/>
              <a:gd name="connsiteY2701" fmla="*/ 2133697 h 6382977"/>
              <a:gd name="connsiteX2702" fmla="*/ 3547230 w 6501199"/>
              <a:gd name="connsiteY2702" fmla="*/ 2128407 h 6382977"/>
              <a:gd name="connsiteX2703" fmla="*/ 3537042 w 6501199"/>
              <a:gd name="connsiteY2703" fmla="*/ 2123761 h 6382977"/>
              <a:gd name="connsiteX2704" fmla="*/ 3563372 w 6501199"/>
              <a:gd name="connsiteY2704" fmla="*/ 2126146 h 6382977"/>
              <a:gd name="connsiteX2705" fmla="*/ 3567417 w 6501199"/>
              <a:gd name="connsiteY2705" fmla="*/ 2135700 h 6382977"/>
              <a:gd name="connsiteX2706" fmla="*/ 3596359 w 6501199"/>
              <a:gd name="connsiteY2706" fmla="*/ 2138286 h 6382977"/>
              <a:gd name="connsiteX2707" fmla="*/ 3619444 w 6501199"/>
              <a:gd name="connsiteY2707" fmla="*/ 2139197 h 6382977"/>
              <a:gd name="connsiteX2708" fmla="*/ 3637834 w 6501199"/>
              <a:gd name="connsiteY2708" fmla="*/ 2139923 h 6382977"/>
              <a:gd name="connsiteX2709" fmla="*/ 3637500 w 6501199"/>
              <a:gd name="connsiteY2709" fmla="*/ 2135281 h 6382977"/>
              <a:gd name="connsiteX2710" fmla="*/ 3644094 w 6501199"/>
              <a:gd name="connsiteY2710" fmla="*/ 2137650 h 6382977"/>
              <a:gd name="connsiteX2711" fmla="*/ 3644714 w 6501199"/>
              <a:gd name="connsiteY2711" fmla="*/ 2140195 h 6382977"/>
              <a:gd name="connsiteX2712" fmla="*/ 3651079 w 6501199"/>
              <a:gd name="connsiteY2712" fmla="*/ 2140446 h 6382977"/>
              <a:gd name="connsiteX2713" fmla="*/ 3655039 w 6501199"/>
              <a:gd name="connsiteY2713" fmla="*/ 2140446 h 6382977"/>
              <a:gd name="connsiteX2714" fmla="*/ 3663056 w 6501199"/>
              <a:gd name="connsiteY2714" fmla="*/ 2140446 h 6382977"/>
              <a:gd name="connsiteX2715" fmla="*/ 3656691 w 6501199"/>
              <a:gd name="connsiteY2715" fmla="*/ 2138010 h 6382977"/>
              <a:gd name="connsiteX2716" fmla="*/ 3653343 w 6501199"/>
              <a:gd name="connsiteY2716" fmla="*/ 2123761 h 6382977"/>
              <a:gd name="connsiteX2717" fmla="*/ 3664505 w 6501199"/>
              <a:gd name="connsiteY2717" fmla="*/ 2103600 h 6382977"/>
              <a:gd name="connsiteX2718" fmla="*/ 3669186 w 6501199"/>
              <a:gd name="connsiteY2718" fmla="*/ 2103600 h 6382977"/>
              <a:gd name="connsiteX2719" fmla="*/ 3672651 w 6501199"/>
              <a:gd name="connsiteY2719" fmla="*/ 2098536 h 6382977"/>
              <a:gd name="connsiteX2720" fmla="*/ 3669170 w 6501199"/>
              <a:gd name="connsiteY2720" fmla="*/ 2091205 h 6382977"/>
              <a:gd name="connsiteX2721" fmla="*/ 3669530 w 6501199"/>
              <a:gd name="connsiteY2721" fmla="*/ 2083826 h 6382977"/>
              <a:gd name="connsiteX2722" fmla="*/ 3685372 w 6501199"/>
              <a:gd name="connsiteY2722" fmla="*/ 2074827 h 6382977"/>
              <a:gd name="connsiteX2723" fmla="*/ 3660529 w 6501199"/>
              <a:gd name="connsiteY2723" fmla="*/ 2061149 h 6382977"/>
              <a:gd name="connsiteX2724" fmla="*/ 5277571 w 6501199"/>
              <a:gd name="connsiteY2724" fmla="*/ 2058360 h 6382977"/>
              <a:gd name="connsiteX2725" fmla="*/ 5270731 w 6501199"/>
              <a:gd name="connsiteY2725" fmla="*/ 2083562 h 6382977"/>
              <a:gd name="connsiteX2726" fmla="*/ 5275051 w 6501199"/>
              <a:gd name="connsiteY2726" fmla="*/ 2072041 h 6382977"/>
              <a:gd name="connsiteX2727" fmla="*/ 5279731 w 6501199"/>
              <a:gd name="connsiteY2727" fmla="*/ 2074561 h 6382977"/>
              <a:gd name="connsiteX2728" fmla="*/ 5277571 w 6501199"/>
              <a:gd name="connsiteY2728" fmla="*/ 2058360 h 6382977"/>
              <a:gd name="connsiteX2729" fmla="*/ 3731964 w 6501199"/>
              <a:gd name="connsiteY2729" fmla="*/ 2054861 h 6382977"/>
              <a:gd name="connsiteX2730" fmla="*/ 3714895 w 6501199"/>
              <a:gd name="connsiteY2730" fmla="*/ 2065468 h 6382977"/>
              <a:gd name="connsiteX2731" fmla="*/ 3721736 w 6501199"/>
              <a:gd name="connsiteY2731" fmla="*/ 2072307 h 6382977"/>
              <a:gd name="connsiteX2732" fmla="*/ 3707379 w 6501199"/>
              <a:gd name="connsiteY2732" fmla="*/ 2085491 h 6382977"/>
              <a:gd name="connsiteX2733" fmla="*/ 3703581 w 6501199"/>
              <a:gd name="connsiteY2733" fmla="*/ 2092257 h 6382977"/>
              <a:gd name="connsiteX2734" fmla="*/ 3710118 w 6501199"/>
              <a:gd name="connsiteY2734" fmla="*/ 2098390 h 6382977"/>
              <a:gd name="connsiteX2735" fmla="*/ 3717775 w 6501199"/>
              <a:gd name="connsiteY2735" fmla="*/ 2082892 h 6382977"/>
              <a:gd name="connsiteX2736" fmla="*/ 3726804 w 6501199"/>
              <a:gd name="connsiteY2736" fmla="*/ 2072791 h 6382977"/>
              <a:gd name="connsiteX2737" fmla="*/ 3730906 w 6501199"/>
              <a:gd name="connsiteY2737" fmla="*/ 2077915 h 6382977"/>
              <a:gd name="connsiteX2738" fmla="*/ 3729018 w 6501199"/>
              <a:gd name="connsiteY2738" fmla="*/ 2075097 h 6382977"/>
              <a:gd name="connsiteX2739" fmla="*/ 3729533 w 6501199"/>
              <a:gd name="connsiteY2739" fmla="*/ 2072830 h 6382977"/>
              <a:gd name="connsiteX2740" fmla="*/ 3727129 w 6501199"/>
              <a:gd name="connsiteY2740" fmla="*/ 2072427 h 6382977"/>
              <a:gd name="connsiteX2741" fmla="*/ 3730476 w 6501199"/>
              <a:gd name="connsiteY2741" fmla="*/ 2068682 h 6382977"/>
              <a:gd name="connsiteX2742" fmla="*/ 3731162 w 6501199"/>
              <a:gd name="connsiteY2742" fmla="*/ 2065663 h 6382977"/>
              <a:gd name="connsiteX2743" fmla="*/ 4745127 w 6501199"/>
              <a:gd name="connsiteY2743" fmla="*/ 2051520 h 6382977"/>
              <a:gd name="connsiteX2744" fmla="*/ 4724607 w 6501199"/>
              <a:gd name="connsiteY2744" fmla="*/ 2063040 h 6382977"/>
              <a:gd name="connsiteX2745" fmla="*/ 4731447 w 6501199"/>
              <a:gd name="connsiteY2745" fmla="*/ 2081402 h 6382977"/>
              <a:gd name="connsiteX2746" fmla="*/ 4738771 w 6501199"/>
              <a:gd name="connsiteY2746" fmla="*/ 2085716 h 6382977"/>
              <a:gd name="connsiteX2747" fmla="*/ 4742119 w 6501199"/>
              <a:gd name="connsiteY2747" fmla="*/ 2084378 h 6382977"/>
              <a:gd name="connsiteX2748" fmla="*/ 4748274 w 6501199"/>
              <a:gd name="connsiteY2748" fmla="*/ 2077408 h 6382977"/>
              <a:gd name="connsiteX2749" fmla="*/ 4740447 w 6501199"/>
              <a:gd name="connsiteY2749" fmla="*/ 2069881 h 6382977"/>
              <a:gd name="connsiteX2750" fmla="*/ 4751967 w 6501199"/>
              <a:gd name="connsiteY2750" fmla="*/ 2072041 h 6382977"/>
              <a:gd name="connsiteX2751" fmla="*/ 4745127 w 6501199"/>
              <a:gd name="connsiteY2751" fmla="*/ 2051520 h 6382977"/>
              <a:gd name="connsiteX2752" fmla="*/ 3817487 w 6501199"/>
              <a:gd name="connsiteY2752" fmla="*/ 2051108 h 6382977"/>
              <a:gd name="connsiteX2753" fmla="*/ 3812978 w 6501199"/>
              <a:gd name="connsiteY2753" fmla="*/ 2054163 h 6382977"/>
              <a:gd name="connsiteX2754" fmla="*/ 3809521 w 6501199"/>
              <a:gd name="connsiteY2754" fmla="*/ 2063143 h 6382977"/>
              <a:gd name="connsiteX2755" fmla="*/ 3805650 w 6501199"/>
              <a:gd name="connsiteY2755" fmla="*/ 2080919 h 6382977"/>
              <a:gd name="connsiteX2756" fmla="*/ 3808619 w 6501199"/>
              <a:gd name="connsiteY2756" fmla="*/ 2080299 h 6382977"/>
              <a:gd name="connsiteX2757" fmla="*/ 3816876 w 6501199"/>
              <a:gd name="connsiteY2757" fmla="*/ 2070507 h 6382977"/>
              <a:gd name="connsiteX2758" fmla="*/ 3819256 w 6501199"/>
              <a:gd name="connsiteY2758" fmla="*/ 2052702 h 6382977"/>
              <a:gd name="connsiteX2759" fmla="*/ 3738545 w 6501199"/>
              <a:gd name="connsiteY2759" fmla="*/ 2050772 h 6382977"/>
              <a:gd name="connsiteX2760" fmla="*/ 3734454 w 6501199"/>
              <a:gd name="connsiteY2760" fmla="*/ 2053315 h 6382977"/>
              <a:gd name="connsiteX2761" fmla="*/ 3737834 w 6501199"/>
              <a:gd name="connsiteY2761" fmla="*/ 2058176 h 6382977"/>
              <a:gd name="connsiteX2762" fmla="*/ 3762443 w 6501199"/>
              <a:gd name="connsiteY2762" fmla="*/ 2067238 h 6382977"/>
              <a:gd name="connsiteX2763" fmla="*/ 3767486 w 6501199"/>
              <a:gd name="connsiteY2763" fmla="*/ 2065434 h 6382977"/>
              <a:gd name="connsiteX2764" fmla="*/ 3770796 w 6501199"/>
              <a:gd name="connsiteY2764" fmla="*/ 2063011 h 6382977"/>
              <a:gd name="connsiteX2765" fmla="*/ 3774491 w 6501199"/>
              <a:gd name="connsiteY2765" fmla="*/ 2062929 h 6382977"/>
              <a:gd name="connsiteX2766" fmla="*/ 3780311 w 6501199"/>
              <a:gd name="connsiteY2766" fmla="*/ 2060848 h 6382977"/>
              <a:gd name="connsiteX2767" fmla="*/ 3784041 w 6501199"/>
              <a:gd name="connsiteY2767" fmla="*/ 2054308 h 6382977"/>
              <a:gd name="connsiteX2768" fmla="*/ 3763140 w 6501199"/>
              <a:gd name="connsiteY2768" fmla="*/ 2051835 h 6382977"/>
              <a:gd name="connsiteX2769" fmla="*/ 3738545 w 6501199"/>
              <a:gd name="connsiteY2769" fmla="*/ 2050772 h 6382977"/>
              <a:gd name="connsiteX2770" fmla="*/ 6132230 w 6501199"/>
              <a:gd name="connsiteY2770" fmla="*/ 2049462 h 6382977"/>
              <a:gd name="connsiteX2771" fmla="*/ 6155125 w 6501199"/>
              <a:gd name="connsiteY2771" fmla="*/ 2061103 h 6382977"/>
              <a:gd name="connsiteX2772" fmla="*/ 6139135 w 6501199"/>
              <a:gd name="connsiteY2772" fmla="*/ 2084023 h 6382977"/>
              <a:gd name="connsiteX2773" fmla="*/ 6139135 w 6501199"/>
              <a:gd name="connsiteY2773" fmla="*/ 2063286 h 6382977"/>
              <a:gd name="connsiteX2774" fmla="*/ 6132230 w 6501199"/>
              <a:gd name="connsiteY2774" fmla="*/ 2049462 h 6382977"/>
              <a:gd name="connsiteX2775" fmla="*/ 4074573 w 6501199"/>
              <a:gd name="connsiteY2775" fmla="*/ 2042792 h 6382977"/>
              <a:gd name="connsiteX2776" fmla="*/ 4004006 w 6501199"/>
              <a:gd name="connsiteY2776" fmla="*/ 2065468 h 6382977"/>
              <a:gd name="connsiteX2777" fmla="*/ 4004006 w 6501199"/>
              <a:gd name="connsiteY2777" fmla="*/ 2054310 h 6382977"/>
              <a:gd name="connsiteX2778" fmla="*/ 3951800 w 6501199"/>
              <a:gd name="connsiteY2778" fmla="*/ 2063309 h 6382977"/>
              <a:gd name="connsiteX2779" fmla="*/ 3897074 w 6501199"/>
              <a:gd name="connsiteY2779" fmla="*/ 2054310 h 6382977"/>
              <a:gd name="connsiteX2780" fmla="*/ 3881233 w 6501199"/>
              <a:gd name="connsiteY2780" fmla="*/ 2051790 h 6382977"/>
              <a:gd name="connsiteX2781" fmla="*/ 3865031 w 6501199"/>
              <a:gd name="connsiteY2781" fmla="*/ 2065468 h 6382977"/>
              <a:gd name="connsiteX2782" fmla="*/ 3871872 w 6501199"/>
              <a:gd name="connsiteY2782" fmla="*/ 2070148 h 6382977"/>
              <a:gd name="connsiteX2783" fmla="*/ 3865481 w 6501199"/>
              <a:gd name="connsiteY2783" fmla="*/ 2067583 h 6382977"/>
              <a:gd name="connsiteX2784" fmla="*/ 3864726 w 6501199"/>
              <a:gd name="connsiteY2784" fmla="*/ 2067129 h 6382977"/>
              <a:gd name="connsiteX2785" fmla="*/ 3865758 w 6501199"/>
              <a:gd name="connsiteY2785" fmla="*/ 2073983 h 6382977"/>
              <a:gd name="connsiteX2786" fmla="*/ 3869711 w 6501199"/>
              <a:gd name="connsiteY2786" fmla="*/ 2076987 h 6382977"/>
              <a:gd name="connsiteX2787" fmla="*/ 3866183 w 6501199"/>
              <a:gd name="connsiteY2787" fmla="*/ 2076804 h 6382977"/>
              <a:gd name="connsiteX2788" fmla="*/ 3866578 w 6501199"/>
              <a:gd name="connsiteY2788" fmla="*/ 2079426 h 6382977"/>
              <a:gd name="connsiteX2789" fmla="*/ 3860029 w 6501199"/>
              <a:gd name="connsiteY2789" fmla="*/ 2090373 h 6382977"/>
              <a:gd name="connsiteX2790" fmla="*/ 3834563 w 6501199"/>
              <a:gd name="connsiteY2790" fmla="*/ 2078745 h 6382977"/>
              <a:gd name="connsiteX2791" fmla="*/ 3838392 w 6501199"/>
              <a:gd name="connsiteY2791" fmla="*/ 2075481 h 6382977"/>
              <a:gd name="connsiteX2792" fmla="*/ 3834203 w 6501199"/>
              <a:gd name="connsiteY2792" fmla="*/ 2076312 h 6382977"/>
              <a:gd name="connsiteX2793" fmla="*/ 3825365 w 6501199"/>
              <a:gd name="connsiteY2793" fmla="*/ 2079197 h 6382977"/>
              <a:gd name="connsiteX2794" fmla="*/ 3821352 w 6501199"/>
              <a:gd name="connsiteY2794" fmla="*/ 2077641 h 6382977"/>
              <a:gd name="connsiteX2795" fmla="*/ 3819343 w 6501199"/>
              <a:gd name="connsiteY2795" fmla="*/ 2081075 h 6382977"/>
              <a:gd name="connsiteX2796" fmla="*/ 3818586 w 6501199"/>
              <a:gd name="connsiteY2796" fmla="*/ 2090665 h 6382977"/>
              <a:gd name="connsiteX2797" fmla="*/ 3818525 w 6501199"/>
              <a:gd name="connsiteY2797" fmla="*/ 2091439 h 6382977"/>
              <a:gd name="connsiteX2798" fmla="*/ 3819648 w 6501199"/>
              <a:gd name="connsiteY2798" fmla="*/ 2099280 h 6382977"/>
              <a:gd name="connsiteX2799" fmla="*/ 3823881 w 6501199"/>
              <a:gd name="connsiteY2799" fmla="*/ 2116423 h 6382977"/>
              <a:gd name="connsiteX2800" fmla="*/ 3833604 w 6501199"/>
              <a:gd name="connsiteY2800" fmla="*/ 2113163 h 6382977"/>
              <a:gd name="connsiteX2801" fmla="*/ 3833640 w 6501199"/>
              <a:gd name="connsiteY2801" fmla="*/ 2112296 h 6382977"/>
              <a:gd name="connsiteX2802" fmla="*/ 3839457 w 6501199"/>
              <a:gd name="connsiteY2802" fmla="*/ 2104159 h 6382977"/>
              <a:gd name="connsiteX2803" fmla="*/ 3871227 w 6501199"/>
              <a:gd name="connsiteY2803" fmla="*/ 2098245 h 6382977"/>
              <a:gd name="connsiteX2804" fmla="*/ 3915110 w 6501199"/>
              <a:gd name="connsiteY2804" fmla="*/ 2094239 h 6382977"/>
              <a:gd name="connsiteX2805" fmla="*/ 3917802 w 6501199"/>
              <a:gd name="connsiteY2805" fmla="*/ 2102792 h 6382977"/>
              <a:gd name="connsiteX2806" fmla="*/ 3923748 w 6501199"/>
              <a:gd name="connsiteY2806" fmla="*/ 2101258 h 6382977"/>
              <a:gd name="connsiteX2807" fmla="*/ 3919431 w 6501199"/>
              <a:gd name="connsiteY2807" fmla="*/ 2094239 h 6382977"/>
              <a:gd name="connsiteX2808" fmla="*/ 3925327 w 6501199"/>
              <a:gd name="connsiteY2808" fmla="*/ 2095274 h 6382977"/>
              <a:gd name="connsiteX2809" fmla="*/ 3927862 w 6501199"/>
              <a:gd name="connsiteY2809" fmla="*/ 2100196 h 6382977"/>
              <a:gd name="connsiteX2810" fmla="*/ 3936442 w 6501199"/>
              <a:gd name="connsiteY2810" fmla="*/ 2097982 h 6382977"/>
              <a:gd name="connsiteX2811" fmla="*/ 3958281 w 6501199"/>
              <a:gd name="connsiteY2811" fmla="*/ 2074827 h 6382977"/>
              <a:gd name="connsiteX2812" fmla="*/ 3971962 w 6501199"/>
              <a:gd name="connsiteY2812" fmla="*/ 2076987 h 6382977"/>
              <a:gd name="connsiteX2813" fmla="*/ 3958281 w 6501199"/>
              <a:gd name="connsiteY2813" fmla="*/ 2090665 h 6382977"/>
              <a:gd name="connsiteX2814" fmla="*/ 3999325 w 6501199"/>
              <a:gd name="connsiteY2814" fmla="*/ 2070148 h 6382977"/>
              <a:gd name="connsiteX2815" fmla="*/ 4074573 w 6501199"/>
              <a:gd name="connsiteY2815" fmla="*/ 2042792 h 6382977"/>
              <a:gd name="connsiteX2816" fmla="*/ 5268211 w 6501199"/>
              <a:gd name="connsiteY2816" fmla="*/ 2042519 h 6382977"/>
              <a:gd name="connsiteX2817" fmla="*/ 5257051 w 6501199"/>
              <a:gd name="connsiteY2817" fmla="*/ 2054040 h 6382977"/>
              <a:gd name="connsiteX2818" fmla="*/ 5272891 w 6501199"/>
              <a:gd name="connsiteY2818" fmla="*/ 2054040 h 6382977"/>
              <a:gd name="connsiteX2819" fmla="*/ 4807907 w 6501199"/>
              <a:gd name="connsiteY2819" fmla="*/ 2041313 h 6382977"/>
              <a:gd name="connsiteX2820" fmla="*/ 4786167 w 6501199"/>
              <a:gd name="connsiteY2820" fmla="*/ 2058360 h 6382977"/>
              <a:gd name="connsiteX2821" fmla="*/ 4786120 w 6501199"/>
              <a:gd name="connsiteY2821" fmla="*/ 2058410 h 6382977"/>
              <a:gd name="connsiteX2822" fmla="*/ 4806800 w 6501199"/>
              <a:gd name="connsiteY2822" fmla="*/ 2042477 h 6382977"/>
              <a:gd name="connsiteX2823" fmla="*/ 5386371 w 6501199"/>
              <a:gd name="connsiteY2823" fmla="*/ 2039937 h 6382977"/>
              <a:gd name="connsiteX2824" fmla="*/ 5372850 w 6501199"/>
              <a:gd name="connsiteY2824" fmla="*/ 2049275 h 6382977"/>
              <a:gd name="connsiteX2825" fmla="*/ 5372850 w 6501199"/>
              <a:gd name="connsiteY2825" fmla="*/ 2042178 h 6382977"/>
              <a:gd name="connsiteX2826" fmla="*/ 5386371 w 6501199"/>
              <a:gd name="connsiteY2826" fmla="*/ 2039937 h 6382977"/>
              <a:gd name="connsiteX2827" fmla="*/ 6328440 w 6501199"/>
              <a:gd name="connsiteY2827" fmla="*/ 2036329 h 6382977"/>
              <a:gd name="connsiteX2828" fmla="*/ 6328834 w 6501199"/>
              <a:gd name="connsiteY2828" fmla="*/ 2048966 h 6382977"/>
              <a:gd name="connsiteX2829" fmla="*/ 6348813 w 6501199"/>
              <a:gd name="connsiteY2829" fmla="*/ 2051148 h 6382977"/>
              <a:gd name="connsiteX2830" fmla="*/ 6326731 w 6501199"/>
              <a:gd name="connsiteY2830" fmla="*/ 2062790 h 6382977"/>
              <a:gd name="connsiteX2831" fmla="*/ 6324628 w 6501199"/>
              <a:gd name="connsiteY2831" fmla="*/ 2039871 h 6382977"/>
              <a:gd name="connsiteX2832" fmla="*/ 6328440 w 6501199"/>
              <a:gd name="connsiteY2832" fmla="*/ 2036329 h 6382977"/>
              <a:gd name="connsiteX2833" fmla="*/ 5915058 w 6501199"/>
              <a:gd name="connsiteY2833" fmla="*/ 2028494 h 6382977"/>
              <a:gd name="connsiteX2834" fmla="*/ 5908965 w 6501199"/>
              <a:gd name="connsiteY2834" fmla="*/ 2031347 h 6382977"/>
              <a:gd name="connsiteX2835" fmla="*/ 5907970 w 6501199"/>
              <a:gd name="connsiteY2835" fmla="*/ 2036399 h 6382977"/>
              <a:gd name="connsiteX2836" fmla="*/ 5905874 w 6501199"/>
              <a:gd name="connsiteY2836" fmla="*/ 2032793 h 6382977"/>
              <a:gd name="connsiteX2837" fmla="*/ 5889303 w 6501199"/>
              <a:gd name="connsiteY2837" fmla="*/ 2040551 h 6382977"/>
              <a:gd name="connsiteX2838" fmla="*/ 5799993 w 6501199"/>
              <a:gd name="connsiteY2838" fmla="*/ 2092749 h 6382977"/>
              <a:gd name="connsiteX2839" fmla="*/ 5797510 w 6501199"/>
              <a:gd name="connsiteY2839" fmla="*/ 2093972 h 6382977"/>
              <a:gd name="connsiteX2840" fmla="*/ 5798495 w 6501199"/>
              <a:gd name="connsiteY2840" fmla="*/ 2094723 h 6382977"/>
              <a:gd name="connsiteX2841" fmla="*/ 5796760 w 6501199"/>
              <a:gd name="connsiteY2841" fmla="*/ 2094342 h 6382977"/>
              <a:gd name="connsiteX2842" fmla="*/ 5747678 w 6501199"/>
              <a:gd name="connsiteY2842" fmla="*/ 2118517 h 6382977"/>
              <a:gd name="connsiteX2843" fmla="*/ 5746295 w 6501199"/>
              <a:gd name="connsiteY2843" fmla="*/ 2124245 h 6382977"/>
              <a:gd name="connsiteX2844" fmla="*/ 5759615 w 6501199"/>
              <a:gd name="connsiteY2844" fmla="*/ 2117764 h 6382977"/>
              <a:gd name="connsiteX2845" fmla="*/ 5741615 w 6501199"/>
              <a:gd name="connsiteY2845" fmla="*/ 2185809 h 6382977"/>
              <a:gd name="connsiteX2846" fmla="*/ 5686895 w 6501199"/>
              <a:gd name="connsiteY2846" fmla="*/ 2238372 h 6382977"/>
              <a:gd name="connsiteX2847" fmla="*/ 5683925 w 6501199"/>
              <a:gd name="connsiteY2847" fmla="*/ 2250928 h 6382977"/>
              <a:gd name="connsiteX2848" fmla="*/ 5682337 w 6501199"/>
              <a:gd name="connsiteY2848" fmla="*/ 2254225 h 6382977"/>
              <a:gd name="connsiteX2849" fmla="*/ 5682337 w 6501199"/>
              <a:gd name="connsiteY2849" fmla="*/ 2264083 h 6382977"/>
              <a:gd name="connsiteX2850" fmla="*/ 5682575 w 6501199"/>
              <a:gd name="connsiteY2850" fmla="*/ 2265374 h 6382977"/>
              <a:gd name="connsiteX2851" fmla="*/ 5695895 w 6501199"/>
              <a:gd name="connsiteY2851" fmla="*/ 2265374 h 6382977"/>
              <a:gd name="connsiteX2852" fmla="*/ 5682552 w 6501199"/>
              <a:gd name="connsiteY2852" fmla="*/ 2274921 h 6382977"/>
              <a:gd name="connsiteX2853" fmla="*/ 5682337 w 6501199"/>
              <a:gd name="connsiteY2853" fmla="*/ 2275399 h 6382977"/>
              <a:gd name="connsiteX2854" fmla="*/ 5682337 w 6501199"/>
              <a:gd name="connsiteY2854" fmla="*/ 2306582 h 6382977"/>
              <a:gd name="connsiteX2855" fmla="*/ 5683307 w 6501199"/>
              <a:gd name="connsiteY2855" fmla="*/ 2318545 h 6382977"/>
              <a:gd name="connsiteX2856" fmla="*/ 5692864 w 6501199"/>
              <a:gd name="connsiteY2856" fmla="*/ 2322087 h 6382977"/>
              <a:gd name="connsiteX2857" fmla="*/ 5724915 w 6501199"/>
              <a:gd name="connsiteY2857" fmla="*/ 2292308 h 6382977"/>
              <a:gd name="connsiteX2858" fmla="*/ 5720233 w 6501199"/>
              <a:gd name="connsiteY2858" fmla="*/ 2306108 h 6382977"/>
              <a:gd name="connsiteX2859" fmla="*/ 5714589 w 6501199"/>
              <a:gd name="connsiteY2859" fmla="*/ 2311842 h 6382977"/>
              <a:gd name="connsiteX2860" fmla="*/ 5721894 w 6501199"/>
              <a:gd name="connsiteY2860" fmla="*/ 2317200 h 6382977"/>
              <a:gd name="connsiteX2861" fmla="*/ 5723483 w 6501199"/>
              <a:gd name="connsiteY2861" fmla="*/ 2322149 h 6382977"/>
              <a:gd name="connsiteX2862" fmla="*/ 5716790 w 6501199"/>
              <a:gd name="connsiteY2862" fmla="*/ 2335145 h 6382977"/>
              <a:gd name="connsiteX2863" fmla="*/ 5718935 w 6501199"/>
              <a:gd name="connsiteY2863" fmla="*/ 2333779 h 6382977"/>
              <a:gd name="connsiteX2864" fmla="*/ 5721095 w 6501199"/>
              <a:gd name="connsiteY2864" fmla="*/ 2347460 h 6382977"/>
              <a:gd name="connsiteX2865" fmla="*/ 5746295 w 6501199"/>
              <a:gd name="connsiteY2865" fmla="*/ 2342780 h 6382977"/>
              <a:gd name="connsiteX2866" fmla="*/ 5727935 w 6501199"/>
              <a:gd name="connsiteY2866" fmla="*/ 2331619 h 6382977"/>
              <a:gd name="connsiteX2867" fmla="*/ 5753135 w 6501199"/>
              <a:gd name="connsiteY2867" fmla="*/ 2279055 h 6382977"/>
              <a:gd name="connsiteX2868" fmla="*/ 5727935 w 6501199"/>
              <a:gd name="connsiteY2868" fmla="*/ 2279055 h 6382977"/>
              <a:gd name="connsiteX2869" fmla="*/ 5748455 w 6501199"/>
              <a:gd name="connsiteY2869" fmla="*/ 2249533 h 6382977"/>
              <a:gd name="connsiteX2870" fmla="*/ 5762135 w 6501199"/>
              <a:gd name="connsiteY2870" fmla="*/ 2256374 h 6382977"/>
              <a:gd name="connsiteX2871" fmla="*/ 5734775 w 6501199"/>
              <a:gd name="connsiteY2871" fmla="*/ 2281575 h 6382977"/>
              <a:gd name="connsiteX2872" fmla="*/ 5757455 w 6501199"/>
              <a:gd name="connsiteY2872" fmla="*/ 2276895 h 6382977"/>
              <a:gd name="connsiteX2873" fmla="*/ 5777263 w 6501199"/>
              <a:gd name="connsiteY2873" fmla="*/ 2250051 h 6382977"/>
              <a:gd name="connsiteX2874" fmla="*/ 5770732 w 6501199"/>
              <a:gd name="connsiteY2874" fmla="*/ 2233433 h 6382977"/>
              <a:gd name="connsiteX2875" fmla="*/ 5776592 w 6501199"/>
              <a:gd name="connsiteY2875" fmla="*/ 2212975 h 6382977"/>
              <a:gd name="connsiteX2876" fmla="*/ 5785677 w 6501199"/>
              <a:gd name="connsiteY2876" fmla="*/ 2233433 h 6382977"/>
              <a:gd name="connsiteX2877" fmla="*/ 5782433 w 6501199"/>
              <a:gd name="connsiteY2877" fmla="*/ 2243044 h 6382977"/>
              <a:gd name="connsiteX2878" fmla="*/ 5795975 w 6501199"/>
              <a:gd name="connsiteY2878" fmla="*/ 2224691 h 6382977"/>
              <a:gd name="connsiteX2879" fmla="*/ 5823335 w 6501199"/>
              <a:gd name="connsiteY2879" fmla="*/ 2226852 h 6382977"/>
              <a:gd name="connsiteX2880" fmla="*/ 5809655 w 6501199"/>
              <a:gd name="connsiteY2880" fmla="*/ 2249533 h 6382977"/>
              <a:gd name="connsiteX2881" fmla="*/ 5837015 w 6501199"/>
              <a:gd name="connsiteY2881" fmla="*/ 2211011 h 6382977"/>
              <a:gd name="connsiteX2882" fmla="*/ 5819015 w 6501199"/>
              <a:gd name="connsiteY2882" fmla="*/ 2206330 h 6382977"/>
              <a:gd name="connsiteX2883" fmla="*/ 5805335 w 6501199"/>
              <a:gd name="connsiteY2883" fmla="*/ 2233692 h 6382977"/>
              <a:gd name="connsiteX2884" fmla="*/ 5805335 w 6501199"/>
              <a:gd name="connsiteY2884" fmla="*/ 2206330 h 6382977"/>
              <a:gd name="connsiteX2885" fmla="*/ 5853215 w 6501199"/>
              <a:gd name="connsiteY2885" fmla="*/ 2122084 h 6382977"/>
              <a:gd name="connsiteX2886" fmla="*/ 5878056 w 6501199"/>
              <a:gd name="connsiteY2886" fmla="*/ 2115244 h 6382977"/>
              <a:gd name="connsiteX2887" fmla="*/ 5880216 w 6501199"/>
              <a:gd name="connsiteY2887" fmla="*/ 2104083 h 6382977"/>
              <a:gd name="connsiteX2888" fmla="*/ 5875896 w 6501199"/>
              <a:gd name="connsiteY2888" fmla="*/ 2087882 h 6382977"/>
              <a:gd name="connsiteX2889" fmla="*/ 5916143 w 6501199"/>
              <a:gd name="connsiteY2889" fmla="*/ 2033659 h 6382977"/>
              <a:gd name="connsiteX2890" fmla="*/ 4149461 w 6501199"/>
              <a:gd name="connsiteY2890" fmla="*/ 2022274 h 6382977"/>
              <a:gd name="connsiteX2891" fmla="*/ 4076733 w 6501199"/>
              <a:gd name="connsiteY2891" fmla="*/ 2054310 h 6382977"/>
              <a:gd name="connsiteX2892" fmla="*/ 4149461 w 6501199"/>
              <a:gd name="connsiteY2892" fmla="*/ 2022274 h 6382977"/>
              <a:gd name="connsiteX2893" fmla="*/ 4742967 w 6501199"/>
              <a:gd name="connsiteY2893" fmla="*/ 2021998 h 6382977"/>
              <a:gd name="connsiteX2894" fmla="*/ 4760967 w 6501199"/>
              <a:gd name="connsiteY2894" fmla="*/ 2060880 h 6382977"/>
              <a:gd name="connsiteX2895" fmla="*/ 4772487 w 6501199"/>
              <a:gd name="connsiteY2895" fmla="*/ 2060880 h 6382977"/>
              <a:gd name="connsiteX2896" fmla="*/ 4760967 w 6501199"/>
              <a:gd name="connsiteY2896" fmla="*/ 2040359 h 6382977"/>
              <a:gd name="connsiteX2897" fmla="*/ 4772487 w 6501199"/>
              <a:gd name="connsiteY2897" fmla="*/ 2054040 h 6382977"/>
              <a:gd name="connsiteX2898" fmla="*/ 4779327 w 6501199"/>
              <a:gd name="connsiteY2898" fmla="*/ 2024158 h 6382977"/>
              <a:gd name="connsiteX2899" fmla="*/ 4742967 w 6501199"/>
              <a:gd name="connsiteY2899" fmla="*/ 2021998 h 6382977"/>
              <a:gd name="connsiteX2900" fmla="*/ 5291251 w 6501199"/>
              <a:gd name="connsiteY2900" fmla="*/ 2017677 h 6382977"/>
              <a:gd name="connsiteX2901" fmla="*/ 5286571 w 6501199"/>
              <a:gd name="connsiteY2901" fmla="*/ 2040359 h 6382977"/>
              <a:gd name="connsiteX2902" fmla="*/ 5291251 w 6501199"/>
              <a:gd name="connsiteY2902" fmla="*/ 2017677 h 6382977"/>
              <a:gd name="connsiteX2903" fmla="*/ 4811008 w 6501199"/>
              <a:gd name="connsiteY2903" fmla="*/ 2012997 h 6382977"/>
              <a:gd name="connsiteX2904" fmla="*/ 4808848 w 6501199"/>
              <a:gd name="connsiteY2904" fmla="*/ 2017677 h 6382977"/>
              <a:gd name="connsiteX2905" fmla="*/ 4813348 w 6501199"/>
              <a:gd name="connsiteY2905" fmla="*/ 2025463 h 6382977"/>
              <a:gd name="connsiteX2906" fmla="*/ 4816914 w 6501199"/>
              <a:gd name="connsiteY2906" fmla="*/ 2031847 h 6382977"/>
              <a:gd name="connsiteX2907" fmla="*/ 4828071 w 6501199"/>
              <a:gd name="connsiteY2907" fmla="*/ 2020123 h 6382977"/>
              <a:gd name="connsiteX2908" fmla="*/ 4822866 w 6501199"/>
              <a:gd name="connsiteY2908" fmla="*/ 2021801 h 6382977"/>
              <a:gd name="connsiteX2909" fmla="*/ 4811008 w 6501199"/>
              <a:gd name="connsiteY2909" fmla="*/ 2012997 h 6382977"/>
              <a:gd name="connsiteX2910" fmla="*/ 6387873 w 6501199"/>
              <a:gd name="connsiteY2910" fmla="*/ 2011186 h 6382977"/>
              <a:gd name="connsiteX2911" fmla="*/ 6392636 w 6501199"/>
              <a:gd name="connsiteY2911" fmla="*/ 2044347 h 6382977"/>
              <a:gd name="connsiteX2912" fmla="*/ 6387873 w 6501199"/>
              <a:gd name="connsiteY2912" fmla="*/ 2011186 h 6382977"/>
              <a:gd name="connsiteX2913" fmla="*/ 6085174 w 6501199"/>
              <a:gd name="connsiteY2913" fmla="*/ 2008187 h 6382977"/>
              <a:gd name="connsiteX2914" fmla="*/ 6085174 w 6501199"/>
              <a:gd name="connsiteY2914" fmla="*/ 2071330 h 6382977"/>
              <a:gd name="connsiteX2915" fmla="*/ 6085174 w 6501199"/>
              <a:gd name="connsiteY2915" fmla="*/ 2008187 h 6382977"/>
              <a:gd name="connsiteX2916" fmla="*/ 4240911 w 6501199"/>
              <a:gd name="connsiteY2916" fmla="*/ 2001308 h 6382977"/>
              <a:gd name="connsiteX2917" fmla="*/ 4238390 w 6501199"/>
              <a:gd name="connsiteY2917" fmla="*/ 2011116 h 6382977"/>
              <a:gd name="connsiteX2918" fmla="*/ 4252072 w 6501199"/>
              <a:gd name="connsiteY2918" fmla="*/ 2001757 h 6382977"/>
              <a:gd name="connsiteX2919" fmla="*/ 4240911 w 6501199"/>
              <a:gd name="connsiteY2919" fmla="*/ 2001308 h 6382977"/>
              <a:gd name="connsiteX2920" fmla="*/ 4804168 w 6501199"/>
              <a:gd name="connsiteY2920" fmla="*/ 1999316 h 6382977"/>
              <a:gd name="connsiteX2921" fmla="*/ 4799848 w 6501199"/>
              <a:gd name="connsiteY2921" fmla="*/ 2008317 h 6382977"/>
              <a:gd name="connsiteX2922" fmla="*/ 4804168 w 6501199"/>
              <a:gd name="connsiteY2922" fmla="*/ 1999316 h 6382977"/>
              <a:gd name="connsiteX2923" fmla="*/ 6026019 w 6501199"/>
              <a:gd name="connsiteY2923" fmla="*/ 1997075 h 6382977"/>
              <a:gd name="connsiteX2924" fmla="*/ 6017199 w 6501199"/>
              <a:gd name="connsiteY2924" fmla="*/ 2031632 h 6382977"/>
              <a:gd name="connsiteX2925" fmla="*/ 6026019 w 6501199"/>
              <a:gd name="connsiteY2925" fmla="*/ 1997075 h 6382977"/>
              <a:gd name="connsiteX2926" fmla="*/ 4831528 w 6501199"/>
              <a:gd name="connsiteY2926" fmla="*/ 1992476 h 6382977"/>
              <a:gd name="connsiteX2927" fmla="*/ 4834048 w 6501199"/>
              <a:gd name="connsiteY2927" fmla="*/ 2006156 h 6382977"/>
              <a:gd name="connsiteX2928" fmla="*/ 4842401 w 6501199"/>
              <a:gd name="connsiteY2928" fmla="*/ 2001954 h 6382977"/>
              <a:gd name="connsiteX2929" fmla="*/ 4844247 w 6501199"/>
              <a:gd name="connsiteY2929" fmla="*/ 2003516 h 6382977"/>
              <a:gd name="connsiteX2930" fmla="*/ 4854916 w 6501199"/>
              <a:gd name="connsiteY2930" fmla="*/ 1993632 h 6382977"/>
              <a:gd name="connsiteX2931" fmla="*/ 4851277 w 6501199"/>
              <a:gd name="connsiteY2931" fmla="*/ 1995699 h 6382977"/>
              <a:gd name="connsiteX2932" fmla="*/ 4831528 w 6501199"/>
              <a:gd name="connsiteY2932" fmla="*/ 1992476 h 6382977"/>
              <a:gd name="connsiteX2933" fmla="*/ 5307569 w 6501199"/>
              <a:gd name="connsiteY2933" fmla="*/ 1986501 h 6382977"/>
              <a:gd name="connsiteX2934" fmla="*/ 5295571 w 6501199"/>
              <a:gd name="connsiteY2934" fmla="*/ 2015157 h 6382977"/>
              <a:gd name="connsiteX2935" fmla="*/ 5318611 w 6501199"/>
              <a:gd name="connsiteY2935" fmla="*/ 1990315 h 6382977"/>
              <a:gd name="connsiteX2936" fmla="*/ 5307569 w 6501199"/>
              <a:gd name="connsiteY2936" fmla="*/ 1986501 h 6382977"/>
              <a:gd name="connsiteX2937" fmla="*/ 6139501 w 6501199"/>
              <a:gd name="connsiteY2937" fmla="*/ 1977027 h 6382977"/>
              <a:gd name="connsiteX2938" fmla="*/ 6134850 w 6501199"/>
              <a:gd name="connsiteY2938" fmla="*/ 1995170 h 6382977"/>
              <a:gd name="connsiteX2939" fmla="*/ 6139501 w 6501199"/>
              <a:gd name="connsiteY2939" fmla="*/ 1977027 h 6382977"/>
              <a:gd name="connsiteX2940" fmla="*/ 4329480 w 6501199"/>
              <a:gd name="connsiteY2940" fmla="*/ 1970082 h 6382977"/>
              <a:gd name="connsiteX2941" fmla="*/ 4325405 w 6501199"/>
              <a:gd name="connsiteY2941" fmla="*/ 1976741 h 6382977"/>
              <a:gd name="connsiteX2942" fmla="*/ 4324799 w 6501199"/>
              <a:gd name="connsiteY2942" fmla="*/ 1976921 h 6382977"/>
              <a:gd name="connsiteX2943" fmla="*/ 4329480 w 6501199"/>
              <a:gd name="connsiteY2943" fmla="*/ 1970082 h 6382977"/>
              <a:gd name="connsiteX2944" fmla="*/ 4941684 w 6501199"/>
              <a:gd name="connsiteY2944" fmla="*/ 1955823 h 6382977"/>
              <a:gd name="connsiteX2945" fmla="*/ 4940894 w 6501199"/>
              <a:gd name="connsiteY2945" fmla="*/ 1959116 h 6382977"/>
              <a:gd name="connsiteX2946" fmla="*/ 4943129 w 6501199"/>
              <a:gd name="connsiteY2946" fmla="*/ 1958273 h 6382977"/>
              <a:gd name="connsiteX2947" fmla="*/ 4858888 w 6501199"/>
              <a:gd name="connsiteY2947" fmla="*/ 1953953 h 6382977"/>
              <a:gd name="connsiteX2948" fmla="*/ 4854208 w 6501199"/>
              <a:gd name="connsiteY2948" fmla="*/ 1967634 h 6382977"/>
              <a:gd name="connsiteX2949" fmla="*/ 4858888 w 6501199"/>
              <a:gd name="connsiteY2949" fmla="*/ 1953953 h 6382977"/>
              <a:gd name="connsiteX2950" fmla="*/ 4539631 w 6501199"/>
              <a:gd name="connsiteY2950" fmla="*/ 1946275 h 6382977"/>
              <a:gd name="connsiteX2951" fmla="*/ 4532829 w 6501199"/>
              <a:gd name="connsiteY2951" fmla="*/ 1973893 h 6382977"/>
              <a:gd name="connsiteX2952" fmla="*/ 4522627 w 6501199"/>
              <a:gd name="connsiteY2952" fmla="*/ 1973847 h 6382977"/>
              <a:gd name="connsiteX2953" fmla="*/ 4517684 w 6501199"/>
              <a:gd name="connsiteY2953" fmla="*/ 1970524 h 6382977"/>
              <a:gd name="connsiteX2954" fmla="*/ 4515268 w 6501199"/>
              <a:gd name="connsiteY2954" fmla="*/ 1980495 h 6382977"/>
              <a:gd name="connsiteX2955" fmla="*/ 4485438 w 6501199"/>
              <a:gd name="connsiteY2955" fmla="*/ 1995162 h 6382977"/>
              <a:gd name="connsiteX2956" fmla="*/ 4498167 w 6501199"/>
              <a:gd name="connsiteY2956" fmla="*/ 1981807 h 6382977"/>
              <a:gd name="connsiteX2957" fmla="*/ 4517389 w 6501199"/>
              <a:gd name="connsiteY2957" fmla="*/ 1970326 h 6382977"/>
              <a:gd name="connsiteX2958" fmla="*/ 4512425 w 6501199"/>
              <a:gd name="connsiteY2958" fmla="*/ 1966988 h 6382977"/>
              <a:gd name="connsiteX2959" fmla="*/ 4539631 w 6501199"/>
              <a:gd name="connsiteY2959" fmla="*/ 1946275 h 6382977"/>
              <a:gd name="connsiteX2960" fmla="*/ 4977329 w 6501199"/>
              <a:gd name="connsiteY2960" fmla="*/ 1926591 h 6382977"/>
              <a:gd name="connsiteX2961" fmla="*/ 4958969 w 6501199"/>
              <a:gd name="connsiteY2961" fmla="*/ 1949273 h 6382977"/>
              <a:gd name="connsiteX2962" fmla="*/ 4977329 w 6501199"/>
              <a:gd name="connsiteY2962" fmla="*/ 1926591 h 6382977"/>
              <a:gd name="connsiteX2963" fmla="*/ 5350292 w 6501199"/>
              <a:gd name="connsiteY2963" fmla="*/ 1921911 h 6382977"/>
              <a:gd name="connsiteX2964" fmla="*/ 5343452 w 6501199"/>
              <a:gd name="connsiteY2964" fmla="*/ 1942432 h 6382977"/>
              <a:gd name="connsiteX2965" fmla="*/ 5350292 w 6501199"/>
              <a:gd name="connsiteY2965" fmla="*/ 1921911 h 6382977"/>
              <a:gd name="connsiteX2966" fmla="*/ 6150478 w 6501199"/>
              <a:gd name="connsiteY2966" fmla="*/ 1903412 h 6382977"/>
              <a:gd name="connsiteX2967" fmla="*/ 6163796 w 6501199"/>
              <a:gd name="connsiteY2967" fmla="*/ 1955507 h 6382977"/>
              <a:gd name="connsiteX2968" fmla="*/ 6146272 w 6501199"/>
              <a:gd name="connsiteY2968" fmla="*/ 1962333 h 6382977"/>
              <a:gd name="connsiteX2969" fmla="*/ 6150478 w 6501199"/>
              <a:gd name="connsiteY2969" fmla="*/ 1903412 h 6382977"/>
              <a:gd name="connsiteX2970" fmla="*/ 6452149 w 6501199"/>
              <a:gd name="connsiteY2970" fmla="*/ 1901973 h 6382977"/>
              <a:gd name="connsiteX2971" fmla="*/ 6471038 w 6501199"/>
              <a:gd name="connsiteY2971" fmla="*/ 1912937 h 6382977"/>
              <a:gd name="connsiteX2972" fmla="*/ 6468866 w 6501199"/>
              <a:gd name="connsiteY2972" fmla="*/ 1928459 h 6382977"/>
              <a:gd name="connsiteX2973" fmla="*/ 6430125 w 6501199"/>
              <a:gd name="connsiteY2973" fmla="*/ 1906234 h 6382977"/>
              <a:gd name="connsiteX2974" fmla="*/ 6446056 w 6501199"/>
              <a:gd name="connsiteY2974" fmla="*/ 1906234 h 6382977"/>
              <a:gd name="connsiteX2975" fmla="*/ 6452149 w 6501199"/>
              <a:gd name="connsiteY2975" fmla="*/ 1901973 h 6382977"/>
              <a:gd name="connsiteX2976" fmla="*/ 4648593 w 6501199"/>
              <a:gd name="connsiteY2976" fmla="*/ 1892300 h 6382977"/>
              <a:gd name="connsiteX2977" fmla="*/ 4548938 w 6501199"/>
              <a:gd name="connsiteY2977" fmla="*/ 1955443 h 6382977"/>
              <a:gd name="connsiteX2978" fmla="*/ 4648593 w 6501199"/>
              <a:gd name="connsiteY2978" fmla="*/ 1892300 h 6382977"/>
              <a:gd name="connsiteX2979" fmla="*/ 6117030 w 6501199"/>
              <a:gd name="connsiteY2979" fmla="*/ 1881187 h 6382977"/>
              <a:gd name="connsiteX2980" fmla="*/ 6107729 w 6501199"/>
              <a:gd name="connsiteY2980" fmla="*/ 1947501 h 6382977"/>
              <a:gd name="connsiteX2981" fmla="*/ 6117030 w 6501199"/>
              <a:gd name="connsiteY2981" fmla="*/ 1881187 h 6382977"/>
              <a:gd name="connsiteX2982" fmla="*/ 5470614 w 6501199"/>
              <a:gd name="connsiteY2982" fmla="*/ 1881187 h 6382977"/>
              <a:gd name="connsiteX2983" fmla="*/ 5495390 w 6501199"/>
              <a:gd name="connsiteY2983" fmla="*/ 1892910 h 6382977"/>
              <a:gd name="connsiteX2984" fmla="*/ 5474923 w 6501199"/>
              <a:gd name="connsiteY2984" fmla="*/ 1895108 h 6382977"/>
              <a:gd name="connsiteX2985" fmla="*/ 5470614 w 6501199"/>
              <a:gd name="connsiteY2985" fmla="*/ 1881187 h 6382977"/>
              <a:gd name="connsiteX2986" fmla="*/ 4951916 w 6501199"/>
              <a:gd name="connsiteY2986" fmla="*/ 1879033 h 6382977"/>
              <a:gd name="connsiteX2987" fmla="*/ 4962919 w 6501199"/>
              <a:gd name="connsiteY2987" fmla="*/ 1880741 h 6382977"/>
              <a:gd name="connsiteX2988" fmla="*/ 4959549 w 6501199"/>
              <a:gd name="connsiteY2988" fmla="*/ 1883087 h 6382977"/>
              <a:gd name="connsiteX2989" fmla="*/ 4962767 w 6501199"/>
              <a:gd name="connsiteY2989" fmla="*/ 1890140 h 6382977"/>
              <a:gd name="connsiteX2990" fmla="*/ 4951509 w 6501199"/>
              <a:gd name="connsiteY2990" fmla="*/ 1897896 h 6382977"/>
              <a:gd name="connsiteX2991" fmla="*/ 4948216 w 6501199"/>
              <a:gd name="connsiteY2991" fmla="*/ 1894531 h 6382977"/>
              <a:gd name="connsiteX2992" fmla="*/ 4944744 w 6501199"/>
              <a:gd name="connsiteY2992" fmla="*/ 1906162 h 6382977"/>
              <a:gd name="connsiteX2993" fmla="*/ 4931201 w 6501199"/>
              <a:gd name="connsiteY2993" fmla="*/ 1903983 h 6382977"/>
              <a:gd name="connsiteX2994" fmla="*/ 4935834 w 6501199"/>
              <a:gd name="connsiteY2994" fmla="*/ 1913062 h 6382977"/>
              <a:gd name="connsiteX2995" fmla="*/ 4920154 w 6501199"/>
              <a:gd name="connsiteY2995" fmla="*/ 1908341 h 6382977"/>
              <a:gd name="connsiteX2996" fmla="*/ 4920154 w 6501199"/>
              <a:gd name="connsiteY2996" fmla="*/ 1913062 h 6382977"/>
              <a:gd name="connsiteX2997" fmla="*/ 4929063 w 6501199"/>
              <a:gd name="connsiteY2997" fmla="*/ 1922141 h 6382977"/>
              <a:gd name="connsiteX2998" fmla="*/ 4920154 w 6501199"/>
              <a:gd name="connsiteY2998" fmla="*/ 1926862 h 6382977"/>
              <a:gd name="connsiteX2999" fmla="*/ 4913383 w 6501199"/>
              <a:gd name="connsiteY2999" fmla="*/ 1903983 h 6382977"/>
              <a:gd name="connsiteX3000" fmla="*/ 4929063 w 6501199"/>
              <a:gd name="connsiteY3000" fmla="*/ 1892362 h 6382977"/>
              <a:gd name="connsiteX3001" fmla="*/ 4951916 w 6501199"/>
              <a:gd name="connsiteY3001" fmla="*/ 1879033 h 6382977"/>
              <a:gd name="connsiteX3002" fmla="*/ 4938516 w 6501199"/>
              <a:gd name="connsiteY3002" fmla="*/ 1866900 h 6382977"/>
              <a:gd name="connsiteX3003" fmla="*/ 4934171 w 6501199"/>
              <a:gd name="connsiteY3003" fmla="*/ 1887291 h 6382977"/>
              <a:gd name="connsiteX3004" fmla="*/ 4920413 w 6501199"/>
              <a:gd name="connsiteY3004" fmla="*/ 1882998 h 6382977"/>
              <a:gd name="connsiteX3005" fmla="*/ 4938516 w 6501199"/>
              <a:gd name="connsiteY3005" fmla="*/ 1866900 h 6382977"/>
              <a:gd name="connsiteX3006" fmla="*/ 5366132 w 6501199"/>
              <a:gd name="connsiteY3006" fmla="*/ 1858186 h 6382977"/>
              <a:gd name="connsiteX3007" fmla="*/ 5345612 w 6501199"/>
              <a:gd name="connsiteY3007" fmla="*/ 1874027 h 6382977"/>
              <a:gd name="connsiteX3008" fmla="*/ 5368292 w 6501199"/>
              <a:gd name="connsiteY3008" fmla="*/ 1887708 h 6382977"/>
              <a:gd name="connsiteX3009" fmla="*/ 5354972 w 6501199"/>
              <a:gd name="connsiteY3009" fmla="*/ 1912910 h 6382977"/>
              <a:gd name="connsiteX3010" fmla="*/ 5368292 w 6501199"/>
              <a:gd name="connsiteY3010" fmla="*/ 1924071 h 6382977"/>
              <a:gd name="connsiteX3011" fmla="*/ 5375132 w 6501199"/>
              <a:gd name="connsiteY3011" fmla="*/ 1885548 h 6382977"/>
              <a:gd name="connsiteX3012" fmla="*/ 5393492 w 6501199"/>
              <a:gd name="connsiteY3012" fmla="*/ 1878708 h 6382977"/>
              <a:gd name="connsiteX3013" fmla="*/ 5395652 w 6501199"/>
              <a:gd name="connsiteY3013" fmla="*/ 1865027 h 6382977"/>
              <a:gd name="connsiteX3014" fmla="*/ 5370812 w 6501199"/>
              <a:gd name="connsiteY3014" fmla="*/ 1883388 h 6382977"/>
              <a:gd name="connsiteX3015" fmla="*/ 5366132 w 6501199"/>
              <a:gd name="connsiteY3015" fmla="*/ 1858186 h 6382977"/>
              <a:gd name="connsiteX3016" fmla="*/ 1221991 w 6501199"/>
              <a:gd name="connsiteY3016" fmla="*/ 1854179 h 6382977"/>
              <a:gd name="connsiteX3017" fmla="*/ 1198948 w 6501199"/>
              <a:gd name="connsiteY3017" fmla="*/ 1879015 h 6382977"/>
              <a:gd name="connsiteX3018" fmla="*/ 1205789 w 6501199"/>
              <a:gd name="connsiteY3018" fmla="*/ 1892693 h 6382977"/>
              <a:gd name="connsiteX3019" fmla="*/ 1221991 w 6501199"/>
              <a:gd name="connsiteY3019" fmla="*/ 1854179 h 6382977"/>
              <a:gd name="connsiteX3020" fmla="*/ 4822528 w 6501199"/>
              <a:gd name="connsiteY3020" fmla="*/ 1853866 h 6382977"/>
              <a:gd name="connsiteX3021" fmla="*/ 4822528 w 6501199"/>
              <a:gd name="connsiteY3021" fmla="*/ 1867187 h 6382977"/>
              <a:gd name="connsiteX3022" fmla="*/ 4822528 w 6501199"/>
              <a:gd name="connsiteY3022" fmla="*/ 1853866 h 6382977"/>
              <a:gd name="connsiteX3023" fmla="*/ 5385863 w 6501199"/>
              <a:gd name="connsiteY3023" fmla="*/ 1852245 h 6382977"/>
              <a:gd name="connsiteX3024" fmla="*/ 5380037 w 6501199"/>
              <a:gd name="connsiteY3024" fmla="*/ 1855351 h 6382977"/>
              <a:gd name="connsiteX3025" fmla="*/ 5379812 w 6501199"/>
              <a:gd name="connsiteY3025" fmla="*/ 1867187 h 6382977"/>
              <a:gd name="connsiteX3026" fmla="*/ 5391242 w 6501199"/>
              <a:gd name="connsiteY3026" fmla="*/ 1859672 h 6382977"/>
              <a:gd name="connsiteX3027" fmla="*/ 5392148 w 6501199"/>
              <a:gd name="connsiteY3027" fmla="*/ 1857074 h 6382977"/>
              <a:gd name="connsiteX3028" fmla="*/ 5387930 w 6501199"/>
              <a:gd name="connsiteY3028" fmla="*/ 1852300 h 6382977"/>
              <a:gd name="connsiteX3029" fmla="*/ 6405438 w 6501199"/>
              <a:gd name="connsiteY3029" fmla="*/ 1847212 h 6382977"/>
              <a:gd name="connsiteX3030" fmla="*/ 6400805 w 6501199"/>
              <a:gd name="connsiteY3030" fmla="*/ 1936387 h 6382977"/>
              <a:gd name="connsiteX3031" fmla="*/ 6405438 w 6501199"/>
              <a:gd name="connsiteY3031" fmla="*/ 1847212 h 6382977"/>
              <a:gd name="connsiteX3032" fmla="*/ 5771135 w 6501199"/>
              <a:gd name="connsiteY3032" fmla="*/ 1840185 h 6382977"/>
              <a:gd name="connsiteX3033" fmla="*/ 5762135 w 6501199"/>
              <a:gd name="connsiteY3033" fmla="*/ 1851346 h 6382977"/>
              <a:gd name="connsiteX3034" fmla="*/ 5775815 w 6501199"/>
              <a:gd name="connsiteY3034" fmla="*/ 1878708 h 6382977"/>
              <a:gd name="connsiteX3035" fmla="*/ 5771135 w 6501199"/>
              <a:gd name="connsiteY3035" fmla="*/ 1840185 h 6382977"/>
              <a:gd name="connsiteX3036" fmla="*/ 6501199 w 6501199"/>
              <a:gd name="connsiteY3036" fmla="*/ 1836737 h 6382977"/>
              <a:gd name="connsiteX3037" fmla="*/ 6466638 w 6501199"/>
              <a:gd name="connsiteY3037" fmla="*/ 1866536 h 6382977"/>
              <a:gd name="connsiteX3038" fmla="*/ 6501199 w 6501199"/>
              <a:gd name="connsiteY3038" fmla="*/ 1836737 h 6382977"/>
              <a:gd name="connsiteX3039" fmla="*/ 4956892 w 6501199"/>
              <a:gd name="connsiteY3039" fmla="*/ 1835739 h 6382977"/>
              <a:gd name="connsiteX3040" fmla="*/ 4984541 w 6501199"/>
              <a:gd name="connsiteY3040" fmla="*/ 1847350 h 6382977"/>
              <a:gd name="connsiteX3041" fmla="*/ 4975083 w 6501199"/>
              <a:gd name="connsiteY3041" fmla="*/ 1858599 h 6382977"/>
              <a:gd name="connsiteX3042" fmla="*/ 4965987 w 6501199"/>
              <a:gd name="connsiteY3042" fmla="*/ 1844810 h 6382977"/>
              <a:gd name="connsiteX3043" fmla="*/ 4952163 w 6501199"/>
              <a:gd name="connsiteY3043" fmla="*/ 1849527 h 6382977"/>
              <a:gd name="connsiteX3044" fmla="*/ 4956892 w 6501199"/>
              <a:gd name="connsiteY3044" fmla="*/ 1835739 h 6382977"/>
              <a:gd name="connsiteX3045" fmla="*/ 4729447 w 6501199"/>
              <a:gd name="connsiteY3045" fmla="*/ 1835062 h 6382977"/>
              <a:gd name="connsiteX3046" fmla="*/ 4681328 w 6501199"/>
              <a:gd name="connsiteY3046" fmla="*/ 1876065 h 6382977"/>
              <a:gd name="connsiteX3047" fmla="*/ 4676625 w 6501199"/>
              <a:gd name="connsiteY3047" fmla="*/ 1862398 h 6382977"/>
              <a:gd name="connsiteX3048" fmla="*/ 4663238 w 6501199"/>
              <a:gd name="connsiteY3048" fmla="*/ 1866714 h 6382977"/>
              <a:gd name="connsiteX3049" fmla="*/ 4729447 w 6501199"/>
              <a:gd name="connsiteY3049" fmla="*/ 1835062 h 6382977"/>
              <a:gd name="connsiteX3050" fmla="*/ 5601998 w 6501199"/>
              <a:gd name="connsiteY3050" fmla="*/ 1831222 h 6382977"/>
              <a:gd name="connsiteX3051" fmla="*/ 5597079 w 6501199"/>
              <a:gd name="connsiteY3051" fmla="*/ 1832494 h 6382977"/>
              <a:gd name="connsiteX3052" fmla="*/ 5594654 w 6501199"/>
              <a:gd name="connsiteY3052" fmla="*/ 1832407 h 6382977"/>
              <a:gd name="connsiteX3053" fmla="*/ 5596459 w 6501199"/>
              <a:gd name="connsiteY3053" fmla="*/ 1847106 h 6382977"/>
              <a:gd name="connsiteX3054" fmla="*/ 5599503 w 6501199"/>
              <a:gd name="connsiteY3054" fmla="*/ 1838610 h 6382977"/>
              <a:gd name="connsiteX3055" fmla="*/ 6370653 w 6501199"/>
              <a:gd name="connsiteY3055" fmla="*/ 1830387 h 6382977"/>
              <a:gd name="connsiteX3056" fmla="*/ 6357192 w 6501199"/>
              <a:gd name="connsiteY3056" fmla="*/ 1844054 h 6382977"/>
              <a:gd name="connsiteX3057" fmla="*/ 6377384 w 6501199"/>
              <a:gd name="connsiteY3057" fmla="*/ 1850888 h 6382977"/>
              <a:gd name="connsiteX3058" fmla="*/ 6370653 w 6501199"/>
              <a:gd name="connsiteY3058" fmla="*/ 1830387 h 6382977"/>
              <a:gd name="connsiteX3059" fmla="*/ 5955241 w 6501199"/>
              <a:gd name="connsiteY3059" fmla="*/ 1827540 h 6382977"/>
              <a:gd name="connsiteX3060" fmla="*/ 5945737 w 6501199"/>
              <a:gd name="connsiteY3060" fmla="*/ 1835662 h 6382977"/>
              <a:gd name="connsiteX3061" fmla="*/ 5910096 w 6501199"/>
              <a:gd name="connsiteY3061" fmla="*/ 1887708 h 6382977"/>
              <a:gd name="connsiteX3062" fmla="*/ 5907576 w 6501199"/>
              <a:gd name="connsiteY3062" fmla="*/ 1908230 h 6382977"/>
              <a:gd name="connsiteX3063" fmla="*/ 5889576 w 6501199"/>
              <a:gd name="connsiteY3063" fmla="*/ 1917590 h 6382977"/>
              <a:gd name="connsiteX3064" fmla="*/ 5866400 w 6501199"/>
              <a:gd name="connsiteY3064" fmla="*/ 1967814 h 6382977"/>
              <a:gd name="connsiteX3065" fmla="*/ 5848183 w 6501199"/>
              <a:gd name="connsiteY3065" fmla="*/ 1987437 h 6382977"/>
              <a:gd name="connsiteX3066" fmla="*/ 5888718 w 6501199"/>
              <a:gd name="connsiteY3066" fmla="*/ 1971028 h 6382977"/>
              <a:gd name="connsiteX3067" fmla="*/ 5969682 w 6501199"/>
              <a:gd name="connsiteY3067" fmla="*/ 1931682 h 6382977"/>
              <a:gd name="connsiteX3068" fmla="*/ 5969137 w 6501199"/>
              <a:gd name="connsiteY3068" fmla="*/ 1926591 h 6382977"/>
              <a:gd name="connsiteX3069" fmla="*/ 5974993 w 6501199"/>
              <a:gd name="connsiteY3069" fmla="*/ 1929101 h 6382977"/>
              <a:gd name="connsiteX3070" fmla="*/ 5980108 w 6501199"/>
              <a:gd name="connsiteY3070" fmla="*/ 1926615 h 6382977"/>
              <a:gd name="connsiteX3071" fmla="*/ 5983357 w 6501199"/>
              <a:gd name="connsiteY3071" fmla="*/ 1922541 h 6382977"/>
              <a:gd name="connsiteX3072" fmla="*/ 5990197 w 6501199"/>
              <a:gd name="connsiteY3072" fmla="*/ 1912415 h 6382977"/>
              <a:gd name="connsiteX3073" fmla="*/ 5991205 w 6501199"/>
              <a:gd name="connsiteY3073" fmla="*/ 1912018 h 6382977"/>
              <a:gd name="connsiteX3074" fmla="*/ 5993343 w 6501199"/>
              <a:gd name="connsiteY3074" fmla="*/ 1900274 h 6382977"/>
              <a:gd name="connsiteX3075" fmla="*/ 5984688 w 6501199"/>
              <a:gd name="connsiteY3075" fmla="*/ 1849397 h 6382977"/>
              <a:gd name="connsiteX3076" fmla="*/ 5979850 w 6501199"/>
              <a:gd name="connsiteY3076" fmla="*/ 1845612 h 6382977"/>
              <a:gd name="connsiteX3077" fmla="*/ 5979173 w 6501199"/>
              <a:gd name="connsiteY3077" fmla="*/ 1849713 h 6382977"/>
              <a:gd name="connsiteX3078" fmla="*/ 5985295 w 6501199"/>
              <a:gd name="connsiteY3078" fmla="*/ 1858600 h 6382977"/>
              <a:gd name="connsiteX3079" fmla="*/ 5973653 w 6501199"/>
              <a:gd name="connsiteY3079" fmla="*/ 1879238 h 6382977"/>
              <a:gd name="connsiteX3080" fmla="*/ 5973653 w 6501199"/>
              <a:gd name="connsiteY3080" fmla="*/ 1854255 h 6382977"/>
              <a:gd name="connsiteX3081" fmla="*/ 5955463 w 6501199"/>
              <a:gd name="connsiteY3081" fmla="*/ 1851721 h 6382977"/>
              <a:gd name="connsiteX3082" fmla="*/ 5969634 w 6501199"/>
              <a:gd name="connsiteY3082" fmla="*/ 1837617 h 6382977"/>
              <a:gd name="connsiteX3083" fmla="*/ 5959897 w 6501199"/>
              <a:gd name="connsiteY3083" fmla="*/ 1829997 h 6382977"/>
              <a:gd name="connsiteX3084" fmla="*/ 6050857 w 6501199"/>
              <a:gd name="connsiteY3084" fmla="*/ 1826504 h 6382977"/>
              <a:gd name="connsiteX3085" fmla="*/ 6037307 w 6501199"/>
              <a:gd name="connsiteY3085" fmla="*/ 1849305 h 6382977"/>
              <a:gd name="connsiteX3086" fmla="*/ 6044636 w 6501199"/>
              <a:gd name="connsiteY3086" fmla="*/ 1857037 h 6382977"/>
              <a:gd name="connsiteX3087" fmla="*/ 6057427 w 6501199"/>
              <a:gd name="connsiteY3087" fmla="*/ 1841805 h 6382977"/>
              <a:gd name="connsiteX3088" fmla="*/ 6050857 w 6501199"/>
              <a:gd name="connsiteY3088" fmla="*/ 1826504 h 6382977"/>
              <a:gd name="connsiteX3089" fmla="*/ 5707415 w 6501199"/>
              <a:gd name="connsiteY3089" fmla="*/ 1819664 h 6382977"/>
              <a:gd name="connsiteX3090" fmla="*/ 5689415 w 6501199"/>
              <a:gd name="connsiteY3090" fmla="*/ 1847026 h 6382977"/>
              <a:gd name="connsiteX3091" fmla="*/ 5707415 w 6501199"/>
              <a:gd name="connsiteY3091" fmla="*/ 1819664 h 6382977"/>
              <a:gd name="connsiteX3092" fmla="*/ 5782655 w 6501199"/>
              <a:gd name="connsiteY3092" fmla="*/ 1812823 h 6382977"/>
              <a:gd name="connsiteX3093" fmla="*/ 5805335 w 6501199"/>
              <a:gd name="connsiteY3093" fmla="*/ 1862867 h 6382977"/>
              <a:gd name="connsiteX3094" fmla="*/ 5786975 w 6501199"/>
              <a:gd name="connsiteY3094" fmla="*/ 1899229 h 6382977"/>
              <a:gd name="connsiteX3095" fmla="*/ 5809655 w 6501199"/>
              <a:gd name="connsiteY3095" fmla="*/ 1885548 h 6382977"/>
              <a:gd name="connsiteX3096" fmla="*/ 5832695 w 6501199"/>
              <a:gd name="connsiteY3096" fmla="*/ 1856026 h 6382977"/>
              <a:gd name="connsiteX3097" fmla="*/ 5828015 w 6501199"/>
              <a:gd name="connsiteY3097" fmla="*/ 1835505 h 6382977"/>
              <a:gd name="connsiteX3098" fmla="*/ 5782655 w 6501199"/>
              <a:gd name="connsiteY3098" fmla="*/ 1812823 h 6382977"/>
              <a:gd name="connsiteX3099" fmla="*/ 5009099 w 6501199"/>
              <a:gd name="connsiteY3099" fmla="*/ 1803400 h 6382977"/>
              <a:gd name="connsiteX3100" fmla="*/ 4986708 w 6501199"/>
              <a:gd name="connsiteY3100" fmla="*/ 1834444 h 6382977"/>
              <a:gd name="connsiteX3101" fmla="*/ 5000214 w 6501199"/>
              <a:gd name="connsiteY3101" fmla="*/ 1834444 h 6382977"/>
              <a:gd name="connsiteX3102" fmla="*/ 4979956 w 6501199"/>
              <a:gd name="connsiteY3102" fmla="*/ 1839030 h 6382977"/>
              <a:gd name="connsiteX3103" fmla="*/ 4979956 w 6501199"/>
              <a:gd name="connsiteY3103" fmla="*/ 1807633 h 6382977"/>
              <a:gd name="connsiteX3104" fmla="*/ 4993461 w 6501199"/>
              <a:gd name="connsiteY3104" fmla="*/ 1818922 h 6382977"/>
              <a:gd name="connsiteX3105" fmla="*/ 5009099 w 6501199"/>
              <a:gd name="connsiteY3105" fmla="*/ 1803400 h 6382977"/>
              <a:gd name="connsiteX3106" fmla="*/ 4710995 w 6501199"/>
              <a:gd name="connsiteY3106" fmla="*/ 1803400 h 6382977"/>
              <a:gd name="connsiteX3107" fmla="*/ 4729549 w 6501199"/>
              <a:gd name="connsiteY3107" fmla="*/ 1814648 h 6382977"/>
              <a:gd name="connsiteX3108" fmla="*/ 4706630 w 6501199"/>
              <a:gd name="connsiteY3108" fmla="*/ 1826260 h 6382977"/>
              <a:gd name="connsiteX3109" fmla="*/ 4710995 w 6501199"/>
              <a:gd name="connsiteY3109" fmla="*/ 1803400 h 6382977"/>
              <a:gd name="connsiteX3110" fmla="*/ 5420853 w 6501199"/>
              <a:gd name="connsiteY3110" fmla="*/ 1799142 h 6382977"/>
              <a:gd name="connsiteX3111" fmla="*/ 5411853 w 6501199"/>
              <a:gd name="connsiteY3111" fmla="*/ 1803823 h 6382977"/>
              <a:gd name="connsiteX3112" fmla="*/ 5402493 w 6501199"/>
              <a:gd name="connsiteY3112" fmla="*/ 1821824 h 6382977"/>
              <a:gd name="connsiteX3113" fmla="*/ 5409333 w 6501199"/>
              <a:gd name="connsiteY3113" fmla="*/ 1835505 h 6382977"/>
              <a:gd name="connsiteX3114" fmla="*/ 5420853 w 6501199"/>
              <a:gd name="connsiteY3114" fmla="*/ 1799142 h 6382977"/>
              <a:gd name="connsiteX3115" fmla="*/ 5899568 w 6501199"/>
              <a:gd name="connsiteY3115" fmla="*/ 1793955 h 6382977"/>
              <a:gd name="connsiteX3116" fmla="*/ 5898576 w 6501199"/>
              <a:gd name="connsiteY3116" fmla="*/ 1794462 h 6382977"/>
              <a:gd name="connsiteX3117" fmla="*/ 5903453 w 6501199"/>
              <a:gd name="connsiteY3117" fmla="*/ 1799643 h 6382977"/>
              <a:gd name="connsiteX3118" fmla="*/ 5906221 w 6501199"/>
              <a:gd name="connsiteY3118" fmla="*/ 1799562 h 6382977"/>
              <a:gd name="connsiteX3119" fmla="*/ 4766118 w 6501199"/>
              <a:gd name="connsiteY3119" fmla="*/ 1787678 h 6382977"/>
              <a:gd name="connsiteX3120" fmla="*/ 4750346 w 6501199"/>
              <a:gd name="connsiteY3120" fmla="*/ 1810620 h 6382977"/>
              <a:gd name="connsiteX3121" fmla="*/ 4766118 w 6501199"/>
              <a:gd name="connsiteY3121" fmla="*/ 1787678 h 6382977"/>
              <a:gd name="connsiteX3122" fmla="*/ 5484573 w 6501199"/>
              <a:gd name="connsiteY3122" fmla="*/ 1780781 h 6382977"/>
              <a:gd name="connsiteX3123" fmla="*/ 5466213 w 6501199"/>
              <a:gd name="connsiteY3123" fmla="*/ 1803823 h 6382977"/>
              <a:gd name="connsiteX3124" fmla="*/ 5484573 w 6501199"/>
              <a:gd name="connsiteY3124" fmla="*/ 1780781 h 6382977"/>
              <a:gd name="connsiteX3125" fmla="*/ 1303720 w 6501199"/>
              <a:gd name="connsiteY3125" fmla="*/ 1780249 h 6382977"/>
              <a:gd name="connsiteX3126" fmla="*/ 1296879 w 6501199"/>
              <a:gd name="connsiteY3126" fmla="*/ 1783629 h 6382977"/>
              <a:gd name="connsiteX3127" fmla="*/ 1301559 w 6501199"/>
              <a:gd name="connsiteY3127" fmla="*/ 1797307 h 6382977"/>
              <a:gd name="connsiteX3128" fmla="*/ 1285357 w 6501199"/>
              <a:gd name="connsiteY3128" fmla="*/ 1792628 h 6382977"/>
              <a:gd name="connsiteX3129" fmla="*/ 1228471 w 6501199"/>
              <a:gd name="connsiteY3129" fmla="*/ 1842661 h 6382977"/>
              <a:gd name="connsiteX3130" fmla="*/ 1239993 w 6501199"/>
              <a:gd name="connsiteY3130" fmla="*/ 1860658 h 6382977"/>
              <a:gd name="connsiteX3131" fmla="*/ 1326402 w 6501199"/>
              <a:gd name="connsiteY3131" fmla="*/ 1781110 h 6382977"/>
              <a:gd name="connsiteX3132" fmla="*/ 1303720 w 6501199"/>
              <a:gd name="connsiteY3132" fmla="*/ 1780249 h 6382977"/>
              <a:gd name="connsiteX3133" fmla="*/ 5643694 w 6501199"/>
              <a:gd name="connsiteY3133" fmla="*/ 1778621 h 6382977"/>
              <a:gd name="connsiteX3134" fmla="*/ 5627854 w 6501199"/>
              <a:gd name="connsiteY3134" fmla="*/ 1810663 h 6382977"/>
              <a:gd name="connsiteX3135" fmla="*/ 5643694 w 6501199"/>
              <a:gd name="connsiteY3135" fmla="*/ 1805983 h 6382977"/>
              <a:gd name="connsiteX3136" fmla="*/ 5643694 w 6501199"/>
              <a:gd name="connsiteY3136" fmla="*/ 1778621 h 6382977"/>
              <a:gd name="connsiteX3137" fmla="*/ 5095410 w 6501199"/>
              <a:gd name="connsiteY3137" fmla="*/ 1762780 h 6382977"/>
              <a:gd name="connsiteX3138" fmla="*/ 5095410 w 6501199"/>
              <a:gd name="connsiteY3138" fmla="*/ 1780781 h 6382977"/>
              <a:gd name="connsiteX3139" fmla="*/ 5095410 w 6501199"/>
              <a:gd name="connsiteY3139" fmla="*/ 1762780 h 6382977"/>
              <a:gd name="connsiteX3140" fmla="*/ 6271684 w 6501199"/>
              <a:gd name="connsiteY3140" fmla="*/ 1757362 h 6382977"/>
              <a:gd name="connsiteX3141" fmla="*/ 6282900 w 6501199"/>
              <a:gd name="connsiteY3141" fmla="*/ 1757362 h 6382977"/>
              <a:gd name="connsiteX3142" fmla="*/ 6287106 w 6501199"/>
              <a:gd name="connsiteY3142" fmla="*/ 1773383 h 6382977"/>
              <a:gd name="connsiteX3143" fmla="*/ 6274138 w 6501199"/>
              <a:gd name="connsiteY3143" fmla="*/ 1796686 h 6382977"/>
              <a:gd name="connsiteX3144" fmla="*/ 6271684 w 6501199"/>
              <a:gd name="connsiteY3144" fmla="*/ 1757362 h 6382977"/>
              <a:gd name="connsiteX3145" fmla="*/ 4835922 w 6501199"/>
              <a:gd name="connsiteY3145" fmla="*/ 1757362 h 6382977"/>
              <a:gd name="connsiteX3146" fmla="*/ 4824633 w 6501199"/>
              <a:gd name="connsiteY3146" fmla="*/ 1782404 h 6382977"/>
              <a:gd name="connsiteX3147" fmla="*/ 4835922 w 6501199"/>
              <a:gd name="connsiteY3147" fmla="*/ 1757362 h 6382977"/>
              <a:gd name="connsiteX3148" fmla="*/ 6226702 w 6501199"/>
              <a:gd name="connsiteY3148" fmla="*/ 1751012 h 6382977"/>
              <a:gd name="connsiteX3149" fmla="*/ 6228934 w 6501199"/>
              <a:gd name="connsiteY3149" fmla="*/ 1777649 h 6382977"/>
              <a:gd name="connsiteX3150" fmla="*/ 6226702 w 6501199"/>
              <a:gd name="connsiteY3150" fmla="*/ 1751012 h 6382977"/>
              <a:gd name="connsiteX3151" fmla="*/ 5777975 w 6501199"/>
              <a:gd name="connsiteY3151" fmla="*/ 1749099 h 6382977"/>
              <a:gd name="connsiteX3152" fmla="*/ 5771135 w 6501199"/>
              <a:gd name="connsiteY3152" fmla="*/ 1780781 h 6382977"/>
              <a:gd name="connsiteX3153" fmla="*/ 5777975 w 6501199"/>
              <a:gd name="connsiteY3153" fmla="*/ 1749099 h 6382977"/>
              <a:gd name="connsiteX3154" fmla="*/ 5037182 w 6501199"/>
              <a:gd name="connsiteY3154" fmla="*/ 1746250 h 6382977"/>
              <a:gd name="connsiteX3155" fmla="*/ 5041769 w 6501199"/>
              <a:gd name="connsiteY3155" fmla="*/ 1766570 h 6382977"/>
              <a:gd name="connsiteX3156" fmla="*/ 5014957 w 6501199"/>
              <a:gd name="connsiteY3156" fmla="*/ 1764393 h 6382977"/>
              <a:gd name="connsiteX3157" fmla="*/ 5037182 w 6501199"/>
              <a:gd name="connsiteY3157" fmla="*/ 1746250 h 6382977"/>
              <a:gd name="connsiteX3158" fmla="*/ 6390187 w 6501199"/>
              <a:gd name="connsiteY3158" fmla="*/ 1743648 h 6382977"/>
              <a:gd name="connsiteX3159" fmla="*/ 6421436 w 6501199"/>
              <a:gd name="connsiteY3159" fmla="*/ 1743648 h 6382977"/>
              <a:gd name="connsiteX3160" fmla="*/ 6423922 w 6501199"/>
              <a:gd name="connsiteY3160" fmla="*/ 1766343 h 6382977"/>
              <a:gd name="connsiteX3161" fmla="*/ 6399065 w 6501199"/>
              <a:gd name="connsiteY3161" fmla="*/ 1748331 h 6382977"/>
              <a:gd name="connsiteX3162" fmla="*/ 6408297 w 6501199"/>
              <a:gd name="connsiteY3162" fmla="*/ 1825783 h 6382977"/>
              <a:gd name="connsiteX3163" fmla="*/ 6403681 w 6501199"/>
              <a:gd name="connsiteY3163" fmla="*/ 1834790 h 6382977"/>
              <a:gd name="connsiteX3164" fmla="*/ 6383440 w 6501199"/>
              <a:gd name="connsiteY3164" fmla="*/ 1830106 h 6382977"/>
              <a:gd name="connsiteX3165" fmla="*/ 6390187 w 6501199"/>
              <a:gd name="connsiteY3165" fmla="*/ 1743648 h 6382977"/>
              <a:gd name="connsiteX3166" fmla="*/ 1458536 w 6501199"/>
              <a:gd name="connsiteY3166" fmla="*/ 1740435 h 6382977"/>
              <a:gd name="connsiteX3167" fmla="*/ 1419652 w 6501199"/>
              <a:gd name="connsiteY3167" fmla="*/ 1756273 h 6382977"/>
              <a:gd name="connsiteX3168" fmla="*/ 1458536 w 6501199"/>
              <a:gd name="connsiteY3168" fmla="*/ 1740435 h 6382977"/>
              <a:gd name="connsiteX3169" fmla="*/ 6353044 w 6501199"/>
              <a:gd name="connsiteY3169" fmla="*/ 1739900 h 6382977"/>
              <a:gd name="connsiteX3170" fmla="*/ 6368566 w 6501199"/>
              <a:gd name="connsiteY3170" fmla="*/ 1797105 h 6382977"/>
              <a:gd name="connsiteX3171" fmla="*/ 6366449 w 6501199"/>
              <a:gd name="connsiteY3171" fmla="*/ 1822088 h 6382977"/>
              <a:gd name="connsiteX3172" fmla="*/ 6339638 w 6501199"/>
              <a:gd name="connsiteY3172" fmla="*/ 1762710 h 6382977"/>
              <a:gd name="connsiteX3173" fmla="*/ 6353044 w 6501199"/>
              <a:gd name="connsiteY3173" fmla="*/ 1739900 h 6382977"/>
              <a:gd name="connsiteX3174" fmla="*/ 6105412 w 6501199"/>
              <a:gd name="connsiteY3174" fmla="*/ 1734498 h 6382977"/>
              <a:gd name="connsiteX3175" fmla="*/ 6104889 w 6501199"/>
              <a:gd name="connsiteY3175" fmla="*/ 1742394 h 6382977"/>
              <a:gd name="connsiteX3176" fmla="*/ 6112417 w 6501199"/>
              <a:gd name="connsiteY3176" fmla="*/ 1740098 h 6382977"/>
              <a:gd name="connsiteX3177" fmla="*/ 6107000 w 6501199"/>
              <a:gd name="connsiteY3177" fmla="*/ 1738281 h 6382977"/>
              <a:gd name="connsiteX3178" fmla="*/ 1364926 w 6501199"/>
              <a:gd name="connsiteY3178" fmla="*/ 1733596 h 6382977"/>
              <a:gd name="connsiteX3179" fmla="*/ 1322081 w 6501199"/>
              <a:gd name="connsiteY3179" fmla="*/ 1778950 h 6382977"/>
              <a:gd name="connsiteX3180" fmla="*/ 1371767 w 6501199"/>
              <a:gd name="connsiteY3180" fmla="*/ 1742595 h 6382977"/>
              <a:gd name="connsiteX3181" fmla="*/ 1364926 w 6501199"/>
              <a:gd name="connsiteY3181" fmla="*/ 1733596 h 6382977"/>
              <a:gd name="connsiteX3182" fmla="*/ 5947376 w 6501199"/>
              <a:gd name="connsiteY3182" fmla="*/ 1733550 h 6382977"/>
              <a:gd name="connsiteX3183" fmla="*/ 5951841 w 6501199"/>
              <a:gd name="connsiteY3183" fmla="*/ 1749539 h 6382977"/>
              <a:gd name="connsiteX3184" fmla="*/ 5933238 w 6501199"/>
              <a:gd name="connsiteY3184" fmla="*/ 1751720 h 6382977"/>
              <a:gd name="connsiteX3185" fmla="*/ 5947376 w 6501199"/>
              <a:gd name="connsiteY3185" fmla="*/ 1733550 h 6382977"/>
              <a:gd name="connsiteX3186" fmla="*/ 4797663 w 6501199"/>
              <a:gd name="connsiteY3186" fmla="*/ 1733550 h 6382977"/>
              <a:gd name="connsiteX3187" fmla="*/ 4763967 w 6501199"/>
              <a:gd name="connsiteY3187" fmla="*/ 1778716 h 6382977"/>
              <a:gd name="connsiteX3188" fmla="*/ 4824906 w 6501199"/>
              <a:gd name="connsiteY3188" fmla="*/ 1733550 h 6382977"/>
              <a:gd name="connsiteX3189" fmla="*/ 4822756 w 6501199"/>
              <a:gd name="connsiteY3189" fmla="*/ 1744662 h 6382977"/>
              <a:gd name="connsiteX3190" fmla="*/ 4827416 w 6501199"/>
              <a:gd name="connsiteY3190" fmla="*/ 1760435 h 6382977"/>
              <a:gd name="connsiteX3191" fmla="*/ 4738875 w 6501199"/>
              <a:gd name="connsiteY3191" fmla="*/ 1833203 h 6382977"/>
              <a:gd name="connsiteX3192" fmla="*/ 4729913 w 6501199"/>
              <a:gd name="connsiteY3192" fmla="*/ 1808111 h 6382977"/>
              <a:gd name="connsiteX3193" fmla="*/ 4797663 w 6501199"/>
              <a:gd name="connsiteY3193" fmla="*/ 1733550 h 6382977"/>
              <a:gd name="connsiteX3194" fmla="*/ 5046188 w 6501199"/>
              <a:gd name="connsiteY3194" fmla="*/ 1726171 h 6382977"/>
              <a:gd name="connsiteX3195" fmla="*/ 5052266 w 6501199"/>
              <a:gd name="connsiteY3195" fmla="*/ 1727647 h 6382977"/>
              <a:gd name="connsiteX3196" fmla="*/ 5054443 w 6501199"/>
              <a:gd name="connsiteY3196" fmla="*/ 1734444 h 6382977"/>
              <a:gd name="connsiteX3197" fmla="*/ 5045371 w 6501199"/>
              <a:gd name="connsiteY3197" fmla="*/ 1745892 h 6382977"/>
              <a:gd name="connsiteX3198" fmla="*/ 5038477 w 6501199"/>
              <a:gd name="connsiteY3198" fmla="*/ 1729793 h 6382977"/>
              <a:gd name="connsiteX3199" fmla="*/ 5046188 w 6501199"/>
              <a:gd name="connsiteY3199" fmla="*/ 1726171 h 6382977"/>
              <a:gd name="connsiteX3200" fmla="*/ 6324036 w 6501199"/>
              <a:gd name="connsiteY3200" fmla="*/ 1725612 h 6382977"/>
              <a:gd name="connsiteX3201" fmla="*/ 6324036 w 6501199"/>
              <a:gd name="connsiteY3201" fmla="*/ 1761767 h 6382977"/>
              <a:gd name="connsiteX3202" fmla="*/ 6324036 w 6501199"/>
              <a:gd name="connsiteY3202" fmla="*/ 1725612 h 6382977"/>
              <a:gd name="connsiteX3203" fmla="*/ 4929449 w 6501199"/>
              <a:gd name="connsiteY3203" fmla="*/ 1719577 h 6382977"/>
              <a:gd name="connsiteX3204" fmla="*/ 4924769 w 6501199"/>
              <a:gd name="connsiteY3204" fmla="*/ 1737578 h 6382977"/>
              <a:gd name="connsiteX3205" fmla="*/ 4929449 w 6501199"/>
              <a:gd name="connsiteY3205" fmla="*/ 1719577 h 6382977"/>
              <a:gd name="connsiteX3206" fmla="*/ 5452647 w 6501199"/>
              <a:gd name="connsiteY3206" fmla="*/ 1714500 h 6382977"/>
              <a:gd name="connsiteX3207" fmla="*/ 5455251 w 6501199"/>
              <a:gd name="connsiteY3207" fmla="*/ 1744298 h 6382977"/>
              <a:gd name="connsiteX3208" fmla="*/ 5452647 w 6501199"/>
              <a:gd name="connsiteY3208" fmla="*/ 1714500 h 6382977"/>
              <a:gd name="connsiteX3209" fmla="*/ 6105788 w 6501199"/>
              <a:gd name="connsiteY3209" fmla="*/ 1713694 h 6382977"/>
              <a:gd name="connsiteX3210" fmla="*/ 6106550 w 6501199"/>
              <a:gd name="connsiteY3210" fmla="*/ 1717319 h 6382977"/>
              <a:gd name="connsiteX3211" fmla="*/ 6105691 w 6501199"/>
              <a:gd name="connsiteY3211" fmla="*/ 1730294 h 6382977"/>
              <a:gd name="connsiteX3212" fmla="*/ 6106291 w 6501199"/>
              <a:gd name="connsiteY3212" fmla="*/ 1728707 h 6382977"/>
              <a:gd name="connsiteX3213" fmla="*/ 6112417 w 6501199"/>
              <a:gd name="connsiteY3213" fmla="*/ 1730738 h 6382977"/>
              <a:gd name="connsiteX3214" fmla="*/ 6110032 w 6501199"/>
              <a:gd name="connsiteY3214" fmla="*/ 1718587 h 6382977"/>
              <a:gd name="connsiteX3215" fmla="*/ 5802815 w 6501199"/>
              <a:gd name="connsiteY3215" fmla="*/ 1708056 h 6382977"/>
              <a:gd name="connsiteX3216" fmla="*/ 5789495 w 6501199"/>
              <a:gd name="connsiteY3216" fmla="*/ 1726417 h 6382977"/>
              <a:gd name="connsiteX3217" fmla="*/ 5809655 w 6501199"/>
              <a:gd name="connsiteY3217" fmla="*/ 1721737 h 6382977"/>
              <a:gd name="connsiteX3218" fmla="*/ 5802815 w 6501199"/>
              <a:gd name="connsiteY3218" fmla="*/ 1708056 h 6382977"/>
              <a:gd name="connsiteX3219" fmla="*/ 5118090 w 6501199"/>
              <a:gd name="connsiteY3219" fmla="*/ 1705896 h 6382977"/>
              <a:gd name="connsiteX3220" fmla="*/ 5106930 w 6501199"/>
              <a:gd name="connsiteY3220" fmla="*/ 1723897 h 6382977"/>
              <a:gd name="connsiteX3221" fmla="*/ 5118090 w 6501199"/>
              <a:gd name="connsiteY3221" fmla="*/ 1705896 h 6382977"/>
              <a:gd name="connsiteX3222" fmla="*/ 5994112 w 6501199"/>
              <a:gd name="connsiteY3222" fmla="*/ 1700135 h 6382977"/>
              <a:gd name="connsiteX3223" fmla="*/ 5982817 w 6501199"/>
              <a:gd name="connsiteY3223" fmla="*/ 1708056 h 6382977"/>
              <a:gd name="connsiteX3224" fmla="*/ 5998657 w 6501199"/>
              <a:gd name="connsiteY3224" fmla="*/ 1712736 h 6382977"/>
              <a:gd name="connsiteX3225" fmla="*/ 5994112 w 6501199"/>
              <a:gd name="connsiteY3225" fmla="*/ 1700135 h 6382977"/>
              <a:gd name="connsiteX3226" fmla="*/ 1355925 w 6501199"/>
              <a:gd name="connsiteY3226" fmla="*/ 1699401 h 6382977"/>
              <a:gd name="connsiteX3227" fmla="*/ 1337923 w 6501199"/>
              <a:gd name="connsiteY3227" fmla="*/ 1724238 h 6382977"/>
              <a:gd name="connsiteX3228" fmla="*/ 1360605 w 6501199"/>
              <a:gd name="connsiteY3228" fmla="*/ 1713079 h 6382977"/>
              <a:gd name="connsiteX3229" fmla="*/ 1355925 w 6501199"/>
              <a:gd name="connsiteY3229" fmla="*/ 1699401 h 6382977"/>
              <a:gd name="connsiteX3230" fmla="*/ 4719470 w 6501199"/>
              <a:gd name="connsiteY3230" fmla="*/ 1693862 h 6382977"/>
              <a:gd name="connsiteX3231" fmla="*/ 4701299 w 6501199"/>
              <a:gd name="connsiteY3231" fmla="*/ 1717308 h 6382977"/>
              <a:gd name="connsiteX3232" fmla="*/ 4719470 w 6501199"/>
              <a:gd name="connsiteY3232" fmla="*/ 1693862 h 6382977"/>
              <a:gd name="connsiteX3233" fmla="*/ 6319664 w 6501199"/>
              <a:gd name="connsiteY3233" fmla="*/ 1692275 h 6382977"/>
              <a:gd name="connsiteX3234" fmla="*/ 6317531 w 6501199"/>
              <a:gd name="connsiteY3234" fmla="*/ 1726836 h 6382977"/>
              <a:gd name="connsiteX3235" fmla="*/ 6319664 w 6501199"/>
              <a:gd name="connsiteY3235" fmla="*/ 1692275 h 6382977"/>
              <a:gd name="connsiteX3236" fmla="*/ 5944876 w 6501199"/>
              <a:gd name="connsiteY3236" fmla="*/ 1690831 h 6382977"/>
              <a:gd name="connsiteX3237" fmla="*/ 5930257 w 6501199"/>
              <a:gd name="connsiteY3237" fmla="*/ 1701216 h 6382977"/>
              <a:gd name="connsiteX3238" fmla="*/ 5946457 w 6501199"/>
              <a:gd name="connsiteY3238" fmla="*/ 1701216 h 6382977"/>
              <a:gd name="connsiteX3239" fmla="*/ 5921256 w 6501199"/>
              <a:gd name="connsiteY3239" fmla="*/ 1726417 h 6382977"/>
              <a:gd name="connsiteX3240" fmla="*/ 5914461 w 6501199"/>
              <a:gd name="connsiteY3240" fmla="*/ 1743789 h 6382977"/>
              <a:gd name="connsiteX3241" fmla="*/ 5912521 w 6501199"/>
              <a:gd name="connsiteY3241" fmla="*/ 1748696 h 6382977"/>
              <a:gd name="connsiteX3242" fmla="*/ 5914139 w 6501199"/>
              <a:gd name="connsiteY3242" fmla="*/ 1751480 h 6382977"/>
              <a:gd name="connsiteX3243" fmla="*/ 5929500 w 6501199"/>
              <a:gd name="connsiteY3243" fmla="*/ 1761282 h 6382977"/>
              <a:gd name="connsiteX3244" fmla="*/ 5939617 w 6501199"/>
              <a:gd name="connsiteY3244" fmla="*/ 1755939 h 6382977"/>
              <a:gd name="connsiteX3245" fmla="*/ 5939443 w 6501199"/>
              <a:gd name="connsiteY3245" fmla="*/ 1761627 h 6382977"/>
              <a:gd name="connsiteX3246" fmla="*/ 5936053 w 6501199"/>
              <a:gd name="connsiteY3246" fmla="*/ 1765464 h 6382977"/>
              <a:gd name="connsiteX3247" fmla="*/ 5942269 w 6501199"/>
              <a:gd name="connsiteY3247" fmla="*/ 1769430 h 6382977"/>
              <a:gd name="connsiteX3248" fmla="*/ 5942587 w 6501199"/>
              <a:gd name="connsiteY3248" fmla="*/ 1769125 h 6382977"/>
              <a:gd name="connsiteX3249" fmla="*/ 5944860 w 6501199"/>
              <a:gd name="connsiteY3249" fmla="*/ 1768209 h 6382977"/>
              <a:gd name="connsiteX3250" fmla="*/ 5948099 w 6501199"/>
              <a:gd name="connsiteY3250" fmla="*/ 1773150 h 6382977"/>
              <a:gd name="connsiteX3251" fmla="*/ 5948781 w 6501199"/>
              <a:gd name="connsiteY3251" fmla="*/ 1773586 h 6382977"/>
              <a:gd name="connsiteX3252" fmla="*/ 5962297 w 6501199"/>
              <a:gd name="connsiteY3252" fmla="*/ 1744418 h 6382977"/>
              <a:gd name="connsiteX3253" fmla="*/ 5966617 w 6501199"/>
              <a:gd name="connsiteY3253" fmla="*/ 1755939 h 6382977"/>
              <a:gd name="connsiteX3254" fmla="*/ 5982817 w 6501199"/>
              <a:gd name="connsiteY3254" fmla="*/ 1737578 h 6382977"/>
              <a:gd name="connsiteX3255" fmla="*/ 5973457 w 6501199"/>
              <a:gd name="connsiteY3255" fmla="*/ 1719577 h 6382977"/>
              <a:gd name="connsiteX3256" fmla="*/ 5957617 w 6501199"/>
              <a:gd name="connsiteY3256" fmla="*/ 1726417 h 6382977"/>
              <a:gd name="connsiteX3257" fmla="*/ 5964457 w 6501199"/>
              <a:gd name="connsiteY3257" fmla="*/ 1710576 h 6382977"/>
              <a:gd name="connsiteX3258" fmla="*/ 5978137 w 6501199"/>
              <a:gd name="connsiteY3258" fmla="*/ 1710576 h 6382977"/>
              <a:gd name="connsiteX3259" fmla="*/ 5944876 w 6501199"/>
              <a:gd name="connsiteY3259" fmla="*/ 1690831 h 6382977"/>
              <a:gd name="connsiteX3260" fmla="*/ 5458878 w 6501199"/>
              <a:gd name="connsiteY3260" fmla="*/ 1687670 h 6382977"/>
              <a:gd name="connsiteX3261" fmla="*/ 5441373 w 6501199"/>
              <a:gd name="connsiteY3261" fmla="*/ 1690055 h 6382977"/>
              <a:gd name="connsiteX3262" fmla="*/ 5427693 w 6501199"/>
              <a:gd name="connsiteY3262" fmla="*/ 1699055 h 6382977"/>
              <a:gd name="connsiteX3263" fmla="*/ 5418693 w 6501199"/>
              <a:gd name="connsiteY3263" fmla="*/ 1749099 h 6382977"/>
              <a:gd name="connsiteX3264" fmla="*/ 5405013 w 6501199"/>
              <a:gd name="connsiteY3264" fmla="*/ 1753779 h 6382977"/>
              <a:gd name="connsiteX3265" fmla="*/ 5405013 w 6501199"/>
              <a:gd name="connsiteY3265" fmla="*/ 1769620 h 6382977"/>
              <a:gd name="connsiteX3266" fmla="*/ 5414013 w 6501199"/>
              <a:gd name="connsiteY3266" fmla="*/ 1794462 h 6382977"/>
              <a:gd name="connsiteX3267" fmla="*/ 5414013 w 6501199"/>
              <a:gd name="connsiteY3267" fmla="*/ 1758099 h 6382977"/>
              <a:gd name="connsiteX3268" fmla="*/ 5434533 w 6501199"/>
              <a:gd name="connsiteY3268" fmla="*/ 1737578 h 6382977"/>
              <a:gd name="connsiteX3269" fmla="*/ 5436693 w 6501199"/>
              <a:gd name="connsiteY3269" fmla="*/ 1744418 h 6382977"/>
              <a:gd name="connsiteX3270" fmla="*/ 5438853 w 6501199"/>
              <a:gd name="connsiteY3270" fmla="*/ 1785461 h 6382977"/>
              <a:gd name="connsiteX3271" fmla="*/ 5443533 w 6501199"/>
              <a:gd name="connsiteY3271" fmla="*/ 1755939 h 6382977"/>
              <a:gd name="connsiteX3272" fmla="*/ 5461893 w 6501199"/>
              <a:gd name="connsiteY3272" fmla="*/ 1749099 h 6382977"/>
              <a:gd name="connsiteX3273" fmla="*/ 5450373 w 6501199"/>
              <a:gd name="connsiteY3273" fmla="*/ 1696895 h 6382977"/>
              <a:gd name="connsiteX3274" fmla="*/ 5459373 w 6501199"/>
              <a:gd name="connsiteY3274" fmla="*/ 1699055 h 6382977"/>
              <a:gd name="connsiteX3275" fmla="*/ 5458878 w 6501199"/>
              <a:gd name="connsiteY3275" fmla="*/ 1687670 h 6382977"/>
              <a:gd name="connsiteX3276" fmla="*/ 5067914 w 6501199"/>
              <a:gd name="connsiteY3276" fmla="*/ 1685925 h 6382977"/>
              <a:gd name="connsiteX3277" fmla="*/ 5054247 w 6501199"/>
              <a:gd name="connsiteY3277" fmla="*/ 1723672 h 6382977"/>
              <a:gd name="connsiteX3278" fmla="*/ 5061080 w 6501199"/>
              <a:gd name="connsiteY3278" fmla="*/ 1688041 h 6382977"/>
              <a:gd name="connsiteX3279" fmla="*/ 5067914 w 6501199"/>
              <a:gd name="connsiteY3279" fmla="*/ 1685925 h 6382977"/>
              <a:gd name="connsiteX3280" fmla="*/ 5616444 w 6501199"/>
              <a:gd name="connsiteY3280" fmla="*/ 1682750 h 6382977"/>
              <a:gd name="connsiteX3281" fmla="*/ 5621030 w 6501199"/>
              <a:gd name="connsiteY3281" fmla="*/ 1706190 h 6382977"/>
              <a:gd name="connsiteX3282" fmla="*/ 5616444 w 6501199"/>
              <a:gd name="connsiteY3282" fmla="*/ 1682750 h 6382977"/>
              <a:gd name="connsiteX3283" fmla="*/ 5082057 w 6501199"/>
              <a:gd name="connsiteY3283" fmla="*/ 1662112 h 6382977"/>
              <a:gd name="connsiteX3284" fmla="*/ 5096251 w 6501199"/>
              <a:gd name="connsiteY3284" fmla="*/ 1666594 h 6382977"/>
              <a:gd name="connsiteX3285" fmla="*/ 5079816 w 6501199"/>
              <a:gd name="connsiteY3285" fmla="*/ 1676306 h 6382977"/>
              <a:gd name="connsiteX3286" fmla="*/ 5082057 w 6501199"/>
              <a:gd name="connsiteY3286" fmla="*/ 1662112 h 6382977"/>
              <a:gd name="connsiteX3287" fmla="*/ 4948614 w 6501199"/>
              <a:gd name="connsiteY3287" fmla="*/ 1654175 h 6382977"/>
              <a:gd name="connsiteX3288" fmla="*/ 4932179 w 6501199"/>
              <a:gd name="connsiteY3288" fmla="*/ 1685568 h 6382977"/>
              <a:gd name="connsiteX3289" fmla="*/ 4948614 w 6501199"/>
              <a:gd name="connsiteY3289" fmla="*/ 1654175 h 6382977"/>
              <a:gd name="connsiteX3290" fmla="*/ 5871216 w 6501199"/>
              <a:gd name="connsiteY3290" fmla="*/ 1653692 h 6382977"/>
              <a:gd name="connsiteX3291" fmla="*/ 5864376 w 6501199"/>
              <a:gd name="connsiteY3291" fmla="*/ 1699055 h 6382977"/>
              <a:gd name="connsiteX3292" fmla="*/ 5882736 w 6501199"/>
              <a:gd name="connsiteY3292" fmla="*/ 1655852 h 6382977"/>
              <a:gd name="connsiteX3293" fmla="*/ 5871216 w 6501199"/>
              <a:gd name="connsiteY3293" fmla="*/ 1653692 h 6382977"/>
              <a:gd name="connsiteX3294" fmla="*/ 5700575 w 6501199"/>
              <a:gd name="connsiteY3294" fmla="*/ 1649012 h 6382977"/>
              <a:gd name="connsiteX3295" fmla="*/ 5686895 w 6501199"/>
              <a:gd name="connsiteY3295" fmla="*/ 1683214 h 6382977"/>
              <a:gd name="connsiteX3296" fmla="*/ 5700575 w 6501199"/>
              <a:gd name="connsiteY3296" fmla="*/ 1649012 h 6382977"/>
              <a:gd name="connsiteX3297" fmla="*/ 6424692 w 6501199"/>
              <a:gd name="connsiteY3297" fmla="*/ 1646237 h 6382977"/>
              <a:gd name="connsiteX3298" fmla="*/ 6445084 w 6501199"/>
              <a:gd name="connsiteY3298" fmla="*/ 1650598 h 6382977"/>
              <a:gd name="connsiteX3299" fmla="*/ 6433636 w 6501199"/>
              <a:gd name="connsiteY3299" fmla="*/ 1676036 h 6382977"/>
              <a:gd name="connsiteX3300" fmla="*/ 6424692 w 6501199"/>
              <a:gd name="connsiteY3300" fmla="*/ 1646237 h 6382977"/>
              <a:gd name="connsiteX3301" fmla="*/ 5104265 w 6501199"/>
              <a:gd name="connsiteY3301" fmla="*/ 1642003 h 6382977"/>
              <a:gd name="connsiteX3302" fmla="*/ 5088258 w 6501199"/>
              <a:gd name="connsiteY3302" fmla="*/ 1653292 h 6382977"/>
              <a:gd name="connsiteX3303" fmla="*/ 5104265 w 6501199"/>
              <a:gd name="connsiteY3303" fmla="*/ 1642003 h 6382977"/>
              <a:gd name="connsiteX3304" fmla="*/ 5918106 w 6501199"/>
              <a:gd name="connsiteY3304" fmla="*/ 1625228 h 6382977"/>
              <a:gd name="connsiteX3305" fmla="*/ 5907576 w 6501199"/>
              <a:gd name="connsiteY3305" fmla="*/ 1640011 h 6382977"/>
              <a:gd name="connsiteX3306" fmla="*/ 5916936 w 6501199"/>
              <a:gd name="connsiteY3306" fmla="*/ 1655852 h 6382977"/>
              <a:gd name="connsiteX3307" fmla="*/ 5939617 w 6501199"/>
              <a:gd name="connsiteY3307" fmla="*/ 1644332 h 6382977"/>
              <a:gd name="connsiteX3308" fmla="*/ 5916936 w 6501199"/>
              <a:gd name="connsiteY3308" fmla="*/ 1646852 h 6382977"/>
              <a:gd name="connsiteX3309" fmla="*/ 5923417 w 6501199"/>
              <a:gd name="connsiteY3309" fmla="*/ 1626330 h 6382977"/>
              <a:gd name="connsiteX3310" fmla="*/ 5918106 w 6501199"/>
              <a:gd name="connsiteY3310" fmla="*/ 1625228 h 6382977"/>
              <a:gd name="connsiteX3311" fmla="*/ 5676769 w 6501199"/>
              <a:gd name="connsiteY3311" fmla="*/ 1616075 h 6382977"/>
              <a:gd name="connsiteX3312" fmla="*/ 5641138 w 6501199"/>
              <a:gd name="connsiteY3312" fmla="*/ 1625048 h 6382977"/>
              <a:gd name="connsiteX3313" fmla="*/ 5676769 w 6501199"/>
              <a:gd name="connsiteY3313" fmla="*/ 1616075 h 6382977"/>
              <a:gd name="connsiteX3314" fmla="*/ 5184331 w 6501199"/>
              <a:gd name="connsiteY3314" fmla="*/ 1614810 h 6382977"/>
              <a:gd name="connsiteX3315" fmla="*/ 5165971 w 6501199"/>
              <a:gd name="connsiteY3315" fmla="*/ 1635331 h 6382977"/>
              <a:gd name="connsiteX3316" fmla="*/ 5184331 w 6501199"/>
              <a:gd name="connsiteY3316" fmla="*/ 1614810 h 6382977"/>
              <a:gd name="connsiteX3317" fmla="*/ 6398552 w 6501199"/>
              <a:gd name="connsiteY3317" fmla="*/ 1614487 h 6382977"/>
              <a:gd name="connsiteX3318" fmla="*/ 6411957 w 6501199"/>
              <a:gd name="connsiteY3318" fmla="*/ 1662747 h 6382977"/>
              <a:gd name="connsiteX3319" fmla="*/ 6380913 w 6501199"/>
              <a:gd name="connsiteY3319" fmla="*/ 1632992 h 6382977"/>
              <a:gd name="connsiteX3320" fmla="*/ 6391849 w 6501199"/>
              <a:gd name="connsiteY3320" fmla="*/ 1628275 h 6382977"/>
              <a:gd name="connsiteX3321" fmla="*/ 6398552 w 6501199"/>
              <a:gd name="connsiteY3321" fmla="*/ 1614487 h 6382977"/>
              <a:gd name="connsiteX3322" fmla="*/ 5759396 w 6501199"/>
              <a:gd name="connsiteY3322" fmla="*/ 1606951 h 6382977"/>
              <a:gd name="connsiteX3323" fmla="*/ 5750615 w 6501199"/>
              <a:gd name="connsiteY3323" fmla="*/ 1610129 h 6382977"/>
              <a:gd name="connsiteX3324" fmla="*/ 5764295 w 6501199"/>
              <a:gd name="connsiteY3324" fmla="*/ 1623810 h 6382977"/>
              <a:gd name="connsiteX3325" fmla="*/ 5753135 w 6501199"/>
              <a:gd name="connsiteY3325" fmla="*/ 1621650 h 6382977"/>
              <a:gd name="connsiteX3326" fmla="*/ 5757455 w 6501199"/>
              <a:gd name="connsiteY3326" fmla="*/ 1642171 h 6382977"/>
              <a:gd name="connsiteX3327" fmla="*/ 5768975 w 6501199"/>
              <a:gd name="connsiteY3327" fmla="*/ 1646852 h 6382977"/>
              <a:gd name="connsiteX3328" fmla="*/ 5770685 w 6501199"/>
              <a:gd name="connsiteY3328" fmla="*/ 1645682 h 6382977"/>
              <a:gd name="connsiteX3329" fmla="*/ 5773984 w 6501199"/>
              <a:gd name="connsiteY3329" fmla="*/ 1643425 h 6382977"/>
              <a:gd name="connsiteX3330" fmla="*/ 5771197 w 6501199"/>
              <a:gd name="connsiteY3330" fmla="*/ 1635755 h 6382977"/>
              <a:gd name="connsiteX3331" fmla="*/ 5770939 w 6501199"/>
              <a:gd name="connsiteY3331" fmla="*/ 1634734 h 6382977"/>
              <a:gd name="connsiteX3332" fmla="*/ 5764295 w 6501199"/>
              <a:gd name="connsiteY3332" fmla="*/ 1633171 h 6382977"/>
              <a:gd name="connsiteX3333" fmla="*/ 5767625 w 6501199"/>
              <a:gd name="connsiteY3333" fmla="*/ 1628491 h 6382977"/>
              <a:gd name="connsiteX3334" fmla="*/ 5769183 w 6501199"/>
              <a:gd name="connsiteY3334" fmla="*/ 1627786 h 6382977"/>
              <a:gd name="connsiteX3335" fmla="*/ 5764779 w 6501199"/>
              <a:gd name="connsiteY3335" fmla="*/ 1610359 h 6382977"/>
              <a:gd name="connsiteX3336" fmla="*/ 5882736 w 6501199"/>
              <a:gd name="connsiteY3336" fmla="*/ 1605809 h 6382977"/>
              <a:gd name="connsiteX3337" fmla="*/ 5875896 w 6501199"/>
              <a:gd name="connsiteY3337" fmla="*/ 1626330 h 6382977"/>
              <a:gd name="connsiteX3338" fmla="*/ 5893896 w 6501199"/>
              <a:gd name="connsiteY3338" fmla="*/ 1623810 h 6382977"/>
              <a:gd name="connsiteX3339" fmla="*/ 5882736 w 6501199"/>
              <a:gd name="connsiteY3339" fmla="*/ 1605809 h 6382977"/>
              <a:gd name="connsiteX3340" fmla="*/ 6135461 w 6501199"/>
              <a:gd name="connsiteY3340" fmla="*/ 1604962 h 6382977"/>
              <a:gd name="connsiteX3341" fmla="*/ 6135461 w 6501199"/>
              <a:gd name="connsiteY3341" fmla="*/ 1642709 h 6382977"/>
              <a:gd name="connsiteX3342" fmla="*/ 6135461 w 6501199"/>
              <a:gd name="connsiteY3342" fmla="*/ 1604962 h 6382977"/>
              <a:gd name="connsiteX3343" fmla="*/ 5912256 w 6501199"/>
              <a:gd name="connsiteY3343" fmla="*/ 1598968 h 6382977"/>
              <a:gd name="connsiteX3344" fmla="*/ 5903256 w 6501199"/>
              <a:gd name="connsiteY3344" fmla="*/ 1616970 h 6382977"/>
              <a:gd name="connsiteX3345" fmla="*/ 5919096 w 6501199"/>
              <a:gd name="connsiteY3345" fmla="*/ 1612649 h 6382977"/>
              <a:gd name="connsiteX3346" fmla="*/ 5690201 w 6501199"/>
              <a:gd name="connsiteY3346" fmla="*/ 1597025 h 6382977"/>
              <a:gd name="connsiteX3347" fmla="*/ 5694666 w 6501199"/>
              <a:gd name="connsiteY3347" fmla="*/ 1610945 h 6382977"/>
              <a:gd name="connsiteX3348" fmla="*/ 5676063 w 6501199"/>
              <a:gd name="connsiteY3348" fmla="*/ 1606549 h 6382977"/>
              <a:gd name="connsiteX3349" fmla="*/ 5690201 w 6501199"/>
              <a:gd name="connsiteY3349" fmla="*/ 1597025 h 6382977"/>
              <a:gd name="connsiteX3350" fmla="*/ 5495733 w 6501199"/>
              <a:gd name="connsiteY3350" fmla="*/ 1594288 h 6382977"/>
              <a:gd name="connsiteX3351" fmla="*/ 5484573 w 6501199"/>
              <a:gd name="connsiteY3351" fmla="*/ 1616970 h 6382977"/>
              <a:gd name="connsiteX3352" fmla="*/ 5482413 w 6501199"/>
              <a:gd name="connsiteY3352" fmla="*/ 1605809 h 6382977"/>
              <a:gd name="connsiteX3353" fmla="*/ 5470893 w 6501199"/>
              <a:gd name="connsiteY3353" fmla="*/ 1646852 h 6382977"/>
              <a:gd name="connsiteX3354" fmla="*/ 5450373 w 6501199"/>
              <a:gd name="connsiteY3354" fmla="*/ 1658013 h 6382977"/>
              <a:gd name="connsiteX3355" fmla="*/ 5473053 w 6501199"/>
              <a:gd name="connsiteY3355" fmla="*/ 1705896 h 6382977"/>
              <a:gd name="connsiteX3356" fmla="*/ 5473053 w 6501199"/>
              <a:gd name="connsiteY3356" fmla="*/ 1676374 h 6382977"/>
              <a:gd name="connsiteX3357" fmla="*/ 5498253 w 6501199"/>
              <a:gd name="connsiteY3357" fmla="*/ 1637491 h 6382977"/>
              <a:gd name="connsiteX3358" fmla="*/ 5486733 w 6501199"/>
              <a:gd name="connsiteY3358" fmla="*/ 1612649 h 6382977"/>
              <a:gd name="connsiteX3359" fmla="*/ 5495733 w 6501199"/>
              <a:gd name="connsiteY3359" fmla="*/ 1594288 h 6382977"/>
              <a:gd name="connsiteX3360" fmla="*/ 5129607 w 6501199"/>
              <a:gd name="connsiteY3360" fmla="*/ 1587098 h 6382977"/>
              <a:gd name="connsiteX3361" fmla="*/ 5109325 w 6501199"/>
              <a:gd name="connsiteY3361" fmla="*/ 1605632 h 6382977"/>
              <a:gd name="connsiteX3362" fmla="*/ 5129607 w 6501199"/>
              <a:gd name="connsiteY3362" fmla="*/ 1587098 h 6382977"/>
              <a:gd name="connsiteX3363" fmla="*/ 5536773 w 6501199"/>
              <a:gd name="connsiteY3363" fmla="*/ 1585288 h 6382977"/>
              <a:gd name="connsiteX3364" fmla="*/ 5536773 w 6501199"/>
              <a:gd name="connsiteY3364" fmla="*/ 1598968 h 6382977"/>
              <a:gd name="connsiteX3365" fmla="*/ 5550453 w 6501199"/>
              <a:gd name="connsiteY3365" fmla="*/ 1592128 h 6382977"/>
              <a:gd name="connsiteX3366" fmla="*/ 5536773 w 6501199"/>
              <a:gd name="connsiteY3366" fmla="*/ 1585288 h 6382977"/>
              <a:gd name="connsiteX3367" fmla="*/ 4802761 w 6501199"/>
              <a:gd name="connsiteY3367" fmla="*/ 1582812 h 6382977"/>
              <a:gd name="connsiteX3368" fmla="*/ 4787239 w 6501199"/>
              <a:gd name="connsiteY3368" fmla="*/ 1601415 h 6382977"/>
              <a:gd name="connsiteX3369" fmla="*/ 4802761 w 6501199"/>
              <a:gd name="connsiteY3369" fmla="*/ 1582812 h 6382977"/>
              <a:gd name="connsiteX3370" fmla="*/ 5067408 w 6501199"/>
              <a:gd name="connsiteY3370" fmla="*/ 1582737 h 6382977"/>
              <a:gd name="connsiteX3371" fmla="*/ 5083566 w 6501199"/>
              <a:gd name="connsiteY3371" fmla="*/ 1593860 h 6382977"/>
              <a:gd name="connsiteX3372" fmla="*/ 5074230 w 6501199"/>
              <a:gd name="connsiteY3372" fmla="*/ 1634766 h 6382977"/>
              <a:gd name="connsiteX3373" fmla="*/ 5058431 w 6501199"/>
              <a:gd name="connsiteY3373" fmla="*/ 1625795 h 6382977"/>
              <a:gd name="connsiteX3374" fmla="*/ 5063099 w 6501199"/>
              <a:gd name="connsiteY3374" fmla="*/ 1596013 h 6382977"/>
              <a:gd name="connsiteX3375" fmla="*/ 5076744 w 6501199"/>
              <a:gd name="connsiteY3375" fmla="*/ 1591707 h 6382977"/>
              <a:gd name="connsiteX3376" fmla="*/ 5067408 w 6501199"/>
              <a:gd name="connsiteY3376" fmla="*/ 1582737 h 6382977"/>
              <a:gd name="connsiteX3377" fmla="*/ 5810460 w 6501199"/>
              <a:gd name="connsiteY3377" fmla="*/ 1579675 h 6382977"/>
              <a:gd name="connsiteX3378" fmla="*/ 5813641 w 6501199"/>
              <a:gd name="connsiteY3378" fmla="*/ 1591950 h 6382977"/>
              <a:gd name="connsiteX3379" fmla="*/ 5814959 w 6501199"/>
              <a:gd name="connsiteY3379" fmla="*/ 1584860 h 6382977"/>
              <a:gd name="connsiteX3380" fmla="*/ 5486733 w 6501199"/>
              <a:gd name="connsiteY3380" fmla="*/ 1576287 h 6382977"/>
              <a:gd name="connsiteX3381" fmla="*/ 5509413 w 6501199"/>
              <a:gd name="connsiteY3381" fmla="*/ 1598968 h 6382977"/>
              <a:gd name="connsiteX3382" fmla="*/ 5507253 w 6501199"/>
              <a:gd name="connsiteY3382" fmla="*/ 1585288 h 6382977"/>
              <a:gd name="connsiteX3383" fmla="*/ 5486733 w 6501199"/>
              <a:gd name="connsiteY3383" fmla="*/ 1576287 h 6382977"/>
              <a:gd name="connsiteX3384" fmla="*/ 4800187 w 6501199"/>
              <a:gd name="connsiteY3384" fmla="*/ 1563121 h 6382977"/>
              <a:gd name="connsiteX3385" fmla="*/ 4805768 w 6501199"/>
              <a:gd name="connsiteY3385" fmla="*/ 1566639 h 6382977"/>
              <a:gd name="connsiteX3386" fmla="*/ 4799211 w 6501199"/>
              <a:gd name="connsiteY3386" fmla="*/ 1571476 h 6382977"/>
              <a:gd name="connsiteX3387" fmla="*/ 4799211 w 6501199"/>
              <a:gd name="connsiteY3387" fmla="*/ 1580778 h 6382977"/>
              <a:gd name="connsiteX3388" fmla="*/ 4790238 w 6501199"/>
              <a:gd name="connsiteY3388" fmla="*/ 1569243 h 6382977"/>
              <a:gd name="connsiteX3389" fmla="*/ 4800187 w 6501199"/>
              <a:gd name="connsiteY3389" fmla="*/ 1563121 h 6382977"/>
              <a:gd name="connsiteX3390" fmla="*/ 1294718 w 6501199"/>
              <a:gd name="connsiteY3390" fmla="*/ 1560462 h 6382977"/>
              <a:gd name="connsiteX3391" fmla="*/ 1271676 w 6501199"/>
              <a:gd name="connsiteY3391" fmla="*/ 1565141 h 6382977"/>
              <a:gd name="connsiteX3392" fmla="*/ 1217310 w 6501199"/>
              <a:gd name="connsiteY3392" fmla="*/ 1603655 h 6382977"/>
              <a:gd name="connsiteX3393" fmla="*/ 1219470 w 6501199"/>
              <a:gd name="connsiteY3393" fmla="*/ 1631011 h 6382977"/>
              <a:gd name="connsiteX3394" fmla="*/ 1258355 w 6501199"/>
              <a:gd name="connsiteY3394" fmla="*/ 1599336 h 6382977"/>
              <a:gd name="connsiteX3395" fmla="*/ 1294718 w 6501199"/>
              <a:gd name="connsiteY3395" fmla="*/ 1560462 h 6382977"/>
              <a:gd name="connsiteX3396" fmla="*/ 5193331 w 6501199"/>
              <a:gd name="connsiteY3396" fmla="*/ 1560086 h 6382977"/>
              <a:gd name="connsiteX3397" fmla="*/ 5186491 w 6501199"/>
              <a:gd name="connsiteY3397" fmla="*/ 1578447 h 6382977"/>
              <a:gd name="connsiteX3398" fmla="*/ 5193331 w 6501199"/>
              <a:gd name="connsiteY3398" fmla="*/ 1560086 h 6382977"/>
              <a:gd name="connsiteX3399" fmla="*/ 5557293 w 6501199"/>
              <a:gd name="connsiteY3399" fmla="*/ 1555766 h 6382977"/>
              <a:gd name="connsiteX3400" fmla="*/ 5564133 w 6501199"/>
              <a:gd name="connsiteY3400" fmla="*/ 1571607 h 6382977"/>
              <a:gd name="connsiteX3401" fmla="*/ 5557293 w 6501199"/>
              <a:gd name="connsiteY3401" fmla="*/ 1555766 h 6382977"/>
              <a:gd name="connsiteX3402" fmla="*/ 5131682 w 6501199"/>
              <a:gd name="connsiteY3402" fmla="*/ 1555750 h 6382977"/>
              <a:gd name="connsiteX3403" fmla="*/ 5150236 w 6501199"/>
              <a:gd name="connsiteY3403" fmla="*/ 1564821 h 6382977"/>
              <a:gd name="connsiteX3404" fmla="*/ 5138595 w 6501199"/>
              <a:gd name="connsiteY3404" fmla="*/ 1573893 h 6382977"/>
              <a:gd name="connsiteX3405" fmla="*/ 5134229 w 6501199"/>
              <a:gd name="connsiteY3405" fmla="*/ 1562644 h 6382977"/>
              <a:gd name="connsiteX3406" fmla="*/ 5115675 w 6501199"/>
              <a:gd name="connsiteY3406" fmla="*/ 1569538 h 6382977"/>
              <a:gd name="connsiteX3407" fmla="*/ 5131682 w 6501199"/>
              <a:gd name="connsiteY3407" fmla="*/ 1555750 h 6382977"/>
              <a:gd name="connsiteX3408" fmla="*/ 4993998 w 6501199"/>
              <a:gd name="connsiteY3408" fmla="*/ 1555750 h 6382977"/>
              <a:gd name="connsiteX3409" fmla="*/ 4984660 w 6501199"/>
              <a:gd name="connsiteY3409" fmla="*/ 1574426 h 6382977"/>
              <a:gd name="connsiteX3410" fmla="*/ 4993998 w 6501199"/>
              <a:gd name="connsiteY3410" fmla="*/ 1555750 h 6382977"/>
              <a:gd name="connsiteX3411" fmla="*/ 5381972 w 6501199"/>
              <a:gd name="connsiteY3411" fmla="*/ 1553605 h 6382977"/>
              <a:gd name="connsiteX3412" fmla="*/ 5375132 w 6501199"/>
              <a:gd name="connsiteY3412" fmla="*/ 1573767 h 6382977"/>
              <a:gd name="connsiteX3413" fmla="*/ 5381972 w 6501199"/>
              <a:gd name="connsiteY3413" fmla="*/ 1553605 h 6382977"/>
              <a:gd name="connsiteX3414" fmla="*/ 5926977 w 6501199"/>
              <a:gd name="connsiteY3414" fmla="*/ 1552452 h 6382977"/>
              <a:gd name="connsiteX3415" fmla="*/ 5921256 w 6501199"/>
              <a:gd name="connsiteY3415" fmla="*/ 1573767 h 6382977"/>
              <a:gd name="connsiteX3416" fmla="*/ 5934937 w 6501199"/>
              <a:gd name="connsiteY3416" fmla="*/ 1555766 h 6382977"/>
              <a:gd name="connsiteX3417" fmla="*/ 5926977 w 6501199"/>
              <a:gd name="connsiteY3417" fmla="*/ 1552452 h 6382977"/>
              <a:gd name="connsiteX3418" fmla="*/ 6167271 w 6501199"/>
              <a:gd name="connsiteY3418" fmla="*/ 1547748 h 6382977"/>
              <a:gd name="connsiteX3419" fmla="*/ 6171007 w 6501199"/>
              <a:gd name="connsiteY3419" fmla="*/ 1549193 h 6382977"/>
              <a:gd name="connsiteX3420" fmla="*/ 6159977 w 6501199"/>
              <a:gd name="connsiteY3420" fmla="*/ 1571274 h 6382977"/>
              <a:gd name="connsiteX3421" fmla="*/ 6155351 w 6501199"/>
              <a:gd name="connsiteY3421" fmla="*/ 1555853 h 6382977"/>
              <a:gd name="connsiteX3422" fmla="*/ 6166737 w 6501199"/>
              <a:gd name="connsiteY3422" fmla="*/ 1551296 h 6382977"/>
              <a:gd name="connsiteX3423" fmla="*/ 6167271 w 6501199"/>
              <a:gd name="connsiteY3423" fmla="*/ 1547748 h 6382977"/>
              <a:gd name="connsiteX3424" fmla="*/ 5900736 w 6501199"/>
              <a:gd name="connsiteY3424" fmla="*/ 1546765 h 6382977"/>
              <a:gd name="connsiteX3425" fmla="*/ 5884896 w 6501199"/>
              <a:gd name="connsiteY3425" fmla="*/ 1571607 h 6382977"/>
              <a:gd name="connsiteX3426" fmla="*/ 5900736 w 6501199"/>
              <a:gd name="connsiteY3426" fmla="*/ 1546765 h 6382977"/>
              <a:gd name="connsiteX3427" fmla="*/ 4814901 w 6501199"/>
              <a:gd name="connsiteY3427" fmla="*/ 1535112 h 6382977"/>
              <a:gd name="connsiteX3428" fmla="*/ 4808078 w 6501199"/>
              <a:gd name="connsiteY3428" fmla="*/ 1561749 h 6382977"/>
              <a:gd name="connsiteX3429" fmla="*/ 4801256 w 6501199"/>
              <a:gd name="connsiteY3429" fmla="*/ 1546328 h 6382977"/>
              <a:gd name="connsiteX3430" fmla="*/ 4814901 w 6501199"/>
              <a:gd name="connsiteY3430" fmla="*/ 1535112 h 6382977"/>
              <a:gd name="connsiteX3431" fmla="*/ 1317401 w 6501199"/>
              <a:gd name="connsiteY3431" fmla="*/ 1533465 h 6382977"/>
              <a:gd name="connsiteX3432" fmla="*/ 1299039 w 6501199"/>
              <a:gd name="connsiteY3432" fmla="*/ 1558302 h 6382977"/>
              <a:gd name="connsiteX3433" fmla="*/ 1317401 w 6501199"/>
              <a:gd name="connsiteY3433" fmla="*/ 1533465 h 6382977"/>
              <a:gd name="connsiteX3434" fmla="*/ 5834855 w 6501199"/>
              <a:gd name="connsiteY3434" fmla="*/ 1523723 h 6382977"/>
              <a:gd name="connsiteX3435" fmla="*/ 5816495 w 6501199"/>
              <a:gd name="connsiteY3435" fmla="*/ 1546765 h 6382977"/>
              <a:gd name="connsiteX3436" fmla="*/ 5825855 w 6501199"/>
              <a:gd name="connsiteY3436" fmla="*/ 1560086 h 6382977"/>
              <a:gd name="connsiteX3437" fmla="*/ 5839535 w 6501199"/>
              <a:gd name="connsiteY3437" fmla="*/ 1560086 h 6382977"/>
              <a:gd name="connsiteX3438" fmla="*/ 5834855 w 6501199"/>
              <a:gd name="connsiteY3438" fmla="*/ 1523723 h 6382977"/>
              <a:gd name="connsiteX3439" fmla="*/ 5018267 w 6501199"/>
              <a:gd name="connsiteY3439" fmla="*/ 1523514 h 6382977"/>
              <a:gd name="connsiteX3440" fmla="*/ 5018238 w 6501199"/>
              <a:gd name="connsiteY3440" fmla="*/ 1523652 h 6382977"/>
              <a:gd name="connsiteX3441" fmla="*/ 5018150 w 6501199"/>
              <a:gd name="connsiteY3441" fmla="*/ 1523650 h 6382977"/>
              <a:gd name="connsiteX3442" fmla="*/ 1290038 w 6501199"/>
              <a:gd name="connsiteY3442" fmla="*/ 1521947 h 6382977"/>
              <a:gd name="connsiteX3443" fmla="*/ 1274196 w 6501199"/>
              <a:gd name="connsiteY3443" fmla="*/ 1535625 h 6382977"/>
              <a:gd name="connsiteX3444" fmla="*/ 1290038 w 6501199"/>
              <a:gd name="connsiteY3444" fmla="*/ 1521947 h 6382977"/>
              <a:gd name="connsiteX3445" fmla="*/ 5709822 w 6501199"/>
              <a:gd name="connsiteY3445" fmla="*/ 1519237 h 6382977"/>
              <a:gd name="connsiteX3446" fmla="*/ 5716891 w 6501199"/>
              <a:gd name="connsiteY3446" fmla="*/ 1556984 h 6382977"/>
              <a:gd name="connsiteX3447" fmla="*/ 5698288 w 6501199"/>
              <a:gd name="connsiteY3447" fmla="*/ 1543578 h 6382977"/>
              <a:gd name="connsiteX3448" fmla="*/ 5709822 w 6501199"/>
              <a:gd name="connsiteY3448" fmla="*/ 1519237 h 6382977"/>
              <a:gd name="connsiteX3449" fmla="*/ 5921256 w 6501199"/>
              <a:gd name="connsiteY3449" fmla="*/ 1512563 h 6382977"/>
              <a:gd name="connsiteX3450" fmla="*/ 5910096 w 6501199"/>
              <a:gd name="connsiteY3450" fmla="*/ 1516883 h 6382977"/>
              <a:gd name="connsiteX3451" fmla="*/ 5910096 w 6501199"/>
              <a:gd name="connsiteY3451" fmla="*/ 1553605 h 6382977"/>
              <a:gd name="connsiteX3452" fmla="*/ 5921256 w 6501199"/>
              <a:gd name="connsiteY3452" fmla="*/ 1512563 h 6382977"/>
              <a:gd name="connsiteX3453" fmla="*/ 5020529 w 6501199"/>
              <a:gd name="connsiteY3453" fmla="*/ 1512563 h 6382977"/>
              <a:gd name="connsiteX3454" fmla="*/ 5020664 w 6501199"/>
              <a:gd name="connsiteY3454" fmla="*/ 1520708 h 6382977"/>
              <a:gd name="connsiteX3455" fmla="*/ 5018267 w 6501199"/>
              <a:gd name="connsiteY3455" fmla="*/ 1523514 h 6382977"/>
              <a:gd name="connsiteX3456" fmla="*/ 4876025 w 6501199"/>
              <a:gd name="connsiteY3456" fmla="*/ 1500187 h 6382977"/>
              <a:gd name="connsiteX3457" fmla="*/ 4865159 w 6501199"/>
              <a:gd name="connsiteY3457" fmla="*/ 1534748 h 6382977"/>
              <a:gd name="connsiteX3458" fmla="*/ 4876025 w 6501199"/>
              <a:gd name="connsiteY3458" fmla="*/ 1500187 h 6382977"/>
              <a:gd name="connsiteX3459" fmla="*/ 1512902 w 6501199"/>
              <a:gd name="connsiteY3459" fmla="*/ 1499270 h 6382977"/>
              <a:gd name="connsiteX3460" fmla="*/ 1488059 w 6501199"/>
              <a:gd name="connsiteY3460" fmla="*/ 1521947 h 6382977"/>
              <a:gd name="connsiteX3461" fmla="*/ 1512902 w 6501199"/>
              <a:gd name="connsiteY3461" fmla="*/ 1499270 h 6382977"/>
              <a:gd name="connsiteX3462" fmla="*/ 5980297 w 6501199"/>
              <a:gd name="connsiteY3462" fmla="*/ 1496361 h 6382977"/>
              <a:gd name="connsiteX3463" fmla="*/ 5953297 w 6501199"/>
              <a:gd name="connsiteY3463" fmla="*/ 1560086 h 6382977"/>
              <a:gd name="connsiteX3464" fmla="*/ 5934937 w 6501199"/>
              <a:gd name="connsiteY3464" fmla="*/ 1573767 h 6382977"/>
              <a:gd name="connsiteX3465" fmla="*/ 5950777 w 6501199"/>
              <a:gd name="connsiteY3465" fmla="*/ 1571607 h 6382977"/>
              <a:gd name="connsiteX3466" fmla="*/ 5934937 w 6501199"/>
              <a:gd name="connsiteY3466" fmla="*/ 1628491 h 6382977"/>
              <a:gd name="connsiteX3467" fmla="*/ 5969137 w 6501199"/>
              <a:gd name="connsiteY3467" fmla="*/ 1589968 h 6382977"/>
              <a:gd name="connsiteX3468" fmla="*/ 5964457 w 6501199"/>
              <a:gd name="connsiteY3468" fmla="*/ 1548925 h 6382977"/>
              <a:gd name="connsiteX3469" fmla="*/ 5987137 w 6501199"/>
              <a:gd name="connsiteY3469" fmla="*/ 1553605 h 6382977"/>
              <a:gd name="connsiteX3470" fmla="*/ 5993977 w 6501199"/>
              <a:gd name="connsiteY3470" fmla="*/ 1530564 h 6382977"/>
              <a:gd name="connsiteX3471" fmla="*/ 5975977 w 6501199"/>
              <a:gd name="connsiteY3471" fmla="*/ 1519403 h 6382977"/>
              <a:gd name="connsiteX3472" fmla="*/ 5980297 w 6501199"/>
              <a:gd name="connsiteY3472" fmla="*/ 1496361 h 6382977"/>
              <a:gd name="connsiteX3473" fmla="*/ 5165499 w 6501199"/>
              <a:gd name="connsiteY3473" fmla="*/ 1495425 h 6382977"/>
              <a:gd name="connsiteX3474" fmla="*/ 5177222 w 6501199"/>
              <a:gd name="connsiteY3474" fmla="*/ 1502185 h 6382977"/>
              <a:gd name="connsiteX3475" fmla="*/ 5158538 w 6501199"/>
              <a:gd name="connsiteY3475" fmla="*/ 1508946 h 6382977"/>
              <a:gd name="connsiteX3476" fmla="*/ 5170261 w 6501199"/>
              <a:gd name="connsiteY3476" fmla="*/ 1506811 h 6382977"/>
              <a:gd name="connsiteX3477" fmla="*/ 5165499 w 6501199"/>
              <a:gd name="connsiteY3477" fmla="*/ 1495425 h 6382977"/>
              <a:gd name="connsiteX3478" fmla="*/ 5629116 w 6501199"/>
              <a:gd name="connsiteY3478" fmla="*/ 1479550 h 6382977"/>
              <a:gd name="connsiteX3479" fmla="*/ 5624835 w 6501199"/>
              <a:gd name="connsiteY3479" fmla="*/ 1502990 h 6382977"/>
              <a:gd name="connsiteX3480" fmla="*/ 5629116 w 6501199"/>
              <a:gd name="connsiteY3480" fmla="*/ 1479550 h 6382977"/>
              <a:gd name="connsiteX3481" fmla="*/ 5810345 w 6501199"/>
              <a:gd name="connsiteY3481" fmla="*/ 1474623 h 6382977"/>
              <a:gd name="connsiteX3482" fmla="*/ 5807354 w 6501199"/>
              <a:gd name="connsiteY3482" fmla="*/ 1486502 h 6382977"/>
              <a:gd name="connsiteX3483" fmla="*/ 5811995 w 6501199"/>
              <a:gd name="connsiteY3483" fmla="*/ 1490646 h 6382977"/>
              <a:gd name="connsiteX3484" fmla="*/ 5823335 w 6501199"/>
              <a:gd name="connsiteY3484" fmla="*/ 1498882 h 6382977"/>
              <a:gd name="connsiteX3485" fmla="*/ 5832695 w 6501199"/>
              <a:gd name="connsiteY3485" fmla="*/ 1485201 h 6382977"/>
              <a:gd name="connsiteX3486" fmla="*/ 5816495 w 6501199"/>
              <a:gd name="connsiteY3486" fmla="*/ 1483041 h 6382977"/>
              <a:gd name="connsiteX3487" fmla="*/ 4899223 w 6501199"/>
              <a:gd name="connsiteY3487" fmla="*/ 1468437 h 6382977"/>
              <a:gd name="connsiteX3488" fmla="*/ 4892666 w 6501199"/>
              <a:gd name="connsiteY3488" fmla="*/ 1493474 h 6382977"/>
              <a:gd name="connsiteX3489" fmla="*/ 4899223 w 6501199"/>
              <a:gd name="connsiteY3489" fmla="*/ 1468437 h 6382977"/>
              <a:gd name="connsiteX3490" fmla="*/ 5934937 w 6501199"/>
              <a:gd name="connsiteY3490" fmla="*/ 1464679 h 6382977"/>
              <a:gd name="connsiteX3491" fmla="*/ 5914416 w 6501199"/>
              <a:gd name="connsiteY3491" fmla="*/ 1503202 h 6382977"/>
              <a:gd name="connsiteX3492" fmla="*/ 5943937 w 6501199"/>
              <a:gd name="connsiteY3492" fmla="*/ 1492041 h 6382977"/>
              <a:gd name="connsiteX3493" fmla="*/ 5953297 w 6501199"/>
              <a:gd name="connsiteY3493" fmla="*/ 1476200 h 6382977"/>
              <a:gd name="connsiteX3494" fmla="*/ 5928097 w 6501199"/>
              <a:gd name="connsiteY3494" fmla="*/ 1471520 h 6382977"/>
              <a:gd name="connsiteX3495" fmla="*/ 5817247 w 6501199"/>
              <a:gd name="connsiteY3495" fmla="*/ 1455764 h 6382977"/>
              <a:gd name="connsiteX3496" fmla="*/ 5815940 w 6501199"/>
              <a:gd name="connsiteY3496" fmla="*/ 1458664 h 6382977"/>
              <a:gd name="connsiteX3497" fmla="*/ 5817553 w 6501199"/>
              <a:gd name="connsiteY3497" fmla="*/ 1457012 h 6382977"/>
              <a:gd name="connsiteX3498" fmla="*/ 5170567 w 6501199"/>
              <a:gd name="connsiteY3498" fmla="*/ 1454803 h 6382977"/>
              <a:gd name="connsiteX3499" fmla="*/ 5193105 w 6501199"/>
              <a:gd name="connsiteY3499" fmla="*/ 1457044 h 6382977"/>
              <a:gd name="connsiteX3500" fmla="*/ 5181657 w 6501199"/>
              <a:gd name="connsiteY3500" fmla="*/ 1471238 h 6382977"/>
              <a:gd name="connsiteX3501" fmla="*/ 5170567 w 6501199"/>
              <a:gd name="connsiteY3501" fmla="*/ 1454803 h 6382977"/>
              <a:gd name="connsiteX3502" fmla="*/ 5126924 w 6501199"/>
              <a:gd name="connsiteY3502" fmla="*/ 1450677 h 6382977"/>
              <a:gd name="connsiteX3503" fmla="*/ 5117673 w 6501199"/>
              <a:gd name="connsiteY3503" fmla="*/ 1464816 h 6382977"/>
              <a:gd name="connsiteX3504" fmla="*/ 5126924 w 6501199"/>
              <a:gd name="connsiteY3504" fmla="*/ 1450677 h 6382977"/>
              <a:gd name="connsiteX3505" fmla="*/ 5922517 w 6501199"/>
              <a:gd name="connsiteY3505" fmla="*/ 1447353 h 6382977"/>
              <a:gd name="connsiteX3506" fmla="*/ 5916936 w 6501199"/>
              <a:gd name="connsiteY3506" fmla="*/ 1450998 h 6382977"/>
              <a:gd name="connsiteX3507" fmla="*/ 5923417 w 6501199"/>
              <a:gd name="connsiteY3507" fmla="*/ 1464679 h 6382977"/>
              <a:gd name="connsiteX3508" fmla="*/ 5928097 w 6501199"/>
              <a:gd name="connsiteY3508" fmla="*/ 1448838 h 6382977"/>
              <a:gd name="connsiteX3509" fmla="*/ 5922517 w 6501199"/>
              <a:gd name="connsiteY3509" fmla="*/ 1447353 h 6382977"/>
              <a:gd name="connsiteX3510" fmla="*/ 6439405 w 6501199"/>
              <a:gd name="connsiteY3510" fmla="*/ 1443633 h 6382977"/>
              <a:gd name="connsiteX3511" fmla="*/ 6432607 w 6501199"/>
              <a:gd name="connsiteY3511" fmla="*/ 1459640 h 6382977"/>
              <a:gd name="connsiteX3512" fmla="*/ 6444055 w 6501199"/>
              <a:gd name="connsiteY3512" fmla="*/ 1466552 h 6382977"/>
              <a:gd name="connsiteX3513" fmla="*/ 6439405 w 6501199"/>
              <a:gd name="connsiteY3513" fmla="*/ 1443633 h 6382977"/>
              <a:gd name="connsiteX3514" fmla="*/ 6294965 w 6501199"/>
              <a:gd name="connsiteY3514" fmla="*/ 1435100 h 6382977"/>
              <a:gd name="connsiteX3515" fmla="*/ 6306871 w 6501199"/>
              <a:gd name="connsiteY3515" fmla="*/ 1462212 h 6382977"/>
              <a:gd name="connsiteX3516" fmla="*/ 6294965 w 6501199"/>
              <a:gd name="connsiteY3516" fmla="*/ 1435100 h 6382977"/>
              <a:gd name="connsiteX3517" fmla="*/ 3923751 w 6501199"/>
              <a:gd name="connsiteY3517" fmla="*/ 1429210 h 6382977"/>
              <a:gd name="connsiteX3518" fmla="*/ 3912916 w 6501199"/>
              <a:gd name="connsiteY3518" fmla="*/ 1447078 h 6382977"/>
              <a:gd name="connsiteX3519" fmla="*/ 3928758 w 6501199"/>
              <a:gd name="connsiteY3519" fmla="*/ 1430880 h 6382977"/>
              <a:gd name="connsiteX3520" fmla="*/ 3923751 w 6501199"/>
              <a:gd name="connsiteY3520" fmla="*/ 1429210 h 6382977"/>
              <a:gd name="connsiteX3521" fmla="*/ 1958989 w 6501199"/>
              <a:gd name="connsiteY3521" fmla="*/ 1408204 h 6382977"/>
              <a:gd name="connsiteX3522" fmla="*/ 1929466 w 6501199"/>
              <a:gd name="connsiteY3522" fmla="*/ 1419722 h 6382977"/>
              <a:gd name="connsiteX3523" fmla="*/ 1940627 w 6501199"/>
              <a:gd name="connsiteY3523" fmla="*/ 1424041 h 6382977"/>
              <a:gd name="connsiteX3524" fmla="*/ 1965830 w 6501199"/>
              <a:gd name="connsiteY3524" fmla="*/ 1412883 h 6382977"/>
              <a:gd name="connsiteX3525" fmla="*/ 1958989 w 6501199"/>
              <a:gd name="connsiteY3525" fmla="*/ 1408204 h 6382977"/>
              <a:gd name="connsiteX3526" fmla="*/ 2081762 w 6501199"/>
              <a:gd name="connsiteY3526" fmla="*/ 1401365 h 6382977"/>
              <a:gd name="connsiteX3527" fmla="*/ 2063760 w 6501199"/>
              <a:gd name="connsiteY3527" fmla="*/ 1412883 h 6382977"/>
              <a:gd name="connsiteX3528" fmla="*/ 2077442 w 6501199"/>
              <a:gd name="connsiteY3528" fmla="*/ 1424041 h 6382977"/>
              <a:gd name="connsiteX3529" fmla="*/ 2081762 w 6501199"/>
              <a:gd name="connsiteY3529" fmla="*/ 1401365 h 6382977"/>
              <a:gd name="connsiteX3530" fmla="*/ 5591396 w 6501199"/>
              <a:gd name="connsiteY3530" fmla="*/ 1400175 h 6382977"/>
              <a:gd name="connsiteX3531" fmla="*/ 5595630 w 6501199"/>
              <a:gd name="connsiteY3531" fmla="*/ 1436329 h 6382977"/>
              <a:gd name="connsiteX3532" fmla="*/ 5584694 w 6501199"/>
              <a:gd name="connsiteY3532" fmla="*/ 1434181 h 6382977"/>
              <a:gd name="connsiteX3533" fmla="*/ 5591396 w 6501199"/>
              <a:gd name="connsiteY3533" fmla="*/ 1400175 h 6382977"/>
              <a:gd name="connsiteX3534" fmla="*/ 5885278 w 6501199"/>
              <a:gd name="connsiteY3534" fmla="*/ 1398587 h 6382977"/>
              <a:gd name="connsiteX3535" fmla="*/ 5869257 w 6501199"/>
              <a:gd name="connsiteY3535" fmla="*/ 1454952 h 6382977"/>
              <a:gd name="connsiteX3536" fmla="*/ 5885278 w 6501199"/>
              <a:gd name="connsiteY3536" fmla="*/ 1398587 h 6382977"/>
              <a:gd name="connsiteX3537" fmla="*/ 3727496 w 6501199"/>
              <a:gd name="connsiteY3537" fmla="*/ 1396325 h 6382977"/>
              <a:gd name="connsiteX3538" fmla="*/ 3721736 w 6501199"/>
              <a:gd name="connsiteY3538" fmla="*/ 1396685 h 6382977"/>
              <a:gd name="connsiteX3539" fmla="*/ 3733257 w 6501199"/>
              <a:gd name="connsiteY3539" fmla="*/ 1399205 h 6382977"/>
              <a:gd name="connsiteX3540" fmla="*/ 3727496 w 6501199"/>
              <a:gd name="connsiteY3540" fmla="*/ 1396325 h 6382977"/>
              <a:gd name="connsiteX3541" fmla="*/ 2122806 w 6501199"/>
              <a:gd name="connsiteY3541" fmla="*/ 1390206 h 6382977"/>
              <a:gd name="connsiteX3542" fmla="*/ 2109125 w 6501199"/>
              <a:gd name="connsiteY3542" fmla="*/ 1410363 h 6382977"/>
              <a:gd name="connsiteX3543" fmla="*/ 2120286 w 6501199"/>
              <a:gd name="connsiteY3543" fmla="*/ 1415043 h 6382977"/>
              <a:gd name="connsiteX3544" fmla="*/ 2141168 w 6501199"/>
              <a:gd name="connsiteY3544" fmla="*/ 1403524 h 6382977"/>
              <a:gd name="connsiteX3545" fmla="*/ 2122806 w 6501199"/>
              <a:gd name="connsiteY3545" fmla="*/ 1394526 h 6382977"/>
              <a:gd name="connsiteX3546" fmla="*/ 2122806 w 6501199"/>
              <a:gd name="connsiteY3546" fmla="*/ 1390206 h 6382977"/>
              <a:gd name="connsiteX3547" fmla="*/ 2168171 w 6501199"/>
              <a:gd name="connsiteY3547" fmla="*/ 1387687 h 6382977"/>
              <a:gd name="connsiteX3548" fmla="*/ 2145489 w 6501199"/>
              <a:gd name="connsiteY3548" fmla="*/ 1403524 h 6382977"/>
              <a:gd name="connsiteX3549" fmla="*/ 2168171 w 6501199"/>
              <a:gd name="connsiteY3549" fmla="*/ 1387687 h 6382977"/>
              <a:gd name="connsiteX3550" fmla="*/ 6293614 w 6501199"/>
              <a:gd name="connsiteY3550" fmla="*/ 1384300 h 6382977"/>
              <a:gd name="connsiteX3551" fmla="*/ 6305100 w 6501199"/>
              <a:gd name="connsiteY3551" fmla="*/ 1420454 h 6382977"/>
              <a:gd name="connsiteX3552" fmla="*/ 6289307 w 6501199"/>
              <a:gd name="connsiteY3552" fmla="*/ 1420454 h 6382977"/>
              <a:gd name="connsiteX3553" fmla="*/ 6293614 w 6501199"/>
              <a:gd name="connsiteY3553" fmla="*/ 1384300 h 6382977"/>
              <a:gd name="connsiteX3554" fmla="*/ 4891566 w 6501199"/>
              <a:gd name="connsiteY3554" fmla="*/ 1384300 h 6382977"/>
              <a:gd name="connsiteX3555" fmla="*/ 4854917 w 6501199"/>
              <a:gd name="connsiteY3555" fmla="*/ 1410936 h 6382977"/>
              <a:gd name="connsiteX3556" fmla="*/ 4891566 w 6501199"/>
              <a:gd name="connsiteY3556" fmla="*/ 1384300 h 6382977"/>
              <a:gd name="connsiteX3557" fmla="*/ 4044819 w 6501199"/>
              <a:gd name="connsiteY3557" fmla="*/ 1379537 h 6382977"/>
              <a:gd name="connsiteX3558" fmla="*/ 4031413 w 6501199"/>
              <a:gd name="connsiteY3558" fmla="*/ 1393458 h 6382977"/>
              <a:gd name="connsiteX3559" fmla="*/ 4044819 w 6501199"/>
              <a:gd name="connsiteY3559" fmla="*/ 1379537 h 6382977"/>
              <a:gd name="connsiteX3560" fmla="*/ 5061210 w 6501199"/>
              <a:gd name="connsiteY3560" fmla="*/ 1378273 h 6382977"/>
              <a:gd name="connsiteX3561" fmla="*/ 5063730 w 6501199"/>
              <a:gd name="connsiteY3561" fmla="*/ 1419316 h 6382977"/>
              <a:gd name="connsiteX3562" fmla="*/ 5052209 w 6501199"/>
              <a:gd name="connsiteY3562" fmla="*/ 1439478 h 6382977"/>
              <a:gd name="connsiteX3563" fmla="*/ 5038529 w 6501199"/>
              <a:gd name="connsiteY3563" fmla="*/ 1446678 h 6382977"/>
              <a:gd name="connsiteX3564" fmla="*/ 5061210 w 6501199"/>
              <a:gd name="connsiteY3564" fmla="*/ 1378273 h 6382977"/>
              <a:gd name="connsiteX3565" fmla="*/ 3884997 w 6501199"/>
              <a:gd name="connsiteY3565" fmla="*/ 1377950 h 6382977"/>
              <a:gd name="connsiteX3566" fmla="*/ 3878036 w 6501199"/>
              <a:gd name="connsiteY3566" fmla="*/ 1388725 h 6382977"/>
              <a:gd name="connsiteX3567" fmla="*/ 3884997 w 6501199"/>
              <a:gd name="connsiteY3567" fmla="*/ 1377950 h 6382977"/>
              <a:gd name="connsiteX3568" fmla="*/ 3900898 w 6501199"/>
              <a:gd name="connsiteY3568" fmla="*/ 1375751 h 6382977"/>
              <a:gd name="connsiteX3569" fmla="*/ 3896475 w 6501199"/>
              <a:gd name="connsiteY3569" fmla="*/ 1391870 h 6382977"/>
              <a:gd name="connsiteX3570" fmla="*/ 3900898 w 6501199"/>
              <a:gd name="connsiteY3570" fmla="*/ 1375751 h 6382977"/>
              <a:gd name="connsiteX3571" fmla="*/ 6417061 w 6501199"/>
              <a:gd name="connsiteY3571" fmla="*/ 1371600 h 6382977"/>
              <a:gd name="connsiteX3572" fmla="*/ 6412332 w 6501199"/>
              <a:gd name="connsiteY3572" fmla="*/ 1466492 h 6382977"/>
              <a:gd name="connsiteX3573" fmla="*/ 6417061 w 6501199"/>
              <a:gd name="connsiteY3573" fmla="*/ 1371600 h 6382977"/>
              <a:gd name="connsiteX3574" fmla="*/ 5884744 w 6501199"/>
              <a:gd name="connsiteY3574" fmla="*/ 1368425 h 6382977"/>
              <a:gd name="connsiteX3575" fmla="*/ 5901116 w 6501199"/>
              <a:gd name="connsiteY3575" fmla="*/ 1389138 h 6382977"/>
              <a:gd name="connsiteX3576" fmla="*/ 5884744 w 6501199"/>
              <a:gd name="connsiteY3576" fmla="*/ 1368425 h 6382977"/>
              <a:gd name="connsiteX3577" fmla="*/ 5586022 w 6501199"/>
              <a:gd name="connsiteY3577" fmla="*/ 1366837 h 6382977"/>
              <a:gd name="connsiteX3578" fmla="*/ 5590673 w 6501199"/>
              <a:gd name="connsiteY3578" fmla="*/ 1393474 h 6382977"/>
              <a:gd name="connsiteX3579" fmla="*/ 5586022 w 6501199"/>
              <a:gd name="connsiteY3579" fmla="*/ 1366837 h 6382977"/>
              <a:gd name="connsiteX3580" fmla="*/ 5949669 w 6501199"/>
              <a:gd name="connsiteY3580" fmla="*/ 1364176 h 6382977"/>
              <a:gd name="connsiteX3581" fmla="*/ 5937097 w 6501199"/>
              <a:gd name="connsiteY3581" fmla="*/ 1364592 h 6382977"/>
              <a:gd name="connsiteX3582" fmla="*/ 5939617 w 6501199"/>
              <a:gd name="connsiteY3582" fmla="*/ 1380433 h 6382977"/>
              <a:gd name="connsiteX3583" fmla="*/ 5957617 w 6501199"/>
              <a:gd name="connsiteY3583" fmla="*/ 1396275 h 6382977"/>
              <a:gd name="connsiteX3584" fmla="*/ 5949669 w 6501199"/>
              <a:gd name="connsiteY3584" fmla="*/ 1364176 h 6382977"/>
              <a:gd name="connsiteX3585" fmla="*/ 3994900 w 6501199"/>
              <a:gd name="connsiteY3585" fmla="*/ 1362075 h 6382977"/>
              <a:gd name="connsiteX3586" fmla="*/ 4004059 w 6501199"/>
              <a:gd name="connsiteY3586" fmla="*/ 1375393 h 6382977"/>
              <a:gd name="connsiteX3587" fmla="*/ 3987940 w 6501199"/>
              <a:gd name="connsiteY3587" fmla="*/ 1379599 h 6382977"/>
              <a:gd name="connsiteX3588" fmla="*/ 3994900 w 6501199"/>
              <a:gd name="connsiteY3588" fmla="*/ 1362075 h 6382977"/>
              <a:gd name="connsiteX3589" fmla="*/ 3558909 w 6501199"/>
              <a:gd name="connsiteY3589" fmla="*/ 1361231 h 6382977"/>
              <a:gd name="connsiteX3590" fmla="*/ 3542077 w 6501199"/>
              <a:gd name="connsiteY3590" fmla="*/ 1367170 h 6382977"/>
              <a:gd name="connsiteX3591" fmla="*/ 3574120 w 6501199"/>
              <a:gd name="connsiteY3591" fmla="*/ 1367170 h 6382977"/>
              <a:gd name="connsiteX3592" fmla="*/ 3558909 w 6501199"/>
              <a:gd name="connsiteY3592" fmla="*/ 1361231 h 6382977"/>
              <a:gd name="connsiteX3593" fmla="*/ 2183788 w 6501199"/>
              <a:gd name="connsiteY3593" fmla="*/ 1355111 h 6382977"/>
              <a:gd name="connsiteX3594" fmla="*/ 2175012 w 6501199"/>
              <a:gd name="connsiteY3594" fmla="*/ 1365010 h 6382977"/>
              <a:gd name="connsiteX3595" fmla="*/ 2197694 w 6501199"/>
              <a:gd name="connsiteY3595" fmla="*/ 1360331 h 6382977"/>
              <a:gd name="connsiteX3596" fmla="*/ 2183788 w 6501199"/>
              <a:gd name="connsiteY3596" fmla="*/ 1355111 h 6382977"/>
              <a:gd name="connsiteX3597" fmla="*/ 3836135 w 6501199"/>
              <a:gd name="connsiteY3597" fmla="*/ 1352428 h 6382977"/>
              <a:gd name="connsiteX3598" fmla="*/ 3842134 w 6501199"/>
              <a:gd name="connsiteY3598" fmla="*/ 1357923 h 6382977"/>
              <a:gd name="connsiteX3599" fmla="*/ 3828213 w 6501199"/>
              <a:gd name="connsiteY3599" fmla="*/ 1355725 h 6382977"/>
              <a:gd name="connsiteX3600" fmla="*/ 3836135 w 6501199"/>
              <a:gd name="connsiteY3600" fmla="*/ 1352428 h 6382977"/>
              <a:gd name="connsiteX3601" fmla="*/ 5769227 w 6501199"/>
              <a:gd name="connsiteY3601" fmla="*/ 1350962 h 6382977"/>
              <a:gd name="connsiteX3602" fmla="*/ 5780475 w 6501199"/>
              <a:gd name="connsiteY3602" fmla="*/ 1360120 h 6382977"/>
              <a:gd name="connsiteX3603" fmla="*/ 5773581 w 6501199"/>
              <a:gd name="connsiteY3603" fmla="*/ 1369645 h 6382977"/>
              <a:gd name="connsiteX3604" fmla="*/ 5769227 w 6501199"/>
              <a:gd name="connsiteY3604" fmla="*/ 1350962 h 6382977"/>
              <a:gd name="connsiteX3605" fmla="*/ 1519620 w 6501199"/>
              <a:gd name="connsiteY3605" fmla="*/ 1350962 h 6382977"/>
              <a:gd name="connsiteX3606" fmla="*/ 1489474 w 6501199"/>
              <a:gd name="connsiteY3606" fmla="*/ 1380761 h 6382977"/>
              <a:gd name="connsiteX3607" fmla="*/ 1519620 w 6501199"/>
              <a:gd name="connsiteY3607" fmla="*/ 1350962 h 6382977"/>
              <a:gd name="connsiteX3608" fmla="*/ 3675904 w 6501199"/>
              <a:gd name="connsiteY3608" fmla="*/ 1348334 h 6382977"/>
              <a:gd name="connsiteX3609" fmla="*/ 3662689 w 6501199"/>
              <a:gd name="connsiteY3609" fmla="*/ 1360331 h 6382977"/>
              <a:gd name="connsiteX3610" fmla="*/ 3676371 w 6501199"/>
              <a:gd name="connsiteY3610" fmla="*/ 1358171 h 6382977"/>
              <a:gd name="connsiteX3611" fmla="*/ 3675904 w 6501199"/>
              <a:gd name="connsiteY3611" fmla="*/ 1348334 h 6382977"/>
              <a:gd name="connsiteX3612" fmla="*/ 5441113 w 6501199"/>
              <a:gd name="connsiteY3612" fmla="*/ 1345707 h 6382977"/>
              <a:gd name="connsiteX3613" fmla="*/ 5456635 w 6501199"/>
              <a:gd name="connsiteY3613" fmla="*/ 1345707 h 6382977"/>
              <a:gd name="connsiteX3614" fmla="*/ 5445346 w 6501199"/>
              <a:gd name="connsiteY3614" fmla="*/ 1357093 h 6382977"/>
              <a:gd name="connsiteX3615" fmla="*/ 5441113 w 6501199"/>
              <a:gd name="connsiteY3615" fmla="*/ 1345707 h 6382977"/>
              <a:gd name="connsiteX3616" fmla="*/ 4060672 w 6501199"/>
              <a:gd name="connsiteY3616" fmla="*/ 1344612 h 6382977"/>
              <a:gd name="connsiteX3617" fmla="*/ 4042525 w 6501199"/>
              <a:gd name="connsiteY3617" fmla="*/ 1360353 h 6382977"/>
              <a:gd name="connsiteX3618" fmla="*/ 4060672 w 6501199"/>
              <a:gd name="connsiteY3618" fmla="*/ 1344612 h 6382977"/>
              <a:gd name="connsiteX3619" fmla="*/ 4096781 w 6501199"/>
              <a:gd name="connsiteY3619" fmla="*/ 1341276 h 6382977"/>
              <a:gd name="connsiteX3620" fmla="*/ 4104074 w 6501199"/>
              <a:gd name="connsiteY3620" fmla="*/ 1346075 h 6382977"/>
              <a:gd name="connsiteX3621" fmla="*/ 4072060 w 6501199"/>
              <a:gd name="connsiteY3621" fmla="*/ 1357530 h 6382977"/>
              <a:gd name="connsiteX3622" fmla="*/ 4069513 w 6501199"/>
              <a:gd name="connsiteY3622" fmla="*/ 1341779 h 6382977"/>
              <a:gd name="connsiteX3623" fmla="*/ 4096781 w 6501199"/>
              <a:gd name="connsiteY3623" fmla="*/ 1341276 h 6382977"/>
              <a:gd name="connsiteX3624" fmla="*/ 3406207 w 6501199"/>
              <a:gd name="connsiteY3624" fmla="*/ 1340218 h 6382977"/>
              <a:gd name="connsiteX3625" fmla="*/ 3398781 w 6501199"/>
              <a:gd name="connsiteY3625" fmla="*/ 1351332 h 6382977"/>
              <a:gd name="connsiteX3626" fmla="*/ 3417143 w 6501199"/>
              <a:gd name="connsiteY3626" fmla="*/ 1344493 h 6382977"/>
              <a:gd name="connsiteX3627" fmla="*/ 3406207 w 6501199"/>
              <a:gd name="connsiteY3627" fmla="*/ 1340218 h 6382977"/>
              <a:gd name="connsiteX3628" fmla="*/ 1969457 w 6501199"/>
              <a:gd name="connsiteY3628" fmla="*/ 1339850 h 6382977"/>
              <a:gd name="connsiteX3629" fmla="*/ 1973663 w 6501199"/>
              <a:gd name="connsiteY3629" fmla="*/ 1351573 h 6382977"/>
              <a:gd name="connsiteX3630" fmla="*/ 1949479 w 6501199"/>
              <a:gd name="connsiteY3630" fmla="*/ 1349375 h 6382977"/>
              <a:gd name="connsiteX3631" fmla="*/ 1969457 w 6501199"/>
              <a:gd name="connsiteY3631" fmla="*/ 1339850 h 6382977"/>
              <a:gd name="connsiteX3632" fmla="*/ 1876913 w 6501199"/>
              <a:gd name="connsiteY3632" fmla="*/ 1339850 h 6382977"/>
              <a:gd name="connsiteX3633" fmla="*/ 1843176 w 6501199"/>
              <a:gd name="connsiteY3633" fmla="*/ 1369653 h 6382977"/>
              <a:gd name="connsiteX3634" fmla="*/ 1876913 w 6501199"/>
              <a:gd name="connsiteY3634" fmla="*/ 1339850 h 6382977"/>
              <a:gd name="connsiteX3635" fmla="*/ 3889023 w 6501199"/>
              <a:gd name="connsiteY3635" fmla="*/ 1338228 h 6382977"/>
              <a:gd name="connsiteX3636" fmla="*/ 3894535 w 6501199"/>
              <a:gd name="connsiteY3636" fmla="*/ 1341163 h 6382977"/>
              <a:gd name="connsiteX3637" fmla="*/ 3885363 w 6501199"/>
              <a:gd name="connsiteY3637" fmla="*/ 1345433 h 6382977"/>
              <a:gd name="connsiteX3638" fmla="*/ 3889023 w 6501199"/>
              <a:gd name="connsiteY3638" fmla="*/ 1338228 h 6382977"/>
              <a:gd name="connsiteX3639" fmla="*/ 2382214 w 6501199"/>
              <a:gd name="connsiteY3639" fmla="*/ 1335764 h 6382977"/>
              <a:gd name="connsiteX3640" fmla="*/ 2364032 w 6501199"/>
              <a:gd name="connsiteY3640" fmla="*/ 1349172 h 6382977"/>
              <a:gd name="connsiteX3641" fmla="*/ 2400396 w 6501199"/>
              <a:gd name="connsiteY3641" fmla="*/ 1344493 h 6382977"/>
              <a:gd name="connsiteX3642" fmla="*/ 2382214 w 6501199"/>
              <a:gd name="connsiteY3642" fmla="*/ 1335764 h 6382977"/>
              <a:gd name="connsiteX3643" fmla="*/ 6478871 w 6501199"/>
              <a:gd name="connsiteY3643" fmla="*/ 1335087 h 6382977"/>
              <a:gd name="connsiteX3644" fmla="*/ 6485672 w 6501199"/>
              <a:gd name="connsiteY3644" fmla="*/ 1362706 h 6382977"/>
              <a:gd name="connsiteX3645" fmla="*/ 6478871 w 6501199"/>
              <a:gd name="connsiteY3645" fmla="*/ 1335087 h 6382977"/>
              <a:gd name="connsiteX3646" fmla="*/ 3995783 w 6501199"/>
              <a:gd name="connsiteY3646" fmla="*/ 1331912 h 6382977"/>
              <a:gd name="connsiteX3647" fmla="*/ 3997899 w 6501199"/>
              <a:gd name="connsiteY3647" fmla="*/ 1348010 h 6382977"/>
              <a:gd name="connsiteX3648" fmla="*/ 3989080 w 6501199"/>
              <a:gd name="connsiteY3648" fmla="*/ 1348010 h 6382977"/>
              <a:gd name="connsiteX3649" fmla="*/ 3995783 w 6501199"/>
              <a:gd name="connsiteY3649" fmla="*/ 1331912 h 6382977"/>
              <a:gd name="connsiteX3650" fmla="*/ 4904456 w 6501199"/>
              <a:gd name="connsiteY3650" fmla="*/ 1328737 h 6382977"/>
              <a:gd name="connsiteX3651" fmla="*/ 4909081 w 6501199"/>
              <a:gd name="connsiteY3651" fmla="*/ 1351597 h 6382977"/>
              <a:gd name="connsiteX3652" fmla="*/ 4895560 w 6501199"/>
              <a:gd name="connsiteY3652" fmla="*/ 1353774 h 6382977"/>
              <a:gd name="connsiteX3653" fmla="*/ 4904456 w 6501199"/>
              <a:gd name="connsiteY3653" fmla="*/ 1328737 h 6382977"/>
              <a:gd name="connsiteX3654" fmla="*/ 3742438 w 6501199"/>
              <a:gd name="connsiteY3654" fmla="*/ 1324471 h 6382977"/>
              <a:gd name="connsiteX3655" fmla="*/ 3733257 w 6501199"/>
              <a:gd name="connsiteY3655" fmla="*/ 1328655 h 6382977"/>
              <a:gd name="connsiteX3656" fmla="*/ 3751619 w 6501199"/>
              <a:gd name="connsiteY3656" fmla="*/ 1328655 h 6382977"/>
              <a:gd name="connsiteX3657" fmla="*/ 3742438 w 6501199"/>
              <a:gd name="connsiteY3657" fmla="*/ 1324471 h 6382977"/>
              <a:gd name="connsiteX3658" fmla="*/ 2473123 w 6501199"/>
              <a:gd name="connsiteY3658" fmla="*/ 1323976 h 6382977"/>
              <a:gd name="connsiteX3659" fmla="*/ 2434599 w 6501199"/>
              <a:gd name="connsiteY3659" fmla="*/ 1339814 h 6382977"/>
              <a:gd name="connsiteX3660" fmla="*/ 2470963 w 6501199"/>
              <a:gd name="connsiteY3660" fmla="*/ 1335494 h 6382977"/>
              <a:gd name="connsiteX3661" fmla="*/ 2473123 w 6501199"/>
              <a:gd name="connsiteY3661" fmla="*/ 1323976 h 6382977"/>
              <a:gd name="connsiteX3662" fmla="*/ 2059080 w 6501199"/>
              <a:gd name="connsiteY3662" fmla="*/ 1323976 h 6382977"/>
              <a:gd name="connsiteX3663" fmla="*/ 2038558 w 6501199"/>
              <a:gd name="connsiteY3663" fmla="*/ 1332975 h 6382977"/>
              <a:gd name="connsiteX3664" fmla="*/ 2059080 w 6501199"/>
              <a:gd name="connsiteY3664" fmla="*/ 1323976 h 6382977"/>
              <a:gd name="connsiteX3665" fmla="*/ 3653688 w 6501199"/>
              <a:gd name="connsiteY3665" fmla="*/ 1321816 h 6382977"/>
              <a:gd name="connsiteX3666" fmla="*/ 3653688 w 6501199"/>
              <a:gd name="connsiteY3666" fmla="*/ 1337654 h 6382977"/>
              <a:gd name="connsiteX3667" fmla="*/ 3671690 w 6501199"/>
              <a:gd name="connsiteY3667" fmla="*/ 1323976 h 6382977"/>
              <a:gd name="connsiteX3668" fmla="*/ 3653688 w 6501199"/>
              <a:gd name="connsiteY3668" fmla="*/ 1321816 h 6382977"/>
              <a:gd name="connsiteX3669" fmla="*/ 4038997 w 6501199"/>
              <a:gd name="connsiteY3669" fmla="*/ 1317157 h 6382977"/>
              <a:gd name="connsiteX3670" fmla="*/ 4010070 w 6501199"/>
              <a:gd name="connsiteY3670" fmla="*/ 1349017 h 6382977"/>
              <a:gd name="connsiteX3671" fmla="*/ 4001250 w 6501199"/>
              <a:gd name="connsiteY3671" fmla="*/ 1332908 h 6382977"/>
              <a:gd name="connsiteX3672" fmla="*/ 4023475 w 6501199"/>
              <a:gd name="connsiteY3672" fmla="*/ 1326465 h 6382977"/>
              <a:gd name="connsiteX3673" fmla="*/ 4038997 w 6501199"/>
              <a:gd name="connsiteY3673" fmla="*/ 1317157 h 6382977"/>
              <a:gd name="connsiteX3674" fmla="*/ 2885277 w 6501199"/>
              <a:gd name="connsiteY3674" fmla="*/ 1316687 h 6382977"/>
              <a:gd name="connsiteX3675" fmla="*/ 2873486 w 6501199"/>
              <a:gd name="connsiteY3675" fmla="*/ 1323976 h 6382977"/>
              <a:gd name="connsiteX3676" fmla="*/ 2898689 w 6501199"/>
              <a:gd name="connsiteY3676" fmla="*/ 1319657 h 6382977"/>
              <a:gd name="connsiteX3677" fmla="*/ 2885277 w 6501199"/>
              <a:gd name="connsiteY3677" fmla="*/ 1316687 h 6382977"/>
              <a:gd name="connsiteX3678" fmla="*/ 6328124 w 6501199"/>
              <a:gd name="connsiteY3678" fmla="*/ 1312862 h 6382977"/>
              <a:gd name="connsiteX3679" fmla="*/ 6353562 w 6501199"/>
              <a:gd name="connsiteY3679" fmla="*/ 1387118 h 6382977"/>
              <a:gd name="connsiteX3680" fmla="*/ 6328124 w 6501199"/>
              <a:gd name="connsiteY3680" fmla="*/ 1312862 h 6382977"/>
              <a:gd name="connsiteX3681" fmla="*/ 5528289 w 6501199"/>
              <a:gd name="connsiteY3681" fmla="*/ 1312862 h 6382977"/>
              <a:gd name="connsiteX3682" fmla="*/ 5543944 w 6501199"/>
              <a:gd name="connsiteY3682" fmla="*/ 1321681 h 6382977"/>
              <a:gd name="connsiteX3683" fmla="*/ 5528289 w 6501199"/>
              <a:gd name="connsiteY3683" fmla="*/ 1323798 h 6382977"/>
              <a:gd name="connsiteX3684" fmla="*/ 5526154 w 6501199"/>
              <a:gd name="connsiteY3684" fmla="*/ 1326267 h 6382977"/>
              <a:gd name="connsiteX3685" fmla="*/ 5528289 w 6501199"/>
              <a:gd name="connsiteY3685" fmla="*/ 1312862 h 6382977"/>
              <a:gd name="connsiteX3686" fmla="*/ 4052447 w 6501199"/>
              <a:gd name="connsiteY3686" fmla="*/ 1312862 h 6382977"/>
              <a:gd name="connsiteX3687" fmla="*/ 4052447 w 6501199"/>
              <a:gd name="connsiteY3687" fmla="*/ 1333138 h 6382977"/>
              <a:gd name="connsiteX3688" fmla="*/ 4049669 w 6501199"/>
              <a:gd name="connsiteY3688" fmla="*/ 1321914 h 6382977"/>
              <a:gd name="connsiteX3689" fmla="*/ 4052447 w 6501199"/>
              <a:gd name="connsiteY3689" fmla="*/ 1312862 h 6382977"/>
              <a:gd name="connsiteX3690" fmla="*/ 2973576 w 6501199"/>
              <a:gd name="connsiteY3690" fmla="*/ 1312818 h 6382977"/>
              <a:gd name="connsiteX3691" fmla="*/ 2907689 w 6501199"/>
              <a:gd name="connsiteY3691" fmla="*/ 1323976 h 6382977"/>
              <a:gd name="connsiteX3692" fmla="*/ 2966736 w 6501199"/>
              <a:gd name="connsiteY3692" fmla="*/ 1328655 h 6382977"/>
              <a:gd name="connsiteX3693" fmla="*/ 2973576 w 6501199"/>
              <a:gd name="connsiteY3693" fmla="*/ 1312818 h 6382977"/>
              <a:gd name="connsiteX3694" fmla="*/ 3570212 w 6501199"/>
              <a:gd name="connsiteY3694" fmla="*/ 1312766 h 6382977"/>
              <a:gd name="connsiteX3695" fmla="*/ 3574876 w 6501199"/>
              <a:gd name="connsiteY3695" fmla="*/ 1321738 h 6382977"/>
              <a:gd name="connsiteX3696" fmla="*/ 3536124 w 6501199"/>
              <a:gd name="connsiteY3696" fmla="*/ 1335377 h 6382977"/>
              <a:gd name="connsiteX3697" fmla="*/ 3542941 w 6501199"/>
              <a:gd name="connsiteY3697" fmla="*/ 1339684 h 6382977"/>
              <a:gd name="connsiteX3698" fmla="*/ 3534509 w 6501199"/>
              <a:gd name="connsiteY3698" fmla="*/ 1341524 h 6382977"/>
              <a:gd name="connsiteX3699" fmla="*/ 3531989 w 6501199"/>
              <a:gd name="connsiteY3699" fmla="*/ 1338364 h 6382977"/>
              <a:gd name="connsiteX3700" fmla="*/ 3529599 w 6501199"/>
              <a:gd name="connsiteY3700" fmla="*/ 1334780 h 6382977"/>
              <a:gd name="connsiteX3701" fmla="*/ 3529306 w 6501199"/>
              <a:gd name="connsiteY3701" fmla="*/ 1326404 h 6382977"/>
              <a:gd name="connsiteX3702" fmla="*/ 3538635 w 6501199"/>
              <a:gd name="connsiteY3702" fmla="*/ 1314919 h 6382977"/>
              <a:gd name="connsiteX3703" fmla="*/ 3570212 w 6501199"/>
              <a:gd name="connsiteY3703" fmla="*/ 1312766 h 6382977"/>
              <a:gd name="connsiteX3704" fmla="*/ 3599535 w 6501199"/>
              <a:gd name="connsiteY3704" fmla="*/ 1311648 h 6382977"/>
              <a:gd name="connsiteX3705" fmla="*/ 3604039 w 6501199"/>
              <a:gd name="connsiteY3705" fmla="*/ 1323601 h 6382977"/>
              <a:gd name="connsiteX3706" fmla="*/ 3593263 w 6501199"/>
              <a:gd name="connsiteY3706" fmla="*/ 1312022 h 6382977"/>
              <a:gd name="connsiteX3707" fmla="*/ 3599535 w 6501199"/>
              <a:gd name="connsiteY3707" fmla="*/ 1311648 h 6382977"/>
              <a:gd name="connsiteX3708" fmla="*/ 3524646 w 6501199"/>
              <a:gd name="connsiteY3708" fmla="*/ 1310216 h 6382977"/>
              <a:gd name="connsiteX3709" fmla="*/ 3522521 w 6501199"/>
              <a:gd name="connsiteY3709" fmla="*/ 1323622 h 6382977"/>
              <a:gd name="connsiteX3710" fmla="*/ 3509060 w 6501199"/>
              <a:gd name="connsiteY3710" fmla="*/ 1316919 h 6382977"/>
              <a:gd name="connsiteX3711" fmla="*/ 3524646 w 6501199"/>
              <a:gd name="connsiteY3711" fmla="*/ 1310216 h 6382977"/>
              <a:gd name="connsiteX3712" fmla="*/ 3384306 w 6501199"/>
              <a:gd name="connsiteY3712" fmla="*/ 1309194 h 6382977"/>
              <a:gd name="connsiteX3713" fmla="*/ 3400296 w 6501199"/>
              <a:gd name="connsiteY3713" fmla="*/ 1311685 h 6382977"/>
              <a:gd name="connsiteX3714" fmla="*/ 3389030 w 6501199"/>
              <a:gd name="connsiteY3714" fmla="*/ 1325206 h 6382977"/>
              <a:gd name="connsiteX3715" fmla="*/ 3384306 w 6501199"/>
              <a:gd name="connsiteY3715" fmla="*/ 1309194 h 6382977"/>
              <a:gd name="connsiteX3716" fmla="*/ 5597813 w 6501199"/>
              <a:gd name="connsiteY3716" fmla="*/ 1303337 h 6382977"/>
              <a:gd name="connsiteX3717" fmla="*/ 5619835 w 6501199"/>
              <a:gd name="connsiteY3717" fmla="*/ 1317542 h 6382977"/>
              <a:gd name="connsiteX3718" fmla="*/ 5620308 w 6501199"/>
              <a:gd name="connsiteY3718" fmla="*/ 1318248 h 6382977"/>
              <a:gd name="connsiteX3719" fmla="*/ 5629667 w 6501199"/>
              <a:gd name="connsiteY3719" fmla="*/ 1316447 h 6382977"/>
              <a:gd name="connsiteX3720" fmla="*/ 5624723 w 6501199"/>
              <a:gd name="connsiteY3720" fmla="*/ 1323208 h 6382977"/>
              <a:gd name="connsiteX3721" fmla="*/ 5623748 w 6501199"/>
              <a:gd name="connsiteY3721" fmla="*/ 1323379 h 6382977"/>
              <a:gd name="connsiteX3722" fmla="*/ 5625748 w 6501199"/>
              <a:gd name="connsiteY3722" fmla="*/ 1326363 h 6382977"/>
              <a:gd name="connsiteX3723" fmla="*/ 5622825 w 6501199"/>
              <a:gd name="connsiteY3723" fmla="*/ 1333108 h 6382977"/>
              <a:gd name="connsiteX3724" fmla="*/ 5604700 w 6501199"/>
              <a:gd name="connsiteY3724" fmla="*/ 1358522 h 6382977"/>
              <a:gd name="connsiteX3725" fmla="*/ 5609050 w 6501199"/>
              <a:gd name="connsiteY3725" fmla="*/ 1377038 h 6382977"/>
              <a:gd name="connsiteX3726" fmla="*/ 5599988 w 6501199"/>
              <a:gd name="connsiteY3726" fmla="*/ 1383937 h 6382977"/>
              <a:gd name="connsiteX3727" fmla="*/ 5594686 w 6501199"/>
              <a:gd name="connsiteY3727" fmla="*/ 1343501 h 6382977"/>
              <a:gd name="connsiteX3728" fmla="*/ 5596249 w 6501199"/>
              <a:gd name="connsiteY3728" fmla="*/ 1323423 h 6382977"/>
              <a:gd name="connsiteX3729" fmla="*/ 5593513 w 6501199"/>
              <a:gd name="connsiteY3729" fmla="*/ 1323208 h 6382977"/>
              <a:gd name="connsiteX3730" fmla="*/ 5596468 w 6501199"/>
              <a:gd name="connsiteY3730" fmla="*/ 1320609 h 6382977"/>
              <a:gd name="connsiteX3731" fmla="*/ 2193374 w 6501199"/>
              <a:gd name="connsiteY3731" fmla="*/ 1301299 h 6382977"/>
              <a:gd name="connsiteX3732" fmla="*/ 2170692 w 6501199"/>
              <a:gd name="connsiteY3732" fmla="*/ 1317137 h 6382977"/>
              <a:gd name="connsiteX3733" fmla="*/ 2193374 w 6501199"/>
              <a:gd name="connsiteY3733" fmla="*/ 1301299 h 6382977"/>
              <a:gd name="connsiteX3734" fmla="*/ 3951061 w 6501199"/>
              <a:gd name="connsiteY3734" fmla="*/ 1298079 h 6382977"/>
              <a:gd name="connsiteX3735" fmla="*/ 3953259 w 6501199"/>
              <a:gd name="connsiteY3735" fmla="*/ 1302444 h 6382977"/>
              <a:gd name="connsiteX3736" fmla="*/ 3951061 w 6501199"/>
              <a:gd name="connsiteY3736" fmla="*/ 1298159 h 6382977"/>
              <a:gd name="connsiteX3737" fmla="*/ 5271325 w 6501199"/>
              <a:gd name="connsiteY3737" fmla="*/ 1297964 h 6382977"/>
              <a:gd name="connsiteX3738" fmla="*/ 5289928 w 6501199"/>
              <a:gd name="connsiteY3738" fmla="*/ 1309321 h 6382977"/>
              <a:gd name="connsiteX3739" fmla="*/ 5282859 w 6501199"/>
              <a:gd name="connsiteY3739" fmla="*/ 1318845 h 6382977"/>
              <a:gd name="connsiteX3740" fmla="*/ 5271325 w 6501199"/>
              <a:gd name="connsiteY3740" fmla="*/ 1297964 h 6382977"/>
              <a:gd name="connsiteX3741" fmla="*/ 2234418 w 6501199"/>
              <a:gd name="connsiteY3741" fmla="*/ 1296620 h 6382977"/>
              <a:gd name="connsiteX3742" fmla="*/ 2204535 w 6501199"/>
              <a:gd name="connsiteY3742" fmla="*/ 1310298 h 6382977"/>
              <a:gd name="connsiteX3743" fmla="*/ 2234418 w 6501199"/>
              <a:gd name="connsiteY3743" fmla="*/ 1296620 h 6382977"/>
              <a:gd name="connsiteX3744" fmla="*/ 3949075 w 6501199"/>
              <a:gd name="connsiteY3744" fmla="*/ 1294287 h 6382977"/>
              <a:gd name="connsiteX3745" fmla="*/ 3951061 w 6501199"/>
              <a:gd name="connsiteY3745" fmla="*/ 1298159 h 6382977"/>
              <a:gd name="connsiteX3746" fmla="*/ 3951061 w 6501199"/>
              <a:gd name="connsiteY3746" fmla="*/ 1302444 h 6382977"/>
              <a:gd name="connsiteX3747" fmla="*/ 3939338 w 6501199"/>
              <a:gd name="connsiteY3747" fmla="*/ 1314086 h 6382977"/>
              <a:gd name="connsiteX3748" fmla="*/ 3949075 w 6501199"/>
              <a:gd name="connsiteY3748" fmla="*/ 1294287 h 6382977"/>
              <a:gd name="connsiteX3749" fmla="*/ 3094732 w 6501199"/>
              <a:gd name="connsiteY3749" fmla="*/ 1292393 h 6382977"/>
              <a:gd name="connsiteX3750" fmla="*/ 3111894 w 6501199"/>
              <a:gd name="connsiteY3750" fmla="*/ 1298848 h 6382977"/>
              <a:gd name="connsiteX3751" fmla="*/ 3091613 w 6501199"/>
              <a:gd name="connsiteY3751" fmla="*/ 1303118 h 6382977"/>
              <a:gd name="connsiteX3752" fmla="*/ 3091613 w 6501199"/>
              <a:gd name="connsiteY3752" fmla="*/ 1294222 h 6382977"/>
              <a:gd name="connsiteX3753" fmla="*/ 3094732 w 6501199"/>
              <a:gd name="connsiteY3753" fmla="*/ 1292393 h 6382977"/>
              <a:gd name="connsiteX3754" fmla="*/ 3906000 w 6501199"/>
              <a:gd name="connsiteY3754" fmla="*/ 1292225 h 6382977"/>
              <a:gd name="connsiteX3755" fmla="*/ 3913541 w 6501199"/>
              <a:gd name="connsiteY3755" fmla="*/ 1306363 h 6382977"/>
              <a:gd name="connsiteX3756" fmla="*/ 3908779 w 6501199"/>
              <a:gd name="connsiteY3756" fmla="*/ 1315665 h 6382977"/>
              <a:gd name="connsiteX3757" fmla="*/ 3906000 w 6501199"/>
              <a:gd name="connsiteY3757" fmla="*/ 1292225 h 6382977"/>
              <a:gd name="connsiteX3758" fmla="*/ 3900841 w 6501199"/>
              <a:gd name="connsiteY3758" fmla="*/ 1292225 h 6382977"/>
              <a:gd name="connsiteX3759" fmla="*/ 3905603 w 6501199"/>
              <a:gd name="connsiteY3759" fmla="*/ 1303284 h 6382977"/>
              <a:gd name="connsiteX3760" fmla="*/ 3900841 w 6501199"/>
              <a:gd name="connsiteY3760" fmla="*/ 1323618 h 6382977"/>
              <a:gd name="connsiteX3761" fmla="*/ 3903222 w 6501199"/>
              <a:gd name="connsiteY3761" fmla="*/ 1307921 h 6382977"/>
              <a:gd name="connsiteX3762" fmla="*/ 3898063 w 6501199"/>
              <a:gd name="connsiteY3762" fmla="*/ 1296506 h 6382977"/>
              <a:gd name="connsiteX3763" fmla="*/ 3900841 w 6501199"/>
              <a:gd name="connsiteY3763" fmla="*/ 1292225 h 6382977"/>
              <a:gd name="connsiteX3764" fmla="*/ 5465887 w 6501199"/>
              <a:gd name="connsiteY3764" fmla="*/ 1290780 h 6382977"/>
              <a:gd name="connsiteX3765" fmla="*/ 5463610 w 6501199"/>
              <a:gd name="connsiteY3765" fmla="*/ 1290828 h 6382977"/>
              <a:gd name="connsiteX3766" fmla="*/ 5466213 w 6501199"/>
              <a:gd name="connsiteY3766" fmla="*/ 1291867 h 6382977"/>
              <a:gd name="connsiteX3767" fmla="*/ 4841094 w 6501199"/>
              <a:gd name="connsiteY3767" fmla="*/ 1280782 h 6382977"/>
              <a:gd name="connsiteX3768" fmla="*/ 4832093 w 6501199"/>
              <a:gd name="connsiteY3768" fmla="*/ 1299139 h 6382977"/>
              <a:gd name="connsiteX3769" fmla="*/ 4841094 w 6501199"/>
              <a:gd name="connsiteY3769" fmla="*/ 1280782 h 6382977"/>
              <a:gd name="connsiteX3770" fmla="*/ 5445693 w 6501199"/>
              <a:gd name="connsiteY3770" fmla="*/ 1280347 h 6382977"/>
              <a:gd name="connsiteX3771" fmla="*/ 5445457 w 6501199"/>
              <a:gd name="connsiteY3771" fmla="*/ 1281013 h 6382977"/>
              <a:gd name="connsiteX3772" fmla="*/ 5445962 w 6501199"/>
              <a:gd name="connsiteY3772" fmla="*/ 1281046 h 6382977"/>
              <a:gd name="connsiteX3773" fmla="*/ 5345612 w 6501199"/>
              <a:gd name="connsiteY3773" fmla="*/ 1280347 h 6382977"/>
              <a:gd name="connsiteX3774" fmla="*/ 5343452 w 6501199"/>
              <a:gd name="connsiteY3774" fmla="*/ 1298708 h 6382977"/>
              <a:gd name="connsiteX3775" fmla="*/ 5345612 w 6501199"/>
              <a:gd name="connsiteY3775" fmla="*/ 1280347 h 6382977"/>
              <a:gd name="connsiteX3776" fmla="*/ 6021337 w 6501199"/>
              <a:gd name="connsiteY3776" fmla="*/ 1276026 h 6382977"/>
              <a:gd name="connsiteX3777" fmla="*/ 6000817 w 6501199"/>
              <a:gd name="connsiteY3777" fmla="*/ 1289707 h 6382977"/>
              <a:gd name="connsiteX3778" fmla="*/ 5998657 w 6501199"/>
              <a:gd name="connsiteY3778" fmla="*/ 1314549 h 6382977"/>
              <a:gd name="connsiteX3779" fmla="*/ 6021337 w 6501199"/>
              <a:gd name="connsiteY3779" fmla="*/ 1276026 h 6382977"/>
              <a:gd name="connsiteX3780" fmla="*/ 2440845 w 6501199"/>
              <a:gd name="connsiteY3780" fmla="*/ 1273175 h 6382977"/>
              <a:gd name="connsiteX3781" fmla="*/ 2445142 w 6501199"/>
              <a:gd name="connsiteY3781" fmla="*/ 1280135 h 6382977"/>
              <a:gd name="connsiteX3782" fmla="*/ 2397875 w 6501199"/>
              <a:gd name="connsiteY3782" fmla="*/ 1291858 h 6382977"/>
              <a:gd name="connsiteX3783" fmla="*/ 2440845 w 6501199"/>
              <a:gd name="connsiteY3783" fmla="*/ 1273175 h 6382977"/>
              <a:gd name="connsiteX3784" fmla="*/ 1829589 w 6501199"/>
              <a:gd name="connsiteY3784" fmla="*/ 1271587 h 6382977"/>
              <a:gd name="connsiteX3785" fmla="*/ 1833950 w 6501199"/>
              <a:gd name="connsiteY3785" fmla="*/ 1280349 h 6382977"/>
              <a:gd name="connsiteX3786" fmla="*/ 1804150 w 6501199"/>
              <a:gd name="connsiteY3786" fmla="*/ 1282803 h 6382977"/>
              <a:gd name="connsiteX3787" fmla="*/ 3918198 w 6501199"/>
              <a:gd name="connsiteY3787" fmla="*/ 1270576 h 6382977"/>
              <a:gd name="connsiteX3788" fmla="*/ 3933673 w 6501199"/>
              <a:gd name="connsiteY3788" fmla="*/ 1284064 h 6382977"/>
              <a:gd name="connsiteX3789" fmla="*/ 3945324 w 6501199"/>
              <a:gd name="connsiteY3789" fmla="*/ 1284064 h 6382977"/>
              <a:gd name="connsiteX3790" fmla="*/ 3915467 w 6501199"/>
              <a:gd name="connsiteY3790" fmla="*/ 1304565 h 6382977"/>
              <a:gd name="connsiteX3791" fmla="*/ 3935857 w 6501199"/>
              <a:gd name="connsiteY3791" fmla="*/ 1295214 h 6382977"/>
              <a:gd name="connsiteX3792" fmla="*/ 3924570 w 6501199"/>
              <a:gd name="connsiteY3792" fmla="*/ 1275072 h 6382977"/>
              <a:gd name="connsiteX3793" fmla="*/ 3906000 w 6501199"/>
              <a:gd name="connsiteY3793" fmla="*/ 1286222 h 6382977"/>
              <a:gd name="connsiteX3794" fmla="*/ 3918198 w 6501199"/>
              <a:gd name="connsiteY3794" fmla="*/ 1270576 h 6382977"/>
              <a:gd name="connsiteX3795" fmla="*/ 4370164 w 6501199"/>
              <a:gd name="connsiteY3795" fmla="*/ 1267104 h 6382977"/>
              <a:gd name="connsiteX3796" fmla="*/ 4365844 w 6501199"/>
              <a:gd name="connsiteY3796" fmla="*/ 1285461 h 6382977"/>
              <a:gd name="connsiteX3797" fmla="*/ 4377005 w 6501199"/>
              <a:gd name="connsiteY3797" fmla="*/ 1276463 h 6382977"/>
              <a:gd name="connsiteX3798" fmla="*/ 4370164 w 6501199"/>
              <a:gd name="connsiteY3798" fmla="*/ 1267104 h 6382977"/>
              <a:gd name="connsiteX3799" fmla="*/ 4917104 w 6501199"/>
              <a:gd name="connsiteY3799" fmla="*/ 1266825 h 6382977"/>
              <a:gd name="connsiteX3800" fmla="*/ 4921755 w 6501199"/>
              <a:gd name="connsiteY3800" fmla="*/ 1285508 h 6382977"/>
              <a:gd name="connsiteX3801" fmla="*/ 4901363 w 6501199"/>
              <a:gd name="connsiteY3801" fmla="*/ 1283310 h 6382977"/>
              <a:gd name="connsiteX3802" fmla="*/ 4917104 w 6501199"/>
              <a:gd name="connsiteY3802" fmla="*/ 1266825 h 6382977"/>
              <a:gd name="connsiteX3803" fmla="*/ 4888133 w 6501199"/>
              <a:gd name="connsiteY3803" fmla="*/ 1266825 h 6382977"/>
              <a:gd name="connsiteX3804" fmla="*/ 4876844 w 6501199"/>
              <a:gd name="connsiteY3804" fmla="*/ 1302979 h 6382977"/>
              <a:gd name="connsiteX3805" fmla="*/ 4888133 w 6501199"/>
              <a:gd name="connsiteY3805" fmla="*/ 1266825 h 6382977"/>
              <a:gd name="connsiteX3806" fmla="*/ 2474446 w 6501199"/>
              <a:gd name="connsiteY3806" fmla="*/ 1266825 h 6382977"/>
              <a:gd name="connsiteX3807" fmla="*/ 2476900 w 6501199"/>
              <a:gd name="connsiteY3807" fmla="*/ 1276350 h 6382977"/>
              <a:gd name="connsiteX3808" fmla="*/ 2450263 w 6501199"/>
              <a:gd name="connsiteY3808" fmla="*/ 1280746 h 6382977"/>
              <a:gd name="connsiteX3809" fmla="*/ 2474446 w 6501199"/>
              <a:gd name="connsiteY3809" fmla="*/ 1266825 h 6382977"/>
              <a:gd name="connsiteX3810" fmla="*/ 2446729 w 6501199"/>
              <a:gd name="connsiteY3810" fmla="*/ 1262062 h 6382977"/>
              <a:gd name="connsiteX3811" fmla="*/ 2374063 w 6501199"/>
              <a:gd name="connsiteY3811" fmla="*/ 1293455 h 6382977"/>
              <a:gd name="connsiteX3812" fmla="*/ 2446729 w 6501199"/>
              <a:gd name="connsiteY3812" fmla="*/ 1262062 h 6382977"/>
              <a:gd name="connsiteX3813" fmla="*/ 3939923 w 6501199"/>
              <a:gd name="connsiteY3813" fmla="*/ 1257862 h 6382977"/>
              <a:gd name="connsiteX3814" fmla="*/ 3955854 w 6501199"/>
              <a:gd name="connsiteY3814" fmla="*/ 1266957 h 6382977"/>
              <a:gd name="connsiteX3815" fmla="*/ 3946802 w 6501199"/>
              <a:gd name="connsiteY3815" fmla="*/ 1280782 h 6382977"/>
              <a:gd name="connsiteX3816" fmla="*/ 3939923 w 6501199"/>
              <a:gd name="connsiteY3816" fmla="*/ 1257862 h 6382977"/>
              <a:gd name="connsiteX3817" fmla="*/ 2571476 w 6501199"/>
              <a:gd name="connsiteY3817" fmla="*/ 1257847 h 6382977"/>
              <a:gd name="connsiteX3818" fmla="*/ 2589601 w 6501199"/>
              <a:gd name="connsiteY3818" fmla="*/ 1259982 h 6382977"/>
              <a:gd name="connsiteX3819" fmla="*/ 2555525 w 6501199"/>
              <a:gd name="connsiteY3819" fmla="*/ 1275994 h 6382977"/>
              <a:gd name="connsiteX3820" fmla="*/ 2571476 w 6501199"/>
              <a:gd name="connsiteY3820" fmla="*/ 1257847 h 6382977"/>
              <a:gd name="connsiteX3821" fmla="*/ 3969897 w 6501199"/>
              <a:gd name="connsiteY3821" fmla="*/ 1257300 h 6382977"/>
              <a:gd name="connsiteX3822" fmla="*/ 3964738 w 6501199"/>
              <a:gd name="connsiteY3822" fmla="*/ 1265718 h 6382977"/>
              <a:gd name="connsiteX3823" fmla="*/ 3969897 w 6501199"/>
              <a:gd name="connsiteY3823" fmla="*/ 1257300 h 6382977"/>
              <a:gd name="connsiteX3824" fmla="*/ 3960372 w 6501199"/>
              <a:gd name="connsiteY3824" fmla="*/ 1255712 h 6382977"/>
              <a:gd name="connsiteX3825" fmla="*/ 3957594 w 6501199"/>
              <a:gd name="connsiteY3825" fmla="*/ 1269633 h 6382977"/>
              <a:gd name="connsiteX3826" fmla="*/ 3960372 w 6501199"/>
              <a:gd name="connsiteY3826" fmla="*/ 1255712 h 6382977"/>
              <a:gd name="connsiteX3827" fmla="*/ 2099408 w 6501199"/>
              <a:gd name="connsiteY3827" fmla="*/ 1252026 h 6382977"/>
              <a:gd name="connsiteX3828" fmla="*/ 2119701 w 6501199"/>
              <a:gd name="connsiteY3828" fmla="*/ 1256631 h 6382977"/>
              <a:gd name="connsiteX3829" fmla="*/ 2053388 w 6501199"/>
              <a:gd name="connsiteY3829" fmla="*/ 1283552 h 6382977"/>
              <a:gd name="connsiteX3830" fmla="*/ 2074043 w 6501199"/>
              <a:gd name="connsiteY3830" fmla="*/ 1265486 h 6382977"/>
              <a:gd name="connsiteX3831" fmla="*/ 2099408 w 6501199"/>
              <a:gd name="connsiteY3831" fmla="*/ 1252026 h 6382977"/>
              <a:gd name="connsiteX3832" fmla="*/ 4411209 w 6501199"/>
              <a:gd name="connsiteY3832" fmla="*/ 1249107 h 6382977"/>
              <a:gd name="connsiteX3833" fmla="*/ 4404368 w 6501199"/>
              <a:gd name="connsiteY3833" fmla="*/ 1258105 h 6382977"/>
              <a:gd name="connsiteX3834" fmla="*/ 4411209 w 6501199"/>
              <a:gd name="connsiteY3834" fmla="*/ 1249107 h 6382977"/>
              <a:gd name="connsiteX3835" fmla="*/ 5515372 w 6501199"/>
              <a:gd name="connsiteY3835" fmla="*/ 1247775 h 6382977"/>
              <a:gd name="connsiteX3836" fmla="*/ 5477625 w 6501199"/>
              <a:gd name="connsiteY3836" fmla="*/ 1322030 h 6382977"/>
              <a:gd name="connsiteX3837" fmla="*/ 5515372 w 6501199"/>
              <a:gd name="connsiteY3837" fmla="*/ 1247775 h 6382977"/>
              <a:gd name="connsiteX3838" fmla="*/ 3982536 w 6501199"/>
              <a:gd name="connsiteY3838" fmla="*/ 1247568 h 6382977"/>
              <a:gd name="connsiteX3839" fmla="*/ 3989333 w 6501199"/>
              <a:gd name="connsiteY3839" fmla="*/ 1249671 h 6382977"/>
              <a:gd name="connsiteX3840" fmla="*/ 3989333 w 6501199"/>
              <a:gd name="connsiteY3840" fmla="*/ 1260887 h 6382977"/>
              <a:gd name="connsiteX3841" fmla="*/ 3984683 w 6501199"/>
              <a:gd name="connsiteY3841" fmla="*/ 1258433 h 6382977"/>
              <a:gd name="connsiteX3842" fmla="*/ 3984683 w 6501199"/>
              <a:gd name="connsiteY3842" fmla="*/ 1254228 h 6382977"/>
              <a:gd name="connsiteX3843" fmla="*/ 3982536 w 6501199"/>
              <a:gd name="connsiteY3843" fmla="*/ 1247568 h 6382977"/>
              <a:gd name="connsiteX3844" fmla="*/ 3996125 w 6501199"/>
              <a:gd name="connsiteY3844" fmla="*/ 1242339 h 6382977"/>
              <a:gd name="connsiteX3845" fmla="*/ 4004839 w 6501199"/>
              <a:gd name="connsiteY3845" fmla="*/ 1244323 h 6382977"/>
              <a:gd name="connsiteX3846" fmla="*/ 4007255 w 6501199"/>
              <a:gd name="connsiteY3846" fmla="*/ 1255367 h 6382977"/>
              <a:gd name="connsiteX3847" fmla="*/ 3994141 w 6501199"/>
              <a:gd name="connsiteY3847" fmla="*/ 1255367 h 6382977"/>
              <a:gd name="connsiteX3848" fmla="*/ 3996125 w 6501199"/>
              <a:gd name="connsiteY3848" fmla="*/ 1242339 h 6382977"/>
              <a:gd name="connsiteX3849" fmla="*/ 2173680 w 6501199"/>
              <a:gd name="connsiteY3849" fmla="*/ 1239837 h 6382977"/>
              <a:gd name="connsiteX3850" fmla="*/ 2137525 w 6501199"/>
              <a:gd name="connsiteY3850" fmla="*/ 1253758 h 6382977"/>
              <a:gd name="connsiteX3851" fmla="*/ 2173680 w 6501199"/>
              <a:gd name="connsiteY3851" fmla="*/ 1239837 h 6382977"/>
              <a:gd name="connsiteX3852" fmla="*/ 5360108 w 6501199"/>
              <a:gd name="connsiteY3852" fmla="*/ 1238696 h 6382977"/>
              <a:gd name="connsiteX3853" fmla="*/ 5350292 w 6501199"/>
              <a:gd name="connsiteY3853" fmla="*/ 1243984 h 6382977"/>
              <a:gd name="connsiteX3854" fmla="*/ 5336612 w 6501199"/>
              <a:gd name="connsiteY3854" fmla="*/ 1250825 h 6382977"/>
              <a:gd name="connsiteX3855" fmla="*/ 5338772 w 6501199"/>
              <a:gd name="connsiteY3855" fmla="*/ 1257665 h 6382977"/>
              <a:gd name="connsiteX3856" fmla="*/ 5332112 w 6501199"/>
              <a:gd name="connsiteY3856" fmla="*/ 1254245 h 6382977"/>
              <a:gd name="connsiteX3857" fmla="*/ 5329326 w 6501199"/>
              <a:gd name="connsiteY3857" fmla="*/ 1252814 h 6382977"/>
              <a:gd name="connsiteX3858" fmla="*/ 5329022 w 6501199"/>
              <a:gd name="connsiteY3858" fmla="*/ 1256188 h 6382977"/>
              <a:gd name="connsiteX3859" fmla="*/ 5325974 w 6501199"/>
              <a:gd name="connsiteY3859" fmla="*/ 1259952 h 6382977"/>
              <a:gd name="connsiteX3860" fmla="*/ 5336612 w 6501199"/>
              <a:gd name="connsiteY3860" fmla="*/ 1259825 h 6382977"/>
              <a:gd name="connsiteX3861" fmla="*/ 5352452 w 6501199"/>
              <a:gd name="connsiteY3861" fmla="*/ 1276026 h 6382977"/>
              <a:gd name="connsiteX3862" fmla="*/ 5348222 w 6501199"/>
              <a:gd name="connsiteY3862" fmla="*/ 1267656 h 6382977"/>
              <a:gd name="connsiteX3863" fmla="*/ 5345967 w 6501199"/>
              <a:gd name="connsiteY3863" fmla="*/ 1264727 h 6382977"/>
              <a:gd name="connsiteX3864" fmla="*/ 5344418 w 6501199"/>
              <a:gd name="connsiteY3864" fmla="*/ 1264209 h 6382977"/>
              <a:gd name="connsiteX3865" fmla="*/ 5344552 w 6501199"/>
              <a:gd name="connsiteY3865" fmla="*/ 1262890 h 6382977"/>
              <a:gd name="connsiteX3866" fmla="*/ 5344453 w 6501199"/>
              <a:gd name="connsiteY3866" fmla="*/ 1262762 h 6382977"/>
              <a:gd name="connsiteX3867" fmla="*/ 5344655 w 6501199"/>
              <a:gd name="connsiteY3867" fmla="*/ 1261877 h 6382977"/>
              <a:gd name="connsiteX3868" fmla="*/ 5344936 w 6501199"/>
              <a:gd name="connsiteY3868" fmla="*/ 1259104 h 6382977"/>
              <a:gd name="connsiteX3869" fmla="*/ 5344052 w 6501199"/>
              <a:gd name="connsiteY3869" fmla="*/ 1250081 h 6382977"/>
              <a:gd name="connsiteX3870" fmla="*/ 5350075 w 6501199"/>
              <a:gd name="connsiteY3870" fmla="*/ 1248349 h 6382977"/>
              <a:gd name="connsiteX3871" fmla="*/ 5354444 w 6501199"/>
              <a:gd name="connsiteY3871" fmla="*/ 1255321 h 6382977"/>
              <a:gd name="connsiteX3872" fmla="*/ 5353610 w 6501199"/>
              <a:gd name="connsiteY3872" fmla="*/ 1258113 h 6382977"/>
              <a:gd name="connsiteX3873" fmla="*/ 5356817 w 6501199"/>
              <a:gd name="connsiteY3873" fmla="*/ 1255640 h 6382977"/>
              <a:gd name="connsiteX3874" fmla="*/ 5366132 w 6501199"/>
              <a:gd name="connsiteY3874" fmla="*/ 1255505 h 6382977"/>
              <a:gd name="connsiteX3875" fmla="*/ 5360108 w 6501199"/>
              <a:gd name="connsiteY3875" fmla="*/ 1238696 h 6382977"/>
              <a:gd name="connsiteX3876" fmla="*/ 5795547 w 6501199"/>
              <a:gd name="connsiteY3876" fmla="*/ 1236662 h 6382977"/>
              <a:gd name="connsiteX3877" fmla="*/ 5807453 w 6501199"/>
              <a:gd name="connsiteY3877" fmla="*/ 1259214 h 6382977"/>
              <a:gd name="connsiteX3878" fmla="*/ 5795547 w 6501199"/>
              <a:gd name="connsiteY3878" fmla="*/ 1236662 h 6382977"/>
              <a:gd name="connsiteX3879" fmla="*/ 2388850 w 6501199"/>
              <a:gd name="connsiteY3879" fmla="*/ 1235622 h 6382977"/>
              <a:gd name="connsiteX3880" fmla="*/ 2400147 w 6501199"/>
              <a:gd name="connsiteY3880" fmla="*/ 1236508 h 6382977"/>
              <a:gd name="connsiteX3881" fmla="*/ 2384491 w 6501199"/>
              <a:gd name="connsiteY3881" fmla="*/ 1252105 h 6382977"/>
              <a:gd name="connsiteX3882" fmla="*/ 2393387 w 6501199"/>
              <a:gd name="connsiteY3882" fmla="*/ 1249979 h 6382977"/>
              <a:gd name="connsiteX3883" fmla="*/ 2384491 w 6501199"/>
              <a:gd name="connsiteY3883" fmla="*/ 1243243 h 6382977"/>
              <a:gd name="connsiteX3884" fmla="*/ 2388850 w 6501199"/>
              <a:gd name="connsiteY3884" fmla="*/ 1235622 h 6382977"/>
              <a:gd name="connsiteX3885" fmla="*/ 5570594 w 6501199"/>
              <a:gd name="connsiteY3885" fmla="*/ 1231900 h 6382977"/>
              <a:gd name="connsiteX3886" fmla="*/ 5557000 w 6501199"/>
              <a:gd name="connsiteY3886" fmla="*/ 1252781 h 6382977"/>
              <a:gd name="connsiteX3887" fmla="*/ 5570594 w 6501199"/>
              <a:gd name="connsiteY3887" fmla="*/ 1231900 h 6382977"/>
              <a:gd name="connsiteX3888" fmla="*/ 2842016 w 6501199"/>
              <a:gd name="connsiteY3888" fmla="*/ 1231900 h 6382977"/>
              <a:gd name="connsiteX3889" fmla="*/ 2785225 w 6501199"/>
              <a:gd name="connsiteY3889" fmla="*/ 1245821 h 6382977"/>
              <a:gd name="connsiteX3890" fmla="*/ 2842016 w 6501199"/>
              <a:gd name="connsiteY3890" fmla="*/ 1231900 h 6382977"/>
              <a:gd name="connsiteX3891" fmla="*/ 2202690 w 6501199"/>
              <a:gd name="connsiteY3891" fmla="*/ 1230902 h 6382977"/>
              <a:gd name="connsiteX3892" fmla="*/ 2197965 w 6501199"/>
              <a:gd name="connsiteY3892" fmla="*/ 1249408 h 6382977"/>
              <a:gd name="connsiteX3893" fmla="*/ 2181975 w 6501199"/>
              <a:gd name="connsiteY3893" fmla="*/ 1242513 h 6382977"/>
              <a:gd name="connsiteX3894" fmla="*/ 2202690 w 6501199"/>
              <a:gd name="connsiteY3894" fmla="*/ 1230902 h 6382977"/>
              <a:gd name="connsiteX3895" fmla="*/ 2445589 w 6501199"/>
              <a:gd name="connsiteY3895" fmla="*/ 1227242 h 6382977"/>
              <a:gd name="connsiteX3896" fmla="*/ 2454663 w 6501199"/>
              <a:gd name="connsiteY3896" fmla="*/ 1227666 h 6382977"/>
              <a:gd name="connsiteX3897" fmla="*/ 2408988 w 6501199"/>
              <a:gd name="connsiteY3897" fmla="*/ 1238603 h 6382977"/>
              <a:gd name="connsiteX3898" fmla="*/ 2445589 w 6501199"/>
              <a:gd name="connsiteY3898" fmla="*/ 1227242 h 6382977"/>
              <a:gd name="connsiteX3899" fmla="*/ 5132212 w 6501199"/>
              <a:gd name="connsiteY3899" fmla="*/ 1223962 h 6382977"/>
              <a:gd name="connsiteX3900" fmla="*/ 5130029 w 6501199"/>
              <a:gd name="connsiteY3900" fmla="*/ 1255821 h 6382977"/>
              <a:gd name="connsiteX3901" fmla="*/ 5104563 w 6501199"/>
              <a:gd name="connsiteY3901" fmla="*/ 1249020 h 6382977"/>
              <a:gd name="connsiteX3902" fmla="*/ 5132212 w 6501199"/>
              <a:gd name="connsiteY3902" fmla="*/ 1223962 h 6382977"/>
              <a:gd name="connsiteX3903" fmla="*/ 5632609 w 6501199"/>
              <a:gd name="connsiteY3903" fmla="*/ 1221316 h 6382977"/>
              <a:gd name="connsiteX3904" fmla="*/ 5648717 w 6501199"/>
              <a:gd name="connsiteY3904" fmla="*/ 1226023 h 6382977"/>
              <a:gd name="connsiteX3905" fmla="*/ 5632609 w 6501199"/>
              <a:gd name="connsiteY3905" fmla="*/ 1244126 h 6382977"/>
              <a:gd name="connsiteX3906" fmla="*/ 5648717 w 6501199"/>
              <a:gd name="connsiteY3906" fmla="*/ 1266936 h 6382977"/>
              <a:gd name="connsiteX3907" fmla="*/ 5632609 w 6501199"/>
              <a:gd name="connsiteY3907" fmla="*/ 1278522 h 6382977"/>
              <a:gd name="connsiteX3908" fmla="*/ 5639410 w 6501199"/>
              <a:gd name="connsiteY3908" fmla="*/ 1296625 h 6382977"/>
              <a:gd name="connsiteX3909" fmla="*/ 5612563 w 6501199"/>
              <a:gd name="connsiteY3909" fmla="*/ 1285401 h 6382977"/>
              <a:gd name="connsiteX3910" fmla="*/ 5632609 w 6501199"/>
              <a:gd name="connsiteY3910" fmla="*/ 1226023 h 6382977"/>
              <a:gd name="connsiteX3911" fmla="*/ 5632609 w 6501199"/>
              <a:gd name="connsiteY3911" fmla="*/ 1221316 h 6382977"/>
              <a:gd name="connsiteX3912" fmla="*/ 5837015 w 6501199"/>
              <a:gd name="connsiteY3912" fmla="*/ 1221303 h 6382977"/>
              <a:gd name="connsiteX3913" fmla="*/ 5825225 w 6501199"/>
              <a:gd name="connsiteY3913" fmla="*/ 1245154 h 6382977"/>
              <a:gd name="connsiteX3914" fmla="*/ 5829705 w 6501199"/>
              <a:gd name="connsiteY3914" fmla="*/ 1273094 h 6382977"/>
              <a:gd name="connsiteX3915" fmla="*/ 5831099 w 6501199"/>
              <a:gd name="connsiteY3915" fmla="*/ 1271876 h 6382977"/>
              <a:gd name="connsiteX3916" fmla="*/ 5836295 w 6501199"/>
              <a:gd name="connsiteY3916" fmla="*/ 1248530 h 6382977"/>
              <a:gd name="connsiteX3917" fmla="*/ 5836337 w 6501199"/>
              <a:gd name="connsiteY3917" fmla="*/ 1246929 h 6382977"/>
              <a:gd name="connsiteX3918" fmla="*/ 5836161 w 6501199"/>
              <a:gd name="connsiteY3918" fmla="*/ 1238402 h 6382977"/>
              <a:gd name="connsiteX3919" fmla="*/ 5836608 w 6501199"/>
              <a:gd name="connsiteY3919" fmla="*/ 1236707 h 6382977"/>
              <a:gd name="connsiteX3920" fmla="*/ 4417175 w 6501199"/>
              <a:gd name="connsiteY3920" fmla="*/ 1220611 h 6382977"/>
              <a:gd name="connsiteX3921" fmla="*/ 4430696 w 6501199"/>
              <a:gd name="connsiteY3921" fmla="*/ 1220611 h 6382977"/>
              <a:gd name="connsiteX3922" fmla="*/ 4417175 w 6501199"/>
              <a:gd name="connsiteY3922" fmla="*/ 1220611 h 6382977"/>
              <a:gd name="connsiteX3923" fmla="*/ 4391341 w 6501199"/>
              <a:gd name="connsiteY3923" fmla="*/ 1220431 h 6382977"/>
              <a:gd name="connsiteX3924" fmla="*/ 4405707 w 6501199"/>
              <a:gd name="connsiteY3924" fmla="*/ 1229221 h 6382977"/>
              <a:gd name="connsiteX3925" fmla="*/ 4392186 w 6501199"/>
              <a:gd name="connsiteY3925" fmla="*/ 1229221 h 6382977"/>
              <a:gd name="connsiteX3926" fmla="*/ 4391341 w 6501199"/>
              <a:gd name="connsiteY3926" fmla="*/ 1220431 h 6382977"/>
              <a:gd name="connsiteX3927" fmla="*/ 4950750 w 6501199"/>
              <a:gd name="connsiteY3927" fmla="*/ 1220419 h 6382977"/>
              <a:gd name="connsiteX3928" fmla="*/ 4949641 w 6501199"/>
              <a:gd name="connsiteY3928" fmla="*/ 1225112 h 6382977"/>
              <a:gd name="connsiteX3929" fmla="*/ 4946349 w 6501199"/>
              <a:gd name="connsiteY3929" fmla="*/ 1229908 h 6382977"/>
              <a:gd name="connsiteX3930" fmla="*/ 4949422 w 6501199"/>
              <a:gd name="connsiteY3930" fmla="*/ 1230652 h 6382977"/>
              <a:gd name="connsiteX3931" fmla="*/ 4962922 w 6501199"/>
              <a:gd name="connsiteY3931" fmla="*/ 1239085 h 6382977"/>
              <a:gd name="connsiteX3932" fmla="*/ 4931525 w 6501199"/>
              <a:gd name="connsiteY3932" fmla="*/ 1234824 h 6382977"/>
              <a:gd name="connsiteX3933" fmla="*/ 4937704 w 6501199"/>
              <a:gd name="connsiteY3933" fmla="*/ 1228522 h 6382977"/>
              <a:gd name="connsiteX3934" fmla="*/ 4936288 w 6501199"/>
              <a:gd name="connsiteY3934" fmla="*/ 1225823 h 6382977"/>
              <a:gd name="connsiteX3935" fmla="*/ 4947867 w 6501199"/>
              <a:gd name="connsiteY3935" fmla="*/ 1221197 h 6382977"/>
              <a:gd name="connsiteX3936" fmla="*/ 4950750 w 6501199"/>
              <a:gd name="connsiteY3936" fmla="*/ 1220419 h 6382977"/>
              <a:gd name="connsiteX3937" fmla="*/ 5495339 w 6501199"/>
              <a:gd name="connsiteY3937" fmla="*/ 1220355 h 6382977"/>
              <a:gd name="connsiteX3938" fmla="*/ 5499492 w 6501199"/>
              <a:gd name="connsiteY3938" fmla="*/ 1221238 h 6382977"/>
              <a:gd name="connsiteX3939" fmla="*/ 5483751 w 6501199"/>
              <a:gd name="connsiteY3939" fmla="*/ 1250592 h 6382977"/>
              <a:gd name="connsiteX3940" fmla="*/ 5481605 w 6501199"/>
              <a:gd name="connsiteY3940" fmla="*/ 1225892 h 6382977"/>
              <a:gd name="connsiteX3941" fmla="*/ 5495339 w 6501199"/>
              <a:gd name="connsiteY3941" fmla="*/ 1220355 h 6382977"/>
              <a:gd name="connsiteX3942" fmla="*/ 5941290 w 6501199"/>
              <a:gd name="connsiteY3942" fmla="*/ 1216025 h 6382977"/>
              <a:gd name="connsiteX3943" fmla="*/ 5941290 w 6501199"/>
              <a:gd name="connsiteY3943" fmla="*/ 1250586 h 6382977"/>
              <a:gd name="connsiteX3944" fmla="*/ 5932205 w 6501199"/>
              <a:gd name="connsiteY3944" fmla="*/ 1234579 h 6382977"/>
              <a:gd name="connsiteX3945" fmla="*/ 5925300 w 6501199"/>
              <a:gd name="connsiteY3945" fmla="*/ 1236761 h 6382977"/>
              <a:gd name="connsiteX3946" fmla="*/ 5941290 w 6501199"/>
              <a:gd name="connsiteY3946" fmla="*/ 1216025 h 6382977"/>
              <a:gd name="connsiteX3947" fmla="*/ 2809797 w 6501199"/>
              <a:gd name="connsiteY3947" fmla="*/ 1212850 h 6382977"/>
              <a:gd name="connsiteX3948" fmla="*/ 2816616 w 6501199"/>
              <a:gd name="connsiteY3948" fmla="*/ 1229026 h 6382977"/>
              <a:gd name="connsiteX3949" fmla="*/ 2780366 w 6501199"/>
              <a:gd name="connsiteY3949" fmla="*/ 1224246 h 6382977"/>
              <a:gd name="connsiteX3950" fmla="*/ 2809797 w 6501199"/>
              <a:gd name="connsiteY3950" fmla="*/ 1212850 h 6382977"/>
              <a:gd name="connsiteX3951" fmla="*/ 3391750 w 6501199"/>
              <a:gd name="connsiteY3951" fmla="*/ 1207950 h 6382977"/>
              <a:gd name="connsiteX3952" fmla="*/ 3371088 w 6501199"/>
              <a:gd name="connsiteY3952" fmla="*/ 1223606 h 6382977"/>
              <a:gd name="connsiteX3953" fmla="*/ 3391750 w 6501199"/>
              <a:gd name="connsiteY3953" fmla="*/ 1207950 h 6382977"/>
              <a:gd name="connsiteX3954" fmla="*/ 3303988 w 6501199"/>
              <a:gd name="connsiteY3954" fmla="*/ 1207028 h 6382977"/>
              <a:gd name="connsiteX3955" fmla="*/ 3301885 w 6501199"/>
              <a:gd name="connsiteY3955" fmla="*/ 1220434 h 6382977"/>
              <a:gd name="connsiteX3956" fmla="*/ 3277350 w 6501199"/>
              <a:gd name="connsiteY3956" fmla="*/ 1215848 h 6382977"/>
              <a:gd name="connsiteX3957" fmla="*/ 3303988 w 6501199"/>
              <a:gd name="connsiteY3957" fmla="*/ 1207028 h 6382977"/>
              <a:gd name="connsiteX3958" fmla="*/ 4849736 w 6501199"/>
              <a:gd name="connsiteY3958" fmla="*/ 1204912 h 6382977"/>
              <a:gd name="connsiteX3959" fmla="*/ 4840526 w 6501199"/>
              <a:gd name="connsiteY3959" fmla="*/ 1250587 h 6382977"/>
              <a:gd name="connsiteX3960" fmla="*/ 4849736 w 6501199"/>
              <a:gd name="connsiteY3960" fmla="*/ 1204912 h 6382977"/>
              <a:gd name="connsiteX3961" fmla="*/ 6269334 w 6501199"/>
              <a:gd name="connsiteY3961" fmla="*/ 1198562 h 6382977"/>
              <a:gd name="connsiteX3962" fmla="*/ 6269334 w 6501199"/>
              <a:gd name="connsiteY3962" fmla="*/ 1207324 h 6382977"/>
              <a:gd name="connsiteX3963" fmla="*/ 6280550 w 6501199"/>
              <a:gd name="connsiteY3963" fmla="*/ 1213983 h 6382977"/>
              <a:gd name="connsiteX3964" fmla="*/ 6260572 w 6501199"/>
              <a:gd name="connsiteY3964" fmla="*/ 1225199 h 6382977"/>
              <a:gd name="connsiteX3965" fmla="*/ 6269334 w 6501199"/>
              <a:gd name="connsiteY3965" fmla="*/ 1198562 h 6382977"/>
              <a:gd name="connsiteX3966" fmla="*/ 6046537 w 6501199"/>
              <a:gd name="connsiteY3966" fmla="*/ 1196101 h 6382977"/>
              <a:gd name="connsiteX3967" fmla="*/ 6037177 w 6501199"/>
              <a:gd name="connsiteY3967" fmla="*/ 1219142 h 6382977"/>
              <a:gd name="connsiteX3968" fmla="*/ 6046537 w 6501199"/>
              <a:gd name="connsiteY3968" fmla="*/ 1196101 h 6382977"/>
              <a:gd name="connsiteX3969" fmla="*/ 5647091 w 6501199"/>
              <a:gd name="connsiteY3969" fmla="*/ 1194941 h 6382977"/>
              <a:gd name="connsiteX3970" fmla="*/ 5649152 w 6501199"/>
              <a:gd name="connsiteY3970" fmla="*/ 1196212 h 6382977"/>
              <a:gd name="connsiteX3971" fmla="*/ 5649152 w 6501199"/>
              <a:gd name="connsiteY3971" fmla="*/ 1214086 h 6382977"/>
              <a:gd name="connsiteX3972" fmla="*/ 5628438 w 6501199"/>
              <a:gd name="connsiteY3972" fmla="*/ 1209530 h 6382977"/>
              <a:gd name="connsiteX3973" fmla="*/ 5647091 w 6501199"/>
              <a:gd name="connsiteY3973" fmla="*/ 1194941 h 6382977"/>
              <a:gd name="connsiteX3974" fmla="*/ 2191138 w 6501199"/>
              <a:gd name="connsiteY3974" fmla="*/ 1194347 h 6382977"/>
              <a:gd name="connsiteX3975" fmla="*/ 2152351 w 6501199"/>
              <a:gd name="connsiteY3975" fmla="*/ 1212494 h 6382977"/>
              <a:gd name="connsiteX3976" fmla="*/ 2191138 w 6501199"/>
              <a:gd name="connsiteY3976" fmla="*/ 1194347 h 6382977"/>
              <a:gd name="connsiteX3977" fmla="*/ 6398016 w 6501199"/>
              <a:gd name="connsiteY3977" fmla="*/ 1192212 h 6382977"/>
              <a:gd name="connsiteX3978" fmla="*/ 6398016 w 6501199"/>
              <a:gd name="connsiteY3978" fmla="*/ 1215131 h 6382977"/>
              <a:gd name="connsiteX3979" fmla="*/ 6382224 w 6501199"/>
              <a:gd name="connsiteY3979" fmla="*/ 1212948 h 6382977"/>
              <a:gd name="connsiteX3980" fmla="*/ 6382224 w 6501199"/>
              <a:gd name="connsiteY3980" fmla="*/ 1226773 h 6382977"/>
              <a:gd name="connsiteX3981" fmla="*/ 6398016 w 6501199"/>
              <a:gd name="connsiteY3981" fmla="*/ 1192212 h 6382977"/>
              <a:gd name="connsiteX3982" fmla="*/ 5578696 w 6501199"/>
              <a:gd name="connsiteY3982" fmla="*/ 1192212 h 6382977"/>
              <a:gd name="connsiteX3983" fmla="*/ 5578696 w 6501199"/>
              <a:gd name="connsiteY3983" fmla="*/ 1226773 h 6382977"/>
              <a:gd name="connsiteX3984" fmla="*/ 5578696 w 6501199"/>
              <a:gd name="connsiteY3984" fmla="*/ 1192212 h 6382977"/>
              <a:gd name="connsiteX3985" fmla="*/ 4976345 w 6501199"/>
              <a:gd name="connsiteY3985" fmla="*/ 1191925 h 6382977"/>
              <a:gd name="connsiteX3986" fmla="*/ 4965982 w 6501199"/>
              <a:gd name="connsiteY3986" fmla="*/ 1234717 h 6382977"/>
              <a:gd name="connsiteX3987" fmla="*/ 4952136 w 6501199"/>
              <a:gd name="connsiteY3987" fmla="*/ 1214346 h 6382977"/>
              <a:gd name="connsiteX3988" fmla="*/ 4971874 w 6501199"/>
              <a:gd name="connsiteY3988" fmla="*/ 1192701 h 6382977"/>
              <a:gd name="connsiteX3989" fmla="*/ 4976345 w 6501199"/>
              <a:gd name="connsiteY3989" fmla="*/ 1191925 h 6382977"/>
              <a:gd name="connsiteX3990" fmla="*/ 6321198 w 6501199"/>
              <a:gd name="connsiteY3990" fmla="*/ 1189037 h 6382977"/>
              <a:gd name="connsiteX3991" fmla="*/ 6337684 w 6501199"/>
              <a:gd name="connsiteY3991" fmla="*/ 1272815 h 6382977"/>
              <a:gd name="connsiteX3992" fmla="*/ 6321198 w 6501199"/>
              <a:gd name="connsiteY3992" fmla="*/ 1189037 h 6382977"/>
              <a:gd name="connsiteX3993" fmla="*/ 3495273 w 6501199"/>
              <a:gd name="connsiteY3993" fmla="*/ 1181021 h 6382977"/>
              <a:gd name="connsiteX3994" fmla="*/ 3507176 w 6501199"/>
              <a:gd name="connsiteY3994" fmla="*/ 1184001 h 6382977"/>
              <a:gd name="connsiteX3995" fmla="*/ 3486900 w 6501199"/>
              <a:gd name="connsiteY3995" fmla="*/ 1181510 h 6382977"/>
              <a:gd name="connsiteX3996" fmla="*/ 3495273 w 6501199"/>
              <a:gd name="connsiteY3996" fmla="*/ 1181021 h 6382977"/>
              <a:gd name="connsiteX3997" fmla="*/ 3597657 w 6501199"/>
              <a:gd name="connsiteY3997" fmla="*/ 1177894 h 6382977"/>
              <a:gd name="connsiteX3998" fmla="*/ 3610353 w 6501199"/>
              <a:gd name="connsiteY3998" fmla="*/ 1185496 h 6382977"/>
              <a:gd name="connsiteX3999" fmla="*/ 3586913 w 6501199"/>
              <a:gd name="connsiteY3999" fmla="*/ 1180733 h 6382977"/>
              <a:gd name="connsiteX4000" fmla="*/ 3597657 w 6501199"/>
              <a:gd name="connsiteY4000" fmla="*/ 1177894 h 6382977"/>
              <a:gd name="connsiteX4001" fmla="*/ 5648926 w 6501199"/>
              <a:gd name="connsiteY4001" fmla="*/ 1168400 h 6382977"/>
              <a:gd name="connsiteX4002" fmla="*/ 5658228 w 6501199"/>
              <a:gd name="connsiteY4002" fmla="*/ 1179848 h 6382977"/>
              <a:gd name="connsiteX4003" fmla="*/ 5634788 w 6501199"/>
              <a:gd name="connsiteY4003" fmla="*/ 1184498 h 6382977"/>
              <a:gd name="connsiteX4004" fmla="*/ 5648926 w 6501199"/>
              <a:gd name="connsiteY4004" fmla="*/ 1168400 h 6382977"/>
              <a:gd name="connsiteX4005" fmla="*/ 3531042 w 6501199"/>
              <a:gd name="connsiteY4005" fmla="*/ 1168091 h 6382977"/>
              <a:gd name="connsiteX4006" fmla="*/ 3538935 w 6501199"/>
              <a:gd name="connsiteY4006" fmla="*/ 1170340 h 6382977"/>
              <a:gd name="connsiteX4007" fmla="*/ 3523413 w 6501199"/>
              <a:gd name="connsiteY4007" fmla="*/ 1172456 h 6382977"/>
              <a:gd name="connsiteX4008" fmla="*/ 3531042 w 6501199"/>
              <a:gd name="connsiteY4008" fmla="*/ 1168091 h 6382977"/>
              <a:gd name="connsiteX4009" fmla="*/ 2156282 w 6501199"/>
              <a:gd name="connsiteY4009" fmla="*/ 1167933 h 6382977"/>
              <a:gd name="connsiteX4010" fmla="*/ 2170500 w 6501199"/>
              <a:gd name="connsiteY4010" fmla="*/ 1177980 h 6382977"/>
              <a:gd name="connsiteX4011" fmla="*/ 2140700 w 6501199"/>
              <a:gd name="connsiteY4011" fmla="*/ 1180152 h 6382977"/>
              <a:gd name="connsiteX4012" fmla="*/ 2156282 w 6501199"/>
              <a:gd name="connsiteY4012" fmla="*/ 1167933 h 6382977"/>
              <a:gd name="connsiteX4013" fmla="*/ 2543562 w 6501199"/>
              <a:gd name="connsiteY4013" fmla="*/ 1164166 h 6382977"/>
              <a:gd name="connsiteX4014" fmla="*/ 2513763 w 6501199"/>
              <a:gd name="connsiteY4014" fmla="*/ 1177572 h 6382977"/>
              <a:gd name="connsiteX4015" fmla="*/ 2543562 w 6501199"/>
              <a:gd name="connsiteY4015" fmla="*/ 1164166 h 6382977"/>
              <a:gd name="connsiteX4016" fmla="*/ 3395803 w 6501199"/>
              <a:gd name="connsiteY4016" fmla="*/ 1161479 h 6382977"/>
              <a:gd name="connsiteX4017" fmla="*/ 3416684 w 6501199"/>
              <a:gd name="connsiteY4017" fmla="*/ 1165944 h 6382977"/>
              <a:gd name="connsiteX4018" fmla="*/ 3393238 w 6501199"/>
              <a:gd name="connsiteY4018" fmla="*/ 1173013 h 6382977"/>
              <a:gd name="connsiteX4019" fmla="*/ 3395803 w 6501199"/>
              <a:gd name="connsiteY4019" fmla="*/ 1161479 h 6382977"/>
              <a:gd name="connsiteX4020" fmla="*/ 4922103 w 6501199"/>
              <a:gd name="connsiteY4020" fmla="*/ 1158875 h 6382977"/>
              <a:gd name="connsiteX4021" fmla="*/ 4924206 w 6501199"/>
              <a:gd name="connsiteY4021" fmla="*/ 1183917 h 6382977"/>
              <a:gd name="connsiteX4022" fmla="*/ 4922103 w 6501199"/>
              <a:gd name="connsiteY4022" fmla="*/ 1158875 h 6382977"/>
              <a:gd name="connsiteX4023" fmla="*/ 3490747 w 6501199"/>
              <a:gd name="connsiteY4023" fmla="*/ 1158089 h 6382977"/>
              <a:gd name="connsiteX4024" fmla="*/ 3496059 w 6501199"/>
              <a:gd name="connsiteY4024" fmla="*/ 1163740 h 6382977"/>
              <a:gd name="connsiteX4025" fmla="*/ 3482138 w 6501199"/>
              <a:gd name="connsiteY4025" fmla="*/ 1165843 h 6382977"/>
              <a:gd name="connsiteX4026" fmla="*/ 3490747 w 6501199"/>
              <a:gd name="connsiteY4026" fmla="*/ 1158089 h 6382977"/>
              <a:gd name="connsiteX4027" fmla="*/ 6411121 w 6501199"/>
              <a:gd name="connsiteY4027" fmla="*/ 1155700 h 6382977"/>
              <a:gd name="connsiteX4028" fmla="*/ 6433981 w 6501199"/>
              <a:gd name="connsiteY4028" fmla="*/ 1245829 h 6382977"/>
              <a:gd name="connsiteX4029" fmla="*/ 6411121 w 6501199"/>
              <a:gd name="connsiteY4029" fmla="*/ 1155700 h 6382977"/>
              <a:gd name="connsiteX4030" fmla="*/ 4981112 w 6501199"/>
              <a:gd name="connsiteY4030" fmla="*/ 1155700 h 6382977"/>
              <a:gd name="connsiteX4031" fmla="*/ 4983609 w 6501199"/>
              <a:gd name="connsiteY4031" fmla="*/ 1180737 h 6382977"/>
              <a:gd name="connsiteX4032" fmla="*/ 4981112 w 6501199"/>
              <a:gd name="connsiteY4032" fmla="*/ 1155700 h 6382977"/>
              <a:gd name="connsiteX4033" fmla="*/ 5592544 w 6501199"/>
              <a:gd name="connsiteY4033" fmla="*/ 1152525 h 6382977"/>
              <a:gd name="connsiteX4034" fmla="*/ 5579225 w 6501199"/>
              <a:gd name="connsiteY4034" fmla="*/ 1172502 h 6382977"/>
              <a:gd name="connsiteX4035" fmla="*/ 5592544 w 6501199"/>
              <a:gd name="connsiteY4035" fmla="*/ 1152525 h 6382977"/>
              <a:gd name="connsiteX4036" fmla="*/ 5167938 w 6501199"/>
              <a:gd name="connsiteY4036" fmla="*/ 1150937 h 6382977"/>
              <a:gd name="connsiteX4037" fmla="*/ 5186194 w 6501199"/>
              <a:gd name="connsiteY4037" fmla="*/ 1159936 h 6382977"/>
              <a:gd name="connsiteX4038" fmla="*/ 5184047 w 6501199"/>
              <a:gd name="connsiteY4038" fmla="*/ 1178294 h 6382977"/>
              <a:gd name="connsiteX4039" fmla="*/ 5172592 w 6501199"/>
              <a:gd name="connsiteY4039" fmla="*/ 1180453 h 6382977"/>
              <a:gd name="connsiteX4040" fmla="*/ 5188342 w 6501199"/>
              <a:gd name="connsiteY4040" fmla="*/ 1194132 h 6382977"/>
              <a:gd name="connsiteX4041" fmla="*/ 5177245 w 6501199"/>
              <a:gd name="connsiteY4041" fmla="*/ 1212490 h 6382977"/>
              <a:gd name="connsiteX4042" fmla="*/ 5152188 w 6501199"/>
              <a:gd name="connsiteY4042" fmla="*/ 1187293 h 6382977"/>
              <a:gd name="connsiteX4043" fmla="*/ 5174740 w 6501199"/>
              <a:gd name="connsiteY4043" fmla="*/ 1168935 h 6382977"/>
              <a:gd name="connsiteX4044" fmla="*/ 5163643 w 6501199"/>
              <a:gd name="connsiteY4044" fmla="*/ 1155616 h 6382977"/>
              <a:gd name="connsiteX4045" fmla="*/ 5167938 w 6501199"/>
              <a:gd name="connsiteY4045" fmla="*/ 1150937 h 6382977"/>
              <a:gd name="connsiteX4046" fmla="*/ 4880353 w 6501199"/>
              <a:gd name="connsiteY4046" fmla="*/ 1150937 h 6382977"/>
              <a:gd name="connsiteX4047" fmla="*/ 4861378 w 6501199"/>
              <a:gd name="connsiteY4047" fmla="*/ 1206137 h 6382977"/>
              <a:gd name="connsiteX4048" fmla="*/ 4880353 w 6501199"/>
              <a:gd name="connsiteY4048" fmla="*/ 1150937 h 6382977"/>
              <a:gd name="connsiteX4049" fmla="*/ 4506785 w 6501199"/>
              <a:gd name="connsiteY4049" fmla="*/ 1149963 h 6382977"/>
              <a:gd name="connsiteX4050" fmla="*/ 4520001 w 6501199"/>
              <a:gd name="connsiteY4050" fmla="*/ 1152573 h 6382977"/>
              <a:gd name="connsiteX4051" fmla="*/ 4508777 w 6501199"/>
              <a:gd name="connsiteY4051" fmla="*/ 1156950 h 6382977"/>
              <a:gd name="connsiteX4052" fmla="*/ 4506785 w 6501199"/>
              <a:gd name="connsiteY4052" fmla="*/ 1149963 h 6382977"/>
              <a:gd name="connsiteX4053" fmla="*/ 6053377 w 6501199"/>
              <a:gd name="connsiteY4053" fmla="*/ 1146057 h 6382977"/>
              <a:gd name="connsiteX4054" fmla="*/ 6055537 w 6501199"/>
              <a:gd name="connsiteY4054" fmla="*/ 1168739 h 6382977"/>
              <a:gd name="connsiteX4055" fmla="*/ 6064537 w 6501199"/>
              <a:gd name="connsiteY4055" fmla="*/ 1155418 h 6382977"/>
              <a:gd name="connsiteX4056" fmla="*/ 6053377 w 6501199"/>
              <a:gd name="connsiteY4056" fmla="*/ 1146057 h 6382977"/>
              <a:gd name="connsiteX4057" fmla="*/ 3348245 w 6501199"/>
              <a:gd name="connsiteY4057" fmla="*/ 1143707 h 6382977"/>
              <a:gd name="connsiteX4058" fmla="*/ 3364291 w 6501199"/>
              <a:gd name="connsiteY4058" fmla="*/ 1144311 h 6382977"/>
              <a:gd name="connsiteX4059" fmla="*/ 3354989 w 6501199"/>
              <a:gd name="connsiteY4059" fmla="*/ 1146382 h 6382977"/>
              <a:gd name="connsiteX4060" fmla="*/ 3354989 w 6501199"/>
              <a:gd name="connsiteY4060" fmla="*/ 1150868 h 6382977"/>
              <a:gd name="connsiteX4061" fmla="*/ 3340850 w 6501199"/>
              <a:gd name="connsiteY4061" fmla="*/ 1152939 h 6382977"/>
              <a:gd name="connsiteX4062" fmla="*/ 3348245 w 6501199"/>
              <a:gd name="connsiteY4062" fmla="*/ 1143707 h 6382977"/>
              <a:gd name="connsiteX4063" fmla="*/ 3476398 w 6501199"/>
              <a:gd name="connsiteY4063" fmla="*/ 1143000 h 6382977"/>
              <a:gd name="connsiteX4064" fmla="*/ 3483359 w 6501199"/>
              <a:gd name="connsiteY4064" fmla="*/ 1147586 h 6382977"/>
              <a:gd name="connsiteX4065" fmla="*/ 3481161 w 6501199"/>
              <a:gd name="connsiteY4065" fmla="*/ 1158522 h 6382977"/>
              <a:gd name="connsiteX4066" fmla="*/ 3476398 w 6501199"/>
              <a:gd name="connsiteY4066" fmla="*/ 1143000 h 6382977"/>
              <a:gd name="connsiteX4067" fmla="*/ 2628824 w 6501199"/>
              <a:gd name="connsiteY4067" fmla="*/ 1143000 h 6382977"/>
              <a:gd name="connsiteX4068" fmla="*/ 2635641 w 6501199"/>
              <a:gd name="connsiteY4068" fmla="*/ 1149760 h 6382977"/>
              <a:gd name="connsiteX4069" fmla="*/ 2583613 w 6501199"/>
              <a:gd name="connsiteY4069" fmla="*/ 1154386 h 6382977"/>
              <a:gd name="connsiteX4070" fmla="*/ 2628824 w 6501199"/>
              <a:gd name="connsiteY4070" fmla="*/ 1143000 h 6382977"/>
              <a:gd name="connsiteX4071" fmla="*/ 3053845 w 6501199"/>
              <a:gd name="connsiteY4071" fmla="*/ 1135255 h 6382977"/>
              <a:gd name="connsiteX4072" fmla="*/ 3042743 w 6501199"/>
              <a:gd name="connsiteY4072" fmla="*/ 1142162 h 6382977"/>
              <a:gd name="connsiteX4073" fmla="*/ 3070072 w 6501199"/>
              <a:gd name="connsiteY4073" fmla="*/ 1135345 h 6382977"/>
              <a:gd name="connsiteX4074" fmla="*/ 3053845 w 6501199"/>
              <a:gd name="connsiteY4074" fmla="*/ 1135255 h 6382977"/>
              <a:gd name="connsiteX4075" fmla="*/ 3149822 w 6501199"/>
              <a:gd name="connsiteY4075" fmla="*/ 1135062 h 6382977"/>
              <a:gd name="connsiteX4076" fmla="*/ 3158994 w 6501199"/>
              <a:gd name="connsiteY4076" fmla="*/ 1135062 h 6382977"/>
              <a:gd name="connsiteX4077" fmla="*/ 3161110 w 6501199"/>
              <a:gd name="connsiteY4077" fmla="*/ 1139332 h 6382977"/>
              <a:gd name="connsiteX4078" fmla="*/ 3129713 w 6501199"/>
              <a:gd name="connsiteY4078" fmla="*/ 1155344 h 6382977"/>
              <a:gd name="connsiteX4079" fmla="*/ 3149822 w 6501199"/>
              <a:gd name="connsiteY4079" fmla="*/ 1135062 h 6382977"/>
              <a:gd name="connsiteX4080" fmla="*/ 4822577 w 6501199"/>
              <a:gd name="connsiteY4080" fmla="*/ 1131887 h 6382977"/>
              <a:gd name="connsiteX4081" fmla="*/ 4829471 w 6501199"/>
              <a:gd name="connsiteY4081" fmla="*/ 1131887 h 6382977"/>
              <a:gd name="connsiteX4082" fmla="*/ 4836366 w 6501199"/>
              <a:gd name="connsiteY4082" fmla="*/ 1136649 h 6382977"/>
              <a:gd name="connsiteX4083" fmla="*/ 4822577 w 6501199"/>
              <a:gd name="connsiteY4083" fmla="*/ 1141412 h 6382977"/>
              <a:gd name="connsiteX4084" fmla="*/ 4822577 w 6501199"/>
              <a:gd name="connsiteY4084" fmla="*/ 1131887 h 6382977"/>
              <a:gd name="connsiteX4085" fmla="*/ 2792281 w 6501199"/>
              <a:gd name="connsiteY4085" fmla="*/ 1131887 h 6382977"/>
              <a:gd name="connsiteX4086" fmla="*/ 2794397 w 6501199"/>
              <a:gd name="connsiteY4086" fmla="*/ 1147659 h 6382977"/>
              <a:gd name="connsiteX4087" fmla="*/ 2778875 w 6501199"/>
              <a:gd name="connsiteY4087" fmla="*/ 1145206 h 6382977"/>
              <a:gd name="connsiteX4088" fmla="*/ 2756650 w 6501199"/>
              <a:gd name="connsiteY4088" fmla="*/ 1143103 h 6382977"/>
              <a:gd name="connsiteX4089" fmla="*/ 2792281 w 6501199"/>
              <a:gd name="connsiteY4089" fmla="*/ 1131887 h 6382977"/>
              <a:gd name="connsiteX4090" fmla="*/ 5039067 w 6501199"/>
              <a:gd name="connsiteY4090" fmla="*/ 1131590 h 6382977"/>
              <a:gd name="connsiteX4091" fmla="*/ 5055033 w 6501199"/>
              <a:gd name="connsiteY4091" fmla="*/ 1150565 h 6382977"/>
              <a:gd name="connsiteX4092" fmla="*/ 5039067 w 6501199"/>
              <a:gd name="connsiteY4092" fmla="*/ 1131590 h 6382977"/>
              <a:gd name="connsiteX4093" fmla="*/ 4773047 w 6501199"/>
              <a:gd name="connsiteY4093" fmla="*/ 1130684 h 6382977"/>
              <a:gd name="connsiteX4094" fmla="*/ 4784208 w 6501199"/>
              <a:gd name="connsiteY4094" fmla="*/ 1149041 h 6382977"/>
              <a:gd name="connsiteX4095" fmla="*/ 4782048 w 6501199"/>
              <a:gd name="connsiteY4095" fmla="*/ 1132844 h 6382977"/>
              <a:gd name="connsiteX4096" fmla="*/ 4773047 w 6501199"/>
              <a:gd name="connsiteY4096" fmla="*/ 1130684 h 6382977"/>
              <a:gd name="connsiteX4097" fmla="*/ 5181721 w 6501199"/>
              <a:gd name="connsiteY4097" fmla="*/ 1127125 h 6382977"/>
              <a:gd name="connsiteX4098" fmla="*/ 5184211 w 6501199"/>
              <a:gd name="connsiteY4098" fmla="*/ 1150565 h 6382977"/>
              <a:gd name="connsiteX4099" fmla="*/ 5181721 w 6501199"/>
              <a:gd name="connsiteY4099" fmla="*/ 1127125 h 6382977"/>
              <a:gd name="connsiteX4100" fmla="*/ 5529899 w 6501199"/>
              <a:gd name="connsiteY4100" fmla="*/ 1124913 h 6382977"/>
              <a:gd name="connsiteX4101" fmla="*/ 5537587 w 6501199"/>
              <a:gd name="connsiteY4101" fmla="*/ 1125934 h 6382977"/>
              <a:gd name="connsiteX4102" fmla="*/ 5512550 w 6501199"/>
              <a:gd name="connsiteY4102" fmla="*/ 1143689 h 6382977"/>
              <a:gd name="connsiteX4103" fmla="*/ 5529899 w 6501199"/>
              <a:gd name="connsiteY4103" fmla="*/ 1124913 h 6382977"/>
              <a:gd name="connsiteX4104" fmla="*/ 5982674 w 6501199"/>
              <a:gd name="connsiteY4104" fmla="*/ 1123950 h 6382977"/>
              <a:gd name="connsiteX4105" fmla="*/ 5973372 w 6501199"/>
              <a:gd name="connsiteY4105" fmla="*/ 1155347 h 6382977"/>
              <a:gd name="connsiteX4106" fmla="*/ 5982674 w 6501199"/>
              <a:gd name="connsiteY4106" fmla="*/ 1123950 h 6382977"/>
              <a:gd name="connsiteX4107" fmla="*/ 3226186 w 6501199"/>
              <a:gd name="connsiteY4107" fmla="*/ 1116012 h 6382977"/>
              <a:gd name="connsiteX4108" fmla="*/ 3186863 w 6501199"/>
              <a:gd name="connsiteY4108" fmla="*/ 1131534 h 6382977"/>
              <a:gd name="connsiteX4109" fmla="*/ 3226186 w 6501199"/>
              <a:gd name="connsiteY4109" fmla="*/ 1116012 h 6382977"/>
              <a:gd name="connsiteX4110" fmla="*/ 3145229 w 6501199"/>
              <a:gd name="connsiteY4110" fmla="*/ 1108075 h 6382977"/>
              <a:gd name="connsiteX4111" fmla="*/ 3111067 w 6501199"/>
              <a:gd name="connsiteY4111" fmla="*/ 1114892 h 6382977"/>
              <a:gd name="connsiteX4112" fmla="*/ 3133721 w 6501199"/>
              <a:gd name="connsiteY4112" fmla="*/ 1123863 h 6382977"/>
              <a:gd name="connsiteX4113" fmla="*/ 3131564 w 6501199"/>
              <a:gd name="connsiteY4113" fmla="*/ 1135345 h 6382977"/>
              <a:gd name="connsiteX4114" fmla="*/ 3074747 w 6501199"/>
              <a:gd name="connsiteY4114" fmla="*/ 1135345 h 6382977"/>
              <a:gd name="connsiteX4115" fmla="*/ 3115382 w 6501199"/>
              <a:gd name="connsiteY4115" fmla="*/ 1151133 h 6382977"/>
              <a:gd name="connsiteX4116" fmla="*/ 3070072 w 6501199"/>
              <a:gd name="connsiteY4116" fmla="*/ 1155797 h 6382977"/>
              <a:gd name="connsiteX4117" fmla="*/ 3015413 w 6501199"/>
              <a:gd name="connsiteY4117" fmla="*/ 1144315 h 6382977"/>
              <a:gd name="connsiteX4118" fmla="*/ 2992758 w 6501199"/>
              <a:gd name="connsiteY4118" fmla="*/ 1153285 h 6382977"/>
              <a:gd name="connsiteX4119" fmla="*/ 2988443 w 6501199"/>
              <a:gd name="connsiteY4119" fmla="*/ 1139650 h 6382977"/>
              <a:gd name="connsiteX4120" fmla="*/ 2974778 w 6501199"/>
              <a:gd name="connsiteY4120" fmla="*/ 1153285 h 6382977"/>
              <a:gd name="connsiteX4121" fmla="*/ 2895307 w 6501199"/>
              <a:gd name="connsiteY4121" fmla="*/ 1148980 h 6382977"/>
              <a:gd name="connsiteX4122" fmla="*/ 2974778 w 6501199"/>
              <a:gd name="connsiteY4122" fmla="*/ 1130680 h 6382977"/>
              <a:gd name="connsiteX4123" fmla="*/ 2881642 w 6501199"/>
              <a:gd name="connsiteY4123" fmla="*/ 1121710 h 6382977"/>
              <a:gd name="connsiteX4124" fmla="*/ 2872292 w 6501199"/>
              <a:gd name="connsiteY4124" fmla="*/ 1146468 h 6382977"/>
              <a:gd name="connsiteX4125" fmla="*/ 2831657 w 6501199"/>
              <a:gd name="connsiteY4125" fmla="*/ 1148980 h 6382977"/>
              <a:gd name="connsiteX4126" fmla="*/ 2863302 w 6501199"/>
              <a:gd name="connsiteY4126" fmla="*/ 1135345 h 6382977"/>
              <a:gd name="connsiteX4127" fmla="*/ 2854312 w 6501199"/>
              <a:gd name="connsiteY4127" fmla="*/ 1130680 h 6382977"/>
              <a:gd name="connsiteX4128" fmla="*/ 2863302 w 6501199"/>
              <a:gd name="connsiteY4128" fmla="*/ 1126374 h 6382977"/>
              <a:gd name="connsiteX4129" fmla="*/ 2835973 w 6501199"/>
              <a:gd name="connsiteY4129" fmla="*/ 1117045 h 6382977"/>
              <a:gd name="connsiteX4130" fmla="*/ 2997433 w 6501199"/>
              <a:gd name="connsiteY4130" fmla="*/ 1112739 h 6382977"/>
              <a:gd name="connsiteX4131" fmla="*/ 3145229 w 6501199"/>
              <a:gd name="connsiteY4131" fmla="*/ 1108075 h 6382977"/>
              <a:gd name="connsiteX4132" fmla="*/ 5559803 w 6501199"/>
              <a:gd name="connsiteY4132" fmla="*/ 1091537 h 6382977"/>
              <a:gd name="connsiteX4133" fmla="*/ 5543432 w 6501199"/>
              <a:gd name="connsiteY4133" fmla="*/ 1129941 h 6382977"/>
              <a:gd name="connsiteX4134" fmla="*/ 5559803 w 6501199"/>
              <a:gd name="connsiteY4134" fmla="*/ 1091537 h 6382977"/>
              <a:gd name="connsiteX4135" fmla="*/ 5163324 w 6501199"/>
              <a:gd name="connsiteY4135" fmla="*/ 1087437 h 6382977"/>
              <a:gd name="connsiteX4136" fmla="*/ 5156571 w 6501199"/>
              <a:gd name="connsiteY4136" fmla="*/ 1137874 h 6382977"/>
              <a:gd name="connsiteX4137" fmla="*/ 5163324 w 6501199"/>
              <a:gd name="connsiteY4137" fmla="*/ 1087437 h 6382977"/>
              <a:gd name="connsiteX4138" fmla="*/ 5920166 w 6501199"/>
              <a:gd name="connsiteY4138" fmla="*/ 1070803 h 6382977"/>
              <a:gd name="connsiteX4139" fmla="*/ 5915329 w 6501199"/>
              <a:gd name="connsiteY4139" fmla="*/ 1083917 h 6382977"/>
              <a:gd name="connsiteX4140" fmla="*/ 5896725 w 6501199"/>
              <a:gd name="connsiteY4140" fmla="*/ 1077360 h 6382977"/>
              <a:gd name="connsiteX4141" fmla="*/ 5920166 w 6501199"/>
              <a:gd name="connsiteY4141" fmla="*/ 1070803 h 6382977"/>
              <a:gd name="connsiteX4142" fmla="*/ 5197709 w 6501199"/>
              <a:gd name="connsiteY4142" fmla="*/ 1068387 h 6382977"/>
              <a:gd name="connsiteX4143" fmla="*/ 5208975 w 6501199"/>
              <a:gd name="connsiteY4143" fmla="*/ 1077360 h 6382977"/>
              <a:gd name="connsiteX4144" fmla="*/ 5179175 w 6501199"/>
              <a:gd name="connsiteY4144" fmla="*/ 1081501 h 6382977"/>
              <a:gd name="connsiteX4145" fmla="*/ 5197709 w 6501199"/>
              <a:gd name="connsiteY4145" fmla="*/ 1068387 h 6382977"/>
              <a:gd name="connsiteX4146" fmla="*/ 5130890 w 6501199"/>
              <a:gd name="connsiteY4146" fmla="*/ 1066800 h 6382977"/>
              <a:gd name="connsiteX4147" fmla="*/ 5130890 w 6501199"/>
              <a:gd name="connsiteY4147" fmla="*/ 1101361 h 6382977"/>
              <a:gd name="connsiteX4148" fmla="*/ 5130890 w 6501199"/>
              <a:gd name="connsiteY4148" fmla="*/ 1066800 h 6382977"/>
              <a:gd name="connsiteX4149" fmla="*/ 5481583 w 6501199"/>
              <a:gd name="connsiteY4149" fmla="*/ 1063625 h 6382977"/>
              <a:gd name="connsiteX4150" fmla="*/ 5479079 w 6501199"/>
              <a:gd name="connsiteY4150" fmla="*/ 1088662 h 6382977"/>
              <a:gd name="connsiteX4151" fmla="*/ 5481583 w 6501199"/>
              <a:gd name="connsiteY4151" fmla="*/ 1063625 h 6382977"/>
              <a:gd name="connsiteX4152" fmla="*/ 5043167 w 6501199"/>
              <a:gd name="connsiteY4152" fmla="*/ 1057275 h 6382977"/>
              <a:gd name="connsiteX4153" fmla="*/ 5052252 w 6501199"/>
              <a:gd name="connsiteY4153" fmla="*/ 1077733 h 6382977"/>
              <a:gd name="connsiteX4154" fmla="*/ 5045347 w 6501199"/>
              <a:gd name="connsiteY4154" fmla="*/ 1098191 h 6382977"/>
              <a:gd name="connsiteX4155" fmla="*/ 5043167 w 6501199"/>
              <a:gd name="connsiteY4155" fmla="*/ 1057275 h 6382977"/>
              <a:gd name="connsiteX4156" fmla="*/ 4815275 w 6501199"/>
              <a:gd name="connsiteY4156" fmla="*/ 1057241 h 6382977"/>
              <a:gd name="connsiteX4157" fmla="*/ 4796741 w 6501199"/>
              <a:gd name="connsiteY4157" fmla="*/ 1087073 h 6382977"/>
              <a:gd name="connsiteX4158" fmla="*/ 4815275 w 6501199"/>
              <a:gd name="connsiteY4158" fmla="*/ 1057241 h 6382977"/>
              <a:gd name="connsiteX4159" fmla="*/ 4497762 w 6501199"/>
              <a:gd name="connsiteY4159" fmla="*/ 1055780 h 6382977"/>
              <a:gd name="connsiteX4160" fmla="*/ 4513645 w 6501199"/>
              <a:gd name="connsiteY4160" fmla="*/ 1059567 h 6382977"/>
              <a:gd name="connsiteX4161" fmla="*/ 4493058 w 6501199"/>
              <a:gd name="connsiteY4161" fmla="*/ 1077559 h 6382977"/>
              <a:gd name="connsiteX4162" fmla="*/ 4497762 w 6501199"/>
              <a:gd name="connsiteY4162" fmla="*/ 1055780 h 6382977"/>
              <a:gd name="connsiteX4163" fmla="*/ 5900828 w 6501199"/>
              <a:gd name="connsiteY4163" fmla="*/ 1042987 h 6382977"/>
              <a:gd name="connsiteX4164" fmla="*/ 5894169 w 6501199"/>
              <a:gd name="connsiteY4164" fmla="*/ 1068024 h 6382977"/>
              <a:gd name="connsiteX4165" fmla="*/ 5900828 w 6501199"/>
              <a:gd name="connsiteY4165" fmla="*/ 1042987 h 6382977"/>
              <a:gd name="connsiteX4166" fmla="*/ 5620615 w 6501199"/>
              <a:gd name="connsiteY4166" fmla="*/ 1042987 h 6382977"/>
              <a:gd name="connsiteX4167" fmla="*/ 5622795 w 6501199"/>
              <a:gd name="connsiteY4167" fmla="*/ 1070606 h 6382977"/>
              <a:gd name="connsiteX4168" fmla="*/ 5620615 w 6501199"/>
              <a:gd name="connsiteY4168" fmla="*/ 1042987 h 6382977"/>
              <a:gd name="connsiteX4169" fmla="*/ 4965582 w 6501199"/>
              <a:gd name="connsiteY4169" fmla="*/ 1041074 h 6382977"/>
              <a:gd name="connsiteX4170" fmla="*/ 4978189 w 6501199"/>
              <a:gd name="connsiteY4170" fmla="*/ 1041085 h 6382977"/>
              <a:gd name="connsiteX4171" fmla="*/ 4954886 w 6501199"/>
              <a:gd name="connsiteY4171" fmla="*/ 1074383 h 6382977"/>
              <a:gd name="connsiteX4172" fmla="*/ 4941050 w 6501199"/>
              <a:gd name="connsiteY4172" fmla="*/ 1072257 h 6382977"/>
              <a:gd name="connsiteX4173" fmla="*/ 4947968 w 6501199"/>
              <a:gd name="connsiteY4173" fmla="*/ 1049941 h 6382977"/>
              <a:gd name="connsiteX4174" fmla="*/ 4965582 w 6501199"/>
              <a:gd name="connsiteY4174" fmla="*/ 1041074 h 6382977"/>
              <a:gd name="connsiteX4175" fmla="*/ 5920959 w 6501199"/>
              <a:gd name="connsiteY4175" fmla="*/ 1038772 h 6382977"/>
              <a:gd name="connsiteX4176" fmla="*/ 5916494 w 6501199"/>
              <a:gd name="connsiteY4176" fmla="*/ 1056919 h 6382977"/>
              <a:gd name="connsiteX4177" fmla="*/ 5920959 w 6501199"/>
              <a:gd name="connsiteY4177" fmla="*/ 1038772 h 6382977"/>
              <a:gd name="connsiteX4178" fmla="*/ 5207601 w 6501199"/>
              <a:gd name="connsiteY4178" fmla="*/ 1038225 h 6382977"/>
              <a:gd name="connsiteX4179" fmla="*/ 5204997 w 6501199"/>
              <a:gd name="connsiteY4179" fmla="*/ 1058506 h 6382977"/>
              <a:gd name="connsiteX4180" fmla="*/ 5193463 w 6501199"/>
              <a:gd name="connsiteY4180" fmla="*/ 1047476 h 6382977"/>
              <a:gd name="connsiteX4181" fmla="*/ 5207601 w 6501199"/>
              <a:gd name="connsiteY4181" fmla="*/ 1038225 h 6382977"/>
              <a:gd name="connsiteX4182" fmla="*/ 4805936 w 6501199"/>
              <a:gd name="connsiteY4182" fmla="*/ 1031875 h 6382977"/>
              <a:gd name="connsiteX4183" fmla="*/ 4801350 w 6501199"/>
              <a:gd name="connsiteY4183" fmla="*/ 1050558 h 6382977"/>
              <a:gd name="connsiteX4184" fmla="*/ 4805936 w 6501199"/>
              <a:gd name="connsiteY4184" fmla="*/ 1031875 h 6382977"/>
              <a:gd name="connsiteX4185" fmla="*/ 4717566 w 6501199"/>
              <a:gd name="connsiteY4185" fmla="*/ 1025525 h 6382977"/>
              <a:gd name="connsiteX4186" fmla="*/ 4726385 w 6501199"/>
              <a:gd name="connsiteY4186" fmla="*/ 1037180 h 6382977"/>
              <a:gd name="connsiteX4187" fmla="*/ 4710863 w 6501199"/>
              <a:gd name="connsiteY4187" fmla="*/ 1032292 h 6382977"/>
              <a:gd name="connsiteX4188" fmla="*/ 4717566 w 6501199"/>
              <a:gd name="connsiteY4188" fmla="*/ 1025525 h 6382977"/>
              <a:gd name="connsiteX4189" fmla="*/ 5379076 w 6501199"/>
              <a:gd name="connsiteY4189" fmla="*/ 1020762 h 6382977"/>
              <a:gd name="connsiteX4190" fmla="*/ 5376928 w 6501199"/>
              <a:gd name="connsiteY4190" fmla="*/ 1068029 h 6382977"/>
              <a:gd name="connsiteX4191" fmla="*/ 5379076 w 6501199"/>
              <a:gd name="connsiteY4191" fmla="*/ 1020762 h 6382977"/>
              <a:gd name="connsiteX4192" fmla="*/ 4686637 w 6501199"/>
              <a:gd name="connsiteY4192" fmla="*/ 1012621 h 6382977"/>
              <a:gd name="connsiteX4193" fmla="*/ 4681957 w 6501199"/>
              <a:gd name="connsiteY4193" fmla="*/ 1023779 h 6382977"/>
              <a:gd name="connsiteX4194" fmla="*/ 4690958 w 6501199"/>
              <a:gd name="connsiteY4194" fmla="*/ 1026299 h 6382977"/>
              <a:gd name="connsiteX4195" fmla="*/ 4690958 w 6501199"/>
              <a:gd name="connsiteY4195" fmla="*/ 1030618 h 6382977"/>
              <a:gd name="connsiteX4196" fmla="*/ 4700319 w 6501199"/>
              <a:gd name="connsiteY4196" fmla="*/ 1021620 h 6382977"/>
              <a:gd name="connsiteX4197" fmla="*/ 4686637 w 6501199"/>
              <a:gd name="connsiteY4197" fmla="*/ 1012621 h 6382977"/>
              <a:gd name="connsiteX4198" fmla="*/ 4732779 w 6501199"/>
              <a:gd name="connsiteY4198" fmla="*/ 1009650 h 6382977"/>
              <a:gd name="connsiteX4199" fmla="*/ 4721563 w 6501199"/>
              <a:gd name="connsiteY4199" fmla="*/ 1023570 h 6382977"/>
              <a:gd name="connsiteX4200" fmla="*/ 4732779 w 6501199"/>
              <a:gd name="connsiteY4200" fmla="*/ 1009650 h 6382977"/>
              <a:gd name="connsiteX4201" fmla="*/ 5490855 w 6501199"/>
              <a:gd name="connsiteY4201" fmla="*/ 993775 h 6382977"/>
              <a:gd name="connsiteX4202" fmla="*/ 5497557 w 6501199"/>
              <a:gd name="connsiteY4202" fmla="*/ 1014056 h 6382977"/>
              <a:gd name="connsiteX4203" fmla="*/ 5490855 w 6501199"/>
              <a:gd name="connsiteY4203" fmla="*/ 993775 h 6382977"/>
              <a:gd name="connsiteX4204" fmla="*/ 4813257 w 6501199"/>
              <a:gd name="connsiteY4204" fmla="*/ 993775 h 6382977"/>
              <a:gd name="connsiteX4205" fmla="*/ 4815489 w 6501199"/>
              <a:gd name="connsiteY4205" fmla="*/ 1031522 h 6382977"/>
              <a:gd name="connsiteX4206" fmla="*/ 4813257 w 6501199"/>
              <a:gd name="connsiteY4206" fmla="*/ 993775 h 6382977"/>
              <a:gd name="connsiteX4207" fmla="*/ 4914286 w 6501199"/>
              <a:gd name="connsiteY4207" fmla="*/ 989224 h 6382977"/>
              <a:gd name="connsiteX4208" fmla="*/ 4903637 w 6501199"/>
              <a:gd name="connsiteY4208" fmla="*/ 995278 h 6382977"/>
              <a:gd name="connsiteX4209" fmla="*/ 4926837 w 6501199"/>
              <a:gd name="connsiteY4209" fmla="*/ 993125 h 6382977"/>
              <a:gd name="connsiteX4210" fmla="*/ 4914286 w 6501199"/>
              <a:gd name="connsiteY4210" fmla="*/ 989224 h 6382977"/>
              <a:gd name="connsiteX4211" fmla="*/ 5612011 w 6501199"/>
              <a:gd name="connsiteY4211" fmla="*/ 987425 h 6382977"/>
              <a:gd name="connsiteX4212" fmla="*/ 5609595 w 6501199"/>
              <a:gd name="connsiteY4212" fmla="*/ 1028341 h 6382977"/>
              <a:gd name="connsiteX4213" fmla="*/ 5612011 w 6501199"/>
              <a:gd name="connsiteY4213" fmla="*/ 987425 h 6382977"/>
              <a:gd name="connsiteX4214" fmla="*/ 5570639 w 6501199"/>
              <a:gd name="connsiteY4214" fmla="*/ 987425 h 6382977"/>
              <a:gd name="connsiteX4215" fmla="*/ 5579612 w 6501199"/>
              <a:gd name="connsiteY4215" fmla="*/ 1040082 h 6382977"/>
              <a:gd name="connsiteX4216" fmla="*/ 5557000 w 6501199"/>
              <a:gd name="connsiteY4216" fmla="*/ 1040082 h 6382977"/>
              <a:gd name="connsiteX4217" fmla="*/ 5570639 w 6501199"/>
              <a:gd name="connsiteY4217" fmla="*/ 987425 h 6382977"/>
              <a:gd name="connsiteX4218" fmla="*/ 4994669 w 6501199"/>
              <a:gd name="connsiteY4218" fmla="*/ 975857 h 6382977"/>
              <a:gd name="connsiteX4219" fmla="*/ 4979014 w 6501199"/>
              <a:gd name="connsiteY4219" fmla="*/ 1012466 h 6382977"/>
              <a:gd name="connsiteX4220" fmla="*/ 4994669 w 6501199"/>
              <a:gd name="connsiteY4220" fmla="*/ 975857 h 6382977"/>
              <a:gd name="connsiteX4221" fmla="*/ 6083047 w 6501199"/>
              <a:gd name="connsiteY4221" fmla="*/ 973137 h 6382977"/>
              <a:gd name="connsiteX4222" fmla="*/ 6101151 w 6501199"/>
              <a:gd name="connsiteY4222" fmla="*/ 1009292 h 6382977"/>
              <a:gd name="connsiteX4223" fmla="*/ 6083047 w 6501199"/>
              <a:gd name="connsiteY4223" fmla="*/ 973137 h 6382977"/>
              <a:gd name="connsiteX4224" fmla="*/ 4816248 w 6501199"/>
              <a:gd name="connsiteY4224" fmla="*/ 973137 h 6382977"/>
              <a:gd name="connsiteX4225" fmla="*/ 4814050 w 6501199"/>
              <a:gd name="connsiteY4225" fmla="*/ 984426 h 6382977"/>
              <a:gd name="connsiteX4226" fmla="*/ 4816248 w 6501199"/>
              <a:gd name="connsiteY4226" fmla="*/ 973137 h 6382977"/>
              <a:gd name="connsiteX4227" fmla="*/ 4593161 w 6501199"/>
              <a:gd name="connsiteY4227" fmla="*/ 973137 h 6382977"/>
              <a:gd name="connsiteX4228" fmla="*/ 4595309 w 6501199"/>
              <a:gd name="connsiteY4228" fmla="*/ 996578 h 6382977"/>
              <a:gd name="connsiteX4229" fmla="*/ 4593161 w 6501199"/>
              <a:gd name="connsiteY4229" fmla="*/ 973137 h 6382977"/>
              <a:gd name="connsiteX4230" fmla="*/ 4523064 w 6501199"/>
              <a:gd name="connsiteY4230" fmla="*/ 953847 h 6382977"/>
              <a:gd name="connsiteX4231" fmla="*/ 4530506 w 6501199"/>
              <a:gd name="connsiteY4231" fmla="*/ 962248 h 6382977"/>
              <a:gd name="connsiteX4232" fmla="*/ 4528403 w 6501199"/>
              <a:gd name="connsiteY4232" fmla="*/ 971192 h 6382977"/>
              <a:gd name="connsiteX4233" fmla="*/ 4517188 w 6501199"/>
              <a:gd name="connsiteY4233" fmla="*/ 955451 h 6382977"/>
              <a:gd name="connsiteX4234" fmla="*/ 4523064 w 6501199"/>
              <a:gd name="connsiteY4234" fmla="*/ 953847 h 6382977"/>
              <a:gd name="connsiteX4235" fmla="*/ 5450373 w 6501199"/>
              <a:gd name="connsiteY4235" fmla="*/ 950564 h 6382977"/>
              <a:gd name="connsiteX4236" fmla="*/ 5441373 w 6501199"/>
              <a:gd name="connsiteY4236" fmla="*/ 971085 h 6382977"/>
              <a:gd name="connsiteX4237" fmla="*/ 5448213 w 6501199"/>
              <a:gd name="connsiteY4237" fmla="*/ 977926 h 6382977"/>
              <a:gd name="connsiteX4238" fmla="*/ 5450373 w 6501199"/>
              <a:gd name="connsiteY4238" fmla="*/ 950564 h 6382977"/>
              <a:gd name="connsiteX4239" fmla="*/ 4536736 w 6501199"/>
              <a:gd name="connsiteY4239" fmla="*/ 946150 h 6382977"/>
              <a:gd name="connsiteX4240" fmla="*/ 4538914 w 6501199"/>
              <a:gd name="connsiteY4240" fmla="*/ 960070 h 6382977"/>
              <a:gd name="connsiteX4241" fmla="*/ 4536736 w 6501199"/>
              <a:gd name="connsiteY4241" fmla="*/ 946150 h 6382977"/>
              <a:gd name="connsiteX4242" fmla="*/ 5673017 w 6501199"/>
              <a:gd name="connsiteY4242" fmla="*/ 943611 h 6382977"/>
              <a:gd name="connsiteX4243" fmla="*/ 5690475 w 6501199"/>
              <a:gd name="connsiteY4243" fmla="*/ 971186 h 6382977"/>
              <a:gd name="connsiteX4244" fmla="*/ 5674779 w 6501199"/>
              <a:gd name="connsiteY4244" fmla="*/ 968639 h 6382977"/>
              <a:gd name="connsiteX4245" fmla="*/ 5663363 w 6501199"/>
              <a:gd name="connsiteY4245" fmla="*/ 945720 h 6382977"/>
              <a:gd name="connsiteX4246" fmla="*/ 5673017 w 6501199"/>
              <a:gd name="connsiteY4246" fmla="*/ 943611 h 6382977"/>
              <a:gd name="connsiteX4247" fmla="*/ 4748089 w 6501199"/>
              <a:gd name="connsiteY4247" fmla="*/ 942975 h 6382977"/>
              <a:gd name="connsiteX4248" fmla="*/ 4745904 w 6501199"/>
              <a:gd name="connsiteY4248" fmla="*/ 968012 h 6382977"/>
              <a:gd name="connsiteX4249" fmla="*/ 4748089 w 6501199"/>
              <a:gd name="connsiteY4249" fmla="*/ 942975 h 6382977"/>
              <a:gd name="connsiteX4250" fmla="*/ 5424739 w 6501199"/>
              <a:gd name="connsiteY4250" fmla="*/ 940703 h 6382977"/>
              <a:gd name="connsiteX4251" fmla="*/ 5424739 w 6501199"/>
              <a:gd name="connsiteY4251" fmla="*/ 958494 h 6382977"/>
              <a:gd name="connsiteX4252" fmla="*/ 5424739 w 6501199"/>
              <a:gd name="connsiteY4252" fmla="*/ 940703 h 6382977"/>
              <a:gd name="connsiteX4253" fmla="*/ 6083182 w 6501199"/>
              <a:gd name="connsiteY4253" fmla="*/ 936625 h 6382977"/>
              <a:gd name="connsiteX4254" fmla="*/ 6099553 w 6501199"/>
              <a:gd name="connsiteY4254" fmla="*/ 952046 h 6382977"/>
              <a:gd name="connsiteX4255" fmla="*/ 6090251 w 6501199"/>
              <a:gd name="connsiteY4255" fmla="*/ 961158 h 6382977"/>
              <a:gd name="connsiteX4256" fmla="*/ 6083182 w 6501199"/>
              <a:gd name="connsiteY4256" fmla="*/ 936625 h 6382977"/>
              <a:gd name="connsiteX4257" fmla="*/ 5645537 w 6501199"/>
              <a:gd name="connsiteY4257" fmla="*/ 935037 h 6382977"/>
              <a:gd name="connsiteX4258" fmla="*/ 5627367 w 6501199"/>
              <a:gd name="connsiteY4258" fmla="*/ 1042625 h 6382977"/>
              <a:gd name="connsiteX4259" fmla="*/ 5645537 w 6501199"/>
              <a:gd name="connsiteY4259" fmla="*/ 935037 h 6382977"/>
              <a:gd name="connsiteX4260" fmla="*/ 4859725 w 6501199"/>
              <a:gd name="connsiteY4260" fmla="*/ 934850 h 6382977"/>
              <a:gd name="connsiteX4261" fmla="*/ 4876734 w 6501199"/>
              <a:gd name="connsiteY4261" fmla="*/ 934939 h 6382977"/>
              <a:gd name="connsiteX4262" fmla="*/ 4858591 w 6501199"/>
              <a:gd name="connsiteY4262" fmla="*/ 1002756 h 6382977"/>
              <a:gd name="connsiteX4263" fmla="*/ 4874556 w 6501199"/>
              <a:gd name="connsiteY4263" fmla="*/ 1005268 h 6382977"/>
              <a:gd name="connsiteX4264" fmla="*/ 4860768 w 6501199"/>
              <a:gd name="connsiteY4264" fmla="*/ 1018903 h 6382977"/>
              <a:gd name="connsiteX4265" fmla="*/ 4840085 w 6501199"/>
              <a:gd name="connsiteY4265" fmla="*/ 1014238 h 6382977"/>
              <a:gd name="connsiteX4266" fmla="*/ 4837908 w 6501199"/>
              <a:gd name="connsiteY4266" fmla="*/ 1021056 h 6382977"/>
              <a:gd name="connsiteX4267" fmla="*/ 4851696 w 6501199"/>
              <a:gd name="connsiteY4267" fmla="*/ 1030026 h 6382977"/>
              <a:gd name="connsiteX4268" fmla="*/ 4835731 w 6501199"/>
              <a:gd name="connsiteY4268" fmla="*/ 991633 h 6382977"/>
              <a:gd name="connsiteX4269" fmla="*/ 4849519 w 6501199"/>
              <a:gd name="connsiteY4269" fmla="*/ 998450 h 6382977"/>
              <a:gd name="connsiteX4270" fmla="*/ 4867662 w 6501199"/>
              <a:gd name="connsiteY4270" fmla="*/ 975486 h 6382977"/>
              <a:gd name="connsiteX4271" fmla="*/ 4842625 w 6501199"/>
              <a:gd name="connsiteY4271" fmla="*/ 964363 h 6382977"/>
              <a:gd name="connsiteX4272" fmla="*/ 4863308 w 6501199"/>
              <a:gd name="connsiteY4272" fmla="*/ 946063 h 6382977"/>
              <a:gd name="connsiteX4273" fmla="*/ 4849519 w 6501199"/>
              <a:gd name="connsiteY4273" fmla="*/ 941757 h 6382977"/>
              <a:gd name="connsiteX4274" fmla="*/ 4859725 w 6501199"/>
              <a:gd name="connsiteY4274" fmla="*/ 934850 h 6382977"/>
              <a:gd name="connsiteX4275" fmla="*/ 5401202 w 6501199"/>
              <a:gd name="connsiteY4275" fmla="*/ 930275 h 6382977"/>
              <a:gd name="connsiteX4276" fmla="*/ 5415341 w 6501199"/>
              <a:gd name="connsiteY4276" fmla="*/ 946016 h 6382977"/>
              <a:gd name="connsiteX4277" fmla="*/ 5391900 w 6501199"/>
              <a:gd name="connsiteY4277" fmla="*/ 952813 h 6382977"/>
              <a:gd name="connsiteX4278" fmla="*/ 5401202 w 6501199"/>
              <a:gd name="connsiteY4278" fmla="*/ 930275 h 6382977"/>
              <a:gd name="connsiteX4279" fmla="*/ 4981350 w 6501199"/>
              <a:gd name="connsiteY4279" fmla="*/ 927662 h 6382977"/>
              <a:gd name="connsiteX4280" fmla="*/ 4995125 w 6501199"/>
              <a:gd name="connsiteY4280" fmla="*/ 932028 h 6382977"/>
              <a:gd name="connsiteX4281" fmla="*/ 5004188 w 6501199"/>
              <a:gd name="connsiteY4281" fmla="*/ 941486 h 6382977"/>
              <a:gd name="connsiteX4282" fmla="*/ 4981350 w 6501199"/>
              <a:gd name="connsiteY4282" fmla="*/ 945852 h 6382977"/>
              <a:gd name="connsiteX4283" fmla="*/ 4981350 w 6501199"/>
              <a:gd name="connsiteY4283" fmla="*/ 927662 h 6382977"/>
              <a:gd name="connsiteX4284" fmla="*/ 4564606 w 6501199"/>
              <a:gd name="connsiteY4284" fmla="*/ 922866 h 6382977"/>
              <a:gd name="connsiteX4285" fmla="*/ 4586688 w 6501199"/>
              <a:gd name="connsiteY4285" fmla="*/ 936272 h 6382977"/>
              <a:gd name="connsiteX4286" fmla="*/ 4564606 w 6501199"/>
              <a:gd name="connsiteY4286" fmla="*/ 922866 h 6382977"/>
              <a:gd name="connsiteX4287" fmla="*/ 4951850 w 6501199"/>
              <a:gd name="connsiteY4287" fmla="*/ 915987 h 6382977"/>
              <a:gd name="connsiteX4288" fmla="*/ 4931187 w 6501199"/>
              <a:gd name="connsiteY4288" fmla="*/ 1029363 h 6382977"/>
              <a:gd name="connsiteX4289" fmla="*/ 4878625 w 6501199"/>
              <a:gd name="connsiteY4289" fmla="*/ 1147403 h 6382977"/>
              <a:gd name="connsiteX4290" fmla="*/ 4892400 w 6501199"/>
              <a:gd name="connsiteY4290" fmla="*/ 1079234 h 6382977"/>
              <a:gd name="connsiteX4291" fmla="*/ 4899287 w 6501199"/>
              <a:gd name="connsiteY4291" fmla="*/ 1047661 h 6382977"/>
              <a:gd name="connsiteX4292" fmla="*/ 4885513 w 6501199"/>
              <a:gd name="connsiteY4292" fmla="*/ 1040844 h 6382977"/>
              <a:gd name="connsiteX4293" fmla="*/ 4899287 w 6501199"/>
              <a:gd name="connsiteY4293" fmla="*/ 972675 h 6382977"/>
              <a:gd name="connsiteX4294" fmla="*/ 4924300 w 6501199"/>
              <a:gd name="connsiteY4294" fmla="*/ 981644 h 6382977"/>
              <a:gd name="connsiteX4295" fmla="*/ 4926837 w 6501199"/>
              <a:gd name="connsiteY4295" fmla="*/ 968011 h 6382977"/>
              <a:gd name="connsiteX4296" fmla="*/ 4913063 w 6501199"/>
              <a:gd name="connsiteY4296" fmla="*/ 961552 h 6382977"/>
              <a:gd name="connsiteX4297" fmla="*/ 4951850 w 6501199"/>
              <a:gd name="connsiteY4297" fmla="*/ 915987 h 6382977"/>
              <a:gd name="connsiteX4298" fmla="*/ 5031086 w 6501199"/>
              <a:gd name="connsiteY4298" fmla="*/ 911783 h 6382977"/>
              <a:gd name="connsiteX4299" fmla="*/ 5026717 w 6501199"/>
              <a:gd name="connsiteY4299" fmla="*/ 934679 h 6382977"/>
              <a:gd name="connsiteX4300" fmla="*/ 5031086 w 6501199"/>
              <a:gd name="connsiteY4300" fmla="*/ 911783 h 6382977"/>
              <a:gd name="connsiteX4301" fmla="*/ 4615083 w 6501199"/>
              <a:gd name="connsiteY4301" fmla="*/ 911225 h 6382977"/>
              <a:gd name="connsiteX4302" fmla="*/ 4621786 w 6501199"/>
              <a:gd name="connsiteY4302" fmla="*/ 927710 h 6382977"/>
              <a:gd name="connsiteX4303" fmla="*/ 4617200 w 6501199"/>
              <a:gd name="connsiteY4303" fmla="*/ 927710 h 6382977"/>
              <a:gd name="connsiteX4304" fmla="*/ 4594975 w 6501199"/>
              <a:gd name="connsiteY4304" fmla="*/ 925146 h 6382977"/>
              <a:gd name="connsiteX4305" fmla="*/ 4615083 w 6501199"/>
              <a:gd name="connsiteY4305" fmla="*/ 911225 h 6382977"/>
              <a:gd name="connsiteX4306" fmla="*/ 5420853 w 6501199"/>
              <a:gd name="connsiteY4306" fmla="*/ 902681 h 6382977"/>
              <a:gd name="connsiteX4307" fmla="*/ 5420123 w 6501199"/>
              <a:gd name="connsiteY4307" fmla="*/ 903142 h 6382977"/>
              <a:gd name="connsiteX4308" fmla="*/ 5420767 w 6501199"/>
              <a:gd name="connsiteY4308" fmla="*/ 903528 h 6382977"/>
              <a:gd name="connsiteX4309" fmla="*/ 5445693 w 6501199"/>
              <a:gd name="connsiteY4309" fmla="*/ 891520 h 6382977"/>
              <a:gd name="connsiteX4310" fmla="*/ 5453609 w 6501199"/>
              <a:gd name="connsiteY4310" fmla="*/ 901168 h 6382977"/>
              <a:gd name="connsiteX4311" fmla="*/ 5454884 w 6501199"/>
              <a:gd name="connsiteY4311" fmla="*/ 900000 h 6382977"/>
              <a:gd name="connsiteX4312" fmla="*/ 5463969 w 6501199"/>
              <a:gd name="connsiteY4312" fmla="*/ 913595 h 6382977"/>
              <a:gd name="connsiteX4313" fmla="*/ 5456977 w 6501199"/>
              <a:gd name="connsiteY4313" fmla="*/ 914300 h 6382977"/>
              <a:gd name="connsiteX4314" fmla="*/ 5457213 w 6501199"/>
              <a:gd name="connsiteY4314" fmla="*/ 916362 h 6382977"/>
              <a:gd name="connsiteX4315" fmla="*/ 5466213 w 6501199"/>
              <a:gd name="connsiteY4315" fmla="*/ 914201 h 6382977"/>
              <a:gd name="connsiteX4316" fmla="*/ 5470893 w 6501199"/>
              <a:gd name="connsiteY4316" fmla="*/ 895840 h 6382977"/>
              <a:gd name="connsiteX4317" fmla="*/ 5473053 w 6501199"/>
              <a:gd name="connsiteY4317" fmla="*/ 943724 h 6382977"/>
              <a:gd name="connsiteX4318" fmla="*/ 5489253 w 6501199"/>
              <a:gd name="connsiteY4318" fmla="*/ 939043 h 6382977"/>
              <a:gd name="connsiteX4319" fmla="*/ 5477733 w 6501199"/>
              <a:gd name="connsiteY4319" fmla="*/ 957404 h 6382977"/>
              <a:gd name="connsiteX4320" fmla="*/ 5466213 w 6501199"/>
              <a:gd name="connsiteY4320" fmla="*/ 952724 h 6382977"/>
              <a:gd name="connsiteX4321" fmla="*/ 5484573 w 6501199"/>
              <a:gd name="connsiteY4321" fmla="*/ 977926 h 6382977"/>
              <a:gd name="connsiteX4322" fmla="*/ 5468373 w 6501199"/>
              <a:gd name="connsiteY4322" fmla="*/ 995927 h 6382977"/>
              <a:gd name="connsiteX4323" fmla="*/ 5466213 w 6501199"/>
              <a:gd name="connsiteY4323" fmla="*/ 973246 h 6382977"/>
              <a:gd name="connsiteX4324" fmla="*/ 5438853 w 6501199"/>
              <a:gd name="connsiteY4324" fmla="*/ 1002768 h 6382977"/>
              <a:gd name="connsiteX4325" fmla="*/ 5443533 w 6501199"/>
              <a:gd name="connsiteY4325" fmla="*/ 1012128 h 6382977"/>
              <a:gd name="connsiteX4326" fmla="*/ 5455053 w 6501199"/>
              <a:gd name="connsiteY4326" fmla="*/ 1002768 h 6382977"/>
              <a:gd name="connsiteX4327" fmla="*/ 5468373 w 6501199"/>
              <a:gd name="connsiteY4327" fmla="*/ 1005288 h 6382977"/>
              <a:gd name="connsiteX4328" fmla="*/ 5477733 w 6501199"/>
              <a:gd name="connsiteY4328" fmla="*/ 1027969 h 6382977"/>
              <a:gd name="connsiteX4329" fmla="*/ 5493573 w 6501199"/>
              <a:gd name="connsiteY4329" fmla="*/ 1016448 h 6382977"/>
              <a:gd name="connsiteX4330" fmla="*/ 5479893 w 6501199"/>
              <a:gd name="connsiteY4330" fmla="*/ 1057491 h 6382977"/>
              <a:gd name="connsiteX4331" fmla="*/ 5470893 w 6501199"/>
              <a:gd name="connsiteY4331" fmla="*/ 1041650 h 6382977"/>
              <a:gd name="connsiteX4332" fmla="*/ 5457213 w 6501199"/>
              <a:gd name="connsiteY4332" fmla="*/ 1093854 h 6382977"/>
              <a:gd name="connsiteX4333" fmla="*/ 5470893 w 6501199"/>
              <a:gd name="connsiteY4333" fmla="*/ 1091694 h 6382977"/>
              <a:gd name="connsiteX4334" fmla="*/ 5479893 w 6501199"/>
              <a:gd name="connsiteY4334" fmla="*/ 1114375 h 6382977"/>
              <a:gd name="connsiteX4335" fmla="*/ 5468373 w 6501199"/>
              <a:gd name="connsiteY4335" fmla="*/ 1182420 h 6382977"/>
              <a:gd name="connsiteX4336" fmla="*/ 5457213 w 6501199"/>
              <a:gd name="connsiteY4336" fmla="*/ 1168739 h 6382977"/>
              <a:gd name="connsiteX4337" fmla="*/ 5459373 w 6501199"/>
              <a:gd name="connsiteY4337" fmla="*/ 1198621 h 6382977"/>
              <a:gd name="connsiteX4338" fmla="*/ 5441373 w 6501199"/>
              <a:gd name="connsiteY4338" fmla="*/ 1198621 h 6382977"/>
              <a:gd name="connsiteX4339" fmla="*/ 5452533 w 6501199"/>
              <a:gd name="connsiteY4339" fmla="*/ 1207622 h 6382977"/>
              <a:gd name="connsiteX4340" fmla="*/ 5461893 w 6501199"/>
              <a:gd name="connsiteY4340" fmla="*/ 1252985 h 6382977"/>
              <a:gd name="connsiteX4341" fmla="*/ 5449608 w 6501199"/>
              <a:gd name="connsiteY4341" fmla="*/ 1276746 h 6382977"/>
              <a:gd name="connsiteX4342" fmla="*/ 5452007 w 6501199"/>
              <a:gd name="connsiteY4342" fmla="*/ 1281441 h 6382977"/>
              <a:gd name="connsiteX4343" fmla="*/ 5463307 w 6501199"/>
              <a:gd name="connsiteY4343" fmla="*/ 1282181 h 6382977"/>
              <a:gd name="connsiteX4344" fmla="*/ 5463108 w 6501199"/>
              <a:gd name="connsiteY4344" fmla="*/ 1281517 h 6382977"/>
              <a:gd name="connsiteX4345" fmla="*/ 5468373 w 6501199"/>
              <a:gd name="connsiteY4345" fmla="*/ 1278186 h 6382977"/>
              <a:gd name="connsiteX4346" fmla="*/ 5482413 w 6501199"/>
              <a:gd name="connsiteY4346" fmla="*/ 1280347 h 6382977"/>
              <a:gd name="connsiteX4347" fmla="*/ 5475630 w 6501199"/>
              <a:gd name="connsiteY4347" fmla="*/ 1287844 h 6382977"/>
              <a:gd name="connsiteX4348" fmla="*/ 5477261 w 6501199"/>
              <a:gd name="connsiteY4348" fmla="*/ 1290544 h 6382977"/>
              <a:gd name="connsiteX4349" fmla="*/ 5473110 w 6501199"/>
              <a:gd name="connsiteY4349" fmla="*/ 1290630 h 6382977"/>
              <a:gd name="connsiteX4350" fmla="*/ 5461893 w 6501199"/>
              <a:gd name="connsiteY4350" fmla="*/ 1303028 h 6382977"/>
              <a:gd name="connsiteX4351" fmla="*/ 5450418 w 6501199"/>
              <a:gd name="connsiteY4351" fmla="*/ 1292633 h 6382977"/>
              <a:gd name="connsiteX4352" fmla="*/ 5449119 w 6501199"/>
              <a:gd name="connsiteY4352" fmla="*/ 1289254 h 6382977"/>
              <a:gd name="connsiteX4353" fmla="*/ 5446156 w 6501199"/>
              <a:gd name="connsiteY4353" fmla="*/ 1288338 h 6382977"/>
              <a:gd name="connsiteX4354" fmla="*/ 5444293 w 6501199"/>
              <a:gd name="connsiteY4354" fmla="*/ 1284292 h 6382977"/>
              <a:gd name="connsiteX4355" fmla="*/ 5434353 w 6501199"/>
              <a:gd name="connsiteY4355" fmla="*/ 1312299 h 6382977"/>
              <a:gd name="connsiteX4356" fmla="*/ 5443533 w 6501199"/>
              <a:gd name="connsiteY4356" fmla="*/ 1337231 h 6382977"/>
              <a:gd name="connsiteX4357" fmla="*/ 5425533 w 6501199"/>
              <a:gd name="connsiteY4357" fmla="*/ 1350911 h 6382977"/>
              <a:gd name="connsiteX4358" fmla="*/ 5423013 w 6501199"/>
              <a:gd name="connsiteY4358" fmla="*/ 1380433 h 6382977"/>
              <a:gd name="connsiteX4359" fmla="*/ 5438853 w 6501199"/>
              <a:gd name="connsiteY4359" fmla="*/ 1398795 h 6382977"/>
              <a:gd name="connsiteX4360" fmla="*/ 5414013 w 6501199"/>
              <a:gd name="connsiteY4360" fmla="*/ 1398795 h 6382977"/>
              <a:gd name="connsiteX4361" fmla="*/ 5411853 w 6501199"/>
              <a:gd name="connsiteY4361" fmla="*/ 1430477 h 6382977"/>
              <a:gd name="connsiteX4362" fmla="*/ 5425533 w 6501199"/>
              <a:gd name="connsiteY4362" fmla="*/ 1430477 h 6382977"/>
              <a:gd name="connsiteX4363" fmla="*/ 5407173 w 6501199"/>
              <a:gd name="connsiteY4363" fmla="*/ 1448838 h 6382977"/>
              <a:gd name="connsiteX4364" fmla="*/ 5402493 w 6501199"/>
              <a:gd name="connsiteY4364" fmla="*/ 1507882 h 6382977"/>
              <a:gd name="connsiteX4365" fmla="*/ 5411853 w 6501199"/>
              <a:gd name="connsiteY4365" fmla="*/ 1516883 h 6382977"/>
              <a:gd name="connsiteX4366" fmla="*/ 5393492 w 6501199"/>
              <a:gd name="connsiteY4366" fmla="*/ 1512563 h 6382977"/>
              <a:gd name="connsiteX4367" fmla="*/ 5393492 w 6501199"/>
              <a:gd name="connsiteY4367" fmla="*/ 1562606 h 6382977"/>
              <a:gd name="connsiteX4368" fmla="*/ 5405013 w 6501199"/>
              <a:gd name="connsiteY4368" fmla="*/ 1546765 h 6382977"/>
              <a:gd name="connsiteX4369" fmla="*/ 5391332 w 6501199"/>
              <a:gd name="connsiteY4369" fmla="*/ 1585288 h 6382977"/>
              <a:gd name="connsiteX4370" fmla="*/ 5391332 w 6501199"/>
              <a:gd name="connsiteY4370" fmla="*/ 1571607 h 6382977"/>
              <a:gd name="connsiteX4371" fmla="*/ 5386652 w 6501199"/>
              <a:gd name="connsiteY4371" fmla="*/ 1603289 h 6382977"/>
              <a:gd name="connsiteX4372" fmla="*/ 5400332 w 6501199"/>
              <a:gd name="connsiteY4372" fmla="*/ 1596448 h 6382977"/>
              <a:gd name="connsiteX4373" fmla="*/ 5384492 w 6501199"/>
              <a:gd name="connsiteY4373" fmla="*/ 1607969 h 6382977"/>
              <a:gd name="connsiteX4374" fmla="*/ 5391332 w 6501199"/>
              <a:gd name="connsiteY4374" fmla="*/ 1630651 h 6382977"/>
              <a:gd name="connsiteX4375" fmla="*/ 5401727 w 6501199"/>
              <a:gd name="connsiteY4375" fmla="*/ 1622865 h 6382977"/>
              <a:gd name="connsiteX4376" fmla="*/ 5408220 w 6501199"/>
              <a:gd name="connsiteY4376" fmla="*/ 1618608 h 6382977"/>
              <a:gd name="connsiteX4377" fmla="*/ 5410031 w 6501199"/>
              <a:gd name="connsiteY4377" fmla="*/ 1612904 h 6382977"/>
              <a:gd name="connsiteX4378" fmla="*/ 5412279 w 6501199"/>
              <a:gd name="connsiteY4378" fmla="*/ 1610086 h 6382977"/>
              <a:gd name="connsiteX4379" fmla="*/ 5411403 w 6501199"/>
              <a:gd name="connsiteY4379" fmla="*/ 1607699 h 6382977"/>
              <a:gd name="connsiteX4380" fmla="*/ 5407173 w 6501199"/>
              <a:gd name="connsiteY4380" fmla="*/ 1598968 h 6382977"/>
              <a:gd name="connsiteX4381" fmla="*/ 5448213 w 6501199"/>
              <a:gd name="connsiteY4381" fmla="*/ 1528404 h 6382977"/>
              <a:gd name="connsiteX4382" fmla="*/ 5452533 w 6501199"/>
              <a:gd name="connsiteY4382" fmla="*/ 1485201 h 6382977"/>
              <a:gd name="connsiteX4383" fmla="*/ 5475213 w 6501199"/>
              <a:gd name="connsiteY4383" fmla="*/ 1412476 h 6382977"/>
              <a:gd name="connsiteX4384" fmla="*/ 5495733 w 6501199"/>
              <a:gd name="connsiteY4384" fmla="*/ 1412476 h 6382977"/>
              <a:gd name="connsiteX4385" fmla="*/ 5498253 w 6501199"/>
              <a:gd name="connsiteY4385" fmla="*/ 1394114 h 6382977"/>
              <a:gd name="connsiteX4386" fmla="*/ 5527773 w 6501199"/>
              <a:gd name="connsiteY4386" fmla="*/ 1385114 h 6382977"/>
              <a:gd name="connsiteX4387" fmla="*/ 5509413 w 6501199"/>
              <a:gd name="connsiteY4387" fmla="*/ 1369273 h 6382977"/>
              <a:gd name="connsiteX4388" fmla="*/ 5529933 w 6501199"/>
              <a:gd name="connsiteY4388" fmla="*/ 1348751 h 6382977"/>
              <a:gd name="connsiteX4389" fmla="*/ 5520933 w 6501199"/>
              <a:gd name="connsiteY4389" fmla="*/ 1332550 h 6382977"/>
              <a:gd name="connsiteX4390" fmla="*/ 5543613 w 6501199"/>
              <a:gd name="connsiteY4390" fmla="*/ 1346231 h 6382977"/>
              <a:gd name="connsiteX4391" fmla="*/ 5552613 w 6501199"/>
              <a:gd name="connsiteY4391" fmla="*/ 1323550 h 6382977"/>
              <a:gd name="connsiteX4392" fmla="*/ 5548293 w 6501199"/>
              <a:gd name="connsiteY4392" fmla="*/ 1305548 h 6382977"/>
              <a:gd name="connsiteX4393" fmla="*/ 5525613 w 6501199"/>
              <a:gd name="connsiteY4393" fmla="*/ 1296188 h 6382977"/>
              <a:gd name="connsiteX4394" fmla="*/ 5543613 w 6501199"/>
              <a:gd name="connsiteY4394" fmla="*/ 1296188 h 6382977"/>
              <a:gd name="connsiteX4395" fmla="*/ 5552613 w 6501199"/>
              <a:gd name="connsiteY4395" fmla="*/ 1255505 h 6382977"/>
              <a:gd name="connsiteX4396" fmla="*/ 5575653 w 6501199"/>
              <a:gd name="connsiteY4396" fmla="*/ 1269186 h 6382977"/>
              <a:gd name="connsiteX4397" fmla="*/ 5584653 w 6501199"/>
              <a:gd name="connsiteY4397" fmla="*/ 1282867 h 6382977"/>
              <a:gd name="connsiteX4398" fmla="*/ 5577813 w 6501199"/>
              <a:gd name="connsiteY4398" fmla="*/ 1309869 h 6382977"/>
              <a:gd name="connsiteX4399" fmla="*/ 5566293 w 6501199"/>
              <a:gd name="connsiteY4399" fmla="*/ 1296188 h 6382977"/>
              <a:gd name="connsiteX4400" fmla="*/ 5570973 w 6501199"/>
              <a:gd name="connsiteY4400" fmla="*/ 1323550 h 6382977"/>
              <a:gd name="connsiteX4401" fmla="*/ 5538933 w 6501199"/>
              <a:gd name="connsiteY4401" fmla="*/ 1369273 h 6382977"/>
              <a:gd name="connsiteX4402" fmla="*/ 5542511 w 6501199"/>
              <a:gd name="connsiteY4402" fmla="*/ 1372068 h 6382977"/>
              <a:gd name="connsiteX4403" fmla="*/ 5548694 w 6501199"/>
              <a:gd name="connsiteY4403" fmla="*/ 1361765 h 6382977"/>
              <a:gd name="connsiteX4404" fmla="*/ 5569341 w 6501199"/>
              <a:gd name="connsiteY4404" fmla="*/ 1357312 h 6382977"/>
              <a:gd name="connsiteX4405" fmla="*/ 5542884 w 6501199"/>
              <a:gd name="connsiteY4405" fmla="*/ 1372360 h 6382977"/>
              <a:gd name="connsiteX4406" fmla="*/ 5550453 w 6501199"/>
              <a:gd name="connsiteY4406" fmla="*/ 1378273 h 6382977"/>
              <a:gd name="connsiteX4407" fmla="*/ 5550453 w 6501199"/>
              <a:gd name="connsiteY4407" fmla="*/ 1387274 h 6382977"/>
              <a:gd name="connsiteX4408" fmla="*/ 5532093 w 6501199"/>
              <a:gd name="connsiteY4408" fmla="*/ 1387274 h 6382977"/>
              <a:gd name="connsiteX4409" fmla="*/ 5543613 w 6501199"/>
              <a:gd name="connsiteY4409" fmla="*/ 1405635 h 6382977"/>
              <a:gd name="connsiteX4410" fmla="*/ 5525613 w 6501199"/>
              <a:gd name="connsiteY4410" fmla="*/ 1412476 h 6382977"/>
              <a:gd name="connsiteX4411" fmla="*/ 5511933 w 6501199"/>
              <a:gd name="connsiteY4411" fmla="*/ 1448838 h 6382977"/>
              <a:gd name="connsiteX4412" fmla="*/ 5525613 w 6501199"/>
              <a:gd name="connsiteY4412" fmla="*/ 1455679 h 6382977"/>
              <a:gd name="connsiteX4413" fmla="*/ 5529933 w 6501199"/>
              <a:gd name="connsiteY4413" fmla="*/ 1466839 h 6382977"/>
              <a:gd name="connsiteX4414" fmla="*/ 5516253 w 6501199"/>
              <a:gd name="connsiteY4414" fmla="*/ 1487361 h 6382977"/>
              <a:gd name="connsiteX4415" fmla="*/ 5491413 w 6501199"/>
              <a:gd name="connsiteY4415" fmla="*/ 1553605 h 6382977"/>
              <a:gd name="connsiteX4416" fmla="*/ 5518773 w 6501199"/>
              <a:gd name="connsiteY4416" fmla="*/ 1573767 h 6382977"/>
              <a:gd name="connsiteX4417" fmla="*/ 5509413 w 6501199"/>
              <a:gd name="connsiteY4417" fmla="*/ 1560086 h 6382977"/>
              <a:gd name="connsiteX4418" fmla="*/ 5525613 w 6501199"/>
              <a:gd name="connsiteY4418" fmla="*/ 1557926 h 6382977"/>
              <a:gd name="connsiteX4419" fmla="*/ 5570973 w 6501199"/>
              <a:gd name="connsiteY4419" fmla="*/ 1448838 h 6382977"/>
              <a:gd name="connsiteX4420" fmla="*/ 5573133 w 6501199"/>
              <a:gd name="connsiteY4420" fmla="*/ 1471520 h 6382977"/>
              <a:gd name="connsiteX4421" fmla="*/ 5593653 w 6501199"/>
              <a:gd name="connsiteY4421" fmla="*/ 1471520 h 6382977"/>
              <a:gd name="connsiteX4422" fmla="*/ 5579973 w 6501199"/>
              <a:gd name="connsiteY4422" fmla="*/ 1476200 h 6382977"/>
              <a:gd name="connsiteX4423" fmla="*/ 5591493 w 6501199"/>
              <a:gd name="connsiteY4423" fmla="*/ 1507882 h 6382977"/>
              <a:gd name="connsiteX4424" fmla="*/ 5570973 w 6501199"/>
              <a:gd name="connsiteY4424" fmla="*/ 1494201 h 6382977"/>
              <a:gd name="connsiteX4425" fmla="*/ 5582493 w 6501199"/>
              <a:gd name="connsiteY4425" fmla="*/ 1483041 h 6382977"/>
              <a:gd name="connsiteX4426" fmla="*/ 5559453 w 6501199"/>
              <a:gd name="connsiteY4426" fmla="*/ 1480520 h 6382977"/>
              <a:gd name="connsiteX4427" fmla="*/ 5566293 w 6501199"/>
              <a:gd name="connsiteY4427" fmla="*/ 1505722 h 6382977"/>
              <a:gd name="connsiteX4428" fmla="*/ 5582493 w 6501199"/>
              <a:gd name="connsiteY4428" fmla="*/ 1521563 h 6382977"/>
              <a:gd name="connsiteX4429" fmla="*/ 5550453 w 6501199"/>
              <a:gd name="connsiteY4429" fmla="*/ 1612649 h 6382977"/>
              <a:gd name="connsiteX4430" fmla="*/ 5568813 w 6501199"/>
              <a:gd name="connsiteY4430" fmla="*/ 1619490 h 6382977"/>
              <a:gd name="connsiteX4431" fmla="*/ 5536773 w 6501199"/>
              <a:gd name="connsiteY4431" fmla="*/ 1649012 h 6382977"/>
              <a:gd name="connsiteX4432" fmla="*/ 5532093 w 6501199"/>
              <a:gd name="connsiteY4432" fmla="*/ 1626330 h 6382977"/>
              <a:gd name="connsiteX4433" fmla="*/ 5543613 w 6501199"/>
              <a:gd name="connsiteY4433" fmla="*/ 1628491 h 6382977"/>
              <a:gd name="connsiteX4434" fmla="*/ 5529933 w 6501199"/>
              <a:gd name="connsiteY4434" fmla="*/ 1607969 h 6382977"/>
              <a:gd name="connsiteX4435" fmla="*/ 5538933 w 6501199"/>
              <a:gd name="connsiteY4435" fmla="*/ 1658013 h 6382977"/>
              <a:gd name="connsiteX4436" fmla="*/ 5527773 w 6501199"/>
              <a:gd name="connsiteY4436" fmla="*/ 1685374 h 6382977"/>
              <a:gd name="connsiteX4437" fmla="*/ 5511933 w 6501199"/>
              <a:gd name="connsiteY4437" fmla="*/ 1664853 h 6382977"/>
              <a:gd name="connsiteX4438" fmla="*/ 5509413 w 6501199"/>
              <a:gd name="connsiteY4438" fmla="*/ 1694375 h 6382977"/>
              <a:gd name="connsiteX4439" fmla="*/ 5520933 w 6501199"/>
              <a:gd name="connsiteY4439" fmla="*/ 1735418 h 6382977"/>
              <a:gd name="connsiteX4440" fmla="*/ 5509413 w 6501199"/>
              <a:gd name="connsiteY4440" fmla="*/ 1728577 h 6382977"/>
              <a:gd name="connsiteX4441" fmla="*/ 5507253 w 6501199"/>
              <a:gd name="connsiteY4441" fmla="*/ 1749099 h 6382977"/>
              <a:gd name="connsiteX4442" fmla="*/ 5489253 w 6501199"/>
              <a:gd name="connsiteY4442" fmla="*/ 1762780 h 6382977"/>
              <a:gd name="connsiteX4443" fmla="*/ 5500413 w 6501199"/>
              <a:gd name="connsiteY4443" fmla="*/ 1787621 h 6382977"/>
              <a:gd name="connsiteX4444" fmla="*/ 5484573 w 6501199"/>
              <a:gd name="connsiteY4444" fmla="*/ 1794462 h 6382977"/>
              <a:gd name="connsiteX4445" fmla="*/ 5486733 w 6501199"/>
              <a:gd name="connsiteY4445" fmla="*/ 1817503 h 6382977"/>
              <a:gd name="connsiteX4446" fmla="*/ 5475213 w 6501199"/>
              <a:gd name="connsiteY4446" fmla="*/ 1810663 h 6382977"/>
              <a:gd name="connsiteX4447" fmla="*/ 5484573 w 6501199"/>
              <a:gd name="connsiteY4447" fmla="*/ 1821824 h 6382977"/>
              <a:gd name="connsiteX4448" fmla="*/ 5473053 w 6501199"/>
              <a:gd name="connsiteY4448" fmla="*/ 1830824 h 6382977"/>
              <a:gd name="connsiteX4449" fmla="*/ 5464053 w 6501199"/>
              <a:gd name="connsiteY4449" fmla="*/ 1814983 h 6382977"/>
              <a:gd name="connsiteX4450" fmla="*/ 5475213 w 6501199"/>
              <a:gd name="connsiteY4450" fmla="*/ 1847026 h 6382977"/>
              <a:gd name="connsiteX4451" fmla="*/ 5459373 w 6501199"/>
              <a:gd name="connsiteY4451" fmla="*/ 1867187 h 6382977"/>
              <a:gd name="connsiteX4452" fmla="*/ 5443533 w 6501199"/>
              <a:gd name="connsiteY4452" fmla="*/ 1869707 h 6382977"/>
              <a:gd name="connsiteX4453" fmla="*/ 5418693 w 6501199"/>
              <a:gd name="connsiteY4453" fmla="*/ 1947112 h 6382977"/>
              <a:gd name="connsiteX4454" fmla="*/ 5398172 w 6501199"/>
              <a:gd name="connsiteY4454" fmla="*/ 1947112 h 6382977"/>
              <a:gd name="connsiteX4455" fmla="*/ 5386652 w 6501199"/>
              <a:gd name="connsiteY4455" fmla="*/ 1981315 h 6382977"/>
              <a:gd name="connsiteX4456" fmla="*/ 5384492 w 6501199"/>
              <a:gd name="connsiteY4456" fmla="*/ 2006156 h 6382977"/>
              <a:gd name="connsiteX4457" fmla="*/ 5372972 w 6501199"/>
              <a:gd name="connsiteY4457" fmla="*/ 2006156 h 6382977"/>
              <a:gd name="connsiteX4458" fmla="*/ 5352452 w 6501199"/>
              <a:gd name="connsiteY4458" fmla="*/ 2049359 h 6382977"/>
              <a:gd name="connsiteX4459" fmla="*/ 5354735 w 6501199"/>
              <a:gd name="connsiteY4459" fmla="*/ 2071448 h 6382977"/>
              <a:gd name="connsiteX4460" fmla="*/ 5355247 w 6501199"/>
              <a:gd name="connsiteY4460" fmla="*/ 2071804 h 6382977"/>
              <a:gd name="connsiteX4461" fmla="*/ 5354899 w 6501199"/>
              <a:gd name="connsiteY4461" fmla="*/ 2073029 h 6382977"/>
              <a:gd name="connsiteX4462" fmla="*/ 5355062 w 6501199"/>
              <a:gd name="connsiteY4462" fmla="*/ 2074606 h 6382977"/>
              <a:gd name="connsiteX4463" fmla="*/ 5359292 w 6501199"/>
              <a:gd name="connsiteY4463" fmla="*/ 2094723 h 6382977"/>
              <a:gd name="connsiteX4464" fmla="*/ 5309251 w 6501199"/>
              <a:gd name="connsiteY4464" fmla="*/ 2131085 h 6382977"/>
              <a:gd name="connsiteX4465" fmla="*/ 5298091 w 6501199"/>
              <a:gd name="connsiteY4465" fmla="*/ 2151606 h 6382977"/>
              <a:gd name="connsiteX4466" fmla="*/ 5295571 w 6501199"/>
              <a:gd name="connsiteY4466" fmla="*/ 2138286 h 6382977"/>
              <a:gd name="connsiteX4467" fmla="*/ 5288731 w 6501199"/>
              <a:gd name="connsiteY4467" fmla="*/ 2172128 h 6382977"/>
              <a:gd name="connsiteX4468" fmla="*/ 5304571 w 6501199"/>
              <a:gd name="connsiteY4468" fmla="*/ 2158447 h 6382977"/>
              <a:gd name="connsiteX4469" fmla="*/ 5261731 w 6501199"/>
              <a:gd name="connsiteY4469" fmla="*/ 2194809 h 6382977"/>
              <a:gd name="connsiteX4470" fmla="*/ 5270731 w 6501199"/>
              <a:gd name="connsiteY4470" fmla="*/ 2208490 h 6382977"/>
              <a:gd name="connsiteX4471" fmla="*/ 5254891 w 6501199"/>
              <a:gd name="connsiteY4471" fmla="*/ 2224691 h 6382977"/>
              <a:gd name="connsiteX4472" fmla="*/ 5267986 w 6501199"/>
              <a:gd name="connsiteY4472" fmla="*/ 2224691 h 6382977"/>
              <a:gd name="connsiteX4473" fmla="*/ 5266401 w 6501199"/>
              <a:gd name="connsiteY4473" fmla="*/ 2223500 h 6382977"/>
              <a:gd name="connsiteX4474" fmla="*/ 5281553 w 6501199"/>
              <a:gd name="connsiteY4474" fmla="*/ 2204330 h 6382977"/>
              <a:gd name="connsiteX4475" fmla="*/ 5289665 w 6501199"/>
              <a:gd name="connsiteY4475" fmla="*/ 2208092 h 6382977"/>
              <a:gd name="connsiteX4476" fmla="*/ 5294363 w 6501199"/>
              <a:gd name="connsiteY4476" fmla="*/ 2206646 h 6382977"/>
              <a:gd name="connsiteX4477" fmla="*/ 5306611 w 6501199"/>
              <a:gd name="connsiteY4477" fmla="*/ 2199654 h 6382977"/>
              <a:gd name="connsiteX4478" fmla="*/ 5284059 w 6501199"/>
              <a:gd name="connsiteY4478" fmla="*/ 2199654 h 6382977"/>
              <a:gd name="connsiteX4479" fmla="*/ 5315560 w 6501199"/>
              <a:gd name="connsiteY4479" fmla="*/ 2190662 h 6382977"/>
              <a:gd name="connsiteX4480" fmla="*/ 5320213 w 6501199"/>
              <a:gd name="connsiteY4480" fmla="*/ 2217998 h 6382977"/>
              <a:gd name="connsiteX4481" fmla="*/ 5297303 w 6501199"/>
              <a:gd name="connsiteY4481" fmla="*/ 2215885 h 6382977"/>
              <a:gd name="connsiteX4482" fmla="*/ 5293414 w 6501199"/>
              <a:gd name="connsiteY4482" fmla="*/ 2215027 h 6382977"/>
              <a:gd name="connsiteX4483" fmla="*/ 5286571 w 6501199"/>
              <a:gd name="connsiteY4483" fmla="*/ 2226852 h 6382977"/>
              <a:gd name="connsiteX4484" fmla="*/ 5277110 w 6501199"/>
              <a:gd name="connsiteY4484" fmla="*/ 2228525 h 6382977"/>
              <a:gd name="connsiteX4485" fmla="*/ 5277258 w 6501199"/>
              <a:gd name="connsiteY4485" fmla="*/ 2231665 h 6382977"/>
              <a:gd name="connsiteX4486" fmla="*/ 5273426 w 6501199"/>
              <a:gd name="connsiteY4486" fmla="*/ 2228783 h 6382977"/>
              <a:gd name="connsiteX4487" fmla="*/ 5264476 w 6501199"/>
              <a:gd name="connsiteY4487" fmla="*/ 2227977 h 6382977"/>
              <a:gd name="connsiteX4488" fmla="*/ 5252371 w 6501199"/>
              <a:gd name="connsiteY4488" fmla="*/ 2235852 h 6382977"/>
              <a:gd name="connsiteX4489" fmla="*/ 5257321 w 6501199"/>
              <a:gd name="connsiteY4489" fmla="*/ 2246248 h 6382977"/>
              <a:gd name="connsiteX4490" fmla="*/ 5259631 w 6501199"/>
              <a:gd name="connsiteY4490" fmla="*/ 2249808 h 6382977"/>
              <a:gd name="connsiteX4491" fmla="*/ 5261836 w 6501199"/>
              <a:gd name="connsiteY4491" fmla="*/ 2246704 h 6382977"/>
              <a:gd name="connsiteX4492" fmla="*/ 5275387 w 6501199"/>
              <a:gd name="connsiteY4492" fmla="*/ 2235200 h 6382977"/>
              <a:gd name="connsiteX4493" fmla="*/ 5291575 w 6501199"/>
              <a:gd name="connsiteY4493" fmla="*/ 2239917 h 6382977"/>
              <a:gd name="connsiteX4494" fmla="*/ 5293734 w 6501199"/>
              <a:gd name="connsiteY4494" fmla="*/ 2255883 h 6382977"/>
              <a:gd name="connsiteX4495" fmla="*/ 5286899 w 6501199"/>
              <a:gd name="connsiteY4495" fmla="*/ 2246811 h 6382977"/>
              <a:gd name="connsiteX4496" fmla="*/ 5271071 w 6501199"/>
              <a:gd name="connsiteY4496" fmla="*/ 2244634 h 6382977"/>
              <a:gd name="connsiteX4497" fmla="*/ 5275387 w 6501199"/>
              <a:gd name="connsiteY4497" fmla="*/ 2260600 h 6382977"/>
              <a:gd name="connsiteX4498" fmla="*/ 5300568 w 6501199"/>
              <a:gd name="connsiteY4498" fmla="*/ 2278743 h 6382977"/>
              <a:gd name="connsiteX4499" fmla="*/ 5290124 w 6501199"/>
              <a:gd name="connsiteY4499" fmla="*/ 2273957 h 6382977"/>
              <a:gd name="connsiteX4500" fmla="*/ 5284411 w 6501199"/>
              <a:gd name="connsiteY4500" fmla="*/ 2279055 h 6382977"/>
              <a:gd name="connsiteX4501" fmla="*/ 5288731 w 6501199"/>
              <a:gd name="connsiteY4501" fmla="*/ 2290576 h 6382977"/>
              <a:gd name="connsiteX4502" fmla="*/ 5320772 w 6501199"/>
              <a:gd name="connsiteY4502" fmla="*/ 2279055 h 6382977"/>
              <a:gd name="connsiteX4503" fmla="*/ 5316091 w 6501199"/>
              <a:gd name="connsiteY4503" fmla="*/ 2290576 h 6382977"/>
              <a:gd name="connsiteX4504" fmla="*/ 5341292 w 6501199"/>
              <a:gd name="connsiteY4504" fmla="*/ 2238372 h 6382977"/>
              <a:gd name="connsiteX4505" fmla="*/ 5357132 w 6501199"/>
              <a:gd name="connsiteY4505" fmla="*/ 2254213 h 6382977"/>
              <a:gd name="connsiteX4506" fmla="*/ 5366132 w 6501199"/>
              <a:gd name="connsiteY4506" fmla="*/ 2211011 h 6382977"/>
              <a:gd name="connsiteX4507" fmla="*/ 5363972 w 6501199"/>
              <a:gd name="connsiteY4507" fmla="*/ 2222171 h 6382977"/>
              <a:gd name="connsiteX4508" fmla="*/ 5384492 w 6501199"/>
              <a:gd name="connsiteY4508" fmla="*/ 2185809 h 6382977"/>
              <a:gd name="connsiteX4509" fmla="*/ 5405013 w 6501199"/>
              <a:gd name="connsiteY4509" fmla="*/ 2185809 h 6382977"/>
              <a:gd name="connsiteX4510" fmla="*/ 5400332 w 6501199"/>
              <a:gd name="connsiteY4510" fmla="*/ 2163127 h 6382977"/>
              <a:gd name="connsiteX4511" fmla="*/ 5414013 w 6501199"/>
              <a:gd name="connsiteY4511" fmla="*/ 2156287 h 6382977"/>
              <a:gd name="connsiteX4512" fmla="*/ 5423013 w 6501199"/>
              <a:gd name="connsiteY4512" fmla="*/ 2160967 h 6382977"/>
              <a:gd name="connsiteX4513" fmla="*/ 5455053 w 6501199"/>
              <a:gd name="connsiteY4513" fmla="*/ 2087882 h 6382977"/>
              <a:gd name="connsiteX4514" fmla="*/ 5475213 w 6501199"/>
              <a:gd name="connsiteY4514" fmla="*/ 2104083 h 6382977"/>
              <a:gd name="connsiteX4515" fmla="*/ 5482413 w 6501199"/>
              <a:gd name="connsiteY4515" fmla="*/ 2074561 h 6382977"/>
              <a:gd name="connsiteX4516" fmla="*/ 5466213 w 6501199"/>
              <a:gd name="connsiteY4516" fmla="*/ 2087882 h 6382977"/>
              <a:gd name="connsiteX4517" fmla="*/ 5500413 w 6501199"/>
              <a:gd name="connsiteY4517" fmla="*/ 2060880 h 6382977"/>
              <a:gd name="connsiteX4518" fmla="*/ 5477733 w 6501199"/>
              <a:gd name="connsiteY4518" fmla="*/ 2056200 h 6382977"/>
              <a:gd name="connsiteX4519" fmla="*/ 5511933 w 6501199"/>
              <a:gd name="connsiteY4519" fmla="*/ 1974474 h 6382977"/>
              <a:gd name="connsiteX4520" fmla="*/ 5509413 w 6501199"/>
              <a:gd name="connsiteY4520" fmla="*/ 1990315 h 6382977"/>
              <a:gd name="connsiteX4521" fmla="*/ 5524550 w 6501199"/>
              <a:gd name="connsiteY4521" fmla="*/ 1992239 h 6382977"/>
              <a:gd name="connsiteX4522" fmla="*/ 5526506 w 6501199"/>
              <a:gd name="connsiteY4522" fmla="*/ 1991540 h 6382977"/>
              <a:gd name="connsiteX4523" fmla="*/ 5530859 w 6501199"/>
              <a:gd name="connsiteY4523" fmla="*/ 1965456 h 6382977"/>
              <a:gd name="connsiteX4524" fmla="*/ 5530895 w 6501199"/>
              <a:gd name="connsiteY4524" fmla="*/ 1964489 h 6382977"/>
              <a:gd name="connsiteX4525" fmla="*/ 5531076 w 6501199"/>
              <a:gd name="connsiteY4525" fmla="*/ 1964153 h 6382977"/>
              <a:gd name="connsiteX4526" fmla="*/ 5537473 w 6501199"/>
              <a:gd name="connsiteY4526" fmla="*/ 1925825 h 6382977"/>
              <a:gd name="connsiteX4527" fmla="*/ 5532145 w 6501199"/>
              <a:gd name="connsiteY4527" fmla="*/ 1928454 h 6382977"/>
              <a:gd name="connsiteX4528" fmla="*/ 5536233 w 6501199"/>
              <a:gd name="connsiteY4528" fmla="*/ 1914672 h 6382977"/>
              <a:gd name="connsiteX4529" fmla="*/ 5542594 w 6501199"/>
              <a:gd name="connsiteY4529" fmla="*/ 1895141 h 6382977"/>
              <a:gd name="connsiteX4530" fmla="*/ 5544055 w 6501199"/>
              <a:gd name="connsiteY4530" fmla="*/ 1886384 h 6382977"/>
              <a:gd name="connsiteX4531" fmla="*/ 5539081 w 6501199"/>
              <a:gd name="connsiteY4531" fmla="*/ 1887807 h 6382977"/>
              <a:gd name="connsiteX4532" fmla="*/ 5543746 w 6501199"/>
              <a:gd name="connsiteY4532" fmla="*/ 1885650 h 6382977"/>
              <a:gd name="connsiteX4533" fmla="*/ 5550563 w 6501199"/>
              <a:gd name="connsiteY4533" fmla="*/ 1847191 h 6382977"/>
              <a:gd name="connsiteX4534" fmla="*/ 5550595 w 6501199"/>
              <a:gd name="connsiteY4534" fmla="*/ 1847196 h 6382977"/>
              <a:gd name="connsiteX4535" fmla="*/ 5557077 w 6501199"/>
              <a:gd name="connsiteY4535" fmla="*/ 1808358 h 6382977"/>
              <a:gd name="connsiteX4536" fmla="*/ 5570755 w 6501199"/>
              <a:gd name="connsiteY4536" fmla="*/ 1769840 h 6382977"/>
              <a:gd name="connsiteX4537" fmla="*/ 5592127 w 6501199"/>
              <a:gd name="connsiteY4537" fmla="*/ 1811823 h 6382977"/>
              <a:gd name="connsiteX4538" fmla="*/ 5593821 w 6501199"/>
              <a:gd name="connsiteY4538" fmla="*/ 1825625 h 6382977"/>
              <a:gd name="connsiteX4539" fmla="*/ 5602091 w 6501199"/>
              <a:gd name="connsiteY4539" fmla="*/ 1825625 h 6382977"/>
              <a:gd name="connsiteX4540" fmla="*/ 5603888 w 6501199"/>
              <a:gd name="connsiteY4540" fmla="*/ 1825625 h 6382977"/>
              <a:gd name="connsiteX4541" fmla="*/ 5605545 w 6501199"/>
              <a:gd name="connsiteY4541" fmla="*/ 1820716 h 6382977"/>
              <a:gd name="connsiteX4542" fmla="*/ 5605174 w 6501199"/>
              <a:gd name="connsiteY4542" fmla="*/ 1801302 h 6382977"/>
              <a:gd name="connsiteX4543" fmla="*/ 5618854 w 6501199"/>
              <a:gd name="connsiteY4543" fmla="*/ 1808143 h 6382977"/>
              <a:gd name="connsiteX4544" fmla="*/ 5650534 w 6501199"/>
              <a:gd name="connsiteY4544" fmla="*/ 1746939 h 6382977"/>
              <a:gd name="connsiteX4545" fmla="*/ 5664215 w 6501199"/>
              <a:gd name="connsiteY4545" fmla="*/ 1755939 h 6382977"/>
              <a:gd name="connsiteX4546" fmla="*/ 5671055 w 6501199"/>
              <a:gd name="connsiteY4546" fmla="*/ 1735418 h 6382977"/>
              <a:gd name="connsiteX4547" fmla="*/ 5657374 w 6501199"/>
              <a:gd name="connsiteY4547" fmla="*/ 1721737 h 6382977"/>
              <a:gd name="connsiteX4548" fmla="*/ 5668895 w 6501199"/>
              <a:gd name="connsiteY4548" fmla="*/ 1705896 h 6382977"/>
              <a:gd name="connsiteX4549" fmla="*/ 5655214 w 6501199"/>
              <a:gd name="connsiteY4549" fmla="*/ 1705896 h 6382977"/>
              <a:gd name="connsiteX4550" fmla="*/ 5658633 w 6501199"/>
              <a:gd name="connsiteY4550" fmla="*/ 1701163 h 6382977"/>
              <a:gd name="connsiteX4551" fmla="*/ 5658237 w 6501199"/>
              <a:gd name="connsiteY4551" fmla="*/ 1701182 h 6382977"/>
              <a:gd name="connsiteX4552" fmla="*/ 5652794 w 6501199"/>
              <a:gd name="connsiteY4552" fmla="*/ 1701447 h 6382977"/>
              <a:gd name="connsiteX4553" fmla="*/ 5656383 w 6501199"/>
              <a:gd name="connsiteY4553" fmla="*/ 1693328 h 6382977"/>
              <a:gd name="connsiteX4554" fmla="*/ 5667337 w 6501199"/>
              <a:gd name="connsiteY4554" fmla="*/ 1691796 h 6382977"/>
              <a:gd name="connsiteX4555" fmla="*/ 5670149 w 6501199"/>
              <a:gd name="connsiteY4555" fmla="*/ 1688885 h 6382977"/>
              <a:gd name="connsiteX4556" fmla="*/ 5675735 w 6501199"/>
              <a:gd name="connsiteY4556" fmla="*/ 1678534 h 6382977"/>
              <a:gd name="connsiteX4557" fmla="*/ 5657374 w 6501199"/>
              <a:gd name="connsiteY4557" fmla="*/ 1678534 h 6382977"/>
              <a:gd name="connsiteX4558" fmla="*/ 5709575 w 6501199"/>
              <a:gd name="connsiteY4558" fmla="*/ 1635331 h 6382977"/>
              <a:gd name="connsiteX4559" fmla="*/ 5718935 w 6501199"/>
              <a:gd name="connsiteY4559" fmla="*/ 1596448 h 6382977"/>
              <a:gd name="connsiteX4560" fmla="*/ 5727935 w 6501199"/>
              <a:gd name="connsiteY4560" fmla="*/ 1603289 h 6382977"/>
              <a:gd name="connsiteX4561" fmla="*/ 5743775 w 6501199"/>
              <a:gd name="connsiteY4561" fmla="*/ 1576287 h 6382977"/>
              <a:gd name="connsiteX4562" fmla="*/ 5709575 w 6501199"/>
              <a:gd name="connsiteY4562" fmla="*/ 1566926 h 6382977"/>
              <a:gd name="connsiteX4563" fmla="*/ 5725775 w 6501199"/>
              <a:gd name="connsiteY4563" fmla="*/ 1533084 h 6382977"/>
              <a:gd name="connsiteX4564" fmla="*/ 5738193 w 6501199"/>
              <a:gd name="connsiteY4564" fmla="*/ 1498416 h 6382977"/>
              <a:gd name="connsiteX4565" fmla="*/ 5738088 w 6501199"/>
              <a:gd name="connsiteY4565" fmla="*/ 1497582 h 6382977"/>
              <a:gd name="connsiteX4566" fmla="*/ 5739207 w 6501199"/>
              <a:gd name="connsiteY4566" fmla="*/ 1467090 h 6382977"/>
              <a:gd name="connsiteX4567" fmla="*/ 5768723 w 6501199"/>
              <a:gd name="connsiteY4567" fmla="*/ 1412731 h 6382977"/>
              <a:gd name="connsiteX4568" fmla="*/ 5764043 w 6501199"/>
              <a:gd name="connsiteY4568" fmla="*/ 1396532 h 6382977"/>
              <a:gd name="connsiteX4569" fmla="*/ 5775072 w 6501199"/>
              <a:gd name="connsiteY4569" fmla="*/ 1380175 h 6382977"/>
              <a:gd name="connsiteX4570" fmla="*/ 5779424 w 6501199"/>
              <a:gd name="connsiteY4570" fmla="*/ 1375234 h 6382977"/>
              <a:gd name="connsiteX4571" fmla="*/ 5802815 w 6501199"/>
              <a:gd name="connsiteY4571" fmla="*/ 1291867 h 6382977"/>
              <a:gd name="connsiteX4572" fmla="*/ 5802815 w 6501199"/>
              <a:gd name="connsiteY4572" fmla="*/ 1316709 h 6382977"/>
              <a:gd name="connsiteX4573" fmla="*/ 5816495 w 6501199"/>
              <a:gd name="connsiteY4573" fmla="*/ 1321389 h 6382977"/>
              <a:gd name="connsiteX4574" fmla="*/ 5819015 w 6501199"/>
              <a:gd name="connsiteY4574" fmla="*/ 1312389 h 6382977"/>
              <a:gd name="connsiteX4575" fmla="*/ 5807495 w 6501199"/>
              <a:gd name="connsiteY4575" fmla="*/ 1303028 h 6382977"/>
              <a:gd name="connsiteX4576" fmla="*/ 5816360 w 6501199"/>
              <a:gd name="connsiteY4576" fmla="*/ 1297493 h 6382977"/>
              <a:gd name="connsiteX4577" fmla="*/ 5819653 w 6501199"/>
              <a:gd name="connsiteY4577" fmla="*/ 1298066 h 6382977"/>
              <a:gd name="connsiteX4578" fmla="*/ 5819249 w 6501199"/>
              <a:gd name="connsiteY4578" fmla="*/ 1292675 h 6382977"/>
              <a:gd name="connsiteX4579" fmla="*/ 5822449 w 6501199"/>
              <a:gd name="connsiteY4579" fmla="*/ 1279435 h 6382977"/>
              <a:gd name="connsiteX4580" fmla="*/ 5822748 w 6501199"/>
              <a:gd name="connsiteY4580" fmla="*/ 1279174 h 6382977"/>
              <a:gd name="connsiteX4581" fmla="*/ 5816495 w 6501199"/>
              <a:gd name="connsiteY4581" fmla="*/ 1278186 h 6382977"/>
              <a:gd name="connsiteX4582" fmla="*/ 5782655 w 6501199"/>
              <a:gd name="connsiteY4582" fmla="*/ 1294028 h 6382977"/>
              <a:gd name="connsiteX4583" fmla="*/ 5791655 w 6501199"/>
              <a:gd name="connsiteY4583" fmla="*/ 1273506 h 6382977"/>
              <a:gd name="connsiteX4584" fmla="*/ 5807495 w 6501199"/>
              <a:gd name="connsiteY4584" fmla="*/ 1278186 h 6382977"/>
              <a:gd name="connsiteX4585" fmla="*/ 5819015 w 6501199"/>
              <a:gd name="connsiteY4585" fmla="*/ 1219142 h 6382977"/>
              <a:gd name="connsiteX4586" fmla="*/ 5821175 w 6501199"/>
              <a:gd name="connsiteY4586" fmla="*/ 1207622 h 6382977"/>
              <a:gd name="connsiteX4587" fmla="*/ 5834855 w 6501199"/>
              <a:gd name="connsiteY4587" fmla="*/ 1187100 h 6382977"/>
              <a:gd name="connsiteX4588" fmla="*/ 5838275 w 6501199"/>
              <a:gd name="connsiteY4588" fmla="*/ 1203931 h 6382977"/>
              <a:gd name="connsiteX4589" fmla="*/ 5841485 w 6501199"/>
              <a:gd name="connsiteY4589" fmla="*/ 1218207 h 6382977"/>
              <a:gd name="connsiteX4590" fmla="*/ 5843906 w 6501199"/>
              <a:gd name="connsiteY4590" fmla="*/ 1209023 h 6382977"/>
              <a:gd name="connsiteX4591" fmla="*/ 5854080 w 6501199"/>
              <a:gd name="connsiteY4591" fmla="*/ 1194580 h 6382977"/>
              <a:gd name="connsiteX4592" fmla="*/ 5854205 w 6501199"/>
              <a:gd name="connsiteY4592" fmla="*/ 1193671 h 6382977"/>
              <a:gd name="connsiteX4593" fmla="*/ 5853215 w 6501199"/>
              <a:gd name="connsiteY4593" fmla="*/ 1166579 h 6382977"/>
              <a:gd name="connsiteX4594" fmla="*/ 5869056 w 6501199"/>
              <a:gd name="connsiteY4594" fmla="*/ 1143897 h 6382977"/>
              <a:gd name="connsiteX4595" fmla="*/ 5898576 w 6501199"/>
              <a:gd name="connsiteY4595" fmla="*/ 1157578 h 6382977"/>
              <a:gd name="connsiteX4596" fmla="*/ 5893896 w 6501199"/>
              <a:gd name="connsiteY4596" fmla="*/ 1123376 h 6382977"/>
              <a:gd name="connsiteX4597" fmla="*/ 5873376 w 6501199"/>
              <a:gd name="connsiteY4597" fmla="*/ 1112215 h 6382977"/>
              <a:gd name="connsiteX4598" fmla="*/ 5896416 w 6501199"/>
              <a:gd name="connsiteY4598" fmla="*/ 1091694 h 6382977"/>
              <a:gd name="connsiteX4599" fmla="*/ 5921256 w 6501199"/>
              <a:gd name="connsiteY4599" fmla="*/ 1098534 h 6382977"/>
              <a:gd name="connsiteX4600" fmla="*/ 5923417 w 6501199"/>
              <a:gd name="connsiteY4600" fmla="*/ 1125896 h 6382977"/>
              <a:gd name="connsiteX4601" fmla="*/ 5905394 w 6501199"/>
              <a:gd name="connsiteY4601" fmla="*/ 1179816 h 6382977"/>
              <a:gd name="connsiteX4602" fmla="*/ 5900701 w 6501199"/>
              <a:gd name="connsiteY4602" fmla="*/ 1194247 h 6382977"/>
              <a:gd name="connsiteX4603" fmla="*/ 5899938 w 6501199"/>
              <a:gd name="connsiteY4603" fmla="*/ 1198865 h 6382977"/>
              <a:gd name="connsiteX4604" fmla="*/ 5911979 w 6501199"/>
              <a:gd name="connsiteY4604" fmla="*/ 1207898 h 6382977"/>
              <a:gd name="connsiteX4605" fmla="*/ 5907385 w 6501199"/>
              <a:gd name="connsiteY4605" fmla="*/ 1213224 h 6382977"/>
              <a:gd name="connsiteX4606" fmla="*/ 5905326 w 6501199"/>
              <a:gd name="connsiteY4606" fmla="*/ 1224588 h 6382977"/>
              <a:gd name="connsiteX4607" fmla="*/ 5898576 w 6501199"/>
              <a:gd name="connsiteY4607" fmla="*/ 1248664 h 6382977"/>
              <a:gd name="connsiteX4608" fmla="*/ 5910096 w 6501199"/>
              <a:gd name="connsiteY4608" fmla="*/ 1248664 h 6382977"/>
              <a:gd name="connsiteX4609" fmla="*/ 5901642 w 6501199"/>
              <a:gd name="connsiteY4609" fmla="*/ 1265878 h 6382977"/>
              <a:gd name="connsiteX4610" fmla="*/ 5899764 w 6501199"/>
              <a:gd name="connsiteY4610" fmla="*/ 1267204 h 6382977"/>
              <a:gd name="connsiteX4611" fmla="*/ 5899871 w 6501199"/>
              <a:gd name="connsiteY4611" fmla="*/ 1268416 h 6382977"/>
              <a:gd name="connsiteX4612" fmla="*/ 5896047 w 6501199"/>
              <a:gd name="connsiteY4612" fmla="*/ 1285358 h 6382977"/>
              <a:gd name="connsiteX4613" fmla="*/ 5903256 w 6501199"/>
              <a:gd name="connsiteY4613" fmla="*/ 1291867 h 6382977"/>
              <a:gd name="connsiteX4614" fmla="*/ 5900736 w 6501199"/>
              <a:gd name="connsiteY4614" fmla="*/ 1316709 h 6382977"/>
              <a:gd name="connsiteX4615" fmla="*/ 5889576 w 6501199"/>
              <a:gd name="connsiteY4615" fmla="*/ 1321389 h 6382977"/>
              <a:gd name="connsiteX4616" fmla="*/ 5896416 w 6501199"/>
              <a:gd name="connsiteY4616" fmla="*/ 1344071 h 6382977"/>
              <a:gd name="connsiteX4617" fmla="*/ 5888316 w 6501199"/>
              <a:gd name="connsiteY4617" fmla="*/ 1319162 h 6382977"/>
              <a:gd name="connsiteX4618" fmla="*/ 5888969 w 6501199"/>
              <a:gd name="connsiteY4618" fmla="*/ 1313229 h 6382977"/>
              <a:gd name="connsiteX4619" fmla="*/ 5873314 w 6501199"/>
              <a:gd name="connsiteY4619" fmla="*/ 1349222 h 6382977"/>
              <a:gd name="connsiteX4620" fmla="*/ 5866210 w 6501199"/>
              <a:gd name="connsiteY4620" fmla="*/ 1362587 h 6382977"/>
              <a:gd name="connsiteX4621" fmla="*/ 5869056 w 6501199"/>
              <a:gd name="connsiteY4621" fmla="*/ 1366753 h 6382977"/>
              <a:gd name="connsiteX4622" fmla="*/ 5862598 w 6501199"/>
              <a:gd name="connsiteY4622" fmla="*/ 1369380 h 6382977"/>
              <a:gd name="connsiteX4623" fmla="*/ 5855151 w 6501199"/>
              <a:gd name="connsiteY4623" fmla="*/ 1383390 h 6382977"/>
              <a:gd name="connsiteX4624" fmla="*/ 5856950 w 6501199"/>
              <a:gd name="connsiteY4624" fmla="*/ 1386329 h 6382977"/>
              <a:gd name="connsiteX4625" fmla="*/ 5859696 w 6501199"/>
              <a:gd name="connsiteY4625" fmla="*/ 1396275 h 6382977"/>
              <a:gd name="connsiteX4626" fmla="*/ 5847320 w 6501199"/>
              <a:gd name="connsiteY4626" fmla="*/ 1401495 h 6382977"/>
              <a:gd name="connsiteX4627" fmla="*/ 5843645 w 6501199"/>
              <a:gd name="connsiteY4627" fmla="*/ 1403664 h 6382977"/>
              <a:gd name="connsiteX4628" fmla="*/ 5841833 w 6501199"/>
              <a:gd name="connsiteY4628" fmla="*/ 1406806 h 6382977"/>
              <a:gd name="connsiteX4629" fmla="*/ 5841695 w 6501199"/>
              <a:gd name="connsiteY4629" fmla="*/ 1409956 h 6382977"/>
              <a:gd name="connsiteX4630" fmla="*/ 5871216 w 6501199"/>
              <a:gd name="connsiteY4630" fmla="*/ 1416796 h 6382977"/>
              <a:gd name="connsiteX4631" fmla="*/ 5839535 w 6501199"/>
              <a:gd name="connsiteY4631" fmla="*/ 1435157 h 6382977"/>
              <a:gd name="connsiteX4632" fmla="*/ 5850695 w 6501199"/>
              <a:gd name="connsiteY4632" fmla="*/ 1457839 h 6382977"/>
              <a:gd name="connsiteX4633" fmla="*/ 5866536 w 6501199"/>
              <a:gd name="connsiteY4633" fmla="*/ 1432637 h 6382977"/>
              <a:gd name="connsiteX4634" fmla="*/ 5850695 w 6501199"/>
              <a:gd name="connsiteY4634" fmla="*/ 1480520 h 6382977"/>
              <a:gd name="connsiteX4635" fmla="*/ 5848535 w 6501199"/>
              <a:gd name="connsiteY4635" fmla="*/ 1537404 h 6382977"/>
              <a:gd name="connsiteX4636" fmla="*/ 5900736 w 6501199"/>
              <a:gd name="connsiteY4636" fmla="*/ 1496361 h 6382977"/>
              <a:gd name="connsiteX4637" fmla="*/ 5898576 w 6501199"/>
              <a:gd name="connsiteY4637" fmla="*/ 1478360 h 6382977"/>
              <a:gd name="connsiteX4638" fmla="*/ 5884896 w 6501199"/>
              <a:gd name="connsiteY4638" fmla="*/ 1478360 h 6382977"/>
              <a:gd name="connsiteX4639" fmla="*/ 5875896 w 6501199"/>
              <a:gd name="connsiteY4639" fmla="*/ 1444158 h 6382977"/>
              <a:gd name="connsiteX4640" fmla="*/ 5891736 w 6501199"/>
              <a:gd name="connsiteY4640" fmla="*/ 1455679 h 6382977"/>
              <a:gd name="connsiteX4641" fmla="*/ 5898576 w 6501199"/>
              <a:gd name="connsiteY4641" fmla="*/ 1441998 h 6382977"/>
              <a:gd name="connsiteX4642" fmla="*/ 5889576 w 6501199"/>
              <a:gd name="connsiteY4642" fmla="*/ 1428317 h 6382977"/>
              <a:gd name="connsiteX4643" fmla="*/ 5907576 w 6501199"/>
              <a:gd name="connsiteY4643" fmla="*/ 1405635 h 6382977"/>
              <a:gd name="connsiteX4644" fmla="*/ 5916936 w 6501199"/>
              <a:gd name="connsiteY4644" fmla="*/ 1432637 h 6382977"/>
              <a:gd name="connsiteX4645" fmla="*/ 5925937 w 6501199"/>
              <a:gd name="connsiteY4645" fmla="*/ 1416796 h 6382977"/>
              <a:gd name="connsiteX4646" fmla="*/ 5912256 w 6501199"/>
              <a:gd name="connsiteY4646" fmla="*/ 1398795 h 6382977"/>
              <a:gd name="connsiteX4647" fmla="*/ 5900736 w 6501199"/>
              <a:gd name="connsiteY4647" fmla="*/ 1403115 h 6382977"/>
              <a:gd name="connsiteX4648" fmla="*/ 5919096 w 6501199"/>
              <a:gd name="connsiteY4648" fmla="*/ 1350911 h 6382977"/>
              <a:gd name="connsiteX4649" fmla="*/ 5923417 w 6501199"/>
              <a:gd name="connsiteY4649" fmla="*/ 1246144 h 6382977"/>
              <a:gd name="connsiteX4650" fmla="*/ 5946457 w 6501199"/>
              <a:gd name="connsiteY4650" fmla="*/ 1262345 h 6382977"/>
              <a:gd name="connsiteX4651" fmla="*/ 5930257 w 6501199"/>
              <a:gd name="connsiteY4651" fmla="*/ 1314549 h 6382977"/>
              <a:gd name="connsiteX4652" fmla="*/ 5916936 w 6501199"/>
              <a:gd name="connsiteY4652" fmla="*/ 1344071 h 6382977"/>
              <a:gd name="connsiteX4653" fmla="*/ 5939617 w 6501199"/>
              <a:gd name="connsiteY4653" fmla="*/ 1330390 h 6382977"/>
              <a:gd name="connsiteX4654" fmla="*/ 5932777 w 6501199"/>
              <a:gd name="connsiteY4654" fmla="*/ 1296188 h 6382977"/>
              <a:gd name="connsiteX4655" fmla="*/ 5955457 w 6501199"/>
              <a:gd name="connsiteY4655" fmla="*/ 1252985 h 6382977"/>
              <a:gd name="connsiteX4656" fmla="*/ 5969137 w 6501199"/>
              <a:gd name="connsiteY4656" fmla="*/ 1262345 h 6382977"/>
              <a:gd name="connsiteX4657" fmla="*/ 5980297 w 6501199"/>
              <a:gd name="connsiteY4657" fmla="*/ 1252985 h 6382977"/>
              <a:gd name="connsiteX4658" fmla="*/ 5969137 w 6501199"/>
              <a:gd name="connsiteY4658" fmla="*/ 1232463 h 6382977"/>
              <a:gd name="connsiteX4659" fmla="*/ 5957617 w 6501199"/>
              <a:gd name="connsiteY4659" fmla="*/ 1237144 h 6382977"/>
              <a:gd name="connsiteX4660" fmla="*/ 5975977 w 6501199"/>
              <a:gd name="connsiteY4660" fmla="*/ 1202941 h 6382977"/>
              <a:gd name="connsiteX4661" fmla="*/ 5989657 w 6501199"/>
              <a:gd name="connsiteY4661" fmla="*/ 1212302 h 6382977"/>
              <a:gd name="connsiteX4662" fmla="*/ 5975977 w 6501199"/>
              <a:gd name="connsiteY4662" fmla="*/ 1182420 h 6382977"/>
              <a:gd name="connsiteX4663" fmla="*/ 6010177 w 6501199"/>
              <a:gd name="connsiteY4663" fmla="*/ 1148578 h 6382977"/>
              <a:gd name="connsiteX4664" fmla="*/ 6026017 w 6501199"/>
              <a:gd name="connsiteY4664" fmla="*/ 1109695 h 6382977"/>
              <a:gd name="connsiteX4665" fmla="*/ 6039697 w 6501199"/>
              <a:gd name="connsiteY4665" fmla="*/ 1119056 h 6382977"/>
              <a:gd name="connsiteX4666" fmla="*/ 6041857 w 6501199"/>
              <a:gd name="connsiteY4666" fmla="*/ 1096014 h 6382977"/>
              <a:gd name="connsiteX4667" fmla="*/ 6059857 w 6501199"/>
              <a:gd name="connsiteY4667" fmla="*/ 1087013 h 6382977"/>
              <a:gd name="connsiteX4668" fmla="*/ 6064537 w 6501199"/>
              <a:gd name="connsiteY4668" fmla="*/ 1068652 h 6382977"/>
              <a:gd name="connsiteX4669" fmla="*/ 6050857 w 6501199"/>
              <a:gd name="connsiteY4669" fmla="*/ 1082333 h 6382977"/>
              <a:gd name="connsiteX4670" fmla="*/ 6037177 w 6501199"/>
              <a:gd name="connsiteY4670" fmla="*/ 1068652 h 6382977"/>
              <a:gd name="connsiteX4671" fmla="*/ 6039697 w 6501199"/>
              <a:gd name="connsiteY4671" fmla="*/ 1050651 h 6382977"/>
              <a:gd name="connsiteX4672" fmla="*/ 6062377 w 6501199"/>
              <a:gd name="connsiteY4672" fmla="*/ 1039130 h 6382977"/>
              <a:gd name="connsiteX4673" fmla="*/ 6057697 w 6501199"/>
              <a:gd name="connsiteY4673" fmla="*/ 1064332 h 6382977"/>
              <a:gd name="connsiteX4674" fmla="*/ 6087217 w 6501199"/>
              <a:gd name="connsiteY4674" fmla="*/ 1048491 h 6382977"/>
              <a:gd name="connsiteX4675" fmla="*/ 6091897 w 6501199"/>
              <a:gd name="connsiteY4675" fmla="*/ 1012128 h 6382977"/>
              <a:gd name="connsiteX4676" fmla="*/ 6105577 w 6501199"/>
              <a:gd name="connsiteY4676" fmla="*/ 1030129 h 6382977"/>
              <a:gd name="connsiteX4677" fmla="*/ 6094057 w 6501199"/>
              <a:gd name="connsiteY4677" fmla="*/ 1062172 h 6382977"/>
              <a:gd name="connsiteX4678" fmla="*/ 6100897 w 6501199"/>
              <a:gd name="connsiteY4678" fmla="*/ 1064332 h 6382977"/>
              <a:gd name="connsiteX4679" fmla="*/ 6105577 w 6501199"/>
              <a:gd name="connsiteY4679" fmla="*/ 1112215 h 6382977"/>
              <a:gd name="connsiteX4680" fmla="*/ 6087217 w 6501199"/>
              <a:gd name="connsiteY4680" fmla="*/ 1123376 h 6382977"/>
              <a:gd name="connsiteX4681" fmla="*/ 6080737 w 6501199"/>
              <a:gd name="connsiteY4681" fmla="*/ 1159738 h 6382977"/>
              <a:gd name="connsiteX4682" fmla="*/ 6085057 w 6501199"/>
              <a:gd name="connsiteY4682" fmla="*/ 1141737 h 6382977"/>
              <a:gd name="connsiteX4683" fmla="*/ 6059857 w 6501199"/>
              <a:gd name="connsiteY4683" fmla="*/ 1130216 h 6382977"/>
              <a:gd name="connsiteX4684" fmla="*/ 6071377 w 6501199"/>
              <a:gd name="connsiteY4684" fmla="*/ 1143897 h 6382977"/>
              <a:gd name="connsiteX4685" fmla="*/ 6067057 w 6501199"/>
              <a:gd name="connsiteY4685" fmla="*/ 1168739 h 6382977"/>
              <a:gd name="connsiteX4686" fmla="*/ 6048697 w 6501199"/>
              <a:gd name="connsiteY4686" fmla="*/ 1173419 h 6382977"/>
              <a:gd name="connsiteX4687" fmla="*/ 6062377 w 6501199"/>
              <a:gd name="connsiteY4687" fmla="*/ 1202941 h 6382977"/>
              <a:gd name="connsiteX4688" fmla="*/ 6085057 w 6501199"/>
              <a:gd name="connsiteY4688" fmla="*/ 1212302 h 6382977"/>
              <a:gd name="connsiteX4689" fmla="*/ 6071377 w 6501199"/>
              <a:gd name="connsiteY4689" fmla="*/ 1259825 h 6382977"/>
              <a:gd name="connsiteX4690" fmla="*/ 6062377 w 6501199"/>
              <a:gd name="connsiteY4690" fmla="*/ 1248664 h 6382977"/>
              <a:gd name="connsiteX4691" fmla="*/ 6057697 w 6501199"/>
              <a:gd name="connsiteY4691" fmla="*/ 1282867 h 6382977"/>
              <a:gd name="connsiteX4692" fmla="*/ 6039697 w 6501199"/>
              <a:gd name="connsiteY4692" fmla="*/ 1321389 h 6382977"/>
              <a:gd name="connsiteX4693" fmla="*/ 6010177 w 6501199"/>
              <a:gd name="connsiteY4693" fmla="*/ 1330390 h 6382977"/>
              <a:gd name="connsiteX4694" fmla="*/ 6028177 w 6501199"/>
              <a:gd name="connsiteY4694" fmla="*/ 1355592 h 6382977"/>
              <a:gd name="connsiteX4695" fmla="*/ 6019177 w 6501199"/>
              <a:gd name="connsiteY4695" fmla="*/ 1371433 h 6382977"/>
              <a:gd name="connsiteX4696" fmla="*/ 6007657 w 6501199"/>
              <a:gd name="connsiteY4696" fmla="*/ 1366753 h 6382977"/>
              <a:gd name="connsiteX4697" fmla="*/ 6012337 w 6501199"/>
              <a:gd name="connsiteY4697" fmla="*/ 1382954 h 6382977"/>
              <a:gd name="connsiteX4698" fmla="*/ 5989657 w 6501199"/>
              <a:gd name="connsiteY4698" fmla="*/ 1385114 h 6382977"/>
              <a:gd name="connsiteX4699" fmla="*/ 5993977 w 6501199"/>
              <a:gd name="connsiteY4699" fmla="*/ 1421476 h 6382977"/>
              <a:gd name="connsiteX4700" fmla="*/ 6014497 w 6501199"/>
              <a:gd name="connsiteY4700" fmla="*/ 1391954 h 6382977"/>
              <a:gd name="connsiteX4701" fmla="*/ 6000817 w 6501199"/>
              <a:gd name="connsiteY4701" fmla="*/ 1450998 h 6382977"/>
              <a:gd name="connsiteX4702" fmla="*/ 6032857 w 6501199"/>
              <a:gd name="connsiteY4702" fmla="*/ 1380433 h 6382977"/>
              <a:gd name="connsiteX4703" fmla="*/ 6019177 w 6501199"/>
              <a:gd name="connsiteY4703" fmla="*/ 1382954 h 6382977"/>
              <a:gd name="connsiteX4704" fmla="*/ 6037177 w 6501199"/>
              <a:gd name="connsiteY4704" fmla="*/ 1366753 h 6382977"/>
              <a:gd name="connsiteX4705" fmla="*/ 6055537 w 6501199"/>
              <a:gd name="connsiteY4705" fmla="*/ 1376113 h 6382977"/>
              <a:gd name="connsiteX4706" fmla="*/ 6032857 w 6501199"/>
              <a:gd name="connsiteY4706" fmla="*/ 1448838 h 6382977"/>
              <a:gd name="connsiteX4707" fmla="*/ 6028177 w 6501199"/>
              <a:gd name="connsiteY4707" fmla="*/ 1462519 h 6382977"/>
              <a:gd name="connsiteX4708" fmla="*/ 6005497 w 6501199"/>
              <a:gd name="connsiteY4708" fmla="*/ 1459999 h 6382977"/>
              <a:gd name="connsiteX4709" fmla="*/ 6000817 w 6501199"/>
              <a:gd name="connsiteY4709" fmla="*/ 1483041 h 6382977"/>
              <a:gd name="connsiteX4710" fmla="*/ 6019177 w 6501199"/>
              <a:gd name="connsiteY4710" fmla="*/ 1473680 h 6382977"/>
              <a:gd name="connsiteX4711" fmla="*/ 6010177 w 6501199"/>
              <a:gd name="connsiteY4711" fmla="*/ 1489881 h 6382977"/>
              <a:gd name="connsiteX4712" fmla="*/ 6026017 w 6501199"/>
              <a:gd name="connsiteY4712" fmla="*/ 1512563 h 6382977"/>
              <a:gd name="connsiteX4713" fmla="*/ 6044017 w 6501199"/>
              <a:gd name="connsiteY4713" fmla="*/ 1512563 h 6382977"/>
              <a:gd name="connsiteX4714" fmla="*/ 6053377 w 6501199"/>
              <a:gd name="connsiteY4714" fmla="*/ 1535244 h 6382977"/>
              <a:gd name="connsiteX4715" fmla="*/ 6026017 w 6501199"/>
              <a:gd name="connsiteY4715" fmla="*/ 1530564 h 6382977"/>
              <a:gd name="connsiteX4716" fmla="*/ 6021337 w 6501199"/>
              <a:gd name="connsiteY4716" fmla="*/ 1569446 h 6382977"/>
              <a:gd name="connsiteX4717" fmla="*/ 6010177 w 6501199"/>
              <a:gd name="connsiteY4717" fmla="*/ 1557926 h 6382977"/>
              <a:gd name="connsiteX4718" fmla="*/ 5989657 w 6501199"/>
              <a:gd name="connsiteY4718" fmla="*/ 1571607 h 6382977"/>
              <a:gd name="connsiteX4719" fmla="*/ 5973457 w 6501199"/>
              <a:gd name="connsiteY4719" fmla="*/ 1596448 h 6382977"/>
              <a:gd name="connsiteX4720" fmla="*/ 5991817 w 6501199"/>
              <a:gd name="connsiteY4720" fmla="*/ 1621650 h 6382977"/>
              <a:gd name="connsiteX4721" fmla="*/ 5962297 w 6501199"/>
              <a:gd name="connsiteY4721" fmla="*/ 1628491 h 6382977"/>
              <a:gd name="connsiteX4722" fmla="*/ 5969137 w 6501199"/>
              <a:gd name="connsiteY4722" fmla="*/ 1667013 h 6382977"/>
              <a:gd name="connsiteX4723" fmla="*/ 5953297 w 6501199"/>
              <a:gd name="connsiteY4723" fmla="*/ 1680694 h 6382977"/>
              <a:gd name="connsiteX4724" fmla="*/ 6005497 w 6501199"/>
              <a:gd name="connsiteY4724" fmla="*/ 1635331 h 6382977"/>
              <a:gd name="connsiteX4725" fmla="*/ 5980297 w 6501199"/>
              <a:gd name="connsiteY4725" fmla="*/ 1678534 h 6382977"/>
              <a:gd name="connsiteX4726" fmla="*/ 6035017 w 6501199"/>
              <a:gd name="connsiteY4726" fmla="*/ 1701216 h 6382977"/>
              <a:gd name="connsiteX4727" fmla="*/ 6014497 w 6501199"/>
              <a:gd name="connsiteY4727" fmla="*/ 1776461 h 6382977"/>
              <a:gd name="connsiteX4728" fmla="*/ 6003337 w 6501199"/>
              <a:gd name="connsiteY4728" fmla="*/ 1742258 h 6382977"/>
              <a:gd name="connsiteX4729" fmla="*/ 5972692 w 6501199"/>
              <a:gd name="connsiteY4729" fmla="*/ 1778396 h 6382977"/>
              <a:gd name="connsiteX4730" fmla="*/ 5969085 w 6501199"/>
              <a:gd name="connsiteY4730" fmla="*/ 1787749 h 6382977"/>
              <a:gd name="connsiteX4731" fmla="*/ 6007364 w 6501199"/>
              <a:gd name="connsiteY4731" fmla="*/ 1817718 h 6382977"/>
              <a:gd name="connsiteX4732" fmla="*/ 6029303 w 6501199"/>
              <a:gd name="connsiteY4732" fmla="*/ 1840862 h 6382977"/>
              <a:gd name="connsiteX4733" fmla="*/ 6046537 w 6501199"/>
              <a:gd name="connsiteY4733" fmla="*/ 1817503 h 6382977"/>
              <a:gd name="connsiteX4734" fmla="*/ 6055537 w 6501199"/>
              <a:gd name="connsiteY4734" fmla="*/ 1803823 h 6382977"/>
              <a:gd name="connsiteX4735" fmla="*/ 6082897 w 6501199"/>
              <a:gd name="connsiteY4735" fmla="*/ 1740098 h 6382977"/>
              <a:gd name="connsiteX4736" fmla="*/ 6091042 w 6501199"/>
              <a:gd name="connsiteY4736" fmla="*/ 1711296 h 6382977"/>
              <a:gd name="connsiteX4737" fmla="*/ 6096182 w 6501199"/>
              <a:gd name="connsiteY4737" fmla="*/ 1706887 h 6382977"/>
              <a:gd name="connsiteX4738" fmla="*/ 6098948 w 6501199"/>
              <a:gd name="connsiteY4738" fmla="*/ 1681162 h 6382977"/>
              <a:gd name="connsiteX4739" fmla="*/ 6103108 w 6501199"/>
              <a:gd name="connsiteY4739" fmla="*/ 1700946 h 6382977"/>
              <a:gd name="connsiteX4740" fmla="*/ 6104210 w 6501199"/>
              <a:gd name="connsiteY4740" fmla="*/ 1700000 h 6382977"/>
              <a:gd name="connsiteX4741" fmla="*/ 6114577 w 6501199"/>
              <a:gd name="connsiteY4741" fmla="*/ 1694375 h 6382977"/>
              <a:gd name="connsiteX4742" fmla="*/ 6114577 w 6501199"/>
              <a:gd name="connsiteY4742" fmla="*/ 1708056 h 6382977"/>
              <a:gd name="connsiteX4743" fmla="*/ 6121418 w 6501199"/>
              <a:gd name="connsiteY4743" fmla="*/ 1683214 h 6382977"/>
              <a:gd name="connsiteX4744" fmla="*/ 6112417 w 6501199"/>
              <a:gd name="connsiteY4744" fmla="*/ 1680694 h 6382977"/>
              <a:gd name="connsiteX4745" fmla="*/ 6119258 w 6501199"/>
              <a:gd name="connsiteY4745" fmla="*/ 1642171 h 6382977"/>
              <a:gd name="connsiteX4746" fmla="*/ 6126098 w 6501199"/>
              <a:gd name="connsiteY4746" fmla="*/ 1701216 h 6382977"/>
              <a:gd name="connsiteX4747" fmla="*/ 6121418 w 6501199"/>
              <a:gd name="connsiteY4747" fmla="*/ 1753779 h 6382977"/>
              <a:gd name="connsiteX4748" fmla="*/ 6100897 w 6501199"/>
              <a:gd name="connsiteY4748" fmla="*/ 1767100 h 6382977"/>
              <a:gd name="connsiteX4749" fmla="*/ 6099749 w 6501199"/>
              <a:gd name="connsiteY4749" fmla="*/ 1760179 h 6382977"/>
              <a:gd name="connsiteX4750" fmla="*/ 6092253 w 6501199"/>
              <a:gd name="connsiteY4750" fmla="*/ 1760179 h 6382977"/>
              <a:gd name="connsiteX4751" fmla="*/ 6081322 w 6501199"/>
              <a:gd name="connsiteY4751" fmla="*/ 1798962 h 6382977"/>
              <a:gd name="connsiteX4752" fmla="*/ 6087217 w 6501199"/>
              <a:gd name="connsiteY4752" fmla="*/ 1835505 h 6382977"/>
              <a:gd name="connsiteX4753" fmla="*/ 6059857 w 6501199"/>
              <a:gd name="connsiteY4753" fmla="*/ 1837665 h 6382977"/>
              <a:gd name="connsiteX4754" fmla="*/ 6056932 w 6501199"/>
              <a:gd name="connsiteY4754" fmla="*/ 1866197 h 6382977"/>
              <a:gd name="connsiteX4755" fmla="*/ 6053633 w 6501199"/>
              <a:gd name="connsiteY4755" fmla="*/ 1870372 h 6382977"/>
              <a:gd name="connsiteX4756" fmla="*/ 6075753 w 6501199"/>
              <a:gd name="connsiteY4756" fmla="*/ 1913115 h 6382977"/>
              <a:gd name="connsiteX4757" fmla="*/ 6040091 w 6501199"/>
              <a:gd name="connsiteY4757" fmla="*/ 1957731 h 6382977"/>
              <a:gd name="connsiteX4758" fmla="*/ 6004049 w 6501199"/>
              <a:gd name="connsiteY4758" fmla="*/ 1984225 h 6382977"/>
              <a:gd name="connsiteX4759" fmla="*/ 6000817 w 6501199"/>
              <a:gd name="connsiteY4759" fmla="*/ 1992476 h 6382977"/>
              <a:gd name="connsiteX4760" fmla="*/ 5980297 w 6501199"/>
              <a:gd name="connsiteY4760" fmla="*/ 1999316 h 6382977"/>
              <a:gd name="connsiteX4761" fmla="*/ 5980297 w 6501199"/>
              <a:gd name="connsiteY4761" fmla="*/ 2033518 h 6382977"/>
              <a:gd name="connsiteX4762" fmla="*/ 5969362 w 6501199"/>
              <a:gd name="connsiteY4762" fmla="*/ 2021593 h 6382977"/>
              <a:gd name="connsiteX4763" fmla="*/ 5960452 w 6501199"/>
              <a:gd name="connsiteY4763" fmla="*/ 2007244 h 6382977"/>
              <a:gd name="connsiteX4764" fmla="*/ 5958310 w 6501199"/>
              <a:gd name="connsiteY4764" fmla="*/ 2008247 h 6382977"/>
              <a:gd name="connsiteX4765" fmla="*/ 5952577 w 6501199"/>
              <a:gd name="connsiteY4765" fmla="*/ 2016417 h 6382977"/>
              <a:gd name="connsiteX4766" fmla="*/ 5948617 w 6501199"/>
              <a:gd name="connsiteY4766" fmla="*/ 2026678 h 6382977"/>
              <a:gd name="connsiteX4767" fmla="*/ 5946457 w 6501199"/>
              <a:gd name="connsiteY4767" fmla="*/ 2051520 h 6382977"/>
              <a:gd name="connsiteX4768" fmla="*/ 5955457 w 6501199"/>
              <a:gd name="connsiteY4768" fmla="*/ 2069881 h 6382977"/>
              <a:gd name="connsiteX4769" fmla="*/ 5962297 w 6501199"/>
              <a:gd name="connsiteY4769" fmla="*/ 2072041 h 6382977"/>
              <a:gd name="connsiteX4770" fmla="*/ 5939617 w 6501199"/>
              <a:gd name="connsiteY4770" fmla="*/ 2069881 h 6382977"/>
              <a:gd name="connsiteX4771" fmla="*/ 5932777 w 6501199"/>
              <a:gd name="connsiteY4771" fmla="*/ 2119924 h 6382977"/>
              <a:gd name="connsiteX4772" fmla="*/ 5921256 w 6501199"/>
              <a:gd name="connsiteY4772" fmla="*/ 2106243 h 6382977"/>
              <a:gd name="connsiteX4773" fmla="*/ 5921256 w 6501199"/>
              <a:gd name="connsiteY4773" fmla="*/ 2163127 h 6382977"/>
              <a:gd name="connsiteX4774" fmla="*/ 5900736 w 6501199"/>
              <a:gd name="connsiteY4774" fmla="*/ 2158447 h 6382977"/>
              <a:gd name="connsiteX4775" fmla="*/ 5898576 w 6501199"/>
              <a:gd name="connsiteY4775" fmla="*/ 2122084 h 6382977"/>
              <a:gd name="connsiteX4776" fmla="*/ 5889576 w 6501199"/>
              <a:gd name="connsiteY4776" fmla="*/ 2185809 h 6382977"/>
              <a:gd name="connsiteX4777" fmla="*/ 5873376 w 6501199"/>
              <a:gd name="connsiteY4777" fmla="*/ 2190489 h 6382977"/>
              <a:gd name="connsiteX4778" fmla="*/ 5878056 w 6501199"/>
              <a:gd name="connsiteY4778" fmla="*/ 2215331 h 6382977"/>
              <a:gd name="connsiteX4779" fmla="*/ 5896416 w 6501199"/>
              <a:gd name="connsiteY4779" fmla="*/ 2197330 h 6382977"/>
              <a:gd name="connsiteX4780" fmla="*/ 5875896 w 6501199"/>
              <a:gd name="connsiteY4780" fmla="*/ 2233692 h 6382977"/>
              <a:gd name="connsiteX4781" fmla="*/ 5943937 w 6501199"/>
              <a:gd name="connsiteY4781" fmla="*/ 2131085 h 6382977"/>
              <a:gd name="connsiteX4782" fmla="*/ 5898576 w 6501199"/>
              <a:gd name="connsiteY4782" fmla="*/ 2238372 h 6382977"/>
              <a:gd name="connsiteX4783" fmla="*/ 5897028 w 6501199"/>
              <a:gd name="connsiteY4783" fmla="*/ 2245267 h 6382977"/>
              <a:gd name="connsiteX4784" fmla="*/ 5902653 w 6501199"/>
              <a:gd name="connsiteY4784" fmla="*/ 2251681 h 6382977"/>
              <a:gd name="connsiteX4785" fmla="*/ 5888408 w 6501199"/>
              <a:gd name="connsiteY4785" fmla="*/ 2293574 h 6382977"/>
              <a:gd name="connsiteX4786" fmla="*/ 5886720 w 6501199"/>
              <a:gd name="connsiteY4786" fmla="*/ 2268355 h 6382977"/>
              <a:gd name="connsiteX4787" fmla="*/ 5893432 w 6501199"/>
              <a:gd name="connsiteY4787" fmla="*/ 2256124 h 6382977"/>
              <a:gd name="connsiteX4788" fmla="*/ 5884896 w 6501199"/>
              <a:gd name="connsiteY4788" fmla="*/ 2267894 h 6382977"/>
              <a:gd name="connsiteX4789" fmla="*/ 5880216 w 6501199"/>
              <a:gd name="connsiteY4789" fmla="*/ 2256374 h 6382977"/>
              <a:gd name="connsiteX4790" fmla="*/ 5834855 w 6501199"/>
              <a:gd name="connsiteY4790" fmla="*/ 2308577 h 6382977"/>
              <a:gd name="connsiteX4791" fmla="*/ 5828015 w 6501199"/>
              <a:gd name="connsiteY4791" fmla="*/ 2297416 h 6382977"/>
              <a:gd name="connsiteX4792" fmla="*/ 5814335 w 6501199"/>
              <a:gd name="connsiteY4792" fmla="*/ 2324778 h 6382977"/>
              <a:gd name="connsiteX4793" fmla="*/ 5834855 w 6501199"/>
              <a:gd name="connsiteY4793" fmla="*/ 2308577 h 6382977"/>
              <a:gd name="connsiteX4794" fmla="*/ 5830175 w 6501199"/>
              <a:gd name="connsiteY4794" fmla="*/ 2367981 h 6382977"/>
              <a:gd name="connsiteX4795" fmla="*/ 5802815 w 6501199"/>
              <a:gd name="connsiteY4795" fmla="*/ 2402184 h 6382977"/>
              <a:gd name="connsiteX4796" fmla="*/ 5739455 w 6501199"/>
              <a:gd name="connsiteY4796" fmla="*/ 2492910 h 6382977"/>
              <a:gd name="connsiteX4797" fmla="*/ 5734775 w 6501199"/>
              <a:gd name="connsiteY4797" fmla="*/ 2479229 h 6382977"/>
              <a:gd name="connsiteX4798" fmla="*/ 5725775 w 6501199"/>
              <a:gd name="connsiteY4798" fmla="*/ 2488590 h 6382977"/>
              <a:gd name="connsiteX4799" fmla="*/ 5716415 w 6501199"/>
              <a:gd name="connsiteY4799" fmla="*/ 2518112 h 6382977"/>
              <a:gd name="connsiteX4800" fmla="*/ 5707415 w 6501199"/>
              <a:gd name="connsiteY4800" fmla="*/ 2511271 h 6382977"/>
              <a:gd name="connsiteX4801" fmla="*/ 5707415 w 6501199"/>
              <a:gd name="connsiteY4801" fmla="*/ 2529272 h 6382977"/>
              <a:gd name="connsiteX4802" fmla="*/ 5695895 w 6501199"/>
              <a:gd name="connsiteY4802" fmla="*/ 2524952 h 6382977"/>
              <a:gd name="connsiteX4803" fmla="*/ 5698415 w 6501199"/>
              <a:gd name="connsiteY4803" fmla="*/ 2540793 h 6382977"/>
              <a:gd name="connsiteX4804" fmla="*/ 5693085 w 6501199"/>
              <a:gd name="connsiteY4804" fmla="*/ 2546840 h 6382977"/>
              <a:gd name="connsiteX4805" fmla="*/ 5690284 w 6501199"/>
              <a:gd name="connsiteY4805" fmla="*/ 2562101 h 6382977"/>
              <a:gd name="connsiteX4806" fmla="*/ 5689175 w 6501199"/>
              <a:gd name="connsiteY4806" fmla="*/ 2590973 h 6382977"/>
              <a:gd name="connsiteX4807" fmla="*/ 5666139 w 6501199"/>
              <a:gd name="connsiteY4807" fmla="*/ 2595653 h 6382977"/>
              <a:gd name="connsiteX4808" fmla="*/ 5666139 w 6501199"/>
              <a:gd name="connsiteY4808" fmla="*/ 2650011 h 6382977"/>
              <a:gd name="connsiteX4809" fmla="*/ 5636624 w 6501199"/>
              <a:gd name="connsiteY4809" fmla="*/ 2700049 h 6382977"/>
              <a:gd name="connsiteX4810" fmla="*/ 5579753 w 6501199"/>
              <a:gd name="connsiteY4810" fmla="*/ 2791126 h 6382977"/>
              <a:gd name="connsiteX4811" fmla="*/ 5529721 w 6501199"/>
              <a:gd name="connsiteY4811" fmla="*/ 2829645 h 6382977"/>
              <a:gd name="connsiteX4812" fmla="*/ 5511952 w 6501199"/>
              <a:gd name="connsiteY4812" fmla="*/ 2848674 h 6382977"/>
              <a:gd name="connsiteX4813" fmla="*/ 5512453 w 6501199"/>
              <a:gd name="connsiteY4813" fmla="*/ 2849139 h 6382977"/>
              <a:gd name="connsiteX4814" fmla="*/ 5510045 w 6501199"/>
              <a:gd name="connsiteY4814" fmla="*/ 2865086 h 6382977"/>
              <a:gd name="connsiteX4815" fmla="*/ 5503956 w 6501199"/>
              <a:gd name="connsiteY4815" fmla="*/ 2857238 h 6382977"/>
              <a:gd name="connsiteX4816" fmla="*/ 5494275 w 6501199"/>
              <a:gd name="connsiteY4816" fmla="*/ 2867606 h 6382977"/>
              <a:gd name="connsiteX4817" fmla="*/ 5495070 w 6501199"/>
              <a:gd name="connsiteY4817" fmla="*/ 2876181 h 6382977"/>
              <a:gd name="connsiteX4818" fmla="*/ 5494400 w 6501199"/>
              <a:gd name="connsiteY4818" fmla="*/ 2886870 h 6382977"/>
              <a:gd name="connsiteX4819" fmla="*/ 5483043 w 6501199"/>
              <a:gd name="connsiteY4819" fmla="*/ 2878369 h 6382977"/>
              <a:gd name="connsiteX4820" fmla="*/ 5445000 w 6501199"/>
              <a:gd name="connsiteY4820" fmla="*/ 2911092 h 6382977"/>
              <a:gd name="connsiteX4821" fmla="*/ 5397983 w 6501199"/>
              <a:gd name="connsiteY4821" fmla="*/ 2932242 h 6382977"/>
              <a:gd name="connsiteX4822" fmla="*/ 5352270 w 6501199"/>
              <a:gd name="connsiteY4822" fmla="*/ 2963921 h 6382977"/>
              <a:gd name="connsiteX4823" fmla="*/ 5306917 w 6501199"/>
              <a:gd name="connsiteY4823" fmla="*/ 2991280 h 6382977"/>
              <a:gd name="connsiteX4824" fmla="*/ 5261565 w 6501199"/>
              <a:gd name="connsiteY4824" fmla="*/ 3018639 h 6382977"/>
              <a:gd name="connsiteX4825" fmla="*/ 5215852 w 6501199"/>
              <a:gd name="connsiteY4825" fmla="*/ 3043478 h 6382977"/>
              <a:gd name="connsiteX4826" fmla="*/ 5188497 w 6501199"/>
              <a:gd name="connsiteY4826" fmla="*/ 3063637 h 6382977"/>
              <a:gd name="connsiteX4827" fmla="*/ 5165820 w 6501199"/>
              <a:gd name="connsiteY4827" fmla="*/ 3088837 h 6382977"/>
              <a:gd name="connsiteX4828" fmla="*/ 5115788 w 6501199"/>
              <a:gd name="connsiteY4828" fmla="*/ 3138875 h 6382977"/>
              <a:gd name="connsiteX4829" fmla="*/ 5061077 w 6501199"/>
              <a:gd name="connsiteY4829" fmla="*/ 3147875 h 6382977"/>
              <a:gd name="connsiteX4830" fmla="*/ 5031562 w 6501199"/>
              <a:gd name="connsiteY4830" fmla="*/ 3166234 h 6382977"/>
              <a:gd name="connsiteX4831" fmla="*/ 5000944 w 6501199"/>
              <a:gd name="connsiteY4831" fmla="*/ 3153623 h 6382977"/>
              <a:gd name="connsiteX4832" fmla="*/ 4975480 w 6501199"/>
              <a:gd name="connsiteY4832" fmla="*/ 3128650 h 6382977"/>
              <a:gd name="connsiteX4833" fmla="*/ 4975138 w 6501199"/>
              <a:gd name="connsiteY4833" fmla="*/ 3128756 h 6382977"/>
              <a:gd name="connsiteX4834" fmla="*/ 4968038 w 6501199"/>
              <a:gd name="connsiteY4834" fmla="*/ 3125094 h 6382977"/>
              <a:gd name="connsiteX4835" fmla="*/ 4970532 w 6501199"/>
              <a:gd name="connsiteY4835" fmla="*/ 3124266 h 6382977"/>
              <a:gd name="connsiteX4836" fmla="*/ 4952620 w 6501199"/>
              <a:gd name="connsiteY4836" fmla="*/ 3109346 h 6382977"/>
              <a:gd name="connsiteX4837" fmla="*/ 4932329 w 6501199"/>
              <a:gd name="connsiteY4837" fmla="*/ 3109407 h 6382977"/>
              <a:gd name="connsiteX4838" fmla="*/ 4911089 w 6501199"/>
              <a:gd name="connsiteY4838" fmla="*/ 3131954 h 6382977"/>
              <a:gd name="connsiteX4839" fmla="*/ 4881568 w 6501199"/>
              <a:gd name="connsiteY4839" fmla="*/ 3138794 h 6382977"/>
              <a:gd name="connsiteX4840" fmla="*/ 4895085 w 6501199"/>
              <a:gd name="connsiteY4840" fmla="*/ 3125631 h 6382977"/>
              <a:gd name="connsiteX4841" fmla="*/ 4893544 w 6501199"/>
              <a:gd name="connsiteY4841" fmla="*/ 3123564 h 6382977"/>
              <a:gd name="connsiteX4842" fmla="*/ 4885420 w 6501199"/>
              <a:gd name="connsiteY4842" fmla="*/ 3124249 h 6382977"/>
              <a:gd name="connsiteX4843" fmla="*/ 4876573 w 6501199"/>
              <a:gd name="connsiteY4843" fmla="*/ 3125743 h 6382977"/>
              <a:gd name="connsiteX4844" fmla="*/ 4864177 w 6501199"/>
              <a:gd name="connsiteY4844" fmla="*/ 3138183 h 6382977"/>
              <a:gd name="connsiteX4845" fmla="*/ 4859833 w 6501199"/>
              <a:gd name="connsiteY4845" fmla="*/ 3134744 h 6382977"/>
              <a:gd name="connsiteX4846" fmla="*/ 4863575 w 6501199"/>
              <a:gd name="connsiteY4846" fmla="*/ 3126088 h 6382977"/>
              <a:gd name="connsiteX4847" fmla="*/ 4856000 w 6501199"/>
              <a:gd name="connsiteY4847" fmla="*/ 3126726 h 6382977"/>
              <a:gd name="connsiteX4848" fmla="*/ 4848889 w 6501199"/>
              <a:gd name="connsiteY4848" fmla="*/ 3125715 h 6382977"/>
              <a:gd name="connsiteX4849" fmla="*/ 4839358 w 6501199"/>
              <a:gd name="connsiteY4849" fmla="*/ 3141854 h 6382977"/>
              <a:gd name="connsiteX4850" fmla="*/ 4799848 w 6501199"/>
              <a:gd name="connsiteY4850" fmla="*/ 3172997 h 6382977"/>
              <a:gd name="connsiteX4851" fmla="*/ 4783647 w 6501199"/>
              <a:gd name="connsiteY4851" fmla="*/ 3166156 h 6382977"/>
              <a:gd name="connsiteX4852" fmla="*/ 4731447 w 6501199"/>
              <a:gd name="connsiteY4852" fmla="*/ 3184157 h 6382977"/>
              <a:gd name="connsiteX4853" fmla="*/ 4738287 w 6501199"/>
              <a:gd name="connsiteY4853" fmla="*/ 3168316 h 6382977"/>
              <a:gd name="connsiteX4854" fmla="*/ 4708767 w 6501199"/>
              <a:gd name="connsiteY4854" fmla="*/ 3195678 h 6382977"/>
              <a:gd name="connsiteX4855" fmla="*/ 4686087 w 6501199"/>
              <a:gd name="connsiteY4855" fmla="*/ 3200358 h 6382977"/>
              <a:gd name="connsiteX4856" fmla="*/ 4667727 w 6501199"/>
              <a:gd name="connsiteY4856" fmla="*/ 3186678 h 6382977"/>
              <a:gd name="connsiteX4857" fmla="*/ 4651887 w 6501199"/>
              <a:gd name="connsiteY4857" fmla="*/ 3197838 h 6382977"/>
              <a:gd name="connsiteX4858" fmla="*/ 4667727 w 6501199"/>
              <a:gd name="connsiteY4858" fmla="*/ 3204679 h 6382977"/>
              <a:gd name="connsiteX4859" fmla="*/ 4640367 w 6501199"/>
              <a:gd name="connsiteY4859" fmla="*/ 3220520 h 6382977"/>
              <a:gd name="connsiteX4860" fmla="*/ 4631366 w 6501199"/>
              <a:gd name="connsiteY4860" fmla="*/ 3206839 h 6382977"/>
              <a:gd name="connsiteX4861" fmla="*/ 4608686 w 6501199"/>
              <a:gd name="connsiteY4861" fmla="*/ 3216200 h 6382977"/>
              <a:gd name="connsiteX4862" fmla="*/ 4608686 w 6501199"/>
              <a:gd name="connsiteY4862" fmla="*/ 3234201 h 6382977"/>
              <a:gd name="connsiteX4863" fmla="*/ 4647207 w 6501199"/>
              <a:gd name="connsiteY4863" fmla="*/ 3225200 h 6382977"/>
              <a:gd name="connsiteX4864" fmla="*/ 4645047 w 6501199"/>
              <a:gd name="connsiteY4864" fmla="*/ 3243201 h 6382977"/>
              <a:gd name="connsiteX4865" fmla="*/ 4629341 w 6501199"/>
              <a:gd name="connsiteY4865" fmla="*/ 3244371 h 6382977"/>
              <a:gd name="connsiteX4866" fmla="*/ 4615723 w 6501199"/>
              <a:gd name="connsiteY4866" fmla="*/ 3252445 h 6382977"/>
              <a:gd name="connsiteX4867" fmla="*/ 4646992 w 6501199"/>
              <a:gd name="connsiteY4867" fmla="*/ 3249579 h 6382977"/>
              <a:gd name="connsiteX4868" fmla="*/ 4649513 w 6501199"/>
              <a:gd name="connsiteY4868" fmla="*/ 3276941 h 6382977"/>
              <a:gd name="connsiteX4869" fmla="*/ 4660674 w 6501199"/>
              <a:gd name="connsiteY4869" fmla="*/ 3274780 h 6382977"/>
              <a:gd name="connsiteX4870" fmla="*/ 4651673 w 6501199"/>
              <a:gd name="connsiteY4870" fmla="*/ 3249579 h 6382977"/>
              <a:gd name="connsiteX4871" fmla="*/ 4665354 w 6501199"/>
              <a:gd name="connsiteY4871" fmla="*/ 3263260 h 6382977"/>
              <a:gd name="connsiteX4872" fmla="*/ 4697037 w 6501199"/>
              <a:gd name="connsiteY4872" fmla="*/ 3249579 h 6382977"/>
              <a:gd name="connsiteX4873" fmla="*/ 4733761 w 6501199"/>
              <a:gd name="connsiteY4873" fmla="*/ 3263260 h 6382977"/>
              <a:gd name="connsiteX4874" fmla="*/ 4703878 w 6501199"/>
              <a:gd name="connsiteY4874" fmla="*/ 3290621 h 6382977"/>
              <a:gd name="connsiteX4875" fmla="*/ 4653833 w 6501199"/>
              <a:gd name="connsiteY4875" fmla="*/ 3302142 h 6382977"/>
              <a:gd name="connsiteX4876" fmla="*/ 4674355 w 6501199"/>
              <a:gd name="connsiteY4876" fmla="*/ 3304302 h 6382977"/>
              <a:gd name="connsiteX4877" fmla="*/ 4710719 w 6501199"/>
              <a:gd name="connsiteY4877" fmla="*/ 3304302 h 6382977"/>
              <a:gd name="connsiteX4878" fmla="*/ 4717560 w 6501199"/>
              <a:gd name="connsiteY4878" fmla="*/ 3361185 h 6382977"/>
              <a:gd name="connsiteX4879" fmla="*/ 4694877 w 6501199"/>
              <a:gd name="connsiteY4879" fmla="*/ 3343184 h 6382977"/>
              <a:gd name="connsiteX4880" fmla="*/ 4674355 w 6501199"/>
              <a:gd name="connsiteY4880" fmla="*/ 3372705 h 6382977"/>
              <a:gd name="connsiteX4881" fmla="*/ 4660674 w 6501199"/>
              <a:gd name="connsiteY4881" fmla="*/ 3354344 h 6382977"/>
              <a:gd name="connsiteX4882" fmla="*/ 4631151 w 6501199"/>
              <a:gd name="connsiteY4882" fmla="*/ 3393226 h 6382977"/>
              <a:gd name="connsiteX4883" fmla="*/ 4642672 w 6501199"/>
              <a:gd name="connsiteY4883" fmla="*/ 3381706 h 6382977"/>
              <a:gd name="connsiteX4884" fmla="*/ 4626470 w 6501199"/>
              <a:gd name="connsiteY4884" fmla="*/ 3404387 h 6382977"/>
              <a:gd name="connsiteX4885" fmla="*/ 4617469 w 6501199"/>
              <a:gd name="connsiteY4885" fmla="*/ 3386386 h 6382977"/>
              <a:gd name="connsiteX4886" fmla="*/ 4590106 w 6501199"/>
              <a:gd name="connsiteY4886" fmla="*/ 3413387 h 6382977"/>
              <a:gd name="connsiteX4887" fmla="*/ 4608468 w 6501199"/>
              <a:gd name="connsiteY4887" fmla="*/ 3418067 h 6382977"/>
              <a:gd name="connsiteX4888" fmla="*/ 4590106 w 6501199"/>
              <a:gd name="connsiteY4888" fmla="*/ 3436428 h 6382977"/>
              <a:gd name="connsiteX4889" fmla="*/ 4596039 w 6501199"/>
              <a:gd name="connsiteY4889" fmla="*/ 3444964 h 6382977"/>
              <a:gd name="connsiteX4890" fmla="*/ 4606769 w 6501199"/>
              <a:gd name="connsiteY4890" fmla="*/ 3441721 h 6382977"/>
              <a:gd name="connsiteX4891" fmla="*/ 4606803 w 6501199"/>
              <a:gd name="connsiteY4891" fmla="*/ 3441588 h 6382977"/>
              <a:gd name="connsiteX4892" fmla="*/ 4609105 w 6501199"/>
              <a:gd name="connsiteY4892" fmla="*/ 3434358 h 6382977"/>
              <a:gd name="connsiteX4893" fmla="*/ 4621636 w 6501199"/>
              <a:gd name="connsiteY4893" fmla="*/ 3436449 h 6382977"/>
              <a:gd name="connsiteX4894" fmla="*/ 4622023 w 6501199"/>
              <a:gd name="connsiteY4894" fmla="*/ 3436462 h 6382977"/>
              <a:gd name="connsiteX4895" fmla="*/ 4639449 w 6501199"/>
              <a:gd name="connsiteY4895" fmla="*/ 3423989 h 6382977"/>
              <a:gd name="connsiteX4896" fmla="*/ 4639005 w 6501199"/>
              <a:gd name="connsiteY4896" fmla="*/ 3422562 h 6382977"/>
              <a:gd name="connsiteX4897" fmla="*/ 4631885 w 6501199"/>
              <a:gd name="connsiteY4897" fmla="*/ 3420360 h 6382977"/>
              <a:gd name="connsiteX4898" fmla="*/ 4650228 w 6501199"/>
              <a:gd name="connsiteY4898" fmla="*/ 3406832 h 6382977"/>
              <a:gd name="connsiteX4899" fmla="*/ 4652040 w 6501199"/>
              <a:gd name="connsiteY4899" fmla="*/ 3413341 h 6382977"/>
              <a:gd name="connsiteX4900" fmla="*/ 4667122 w 6501199"/>
              <a:gd name="connsiteY4900" fmla="*/ 3398708 h 6382977"/>
              <a:gd name="connsiteX4901" fmla="*/ 4665429 w 6501199"/>
              <a:gd name="connsiteY4901" fmla="*/ 3390688 h 6382977"/>
              <a:gd name="connsiteX4902" fmla="*/ 4649843 w 6501199"/>
              <a:gd name="connsiteY4902" fmla="*/ 3406351 h 6382977"/>
              <a:gd name="connsiteX4903" fmla="*/ 4647363 w 6501199"/>
              <a:gd name="connsiteY4903" fmla="*/ 3386416 h 6382977"/>
              <a:gd name="connsiteX4904" fmla="*/ 4670034 w 6501199"/>
              <a:gd name="connsiteY4904" fmla="*/ 3379653 h 6382977"/>
              <a:gd name="connsiteX4905" fmla="*/ 4674296 w 6501199"/>
              <a:gd name="connsiteY4905" fmla="*/ 3391524 h 6382977"/>
              <a:gd name="connsiteX4906" fmla="*/ 4688177 w 6501199"/>
              <a:gd name="connsiteY4906" fmla="*/ 3377547 h 6382977"/>
              <a:gd name="connsiteX4907" fmla="*/ 4710854 w 6501199"/>
              <a:gd name="connsiteY4907" fmla="*/ 3400587 h 6382977"/>
              <a:gd name="connsiteX4908" fmla="*/ 4696912 w 6501199"/>
              <a:gd name="connsiteY4908" fmla="*/ 3423260 h 6382977"/>
              <a:gd name="connsiteX4909" fmla="*/ 4689839 w 6501199"/>
              <a:gd name="connsiteY4909" fmla="*/ 3429063 h 6382977"/>
              <a:gd name="connsiteX4910" fmla="*/ 4689871 w 6501199"/>
              <a:gd name="connsiteY4910" fmla="*/ 3429134 h 6382977"/>
              <a:gd name="connsiteX4911" fmla="*/ 4689709 w 6501199"/>
              <a:gd name="connsiteY4911" fmla="*/ 3429170 h 6382977"/>
              <a:gd name="connsiteX4912" fmla="*/ 4677874 w 6501199"/>
              <a:gd name="connsiteY4912" fmla="*/ 3438880 h 6382977"/>
              <a:gd name="connsiteX4913" fmla="*/ 4658667 w 6501199"/>
              <a:gd name="connsiteY4913" fmla="*/ 3449953 h 6382977"/>
              <a:gd name="connsiteX4914" fmla="*/ 4657062 w 6501199"/>
              <a:gd name="connsiteY4914" fmla="*/ 3458806 h 6382977"/>
              <a:gd name="connsiteX4915" fmla="*/ 4652054 w 6501199"/>
              <a:gd name="connsiteY4915" fmla="*/ 3453766 h 6382977"/>
              <a:gd name="connsiteX4916" fmla="*/ 4638145 w 6501199"/>
              <a:gd name="connsiteY4916" fmla="*/ 3461785 h 6382977"/>
              <a:gd name="connsiteX4917" fmla="*/ 4605481 w 6501199"/>
              <a:gd name="connsiteY4917" fmla="*/ 3482889 h 6382977"/>
              <a:gd name="connsiteX4918" fmla="*/ 4598596 w 6501199"/>
              <a:gd name="connsiteY4918" fmla="*/ 3484728 h 6382977"/>
              <a:gd name="connsiteX4919" fmla="*/ 4599467 w 6501199"/>
              <a:gd name="connsiteY4919" fmla="*/ 3486471 h 6382977"/>
              <a:gd name="connsiteX4920" fmla="*/ 4619629 w 6501199"/>
              <a:gd name="connsiteY4920" fmla="*/ 3474950 h 6382977"/>
              <a:gd name="connsiteX4921" fmla="*/ 4637991 w 6501199"/>
              <a:gd name="connsiteY4921" fmla="*/ 3486471 h 6382977"/>
              <a:gd name="connsiteX4922" fmla="*/ 4632546 w 6501199"/>
              <a:gd name="connsiteY4922" fmla="*/ 3510412 h 6382977"/>
              <a:gd name="connsiteX4923" fmla="*/ 4631568 w 6501199"/>
              <a:gd name="connsiteY4923" fmla="*/ 3517588 h 6382977"/>
              <a:gd name="connsiteX4924" fmla="*/ 4639351 w 6501199"/>
              <a:gd name="connsiteY4924" fmla="*/ 3518573 h 6382977"/>
              <a:gd name="connsiteX4925" fmla="*/ 4643730 w 6501199"/>
              <a:gd name="connsiteY4925" fmla="*/ 3517881 h 6382977"/>
              <a:gd name="connsiteX4926" fmla="*/ 4643720 w 6501199"/>
              <a:gd name="connsiteY4926" fmla="*/ 3517872 h 6382977"/>
              <a:gd name="connsiteX4927" fmla="*/ 4652146 w 6501199"/>
              <a:gd name="connsiteY4927" fmla="*/ 3475037 h 6382977"/>
              <a:gd name="connsiteX4928" fmla="*/ 4669623 w 6501199"/>
              <a:gd name="connsiteY4928" fmla="*/ 3501373 h 6382977"/>
              <a:gd name="connsiteX4929" fmla="*/ 4676794 w 6501199"/>
              <a:gd name="connsiteY4929" fmla="*/ 3520687 h 6382977"/>
              <a:gd name="connsiteX4930" fmla="*/ 4687351 w 6501199"/>
              <a:gd name="connsiteY4930" fmla="*/ 3523042 h 6382977"/>
              <a:gd name="connsiteX4931" fmla="*/ 4694382 w 6501199"/>
              <a:gd name="connsiteY4931" fmla="*/ 3496235 h 6382977"/>
              <a:gd name="connsiteX4932" fmla="*/ 4746109 w 6501199"/>
              <a:gd name="connsiteY4932" fmla="*/ 3494087 h 6382977"/>
              <a:gd name="connsiteX4933" fmla="*/ 4732910 w 6501199"/>
              <a:gd name="connsiteY4933" fmla="*/ 3511985 h 6382977"/>
              <a:gd name="connsiteX4934" fmla="*/ 4737191 w 6501199"/>
              <a:gd name="connsiteY4934" fmla="*/ 3516639 h 6382977"/>
              <a:gd name="connsiteX4935" fmla="*/ 4712130 w 6501199"/>
              <a:gd name="connsiteY4935" fmla="*/ 3520755 h 6382977"/>
              <a:gd name="connsiteX4936" fmla="*/ 4698629 w 6501199"/>
              <a:gd name="connsiteY4936" fmla="*/ 3525558 h 6382977"/>
              <a:gd name="connsiteX4937" fmla="*/ 4705740 w 6501199"/>
              <a:gd name="connsiteY4937" fmla="*/ 3527144 h 6382977"/>
              <a:gd name="connsiteX4938" fmla="*/ 4757916 w 6501199"/>
              <a:gd name="connsiteY4938" fmla="*/ 3529664 h 6382977"/>
              <a:gd name="connsiteX4939" fmla="*/ 4873782 w 6501199"/>
              <a:gd name="connsiteY4939" fmla="*/ 3518146 h 6382977"/>
              <a:gd name="connsiteX4940" fmla="*/ 5126385 w 6501199"/>
              <a:gd name="connsiteY4940" fmla="*/ 3470275 h 6382977"/>
              <a:gd name="connsiteX4941" fmla="*/ 5114871 w 6501199"/>
              <a:gd name="connsiteY4941" fmla="*/ 3509148 h 6382977"/>
              <a:gd name="connsiteX4942" fmla="*/ 5026352 w 6501199"/>
              <a:gd name="connsiteY4942" fmla="*/ 3543341 h 6382977"/>
              <a:gd name="connsiteX4943" fmla="*/ 5006317 w 6501199"/>
              <a:gd name="connsiteY4943" fmla="*/ 3551957 h 6382977"/>
              <a:gd name="connsiteX4944" fmla="*/ 5009704 w 6501199"/>
              <a:gd name="connsiteY4944" fmla="*/ 3556904 h 6382977"/>
              <a:gd name="connsiteX4945" fmla="*/ 5007019 w 6501199"/>
              <a:gd name="connsiteY4945" fmla="*/ 3570551 h 6382977"/>
              <a:gd name="connsiteX4946" fmla="*/ 4984794 w 6501199"/>
              <a:gd name="connsiteY4946" fmla="*/ 3566186 h 6382977"/>
              <a:gd name="connsiteX4947" fmla="*/ 4985052 w 6501199"/>
              <a:gd name="connsiteY4947" fmla="*/ 3561102 h 6382977"/>
              <a:gd name="connsiteX4948" fmla="*/ 4983666 w 6501199"/>
              <a:gd name="connsiteY4948" fmla="*/ 3561698 h 6382977"/>
              <a:gd name="connsiteX4949" fmla="*/ 4961178 w 6501199"/>
              <a:gd name="connsiteY4949" fmla="*/ 3564852 h 6382977"/>
              <a:gd name="connsiteX4950" fmla="*/ 4980376 w 6501199"/>
              <a:gd name="connsiteY4950" fmla="*/ 3572257 h 6382977"/>
              <a:gd name="connsiteX4951" fmla="*/ 4874961 w 6501199"/>
              <a:gd name="connsiteY4951" fmla="*/ 3603948 h 6382977"/>
              <a:gd name="connsiteX4952" fmla="*/ 4875233 w 6501199"/>
              <a:gd name="connsiteY4952" fmla="*/ 3596025 h 6382977"/>
              <a:gd name="connsiteX4953" fmla="*/ 4876381 w 6501199"/>
              <a:gd name="connsiteY4953" fmla="*/ 3591245 h 6382977"/>
              <a:gd name="connsiteX4954" fmla="*/ 4874356 w 6501199"/>
              <a:gd name="connsiteY4954" fmla="*/ 3591752 h 6382977"/>
              <a:gd name="connsiteX4955" fmla="*/ 4680552 w 6501199"/>
              <a:gd name="connsiteY4955" fmla="*/ 3577175 h 6382977"/>
              <a:gd name="connsiteX4956" fmla="*/ 4621404 w 6501199"/>
              <a:gd name="connsiteY4956" fmla="*/ 3558054 h 6382977"/>
              <a:gd name="connsiteX4957" fmla="*/ 4592278 w 6501199"/>
              <a:gd name="connsiteY4957" fmla="*/ 3558503 h 6382977"/>
              <a:gd name="connsiteX4958" fmla="*/ 4585859 w 6501199"/>
              <a:gd name="connsiteY4958" fmla="*/ 3561185 h 6382977"/>
              <a:gd name="connsiteX4959" fmla="*/ 4576425 w 6501199"/>
              <a:gd name="connsiteY4959" fmla="*/ 3572875 h 6382977"/>
              <a:gd name="connsiteX4960" fmla="*/ 4566282 w 6501199"/>
              <a:gd name="connsiteY4960" fmla="*/ 3558904 h 6382977"/>
              <a:gd name="connsiteX4961" fmla="*/ 4551520 w 6501199"/>
              <a:gd name="connsiteY4961" fmla="*/ 3559132 h 6382977"/>
              <a:gd name="connsiteX4962" fmla="*/ 4553743 w 6501199"/>
              <a:gd name="connsiteY4962" fmla="*/ 3575035 h 6382977"/>
              <a:gd name="connsiteX4963" fmla="*/ 4501537 w 6501199"/>
              <a:gd name="connsiteY4963" fmla="*/ 3595556 h 6382977"/>
              <a:gd name="connsiteX4964" fmla="*/ 4490016 w 6501199"/>
              <a:gd name="connsiteY4964" fmla="*/ 3579715 h 6382977"/>
              <a:gd name="connsiteX4965" fmla="*/ 4369403 w 6501199"/>
              <a:gd name="connsiteY4965" fmla="*/ 3604556 h 6382977"/>
              <a:gd name="connsiteX4966" fmla="*/ 4251311 w 6501199"/>
              <a:gd name="connsiteY4966" fmla="*/ 3611396 h 6382977"/>
              <a:gd name="connsiteX4967" fmla="*/ 4244470 w 6501199"/>
              <a:gd name="connsiteY4967" fmla="*/ 3590875 h 6382977"/>
              <a:gd name="connsiteX4968" fmla="*/ 4246630 w 6501199"/>
              <a:gd name="connsiteY4968" fmla="*/ 3622917 h 6382977"/>
              <a:gd name="connsiteX4969" fmla="*/ 4030608 w 6501199"/>
              <a:gd name="connsiteY4969" fmla="*/ 3620757 h 6382977"/>
              <a:gd name="connsiteX4970" fmla="*/ 4037448 w 6501199"/>
              <a:gd name="connsiteY4970" fmla="*/ 3636598 h 6382977"/>
              <a:gd name="connsiteX4971" fmla="*/ 4012246 w 6501199"/>
              <a:gd name="connsiteY4971" fmla="*/ 3640918 h 6382977"/>
              <a:gd name="connsiteX4972" fmla="*/ 4007925 w 6501199"/>
              <a:gd name="connsiteY4972" fmla="*/ 3618237 h 6382977"/>
              <a:gd name="connsiteX4973" fmla="*/ 3998564 w 6501199"/>
              <a:gd name="connsiteY4973" fmla="*/ 3638758 h 6382977"/>
              <a:gd name="connsiteX4974" fmla="*/ 3994244 w 6501199"/>
              <a:gd name="connsiteY4974" fmla="*/ 3618237 h 6382977"/>
              <a:gd name="connsiteX4975" fmla="*/ 3930517 w 6501199"/>
              <a:gd name="connsiteY4975" fmla="*/ 3611396 h 6382977"/>
              <a:gd name="connsiteX4976" fmla="*/ 3948519 w 6501199"/>
              <a:gd name="connsiteY4976" fmla="*/ 3634078 h 6382977"/>
              <a:gd name="connsiteX4977" fmla="*/ 3925837 w 6501199"/>
              <a:gd name="connsiteY4977" fmla="*/ 3625077 h 6382977"/>
              <a:gd name="connsiteX4978" fmla="*/ 3896314 w 6501199"/>
              <a:gd name="connsiteY4978" fmla="*/ 3604556 h 6382977"/>
              <a:gd name="connsiteX4979" fmla="*/ 3914676 w 6501199"/>
              <a:gd name="connsiteY4979" fmla="*/ 3627597 h 6382977"/>
              <a:gd name="connsiteX4980" fmla="*/ 3908443 w 6501199"/>
              <a:gd name="connsiteY4980" fmla="*/ 3637751 h 6382977"/>
              <a:gd name="connsiteX4981" fmla="*/ 3908141 w 6501199"/>
              <a:gd name="connsiteY4981" fmla="*/ 3641398 h 6382977"/>
              <a:gd name="connsiteX4982" fmla="*/ 3926181 w 6501199"/>
              <a:gd name="connsiteY4982" fmla="*/ 3648258 h 6382977"/>
              <a:gd name="connsiteX4983" fmla="*/ 3914494 w 6501199"/>
              <a:gd name="connsiteY4983" fmla="*/ 3656201 h 6382977"/>
              <a:gd name="connsiteX4984" fmla="*/ 3907778 w 6501199"/>
              <a:gd name="connsiteY4984" fmla="*/ 3654211 h 6382977"/>
              <a:gd name="connsiteX4985" fmla="*/ 3907835 w 6501199"/>
              <a:gd name="connsiteY4985" fmla="*/ 3668279 h 6382977"/>
              <a:gd name="connsiteX4986" fmla="*/ 3921156 w 6501199"/>
              <a:gd name="connsiteY4986" fmla="*/ 3659279 h 6382977"/>
              <a:gd name="connsiteX4987" fmla="*/ 3918996 w 6501199"/>
              <a:gd name="connsiteY4987" fmla="*/ 3672960 h 6382977"/>
              <a:gd name="connsiteX4988" fmla="*/ 3934838 w 6501199"/>
              <a:gd name="connsiteY4988" fmla="*/ 3670440 h 6382977"/>
              <a:gd name="connsiteX4989" fmla="*/ 3887313 w 6501199"/>
              <a:gd name="connsiteY4989" fmla="*/ 3688800 h 6382977"/>
              <a:gd name="connsiteX4990" fmla="*/ 3882632 w 6501199"/>
              <a:gd name="connsiteY4990" fmla="*/ 3672960 h 6382977"/>
              <a:gd name="connsiteX4991" fmla="*/ 3768860 w 6501199"/>
              <a:gd name="connsiteY4991" fmla="*/ 3668279 h 6382977"/>
              <a:gd name="connsiteX4992" fmla="*/ 3789382 w 6501199"/>
              <a:gd name="connsiteY4992" fmla="*/ 3659279 h 6382977"/>
              <a:gd name="connsiteX4993" fmla="*/ 3777861 w 6501199"/>
              <a:gd name="connsiteY4993" fmla="*/ 3636598 h 6382977"/>
              <a:gd name="connsiteX4994" fmla="*/ 3734657 w 6501199"/>
              <a:gd name="connsiteY4994" fmla="*/ 3640918 h 6382977"/>
              <a:gd name="connsiteX4995" fmla="*/ 3737177 w 6501199"/>
              <a:gd name="connsiteY4995" fmla="*/ 3657119 h 6382977"/>
              <a:gd name="connsiteX4996" fmla="*/ 3741497 w 6501199"/>
              <a:gd name="connsiteY4996" fmla="*/ 3684120 h 6382977"/>
              <a:gd name="connsiteX4997" fmla="*/ 3725656 w 6501199"/>
              <a:gd name="connsiteY4997" fmla="*/ 3661439 h 6382977"/>
              <a:gd name="connsiteX4998" fmla="*/ 3707294 w 6501199"/>
              <a:gd name="connsiteY4998" fmla="*/ 3677280 h 6382977"/>
              <a:gd name="connsiteX4999" fmla="*/ 3709814 w 6501199"/>
              <a:gd name="connsiteY4999" fmla="*/ 3657119 h 6382977"/>
              <a:gd name="connsiteX5000" fmla="*/ 3670930 w 6501199"/>
              <a:gd name="connsiteY5000" fmla="*/ 3670440 h 6382977"/>
              <a:gd name="connsiteX5001" fmla="*/ 3620885 w 6501199"/>
              <a:gd name="connsiteY5001" fmla="*/ 3661439 h 6382977"/>
              <a:gd name="connsiteX5002" fmla="*/ 3623405 w 6501199"/>
              <a:gd name="connsiteY5002" fmla="*/ 3638758 h 6382977"/>
              <a:gd name="connsiteX5003" fmla="*/ 3596042 w 6501199"/>
              <a:gd name="connsiteY5003" fmla="*/ 3661439 h 6382977"/>
              <a:gd name="connsiteX5004" fmla="*/ 3529795 w 6501199"/>
              <a:gd name="connsiteY5004" fmla="*/ 3647758 h 6382977"/>
              <a:gd name="connsiteX5005" fmla="*/ 3529795 w 6501199"/>
              <a:gd name="connsiteY5005" fmla="*/ 3659279 h 6382977"/>
              <a:gd name="connsiteX5006" fmla="*/ 3548157 w 6501199"/>
              <a:gd name="connsiteY5006" fmla="*/ 3661439 h 6382977"/>
              <a:gd name="connsiteX5007" fmla="*/ 3542847 w 6501199"/>
              <a:gd name="connsiteY5007" fmla="*/ 3671970 h 6382977"/>
              <a:gd name="connsiteX5008" fmla="*/ 3542493 w 6501199"/>
              <a:gd name="connsiteY5008" fmla="*/ 3673135 h 6382977"/>
              <a:gd name="connsiteX5009" fmla="*/ 3558363 w 6501199"/>
              <a:gd name="connsiteY5009" fmla="*/ 3671361 h 6382977"/>
              <a:gd name="connsiteX5010" fmla="*/ 3558976 w 6501199"/>
              <a:gd name="connsiteY5010" fmla="*/ 3667505 h 6382977"/>
              <a:gd name="connsiteX5011" fmla="*/ 3559294 w 6501199"/>
              <a:gd name="connsiteY5011" fmla="*/ 3665504 h 6382977"/>
              <a:gd name="connsiteX5012" fmla="*/ 3589093 w 6501199"/>
              <a:gd name="connsiteY5012" fmla="*/ 3660775 h 6382977"/>
              <a:gd name="connsiteX5013" fmla="*/ 3590563 w 6501199"/>
              <a:gd name="connsiteY5013" fmla="*/ 3667762 h 6382977"/>
              <a:gd name="connsiteX5014" fmla="*/ 3600793 w 6501199"/>
              <a:gd name="connsiteY5014" fmla="*/ 3666618 h 6382977"/>
              <a:gd name="connsiteX5015" fmla="*/ 3596115 w 6501199"/>
              <a:gd name="connsiteY5015" fmla="*/ 3678908 h 6382977"/>
              <a:gd name="connsiteX5016" fmla="*/ 3609807 w 6501199"/>
              <a:gd name="connsiteY5016" fmla="*/ 3665504 h 6382977"/>
              <a:gd name="connsiteX5017" fmla="*/ 3616712 w 6501199"/>
              <a:gd name="connsiteY5017" fmla="*/ 3681512 h 6382977"/>
              <a:gd name="connsiteX5018" fmla="*/ 3600858 w 6501199"/>
              <a:gd name="connsiteY5018" fmla="*/ 3690470 h 6382977"/>
              <a:gd name="connsiteX5019" fmla="*/ 3594201 w 6501199"/>
              <a:gd name="connsiteY5019" fmla="*/ 3683935 h 6382977"/>
              <a:gd name="connsiteX5020" fmla="*/ 3588656 w 6501199"/>
              <a:gd name="connsiteY5020" fmla="*/ 3698499 h 6382977"/>
              <a:gd name="connsiteX5021" fmla="*/ 3530245 w 6501199"/>
              <a:gd name="connsiteY5021" fmla="*/ 3737176 h 6382977"/>
              <a:gd name="connsiteX5022" fmla="*/ 3500729 w 6501199"/>
              <a:gd name="connsiteY5022" fmla="*/ 3718816 h 6382977"/>
              <a:gd name="connsiteX5023" fmla="*/ 3425690 w 6501199"/>
              <a:gd name="connsiteY5023" fmla="*/ 3735591 h 6382977"/>
              <a:gd name="connsiteX5024" fmla="*/ 3425384 w 6501199"/>
              <a:gd name="connsiteY5024" fmla="*/ 3736683 h 6382977"/>
              <a:gd name="connsiteX5025" fmla="*/ 3424297 w 6501199"/>
              <a:gd name="connsiteY5025" fmla="*/ 3735903 h 6382977"/>
              <a:gd name="connsiteX5026" fmla="*/ 3420012 w 6501199"/>
              <a:gd name="connsiteY5026" fmla="*/ 3736860 h 6382977"/>
              <a:gd name="connsiteX5027" fmla="*/ 3401802 w 6501199"/>
              <a:gd name="connsiteY5027" fmla="*/ 3740852 h 6382977"/>
              <a:gd name="connsiteX5028" fmla="*/ 3400182 w 6501199"/>
              <a:gd name="connsiteY5028" fmla="*/ 3745683 h 6382977"/>
              <a:gd name="connsiteX5029" fmla="*/ 3395375 w 6501199"/>
              <a:gd name="connsiteY5029" fmla="*/ 3742261 h 6382977"/>
              <a:gd name="connsiteX5030" fmla="*/ 3370631 w 6501199"/>
              <a:gd name="connsiteY5030" fmla="*/ 3747685 h 6382977"/>
              <a:gd name="connsiteX5031" fmla="*/ 3370659 w 6501199"/>
              <a:gd name="connsiteY5031" fmla="*/ 3747843 h 6382977"/>
              <a:gd name="connsiteX5032" fmla="*/ 3350136 w 6501199"/>
              <a:gd name="connsiteY5032" fmla="*/ 3752523 h 6382977"/>
              <a:gd name="connsiteX5033" fmla="*/ 3359497 w 6501199"/>
              <a:gd name="connsiteY5033" fmla="*/ 3766204 h 6382977"/>
              <a:gd name="connsiteX5034" fmla="*/ 3343476 w 6501199"/>
              <a:gd name="connsiteY5034" fmla="*/ 3765079 h 6382977"/>
              <a:gd name="connsiteX5035" fmla="*/ 3338351 w 6501199"/>
              <a:gd name="connsiteY5035" fmla="*/ 3753972 h 6382977"/>
              <a:gd name="connsiteX5036" fmla="*/ 3310539 w 6501199"/>
              <a:gd name="connsiteY5036" fmla="*/ 3757316 h 6382977"/>
              <a:gd name="connsiteX5037" fmla="*/ 3313773 w 6501199"/>
              <a:gd name="connsiteY5037" fmla="*/ 3759364 h 6382977"/>
              <a:gd name="connsiteX5038" fmla="*/ 3309812 w 6501199"/>
              <a:gd name="connsiteY5038" fmla="*/ 3766204 h 6382977"/>
              <a:gd name="connsiteX5039" fmla="*/ 3296851 w 6501199"/>
              <a:gd name="connsiteY5039" fmla="*/ 3760686 h 6382977"/>
              <a:gd name="connsiteX5040" fmla="*/ 3292125 w 6501199"/>
              <a:gd name="connsiteY5040" fmla="*/ 3759529 h 6382977"/>
              <a:gd name="connsiteX5041" fmla="*/ 3291499 w 6501199"/>
              <a:gd name="connsiteY5041" fmla="*/ 3759605 h 6382977"/>
              <a:gd name="connsiteX5042" fmla="*/ 3293116 w 6501199"/>
              <a:gd name="connsiteY5042" fmla="*/ 3767644 h 6382977"/>
              <a:gd name="connsiteX5043" fmla="*/ 3298291 w 6501199"/>
              <a:gd name="connsiteY5043" fmla="*/ 3784565 h 6382977"/>
              <a:gd name="connsiteX5044" fmla="*/ 3293610 w 6501199"/>
              <a:gd name="connsiteY5044" fmla="*/ 3791405 h 6382977"/>
              <a:gd name="connsiteX5045" fmla="*/ 3286275 w 6501199"/>
              <a:gd name="connsiteY5045" fmla="*/ 3776420 h 6382977"/>
              <a:gd name="connsiteX5046" fmla="*/ 3283485 w 6501199"/>
              <a:gd name="connsiteY5046" fmla="*/ 3760568 h 6382977"/>
              <a:gd name="connsiteX5047" fmla="*/ 3271446 w 6501199"/>
              <a:gd name="connsiteY5047" fmla="*/ 3762015 h 6382977"/>
              <a:gd name="connsiteX5048" fmla="*/ 3263906 w 6501199"/>
              <a:gd name="connsiteY5048" fmla="*/ 3761813 h 6382977"/>
              <a:gd name="connsiteX5049" fmla="*/ 3264087 w 6501199"/>
              <a:gd name="connsiteY5049" fmla="*/ 3766204 h 6382977"/>
              <a:gd name="connsiteX5050" fmla="*/ 3270928 w 6501199"/>
              <a:gd name="connsiteY5050" fmla="*/ 3768364 h 6382977"/>
              <a:gd name="connsiteX5051" fmla="*/ 3253331 w 6501199"/>
              <a:gd name="connsiteY5051" fmla="*/ 3761929 h 6382977"/>
              <a:gd name="connsiteX5052" fmla="*/ 3252404 w 6501199"/>
              <a:gd name="connsiteY5052" fmla="*/ 3761505 h 6382977"/>
              <a:gd name="connsiteX5053" fmla="*/ 3239348 w 6501199"/>
              <a:gd name="connsiteY5053" fmla="*/ 3761155 h 6382977"/>
              <a:gd name="connsiteX5054" fmla="*/ 3238731 w 6501199"/>
              <a:gd name="connsiteY5054" fmla="*/ 3762404 h 6382977"/>
              <a:gd name="connsiteX5055" fmla="*/ 3239245 w 6501199"/>
              <a:gd name="connsiteY5055" fmla="*/ 3777365 h 6382977"/>
              <a:gd name="connsiteX5056" fmla="*/ 3205041 w 6501199"/>
              <a:gd name="connsiteY5056" fmla="*/ 3777365 h 6382977"/>
              <a:gd name="connsiteX5057" fmla="*/ 3207201 w 6501199"/>
              <a:gd name="connsiteY5057" fmla="*/ 3786725 h 6382977"/>
              <a:gd name="connsiteX5058" fmla="*/ 3229884 w 6501199"/>
              <a:gd name="connsiteY5058" fmla="*/ 3818406 h 6382977"/>
              <a:gd name="connsiteX5059" fmla="*/ 3209362 w 6501199"/>
              <a:gd name="connsiteY5059" fmla="*/ 3814086 h 6382977"/>
              <a:gd name="connsiteX5060" fmla="*/ 3196040 w 6501199"/>
              <a:gd name="connsiteY5060" fmla="*/ 3795726 h 6382977"/>
              <a:gd name="connsiteX5061" fmla="*/ 3200361 w 6501199"/>
              <a:gd name="connsiteY5061" fmla="*/ 3816246 h 6382977"/>
              <a:gd name="connsiteX5062" fmla="*/ 3193520 w 6501199"/>
              <a:gd name="connsiteY5062" fmla="*/ 3818406 h 6382977"/>
              <a:gd name="connsiteX5063" fmla="*/ 3170838 w 6501199"/>
              <a:gd name="connsiteY5063" fmla="*/ 3788885 h 6382977"/>
              <a:gd name="connsiteX5064" fmla="*/ 3196040 w 6501199"/>
              <a:gd name="connsiteY5064" fmla="*/ 3861609 h 6382977"/>
              <a:gd name="connsiteX5065" fmla="*/ 3193520 w 6501199"/>
              <a:gd name="connsiteY5065" fmla="*/ 3868449 h 6382977"/>
              <a:gd name="connsiteX5066" fmla="*/ 3172998 w 6501199"/>
              <a:gd name="connsiteY5066" fmla="*/ 3854768 h 6382977"/>
              <a:gd name="connsiteX5067" fmla="*/ 3179839 w 6501199"/>
              <a:gd name="connsiteY5067" fmla="*/ 3904811 h 6382977"/>
              <a:gd name="connsiteX5068" fmla="*/ 3216202 w 6501199"/>
              <a:gd name="connsiteY5068" fmla="*/ 3921011 h 6382977"/>
              <a:gd name="connsiteX5069" fmla="*/ 3198200 w 6501199"/>
              <a:gd name="connsiteY5069" fmla="*/ 3909491 h 6382977"/>
              <a:gd name="connsiteX5070" fmla="*/ 3186679 w 6501199"/>
              <a:gd name="connsiteY5070" fmla="*/ 3936852 h 6382977"/>
              <a:gd name="connsiteX5071" fmla="*/ 3175518 w 6501199"/>
              <a:gd name="connsiteY5071" fmla="*/ 3911651 h 6382977"/>
              <a:gd name="connsiteX5072" fmla="*/ 3175518 w 6501199"/>
              <a:gd name="connsiteY5072" fmla="*/ 3961693 h 6382977"/>
              <a:gd name="connsiteX5073" fmla="*/ 3163997 w 6501199"/>
              <a:gd name="connsiteY5073" fmla="*/ 3941172 h 6382977"/>
              <a:gd name="connsiteX5074" fmla="*/ 3170838 w 6501199"/>
              <a:gd name="connsiteY5074" fmla="*/ 3932172 h 6382977"/>
              <a:gd name="connsiteX5075" fmla="*/ 3170838 w 6501199"/>
              <a:gd name="connsiteY5075" fmla="*/ 3921011 h 6382977"/>
              <a:gd name="connsiteX5076" fmla="*/ 3159676 w 6501199"/>
              <a:gd name="connsiteY5076" fmla="*/ 3902650 h 6382977"/>
              <a:gd name="connsiteX5077" fmla="*/ 3166157 w 6501199"/>
              <a:gd name="connsiteY5077" fmla="*/ 3916331 h 6382977"/>
              <a:gd name="connsiteX5078" fmla="*/ 3152836 w 6501199"/>
              <a:gd name="connsiteY5078" fmla="*/ 3918491 h 6382977"/>
              <a:gd name="connsiteX5079" fmla="*/ 3132314 w 6501199"/>
              <a:gd name="connsiteY5079" fmla="*/ 3888970 h 6382977"/>
              <a:gd name="connsiteX5080" fmla="*/ 3116112 w 6501199"/>
              <a:gd name="connsiteY5080" fmla="*/ 3888970 h 6382977"/>
              <a:gd name="connsiteX5081" fmla="*/ 3145995 w 6501199"/>
              <a:gd name="connsiteY5081" fmla="*/ 3927852 h 6382977"/>
              <a:gd name="connsiteX5082" fmla="*/ 3136634 w 6501199"/>
              <a:gd name="connsiteY5082" fmla="*/ 3936852 h 6382977"/>
              <a:gd name="connsiteX5083" fmla="*/ 3132314 w 6501199"/>
              <a:gd name="connsiteY5083" fmla="*/ 3916331 h 6382977"/>
              <a:gd name="connsiteX5084" fmla="*/ 3118632 w 6501199"/>
              <a:gd name="connsiteY5084" fmla="*/ 3916331 h 6382977"/>
              <a:gd name="connsiteX5085" fmla="*/ 3129793 w 6501199"/>
              <a:gd name="connsiteY5085" fmla="*/ 3927852 h 6382977"/>
              <a:gd name="connsiteX5086" fmla="*/ 3118632 w 6501199"/>
              <a:gd name="connsiteY5086" fmla="*/ 3945853 h 6382977"/>
              <a:gd name="connsiteX5087" fmla="*/ 3079748 w 6501199"/>
              <a:gd name="connsiteY5087" fmla="*/ 3954853 h 6382977"/>
              <a:gd name="connsiteX5088" fmla="*/ 3082268 w 6501199"/>
              <a:gd name="connsiteY5088" fmla="*/ 3948013 h 6382977"/>
              <a:gd name="connsiteX5089" fmla="*/ 3075428 w 6501199"/>
              <a:gd name="connsiteY5089" fmla="*/ 3945853 h 6382977"/>
              <a:gd name="connsiteX5090" fmla="*/ 3089109 w 6501199"/>
              <a:gd name="connsiteY5090" fmla="*/ 3939012 h 6382977"/>
              <a:gd name="connsiteX5091" fmla="*/ 3084429 w 6501199"/>
              <a:gd name="connsiteY5091" fmla="*/ 3930012 h 6382977"/>
              <a:gd name="connsiteX5092" fmla="*/ 3061746 w 6501199"/>
              <a:gd name="connsiteY5092" fmla="*/ 3918491 h 6382977"/>
              <a:gd name="connsiteX5093" fmla="*/ 3095950 w 6501199"/>
              <a:gd name="connsiteY5093" fmla="*/ 3975374 h 6382977"/>
              <a:gd name="connsiteX5094" fmla="*/ 3089109 w 6501199"/>
              <a:gd name="connsiteY5094" fmla="*/ 3980054 h 6382977"/>
              <a:gd name="connsiteX5095" fmla="*/ 3072907 w 6501199"/>
              <a:gd name="connsiteY5095" fmla="*/ 3973214 h 6382977"/>
              <a:gd name="connsiteX5096" fmla="*/ 3086589 w 6501199"/>
              <a:gd name="connsiteY5096" fmla="*/ 3986894 h 6382977"/>
              <a:gd name="connsiteX5097" fmla="*/ 3086589 w 6501199"/>
              <a:gd name="connsiteY5097" fmla="*/ 4018576 h 6382977"/>
              <a:gd name="connsiteX5098" fmla="*/ 3082268 w 6501199"/>
              <a:gd name="connsiteY5098" fmla="*/ 4009576 h 6382977"/>
              <a:gd name="connsiteX5099" fmla="*/ 3066067 w 6501199"/>
              <a:gd name="connsiteY5099" fmla="*/ 3995895 h 6382977"/>
              <a:gd name="connsiteX5100" fmla="*/ 3075428 w 6501199"/>
              <a:gd name="connsiteY5100" fmla="*/ 3989055 h 6382977"/>
              <a:gd name="connsiteX5101" fmla="*/ 3063906 w 6501199"/>
              <a:gd name="connsiteY5101" fmla="*/ 3977894 h 6382977"/>
              <a:gd name="connsiteX5102" fmla="*/ 3057066 w 6501199"/>
              <a:gd name="connsiteY5102" fmla="*/ 3989055 h 6382977"/>
              <a:gd name="connsiteX5103" fmla="*/ 3061746 w 6501199"/>
              <a:gd name="connsiteY5103" fmla="*/ 4023256 h 6382977"/>
              <a:gd name="connsiteX5104" fmla="*/ 3052385 w 6501199"/>
              <a:gd name="connsiteY5104" fmla="*/ 3991575 h 6382977"/>
              <a:gd name="connsiteX5105" fmla="*/ 3043384 w 6501199"/>
              <a:gd name="connsiteY5105" fmla="*/ 3980054 h 6382977"/>
              <a:gd name="connsiteX5106" fmla="*/ 3050225 w 6501199"/>
              <a:gd name="connsiteY5106" fmla="*/ 4007416 h 6382977"/>
              <a:gd name="connsiteX5107" fmla="*/ 3032223 w 6501199"/>
              <a:gd name="connsiteY5107" fmla="*/ 3989055 h 6382977"/>
              <a:gd name="connsiteX5108" fmla="*/ 3027543 w 6501199"/>
              <a:gd name="connsiteY5108" fmla="*/ 4004895 h 6382977"/>
              <a:gd name="connsiteX5109" fmla="*/ 3041224 w 6501199"/>
              <a:gd name="connsiteY5109" fmla="*/ 4018576 h 6382977"/>
              <a:gd name="connsiteX5110" fmla="*/ 3032223 w 6501199"/>
              <a:gd name="connsiteY5110" fmla="*/ 4014256 h 6382977"/>
              <a:gd name="connsiteX5111" fmla="*/ 3029703 w 6501199"/>
              <a:gd name="connsiteY5111" fmla="*/ 4023256 h 6382977"/>
              <a:gd name="connsiteX5112" fmla="*/ 3052385 w 6501199"/>
              <a:gd name="connsiteY5112" fmla="*/ 4057458 h 6382977"/>
              <a:gd name="connsiteX5113" fmla="*/ 3070747 w 6501199"/>
              <a:gd name="connsiteY5113" fmla="*/ 4059618 h 6382977"/>
              <a:gd name="connsiteX5114" fmla="*/ 3061746 w 6501199"/>
              <a:gd name="connsiteY5114" fmla="*/ 4041617 h 6382977"/>
              <a:gd name="connsiteX5115" fmla="*/ 3070747 w 6501199"/>
              <a:gd name="connsiteY5115" fmla="*/ 4041617 h 6382977"/>
              <a:gd name="connsiteX5116" fmla="*/ 3091269 w 6501199"/>
              <a:gd name="connsiteY5116" fmla="*/ 4077979 h 6382977"/>
              <a:gd name="connsiteX5117" fmla="*/ 3077588 w 6501199"/>
              <a:gd name="connsiteY5117" fmla="*/ 4061778 h 6382977"/>
              <a:gd name="connsiteX5118" fmla="*/ 3075428 w 6501199"/>
              <a:gd name="connsiteY5118" fmla="*/ 4082299 h 6382977"/>
              <a:gd name="connsiteX5119" fmla="*/ 3086589 w 6501199"/>
              <a:gd name="connsiteY5119" fmla="*/ 4091660 h 6382977"/>
              <a:gd name="connsiteX5120" fmla="*/ 3070747 w 6501199"/>
              <a:gd name="connsiteY5120" fmla="*/ 4100660 h 6382977"/>
              <a:gd name="connsiteX5121" fmla="*/ 3059226 w 6501199"/>
              <a:gd name="connsiteY5121" fmla="*/ 4084819 h 6382977"/>
              <a:gd name="connsiteX5122" fmla="*/ 3070747 w 6501199"/>
              <a:gd name="connsiteY5122" fmla="*/ 4107500 h 6382977"/>
              <a:gd name="connsiteX5123" fmla="*/ 3052385 w 6501199"/>
              <a:gd name="connsiteY5123" fmla="*/ 4091660 h 6382977"/>
              <a:gd name="connsiteX5124" fmla="*/ 3022862 w 6501199"/>
              <a:gd name="connsiteY5124" fmla="*/ 4098140 h 6382977"/>
              <a:gd name="connsiteX5125" fmla="*/ 3045544 w 6501199"/>
              <a:gd name="connsiteY5125" fmla="*/ 4109660 h 6382977"/>
              <a:gd name="connsiteX5126" fmla="*/ 3027543 w 6501199"/>
              <a:gd name="connsiteY5126" fmla="*/ 4107500 h 6382977"/>
              <a:gd name="connsiteX5127" fmla="*/ 3020702 w 6501199"/>
              <a:gd name="connsiteY5127" fmla="*/ 4121181 h 6382977"/>
              <a:gd name="connsiteX5128" fmla="*/ 3034383 w 6501199"/>
              <a:gd name="connsiteY5128" fmla="*/ 4123341 h 6382977"/>
              <a:gd name="connsiteX5129" fmla="*/ 3013861 w 6501199"/>
              <a:gd name="connsiteY5129" fmla="*/ 4152862 h 6382977"/>
              <a:gd name="connsiteX5130" fmla="*/ 3018542 w 6501199"/>
              <a:gd name="connsiteY5130" fmla="*/ 4125501 h 6382977"/>
              <a:gd name="connsiteX5131" fmla="*/ 2995499 w 6501199"/>
              <a:gd name="connsiteY5131" fmla="*/ 4095980 h 6382977"/>
              <a:gd name="connsiteX5132" fmla="*/ 2984338 w 6501199"/>
              <a:gd name="connsiteY5132" fmla="*/ 4102820 h 6382977"/>
              <a:gd name="connsiteX5133" fmla="*/ 3009181 w 6501199"/>
              <a:gd name="connsiteY5133" fmla="*/ 4134862 h 6382977"/>
              <a:gd name="connsiteX5134" fmla="*/ 2986498 w 6501199"/>
              <a:gd name="connsiteY5134" fmla="*/ 4139182 h 6382977"/>
              <a:gd name="connsiteX5135" fmla="*/ 3013861 w 6501199"/>
              <a:gd name="connsiteY5135" fmla="*/ 4152862 h 6382977"/>
              <a:gd name="connsiteX5136" fmla="*/ 3032223 w 6501199"/>
              <a:gd name="connsiteY5136" fmla="*/ 4178064 h 6382977"/>
              <a:gd name="connsiteX5137" fmla="*/ 3011701 w 6501199"/>
              <a:gd name="connsiteY5137" fmla="*/ 4171223 h 6382977"/>
              <a:gd name="connsiteX5138" fmla="*/ 3013861 w 6501199"/>
              <a:gd name="connsiteY5138" fmla="*/ 4161863 h 6382977"/>
              <a:gd name="connsiteX5139" fmla="*/ 3000180 w 6501199"/>
              <a:gd name="connsiteY5139" fmla="*/ 4178064 h 6382977"/>
              <a:gd name="connsiteX5140" fmla="*/ 3007020 w 6501199"/>
              <a:gd name="connsiteY5140" fmla="*/ 4168703 h 6382977"/>
              <a:gd name="connsiteX5141" fmla="*/ 3011701 w 6501199"/>
              <a:gd name="connsiteY5141" fmla="*/ 4205065 h 6382977"/>
              <a:gd name="connsiteX5142" fmla="*/ 2993339 w 6501199"/>
              <a:gd name="connsiteY5142" fmla="*/ 4193904 h 6382977"/>
              <a:gd name="connsiteX5143" fmla="*/ 2984338 w 6501199"/>
              <a:gd name="connsiteY5143" fmla="*/ 4180224 h 6382977"/>
              <a:gd name="connsiteX5144" fmla="*/ 2979658 w 6501199"/>
              <a:gd name="connsiteY5144" fmla="*/ 4189224 h 6382977"/>
              <a:gd name="connsiteX5145" fmla="*/ 2959135 w 6501199"/>
              <a:gd name="connsiteY5145" fmla="*/ 4173383 h 6382977"/>
              <a:gd name="connsiteX5146" fmla="*/ 2984338 w 6501199"/>
              <a:gd name="connsiteY5146" fmla="*/ 4207585 h 6382977"/>
              <a:gd name="connsiteX5147" fmla="*/ 2977497 w 6501199"/>
              <a:gd name="connsiteY5147" fmla="*/ 4225586 h 6382977"/>
              <a:gd name="connsiteX5148" fmla="*/ 2952295 w 6501199"/>
              <a:gd name="connsiteY5148" fmla="*/ 4228106 h 6382977"/>
              <a:gd name="connsiteX5149" fmla="*/ 2977497 w 6501199"/>
              <a:gd name="connsiteY5149" fmla="*/ 4243947 h 6382977"/>
              <a:gd name="connsiteX5150" fmla="*/ 2952295 w 6501199"/>
              <a:gd name="connsiteY5150" fmla="*/ 4239266 h 6382977"/>
              <a:gd name="connsiteX5151" fmla="*/ 2945454 w 6501199"/>
              <a:gd name="connsiteY5151" fmla="*/ 4248627 h 6382977"/>
              <a:gd name="connsiteX5152" fmla="*/ 2925292 w 6501199"/>
              <a:gd name="connsiteY5152" fmla="*/ 4234946 h 6382977"/>
              <a:gd name="connsiteX5153" fmla="*/ 2947974 w 6501199"/>
              <a:gd name="connsiteY5153" fmla="*/ 4255467 h 6382977"/>
              <a:gd name="connsiteX5154" fmla="*/ 2954815 w 6501199"/>
              <a:gd name="connsiteY5154" fmla="*/ 4252947 h 6382977"/>
              <a:gd name="connsiteX5155" fmla="*/ 2950134 w 6501199"/>
              <a:gd name="connsiteY5155" fmla="*/ 4259788 h 6382977"/>
              <a:gd name="connsiteX5156" fmla="*/ 2959135 w 6501199"/>
              <a:gd name="connsiteY5156" fmla="*/ 4275628 h 6382977"/>
              <a:gd name="connsiteX5157" fmla="*/ 2931773 w 6501199"/>
              <a:gd name="connsiteY5157" fmla="*/ 4282469 h 6382977"/>
              <a:gd name="connsiteX5158" fmla="*/ 2959135 w 6501199"/>
              <a:gd name="connsiteY5158" fmla="*/ 4287149 h 6382977"/>
              <a:gd name="connsiteX5159" fmla="*/ 2952295 w 6501199"/>
              <a:gd name="connsiteY5159" fmla="*/ 4309830 h 6382977"/>
              <a:gd name="connsiteX5160" fmla="*/ 2952295 w 6501199"/>
              <a:gd name="connsiteY5160" fmla="*/ 4296149 h 6382977"/>
              <a:gd name="connsiteX5161" fmla="*/ 2931773 w 6501199"/>
              <a:gd name="connsiteY5161" fmla="*/ 4316670 h 6382977"/>
              <a:gd name="connsiteX5162" fmla="*/ 2952295 w 6501199"/>
              <a:gd name="connsiteY5162" fmla="*/ 4328191 h 6382977"/>
              <a:gd name="connsiteX5163" fmla="*/ 2927452 w 6501199"/>
              <a:gd name="connsiteY5163" fmla="*/ 4332511 h 6382977"/>
              <a:gd name="connsiteX5164" fmla="*/ 2943294 w 6501199"/>
              <a:gd name="connsiteY5164" fmla="*/ 4350872 h 6382977"/>
              <a:gd name="connsiteX5165" fmla="*/ 2915931 w 6501199"/>
              <a:gd name="connsiteY5165" fmla="*/ 4391914 h 6382977"/>
              <a:gd name="connsiteX5166" fmla="*/ 2897929 w 6501199"/>
              <a:gd name="connsiteY5166" fmla="*/ 4382553 h 6382977"/>
              <a:gd name="connsiteX5167" fmla="*/ 2879567 w 6501199"/>
              <a:gd name="connsiteY5167" fmla="*/ 4464637 h 6382977"/>
              <a:gd name="connsiteX5168" fmla="*/ 2877407 w 6501199"/>
              <a:gd name="connsiteY5168" fmla="*/ 4473638 h 6382977"/>
              <a:gd name="connsiteX5169" fmla="*/ 2879567 w 6501199"/>
              <a:gd name="connsiteY5169" fmla="*/ 4480478 h 6382977"/>
              <a:gd name="connsiteX5170" fmla="*/ 2893248 w 6501199"/>
              <a:gd name="connsiteY5170" fmla="*/ 4475798 h 6382977"/>
              <a:gd name="connsiteX5171" fmla="*/ 2891088 w 6501199"/>
              <a:gd name="connsiteY5171" fmla="*/ 4521520 h 6382977"/>
              <a:gd name="connsiteX5172" fmla="*/ 2874887 w 6501199"/>
              <a:gd name="connsiteY5172" fmla="*/ 4555722 h 6382977"/>
              <a:gd name="connsiteX5173" fmla="*/ 2843203 w 6501199"/>
              <a:gd name="connsiteY5173" fmla="*/ 4637445 h 6382977"/>
              <a:gd name="connsiteX5174" fmla="*/ 2829522 w 6501199"/>
              <a:gd name="connsiteY5174" fmla="*/ 4628445 h 6382977"/>
              <a:gd name="connsiteX5175" fmla="*/ 2815840 w 6501199"/>
              <a:gd name="connsiteY5175" fmla="*/ 4651126 h 6382977"/>
              <a:gd name="connsiteX5176" fmla="*/ 2832042 w 6501199"/>
              <a:gd name="connsiteY5176" fmla="*/ 4653286 h 6382977"/>
              <a:gd name="connsiteX5177" fmla="*/ 2804679 w 6501199"/>
              <a:gd name="connsiteY5177" fmla="*/ 4726010 h 6382977"/>
              <a:gd name="connsiteX5178" fmla="*/ 2779477 w 6501199"/>
              <a:gd name="connsiteY5178" fmla="*/ 4723850 h 6382977"/>
              <a:gd name="connsiteX5179" fmla="*/ 2784157 w 6501199"/>
              <a:gd name="connsiteY5179" fmla="*/ 4746891 h 6382977"/>
              <a:gd name="connsiteX5180" fmla="*/ 2765795 w 6501199"/>
              <a:gd name="connsiteY5180" fmla="*/ 4755891 h 6382977"/>
              <a:gd name="connsiteX5181" fmla="*/ 2795318 w 6501199"/>
              <a:gd name="connsiteY5181" fmla="*/ 4755891 h 6382977"/>
              <a:gd name="connsiteX5182" fmla="*/ 2786317 w 6501199"/>
              <a:gd name="connsiteY5182" fmla="*/ 4778572 h 6382977"/>
              <a:gd name="connsiteX5183" fmla="*/ 2747793 w 6501199"/>
              <a:gd name="connsiteY5183" fmla="*/ 4823934 h 6382977"/>
              <a:gd name="connsiteX5184" fmla="*/ 2777316 w 6501199"/>
              <a:gd name="connsiteY5184" fmla="*/ 4814934 h 6382977"/>
              <a:gd name="connsiteX5185" fmla="*/ 2768315 w 6501199"/>
              <a:gd name="connsiteY5185" fmla="*/ 4819614 h 6382977"/>
              <a:gd name="connsiteX5186" fmla="*/ 2754634 w 6501199"/>
              <a:gd name="connsiteY5186" fmla="*/ 4855976 h 6382977"/>
              <a:gd name="connsiteX5187" fmla="*/ 2770476 w 6501199"/>
              <a:gd name="connsiteY5187" fmla="*/ 4858136 h 6382977"/>
              <a:gd name="connsiteX5188" fmla="*/ 2747793 w 6501199"/>
              <a:gd name="connsiteY5188" fmla="*/ 4883337 h 6382977"/>
              <a:gd name="connsiteX5189" fmla="*/ 2743113 w 6501199"/>
              <a:gd name="connsiteY5189" fmla="*/ 4906018 h 6382977"/>
              <a:gd name="connsiteX5190" fmla="*/ 2734112 w 6501199"/>
              <a:gd name="connsiteY5190" fmla="*/ 4919699 h 6382977"/>
              <a:gd name="connsiteX5191" fmla="*/ 2745273 w 6501199"/>
              <a:gd name="connsiteY5191" fmla="*/ 4937700 h 6382977"/>
              <a:gd name="connsiteX5192" fmla="*/ 2754634 w 6501199"/>
              <a:gd name="connsiteY5192" fmla="*/ 4919699 h 6382977"/>
              <a:gd name="connsiteX5193" fmla="*/ 2829522 w 6501199"/>
              <a:gd name="connsiteY5193" fmla="*/ 4926539 h 6382977"/>
              <a:gd name="connsiteX5194" fmla="*/ 2757874 w 6501199"/>
              <a:gd name="connsiteY5194" fmla="*/ 4955116 h 6382977"/>
              <a:gd name="connsiteX5195" fmla="*/ 2691823 w 6501199"/>
              <a:gd name="connsiteY5195" fmla="*/ 4983202 h 6382977"/>
              <a:gd name="connsiteX5196" fmla="*/ 2691621 w 6501199"/>
              <a:gd name="connsiteY5196" fmla="*/ 4988380 h 6382977"/>
              <a:gd name="connsiteX5197" fmla="*/ 2693405 w 6501199"/>
              <a:gd name="connsiteY5197" fmla="*/ 4989306 h 6382977"/>
              <a:gd name="connsiteX5198" fmla="*/ 2711429 w 6501199"/>
              <a:gd name="connsiteY5198" fmla="*/ 4997102 h 6382977"/>
              <a:gd name="connsiteX5199" fmla="*/ 2734112 w 6501199"/>
              <a:gd name="connsiteY5199" fmla="*/ 4992422 h 6382977"/>
              <a:gd name="connsiteX5200" fmla="*/ 2738432 w 6501199"/>
              <a:gd name="connsiteY5200" fmla="*/ 4971901 h 6382977"/>
              <a:gd name="connsiteX5201" fmla="*/ 2743113 w 6501199"/>
              <a:gd name="connsiteY5201" fmla="*/ 4992422 h 6382977"/>
              <a:gd name="connsiteX5202" fmla="*/ 2781637 w 6501199"/>
              <a:gd name="connsiteY5202" fmla="*/ 4992422 h 6382977"/>
              <a:gd name="connsiteX5203" fmla="*/ 2825201 w 6501199"/>
              <a:gd name="connsiteY5203" fmla="*/ 4983422 h 6382977"/>
              <a:gd name="connsiteX5204" fmla="*/ 2809000 w 6501199"/>
              <a:gd name="connsiteY5204" fmla="*/ 5008263 h 6382977"/>
              <a:gd name="connsiteX5205" fmla="*/ 2734112 w 6501199"/>
              <a:gd name="connsiteY5205" fmla="*/ 5015103 h 6382977"/>
              <a:gd name="connsiteX5206" fmla="*/ 2693067 w 6501199"/>
              <a:gd name="connsiteY5206" fmla="*/ 5026624 h 6382977"/>
              <a:gd name="connsiteX5207" fmla="*/ 2694063 w 6501199"/>
              <a:gd name="connsiteY5207" fmla="*/ 5037486 h 6382977"/>
              <a:gd name="connsiteX5208" fmla="*/ 2693543 w 6501199"/>
              <a:gd name="connsiteY5208" fmla="*/ 5039263 h 6382977"/>
              <a:gd name="connsiteX5209" fmla="*/ 2695469 w 6501199"/>
              <a:gd name="connsiteY5209" fmla="*/ 5066073 h 6382977"/>
              <a:gd name="connsiteX5210" fmla="*/ 2694324 w 6501199"/>
              <a:gd name="connsiteY5210" fmla="*/ 5066078 h 6382977"/>
              <a:gd name="connsiteX5211" fmla="*/ 2695228 w 6501199"/>
              <a:gd name="connsiteY5211" fmla="*/ 5067306 h 6382977"/>
              <a:gd name="connsiteX5212" fmla="*/ 2706749 w 6501199"/>
              <a:gd name="connsiteY5212" fmla="*/ 5044625 h 6382977"/>
              <a:gd name="connsiteX5213" fmla="*/ 2763635 w 6501199"/>
              <a:gd name="connsiteY5213" fmla="*/ 5051465 h 6382977"/>
              <a:gd name="connsiteX5214" fmla="*/ 2763635 w 6501199"/>
              <a:gd name="connsiteY5214" fmla="*/ 5074146 h 6382977"/>
              <a:gd name="connsiteX5215" fmla="*/ 2708909 w 6501199"/>
              <a:gd name="connsiteY5215" fmla="*/ 5085667 h 6382977"/>
              <a:gd name="connsiteX5216" fmla="*/ 2699908 w 6501199"/>
              <a:gd name="connsiteY5216" fmla="*/ 5071986 h 6382977"/>
              <a:gd name="connsiteX5217" fmla="*/ 2656704 w 6501199"/>
              <a:gd name="connsiteY5217" fmla="*/ 5099347 h 6382977"/>
              <a:gd name="connsiteX5218" fmla="*/ 2681546 w 6501199"/>
              <a:gd name="connsiteY5218" fmla="*/ 5110868 h 6382977"/>
              <a:gd name="connsiteX5219" fmla="*/ 2686227 w 6501199"/>
              <a:gd name="connsiteY5219" fmla="*/ 5135709 h 6382977"/>
              <a:gd name="connsiteX5220" fmla="*/ 2697748 w 6501199"/>
              <a:gd name="connsiteY5220" fmla="*/ 5113028 h 6382977"/>
              <a:gd name="connsiteX5221" fmla="*/ 2752114 w 6501199"/>
              <a:gd name="connsiteY5221" fmla="*/ 5106188 h 6382977"/>
              <a:gd name="connsiteX5222" fmla="*/ 2781637 w 6501199"/>
              <a:gd name="connsiteY5222" fmla="*/ 5117348 h 6382977"/>
              <a:gd name="connsiteX5223" fmla="*/ 2784157 w 6501199"/>
              <a:gd name="connsiteY5223" fmla="*/ 5128869 h 6382977"/>
              <a:gd name="connsiteX5224" fmla="*/ 2693067 w 6501199"/>
              <a:gd name="connsiteY5224" fmla="*/ 5181071 h 6382977"/>
              <a:gd name="connsiteX5225" fmla="*/ 2745273 w 6501199"/>
              <a:gd name="connsiteY5225" fmla="*/ 5190432 h 6382977"/>
              <a:gd name="connsiteX5226" fmla="*/ 2799999 w 6501199"/>
              <a:gd name="connsiteY5226" fmla="*/ 5183591 h 6382977"/>
              <a:gd name="connsiteX5227" fmla="*/ 2610979 w 6501199"/>
              <a:gd name="connsiteY5227" fmla="*/ 5247314 h 6382977"/>
              <a:gd name="connsiteX5228" fmla="*/ 2634021 w 6501199"/>
              <a:gd name="connsiteY5228" fmla="*/ 5263155 h 6382977"/>
              <a:gd name="connsiteX5229" fmla="*/ 2774796 w 6501199"/>
              <a:gd name="connsiteY5229" fmla="*/ 5251634 h 6382977"/>
              <a:gd name="connsiteX5230" fmla="*/ 2704589 w 6501199"/>
              <a:gd name="connsiteY5230" fmla="*/ 5283676 h 6382977"/>
              <a:gd name="connsiteX5231" fmla="*/ 2608819 w 6501199"/>
              <a:gd name="connsiteY5231" fmla="*/ 5290516 h 6382977"/>
              <a:gd name="connsiteX5232" fmla="*/ 2608819 w 6501199"/>
              <a:gd name="connsiteY5232" fmla="*/ 5306357 h 6382977"/>
              <a:gd name="connsiteX5233" fmla="*/ 2595137 w 6501199"/>
              <a:gd name="connsiteY5233" fmla="*/ 5297357 h 6382977"/>
              <a:gd name="connsiteX5234" fmla="*/ 2568134 w 6501199"/>
              <a:gd name="connsiteY5234" fmla="*/ 5331198 h 6382977"/>
              <a:gd name="connsiteX5235" fmla="*/ 2652023 w 6501199"/>
              <a:gd name="connsiteY5235" fmla="*/ 5335878 h 6382977"/>
              <a:gd name="connsiteX5236" fmla="*/ 2727271 w 6501199"/>
              <a:gd name="connsiteY5236" fmla="*/ 5335878 h 6382977"/>
              <a:gd name="connsiteX5237" fmla="*/ 2599818 w 6501199"/>
              <a:gd name="connsiteY5237" fmla="*/ 5361080 h 6382977"/>
              <a:gd name="connsiteX5238" fmla="*/ 2581456 w 6501199"/>
              <a:gd name="connsiteY5238" fmla="*/ 5376920 h 6382977"/>
              <a:gd name="connsiteX5239" fmla="*/ 2488206 w 6501199"/>
              <a:gd name="connsiteY5239" fmla="*/ 5363240 h 6382977"/>
              <a:gd name="connsiteX5240" fmla="*/ 2460843 w 6501199"/>
              <a:gd name="connsiteY5240" fmla="*/ 5365400 h 6382977"/>
              <a:gd name="connsiteX5241" fmla="*/ 2449554 w 6501199"/>
              <a:gd name="connsiteY5241" fmla="*/ 5374677 h 6382977"/>
              <a:gd name="connsiteX5242" fmla="*/ 2433311 w 6501199"/>
              <a:gd name="connsiteY5242" fmla="*/ 5421222 h 6382977"/>
              <a:gd name="connsiteX5243" fmla="*/ 2449052 w 6501199"/>
              <a:gd name="connsiteY5243" fmla="*/ 5417197 h 6382977"/>
              <a:gd name="connsiteX5244" fmla="*/ 2458683 w 6501199"/>
              <a:gd name="connsiteY5244" fmla="*/ 5429123 h 6382977"/>
              <a:gd name="connsiteX5245" fmla="*/ 2472364 w 6501199"/>
              <a:gd name="connsiteY5245" fmla="*/ 5413282 h 6382977"/>
              <a:gd name="connsiteX5246" fmla="*/ 2490726 w 6501199"/>
              <a:gd name="connsiteY5246" fmla="*/ 5426963 h 6382977"/>
              <a:gd name="connsiteX5247" fmla="*/ 2499727 w 6501199"/>
              <a:gd name="connsiteY5247" fmla="*/ 5415442 h 6382977"/>
              <a:gd name="connsiteX5248" fmla="*/ 2510888 w 6501199"/>
              <a:gd name="connsiteY5248" fmla="*/ 5429123 h 6382977"/>
              <a:gd name="connsiteX5249" fmla="*/ 2454002 w 6501199"/>
              <a:gd name="connsiteY5249" fmla="*/ 5449644 h 6382977"/>
              <a:gd name="connsiteX5250" fmla="*/ 2431320 w 6501199"/>
              <a:gd name="connsiteY5250" fmla="*/ 5438484 h 6382977"/>
              <a:gd name="connsiteX5251" fmla="*/ 2431320 w 6501199"/>
              <a:gd name="connsiteY5251" fmla="*/ 5465485 h 6382977"/>
              <a:gd name="connsiteX5252" fmla="*/ 2406072 w 6501199"/>
              <a:gd name="connsiteY5252" fmla="*/ 5457024 h 6382977"/>
              <a:gd name="connsiteX5253" fmla="*/ 2401495 w 6501199"/>
              <a:gd name="connsiteY5253" fmla="*/ 5455836 h 6382977"/>
              <a:gd name="connsiteX5254" fmla="*/ 2384640 w 6501199"/>
              <a:gd name="connsiteY5254" fmla="*/ 5472949 h 6382977"/>
              <a:gd name="connsiteX5255" fmla="*/ 2356470 w 6501199"/>
              <a:gd name="connsiteY5255" fmla="*/ 5491182 h 6382977"/>
              <a:gd name="connsiteX5256" fmla="*/ 2357860 w 6501199"/>
              <a:gd name="connsiteY5256" fmla="*/ 5491992 h 6382977"/>
              <a:gd name="connsiteX5257" fmla="*/ 2434853 w 6501199"/>
              <a:gd name="connsiteY5257" fmla="*/ 5483549 h 6382977"/>
              <a:gd name="connsiteX5258" fmla="*/ 2448172 w 6501199"/>
              <a:gd name="connsiteY5258" fmla="*/ 5492484 h 6382977"/>
              <a:gd name="connsiteX5259" fmla="*/ 2569121 w 6501199"/>
              <a:gd name="connsiteY5259" fmla="*/ 5474614 h 6382977"/>
              <a:gd name="connsiteX5260" fmla="*/ 2605478 w 6501199"/>
              <a:gd name="connsiteY5260" fmla="*/ 5472112 h 6382977"/>
              <a:gd name="connsiteX5261" fmla="*/ 2587120 w 6501199"/>
              <a:gd name="connsiteY5261" fmla="*/ 5519646 h 6382977"/>
              <a:gd name="connsiteX5262" fmla="*/ 2573441 w 6501199"/>
              <a:gd name="connsiteY5262" fmla="*/ 5499274 h 6382977"/>
              <a:gd name="connsiteX5263" fmla="*/ 2530245 w 6501199"/>
              <a:gd name="connsiteY5263" fmla="*/ 5508209 h 6382977"/>
              <a:gd name="connsiteX5264" fmla="*/ 2521246 w 6501199"/>
              <a:gd name="connsiteY5264" fmla="*/ 5526436 h 6382977"/>
              <a:gd name="connsiteX5265" fmla="*/ 2487049 w 6501199"/>
              <a:gd name="connsiteY5265" fmla="*/ 5540018 h 6382977"/>
              <a:gd name="connsiteX5266" fmla="*/ 2468690 w 6501199"/>
              <a:gd name="connsiteY5266" fmla="*/ 5519646 h 6382977"/>
              <a:gd name="connsiteX5267" fmla="*/ 2404976 w 6501199"/>
              <a:gd name="connsiteY5267" fmla="*/ 5515000 h 6382977"/>
              <a:gd name="connsiteX5268" fmla="*/ 2338562 w 6501199"/>
              <a:gd name="connsiteY5268" fmla="*/ 5504596 h 6382977"/>
              <a:gd name="connsiteX5269" fmla="*/ 2338748 w 6501199"/>
              <a:gd name="connsiteY5269" fmla="*/ 5496464 h 6382977"/>
              <a:gd name="connsiteX5270" fmla="*/ 2318321 w 6501199"/>
              <a:gd name="connsiteY5270" fmla="*/ 5502198 h 6382977"/>
              <a:gd name="connsiteX5271" fmla="*/ 2290965 w 6501199"/>
              <a:gd name="connsiteY5271" fmla="*/ 5532077 h 6382977"/>
              <a:gd name="connsiteX5272" fmla="*/ 2225096 w 6501199"/>
              <a:gd name="connsiteY5272" fmla="*/ 5513718 h 6382977"/>
              <a:gd name="connsiteX5273" fmla="*/ 2225237 w 6501199"/>
              <a:gd name="connsiteY5273" fmla="*/ 5510213 h 6382977"/>
              <a:gd name="connsiteX5274" fmla="*/ 2224172 w 6501199"/>
              <a:gd name="connsiteY5274" fmla="*/ 5509763 h 6382977"/>
              <a:gd name="connsiteX5275" fmla="*/ 2217415 w 6501199"/>
              <a:gd name="connsiteY5275" fmla="*/ 5500661 h 6382977"/>
              <a:gd name="connsiteX5276" fmla="*/ 2219795 w 6501199"/>
              <a:gd name="connsiteY5276" fmla="*/ 5483836 h 6382977"/>
              <a:gd name="connsiteX5277" fmla="*/ 2199787 w 6501199"/>
              <a:gd name="connsiteY5277" fmla="*/ 5474007 h 6382977"/>
              <a:gd name="connsiteX5278" fmla="*/ 2156077 w 6501199"/>
              <a:gd name="connsiteY5278" fmla="*/ 5462239 h 6382977"/>
              <a:gd name="connsiteX5279" fmla="*/ 2116987 w 6501199"/>
              <a:gd name="connsiteY5279" fmla="*/ 5450121 h 6382977"/>
              <a:gd name="connsiteX5280" fmla="*/ 2106708 w 6501199"/>
              <a:gd name="connsiteY5280" fmla="*/ 5451028 h 6382977"/>
              <a:gd name="connsiteX5281" fmla="*/ 2106605 w 6501199"/>
              <a:gd name="connsiteY5281" fmla="*/ 5451402 h 6382977"/>
              <a:gd name="connsiteX5282" fmla="*/ 2092987 w 6501199"/>
              <a:gd name="connsiteY5282" fmla="*/ 5452313 h 6382977"/>
              <a:gd name="connsiteX5283" fmla="*/ 2110987 w 6501199"/>
              <a:gd name="connsiteY5283" fmla="*/ 5477515 h 6382977"/>
              <a:gd name="connsiteX5284" fmla="*/ 2104147 w 6501199"/>
              <a:gd name="connsiteY5284" fmla="*/ 5500196 h 6382977"/>
              <a:gd name="connsiteX5285" fmla="*/ 2113507 w 6501199"/>
              <a:gd name="connsiteY5285" fmla="*/ 5486516 h 6382977"/>
              <a:gd name="connsiteX5286" fmla="*/ 2134027 w 6501199"/>
              <a:gd name="connsiteY5286" fmla="*/ 5500196 h 6382977"/>
              <a:gd name="connsiteX5287" fmla="*/ 2122507 w 6501199"/>
              <a:gd name="connsiteY5287" fmla="*/ 5520718 h 6382977"/>
              <a:gd name="connsiteX5288" fmla="*/ 2099827 w 6501199"/>
              <a:gd name="connsiteY5288" fmla="*/ 5518558 h 6382977"/>
              <a:gd name="connsiteX5289" fmla="*/ 2138347 w 6501199"/>
              <a:gd name="connsiteY5289" fmla="*/ 5554920 h 6382977"/>
              <a:gd name="connsiteX5290" fmla="*/ 2136187 w 6501199"/>
              <a:gd name="connsiteY5290" fmla="*/ 5586602 h 6382977"/>
              <a:gd name="connsiteX5291" fmla="*/ 2117827 w 6501199"/>
              <a:gd name="connsiteY5291" fmla="*/ 5577602 h 6382977"/>
              <a:gd name="connsiteX5292" fmla="*/ 2117827 w 6501199"/>
              <a:gd name="connsiteY5292" fmla="*/ 5559240 h 6382977"/>
              <a:gd name="connsiteX5293" fmla="*/ 2101987 w 6501199"/>
              <a:gd name="connsiteY5293" fmla="*/ 5563921 h 6382977"/>
              <a:gd name="connsiteX5294" fmla="*/ 2115667 w 6501199"/>
              <a:gd name="connsiteY5294" fmla="*/ 5579762 h 6382977"/>
              <a:gd name="connsiteX5295" fmla="*/ 2101987 w 6501199"/>
              <a:gd name="connsiteY5295" fmla="*/ 5604964 h 6382977"/>
              <a:gd name="connsiteX5296" fmla="*/ 2067787 w 6501199"/>
              <a:gd name="connsiteY5296" fmla="*/ 5550240 h 6382977"/>
              <a:gd name="connsiteX5297" fmla="*/ 2056627 w 6501199"/>
              <a:gd name="connsiteY5297" fmla="*/ 5613964 h 6382977"/>
              <a:gd name="connsiteX5298" fmla="*/ 2065627 w 6501199"/>
              <a:gd name="connsiteY5298" fmla="*/ 5632326 h 6382977"/>
              <a:gd name="connsiteX5299" fmla="*/ 2077147 w 6501199"/>
              <a:gd name="connsiteY5299" fmla="*/ 5629806 h 6382977"/>
              <a:gd name="connsiteX5300" fmla="*/ 2063467 w 6501199"/>
              <a:gd name="connsiteY5300" fmla="*/ 5732412 h 6382977"/>
              <a:gd name="connsiteX5301" fmla="*/ 2077147 w 6501199"/>
              <a:gd name="connsiteY5301" fmla="*/ 5736732 h 6382977"/>
              <a:gd name="connsiteX5302" fmla="*/ 2067787 w 6501199"/>
              <a:gd name="connsiteY5302" fmla="*/ 5757254 h 6382977"/>
              <a:gd name="connsiteX5303" fmla="*/ 2051947 w 6501199"/>
              <a:gd name="connsiteY5303" fmla="*/ 5743573 h 6382977"/>
              <a:gd name="connsiteX5304" fmla="*/ 2047267 w 6501199"/>
              <a:gd name="connsiteY5304" fmla="*/ 5784616 h 6382977"/>
              <a:gd name="connsiteX5305" fmla="*/ 2029267 w 6501199"/>
              <a:gd name="connsiteY5305" fmla="*/ 5793616 h 6382977"/>
              <a:gd name="connsiteX5306" fmla="*/ 2040427 w 6501199"/>
              <a:gd name="connsiteY5306" fmla="*/ 5800457 h 6382977"/>
              <a:gd name="connsiteX5307" fmla="*/ 2019907 w 6501199"/>
              <a:gd name="connsiteY5307" fmla="*/ 5809458 h 6382977"/>
              <a:gd name="connsiteX5308" fmla="*/ 2031427 w 6501199"/>
              <a:gd name="connsiteY5308" fmla="*/ 5825658 h 6382977"/>
              <a:gd name="connsiteX5309" fmla="*/ 1999746 w 6501199"/>
              <a:gd name="connsiteY5309" fmla="*/ 5827819 h 6382977"/>
              <a:gd name="connsiteX5310" fmla="*/ 1997226 w 6501199"/>
              <a:gd name="connsiteY5310" fmla="*/ 5855181 h 6382977"/>
              <a:gd name="connsiteX5311" fmla="*/ 1992906 w 6501199"/>
              <a:gd name="connsiteY5311" fmla="*/ 5850500 h 6382977"/>
              <a:gd name="connsiteX5312" fmla="*/ 1988226 w 6501199"/>
              <a:gd name="connsiteY5312" fmla="*/ 5850500 h 6382977"/>
              <a:gd name="connsiteX5313" fmla="*/ 1988226 w 6501199"/>
              <a:gd name="connsiteY5313" fmla="*/ 5832499 h 6382977"/>
              <a:gd name="connsiteX5314" fmla="*/ 1995066 w 6501199"/>
              <a:gd name="connsiteY5314" fmla="*/ 5877862 h 6382977"/>
              <a:gd name="connsiteX5315" fmla="*/ 1974546 w 6501199"/>
              <a:gd name="connsiteY5315" fmla="*/ 5889383 h 6382977"/>
              <a:gd name="connsiteX5316" fmla="*/ 1981386 w 6501199"/>
              <a:gd name="connsiteY5316" fmla="*/ 5903064 h 6382977"/>
              <a:gd name="connsiteX5317" fmla="*/ 1947186 w 6501199"/>
              <a:gd name="connsiteY5317" fmla="*/ 5898384 h 6382977"/>
              <a:gd name="connsiteX5318" fmla="*/ 1945026 w 6501199"/>
              <a:gd name="connsiteY5318" fmla="*/ 5868862 h 6382977"/>
              <a:gd name="connsiteX5319" fmla="*/ 1922346 w 6501199"/>
              <a:gd name="connsiteY5319" fmla="*/ 5871022 h 6382977"/>
              <a:gd name="connsiteX5320" fmla="*/ 1938186 w 6501199"/>
              <a:gd name="connsiteY5320" fmla="*/ 5916385 h 6382977"/>
              <a:gd name="connsiteX5321" fmla="*/ 1956546 w 6501199"/>
              <a:gd name="connsiteY5321" fmla="*/ 5936906 h 6382977"/>
              <a:gd name="connsiteX5322" fmla="*/ 1945026 w 6501199"/>
              <a:gd name="connsiteY5322" fmla="*/ 5918905 h 6382977"/>
              <a:gd name="connsiteX5323" fmla="*/ 1926666 w 6501199"/>
              <a:gd name="connsiteY5323" fmla="*/ 5932586 h 6382977"/>
              <a:gd name="connsiteX5324" fmla="*/ 1940346 w 6501199"/>
              <a:gd name="connsiteY5324" fmla="*/ 5943747 h 6382977"/>
              <a:gd name="connsiteX5325" fmla="*/ 1929186 w 6501199"/>
              <a:gd name="connsiteY5325" fmla="*/ 5946267 h 6382977"/>
              <a:gd name="connsiteX5326" fmla="*/ 1949706 w 6501199"/>
              <a:gd name="connsiteY5326" fmla="*/ 5962108 h 6382977"/>
              <a:gd name="connsiteX5327" fmla="*/ 1929186 w 6501199"/>
              <a:gd name="connsiteY5327" fmla="*/ 5971108 h 6382977"/>
              <a:gd name="connsiteX5328" fmla="*/ 1951866 w 6501199"/>
              <a:gd name="connsiteY5328" fmla="*/ 5986950 h 6382977"/>
              <a:gd name="connsiteX5329" fmla="*/ 1936026 w 6501199"/>
              <a:gd name="connsiteY5329" fmla="*/ 5982630 h 6382977"/>
              <a:gd name="connsiteX5330" fmla="*/ 1926666 w 6501199"/>
              <a:gd name="connsiteY5330" fmla="*/ 5991630 h 6382977"/>
              <a:gd name="connsiteX5331" fmla="*/ 1942866 w 6501199"/>
              <a:gd name="connsiteY5331" fmla="*/ 6032673 h 6382977"/>
              <a:gd name="connsiteX5332" fmla="*/ 1965546 w 6501199"/>
              <a:gd name="connsiteY5332" fmla="*/ 6036993 h 6382977"/>
              <a:gd name="connsiteX5333" fmla="*/ 1970226 w 6501199"/>
              <a:gd name="connsiteY5333" fmla="*/ 6048514 h 6382977"/>
              <a:gd name="connsiteX5334" fmla="*/ 1960866 w 6501199"/>
              <a:gd name="connsiteY5334" fmla="*/ 6066876 h 6382977"/>
              <a:gd name="connsiteX5335" fmla="*/ 1938186 w 6501199"/>
              <a:gd name="connsiteY5335" fmla="*/ 6021152 h 6382977"/>
              <a:gd name="connsiteX5336" fmla="*/ 1929186 w 6501199"/>
              <a:gd name="connsiteY5336" fmla="*/ 6021152 h 6382977"/>
              <a:gd name="connsiteX5337" fmla="*/ 1949706 w 6501199"/>
              <a:gd name="connsiteY5337" fmla="*/ 6132760 h 6382977"/>
              <a:gd name="connsiteX5338" fmla="*/ 1933506 w 6501199"/>
              <a:gd name="connsiteY5338" fmla="*/ 6146440 h 6382977"/>
              <a:gd name="connsiteX5339" fmla="*/ 1894986 w 6501199"/>
              <a:gd name="connsiteY5339" fmla="*/ 6089557 h 6382977"/>
              <a:gd name="connsiteX5340" fmla="*/ 1888145 w 6501199"/>
              <a:gd name="connsiteY5340" fmla="*/ 6091717 h 6382977"/>
              <a:gd name="connsiteX5341" fmla="*/ 1901826 w 6501199"/>
              <a:gd name="connsiteY5341" fmla="*/ 6178123 h 6382977"/>
              <a:gd name="connsiteX5342" fmla="*/ 1894986 w 6501199"/>
              <a:gd name="connsiteY5342" fmla="*/ 6253368 h 6382977"/>
              <a:gd name="connsiteX5343" fmla="*/ 1899666 w 6501199"/>
              <a:gd name="connsiteY5343" fmla="*/ 6264529 h 6382977"/>
              <a:gd name="connsiteX5344" fmla="*/ 1881305 w 6501199"/>
              <a:gd name="connsiteY5344" fmla="*/ 6260208 h 6382977"/>
              <a:gd name="connsiteX5345" fmla="*/ 1865465 w 6501199"/>
              <a:gd name="connsiteY5345" fmla="*/ 6278210 h 6382977"/>
              <a:gd name="connsiteX5346" fmla="*/ 1876625 w 6501199"/>
              <a:gd name="connsiteY5346" fmla="*/ 6287210 h 6382977"/>
              <a:gd name="connsiteX5347" fmla="*/ 1874465 w 6501199"/>
              <a:gd name="connsiteY5347" fmla="*/ 6278210 h 6382977"/>
              <a:gd name="connsiteX5348" fmla="*/ 1894986 w 6501199"/>
              <a:gd name="connsiteY5348" fmla="*/ 6310252 h 6382977"/>
              <a:gd name="connsiteX5349" fmla="*/ 1838105 w 6501199"/>
              <a:gd name="connsiteY5349" fmla="*/ 6367136 h 6382977"/>
              <a:gd name="connsiteX5350" fmla="*/ 1803905 w 6501199"/>
              <a:gd name="connsiteY5350" fmla="*/ 6382977 h 6382977"/>
              <a:gd name="connsiteX5351" fmla="*/ 1735864 w 6501199"/>
              <a:gd name="connsiteY5351" fmla="*/ 6294051 h 6382977"/>
              <a:gd name="connsiteX5352" fmla="*/ 1753864 w 6501199"/>
              <a:gd name="connsiteY5352" fmla="*/ 6303412 h 6382977"/>
              <a:gd name="connsiteX5353" fmla="*/ 1751704 w 6501199"/>
              <a:gd name="connsiteY5353" fmla="*/ 6262368 h 6382977"/>
              <a:gd name="connsiteX5354" fmla="*/ 1722184 w 6501199"/>
              <a:gd name="connsiteY5354" fmla="*/ 6162282 h 6382977"/>
              <a:gd name="connsiteX5355" fmla="*/ 1726504 w 6501199"/>
              <a:gd name="connsiteY5355" fmla="*/ 6073356 h 6382977"/>
              <a:gd name="connsiteX5356" fmla="*/ 1715344 w 6501199"/>
              <a:gd name="connsiteY5356" fmla="*/ 6098558 h 6382977"/>
              <a:gd name="connsiteX5357" fmla="*/ 1708504 w 6501199"/>
              <a:gd name="connsiteY5357" fmla="*/ 6046354 h 6382977"/>
              <a:gd name="connsiteX5358" fmla="*/ 1703824 w 6501199"/>
              <a:gd name="connsiteY5358" fmla="*/ 5991630 h 6382977"/>
              <a:gd name="connsiteX5359" fmla="*/ 1719664 w 6501199"/>
              <a:gd name="connsiteY5359" fmla="*/ 5984790 h 6382977"/>
              <a:gd name="connsiteX5360" fmla="*/ 1712824 w 6501199"/>
              <a:gd name="connsiteY5360" fmla="*/ 5946267 h 6382977"/>
              <a:gd name="connsiteX5361" fmla="*/ 1717504 w 6501199"/>
              <a:gd name="connsiteY5361" fmla="*/ 5962108 h 6382977"/>
              <a:gd name="connsiteX5362" fmla="*/ 1710664 w 6501199"/>
              <a:gd name="connsiteY5362" fmla="*/ 5934746 h 6382977"/>
              <a:gd name="connsiteX5363" fmla="*/ 1722184 w 6501199"/>
              <a:gd name="connsiteY5363" fmla="*/ 5845820 h 6382977"/>
              <a:gd name="connsiteX5364" fmla="*/ 1685823 w 6501199"/>
              <a:gd name="connsiteY5364" fmla="*/ 5789296 h 6382977"/>
              <a:gd name="connsiteX5365" fmla="*/ 1651623 w 6501199"/>
              <a:gd name="connsiteY5365" fmla="*/ 5793616 h 6382977"/>
              <a:gd name="connsiteX5366" fmla="*/ 1658463 w 6501199"/>
              <a:gd name="connsiteY5366" fmla="*/ 5809458 h 6382977"/>
              <a:gd name="connsiteX5367" fmla="*/ 1681143 w 6501199"/>
              <a:gd name="connsiteY5367" fmla="*/ 5811978 h 6382977"/>
              <a:gd name="connsiteX5368" fmla="*/ 1674303 w 6501199"/>
              <a:gd name="connsiteY5368" fmla="*/ 5859501 h 6382977"/>
              <a:gd name="connsiteX5369" fmla="*/ 1658463 w 6501199"/>
              <a:gd name="connsiteY5369" fmla="*/ 5864182 h 6382977"/>
              <a:gd name="connsiteX5370" fmla="*/ 1665303 w 6501199"/>
              <a:gd name="connsiteY5370" fmla="*/ 5884703 h 6382977"/>
              <a:gd name="connsiteX5371" fmla="*/ 1674303 w 6501199"/>
              <a:gd name="connsiteY5371" fmla="*/ 5884703 h 6382977"/>
              <a:gd name="connsiteX5372" fmla="*/ 1662783 w 6501199"/>
              <a:gd name="connsiteY5372" fmla="*/ 5896224 h 6382977"/>
              <a:gd name="connsiteX5373" fmla="*/ 1633263 w 6501199"/>
              <a:gd name="connsiteY5373" fmla="*/ 5864182 h 6382977"/>
              <a:gd name="connsiteX5374" fmla="*/ 1642623 w 6501199"/>
              <a:gd name="connsiteY5374" fmla="*/ 5916385 h 6382977"/>
              <a:gd name="connsiteX5375" fmla="*/ 1622103 w 6501199"/>
              <a:gd name="connsiteY5375" fmla="*/ 5916385 h 6382977"/>
              <a:gd name="connsiteX5376" fmla="*/ 1612743 w 6501199"/>
              <a:gd name="connsiteY5376" fmla="*/ 5955268 h 6382977"/>
              <a:gd name="connsiteX5377" fmla="*/ 1594743 w 6501199"/>
              <a:gd name="connsiteY5377" fmla="*/ 5946267 h 6382977"/>
              <a:gd name="connsiteX5378" fmla="*/ 1581063 w 6501199"/>
              <a:gd name="connsiteY5378" fmla="*/ 5975789 h 6382977"/>
              <a:gd name="connsiteX5379" fmla="*/ 1590063 w 6501199"/>
              <a:gd name="connsiteY5379" fmla="*/ 5980110 h 6382977"/>
              <a:gd name="connsiteX5380" fmla="*/ 1572063 w 6501199"/>
              <a:gd name="connsiteY5380" fmla="*/ 6021152 h 6382977"/>
              <a:gd name="connsiteX5381" fmla="*/ 1542182 w 6501199"/>
              <a:gd name="connsiteY5381" fmla="*/ 6055354 h 6382977"/>
              <a:gd name="connsiteX5382" fmla="*/ 1519502 w 6501199"/>
              <a:gd name="connsiteY5382" fmla="*/ 5877862 h 6382977"/>
              <a:gd name="connsiteX5383" fmla="*/ 1512662 w 6501199"/>
              <a:gd name="connsiteY5383" fmla="*/ 5820978 h 6382977"/>
              <a:gd name="connsiteX5384" fmla="*/ 1503662 w 6501199"/>
              <a:gd name="connsiteY5384" fmla="*/ 5766254 h 6382977"/>
              <a:gd name="connsiteX5385" fmla="*/ 1515182 w 6501199"/>
              <a:gd name="connsiteY5385" fmla="*/ 5811978 h 6382977"/>
              <a:gd name="connsiteX5386" fmla="*/ 1501502 w 6501199"/>
              <a:gd name="connsiteY5386" fmla="*/ 5739253 h 6382977"/>
              <a:gd name="connsiteX5387" fmla="*/ 1487822 w 6501199"/>
              <a:gd name="connsiteY5387" fmla="*/ 5716211 h 6382977"/>
              <a:gd name="connsiteX5388" fmla="*/ 1512662 w 6501199"/>
              <a:gd name="connsiteY5388" fmla="*/ 5741413 h 6382977"/>
              <a:gd name="connsiteX5389" fmla="*/ 1478822 w 6501199"/>
              <a:gd name="connsiteY5389" fmla="*/ 5693530 h 6382977"/>
              <a:gd name="connsiteX5390" fmla="*/ 1494662 w 6501199"/>
              <a:gd name="connsiteY5390" fmla="*/ 5686689 h 6382977"/>
              <a:gd name="connsiteX5391" fmla="*/ 1501502 w 6501199"/>
              <a:gd name="connsiteY5391" fmla="*/ 5664008 h 6382977"/>
              <a:gd name="connsiteX5392" fmla="*/ 1498982 w 6501199"/>
              <a:gd name="connsiteY5392" fmla="*/ 5657167 h 6382977"/>
              <a:gd name="connsiteX5393" fmla="*/ 1474142 w 6501199"/>
              <a:gd name="connsiteY5393" fmla="*/ 5643486 h 6382977"/>
              <a:gd name="connsiteX5394" fmla="*/ 1471982 w 6501199"/>
              <a:gd name="connsiteY5394" fmla="*/ 5652487 h 6382977"/>
              <a:gd name="connsiteX5395" fmla="*/ 1487822 w 6501199"/>
              <a:gd name="connsiteY5395" fmla="*/ 5664008 h 6382977"/>
              <a:gd name="connsiteX5396" fmla="*/ 1485662 w 6501199"/>
              <a:gd name="connsiteY5396" fmla="*/ 5682369 h 6382977"/>
              <a:gd name="connsiteX5397" fmla="*/ 1471982 w 6501199"/>
              <a:gd name="connsiteY5397" fmla="*/ 5657167 h 6382977"/>
              <a:gd name="connsiteX5398" fmla="*/ 1453622 w 6501199"/>
              <a:gd name="connsiteY5398" fmla="*/ 5673008 h 6382977"/>
              <a:gd name="connsiteX5399" fmla="*/ 1428422 w 6501199"/>
              <a:gd name="connsiteY5399" fmla="*/ 5659328 h 6382977"/>
              <a:gd name="connsiteX5400" fmla="*/ 1451462 w 6501199"/>
              <a:gd name="connsiteY5400" fmla="*/ 5714051 h 6382977"/>
              <a:gd name="connsiteX5401" fmla="*/ 1455782 w 6501199"/>
              <a:gd name="connsiteY5401" fmla="*/ 5736732 h 6382977"/>
              <a:gd name="connsiteX5402" fmla="*/ 1469462 w 6501199"/>
              <a:gd name="connsiteY5402" fmla="*/ 5734572 h 6382977"/>
              <a:gd name="connsiteX5403" fmla="*/ 1460462 w 6501199"/>
              <a:gd name="connsiteY5403" fmla="*/ 5752574 h 6382977"/>
              <a:gd name="connsiteX5404" fmla="*/ 1469462 w 6501199"/>
              <a:gd name="connsiteY5404" fmla="*/ 5957428 h 6382977"/>
              <a:gd name="connsiteX5405" fmla="*/ 1439942 w 6501199"/>
              <a:gd name="connsiteY5405" fmla="*/ 5914225 h 6382977"/>
              <a:gd name="connsiteX5406" fmla="*/ 1437782 w 6501199"/>
              <a:gd name="connsiteY5406" fmla="*/ 5962108 h 6382977"/>
              <a:gd name="connsiteX5407" fmla="*/ 1419421 w 6501199"/>
              <a:gd name="connsiteY5407" fmla="*/ 5975789 h 6382977"/>
              <a:gd name="connsiteX5408" fmla="*/ 1426261 w 6501199"/>
              <a:gd name="connsiteY5408" fmla="*/ 6014312 h 6382977"/>
              <a:gd name="connsiteX5409" fmla="*/ 1415101 w 6501199"/>
              <a:gd name="connsiteY5409" fmla="*/ 6036993 h 6382977"/>
              <a:gd name="connsiteX5410" fmla="*/ 1408261 w 6501199"/>
              <a:gd name="connsiteY5410" fmla="*/ 6016472 h 6382977"/>
              <a:gd name="connsiteX5411" fmla="*/ 1387741 w 6501199"/>
              <a:gd name="connsiteY5411" fmla="*/ 6027992 h 6382977"/>
              <a:gd name="connsiteX5412" fmla="*/ 1337701 w 6501199"/>
              <a:gd name="connsiteY5412" fmla="*/ 5934746 h 6382977"/>
              <a:gd name="connsiteX5413" fmla="*/ 1312501 w 6501199"/>
              <a:gd name="connsiteY5413" fmla="*/ 5839340 h 6382977"/>
              <a:gd name="connsiteX5414" fmla="*/ 1287660 w 6501199"/>
              <a:gd name="connsiteY5414" fmla="*/ 5720892 h 6382977"/>
              <a:gd name="connsiteX5415" fmla="*/ 1269300 w 6501199"/>
              <a:gd name="connsiteY5415" fmla="*/ 5622965 h 6382977"/>
              <a:gd name="connsiteX5416" fmla="*/ 1280820 w 6501199"/>
              <a:gd name="connsiteY5416" fmla="*/ 5622965 h 6382977"/>
              <a:gd name="connsiteX5417" fmla="*/ 1264620 w 6501199"/>
              <a:gd name="connsiteY5417" fmla="*/ 5588762 h 6382977"/>
              <a:gd name="connsiteX5418" fmla="*/ 1282980 w 6501199"/>
              <a:gd name="connsiteY5418" fmla="*/ 5577602 h 6382977"/>
              <a:gd name="connsiteX5419" fmla="*/ 1228260 w 6501199"/>
              <a:gd name="connsiteY5419" fmla="*/ 5459154 h 6382977"/>
              <a:gd name="connsiteX5420" fmla="*/ 1217100 w 6501199"/>
              <a:gd name="connsiteY5420" fmla="*/ 5422791 h 6382977"/>
              <a:gd name="connsiteX5421" fmla="*/ 1251300 w 6501199"/>
              <a:gd name="connsiteY5421" fmla="*/ 5300022 h 6382977"/>
              <a:gd name="connsiteX5422" fmla="*/ 1246620 w 6501199"/>
              <a:gd name="connsiteY5422" fmla="*/ 5313704 h 6382977"/>
              <a:gd name="connsiteX5423" fmla="*/ 1223940 w 6501199"/>
              <a:gd name="connsiteY5423" fmla="*/ 5295342 h 6382977"/>
              <a:gd name="connsiteX5424" fmla="*/ 1221780 w 6501199"/>
              <a:gd name="connsiteY5424" fmla="*/ 5272661 h 6382977"/>
              <a:gd name="connsiteX5425" fmla="*/ 1237620 w 6501199"/>
              <a:gd name="connsiteY5425" fmla="*/ 5249979 h 6382977"/>
              <a:gd name="connsiteX5426" fmla="*/ 1214940 w 6501199"/>
              <a:gd name="connsiteY5426" fmla="*/ 5236298 h 6382977"/>
              <a:gd name="connsiteX5427" fmla="*/ 1241940 w 6501199"/>
              <a:gd name="connsiteY5427" fmla="*/ 5081488 h 6382977"/>
              <a:gd name="connsiteX5428" fmla="*/ 1241940 w 6501199"/>
              <a:gd name="connsiteY5428" fmla="*/ 5040805 h 6382977"/>
              <a:gd name="connsiteX5429" fmla="*/ 1200900 w 6501199"/>
              <a:gd name="connsiteY5429" fmla="*/ 4999762 h 6382977"/>
              <a:gd name="connsiteX5430" fmla="*/ 1230780 w 6501199"/>
              <a:gd name="connsiteY5430" fmla="*/ 4801748 h 6382977"/>
              <a:gd name="connsiteX5431" fmla="*/ 1223940 w 6501199"/>
              <a:gd name="connsiteY5431" fmla="*/ 4724343 h 6382977"/>
              <a:gd name="connsiteX5432" fmla="*/ 1228260 w 6501199"/>
              <a:gd name="connsiteY5432" fmla="*/ 4603735 h 6382977"/>
              <a:gd name="connsiteX5433" fmla="*/ 1214940 w 6501199"/>
              <a:gd name="connsiteY5433" fmla="*/ 4517329 h 6382977"/>
              <a:gd name="connsiteX5434" fmla="*/ 1232940 w 6501199"/>
              <a:gd name="connsiteY5434" fmla="*/ 4508328 h 6382977"/>
              <a:gd name="connsiteX5435" fmla="*/ 1221780 w 6501199"/>
              <a:gd name="connsiteY5435" fmla="*/ 4451444 h 6382977"/>
              <a:gd name="connsiteX5436" fmla="*/ 1230780 w 6501199"/>
              <a:gd name="connsiteY5436" fmla="*/ 4462605 h 6382977"/>
              <a:gd name="connsiteX5437" fmla="*/ 1244460 w 6501199"/>
              <a:gd name="connsiteY5437" fmla="*/ 4353518 h 6382977"/>
              <a:gd name="connsiteX5438" fmla="*/ 1232940 w 6501199"/>
              <a:gd name="connsiteY5438" fmla="*/ 4401401 h 6382977"/>
              <a:gd name="connsiteX5439" fmla="*/ 1246620 w 6501199"/>
              <a:gd name="connsiteY5439" fmla="*/ 4451444 h 6382977"/>
              <a:gd name="connsiteX5440" fmla="*/ 1260300 w 6501199"/>
              <a:gd name="connsiteY5440" fmla="*/ 4439924 h 6382977"/>
              <a:gd name="connsiteX5441" fmla="*/ 1264620 w 6501199"/>
              <a:gd name="connsiteY5441" fmla="*/ 4474126 h 6382977"/>
              <a:gd name="connsiteX5442" fmla="*/ 1255620 w 6501199"/>
              <a:gd name="connsiteY5442" fmla="*/ 4417242 h 6382977"/>
              <a:gd name="connsiteX5443" fmla="*/ 1277625 w 6501199"/>
              <a:gd name="connsiteY5443" fmla="*/ 4353608 h 6382977"/>
              <a:gd name="connsiteX5444" fmla="*/ 1279209 w 6501199"/>
              <a:gd name="connsiteY5444" fmla="*/ 4326402 h 6382977"/>
              <a:gd name="connsiteX5445" fmla="*/ 1278808 w 6501199"/>
              <a:gd name="connsiteY5445" fmla="*/ 4325916 h 6382977"/>
              <a:gd name="connsiteX5446" fmla="*/ 1279351 w 6501199"/>
              <a:gd name="connsiteY5446" fmla="*/ 4323970 h 6382977"/>
              <a:gd name="connsiteX5447" fmla="*/ 1279768 w 6501199"/>
              <a:gd name="connsiteY5447" fmla="*/ 4316795 h 6382977"/>
              <a:gd name="connsiteX5448" fmla="*/ 1292062 w 6501199"/>
              <a:gd name="connsiteY5448" fmla="*/ 4288555 h 6382977"/>
              <a:gd name="connsiteX5449" fmla="*/ 1258586 w 6501199"/>
              <a:gd name="connsiteY5449" fmla="*/ 4280447 h 6382977"/>
              <a:gd name="connsiteX5450" fmla="*/ 1259615 w 6501199"/>
              <a:gd name="connsiteY5450" fmla="*/ 4290503 h 6382977"/>
              <a:gd name="connsiteX5451" fmla="*/ 1257799 w 6501199"/>
              <a:gd name="connsiteY5451" fmla="*/ 4299596 h 6382977"/>
              <a:gd name="connsiteX5452" fmla="*/ 1268893 w 6501199"/>
              <a:gd name="connsiteY5452" fmla="*/ 4298792 h 6382977"/>
              <a:gd name="connsiteX5453" fmla="*/ 1273565 w 6501199"/>
              <a:gd name="connsiteY5453" fmla="*/ 4336696 h 6382977"/>
              <a:gd name="connsiteX5454" fmla="*/ 1253617 w 6501199"/>
              <a:gd name="connsiteY5454" fmla="*/ 4333109 h 6382977"/>
              <a:gd name="connsiteX5455" fmla="*/ 1248532 w 6501199"/>
              <a:gd name="connsiteY5455" fmla="*/ 4333430 h 6382977"/>
              <a:gd name="connsiteX5456" fmla="*/ 1245961 w 6501199"/>
              <a:gd name="connsiteY5456" fmla="*/ 4347812 h 6382977"/>
              <a:gd name="connsiteX5457" fmla="*/ 1241667 w 6501199"/>
              <a:gd name="connsiteY5457" fmla="*/ 4333862 h 6382977"/>
              <a:gd name="connsiteX5458" fmla="*/ 1230433 w 6501199"/>
              <a:gd name="connsiteY5458" fmla="*/ 4334570 h 6382977"/>
              <a:gd name="connsiteX5459" fmla="*/ 1216775 w 6501199"/>
              <a:gd name="connsiteY5459" fmla="*/ 4294187 h 6382977"/>
              <a:gd name="connsiteX5460" fmla="*/ 1244092 w 6501199"/>
              <a:gd name="connsiteY5460" fmla="*/ 4318984 h 6382977"/>
              <a:gd name="connsiteX5461" fmla="*/ 1254589 w 6501199"/>
              <a:gd name="connsiteY5461" fmla="*/ 4314135 h 6382977"/>
              <a:gd name="connsiteX5462" fmla="*/ 1255340 w 6501199"/>
              <a:gd name="connsiteY5462" fmla="*/ 4307951 h 6382977"/>
              <a:gd name="connsiteX5463" fmla="*/ 1244679 w 6501199"/>
              <a:gd name="connsiteY5463" fmla="*/ 4316055 h 6382977"/>
              <a:gd name="connsiteX5464" fmla="*/ 1255769 w 6501199"/>
              <a:gd name="connsiteY5464" fmla="*/ 4252912 h 6382977"/>
              <a:gd name="connsiteX5465" fmla="*/ 1258253 w 6501199"/>
              <a:gd name="connsiteY5465" fmla="*/ 4277187 h 6382977"/>
              <a:gd name="connsiteX5466" fmla="*/ 1260843 w 6501199"/>
              <a:gd name="connsiteY5466" fmla="*/ 4258437 h 6382977"/>
              <a:gd name="connsiteX5467" fmla="*/ 1268990 w 6501199"/>
              <a:gd name="connsiteY5467" fmla="*/ 4241742 h 6382977"/>
              <a:gd name="connsiteX5468" fmla="*/ 1266830 w 6501199"/>
              <a:gd name="connsiteY5468" fmla="*/ 4232381 h 6382977"/>
              <a:gd name="connsiteX5469" fmla="*/ 1259988 w 6501199"/>
              <a:gd name="connsiteY5469" fmla="*/ 4241742 h 6382977"/>
              <a:gd name="connsiteX5470" fmla="*/ 1273671 w 6501199"/>
              <a:gd name="connsiteY5470" fmla="*/ 4221220 h 6382977"/>
              <a:gd name="connsiteX5471" fmla="*/ 1200578 w 6501199"/>
              <a:gd name="connsiteY5471" fmla="*/ 4214380 h 6382977"/>
              <a:gd name="connsiteX5472" fmla="*/ 1198417 w 6501199"/>
              <a:gd name="connsiteY5472" fmla="*/ 4252902 h 6382977"/>
              <a:gd name="connsiteX5473" fmla="*/ 1070954 w 6501199"/>
              <a:gd name="connsiteY5473" fmla="*/ 4196019 h 6382977"/>
              <a:gd name="connsiteX5474" fmla="*/ 1075635 w 6501199"/>
              <a:gd name="connsiteY5474" fmla="*/ 4237061 h 6382977"/>
              <a:gd name="connsiteX5475" fmla="*/ 1037108 w 6501199"/>
              <a:gd name="connsiteY5475" fmla="*/ 4266583 h 6382977"/>
              <a:gd name="connsiteX5476" fmla="*/ 996061 w 6501199"/>
              <a:gd name="connsiteY5476" fmla="*/ 4264422 h 6382977"/>
              <a:gd name="connsiteX5477" fmla="*/ 948172 w 6501199"/>
              <a:gd name="connsiteY5477" fmla="*/ 4207540 h 6382977"/>
              <a:gd name="connsiteX5478" fmla="*/ 966535 w 6501199"/>
              <a:gd name="connsiteY5478" fmla="*/ 4191699 h 6382977"/>
              <a:gd name="connsiteX5479" fmla="*/ 966535 w 6501199"/>
              <a:gd name="connsiteY5479" fmla="*/ 4139137 h 6382977"/>
              <a:gd name="connsiteX5480" fmla="*/ 950332 w 6501199"/>
              <a:gd name="connsiteY5480" fmla="*/ 4102775 h 6382977"/>
              <a:gd name="connsiteX5481" fmla="*/ 886961 w 6501199"/>
              <a:gd name="connsiteY5481" fmla="*/ 4139137 h 6382977"/>
              <a:gd name="connsiteX5482" fmla="*/ 884440 w 6501199"/>
              <a:gd name="connsiteY5482" fmla="*/ 4143817 h 6382977"/>
              <a:gd name="connsiteX5483" fmla="*/ 900283 w 6501199"/>
              <a:gd name="connsiteY5483" fmla="*/ 4145977 h 6382977"/>
              <a:gd name="connsiteX5484" fmla="*/ 893442 w 6501199"/>
              <a:gd name="connsiteY5484" fmla="*/ 4157498 h 6382977"/>
              <a:gd name="connsiteX5485" fmla="*/ 930169 w 6501199"/>
              <a:gd name="connsiteY5485" fmla="*/ 4182339 h 6382977"/>
              <a:gd name="connsiteX5486" fmla="*/ 913966 w 6501199"/>
              <a:gd name="connsiteY5486" fmla="*/ 4216540 h 6382977"/>
              <a:gd name="connsiteX5487" fmla="*/ 870758 w 6501199"/>
              <a:gd name="connsiteY5487" fmla="*/ 4191699 h 6382977"/>
              <a:gd name="connsiteX5488" fmla="*/ 859596 w 6501199"/>
              <a:gd name="connsiteY5488" fmla="*/ 4164338 h 6382977"/>
              <a:gd name="connsiteX5489" fmla="*/ 875439 w 6501199"/>
              <a:gd name="connsiteY5489" fmla="*/ 4139137 h 6382977"/>
              <a:gd name="connsiteX5490" fmla="*/ 845913 w 6501199"/>
              <a:gd name="connsiteY5490" fmla="*/ 4123296 h 6382977"/>
              <a:gd name="connsiteX5491" fmla="*/ 884440 w 6501199"/>
              <a:gd name="connsiteY5491" fmla="*/ 4123296 h 6382977"/>
              <a:gd name="connsiteX5492" fmla="*/ 902804 w 6501199"/>
              <a:gd name="connsiteY5492" fmla="*/ 4107455 h 6382977"/>
              <a:gd name="connsiteX5493" fmla="*/ 832231 w 6501199"/>
              <a:gd name="connsiteY5493" fmla="*/ 4036892 h 6382977"/>
              <a:gd name="connsiteX5494" fmla="*/ 816388 w 6501199"/>
              <a:gd name="connsiteY5494" fmla="*/ 4061733 h 6382977"/>
              <a:gd name="connsiteX5495" fmla="*/ 827550 w 6501199"/>
              <a:gd name="connsiteY5495" fmla="*/ 4059573 h 6382977"/>
              <a:gd name="connsiteX5496" fmla="*/ 829710 w 6501199"/>
              <a:gd name="connsiteY5496" fmla="*/ 4073254 h 6382977"/>
              <a:gd name="connsiteX5497" fmla="*/ 807026 w 6501199"/>
              <a:gd name="connsiteY5497" fmla="*/ 4084774 h 6382977"/>
              <a:gd name="connsiteX5498" fmla="*/ 756977 w 6501199"/>
              <a:gd name="connsiteY5498" fmla="*/ 4066413 h 6382977"/>
              <a:gd name="connsiteX5499" fmla="*/ 725291 w 6501199"/>
              <a:gd name="connsiteY5499" fmla="*/ 4041572 h 6382977"/>
              <a:gd name="connsiteX5500" fmla="*/ 706928 w 6501199"/>
              <a:gd name="connsiteY5500" fmla="*/ 3993690 h 6382977"/>
              <a:gd name="connsiteX5501" fmla="*/ 679563 w 6501199"/>
              <a:gd name="connsiteY5501" fmla="*/ 3991530 h 6382977"/>
              <a:gd name="connsiteX5502" fmla="*/ 679563 w 6501199"/>
              <a:gd name="connsiteY5502" fmla="*/ 3945808 h 6382977"/>
              <a:gd name="connsiteX5503" fmla="*/ 711609 w 6501199"/>
              <a:gd name="connsiteY5503" fmla="*/ 3945808 h 6382977"/>
              <a:gd name="connsiteX5504" fmla="*/ 711609 w 6501199"/>
              <a:gd name="connsiteY5504" fmla="*/ 3968488 h 6382977"/>
              <a:gd name="connsiteX5505" fmla="*/ 727452 w 6501199"/>
              <a:gd name="connsiteY5505" fmla="*/ 3968488 h 6382977"/>
              <a:gd name="connsiteX5506" fmla="*/ 743295 w 6501199"/>
              <a:gd name="connsiteY5506" fmla="*/ 3947968 h 6382977"/>
              <a:gd name="connsiteX5507" fmla="*/ 727452 w 6501199"/>
              <a:gd name="connsiteY5507" fmla="*/ 3945808 h 6382977"/>
              <a:gd name="connsiteX5508" fmla="*/ 723131 w 6501199"/>
              <a:gd name="connsiteY5508" fmla="*/ 3909446 h 6382977"/>
              <a:gd name="connsiteX5509" fmla="*/ 701617 w 6501199"/>
              <a:gd name="connsiteY5509" fmla="*/ 3907826 h 6382977"/>
              <a:gd name="connsiteX5510" fmla="*/ 699646 w 6501199"/>
              <a:gd name="connsiteY5510" fmla="*/ 3901458 h 6382977"/>
              <a:gd name="connsiteX5511" fmla="*/ 687943 w 6501199"/>
              <a:gd name="connsiteY5511" fmla="*/ 3904240 h 6382977"/>
              <a:gd name="connsiteX5512" fmla="*/ 687035 w 6501199"/>
              <a:gd name="connsiteY5512" fmla="*/ 3912866 h 6382977"/>
              <a:gd name="connsiteX5513" fmla="*/ 682084 w 6501199"/>
              <a:gd name="connsiteY5513" fmla="*/ 3936807 h 6382977"/>
              <a:gd name="connsiteX5514" fmla="*/ 671023 w 6501199"/>
              <a:gd name="connsiteY5514" fmla="*/ 3913434 h 6382977"/>
              <a:gd name="connsiteX5515" fmla="*/ 671571 w 6501199"/>
              <a:gd name="connsiteY5515" fmla="*/ 3908131 h 6382977"/>
              <a:gd name="connsiteX5516" fmla="*/ 655291 w 6501199"/>
              <a:gd name="connsiteY5516" fmla="*/ 3912000 h 6382977"/>
              <a:gd name="connsiteX5517" fmla="*/ 659971 w 6501199"/>
              <a:gd name="connsiteY5517" fmla="*/ 3923518 h 6382977"/>
              <a:gd name="connsiteX5518" fmla="*/ 586883 w 6501199"/>
              <a:gd name="connsiteY5518" fmla="*/ 3939356 h 6382977"/>
              <a:gd name="connsiteX5519" fmla="*/ 529997 w 6501199"/>
              <a:gd name="connsiteY5519" fmla="*/ 3994068 h 6382977"/>
              <a:gd name="connsiteX5520" fmla="*/ 568882 w 6501199"/>
              <a:gd name="connsiteY5520" fmla="*/ 3909840 h 6382977"/>
              <a:gd name="connsiteX5521" fmla="*/ 562041 w 6501199"/>
              <a:gd name="connsiteY5521" fmla="*/ 3898322 h 6382977"/>
              <a:gd name="connsiteX5522" fmla="*/ 541519 w 6501199"/>
              <a:gd name="connsiteY5522" fmla="*/ 3889324 h 6382977"/>
              <a:gd name="connsiteX5523" fmla="*/ 507315 w 6501199"/>
              <a:gd name="connsiteY5523" fmla="*/ 3896162 h 6382977"/>
              <a:gd name="connsiteX5524" fmla="*/ 493634 w 6501199"/>
              <a:gd name="connsiteY5524" fmla="*/ 3914520 h 6382977"/>
              <a:gd name="connsiteX5525" fmla="*/ 500474 w 6501199"/>
              <a:gd name="connsiteY5525" fmla="*/ 3939356 h 6382977"/>
              <a:gd name="connsiteX5526" fmla="*/ 484633 w 6501199"/>
              <a:gd name="connsiteY5526" fmla="*/ 3937196 h 6382977"/>
              <a:gd name="connsiteX5527" fmla="*/ 391383 w 6501199"/>
              <a:gd name="connsiteY5527" fmla="*/ 3996228 h 6382977"/>
              <a:gd name="connsiteX5528" fmla="*/ 384542 w 6501199"/>
              <a:gd name="connsiteY5528" fmla="*/ 4014585 h 6382977"/>
              <a:gd name="connsiteX5529" fmla="*/ 434587 w 6501199"/>
              <a:gd name="connsiteY5529" fmla="*/ 3934677 h 6382977"/>
              <a:gd name="connsiteX5530" fmla="*/ 405064 w 6501199"/>
              <a:gd name="connsiteY5530" fmla="*/ 3925678 h 6382977"/>
              <a:gd name="connsiteX5531" fmla="*/ 407224 w 6501199"/>
              <a:gd name="connsiteY5531" fmla="*/ 3909840 h 6382977"/>
              <a:gd name="connsiteX5532" fmla="*/ 425586 w 6501199"/>
              <a:gd name="connsiteY5532" fmla="*/ 3894003 h 6382977"/>
              <a:gd name="connsiteX5533" fmla="*/ 423066 w 6501199"/>
              <a:gd name="connsiteY5533" fmla="*/ 3907681 h 6382977"/>
              <a:gd name="connsiteX5534" fmla="*/ 438908 w 6501199"/>
              <a:gd name="connsiteY5534" fmla="*/ 3882484 h 6382977"/>
              <a:gd name="connsiteX5535" fmla="*/ 507315 w 6501199"/>
              <a:gd name="connsiteY5535" fmla="*/ 3871326 h 6382977"/>
              <a:gd name="connsiteX5536" fmla="*/ 520996 w 6501199"/>
              <a:gd name="connsiteY5536" fmla="*/ 3885004 h 6382977"/>
              <a:gd name="connsiteX5537" fmla="*/ 511996 w 6501199"/>
              <a:gd name="connsiteY5537" fmla="*/ 3855128 h 6382977"/>
              <a:gd name="connsiteX5538" fmla="*/ 553040 w 6501199"/>
              <a:gd name="connsiteY5538" fmla="*/ 3816614 h 6382977"/>
              <a:gd name="connsiteX5539" fmla="*/ 609566 w 6501199"/>
              <a:gd name="connsiteY5539" fmla="*/ 3832452 h 6382977"/>
              <a:gd name="connsiteX5540" fmla="*/ 639449 w 6501199"/>
              <a:gd name="connsiteY5540" fmla="*/ 3800776 h 6382977"/>
              <a:gd name="connsiteX5541" fmla="*/ 666761 w 6501199"/>
              <a:gd name="connsiteY5541" fmla="*/ 3791963 h 6382977"/>
              <a:gd name="connsiteX5542" fmla="*/ 680352 w 6501199"/>
              <a:gd name="connsiteY5542" fmla="*/ 3776584 h 6382977"/>
              <a:gd name="connsiteX5543" fmla="*/ 670111 w 6501199"/>
              <a:gd name="connsiteY5543" fmla="*/ 3744558 h 6382977"/>
              <a:gd name="connsiteX5544" fmla="*/ 700087 w 6501199"/>
              <a:gd name="connsiteY5544" fmla="*/ 3595511 h 6382977"/>
              <a:gd name="connsiteX5545" fmla="*/ 682084 w 6501199"/>
              <a:gd name="connsiteY5545" fmla="*/ 3607031 h 6382977"/>
              <a:gd name="connsiteX5546" fmla="*/ 688925 w 6501199"/>
              <a:gd name="connsiteY5546" fmla="*/ 3515947 h 6382977"/>
              <a:gd name="connsiteX5547" fmla="*/ 711609 w 6501199"/>
              <a:gd name="connsiteY5547" fmla="*/ 3524947 h 6382977"/>
              <a:gd name="connsiteX5548" fmla="*/ 713769 w 6501199"/>
              <a:gd name="connsiteY5548" fmla="*/ 3515947 h 6382977"/>
              <a:gd name="connsiteX5549" fmla="*/ 693246 w 6501199"/>
              <a:gd name="connsiteY5549" fmla="*/ 3511267 h 6382977"/>
              <a:gd name="connsiteX5550" fmla="*/ 725291 w 6501199"/>
              <a:gd name="connsiteY5550" fmla="*/ 3497586 h 6382977"/>
              <a:gd name="connsiteX5551" fmla="*/ 720763 w 6501199"/>
              <a:gd name="connsiteY5551" fmla="*/ 3489367 h 6382977"/>
              <a:gd name="connsiteX5552" fmla="*/ 715509 w 6501199"/>
              <a:gd name="connsiteY5552" fmla="*/ 3488147 h 6382977"/>
              <a:gd name="connsiteX5553" fmla="*/ 698495 w 6501199"/>
              <a:gd name="connsiteY5553" fmla="*/ 3498060 h 6382977"/>
              <a:gd name="connsiteX5554" fmla="*/ 466631 w 6501199"/>
              <a:gd name="connsiteY5554" fmla="*/ 3525416 h 6382977"/>
              <a:gd name="connsiteX5555" fmla="*/ 457270 w 6501199"/>
              <a:gd name="connsiteY5555" fmla="*/ 3536935 h 6382977"/>
              <a:gd name="connsiteX5556" fmla="*/ 436748 w 6501199"/>
              <a:gd name="connsiteY5556" fmla="*/ 3520737 h 6382977"/>
              <a:gd name="connsiteX5557" fmla="*/ 425586 w 6501199"/>
              <a:gd name="connsiteY5557" fmla="*/ 3530096 h 6382977"/>
              <a:gd name="connsiteX5558" fmla="*/ 355019 w 6501199"/>
              <a:gd name="connsiteY5558" fmla="*/ 3513898 h 6382977"/>
              <a:gd name="connsiteX5559" fmla="*/ 352499 w 6501199"/>
              <a:gd name="connsiteY5559" fmla="*/ 3500580 h 6382977"/>
              <a:gd name="connsiteX5560" fmla="*/ 270770 w 6501199"/>
              <a:gd name="connsiteY5560" fmla="*/ 3486902 h 6382977"/>
              <a:gd name="connsiteX5561" fmla="*/ 220725 w 6501199"/>
              <a:gd name="connsiteY5561" fmla="*/ 3302609 h 6382977"/>
              <a:gd name="connsiteX5562" fmla="*/ 261769 w 6501199"/>
              <a:gd name="connsiteY5562" fmla="*/ 3284251 h 6382977"/>
              <a:gd name="connsiteX5563" fmla="*/ 318655 w 6501199"/>
              <a:gd name="connsiteY5563" fmla="*/ 3406993 h 6382977"/>
              <a:gd name="connsiteX5564" fmla="*/ 341337 w 6501199"/>
              <a:gd name="connsiteY5564" fmla="*/ 3400514 h 6382977"/>
              <a:gd name="connsiteX5565" fmla="*/ 332337 w 6501199"/>
              <a:gd name="connsiteY5565" fmla="*/ 3388996 h 6382977"/>
              <a:gd name="connsiteX5566" fmla="*/ 357179 w 6501199"/>
              <a:gd name="connsiteY5566" fmla="*/ 3313767 h 6382977"/>
              <a:gd name="connsiteX5567" fmla="*/ 377701 w 6501199"/>
              <a:gd name="connsiteY5567" fmla="*/ 3300449 h 6382977"/>
              <a:gd name="connsiteX5568" fmla="*/ 386702 w 6501199"/>
              <a:gd name="connsiteY5568" fmla="*/ 3234219 h 6382977"/>
              <a:gd name="connsiteX5569" fmla="*/ 382382 w 6501199"/>
              <a:gd name="connsiteY5569" fmla="*/ 3175187 h 6382977"/>
              <a:gd name="connsiteX5570" fmla="*/ 405064 w 6501199"/>
              <a:gd name="connsiteY5570" fmla="*/ 3127314 h 6382977"/>
              <a:gd name="connsiteX5571" fmla="*/ 402904 w 6501199"/>
              <a:gd name="connsiteY5571" fmla="*/ 3245737 h 6382977"/>
              <a:gd name="connsiteX5572" fmla="*/ 409385 w 6501199"/>
              <a:gd name="connsiteY5572" fmla="*/ 3204703 h 6382977"/>
              <a:gd name="connsiteX5573" fmla="*/ 423066 w 6501199"/>
              <a:gd name="connsiteY5573" fmla="*/ 3227380 h 6382977"/>
              <a:gd name="connsiteX5574" fmla="*/ 423066 w 6501199"/>
              <a:gd name="connsiteY5574" fmla="*/ 3186705 h 6382977"/>
              <a:gd name="connsiteX5575" fmla="*/ 448269 w 6501199"/>
              <a:gd name="connsiteY5575" fmla="*/ 3113636 h 6382977"/>
              <a:gd name="connsiteX5576" fmla="*/ 425586 w 6501199"/>
              <a:gd name="connsiteY5576" fmla="*/ 3125154 h 6382977"/>
              <a:gd name="connsiteX5577" fmla="*/ 414065 w 6501199"/>
              <a:gd name="connsiteY5577" fmla="*/ 3106797 h 6382977"/>
              <a:gd name="connsiteX5578" fmla="*/ 396063 w 6501199"/>
              <a:gd name="connsiteY5578" fmla="*/ 3125154 h 6382977"/>
              <a:gd name="connsiteX5579" fmla="*/ 355019 w 6501199"/>
              <a:gd name="connsiteY5579" fmla="*/ 3143152 h 6382977"/>
              <a:gd name="connsiteX5580" fmla="*/ 373021 w 6501199"/>
              <a:gd name="connsiteY5580" fmla="*/ 3125154 h 6382977"/>
              <a:gd name="connsiteX5581" fmla="*/ 370861 w 6501199"/>
              <a:gd name="connsiteY5581" fmla="*/ 3118315 h 6382977"/>
              <a:gd name="connsiteX5582" fmla="*/ 373021 w 6501199"/>
              <a:gd name="connsiteY5582" fmla="*/ 3106797 h 6382977"/>
              <a:gd name="connsiteX5583" fmla="*/ 334497 w 6501199"/>
              <a:gd name="connsiteY5583" fmla="*/ 3095639 h 6382977"/>
              <a:gd name="connsiteX5584" fmla="*/ 318655 w 6501199"/>
              <a:gd name="connsiteY5584" fmla="*/ 3036967 h 6382977"/>
              <a:gd name="connsiteX5585" fmla="*/ 300293 w 6501199"/>
              <a:gd name="connsiteY5585" fmla="*/ 3036967 h 6382977"/>
              <a:gd name="connsiteX5586" fmla="*/ 309294 w 6501199"/>
              <a:gd name="connsiteY5586" fmla="*/ 3030128 h 6382977"/>
              <a:gd name="connsiteX5587" fmla="*/ 320815 w 6501199"/>
              <a:gd name="connsiteY5587" fmla="*/ 2968577 h 6382977"/>
              <a:gd name="connsiteX5588" fmla="*/ 309294 w 6501199"/>
              <a:gd name="connsiteY5588" fmla="*/ 2907026 h 6382977"/>
              <a:gd name="connsiteX5589" fmla="*/ 261769 w 6501199"/>
              <a:gd name="connsiteY5589" fmla="*/ 2900187 h 6382977"/>
              <a:gd name="connsiteX5590" fmla="*/ 302813 w 6501199"/>
              <a:gd name="connsiteY5590" fmla="*/ 2806961 h 6382977"/>
              <a:gd name="connsiteX5591" fmla="*/ 309294 w 6501199"/>
              <a:gd name="connsiteY5591" fmla="*/ 2718413 h 6382977"/>
              <a:gd name="connsiteX5592" fmla="*/ 343498 w 6501199"/>
              <a:gd name="connsiteY5592" fmla="*/ 2725252 h 6382977"/>
              <a:gd name="connsiteX5593" fmla="*/ 477792 w 6501199"/>
              <a:gd name="connsiteY5593" fmla="*/ 2513603 h 6382977"/>
              <a:gd name="connsiteX5594" fmla="*/ 445749 w 6501199"/>
              <a:gd name="connsiteY5594" fmla="*/ 2522602 h 6382977"/>
              <a:gd name="connsiteX5595" fmla="*/ 407224 w 6501199"/>
              <a:gd name="connsiteY5595" fmla="*/ 2506764 h 6382977"/>
              <a:gd name="connsiteX5596" fmla="*/ 438908 w 6501199"/>
              <a:gd name="connsiteY5596" fmla="*/ 2475089 h 6382977"/>
              <a:gd name="connsiteX5597" fmla="*/ 452949 w 6501199"/>
              <a:gd name="connsiteY5597" fmla="*/ 2475089 h 6382977"/>
              <a:gd name="connsiteX5598" fmla="*/ 455110 w 6501199"/>
              <a:gd name="connsiteY5598" fmla="*/ 2493086 h 6382977"/>
              <a:gd name="connsiteX5599" fmla="*/ 475632 w 6501199"/>
              <a:gd name="connsiteY5599" fmla="*/ 2468250 h 6382977"/>
              <a:gd name="connsiteX5600" fmla="*/ 466631 w 6501199"/>
              <a:gd name="connsiteY5600" fmla="*/ 2452052 h 6382977"/>
              <a:gd name="connsiteX5601" fmla="*/ 493634 w 6501199"/>
              <a:gd name="connsiteY5601" fmla="*/ 2447733 h 6382977"/>
              <a:gd name="connsiteX5602" fmla="*/ 511996 w 6501199"/>
              <a:gd name="connsiteY5602" fmla="*/ 2431895 h 6382977"/>
              <a:gd name="connsiteX5603" fmla="*/ 498314 w 6501199"/>
              <a:gd name="connsiteY5603" fmla="*/ 2425056 h 6382977"/>
              <a:gd name="connsiteX5604" fmla="*/ 525677 w 6501199"/>
              <a:gd name="connsiteY5604" fmla="*/ 2351987 h 6382977"/>
              <a:gd name="connsiteX5605" fmla="*/ 543679 w 6501199"/>
              <a:gd name="connsiteY5605" fmla="*/ 2349827 h 6382977"/>
              <a:gd name="connsiteX5606" fmla="*/ 643769 w 6501199"/>
              <a:gd name="connsiteY5606" fmla="*/ 2229244 h 6382977"/>
              <a:gd name="connsiteX5607" fmla="*/ 636929 w 6501199"/>
              <a:gd name="connsiteY5607" fmla="*/ 2218086 h 6382977"/>
              <a:gd name="connsiteX5608" fmla="*/ 705336 w 6501199"/>
              <a:gd name="connsiteY5608" fmla="*/ 2181731 h 6382977"/>
              <a:gd name="connsiteX5609" fmla="*/ 741700 w 6501199"/>
              <a:gd name="connsiteY5609" fmla="*/ 2120180 h 6382977"/>
              <a:gd name="connsiteX5610" fmla="*/ 728018 w 6501199"/>
              <a:gd name="connsiteY5610" fmla="*/ 2124500 h 6382977"/>
              <a:gd name="connsiteX5611" fmla="*/ 755381 w 6501199"/>
              <a:gd name="connsiteY5611" fmla="*/ 2111182 h 6382977"/>
              <a:gd name="connsiteX5612" fmla="*/ 805427 w 6501199"/>
              <a:gd name="connsiteY5612" fmla="*/ 2026954 h 6382977"/>
              <a:gd name="connsiteX5613" fmla="*/ 832790 w 6501199"/>
              <a:gd name="connsiteY5613" fmla="*/ 2029113 h 6382977"/>
              <a:gd name="connsiteX5614" fmla="*/ 834950 w 6501199"/>
              <a:gd name="connsiteY5614" fmla="*/ 2011116 h 6382977"/>
              <a:gd name="connsiteX5615" fmla="*/ 821268 w 6501199"/>
              <a:gd name="connsiteY5615" fmla="*/ 2024434 h 6382977"/>
              <a:gd name="connsiteX5616" fmla="*/ 889676 w 6501199"/>
              <a:gd name="connsiteY5616" fmla="*/ 1904212 h 6382977"/>
              <a:gd name="connsiteX5617" fmla="*/ 905517 w 6501199"/>
              <a:gd name="connsiteY5617" fmla="*/ 1911051 h 6382977"/>
              <a:gd name="connsiteX5618" fmla="*/ 930720 w 6501199"/>
              <a:gd name="connsiteY5618" fmla="*/ 1858498 h 6382977"/>
              <a:gd name="connsiteX5619" fmla="*/ 923879 w 6501199"/>
              <a:gd name="connsiteY5619" fmla="*/ 1899532 h 6382977"/>
              <a:gd name="connsiteX5620" fmla="*/ 967084 w 6501199"/>
              <a:gd name="connsiteY5620" fmla="*/ 1870017 h 6382977"/>
              <a:gd name="connsiteX5621" fmla="*/ 971404 w 6501199"/>
              <a:gd name="connsiteY5621" fmla="*/ 1854179 h 6382977"/>
              <a:gd name="connsiteX5622" fmla="*/ 946562 w 6501199"/>
              <a:gd name="connsiteY5622" fmla="*/ 1844820 h 6382977"/>
              <a:gd name="connsiteX5623" fmla="*/ 976085 w 6501199"/>
              <a:gd name="connsiteY5623" fmla="*/ 1849500 h 6382977"/>
              <a:gd name="connsiteX5624" fmla="*/ 991926 w 6501199"/>
              <a:gd name="connsiteY5624" fmla="*/ 1842661 h 6382977"/>
              <a:gd name="connsiteX5625" fmla="*/ 1007768 w 6501199"/>
              <a:gd name="connsiteY5625" fmla="*/ 1804146 h 6382977"/>
              <a:gd name="connsiteX5626" fmla="*/ 989766 w 6501199"/>
              <a:gd name="connsiteY5626" fmla="*/ 1822144 h 6382977"/>
              <a:gd name="connsiteX5627" fmla="*/ 1021449 w 6501199"/>
              <a:gd name="connsiteY5627" fmla="*/ 1760592 h 6382977"/>
              <a:gd name="connsiteX5628" fmla="*/ 1010288 w 6501199"/>
              <a:gd name="connsiteY5628" fmla="*/ 1799467 h 6382977"/>
              <a:gd name="connsiteX5629" fmla="*/ 1037651 w 6501199"/>
              <a:gd name="connsiteY5629" fmla="*/ 1776790 h 6382977"/>
              <a:gd name="connsiteX5630" fmla="*/ 1041972 w 6501199"/>
              <a:gd name="connsiteY5630" fmla="*/ 1787949 h 6382977"/>
              <a:gd name="connsiteX5631" fmla="*/ 1089857 w 6501199"/>
              <a:gd name="connsiteY5631" fmla="*/ 1726757 h 6382977"/>
              <a:gd name="connsiteX5632" fmla="*/ 1107859 w 6501199"/>
              <a:gd name="connsiteY5632" fmla="*/ 1724238 h 6382977"/>
              <a:gd name="connsiteX5633" fmla="*/ 1130901 w 6501199"/>
              <a:gd name="connsiteY5633" fmla="*/ 1704081 h 6382977"/>
              <a:gd name="connsiteX5634" fmla="*/ 1133061 w 6501199"/>
              <a:gd name="connsiteY5634" fmla="*/ 1690403 h 6382977"/>
              <a:gd name="connsiteX5635" fmla="*/ 1107859 w 6501199"/>
              <a:gd name="connsiteY5635" fmla="*/ 1704081 h 6382977"/>
              <a:gd name="connsiteX5636" fmla="*/ 1137742 w 6501199"/>
              <a:gd name="connsiteY5636" fmla="*/ 1681044 h 6382977"/>
              <a:gd name="connsiteX5637" fmla="*/ 1155744 w 6501199"/>
              <a:gd name="connsiteY5637" fmla="*/ 1642530 h 6382977"/>
              <a:gd name="connsiteX5638" fmla="*/ 1155744 w 6501199"/>
              <a:gd name="connsiteY5638" fmla="*/ 1649369 h 6382977"/>
              <a:gd name="connsiteX5639" fmla="*/ 1230992 w 6501199"/>
              <a:gd name="connsiteY5639" fmla="*/ 1569820 h 6382977"/>
              <a:gd name="connsiteX5640" fmla="*/ 1317401 w 6501199"/>
              <a:gd name="connsiteY5640" fmla="*/ 1499270 h 6382977"/>
              <a:gd name="connsiteX5641" fmla="*/ 1340083 w 6501199"/>
              <a:gd name="connsiteY5641" fmla="*/ 1471914 h 6382977"/>
              <a:gd name="connsiteX5642" fmla="*/ 1353765 w 6501199"/>
              <a:gd name="connsiteY5642" fmla="*/ 1480913 h 6382977"/>
              <a:gd name="connsiteX5643" fmla="*/ 1371767 w 6501199"/>
              <a:gd name="connsiteY5643" fmla="*/ 1471914 h 6382977"/>
              <a:gd name="connsiteX5644" fmla="*/ 1371767 w 6501199"/>
              <a:gd name="connsiteY5644" fmla="*/ 1453917 h 6382977"/>
              <a:gd name="connsiteX5645" fmla="*/ 1387968 w 6501199"/>
              <a:gd name="connsiteY5645" fmla="*/ 1456077 h 6382977"/>
              <a:gd name="connsiteX5646" fmla="*/ 1424332 w 6501199"/>
              <a:gd name="connsiteY5646" fmla="*/ 1439879 h 6382977"/>
              <a:gd name="connsiteX5647" fmla="*/ 1401650 w 6501199"/>
              <a:gd name="connsiteY5647" fmla="*/ 1442399 h 6382977"/>
              <a:gd name="connsiteX5648" fmla="*/ 1467537 w 6501199"/>
              <a:gd name="connsiteY5648" fmla="*/ 1383367 h 6382977"/>
              <a:gd name="connsiteX5649" fmla="*/ 1453855 w 6501199"/>
              <a:gd name="connsiteY5649" fmla="*/ 1401365 h 6382977"/>
              <a:gd name="connsiteX5650" fmla="*/ 1522263 w 6501199"/>
              <a:gd name="connsiteY5650" fmla="*/ 1394526 h 6382977"/>
              <a:gd name="connsiteX5651" fmla="*/ 1458536 w 6501199"/>
              <a:gd name="connsiteY5651" fmla="*/ 1415043 h 6382977"/>
              <a:gd name="connsiteX5652" fmla="*/ 1385808 w 6501199"/>
              <a:gd name="connsiteY5652" fmla="*/ 1471914 h 6382977"/>
              <a:gd name="connsiteX5653" fmla="*/ 1378967 w 6501199"/>
              <a:gd name="connsiteY5653" fmla="*/ 1480913 h 6382977"/>
              <a:gd name="connsiteX5654" fmla="*/ 1392289 w 6501199"/>
              <a:gd name="connsiteY5654" fmla="*/ 1480913 h 6382977"/>
              <a:gd name="connsiteX5655" fmla="*/ 1335403 w 6501199"/>
              <a:gd name="connsiteY5655" fmla="*/ 1533465 h 6382977"/>
              <a:gd name="connsiteX5656" fmla="*/ 1367446 w 6501199"/>
              <a:gd name="connsiteY5656" fmla="*/ 1521947 h 6382977"/>
              <a:gd name="connsiteX5657" fmla="*/ 1387968 w 6501199"/>
              <a:gd name="connsiteY5657" fmla="*/ 1501430 h 6382977"/>
              <a:gd name="connsiteX5658" fmla="*/ 1237832 w 6501199"/>
              <a:gd name="connsiteY5658" fmla="*/ 1642530 h 6382977"/>
              <a:gd name="connsiteX5659" fmla="*/ 1303719 w 6501199"/>
              <a:gd name="connsiteY5659" fmla="*/ 1613014 h 6382977"/>
              <a:gd name="connsiteX5660" fmla="*/ 1299039 w 6501199"/>
              <a:gd name="connsiteY5660" fmla="*/ 1631011 h 6382977"/>
              <a:gd name="connsiteX5661" fmla="*/ 1340083 w 6501199"/>
              <a:gd name="connsiteY5661" fmla="*/ 1610494 h 6382977"/>
              <a:gd name="connsiteX5662" fmla="*/ 1326402 w 6501199"/>
              <a:gd name="connsiteY5662" fmla="*/ 1601496 h 6382977"/>
              <a:gd name="connsiteX5663" fmla="*/ 1340083 w 6501199"/>
              <a:gd name="connsiteY5663" fmla="*/ 1587818 h 6382977"/>
              <a:gd name="connsiteX5664" fmla="*/ 1460696 w 6501199"/>
              <a:gd name="connsiteY5664" fmla="*/ 1508269 h 6382977"/>
              <a:gd name="connsiteX5665" fmla="*/ 1462856 w 6501199"/>
              <a:gd name="connsiteY5665" fmla="*/ 1530946 h 6382977"/>
              <a:gd name="connsiteX5666" fmla="*/ 1515422 w 6501199"/>
              <a:gd name="connsiteY5666" fmla="*/ 1476594 h 6382977"/>
              <a:gd name="connsiteX5667" fmla="*/ 1526583 w 6501199"/>
              <a:gd name="connsiteY5667" fmla="*/ 1483433 h 6382977"/>
              <a:gd name="connsiteX5668" fmla="*/ 1531263 w 6501199"/>
              <a:gd name="connsiteY5668" fmla="*/ 1465075 h 6382977"/>
              <a:gd name="connsiteX5669" fmla="*/ 1560787 w 6501199"/>
              <a:gd name="connsiteY5669" fmla="*/ 1471914 h 6382977"/>
              <a:gd name="connsiteX5670" fmla="*/ 1597150 w 6501199"/>
              <a:gd name="connsiteY5670" fmla="*/ 1430880 h 6382977"/>
              <a:gd name="connsiteX5671" fmla="*/ 1594990 w 6501199"/>
              <a:gd name="connsiteY5671" fmla="*/ 1447078 h 6382977"/>
              <a:gd name="connsiteX5672" fmla="*/ 1676719 w 6501199"/>
              <a:gd name="connsiteY5672" fmla="*/ 1383367 h 6382977"/>
              <a:gd name="connsiteX5673" fmla="*/ 1676719 w 6501199"/>
              <a:gd name="connsiteY5673" fmla="*/ 1392366 h 6382977"/>
              <a:gd name="connsiteX5674" fmla="*/ 1781490 w 6501199"/>
              <a:gd name="connsiteY5674" fmla="*/ 1339814 h 6382977"/>
              <a:gd name="connsiteX5675" fmla="*/ 1876900 w 6501199"/>
              <a:gd name="connsiteY5675" fmla="*/ 1290141 h 6382977"/>
              <a:gd name="connsiteX5676" fmla="*/ 1854218 w 6501199"/>
              <a:gd name="connsiteY5676" fmla="*/ 1312818 h 6382977"/>
              <a:gd name="connsiteX5677" fmla="*/ 1945308 w 6501199"/>
              <a:gd name="connsiteY5677" fmla="*/ 1280782 h 6382977"/>
              <a:gd name="connsiteX5678" fmla="*/ 1967990 w 6501199"/>
              <a:gd name="connsiteY5678" fmla="*/ 1285461 h 6382977"/>
              <a:gd name="connsiteX5679" fmla="*/ 1972671 w 6501199"/>
              <a:gd name="connsiteY5679" fmla="*/ 1269624 h 6382977"/>
              <a:gd name="connsiteX5680" fmla="*/ 2033877 w 6501199"/>
              <a:gd name="connsiteY5680" fmla="*/ 1255946 h 6382977"/>
              <a:gd name="connsiteX5681" fmla="*/ 1988512 w 6501199"/>
              <a:gd name="connsiteY5681" fmla="*/ 1280782 h 6382977"/>
              <a:gd name="connsiteX5682" fmla="*/ 2052239 w 6501199"/>
              <a:gd name="connsiteY5682" fmla="*/ 1290141 h 6382977"/>
              <a:gd name="connsiteX5683" fmla="*/ 1997513 w 6501199"/>
              <a:gd name="connsiteY5683" fmla="*/ 1305978 h 6382977"/>
              <a:gd name="connsiteX5684" fmla="*/ 2006874 w 6501199"/>
              <a:gd name="connsiteY5684" fmla="*/ 1290141 h 6382977"/>
              <a:gd name="connsiteX5685" fmla="*/ 1995353 w 6501199"/>
              <a:gd name="connsiteY5685" fmla="*/ 1285461 h 6382977"/>
              <a:gd name="connsiteX5686" fmla="*/ 1902103 w 6501199"/>
              <a:gd name="connsiteY5686" fmla="*/ 1328655 h 6382977"/>
              <a:gd name="connsiteX5687" fmla="*/ 1811013 w 6501199"/>
              <a:gd name="connsiteY5687" fmla="*/ 1390206 h 6382977"/>
              <a:gd name="connsiteX5688" fmla="*/ 1695081 w 6501199"/>
              <a:gd name="connsiteY5688" fmla="*/ 1444558 h 6382977"/>
              <a:gd name="connsiteX5689" fmla="*/ 1699401 w 6501199"/>
              <a:gd name="connsiteY5689" fmla="*/ 1424041 h 6382977"/>
              <a:gd name="connsiteX5690" fmla="*/ 1686080 w 6501199"/>
              <a:gd name="connsiteY5690" fmla="*/ 1449238 h 6382977"/>
              <a:gd name="connsiteX5691" fmla="*/ 1651876 w 6501199"/>
              <a:gd name="connsiteY5691" fmla="*/ 1465075 h 6382977"/>
              <a:gd name="connsiteX5692" fmla="*/ 1597150 w 6501199"/>
              <a:gd name="connsiteY5692" fmla="*/ 1476594 h 6382977"/>
              <a:gd name="connsiteX5693" fmla="*/ 1590310 w 6501199"/>
              <a:gd name="connsiteY5693" fmla="*/ 1485592 h 6382977"/>
              <a:gd name="connsiteX5694" fmla="*/ 1615512 w 6501199"/>
              <a:gd name="connsiteY5694" fmla="*/ 1487752 h 6382977"/>
              <a:gd name="connsiteX5695" fmla="*/ 1476538 w 6501199"/>
              <a:gd name="connsiteY5695" fmla="*/ 1549303 h 6382977"/>
              <a:gd name="connsiteX5696" fmla="*/ 1469697 w 6501199"/>
              <a:gd name="connsiteY5696" fmla="*/ 1571980 h 6382977"/>
              <a:gd name="connsiteX5697" fmla="*/ 1438014 w 6501199"/>
              <a:gd name="connsiteY5697" fmla="*/ 1578819 h 6382977"/>
              <a:gd name="connsiteX5698" fmla="*/ 1415331 w 6501199"/>
              <a:gd name="connsiteY5698" fmla="*/ 1628852 h 6382977"/>
              <a:gd name="connsiteX5699" fmla="*/ 1399129 w 6501199"/>
              <a:gd name="connsiteY5699" fmla="*/ 1624172 h 6382977"/>
              <a:gd name="connsiteX5700" fmla="*/ 1417491 w 6501199"/>
              <a:gd name="connsiteY5700" fmla="*/ 1606175 h 6382977"/>
              <a:gd name="connsiteX5701" fmla="*/ 1349084 w 6501199"/>
              <a:gd name="connsiteY5701" fmla="*/ 1651528 h 6382977"/>
              <a:gd name="connsiteX5702" fmla="*/ 1387968 w 6501199"/>
              <a:gd name="connsiteY5702" fmla="*/ 1640370 h 6382977"/>
              <a:gd name="connsiteX5703" fmla="*/ 1390129 w 6501199"/>
              <a:gd name="connsiteY5703" fmla="*/ 1667366 h 6382977"/>
              <a:gd name="connsiteX5704" fmla="*/ 1360605 w 6501199"/>
              <a:gd name="connsiteY5704" fmla="*/ 1699401 h 6382977"/>
              <a:gd name="connsiteX5705" fmla="*/ 1381128 w 6501199"/>
              <a:gd name="connsiteY5705" fmla="*/ 1692562 h 6382977"/>
              <a:gd name="connsiteX5706" fmla="*/ 1337923 w 6501199"/>
              <a:gd name="connsiteY5706" fmla="*/ 1737916 h 6382977"/>
              <a:gd name="connsiteX5707" fmla="*/ 1374287 w 6501199"/>
              <a:gd name="connsiteY5707" fmla="*/ 1713079 h 6382977"/>
              <a:gd name="connsiteX5708" fmla="*/ 1374287 w 6501199"/>
              <a:gd name="connsiteY5708" fmla="*/ 1728917 h 6382977"/>
              <a:gd name="connsiteX5709" fmla="*/ 1494900 w 6501199"/>
              <a:gd name="connsiteY5709" fmla="*/ 1678884 h 6382977"/>
              <a:gd name="connsiteX5710" fmla="*/ 1551786 w 6501199"/>
              <a:gd name="connsiteY5710" fmla="*/ 1656208 h 6382977"/>
              <a:gd name="connsiteX5711" fmla="*/ 1529812 w 6501199"/>
              <a:gd name="connsiteY5711" fmla="*/ 1681466 h 6382977"/>
              <a:gd name="connsiteX5712" fmla="*/ 1535431 w 6501199"/>
              <a:gd name="connsiteY5712" fmla="*/ 1690166 h 6382977"/>
              <a:gd name="connsiteX5713" fmla="*/ 1535227 w 6501199"/>
              <a:gd name="connsiteY5713" fmla="*/ 1690630 h 6382977"/>
              <a:gd name="connsiteX5714" fmla="*/ 1528687 w 6501199"/>
              <a:gd name="connsiteY5714" fmla="*/ 1694789 h 6382977"/>
              <a:gd name="connsiteX5715" fmla="*/ 1515422 w 6501199"/>
              <a:gd name="connsiteY5715" fmla="*/ 1692562 h 6382977"/>
              <a:gd name="connsiteX5716" fmla="*/ 1533424 w 6501199"/>
              <a:gd name="connsiteY5716" fmla="*/ 1694722 h 6382977"/>
              <a:gd name="connsiteX5717" fmla="*/ 1535227 w 6501199"/>
              <a:gd name="connsiteY5717" fmla="*/ 1690630 h 6382977"/>
              <a:gd name="connsiteX5718" fmla="*/ 1535584 w 6501199"/>
              <a:gd name="connsiteY5718" fmla="*/ 1690403 h 6382977"/>
              <a:gd name="connsiteX5719" fmla="*/ 1535431 w 6501199"/>
              <a:gd name="connsiteY5719" fmla="*/ 1690166 h 6382977"/>
              <a:gd name="connsiteX5720" fmla="*/ 1541030 w 6501199"/>
              <a:gd name="connsiteY5720" fmla="*/ 1677461 h 6382977"/>
              <a:gd name="connsiteX5721" fmla="*/ 1554576 w 6501199"/>
              <a:gd name="connsiteY5721" fmla="*/ 1668671 h 6382977"/>
              <a:gd name="connsiteX5722" fmla="*/ 1567593 w 6501199"/>
              <a:gd name="connsiteY5722" fmla="*/ 1662932 h 6382977"/>
              <a:gd name="connsiteX5723" fmla="*/ 1567627 w 6501199"/>
              <a:gd name="connsiteY5723" fmla="*/ 1663047 h 6382977"/>
              <a:gd name="connsiteX5724" fmla="*/ 1567846 w 6501199"/>
              <a:gd name="connsiteY5724" fmla="*/ 1662821 h 6382977"/>
              <a:gd name="connsiteX5725" fmla="*/ 1570688 w 6501199"/>
              <a:gd name="connsiteY5725" fmla="*/ 1661568 h 6382977"/>
              <a:gd name="connsiteX5726" fmla="*/ 1585989 w 6501199"/>
              <a:gd name="connsiteY5726" fmla="*/ 1649369 h 6382977"/>
              <a:gd name="connsiteX5727" fmla="*/ 1577619 w 6501199"/>
              <a:gd name="connsiteY5727" fmla="*/ 1652698 h 6382977"/>
              <a:gd name="connsiteX5728" fmla="*/ 1567846 w 6501199"/>
              <a:gd name="connsiteY5728" fmla="*/ 1662821 h 6382977"/>
              <a:gd name="connsiteX5729" fmla="*/ 1567593 w 6501199"/>
              <a:gd name="connsiteY5729" fmla="*/ 1662932 h 6382977"/>
              <a:gd name="connsiteX5730" fmla="*/ 1562947 w 6501199"/>
              <a:gd name="connsiteY5730" fmla="*/ 1647209 h 6382977"/>
              <a:gd name="connsiteX5731" fmla="*/ 1597150 w 6501199"/>
              <a:gd name="connsiteY5731" fmla="*/ 1651528 h 6382977"/>
              <a:gd name="connsiteX5732" fmla="*/ 1663037 w 6501199"/>
              <a:gd name="connsiteY5732" fmla="*/ 1601496 h 6382977"/>
              <a:gd name="connsiteX5733" fmla="*/ 1656197 w 6501199"/>
              <a:gd name="connsiteY5733" fmla="*/ 1590337 h 6382977"/>
              <a:gd name="connsiteX5734" fmla="*/ 1688240 w 6501199"/>
              <a:gd name="connsiteY5734" fmla="*/ 1592497 h 6382977"/>
              <a:gd name="connsiteX5735" fmla="*/ 1708763 w 6501199"/>
              <a:gd name="connsiteY5735" fmla="*/ 1574140 h 6382977"/>
              <a:gd name="connsiteX5736" fmla="*/ 1692561 w 6501199"/>
              <a:gd name="connsiteY5736" fmla="*/ 1571980 h 6382977"/>
              <a:gd name="connsiteX5737" fmla="*/ 1747287 w 6501199"/>
              <a:gd name="connsiteY5737" fmla="*/ 1537785 h 6382977"/>
              <a:gd name="connsiteX5738" fmla="*/ 1856378 w 6501199"/>
              <a:gd name="connsiteY5738" fmla="*/ 1483433 h 6382977"/>
              <a:gd name="connsiteX5739" fmla="*/ 1865739 w 6501199"/>
              <a:gd name="connsiteY5739" fmla="*/ 1501430 h 6382977"/>
              <a:gd name="connsiteX5740" fmla="*/ 1926946 w 6501199"/>
              <a:gd name="connsiteY5740" fmla="*/ 1483433 h 6382977"/>
              <a:gd name="connsiteX5741" fmla="*/ 1970510 w 6501199"/>
              <a:gd name="connsiteY5741" fmla="*/ 1447078 h 6382977"/>
              <a:gd name="connsiteX5742" fmla="*/ 1943147 w 6501199"/>
              <a:gd name="connsiteY5742" fmla="*/ 1442399 h 6382977"/>
              <a:gd name="connsiteX5743" fmla="*/ 1977351 w 6501199"/>
              <a:gd name="connsiteY5743" fmla="*/ 1428721 h 6382977"/>
              <a:gd name="connsiteX5744" fmla="*/ 1993193 w 6501199"/>
              <a:gd name="connsiteY5744" fmla="*/ 1444558 h 6382977"/>
              <a:gd name="connsiteX5745" fmla="*/ 2031717 w 6501199"/>
              <a:gd name="connsiteY5745" fmla="*/ 1421882 h 6382977"/>
              <a:gd name="connsiteX5746" fmla="*/ 2004354 w 6501199"/>
              <a:gd name="connsiteY5746" fmla="*/ 1412883 h 6382977"/>
              <a:gd name="connsiteX5747" fmla="*/ 1890582 w 6501199"/>
              <a:gd name="connsiteY5747" fmla="*/ 1458236 h 6382977"/>
              <a:gd name="connsiteX5748" fmla="*/ 1845217 w 6501199"/>
              <a:gd name="connsiteY5748" fmla="*/ 1480913 h 6382977"/>
              <a:gd name="connsiteX5749" fmla="*/ 1795172 w 6501199"/>
              <a:gd name="connsiteY5749" fmla="*/ 1494591 h 6382977"/>
              <a:gd name="connsiteX5750" fmla="*/ 1769969 w 6501199"/>
              <a:gd name="connsiteY5750" fmla="*/ 1433040 h 6382977"/>
              <a:gd name="connsiteX5751" fmla="*/ 1786171 w 6501199"/>
              <a:gd name="connsiteY5751" fmla="*/ 1403524 h 6382977"/>
              <a:gd name="connsiteX5752" fmla="*/ 1849898 w 6501199"/>
              <a:gd name="connsiteY5752" fmla="*/ 1383367 h 6382977"/>
              <a:gd name="connsiteX5753" fmla="*/ 1890582 w 6501199"/>
              <a:gd name="connsiteY5753" fmla="*/ 1367170 h 6382977"/>
              <a:gd name="connsiteX5754" fmla="*/ 1936307 w 6501199"/>
              <a:gd name="connsiteY5754" fmla="*/ 1380848 h 6382977"/>
              <a:gd name="connsiteX5755" fmla="*/ 1947468 w 6501199"/>
              <a:gd name="connsiteY5755" fmla="*/ 1358171 h 6382977"/>
              <a:gd name="connsiteX5756" fmla="*/ 1995353 w 6501199"/>
              <a:gd name="connsiteY5756" fmla="*/ 1351332 h 6382977"/>
              <a:gd name="connsiteX5757" fmla="*/ 1983832 w 6501199"/>
              <a:gd name="connsiteY5757" fmla="*/ 1346653 h 6382977"/>
              <a:gd name="connsiteX5758" fmla="*/ 2095444 w 6501199"/>
              <a:gd name="connsiteY5758" fmla="*/ 1312818 h 6382977"/>
              <a:gd name="connsiteX5759" fmla="*/ 2095444 w 6501199"/>
              <a:gd name="connsiteY5759" fmla="*/ 1299139 h 6382977"/>
              <a:gd name="connsiteX5760" fmla="*/ 2257101 w 6501199"/>
              <a:gd name="connsiteY5760" fmla="*/ 1269624 h 6382977"/>
              <a:gd name="connsiteX5761" fmla="*/ 2254580 w 6501199"/>
              <a:gd name="connsiteY5761" fmla="*/ 1283302 h 6382977"/>
              <a:gd name="connsiteX5762" fmla="*/ 2309306 w 6501199"/>
              <a:gd name="connsiteY5762" fmla="*/ 1276463 h 6382977"/>
              <a:gd name="connsiteX5763" fmla="*/ 2213896 w 6501199"/>
              <a:gd name="connsiteY5763" fmla="*/ 1319657 h 6382977"/>
              <a:gd name="connsiteX5764" fmla="*/ 2284104 w 6501199"/>
              <a:gd name="connsiteY5764" fmla="*/ 1321816 h 6382977"/>
              <a:gd name="connsiteX5765" fmla="*/ 2311466 w 6501199"/>
              <a:gd name="connsiteY5765" fmla="*/ 1314977 h 6382977"/>
              <a:gd name="connsiteX5766" fmla="*/ 2361512 w 6501199"/>
              <a:gd name="connsiteY5766" fmla="*/ 1290141 h 6382977"/>
              <a:gd name="connsiteX5767" fmla="*/ 2364032 w 6501199"/>
              <a:gd name="connsiteY5767" fmla="*/ 1305978 h 6382977"/>
              <a:gd name="connsiteX5768" fmla="*/ 2295625 w 6501199"/>
              <a:gd name="connsiteY5768" fmla="*/ 1342333 h 6382977"/>
              <a:gd name="connsiteX5769" fmla="*/ 2286624 w 6501199"/>
              <a:gd name="connsiteY5769" fmla="*/ 1328655 h 6382977"/>
              <a:gd name="connsiteX5770" fmla="*/ 2270782 w 6501199"/>
              <a:gd name="connsiteY5770" fmla="*/ 1358171 h 6382977"/>
              <a:gd name="connsiteX5771" fmla="*/ 2334509 w 6501199"/>
              <a:gd name="connsiteY5771" fmla="*/ 1332975 h 6382977"/>
              <a:gd name="connsiteX5772" fmla="*/ 2484645 w 6501199"/>
              <a:gd name="connsiteY5772" fmla="*/ 1294460 h 6382977"/>
              <a:gd name="connsiteX5773" fmla="*/ 2495806 w 6501199"/>
              <a:gd name="connsiteY5773" fmla="*/ 1308138 h 6382977"/>
              <a:gd name="connsiteX5774" fmla="*/ 2598417 w 6501199"/>
              <a:gd name="connsiteY5774" fmla="*/ 1262785 h 6382977"/>
              <a:gd name="connsiteX5775" fmla="*/ 2605257 w 6501199"/>
              <a:gd name="connsiteY5775" fmla="*/ 1280782 h 6382977"/>
              <a:gd name="connsiteX5776" fmla="*/ 2477804 w 6501199"/>
              <a:gd name="connsiteY5776" fmla="*/ 1326496 h 6382977"/>
              <a:gd name="connsiteX5777" fmla="*/ 2498326 w 6501199"/>
              <a:gd name="connsiteY5777" fmla="*/ 1337654 h 6382977"/>
              <a:gd name="connsiteX5778" fmla="*/ 2682306 w 6501199"/>
              <a:gd name="connsiteY5778" fmla="*/ 1301299 h 6382977"/>
              <a:gd name="connsiteX5779" fmla="*/ 2666464 w 6501199"/>
              <a:gd name="connsiteY5779" fmla="*/ 1314977 h 6382977"/>
              <a:gd name="connsiteX5780" fmla="*/ 2848643 w 6501199"/>
              <a:gd name="connsiteY5780" fmla="*/ 1278622 h 6382977"/>
              <a:gd name="connsiteX5781" fmla="*/ 2834962 w 6501199"/>
              <a:gd name="connsiteY5781" fmla="*/ 1296620 h 6382977"/>
              <a:gd name="connsiteX5782" fmla="*/ 2921371 w 6501199"/>
              <a:gd name="connsiteY5782" fmla="*/ 1294460 h 6382977"/>
              <a:gd name="connsiteX5783" fmla="*/ 2935052 w 6501199"/>
              <a:gd name="connsiteY5783" fmla="*/ 1310298 h 6382977"/>
              <a:gd name="connsiteX5784" fmla="*/ 2989778 w 6501199"/>
              <a:gd name="connsiteY5784" fmla="*/ 1301299 h 6382977"/>
              <a:gd name="connsiteX5785" fmla="*/ 2978257 w 6501199"/>
              <a:gd name="connsiteY5785" fmla="*/ 1305978 h 6382977"/>
              <a:gd name="connsiteX5786" fmla="*/ 2985098 w 6501199"/>
              <a:gd name="connsiteY5786" fmla="*/ 1308138 h 6382977"/>
              <a:gd name="connsiteX5787" fmla="*/ 3037303 w 6501199"/>
              <a:gd name="connsiteY5787" fmla="*/ 1326496 h 6382977"/>
              <a:gd name="connsiteX5788" fmla="*/ 3053145 w 6501199"/>
              <a:gd name="connsiteY5788" fmla="*/ 1321816 h 6382977"/>
              <a:gd name="connsiteX5789" fmla="*/ 3064666 w 6501199"/>
              <a:gd name="connsiteY5789" fmla="*/ 1319657 h 6382977"/>
              <a:gd name="connsiteX5790" fmla="*/ 3089869 w 6501199"/>
              <a:gd name="connsiteY5790" fmla="*/ 1314977 h 6382977"/>
              <a:gd name="connsiteX5791" fmla="*/ 3123712 w 6501199"/>
              <a:gd name="connsiteY5791" fmla="*/ 1308138 h 6382977"/>
              <a:gd name="connsiteX5792" fmla="*/ 3121552 w 6501199"/>
              <a:gd name="connsiteY5792" fmla="*/ 1314977 h 6382977"/>
              <a:gd name="connsiteX5793" fmla="*/ 3201121 w 6501199"/>
              <a:gd name="connsiteY5793" fmla="*/ 1314977 h 6382977"/>
              <a:gd name="connsiteX5794" fmla="*/ 3242165 w 6501199"/>
              <a:gd name="connsiteY5794" fmla="*/ 1314977 h 6382977"/>
              <a:gd name="connsiteX5795" fmla="*/ 3280689 w 6501199"/>
              <a:gd name="connsiteY5795" fmla="*/ 1319657 h 6382977"/>
              <a:gd name="connsiteX5796" fmla="*/ 3278529 w 6501199"/>
              <a:gd name="connsiteY5796" fmla="*/ 1312818 h 6382977"/>
              <a:gd name="connsiteX5797" fmla="*/ 3346576 w 6501199"/>
              <a:gd name="connsiteY5797" fmla="*/ 1319657 h 6382977"/>
              <a:gd name="connsiteX5798" fmla="*/ 3337215 w 6501199"/>
              <a:gd name="connsiteY5798" fmla="*/ 1330815 h 6382977"/>
              <a:gd name="connsiteX5799" fmla="*/ 3364578 w 6501199"/>
              <a:gd name="connsiteY5799" fmla="*/ 1312818 h 6382977"/>
              <a:gd name="connsiteX5800" fmla="*/ 3357737 w 6501199"/>
              <a:gd name="connsiteY5800" fmla="*/ 1328655 h 6382977"/>
              <a:gd name="connsiteX5801" fmla="*/ 3414623 w 6501199"/>
              <a:gd name="connsiteY5801" fmla="*/ 1335494 h 6382977"/>
              <a:gd name="connsiteX5802" fmla="*/ 3432985 w 6501199"/>
              <a:gd name="connsiteY5802" fmla="*/ 1330815 h 6382977"/>
              <a:gd name="connsiteX5803" fmla="*/ 3428305 w 6501199"/>
              <a:gd name="connsiteY5803" fmla="*/ 1310298 h 6382977"/>
              <a:gd name="connsiteX5804" fmla="*/ 3435145 w 6501199"/>
              <a:gd name="connsiteY5804" fmla="*/ 1314977 h 6382977"/>
              <a:gd name="connsiteX5805" fmla="*/ 3441986 w 6501199"/>
              <a:gd name="connsiteY5805" fmla="*/ 1314977 h 6382977"/>
              <a:gd name="connsiteX5806" fmla="*/ 3435145 w 6501199"/>
              <a:gd name="connsiteY5806" fmla="*/ 1326496 h 6382977"/>
              <a:gd name="connsiteX5807" fmla="*/ 3439826 w 6501199"/>
              <a:gd name="connsiteY5807" fmla="*/ 1332975 h 6382977"/>
              <a:gd name="connsiteX5808" fmla="*/ 3453507 w 6501199"/>
              <a:gd name="connsiteY5808" fmla="*/ 1319657 h 6382977"/>
              <a:gd name="connsiteX5809" fmla="*/ 3453507 w 6501199"/>
              <a:gd name="connsiteY5809" fmla="*/ 1335494 h 6382977"/>
              <a:gd name="connsiteX5810" fmla="*/ 3524075 w 6501199"/>
              <a:gd name="connsiteY5810" fmla="*/ 1326496 h 6382977"/>
              <a:gd name="connsiteX5811" fmla="*/ 3529599 w 6501199"/>
              <a:gd name="connsiteY5811" fmla="*/ 1334780 h 6382977"/>
              <a:gd name="connsiteX5812" fmla="*/ 3529620 w 6501199"/>
              <a:gd name="connsiteY5812" fmla="*/ 1335394 h 6382977"/>
              <a:gd name="connsiteX5813" fmla="*/ 3531989 w 6501199"/>
              <a:gd name="connsiteY5813" fmla="*/ 1338364 h 6382977"/>
              <a:gd name="connsiteX5814" fmla="*/ 3539016 w 6501199"/>
              <a:gd name="connsiteY5814" fmla="*/ 1348902 h 6382977"/>
              <a:gd name="connsiteX5815" fmla="*/ 3562599 w 6501199"/>
              <a:gd name="connsiteY5815" fmla="*/ 1349172 h 6382977"/>
              <a:gd name="connsiteX5816" fmla="*/ 3576280 w 6501199"/>
              <a:gd name="connsiteY5816" fmla="*/ 1367170 h 6382977"/>
              <a:gd name="connsiteX5817" fmla="*/ 3580961 w 6501199"/>
              <a:gd name="connsiteY5817" fmla="*/ 1362850 h 6382977"/>
              <a:gd name="connsiteX5818" fmla="*/ 3578440 w 6501199"/>
              <a:gd name="connsiteY5818" fmla="*/ 1344493 h 6382977"/>
              <a:gd name="connsiteX5819" fmla="*/ 3592122 w 6501199"/>
              <a:gd name="connsiteY5819" fmla="*/ 1371849 h 6382977"/>
              <a:gd name="connsiteX5820" fmla="*/ 3578440 w 6501199"/>
              <a:gd name="connsiteY5820" fmla="*/ 1371849 h 6382977"/>
              <a:gd name="connsiteX5821" fmla="*/ 3598963 w 6501199"/>
              <a:gd name="connsiteY5821" fmla="*/ 1371849 h 6382977"/>
              <a:gd name="connsiteX5822" fmla="*/ 3592122 w 6501199"/>
              <a:gd name="connsiteY5822" fmla="*/ 1360331 h 6382977"/>
              <a:gd name="connsiteX5823" fmla="*/ 3637847 w 6501199"/>
              <a:gd name="connsiteY5823" fmla="*/ 1371849 h 6382977"/>
              <a:gd name="connsiteX5824" fmla="*/ 3644687 w 6501199"/>
              <a:gd name="connsiteY5824" fmla="*/ 1344493 h 6382977"/>
              <a:gd name="connsiteX5825" fmla="*/ 3603643 w 6501199"/>
              <a:gd name="connsiteY5825" fmla="*/ 1328655 h 6382977"/>
              <a:gd name="connsiteX5826" fmla="*/ 3619485 w 6501199"/>
              <a:gd name="connsiteY5826" fmla="*/ 1312818 h 6382977"/>
              <a:gd name="connsiteX5827" fmla="*/ 3642167 w 6501199"/>
              <a:gd name="connsiteY5827" fmla="*/ 1321816 h 6382977"/>
              <a:gd name="connsiteX5828" fmla="*/ 3655849 w 6501199"/>
              <a:gd name="connsiteY5828" fmla="*/ 1310298 h 6382977"/>
              <a:gd name="connsiteX5829" fmla="*/ 3708054 w 6501199"/>
              <a:gd name="connsiteY5829" fmla="*/ 1321816 h 6382977"/>
              <a:gd name="connsiteX5830" fmla="*/ 3699053 w 6501199"/>
              <a:gd name="connsiteY5830" fmla="*/ 1319657 h 6382977"/>
              <a:gd name="connsiteX5831" fmla="*/ 3712735 w 6501199"/>
              <a:gd name="connsiteY5831" fmla="*/ 1321816 h 6382977"/>
              <a:gd name="connsiteX5832" fmla="*/ 3712735 w 6501199"/>
              <a:gd name="connsiteY5832" fmla="*/ 1314977 h 6382977"/>
              <a:gd name="connsiteX5833" fmla="*/ 3760620 w 6501199"/>
              <a:gd name="connsiteY5833" fmla="*/ 1312818 h 6382977"/>
              <a:gd name="connsiteX5834" fmla="*/ 3799144 w 6501199"/>
              <a:gd name="connsiteY5834" fmla="*/ 1292300 h 6382977"/>
              <a:gd name="connsiteX5835" fmla="*/ 3810665 w 6501199"/>
              <a:gd name="connsiteY5835" fmla="*/ 1314977 h 6382977"/>
              <a:gd name="connsiteX5836" fmla="*/ 3817506 w 6501199"/>
              <a:gd name="connsiteY5836" fmla="*/ 1314977 h 6382977"/>
              <a:gd name="connsiteX5837" fmla="*/ 3853870 w 6501199"/>
              <a:gd name="connsiteY5837" fmla="*/ 1303459 h 6382977"/>
              <a:gd name="connsiteX5838" fmla="*/ 3881233 w 6501199"/>
              <a:gd name="connsiteY5838" fmla="*/ 1280782 h 6382977"/>
              <a:gd name="connsiteX5839" fmla="*/ 3885553 w 6501199"/>
              <a:gd name="connsiteY5839" fmla="*/ 1292300 h 6382977"/>
              <a:gd name="connsiteX5840" fmla="*/ 3883393 w 6501199"/>
              <a:gd name="connsiteY5840" fmla="*/ 1276463 h 6382977"/>
              <a:gd name="connsiteX5841" fmla="*/ 3892394 w 6501199"/>
              <a:gd name="connsiteY5841" fmla="*/ 1287621 h 6382977"/>
              <a:gd name="connsiteX5842" fmla="*/ 3894914 w 6501199"/>
              <a:gd name="connsiteY5842" fmla="*/ 1301299 h 6382977"/>
              <a:gd name="connsiteX5843" fmla="*/ 3883393 w 6501199"/>
              <a:gd name="connsiteY5843" fmla="*/ 1296620 h 6382977"/>
              <a:gd name="connsiteX5844" fmla="*/ 3890233 w 6501199"/>
              <a:gd name="connsiteY5844" fmla="*/ 1303459 h 6382977"/>
              <a:gd name="connsiteX5845" fmla="*/ 3883393 w 6501199"/>
              <a:gd name="connsiteY5845" fmla="*/ 1303459 h 6382977"/>
              <a:gd name="connsiteX5846" fmla="*/ 3899234 w 6501199"/>
              <a:gd name="connsiteY5846" fmla="*/ 1317137 h 6382977"/>
              <a:gd name="connsiteX5847" fmla="*/ 3858190 w 6501199"/>
              <a:gd name="connsiteY5847" fmla="*/ 1317137 h 6382977"/>
              <a:gd name="connsiteX5848" fmla="*/ 3838028 w 6501199"/>
              <a:gd name="connsiteY5848" fmla="*/ 1319657 h 6382977"/>
              <a:gd name="connsiteX5849" fmla="*/ 3808505 w 6501199"/>
              <a:gd name="connsiteY5849" fmla="*/ 1335494 h 6382977"/>
              <a:gd name="connsiteX5850" fmla="*/ 3796984 w 6501199"/>
              <a:gd name="connsiteY5850" fmla="*/ 1319657 h 6382977"/>
              <a:gd name="connsiteX5851" fmla="*/ 3790143 w 6501199"/>
              <a:gd name="connsiteY5851" fmla="*/ 1332975 h 6382977"/>
              <a:gd name="connsiteX5852" fmla="*/ 3778622 w 6501199"/>
              <a:gd name="connsiteY5852" fmla="*/ 1321816 h 6382977"/>
              <a:gd name="connsiteX5853" fmla="*/ 3764940 w 6501199"/>
              <a:gd name="connsiteY5853" fmla="*/ 1346653 h 6382977"/>
              <a:gd name="connsiteX5854" fmla="*/ 3758099 w 6501199"/>
              <a:gd name="connsiteY5854" fmla="*/ 1335494 h 6382977"/>
              <a:gd name="connsiteX5855" fmla="*/ 3721736 w 6501199"/>
              <a:gd name="connsiteY5855" fmla="*/ 1353492 h 6382977"/>
              <a:gd name="connsiteX5856" fmla="*/ 3690052 w 6501199"/>
              <a:gd name="connsiteY5856" fmla="*/ 1353492 h 6382977"/>
              <a:gd name="connsiteX5857" fmla="*/ 3719575 w 6501199"/>
              <a:gd name="connsiteY5857" fmla="*/ 1360331 h 6382977"/>
              <a:gd name="connsiteX5858" fmla="*/ 3753779 w 6501199"/>
              <a:gd name="connsiteY5858" fmla="*/ 1371849 h 6382977"/>
              <a:gd name="connsiteX5859" fmla="*/ 3749099 w 6501199"/>
              <a:gd name="connsiteY5859" fmla="*/ 1387687 h 6382977"/>
              <a:gd name="connsiteX5860" fmla="*/ 3749099 w 6501199"/>
              <a:gd name="connsiteY5860" fmla="*/ 1399205 h 6382977"/>
              <a:gd name="connsiteX5861" fmla="*/ 3771781 w 6501199"/>
              <a:gd name="connsiteY5861" fmla="*/ 1385527 h 6382977"/>
              <a:gd name="connsiteX5862" fmla="*/ 3821826 w 6501199"/>
              <a:gd name="connsiteY5862" fmla="*/ 1408204 h 6382977"/>
              <a:gd name="connsiteX5863" fmla="*/ 3838028 w 6501199"/>
              <a:gd name="connsiteY5863" fmla="*/ 1396685 h 6382977"/>
              <a:gd name="connsiteX5864" fmla="*/ 3831187 w 6501199"/>
              <a:gd name="connsiteY5864" fmla="*/ 1403524 h 6382977"/>
              <a:gd name="connsiteX5865" fmla="*/ 3853870 w 6501199"/>
              <a:gd name="connsiteY5865" fmla="*/ 1406044 h 6382977"/>
              <a:gd name="connsiteX5866" fmla="*/ 3844869 w 6501199"/>
              <a:gd name="connsiteY5866" fmla="*/ 1403524 h 6382977"/>
              <a:gd name="connsiteX5867" fmla="*/ 3862871 w 6501199"/>
              <a:gd name="connsiteY5867" fmla="*/ 1392366 h 6382977"/>
              <a:gd name="connsiteX5868" fmla="*/ 3858190 w 6501199"/>
              <a:gd name="connsiteY5868" fmla="*/ 1401365 h 6382977"/>
              <a:gd name="connsiteX5869" fmla="*/ 3885553 w 6501199"/>
              <a:gd name="connsiteY5869" fmla="*/ 1408204 h 6382977"/>
              <a:gd name="connsiteX5870" fmla="*/ 3881233 w 6501199"/>
              <a:gd name="connsiteY5870" fmla="*/ 1394526 h 6382977"/>
              <a:gd name="connsiteX5871" fmla="*/ 3888073 w 6501199"/>
              <a:gd name="connsiteY5871" fmla="*/ 1392366 h 6382977"/>
              <a:gd name="connsiteX5872" fmla="*/ 3903915 w 6501199"/>
              <a:gd name="connsiteY5872" fmla="*/ 1390206 h 6382977"/>
              <a:gd name="connsiteX5873" fmla="*/ 3915436 w 6501199"/>
              <a:gd name="connsiteY5873" fmla="*/ 1396685 h 6382977"/>
              <a:gd name="connsiteX5874" fmla="*/ 3890233 w 6501199"/>
              <a:gd name="connsiteY5874" fmla="*/ 1412883 h 6382977"/>
              <a:gd name="connsiteX5875" fmla="*/ 3908595 w 6501199"/>
              <a:gd name="connsiteY5875" fmla="*/ 1417202 h 6382977"/>
              <a:gd name="connsiteX5876" fmla="*/ 3938119 w 6501199"/>
              <a:gd name="connsiteY5876" fmla="*/ 1437719 h 6382977"/>
              <a:gd name="connsiteX5877" fmla="*/ 3983483 w 6501199"/>
              <a:gd name="connsiteY5877" fmla="*/ 1430880 h 6382977"/>
              <a:gd name="connsiteX5878" fmla="*/ 4001845 w 6501199"/>
              <a:gd name="connsiteY5878" fmla="*/ 1435560 h 6382977"/>
              <a:gd name="connsiteX5879" fmla="*/ 3992484 w 6501199"/>
              <a:gd name="connsiteY5879" fmla="*/ 1421882 h 6382977"/>
              <a:gd name="connsiteX5880" fmla="*/ 3988164 w 6501199"/>
              <a:gd name="connsiteY5880" fmla="*/ 1433040 h 6382977"/>
              <a:gd name="connsiteX5881" fmla="*/ 4004006 w 6501199"/>
              <a:gd name="connsiteY5881" fmla="*/ 1428721 h 6382977"/>
              <a:gd name="connsiteX5882" fmla="*/ 4056211 w 6501199"/>
              <a:gd name="connsiteY5882" fmla="*/ 1433040 h 6382977"/>
              <a:gd name="connsiteX5883" fmla="*/ 4047210 w 6501199"/>
              <a:gd name="connsiteY5883" fmla="*/ 1424041 h 6382977"/>
              <a:gd name="connsiteX5884" fmla="*/ 4095095 w 6501199"/>
              <a:gd name="connsiteY5884" fmla="*/ 1410363 h 6382977"/>
              <a:gd name="connsiteX5885" fmla="*/ 4135779 w 6501199"/>
              <a:gd name="connsiteY5885" fmla="*/ 1399205 h 6382977"/>
              <a:gd name="connsiteX5886" fmla="*/ 4131459 w 6501199"/>
              <a:gd name="connsiteY5886" fmla="*/ 1396685 h 6382977"/>
              <a:gd name="connsiteX5887" fmla="*/ 4226869 w 6501199"/>
              <a:gd name="connsiteY5887" fmla="*/ 1339814 h 6382977"/>
              <a:gd name="connsiteX5888" fmla="*/ 4233710 w 6501199"/>
              <a:gd name="connsiteY5888" fmla="*/ 1353492 h 6382977"/>
              <a:gd name="connsiteX5889" fmla="*/ 4236230 w 6501199"/>
              <a:gd name="connsiteY5889" fmla="*/ 1337654 h 6382977"/>
              <a:gd name="connsiteX5890" fmla="*/ 4265753 w 6501199"/>
              <a:gd name="connsiteY5890" fmla="*/ 1319657 h 6382977"/>
              <a:gd name="connsiteX5891" fmla="*/ 4297437 w 6501199"/>
              <a:gd name="connsiteY5891" fmla="*/ 1294460 h 6382977"/>
              <a:gd name="connsiteX5892" fmla="*/ 4302117 w 6501199"/>
              <a:gd name="connsiteY5892" fmla="*/ 1299139 h 6382977"/>
              <a:gd name="connsiteX5893" fmla="*/ 4308958 w 6501199"/>
              <a:gd name="connsiteY5893" fmla="*/ 1299139 h 6382977"/>
              <a:gd name="connsiteX5894" fmla="*/ 4326959 w 6501199"/>
              <a:gd name="connsiteY5894" fmla="*/ 1262785 h 6382977"/>
              <a:gd name="connsiteX5895" fmla="*/ 4340641 w 6501199"/>
              <a:gd name="connsiteY5895" fmla="*/ 1273943 h 6382977"/>
              <a:gd name="connsiteX5896" fmla="*/ 4345321 w 6501199"/>
              <a:gd name="connsiteY5896" fmla="*/ 1267104 h 6382977"/>
              <a:gd name="connsiteX5897" fmla="*/ 4333800 w 6501199"/>
              <a:gd name="connsiteY5897" fmla="*/ 1255946 h 6382977"/>
              <a:gd name="connsiteX5898" fmla="*/ 4365844 w 6501199"/>
              <a:gd name="connsiteY5898" fmla="*/ 1242268 h 6382977"/>
              <a:gd name="connsiteX5899" fmla="*/ 4379525 w 6501199"/>
              <a:gd name="connsiteY5899" fmla="*/ 1251266 h 6382977"/>
              <a:gd name="connsiteX5900" fmla="*/ 4393207 w 6501199"/>
              <a:gd name="connsiteY5900" fmla="*/ 1235429 h 6382977"/>
              <a:gd name="connsiteX5901" fmla="*/ 4400047 w 6501199"/>
              <a:gd name="connsiteY5901" fmla="*/ 1251266 h 6382977"/>
              <a:gd name="connsiteX5902" fmla="*/ 4445412 w 6501199"/>
              <a:gd name="connsiteY5902" fmla="*/ 1214912 h 6382977"/>
              <a:gd name="connsiteX5903" fmla="*/ 4452253 w 6501199"/>
              <a:gd name="connsiteY5903" fmla="*/ 1232909 h 6382977"/>
              <a:gd name="connsiteX5904" fmla="*/ 4477095 w 6501199"/>
              <a:gd name="connsiteY5904" fmla="*/ 1194395 h 6382977"/>
              <a:gd name="connsiteX5905" fmla="*/ 4470255 w 6501199"/>
              <a:gd name="connsiteY5905" fmla="*/ 1185396 h 6382977"/>
              <a:gd name="connsiteX5906" fmla="*/ 4495457 w 6501199"/>
              <a:gd name="connsiteY5906" fmla="*/ 1155880 h 6382977"/>
              <a:gd name="connsiteX5907" fmla="*/ 4554503 w 6501199"/>
              <a:gd name="connsiteY5907" fmla="*/ 1135363 h 6382977"/>
              <a:gd name="connsiteX5908" fmla="*/ 4558539 w 6501199"/>
              <a:gd name="connsiteY5908" fmla="*/ 1119306 h 6382977"/>
              <a:gd name="connsiteX5909" fmla="*/ 4554193 w 6501199"/>
              <a:gd name="connsiteY5909" fmla="*/ 1117418 h 6382977"/>
              <a:gd name="connsiteX5910" fmla="*/ 4544480 w 6501199"/>
              <a:gd name="connsiteY5910" fmla="*/ 1111794 h 6382977"/>
              <a:gd name="connsiteX5911" fmla="*/ 4526134 w 6501199"/>
              <a:gd name="connsiteY5911" fmla="*/ 1129937 h 6382977"/>
              <a:gd name="connsiteX5912" fmla="*/ 4542322 w 6501199"/>
              <a:gd name="connsiteY5912" fmla="*/ 1079500 h 6382977"/>
              <a:gd name="connsiteX5913" fmla="*/ 4558150 w 6501199"/>
              <a:gd name="connsiteY5913" fmla="*/ 1081677 h 6382977"/>
              <a:gd name="connsiteX5914" fmla="*/ 4560309 w 6501199"/>
              <a:gd name="connsiteY5914" fmla="*/ 1100183 h 6382977"/>
              <a:gd name="connsiteX5915" fmla="*/ 4553474 w 6501199"/>
              <a:gd name="connsiteY5915" fmla="*/ 1091111 h 6382977"/>
              <a:gd name="connsiteX5916" fmla="*/ 4537646 w 6501199"/>
              <a:gd name="connsiteY5916" fmla="*/ 1088571 h 6382977"/>
              <a:gd name="connsiteX5917" fmla="*/ 4542322 w 6501199"/>
              <a:gd name="connsiteY5917" fmla="*/ 1104900 h 6382977"/>
              <a:gd name="connsiteX5918" fmla="*/ 4558915 w 6501199"/>
              <a:gd name="connsiteY5918" fmla="*/ 1107984 h 6382977"/>
              <a:gd name="connsiteX5919" fmla="*/ 4562676 w 6501199"/>
              <a:gd name="connsiteY5919" fmla="*/ 1114869 h 6382977"/>
              <a:gd name="connsiteX5920" fmla="*/ 4577186 w 6501199"/>
              <a:gd name="connsiteY5920" fmla="*/ 1105848 h 6382977"/>
              <a:gd name="connsiteX5921" fmla="*/ 4570705 w 6501199"/>
              <a:gd name="connsiteY5921" fmla="*/ 1094329 h 6382977"/>
              <a:gd name="connsiteX5922" fmla="*/ 4581867 w 6501199"/>
              <a:gd name="connsiteY5922" fmla="*/ 1096489 h 6382977"/>
              <a:gd name="connsiteX5923" fmla="*/ 4577186 w 6501199"/>
              <a:gd name="connsiteY5923" fmla="*/ 1085331 h 6382977"/>
              <a:gd name="connsiteX5924" fmla="*/ 4572865 w 6501199"/>
              <a:gd name="connsiteY5924" fmla="*/ 1087490 h 6382977"/>
              <a:gd name="connsiteX5925" fmla="*/ 4576196 w 6501199"/>
              <a:gd name="connsiteY5925" fmla="*/ 1069583 h 6382977"/>
              <a:gd name="connsiteX5926" fmla="*/ 4581096 w 6501199"/>
              <a:gd name="connsiteY5926" fmla="*/ 1061873 h 6382977"/>
              <a:gd name="connsiteX5927" fmla="*/ 4565466 w 6501199"/>
              <a:gd name="connsiteY5927" fmla="*/ 1060420 h 6382977"/>
              <a:gd name="connsiteX5928" fmla="*/ 4554370 w 6501199"/>
              <a:gd name="connsiteY5928" fmla="*/ 1053124 h 6382977"/>
              <a:gd name="connsiteX5929" fmla="*/ 4545421 w 6501199"/>
              <a:gd name="connsiteY5929" fmla="*/ 1075962 h 6382977"/>
              <a:gd name="connsiteX5930" fmla="*/ 4549716 w 6501199"/>
              <a:gd name="connsiteY5930" fmla="*/ 1046237 h 6382977"/>
              <a:gd name="connsiteX5931" fmla="*/ 4559023 w 6501199"/>
              <a:gd name="connsiteY5931" fmla="*/ 1053124 h 6382977"/>
              <a:gd name="connsiteX5932" fmla="*/ 4574774 w 6501199"/>
              <a:gd name="connsiteY5932" fmla="*/ 1044062 h 6382977"/>
              <a:gd name="connsiteX5933" fmla="*/ 4552222 w 6501199"/>
              <a:gd name="connsiteY5933" fmla="*/ 1044062 h 6382977"/>
              <a:gd name="connsiteX5934" fmla="*/ 4583723 w 6501199"/>
              <a:gd name="connsiteY5934" fmla="*/ 1034999 h 6382977"/>
              <a:gd name="connsiteX5935" fmla="*/ 4578538 w 6501199"/>
              <a:gd name="connsiteY5935" fmla="*/ 1054625 h 6382977"/>
              <a:gd name="connsiteX5936" fmla="*/ 4583276 w 6501199"/>
              <a:gd name="connsiteY5936" fmla="*/ 1058442 h 6382977"/>
              <a:gd name="connsiteX5937" fmla="*/ 4586547 w 6501199"/>
              <a:gd name="connsiteY5937" fmla="*/ 1053295 h 6382977"/>
              <a:gd name="connsiteX5938" fmla="*/ 4587511 w 6501199"/>
              <a:gd name="connsiteY5938" fmla="*/ 1061853 h 6382977"/>
              <a:gd name="connsiteX5939" fmla="*/ 4588376 w 6501199"/>
              <a:gd name="connsiteY5939" fmla="*/ 1062550 h 6382977"/>
              <a:gd name="connsiteX5940" fmla="*/ 4587581 w 6501199"/>
              <a:gd name="connsiteY5940" fmla="*/ 1062476 h 6382977"/>
              <a:gd name="connsiteX5941" fmla="*/ 4588482 w 6501199"/>
              <a:gd name="connsiteY5941" fmla="*/ 1070483 h 6382977"/>
              <a:gd name="connsiteX5942" fmla="*/ 4575026 w 6501199"/>
              <a:gd name="connsiteY5942" fmla="*/ 1080651 h 6382977"/>
              <a:gd name="connsiteX5943" fmla="*/ 4581867 w 6501199"/>
              <a:gd name="connsiteY5943" fmla="*/ 1087490 h 6382977"/>
              <a:gd name="connsiteX5944" fmla="*/ 4593388 w 6501199"/>
              <a:gd name="connsiteY5944" fmla="*/ 1075972 h 6382977"/>
              <a:gd name="connsiteX5945" fmla="*/ 4618231 w 6501199"/>
              <a:gd name="connsiteY5945" fmla="*/ 1069133 h 6382977"/>
              <a:gd name="connsiteX5946" fmla="*/ 4602389 w 6501199"/>
              <a:gd name="connsiteY5946" fmla="*/ 1053295 h 6382977"/>
              <a:gd name="connsiteX5947" fmla="*/ 4647753 w 6501199"/>
              <a:gd name="connsiteY5947" fmla="*/ 1030618 h 6382977"/>
              <a:gd name="connsiteX5948" fmla="*/ 4668275 w 6501199"/>
              <a:gd name="connsiteY5948" fmla="*/ 987425 h 6382977"/>
              <a:gd name="connsiteX5949" fmla="*/ 4688798 w 6501199"/>
              <a:gd name="connsiteY5949" fmla="*/ 989584 h 6382977"/>
              <a:gd name="connsiteX5950" fmla="*/ 4681957 w 6501199"/>
              <a:gd name="connsiteY5950" fmla="*/ 1010101 h 6382977"/>
              <a:gd name="connsiteX5951" fmla="*/ 4700319 w 6501199"/>
              <a:gd name="connsiteY5951" fmla="*/ 1005782 h 6382977"/>
              <a:gd name="connsiteX5952" fmla="*/ 4695639 w 6501199"/>
              <a:gd name="connsiteY5952" fmla="*/ 996423 h 6382977"/>
              <a:gd name="connsiteX5953" fmla="*/ 4711481 w 6501199"/>
              <a:gd name="connsiteY5953" fmla="*/ 1005782 h 6382977"/>
              <a:gd name="connsiteX5954" fmla="*/ 4711481 w 6501199"/>
              <a:gd name="connsiteY5954" fmla="*/ 1066973 h 6382977"/>
              <a:gd name="connsiteX5955" fmla="*/ 4723001 w 6501199"/>
              <a:gd name="connsiteY5955" fmla="*/ 1046456 h 6382977"/>
              <a:gd name="connsiteX5956" fmla="*/ 4709320 w 6501199"/>
              <a:gd name="connsiteY5956" fmla="*/ 1048976 h 6382977"/>
              <a:gd name="connsiteX5957" fmla="*/ 4709320 w 6501199"/>
              <a:gd name="connsiteY5957" fmla="*/ 1039617 h 6382977"/>
              <a:gd name="connsiteX5958" fmla="*/ 4732003 w 6501199"/>
              <a:gd name="connsiteY5958" fmla="*/ 1042137 h 6382977"/>
              <a:gd name="connsiteX5959" fmla="*/ 4729842 w 6501199"/>
              <a:gd name="connsiteY5959" fmla="*/ 1053295 h 6382977"/>
              <a:gd name="connsiteX5960" fmla="*/ 4737887 w 6501199"/>
              <a:gd name="connsiteY5960" fmla="*/ 1053625 h 6382977"/>
              <a:gd name="connsiteX5961" fmla="*/ 4744856 w 6501199"/>
              <a:gd name="connsiteY5961" fmla="*/ 1036845 h 6382977"/>
              <a:gd name="connsiteX5962" fmla="*/ 4744232 w 6501199"/>
              <a:gd name="connsiteY5962" fmla="*/ 1019030 h 6382977"/>
              <a:gd name="connsiteX5963" fmla="*/ 4769179 w 6501199"/>
              <a:gd name="connsiteY5963" fmla="*/ 1009650 h 6382977"/>
              <a:gd name="connsiteX5964" fmla="*/ 4751004 w 6501199"/>
              <a:gd name="connsiteY5964" fmla="*/ 1032380 h 6382977"/>
              <a:gd name="connsiteX5965" fmla="*/ 4750899 w 6501199"/>
              <a:gd name="connsiteY5965" fmla="*/ 1035591 h 6382977"/>
              <a:gd name="connsiteX5966" fmla="*/ 4755175 w 6501199"/>
              <a:gd name="connsiteY5966" fmla="*/ 1037941 h 6382977"/>
              <a:gd name="connsiteX5967" fmla="*/ 4752930 w 6501199"/>
              <a:gd name="connsiteY5967" fmla="*/ 1040247 h 6382977"/>
              <a:gd name="connsiteX5968" fmla="*/ 4750474 w 6501199"/>
              <a:gd name="connsiteY5968" fmla="*/ 1048606 h 6382977"/>
              <a:gd name="connsiteX5969" fmla="*/ 4750462 w 6501199"/>
              <a:gd name="connsiteY5969" fmla="*/ 1048978 h 6382977"/>
              <a:gd name="connsiteX5970" fmla="*/ 4761824 w 6501199"/>
              <a:gd name="connsiteY5970" fmla="*/ 1049268 h 6382977"/>
              <a:gd name="connsiteX5971" fmla="*/ 4770887 w 6501199"/>
              <a:gd name="connsiteY5971" fmla="*/ 1035298 h 6382977"/>
              <a:gd name="connsiteX5972" fmla="*/ 4773047 w 6501199"/>
              <a:gd name="connsiteY5972" fmla="*/ 1066973 h 6382977"/>
              <a:gd name="connsiteX5973" fmla="*/ 4770887 w 6501199"/>
              <a:gd name="connsiteY5973" fmla="*/ 1080651 h 6382977"/>
              <a:gd name="connsiteX5974" fmla="*/ 4782048 w 6501199"/>
              <a:gd name="connsiteY5974" fmla="*/ 1110167 h 6382977"/>
              <a:gd name="connsiteX5975" fmla="*/ 4773047 w 6501199"/>
              <a:gd name="connsiteY5975" fmla="*/ 1103328 h 6382977"/>
              <a:gd name="connsiteX5976" fmla="*/ 4776962 w 6501199"/>
              <a:gd name="connsiteY5976" fmla="*/ 1120291 h 6382977"/>
              <a:gd name="connsiteX5977" fmla="*/ 4785899 w 6501199"/>
              <a:gd name="connsiteY5977" fmla="*/ 1126727 h 6382977"/>
              <a:gd name="connsiteX5978" fmla="*/ 4788468 w 6501199"/>
              <a:gd name="connsiteY5978" fmla="*/ 1120865 h 6382977"/>
              <a:gd name="connsiteX5979" fmla="*/ 4802529 w 6501199"/>
              <a:gd name="connsiteY5979" fmla="*/ 1108075 h 6382977"/>
              <a:gd name="connsiteX5980" fmla="*/ 4793458 w 6501199"/>
              <a:gd name="connsiteY5980" fmla="*/ 1128758 h 6382977"/>
              <a:gd name="connsiteX5981" fmla="*/ 4787609 w 6501199"/>
              <a:gd name="connsiteY5981" fmla="*/ 1127959 h 6382977"/>
              <a:gd name="connsiteX5982" fmla="*/ 4797889 w 6501199"/>
              <a:gd name="connsiteY5982" fmla="*/ 1135363 h 6382977"/>
              <a:gd name="connsiteX5983" fmla="*/ 4804730 w 6501199"/>
              <a:gd name="connsiteY5983" fmla="*/ 1126365 h 6382977"/>
              <a:gd name="connsiteX5984" fmla="*/ 4827773 w 6501199"/>
              <a:gd name="connsiteY5984" fmla="*/ 1151201 h 6382977"/>
              <a:gd name="connsiteX5985" fmla="*/ 4829933 w 6501199"/>
              <a:gd name="connsiteY5985" fmla="*/ 1185396 h 6382977"/>
              <a:gd name="connsiteX5986" fmla="*/ 4827773 w 6501199"/>
              <a:gd name="connsiteY5986" fmla="*/ 1230749 h 6382977"/>
              <a:gd name="connsiteX5987" fmla="*/ 4816251 w 6501199"/>
              <a:gd name="connsiteY5987" fmla="*/ 1276463 h 6382977"/>
              <a:gd name="connsiteX5988" fmla="*/ 4821104 w 6501199"/>
              <a:gd name="connsiteY5988" fmla="*/ 1273483 h 6382977"/>
              <a:gd name="connsiteX5989" fmla="*/ 4820420 w 6501199"/>
              <a:gd name="connsiteY5989" fmla="*/ 1271903 h 6382977"/>
              <a:gd name="connsiteX5990" fmla="*/ 4827713 w 6501199"/>
              <a:gd name="connsiteY5990" fmla="*/ 1264030 h 6382977"/>
              <a:gd name="connsiteX5991" fmla="*/ 4831952 w 6501199"/>
              <a:gd name="connsiteY5991" fmla="*/ 1264855 h 6382977"/>
              <a:gd name="connsiteX5992" fmla="*/ 4836773 w 6501199"/>
              <a:gd name="connsiteY5992" fmla="*/ 1253426 h 6382977"/>
              <a:gd name="connsiteX5993" fmla="*/ 4841094 w 6501199"/>
              <a:gd name="connsiteY5993" fmla="*/ 1271783 h 6382977"/>
              <a:gd name="connsiteX5994" fmla="*/ 4854775 w 6501199"/>
              <a:gd name="connsiteY5994" fmla="*/ 1285461 h 6382977"/>
              <a:gd name="connsiteX5995" fmla="*/ 4875297 w 6501199"/>
              <a:gd name="connsiteY5995" fmla="*/ 1255946 h 6382977"/>
              <a:gd name="connsiteX5996" fmla="*/ 4866297 w 6501199"/>
              <a:gd name="connsiteY5996" fmla="*/ 1312818 h 6382977"/>
              <a:gd name="connsiteX5997" fmla="*/ 4857295 w 6501199"/>
              <a:gd name="connsiteY5997" fmla="*/ 1339814 h 6382977"/>
              <a:gd name="connsiteX5998" fmla="*/ 4854775 w 6501199"/>
              <a:gd name="connsiteY5998" fmla="*/ 1376528 h 6382977"/>
              <a:gd name="connsiteX5999" fmla="*/ 4795729 w 6501199"/>
              <a:gd name="connsiteY5999" fmla="*/ 1501430 h 6382977"/>
              <a:gd name="connsiteX6000" fmla="*/ 4807251 w 6501199"/>
              <a:gd name="connsiteY6000" fmla="*/ 1492431 h 6382977"/>
              <a:gd name="connsiteX6001" fmla="*/ 4820932 w 6501199"/>
              <a:gd name="connsiteY6001" fmla="*/ 1499270 h 6382977"/>
              <a:gd name="connsiteX6002" fmla="*/ 4793569 w 6501199"/>
              <a:gd name="connsiteY6002" fmla="*/ 1506109 h 6382977"/>
              <a:gd name="connsiteX6003" fmla="*/ 4766206 w 6501199"/>
              <a:gd name="connsiteY6003" fmla="*/ 1571980 h 6382977"/>
              <a:gd name="connsiteX6004" fmla="*/ 4761525 w 6501199"/>
              <a:gd name="connsiteY6004" fmla="*/ 1587818 h 6382977"/>
              <a:gd name="connsiteX6005" fmla="*/ 4734523 w 6501199"/>
              <a:gd name="connsiteY6005" fmla="*/ 1624172 h 6382977"/>
              <a:gd name="connsiteX6006" fmla="*/ 4784208 w 6501199"/>
              <a:gd name="connsiteY6006" fmla="*/ 1601496 h 6382977"/>
              <a:gd name="connsiteX6007" fmla="*/ 4749121 w 6501199"/>
              <a:gd name="connsiteY6007" fmla="*/ 1653935 h 6382977"/>
              <a:gd name="connsiteX6008" fmla="*/ 4744285 w 6501199"/>
              <a:gd name="connsiteY6008" fmla="*/ 1666011 h 6382977"/>
              <a:gd name="connsiteX6009" fmla="*/ 4748827 w 6501199"/>
              <a:gd name="connsiteY6009" fmla="*/ 1670769 h 6382977"/>
              <a:gd name="connsiteX6010" fmla="*/ 4729285 w 6501199"/>
              <a:gd name="connsiteY6010" fmla="*/ 1687149 h 6382977"/>
              <a:gd name="connsiteX6011" fmla="*/ 4731410 w 6501199"/>
              <a:gd name="connsiteY6011" fmla="*/ 1680267 h 6382977"/>
              <a:gd name="connsiteX6012" fmla="*/ 4709320 w 6501199"/>
              <a:gd name="connsiteY6012" fmla="*/ 1694227 h 6382977"/>
              <a:gd name="connsiteX6013" fmla="*/ 4684117 w 6501199"/>
              <a:gd name="connsiteY6013" fmla="*/ 1717759 h 6382977"/>
              <a:gd name="connsiteX6014" fmla="*/ 4711481 w 6501199"/>
              <a:gd name="connsiteY6014" fmla="*/ 1717759 h 6382977"/>
              <a:gd name="connsiteX6015" fmla="*/ 4702479 w 6501199"/>
              <a:gd name="connsiteY6015" fmla="*/ 1731077 h 6382977"/>
              <a:gd name="connsiteX6016" fmla="*/ 4696137 w 6501199"/>
              <a:gd name="connsiteY6016" fmla="*/ 1728970 h 6382977"/>
              <a:gd name="connsiteX6017" fmla="*/ 4684673 w 6501199"/>
              <a:gd name="connsiteY6017" fmla="*/ 1744540 h 6382977"/>
              <a:gd name="connsiteX6018" fmla="*/ 4671518 w 6501199"/>
              <a:gd name="connsiteY6018" fmla="*/ 1758587 h 6382977"/>
              <a:gd name="connsiteX6019" fmla="*/ 4666572 w 6501199"/>
              <a:gd name="connsiteY6019" fmla="*/ 1747872 h 6382977"/>
              <a:gd name="connsiteX6020" fmla="*/ 4659185 w 6501199"/>
              <a:gd name="connsiteY6020" fmla="*/ 1753124 h 6382977"/>
              <a:gd name="connsiteX6021" fmla="*/ 4634072 w 6501199"/>
              <a:gd name="connsiteY6021" fmla="*/ 1778950 h 6382977"/>
              <a:gd name="connsiteX6022" fmla="*/ 4629751 w 6501199"/>
              <a:gd name="connsiteY6022" fmla="*/ 1772111 h 6382977"/>
              <a:gd name="connsiteX6023" fmla="*/ 4547663 w 6501199"/>
              <a:gd name="connsiteY6023" fmla="*/ 1819984 h 6382977"/>
              <a:gd name="connsiteX6024" fmla="*/ 4468095 w 6501199"/>
              <a:gd name="connsiteY6024" fmla="*/ 1860658 h 6382977"/>
              <a:gd name="connsiteX6025" fmla="*/ 4340641 w 6501199"/>
              <a:gd name="connsiteY6025" fmla="*/ 1920049 h 6382977"/>
              <a:gd name="connsiteX6026" fmla="*/ 4356483 w 6501199"/>
              <a:gd name="connsiteY6026" fmla="*/ 1933727 h 6382977"/>
              <a:gd name="connsiteX6027" fmla="*/ 4317959 w 6501199"/>
              <a:gd name="connsiteY6027" fmla="*/ 1954244 h 6382977"/>
              <a:gd name="connsiteX6028" fmla="*/ 4322639 w 6501199"/>
              <a:gd name="connsiteY6028" fmla="*/ 1944886 h 6382977"/>
              <a:gd name="connsiteX6029" fmla="*/ 4308958 w 6501199"/>
              <a:gd name="connsiteY6029" fmla="*/ 1947405 h 6382977"/>
              <a:gd name="connsiteX6030" fmla="*/ 4311118 w 6501199"/>
              <a:gd name="connsiteY6030" fmla="*/ 1956404 h 6382977"/>
              <a:gd name="connsiteX6031" fmla="*/ 4160982 w 6501199"/>
              <a:gd name="connsiteY6031" fmla="*/ 2008596 h 6382977"/>
              <a:gd name="connsiteX6032" fmla="*/ 4224709 w 6501199"/>
              <a:gd name="connsiteY6032" fmla="*/ 2011116 h 6382977"/>
              <a:gd name="connsiteX6033" fmla="*/ 4188345 w 6501199"/>
              <a:gd name="connsiteY6033" fmla="*/ 2022274 h 6382977"/>
              <a:gd name="connsiteX6034" fmla="*/ 4215708 w 6501199"/>
              <a:gd name="connsiteY6034" fmla="*/ 2013276 h 6382977"/>
              <a:gd name="connsiteX6035" fmla="*/ 4220028 w 6501199"/>
              <a:gd name="connsiteY6035" fmla="*/ 2024434 h 6382977"/>
              <a:gd name="connsiteX6036" fmla="*/ 4233710 w 6501199"/>
              <a:gd name="connsiteY6036" fmla="*/ 2015435 h 6382977"/>
              <a:gd name="connsiteX6037" fmla="*/ 4231549 w 6501199"/>
              <a:gd name="connsiteY6037" fmla="*/ 1992759 h 6382977"/>
              <a:gd name="connsiteX6038" fmla="*/ 4256392 w 6501199"/>
              <a:gd name="connsiteY6038" fmla="*/ 1999598 h 6382977"/>
              <a:gd name="connsiteX6039" fmla="*/ 4272594 w 6501199"/>
              <a:gd name="connsiteY6039" fmla="*/ 1985920 h 6382977"/>
              <a:gd name="connsiteX6040" fmla="*/ 4272594 w 6501199"/>
              <a:gd name="connsiteY6040" fmla="*/ 2001757 h 6382977"/>
              <a:gd name="connsiteX6041" fmla="*/ 4283755 w 6501199"/>
              <a:gd name="connsiteY6041" fmla="*/ 1992759 h 6382977"/>
              <a:gd name="connsiteX6042" fmla="*/ 4274754 w 6501199"/>
              <a:gd name="connsiteY6042" fmla="*/ 1981600 h 6382977"/>
              <a:gd name="connsiteX6043" fmla="*/ 4313278 w 6501199"/>
              <a:gd name="connsiteY6043" fmla="*/ 1967922 h 6382977"/>
              <a:gd name="connsiteX6044" fmla="*/ 4320119 w 6501199"/>
              <a:gd name="connsiteY6044" fmla="*/ 1983760 h 6382977"/>
              <a:gd name="connsiteX6045" fmla="*/ 4324799 w 6501199"/>
              <a:gd name="connsiteY6045" fmla="*/ 1977731 h 6382977"/>
              <a:gd name="connsiteX6046" fmla="*/ 4325405 w 6501199"/>
              <a:gd name="connsiteY6046" fmla="*/ 1976741 h 6382977"/>
              <a:gd name="connsiteX6047" fmla="*/ 4377410 w 6501199"/>
              <a:gd name="connsiteY6047" fmla="*/ 1961308 h 6382977"/>
              <a:gd name="connsiteX6048" fmla="*/ 4424890 w 6501199"/>
              <a:gd name="connsiteY6048" fmla="*/ 1940566 h 6382977"/>
              <a:gd name="connsiteX6049" fmla="*/ 4515979 w 6501199"/>
              <a:gd name="connsiteY6049" fmla="*/ 1894853 h 6382977"/>
              <a:gd name="connsiteX6050" fmla="*/ 4513459 w 6501199"/>
              <a:gd name="connsiteY6050" fmla="*/ 1883695 h 6382977"/>
              <a:gd name="connsiteX6051" fmla="*/ 4545503 w 6501199"/>
              <a:gd name="connsiteY6051" fmla="*/ 1876856 h 6382977"/>
              <a:gd name="connsiteX6052" fmla="*/ 4568185 w 6501199"/>
              <a:gd name="connsiteY6052" fmla="*/ 1847340 h 6382977"/>
              <a:gd name="connsiteX6053" fmla="*/ 4588707 w 6501199"/>
              <a:gd name="connsiteY6053" fmla="*/ 1847340 h 6382977"/>
              <a:gd name="connsiteX6054" fmla="*/ 4586547 w 6501199"/>
              <a:gd name="connsiteY6054" fmla="*/ 1828983 h 6382977"/>
              <a:gd name="connsiteX6055" fmla="*/ 4622911 w 6501199"/>
              <a:gd name="connsiteY6055" fmla="*/ 1808466 h 6382977"/>
              <a:gd name="connsiteX6056" fmla="*/ 4663955 w 6501199"/>
              <a:gd name="connsiteY6056" fmla="*/ 1799467 h 6382977"/>
              <a:gd name="connsiteX6057" fmla="*/ 4661435 w 6501199"/>
              <a:gd name="connsiteY6057" fmla="*/ 1776790 h 6382977"/>
              <a:gd name="connsiteX6058" fmla="*/ 4670796 w 6501199"/>
              <a:gd name="connsiteY6058" fmla="*/ 1785789 h 6382977"/>
              <a:gd name="connsiteX6059" fmla="*/ 4729842 w 6501199"/>
              <a:gd name="connsiteY6059" fmla="*/ 1728917 h 6382977"/>
              <a:gd name="connsiteX6060" fmla="*/ 4766206 w 6501199"/>
              <a:gd name="connsiteY6060" fmla="*/ 1701561 h 6382977"/>
              <a:gd name="connsiteX6061" fmla="*/ 4768118 w 6501199"/>
              <a:gd name="connsiteY6061" fmla="*/ 1698929 h 6382977"/>
              <a:gd name="connsiteX6062" fmla="*/ 4766408 w 6501199"/>
              <a:gd name="connsiteY6062" fmla="*/ 1696857 h 6382977"/>
              <a:gd name="connsiteX6063" fmla="*/ 4767835 w 6501199"/>
              <a:gd name="connsiteY6063" fmla="*/ 1682750 h 6382977"/>
              <a:gd name="connsiteX6064" fmla="*/ 4774711 w 6501199"/>
              <a:gd name="connsiteY6064" fmla="*/ 1689855 h 6382977"/>
              <a:gd name="connsiteX6065" fmla="*/ 4791049 w 6501199"/>
              <a:gd name="connsiteY6065" fmla="*/ 1667366 h 6382977"/>
              <a:gd name="connsiteX6066" fmla="*/ 4809411 w 6501199"/>
              <a:gd name="connsiteY6066" fmla="*/ 1667366 h 6382977"/>
              <a:gd name="connsiteX6067" fmla="*/ 4971068 w 6501199"/>
              <a:gd name="connsiteY6067" fmla="*/ 1439879 h 6382977"/>
              <a:gd name="connsiteX6068" fmla="*/ 4877458 w 6501199"/>
              <a:gd name="connsiteY6068" fmla="*/ 1596816 h 6382977"/>
              <a:gd name="connsiteX6069" fmla="*/ 4817826 w 6501199"/>
              <a:gd name="connsiteY6069" fmla="*/ 1664036 h 6382977"/>
              <a:gd name="connsiteX6070" fmla="*/ 4777761 w 6501199"/>
              <a:gd name="connsiteY6070" fmla="*/ 1698125 h 6382977"/>
              <a:gd name="connsiteX6071" fmla="*/ 4776753 w 6501199"/>
              <a:gd name="connsiteY6071" fmla="*/ 1709386 h 6382977"/>
              <a:gd name="connsiteX6072" fmla="*/ 4771708 w 6501199"/>
              <a:gd name="connsiteY6072" fmla="*/ 1703276 h 6382977"/>
              <a:gd name="connsiteX6073" fmla="*/ 4762374 w 6501199"/>
              <a:gd name="connsiteY6073" fmla="*/ 1711217 h 6382977"/>
              <a:gd name="connsiteX6074" fmla="*/ 4763233 w 6501199"/>
              <a:gd name="connsiteY6074" fmla="*/ 1720481 h 6382977"/>
              <a:gd name="connsiteX6075" fmla="*/ 4765933 w 6501199"/>
              <a:gd name="connsiteY6075" fmla="*/ 1730502 h 6382977"/>
              <a:gd name="connsiteX6076" fmla="*/ 4762947 w 6501199"/>
              <a:gd name="connsiteY6076" fmla="*/ 1731094 h 6382977"/>
              <a:gd name="connsiteX6077" fmla="*/ 4766206 w 6501199"/>
              <a:gd name="connsiteY6077" fmla="*/ 1737916 h 6382977"/>
              <a:gd name="connsiteX6078" fmla="*/ 4743523 w 6501199"/>
              <a:gd name="connsiteY6078" fmla="*/ 1744755 h 6382977"/>
              <a:gd name="connsiteX6079" fmla="*/ 4718321 w 6501199"/>
              <a:gd name="connsiteY6079" fmla="*/ 1758433 h 6382977"/>
              <a:gd name="connsiteX6080" fmla="*/ 4727322 w 6501199"/>
              <a:gd name="connsiteY6080" fmla="*/ 1765272 h 6382977"/>
              <a:gd name="connsiteX6081" fmla="*/ 4704639 w 6501199"/>
              <a:gd name="connsiteY6081" fmla="*/ 1778950 h 6382977"/>
              <a:gd name="connsiteX6082" fmla="*/ 4690958 w 6501199"/>
              <a:gd name="connsiteY6082" fmla="*/ 1806306 h 6382977"/>
              <a:gd name="connsiteX6083" fmla="*/ 4684117 w 6501199"/>
              <a:gd name="connsiteY6083" fmla="*/ 1797307 h 6382977"/>
              <a:gd name="connsiteX6084" fmla="*/ 4622911 w 6501199"/>
              <a:gd name="connsiteY6084" fmla="*/ 1837981 h 6382977"/>
              <a:gd name="connsiteX6085" fmla="*/ 4643433 w 6501199"/>
              <a:gd name="connsiteY6085" fmla="*/ 1856339 h 6382977"/>
              <a:gd name="connsiteX6086" fmla="*/ 4618231 w 6501199"/>
              <a:gd name="connsiteY6086" fmla="*/ 1844820 h 6382977"/>
              <a:gd name="connsiteX6087" fmla="*/ 4563865 w 6501199"/>
              <a:gd name="connsiteY6087" fmla="*/ 1888014 h 6382977"/>
              <a:gd name="connsiteX6088" fmla="*/ 4495457 w 6501199"/>
              <a:gd name="connsiteY6088" fmla="*/ 1913210 h 6382977"/>
              <a:gd name="connsiteX6089" fmla="*/ 4506979 w 6501199"/>
              <a:gd name="connsiteY6089" fmla="*/ 1915370 h 6382977"/>
              <a:gd name="connsiteX6090" fmla="*/ 4429571 w 6501199"/>
              <a:gd name="connsiteY6090" fmla="*/ 1954244 h 6382977"/>
              <a:gd name="connsiteX6091" fmla="*/ 4349642 w 6501199"/>
              <a:gd name="connsiteY6091" fmla="*/ 2001757 h 6382977"/>
              <a:gd name="connsiteX6092" fmla="*/ 4267913 w 6501199"/>
              <a:gd name="connsiteY6092" fmla="*/ 2044951 h 6382977"/>
              <a:gd name="connsiteX6093" fmla="*/ 4181504 w 6501199"/>
              <a:gd name="connsiteY6093" fmla="*/ 2074827 h 6382977"/>
              <a:gd name="connsiteX6094" fmla="*/ 4176824 w 6501199"/>
              <a:gd name="connsiteY6094" fmla="*/ 2088145 h 6382977"/>
              <a:gd name="connsiteX6095" fmla="*/ 4031368 w 6501199"/>
              <a:gd name="connsiteY6095" fmla="*/ 2136018 h 6382977"/>
              <a:gd name="connsiteX6096" fmla="*/ 4031053 w 6501199"/>
              <a:gd name="connsiteY6096" fmla="*/ 2134038 h 6382977"/>
              <a:gd name="connsiteX6097" fmla="*/ 4029177 w 6501199"/>
              <a:gd name="connsiteY6097" fmla="*/ 2122249 h 6382977"/>
              <a:gd name="connsiteX6098" fmla="*/ 4028391 w 6501199"/>
              <a:gd name="connsiteY6098" fmla="*/ 2123711 h 6382977"/>
              <a:gd name="connsiteX6099" fmla="*/ 4026927 w 6501199"/>
              <a:gd name="connsiteY6099" fmla="*/ 2121351 h 6382977"/>
              <a:gd name="connsiteX6100" fmla="*/ 3998875 w 6501199"/>
              <a:gd name="connsiteY6100" fmla="*/ 2138448 h 6382977"/>
              <a:gd name="connsiteX6101" fmla="*/ 3965121 w 6501199"/>
              <a:gd name="connsiteY6101" fmla="*/ 2149696 h 6382977"/>
              <a:gd name="connsiteX6102" fmla="*/ 3953971 w 6501199"/>
              <a:gd name="connsiteY6102" fmla="*/ 2151539 h 6382977"/>
              <a:gd name="connsiteX6103" fmla="*/ 3957655 w 6501199"/>
              <a:gd name="connsiteY6103" fmla="*/ 2152844 h 6382977"/>
              <a:gd name="connsiteX6104" fmla="*/ 3973552 w 6501199"/>
              <a:gd name="connsiteY6104" fmla="*/ 2150977 h 6382977"/>
              <a:gd name="connsiteX6105" fmla="*/ 3977365 w 6501199"/>
              <a:gd name="connsiteY6105" fmla="*/ 2150616 h 6382977"/>
              <a:gd name="connsiteX6106" fmla="*/ 3978842 w 6501199"/>
              <a:gd name="connsiteY6106" fmla="*/ 2148962 h 6382977"/>
              <a:gd name="connsiteX6107" fmla="*/ 3978092 w 6501199"/>
              <a:gd name="connsiteY6107" fmla="*/ 2150548 h 6382977"/>
              <a:gd name="connsiteX6108" fmla="*/ 3989043 w 6501199"/>
              <a:gd name="connsiteY6108" fmla="*/ 2149514 h 6382977"/>
              <a:gd name="connsiteX6109" fmla="*/ 4003522 w 6501199"/>
              <a:gd name="connsiteY6109" fmla="*/ 2156287 h 6382977"/>
              <a:gd name="connsiteX6110" fmla="*/ 4135283 w 6501199"/>
              <a:gd name="connsiteY6110" fmla="*/ 2135765 h 6382977"/>
              <a:gd name="connsiteX6111" fmla="*/ 4142123 w 6501199"/>
              <a:gd name="connsiteY6111" fmla="*/ 2147286 h 6382977"/>
              <a:gd name="connsiteX6112" fmla="*/ 4194593 w 6501199"/>
              <a:gd name="connsiteY6112" fmla="*/ 2137521 h 6382977"/>
              <a:gd name="connsiteX6113" fmla="*/ 4215963 w 6501199"/>
              <a:gd name="connsiteY6113" fmla="*/ 2135306 h 6382977"/>
              <a:gd name="connsiteX6114" fmla="*/ 4216723 w 6501199"/>
              <a:gd name="connsiteY6114" fmla="*/ 2132623 h 6382977"/>
              <a:gd name="connsiteX6115" fmla="*/ 4226729 w 6501199"/>
              <a:gd name="connsiteY6115" fmla="*/ 2131063 h 6382977"/>
              <a:gd name="connsiteX6116" fmla="*/ 4240043 w 6501199"/>
              <a:gd name="connsiteY6116" fmla="*/ 2124245 h 6382977"/>
              <a:gd name="connsiteX6117" fmla="*/ 4272083 w 6501199"/>
              <a:gd name="connsiteY6117" fmla="*/ 2133605 h 6382977"/>
              <a:gd name="connsiteX6118" fmla="*/ 4276403 w 6501199"/>
              <a:gd name="connsiteY6118" fmla="*/ 2119924 h 6382977"/>
              <a:gd name="connsiteX6119" fmla="*/ 4308444 w 6501199"/>
              <a:gd name="connsiteY6119" fmla="*/ 2117764 h 6382977"/>
              <a:gd name="connsiteX6120" fmla="*/ 4346964 w 6501199"/>
              <a:gd name="connsiteY6120" fmla="*/ 2115244 h 6382977"/>
              <a:gd name="connsiteX6121" fmla="*/ 4369644 w 6501199"/>
              <a:gd name="connsiteY6121" fmla="*/ 2104083 h 6382977"/>
              <a:gd name="connsiteX6122" fmla="*/ 4406365 w 6501199"/>
              <a:gd name="connsiteY6122" fmla="*/ 2097243 h 6382977"/>
              <a:gd name="connsiteX6123" fmla="*/ 4440205 w 6501199"/>
              <a:gd name="connsiteY6123" fmla="*/ 2085722 h 6382977"/>
              <a:gd name="connsiteX6124" fmla="*/ 4472245 w 6501199"/>
              <a:gd name="connsiteY6124" fmla="*/ 2074561 h 6382977"/>
              <a:gd name="connsiteX6125" fmla="*/ 4506445 w 6501199"/>
              <a:gd name="connsiteY6125" fmla="*/ 2067721 h 6382977"/>
              <a:gd name="connsiteX6126" fmla="*/ 4503925 w 6501199"/>
              <a:gd name="connsiteY6126" fmla="*/ 2058360 h 6382977"/>
              <a:gd name="connsiteX6127" fmla="*/ 4542806 w 6501199"/>
              <a:gd name="connsiteY6127" fmla="*/ 2051520 h 6382977"/>
              <a:gd name="connsiteX6128" fmla="*/ 4570166 w 6501199"/>
              <a:gd name="connsiteY6128" fmla="*/ 2028838 h 6382977"/>
              <a:gd name="connsiteX6129" fmla="*/ 4586006 w 6501199"/>
              <a:gd name="connsiteY6129" fmla="*/ 2040359 h 6382977"/>
              <a:gd name="connsiteX6130" fmla="*/ 4608686 w 6501199"/>
              <a:gd name="connsiteY6130" fmla="*/ 2026678 h 6382977"/>
              <a:gd name="connsiteX6131" fmla="*/ 4601846 w 6501199"/>
              <a:gd name="connsiteY6131" fmla="*/ 2017677 h 6382977"/>
              <a:gd name="connsiteX6132" fmla="*/ 4622366 w 6501199"/>
              <a:gd name="connsiteY6132" fmla="*/ 2017677 h 6382977"/>
              <a:gd name="connsiteX6133" fmla="*/ 4647207 w 6501199"/>
              <a:gd name="connsiteY6133" fmla="*/ 1992476 h 6382977"/>
              <a:gd name="connsiteX6134" fmla="*/ 4683567 w 6501199"/>
              <a:gd name="connsiteY6134" fmla="*/ 1978795 h 6382977"/>
              <a:gd name="connsiteX6135" fmla="*/ 4672407 w 6501199"/>
              <a:gd name="connsiteY6135" fmla="*/ 1969794 h 6382977"/>
              <a:gd name="connsiteX6136" fmla="*/ 4713087 w 6501199"/>
              <a:gd name="connsiteY6136" fmla="*/ 1949273 h 6382977"/>
              <a:gd name="connsiteX6137" fmla="*/ 4745127 w 6501199"/>
              <a:gd name="connsiteY6137" fmla="*/ 1917590 h 6382977"/>
              <a:gd name="connsiteX6138" fmla="*/ 4760967 w 6501199"/>
              <a:gd name="connsiteY6138" fmla="*/ 1921911 h 6382977"/>
              <a:gd name="connsiteX6139" fmla="*/ 4756647 w 6501199"/>
              <a:gd name="connsiteY6139" fmla="*/ 1899229 h 6382977"/>
              <a:gd name="connsiteX6140" fmla="*/ 4790487 w 6501199"/>
              <a:gd name="connsiteY6140" fmla="*/ 1887708 h 6382977"/>
              <a:gd name="connsiteX6141" fmla="*/ 4822528 w 6501199"/>
              <a:gd name="connsiteY6141" fmla="*/ 1842345 h 6382977"/>
              <a:gd name="connsiteX6142" fmla="*/ 4856728 w 6501199"/>
              <a:gd name="connsiteY6142" fmla="*/ 1812823 h 6382977"/>
              <a:gd name="connsiteX6143" fmla="*/ 4843048 w 6501199"/>
              <a:gd name="connsiteY6143" fmla="*/ 1803823 h 6382977"/>
              <a:gd name="connsiteX6144" fmla="*/ 4854208 w 6501199"/>
              <a:gd name="connsiteY6144" fmla="*/ 1790142 h 6382977"/>
              <a:gd name="connsiteX6145" fmla="*/ 4888408 w 6501199"/>
              <a:gd name="connsiteY6145" fmla="*/ 1749099 h 6382977"/>
              <a:gd name="connsiteX6146" fmla="*/ 4911089 w 6501199"/>
              <a:gd name="connsiteY6146" fmla="*/ 1755939 h 6382977"/>
              <a:gd name="connsiteX6147" fmla="*/ 4915769 w 6501199"/>
              <a:gd name="connsiteY6147" fmla="*/ 1699055 h 6382977"/>
              <a:gd name="connsiteX6148" fmla="*/ 4922609 w 6501199"/>
              <a:gd name="connsiteY6148" fmla="*/ 1714896 h 6382977"/>
              <a:gd name="connsiteX6149" fmla="*/ 4943129 w 6501199"/>
              <a:gd name="connsiteY6149" fmla="*/ 1717417 h 6382977"/>
              <a:gd name="connsiteX6150" fmla="*/ 4947449 w 6501199"/>
              <a:gd name="connsiteY6150" fmla="*/ 1687535 h 6382977"/>
              <a:gd name="connsiteX6151" fmla="*/ 4949969 w 6501199"/>
              <a:gd name="connsiteY6151" fmla="*/ 1701216 h 6382977"/>
              <a:gd name="connsiteX6152" fmla="*/ 4956809 w 6501199"/>
              <a:gd name="connsiteY6152" fmla="*/ 1667013 h 6382977"/>
              <a:gd name="connsiteX6153" fmla="*/ 4974809 w 6501199"/>
              <a:gd name="connsiteY6153" fmla="*/ 1664853 h 6382977"/>
              <a:gd name="connsiteX6154" fmla="*/ 4965809 w 6501199"/>
              <a:gd name="connsiteY6154" fmla="*/ 1642171 h 6382977"/>
              <a:gd name="connsiteX6155" fmla="*/ 4986329 w 6501199"/>
              <a:gd name="connsiteY6155" fmla="*/ 1601129 h 6382977"/>
              <a:gd name="connsiteX6156" fmla="*/ 4965809 w 6501199"/>
              <a:gd name="connsiteY6156" fmla="*/ 1598968 h 6382977"/>
              <a:gd name="connsiteX6157" fmla="*/ 4991009 w 6501199"/>
              <a:gd name="connsiteY6157" fmla="*/ 1592128 h 6382977"/>
              <a:gd name="connsiteX6158" fmla="*/ 4981649 w 6501199"/>
              <a:gd name="connsiteY6158" fmla="*/ 1576287 h 6382977"/>
              <a:gd name="connsiteX6159" fmla="*/ 4993169 w 6501199"/>
              <a:gd name="connsiteY6159" fmla="*/ 1585288 h 6382977"/>
              <a:gd name="connsiteX6160" fmla="*/ 5012654 w 6501199"/>
              <a:gd name="connsiteY6160" fmla="*/ 1550680 h 6382977"/>
              <a:gd name="connsiteX6161" fmla="*/ 5018238 w 6501199"/>
              <a:gd name="connsiteY6161" fmla="*/ 1523652 h 6382977"/>
              <a:gd name="connsiteX6162" fmla="*/ 5022689 w 6501199"/>
              <a:gd name="connsiteY6162" fmla="*/ 1523723 h 6382977"/>
              <a:gd name="connsiteX6163" fmla="*/ 5034209 w 6501199"/>
              <a:gd name="connsiteY6163" fmla="*/ 1476200 h 6382977"/>
              <a:gd name="connsiteX6164" fmla="*/ 5040689 w 6501199"/>
              <a:gd name="connsiteY6164" fmla="*/ 1466839 h 6382977"/>
              <a:gd name="connsiteX6165" fmla="*/ 5052209 w 6501199"/>
              <a:gd name="connsiteY6165" fmla="*/ 1469360 h 6382977"/>
              <a:gd name="connsiteX6166" fmla="*/ 5045369 w 6501199"/>
              <a:gd name="connsiteY6166" fmla="*/ 1453519 h 6382977"/>
              <a:gd name="connsiteX6167" fmla="*/ 5038529 w 6501199"/>
              <a:gd name="connsiteY6167" fmla="*/ 1464679 h 6382977"/>
              <a:gd name="connsiteX6168" fmla="*/ 5052209 w 6501199"/>
              <a:gd name="connsiteY6168" fmla="*/ 1439478 h 6382977"/>
              <a:gd name="connsiteX6169" fmla="*/ 5063730 w 6501199"/>
              <a:gd name="connsiteY6169" fmla="*/ 1423636 h 6382977"/>
              <a:gd name="connsiteX6170" fmla="*/ 5072730 w 6501199"/>
              <a:gd name="connsiteY6170" fmla="*/ 1432637 h 6382977"/>
              <a:gd name="connsiteX6171" fmla="*/ 5079570 w 6501199"/>
              <a:gd name="connsiteY6171" fmla="*/ 1382954 h 6382977"/>
              <a:gd name="connsiteX6172" fmla="*/ 5093250 w 6501199"/>
              <a:gd name="connsiteY6172" fmla="*/ 1385114 h 6382977"/>
              <a:gd name="connsiteX6173" fmla="*/ 5093250 w 6501199"/>
              <a:gd name="connsiteY6173" fmla="*/ 1371433 h 6382977"/>
              <a:gd name="connsiteX6174" fmla="*/ 5079570 w 6501199"/>
              <a:gd name="connsiteY6174" fmla="*/ 1369273 h 6382977"/>
              <a:gd name="connsiteX6175" fmla="*/ 5093250 w 6501199"/>
              <a:gd name="connsiteY6175" fmla="*/ 1348751 h 6382977"/>
              <a:gd name="connsiteX6176" fmla="*/ 5083170 w 6501199"/>
              <a:gd name="connsiteY6176" fmla="*/ 1348976 h 6382977"/>
              <a:gd name="connsiteX6177" fmla="*/ 5082085 w 6501199"/>
              <a:gd name="connsiteY6177" fmla="*/ 1348330 h 6382977"/>
              <a:gd name="connsiteX6178" fmla="*/ 5076844 w 6501199"/>
              <a:gd name="connsiteY6178" fmla="*/ 1358537 h 6382977"/>
              <a:gd name="connsiteX6179" fmla="*/ 5076800 w 6501199"/>
              <a:gd name="connsiteY6179" fmla="*/ 1334951 h 6382977"/>
              <a:gd name="connsiteX6180" fmla="*/ 5078858 w 6501199"/>
              <a:gd name="connsiteY6180" fmla="*/ 1330887 h 6382977"/>
              <a:gd name="connsiteX6181" fmla="*/ 5075423 w 6501199"/>
              <a:gd name="connsiteY6181" fmla="*/ 1328560 h 6382977"/>
              <a:gd name="connsiteX6182" fmla="*/ 5081971 w 6501199"/>
              <a:gd name="connsiteY6182" fmla="*/ 1319212 h 6382977"/>
              <a:gd name="connsiteX6183" fmla="*/ 5083132 w 6501199"/>
              <a:gd name="connsiteY6183" fmla="*/ 1322449 h 6382977"/>
              <a:gd name="connsiteX6184" fmla="*/ 5090400 w 6501199"/>
              <a:gd name="connsiteY6184" fmla="*/ 1308100 h 6382977"/>
              <a:gd name="connsiteX6185" fmla="*/ 5089375 w 6501199"/>
              <a:gd name="connsiteY6185" fmla="*/ 1334135 h 6382977"/>
              <a:gd name="connsiteX6186" fmla="*/ 5084232 w 6501199"/>
              <a:gd name="connsiteY6186" fmla="*/ 1344149 h 6382977"/>
              <a:gd name="connsiteX6187" fmla="*/ 5092547 w 6501199"/>
              <a:gd name="connsiteY6187" fmla="*/ 1344408 h 6382977"/>
              <a:gd name="connsiteX6188" fmla="*/ 5100090 w 6501199"/>
              <a:gd name="connsiteY6188" fmla="*/ 1323550 h 6382977"/>
              <a:gd name="connsiteX6189" fmla="*/ 5118090 w 6501199"/>
              <a:gd name="connsiteY6189" fmla="*/ 1330390 h 6382977"/>
              <a:gd name="connsiteX6190" fmla="*/ 5115930 w 6501199"/>
              <a:gd name="connsiteY6190" fmla="*/ 1303028 h 6382977"/>
              <a:gd name="connsiteX6191" fmla="*/ 5106930 w 6501199"/>
              <a:gd name="connsiteY6191" fmla="*/ 1287187 h 6382977"/>
              <a:gd name="connsiteX6192" fmla="*/ 5131770 w 6501199"/>
              <a:gd name="connsiteY6192" fmla="*/ 1294028 h 6382977"/>
              <a:gd name="connsiteX6193" fmla="*/ 5122770 w 6501199"/>
              <a:gd name="connsiteY6193" fmla="*/ 1280347 h 6382977"/>
              <a:gd name="connsiteX6194" fmla="*/ 5150130 w 6501199"/>
              <a:gd name="connsiteY6194" fmla="*/ 1237144 h 6382977"/>
              <a:gd name="connsiteX6195" fmla="*/ 5138610 w 6501199"/>
              <a:gd name="connsiteY6195" fmla="*/ 1237144 h 6382977"/>
              <a:gd name="connsiteX6196" fmla="*/ 5141130 w 6501199"/>
              <a:gd name="connsiteY6196" fmla="*/ 1223463 h 6382977"/>
              <a:gd name="connsiteX6197" fmla="*/ 5156971 w 6501199"/>
              <a:gd name="connsiteY6197" fmla="*/ 1214462 h 6382977"/>
              <a:gd name="connsiteX6198" fmla="*/ 5179651 w 6501199"/>
              <a:gd name="connsiteY6198" fmla="*/ 1219142 h 6382977"/>
              <a:gd name="connsiteX6199" fmla="*/ 5174971 w 6501199"/>
              <a:gd name="connsiteY6199" fmla="*/ 1248664 h 6382977"/>
              <a:gd name="connsiteX6200" fmla="*/ 5147970 w 6501199"/>
              <a:gd name="connsiteY6200" fmla="*/ 1271346 h 6382977"/>
              <a:gd name="connsiteX6201" fmla="*/ 5159131 w 6501199"/>
              <a:gd name="connsiteY6201" fmla="*/ 1287187 h 6382977"/>
              <a:gd name="connsiteX6202" fmla="*/ 5147970 w 6501199"/>
              <a:gd name="connsiteY6202" fmla="*/ 1280347 h 6382977"/>
              <a:gd name="connsiteX6203" fmla="*/ 5138610 w 6501199"/>
              <a:gd name="connsiteY6203" fmla="*/ 1291867 h 6382977"/>
              <a:gd name="connsiteX6204" fmla="*/ 5168131 w 6501199"/>
              <a:gd name="connsiteY6204" fmla="*/ 1300868 h 6382977"/>
              <a:gd name="connsiteX6205" fmla="*/ 5138610 w 6501199"/>
              <a:gd name="connsiteY6205" fmla="*/ 1300868 h 6382977"/>
              <a:gd name="connsiteX6206" fmla="*/ 5136450 w 6501199"/>
              <a:gd name="connsiteY6206" fmla="*/ 1332550 h 6382977"/>
              <a:gd name="connsiteX6207" fmla="*/ 5163811 w 6501199"/>
              <a:gd name="connsiteY6207" fmla="*/ 1328230 h 6382977"/>
              <a:gd name="connsiteX6208" fmla="*/ 5134290 w 6501199"/>
              <a:gd name="connsiteY6208" fmla="*/ 1335070 h 6382977"/>
              <a:gd name="connsiteX6209" fmla="*/ 5127450 w 6501199"/>
              <a:gd name="connsiteY6209" fmla="*/ 1396275 h 6382977"/>
              <a:gd name="connsiteX6210" fmla="*/ 5134290 w 6501199"/>
              <a:gd name="connsiteY6210" fmla="*/ 1398795 h 6382977"/>
              <a:gd name="connsiteX6211" fmla="*/ 5143290 w 6501199"/>
              <a:gd name="connsiteY6211" fmla="*/ 1387274 h 6382977"/>
              <a:gd name="connsiteX6212" fmla="*/ 5124930 w 6501199"/>
              <a:gd name="connsiteY6212" fmla="*/ 1407795 h 6382977"/>
              <a:gd name="connsiteX6213" fmla="*/ 5136450 w 6501199"/>
              <a:gd name="connsiteY6213" fmla="*/ 1419316 h 6382977"/>
              <a:gd name="connsiteX6214" fmla="*/ 5111250 w 6501199"/>
              <a:gd name="connsiteY6214" fmla="*/ 1423636 h 6382977"/>
              <a:gd name="connsiteX6215" fmla="*/ 5118090 w 6501199"/>
              <a:gd name="connsiteY6215" fmla="*/ 1489881 h 6382977"/>
              <a:gd name="connsiteX6216" fmla="*/ 5100090 w 6501199"/>
              <a:gd name="connsiteY6216" fmla="*/ 1489881 h 6382977"/>
              <a:gd name="connsiteX6217" fmla="*/ 5091090 w 6501199"/>
              <a:gd name="connsiteY6217" fmla="*/ 1530564 h 6382977"/>
              <a:gd name="connsiteX6218" fmla="*/ 5077410 w 6501199"/>
              <a:gd name="connsiteY6218" fmla="*/ 1523723 h 6382977"/>
              <a:gd name="connsiteX6219" fmla="*/ 5081730 w 6501199"/>
              <a:gd name="connsiteY6219" fmla="*/ 1542085 h 6382977"/>
              <a:gd name="connsiteX6220" fmla="*/ 5097930 w 6501199"/>
              <a:gd name="connsiteY6220" fmla="*/ 1537404 h 6382977"/>
              <a:gd name="connsiteX6221" fmla="*/ 5088570 w 6501199"/>
              <a:gd name="connsiteY6221" fmla="*/ 1553605 h 6382977"/>
              <a:gd name="connsiteX6222" fmla="*/ 5065890 w 6501199"/>
              <a:gd name="connsiteY6222" fmla="*/ 1548925 h 6382977"/>
              <a:gd name="connsiteX6223" fmla="*/ 5061210 w 6501199"/>
              <a:gd name="connsiteY6223" fmla="*/ 1594288 h 6382977"/>
              <a:gd name="connsiteX6224" fmla="*/ 5050049 w 6501199"/>
              <a:gd name="connsiteY6224" fmla="*/ 1598968 h 6382977"/>
              <a:gd name="connsiteX6225" fmla="*/ 5056889 w 6501199"/>
              <a:gd name="connsiteY6225" fmla="*/ 1612649 h 6382977"/>
              <a:gd name="connsiteX6226" fmla="*/ 5065890 w 6501199"/>
              <a:gd name="connsiteY6226" fmla="*/ 1607969 h 6382977"/>
              <a:gd name="connsiteX6227" fmla="*/ 5038529 w 6501199"/>
              <a:gd name="connsiteY6227" fmla="*/ 1637491 h 6382977"/>
              <a:gd name="connsiteX6228" fmla="*/ 5047529 w 6501199"/>
              <a:gd name="connsiteY6228" fmla="*/ 1640011 h 6382977"/>
              <a:gd name="connsiteX6229" fmla="*/ 5059050 w 6501199"/>
              <a:gd name="connsiteY6229" fmla="*/ 1633171 h 6382977"/>
              <a:gd name="connsiteX6230" fmla="*/ 5036369 w 6501199"/>
              <a:gd name="connsiteY6230" fmla="*/ 1705896 h 6382977"/>
              <a:gd name="connsiteX6231" fmla="*/ 5027369 w 6501199"/>
              <a:gd name="connsiteY6231" fmla="*/ 1701216 h 6382977"/>
              <a:gd name="connsiteX6232" fmla="*/ 5000009 w 6501199"/>
              <a:gd name="connsiteY6232" fmla="*/ 1740098 h 6382977"/>
              <a:gd name="connsiteX6233" fmla="*/ 4984169 w 6501199"/>
              <a:gd name="connsiteY6233" fmla="*/ 1787621 h 6382977"/>
              <a:gd name="connsiteX6234" fmla="*/ 4956809 w 6501199"/>
              <a:gd name="connsiteY6234" fmla="*/ 1805983 h 6382977"/>
              <a:gd name="connsiteX6235" fmla="*/ 4952129 w 6501199"/>
              <a:gd name="connsiteY6235" fmla="*/ 1828664 h 6382977"/>
              <a:gd name="connsiteX6236" fmla="*/ 4938449 w 6501199"/>
              <a:gd name="connsiteY6236" fmla="*/ 1860346 h 6382977"/>
              <a:gd name="connsiteX6237" fmla="*/ 4922609 w 6501199"/>
              <a:gd name="connsiteY6237" fmla="*/ 1856026 h 6382977"/>
              <a:gd name="connsiteX6238" fmla="*/ 4913609 w 6501199"/>
              <a:gd name="connsiteY6238" fmla="*/ 1867187 h 6382977"/>
              <a:gd name="connsiteX6239" fmla="*/ 4920449 w 6501199"/>
              <a:gd name="connsiteY6239" fmla="*/ 1880868 h 6382977"/>
              <a:gd name="connsiteX6240" fmla="*/ 4908929 w 6501199"/>
              <a:gd name="connsiteY6240" fmla="*/ 1867187 h 6382977"/>
              <a:gd name="connsiteX6241" fmla="*/ 4908929 w 6501199"/>
              <a:gd name="connsiteY6241" fmla="*/ 1892389 h 6382977"/>
              <a:gd name="connsiteX6242" fmla="*/ 4890568 w 6501199"/>
              <a:gd name="connsiteY6242" fmla="*/ 1890228 h 6382977"/>
              <a:gd name="connsiteX6243" fmla="*/ 4897409 w 6501199"/>
              <a:gd name="connsiteY6243" fmla="*/ 1921911 h 6382977"/>
              <a:gd name="connsiteX6244" fmla="*/ 4908929 w 6501199"/>
              <a:gd name="connsiteY6244" fmla="*/ 1924071 h 6382977"/>
              <a:gd name="connsiteX6245" fmla="*/ 4902089 w 6501199"/>
              <a:gd name="connsiteY6245" fmla="*/ 1926591 h 6382977"/>
              <a:gd name="connsiteX6246" fmla="*/ 4917929 w 6501199"/>
              <a:gd name="connsiteY6246" fmla="*/ 1933431 h 6382977"/>
              <a:gd name="connsiteX6247" fmla="*/ 4893088 w 6501199"/>
              <a:gd name="connsiteY6247" fmla="*/ 1951433 h 6382977"/>
              <a:gd name="connsiteX6248" fmla="*/ 4886248 w 6501199"/>
              <a:gd name="connsiteY6248" fmla="*/ 1937752 h 6382977"/>
              <a:gd name="connsiteX6249" fmla="*/ 4888408 w 6501199"/>
              <a:gd name="connsiteY6249" fmla="*/ 1921911 h 6382977"/>
              <a:gd name="connsiteX6250" fmla="*/ 4867888 w 6501199"/>
              <a:gd name="connsiteY6250" fmla="*/ 1928751 h 6382977"/>
              <a:gd name="connsiteX6251" fmla="*/ 4867888 w 6501199"/>
              <a:gd name="connsiteY6251" fmla="*/ 1947112 h 6382977"/>
              <a:gd name="connsiteX6252" fmla="*/ 4879408 w 6501199"/>
              <a:gd name="connsiteY6252" fmla="*/ 1942432 h 6382977"/>
              <a:gd name="connsiteX6253" fmla="*/ 4893088 w 6501199"/>
              <a:gd name="connsiteY6253" fmla="*/ 1951433 h 6382977"/>
              <a:gd name="connsiteX6254" fmla="*/ 4883728 w 6501199"/>
              <a:gd name="connsiteY6254" fmla="*/ 1965114 h 6382977"/>
              <a:gd name="connsiteX6255" fmla="*/ 4876888 w 6501199"/>
              <a:gd name="connsiteY6255" fmla="*/ 1953953 h 6382977"/>
              <a:gd name="connsiteX6256" fmla="*/ 4872568 w 6501199"/>
              <a:gd name="connsiteY6256" fmla="*/ 1958273 h 6382977"/>
              <a:gd name="connsiteX6257" fmla="*/ 4878148 w 6501199"/>
              <a:gd name="connsiteY6257" fmla="*/ 1966059 h 6382977"/>
              <a:gd name="connsiteX6258" fmla="*/ 4882006 w 6501199"/>
              <a:gd name="connsiteY6258" fmla="*/ 1970135 h 6382977"/>
              <a:gd name="connsiteX6259" fmla="*/ 4916342 w 6501199"/>
              <a:gd name="connsiteY6259" fmla="*/ 1951725 h 6382977"/>
              <a:gd name="connsiteX6260" fmla="*/ 4927458 w 6501199"/>
              <a:gd name="connsiteY6260" fmla="*/ 1941061 h 6382977"/>
              <a:gd name="connsiteX6261" fmla="*/ 4943071 w 6501199"/>
              <a:gd name="connsiteY6261" fmla="*/ 1947158 h 6382977"/>
              <a:gd name="connsiteX6262" fmla="*/ 4944434 w 6501199"/>
              <a:gd name="connsiteY6262" fmla="*/ 1945582 h 6382977"/>
              <a:gd name="connsiteX6263" fmla="*/ 4961129 w 6501199"/>
              <a:gd name="connsiteY6263" fmla="*/ 1937752 h 6382977"/>
              <a:gd name="connsiteX6264" fmla="*/ 4981649 w 6501199"/>
              <a:gd name="connsiteY6264" fmla="*/ 1908230 h 6382977"/>
              <a:gd name="connsiteX6265" fmla="*/ 4974809 w 6501199"/>
              <a:gd name="connsiteY6265" fmla="*/ 1921911 h 6382977"/>
              <a:gd name="connsiteX6266" fmla="*/ 4998906 w 6501199"/>
              <a:gd name="connsiteY6266" fmla="*/ 1886116 h 6382977"/>
              <a:gd name="connsiteX6267" fmla="*/ 5015305 w 6501199"/>
              <a:gd name="connsiteY6267" fmla="*/ 1878946 h 6382977"/>
              <a:gd name="connsiteX6268" fmla="*/ 5015949 w 6501199"/>
              <a:gd name="connsiteY6268" fmla="*/ 1877475 h 6382977"/>
              <a:gd name="connsiteX6269" fmla="*/ 5017419 w 6501199"/>
              <a:gd name="connsiteY6269" fmla="*/ 1859401 h 6382977"/>
              <a:gd name="connsiteX6270" fmla="*/ 5038529 w 6501199"/>
              <a:gd name="connsiteY6270" fmla="*/ 1812823 h 6382977"/>
              <a:gd name="connsiteX6271" fmla="*/ 5052209 w 6501199"/>
              <a:gd name="connsiteY6271" fmla="*/ 1805983 h 6382977"/>
              <a:gd name="connsiteX6272" fmla="*/ 5072730 w 6501199"/>
              <a:gd name="connsiteY6272" fmla="*/ 1787621 h 6382977"/>
              <a:gd name="connsiteX6273" fmla="*/ 5091090 w 6501199"/>
              <a:gd name="connsiteY6273" fmla="*/ 1735418 h 6382977"/>
              <a:gd name="connsiteX6274" fmla="*/ 5104410 w 6501199"/>
              <a:gd name="connsiteY6274" fmla="*/ 1746939 h 6382977"/>
              <a:gd name="connsiteX6275" fmla="*/ 5093250 w 6501199"/>
              <a:gd name="connsiteY6275" fmla="*/ 1735418 h 6382977"/>
              <a:gd name="connsiteX6276" fmla="*/ 5115930 w 6501199"/>
              <a:gd name="connsiteY6276" fmla="*/ 1673854 h 6382977"/>
              <a:gd name="connsiteX6277" fmla="*/ 5118090 w 6501199"/>
              <a:gd name="connsiteY6277" fmla="*/ 1660173 h 6382977"/>
              <a:gd name="connsiteX6278" fmla="*/ 5131770 w 6501199"/>
              <a:gd name="connsiteY6278" fmla="*/ 1660173 h 6382977"/>
              <a:gd name="connsiteX6279" fmla="*/ 5131770 w 6501199"/>
              <a:gd name="connsiteY6279" fmla="*/ 1633171 h 6382977"/>
              <a:gd name="connsiteX6280" fmla="*/ 5145450 w 6501199"/>
              <a:gd name="connsiteY6280" fmla="*/ 1610129 h 6382977"/>
              <a:gd name="connsiteX6281" fmla="*/ 5198011 w 6501199"/>
              <a:gd name="connsiteY6281" fmla="*/ 1533084 h 6382977"/>
              <a:gd name="connsiteX6282" fmla="*/ 5211331 w 6501199"/>
              <a:gd name="connsiteY6282" fmla="*/ 1453519 h 6382977"/>
              <a:gd name="connsiteX6283" fmla="*/ 5222851 w 6501199"/>
              <a:gd name="connsiteY6283" fmla="*/ 1439478 h 6382977"/>
              <a:gd name="connsiteX6284" fmla="*/ 5220691 w 6501199"/>
              <a:gd name="connsiteY6284" fmla="*/ 1498882 h 6382977"/>
              <a:gd name="connsiteX6285" fmla="*/ 5238691 w 6501199"/>
              <a:gd name="connsiteY6285" fmla="*/ 1503202 h 6382977"/>
              <a:gd name="connsiteX6286" fmla="*/ 5234371 w 6501199"/>
              <a:gd name="connsiteY6286" fmla="*/ 1483041 h 6382977"/>
              <a:gd name="connsiteX6287" fmla="*/ 5259211 w 6501199"/>
              <a:gd name="connsiteY6287" fmla="*/ 1485201 h 6382977"/>
              <a:gd name="connsiteX6288" fmla="*/ 5241211 w 6501199"/>
              <a:gd name="connsiteY6288" fmla="*/ 1464679 h 6382977"/>
              <a:gd name="connsiteX6289" fmla="*/ 5252371 w 6501199"/>
              <a:gd name="connsiteY6289" fmla="*/ 1439478 h 6382977"/>
              <a:gd name="connsiteX6290" fmla="*/ 5227531 w 6501199"/>
              <a:gd name="connsiteY6290" fmla="*/ 1432637 h 6382977"/>
              <a:gd name="connsiteX6291" fmla="*/ 5231851 w 6501199"/>
              <a:gd name="connsiteY6291" fmla="*/ 1400955 h 6382977"/>
              <a:gd name="connsiteX6292" fmla="*/ 5250211 w 6501199"/>
              <a:gd name="connsiteY6292" fmla="*/ 1398795 h 6382977"/>
              <a:gd name="connsiteX6293" fmla="*/ 5266051 w 6501199"/>
              <a:gd name="connsiteY6293" fmla="*/ 1355592 h 6382977"/>
              <a:gd name="connsiteX6294" fmla="*/ 5263891 w 6501199"/>
              <a:gd name="connsiteY6294" fmla="*/ 1387274 h 6382977"/>
              <a:gd name="connsiteX6295" fmla="*/ 5288731 w 6501199"/>
              <a:gd name="connsiteY6295" fmla="*/ 1378273 h 6382977"/>
              <a:gd name="connsiteX6296" fmla="*/ 5275051 w 6501199"/>
              <a:gd name="connsiteY6296" fmla="*/ 1364592 h 6382977"/>
              <a:gd name="connsiteX6297" fmla="*/ 5302411 w 6501199"/>
              <a:gd name="connsiteY6297" fmla="*/ 1309869 h 6382977"/>
              <a:gd name="connsiteX6298" fmla="*/ 5320772 w 6501199"/>
              <a:gd name="connsiteY6298" fmla="*/ 1305548 h 6382977"/>
              <a:gd name="connsiteX6299" fmla="*/ 5318611 w 6501199"/>
              <a:gd name="connsiteY6299" fmla="*/ 1298708 h 6382977"/>
              <a:gd name="connsiteX6300" fmla="*/ 5288731 w 6501199"/>
              <a:gd name="connsiteY6300" fmla="*/ 1300868 h 6382977"/>
              <a:gd name="connsiteX6301" fmla="*/ 5293411 w 6501199"/>
              <a:gd name="connsiteY6301" fmla="*/ 1280347 h 6382977"/>
              <a:gd name="connsiteX6302" fmla="*/ 5275051 w 6501199"/>
              <a:gd name="connsiteY6302" fmla="*/ 1291867 h 6382977"/>
              <a:gd name="connsiteX6303" fmla="*/ 5286571 w 6501199"/>
              <a:gd name="connsiteY6303" fmla="*/ 1269186 h 6382977"/>
              <a:gd name="connsiteX6304" fmla="*/ 5307091 w 6501199"/>
              <a:gd name="connsiteY6304" fmla="*/ 1282867 h 6382977"/>
              <a:gd name="connsiteX6305" fmla="*/ 5313931 w 6501199"/>
              <a:gd name="connsiteY6305" fmla="*/ 1259825 h 6382977"/>
              <a:gd name="connsiteX6306" fmla="*/ 5316222 w 6501199"/>
              <a:gd name="connsiteY6306" fmla="*/ 1259853 h 6382977"/>
              <a:gd name="connsiteX6307" fmla="*/ 5316893 w 6501199"/>
              <a:gd name="connsiteY6307" fmla="*/ 1257959 h 6382977"/>
              <a:gd name="connsiteX6308" fmla="*/ 5323752 w 6501199"/>
              <a:gd name="connsiteY6308" fmla="*/ 1241425 h 6382977"/>
              <a:gd name="connsiteX6309" fmla="*/ 5329828 w 6501199"/>
              <a:gd name="connsiteY6309" fmla="*/ 1247256 h 6382977"/>
              <a:gd name="connsiteX6310" fmla="*/ 5329726 w 6501199"/>
              <a:gd name="connsiteY6310" fmla="*/ 1248385 h 6382977"/>
              <a:gd name="connsiteX6311" fmla="*/ 5335307 w 6501199"/>
              <a:gd name="connsiteY6311" fmla="*/ 1245199 h 6382977"/>
              <a:gd name="connsiteX6312" fmla="*/ 5350292 w 6501199"/>
              <a:gd name="connsiteY6312" fmla="*/ 1239304 h 6382977"/>
              <a:gd name="connsiteX6313" fmla="*/ 5343452 w 6501199"/>
              <a:gd name="connsiteY6313" fmla="*/ 1228143 h 6382977"/>
              <a:gd name="connsiteX6314" fmla="*/ 5331932 w 6501199"/>
              <a:gd name="connsiteY6314" fmla="*/ 1234984 h 6382977"/>
              <a:gd name="connsiteX6315" fmla="*/ 5335681 w 6501199"/>
              <a:gd name="connsiteY6315" fmla="*/ 1219274 h 6382977"/>
              <a:gd name="connsiteX6316" fmla="*/ 5331417 w 6501199"/>
              <a:gd name="connsiteY6316" fmla="*/ 1207937 h 6382977"/>
              <a:gd name="connsiteX6317" fmla="*/ 5350253 w 6501199"/>
              <a:gd name="connsiteY6317" fmla="*/ 1174779 h 6382977"/>
              <a:gd name="connsiteX6318" fmla="*/ 5345637 w 6501199"/>
              <a:gd name="connsiteY6318" fmla="*/ 1189682 h 6382977"/>
              <a:gd name="connsiteX6319" fmla="*/ 5354522 w 6501199"/>
              <a:gd name="connsiteY6319" fmla="*/ 1211357 h 6382977"/>
              <a:gd name="connsiteX6320" fmla="*/ 5361812 w 6501199"/>
              <a:gd name="connsiteY6320" fmla="*/ 1234984 h 6382977"/>
              <a:gd name="connsiteX6321" fmla="*/ 5370812 w 6501199"/>
              <a:gd name="connsiteY6321" fmla="*/ 1232463 h 6382977"/>
              <a:gd name="connsiteX6322" fmla="*/ 5363972 w 6501199"/>
              <a:gd name="connsiteY6322" fmla="*/ 1175579 h 6382977"/>
              <a:gd name="connsiteX6323" fmla="*/ 5377652 w 6501199"/>
              <a:gd name="connsiteY6323" fmla="*/ 1173419 h 6382977"/>
              <a:gd name="connsiteX6324" fmla="*/ 5377652 w 6501199"/>
              <a:gd name="connsiteY6324" fmla="*/ 1166579 h 6382977"/>
              <a:gd name="connsiteX6325" fmla="*/ 5366132 w 6501199"/>
              <a:gd name="connsiteY6325" fmla="*/ 1166579 h 6382977"/>
              <a:gd name="connsiteX6326" fmla="*/ 5377652 w 6501199"/>
              <a:gd name="connsiteY6326" fmla="*/ 1141737 h 6382977"/>
              <a:gd name="connsiteX6327" fmla="*/ 5368292 w 6501199"/>
              <a:gd name="connsiteY6327" fmla="*/ 1096014 h 6382977"/>
              <a:gd name="connsiteX6328" fmla="*/ 5388812 w 6501199"/>
              <a:gd name="connsiteY6328" fmla="*/ 1132376 h 6382977"/>
              <a:gd name="connsiteX6329" fmla="*/ 5391332 w 6501199"/>
              <a:gd name="connsiteY6329" fmla="*/ 1084853 h 6382977"/>
              <a:gd name="connsiteX6330" fmla="*/ 5363972 w 6501199"/>
              <a:gd name="connsiteY6330" fmla="*/ 1087013 h 6382977"/>
              <a:gd name="connsiteX6331" fmla="*/ 5366132 w 6501199"/>
              <a:gd name="connsiteY6331" fmla="*/ 1075493 h 6382977"/>
              <a:gd name="connsiteX6332" fmla="*/ 5398172 w 6501199"/>
              <a:gd name="connsiteY6332" fmla="*/ 1080173 h 6382977"/>
              <a:gd name="connsiteX6333" fmla="*/ 5405013 w 6501199"/>
              <a:gd name="connsiteY6333" fmla="*/ 1057491 h 6382977"/>
              <a:gd name="connsiteX6334" fmla="*/ 5396462 w 6501199"/>
              <a:gd name="connsiteY6334" fmla="*/ 1022479 h 6382977"/>
              <a:gd name="connsiteX6335" fmla="*/ 5398408 w 6501199"/>
              <a:gd name="connsiteY6335" fmla="*/ 1011333 h 6382977"/>
              <a:gd name="connsiteX6336" fmla="*/ 5397457 w 6501199"/>
              <a:gd name="connsiteY6336" fmla="*/ 1014052 h 6382977"/>
              <a:gd name="connsiteX6337" fmla="*/ 5381348 w 6501199"/>
              <a:gd name="connsiteY6337" fmla="*/ 1011896 h 6382977"/>
              <a:gd name="connsiteX6338" fmla="*/ 5390655 w 6501199"/>
              <a:gd name="connsiteY6338" fmla="*/ 957262 h 6382977"/>
              <a:gd name="connsiteX6339" fmla="*/ 5404353 w 6501199"/>
              <a:gd name="connsiteY6339" fmla="*/ 967298 h 6382977"/>
              <a:gd name="connsiteX6340" fmla="*/ 5408294 w 6501199"/>
              <a:gd name="connsiteY6340" fmla="*/ 977897 h 6382977"/>
              <a:gd name="connsiteX6341" fmla="*/ 5416134 w 6501199"/>
              <a:gd name="connsiteY6341" fmla="*/ 971550 h 6382977"/>
              <a:gd name="connsiteX6342" fmla="*/ 5411669 w 6501199"/>
              <a:gd name="connsiteY6342" fmla="*/ 987985 h 6382977"/>
              <a:gd name="connsiteX6343" fmla="*/ 5411483 w 6501199"/>
              <a:gd name="connsiteY6343" fmla="*/ 982616 h 6382977"/>
              <a:gd name="connsiteX6344" fmla="*/ 5408695 w 6501199"/>
              <a:gd name="connsiteY6344" fmla="*/ 981916 h 6382977"/>
              <a:gd name="connsiteX6345" fmla="*/ 5404888 w 6501199"/>
              <a:gd name="connsiteY6345" fmla="*/ 992801 h 6382977"/>
              <a:gd name="connsiteX6346" fmla="*/ 5407825 w 6501199"/>
              <a:gd name="connsiteY6346" fmla="*/ 994425 h 6382977"/>
              <a:gd name="connsiteX6347" fmla="*/ 5413360 w 6501199"/>
              <a:gd name="connsiteY6347" fmla="*/ 1012527 h 6382977"/>
              <a:gd name="connsiteX6348" fmla="*/ 5422438 w 6501199"/>
              <a:gd name="connsiteY6348" fmla="*/ 1016215 h 6382977"/>
              <a:gd name="connsiteX6349" fmla="*/ 5423399 w 6501199"/>
              <a:gd name="connsiteY6349" fmla="*/ 1014041 h 6382977"/>
              <a:gd name="connsiteX6350" fmla="*/ 5425134 w 6501199"/>
              <a:gd name="connsiteY6350" fmla="*/ 1003229 h 6382977"/>
              <a:gd name="connsiteX6351" fmla="*/ 5438853 w 6501199"/>
              <a:gd name="connsiteY6351" fmla="*/ 964245 h 6382977"/>
              <a:gd name="connsiteX6352" fmla="*/ 5434533 w 6501199"/>
              <a:gd name="connsiteY6352" fmla="*/ 923202 h 6382977"/>
              <a:gd name="connsiteX6353" fmla="*/ 5424543 w 6501199"/>
              <a:gd name="connsiteY6353" fmla="*/ 919512 h 6382977"/>
              <a:gd name="connsiteX6354" fmla="*/ 5417599 w 6501199"/>
              <a:gd name="connsiteY6354" fmla="*/ 915106 h 6382977"/>
              <a:gd name="connsiteX6355" fmla="*/ 5416246 w 6501199"/>
              <a:gd name="connsiteY6355" fmla="*/ 917500 h 6382977"/>
              <a:gd name="connsiteX6356" fmla="*/ 5407297 w 6501199"/>
              <a:gd name="connsiteY6356" fmla="*/ 928323 h 6382977"/>
              <a:gd name="connsiteX6357" fmla="*/ 5407297 w 6501199"/>
              <a:gd name="connsiteY6357" fmla="*/ 907586 h 6382977"/>
              <a:gd name="connsiteX6358" fmla="*/ 5398212 w 6501199"/>
              <a:gd name="connsiteY6358" fmla="*/ 893762 h 6382977"/>
              <a:gd name="connsiteX6359" fmla="*/ 5412521 w 6501199"/>
              <a:gd name="connsiteY6359" fmla="*/ 898582 h 6382977"/>
              <a:gd name="connsiteX6360" fmla="*/ 5413089 w 6501199"/>
              <a:gd name="connsiteY6360" fmla="*/ 898923 h 6382977"/>
              <a:gd name="connsiteX6361" fmla="*/ 5415560 w 6501199"/>
              <a:gd name="connsiteY6361" fmla="*/ 897354 h 6382977"/>
              <a:gd name="connsiteX6362" fmla="*/ 5432013 w 6501199"/>
              <a:gd name="connsiteY6362" fmla="*/ 911681 h 6382977"/>
              <a:gd name="connsiteX6363" fmla="*/ 5433582 w 6501199"/>
              <a:gd name="connsiteY6363" fmla="*/ 906956 h 6382977"/>
              <a:gd name="connsiteX6364" fmla="*/ 5437467 w 6501199"/>
              <a:gd name="connsiteY6364" fmla="*/ 908675 h 6382977"/>
              <a:gd name="connsiteX6365" fmla="*/ 5439501 w 6501199"/>
              <a:gd name="connsiteY6365" fmla="*/ 904277 h 6382977"/>
              <a:gd name="connsiteX6366" fmla="*/ 5444043 w 6501199"/>
              <a:gd name="connsiteY6366" fmla="*/ 903859 h 6382977"/>
              <a:gd name="connsiteX6367" fmla="*/ 5436693 w 6501199"/>
              <a:gd name="connsiteY6367" fmla="*/ 897685 h 6382977"/>
              <a:gd name="connsiteX6368" fmla="*/ 5445693 w 6501199"/>
              <a:gd name="connsiteY6368" fmla="*/ 891520 h 6382977"/>
              <a:gd name="connsiteX6369" fmla="*/ 4785894 w 6501199"/>
              <a:gd name="connsiteY6369" fmla="*/ 890587 h 6382977"/>
              <a:gd name="connsiteX6370" fmla="*/ 4797037 w 6501199"/>
              <a:gd name="connsiteY6370" fmla="*/ 931303 h 6382977"/>
              <a:gd name="connsiteX6371" fmla="*/ 4792724 w 6501199"/>
              <a:gd name="connsiteY6371" fmla="*/ 949680 h 6382977"/>
              <a:gd name="connsiteX6372" fmla="*/ 4790208 w 6501199"/>
              <a:gd name="connsiteY6372" fmla="*/ 961210 h 6382977"/>
              <a:gd name="connsiteX6373" fmla="*/ 4767563 w 6501199"/>
              <a:gd name="connsiteY6373" fmla="*/ 999764 h 6382977"/>
              <a:gd name="connsiteX6374" fmla="*/ 4770079 w 6501199"/>
              <a:gd name="connsiteY6374" fmla="*/ 944995 h 6382977"/>
              <a:gd name="connsiteX6375" fmla="*/ 4785894 w 6501199"/>
              <a:gd name="connsiteY6375" fmla="*/ 890587 h 6382977"/>
              <a:gd name="connsiteX6376" fmla="*/ 4864158 w 6501199"/>
              <a:gd name="connsiteY6376" fmla="*/ 884237 h 6382977"/>
              <a:gd name="connsiteX6377" fmla="*/ 4907353 w 6501199"/>
              <a:gd name="connsiteY6377" fmla="*/ 904537 h 6382977"/>
              <a:gd name="connsiteX6378" fmla="*/ 4891155 w 6501199"/>
              <a:gd name="connsiteY6378" fmla="*/ 929912 h 6382977"/>
              <a:gd name="connsiteX6379" fmla="*/ 4879996 w 6501199"/>
              <a:gd name="connsiteY6379" fmla="*/ 904537 h 6382977"/>
              <a:gd name="connsiteX6380" fmla="*/ 4859478 w 6501199"/>
              <a:gd name="connsiteY6380" fmla="*/ 927737 h 6382977"/>
              <a:gd name="connsiteX6381" fmla="*/ 4864158 w 6501199"/>
              <a:gd name="connsiteY6381" fmla="*/ 884237 h 6382977"/>
              <a:gd name="connsiteX6382" fmla="*/ 5591887 w 6501199"/>
              <a:gd name="connsiteY6382" fmla="*/ 881624 h 6382977"/>
              <a:gd name="connsiteX6383" fmla="*/ 5596248 w 6501199"/>
              <a:gd name="connsiteY6383" fmla="*/ 893266 h 6382977"/>
              <a:gd name="connsiteX6384" fmla="*/ 5616962 w 6501199"/>
              <a:gd name="connsiteY6384" fmla="*/ 895448 h 6382977"/>
              <a:gd name="connsiteX6385" fmla="*/ 5591887 w 6501199"/>
              <a:gd name="connsiteY6385" fmla="*/ 907090 h 6382977"/>
              <a:gd name="connsiteX6386" fmla="*/ 5591887 w 6501199"/>
              <a:gd name="connsiteY6386" fmla="*/ 881624 h 6382977"/>
              <a:gd name="connsiteX6387" fmla="*/ 4594975 w 6501199"/>
              <a:gd name="connsiteY6387" fmla="*/ 863600 h 6382977"/>
              <a:gd name="connsiteX6388" fmla="*/ 4629536 w 6501199"/>
              <a:gd name="connsiteY6388" fmla="*/ 877388 h 6382977"/>
              <a:gd name="connsiteX6389" fmla="*/ 4626990 w 6501199"/>
              <a:gd name="connsiteY6389" fmla="*/ 888637 h 6382977"/>
              <a:gd name="connsiteX6390" fmla="*/ 4594975 w 6501199"/>
              <a:gd name="connsiteY6390" fmla="*/ 863600 h 6382977"/>
              <a:gd name="connsiteX6391" fmla="*/ 5654814 w 6501199"/>
              <a:gd name="connsiteY6391" fmla="*/ 853016 h 6382977"/>
              <a:gd name="connsiteX6392" fmla="*/ 5659211 w 6501199"/>
              <a:gd name="connsiteY6392" fmla="*/ 888647 h 6382977"/>
              <a:gd name="connsiteX6393" fmla="*/ 5654814 w 6501199"/>
              <a:gd name="connsiteY6393" fmla="*/ 853016 h 6382977"/>
              <a:gd name="connsiteX6394" fmla="*/ 5351331 w 6501199"/>
              <a:gd name="connsiteY6394" fmla="*/ 852487 h 6382977"/>
              <a:gd name="connsiteX6395" fmla="*/ 5349214 w 6501199"/>
              <a:gd name="connsiteY6395" fmla="*/ 915630 h 6382977"/>
              <a:gd name="connsiteX6396" fmla="*/ 5351331 w 6501199"/>
              <a:gd name="connsiteY6396" fmla="*/ 852487 h 6382977"/>
              <a:gd name="connsiteX6397" fmla="*/ 5411669 w 6501199"/>
              <a:gd name="connsiteY6397" fmla="*/ 846137 h 6382977"/>
              <a:gd name="connsiteX6398" fmla="*/ 5428041 w 6501199"/>
              <a:gd name="connsiteY6398" fmla="*/ 871195 h 6382977"/>
              <a:gd name="connsiteX6399" fmla="*/ 5411669 w 6501199"/>
              <a:gd name="connsiteY6399" fmla="*/ 882292 h 6382977"/>
              <a:gd name="connsiteX6400" fmla="*/ 5411669 w 6501199"/>
              <a:gd name="connsiteY6400" fmla="*/ 846137 h 6382977"/>
              <a:gd name="connsiteX6401" fmla="*/ 5407664 w 6501199"/>
              <a:gd name="connsiteY6401" fmla="*/ 820066 h 6382977"/>
              <a:gd name="connsiteX6402" fmla="*/ 5403013 w 6501199"/>
              <a:gd name="connsiteY6402" fmla="*/ 837953 h 6382977"/>
              <a:gd name="connsiteX6403" fmla="*/ 5407664 w 6501199"/>
              <a:gd name="connsiteY6403" fmla="*/ 820066 h 6382977"/>
              <a:gd name="connsiteX6404" fmla="*/ 4599372 w 6501199"/>
              <a:gd name="connsiteY6404" fmla="*/ 817995 h 6382977"/>
              <a:gd name="connsiteX6405" fmla="*/ 4599372 w 6501199"/>
              <a:gd name="connsiteY6405" fmla="*/ 826750 h 6382977"/>
              <a:gd name="connsiteX6406" fmla="*/ 4575925 w 6501199"/>
              <a:gd name="connsiteY6406" fmla="*/ 824393 h 6382977"/>
              <a:gd name="connsiteX6407" fmla="*/ 4599372 w 6501199"/>
              <a:gd name="connsiteY6407" fmla="*/ 817995 h 6382977"/>
              <a:gd name="connsiteX6408" fmla="*/ 5451808 w 6501199"/>
              <a:gd name="connsiteY6408" fmla="*/ 815975 h 6382977"/>
              <a:gd name="connsiteX6409" fmla="*/ 5467738 w 6501199"/>
              <a:gd name="connsiteY6409" fmla="*/ 820737 h 6382977"/>
              <a:gd name="connsiteX6410" fmla="*/ 5458687 w 6501199"/>
              <a:gd name="connsiteY6410" fmla="*/ 834658 h 6382977"/>
              <a:gd name="connsiteX6411" fmla="*/ 5451808 w 6501199"/>
              <a:gd name="connsiteY6411" fmla="*/ 815975 h 6382977"/>
              <a:gd name="connsiteX6412" fmla="*/ 4804663 w 6501199"/>
              <a:gd name="connsiteY6412" fmla="*/ 809625 h 6382977"/>
              <a:gd name="connsiteX6413" fmla="*/ 4797778 w 6501199"/>
              <a:gd name="connsiteY6413" fmla="*/ 891814 h 6382977"/>
              <a:gd name="connsiteX6414" fmla="*/ 4804663 w 6501199"/>
              <a:gd name="connsiteY6414" fmla="*/ 809625 h 6382977"/>
              <a:gd name="connsiteX6415" fmla="*/ 4002838 w 6501199"/>
              <a:gd name="connsiteY6415" fmla="*/ 803885 h 6382977"/>
              <a:gd name="connsiteX6416" fmla="*/ 4007600 w 6501199"/>
              <a:gd name="connsiteY6416" fmla="*/ 806449 h 6382977"/>
              <a:gd name="connsiteX6417" fmla="*/ 4002838 w 6501199"/>
              <a:gd name="connsiteY6417" fmla="*/ 803885 h 6382977"/>
              <a:gd name="connsiteX6418" fmla="*/ 5500346 w 6501199"/>
              <a:gd name="connsiteY6418" fmla="*/ 792747 h 6382977"/>
              <a:gd name="connsiteX6419" fmla="*/ 5507416 w 6501199"/>
              <a:gd name="connsiteY6419" fmla="*/ 797454 h 6382977"/>
              <a:gd name="connsiteX6420" fmla="*/ 5493277 w 6501199"/>
              <a:gd name="connsiteY6420" fmla="*/ 810850 h 6382977"/>
              <a:gd name="connsiteX6421" fmla="*/ 5500346 w 6501199"/>
              <a:gd name="connsiteY6421" fmla="*/ 792747 h 6382977"/>
              <a:gd name="connsiteX6422" fmla="*/ 4977132 w 6501199"/>
              <a:gd name="connsiteY6422" fmla="*/ 758825 h 6382977"/>
              <a:gd name="connsiteX6423" fmla="*/ 4960825 w 6501199"/>
              <a:gd name="connsiteY6423" fmla="*/ 898164 h 6382977"/>
              <a:gd name="connsiteX6424" fmla="*/ 4926763 w 6501199"/>
              <a:gd name="connsiteY6424" fmla="*/ 881920 h 6382977"/>
              <a:gd name="connsiteX6425" fmla="*/ 4953940 w 6501199"/>
              <a:gd name="connsiteY6425" fmla="*/ 881920 h 6382977"/>
              <a:gd name="connsiteX6426" fmla="*/ 4977132 w 6501199"/>
              <a:gd name="connsiteY6426" fmla="*/ 758825 h 6382977"/>
              <a:gd name="connsiteX6427" fmla="*/ 5566847 w 6501199"/>
              <a:gd name="connsiteY6427" fmla="*/ 755786 h 6382977"/>
              <a:gd name="connsiteX6428" fmla="*/ 5566444 w 6501199"/>
              <a:gd name="connsiteY6428" fmla="*/ 757378 h 6382977"/>
              <a:gd name="connsiteX6429" fmla="*/ 5563350 w 6501199"/>
              <a:gd name="connsiteY6429" fmla="*/ 769583 h 6382977"/>
              <a:gd name="connsiteX6430" fmla="*/ 5564865 w 6501199"/>
              <a:gd name="connsiteY6430" fmla="*/ 763605 h 6382977"/>
              <a:gd name="connsiteX6431" fmla="*/ 5505231 w 6501199"/>
              <a:gd name="connsiteY6431" fmla="*/ 755650 h 6382977"/>
              <a:gd name="connsiteX6432" fmla="*/ 5500675 w 6501199"/>
              <a:gd name="connsiteY6432" fmla="*/ 775925 h 6382977"/>
              <a:gd name="connsiteX6433" fmla="*/ 5505231 w 6501199"/>
              <a:gd name="connsiteY6433" fmla="*/ 755650 h 6382977"/>
              <a:gd name="connsiteX6434" fmla="*/ 5567896 w 6501199"/>
              <a:gd name="connsiteY6434" fmla="*/ 751650 h 6382977"/>
              <a:gd name="connsiteX6435" fmla="*/ 5567391 w 6501199"/>
              <a:gd name="connsiteY6435" fmla="*/ 753642 h 6382977"/>
              <a:gd name="connsiteX6436" fmla="*/ 5566847 w 6501199"/>
              <a:gd name="connsiteY6436" fmla="*/ 755786 h 6382977"/>
              <a:gd name="connsiteX6437" fmla="*/ 5418991 w 6501199"/>
              <a:gd name="connsiteY6437" fmla="*/ 747712 h 6382977"/>
              <a:gd name="connsiteX6438" fmla="*/ 5431959 w 6501199"/>
              <a:gd name="connsiteY6438" fmla="*/ 800255 h 6382977"/>
              <a:gd name="connsiteX6439" fmla="*/ 5414434 w 6501199"/>
              <a:gd name="connsiteY6439" fmla="*/ 807139 h 6382977"/>
              <a:gd name="connsiteX6440" fmla="*/ 5418991 w 6501199"/>
              <a:gd name="connsiteY6440" fmla="*/ 747712 h 6382977"/>
              <a:gd name="connsiteX6441" fmla="*/ 5720277 w 6501199"/>
              <a:gd name="connsiteY6441" fmla="*/ 746273 h 6382977"/>
              <a:gd name="connsiteX6442" fmla="*/ 5739204 w 6501199"/>
              <a:gd name="connsiteY6442" fmla="*/ 757237 h 6382977"/>
              <a:gd name="connsiteX6443" fmla="*/ 5736692 w 6501199"/>
              <a:gd name="connsiteY6443" fmla="*/ 772759 h 6382977"/>
              <a:gd name="connsiteX6444" fmla="*/ 5698288 w 6501199"/>
              <a:gd name="connsiteY6444" fmla="*/ 750534 h 6382977"/>
              <a:gd name="connsiteX6445" fmla="*/ 5714080 w 6501199"/>
              <a:gd name="connsiteY6445" fmla="*/ 750534 h 6382977"/>
              <a:gd name="connsiteX6446" fmla="*/ 5720277 w 6501199"/>
              <a:gd name="connsiteY6446" fmla="*/ 746273 h 6382977"/>
              <a:gd name="connsiteX6447" fmla="*/ 4752138 w 6501199"/>
              <a:gd name="connsiteY6447" fmla="*/ 741362 h 6382977"/>
              <a:gd name="connsiteX6448" fmla="*/ 4760900 w 6501199"/>
              <a:gd name="connsiteY6448" fmla="*/ 761644 h 6382977"/>
              <a:gd name="connsiteX6449" fmla="*/ 4752138 w 6501199"/>
              <a:gd name="connsiteY6449" fmla="*/ 741362 h 6382977"/>
              <a:gd name="connsiteX6450" fmla="*/ 4565350 w 6501199"/>
              <a:gd name="connsiteY6450" fmla="*/ 740419 h 6382977"/>
              <a:gd name="connsiteX6451" fmla="*/ 4574206 w 6501199"/>
              <a:gd name="connsiteY6451" fmla="*/ 754930 h 6382977"/>
              <a:gd name="connsiteX6452" fmla="*/ 4605734 w 6501199"/>
              <a:gd name="connsiteY6452" fmla="*/ 757163 h 6382977"/>
              <a:gd name="connsiteX6453" fmla="*/ 4567476 w 6501199"/>
              <a:gd name="connsiteY6453" fmla="*/ 759395 h 6382977"/>
              <a:gd name="connsiteX6454" fmla="*/ 4565350 w 6501199"/>
              <a:gd name="connsiteY6454" fmla="*/ 740419 h 6382977"/>
              <a:gd name="connsiteX6455" fmla="*/ 5475408 w 6501199"/>
              <a:gd name="connsiteY6455" fmla="*/ 738187 h 6382977"/>
              <a:gd name="connsiteX6456" fmla="*/ 5473273 w 6501199"/>
              <a:gd name="connsiteY6456" fmla="*/ 758469 h 6382977"/>
              <a:gd name="connsiteX6457" fmla="*/ 5475408 w 6501199"/>
              <a:gd name="connsiteY6457" fmla="*/ 738187 h 6382977"/>
              <a:gd name="connsiteX6458" fmla="*/ 4810094 w 6501199"/>
              <a:gd name="connsiteY6458" fmla="*/ 736600 h 6382977"/>
              <a:gd name="connsiteX6459" fmla="*/ 4826087 w 6501199"/>
              <a:gd name="connsiteY6459" fmla="*/ 761299 h 6382977"/>
              <a:gd name="connsiteX6460" fmla="*/ 4799076 w 6501199"/>
              <a:gd name="connsiteY6460" fmla="*/ 772754 h 6382977"/>
              <a:gd name="connsiteX6461" fmla="*/ 4810094 w 6501199"/>
              <a:gd name="connsiteY6461" fmla="*/ 736600 h 6382977"/>
              <a:gd name="connsiteX6462" fmla="*/ 4661870 w 6501199"/>
              <a:gd name="connsiteY6462" fmla="*/ 734511 h 6382977"/>
              <a:gd name="connsiteX6463" fmla="*/ 4672829 w 6501199"/>
              <a:gd name="connsiteY6463" fmla="*/ 737067 h 6382977"/>
              <a:gd name="connsiteX6464" fmla="*/ 4656822 w 6501199"/>
              <a:gd name="connsiteY6464" fmla="*/ 743885 h 6382977"/>
              <a:gd name="connsiteX6465" fmla="*/ 4654275 w 6501199"/>
              <a:gd name="connsiteY6465" fmla="*/ 782278 h 6382977"/>
              <a:gd name="connsiteX6466" fmla="*/ 4647363 w 6501199"/>
              <a:gd name="connsiteY6466" fmla="*/ 737067 h 6382977"/>
              <a:gd name="connsiteX6467" fmla="*/ 4661870 w 6501199"/>
              <a:gd name="connsiteY6467" fmla="*/ 734511 h 6382977"/>
              <a:gd name="connsiteX6468" fmla="*/ 5383605 w 6501199"/>
              <a:gd name="connsiteY6468" fmla="*/ 725487 h 6382977"/>
              <a:gd name="connsiteX6469" fmla="*/ 5374304 w 6501199"/>
              <a:gd name="connsiteY6469" fmla="*/ 791801 h 6382977"/>
              <a:gd name="connsiteX6470" fmla="*/ 5383605 w 6501199"/>
              <a:gd name="connsiteY6470" fmla="*/ 725487 h 6382977"/>
              <a:gd name="connsiteX6471" fmla="*/ 4737369 w 6501199"/>
              <a:gd name="connsiteY6471" fmla="*/ 725487 h 6382977"/>
              <a:gd name="connsiteX6472" fmla="*/ 4762341 w 6501199"/>
              <a:gd name="connsiteY6472" fmla="*/ 737210 h 6382977"/>
              <a:gd name="connsiteX6473" fmla="*/ 4739509 w 6501199"/>
              <a:gd name="connsiteY6473" fmla="*/ 739408 h 6382977"/>
              <a:gd name="connsiteX6474" fmla="*/ 4737369 w 6501199"/>
              <a:gd name="connsiteY6474" fmla="*/ 725487 h 6382977"/>
              <a:gd name="connsiteX6475" fmla="*/ 4919213 w 6501199"/>
              <a:gd name="connsiteY6475" fmla="*/ 715491 h 6382977"/>
              <a:gd name="connsiteX6476" fmla="*/ 4934215 w 6501199"/>
              <a:gd name="connsiteY6476" fmla="*/ 715879 h 6382977"/>
              <a:gd name="connsiteX6477" fmla="*/ 4940690 w 6501199"/>
              <a:gd name="connsiteY6477" fmla="*/ 750071 h 6382977"/>
              <a:gd name="connsiteX6478" fmla="*/ 4911192 w 6501199"/>
              <a:gd name="connsiteY6478" fmla="*/ 765907 h 6382977"/>
              <a:gd name="connsiteX6479" fmla="*/ 4904358 w 6501199"/>
              <a:gd name="connsiteY6479" fmla="*/ 809098 h 6382977"/>
              <a:gd name="connsiteX6480" fmla="*/ 4920545 w 6501199"/>
              <a:gd name="connsiteY6480" fmla="*/ 811257 h 6382977"/>
              <a:gd name="connsiteX6481" fmla="*/ 4900041 w 6501199"/>
              <a:gd name="connsiteY6481" fmla="*/ 888640 h 6382977"/>
              <a:gd name="connsiteX6482" fmla="*/ 4870543 w 6501199"/>
              <a:gd name="connsiteY6482" fmla="*/ 854807 h 6382977"/>
              <a:gd name="connsiteX6483" fmla="*/ 4874983 w 6501199"/>
              <a:gd name="connsiteY6483" fmla="*/ 831503 h 6382977"/>
              <a:gd name="connsiteX6484" fmla="*/ 4869340 w 6501199"/>
              <a:gd name="connsiteY6484" fmla="*/ 826326 h 6382977"/>
              <a:gd name="connsiteX6485" fmla="*/ 4874507 w 6501199"/>
              <a:gd name="connsiteY6485" fmla="*/ 798512 h 6382977"/>
              <a:gd name="connsiteX6486" fmla="*/ 4883648 w 6501199"/>
              <a:gd name="connsiteY6486" fmla="*/ 805824 h 6382977"/>
              <a:gd name="connsiteX6487" fmla="*/ 4884387 w 6501199"/>
              <a:gd name="connsiteY6487" fmla="*/ 809854 h 6382977"/>
              <a:gd name="connsiteX6488" fmla="*/ 4887990 w 6501199"/>
              <a:gd name="connsiteY6488" fmla="*/ 802889 h 6382977"/>
              <a:gd name="connsiteX6489" fmla="*/ 4881695 w 6501199"/>
              <a:gd name="connsiteY6489" fmla="*/ 761228 h 6382977"/>
              <a:gd name="connsiteX6490" fmla="*/ 4911192 w 6501199"/>
              <a:gd name="connsiteY6490" fmla="*/ 743233 h 6382977"/>
              <a:gd name="connsiteX6491" fmla="*/ 4900041 w 6501199"/>
              <a:gd name="connsiteY6491" fmla="*/ 736394 h 6382977"/>
              <a:gd name="connsiteX6492" fmla="*/ 4919213 w 6501199"/>
              <a:gd name="connsiteY6492" fmla="*/ 715491 h 6382977"/>
              <a:gd name="connsiteX6493" fmla="*/ 4989116 w 6501199"/>
              <a:gd name="connsiteY6493" fmla="*/ 695261 h 6382977"/>
              <a:gd name="connsiteX6494" fmla="*/ 4986382 w 6501199"/>
              <a:gd name="connsiteY6494" fmla="*/ 736244 h 6382977"/>
              <a:gd name="connsiteX6495" fmla="*/ 4981796 w 6501199"/>
              <a:gd name="connsiteY6495" fmla="*/ 718088 h 6382977"/>
              <a:gd name="connsiteX6496" fmla="*/ 4989116 w 6501199"/>
              <a:gd name="connsiteY6496" fmla="*/ 695261 h 6382977"/>
              <a:gd name="connsiteX6497" fmla="*/ 5673366 w 6501199"/>
              <a:gd name="connsiteY6497" fmla="*/ 691512 h 6382977"/>
              <a:gd name="connsiteX6498" fmla="*/ 5666548 w 6501199"/>
              <a:gd name="connsiteY6498" fmla="*/ 780687 h 6382977"/>
              <a:gd name="connsiteX6499" fmla="*/ 5673366 w 6501199"/>
              <a:gd name="connsiteY6499" fmla="*/ 691512 h 6382977"/>
              <a:gd name="connsiteX6500" fmla="*/ 4814985 w 6501199"/>
              <a:gd name="connsiteY6500" fmla="*/ 690428 h 6382977"/>
              <a:gd name="connsiteX6501" fmla="*/ 4823956 w 6501199"/>
              <a:gd name="connsiteY6501" fmla="*/ 714990 h 6382977"/>
              <a:gd name="connsiteX6502" fmla="*/ 4853379 w 6501199"/>
              <a:gd name="connsiteY6502" fmla="*/ 721754 h 6382977"/>
              <a:gd name="connsiteX6503" fmla="*/ 4806015 w 6501199"/>
              <a:gd name="connsiteY6503" fmla="*/ 730653 h 6382977"/>
              <a:gd name="connsiteX6504" fmla="*/ 4810321 w 6501199"/>
              <a:gd name="connsiteY6504" fmla="*/ 728518 h 6382977"/>
              <a:gd name="connsiteX6505" fmla="*/ 4814985 w 6501199"/>
              <a:gd name="connsiteY6505" fmla="*/ 690428 h 6382977"/>
              <a:gd name="connsiteX6506" fmla="*/ 4922274 w 6501199"/>
              <a:gd name="connsiteY6506" fmla="*/ 682625 h 6382977"/>
              <a:gd name="connsiteX6507" fmla="*/ 4926799 w 6501199"/>
              <a:gd name="connsiteY6507" fmla="*/ 689331 h 6382977"/>
              <a:gd name="connsiteX6508" fmla="*/ 4926735 w 6501199"/>
              <a:gd name="connsiteY6508" fmla="*/ 699482 h 6382977"/>
              <a:gd name="connsiteX6509" fmla="*/ 4935925 w 6501199"/>
              <a:gd name="connsiteY6509" fmla="*/ 700672 h 6382977"/>
              <a:gd name="connsiteX6510" fmla="*/ 4930417 w 6501199"/>
              <a:gd name="connsiteY6510" fmla="*/ 707953 h 6382977"/>
              <a:gd name="connsiteX6511" fmla="*/ 4922684 w 6501199"/>
              <a:gd name="connsiteY6511" fmla="*/ 710927 h 6382977"/>
              <a:gd name="connsiteX6512" fmla="*/ 4921573 w 6501199"/>
              <a:gd name="connsiteY6512" fmla="*/ 713482 h 6382977"/>
              <a:gd name="connsiteX6513" fmla="*/ 4910888 w 6501199"/>
              <a:gd name="connsiteY6513" fmla="*/ 718779 h 6382977"/>
              <a:gd name="connsiteX6514" fmla="*/ 4913602 w 6501199"/>
              <a:gd name="connsiteY6514" fmla="*/ 710160 h 6382977"/>
              <a:gd name="connsiteX6515" fmla="*/ 4912314 w 6501199"/>
              <a:gd name="connsiteY6515" fmla="*/ 709888 h 6382977"/>
              <a:gd name="connsiteX6516" fmla="*/ 4910486 w 6501199"/>
              <a:gd name="connsiteY6516" fmla="*/ 700672 h 6382977"/>
              <a:gd name="connsiteX6517" fmla="*/ 4916844 w 6501199"/>
              <a:gd name="connsiteY6517" fmla="*/ 699866 h 6382977"/>
              <a:gd name="connsiteX6518" fmla="*/ 5638815 w 6501199"/>
              <a:gd name="connsiteY6518" fmla="*/ 674687 h 6382977"/>
              <a:gd name="connsiteX6519" fmla="*/ 5625709 w 6501199"/>
              <a:gd name="connsiteY6519" fmla="*/ 688354 h 6382977"/>
              <a:gd name="connsiteX6520" fmla="*/ 5645546 w 6501199"/>
              <a:gd name="connsiteY6520" fmla="*/ 695188 h 6382977"/>
              <a:gd name="connsiteX6521" fmla="*/ 5638815 w 6501199"/>
              <a:gd name="connsiteY6521" fmla="*/ 674687 h 6382977"/>
              <a:gd name="connsiteX6522" fmla="*/ 4666434 w 6501199"/>
              <a:gd name="connsiteY6522" fmla="*/ 674687 h 6382977"/>
              <a:gd name="connsiteX6523" fmla="*/ 4671154 w 6501199"/>
              <a:gd name="connsiteY6523" fmla="*/ 710842 h 6382977"/>
              <a:gd name="connsiteX6524" fmla="*/ 4641013 w 6501199"/>
              <a:gd name="connsiteY6524" fmla="*/ 695091 h 6382977"/>
              <a:gd name="connsiteX6525" fmla="*/ 4666434 w 6501199"/>
              <a:gd name="connsiteY6525" fmla="*/ 674687 h 6382977"/>
              <a:gd name="connsiteX6526" fmla="*/ 4852601 w 6501199"/>
              <a:gd name="connsiteY6526" fmla="*/ 669925 h 6382977"/>
              <a:gd name="connsiteX6527" fmla="*/ 4881955 w 6501199"/>
              <a:gd name="connsiteY6527" fmla="*/ 669925 h 6382977"/>
              <a:gd name="connsiteX6528" fmla="*/ 4852601 w 6501199"/>
              <a:gd name="connsiteY6528" fmla="*/ 669925 h 6382977"/>
              <a:gd name="connsiteX6529" fmla="*/ 4576651 w 6501199"/>
              <a:gd name="connsiteY6529" fmla="*/ 669925 h 6382977"/>
              <a:gd name="connsiteX6530" fmla="*/ 4576651 w 6501199"/>
              <a:gd name="connsiteY6530" fmla="*/ 694962 h 6382977"/>
              <a:gd name="connsiteX6531" fmla="*/ 4576651 w 6501199"/>
              <a:gd name="connsiteY6531" fmla="*/ 669925 h 6382977"/>
              <a:gd name="connsiteX6532" fmla="*/ 4948616 w 6501199"/>
              <a:gd name="connsiteY6532" fmla="*/ 667844 h 6382977"/>
              <a:gd name="connsiteX6533" fmla="*/ 4946383 w 6501199"/>
              <a:gd name="connsiteY6533" fmla="*/ 681365 h 6382977"/>
              <a:gd name="connsiteX6534" fmla="*/ 4948616 w 6501199"/>
              <a:gd name="connsiteY6534" fmla="*/ 667844 h 6382977"/>
              <a:gd name="connsiteX6535" fmla="*/ 4585147 w 6501199"/>
              <a:gd name="connsiteY6535" fmla="*/ 627571 h 6382977"/>
              <a:gd name="connsiteX6536" fmla="*/ 4605735 w 6501199"/>
              <a:gd name="connsiteY6536" fmla="*/ 646078 h 6382977"/>
              <a:gd name="connsiteX6537" fmla="*/ 4594446 w 6501199"/>
              <a:gd name="connsiteY6537" fmla="*/ 655269 h 6382977"/>
              <a:gd name="connsiteX6538" fmla="*/ 4574338 w 6501199"/>
              <a:gd name="connsiteY6538" fmla="*/ 629903 h 6382977"/>
              <a:gd name="connsiteX6539" fmla="*/ 4585147 w 6501199"/>
              <a:gd name="connsiteY6539" fmla="*/ 627571 h 6382977"/>
              <a:gd name="connsiteX6540" fmla="*/ 5522541 w 6501199"/>
              <a:gd name="connsiteY6540" fmla="*/ 614362 h 6382977"/>
              <a:gd name="connsiteX6541" fmla="*/ 5531475 w 6501199"/>
              <a:gd name="connsiteY6541" fmla="*/ 625493 h 6382977"/>
              <a:gd name="connsiteX6542" fmla="*/ 5511461 w 6501199"/>
              <a:gd name="connsiteY6542" fmla="*/ 630161 h 6382977"/>
              <a:gd name="connsiteX6543" fmla="*/ 5518252 w 6501199"/>
              <a:gd name="connsiteY6543" fmla="*/ 657451 h 6382977"/>
              <a:gd name="connsiteX6544" fmla="*/ 5538266 w 6501199"/>
              <a:gd name="connsiteY6544" fmla="*/ 639138 h 6382977"/>
              <a:gd name="connsiteX6545" fmla="*/ 5515750 w 6501199"/>
              <a:gd name="connsiteY6545" fmla="*/ 689050 h 6382977"/>
              <a:gd name="connsiteX6546" fmla="*/ 5513606 w 6501199"/>
              <a:gd name="connsiteY6546" fmla="*/ 709517 h 6382977"/>
              <a:gd name="connsiteX6547" fmla="*/ 5529331 w 6501199"/>
              <a:gd name="connsiteY6547" fmla="*/ 734653 h 6382977"/>
              <a:gd name="connsiteX6548" fmla="*/ 5495379 w 6501199"/>
              <a:gd name="connsiteY6548" fmla="*/ 721008 h 6382977"/>
              <a:gd name="connsiteX6549" fmla="*/ 5508960 w 6501199"/>
              <a:gd name="connsiteY6549" fmla="*/ 707363 h 6382977"/>
              <a:gd name="connsiteX6550" fmla="*/ 5497880 w 6501199"/>
              <a:gd name="connsiteY6550" fmla="*/ 707363 h 6382977"/>
              <a:gd name="connsiteX6551" fmla="*/ 5500025 w 6501199"/>
              <a:gd name="connsiteY6551" fmla="*/ 691563 h 6382977"/>
              <a:gd name="connsiteX6552" fmla="*/ 5508960 w 6501199"/>
              <a:gd name="connsiteY6552" fmla="*/ 628007 h 6382977"/>
              <a:gd name="connsiteX6553" fmla="*/ 5522541 w 6501199"/>
              <a:gd name="connsiteY6553" fmla="*/ 614362 h 6382977"/>
              <a:gd name="connsiteX6554" fmla="*/ 4968188 w 6501199"/>
              <a:gd name="connsiteY6554" fmla="*/ 609600 h 6382977"/>
              <a:gd name="connsiteX6555" fmla="*/ 4981963 w 6501199"/>
              <a:gd name="connsiteY6555" fmla="*/ 630004 h 6382977"/>
              <a:gd name="connsiteX6556" fmla="*/ 4952238 w 6501199"/>
              <a:gd name="connsiteY6556" fmla="*/ 625350 h 6382977"/>
              <a:gd name="connsiteX6557" fmla="*/ 4945350 w 6501199"/>
              <a:gd name="connsiteY6557" fmla="*/ 636805 h 6382977"/>
              <a:gd name="connsiteX6558" fmla="*/ 4936288 w 6501199"/>
              <a:gd name="connsiteY6558" fmla="*/ 630004 h 6382977"/>
              <a:gd name="connsiteX6559" fmla="*/ 4943175 w 6501199"/>
              <a:gd name="connsiteY6559" fmla="*/ 616401 h 6382977"/>
              <a:gd name="connsiteX6560" fmla="*/ 4968188 w 6501199"/>
              <a:gd name="connsiteY6560" fmla="*/ 609600 h 6382977"/>
              <a:gd name="connsiteX6561" fmla="*/ 5538397 w 6501199"/>
              <a:gd name="connsiteY6561" fmla="*/ 601662 h 6382977"/>
              <a:gd name="connsiteX6562" fmla="*/ 5549845 w 6501199"/>
              <a:gd name="connsiteY6562" fmla="*/ 601662 h 6382977"/>
              <a:gd name="connsiteX6563" fmla="*/ 5554496 w 6501199"/>
              <a:gd name="connsiteY6563" fmla="*/ 617184 h 6382977"/>
              <a:gd name="connsiteX6564" fmla="*/ 5540901 w 6501199"/>
              <a:gd name="connsiteY6564" fmla="*/ 639409 h 6382977"/>
              <a:gd name="connsiteX6565" fmla="*/ 5538397 w 6501199"/>
              <a:gd name="connsiteY6565" fmla="*/ 601662 h 6382977"/>
              <a:gd name="connsiteX6566" fmla="*/ 5493277 w 6501199"/>
              <a:gd name="connsiteY6566" fmla="*/ 595312 h 6382977"/>
              <a:gd name="connsiteX6567" fmla="*/ 5495509 w 6501199"/>
              <a:gd name="connsiteY6567" fmla="*/ 621949 h 6382977"/>
              <a:gd name="connsiteX6568" fmla="*/ 5493277 w 6501199"/>
              <a:gd name="connsiteY6568" fmla="*/ 595312 h 6382977"/>
              <a:gd name="connsiteX6569" fmla="*/ 5656926 w 6501199"/>
              <a:gd name="connsiteY6569" fmla="*/ 587948 h 6382977"/>
              <a:gd name="connsiteX6570" fmla="*/ 5688860 w 6501199"/>
              <a:gd name="connsiteY6570" fmla="*/ 587948 h 6382977"/>
              <a:gd name="connsiteX6571" fmla="*/ 5691013 w 6501199"/>
              <a:gd name="connsiteY6571" fmla="*/ 610643 h 6382977"/>
              <a:gd name="connsiteX6572" fmla="*/ 5665896 w 6501199"/>
              <a:gd name="connsiteY6572" fmla="*/ 592631 h 6382977"/>
              <a:gd name="connsiteX6573" fmla="*/ 5675225 w 6501199"/>
              <a:gd name="connsiteY6573" fmla="*/ 670083 h 6382977"/>
              <a:gd name="connsiteX6574" fmla="*/ 5668408 w 6501199"/>
              <a:gd name="connsiteY6574" fmla="*/ 679090 h 6382977"/>
              <a:gd name="connsiteX6575" fmla="*/ 5647955 w 6501199"/>
              <a:gd name="connsiteY6575" fmla="*/ 674406 h 6382977"/>
              <a:gd name="connsiteX6576" fmla="*/ 5656926 w 6501199"/>
              <a:gd name="connsiteY6576" fmla="*/ 587948 h 6382977"/>
              <a:gd name="connsiteX6577" fmla="*/ 5621403 w 6501199"/>
              <a:gd name="connsiteY6577" fmla="*/ 584200 h 6382977"/>
              <a:gd name="connsiteX6578" fmla="*/ 5637154 w 6501199"/>
              <a:gd name="connsiteY6578" fmla="*/ 641043 h 6382977"/>
              <a:gd name="connsiteX6579" fmla="*/ 5635006 w 6501199"/>
              <a:gd name="connsiteY6579" fmla="*/ 666388 h 6382977"/>
              <a:gd name="connsiteX6580" fmla="*/ 5607800 w 6501199"/>
              <a:gd name="connsiteY6580" fmla="*/ 607010 h 6382977"/>
              <a:gd name="connsiteX6581" fmla="*/ 5621403 w 6501199"/>
              <a:gd name="connsiteY6581" fmla="*/ 584200 h 6382977"/>
              <a:gd name="connsiteX6582" fmla="*/ 5588477 w 6501199"/>
              <a:gd name="connsiteY6582" fmla="*/ 569912 h 6382977"/>
              <a:gd name="connsiteX6583" fmla="*/ 5590611 w 6501199"/>
              <a:gd name="connsiteY6583" fmla="*/ 606067 h 6382977"/>
              <a:gd name="connsiteX6584" fmla="*/ 5588477 w 6501199"/>
              <a:gd name="connsiteY6584" fmla="*/ 569912 h 6382977"/>
              <a:gd name="connsiteX6585" fmla="*/ 4951653 w 6501199"/>
              <a:gd name="connsiteY6585" fmla="*/ 556883 h 6382977"/>
              <a:gd name="connsiteX6586" fmla="*/ 4948081 w 6501199"/>
              <a:gd name="connsiteY6586" fmla="*/ 571144 h 6382977"/>
              <a:gd name="connsiteX6587" fmla="*/ 4948081 w 6501199"/>
              <a:gd name="connsiteY6587" fmla="*/ 557622 h 6382977"/>
              <a:gd name="connsiteX6588" fmla="*/ 4951653 w 6501199"/>
              <a:gd name="connsiteY6588" fmla="*/ 556883 h 6382977"/>
              <a:gd name="connsiteX6589" fmla="*/ 4985997 w 6501199"/>
              <a:gd name="connsiteY6589" fmla="*/ 554037 h 6382977"/>
              <a:gd name="connsiteX6590" fmla="*/ 4994678 w 6501199"/>
              <a:gd name="connsiteY6590" fmla="*/ 563254 h 6382977"/>
              <a:gd name="connsiteX6591" fmla="*/ 4983913 w 6501199"/>
              <a:gd name="connsiteY6591" fmla="*/ 585587 h 6382977"/>
              <a:gd name="connsiteX6592" fmla="*/ 4985997 w 6501199"/>
              <a:gd name="connsiteY6592" fmla="*/ 554037 h 6382977"/>
              <a:gd name="connsiteX6593" fmla="*/ 5008960 w 6501199"/>
              <a:gd name="connsiteY6593" fmla="*/ 546005 h 6382977"/>
              <a:gd name="connsiteX6594" fmla="*/ 5008960 w 6501199"/>
              <a:gd name="connsiteY6594" fmla="*/ 566473 h 6382977"/>
              <a:gd name="connsiteX6595" fmla="*/ 5008960 w 6501199"/>
              <a:gd name="connsiteY6595" fmla="*/ 546005 h 6382977"/>
              <a:gd name="connsiteX6596" fmla="*/ 5586238 w 6501199"/>
              <a:gd name="connsiteY6596" fmla="*/ 537135 h 6382977"/>
              <a:gd name="connsiteX6597" fmla="*/ 5584063 w 6501199"/>
              <a:gd name="connsiteY6597" fmla="*/ 571142 h 6382977"/>
              <a:gd name="connsiteX6598" fmla="*/ 5586238 w 6501199"/>
              <a:gd name="connsiteY6598" fmla="*/ 537135 h 6382977"/>
              <a:gd name="connsiteX6599" fmla="*/ 4939191 w 6501199"/>
              <a:gd name="connsiteY6599" fmla="*/ 535561 h 6382977"/>
              <a:gd name="connsiteX6600" fmla="*/ 4964500 w 6501199"/>
              <a:gd name="connsiteY6600" fmla="*/ 543630 h 6382977"/>
              <a:gd name="connsiteX6601" fmla="*/ 4920957 w 6501199"/>
              <a:gd name="connsiteY6601" fmla="*/ 545747 h 6382977"/>
              <a:gd name="connsiteX6602" fmla="*/ 4939191 w 6501199"/>
              <a:gd name="connsiteY6602" fmla="*/ 535561 h 6382977"/>
              <a:gd name="connsiteX6603" fmla="*/ 4882812 w 6501199"/>
              <a:gd name="connsiteY6603" fmla="*/ 527050 h 6382977"/>
              <a:gd name="connsiteX6604" fmla="*/ 4887450 w 6501199"/>
              <a:gd name="connsiteY6604" fmla="*/ 550490 h 6382977"/>
              <a:gd name="connsiteX6605" fmla="*/ 4882812 w 6501199"/>
              <a:gd name="connsiteY6605" fmla="*/ 527050 h 6382977"/>
              <a:gd name="connsiteX6606" fmla="*/ 5366922 w 6501199"/>
              <a:gd name="connsiteY6606" fmla="*/ 525462 h 6382977"/>
              <a:gd name="connsiteX6607" fmla="*/ 5371759 w 6501199"/>
              <a:gd name="connsiteY6607" fmla="*/ 604479 h 6382977"/>
              <a:gd name="connsiteX6608" fmla="*/ 5355388 w 6501199"/>
              <a:gd name="connsiteY6608" fmla="*/ 604479 h 6382977"/>
              <a:gd name="connsiteX6609" fmla="*/ 5366922 w 6501199"/>
              <a:gd name="connsiteY6609" fmla="*/ 525462 h 6382977"/>
              <a:gd name="connsiteX6610" fmla="*/ 4874188 w 6501199"/>
              <a:gd name="connsiteY6610" fmla="*/ 511175 h 6382977"/>
              <a:gd name="connsiteX6611" fmla="*/ 4864850 w 6501199"/>
              <a:gd name="connsiteY6611" fmla="*/ 547329 h 6382977"/>
              <a:gd name="connsiteX6612" fmla="*/ 4874188 w 6501199"/>
              <a:gd name="connsiteY6612" fmla="*/ 511175 h 6382977"/>
              <a:gd name="connsiteX6613" fmla="*/ 5688763 w 6501199"/>
              <a:gd name="connsiteY6613" fmla="*/ 490537 h 6382977"/>
              <a:gd name="connsiteX6614" fmla="*/ 5711623 w 6501199"/>
              <a:gd name="connsiteY6614" fmla="*/ 495205 h 6382977"/>
              <a:gd name="connsiteX6615" fmla="*/ 5697834 w 6501199"/>
              <a:gd name="connsiteY6615" fmla="*/ 520341 h 6382977"/>
              <a:gd name="connsiteX6616" fmla="*/ 5688763 w 6501199"/>
              <a:gd name="connsiteY6616" fmla="*/ 490537 h 6382977"/>
              <a:gd name="connsiteX6617" fmla="*/ 4944931 w 6501199"/>
              <a:gd name="connsiteY6617" fmla="*/ 460375 h 6382977"/>
              <a:gd name="connsiteX6618" fmla="*/ 4909300 w 6501199"/>
              <a:gd name="connsiteY6618" fmla="*/ 469547 h 6382977"/>
              <a:gd name="connsiteX6619" fmla="*/ 4944931 w 6501199"/>
              <a:gd name="connsiteY6619" fmla="*/ 460375 h 6382977"/>
              <a:gd name="connsiteX6620" fmla="*/ 5663010 w 6501199"/>
              <a:gd name="connsiteY6620" fmla="*/ 458787 h 6382977"/>
              <a:gd name="connsiteX6621" fmla="*/ 5676416 w 6501199"/>
              <a:gd name="connsiteY6621" fmla="*/ 504507 h 6382977"/>
              <a:gd name="connsiteX6622" fmla="*/ 5647488 w 6501199"/>
              <a:gd name="connsiteY6622" fmla="*/ 476930 h 6382977"/>
              <a:gd name="connsiteX6623" fmla="*/ 5658424 w 6501199"/>
              <a:gd name="connsiteY6623" fmla="*/ 472575 h 6382977"/>
              <a:gd name="connsiteX6624" fmla="*/ 5663010 w 6501199"/>
              <a:gd name="connsiteY6624" fmla="*/ 458787 h 6382977"/>
              <a:gd name="connsiteX6625" fmla="*/ 5126578 w 6501199"/>
              <a:gd name="connsiteY6625" fmla="*/ 442912 h 6382977"/>
              <a:gd name="connsiteX6626" fmla="*/ 5142393 w 6501199"/>
              <a:gd name="connsiteY6626" fmla="*/ 445037 h 6382977"/>
              <a:gd name="connsiteX6627" fmla="*/ 5144550 w 6501199"/>
              <a:gd name="connsiteY6627" fmla="*/ 469834 h 6382977"/>
              <a:gd name="connsiteX6628" fmla="*/ 5128734 w 6501199"/>
              <a:gd name="connsiteY6628" fmla="*/ 476210 h 6382977"/>
              <a:gd name="connsiteX6629" fmla="*/ 5112919 w 6501199"/>
              <a:gd name="connsiteY6629" fmla="*/ 485421 h 6382977"/>
              <a:gd name="connsiteX6630" fmla="*/ 5090275 w 6501199"/>
              <a:gd name="connsiteY6630" fmla="*/ 471959 h 6382977"/>
              <a:gd name="connsiteX6631" fmla="*/ 5126578 w 6501199"/>
              <a:gd name="connsiteY6631" fmla="*/ 442912 h 6382977"/>
              <a:gd name="connsiteX6632" fmla="*/ 4949781 w 6501199"/>
              <a:gd name="connsiteY6632" fmla="*/ 415925 h 6382977"/>
              <a:gd name="connsiteX6633" fmla="*/ 4945128 w 6501199"/>
              <a:gd name="connsiteY6633" fmla="*/ 431447 h 6382977"/>
              <a:gd name="connsiteX6634" fmla="*/ 4949781 w 6501199"/>
              <a:gd name="connsiteY6634" fmla="*/ 415925 h 6382977"/>
              <a:gd name="connsiteX6635" fmla="*/ 5127012 w 6501199"/>
              <a:gd name="connsiteY6635" fmla="*/ 388937 h 6382977"/>
              <a:gd name="connsiteX6636" fmla="*/ 5131305 w 6501199"/>
              <a:gd name="connsiteY6636" fmla="*/ 414375 h 6382977"/>
              <a:gd name="connsiteX6637" fmla="*/ 5127012 w 6501199"/>
              <a:gd name="connsiteY6637" fmla="*/ 388937 h 6382977"/>
              <a:gd name="connsiteX6638" fmla="*/ 5651721 w 6501199"/>
              <a:gd name="connsiteY6638" fmla="*/ 344487 h 6382977"/>
              <a:gd name="connsiteX6639" fmla="*/ 5656307 w 6501199"/>
              <a:gd name="connsiteY6639" fmla="*/ 364769 h 6382977"/>
              <a:gd name="connsiteX6640" fmla="*/ 5651721 w 6501199"/>
              <a:gd name="connsiteY6640" fmla="*/ 344487 h 6382977"/>
              <a:gd name="connsiteX6641" fmla="*/ 4897825 w 6501199"/>
              <a:gd name="connsiteY6641" fmla="*/ 325437 h 6382977"/>
              <a:gd name="connsiteX6642" fmla="*/ 4893464 w 6501199"/>
              <a:gd name="connsiteY6642" fmla="*/ 348878 h 6382977"/>
              <a:gd name="connsiteX6643" fmla="*/ 4897825 w 6501199"/>
              <a:gd name="connsiteY6643" fmla="*/ 325437 h 6382977"/>
              <a:gd name="connsiteX6644" fmla="*/ 5705420 w 6501199"/>
              <a:gd name="connsiteY6644" fmla="*/ 287933 h 6382977"/>
              <a:gd name="connsiteX6645" fmla="*/ 5700769 w 6501199"/>
              <a:gd name="connsiteY6645" fmla="*/ 303940 h 6382977"/>
              <a:gd name="connsiteX6646" fmla="*/ 5712217 w 6501199"/>
              <a:gd name="connsiteY6646" fmla="*/ 310852 h 6382977"/>
              <a:gd name="connsiteX6647" fmla="*/ 5705420 w 6501199"/>
              <a:gd name="connsiteY6647" fmla="*/ 287933 h 6382977"/>
              <a:gd name="connsiteX6648" fmla="*/ 4972903 w 6501199"/>
              <a:gd name="connsiteY6648" fmla="*/ 284162 h 6382977"/>
              <a:gd name="connsiteX6649" fmla="*/ 4970800 w 6501199"/>
              <a:gd name="connsiteY6649" fmla="*/ 313966 h 6382977"/>
              <a:gd name="connsiteX6650" fmla="*/ 4972903 w 6501199"/>
              <a:gd name="connsiteY6650" fmla="*/ 284162 h 6382977"/>
              <a:gd name="connsiteX6651" fmla="*/ 5561763 w 6501199"/>
              <a:gd name="connsiteY6651" fmla="*/ 279400 h 6382977"/>
              <a:gd name="connsiteX6652" fmla="*/ 5573119 w 6501199"/>
              <a:gd name="connsiteY6652" fmla="*/ 306512 h 6382977"/>
              <a:gd name="connsiteX6653" fmla="*/ 5561763 w 6501199"/>
              <a:gd name="connsiteY6653" fmla="*/ 279400 h 6382977"/>
              <a:gd name="connsiteX6654" fmla="*/ 5562135 w 6501199"/>
              <a:gd name="connsiteY6654" fmla="*/ 228600 h 6382977"/>
              <a:gd name="connsiteX6655" fmla="*/ 5573262 w 6501199"/>
              <a:gd name="connsiteY6655" fmla="*/ 264754 h 6382977"/>
              <a:gd name="connsiteX6656" fmla="*/ 5557469 w 6501199"/>
              <a:gd name="connsiteY6656" fmla="*/ 264754 h 6382977"/>
              <a:gd name="connsiteX6657" fmla="*/ 5562135 w 6501199"/>
              <a:gd name="connsiteY6657" fmla="*/ 228600 h 6382977"/>
              <a:gd name="connsiteX6658" fmla="*/ 5634066 w 6501199"/>
              <a:gd name="connsiteY6658" fmla="*/ 226545 h 6382977"/>
              <a:gd name="connsiteX6659" fmla="*/ 5649488 w 6501199"/>
              <a:gd name="connsiteY6659" fmla="*/ 235852 h 6382977"/>
              <a:gd name="connsiteX6660" fmla="*/ 5654044 w 6501199"/>
              <a:gd name="connsiteY6660" fmla="*/ 258404 h 6382977"/>
              <a:gd name="connsiteX6661" fmla="*/ 5634066 w 6501199"/>
              <a:gd name="connsiteY6661" fmla="*/ 244801 h 6382977"/>
              <a:gd name="connsiteX6662" fmla="*/ 5634066 w 6501199"/>
              <a:gd name="connsiteY6662" fmla="*/ 226545 h 6382977"/>
              <a:gd name="connsiteX6663" fmla="*/ 4993301 w 6501199"/>
              <a:gd name="connsiteY6663" fmla="*/ 220662 h 6382977"/>
              <a:gd name="connsiteX6664" fmla="*/ 5000061 w 6501199"/>
              <a:gd name="connsiteY6664" fmla="*/ 250466 h 6382977"/>
              <a:gd name="connsiteX6665" fmla="*/ 4993301 w 6501199"/>
              <a:gd name="connsiteY6665" fmla="*/ 220662 h 6382977"/>
              <a:gd name="connsiteX6666" fmla="*/ 5682060 w 6501199"/>
              <a:gd name="connsiteY6666" fmla="*/ 215900 h 6382977"/>
              <a:gd name="connsiteX6667" fmla="*/ 5679591 w 6501199"/>
              <a:gd name="connsiteY6667" fmla="*/ 310792 h 6382977"/>
              <a:gd name="connsiteX6668" fmla="*/ 5682060 w 6501199"/>
              <a:gd name="connsiteY6668" fmla="*/ 215900 h 6382977"/>
              <a:gd name="connsiteX6669" fmla="*/ 4653581 w 6501199"/>
              <a:gd name="connsiteY6669" fmla="*/ 210719 h 6382977"/>
              <a:gd name="connsiteX6670" fmla="*/ 4685109 w 6501199"/>
              <a:gd name="connsiteY6670" fmla="*/ 215426 h 6382977"/>
              <a:gd name="connsiteX6671" fmla="*/ 4660312 w 6501199"/>
              <a:gd name="connsiteY6671" fmla="*/ 226650 h 6382977"/>
              <a:gd name="connsiteX6672" fmla="*/ 4653581 w 6501199"/>
              <a:gd name="connsiteY6672" fmla="*/ 210719 h 6382977"/>
              <a:gd name="connsiteX6673" fmla="*/ 6080169 w 6501199"/>
              <a:gd name="connsiteY6673" fmla="*/ 208429 h 6382977"/>
              <a:gd name="connsiteX6674" fmla="*/ 6077700 w 6501199"/>
              <a:gd name="connsiteY6674" fmla="*/ 253641 h 6382977"/>
              <a:gd name="connsiteX6675" fmla="*/ 6080169 w 6501199"/>
              <a:gd name="connsiteY6675" fmla="*/ 208429 h 6382977"/>
              <a:gd name="connsiteX6676" fmla="*/ 4995025 w 6501199"/>
              <a:gd name="connsiteY6676" fmla="*/ 207351 h 6382977"/>
              <a:gd name="connsiteX6677" fmla="*/ 5008947 w 6501199"/>
              <a:gd name="connsiteY6677" fmla="*/ 223470 h 6382977"/>
              <a:gd name="connsiteX6678" fmla="*/ 4995025 w 6501199"/>
              <a:gd name="connsiteY6678" fmla="*/ 207351 h 6382977"/>
              <a:gd name="connsiteX6679" fmla="*/ 4975318 w 6501199"/>
              <a:gd name="connsiteY6679" fmla="*/ 206090 h 6382977"/>
              <a:gd name="connsiteX6680" fmla="*/ 4981962 w 6501199"/>
              <a:gd name="connsiteY6680" fmla="*/ 222669 h 6382977"/>
              <a:gd name="connsiteX6681" fmla="*/ 4968152 w 6501199"/>
              <a:gd name="connsiteY6681" fmla="*/ 222669 h 6382977"/>
              <a:gd name="connsiteX6682" fmla="*/ 4979781 w 6501199"/>
              <a:gd name="connsiteY6682" fmla="*/ 256815 h 6382977"/>
              <a:gd name="connsiteX6683" fmla="*/ 4972877 w 6501199"/>
              <a:gd name="connsiteY6683" fmla="*/ 206854 h 6382977"/>
              <a:gd name="connsiteX6684" fmla="*/ 4975318 w 6501199"/>
              <a:gd name="connsiteY6684" fmla="*/ 206090 h 6382977"/>
              <a:gd name="connsiteX6685" fmla="*/ 4832750 w 6501199"/>
              <a:gd name="connsiteY6685" fmla="*/ 201612 h 6382977"/>
              <a:gd name="connsiteX6686" fmla="*/ 4808216 w 6501199"/>
              <a:gd name="connsiteY6686" fmla="*/ 215533 h 6382977"/>
              <a:gd name="connsiteX6687" fmla="*/ 4832750 w 6501199"/>
              <a:gd name="connsiteY6687" fmla="*/ 201612 h 6382977"/>
              <a:gd name="connsiteX6688" fmla="*/ 4991010 w 6501199"/>
              <a:gd name="connsiteY6688" fmla="*/ 186714 h 6382977"/>
              <a:gd name="connsiteX6689" fmla="*/ 5000348 w 6501199"/>
              <a:gd name="connsiteY6689" fmla="*/ 205031 h 6382977"/>
              <a:gd name="connsiteX6690" fmla="*/ 4991010 w 6501199"/>
              <a:gd name="connsiteY6690" fmla="*/ 186714 h 6382977"/>
              <a:gd name="connsiteX6691" fmla="*/ 5745879 w 6501199"/>
              <a:gd name="connsiteY6691" fmla="*/ 179387 h 6382977"/>
              <a:gd name="connsiteX6692" fmla="*/ 5752792 w 6501199"/>
              <a:gd name="connsiteY6692" fmla="*/ 207006 h 6382977"/>
              <a:gd name="connsiteX6693" fmla="*/ 5745879 w 6501199"/>
              <a:gd name="connsiteY6693" fmla="*/ 179387 h 6382977"/>
              <a:gd name="connsiteX6694" fmla="*/ 5623675 w 6501199"/>
              <a:gd name="connsiteY6694" fmla="*/ 163512 h 6382977"/>
              <a:gd name="connsiteX6695" fmla="*/ 5637597 w 6501199"/>
              <a:gd name="connsiteY6695" fmla="*/ 179034 h 6382977"/>
              <a:gd name="connsiteX6696" fmla="*/ 5623675 w 6501199"/>
              <a:gd name="connsiteY6696" fmla="*/ 163512 h 6382977"/>
              <a:gd name="connsiteX6697" fmla="*/ 4896247 w 6501199"/>
              <a:gd name="connsiteY6697" fmla="*/ 160747 h 6382977"/>
              <a:gd name="connsiteX6698" fmla="*/ 4858500 w 6501199"/>
              <a:gd name="connsiteY6698" fmla="*/ 167508 h 6382977"/>
              <a:gd name="connsiteX6699" fmla="*/ 4896247 w 6501199"/>
              <a:gd name="connsiteY6699" fmla="*/ 160747 h 6382977"/>
              <a:gd name="connsiteX6700" fmla="*/ 5596286 w 6501199"/>
              <a:gd name="connsiteY6700" fmla="*/ 157162 h 6382977"/>
              <a:gd name="connsiteX6701" fmla="*/ 5621725 w 6501199"/>
              <a:gd name="connsiteY6701" fmla="*/ 231418 h 6382977"/>
              <a:gd name="connsiteX6702" fmla="*/ 5596286 w 6501199"/>
              <a:gd name="connsiteY6702" fmla="*/ 157162 h 6382977"/>
              <a:gd name="connsiteX6703" fmla="*/ 4958786 w 6501199"/>
              <a:gd name="connsiteY6703" fmla="*/ 152400 h 6382977"/>
              <a:gd name="connsiteX6704" fmla="*/ 4965547 w 6501199"/>
              <a:gd name="connsiteY6704" fmla="*/ 172681 h 6382977"/>
              <a:gd name="connsiteX6705" fmla="*/ 4958786 w 6501199"/>
              <a:gd name="connsiteY6705" fmla="*/ 152400 h 6382977"/>
              <a:gd name="connsiteX6706" fmla="*/ 4710863 w 6501199"/>
              <a:gd name="connsiteY6706" fmla="*/ 125412 h 6382977"/>
              <a:gd name="connsiteX6707" fmla="*/ 4745424 w 6501199"/>
              <a:gd name="connsiteY6707" fmla="*/ 134571 h 6382977"/>
              <a:gd name="connsiteX6708" fmla="*/ 4710863 w 6501199"/>
              <a:gd name="connsiteY6708" fmla="*/ 125412 h 6382977"/>
              <a:gd name="connsiteX6709" fmla="*/ 5644313 w 6501199"/>
              <a:gd name="connsiteY6709" fmla="*/ 122237 h 6382977"/>
              <a:gd name="connsiteX6710" fmla="*/ 5662997 w 6501199"/>
              <a:gd name="connsiteY6710" fmla="*/ 131575 h 6382977"/>
              <a:gd name="connsiteX6711" fmla="*/ 5658234 w 6501199"/>
              <a:gd name="connsiteY6711" fmla="*/ 133816 h 6382977"/>
              <a:gd name="connsiteX6712" fmla="*/ 5658234 w 6501199"/>
              <a:gd name="connsiteY6712" fmla="*/ 140913 h 6382977"/>
              <a:gd name="connsiteX6713" fmla="*/ 5644313 w 6501199"/>
              <a:gd name="connsiteY6713" fmla="*/ 122237 h 6382977"/>
              <a:gd name="connsiteX6714" fmla="*/ 6085387 w 6501199"/>
              <a:gd name="connsiteY6714" fmla="*/ 106362 h 6382977"/>
              <a:gd name="connsiteX6715" fmla="*/ 6090275 w 6501199"/>
              <a:gd name="connsiteY6715" fmla="*/ 142517 h 6382977"/>
              <a:gd name="connsiteX6716" fmla="*/ 6085387 w 6501199"/>
              <a:gd name="connsiteY6716" fmla="*/ 106362 h 6382977"/>
              <a:gd name="connsiteX6717" fmla="*/ 4654928 w 6501199"/>
              <a:gd name="connsiteY6717" fmla="*/ 95250 h 6382977"/>
              <a:gd name="connsiteX6718" fmla="*/ 4647859 w 6501199"/>
              <a:gd name="connsiteY6718" fmla="*/ 129811 h 6382977"/>
              <a:gd name="connsiteX6719" fmla="*/ 4631488 w 6501199"/>
              <a:gd name="connsiteY6719" fmla="*/ 129811 h 6382977"/>
              <a:gd name="connsiteX6720" fmla="*/ 4633720 w 6501199"/>
              <a:gd name="connsiteY6720" fmla="*/ 99979 h 6382977"/>
              <a:gd name="connsiteX6721" fmla="*/ 4654928 w 6501199"/>
              <a:gd name="connsiteY6721" fmla="*/ 95250 h 6382977"/>
              <a:gd name="connsiteX6722" fmla="*/ 5537070 w 6501199"/>
              <a:gd name="connsiteY6722" fmla="*/ 42862 h 6382977"/>
              <a:gd name="connsiteX6723" fmla="*/ 5537070 w 6501199"/>
              <a:gd name="connsiteY6723" fmla="*/ 51624 h 6382977"/>
              <a:gd name="connsiteX6724" fmla="*/ 5548700 w 6501199"/>
              <a:gd name="connsiteY6724" fmla="*/ 58283 h 6382977"/>
              <a:gd name="connsiteX6725" fmla="*/ 5527985 w 6501199"/>
              <a:gd name="connsiteY6725" fmla="*/ 69499 h 6382977"/>
              <a:gd name="connsiteX6726" fmla="*/ 5537070 w 6501199"/>
              <a:gd name="connsiteY6726" fmla="*/ 42862 h 6382977"/>
              <a:gd name="connsiteX6727" fmla="*/ 5664004 w 6501199"/>
              <a:gd name="connsiteY6727" fmla="*/ 36512 h 6382977"/>
              <a:gd name="connsiteX6728" fmla="*/ 5666176 w 6501199"/>
              <a:gd name="connsiteY6728" fmla="*/ 59431 h 6382977"/>
              <a:gd name="connsiteX6729" fmla="*/ 5650245 w 6501199"/>
              <a:gd name="connsiteY6729" fmla="*/ 57248 h 6382977"/>
              <a:gd name="connsiteX6730" fmla="*/ 5650245 w 6501199"/>
              <a:gd name="connsiteY6730" fmla="*/ 71073 h 6382977"/>
              <a:gd name="connsiteX6731" fmla="*/ 5664004 w 6501199"/>
              <a:gd name="connsiteY6731" fmla="*/ 36512 h 6382977"/>
              <a:gd name="connsiteX6732" fmla="*/ 5589727 w 6501199"/>
              <a:gd name="connsiteY6732" fmla="*/ 33337 h 6382977"/>
              <a:gd name="connsiteX6733" fmla="*/ 5605847 w 6501199"/>
              <a:gd name="connsiteY6733" fmla="*/ 117117 h 6382977"/>
              <a:gd name="connsiteX6734" fmla="*/ 5589727 w 6501199"/>
              <a:gd name="connsiteY6734" fmla="*/ 33337 h 6382977"/>
              <a:gd name="connsiteX6735" fmla="*/ 5217443 w 6501199"/>
              <a:gd name="connsiteY6735" fmla="*/ 31750 h 6382977"/>
              <a:gd name="connsiteX6736" fmla="*/ 5231201 w 6501199"/>
              <a:gd name="connsiteY6736" fmla="*/ 38662 h 6382977"/>
              <a:gd name="connsiteX6737" fmla="*/ 5190288 w 6501199"/>
              <a:gd name="connsiteY6737" fmla="*/ 49940 h 6382977"/>
              <a:gd name="connsiteX6738" fmla="*/ 5208391 w 6501199"/>
              <a:gd name="connsiteY6738" fmla="*/ 47757 h 6382977"/>
              <a:gd name="connsiteX6739" fmla="*/ 5206219 w 6501199"/>
              <a:gd name="connsiteY6739" fmla="*/ 36479 h 6382977"/>
              <a:gd name="connsiteX6740" fmla="*/ 5217443 w 6501199"/>
              <a:gd name="connsiteY6740" fmla="*/ 31750 h 6382977"/>
              <a:gd name="connsiteX6741" fmla="*/ 5677271 w 6501199"/>
              <a:gd name="connsiteY6741" fmla="*/ 0 h 6382977"/>
              <a:gd name="connsiteX6742" fmla="*/ 5699662 w 6501199"/>
              <a:gd name="connsiteY6742" fmla="*/ 90129 h 6382977"/>
              <a:gd name="connsiteX6743" fmla="*/ 5677271 w 6501199"/>
              <a:gd name="connsiteY6743" fmla="*/ 0 h 6382977"/>
              <a:gd name="connsiteX6744" fmla="*/ 5158538 w 6501199"/>
              <a:gd name="connsiteY6744" fmla="*/ 0 h 6382977"/>
              <a:gd name="connsiteX6745" fmla="*/ 5163094 w 6501199"/>
              <a:gd name="connsiteY6745" fmla="*/ 4281 h 6382977"/>
              <a:gd name="connsiteX6746" fmla="*/ 5185175 w 6501199"/>
              <a:gd name="connsiteY6746" fmla="*/ 31393 h 6382977"/>
              <a:gd name="connsiteX6747" fmla="*/ 5158538 w 6501199"/>
              <a:gd name="connsiteY6747" fmla="*/ 0 h 6382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 ang="0">
                <a:pos x="connsiteX2796" y="connsiteY2796"/>
              </a:cxn>
              <a:cxn ang="0">
                <a:pos x="connsiteX2797" y="connsiteY2797"/>
              </a:cxn>
              <a:cxn ang="0">
                <a:pos x="connsiteX2798" y="connsiteY2798"/>
              </a:cxn>
              <a:cxn ang="0">
                <a:pos x="connsiteX2799" y="connsiteY2799"/>
              </a:cxn>
              <a:cxn ang="0">
                <a:pos x="connsiteX2800" y="connsiteY2800"/>
              </a:cxn>
              <a:cxn ang="0">
                <a:pos x="connsiteX2801" y="connsiteY2801"/>
              </a:cxn>
              <a:cxn ang="0">
                <a:pos x="connsiteX2802" y="connsiteY2802"/>
              </a:cxn>
              <a:cxn ang="0">
                <a:pos x="connsiteX2803" y="connsiteY2803"/>
              </a:cxn>
              <a:cxn ang="0">
                <a:pos x="connsiteX2804" y="connsiteY2804"/>
              </a:cxn>
              <a:cxn ang="0">
                <a:pos x="connsiteX2805" y="connsiteY2805"/>
              </a:cxn>
              <a:cxn ang="0">
                <a:pos x="connsiteX2806" y="connsiteY2806"/>
              </a:cxn>
              <a:cxn ang="0">
                <a:pos x="connsiteX2807" y="connsiteY2807"/>
              </a:cxn>
              <a:cxn ang="0">
                <a:pos x="connsiteX2808" y="connsiteY2808"/>
              </a:cxn>
              <a:cxn ang="0">
                <a:pos x="connsiteX2809" y="connsiteY2809"/>
              </a:cxn>
              <a:cxn ang="0">
                <a:pos x="connsiteX2810" y="connsiteY2810"/>
              </a:cxn>
              <a:cxn ang="0">
                <a:pos x="connsiteX2811" y="connsiteY2811"/>
              </a:cxn>
              <a:cxn ang="0">
                <a:pos x="connsiteX2812" y="connsiteY2812"/>
              </a:cxn>
              <a:cxn ang="0">
                <a:pos x="connsiteX2813" y="connsiteY2813"/>
              </a:cxn>
              <a:cxn ang="0">
                <a:pos x="connsiteX2814" y="connsiteY2814"/>
              </a:cxn>
              <a:cxn ang="0">
                <a:pos x="connsiteX2815" y="connsiteY2815"/>
              </a:cxn>
              <a:cxn ang="0">
                <a:pos x="connsiteX2816" y="connsiteY2816"/>
              </a:cxn>
              <a:cxn ang="0">
                <a:pos x="connsiteX2817" y="connsiteY2817"/>
              </a:cxn>
              <a:cxn ang="0">
                <a:pos x="connsiteX2818" y="connsiteY2818"/>
              </a:cxn>
              <a:cxn ang="0">
                <a:pos x="connsiteX2819" y="connsiteY2819"/>
              </a:cxn>
              <a:cxn ang="0">
                <a:pos x="connsiteX2820" y="connsiteY2820"/>
              </a:cxn>
              <a:cxn ang="0">
                <a:pos x="connsiteX2821" y="connsiteY2821"/>
              </a:cxn>
              <a:cxn ang="0">
                <a:pos x="connsiteX2822" y="connsiteY2822"/>
              </a:cxn>
              <a:cxn ang="0">
                <a:pos x="connsiteX2823" y="connsiteY2823"/>
              </a:cxn>
              <a:cxn ang="0">
                <a:pos x="connsiteX2824" y="connsiteY2824"/>
              </a:cxn>
              <a:cxn ang="0">
                <a:pos x="connsiteX2825" y="connsiteY2825"/>
              </a:cxn>
              <a:cxn ang="0">
                <a:pos x="connsiteX2826" y="connsiteY2826"/>
              </a:cxn>
              <a:cxn ang="0">
                <a:pos x="connsiteX2827" y="connsiteY2827"/>
              </a:cxn>
              <a:cxn ang="0">
                <a:pos x="connsiteX2828" y="connsiteY2828"/>
              </a:cxn>
              <a:cxn ang="0">
                <a:pos x="connsiteX2829" y="connsiteY2829"/>
              </a:cxn>
              <a:cxn ang="0">
                <a:pos x="connsiteX2830" y="connsiteY2830"/>
              </a:cxn>
              <a:cxn ang="0">
                <a:pos x="connsiteX2831" y="connsiteY2831"/>
              </a:cxn>
              <a:cxn ang="0">
                <a:pos x="connsiteX2832" y="connsiteY2832"/>
              </a:cxn>
              <a:cxn ang="0">
                <a:pos x="connsiteX2833" y="connsiteY2833"/>
              </a:cxn>
              <a:cxn ang="0">
                <a:pos x="connsiteX2834" y="connsiteY2834"/>
              </a:cxn>
              <a:cxn ang="0">
                <a:pos x="connsiteX2835" y="connsiteY2835"/>
              </a:cxn>
              <a:cxn ang="0">
                <a:pos x="connsiteX2836" y="connsiteY2836"/>
              </a:cxn>
              <a:cxn ang="0">
                <a:pos x="connsiteX2837" y="connsiteY2837"/>
              </a:cxn>
              <a:cxn ang="0">
                <a:pos x="connsiteX2838" y="connsiteY2838"/>
              </a:cxn>
              <a:cxn ang="0">
                <a:pos x="connsiteX2839" y="connsiteY2839"/>
              </a:cxn>
              <a:cxn ang="0">
                <a:pos x="connsiteX2840" y="connsiteY2840"/>
              </a:cxn>
              <a:cxn ang="0">
                <a:pos x="connsiteX2841" y="connsiteY2841"/>
              </a:cxn>
              <a:cxn ang="0">
                <a:pos x="connsiteX2842" y="connsiteY2842"/>
              </a:cxn>
              <a:cxn ang="0">
                <a:pos x="connsiteX2843" y="connsiteY2843"/>
              </a:cxn>
              <a:cxn ang="0">
                <a:pos x="connsiteX2844" y="connsiteY2844"/>
              </a:cxn>
              <a:cxn ang="0">
                <a:pos x="connsiteX2845" y="connsiteY2845"/>
              </a:cxn>
              <a:cxn ang="0">
                <a:pos x="connsiteX2846" y="connsiteY2846"/>
              </a:cxn>
              <a:cxn ang="0">
                <a:pos x="connsiteX2847" y="connsiteY2847"/>
              </a:cxn>
              <a:cxn ang="0">
                <a:pos x="connsiteX2848" y="connsiteY2848"/>
              </a:cxn>
              <a:cxn ang="0">
                <a:pos x="connsiteX2849" y="connsiteY2849"/>
              </a:cxn>
              <a:cxn ang="0">
                <a:pos x="connsiteX2850" y="connsiteY2850"/>
              </a:cxn>
              <a:cxn ang="0">
                <a:pos x="connsiteX2851" y="connsiteY2851"/>
              </a:cxn>
              <a:cxn ang="0">
                <a:pos x="connsiteX2852" y="connsiteY2852"/>
              </a:cxn>
              <a:cxn ang="0">
                <a:pos x="connsiteX2853" y="connsiteY2853"/>
              </a:cxn>
              <a:cxn ang="0">
                <a:pos x="connsiteX2854" y="connsiteY2854"/>
              </a:cxn>
              <a:cxn ang="0">
                <a:pos x="connsiteX2855" y="connsiteY2855"/>
              </a:cxn>
              <a:cxn ang="0">
                <a:pos x="connsiteX2856" y="connsiteY2856"/>
              </a:cxn>
              <a:cxn ang="0">
                <a:pos x="connsiteX2857" y="connsiteY2857"/>
              </a:cxn>
              <a:cxn ang="0">
                <a:pos x="connsiteX2858" y="connsiteY2858"/>
              </a:cxn>
              <a:cxn ang="0">
                <a:pos x="connsiteX2859" y="connsiteY2859"/>
              </a:cxn>
              <a:cxn ang="0">
                <a:pos x="connsiteX2860" y="connsiteY2860"/>
              </a:cxn>
              <a:cxn ang="0">
                <a:pos x="connsiteX2861" y="connsiteY2861"/>
              </a:cxn>
              <a:cxn ang="0">
                <a:pos x="connsiteX2862" y="connsiteY2862"/>
              </a:cxn>
              <a:cxn ang="0">
                <a:pos x="connsiteX2863" y="connsiteY2863"/>
              </a:cxn>
              <a:cxn ang="0">
                <a:pos x="connsiteX2864" y="connsiteY2864"/>
              </a:cxn>
              <a:cxn ang="0">
                <a:pos x="connsiteX2865" y="connsiteY2865"/>
              </a:cxn>
              <a:cxn ang="0">
                <a:pos x="connsiteX2866" y="connsiteY2866"/>
              </a:cxn>
              <a:cxn ang="0">
                <a:pos x="connsiteX2867" y="connsiteY2867"/>
              </a:cxn>
              <a:cxn ang="0">
                <a:pos x="connsiteX2868" y="connsiteY2868"/>
              </a:cxn>
              <a:cxn ang="0">
                <a:pos x="connsiteX2869" y="connsiteY2869"/>
              </a:cxn>
              <a:cxn ang="0">
                <a:pos x="connsiteX2870" y="connsiteY2870"/>
              </a:cxn>
              <a:cxn ang="0">
                <a:pos x="connsiteX2871" y="connsiteY2871"/>
              </a:cxn>
              <a:cxn ang="0">
                <a:pos x="connsiteX2872" y="connsiteY2872"/>
              </a:cxn>
              <a:cxn ang="0">
                <a:pos x="connsiteX2873" y="connsiteY2873"/>
              </a:cxn>
              <a:cxn ang="0">
                <a:pos x="connsiteX2874" y="connsiteY2874"/>
              </a:cxn>
              <a:cxn ang="0">
                <a:pos x="connsiteX2875" y="connsiteY2875"/>
              </a:cxn>
              <a:cxn ang="0">
                <a:pos x="connsiteX2876" y="connsiteY2876"/>
              </a:cxn>
              <a:cxn ang="0">
                <a:pos x="connsiteX2877" y="connsiteY2877"/>
              </a:cxn>
              <a:cxn ang="0">
                <a:pos x="connsiteX2878" y="connsiteY2878"/>
              </a:cxn>
              <a:cxn ang="0">
                <a:pos x="connsiteX2879" y="connsiteY2879"/>
              </a:cxn>
              <a:cxn ang="0">
                <a:pos x="connsiteX2880" y="connsiteY2880"/>
              </a:cxn>
              <a:cxn ang="0">
                <a:pos x="connsiteX2881" y="connsiteY2881"/>
              </a:cxn>
              <a:cxn ang="0">
                <a:pos x="connsiteX2882" y="connsiteY2882"/>
              </a:cxn>
              <a:cxn ang="0">
                <a:pos x="connsiteX2883" y="connsiteY2883"/>
              </a:cxn>
              <a:cxn ang="0">
                <a:pos x="connsiteX2884" y="connsiteY2884"/>
              </a:cxn>
              <a:cxn ang="0">
                <a:pos x="connsiteX2885" y="connsiteY2885"/>
              </a:cxn>
              <a:cxn ang="0">
                <a:pos x="connsiteX2886" y="connsiteY2886"/>
              </a:cxn>
              <a:cxn ang="0">
                <a:pos x="connsiteX2887" y="connsiteY2887"/>
              </a:cxn>
              <a:cxn ang="0">
                <a:pos x="connsiteX2888" y="connsiteY2888"/>
              </a:cxn>
              <a:cxn ang="0">
                <a:pos x="connsiteX2889" y="connsiteY2889"/>
              </a:cxn>
              <a:cxn ang="0">
                <a:pos x="connsiteX2890" y="connsiteY2890"/>
              </a:cxn>
              <a:cxn ang="0">
                <a:pos x="connsiteX2891" y="connsiteY2891"/>
              </a:cxn>
              <a:cxn ang="0">
                <a:pos x="connsiteX2892" y="connsiteY2892"/>
              </a:cxn>
              <a:cxn ang="0">
                <a:pos x="connsiteX2893" y="connsiteY2893"/>
              </a:cxn>
              <a:cxn ang="0">
                <a:pos x="connsiteX2894" y="connsiteY2894"/>
              </a:cxn>
              <a:cxn ang="0">
                <a:pos x="connsiteX2895" y="connsiteY2895"/>
              </a:cxn>
              <a:cxn ang="0">
                <a:pos x="connsiteX2896" y="connsiteY2896"/>
              </a:cxn>
              <a:cxn ang="0">
                <a:pos x="connsiteX2897" y="connsiteY2897"/>
              </a:cxn>
              <a:cxn ang="0">
                <a:pos x="connsiteX2898" y="connsiteY2898"/>
              </a:cxn>
              <a:cxn ang="0">
                <a:pos x="connsiteX2899" y="connsiteY2899"/>
              </a:cxn>
              <a:cxn ang="0">
                <a:pos x="connsiteX2900" y="connsiteY2900"/>
              </a:cxn>
              <a:cxn ang="0">
                <a:pos x="connsiteX2901" y="connsiteY2901"/>
              </a:cxn>
              <a:cxn ang="0">
                <a:pos x="connsiteX2902" y="connsiteY2902"/>
              </a:cxn>
              <a:cxn ang="0">
                <a:pos x="connsiteX2903" y="connsiteY2903"/>
              </a:cxn>
              <a:cxn ang="0">
                <a:pos x="connsiteX2904" y="connsiteY2904"/>
              </a:cxn>
              <a:cxn ang="0">
                <a:pos x="connsiteX2905" y="connsiteY2905"/>
              </a:cxn>
              <a:cxn ang="0">
                <a:pos x="connsiteX2906" y="connsiteY2906"/>
              </a:cxn>
              <a:cxn ang="0">
                <a:pos x="connsiteX2907" y="connsiteY2907"/>
              </a:cxn>
              <a:cxn ang="0">
                <a:pos x="connsiteX2908" y="connsiteY2908"/>
              </a:cxn>
              <a:cxn ang="0">
                <a:pos x="connsiteX2909" y="connsiteY2909"/>
              </a:cxn>
              <a:cxn ang="0">
                <a:pos x="connsiteX2910" y="connsiteY2910"/>
              </a:cxn>
              <a:cxn ang="0">
                <a:pos x="connsiteX2911" y="connsiteY2911"/>
              </a:cxn>
              <a:cxn ang="0">
                <a:pos x="connsiteX2912" y="connsiteY2912"/>
              </a:cxn>
              <a:cxn ang="0">
                <a:pos x="connsiteX2913" y="connsiteY2913"/>
              </a:cxn>
              <a:cxn ang="0">
                <a:pos x="connsiteX2914" y="connsiteY2914"/>
              </a:cxn>
              <a:cxn ang="0">
                <a:pos x="connsiteX2915" y="connsiteY2915"/>
              </a:cxn>
              <a:cxn ang="0">
                <a:pos x="connsiteX2916" y="connsiteY2916"/>
              </a:cxn>
              <a:cxn ang="0">
                <a:pos x="connsiteX2917" y="connsiteY2917"/>
              </a:cxn>
              <a:cxn ang="0">
                <a:pos x="connsiteX2918" y="connsiteY2918"/>
              </a:cxn>
              <a:cxn ang="0">
                <a:pos x="connsiteX2919" y="connsiteY2919"/>
              </a:cxn>
              <a:cxn ang="0">
                <a:pos x="connsiteX2920" y="connsiteY2920"/>
              </a:cxn>
              <a:cxn ang="0">
                <a:pos x="connsiteX2921" y="connsiteY2921"/>
              </a:cxn>
              <a:cxn ang="0">
                <a:pos x="connsiteX2922" y="connsiteY2922"/>
              </a:cxn>
              <a:cxn ang="0">
                <a:pos x="connsiteX2923" y="connsiteY2923"/>
              </a:cxn>
              <a:cxn ang="0">
                <a:pos x="connsiteX2924" y="connsiteY2924"/>
              </a:cxn>
              <a:cxn ang="0">
                <a:pos x="connsiteX2925" y="connsiteY2925"/>
              </a:cxn>
              <a:cxn ang="0">
                <a:pos x="connsiteX2926" y="connsiteY2926"/>
              </a:cxn>
              <a:cxn ang="0">
                <a:pos x="connsiteX2927" y="connsiteY2927"/>
              </a:cxn>
              <a:cxn ang="0">
                <a:pos x="connsiteX2928" y="connsiteY2928"/>
              </a:cxn>
              <a:cxn ang="0">
                <a:pos x="connsiteX2929" y="connsiteY2929"/>
              </a:cxn>
              <a:cxn ang="0">
                <a:pos x="connsiteX2930" y="connsiteY2930"/>
              </a:cxn>
              <a:cxn ang="0">
                <a:pos x="connsiteX2931" y="connsiteY2931"/>
              </a:cxn>
              <a:cxn ang="0">
                <a:pos x="connsiteX2932" y="connsiteY2932"/>
              </a:cxn>
              <a:cxn ang="0">
                <a:pos x="connsiteX2933" y="connsiteY2933"/>
              </a:cxn>
              <a:cxn ang="0">
                <a:pos x="connsiteX2934" y="connsiteY2934"/>
              </a:cxn>
              <a:cxn ang="0">
                <a:pos x="connsiteX2935" y="connsiteY2935"/>
              </a:cxn>
              <a:cxn ang="0">
                <a:pos x="connsiteX2936" y="connsiteY2936"/>
              </a:cxn>
              <a:cxn ang="0">
                <a:pos x="connsiteX2937" y="connsiteY2937"/>
              </a:cxn>
              <a:cxn ang="0">
                <a:pos x="connsiteX2938" y="connsiteY2938"/>
              </a:cxn>
              <a:cxn ang="0">
                <a:pos x="connsiteX2939" y="connsiteY2939"/>
              </a:cxn>
              <a:cxn ang="0">
                <a:pos x="connsiteX2940" y="connsiteY2940"/>
              </a:cxn>
              <a:cxn ang="0">
                <a:pos x="connsiteX2941" y="connsiteY2941"/>
              </a:cxn>
              <a:cxn ang="0">
                <a:pos x="connsiteX2942" y="connsiteY2942"/>
              </a:cxn>
              <a:cxn ang="0">
                <a:pos x="connsiteX2943" y="connsiteY2943"/>
              </a:cxn>
              <a:cxn ang="0">
                <a:pos x="connsiteX2944" y="connsiteY2944"/>
              </a:cxn>
              <a:cxn ang="0">
                <a:pos x="connsiteX2945" y="connsiteY2945"/>
              </a:cxn>
              <a:cxn ang="0">
                <a:pos x="connsiteX2946" y="connsiteY2946"/>
              </a:cxn>
              <a:cxn ang="0">
                <a:pos x="connsiteX2947" y="connsiteY2947"/>
              </a:cxn>
              <a:cxn ang="0">
                <a:pos x="connsiteX2948" y="connsiteY2948"/>
              </a:cxn>
              <a:cxn ang="0">
                <a:pos x="connsiteX2949" y="connsiteY2949"/>
              </a:cxn>
              <a:cxn ang="0">
                <a:pos x="connsiteX2950" y="connsiteY2950"/>
              </a:cxn>
              <a:cxn ang="0">
                <a:pos x="connsiteX2951" y="connsiteY2951"/>
              </a:cxn>
              <a:cxn ang="0">
                <a:pos x="connsiteX2952" y="connsiteY2952"/>
              </a:cxn>
              <a:cxn ang="0">
                <a:pos x="connsiteX2953" y="connsiteY2953"/>
              </a:cxn>
              <a:cxn ang="0">
                <a:pos x="connsiteX2954" y="connsiteY2954"/>
              </a:cxn>
              <a:cxn ang="0">
                <a:pos x="connsiteX2955" y="connsiteY2955"/>
              </a:cxn>
              <a:cxn ang="0">
                <a:pos x="connsiteX2956" y="connsiteY2956"/>
              </a:cxn>
              <a:cxn ang="0">
                <a:pos x="connsiteX2957" y="connsiteY2957"/>
              </a:cxn>
              <a:cxn ang="0">
                <a:pos x="connsiteX2958" y="connsiteY2958"/>
              </a:cxn>
              <a:cxn ang="0">
                <a:pos x="connsiteX2959" y="connsiteY2959"/>
              </a:cxn>
              <a:cxn ang="0">
                <a:pos x="connsiteX2960" y="connsiteY2960"/>
              </a:cxn>
              <a:cxn ang="0">
                <a:pos x="connsiteX2961" y="connsiteY2961"/>
              </a:cxn>
              <a:cxn ang="0">
                <a:pos x="connsiteX2962" y="connsiteY2962"/>
              </a:cxn>
              <a:cxn ang="0">
                <a:pos x="connsiteX2963" y="connsiteY2963"/>
              </a:cxn>
              <a:cxn ang="0">
                <a:pos x="connsiteX2964" y="connsiteY2964"/>
              </a:cxn>
              <a:cxn ang="0">
                <a:pos x="connsiteX2965" y="connsiteY2965"/>
              </a:cxn>
              <a:cxn ang="0">
                <a:pos x="connsiteX2966" y="connsiteY2966"/>
              </a:cxn>
              <a:cxn ang="0">
                <a:pos x="connsiteX2967" y="connsiteY2967"/>
              </a:cxn>
              <a:cxn ang="0">
                <a:pos x="connsiteX2968" y="connsiteY2968"/>
              </a:cxn>
              <a:cxn ang="0">
                <a:pos x="connsiteX2969" y="connsiteY2969"/>
              </a:cxn>
              <a:cxn ang="0">
                <a:pos x="connsiteX2970" y="connsiteY2970"/>
              </a:cxn>
              <a:cxn ang="0">
                <a:pos x="connsiteX2971" y="connsiteY2971"/>
              </a:cxn>
              <a:cxn ang="0">
                <a:pos x="connsiteX2972" y="connsiteY2972"/>
              </a:cxn>
              <a:cxn ang="0">
                <a:pos x="connsiteX2973" y="connsiteY2973"/>
              </a:cxn>
              <a:cxn ang="0">
                <a:pos x="connsiteX2974" y="connsiteY2974"/>
              </a:cxn>
              <a:cxn ang="0">
                <a:pos x="connsiteX2975" y="connsiteY2975"/>
              </a:cxn>
              <a:cxn ang="0">
                <a:pos x="connsiteX2976" y="connsiteY2976"/>
              </a:cxn>
              <a:cxn ang="0">
                <a:pos x="connsiteX2977" y="connsiteY2977"/>
              </a:cxn>
              <a:cxn ang="0">
                <a:pos x="connsiteX2978" y="connsiteY2978"/>
              </a:cxn>
              <a:cxn ang="0">
                <a:pos x="connsiteX2979" y="connsiteY2979"/>
              </a:cxn>
              <a:cxn ang="0">
                <a:pos x="connsiteX2980" y="connsiteY2980"/>
              </a:cxn>
              <a:cxn ang="0">
                <a:pos x="connsiteX2981" y="connsiteY2981"/>
              </a:cxn>
              <a:cxn ang="0">
                <a:pos x="connsiteX2982" y="connsiteY2982"/>
              </a:cxn>
              <a:cxn ang="0">
                <a:pos x="connsiteX2983" y="connsiteY2983"/>
              </a:cxn>
              <a:cxn ang="0">
                <a:pos x="connsiteX2984" y="connsiteY2984"/>
              </a:cxn>
              <a:cxn ang="0">
                <a:pos x="connsiteX2985" y="connsiteY2985"/>
              </a:cxn>
              <a:cxn ang="0">
                <a:pos x="connsiteX2986" y="connsiteY2986"/>
              </a:cxn>
              <a:cxn ang="0">
                <a:pos x="connsiteX2987" y="connsiteY2987"/>
              </a:cxn>
              <a:cxn ang="0">
                <a:pos x="connsiteX2988" y="connsiteY2988"/>
              </a:cxn>
              <a:cxn ang="0">
                <a:pos x="connsiteX2989" y="connsiteY2989"/>
              </a:cxn>
              <a:cxn ang="0">
                <a:pos x="connsiteX2990" y="connsiteY2990"/>
              </a:cxn>
              <a:cxn ang="0">
                <a:pos x="connsiteX2991" y="connsiteY2991"/>
              </a:cxn>
              <a:cxn ang="0">
                <a:pos x="connsiteX2992" y="connsiteY2992"/>
              </a:cxn>
              <a:cxn ang="0">
                <a:pos x="connsiteX2993" y="connsiteY2993"/>
              </a:cxn>
              <a:cxn ang="0">
                <a:pos x="connsiteX2994" y="connsiteY2994"/>
              </a:cxn>
              <a:cxn ang="0">
                <a:pos x="connsiteX2995" y="connsiteY2995"/>
              </a:cxn>
              <a:cxn ang="0">
                <a:pos x="connsiteX2996" y="connsiteY2996"/>
              </a:cxn>
              <a:cxn ang="0">
                <a:pos x="connsiteX2997" y="connsiteY2997"/>
              </a:cxn>
              <a:cxn ang="0">
                <a:pos x="connsiteX2998" y="connsiteY2998"/>
              </a:cxn>
              <a:cxn ang="0">
                <a:pos x="connsiteX2999" y="connsiteY2999"/>
              </a:cxn>
              <a:cxn ang="0">
                <a:pos x="connsiteX3000" y="connsiteY3000"/>
              </a:cxn>
              <a:cxn ang="0">
                <a:pos x="connsiteX3001" y="connsiteY3001"/>
              </a:cxn>
              <a:cxn ang="0">
                <a:pos x="connsiteX3002" y="connsiteY3002"/>
              </a:cxn>
              <a:cxn ang="0">
                <a:pos x="connsiteX3003" y="connsiteY3003"/>
              </a:cxn>
              <a:cxn ang="0">
                <a:pos x="connsiteX3004" y="connsiteY3004"/>
              </a:cxn>
              <a:cxn ang="0">
                <a:pos x="connsiteX3005" y="connsiteY3005"/>
              </a:cxn>
              <a:cxn ang="0">
                <a:pos x="connsiteX3006" y="connsiteY3006"/>
              </a:cxn>
              <a:cxn ang="0">
                <a:pos x="connsiteX3007" y="connsiteY3007"/>
              </a:cxn>
              <a:cxn ang="0">
                <a:pos x="connsiteX3008" y="connsiteY3008"/>
              </a:cxn>
              <a:cxn ang="0">
                <a:pos x="connsiteX3009" y="connsiteY3009"/>
              </a:cxn>
              <a:cxn ang="0">
                <a:pos x="connsiteX3010" y="connsiteY3010"/>
              </a:cxn>
              <a:cxn ang="0">
                <a:pos x="connsiteX3011" y="connsiteY3011"/>
              </a:cxn>
              <a:cxn ang="0">
                <a:pos x="connsiteX3012" y="connsiteY3012"/>
              </a:cxn>
              <a:cxn ang="0">
                <a:pos x="connsiteX3013" y="connsiteY3013"/>
              </a:cxn>
              <a:cxn ang="0">
                <a:pos x="connsiteX3014" y="connsiteY3014"/>
              </a:cxn>
              <a:cxn ang="0">
                <a:pos x="connsiteX3015" y="connsiteY3015"/>
              </a:cxn>
              <a:cxn ang="0">
                <a:pos x="connsiteX3016" y="connsiteY3016"/>
              </a:cxn>
              <a:cxn ang="0">
                <a:pos x="connsiteX3017" y="connsiteY3017"/>
              </a:cxn>
              <a:cxn ang="0">
                <a:pos x="connsiteX3018" y="connsiteY3018"/>
              </a:cxn>
              <a:cxn ang="0">
                <a:pos x="connsiteX3019" y="connsiteY3019"/>
              </a:cxn>
              <a:cxn ang="0">
                <a:pos x="connsiteX3020" y="connsiteY3020"/>
              </a:cxn>
              <a:cxn ang="0">
                <a:pos x="connsiteX3021" y="connsiteY3021"/>
              </a:cxn>
              <a:cxn ang="0">
                <a:pos x="connsiteX3022" y="connsiteY3022"/>
              </a:cxn>
              <a:cxn ang="0">
                <a:pos x="connsiteX3023" y="connsiteY3023"/>
              </a:cxn>
              <a:cxn ang="0">
                <a:pos x="connsiteX3024" y="connsiteY3024"/>
              </a:cxn>
              <a:cxn ang="0">
                <a:pos x="connsiteX3025" y="connsiteY3025"/>
              </a:cxn>
              <a:cxn ang="0">
                <a:pos x="connsiteX3026" y="connsiteY3026"/>
              </a:cxn>
              <a:cxn ang="0">
                <a:pos x="connsiteX3027" y="connsiteY3027"/>
              </a:cxn>
              <a:cxn ang="0">
                <a:pos x="connsiteX3028" y="connsiteY3028"/>
              </a:cxn>
              <a:cxn ang="0">
                <a:pos x="connsiteX3029" y="connsiteY3029"/>
              </a:cxn>
              <a:cxn ang="0">
                <a:pos x="connsiteX3030" y="connsiteY3030"/>
              </a:cxn>
              <a:cxn ang="0">
                <a:pos x="connsiteX3031" y="connsiteY3031"/>
              </a:cxn>
              <a:cxn ang="0">
                <a:pos x="connsiteX3032" y="connsiteY3032"/>
              </a:cxn>
              <a:cxn ang="0">
                <a:pos x="connsiteX3033" y="connsiteY3033"/>
              </a:cxn>
              <a:cxn ang="0">
                <a:pos x="connsiteX3034" y="connsiteY3034"/>
              </a:cxn>
              <a:cxn ang="0">
                <a:pos x="connsiteX3035" y="connsiteY3035"/>
              </a:cxn>
              <a:cxn ang="0">
                <a:pos x="connsiteX3036" y="connsiteY3036"/>
              </a:cxn>
              <a:cxn ang="0">
                <a:pos x="connsiteX3037" y="connsiteY3037"/>
              </a:cxn>
              <a:cxn ang="0">
                <a:pos x="connsiteX3038" y="connsiteY3038"/>
              </a:cxn>
              <a:cxn ang="0">
                <a:pos x="connsiteX3039" y="connsiteY3039"/>
              </a:cxn>
              <a:cxn ang="0">
                <a:pos x="connsiteX3040" y="connsiteY3040"/>
              </a:cxn>
              <a:cxn ang="0">
                <a:pos x="connsiteX3041" y="connsiteY3041"/>
              </a:cxn>
              <a:cxn ang="0">
                <a:pos x="connsiteX3042" y="connsiteY3042"/>
              </a:cxn>
              <a:cxn ang="0">
                <a:pos x="connsiteX3043" y="connsiteY3043"/>
              </a:cxn>
              <a:cxn ang="0">
                <a:pos x="connsiteX3044" y="connsiteY3044"/>
              </a:cxn>
              <a:cxn ang="0">
                <a:pos x="connsiteX3045" y="connsiteY3045"/>
              </a:cxn>
              <a:cxn ang="0">
                <a:pos x="connsiteX3046" y="connsiteY3046"/>
              </a:cxn>
              <a:cxn ang="0">
                <a:pos x="connsiteX3047" y="connsiteY3047"/>
              </a:cxn>
              <a:cxn ang="0">
                <a:pos x="connsiteX3048" y="connsiteY3048"/>
              </a:cxn>
              <a:cxn ang="0">
                <a:pos x="connsiteX3049" y="connsiteY3049"/>
              </a:cxn>
              <a:cxn ang="0">
                <a:pos x="connsiteX3050" y="connsiteY3050"/>
              </a:cxn>
              <a:cxn ang="0">
                <a:pos x="connsiteX3051" y="connsiteY3051"/>
              </a:cxn>
              <a:cxn ang="0">
                <a:pos x="connsiteX3052" y="connsiteY3052"/>
              </a:cxn>
              <a:cxn ang="0">
                <a:pos x="connsiteX3053" y="connsiteY3053"/>
              </a:cxn>
              <a:cxn ang="0">
                <a:pos x="connsiteX3054" y="connsiteY3054"/>
              </a:cxn>
              <a:cxn ang="0">
                <a:pos x="connsiteX3055" y="connsiteY3055"/>
              </a:cxn>
              <a:cxn ang="0">
                <a:pos x="connsiteX3056" y="connsiteY3056"/>
              </a:cxn>
              <a:cxn ang="0">
                <a:pos x="connsiteX3057" y="connsiteY3057"/>
              </a:cxn>
              <a:cxn ang="0">
                <a:pos x="connsiteX3058" y="connsiteY3058"/>
              </a:cxn>
              <a:cxn ang="0">
                <a:pos x="connsiteX3059" y="connsiteY3059"/>
              </a:cxn>
              <a:cxn ang="0">
                <a:pos x="connsiteX3060" y="connsiteY3060"/>
              </a:cxn>
              <a:cxn ang="0">
                <a:pos x="connsiteX3061" y="connsiteY3061"/>
              </a:cxn>
              <a:cxn ang="0">
                <a:pos x="connsiteX3062" y="connsiteY3062"/>
              </a:cxn>
              <a:cxn ang="0">
                <a:pos x="connsiteX3063" y="connsiteY3063"/>
              </a:cxn>
              <a:cxn ang="0">
                <a:pos x="connsiteX3064" y="connsiteY3064"/>
              </a:cxn>
              <a:cxn ang="0">
                <a:pos x="connsiteX3065" y="connsiteY3065"/>
              </a:cxn>
              <a:cxn ang="0">
                <a:pos x="connsiteX3066" y="connsiteY3066"/>
              </a:cxn>
              <a:cxn ang="0">
                <a:pos x="connsiteX3067" y="connsiteY3067"/>
              </a:cxn>
              <a:cxn ang="0">
                <a:pos x="connsiteX3068" y="connsiteY3068"/>
              </a:cxn>
              <a:cxn ang="0">
                <a:pos x="connsiteX3069" y="connsiteY3069"/>
              </a:cxn>
              <a:cxn ang="0">
                <a:pos x="connsiteX3070" y="connsiteY3070"/>
              </a:cxn>
              <a:cxn ang="0">
                <a:pos x="connsiteX3071" y="connsiteY3071"/>
              </a:cxn>
              <a:cxn ang="0">
                <a:pos x="connsiteX3072" y="connsiteY3072"/>
              </a:cxn>
              <a:cxn ang="0">
                <a:pos x="connsiteX3073" y="connsiteY3073"/>
              </a:cxn>
              <a:cxn ang="0">
                <a:pos x="connsiteX3074" y="connsiteY3074"/>
              </a:cxn>
              <a:cxn ang="0">
                <a:pos x="connsiteX3075" y="connsiteY3075"/>
              </a:cxn>
              <a:cxn ang="0">
                <a:pos x="connsiteX3076" y="connsiteY3076"/>
              </a:cxn>
              <a:cxn ang="0">
                <a:pos x="connsiteX3077" y="connsiteY3077"/>
              </a:cxn>
              <a:cxn ang="0">
                <a:pos x="connsiteX3078" y="connsiteY3078"/>
              </a:cxn>
              <a:cxn ang="0">
                <a:pos x="connsiteX3079" y="connsiteY3079"/>
              </a:cxn>
              <a:cxn ang="0">
                <a:pos x="connsiteX3080" y="connsiteY3080"/>
              </a:cxn>
              <a:cxn ang="0">
                <a:pos x="connsiteX3081" y="connsiteY3081"/>
              </a:cxn>
              <a:cxn ang="0">
                <a:pos x="connsiteX3082" y="connsiteY3082"/>
              </a:cxn>
              <a:cxn ang="0">
                <a:pos x="connsiteX3083" y="connsiteY3083"/>
              </a:cxn>
              <a:cxn ang="0">
                <a:pos x="connsiteX3084" y="connsiteY3084"/>
              </a:cxn>
              <a:cxn ang="0">
                <a:pos x="connsiteX3085" y="connsiteY3085"/>
              </a:cxn>
              <a:cxn ang="0">
                <a:pos x="connsiteX3086" y="connsiteY3086"/>
              </a:cxn>
              <a:cxn ang="0">
                <a:pos x="connsiteX3087" y="connsiteY3087"/>
              </a:cxn>
              <a:cxn ang="0">
                <a:pos x="connsiteX3088" y="connsiteY3088"/>
              </a:cxn>
              <a:cxn ang="0">
                <a:pos x="connsiteX3089" y="connsiteY3089"/>
              </a:cxn>
              <a:cxn ang="0">
                <a:pos x="connsiteX3090" y="connsiteY3090"/>
              </a:cxn>
              <a:cxn ang="0">
                <a:pos x="connsiteX3091" y="connsiteY3091"/>
              </a:cxn>
              <a:cxn ang="0">
                <a:pos x="connsiteX3092" y="connsiteY3092"/>
              </a:cxn>
              <a:cxn ang="0">
                <a:pos x="connsiteX3093" y="connsiteY3093"/>
              </a:cxn>
              <a:cxn ang="0">
                <a:pos x="connsiteX3094" y="connsiteY3094"/>
              </a:cxn>
              <a:cxn ang="0">
                <a:pos x="connsiteX3095" y="connsiteY3095"/>
              </a:cxn>
              <a:cxn ang="0">
                <a:pos x="connsiteX3096" y="connsiteY3096"/>
              </a:cxn>
              <a:cxn ang="0">
                <a:pos x="connsiteX3097" y="connsiteY3097"/>
              </a:cxn>
              <a:cxn ang="0">
                <a:pos x="connsiteX3098" y="connsiteY3098"/>
              </a:cxn>
              <a:cxn ang="0">
                <a:pos x="connsiteX3099" y="connsiteY3099"/>
              </a:cxn>
              <a:cxn ang="0">
                <a:pos x="connsiteX3100" y="connsiteY3100"/>
              </a:cxn>
              <a:cxn ang="0">
                <a:pos x="connsiteX3101" y="connsiteY3101"/>
              </a:cxn>
              <a:cxn ang="0">
                <a:pos x="connsiteX3102" y="connsiteY3102"/>
              </a:cxn>
              <a:cxn ang="0">
                <a:pos x="connsiteX3103" y="connsiteY3103"/>
              </a:cxn>
              <a:cxn ang="0">
                <a:pos x="connsiteX3104" y="connsiteY3104"/>
              </a:cxn>
              <a:cxn ang="0">
                <a:pos x="connsiteX3105" y="connsiteY3105"/>
              </a:cxn>
              <a:cxn ang="0">
                <a:pos x="connsiteX3106" y="connsiteY3106"/>
              </a:cxn>
              <a:cxn ang="0">
                <a:pos x="connsiteX3107" y="connsiteY3107"/>
              </a:cxn>
              <a:cxn ang="0">
                <a:pos x="connsiteX3108" y="connsiteY3108"/>
              </a:cxn>
              <a:cxn ang="0">
                <a:pos x="connsiteX3109" y="connsiteY3109"/>
              </a:cxn>
              <a:cxn ang="0">
                <a:pos x="connsiteX3110" y="connsiteY3110"/>
              </a:cxn>
              <a:cxn ang="0">
                <a:pos x="connsiteX3111" y="connsiteY3111"/>
              </a:cxn>
              <a:cxn ang="0">
                <a:pos x="connsiteX3112" y="connsiteY3112"/>
              </a:cxn>
              <a:cxn ang="0">
                <a:pos x="connsiteX3113" y="connsiteY3113"/>
              </a:cxn>
              <a:cxn ang="0">
                <a:pos x="connsiteX3114" y="connsiteY3114"/>
              </a:cxn>
              <a:cxn ang="0">
                <a:pos x="connsiteX3115" y="connsiteY3115"/>
              </a:cxn>
              <a:cxn ang="0">
                <a:pos x="connsiteX3116" y="connsiteY3116"/>
              </a:cxn>
              <a:cxn ang="0">
                <a:pos x="connsiteX3117" y="connsiteY3117"/>
              </a:cxn>
              <a:cxn ang="0">
                <a:pos x="connsiteX3118" y="connsiteY3118"/>
              </a:cxn>
              <a:cxn ang="0">
                <a:pos x="connsiteX3119" y="connsiteY3119"/>
              </a:cxn>
              <a:cxn ang="0">
                <a:pos x="connsiteX3120" y="connsiteY3120"/>
              </a:cxn>
              <a:cxn ang="0">
                <a:pos x="connsiteX3121" y="connsiteY3121"/>
              </a:cxn>
              <a:cxn ang="0">
                <a:pos x="connsiteX3122" y="connsiteY3122"/>
              </a:cxn>
              <a:cxn ang="0">
                <a:pos x="connsiteX3123" y="connsiteY3123"/>
              </a:cxn>
              <a:cxn ang="0">
                <a:pos x="connsiteX3124" y="connsiteY3124"/>
              </a:cxn>
              <a:cxn ang="0">
                <a:pos x="connsiteX3125" y="connsiteY3125"/>
              </a:cxn>
              <a:cxn ang="0">
                <a:pos x="connsiteX3126" y="connsiteY3126"/>
              </a:cxn>
              <a:cxn ang="0">
                <a:pos x="connsiteX3127" y="connsiteY3127"/>
              </a:cxn>
              <a:cxn ang="0">
                <a:pos x="connsiteX3128" y="connsiteY3128"/>
              </a:cxn>
              <a:cxn ang="0">
                <a:pos x="connsiteX3129" y="connsiteY3129"/>
              </a:cxn>
              <a:cxn ang="0">
                <a:pos x="connsiteX3130" y="connsiteY3130"/>
              </a:cxn>
              <a:cxn ang="0">
                <a:pos x="connsiteX3131" y="connsiteY3131"/>
              </a:cxn>
              <a:cxn ang="0">
                <a:pos x="connsiteX3132" y="connsiteY3132"/>
              </a:cxn>
              <a:cxn ang="0">
                <a:pos x="connsiteX3133" y="connsiteY3133"/>
              </a:cxn>
              <a:cxn ang="0">
                <a:pos x="connsiteX3134" y="connsiteY3134"/>
              </a:cxn>
              <a:cxn ang="0">
                <a:pos x="connsiteX3135" y="connsiteY3135"/>
              </a:cxn>
              <a:cxn ang="0">
                <a:pos x="connsiteX3136" y="connsiteY3136"/>
              </a:cxn>
              <a:cxn ang="0">
                <a:pos x="connsiteX3137" y="connsiteY3137"/>
              </a:cxn>
              <a:cxn ang="0">
                <a:pos x="connsiteX3138" y="connsiteY3138"/>
              </a:cxn>
              <a:cxn ang="0">
                <a:pos x="connsiteX3139" y="connsiteY3139"/>
              </a:cxn>
              <a:cxn ang="0">
                <a:pos x="connsiteX3140" y="connsiteY3140"/>
              </a:cxn>
              <a:cxn ang="0">
                <a:pos x="connsiteX3141" y="connsiteY3141"/>
              </a:cxn>
              <a:cxn ang="0">
                <a:pos x="connsiteX3142" y="connsiteY3142"/>
              </a:cxn>
              <a:cxn ang="0">
                <a:pos x="connsiteX3143" y="connsiteY3143"/>
              </a:cxn>
              <a:cxn ang="0">
                <a:pos x="connsiteX3144" y="connsiteY3144"/>
              </a:cxn>
              <a:cxn ang="0">
                <a:pos x="connsiteX3145" y="connsiteY3145"/>
              </a:cxn>
              <a:cxn ang="0">
                <a:pos x="connsiteX3146" y="connsiteY3146"/>
              </a:cxn>
              <a:cxn ang="0">
                <a:pos x="connsiteX3147" y="connsiteY3147"/>
              </a:cxn>
              <a:cxn ang="0">
                <a:pos x="connsiteX3148" y="connsiteY3148"/>
              </a:cxn>
              <a:cxn ang="0">
                <a:pos x="connsiteX3149" y="connsiteY3149"/>
              </a:cxn>
              <a:cxn ang="0">
                <a:pos x="connsiteX3150" y="connsiteY3150"/>
              </a:cxn>
              <a:cxn ang="0">
                <a:pos x="connsiteX3151" y="connsiteY3151"/>
              </a:cxn>
              <a:cxn ang="0">
                <a:pos x="connsiteX3152" y="connsiteY3152"/>
              </a:cxn>
              <a:cxn ang="0">
                <a:pos x="connsiteX3153" y="connsiteY3153"/>
              </a:cxn>
              <a:cxn ang="0">
                <a:pos x="connsiteX3154" y="connsiteY3154"/>
              </a:cxn>
              <a:cxn ang="0">
                <a:pos x="connsiteX3155" y="connsiteY3155"/>
              </a:cxn>
              <a:cxn ang="0">
                <a:pos x="connsiteX3156" y="connsiteY3156"/>
              </a:cxn>
              <a:cxn ang="0">
                <a:pos x="connsiteX3157" y="connsiteY3157"/>
              </a:cxn>
              <a:cxn ang="0">
                <a:pos x="connsiteX3158" y="connsiteY3158"/>
              </a:cxn>
              <a:cxn ang="0">
                <a:pos x="connsiteX3159" y="connsiteY3159"/>
              </a:cxn>
              <a:cxn ang="0">
                <a:pos x="connsiteX3160" y="connsiteY3160"/>
              </a:cxn>
              <a:cxn ang="0">
                <a:pos x="connsiteX3161" y="connsiteY3161"/>
              </a:cxn>
              <a:cxn ang="0">
                <a:pos x="connsiteX3162" y="connsiteY3162"/>
              </a:cxn>
              <a:cxn ang="0">
                <a:pos x="connsiteX3163" y="connsiteY3163"/>
              </a:cxn>
              <a:cxn ang="0">
                <a:pos x="connsiteX3164" y="connsiteY3164"/>
              </a:cxn>
              <a:cxn ang="0">
                <a:pos x="connsiteX3165" y="connsiteY3165"/>
              </a:cxn>
              <a:cxn ang="0">
                <a:pos x="connsiteX3166" y="connsiteY3166"/>
              </a:cxn>
              <a:cxn ang="0">
                <a:pos x="connsiteX3167" y="connsiteY3167"/>
              </a:cxn>
              <a:cxn ang="0">
                <a:pos x="connsiteX3168" y="connsiteY3168"/>
              </a:cxn>
              <a:cxn ang="0">
                <a:pos x="connsiteX3169" y="connsiteY3169"/>
              </a:cxn>
              <a:cxn ang="0">
                <a:pos x="connsiteX3170" y="connsiteY3170"/>
              </a:cxn>
              <a:cxn ang="0">
                <a:pos x="connsiteX3171" y="connsiteY3171"/>
              </a:cxn>
              <a:cxn ang="0">
                <a:pos x="connsiteX3172" y="connsiteY3172"/>
              </a:cxn>
              <a:cxn ang="0">
                <a:pos x="connsiteX3173" y="connsiteY3173"/>
              </a:cxn>
              <a:cxn ang="0">
                <a:pos x="connsiteX3174" y="connsiteY3174"/>
              </a:cxn>
              <a:cxn ang="0">
                <a:pos x="connsiteX3175" y="connsiteY3175"/>
              </a:cxn>
              <a:cxn ang="0">
                <a:pos x="connsiteX3176" y="connsiteY3176"/>
              </a:cxn>
              <a:cxn ang="0">
                <a:pos x="connsiteX3177" y="connsiteY3177"/>
              </a:cxn>
              <a:cxn ang="0">
                <a:pos x="connsiteX3178" y="connsiteY3178"/>
              </a:cxn>
              <a:cxn ang="0">
                <a:pos x="connsiteX3179" y="connsiteY3179"/>
              </a:cxn>
              <a:cxn ang="0">
                <a:pos x="connsiteX3180" y="connsiteY3180"/>
              </a:cxn>
              <a:cxn ang="0">
                <a:pos x="connsiteX3181" y="connsiteY3181"/>
              </a:cxn>
              <a:cxn ang="0">
                <a:pos x="connsiteX3182" y="connsiteY3182"/>
              </a:cxn>
              <a:cxn ang="0">
                <a:pos x="connsiteX3183" y="connsiteY3183"/>
              </a:cxn>
              <a:cxn ang="0">
                <a:pos x="connsiteX3184" y="connsiteY3184"/>
              </a:cxn>
              <a:cxn ang="0">
                <a:pos x="connsiteX3185" y="connsiteY3185"/>
              </a:cxn>
              <a:cxn ang="0">
                <a:pos x="connsiteX3186" y="connsiteY3186"/>
              </a:cxn>
              <a:cxn ang="0">
                <a:pos x="connsiteX3187" y="connsiteY3187"/>
              </a:cxn>
              <a:cxn ang="0">
                <a:pos x="connsiteX3188" y="connsiteY3188"/>
              </a:cxn>
              <a:cxn ang="0">
                <a:pos x="connsiteX3189" y="connsiteY3189"/>
              </a:cxn>
              <a:cxn ang="0">
                <a:pos x="connsiteX3190" y="connsiteY3190"/>
              </a:cxn>
              <a:cxn ang="0">
                <a:pos x="connsiteX3191" y="connsiteY3191"/>
              </a:cxn>
              <a:cxn ang="0">
                <a:pos x="connsiteX3192" y="connsiteY3192"/>
              </a:cxn>
              <a:cxn ang="0">
                <a:pos x="connsiteX3193" y="connsiteY3193"/>
              </a:cxn>
              <a:cxn ang="0">
                <a:pos x="connsiteX3194" y="connsiteY3194"/>
              </a:cxn>
              <a:cxn ang="0">
                <a:pos x="connsiteX3195" y="connsiteY3195"/>
              </a:cxn>
              <a:cxn ang="0">
                <a:pos x="connsiteX3196" y="connsiteY3196"/>
              </a:cxn>
              <a:cxn ang="0">
                <a:pos x="connsiteX3197" y="connsiteY3197"/>
              </a:cxn>
              <a:cxn ang="0">
                <a:pos x="connsiteX3198" y="connsiteY3198"/>
              </a:cxn>
              <a:cxn ang="0">
                <a:pos x="connsiteX3199" y="connsiteY3199"/>
              </a:cxn>
              <a:cxn ang="0">
                <a:pos x="connsiteX3200" y="connsiteY3200"/>
              </a:cxn>
              <a:cxn ang="0">
                <a:pos x="connsiteX3201" y="connsiteY3201"/>
              </a:cxn>
              <a:cxn ang="0">
                <a:pos x="connsiteX3202" y="connsiteY3202"/>
              </a:cxn>
              <a:cxn ang="0">
                <a:pos x="connsiteX3203" y="connsiteY3203"/>
              </a:cxn>
              <a:cxn ang="0">
                <a:pos x="connsiteX3204" y="connsiteY3204"/>
              </a:cxn>
              <a:cxn ang="0">
                <a:pos x="connsiteX3205" y="connsiteY3205"/>
              </a:cxn>
              <a:cxn ang="0">
                <a:pos x="connsiteX3206" y="connsiteY3206"/>
              </a:cxn>
              <a:cxn ang="0">
                <a:pos x="connsiteX3207" y="connsiteY3207"/>
              </a:cxn>
              <a:cxn ang="0">
                <a:pos x="connsiteX3208" y="connsiteY3208"/>
              </a:cxn>
              <a:cxn ang="0">
                <a:pos x="connsiteX3209" y="connsiteY3209"/>
              </a:cxn>
              <a:cxn ang="0">
                <a:pos x="connsiteX3210" y="connsiteY3210"/>
              </a:cxn>
              <a:cxn ang="0">
                <a:pos x="connsiteX3211" y="connsiteY3211"/>
              </a:cxn>
              <a:cxn ang="0">
                <a:pos x="connsiteX3212" y="connsiteY3212"/>
              </a:cxn>
              <a:cxn ang="0">
                <a:pos x="connsiteX3213" y="connsiteY3213"/>
              </a:cxn>
              <a:cxn ang="0">
                <a:pos x="connsiteX3214" y="connsiteY3214"/>
              </a:cxn>
              <a:cxn ang="0">
                <a:pos x="connsiteX3215" y="connsiteY3215"/>
              </a:cxn>
              <a:cxn ang="0">
                <a:pos x="connsiteX3216" y="connsiteY3216"/>
              </a:cxn>
              <a:cxn ang="0">
                <a:pos x="connsiteX3217" y="connsiteY3217"/>
              </a:cxn>
              <a:cxn ang="0">
                <a:pos x="connsiteX3218" y="connsiteY3218"/>
              </a:cxn>
              <a:cxn ang="0">
                <a:pos x="connsiteX3219" y="connsiteY3219"/>
              </a:cxn>
              <a:cxn ang="0">
                <a:pos x="connsiteX3220" y="connsiteY3220"/>
              </a:cxn>
              <a:cxn ang="0">
                <a:pos x="connsiteX3221" y="connsiteY3221"/>
              </a:cxn>
              <a:cxn ang="0">
                <a:pos x="connsiteX3222" y="connsiteY3222"/>
              </a:cxn>
              <a:cxn ang="0">
                <a:pos x="connsiteX3223" y="connsiteY3223"/>
              </a:cxn>
              <a:cxn ang="0">
                <a:pos x="connsiteX3224" y="connsiteY3224"/>
              </a:cxn>
              <a:cxn ang="0">
                <a:pos x="connsiteX3225" y="connsiteY3225"/>
              </a:cxn>
              <a:cxn ang="0">
                <a:pos x="connsiteX3226" y="connsiteY3226"/>
              </a:cxn>
              <a:cxn ang="0">
                <a:pos x="connsiteX3227" y="connsiteY3227"/>
              </a:cxn>
              <a:cxn ang="0">
                <a:pos x="connsiteX3228" y="connsiteY3228"/>
              </a:cxn>
              <a:cxn ang="0">
                <a:pos x="connsiteX3229" y="connsiteY3229"/>
              </a:cxn>
              <a:cxn ang="0">
                <a:pos x="connsiteX3230" y="connsiteY3230"/>
              </a:cxn>
              <a:cxn ang="0">
                <a:pos x="connsiteX3231" y="connsiteY3231"/>
              </a:cxn>
              <a:cxn ang="0">
                <a:pos x="connsiteX3232" y="connsiteY3232"/>
              </a:cxn>
              <a:cxn ang="0">
                <a:pos x="connsiteX3233" y="connsiteY3233"/>
              </a:cxn>
              <a:cxn ang="0">
                <a:pos x="connsiteX3234" y="connsiteY3234"/>
              </a:cxn>
              <a:cxn ang="0">
                <a:pos x="connsiteX3235" y="connsiteY3235"/>
              </a:cxn>
              <a:cxn ang="0">
                <a:pos x="connsiteX3236" y="connsiteY3236"/>
              </a:cxn>
              <a:cxn ang="0">
                <a:pos x="connsiteX3237" y="connsiteY3237"/>
              </a:cxn>
              <a:cxn ang="0">
                <a:pos x="connsiteX3238" y="connsiteY3238"/>
              </a:cxn>
              <a:cxn ang="0">
                <a:pos x="connsiteX3239" y="connsiteY3239"/>
              </a:cxn>
              <a:cxn ang="0">
                <a:pos x="connsiteX3240" y="connsiteY3240"/>
              </a:cxn>
              <a:cxn ang="0">
                <a:pos x="connsiteX3241" y="connsiteY3241"/>
              </a:cxn>
              <a:cxn ang="0">
                <a:pos x="connsiteX3242" y="connsiteY3242"/>
              </a:cxn>
              <a:cxn ang="0">
                <a:pos x="connsiteX3243" y="connsiteY3243"/>
              </a:cxn>
              <a:cxn ang="0">
                <a:pos x="connsiteX3244" y="connsiteY3244"/>
              </a:cxn>
              <a:cxn ang="0">
                <a:pos x="connsiteX3245" y="connsiteY3245"/>
              </a:cxn>
              <a:cxn ang="0">
                <a:pos x="connsiteX3246" y="connsiteY3246"/>
              </a:cxn>
              <a:cxn ang="0">
                <a:pos x="connsiteX3247" y="connsiteY3247"/>
              </a:cxn>
              <a:cxn ang="0">
                <a:pos x="connsiteX3248" y="connsiteY3248"/>
              </a:cxn>
              <a:cxn ang="0">
                <a:pos x="connsiteX3249" y="connsiteY3249"/>
              </a:cxn>
              <a:cxn ang="0">
                <a:pos x="connsiteX3250" y="connsiteY3250"/>
              </a:cxn>
              <a:cxn ang="0">
                <a:pos x="connsiteX3251" y="connsiteY3251"/>
              </a:cxn>
              <a:cxn ang="0">
                <a:pos x="connsiteX3252" y="connsiteY3252"/>
              </a:cxn>
              <a:cxn ang="0">
                <a:pos x="connsiteX3253" y="connsiteY3253"/>
              </a:cxn>
              <a:cxn ang="0">
                <a:pos x="connsiteX3254" y="connsiteY3254"/>
              </a:cxn>
              <a:cxn ang="0">
                <a:pos x="connsiteX3255" y="connsiteY3255"/>
              </a:cxn>
              <a:cxn ang="0">
                <a:pos x="connsiteX3256" y="connsiteY3256"/>
              </a:cxn>
              <a:cxn ang="0">
                <a:pos x="connsiteX3257" y="connsiteY3257"/>
              </a:cxn>
              <a:cxn ang="0">
                <a:pos x="connsiteX3258" y="connsiteY3258"/>
              </a:cxn>
              <a:cxn ang="0">
                <a:pos x="connsiteX3259" y="connsiteY3259"/>
              </a:cxn>
              <a:cxn ang="0">
                <a:pos x="connsiteX3260" y="connsiteY3260"/>
              </a:cxn>
              <a:cxn ang="0">
                <a:pos x="connsiteX3261" y="connsiteY3261"/>
              </a:cxn>
              <a:cxn ang="0">
                <a:pos x="connsiteX3262" y="connsiteY3262"/>
              </a:cxn>
              <a:cxn ang="0">
                <a:pos x="connsiteX3263" y="connsiteY3263"/>
              </a:cxn>
              <a:cxn ang="0">
                <a:pos x="connsiteX3264" y="connsiteY3264"/>
              </a:cxn>
              <a:cxn ang="0">
                <a:pos x="connsiteX3265" y="connsiteY3265"/>
              </a:cxn>
              <a:cxn ang="0">
                <a:pos x="connsiteX3266" y="connsiteY3266"/>
              </a:cxn>
              <a:cxn ang="0">
                <a:pos x="connsiteX3267" y="connsiteY3267"/>
              </a:cxn>
              <a:cxn ang="0">
                <a:pos x="connsiteX3268" y="connsiteY3268"/>
              </a:cxn>
              <a:cxn ang="0">
                <a:pos x="connsiteX3269" y="connsiteY3269"/>
              </a:cxn>
              <a:cxn ang="0">
                <a:pos x="connsiteX3270" y="connsiteY3270"/>
              </a:cxn>
              <a:cxn ang="0">
                <a:pos x="connsiteX3271" y="connsiteY3271"/>
              </a:cxn>
              <a:cxn ang="0">
                <a:pos x="connsiteX3272" y="connsiteY3272"/>
              </a:cxn>
              <a:cxn ang="0">
                <a:pos x="connsiteX3273" y="connsiteY3273"/>
              </a:cxn>
              <a:cxn ang="0">
                <a:pos x="connsiteX3274" y="connsiteY3274"/>
              </a:cxn>
              <a:cxn ang="0">
                <a:pos x="connsiteX3275" y="connsiteY3275"/>
              </a:cxn>
              <a:cxn ang="0">
                <a:pos x="connsiteX3276" y="connsiteY3276"/>
              </a:cxn>
              <a:cxn ang="0">
                <a:pos x="connsiteX3277" y="connsiteY3277"/>
              </a:cxn>
              <a:cxn ang="0">
                <a:pos x="connsiteX3278" y="connsiteY3278"/>
              </a:cxn>
              <a:cxn ang="0">
                <a:pos x="connsiteX3279" y="connsiteY3279"/>
              </a:cxn>
              <a:cxn ang="0">
                <a:pos x="connsiteX3280" y="connsiteY3280"/>
              </a:cxn>
              <a:cxn ang="0">
                <a:pos x="connsiteX3281" y="connsiteY3281"/>
              </a:cxn>
              <a:cxn ang="0">
                <a:pos x="connsiteX3282" y="connsiteY3282"/>
              </a:cxn>
              <a:cxn ang="0">
                <a:pos x="connsiteX3283" y="connsiteY3283"/>
              </a:cxn>
              <a:cxn ang="0">
                <a:pos x="connsiteX3284" y="connsiteY3284"/>
              </a:cxn>
              <a:cxn ang="0">
                <a:pos x="connsiteX3285" y="connsiteY3285"/>
              </a:cxn>
              <a:cxn ang="0">
                <a:pos x="connsiteX3286" y="connsiteY3286"/>
              </a:cxn>
              <a:cxn ang="0">
                <a:pos x="connsiteX3287" y="connsiteY3287"/>
              </a:cxn>
              <a:cxn ang="0">
                <a:pos x="connsiteX3288" y="connsiteY3288"/>
              </a:cxn>
              <a:cxn ang="0">
                <a:pos x="connsiteX3289" y="connsiteY3289"/>
              </a:cxn>
              <a:cxn ang="0">
                <a:pos x="connsiteX3290" y="connsiteY3290"/>
              </a:cxn>
              <a:cxn ang="0">
                <a:pos x="connsiteX3291" y="connsiteY3291"/>
              </a:cxn>
              <a:cxn ang="0">
                <a:pos x="connsiteX3292" y="connsiteY3292"/>
              </a:cxn>
              <a:cxn ang="0">
                <a:pos x="connsiteX3293" y="connsiteY3293"/>
              </a:cxn>
              <a:cxn ang="0">
                <a:pos x="connsiteX3294" y="connsiteY3294"/>
              </a:cxn>
              <a:cxn ang="0">
                <a:pos x="connsiteX3295" y="connsiteY3295"/>
              </a:cxn>
              <a:cxn ang="0">
                <a:pos x="connsiteX3296" y="connsiteY3296"/>
              </a:cxn>
              <a:cxn ang="0">
                <a:pos x="connsiteX3297" y="connsiteY3297"/>
              </a:cxn>
              <a:cxn ang="0">
                <a:pos x="connsiteX3298" y="connsiteY3298"/>
              </a:cxn>
              <a:cxn ang="0">
                <a:pos x="connsiteX3299" y="connsiteY3299"/>
              </a:cxn>
              <a:cxn ang="0">
                <a:pos x="connsiteX3300" y="connsiteY3300"/>
              </a:cxn>
              <a:cxn ang="0">
                <a:pos x="connsiteX3301" y="connsiteY3301"/>
              </a:cxn>
              <a:cxn ang="0">
                <a:pos x="connsiteX3302" y="connsiteY3302"/>
              </a:cxn>
              <a:cxn ang="0">
                <a:pos x="connsiteX3303" y="connsiteY3303"/>
              </a:cxn>
              <a:cxn ang="0">
                <a:pos x="connsiteX3304" y="connsiteY3304"/>
              </a:cxn>
              <a:cxn ang="0">
                <a:pos x="connsiteX3305" y="connsiteY3305"/>
              </a:cxn>
              <a:cxn ang="0">
                <a:pos x="connsiteX3306" y="connsiteY3306"/>
              </a:cxn>
              <a:cxn ang="0">
                <a:pos x="connsiteX3307" y="connsiteY3307"/>
              </a:cxn>
              <a:cxn ang="0">
                <a:pos x="connsiteX3308" y="connsiteY3308"/>
              </a:cxn>
              <a:cxn ang="0">
                <a:pos x="connsiteX3309" y="connsiteY3309"/>
              </a:cxn>
              <a:cxn ang="0">
                <a:pos x="connsiteX3310" y="connsiteY3310"/>
              </a:cxn>
              <a:cxn ang="0">
                <a:pos x="connsiteX3311" y="connsiteY3311"/>
              </a:cxn>
              <a:cxn ang="0">
                <a:pos x="connsiteX3312" y="connsiteY3312"/>
              </a:cxn>
              <a:cxn ang="0">
                <a:pos x="connsiteX3313" y="connsiteY3313"/>
              </a:cxn>
              <a:cxn ang="0">
                <a:pos x="connsiteX3314" y="connsiteY3314"/>
              </a:cxn>
              <a:cxn ang="0">
                <a:pos x="connsiteX3315" y="connsiteY3315"/>
              </a:cxn>
              <a:cxn ang="0">
                <a:pos x="connsiteX3316" y="connsiteY3316"/>
              </a:cxn>
              <a:cxn ang="0">
                <a:pos x="connsiteX3317" y="connsiteY3317"/>
              </a:cxn>
              <a:cxn ang="0">
                <a:pos x="connsiteX3318" y="connsiteY3318"/>
              </a:cxn>
              <a:cxn ang="0">
                <a:pos x="connsiteX3319" y="connsiteY3319"/>
              </a:cxn>
              <a:cxn ang="0">
                <a:pos x="connsiteX3320" y="connsiteY3320"/>
              </a:cxn>
              <a:cxn ang="0">
                <a:pos x="connsiteX3321" y="connsiteY3321"/>
              </a:cxn>
              <a:cxn ang="0">
                <a:pos x="connsiteX3322" y="connsiteY3322"/>
              </a:cxn>
              <a:cxn ang="0">
                <a:pos x="connsiteX3323" y="connsiteY3323"/>
              </a:cxn>
              <a:cxn ang="0">
                <a:pos x="connsiteX3324" y="connsiteY3324"/>
              </a:cxn>
              <a:cxn ang="0">
                <a:pos x="connsiteX3325" y="connsiteY3325"/>
              </a:cxn>
              <a:cxn ang="0">
                <a:pos x="connsiteX3326" y="connsiteY3326"/>
              </a:cxn>
              <a:cxn ang="0">
                <a:pos x="connsiteX3327" y="connsiteY3327"/>
              </a:cxn>
              <a:cxn ang="0">
                <a:pos x="connsiteX3328" y="connsiteY3328"/>
              </a:cxn>
              <a:cxn ang="0">
                <a:pos x="connsiteX3329" y="connsiteY3329"/>
              </a:cxn>
              <a:cxn ang="0">
                <a:pos x="connsiteX3330" y="connsiteY3330"/>
              </a:cxn>
              <a:cxn ang="0">
                <a:pos x="connsiteX3331" y="connsiteY3331"/>
              </a:cxn>
              <a:cxn ang="0">
                <a:pos x="connsiteX3332" y="connsiteY3332"/>
              </a:cxn>
              <a:cxn ang="0">
                <a:pos x="connsiteX3333" y="connsiteY3333"/>
              </a:cxn>
              <a:cxn ang="0">
                <a:pos x="connsiteX3334" y="connsiteY3334"/>
              </a:cxn>
              <a:cxn ang="0">
                <a:pos x="connsiteX3335" y="connsiteY3335"/>
              </a:cxn>
              <a:cxn ang="0">
                <a:pos x="connsiteX3336" y="connsiteY3336"/>
              </a:cxn>
              <a:cxn ang="0">
                <a:pos x="connsiteX3337" y="connsiteY3337"/>
              </a:cxn>
              <a:cxn ang="0">
                <a:pos x="connsiteX3338" y="connsiteY3338"/>
              </a:cxn>
              <a:cxn ang="0">
                <a:pos x="connsiteX3339" y="connsiteY3339"/>
              </a:cxn>
              <a:cxn ang="0">
                <a:pos x="connsiteX3340" y="connsiteY3340"/>
              </a:cxn>
              <a:cxn ang="0">
                <a:pos x="connsiteX3341" y="connsiteY3341"/>
              </a:cxn>
              <a:cxn ang="0">
                <a:pos x="connsiteX3342" y="connsiteY3342"/>
              </a:cxn>
              <a:cxn ang="0">
                <a:pos x="connsiteX3343" y="connsiteY3343"/>
              </a:cxn>
              <a:cxn ang="0">
                <a:pos x="connsiteX3344" y="connsiteY3344"/>
              </a:cxn>
              <a:cxn ang="0">
                <a:pos x="connsiteX3345" y="connsiteY3345"/>
              </a:cxn>
              <a:cxn ang="0">
                <a:pos x="connsiteX3346" y="connsiteY3346"/>
              </a:cxn>
              <a:cxn ang="0">
                <a:pos x="connsiteX3347" y="connsiteY3347"/>
              </a:cxn>
              <a:cxn ang="0">
                <a:pos x="connsiteX3348" y="connsiteY3348"/>
              </a:cxn>
              <a:cxn ang="0">
                <a:pos x="connsiteX3349" y="connsiteY3349"/>
              </a:cxn>
              <a:cxn ang="0">
                <a:pos x="connsiteX3350" y="connsiteY3350"/>
              </a:cxn>
              <a:cxn ang="0">
                <a:pos x="connsiteX3351" y="connsiteY3351"/>
              </a:cxn>
              <a:cxn ang="0">
                <a:pos x="connsiteX3352" y="connsiteY3352"/>
              </a:cxn>
              <a:cxn ang="0">
                <a:pos x="connsiteX3353" y="connsiteY3353"/>
              </a:cxn>
              <a:cxn ang="0">
                <a:pos x="connsiteX3354" y="connsiteY3354"/>
              </a:cxn>
              <a:cxn ang="0">
                <a:pos x="connsiteX3355" y="connsiteY3355"/>
              </a:cxn>
              <a:cxn ang="0">
                <a:pos x="connsiteX3356" y="connsiteY3356"/>
              </a:cxn>
              <a:cxn ang="0">
                <a:pos x="connsiteX3357" y="connsiteY3357"/>
              </a:cxn>
              <a:cxn ang="0">
                <a:pos x="connsiteX3358" y="connsiteY3358"/>
              </a:cxn>
              <a:cxn ang="0">
                <a:pos x="connsiteX3359" y="connsiteY3359"/>
              </a:cxn>
              <a:cxn ang="0">
                <a:pos x="connsiteX3360" y="connsiteY3360"/>
              </a:cxn>
              <a:cxn ang="0">
                <a:pos x="connsiteX3361" y="connsiteY3361"/>
              </a:cxn>
              <a:cxn ang="0">
                <a:pos x="connsiteX3362" y="connsiteY3362"/>
              </a:cxn>
              <a:cxn ang="0">
                <a:pos x="connsiteX3363" y="connsiteY3363"/>
              </a:cxn>
              <a:cxn ang="0">
                <a:pos x="connsiteX3364" y="connsiteY3364"/>
              </a:cxn>
              <a:cxn ang="0">
                <a:pos x="connsiteX3365" y="connsiteY3365"/>
              </a:cxn>
              <a:cxn ang="0">
                <a:pos x="connsiteX3366" y="connsiteY3366"/>
              </a:cxn>
              <a:cxn ang="0">
                <a:pos x="connsiteX3367" y="connsiteY3367"/>
              </a:cxn>
              <a:cxn ang="0">
                <a:pos x="connsiteX3368" y="connsiteY3368"/>
              </a:cxn>
              <a:cxn ang="0">
                <a:pos x="connsiteX3369" y="connsiteY3369"/>
              </a:cxn>
              <a:cxn ang="0">
                <a:pos x="connsiteX3370" y="connsiteY3370"/>
              </a:cxn>
              <a:cxn ang="0">
                <a:pos x="connsiteX3371" y="connsiteY3371"/>
              </a:cxn>
              <a:cxn ang="0">
                <a:pos x="connsiteX3372" y="connsiteY3372"/>
              </a:cxn>
              <a:cxn ang="0">
                <a:pos x="connsiteX3373" y="connsiteY3373"/>
              </a:cxn>
              <a:cxn ang="0">
                <a:pos x="connsiteX3374" y="connsiteY3374"/>
              </a:cxn>
              <a:cxn ang="0">
                <a:pos x="connsiteX3375" y="connsiteY3375"/>
              </a:cxn>
              <a:cxn ang="0">
                <a:pos x="connsiteX3376" y="connsiteY3376"/>
              </a:cxn>
              <a:cxn ang="0">
                <a:pos x="connsiteX3377" y="connsiteY3377"/>
              </a:cxn>
              <a:cxn ang="0">
                <a:pos x="connsiteX3378" y="connsiteY3378"/>
              </a:cxn>
              <a:cxn ang="0">
                <a:pos x="connsiteX3379" y="connsiteY3379"/>
              </a:cxn>
              <a:cxn ang="0">
                <a:pos x="connsiteX3380" y="connsiteY3380"/>
              </a:cxn>
              <a:cxn ang="0">
                <a:pos x="connsiteX3381" y="connsiteY3381"/>
              </a:cxn>
              <a:cxn ang="0">
                <a:pos x="connsiteX3382" y="connsiteY3382"/>
              </a:cxn>
              <a:cxn ang="0">
                <a:pos x="connsiteX3383" y="connsiteY3383"/>
              </a:cxn>
              <a:cxn ang="0">
                <a:pos x="connsiteX3384" y="connsiteY3384"/>
              </a:cxn>
              <a:cxn ang="0">
                <a:pos x="connsiteX3385" y="connsiteY3385"/>
              </a:cxn>
              <a:cxn ang="0">
                <a:pos x="connsiteX3386" y="connsiteY3386"/>
              </a:cxn>
              <a:cxn ang="0">
                <a:pos x="connsiteX3387" y="connsiteY3387"/>
              </a:cxn>
              <a:cxn ang="0">
                <a:pos x="connsiteX3388" y="connsiteY3388"/>
              </a:cxn>
              <a:cxn ang="0">
                <a:pos x="connsiteX3389" y="connsiteY3389"/>
              </a:cxn>
              <a:cxn ang="0">
                <a:pos x="connsiteX3390" y="connsiteY3390"/>
              </a:cxn>
              <a:cxn ang="0">
                <a:pos x="connsiteX3391" y="connsiteY3391"/>
              </a:cxn>
              <a:cxn ang="0">
                <a:pos x="connsiteX3392" y="connsiteY3392"/>
              </a:cxn>
              <a:cxn ang="0">
                <a:pos x="connsiteX3393" y="connsiteY3393"/>
              </a:cxn>
              <a:cxn ang="0">
                <a:pos x="connsiteX3394" y="connsiteY3394"/>
              </a:cxn>
              <a:cxn ang="0">
                <a:pos x="connsiteX3395" y="connsiteY3395"/>
              </a:cxn>
              <a:cxn ang="0">
                <a:pos x="connsiteX3396" y="connsiteY3396"/>
              </a:cxn>
              <a:cxn ang="0">
                <a:pos x="connsiteX3397" y="connsiteY3397"/>
              </a:cxn>
              <a:cxn ang="0">
                <a:pos x="connsiteX3398" y="connsiteY3398"/>
              </a:cxn>
              <a:cxn ang="0">
                <a:pos x="connsiteX3399" y="connsiteY3399"/>
              </a:cxn>
              <a:cxn ang="0">
                <a:pos x="connsiteX3400" y="connsiteY3400"/>
              </a:cxn>
              <a:cxn ang="0">
                <a:pos x="connsiteX3401" y="connsiteY3401"/>
              </a:cxn>
              <a:cxn ang="0">
                <a:pos x="connsiteX3402" y="connsiteY3402"/>
              </a:cxn>
              <a:cxn ang="0">
                <a:pos x="connsiteX3403" y="connsiteY3403"/>
              </a:cxn>
              <a:cxn ang="0">
                <a:pos x="connsiteX3404" y="connsiteY3404"/>
              </a:cxn>
              <a:cxn ang="0">
                <a:pos x="connsiteX3405" y="connsiteY3405"/>
              </a:cxn>
              <a:cxn ang="0">
                <a:pos x="connsiteX3406" y="connsiteY3406"/>
              </a:cxn>
              <a:cxn ang="0">
                <a:pos x="connsiteX3407" y="connsiteY3407"/>
              </a:cxn>
              <a:cxn ang="0">
                <a:pos x="connsiteX3408" y="connsiteY3408"/>
              </a:cxn>
              <a:cxn ang="0">
                <a:pos x="connsiteX3409" y="connsiteY3409"/>
              </a:cxn>
              <a:cxn ang="0">
                <a:pos x="connsiteX3410" y="connsiteY3410"/>
              </a:cxn>
              <a:cxn ang="0">
                <a:pos x="connsiteX3411" y="connsiteY3411"/>
              </a:cxn>
              <a:cxn ang="0">
                <a:pos x="connsiteX3412" y="connsiteY3412"/>
              </a:cxn>
              <a:cxn ang="0">
                <a:pos x="connsiteX3413" y="connsiteY3413"/>
              </a:cxn>
              <a:cxn ang="0">
                <a:pos x="connsiteX3414" y="connsiteY3414"/>
              </a:cxn>
              <a:cxn ang="0">
                <a:pos x="connsiteX3415" y="connsiteY3415"/>
              </a:cxn>
              <a:cxn ang="0">
                <a:pos x="connsiteX3416" y="connsiteY3416"/>
              </a:cxn>
              <a:cxn ang="0">
                <a:pos x="connsiteX3417" y="connsiteY3417"/>
              </a:cxn>
              <a:cxn ang="0">
                <a:pos x="connsiteX3418" y="connsiteY3418"/>
              </a:cxn>
              <a:cxn ang="0">
                <a:pos x="connsiteX3419" y="connsiteY3419"/>
              </a:cxn>
              <a:cxn ang="0">
                <a:pos x="connsiteX3420" y="connsiteY3420"/>
              </a:cxn>
              <a:cxn ang="0">
                <a:pos x="connsiteX3421" y="connsiteY3421"/>
              </a:cxn>
              <a:cxn ang="0">
                <a:pos x="connsiteX3422" y="connsiteY3422"/>
              </a:cxn>
              <a:cxn ang="0">
                <a:pos x="connsiteX3423" y="connsiteY3423"/>
              </a:cxn>
              <a:cxn ang="0">
                <a:pos x="connsiteX3424" y="connsiteY3424"/>
              </a:cxn>
              <a:cxn ang="0">
                <a:pos x="connsiteX3425" y="connsiteY3425"/>
              </a:cxn>
              <a:cxn ang="0">
                <a:pos x="connsiteX3426" y="connsiteY3426"/>
              </a:cxn>
              <a:cxn ang="0">
                <a:pos x="connsiteX3427" y="connsiteY3427"/>
              </a:cxn>
              <a:cxn ang="0">
                <a:pos x="connsiteX3428" y="connsiteY3428"/>
              </a:cxn>
              <a:cxn ang="0">
                <a:pos x="connsiteX3429" y="connsiteY3429"/>
              </a:cxn>
              <a:cxn ang="0">
                <a:pos x="connsiteX3430" y="connsiteY3430"/>
              </a:cxn>
              <a:cxn ang="0">
                <a:pos x="connsiteX3431" y="connsiteY3431"/>
              </a:cxn>
              <a:cxn ang="0">
                <a:pos x="connsiteX3432" y="connsiteY3432"/>
              </a:cxn>
              <a:cxn ang="0">
                <a:pos x="connsiteX3433" y="connsiteY3433"/>
              </a:cxn>
              <a:cxn ang="0">
                <a:pos x="connsiteX3434" y="connsiteY3434"/>
              </a:cxn>
              <a:cxn ang="0">
                <a:pos x="connsiteX3435" y="connsiteY3435"/>
              </a:cxn>
              <a:cxn ang="0">
                <a:pos x="connsiteX3436" y="connsiteY3436"/>
              </a:cxn>
              <a:cxn ang="0">
                <a:pos x="connsiteX3437" y="connsiteY3437"/>
              </a:cxn>
              <a:cxn ang="0">
                <a:pos x="connsiteX3438" y="connsiteY3438"/>
              </a:cxn>
              <a:cxn ang="0">
                <a:pos x="connsiteX3439" y="connsiteY3439"/>
              </a:cxn>
              <a:cxn ang="0">
                <a:pos x="connsiteX3440" y="connsiteY3440"/>
              </a:cxn>
              <a:cxn ang="0">
                <a:pos x="connsiteX3441" y="connsiteY3441"/>
              </a:cxn>
              <a:cxn ang="0">
                <a:pos x="connsiteX3442" y="connsiteY3442"/>
              </a:cxn>
              <a:cxn ang="0">
                <a:pos x="connsiteX3443" y="connsiteY3443"/>
              </a:cxn>
              <a:cxn ang="0">
                <a:pos x="connsiteX3444" y="connsiteY3444"/>
              </a:cxn>
              <a:cxn ang="0">
                <a:pos x="connsiteX3445" y="connsiteY3445"/>
              </a:cxn>
              <a:cxn ang="0">
                <a:pos x="connsiteX3446" y="connsiteY3446"/>
              </a:cxn>
              <a:cxn ang="0">
                <a:pos x="connsiteX3447" y="connsiteY3447"/>
              </a:cxn>
              <a:cxn ang="0">
                <a:pos x="connsiteX3448" y="connsiteY3448"/>
              </a:cxn>
              <a:cxn ang="0">
                <a:pos x="connsiteX3449" y="connsiteY3449"/>
              </a:cxn>
              <a:cxn ang="0">
                <a:pos x="connsiteX3450" y="connsiteY3450"/>
              </a:cxn>
              <a:cxn ang="0">
                <a:pos x="connsiteX3451" y="connsiteY3451"/>
              </a:cxn>
              <a:cxn ang="0">
                <a:pos x="connsiteX3452" y="connsiteY3452"/>
              </a:cxn>
              <a:cxn ang="0">
                <a:pos x="connsiteX3453" y="connsiteY3453"/>
              </a:cxn>
              <a:cxn ang="0">
                <a:pos x="connsiteX3454" y="connsiteY3454"/>
              </a:cxn>
              <a:cxn ang="0">
                <a:pos x="connsiteX3455" y="connsiteY3455"/>
              </a:cxn>
              <a:cxn ang="0">
                <a:pos x="connsiteX3456" y="connsiteY3456"/>
              </a:cxn>
              <a:cxn ang="0">
                <a:pos x="connsiteX3457" y="connsiteY3457"/>
              </a:cxn>
              <a:cxn ang="0">
                <a:pos x="connsiteX3458" y="connsiteY3458"/>
              </a:cxn>
              <a:cxn ang="0">
                <a:pos x="connsiteX3459" y="connsiteY3459"/>
              </a:cxn>
              <a:cxn ang="0">
                <a:pos x="connsiteX3460" y="connsiteY3460"/>
              </a:cxn>
              <a:cxn ang="0">
                <a:pos x="connsiteX3461" y="connsiteY3461"/>
              </a:cxn>
              <a:cxn ang="0">
                <a:pos x="connsiteX3462" y="connsiteY3462"/>
              </a:cxn>
              <a:cxn ang="0">
                <a:pos x="connsiteX3463" y="connsiteY3463"/>
              </a:cxn>
              <a:cxn ang="0">
                <a:pos x="connsiteX3464" y="connsiteY3464"/>
              </a:cxn>
              <a:cxn ang="0">
                <a:pos x="connsiteX3465" y="connsiteY3465"/>
              </a:cxn>
              <a:cxn ang="0">
                <a:pos x="connsiteX3466" y="connsiteY3466"/>
              </a:cxn>
              <a:cxn ang="0">
                <a:pos x="connsiteX3467" y="connsiteY3467"/>
              </a:cxn>
              <a:cxn ang="0">
                <a:pos x="connsiteX3468" y="connsiteY3468"/>
              </a:cxn>
              <a:cxn ang="0">
                <a:pos x="connsiteX3469" y="connsiteY3469"/>
              </a:cxn>
              <a:cxn ang="0">
                <a:pos x="connsiteX3470" y="connsiteY3470"/>
              </a:cxn>
              <a:cxn ang="0">
                <a:pos x="connsiteX3471" y="connsiteY3471"/>
              </a:cxn>
              <a:cxn ang="0">
                <a:pos x="connsiteX3472" y="connsiteY3472"/>
              </a:cxn>
              <a:cxn ang="0">
                <a:pos x="connsiteX3473" y="connsiteY3473"/>
              </a:cxn>
              <a:cxn ang="0">
                <a:pos x="connsiteX3474" y="connsiteY3474"/>
              </a:cxn>
              <a:cxn ang="0">
                <a:pos x="connsiteX3475" y="connsiteY3475"/>
              </a:cxn>
              <a:cxn ang="0">
                <a:pos x="connsiteX3476" y="connsiteY3476"/>
              </a:cxn>
              <a:cxn ang="0">
                <a:pos x="connsiteX3477" y="connsiteY3477"/>
              </a:cxn>
              <a:cxn ang="0">
                <a:pos x="connsiteX3478" y="connsiteY3478"/>
              </a:cxn>
              <a:cxn ang="0">
                <a:pos x="connsiteX3479" y="connsiteY3479"/>
              </a:cxn>
              <a:cxn ang="0">
                <a:pos x="connsiteX3480" y="connsiteY3480"/>
              </a:cxn>
              <a:cxn ang="0">
                <a:pos x="connsiteX3481" y="connsiteY3481"/>
              </a:cxn>
              <a:cxn ang="0">
                <a:pos x="connsiteX3482" y="connsiteY3482"/>
              </a:cxn>
              <a:cxn ang="0">
                <a:pos x="connsiteX3483" y="connsiteY3483"/>
              </a:cxn>
              <a:cxn ang="0">
                <a:pos x="connsiteX3484" y="connsiteY3484"/>
              </a:cxn>
              <a:cxn ang="0">
                <a:pos x="connsiteX3485" y="connsiteY3485"/>
              </a:cxn>
              <a:cxn ang="0">
                <a:pos x="connsiteX3486" y="connsiteY3486"/>
              </a:cxn>
              <a:cxn ang="0">
                <a:pos x="connsiteX3487" y="connsiteY3487"/>
              </a:cxn>
              <a:cxn ang="0">
                <a:pos x="connsiteX3488" y="connsiteY3488"/>
              </a:cxn>
              <a:cxn ang="0">
                <a:pos x="connsiteX3489" y="connsiteY3489"/>
              </a:cxn>
              <a:cxn ang="0">
                <a:pos x="connsiteX3490" y="connsiteY3490"/>
              </a:cxn>
              <a:cxn ang="0">
                <a:pos x="connsiteX3491" y="connsiteY3491"/>
              </a:cxn>
              <a:cxn ang="0">
                <a:pos x="connsiteX3492" y="connsiteY3492"/>
              </a:cxn>
              <a:cxn ang="0">
                <a:pos x="connsiteX3493" y="connsiteY3493"/>
              </a:cxn>
              <a:cxn ang="0">
                <a:pos x="connsiteX3494" y="connsiteY3494"/>
              </a:cxn>
              <a:cxn ang="0">
                <a:pos x="connsiteX3495" y="connsiteY3495"/>
              </a:cxn>
              <a:cxn ang="0">
                <a:pos x="connsiteX3496" y="connsiteY3496"/>
              </a:cxn>
              <a:cxn ang="0">
                <a:pos x="connsiteX3497" y="connsiteY3497"/>
              </a:cxn>
              <a:cxn ang="0">
                <a:pos x="connsiteX3498" y="connsiteY3498"/>
              </a:cxn>
              <a:cxn ang="0">
                <a:pos x="connsiteX3499" y="connsiteY3499"/>
              </a:cxn>
              <a:cxn ang="0">
                <a:pos x="connsiteX3500" y="connsiteY3500"/>
              </a:cxn>
              <a:cxn ang="0">
                <a:pos x="connsiteX3501" y="connsiteY3501"/>
              </a:cxn>
              <a:cxn ang="0">
                <a:pos x="connsiteX3502" y="connsiteY3502"/>
              </a:cxn>
              <a:cxn ang="0">
                <a:pos x="connsiteX3503" y="connsiteY3503"/>
              </a:cxn>
              <a:cxn ang="0">
                <a:pos x="connsiteX3504" y="connsiteY3504"/>
              </a:cxn>
              <a:cxn ang="0">
                <a:pos x="connsiteX3505" y="connsiteY3505"/>
              </a:cxn>
              <a:cxn ang="0">
                <a:pos x="connsiteX3506" y="connsiteY3506"/>
              </a:cxn>
              <a:cxn ang="0">
                <a:pos x="connsiteX3507" y="connsiteY3507"/>
              </a:cxn>
              <a:cxn ang="0">
                <a:pos x="connsiteX3508" y="connsiteY3508"/>
              </a:cxn>
              <a:cxn ang="0">
                <a:pos x="connsiteX3509" y="connsiteY3509"/>
              </a:cxn>
              <a:cxn ang="0">
                <a:pos x="connsiteX3510" y="connsiteY3510"/>
              </a:cxn>
              <a:cxn ang="0">
                <a:pos x="connsiteX3511" y="connsiteY3511"/>
              </a:cxn>
              <a:cxn ang="0">
                <a:pos x="connsiteX3512" y="connsiteY3512"/>
              </a:cxn>
              <a:cxn ang="0">
                <a:pos x="connsiteX3513" y="connsiteY3513"/>
              </a:cxn>
              <a:cxn ang="0">
                <a:pos x="connsiteX3514" y="connsiteY3514"/>
              </a:cxn>
              <a:cxn ang="0">
                <a:pos x="connsiteX3515" y="connsiteY3515"/>
              </a:cxn>
              <a:cxn ang="0">
                <a:pos x="connsiteX3516" y="connsiteY3516"/>
              </a:cxn>
              <a:cxn ang="0">
                <a:pos x="connsiteX3517" y="connsiteY3517"/>
              </a:cxn>
              <a:cxn ang="0">
                <a:pos x="connsiteX3518" y="connsiteY3518"/>
              </a:cxn>
              <a:cxn ang="0">
                <a:pos x="connsiteX3519" y="connsiteY3519"/>
              </a:cxn>
              <a:cxn ang="0">
                <a:pos x="connsiteX3520" y="connsiteY3520"/>
              </a:cxn>
              <a:cxn ang="0">
                <a:pos x="connsiteX3521" y="connsiteY3521"/>
              </a:cxn>
              <a:cxn ang="0">
                <a:pos x="connsiteX3522" y="connsiteY3522"/>
              </a:cxn>
              <a:cxn ang="0">
                <a:pos x="connsiteX3523" y="connsiteY3523"/>
              </a:cxn>
              <a:cxn ang="0">
                <a:pos x="connsiteX3524" y="connsiteY3524"/>
              </a:cxn>
              <a:cxn ang="0">
                <a:pos x="connsiteX3525" y="connsiteY3525"/>
              </a:cxn>
              <a:cxn ang="0">
                <a:pos x="connsiteX3526" y="connsiteY3526"/>
              </a:cxn>
              <a:cxn ang="0">
                <a:pos x="connsiteX3527" y="connsiteY3527"/>
              </a:cxn>
              <a:cxn ang="0">
                <a:pos x="connsiteX3528" y="connsiteY3528"/>
              </a:cxn>
              <a:cxn ang="0">
                <a:pos x="connsiteX3529" y="connsiteY3529"/>
              </a:cxn>
              <a:cxn ang="0">
                <a:pos x="connsiteX3530" y="connsiteY3530"/>
              </a:cxn>
              <a:cxn ang="0">
                <a:pos x="connsiteX3531" y="connsiteY3531"/>
              </a:cxn>
              <a:cxn ang="0">
                <a:pos x="connsiteX3532" y="connsiteY3532"/>
              </a:cxn>
              <a:cxn ang="0">
                <a:pos x="connsiteX3533" y="connsiteY3533"/>
              </a:cxn>
              <a:cxn ang="0">
                <a:pos x="connsiteX3534" y="connsiteY3534"/>
              </a:cxn>
              <a:cxn ang="0">
                <a:pos x="connsiteX3535" y="connsiteY3535"/>
              </a:cxn>
              <a:cxn ang="0">
                <a:pos x="connsiteX3536" y="connsiteY3536"/>
              </a:cxn>
              <a:cxn ang="0">
                <a:pos x="connsiteX3537" y="connsiteY3537"/>
              </a:cxn>
              <a:cxn ang="0">
                <a:pos x="connsiteX3538" y="connsiteY3538"/>
              </a:cxn>
              <a:cxn ang="0">
                <a:pos x="connsiteX3539" y="connsiteY3539"/>
              </a:cxn>
              <a:cxn ang="0">
                <a:pos x="connsiteX3540" y="connsiteY3540"/>
              </a:cxn>
              <a:cxn ang="0">
                <a:pos x="connsiteX3541" y="connsiteY3541"/>
              </a:cxn>
              <a:cxn ang="0">
                <a:pos x="connsiteX3542" y="connsiteY3542"/>
              </a:cxn>
              <a:cxn ang="0">
                <a:pos x="connsiteX3543" y="connsiteY3543"/>
              </a:cxn>
              <a:cxn ang="0">
                <a:pos x="connsiteX3544" y="connsiteY3544"/>
              </a:cxn>
              <a:cxn ang="0">
                <a:pos x="connsiteX3545" y="connsiteY3545"/>
              </a:cxn>
              <a:cxn ang="0">
                <a:pos x="connsiteX3546" y="connsiteY3546"/>
              </a:cxn>
              <a:cxn ang="0">
                <a:pos x="connsiteX3547" y="connsiteY3547"/>
              </a:cxn>
              <a:cxn ang="0">
                <a:pos x="connsiteX3548" y="connsiteY3548"/>
              </a:cxn>
              <a:cxn ang="0">
                <a:pos x="connsiteX3549" y="connsiteY3549"/>
              </a:cxn>
              <a:cxn ang="0">
                <a:pos x="connsiteX3550" y="connsiteY3550"/>
              </a:cxn>
              <a:cxn ang="0">
                <a:pos x="connsiteX3551" y="connsiteY3551"/>
              </a:cxn>
              <a:cxn ang="0">
                <a:pos x="connsiteX3552" y="connsiteY3552"/>
              </a:cxn>
              <a:cxn ang="0">
                <a:pos x="connsiteX3553" y="connsiteY3553"/>
              </a:cxn>
              <a:cxn ang="0">
                <a:pos x="connsiteX3554" y="connsiteY3554"/>
              </a:cxn>
              <a:cxn ang="0">
                <a:pos x="connsiteX3555" y="connsiteY3555"/>
              </a:cxn>
              <a:cxn ang="0">
                <a:pos x="connsiteX3556" y="connsiteY3556"/>
              </a:cxn>
              <a:cxn ang="0">
                <a:pos x="connsiteX3557" y="connsiteY3557"/>
              </a:cxn>
              <a:cxn ang="0">
                <a:pos x="connsiteX3558" y="connsiteY3558"/>
              </a:cxn>
              <a:cxn ang="0">
                <a:pos x="connsiteX3559" y="connsiteY3559"/>
              </a:cxn>
              <a:cxn ang="0">
                <a:pos x="connsiteX3560" y="connsiteY3560"/>
              </a:cxn>
              <a:cxn ang="0">
                <a:pos x="connsiteX3561" y="connsiteY3561"/>
              </a:cxn>
              <a:cxn ang="0">
                <a:pos x="connsiteX3562" y="connsiteY3562"/>
              </a:cxn>
              <a:cxn ang="0">
                <a:pos x="connsiteX3563" y="connsiteY3563"/>
              </a:cxn>
              <a:cxn ang="0">
                <a:pos x="connsiteX3564" y="connsiteY3564"/>
              </a:cxn>
              <a:cxn ang="0">
                <a:pos x="connsiteX3565" y="connsiteY3565"/>
              </a:cxn>
              <a:cxn ang="0">
                <a:pos x="connsiteX3566" y="connsiteY3566"/>
              </a:cxn>
              <a:cxn ang="0">
                <a:pos x="connsiteX3567" y="connsiteY3567"/>
              </a:cxn>
              <a:cxn ang="0">
                <a:pos x="connsiteX3568" y="connsiteY3568"/>
              </a:cxn>
              <a:cxn ang="0">
                <a:pos x="connsiteX3569" y="connsiteY3569"/>
              </a:cxn>
              <a:cxn ang="0">
                <a:pos x="connsiteX3570" y="connsiteY3570"/>
              </a:cxn>
              <a:cxn ang="0">
                <a:pos x="connsiteX3571" y="connsiteY3571"/>
              </a:cxn>
              <a:cxn ang="0">
                <a:pos x="connsiteX3572" y="connsiteY3572"/>
              </a:cxn>
              <a:cxn ang="0">
                <a:pos x="connsiteX3573" y="connsiteY3573"/>
              </a:cxn>
              <a:cxn ang="0">
                <a:pos x="connsiteX3574" y="connsiteY3574"/>
              </a:cxn>
              <a:cxn ang="0">
                <a:pos x="connsiteX3575" y="connsiteY3575"/>
              </a:cxn>
              <a:cxn ang="0">
                <a:pos x="connsiteX3576" y="connsiteY3576"/>
              </a:cxn>
              <a:cxn ang="0">
                <a:pos x="connsiteX3577" y="connsiteY3577"/>
              </a:cxn>
              <a:cxn ang="0">
                <a:pos x="connsiteX3578" y="connsiteY3578"/>
              </a:cxn>
              <a:cxn ang="0">
                <a:pos x="connsiteX3579" y="connsiteY3579"/>
              </a:cxn>
              <a:cxn ang="0">
                <a:pos x="connsiteX3580" y="connsiteY3580"/>
              </a:cxn>
              <a:cxn ang="0">
                <a:pos x="connsiteX3581" y="connsiteY3581"/>
              </a:cxn>
              <a:cxn ang="0">
                <a:pos x="connsiteX3582" y="connsiteY3582"/>
              </a:cxn>
              <a:cxn ang="0">
                <a:pos x="connsiteX3583" y="connsiteY3583"/>
              </a:cxn>
              <a:cxn ang="0">
                <a:pos x="connsiteX3584" y="connsiteY3584"/>
              </a:cxn>
              <a:cxn ang="0">
                <a:pos x="connsiteX3585" y="connsiteY3585"/>
              </a:cxn>
              <a:cxn ang="0">
                <a:pos x="connsiteX3586" y="connsiteY3586"/>
              </a:cxn>
              <a:cxn ang="0">
                <a:pos x="connsiteX3587" y="connsiteY3587"/>
              </a:cxn>
              <a:cxn ang="0">
                <a:pos x="connsiteX3588" y="connsiteY3588"/>
              </a:cxn>
              <a:cxn ang="0">
                <a:pos x="connsiteX3589" y="connsiteY3589"/>
              </a:cxn>
              <a:cxn ang="0">
                <a:pos x="connsiteX3590" y="connsiteY3590"/>
              </a:cxn>
              <a:cxn ang="0">
                <a:pos x="connsiteX3591" y="connsiteY3591"/>
              </a:cxn>
              <a:cxn ang="0">
                <a:pos x="connsiteX3592" y="connsiteY3592"/>
              </a:cxn>
              <a:cxn ang="0">
                <a:pos x="connsiteX3593" y="connsiteY3593"/>
              </a:cxn>
              <a:cxn ang="0">
                <a:pos x="connsiteX3594" y="connsiteY3594"/>
              </a:cxn>
              <a:cxn ang="0">
                <a:pos x="connsiteX3595" y="connsiteY3595"/>
              </a:cxn>
              <a:cxn ang="0">
                <a:pos x="connsiteX3596" y="connsiteY3596"/>
              </a:cxn>
              <a:cxn ang="0">
                <a:pos x="connsiteX3597" y="connsiteY3597"/>
              </a:cxn>
              <a:cxn ang="0">
                <a:pos x="connsiteX3598" y="connsiteY3598"/>
              </a:cxn>
              <a:cxn ang="0">
                <a:pos x="connsiteX3599" y="connsiteY3599"/>
              </a:cxn>
              <a:cxn ang="0">
                <a:pos x="connsiteX3600" y="connsiteY3600"/>
              </a:cxn>
              <a:cxn ang="0">
                <a:pos x="connsiteX3601" y="connsiteY3601"/>
              </a:cxn>
              <a:cxn ang="0">
                <a:pos x="connsiteX3602" y="connsiteY3602"/>
              </a:cxn>
              <a:cxn ang="0">
                <a:pos x="connsiteX3603" y="connsiteY3603"/>
              </a:cxn>
              <a:cxn ang="0">
                <a:pos x="connsiteX3604" y="connsiteY3604"/>
              </a:cxn>
              <a:cxn ang="0">
                <a:pos x="connsiteX3605" y="connsiteY3605"/>
              </a:cxn>
              <a:cxn ang="0">
                <a:pos x="connsiteX3606" y="connsiteY3606"/>
              </a:cxn>
              <a:cxn ang="0">
                <a:pos x="connsiteX3607" y="connsiteY3607"/>
              </a:cxn>
              <a:cxn ang="0">
                <a:pos x="connsiteX3608" y="connsiteY3608"/>
              </a:cxn>
              <a:cxn ang="0">
                <a:pos x="connsiteX3609" y="connsiteY3609"/>
              </a:cxn>
              <a:cxn ang="0">
                <a:pos x="connsiteX3610" y="connsiteY3610"/>
              </a:cxn>
              <a:cxn ang="0">
                <a:pos x="connsiteX3611" y="connsiteY3611"/>
              </a:cxn>
              <a:cxn ang="0">
                <a:pos x="connsiteX3612" y="connsiteY3612"/>
              </a:cxn>
              <a:cxn ang="0">
                <a:pos x="connsiteX3613" y="connsiteY3613"/>
              </a:cxn>
              <a:cxn ang="0">
                <a:pos x="connsiteX3614" y="connsiteY3614"/>
              </a:cxn>
              <a:cxn ang="0">
                <a:pos x="connsiteX3615" y="connsiteY3615"/>
              </a:cxn>
              <a:cxn ang="0">
                <a:pos x="connsiteX3616" y="connsiteY3616"/>
              </a:cxn>
              <a:cxn ang="0">
                <a:pos x="connsiteX3617" y="connsiteY3617"/>
              </a:cxn>
              <a:cxn ang="0">
                <a:pos x="connsiteX3618" y="connsiteY3618"/>
              </a:cxn>
              <a:cxn ang="0">
                <a:pos x="connsiteX3619" y="connsiteY3619"/>
              </a:cxn>
              <a:cxn ang="0">
                <a:pos x="connsiteX3620" y="connsiteY3620"/>
              </a:cxn>
              <a:cxn ang="0">
                <a:pos x="connsiteX3621" y="connsiteY3621"/>
              </a:cxn>
              <a:cxn ang="0">
                <a:pos x="connsiteX3622" y="connsiteY3622"/>
              </a:cxn>
              <a:cxn ang="0">
                <a:pos x="connsiteX3623" y="connsiteY3623"/>
              </a:cxn>
              <a:cxn ang="0">
                <a:pos x="connsiteX3624" y="connsiteY3624"/>
              </a:cxn>
              <a:cxn ang="0">
                <a:pos x="connsiteX3625" y="connsiteY3625"/>
              </a:cxn>
              <a:cxn ang="0">
                <a:pos x="connsiteX3626" y="connsiteY3626"/>
              </a:cxn>
              <a:cxn ang="0">
                <a:pos x="connsiteX3627" y="connsiteY3627"/>
              </a:cxn>
              <a:cxn ang="0">
                <a:pos x="connsiteX3628" y="connsiteY3628"/>
              </a:cxn>
              <a:cxn ang="0">
                <a:pos x="connsiteX3629" y="connsiteY3629"/>
              </a:cxn>
              <a:cxn ang="0">
                <a:pos x="connsiteX3630" y="connsiteY3630"/>
              </a:cxn>
              <a:cxn ang="0">
                <a:pos x="connsiteX3631" y="connsiteY3631"/>
              </a:cxn>
              <a:cxn ang="0">
                <a:pos x="connsiteX3632" y="connsiteY3632"/>
              </a:cxn>
              <a:cxn ang="0">
                <a:pos x="connsiteX3633" y="connsiteY3633"/>
              </a:cxn>
              <a:cxn ang="0">
                <a:pos x="connsiteX3634" y="connsiteY3634"/>
              </a:cxn>
              <a:cxn ang="0">
                <a:pos x="connsiteX3635" y="connsiteY3635"/>
              </a:cxn>
              <a:cxn ang="0">
                <a:pos x="connsiteX3636" y="connsiteY3636"/>
              </a:cxn>
              <a:cxn ang="0">
                <a:pos x="connsiteX3637" y="connsiteY3637"/>
              </a:cxn>
              <a:cxn ang="0">
                <a:pos x="connsiteX3638" y="connsiteY3638"/>
              </a:cxn>
              <a:cxn ang="0">
                <a:pos x="connsiteX3639" y="connsiteY3639"/>
              </a:cxn>
              <a:cxn ang="0">
                <a:pos x="connsiteX3640" y="connsiteY3640"/>
              </a:cxn>
              <a:cxn ang="0">
                <a:pos x="connsiteX3641" y="connsiteY3641"/>
              </a:cxn>
              <a:cxn ang="0">
                <a:pos x="connsiteX3642" y="connsiteY3642"/>
              </a:cxn>
              <a:cxn ang="0">
                <a:pos x="connsiteX3643" y="connsiteY3643"/>
              </a:cxn>
              <a:cxn ang="0">
                <a:pos x="connsiteX3644" y="connsiteY3644"/>
              </a:cxn>
              <a:cxn ang="0">
                <a:pos x="connsiteX3645" y="connsiteY3645"/>
              </a:cxn>
              <a:cxn ang="0">
                <a:pos x="connsiteX3646" y="connsiteY3646"/>
              </a:cxn>
              <a:cxn ang="0">
                <a:pos x="connsiteX3647" y="connsiteY3647"/>
              </a:cxn>
              <a:cxn ang="0">
                <a:pos x="connsiteX3648" y="connsiteY3648"/>
              </a:cxn>
              <a:cxn ang="0">
                <a:pos x="connsiteX3649" y="connsiteY3649"/>
              </a:cxn>
              <a:cxn ang="0">
                <a:pos x="connsiteX3650" y="connsiteY3650"/>
              </a:cxn>
              <a:cxn ang="0">
                <a:pos x="connsiteX3651" y="connsiteY3651"/>
              </a:cxn>
              <a:cxn ang="0">
                <a:pos x="connsiteX3652" y="connsiteY3652"/>
              </a:cxn>
              <a:cxn ang="0">
                <a:pos x="connsiteX3653" y="connsiteY3653"/>
              </a:cxn>
              <a:cxn ang="0">
                <a:pos x="connsiteX3654" y="connsiteY3654"/>
              </a:cxn>
              <a:cxn ang="0">
                <a:pos x="connsiteX3655" y="connsiteY3655"/>
              </a:cxn>
              <a:cxn ang="0">
                <a:pos x="connsiteX3656" y="connsiteY3656"/>
              </a:cxn>
              <a:cxn ang="0">
                <a:pos x="connsiteX3657" y="connsiteY3657"/>
              </a:cxn>
              <a:cxn ang="0">
                <a:pos x="connsiteX3658" y="connsiteY3658"/>
              </a:cxn>
              <a:cxn ang="0">
                <a:pos x="connsiteX3659" y="connsiteY3659"/>
              </a:cxn>
              <a:cxn ang="0">
                <a:pos x="connsiteX3660" y="connsiteY3660"/>
              </a:cxn>
              <a:cxn ang="0">
                <a:pos x="connsiteX3661" y="connsiteY3661"/>
              </a:cxn>
              <a:cxn ang="0">
                <a:pos x="connsiteX3662" y="connsiteY3662"/>
              </a:cxn>
              <a:cxn ang="0">
                <a:pos x="connsiteX3663" y="connsiteY3663"/>
              </a:cxn>
              <a:cxn ang="0">
                <a:pos x="connsiteX3664" y="connsiteY3664"/>
              </a:cxn>
              <a:cxn ang="0">
                <a:pos x="connsiteX3665" y="connsiteY3665"/>
              </a:cxn>
              <a:cxn ang="0">
                <a:pos x="connsiteX3666" y="connsiteY3666"/>
              </a:cxn>
              <a:cxn ang="0">
                <a:pos x="connsiteX3667" y="connsiteY3667"/>
              </a:cxn>
              <a:cxn ang="0">
                <a:pos x="connsiteX3668" y="connsiteY3668"/>
              </a:cxn>
              <a:cxn ang="0">
                <a:pos x="connsiteX3669" y="connsiteY3669"/>
              </a:cxn>
              <a:cxn ang="0">
                <a:pos x="connsiteX3670" y="connsiteY3670"/>
              </a:cxn>
              <a:cxn ang="0">
                <a:pos x="connsiteX3671" y="connsiteY3671"/>
              </a:cxn>
              <a:cxn ang="0">
                <a:pos x="connsiteX3672" y="connsiteY3672"/>
              </a:cxn>
              <a:cxn ang="0">
                <a:pos x="connsiteX3673" y="connsiteY3673"/>
              </a:cxn>
              <a:cxn ang="0">
                <a:pos x="connsiteX3674" y="connsiteY3674"/>
              </a:cxn>
              <a:cxn ang="0">
                <a:pos x="connsiteX3675" y="connsiteY3675"/>
              </a:cxn>
              <a:cxn ang="0">
                <a:pos x="connsiteX3676" y="connsiteY3676"/>
              </a:cxn>
              <a:cxn ang="0">
                <a:pos x="connsiteX3677" y="connsiteY3677"/>
              </a:cxn>
              <a:cxn ang="0">
                <a:pos x="connsiteX3678" y="connsiteY3678"/>
              </a:cxn>
              <a:cxn ang="0">
                <a:pos x="connsiteX3679" y="connsiteY3679"/>
              </a:cxn>
              <a:cxn ang="0">
                <a:pos x="connsiteX3680" y="connsiteY3680"/>
              </a:cxn>
              <a:cxn ang="0">
                <a:pos x="connsiteX3681" y="connsiteY3681"/>
              </a:cxn>
              <a:cxn ang="0">
                <a:pos x="connsiteX3682" y="connsiteY3682"/>
              </a:cxn>
              <a:cxn ang="0">
                <a:pos x="connsiteX3683" y="connsiteY3683"/>
              </a:cxn>
              <a:cxn ang="0">
                <a:pos x="connsiteX3684" y="connsiteY3684"/>
              </a:cxn>
              <a:cxn ang="0">
                <a:pos x="connsiteX3685" y="connsiteY3685"/>
              </a:cxn>
              <a:cxn ang="0">
                <a:pos x="connsiteX3686" y="connsiteY3686"/>
              </a:cxn>
              <a:cxn ang="0">
                <a:pos x="connsiteX3687" y="connsiteY3687"/>
              </a:cxn>
              <a:cxn ang="0">
                <a:pos x="connsiteX3688" y="connsiteY3688"/>
              </a:cxn>
              <a:cxn ang="0">
                <a:pos x="connsiteX3689" y="connsiteY3689"/>
              </a:cxn>
              <a:cxn ang="0">
                <a:pos x="connsiteX3690" y="connsiteY3690"/>
              </a:cxn>
              <a:cxn ang="0">
                <a:pos x="connsiteX3691" y="connsiteY3691"/>
              </a:cxn>
              <a:cxn ang="0">
                <a:pos x="connsiteX3692" y="connsiteY3692"/>
              </a:cxn>
              <a:cxn ang="0">
                <a:pos x="connsiteX3693" y="connsiteY3693"/>
              </a:cxn>
              <a:cxn ang="0">
                <a:pos x="connsiteX3694" y="connsiteY3694"/>
              </a:cxn>
              <a:cxn ang="0">
                <a:pos x="connsiteX3695" y="connsiteY3695"/>
              </a:cxn>
              <a:cxn ang="0">
                <a:pos x="connsiteX3696" y="connsiteY3696"/>
              </a:cxn>
              <a:cxn ang="0">
                <a:pos x="connsiteX3697" y="connsiteY3697"/>
              </a:cxn>
              <a:cxn ang="0">
                <a:pos x="connsiteX3698" y="connsiteY3698"/>
              </a:cxn>
              <a:cxn ang="0">
                <a:pos x="connsiteX3699" y="connsiteY3699"/>
              </a:cxn>
              <a:cxn ang="0">
                <a:pos x="connsiteX3700" y="connsiteY3700"/>
              </a:cxn>
              <a:cxn ang="0">
                <a:pos x="connsiteX3701" y="connsiteY3701"/>
              </a:cxn>
              <a:cxn ang="0">
                <a:pos x="connsiteX3702" y="connsiteY3702"/>
              </a:cxn>
              <a:cxn ang="0">
                <a:pos x="connsiteX3703" y="connsiteY3703"/>
              </a:cxn>
              <a:cxn ang="0">
                <a:pos x="connsiteX3704" y="connsiteY3704"/>
              </a:cxn>
              <a:cxn ang="0">
                <a:pos x="connsiteX3705" y="connsiteY3705"/>
              </a:cxn>
              <a:cxn ang="0">
                <a:pos x="connsiteX3706" y="connsiteY3706"/>
              </a:cxn>
              <a:cxn ang="0">
                <a:pos x="connsiteX3707" y="connsiteY3707"/>
              </a:cxn>
              <a:cxn ang="0">
                <a:pos x="connsiteX3708" y="connsiteY3708"/>
              </a:cxn>
              <a:cxn ang="0">
                <a:pos x="connsiteX3709" y="connsiteY3709"/>
              </a:cxn>
              <a:cxn ang="0">
                <a:pos x="connsiteX3710" y="connsiteY3710"/>
              </a:cxn>
              <a:cxn ang="0">
                <a:pos x="connsiteX3711" y="connsiteY3711"/>
              </a:cxn>
              <a:cxn ang="0">
                <a:pos x="connsiteX3712" y="connsiteY3712"/>
              </a:cxn>
              <a:cxn ang="0">
                <a:pos x="connsiteX3713" y="connsiteY3713"/>
              </a:cxn>
              <a:cxn ang="0">
                <a:pos x="connsiteX3714" y="connsiteY3714"/>
              </a:cxn>
              <a:cxn ang="0">
                <a:pos x="connsiteX3715" y="connsiteY3715"/>
              </a:cxn>
              <a:cxn ang="0">
                <a:pos x="connsiteX3716" y="connsiteY3716"/>
              </a:cxn>
              <a:cxn ang="0">
                <a:pos x="connsiteX3717" y="connsiteY3717"/>
              </a:cxn>
              <a:cxn ang="0">
                <a:pos x="connsiteX3718" y="connsiteY3718"/>
              </a:cxn>
              <a:cxn ang="0">
                <a:pos x="connsiteX3719" y="connsiteY3719"/>
              </a:cxn>
              <a:cxn ang="0">
                <a:pos x="connsiteX3720" y="connsiteY3720"/>
              </a:cxn>
              <a:cxn ang="0">
                <a:pos x="connsiteX3721" y="connsiteY3721"/>
              </a:cxn>
              <a:cxn ang="0">
                <a:pos x="connsiteX3722" y="connsiteY3722"/>
              </a:cxn>
              <a:cxn ang="0">
                <a:pos x="connsiteX3723" y="connsiteY3723"/>
              </a:cxn>
              <a:cxn ang="0">
                <a:pos x="connsiteX3724" y="connsiteY3724"/>
              </a:cxn>
              <a:cxn ang="0">
                <a:pos x="connsiteX3725" y="connsiteY3725"/>
              </a:cxn>
              <a:cxn ang="0">
                <a:pos x="connsiteX3726" y="connsiteY3726"/>
              </a:cxn>
              <a:cxn ang="0">
                <a:pos x="connsiteX3727" y="connsiteY3727"/>
              </a:cxn>
              <a:cxn ang="0">
                <a:pos x="connsiteX3728" y="connsiteY3728"/>
              </a:cxn>
              <a:cxn ang="0">
                <a:pos x="connsiteX3729" y="connsiteY3729"/>
              </a:cxn>
              <a:cxn ang="0">
                <a:pos x="connsiteX3730" y="connsiteY3730"/>
              </a:cxn>
              <a:cxn ang="0">
                <a:pos x="connsiteX3731" y="connsiteY3731"/>
              </a:cxn>
              <a:cxn ang="0">
                <a:pos x="connsiteX3732" y="connsiteY3732"/>
              </a:cxn>
              <a:cxn ang="0">
                <a:pos x="connsiteX3733" y="connsiteY3733"/>
              </a:cxn>
              <a:cxn ang="0">
                <a:pos x="connsiteX3734" y="connsiteY3734"/>
              </a:cxn>
              <a:cxn ang="0">
                <a:pos x="connsiteX3735" y="connsiteY3735"/>
              </a:cxn>
              <a:cxn ang="0">
                <a:pos x="connsiteX3736" y="connsiteY3736"/>
              </a:cxn>
              <a:cxn ang="0">
                <a:pos x="connsiteX3737" y="connsiteY3737"/>
              </a:cxn>
              <a:cxn ang="0">
                <a:pos x="connsiteX3738" y="connsiteY3738"/>
              </a:cxn>
              <a:cxn ang="0">
                <a:pos x="connsiteX3739" y="connsiteY3739"/>
              </a:cxn>
              <a:cxn ang="0">
                <a:pos x="connsiteX3740" y="connsiteY3740"/>
              </a:cxn>
              <a:cxn ang="0">
                <a:pos x="connsiteX3741" y="connsiteY3741"/>
              </a:cxn>
              <a:cxn ang="0">
                <a:pos x="connsiteX3742" y="connsiteY3742"/>
              </a:cxn>
              <a:cxn ang="0">
                <a:pos x="connsiteX3743" y="connsiteY3743"/>
              </a:cxn>
              <a:cxn ang="0">
                <a:pos x="connsiteX3744" y="connsiteY3744"/>
              </a:cxn>
              <a:cxn ang="0">
                <a:pos x="connsiteX3745" y="connsiteY3745"/>
              </a:cxn>
              <a:cxn ang="0">
                <a:pos x="connsiteX3746" y="connsiteY3746"/>
              </a:cxn>
              <a:cxn ang="0">
                <a:pos x="connsiteX3747" y="connsiteY3747"/>
              </a:cxn>
              <a:cxn ang="0">
                <a:pos x="connsiteX3748" y="connsiteY3748"/>
              </a:cxn>
              <a:cxn ang="0">
                <a:pos x="connsiteX3749" y="connsiteY3749"/>
              </a:cxn>
              <a:cxn ang="0">
                <a:pos x="connsiteX3750" y="connsiteY3750"/>
              </a:cxn>
              <a:cxn ang="0">
                <a:pos x="connsiteX3751" y="connsiteY3751"/>
              </a:cxn>
              <a:cxn ang="0">
                <a:pos x="connsiteX3752" y="connsiteY3752"/>
              </a:cxn>
              <a:cxn ang="0">
                <a:pos x="connsiteX3753" y="connsiteY3753"/>
              </a:cxn>
              <a:cxn ang="0">
                <a:pos x="connsiteX3754" y="connsiteY3754"/>
              </a:cxn>
              <a:cxn ang="0">
                <a:pos x="connsiteX3755" y="connsiteY3755"/>
              </a:cxn>
              <a:cxn ang="0">
                <a:pos x="connsiteX3756" y="connsiteY3756"/>
              </a:cxn>
              <a:cxn ang="0">
                <a:pos x="connsiteX3757" y="connsiteY3757"/>
              </a:cxn>
              <a:cxn ang="0">
                <a:pos x="connsiteX3758" y="connsiteY3758"/>
              </a:cxn>
              <a:cxn ang="0">
                <a:pos x="connsiteX3759" y="connsiteY3759"/>
              </a:cxn>
              <a:cxn ang="0">
                <a:pos x="connsiteX3760" y="connsiteY3760"/>
              </a:cxn>
              <a:cxn ang="0">
                <a:pos x="connsiteX3761" y="connsiteY3761"/>
              </a:cxn>
              <a:cxn ang="0">
                <a:pos x="connsiteX3762" y="connsiteY3762"/>
              </a:cxn>
              <a:cxn ang="0">
                <a:pos x="connsiteX3763" y="connsiteY3763"/>
              </a:cxn>
              <a:cxn ang="0">
                <a:pos x="connsiteX3764" y="connsiteY3764"/>
              </a:cxn>
              <a:cxn ang="0">
                <a:pos x="connsiteX3765" y="connsiteY3765"/>
              </a:cxn>
              <a:cxn ang="0">
                <a:pos x="connsiteX3766" y="connsiteY3766"/>
              </a:cxn>
              <a:cxn ang="0">
                <a:pos x="connsiteX3767" y="connsiteY3767"/>
              </a:cxn>
              <a:cxn ang="0">
                <a:pos x="connsiteX3768" y="connsiteY3768"/>
              </a:cxn>
              <a:cxn ang="0">
                <a:pos x="connsiteX3769" y="connsiteY3769"/>
              </a:cxn>
              <a:cxn ang="0">
                <a:pos x="connsiteX3770" y="connsiteY3770"/>
              </a:cxn>
              <a:cxn ang="0">
                <a:pos x="connsiteX3771" y="connsiteY3771"/>
              </a:cxn>
              <a:cxn ang="0">
                <a:pos x="connsiteX3772" y="connsiteY3772"/>
              </a:cxn>
              <a:cxn ang="0">
                <a:pos x="connsiteX3773" y="connsiteY3773"/>
              </a:cxn>
              <a:cxn ang="0">
                <a:pos x="connsiteX3774" y="connsiteY3774"/>
              </a:cxn>
              <a:cxn ang="0">
                <a:pos x="connsiteX3775" y="connsiteY3775"/>
              </a:cxn>
              <a:cxn ang="0">
                <a:pos x="connsiteX3776" y="connsiteY3776"/>
              </a:cxn>
              <a:cxn ang="0">
                <a:pos x="connsiteX3777" y="connsiteY3777"/>
              </a:cxn>
              <a:cxn ang="0">
                <a:pos x="connsiteX3778" y="connsiteY3778"/>
              </a:cxn>
              <a:cxn ang="0">
                <a:pos x="connsiteX3779" y="connsiteY3779"/>
              </a:cxn>
              <a:cxn ang="0">
                <a:pos x="connsiteX3780" y="connsiteY3780"/>
              </a:cxn>
              <a:cxn ang="0">
                <a:pos x="connsiteX3781" y="connsiteY3781"/>
              </a:cxn>
              <a:cxn ang="0">
                <a:pos x="connsiteX3782" y="connsiteY3782"/>
              </a:cxn>
              <a:cxn ang="0">
                <a:pos x="connsiteX3783" y="connsiteY3783"/>
              </a:cxn>
              <a:cxn ang="0">
                <a:pos x="connsiteX3784" y="connsiteY3784"/>
              </a:cxn>
              <a:cxn ang="0">
                <a:pos x="connsiteX3785" y="connsiteY3785"/>
              </a:cxn>
              <a:cxn ang="0">
                <a:pos x="connsiteX3786" y="connsiteY3786"/>
              </a:cxn>
              <a:cxn ang="0">
                <a:pos x="connsiteX3787" y="connsiteY3787"/>
              </a:cxn>
              <a:cxn ang="0">
                <a:pos x="connsiteX3788" y="connsiteY3788"/>
              </a:cxn>
              <a:cxn ang="0">
                <a:pos x="connsiteX3789" y="connsiteY3789"/>
              </a:cxn>
              <a:cxn ang="0">
                <a:pos x="connsiteX3790" y="connsiteY3790"/>
              </a:cxn>
              <a:cxn ang="0">
                <a:pos x="connsiteX3791" y="connsiteY3791"/>
              </a:cxn>
              <a:cxn ang="0">
                <a:pos x="connsiteX3792" y="connsiteY3792"/>
              </a:cxn>
              <a:cxn ang="0">
                <a:pos x="connsiteX3793" y="connsiteY3793"/>
              </a:cxn>
              <a:cxn ang="0">
                <a:pos x="connsiteX3794" y="connsiteY3794"/>
              </a:cxn>
              <a:cxn ang="0">
                <a:pos x="connsiteX3795" y="connsiteY3795"/>
              </a:cxn>
              <a:cxn ang="0">
                <a:pos x="connsiteX3796" y="connsiteY3796"/>
              </a:cxn>
              <a:cxn ang="0">
                <a:pos x="connsiteX3797" y="connsiteY3797"/>
              </a:cxn>
              <a:cxn ang="0">
                <a:pos x="connsiteX3798" y="connsiteY3798"/>
              </a:cxn>
              <a:cxn ang="0">
                <a:pos x="connsiteX3799" y="connsiteY3799"/>
              </a:cxn>
              <a:cxn ang="0">
                <a:pos x="connsiteX3800" y="connsiteY3800"/>
              </a:cxn>
              <a:cxn ang="0">
                <a:pos x="connsiteX3801" y="connsiteY3801"/>
              </a:cxn>
              <a:cxn ang="0">
                <a:pos x="connsiteX3802" y="connsiteY3802"/>
              </a:cxn>
              <a:cxn ang="0">
                <a:pos x="connsiteX3803" y="connsiteY3803"/>
              </a:cxn>
              <a:cxn ang="0">
                <a:pos x="connsiteX3804" y="connsiteY3804"/>
              </a:cxn>
              <a:cxn ang="0">
                <a:pos x="connsiteX3805" y="connsiteY3805"/>
              </a:cxn>
              <a:cxn ang="0">
                <a:pos x="connsiteX3806" y="connsiteY3806"/>
              </a:cxn>
              <a:cxn ang="0">
                <a:pos x="connsiteX3807" y="connsiteY3807"/>
              </a:cxn>
              <a:cxn ang="0">
                <a:pos x="connsiteX3808" y="connsiteY3808"/>
              </a:cxn>
              <a:cxn ang="0">
                <a:pos x="connsiteX3809" y="connsiteY3809"/>
              </a:cxn>
              <a:cxn ang="0">
                <a:pos x="connsiteX3810" y="connsiteY3810"/>
              </a:cxn>
              <a:cxn ang="0">
                <a:pos x="connsiteX3811" y="connsiteY3811"/>
              </a:cxn>
              <a:cxn ang="0">
                <a:pos x="connsiteX3812" y="connsiteY3812"/>
              </a:cxn>
              <a:cxn ang="0">
                <a:pos x="connsiteX3813" y="connsiteY3813"/>
              </a:cxn>
              <a:cxn ang="0">
                <a:pos x="connsiteX3814" y="connsiteY3814"/>
              </a:cxn>
              <a:cxn ang="0">
                <a:pos x="connsiteX3815" y="connsiteY3815"/>
              </a:cxn>
              <a:cxn ang="0">
                <a:pos x="connsiteX3816" y="connsiteY3816"/>
              </a:cxn>
              <a:cxn ang="0">
                <a:pos x="connsiteX3817" y="connsiteY3817"/>
              </a:cxn>
              <a:cxn ang="0">
                <a:pos x="connsiteX3818" y="connsiteY3818"/>
              </a:cxn>
              <a:cxn ang="0">
                <a:pos x="connsiteX3819" y="connsiteY3819"/>
              </a:cxn>
              <a:cxn ang="0">
                <a:pos x="connsiteX3820" y="connsiteY3820"/>
              </a:cxn>
              <a:cxn ang="0">
                <a:pos x="connsiteX3821" y="connsiteY3821"/>
              </a:cxn>
              <a:cxn ang="0">
                <a:pos x="connsiteX3822" y="connsiteY3822"/>
              </a:cxn>
              <a:cxn ang="0">
                <a:pos x="connsiteX3823" y="connsiteY3823"/>
              </a:cxn>
              <a:cxn ang="0">
                <a:pos x="connsiteX3824" y="connsiteY3824"/>
              </a:cxn>
              <a:cxn ang="0">
                <a:pos x="connsiteX3825" y="connsiteY3825"/>
              </a:cxn>
              <a:cxn ang="0">
                <a:pos x="connsiteX3826" y="connsiteY3826"/>
              </a:cxn>
              <a:cxn ang="0">
                <a:pos x="connsiteX3827" y="connsiteY3827"/>
              </a:cxn>
              <a:cxn ang="0">
                <a:pos x="connsiteX3828" y="connsiteY3828"/>
              </a:cxn>
              <a:cxn ang="0">
                <a:pos x="connsiteX3829" y="connsiteY3829"/>
              </a:cxn>
              <a:cxn ang="0">
                <a:pos x="connsiteX3830" y="connsiteY3830"/>
              </a:cxn>
              <a:cxn ang="0">
                <a:pos x="connsiteX3831" y="connsiteY3831"/>
              </a:cxn>
              <a:cxn ang="0">
                <a:pos x="connsiteX3832" y="connsiteY3832"/>
              </a:cxn>
              <a:cxn ang="0">
                <a:pos x="connsiteX3833" y="connsiteY3833"/>
              </a:cxn>
              <a:cxn ang="0">
                <a:pos x="connsiteX3834" y="connsiteY3834"/>
              </a:cxn>
              <a:cxn ang="0">
                <a:pos x="connsiteX3835" y="connsiteY3835"/>
              </a:cxn>
              <a:cxn ang="0">
                <a:pos x="connsiteX3836" y="connsiteY3836"/>
              </a:cxn>
              <a:cxn ang="0">
                <a:pos x="connsiteX3837" y="connsiteY3837"/>
              </a:cxn>
              <a:cxn ang="0">
                <a:pos x="connsiteX3838" y="connsiteY3838"/>
              </a:cxn>
              <a:cxn ang="0">
                <a:pos x="connsiteX3839" y="connsiteY3839"/>
              </a:cxn>
              <a:cxn ang="0">
                <a:pos x="connsiteX3840" y="connsiteY3840"/>
              </a:cxn>
              <a:cxn ang="0">
                <a:pos x="connsiteX3841" y="connsiteY3841"/>
              </a:cxn>
              <a:cxn ang="0">
                <a:pos x="connsiteX3842" y="connsiteY3842"/>
              </a:cxn>
              <a:cxn ang="0">
                <a:pos x="connsiteX3843" y="connsiteY3843"/>
              </a:cxn>
              <a:cxn ang="0">
                <a:pos x="connsiteX3844" y="connsiteY3844"/>
              </a:cxn>
              <a:cxn ang="0">
                <a:pos x="connsiteX3845" y="connsiteY3845"/>
              </a:cxn>
              <a:cxn ang="0">
                <a:pos x="connsiteX3846" y="connsiteY3846"/>
              </a:cxn>
              <a:cxn ang="0">
                <a:pos x="connsiteX3847" y="connsiteY3847"/>
              </a:cxn>
              <a:cxn ang="0">
                <a:pos x="connsiteX3848" y="connsiteY3848"/>
              </a:cxn>
              <a:cxn ang="0">
                <a:pos x="connsiteX3849" y="connsiteY3849"/>
              </a:cxn>
              <a:cxn ang="0">
                <a:pos x="connsiteX3850" y="connsiteY3850"/>
              </a:cxn>
              <a:cxn ang="0">
                <a:pos x="connsiteX3851" y="connsiteY3851"/>
              </a:cxn>
              <a:cxn ang="0">
                <a:pos x="connsiteX3852" y="connsiteY3852"/>
              </a:cxn>
              <a:cxn ang="0">
                <a:pos x="connsiteX3853" y="connsiteY3853"/>
              </a:cxn>
              <a:cxn ang="0">
                <a:pos x="connsiteX3854" y="connsiteY3854"/>
              </a:cxn>
              <a:cxn ang="0">
                <a:pos x="connsiteX3855" y="connsiteY3855"/>
              </a:cxn>
              <a:cxn ang="0">
                <a:pos x="connsiteX3856" y="connsiteY3856"/>
              </a:cxn>
              <a:cxn ang="0">
                <a:pos x="connsiteX3857" y="connsiteY3857"/>
              </a:cxn>
              <a:cxn ang="0">
                <a:pos x="connsiteX3858" y="connsiteY3858"/>
              </a:cxn>
              <a:cxn ang="0">
                <a:pos x="connsiteX3859" y="connsiteY3859"/>
              </a:cxn>
              <a:cxn ang="0">
                <a:pos x="connsiteX3860" y="connsiteY3860"/>
              </a:cxn>
              <a:cxn ang="0">
                <a:pos x="connsiteX3861" y="connsiteY3861"/>
              </a:cxn>
              <a:cxn ang="0">
                <a:pos x="connsiteX3862" y="connsiteY3862"/>
              </a:cxn>
              <a:cxn ang="0">
                <a:pos x="connsiteX3863" y="connsiteY3863"/>
              </a:cxn>
              <a:cxn ang="0">
                <a:pos x="connsiteX3864" y="connsiteY3864"/>
              </a:cxn>
              <a:cxn ang="0">
                <a:pos x="connsiteX3865" y="connsiteY3865"/>
              </a:cxn>
              <a:cxn ang="0">
                <a:pos x="connsiteX3866" y="connsiteY3866"/>
              </a:cxn>
              <a:cxn ang="0">
                <a:pos x="connsiteX3867" y="connsiteY3867"/>
              </a:cxn>
              <a:cxn ang="0">
                <a:pos x="connsiteX3868" y="connsiteY3868"/>
              </a:cxn>
              <a:cxn ang="0">
                <a:pos x="connsiteX3869" y="connsiteY3869"/>
              </a:cxn>
              <a:cxn ang="0">
                <a:pos x="connsiteX3870" y="connsiteY3870"/>
              </a:cxn>
              <a:cxn ang="0">
                <a:pos x="connsiteX3871" y="connsiteY3871"/>
              </a:cxn>
              <a:cxn ang="0">
                <a:pos x="connsiteX3872" y="connsiteY3872"/>
              </a:cxn>
              <a:cxn ang="0">
                <a:pos x="connsiteX3873" y="connsiteY3873"/>
              </a:cxn>
              <a:cxn ang="0">
                <a:pos x="connsiteX3874" y="connsiteY3874"/>
              </a:cxn>
              <a:cxn ang="0">
                <a:pos x="connsiteX3875" y="connsiteY3875"/>
              </a:cxn>
              <a:cxn ang="0">
                <a:pos x="connsiteX3876" y="connsiteY3876"/>
              </a:cxn>
              <a:cxn ang="0">
                <a:pos x="connsiteX3877" y="connsiteY3877"/>
              </a:cxn>
              <a:cxn ang="0">
                <a:pos x="connsiteX3878" y="connsiteY3878"/>
              </a:cxn>
              <a:cxn ang="0">
                <a:pos x="connsiteX3879" y="connsiteY3879"/>
              </a:cxn>
              <a:cxn ang="0">
                <a:pos x="connsiteX3880" y="connsiteY3880"/>
              </a:cxn>
              <a:cxn ang="0">
                <a:pos x="connsiteX3881" y="connsiteY3881"/>
              </a:cxn>
              <a:cxn ang="0">
                <a:pos x="connsiteX3882" y="connsiteY3882"/>
              </a:cxn>
              <a:cxn ang="0">
                <a:pos x="connsiteX3883" y="connsiteY3883"/>
              </a:cxn>
              <a:cxn ang="0">
                <a:pos x="connsiteX3884" y="connsiteY3884"/>
              </a:cxn>
              <a:cxn ang="0">
                <a:pos x="connsiteX3885" y="connsiteY3885"/>
              </a:cxn>
              <a:cxn ang="0">
                <a:pos x="connsiteX3886" y="connsiteY3886"/>
              </a:cxn>
              <a:cxn ang="0">
                <a:pos x="connsiteX3887" y="connsiteY3887"/>
              </a:cxn>
              <a:cxn ang="0">
                <a:pos x="connsiteX3888" y="connsiteY3888"/>
              </a:cxn>
              <a:cxn ang="0">
                <a:pos x="connsiteX3889" y="connsiteY3889"/>
              </a:cxn>
              <a:cxn ang="0">
                <a:pos x="connsiteX3890" y="connsiteY3890"/>
              </a:cxn>
              <a:cxn ang="0">
                <a:pos x="connsiteX3891" y="connsiteY3891"/>
              </a:cxn>
              <a:cxn ang="0">
                <a:pos x="connsiteX3892" y="connsiteY3892"/>
              </a:cxn>
              <a:cxn ang="0">
                <a:pos x="connsiteX3893" y="connsiteY3893"/>
              </a:cxn>
              <a:cxn ang="0">
                <a:pos x="connsiteX3894" y="connsiteY3894"/>
              </a:cxn>
              <a:cxn ang="0">
                <a:pos x="connsiteX3895" y="connsiteY3895"/>
              </a:cxn>
              <a:cxn ang="0">
                <a:pos x="connsiteX3896" y="connsiteY3896"/>
              </a:cxn>
              <a:cxn ang="0">
                <a:pos x="connsiteX3897" y="connsiteY3897"/>
              </a:cxn>
              <a:cxn ang="0">
                <a:pos x="connsiteX3898" y="connsiteY3898"/>
              </a:cxn>
              <a:cxn ang="0">
                <a:pos x="connsiteX3899" y="connsiteY3899"/>
              </a:cxn>
              <a:cxn ang="0">
                <a:pos x="connsiteX3900" y="connsiteY3900"/>
              </a:cxn>
              <a:cxn ang="0">
                <a:pos x="connsiteX3901" y="connsiteY3901"/>
              </a:cxn>
              <a:cxn ang="0">
                <a:pos x="connsiteX3902" y="connsiteY3902"/>
              </a:cxn>
              <a:cxn ang="0">
                <a:pos x="connsiteX3903" y="connsiteY3903"/>
              </a:cxn>
              <a:cxn ang="0">
                <a:pos x="connsiteX3904" y="connsiteY3904"/>
              </a:cxn>
              <a:cxn ang="0">
                <a:pos x="connsiteX3905" y="connsiteY3905"/>
              </a:cxn>
              <a:cxn ang="0">
                <a:pos x="connsiteX3906" y="connsiteY3906"/>
              </a:cxn>
              <a:cxn ang="0">
                <a:pos x="connsiteX3907" y="connsiteY3907"/>
              </a:cxn>
              <a:cxn ang="0">
                <a:pos x="connsiteX3908" y="connsiteY3908"/>
              </a:cxn>
              <a:cxn ang="0">
                <a:pos x="connsiteX3909" y="connsiteY3909"/>
              </a:cxn>
              <a:cxn ang="0">
                <a:pos x="connsiteX3910" y="connsiteY3910"/>
              </a:cxn>
              <a:cxn ang="0">
                <a:pos x="connsiteX3911" y="connsiteY3911"/>
              </a:cxn>
              <a:cxn ang="0">
                <a:pos x="connsiteX3912" y="connsiteY3912"/>
              </a:cxn>
              <a:cxn ang="0">
                <a:pos x="connsiteX3913" y="connsiteY3913"/>
              </a:cxn>
              <a:cxn ang="0">
                <a:pos x="connsiteX3914" y="connsiteY3914"/>
              </a:cxn>
              <a:cxn ang="0">
                <a:pos x="connsiteX3915" y="connsiteY3915"/>
              </a:cxn>
              <a:cxn ang="0">
                <a:pos x="connsiteX3916" y="connsiteY3916"/>
              </a:cxn>
              <a:cxn ang="0">
                <a:pos x="connsiteX3917" y="connsiteY3917"/>
              </a:cxn>
              <a:cxn ang="0">
                <a:pos x="connsiteX3918" y="connsiteY3918"/>
              </a:cxn>
              <a:cxn ang="0">
                <a:pos x="connsiteX3919" y="connsiteY3919"/>
              </a:cxn>
              <a:cxn ang="0">
                <a:pos x="connsiteX3920" y="connsiteY3920"/>
              </a:cxn>
              <a:cxn ang="0">
                <a:pos x="connsiteX3921" y="connsiteY3921"/>
              </a:cxn>
              <a:cxn ang="0">
                <a:pos x="connsiteX3922" y="connsiteY3922"/>
              </a:cxn>
              <a:cxn ang="0">
                <a:pos x="connsiteX3923" y="connsiteY3923"/>
              </a:cxn>
              <a:cxn ang="0">
                <a:pos x="connsiteX3924" y="connsiteY3924"/>
              </a:cxn>
              <a:cxn ang="0">
                <a:pos x="connsiteX3925" y="connsiteY3925"/>
              </a:cxn>
              <a:cxn ang="0">
                <a:pos x="connsiteX3926" y="connsiteY3926"/>
              </a:cxn>
              <a:cxn ang="0">
                <a:pos x="connsiteX3927" y="connsiteY3927"/>
              </a:cxn>
              <a:cxn ang="0">
                <a:pos x="connsiteX3928" y="connsiteY3928"/>
              </a:cxn>
              <a:cxn ang="0">
                <a:pos x="connsiteX3929" y="connsiteY3929"/>
              </a:cxn>
              <a:cxn ang="0">
                <a:pos x="connsiteX3930" y="connsiteY3930"/>
              </a:cxn>
              <a:cxn ang="0">
                <a:pos x="connsiteX3931" y="connsiteY3931"/>
              </a:cxn>
              <a:cxn ang="0">
                <a:pos x="connsiteX3932" y="connsiteY3932"/>
              </a:cxn>
              <a:cxn ang="0">
                <a:pos x="connsiteX3933" y="connsiteY3933"/>
              </a:cxn>
              <a:cxn ang="0">
                <a:pos x="connsiteX3934" y="connsiteY3934"/>
              </a:cxn>
              <a:cxn ang="0">
                <a:pos x="connsiteX3935" y="connsiteY3935"/>
              </a:cxn>
              <a:cxn ang="0">
                <a:pos x="connsiteX3936" y="connsiteY3936"/>
              </a:cxn>
              <a:cxn ang="0">
                <a:pos x="connsiteX3937" y="connsiteY3937"/>
              </a:cxn>
              <a:cxn ang="0">
                <a:pos x="connsiteX3938" y="connsiteY3938"/>
              </a:cxn>
              <a:cxn ang="0">
                <a:pos x="connsiteX3939" y="connsiteY3939"/>
              </a:cxn>
              <a:cxn ang="0">
                <a:pos x="connsiteX3940" y="connsiteY3940"/>
              </a:cxn>
              <a:cxn ang="0">
                <a:pos x="connsiteX3941" y="connsiteY3941"/>
              </a:cxn>
              <a:cxn ang="0">
                <a:pos x="connsiteX3942" y="connsiteY3942"/>
              </a:cxn>
              <a:cxn ang="0">
                <a:pos x="connsiteX3943" y="connsiteY3943"/>
              </a:cxn>
              <a:cxn ang="0">
                <a:pos x="connsiteX3944" y="connsiteY3944"/>
              </a:cxn>
              <a:cxn ang="0">
                <a:pos x="connsiteX3945" y="connsiteY3945"/>
              </a:cxn>
              <a:cxn ang="0">
                <a:pos x="connsiteX3946" y="connsiteY3946"/>
              </a:cxn>
              <a:cxn ang="0">
                <a:pos x="connsiteX3947" y="connsiteY3947"/>
              </a:cxn>
              <a:cxn ang="0">
                <a:pos x="connsiteX3948" y="connsiteY3948"/>
              </a:cxn>
              <a:cxn ang="0">
                <a:pos x="connsiteX3949" y="connsiteY3949"/>
              </a:cxn>
              <a:cxn ang="0">
                <a:pos x="connsiteX3950" y="connsiteY3950"/>
              </a:cxn>
              <a:cxn ang="0">
                <a:pos x="connsiteX3951" y="connsiteY3951"/>
              </a:cxn>
              <a:cxn ang="0">
                <a:pos x="connsiteX3952" y="connsiteY3952"/>
              </a:cxn>
              <a:cxn ang="0">
                <a:pos x="connsiteX3953" y="connsiteY3953"/>
              </a:cxn>
              <a:cxn ang="0">
                <a:pos x="connsiteX3954" y="connsiteY3954"/>
              </a:cxn>
              <a:cxn ang="0">
                <a:pos x="connsiteX3955" y="connsiteY3955"/>
              </a:cxn>
              <a:cxn ang="0">
                <a:pos x="connsiteX3956" y="connsiteY3956"/>
              </a:cxn>
              <a:cxn ang="0">
                <a:pos x="connsiteX3957" y="connsiteY3957"/>
              </a:cxn>
              <a:cxn ang="0">
                <a:pos x="connsiteX3958" y="connsiteY3958"/>
              </a:cxn>
              <a:cxn ang="0">
                <a:pos x="connsiteX3959" y="connsiteY3959"/>
              </a:cxn>
              <a:cxn ang="0">
                <a:pos x="connsiteX3960" y="connsiteY3960"/>
              </a:cxn>
              <a:cxn ang="0">
                <a:pos x="connsiteX3961" y="connsiteY3961"/>
              </a:cxn>
              <a:cxn ang="0">
                <a:pos x="connsiteX3962" y="connsiteY3962"/>
              </a:cxn>
              <a:cxn ang="0">
                <a:pos x="connsiteX3963" y="connsiteY3963"/>
              </a:cxn>
              <a:cxn ang="0">
                <a:pos x="connsiteX3964" y="connsiteY3964"/>
              </a:cxn>
              <a:cxn ang="0">
                <a:pos x="connsiteX3965" y="connsiteY3965"/>
              </a:cxn>
              <a:cxn ang="0">
                <a:pos x="connsiteX3966" y="connsiteY3966"/>
              </a:cxn>
              <a:cxn ang="0">
                <a:pos x="connsiteX3967" y="connsiteY3967"/>
              </a:cxn>
              <a:cxn ang="0">
                <a:pos x="connsiteX3968" y="connsiteY3968"/>
              </a:cxn>
              <a:cxn ang="0">
                <a:pos x="connsiteX3969" y="connsiteY3969"/>
              </a:cxn>
              <a:cxn ang="0">
                <a:pos x="connsiteX3970" y="connsiteY3970"/>
              </a:cxn>
              <a:cxn ang="0">
                <a:pos x="connsiteX3971" y="connsiteY3971"/>
              </a:cxn>
              <a:cxn ang="0">
                <a:pos x="connsiteX3972" y="connsiteY3972"/>
              </a:cxn>
              <a:cxn ang="0">
                <a:pos x="connsiteX3973" y="connsiteY3973"/>
              </a:cxn>
              <a:cxn ang="0">
                <a:pos x="connsiteX3974" y="connsiteY3974"/>
              </a:cxn>
              <a:cxn ang="0">
                <a:pos x="connsiteX3975" y="connsiteY3975"/>
              </a:cxn>
              <a:cxn ang="0">
                <a:pos x="connsiteX3976" y="connsiteY3976"/>
              </a:cxn>
              <a:cxn ang="0">
                <a:pos x="connsiteX3977" y="connsiteY3977"/>
              </a:cxn>
              <a:cxn ang="0">
                <a:pos x="connsiteX3978" y="connsiteY3978"/>
              </a:cxn>
              <a:cxn ang="0">
                <a:pos x="connsiteX3979" y="connsiteY3979"/>
              </a:cxn>
              <a:cxn ang="0">
                <a:pos x="connsiteX3980" y="connsiteY3980"/>
              </a:cxn>
              <a:cxn ang="0">
                <a:pos x="connsiteX3981" y="connsiteY3981"/>
              </a:cxn>
              <a:cxn ang="0">
                <a:pos x="connsiteX3982" y="connsiteY3982"/>
              </a:cxn>
              <a:cxn ang="0">
                <a:pos x="connsiteX3983" y="connsiteY3983"/>
              </a:cxn>
              <a:cxn ang="0">
                <a:pos x="connsiteX3984" y="connsiteY3984"/>
              </a:cxn>
              <a:cxn ang="0">
                <a:pos x="connsiteX3985" y="connsiteY3985"/>
              </a:cxn>
              <a:cxn ang="0">
                <a:pos x="connsiteX3986" y="connsiteY3986"/>
              </a:cxn>
              <a:cxn ang="0">
                <a:pos x="connsiteX3987" y="connsiteY3987"/>
              </a:cxn>
              <a:cxn ang="0">
                <a:pos x="connsiteX3988" y="connsiteY3988"/>
              </a:cxn>
              <a:cxn ang="0">
                <a:pos x="connsiteX3989" y="connsiteY3989"/>
              </a:cxn>
              <a:cxn ang="0">
                <a:pos x="connsiteX3990" y="connsiteY3990"/>
              </a:cxn>
              <a:cxn ang="0">
                <a:pos x="connsiteX3991" y="connsiteY3991"/>
              </a:cxn>
              <a:cxn ang="0">
                <a:pos x="connsiteX3992" y="connsiteY3992"/>
              </a:cxn>
              <a:cxn ang="0">
                <a:pos x="connsiteX3993" y="connsiteY3993"/>
              </a:cxn>
              <a:cxn ang="0">
                <a:pos x="connsiteX3994" y="connsiteY3994"/>
              </a:cxn>
              <a:cxn ang="0">
                <a:pos x="connsiteX3995" y="connsiteY3995"/>
              </a:cxn>
              <a:cxn ang="0">
                <a:pos x="connsiteX3996" y="connsiteY3996"/>
              </a:cxn>
              <a:cxn ang="0">
                <a:pos x="connsiteX3997" y="connsiteY3997"/>
              </a:cxn>
              <a:cxn ang="0">
                <a:pos x="connsiteX3998" y="connsiteY3998"/>
              </a:cxn>
              <a:cxn ang="0">
                <a:pos x="connsiteX3999" y="connsiteY3999"/>
              </a:cxn>
              <a:cxn ang="0">
                <a:pos x="connsiteX4000" y="connsiteY4000"/>
              </a:cxn>
              <a:cxn ang="0">
                <a:pos x="connsiteX4001" y="connsiteY4001"/>
              </a:cxn>
              <a:cxn ang="0">
                <a:pos x="connsiteX4002" y="connsiteY4002"/>
              </a:cxn>
              <a:cxn ang="0">
                <a:pos x="connsiteX4003" y="connsiteY4003"/>
              </a:cxn>
              <a:cxn ang="0">
                <a:pos x="connsiteX4004" y="connsiteY4004"/>
              </a:cxn>
              <a:cxn ang="0">
                <a:pos x="connsiteX4005" y="connsiteY4005"/>
              </a:cxn>
              <a:cxn ang="0">
                <a:pos x="connsiteX4006" y="connsiteY4006"/>
              </a:cxn>
              <a:cxn ang="0">
                <a:pos x="connsiteX4007" y="connsiteY4007"/>
              </a:cxn>
              <a:cxn ang="0">
                <a:pos x="connsiteX4008" y="connsiteY4008"/>
              </a:cxn>
              <a:cxn ang="0">
                <a:pos x="connsiteX4009" y="connsiteY4009"/>
              </a:cxn>
              <a:cxn ang="0">
                <a:pos x="connsiteX4010" y="connsiteY4010"/>
              </a:cxn>
              <a:cxn ang="0">
                <a:pos x="connsiteX4011" y="connsiteY4011"/>
              </a:cxn>
              <a:cxn ang="0">
                <a:pos x="connsiteX4012" y="connsiteY4012"/>
              </a:cxn>
              <a:cxn ang="0">
                <a:pos x="connsiteX4013" y="connsiteY4013"/>
              </a:cxn>
              <a:cxn ang="0">
                <a:pos x="connsiteX4014" y="connsiteY4014"/>
              </a:cxn>
              <a:cxn ang="0">
                <a:pos x="connsiteX4015" y="connsiteY4015"/>
              </a:cxn>
              <a:cxn ang="0">
                <a:pos x="connsiteX4016" y="connsiteY4016"/>
              </a:cxn>
              <a:cxn ang="0">
                <a:pos x="connsiteX4017" y="connsiteY4017"/>
              </a:cxn>
              <a:cxn ang="0">
                <a:pos x="connsiteX4018" y="connsiteY4018"/>
              </a:cxn>
              <a:cxn ang="0">
                <a:pos x="connsiteX4019" y="connsiteY4019"/>
              </a:cxn>
              <a:cxn ang="0">
                <a:pos x="connsiteX4020" y="connsiteY4020"/>
              </a:cxn>
              <a:cxn ang="0">
                <a:pos x="connsiteX4021" y="connsiteY4021"/>
              </a:cxn>
              <a:cxn ang="0">
                <a:pos x="connsiteX4022" y="connsiteY4022"/>
              </a:cxn>
              <a:cxn ang="0">
                <a:pos x="connsiteX4023" y="connsiteY4023"/>
              </a:cxn>
              <a:cxn ang="0">
                <a:pos x="connsiteX4024" y="connsiteY4024"/>
              </a:cxn>
              <a:cxn ang="0">
                <a:pos x="connsiteX4025" y="connsiteY4025"/>
              </a:cxn>
              <a:cxn ang="0">
                <a:pos x="connsiteX4026" y="connsiteY4026"/>
              </a:cxn>
              <a:cxn ang="0">
                <a:pos x="connsiteX4027" y="connsiteY4027"/>
              </a:cxn>
              <a:cxn ang="0">
                <a:pos x="connsiteX4028" y="connsiteY4028"/>
              </a:cxn>
              <a:cxn ang="0">
                <a:pos x="connsiteX4029" y="connsiteY4029"/>
              </a:cxn>
              <a:cxn ang="0">
                <a:pos x="connsiteX4030" y="connsiteY4030"/>
              </a:cxn>
              <a:cxn ang="0">
                <a:pos x="connsiteX4031" y="connsiteY4031"/>
              </a:cxn>
              <a:cxn ang="0">
                <a:pos x="connsiteX4032" y="connsiteY4032"/>
              </a:cxn>
              <a:cxn ang="0">
                <a:pos x="connsiteX4033" y="connsiteY4033"/>
              </a:cxn>
              <a:cxn ang="0">
                <a:pos x="connsiteX4034" y="connsiteY4034"/>
              </a:cxn>
              <a:cxn ang="0">
                <a:pos x="connsiteX4035" y="connsiteY4035"/>
              </a:cxn>
              <a:cxn ang="0">
                <a:pos x="connsiteX4036" y="connsiteY4036"/>
              </a:cxn>
              <a:cxn ang="0">
                <a:pos x="connsiteX4037" y="connsiteY4037"/>
              </a:cxn>
              <a:cxn ang="0">
                <a:pos x="connsiteX4038" y="connsiteY4038"/>
              </a:cxn>
              <a:cxn ang="0">
                <a:pos x="connsiteX4039" y="connsiteY4039"/>
              </a:cxn>
              <a:cxn ang="0">
                <a:pos x="connsiteX4040" y="connsiteY4040"/>
              </a:cxn>
              <a:cxn ang="0">
                <a:pos x="connsiteX4041" y="connsiteY4041"/>
              </a:cxn>
              <a:cxn ang="0">
                <a:pos x="connsiteX4042" y="connsiteY4042"/>
              </a:cxn>
              <a:cxn ang="0">
                <a:pos x="connsiteX4043" y="connsiteY4043"/>
              </a:cxn>
              <a:cxn ang="0">
                <a:pos x="connsiteX4044" y="connsiteY4044"/>
              </a:cxn>
              <a:cxn ang="0">
                <a:pos x="connsiteX4045" y="connsiteY4045"/>
              </a:cxn>
              <a:cxn ang="0">
                <a:pos x="connsiteX4046" y="connsiteY4046"/>
              </a:cxn>
              <a:cxn ang="0">
                <a:pos x="connsiteX4047" y="connsiteY4047"/>
              </a:cxn>
              <a:cxn ang="0">
                <a:pos x="connsiteX4048" y="connsiteY4048"/>
              </a:cxn>
              <a:cxn ang="0">
                <a:pos x="connsiteX4049" y="connsiteY4049"/>
              </a:cxn>
              <a:cxn ang="0">
                <a:pos x="connsiteX4050" y="connsiteY4050"/>
              </a:cxn>
              <a:cxn ang="0">
                <a:pos x="connsiteX4051" y="connsiteY4051"/>
              </a:cxn>
              <a:cxn ang="0">
                <a:pos x="connsiteX4052" y="connsiteY4052"/>
              </a:cxn>
              <a:cxn ang="0">
                <a:pos x="connsiteX4053" y="connsiteY4053"/>
              </a:cxn>
              <a:cxn ang="0">
                <a:pos x="connsiteX4054" y="connsiteY4054"/>
              </a:cxn>
              <a:cxn ang="0">
                <a:pos x="connsiteX4055" y="connsiteY4055"/>
              </a:cxn>
              <a:cxn ang="0">
                <a:pos x="connsiteX4056" y="connsiteY4056"/>
              </a:cxn>
              <a:cxn ang="0">
                <a:pos x="connsiteX4057" y="connsiteY4057"/>
              </a:cxn>
              <a:cxn ang="0">
                <a:pos x="connsiteX4058" y="connsiteY4058"/>
              </a:cxn>
              <a:cxn ang="0">
                <a:pos x="connsiteX4059" y="connsiteY4059"/>
              </a:cxn>
              <a:cxn ang="0">
                <a:pos x="connsiteX4060" y="connsiteY4060"/>
              </a:cxn>
              <a:cxn ang="0">
                <a:pos x="connsiteX4061" y="connsiteY4061"/>
              </a:cxn>
              <a:cxn ang="0">
                <a:pos x="connsiteX4062" y="connsiteY4062"/>
              </a:cxn>
              <a:cxn ang="0">
                <a:pos x="connsiteX4063" y="connsiteY4063"/>
              </a:cxn>
              <a:cxn ang="0">
                <a:pos x="connsiteX4064" y="connsiteY4064"/>
              </a:cxn>
              <a:cxn ang="0">
                <a:pos x="connsiteX4065" y="connsiteY4065"/>
              </a:cxn>
              <a:cxn ang="0">
                <a:pos x="connsiteX4066" y="connsiteY4066"/>
              </a:cxn>
              <a:cxn ang="0">
                <a:pos x="connsiteX4067" y="connsiteY4067"/>
              </a:cxn>
              <a:cxn ang="0">
                <a:pos x="connsiteX4068" y="connsiteY4068"/>
              </a:cxn>
              <a:cxn ang="0">
                <a:pos x="connsiteX4069" y="connsiteY4069"/>
              </a:cxn>
              <a:cxn ang="0">
                <a:pos x="connsiteX4070" y="connsiteY4070"/>
              </a:cxn>
              <a:cxn ang="0">
                <a:pos x="connsiteX4071" y="connsiteY4071"/>
              </a:cxn>
              <a:cxn ang="0">
                <a:pos x="connsiteX4072" y="connsiteY4072"/>
              </a:cxn>
              <a:cxn ang="0">
                <a:pos x="connsiteX4073" y="connsiteY4073"/>
              </a:cxn>
              <a:cxn ang="0">
                <a:pos x="connsiteX4074" y="connsiteY4074"/>
              </a:cxn>
              <a:cxn ang="0">
                <a:pos x="connsiteX4075" y="connsiteY4075"/>
              </a:cxn>
              <a:cxn ang="0">
                <a:pos x="connsiteX4076" y="connsiteY4076"/>
              </a:cxn>
              <a:cxn ang="0">
                <a:pos x="connsiteX4077" y="connsiteY4077"/>
              </a:cxn>
              <a:cxn ang="0">
                <a:pos x="connsiteX4078" y="connsiteY4078"/>
              </a:cxn>
              <a:cxn ang="0">
                <a:pos x="connsiteX4079" y="connsiteY4079"/>
              </a:cxn>
              <a:cxn ang="0">
                <a:pos x="connsiteX4080" y="connsiteY4080"/>
              </a:cxn>
              <a:cxn ang="0">
                <a:pos x="connsiteX4081" y="connsiteY4081"/>
              </a:cxn>
              <a:cxn ang="0">
                <a:pos x="connsiteX4082" y="connsiteY4082"/>
              </a:cxn>
              <a:cxn ang="0">
                <a:pos x="connsiteX4083" y="connsiteY4083"/>
              </a:cxn>
              <a:cxn ang="0">
                <a:pos x="connsiteX4084" y="connsiteY4084"/>
              </a:cxn>
              <a:cxn ang="0">
                <a:pos x="connsiteX4085" y="connsiteY4085"/>
              </a:cxn>
              <a:cxn ang="0">
                <a:pos x="connsiteX4086" y="connsiteY4086"/>
              </a:cxn>
              <a:cxn ang="0">
                <a:pos x="connsiteX4087" y="connsiteY4087"/>
              </a:cxn>
              <a:cxn ang="0">
                <a:pos x="connsiteX4088" y="connsiteY4088"/>
              </a:cxn>
              <a:cxn ang="0">
                <a:pos x="connsiteX4089" y="connsiteY4089"/>
              </a:cxn>
              <a:cxn ang="0">
                <a:pos x="connsiteX4090" y="connsiteY4090"/>
              </a:cxn>
              <a:cxn ang="0">
                <a:pos x="connsiteX4091" y="connsiteY4091"/>
              </a:cxn>
              <a:cxn ang="0">
                <a:pos x="connsiteX4092" y="connsiteY4092"/>
              </a:cxn>
              <a:cxn ang="0">
                <a:pos x="connsiteX4093" y="connsiteY4093"/>
              </a:cxn>
              <a:cxn ang="0">
                <a:pos x="connsiteX4094" y="connsiteY4094"/>
              </a:cxn>
              <a:cxn ang="0">
                <a:pos x="connsiteX4095" y="connsiteY4095"/>
              </a:cxn>
              <a:cxn ang="0">
                <a:pos x="connsiteX4096" y="connsiteY4096"/>
              </a:cxn>
              <a:cxn ang="0">
                <a:pos x="connsiteX4097" y="connsiteY4097"/>
              </a:cxn>
              <a:cxn ang="0">
                <a:pos x="connsiteX4098" y="connsiteY4098"/>
              </a:cxn>
              <a:cxn ang="0">
                <a:pos x="connsiteX4099" y="connsiteY4099"/>
              </a:cxn>
              <a:cxn ang="0">
                <a:pos x="connsiteX4100" y="connsiteY4100"/>
              </a:cxn>
              <a:cxn ang="0">
                <a:pos x="connsiteX4101" y="connsiteY4101"/>
              </a:cxn>
              <a:cxn ang="0">
                <a:pos x="connsiteX4102" y="connsiteY4102"/>
              </a:cxn>
              <a:cxn ang="0">
                <a:pos x="connsiteX4103" y="connsiteY4103"/>
              </a:cxn>
              <a:cxn ang="0">
                <a:pos x="connsiteX4104" y="connsiteY4104"/>
              </a:cxn>
              <a:cxn ang="0">
                <a:pos x="connsiteX4105" y="connsiteY4105"/>
              </a:cxn>
              <a:cxn ang="0">
                <a:pos x="connsiteX4106" y="connsiteY4106"/>
              </a:cxn>
              <a:cxn ang="0">
                <a:pos x="connsiteX4107" y="connsiteY4107"/>
              </a:cxn>
              <a:cxn ang="0">
                <a:pos x="connsiteX4108" y="connsiteY4108"/>
              </a:cxn>
              <a:cxn ang="0">
                <a:pos x="connsiteX4109" y="connsiteY4109"/>
              </a:cxn>
              <a:cxn ang="0">
                <a:pos x="connsiteX4110" y="connsiteY4110"/>
              </a:cxn>
              <a:cxn ang="0">
                <a:pos x="connsiteX4111" y="connsiteY4111"/>
              </a:cxn>
              <a:cxn ang="0">
                <a:pos x="connsiteX4112" y="connsiteY4112"/>
              </a:cxn>
              <a:cxn ang="0">
                <a:pos x="connsiteX4113" y="connsiteY4113"/>
              </a:cxn>
              <a:cxn ang="0">
                <a:pos x="connsiteX4114" y="connsiteY4114"/>
              </a:cxn>
              <a:cxn ang="0">
                <a:pos x="connsiteX4115" y="connsiteY4115"/>
              </a:cxn>
              <a:cxn ang="0">
                <a:pos x="connsiteX4116" y="connsiteY4116"/>
              </a:cxn>
              <a:cxn ang="0">
                <a:pos x="connsiteX4117" y="connsiteY4117"/>
              </a:cxn>
              <a:cxn ang="0">
                <a:pos x="connsiteX4118" y="connsiteY4118"/>
              </a:cxn>
              <a:cxn ang="0">
                <a:pos x="connsiteX4119" y="connsiteY4119"/>
              </a:cxn>
              <a:cxn ang="0">
                <a:pos x="connsiteX4120" y="connsiteY4120"/>
              </a:cxn>
              <a:cxn ang="0">
                <a:pos x="connsiteX4121" y="connsiteY4121"/>
              </a:cxn>
              <a:cxn ang="0">
                <a:pos x="connsiteX4122" y="connsiteY4122"/>
              </a:cxn>
              <a:cxn ang="0">
                <a:pos x="connsiteX4123" y="connsiteY4123"/>
              </a:cxn>
              <a:cxn ang="0">
                <a:pos x="connsiteX4124" y="connsiteY4124"/>
              </a:cxn>
              <a:cxn ang="0">
                <a:pos x="connsiteX4125" y="connsiteY4125"/>
              </a:cxn>
              <a:cxn ang="0">
                <a:pos x="connsiteX4126" y="connsiteY4126"/>
              </a:cxn>
              <a:cxn ang="0">
                <a:pos x="connsiteX4127" y="connsiteY4127"/>
              </a:cxn>
              <a:cxn ang="0">
                <a:pos x="connsiteX4128" y="connsiteY4128"/>
              </a:cxn>
              <a:cxn ang="0">
                <a:pos x="connsiteX4129" y="connsiteY4129"/>
              </a:cxn>
              <a:cxn ang="0">
                <a:pos x="connsiteX4130" y="connsiteY4130"/>
              </a:cxn>
              <a:cxn ang="0">
                <a:pos x="connsiteX4131" y="connsiteY4131"/>
              </a:cxn>
              <a:cxn ang="0">
                <a:pos x="connsiteX4132" y="connsiteY4132"/>
              </a:cxn>
              <a:cxn ang="0">
                <a:pos x="connsiteX4133" y="connsiteY4133"/>
              </a:cxn>
              <a:cxn ang="0">
                <a:pos x="connsiteX4134" y="connsiteY4134"/>
              </a:cxn>
              <a:cxn ang="0">
                <a:pos x="connsiteX4135" y="connsiteY4135"/>
              </a:cxn>
              <a:cxn ang="0">
                <a:pos x="connsiteX4136" y="connsiteY4136"/>
              </a:cxn>
              <a:cxn ang="0">
                <a:pos x="connsiteX4137" y="connsiteY4137"/>
              </a:cxn>
              <a:cxn ang="0">
                <a:pos x="connsiteX4138" y="connsiteY4138"/>
              </a:cxn>
              <a:cxn ang="0">
                <a:pos x="connsiteX4139" y="connsiteY4139"/>
              </a:cxn>
              <a:cxn ang="0">
                <a:pos x="connsiteX4140" y="connsiteY4140"/>
              </a:cxn>
              <a:cxn ang="0">
                <a:pos x="connsiteX4141" y="connsiteY4141"/>
              </a:cxn>
              <a:cxn ang="0">
                <a:pos x="connsiteX4142" y="connsiteY4142"/>
              </a:cxn>
              <a:cxn ang="0">
                <a:pos x="connsiteX4143" y="connsiteY4143"/>
              </a:cxn>
              <a:cxn ang="0">
                <a:pos x="connsiteX4144" y="connsiteY4144"/>
              </a:cxn>
              <a:cxn ang="0">
                <a:pos x="connsiteX4145" y="connsiteY4145"/>
              </a:cxn>
              <a:cxn ang="0">
                <a:pos x="connsiteX4146" y="connsiteY4146"/>
              </a:cxn>
              <a:cxn ang="0">
                <a:pos x="connsiteX4147" y="connsiteY4147"/>
              </a:cxn>
              <a:cxn ang="0">
                <a:pos x="connsiteX4148" y="connsiteY4148"/>
              </a:cxn>
              <a:cxn ang="0">
                <a:pos x="connsiteX4149" y="connsiteY4149"/>
              </a:cxn>
              <a:cxn ang="0">
                <a:pos x="connsiteX4150" y="connsiteY4150"/>
              </a:cxn>
              <a:cxn ang="0">
                <a:pos x="connsiteX4151" y="connsiteY4151"/>
              </a:cxn>
              <a:cxn ang="0">
                <a:pos x="connsiteX4152" y="connsiteY4152"/>
              </a:cxn>
              <a:cxn ang="0">
                <a:pos x="connsiteX4153" y="connsiteY4153"/>
              </a:cxn>
              <a:cxn ang="0">
                <a:pos x="connsiteX4154" y="connsiteY4154"/>
              </a:cxn>
              <a:cxn ang="0">
                <a:pos x="connsiteX4155" y="connsiteY4155"/>
              </a:cxn>
              <a:cxn ang="0">
                <a:pos x="connsiteX4156" y="connsiteY4156"/>
              </a:cxn>
              <a:cxn ang="0">
                <a:pos x="connsiteX4157" y="connsiteY4157"/>
              </a:cxn>
              <a:cxn ang="0">
                <a:pos x="connsiteX4158" y="connsiteY4158"/>
              </a:cxn>
              <a:cxn ang="0">
                <a:pos x="connsiteX4159" y="connsiteY4159"/>
              </a:cxn>
              <a:cxn ang="0">
                <a:pos x="connsiteX4160" y="connsiteY4160"/>
              </a:cxn>
              <a:cxn ang="0">
                <a:pos x="connsiteX4161" y="connsiteY4161"/>
              </a:cxn>
              <a:cxn ang="0">
                <a:pos x="connsiteX4162" y="connsiteY4162"/>
              </a:cxn>
              <a:cxn ang="0">
                <a:pos x="connsiteX4163" y="connsiteY4163"/>
              </a:cxn>
              <a:cxn ang="0">
                <a:pos x="connsiteX4164" y="connsiteY4164"/>
              </a:cxn>
              <a:cxn ang="0">
                <a:pos x="connsiteX4165" y="connsiteY4165"/>
              </a:cxn>
              <a:cxn ang="0">
                <a:pos x="connsiteX4166" y="connsiteY4166"/>
              </a:cxn>
              <a:cxn ang="0">
                <a:pos x="connsiteX4167" y="connsiteY4167"/>
              </a:cxn>
              <a:cxn ang="0">
                <a:pos x="connsiteX4168" y="connsiteY4168"/>
              </a:cxn>
              <a:cxn ang="0">
                <a:pos x="connsiteX4169" y="connsiteY4169"/>
              </a:cxn>
              <a:cxn ang="0">
                <a:pos x="connsiteX4170" y="connsiteY4170"/>
              </a:cxn>
              <a:cxn ang="0">
                <a:pos x="connsiteX4171" y="connsiteY4171"/>
              </a:cxn>
              <a:cxn ang="0">
                <a:pos x="connsiteX4172" y="connsiteY4172"/>
              </a:cxn>
              <a:cxn ang="0">
                <a:pos x="connsiteX4173" y="connsiteY4173"/>
              </a:cxn>
              <a:cxn ang="0">
                <a:pos x="connsiteX4174" y="connsiteY4174"/>
              </a:cxn>
              <a:cxn ang="0">
                <a:pos x="connsiteX4175" y="connsiteY4175"/>
              </a:cxn>
              <a:cxn ang="0">
                <a:pos x="connsiteX4176" y="connsiteY4176"/>
              </a:cxn>
              <a:cxn ang="0">
                <a:pos x="connsiteX4177" y="connsiteY4177"/>
              </a:cxn>
              <a:cxn ang="0">
                <a:pos x="connsiteX4178" y="connsiteY4178"/>
              </a:cxn>
              <a:cxn ang="0">
                <a:pos x="connsiteX4179" y="connsiteY4179"/>
              </a:cxn>
              <a:cxn ang="0">
                <a:pos x="connsiteX4180" y="connsiteY4180"/>
              </a:cxn>
              <a:cxn ang="0">
                <a:pos x="connsiteX4181" y="connsiteY4181"/>
              </a:cxn>
              <a:cxn ang="0">
                <a:pos x="connsiteX4182" y="connsiteY4182"/>
              </a:cxn>
              <a:cxn ang="0">
                <a:pos x="connsiteX4183" y="connsiteY4183"/>
              </a:cxn>
              <a:cxn ang="0">
                <a:pos x="connsiteX4184" y="connsiteY4184"/>
              </a:cxn>
              <a:cxn ang="0">
                <a:pos x="connsiteX4185" y="connsiteY4185"/>
              </a:cxn>
              <a:cxn ang="0">
                <a:pos x="connsiteX4186" y="connsiteY4186"/>
              </a:cxn>
              <a:cxn ang="0">
                <a:pos x="connsiteX4187" y="connsiteY4187"/>
              </a:cxn>
              <a:cxn ang="0">
                <a:pos x="connsiteX4188" y="connsiteY4188"/>
              </a:cxn>
              <a:cxn ang="0">
                <a:pos x="connsiteX4189" y="connsiteY4189"/>
              </a:cxn>
              <a:cxn ang="0">
                <a:pos x="connsiteX4190" y="connsiteY4190"/>
              </a:cxn>
              <a:cxn ang="0">
                <a:pos x="connsiteX4191" y="connsiteY4191"/>
              </a:cxn>
              <a:cxn ang="0">
                <a:pos x="connsiteX4192" y="connsiteY4192"/>
              </a:cxn>
              <a:cxn ang="0">
                <a:pos x="connsiteX4193" y="connsiteY4193"/>
              </a:cxn>
              <a:cxn ang="0">
                <a:pos x="connsiteX4194" y="connsiteY4194"/>
              </a:cxn>
              <a:cxn ang="0">
                <a:pos x="connsiteX4195" y="connsiteY4195"/>
              </a:cxn>
              <a:cxn ang="0">
                <a:pos x="connsiteX4196" y="connsiteY4196"/>
              </a:cxn>
              <a:cxn ang="0">
                <a:pos x="connsiteX4197" y="connsiteY4197"/>
              </a:cxn>
              <a:cxn ang="0">
                <a:pos x="connsiteX4198" y="connsiteY4198"/>
              </a:cxn>
              <a:cxn ang="0">
                <a:pos x="connsiteX4199" y="connsiteY4199"/>
              </a:cxn>
              <a:cxn ang="0">
                <a:pos x="connsiteX4200" y="connsiteY4200"/>
              </a:cxn>
              <a:cxn ang="0">
                <a:pos x="connsiteX4201" y="connsiteY4201"/>
              </a:cxn>
              <a:cxn ang="0">
                <a:pos x="connsiteX4202" y="connsiteY4202"/>
              </a:cxn>
              <a:cxn ang="0">
                <a:pos x="connsiteX4203" y="connsiteY4203"/>
              </a:cxn>
              <a:cxn ang="0">
                <a:pos x="connsiteX4204" y="connsiteY4204"/>
              </a:cxn>
              <a:cxn ang="0">
                <a:pos x="connsiteX4205" y="connsiteY4205"/>
              </a:cxn>
              <a:cxn ang="0">
                <a:pos x="connsiteX4206" y="connsiteY4206"/>
              </a:cxn>
              <a:cxn ang="0">
                <a:pos x="connsiteX4207" y="connsiteY4207"/>
              </a:cxn>
              <a:cxn ang="0">
                <a:pos x="connsiteX4208" y="connsiteY4208"/>
              </a:cxn>
              <a:cxn ang="0">
                <a:pos x="connsiteX4209" y="connsiteY4209"/>
              </a:cxn>
              <a:cxn ang="0">
                <a:pos x="connsiteX4210" y="connsiteY4210"/>
              </a:cxn>
              <a:cxn ang="0">
                <a:pos x="connsiteX4211" y="connsiteY4211"/>
              </a:cxn>
              <a:cxn ang="0">
                <a:pos x="connsiteX4212" y="connsiteY4212"/>
              </a:cxn>
              <a:cxn ang="0">
                <a:pos x="connsiteX4213" y="connsiteY4213"/>
              </a:cxn>
              <a:cxn ang="0">
                <a:pos x="connsiteX4214" y="connsiteY4214"/>
              </a:cxn>
              <a:cxn ang="0">
                <a:pos x="connsiteX4215" y="connsiteY4215"/>
              </a:cxn>
              <a:cxn ang="0">
                <a:pos x="connsiteX4216" y="connsiteY4216"/>
              </a:cxn>
              <a:cxn ang="0">
                <a:pos x="connsiteX4217" y="connsiteY4217"/>
              </a:cxn>
              <a:cxn ang="0">
                <a:pos x="connsiteX4218" y="connsiteY4218"/>
              </a:cxn>
              <a:cxn ang="0">
                <a:pos x="connsiteX4219" y="connsiteY4219"/>
              </a:cxn>
              <a:cxn ang="0">
                <a:pos x="connsiteX4220" y="connsiteY4220"/>
              </a:cxn>
              <a:cxn ang="0">
                <a:pos x="connsiteX4221" y="connsiteY4221"/>
              </a:cxn>
              <a:cxn ang="0">
                <a:pos x="connsiteX4222" y="connsiteY4222"/>
              </a:cxn>
              <a:cxn ang="0">
                <a:pos x="connsiteX4223" y="connsiteY4223"/>
              </a:cxn>
              <a:cxn ang="0">
                <a:pos x="connsiteX4224" y="connsiteY4224"/>
              </a:cxn>
              <a:cxn ang="0">
                <a:pos x="connsiteX4225" y="connsiteY4225"/>
              </a:cxn>
              <a:cxn ang="0">
                <a:pos x="connsiteX4226" y="connsiteY4226"/>
              </a:cxn>
              <a:cxn ang="0">
                <a:pos x="connsiteX4227" y="connsiteY4227"/>
              </a:cxn>
              <a:cxn ang="0">
                <a:pos x="connsiteX4228" y="connsiteY4228"/>
              </a:cxn>
              <a:cxn ang="0">
                <a:pos x="connsiteX4229" y="connsiteY4229"/>
              </a:cxn>
              <a:cxn ang="0">
                <a:pos x="connsiteX4230" y="connsiteY4230"/>
              </a:cxn>
              <a:cxn ang="0">
                <a:pos x="connsiteX4231" y="connsiteY4231"/>
              </a:cxn>
              <a:cxn ang="0">
                <a:pos x="connsiteX4232" y="connsiteY4232"/>
              </a:cxn>
              <a:cxn ang="0">
                <a:pos x="connsiteX4233" y="connsiteY4233"/>
              </a:cxn>
              <a:cxn ang="0">
                <a:pos x="connsiteX4234" y="connsiteY4234"/>
              </a:cxn>
              <a:cxn ang="0">
                <a:pos x="connsiteX4235" y="connsiteY4235"/>
              </a:cxn>
              <a:cxn ang="0">
                <a:pos x="connsiteX4236" y="connsiteY4236"/>
              </a:cxn>
              <a:cxn ang="0">
                <a:pos x="connsiteX4237" y="connsiteY4237"/>
              </a:cxn>
              <a:cxn ang="0">
                <a:pos x="connsiteX4238" y="connsiteY4238"/>
              </a:cxn>
              <a:cxn ang="0">
                <a:pos x="connsiteX4239" y="connsiteY4239"/>
              </a:cxn>
              <a:cxn ang="0">
                <a:pos x="connsiteX4240" y="connsiteY4240"/>
              </a:cxn>
              <a:cxn ang="0">
                <a:pos x="connsiteX4241" y="connsiteY4241"/>
              </a:cxn>
              <a:cxn ang="0">
                <a:pos x="connsiteX4242" y="connsiteY4242"/>
              </a:cxn>
              <a:cxn ang="0">
                <a:pos x="connsiteX4243" y="connsiteY4243"/>
              </a:cxn>
              <a:cxn ang="0">
                <a:pos x="connsiteX4244" y="connsiteY4244"/>
              </a:cxn>
              <a:cxn ang="0">
                <a:pos x="connsiteX4245" y="connsiteY4245"/>
              </a:cxn>
              <a:cxn ang="0">
                <a:pos x="connsiteX4246" y="connsiteY4246"/>
              </a:cxn>
              <a:cxn ang="0">
                <a:pos x="connsiteX4247" y="connsiteY4247"/>
              </a:cxn>
              <a:cxn ang="0">
                <a:pos x="connsiteX4248" y="connsiteY4248"/>
              </a:cxn>
              <a:cxn ang="0">
                <a:pos x="connsiteX4249" y="connsiteY4249"/>
              </a:cxn>
              <a:cxn ang="0">
                <a:pos x="connsiteX4250" y="connsiteY4250"/>
              </a:cxn>
              <a:cxn ang="0">
                <a:pos x="connsiteX4251" y="connsiteY4251"/>
              </a:cxn>
              <a:cxn ang="0">
                <a:pos x="connsiteX4252" y="connsiteY4252"/>
              </a:cxn>
              <a:cxn ang="0">
                <a:pos x="connsiteX4253" y="connsiteY4253"/>
              </a:cxn>
              <a:cxn ang="0">
                <a:pos x="connsiteX4254" y="connsiteY4254"/>
              </a:cxn>
              <a:cxn ang="0">
                <a:pos x="connsiteX4255" y="connsiteY4255"/>
              </a:cxn>
              <a:cxn ang="0">
                <a:pos x="connsiteX4256" y="connsiteY4256"/>
              </a:cxn>
              <a:cxn ang="0">
                <a:pos x="connsiteX4257" y="connsiteY4257"/>
              </a:cxn>
              <a:cxn ang="0">
                <a:pos x="connsiteX4258" y="connsiteY4258"/>
              </a:cxn>
              <a:cxn ang="0">
                <a:pos x="connsiteX4259" y="connsiteY4259"/>
              </a:cxn>
              <a:cxn ang="0">
                <a:pos x="connsiteX4260" y="connsiteY4260"/>
              </a:cxn>
              <a:cxn ang="0">
                <a:pos x="connsiteX4261" y="connsiteY4261"/>
              </a:cxn>
              <a:cxn ang="0">
                <a:pos x="connsiteX4262" y="connsiteY4262"/>
              </a:cxn>
              <a:cxn ang="0">
                <a:pos x="connsiteX4263" y="connsiteY4263"/>
              </a:cxn>
              <a:cxn ang="0">
                <a:pos x="connsiteX4264" y="connsiteY4264"/>
              </a:cxn>
              <a:cxn ang="0">
                <a:pos x="connsiteX4265" y="connsiteY4265"/>
              </a:cxn>
              <a:cxn ang="0">
                <a:pos x="connsiteX4266" y="connsiteY4266"/>
              </a:cxn>
              <a:cxn ang="0">
                <a:pos x="connsiteX4267" y="connsiteY4267"/>
              </a:cxn>
              <a:cxn ang="0">
                <a:pos x="connsiteX4268" y="connsiteY4268"/>
              </a:cxn>
              <a:cxn ang="0">
                <a:pos x="connsiteX4269" y="connsiteY4269"/>
              </a:cxn>
              <a:cxn ang="0">
                <a:pos x="connsiteX4270" y="connsiteY4270"/>
              </a:cxn>
              <a:cxn ang="0">
                <a:pos x="connsiteX4271" y="connsiteY4271"/>
              </a:cxn>
              <a:cxn ang="0">
                <a:pos x="connsiteX4272" y="connsiteY4272"/>
              </a:cxn>
              <a:cxn ang="0">
                <a:pos x="connsiteX4273" y="connsiteY4273"/>
              </a:cxn>
              <a:cxn ang="0">
                <a:pos x="connsiteX4274" y="connsiteY4274"/>
              </a:cxn>
              <a:cxn ang="0">
                <a:pos x="connsiteX4275" y="connsiteY4275"/>
              </a:cxn>
              <a:cxn ang="0">
                <a:pos x="connsiteX4276" y="connsiteY4276"/>
              </a:cxn>
              <a:cxn ang="0">
                <a:pos x="connsiteX4277" y="connsiteY4277"/>
              </a:cxn>
              <a:cxn ang="0">
                <a:pos x="connsiteX4278" y="connsiteY4278"/>
              </a:cxn>
              <a:cxn ang="0">
                <a:pos x="connsiteX4279" y="connsiteY4279"/>
              </a:cxn>
              <a:cxn ang="0">
                <a:pos x="connsiteX4280" y="connsiteY4280"/>
              </a:cxn>
              <a:cxn ang="0">
                <a:pos x="connsiteX4281" y="connsiteY4281"/>
              </a:cxn>
              <a:cxn ang="0">
                <a:pos x="connsiteX4282" y="connsiteY4282"/>
              </a:cxn>
              <a:cxn ang="0">
                <a:pos x="connsiteX4283" y="connsiteY4283"/>
              </a:cxn>
              <a:cxn ang="0">
                <a:pos x="connsiteX4284" y="connsiteY4284"/>
              </a:cxn>
              <a:cxn ang="0">
                <a:pos x="connsiteX4285" y="connsiteY4285"/>
              </a:cxn>
              <a:cxn ang="0">
                <a:pos x="connsiteX4286" y="connsiteY4286"/>
              </a:cxn>
              <a:cxn ang="0">
                <a:pos x="connsiteX4287" y="connsiteY4287"/>
              </a:cxn>
              <a:cxn ang="0">
                <a:pos x="connsiteX4288" y="connsiteY4288"/>
              </a:cxn>
              <a:cxn ang="0">
                <a:pos x="connsiteX4289" y="connsiteY4289"/>
              </a:cxn>
              <a:cxn ang="0">
                <a:pos x="connsiteX4290" y="connsiteY4290"/>
              </a:cxn>
              <a:cxn ang="0">
                <a:pos x="connsiteX4291" y="connsiteY4291"/>
              </a:cxn>
              <a:cxn ang="0">
                <a:pos x="connsiteX4292" y="connsiteY4292"/>
              </a:cxn>
              <a:cxn ang="0">
                <a:pos x="connsiteX4293" y="connsiteY4293"/>
              </a:cxn>
              <a:cxn ang="0">
                <a:pos x="connsiteX4294" y="connsiteY4294"/>
              </a:cxn>
              <a:cxn ang="0">
                <a:pos x="connsiteX4295" y="connsiteY4295"/>
              </a:cxn>
              <a:cxn ang="0">
                <a:pos x="connsiteX4296" y="connsiteY4296"/>
              </a:cxn>
              <a:cxn ang="0">
                <a:pos x="connsiteX4297" y="connsiteY4297"/>
              </a:cxn>
              <a:cxn ang="0">
                <a:pos x="connsiteX4298" y="connsiteY4298"/>
              </a:cxn>
              <a:cxn ang="0">
                <a:pos x="connsiteX4299" y="connsiteY4299"/>
              </a:cxn>
              <a:cxn ang="0">
                <a:pos x="connsiteX4300" y="connsiteY4300"/>
              </a:cxn>
              <a:cxn ang="0">
                <a:pos x="connsiteX4301" y="connsiteY4301"/>
              </a:cxn>
              <a:cxn ang="0">
                <a:pos x="connsiteX4302" y="connsiteY4302"/>
              </a:cxn>
              <a:cxn ang="0">
                <a:pos x="connsiteX4303" y="connsiteY4303"/>
              </a:cxn>
              <a:cxn ang="0">
                <a:pos x="connsiteX4304" y="connsiteY4304"/>
              </a:cxn>
              <a:cxn ang="0">
                <a:pos x="connsiteX4305" y="connsiteY4305"/>
              </a:cxn>
              <a:cxn ang="0">
                <a:pos x="connsiteX4306" y="connsiteY4306"/>
              </a:cxn>
              <a:cxn ang="0">
                <a:pos x="connsiteX4307" y="connsiteY4307"/>
              </a:cxn>
              <a:cxn ang="0">
                <a:pos x="connsiteX4308" y="connsiteY4308"/>
              </a:cxn>
              <a:cxn ang="0">
                <a:pos x="connsiteX4309" y="connsiteY4309"/>
              </a:cxn>
              <a:cxn ang="0">
                <a:pos x="connsiteX4310" y="connsiteY4310"/>
              </a:cxn>
              <a:cxn ang="0">
                <a:pos x="connsiteX4311" y="connsiteY4311"/>
              </a:cxn>
              <a:cxn ang="0">
                <a:pos x="connsiteX4312" y="connsiteY4312"/>
              </a:cxn>
              <a:cxn ang="0">
                <a:pos x="connsiteX4313" y="connsiteY4313"/>
              </a:cxn>
              <a:cxn ang="0">
                <a:pos x="connsiteX4314" y="connsiteY4314"/>
              </a:cxn>
              <a:cxn ang="0">
                <a:pos x="connsiteX4315" y="connsiteY4315"/>
              </a:cxn>
              <a:cxn ang="0">
                <a:pos x="connsiteX4316" y="connsiteY4316"/>
              </a:cxn>
              <a:cxn ang="0">
                <a:pos x="connsiteX4317" y="connsiteY4317"/>
              </a:cxn>
              <a:cxn ang="0">
                <a:pos x="connsiteX4318" y="connsiteY4318"/>
              </a:cxn>
              <a:cxn ang="0">
                <a:pos x="connsiteX4319" y="connsiteY4319"/>
              </a:cxn>
              <a:cxn ang="0">
                <a:pos x="connsiteX4320" y="connsiteY4320"/>
              </a:cxn>
              <a:cxn ang="0">
                <a:pos x="connsiteX4321" y="connsiteY4321"/>
              </a:cxn>
              <a:cxn ang="0">
                <a:pos x="connsiteX4322" y="connsiteY4322"/>
              </a:cxn>
              <a:cxn ang="0">
                <a:pos x="connsiteX4323" y="connsiteY4323"/>
              </a:cxn>
              <a:cxn ang="0">
                <a:pos x="connsiteX4324" y="connsiteY4324"/>
              </a:cxn>
              <a:cxn ang="0">
                <a:pos x="connsiteX4325" y="connsiteY4325"/>
              </a:cxn>
              <a:cxn ang="0">
                <a:pos x="connsiteX4326" y="connsiteY4326"/>
              </a:cxn>
              <a:cxn ang="0">
                <a:pos x="connsiteX4327" y="connsiteY4327"/>
              </a:cxn>
              <a:cxn ang="0">
                <a:pos x="connsiteX4328" y="connsiteY4328"/>
              </a:cxn>
              <a:cxn ang="0">
                <a:pos x="connsiteX4329" y="connsiteY4329"/>
              </a:cxn>
              <a:cxn ang="0">
                <a:pos x="connsiteX4330" y="connsiteY4330"/>
              </a:cxn>
              <a:cxn ang="0">
                <a:pos x="connsiteX4331" y="connsiteY4331"/>
              </a:cxn>
              <a:cxn ang="0">
                <a:pos x="connsiteX4332" y="connsiteY4332"/>
              </a:cxn>
              <a:cxn ang="0">
                <a:pos x="connsiteX4333" y="connsiteY4333"/>
              </a:cxn>
              <a:cxn ang="0">
                <a:pos x="connsiteX4334" y="connsiteY4334"/>
              </a:cxn>
              <a:cxn ang="0">
                <a:pos x="connsiteX4335" y="connsiteY4335"/>
              </a:cxn>
              <a:cxn ang="0">
                <a:pos x="connsiteX4336" y="connsiteY4336"/>
              </a:cxn>
              <a:cxn ang="0">
                <a:pos x="connsiteX4337" y="connsiteY4337"/>
              </a:cxn>
              <a:cxn ang="0">
                <a:pos x="connsiteX4338" y="connsiteY4338"/>
              </a:cxn>
              <a:cxn ang="0">
                <a:pos x="connsiteX4339" y="connsiteY4339"/>
              </a:cxn>
              <a:cxn ang="0">
                <a:pos x="connsiteX4340" y="connsiteY4340"/>
              </a:cxn>
              <a:cxn ang="0">
                <a:pos x="connsiteX4341" y="connsiteY4341"/>
              </a:cxn>
              <a:cxn ang="0">
                <a:pos x="connsiteX4342" y="connsiteY4342"/>
              </a:cxn>
              <a:cxn ang="0">
                <a:pos x="connsiteX4343" y="connsiteY4343"/>
              </a:cxn>
              <a:cxn ang="0">
                <a:pos x="connsiteX4344" y="connsiteY4344"/>
              </a:cxn>
              <a:cxn ang="0">
                <a:pos x="connsiteX4345" y="connsiteY4345"/>
              </a:cxn>
              <a:cxn ang="0">
                <a:pos x="connsiteX4346" y="connsiteY4346"/>
              </a:cxn>
              <a:cxn ang="0">
                <a:pos x="connsiteX4347" y="connsiteY4347"/>
              </a:cxn>
              <a:cxn ang="0">
                <a:pos x="connsiteX4348" y="connsiteY4348"/>
              </a:cxn>
              <a:cxn ang="0">
                <a:pos x="connsiteX4349" y="connsiteY4349"/>
              </a:cxn>
              <a:cxn ang="0">
                <a:pos x="connsiteX4350" y="connsiteY4350"/>
              </a:cxn>
              <a:cxn ang="0">
                <a:pos x="connsiteX4351" y="connsiteY4351"/>
              </a:cxn>
              <a:cxn ang="0">
                <a:pos x="connsiteX4352" y="connsiteY4352"/>
              </a:cxn>
              <a:cxn ang="0">
                <a:pos x="connsiteX4353" y="connsiteY4353"/>
              </a:cxn>
              <a:cxn ang="0">
                <a:pos x="connsiteX4354" y="connsiteY4354"/>
              </a:cxn>
              <a:cxn ang="0">
                <a:pos x="connsiteX4355" y="connsiteY4355"/>
              </a:cxn>
              <a:cxn ang="0">
                <a:pos x="connsiteX4356" y="connsiteY4356"/>
              </a:cxn>
              <a:cxn ang="0">
                <a:pos x="connsiteX4357" y="connsiteY4357"/>
              </a:cxn>
              <a:cxn ang="0">
                <a:pos x="connsiteX4358" y="connsiteY4358"/>
              </a:cxn>
              <a:cxn ang="0">
                <a:pos x="connsiteX4359" y="connsiteY4359"/>
              </a:cxn>
              <a:cxn ang="0">
                <a:pos x="connsiteX4360" y="connsiteY4360"/>
              </a:cxn>
              <a:cxn ang="0">
                <a:pos x="connsiteX4361" y="connsiteY4361"/>
              </a:cxn>
              <a:cxn ang="0">
                <a:pos x="connsiteX4362" y="connsiteY4362"/>
              </a:cxn>
              <a:cxn ang="0">
                <a:pos x="connsiteX4363" y="connsiteY4363"/>
              </a:cxn>
              <a:cxn ang="0">
                <a:pos x="connsiteX4364" y="connsiteY4364"/>
              </a:cxn>
              <a:cxn ang="0">
                <a:pos x="connsiteX4365" y="connsiteY4365"/>
              </a:cxn>
              <a:cxn ang="0">
                <a:pos x="connsiteX4366" y="connsiteY4366"/>
              </a:cxn>
              <a:cxn ang="0">
                <a:pos x="connsiteX4367" y="connsiteY4367"/>
              </a:cxn>
              <a:cxn ang="0">
                <a:pos x="connsiteX4368" y="connsiteY4368"/>
              </a:cxn>
              <a:cxn ang="0">
                <a:pos x="connsiteX4369" y="connsiteY4369"/>
              </a:cxn>
              <a:cxn ang="0">
                <a:pos x="connsiteX4370" y="connsiteY4370"/>
              </a:cxn>
              <a:cxn ang="0">
                <a:pos x="connsiteX4371" y="connsiteY4371"/>
              </a:cxn>
              <a:cxn ang="0">
                <a:pos x="connsiteX4372" y="connsiteY4372"/>
              </a:cxn>
              <a:cxn ang="0">
                <a:pos x="connsiteX4373" y="connsiteY4373"/>
              </a:cxn>
              <a:cxn ang="0">
                <a:pos x="connsiteX4374" y="connsiteY4374"/>
              </a:cxn>
              <a:cxn ang="0">
                <a:pos x="connsiteX4375" y="connsiteY4375"/>
              </a:cxn>
              <a:cxn ang="0">
                <a:pos x="connsiteX4376" y="connsiteY4376"/>
              </a:cxn>
              <a:cxn ang="0">
                <a:pos x="connsiteX4377" y="connsiteY4377"/>
              </a:cxn>
              <a:cxn ang="0">
                <a:pos x="connsiteX4378" y="connsiteY4378"/>
              </a:cxn>
              <a:cxn ang="0">
                <a:pos x="connsiteX4379" y="connsiteY4379"/>
              </a:cxn>
              <a:cxn ang="0">
                <a:pos x="connsiteX4380" y="connsiteY4380"/>
              </a:cxn>
              <a:cxn ang="0">
                <a:pos x="connsiteX4381" y="connsiteY4381"/>
              </a:cxn>
              <a:cxn ang="0">
                <a:pos x="connsiteX4382" y="connsiteY4382"/>
              </a:cxn>
              <a:cxn ang="0">
                <a:pos x="connsiteX4383" y="connsiteY4383"/>
              </a:cxn>
              <a:cxn ang="0">
                <a:pos x="connsiteX4384" y="connsiteY4384"/>
              </a:cxn>
              <a:cxn ang="0">
                <a:pos x="connsiteX4385" y="connsiteY4385"/>
              </a:cxn>
              <a:cxn ang="0">
                <a:pos x="connsiteX4386" y="connsiteY4386"/>
              </a:cxn>
              <a:cxn ang="0">
                <a:pos x="connsiteX4387" y="connsiteY4387"/>
              </a:cxn>
              <a:cxn ang="0">
                <a:pos x="connsiteX4388" y="connsiteY4388"/>
              </a:cxn>
              <a:cxn ang="0">
                <a:pos x="connsiteX4389" y="connsiteY4389"/>
              </a:cxn>
              <a:cxn ang="0">
                <a:pos x="connsiteX4390" y="connsiteY4390"/>
              </a:cxn>
              <a:cxn ang="0">
                <a:pos x="connsiteX4391" y="connsiteY4391"/>
              </a:cxn>
              <a:cxn ang="0">
                <a:pos x="connsiteX4392" y="connsiteY4392"/>
              </a:cxn>
              <a:cxn ang="0">
                <a:pos x="connsiteX4393" y="connsiteY4393"/>
              </a:cxn>
              <a:cxn ang="0">
                <a:pos x="connsiteX4394" y="connsiteY4394"/>
              </a:cxn>
              <a:cxn ang="0">
                <a:pos x="connsiteX4395" y="connsiteY4395"/>
              </a:cxn>
              <a:cxn ang="0">
                <a:pos x="connsiteX4396" y="connsiteY4396"/>
              </a:cxn>
              <a:cxn ang="0">
                <a:pos x="connsiteX4397" y="connsiteY4397"/>
              </a:cxn>
              <a:cxn ang="0">
                <a:pos x="connsiteX4398" y="connsiteY4398"/>
              </a:cxn>
              <a:cxn ang="0">
                <a:pos x="connsiteX4399" y="connsiteY4399"/>
              </a:cxn>
              <a:cxn ang="0">
                <a:pos x="connsiteX4400" y="connsiteY4400"/>
              </a:cxn>
              <a:cxn ang="0">
                <a:pos x="connsiteX4401" y="connsiteY4401"/>
              </a:cxn>
              <a:cxn ang="0">
                <a:pos x="connsiteX4402" y="connsiteY4402"/>
              </a:cxn>
              <a:cxn ang="0">
                <a:pos x="connsiteX4403" y="connsiteY4403"/>
              </a:cxn>
              <a:cxn ang="0">
                <a:pos x="connsiteX4404" y="connsiteY4404"/>
              </a:cxn>
              <a:cxn ang="0">
                <a:pos x="connsiteX4405" y="connsiteY4405"/>
              </a:cxn>
              <a:cxn ang="0">
                <a:pos x="connsiteX4406" y="connsiteY4406"/>
              </a:cxn>
              <a:cxn ang="0">
                <a:pos x="connsiteX4407" y="connsiteY4407"/>
              </a:cxn>
              <a:cxn ang="0">
                <a:pos x="connsiteX4408" y="connsiteY4408"/>
              </a:cxn>
              <a:cxn ang="0">
                <a:pos x="connsiteX4409" y="connsiteY4409"/>
              </a:cxn>
              <a:cxn ang="0">
                <a:pos x="connsiteX4410" y="connsiteY4410"/>
              </a:cxn>
              <a:cxn ang="0">
                <a:pos x="connsiteX4411" y="connsiteY4411"/>
              </a:cxn>
              <a:cxn ang="0">
                <a:pos x="connsiteX4412" y="connsiteY4412"/>
              </a:cxn>
              <a:cxn ang="0">
                <a:pos x="connsiteX4413" y="connsiteY4413"/>
              </a:cxn>
              <a:cxn ang="0">
                <a:pos x="connsiteX4414" y="connsiteY4414"/>
              </a:cxn>
              <a:cxn ang="0">
                <a:pos x="connsiteX4415" y="connsiteY4415"/>
              </a:cxn>
              <a:cxn ang="0">
                <a:pos x="connsiteX4416" y="connsiteY4416"/>
              </a:cxn>
              <a:cxn ang="0">
                <a:pos x="connsiteX4417" y="connsiteY4417"/>
              </a:cxn>
              <a:cxn ang="0">
                <a:pos x="connsiteX4418" y="connsiteY4418"/>
              </a:cxn>
              <a:cxn ang="0">
                <a:pos x="connsiteX4419" y="connsiteY4419"/>
              </a:cxn>
              <a:cxn ang="0">
                <a:pos x="connsiteX4420" y="connsiteY4420"/>
              </a:cxn>
              <a:cxn ang="0">
                <a:pos x="connsiteX4421" y="connsiteY4421"/>
              </a:cxn>
              <a:cxn ang="0">
                <a:pos x="connsiteX4422" y="connsiteY4422"/>
              </a:cxn>
              <a:cxn ang="0">
                <a:pos x="connsiteX4423" y="connsiteY4423"/>
              </a:cxn>
              <a:cxn ang="0">
                <a:pos x="connsiteX4424" y="connsiteY4424"/>
              </a:cxn>
              <a:cxn ang="0">
                <a:pos x="connsiteX4425" y="connsiteY4425"/>
              </a:cxn>
              <a:cxn ang="0">
                <a:pos x="connsiteX4426" y="connsiteY4426"/>
              </a:cxn>
              <a:cxn ang="0">
                <a:pos x="connsiteX4427" y="connsiteY4427"/>
              </a:cxn>
              <a:cxn ang="0">
                <a:pos x="connsiteX4428" y="connsiteY4428"/>
              </a:cxn>
              <a:cxn ang="0">
                <a:pos x="connsiteX4429" y="connsiteY4429"/>
              </a:cxn>
              <a:cxn ang="0">
                <a:pos x="connsiteX4430" y="connsiteY4430"/>
              </a:cxn>
              <a:cxn ang="0">
                <a:pos x="connsiteX4431" y="connsiteY4431"/>
              </a:cxn>
              <a:cxn ang="0">
                <a:pos x="connsiteX4432" y="connsiteY4432"/>
              </a:cxn>
              <a:cxn ang="0">
                <a:pos x="connsiteX4433" y="connsiteY4433"/>
              </a:cxn>
              <a:cxn ang="0">
                <a:pos x="connsiteX4434" y="connsiteY4434"/>
              </a:cxn>
              <a:cxn ang="0">
                <a:pos x="connsiteX4435" y="connsiteY4435"/>
              </a:cxn>
              <a:cxn ang="0">
                <a:pos x="connsiteX4436" y="connsiteY4436"/>
              </a:cxn>
              <a:cxn ang="0">
                <a:pos x="connsiteX4437" y="connsiteY4437"/>
              </a:cxn>
              <a:cxn ang="0">
                <a:pos x="connsiteX4438" y="connsiteY4438"/>
              </a:cxn>
              <a:cxn ang="0">
                <a:pos x="connsiteX4439" y="connsiteY4439"/>
              </a:cxn>
              <a:cxn ang="0">
                <a:pos x="connsiteX4440" y="connsiteY4440"/>
              </a:cxn>
              <a:cxn ang="0">
                <a:pos x="connsiteX4441" y="connsiteY4441"/>
              </a:cxn>
              <a:cxn ang="0">
                <a:pos x="connsiteX4442" y="connsiteY4442"/>
              </a:cxn>
              <a:cxn ang="0">
                <a:pos x="connsiteX4443" y="connsiteY4443"/>
              </a:cxn>
              <a:cxn ang="0">
                <a:pos x="connsiteX4444" y="connsiteY4444"/>
              </a:cxn>
              <a:cxn ang="0">
                <a:pos x="connsiteX4445" y="connsiteY4445"/>
              </a:cxn>
              <a:cxn ang="0">
                <a:pos x="connsiteX4446" y="connsiteY4446"/>
              </a:cxn>
              <a:cxn ang="0">
                <a:pos x="connsiteX4447" y="connsiteY4447"/>
              </a:cxn>
              <a:cxn ang="0">
                <a:pos x="connsiteX4448" y="connsiteY4448"/>
              </a:cxn>
              <a:cxn ang="0">
                <a:pos x="connsiteX4449" y="connsiteY4449"/>
              </a:cxn>
              <a:cxn ang="0">
                <a:pos x="connsiteX4450" y="connsiteY4450"/>
              </a:cxn>
              <a:cxn ang="0">
                <a:pos x="connsiteX4451" y="connsiteY4451"/>
              </a:cxn>
              <a:cxn ang="0">
                <a:pos x="connsiteX4452" y="connsiteY4452"/>
              </a:cxn>
              <a:cxn ang="0">
                <a:pos x="connsiteX4453" y="connsiteY4453"/>
              </a:cxn>
              <a:cxn ang="0">
                <a:pos x="connsiteX4454" y="connsiteY4454"/>
              </a:cxn>
              <a:cxn ang="0">
                <a:pos x="connsiteX4455" y="connsiteY4455"/>
              </a:cxn>
              <a:cxn ang="0">
                <a:pos x="connsiteX4456" y="connsiteY4456"/>
              </a:cxn>
              <a:cxn ang="0">
                <a:pos x="connsiteX4457" y="connsiteY4457"/>
              </a:cxn>
              <a:cxn ang="0">
                <a:pos x="connsiteX4458" y="connsiteY4458"/>
              </a:cxn>
              <a:cxn ang="0">
                <a:pos x="connsiteX4459" y="connsiteY4459"/>
              </a:cxn>
              <a:cxn ang="0">
                <a:pos x="connsiteX4460" y="connsiteY4460"/>
              </a:cxn>
              <a:cxn ang="0">
                <a:pos x="connsiteX4461" y="connsiteY4461"/>
              </a:cxn>
              <a:cxn ang="0">
                <a:pos x="connsiteX4462" y="connsiteY4462"/>
              </a:cxn>
              <a:cxn ang="0">
                <a:pos x="connsiteX4463" y="connsiteY4463"/>
              </a:cxn>
              <a:cxn ang="0">
                <a:pos x="connsiteX4464" y="connsiteY4464"/>
              </a:cxn>
              <a:cxn ang="0">
                <a:pos x="connsiteX4465" y="connsiteY4465"/>
              </a:cxn>
              <a:cxn ang="0">
                <a:pos x="connsiteX4466" y="connsiteY4466"/>
              </a:cxn>
              <a:cxn ang="0">
                <a:pos x="connsiteX4467" y="connsiteY4467"/>
              </a:cxn>
              <a:cxn ang="0">
                <a:pos x="connsiteX4468" y="connsiteY4468"/>
              </a:cxn>
              <a:cxn ang="0">
                <a:pos x="connsiteX4469" y="connsiteY4469"/>
              </a:cxn>
              <a:cxn ang="0">
                <a:pos x="connsiteX4470" y="connsiteY4470"/>
              </a:cxn>
              <a:cxn ang="0">
                <a:pos x="connsiteX4471" y="connsiteY4471"/>
              </a:cxn>
              <a:cxn ang="0">
                <a:pos x="connsiteX4472" y="connsiteY4472"/>
              </a:cxn>
              <a:cxn ang="0">
                <a:pos x="connsiteX4473" y="connsiteY4473"/>
              </a:cxn>
              <a:cxn ang="0">
                <a:pos x="connsiteX4474" y="connsiteY4474"/>
              </a:cxn>
              <a:cxn ang="0">
                <a:pos x="connsiteX4475" y="connsiteY4475"/>
              </a:cxn>
              <a:cxn ang="0">
                <a:pos x="connsiteX4476" y="connsiteY4476"/>
              </a:cxn>
              <a:cxn ang="0">
                <a:pos x="connsiteX4477" y="connsiteY4477"/>
              </a:cxn>
              <a:cxn ang="0">
                <a:pos x="connsiteX4478" y="connsiteY4478"/>
              </a:cxn>
              <a:cxn ang="0">
                <a:pos x="connsiteX4479" y="connsiteY4479"/>
              </a:cxn>
              <a:cxn ang="0">
                <a:pos x="connsiteX4480" y="connsiteY4480"/>
              </a:cxn>
              <a:cxn ang="0">
                <a:pos x="connsiteX4481" y="connsiteY4481"/>
              </a:cxn>
              <a:cxn ang="0">
                <a:pos x="connsiteX4482" y="connsiteY4482"/>
              </a:cxn>
              <a:cxn ang="0">
                <a:pos x="connsiteX4483" y="connsiteY4483"/>
              </a:cxn>
              <a:cxn ang="0">
                <a:pos x="connsiteX4484" y="connsiteY4484"/>
              </a:cxn>
              <a:cxn ang="0">
                <a:pos x="connsiteX4485" y="connsiteY4485"/>
              </a:cxn>
              <a:cxn ang="0">
                <a:pos x="connsiteX4486" y="connsiteY4486"/>
              </a:cxn>
              <a:cxn ang="0">
                <a:pos x="connsiteX4487" y="connsiteY4487"/>
              </a:cxn>
              <a:cxn ang="0">
                <a:pos x="connsiteX4488" y="connsiteY4488"/>
              </a:cxn>
              <a:cxn ang="0">
                <a:pos x="connsiteX4489" y="connsiteY4489"/>
              </a:cxn>
              <a:cxn ang="0">
                <a:pos x="connsiteX4490" y="connsiteY4490"/>
              </a:cxn>
              <a:cxn ang="0">
                <a:pos x="connsiteX4491" y="connsiteY4491"/>
              </a:cxn>
              <a:cxn ang="0">
                <a:pos x="connsiteX4492" y="connsiteY4492"/>
              </a:cxn>
              <a:cxn ang="0">
                <a:pos x="connsiteX4493" y="connsiteY4493"/>
              </a:cxn>
              <a:cxn ang="0">
                <a:pos x="connsiteX4494" y="connsiteY4494"/>
              </a:cxn>
              <a:cxn ang="0">
                <a:pos x="connsiteX4495" y="connsiteY4495"/>
              </a:cxn>
              <a:cxn ang="0">
                <a:pos x="connsiteX4496" y="connsiteY4496"/>
              </a:cxn>
              <a:cxn ang="0">
                <a:pos x="connsiteX4497" y="connsiteY4497"/>
              </a:cxn>
              <a:cxn ang="0">
                <a:pos x="connsiteX4498" y="connsiteY4498"/>
              </a:cxn>
              <a:cxn ang="0">
                <a:pos x="connsiteX4499" y="connsiteY4499"/>
              </a:cxn>
              <a:cxn ang="0">
                <a:pos x="connsiteX4500" y="connsiteY4500"/>
              </a:cxn>
              <a:cxn ang="0">
                <a:pos x="connsiteX4501" y="connsiteY4501"/>
              </a:cxn>
              <a:cxn ang="0">
                <a:pos x="connsiteX4502" y="connsiteY4502"/>
              </a:cxn>
              <a:cxn ang="0">
                <a:pos x="connsiteX4503" y="connsiteY4503"/>
              </a:cxn>
              <a:cxn ang="0">
                <a:pos x="connsiteX4504" y="connsiteY4504"/>
              </a:cxn>
              <a:cxn ang="0">
                <a:pos x="connsiteX4505" y="connsiteY4505"/>
              </a:cxn>
              <a:cxn ang="0">
                <a:pos x="connsiteX4506" y="connsiteY4506"/>
              </a:cxn>
              <a:cxn ang="0">
                <a:pos x="connsiteX4507" y="connsiteY4507"/>
              </a:cxn>
              <a:cxn ang="0">
                <a:pos x="connsiteX4508" y="connsiteY4508"/>
              </a:cxn>
              <a:cxn ang="0">
                <a:pos x="connsiteX4509" y="connsiteY4509"/>
              </a:cxn>
              <a:cxn ang="0">
                <a:pos x="connsiteX4510" y="connsiteY4510"/>
              </a:cxn>
              <a:cxn ang="0">
                <a:pos x="connsiteX4511" y="connsiteY4511"/>
              </a:cxn>
              <a:cxn ang="0">
                <a:pos x="connsiteX4512" y="connsiteY4512"/>
              </a:cxn>
              <a:cxn ang="0">
                <a:pos x="connsiteX4513" y="connsiteY4513"/>
              </a:cxn>
              <a:cxn ang="0">
                <a:pos x="connsiteX4514" y="connsiteY4514"/>
              </a:cxn>
              <a:cxn ang="0">
                <a:pos x="connsiteX4515" y="connsiteY4515"/>
              </a:cxn>
              <a:cxn ang="0">
                <a:pos x="connsiteX4516" y="connsiteY4516"/>
              </a:cxn>
              <a:cxn ang="0">
                <a:pos x="connsiteX4517" y="connsiteY4517"/>
              </a:cxn>
              <a:cxn ang="0">
                <a:pos x="connsiteX4518" y="connsiteY4518"/>
              </a:cxn>
              <a:cxn ang="0">
                <a:pos x="connsiteX4519" y="connsiteY4519"/>
              </a:cxn>
              <a:cxn ang="0">
                <a:pos x="connsiteX4520" y="connsiteY4520"/>
              </a:cxn>
              <a:cxn ang="0">
                <a:pos x="connsiteX4521" y="connsiteY4521"/>
              </a:cxn>
              <a:cxn ang="0">
                <a:pos x="connsiteX4522" y="connsiteY4522"/>
              </a:cxn>
              <a:cxn ang="0">
                <a:pos x="connsiteX4523" y="connsiteY4523"/>
              </a:cxn>
              <a:cxn ang="0">
                <a:pos x="connsiteX4524" y="connsiteY4524"/>
              </a:cxn>
              <a:cxn ang="0">
                <a:pos x="connsiteX4525" y="connsiteY4525"/>
              </a:cxn>
              <a:cxn ang="0">
                <a:pos x="connsiteX4526" y="connsiteY4526"/>
              </a:cxn>
              <a:cxn ang="0">
                <a:pos x="connsiteX4527" y="connsiteY4527"/>
              </a:cxn>
              <a:cxn ang="0">
                <a:pos x="connsiteX4528" y="connsiteY4528"/>
              </a:cxn>
              <a:cxn ang="0">
                <a:pos x="connsiteX4529" y="connsiteY4529"/>
              </a:cxn>
              <a:cxn ang="0">
                <a:pos x="connsiteX4530" y="connsiteY4530"/>
              </a:cxn>
              <a:cxn ang="0">
                <a:pos x="connsiteX4531" y="connsiteY4531"/>
              </a:cxn>
              <a:cxn ang="0">
                <a:pos x="connsiteX4532" y="connsiteY4532"/>
              </a:cxn>
              <a:cxn ang="0">
                <a:pos x="connsiteX4533" y="connsiteY4533"/>
              </a:cxn>
              <a:cxn ang="0">
                <a:pos x="connsiteX4534" y="connsiteY4534"/>
              </a:cxn>
              <a:cxn ang="0">
                <a:pos x="connsiteX4535" y="connsiteY4535"/>
              </a:cxn>
              <a:cxn ang="0">
                <a:pos x="connsiteX4536" y="connsiteY4536"/>
              </a:cxn>
              <a:cxn ang="0">
                <a:pos x="connsiteX4537" y="connsiteY4537"/>
              </a:cxn>
              <a:cxn ang="0">
                <a:pos x="connsiteX4538" y="connsiteY4538"/>
              </a:cxn>
              <a:cxn ang="0">
                <a:pos x="connsiteX4539" y="connsiteY4539"/>
              </a:cxn>
              <a:cxn ang="0">
                <a:pos x="connsiteX4540" y="connsiteY4540"/>
              </a:cxn>
              <a:cxn ang="0">
                <a:pos x="connsiteX4541" y="connsiteY4541"/>
              </a:cxn>
              <a:cxn ang="0">
                <a:pos x="connsiteX4542" y="connsiteY4542"/>
              </a:cxn>
              <a:cxn ang="0">
                <a:pos x="connsiteX4543" y="connsiteY4543"/>
              </a:cxn>
              <a:cxn ang="0">
                <a:pos x="connsiteX4544" y="connsiteY4544"/>
              </a:cxn>
              <a:cxn ang="0">
                <a:pos x="connsiteX4545" y="connsiteY4545"/>
              </a:cxn>
              <a:cxn ang="0">
                <a:pos x="connsiteX4546" y="connsiteY4546"/>
              </a:cxn>
              <a:cxn ang="0">
                <a:pos x="connsiteX4547" y="connsiteY4547"/>
              </a:cxn>
              <a:cxn ang="0">
                <a:pos x="connsiteX4548" y="connsiteY4548"/>
              </a:cxn>
              <a:cxn ang="0">
                <a:pos x="connsiteX4549" y="connsiteY4549"/>
              </a:cxn>
              <a:cxn ang="0">
                <a:pos x="connsiteX4550" y="connsiteY4550"/>
              </a:cxn>
              <a:cxn ang="0">
                <a:pos x="connsiteX4551" y="connsiteY4551"/>
              </a:cxn>
              <a:cxn ang="0">
                <a:pos x="connsiteX4552" y="connsiteY4552"/>
              </a:cxn>
              <a:cxn ang="0">
                <a:pos x="connsiteX4553" y="connsiteY4553"/>
              </a:cxn>
              <a:cxn ang="0">
                <a:pos x="connsiteX4554" y="connsiteY4554"/>
              </a:cxn>
              <a:cxn ang="0">
                <a:pos x="connsiteX4555" y="connsiteY4555"/>
              </a:cxn>
              <a:cxn ang="0">
                <a:pos x="connsiteX4556" y="connsiteY4556"/>
              </a:cxn>
              <a:cxn ang="0">
                <a:pos x="connsiteX4557" y="connsiteY4557"/>
              </a:cxn>
              <a:cxn ang="0">
                <a:pos x="connsiteX4558" y="connsiteY4558"/>
              </a:cxn>
              <a:cxn ang="0">
                <a:pos x="connsiteX4559" y="connsiteY4559"/>
              </a:cxn>
              <a:cxn ang="0">
                <a:pos x="connsiteX4560" y="connsiteY4560"/>
              </a:cxn>
              <a:cxn ang="0">
                <a:pos x="connsiteX4561" y="connsiteY4561"/>
              </a:cxn>
              <a:cxn ang="0">
                <a:pos x="connsiteX4562" y="connsiteY4562"/>
              </a:cxn>
              <a:cxn ang="0">
                <a:pos x="connsiteX4563" y="connsiteY4563"/>
              </a:cxn>
              <a:cxn ang="0">
                <a:pos x="connsiteX4564" y="connsiteY4564"/>
              </a:cxn>
              <a:cxn ang="0">
                <a:pos x="connsiteX4565" y="connsiteY4565"/>
              </a:cxn>
              <a:cxn ang="0">
                <a:pos x="connsiteX4566" y="connsiteY4566"/>
              </a:cxn>
              <a:cxn ang="0">
                <a:pos x="connsiteX4567" y="connsiteY4567"/>
              </a:cxn>
              <a:cxn ang="0">
                <a:pos x="connsiteX4568" y="connsiteY4568"/>
              </a:cxn>
              <a:cxn ang="0">
                <a:pos x="connsiteX4569" y="connsiteY4569"/>
              </a:cxn>
              <a:cxn ang="0">
                <a:pos x="connsiteX4570" y="connsiteY4570"/>
              </a:cxn>
              <a:cxn ang="0">
                <a:pos x="connsiteX4571" y="connsiteY4571"/>
              </a:cxn>
              <a:cxn ang="0">
                <a:pos x="connsiteX4572" y="connsiteY4572"/>
              </a:cxn>
              <a:cxn ang="0">
                <a:pos x="connsiteX4573" y="connsiteY4573"/>
              </a:cxn>
              <a:cxn ang="0">
                <a:pos x="connsiteX4574" y="connsiteY4574"/>
              </a:cxn>
              <a:cxn ang="0">
                <a:pos x="connsiteX4575" y="connsiteY4575"/>
              </a:cxn>
              <a:cxn ang="0">
                <a:pos x="connsiteX4576" y="connsiteY4576"/>
              </a:cxn>
              <a:cxn ang="0">
                <a:pos x="connsiteX4577" y="connsiteY4577"/>
              </a:cxn>
              <a:cxn ang="0">
                <a:pos x="connsiteX4578" y="connsiteY4578"/>
              </a:cxn>
              <a:cxn ang="0">
                <a:pos x="connsiteX4579" y="connsiteY4579"/>
              </a:cxn>
              <a:cxn ang="0">
                <a:pos x="connsiteX4580" y="connsiteY4580"/>
              </a:cxn>
              <a:cxn ang="0">
                <a:pos x="connsiteX4581" y="connsiteY4581"/>
              </a:cxn>
              <a:cxn ang="0">
                <a:pos x="connsiteX4582" y="connsiteY4582"/>
              </a:cxn>
              <a:cxn ang="0">
                <a:pos x="connsiteX4583" y="connsiteY4583"/>
              </a:cxn>
              <a:cxn ang="0">
                <a:pos x="connsiteX4584" y="connsiteY4584"/>
              </a:cxn>
              <a:cxn ang="0">
                <a:pos x="connsiteX4585" y="connsiteY4585"/>
              </a:cxn>
              <a:cxn ang="0">
                <a:pos x="connsiteX4586" y="connsiteY4586"/>
              </a:cxn>
              <a:cxn ang="0">
                <a:pos x="connsiteX4587" y="connsiteY4587"/>
              </a:cxn>
              <a:cxn ang="0">
                <a:pos x="connsiteX4588" y="connsiteY4588"/>
              </a:cxn>
              <a:cxn ang="0">
                <a:pos x="connsiteX4589" y="connsiteY4589"/>
              </a:cxn>
              <a:cxn ang="0">
                <a:pos x="connsiteX4590" y="connsiteY4590"/>
              </a:cxn>
              <a:cxn ang="0">
                <a:pos x="connsiteX4591" y="connsiteY4591"/>
              </a:cxn>
              <a:cxn ang="0">
                <a:pos x="connsiteX4592" y="connsiteY4592"/>
              </a:cxn>
              <a:cxn ang="0">
                <a:pos x="connsiteX4593" y="connsiteY4593"/>
              </a:cxn>
              <a:cxn ang="0">
                <a:pos x="connsiteX4594" y="connsiteY4594"/>
              </a:cxn>
              <a:cxn ang="0">
                <a:pos x="connsiteX4595" y="connsiteY4595"/>
              </a:cxn>
              <a:cxn ang="0">
                <a:pos x="connsiteX4596" y="connsiteY4596"/>
              </a:cxn>
              <a:cxn ang="0">
                <a:pos x="connsiteX4597" y="connsiteY4597"/>
              </a:cxn>
              <a:cxn ang="0">
                <a:pos x="connsiteX4598" y="connsiteY4598"/>
              </a:cxn>
              <a:cxn ang="0">
                <a:pos x="connsiteX4599" y="connsiteY4599"/>
              </a:cxn>
              <a:cxn ang="0">
                <a:pos x="connsiteX4600" y="connsiteY4600"/>
              </a:cxn>
              <a:cxn ang="0">
                <a:pos x="connsiteX4601" y="connsiteY4601"/>
              </a:cxn>
              <a:cxn ang="0">
                <a:pos x="connsiteX4602" y="connsiteY4602"/>
              </a:cxn>
              <a:cxn ang="0">
                <a:pos x="connsiteX4603" y="connsiteY4603"/>
              </a:cxn>
              <a:cxn ang="0">
                <a:pos x="connsiteX4604" y="connsiteY4604"/>
              </a:cxn>
              <a:cxn ang="0">
                <a:pos x="connsiteX4605" y="connsiteY4605"/>
              </a:cxn>
              <a:cxn ang="0">
                <a:pos x="connsiteX4606" y="connsiteY4606"/>
              </a:cxn>
              <a:cxn ang="0">
                <a:pos x="connsiteX4607" y="connsiteY4607"/>
              </a:cxn>
              <a:cxn ang="0">
                <a:pos x="connsiteX4608" y="connsiteY4608"/>
              </a:cxn>
              <a:cxn ang="0">
                <a:pos x="connsiteX4609" y="connsiteY4609"/>
              </a:cxn>
              <a:cxn ang="0">
                <a:pos x="connsiteX4610" y="connsiteY4610"/>
              </a:cxn>
              <a:cxn ang="0">
                <a:pos x="connsiteX4611" y="connsiteY4611"/>
              </a:cxn>
              <a:cxn ang="0">
                <a:pos x="connsiteX4612" y="connsiteY4612"/>
              </a:cxn>
              <a:cxn ang="0">
                <a:pos x="connsiteX4613" y="connsiteY4613"/>
              </a:cxn>
              <a:cxn ang="0">
                <a:pos x="connsiteX4614" y="connsiteY4614"/>
              </a:cxn>
              <a:cxn ang="0">
                <a:pos x="connsiteX4615" y="connsiteY4615"/>
              </a:cxn>
              <a:cxn ang="0">
                <a:pos x="connsiteX4616" y="connsiteY4616"/>
              </a:cxn>
              <a:cxn ang="0">
                <a:pos x="connsiteX4617" y="connsiteY4617"/>
              </a:cxn>
              <a:cxn ang="0">
                <a:pos x="connsiteX4618" y="connsiteY4618"/>
              </a:cxn>
              <a:cxn ang="0">
                <a:pos x="connsiteX4619" y="connsiteY4619"/>
              </a:cxn>
              <a:cxn ang="0">
                <a:pos x="connsiteX4620" y="connsiteY4620"/>
              </a:cxn>
              <a:cxn ang="0">
                <a:pos x="connsiteX4621" y="connsiteY4621"/>
              </a:cxn>
              <a:cxn ang="0">
                <a:pos x="connsiteX4622" y="connsiteY4622"/>
              </a:cxn>
              <a:cxn ang="0">
                <a:pos x="connsiteX4623" y="connsiteY4623"/>
              </a:cxn>
              <a:cxn ang="0">
                <a:pos x="connsiteX4624" y="connsiteY4624"/>
              </a:cxn>
              <a:cxn ang="0">
                <a:pos x="connsiteX4625" y="connsiteY4625"/>
              </a:cxn>
              <a:cxn ang="0">
                <a:pos x="connsiteX4626" y="connsiteY4626"/>
              </a:cxn>
              <a:cxn ang="0">
                <a:pos x="connsiteX4627" y="connsiteY4627"/>
              </a:cxn>
              <a:cxn ang="0">
                <a:pos x="connsiteX4628" y="connsiteY4628"/>
              </a:cxn>
              <a:cxn ang="0">
                <a:pos x="connsiteX4629" y="connsiteY4629"/>
              </a:cxn>
              <a:cxn ang="0">
                <a:pos x="connsiteX4630" y="connsiteY4630"/>
              </a:cxn>
              <a:cxn ang="0">
                <a:pos x="connsiteX4631" y="connsiteY4631"/>
              </a:cxn>
              <a:cxn ang="0">
                <a:pos x="connsiteX4632" y="connsiteY4632"/>
              </a:cxn>
              <a:cxn ang="0">
                <a:pos x="connsiteX4633" y="connsiteY4633"/>
              </a:cxn>
              <a:cxn ang="0">
                <a:pos x="connsiteX4634" y="connsiteY4634"/>
              </a:cxn>
              <a:cxn ang="0">
                <a:pos x="connsiteX4635" y="connsiteY4635"/>
              </a:cxn>
              <a:cxn ang="0">
                <a:pos x="connsiteX4636" y="connsiteY4636"/>
              </a:cxn>
              <a:cxn ang="0">
                <a:pos x="connsiteX4637" y="connsiteY4637"/>
              </a:cxn>
              <a:cxn ang="0">
                <a:pos x="connsiteX4638" y="connsiteY4638"/>
              </a:cxn>
              <a:cxn ang="0">
                <a:pos x="connsiteX4639" y="connsiteY4639"/>
              </a:cxn>
              <a:cxn ang="0">
                <a:pos x="connsiteX4640" y="connsiteY4640"/>
              </a:cxn>
              <a:cxn ang="0">
                <a:pos x="connsiteX4641" y="connsiteY4641"/>
              </a:cxn>
              <a:cxn ang="0">
                <a:pos x="connsiteX4642" y="connsiteY4642"/>
              </a:cxn>
              <a:cxn ang="0">
                <a:pos x="connsiteX4643" y="connsiteY4643"/>
              </a:cxn>
              <a:cxn ang="0">
                <a:pos x="connsiteX4644" y="connsiteY4644"/>
              </a:cxn>
              <a:cxn ang="0">
                <a:pos x="connsiteX4645" y="connsiteY4645"/>
              </a:cxn>
              <a:cxn ang="0">
                <a:pos x="connsiteX4646" y="connsiteY4646"/>
              </a:cxn>
              <a:cxn ang="0">
                <a:pos x="connsiteX4647" y="connsiteY4647"/>
              </a:cxn>
              <a:cxn ang="0">
                <a:pos x="connsiteX4648" y="connsiteY4648"/>
              </a:cxn>
              <a:cxn ang="0">
                <a:pos x="connsiteX4649" y="connsiteY4649"/>
              </a:cxn>
              <a:cxn ang="0">
                <a:pos x="connsiteX4650" y="connsiteY4650"/>
              </a:cxn>
              <a:cxn ang="0">
                <a:pos x="connsiteX4651" y="connsiteY4651"/>
              </a:cxn>
              <a:cxn ang="0">
                <a:pos x="connsiteX4652" y="connsiteY4652"/>
              </a:cxn>
              <a:cxn ang="0">
                <a:pos x="connsiteX4653" y="connsiteY4653"/>
              </a:cxn>
              <a:cxn ang="0">
                <a:pos x="connsiteX4654" y="connsiteY4654"/>
              </a:cxn>
              <a:cxn ang="0">
                <a:pos x="connsiteX4655" y="connsiteY4655"/>
              </a:cxn>
              <a:cxn ang="0">
                <a:pos x="connsiteX4656" y="connsiteY4656"/>
              </a:cxn>
              <a:cxn ang="0">
                <a:pos x="connsiteX4657" y="connsiteY4657"/>
              </a:cxn>
              <a:cxn ang="0">
                <a:pos x="connsiteX4658" y="connsiteY4658"/>
              </a:cxn>
              <a:cxn ang="0">
                <a:pos x="connsiteX4659" y="connsiteY4659"/>
              </a:cxn>
              <a:cxn ang="0">
                <a:pos x="connsiteX4660" y="connsiteY4660"/>
              </a:cxn>
              <a:cxn ang="0">
                <a:pos x="connsiteX4661" y="connsiteY4661"/>
              </a:cxn>
              <a:cxn ang="0">
                <a:pos x="connsiteX4662" y="connsiteY4662"/>
              </a:cxn>
              <a:cxn ang="0">
                <a:pos x="connsiteX4663" y="connsiteY4663"/>
              </a:cxn>
              <a:cxn ang="0">
                <a:pos x="connsiteX4664" y="connsiteY4664"/>
              </a:cxn>
              <a:cxn ang="0">
                <a:pos x="connsiteX4665" y="connsiteY4665"/>
              </a:cxn>
              <a:cxn ang="0">
                <a:pos x="connsiteX4666" y="connsiteY4666"/>
              </a:cxn>
              <a:cxn ang="0">
                <a:pos x="connsiteX4667" y="connsiteY4667"/>
              </a:cxn>
              <a:cxn ang="0">
                <a:pos x="connsiteX4668" y="connsiteY4668"/>
              </a:cxn>
              <a:cxn ang="0">
                <a:pos x="connsiteX4669" y="connsiteY4669"/>
              </a:cxn>
              <a:cxn ang="0">
                <a:pos x="connsiteX4670" y="connsiteY4670"/>
              </a:cxn>
              <a:cxn ang="0">
                <a:pos x="connsiteX4671" y="connsiteY4671"/>
              </a:cxn>
              <a:cxn ang="0">
                <a:pos x="connsiteX4672" y="connsiteY4672"/>
              </a:cxn>
              <a:cxn ang="0">
                <a:pos x="connsiteX4673" y="connsiteY4673"/>
              </a:cxn>
              <a:cxn ang="0">
                <a:pos x="connsiteX4674" y="connsiteY4674"/>
              </a:cxn>
              <a:cxn ang="0">
                <a:pos x="connsiteX4675" y="connsiteY4675"/>
              </a:cxn>
              <a:cxn ang="0">
                <a:pos x="connsiteX4676" y="connsiteY4676"/>
              </a:cxn>
              <a:cxn ang="0">
                <a:pos x="connsiteX4677" y="connsiteY4677"/>
              </a:cxn>
              <a:cxn ang="0">
                <a:pos x="connsiteX4678" y="connsiteY4678"/>
              </a:cxn>
              <a:cxn ang="0">
                <a:pos x="connsiteX4679" y="connsiteY4679"/>
              </a:cxn>
              <a:cxn ang="0">
                <a:pos x="connsiteX4680" y="connsiteY4680"/>
              </a:cxn>
              <a:cxn ang="0">
                <a:pos x="connsiteX4681" y="connsiteY4681"/>
              </a:cxn>
              <a:cxn ang="0">
                <a:pos x="connsiteX4682" y="connsiteY4682"/>
              </a:cxn>
              <a:cxn ang="0">
                <a:pos x="connsiteX4683" y="connsiteY4683"/>
              </a:cxn>
              <a:cxn ang="0">
                <a:pos x="connsiteX4684" y="connsiteY4684"/>
              </a:cxn>
              <a:cxn ang="0">
                <a:pos x="connsiteX4685" y="connsiteY4685"/>
              </a:cxn>
              <a:cxn ang="0">
                <a:pos x="connsiteX4686" y="connsiteY4686"/>
              </a:cxn>
              <a:cxn ang="0">
                <a:pos x="connsiteX4687" y="connsiteY4687"/>
              </a:cxn>
              <a:cxn ang="0">
                <a:pos x="connsiteX4688" y="connsiteY4688"/>
              </a:cxn>
              <a:cxn ang="0">
                <a:pos x="connsiteX4689" y="connsiteY4689"/>
              </a:cxn>
              <a:cxn ang="0">
                <a:pos x="connsiteX4690" y="connsiteY4690"/>
              </a:cxn>
              <a:cxn ang="0">
                <a:pos x="connsiteX4691" y="connsiteY4691"/>
              </a:cxn>
              <a:cxn ang="0">
                <a:pos x="connsiteX4692" y="connsiteY4692"/>
              </a:cxn>
              <a:cxn ang="0">
                <a:pos x="connsiteX4693" y="connsiteY4693"/>
              </a:cxn>
              <a:cxn ang="0">
                <a:pos x="connsiteX4694" y="connsiteY4694"/>
              </a:cxn>
              <a:cxn ang="0">
                <a:pos x="connsiteX4695" y="connsiteY4695"/>
              </a:cxn>
              <a:cxn ang="0">
                <a:pos x="connsiteX4696" y="connsiteY4696"/>
              </a:cxn>
              <a:cxn ang="0">
                <a:pos x="connsiteX4697" y="connsiteY4697"/>
              </a:cxn>
              <a:cxn ang="0">
                <a:pos x="connsiteX4698" y="connsiteY4698"/>
              </a:cxn>
              <a:cxn ang="0">
                <a:pos x="connsiteX4699" y="connsiteY4699"/>
              </a:cxn>
              <a:cxn ang="0">
                <a:pos x="connsiteX4700" y="connsiteY4700"/>
              </a:cxn>
              <a:cxn ang="0">
                <a:pos x="connsiteX4701" y="connsiteY4701"/>
              </a:cxn>
              <a:cxn ang="0">
                <a:pos x="connsiteX4702" y="connsiteY4702"/>
              </a:cxn>
              <a:cxn ang="0">
                <a:pos x="connsiteX4703" y="connsiteY4703"/>
              </a:cxn>
              <a:cxn ang="0">
                <a:pos x="connsiteX4704" y="connsiteY4704"/>
              </a:cxn>
              <a:cxn ang="0">
                <a:pos x="connsiteX4705" y="connsiteY4705"/>
              </a:cxn>
              <a:cxn ang="0">
                <a:pos x="connsiteX4706" y="connsiteY4706"/>
              </a:cxn>
              <a:cxn ang="0">
                <a:pos x="connsiteX4707" y="connsiteY4707"/>
              </a:cxn>
              <a:cxn ang="0">
                <a:pos x="connsiteX4708" y="connsiteY4708"/>
              </a:cxn>
              <a:cxn ang="0">
                <a:pos x="connsiteX4709" y="connsiteY4709"/>
              </a:cxn>
              <a:cxn ang="0">
                <a:pos x="connsiteX4710" y="connsiteY4710"/>
              </a:cxn>
              <a:cxn ang="0">
                <a:pos x="connsiteX4711" y="connsiteY4711"/>
              </a:cxn>
              <a:cxn ang="0">
                <a:pos x="connsiteX4712" y="connsiteY4712"/>
              </a:cxn>
              <a:cxn ang="0">
                <a:pos x="connsiteX4713" y="connsiteY4713"/>
              </a:cxn>
              <a:cxn ang="0">
                <a:pos x="connsiteX4714" y="connsiteY4714"/>
              </a:cxn>
              <a:cxn ang="0">
                <a:pos x="connsiteX4715" y="connsiteY4715"/>
              </a:cxn>
              <a:cxn ang="0">
                <a:pos x="connsiteX4716" y="connsiteY4716"/>
              </a:cxn>
              <a:cxn ang="0">
                <a:pos x="connsiteX4717" y="connsiteY4717"/>
              </a:cxn>
              <a:cxn ang="0">
                <a:pos x="connsiteX4718" y="connsiteY4718"/>
              </a:cxn>
              <a:cxn ang="0">
                <a:pos x="connsiteX4719" y="connsiteY4719"/>
              </a:cxn>
              <a:cxn ang="0">
                <a:pos x="connsiteX4720" y="connsiteY4720"/>
              </a:cxn>
              <a:cxn ang="0">
                <a:pos x="connsiteX4721" y="connsiteY4721"/>
              </a:cxn>
              <a:cxn ang="0">
                <a:pos x="connsiteX4722" y="connsiteY4722"/>
              </a:cxn>
              <a:cxn ang="0">
                <a:pos x="connsiteX4723" y="connsiteY4723"/>
              </a:cxn>
              <a:cxn ang="0">
                <a:pos x="connsiteX4724" y="connsiteY4724"/>
              </a:cxn>
              <a:cxn ang="0">
                <a:pos x="connsiteX4725" y="connsiteY4725"/>
              </a:cxn>
              <a:cxn ang="0">
                <a:pos x="connsiteX4726" y="connsiteY4726"/>
              </a:cxn>
              <a:cxn ang="0">
                <a:pos x="connsiteX4727" y="connsiteY4727"/>
              </a:cxn>
              <a:cxn ang="0">
                <a:pos x="connsiteX4728" y="connsiteY4728"/>
              </a:cxn>
              <a:cxn ang="0">
                <a:pos x="connsiteX4729" y="connsiteY4729"/>
              </a:cxn>
              <a:cxn ang="0">
                <a:pos x="connsiteX4730" y="connsiteY4730"/>
              </a:cxn>
              <a:cxn ang="0">
                <a:pos x="connsiteX4731" y="connsiteY4731"/>
              </a:cxn>
              <a:cxn ang="0">
                <a:pos x="connsiteX4732" y="connsiteY4732"/>
              </a:cxn>
              <a:cxn ang="0">
                <a:pos x="connsiteX4733" y="connsiteY4733"/>
              </a:cxn>
              <a:cxn ang="0">
                <a:pos x="connsiteX4734" y="connsiteY4734"/>
              </a:cxn>
              <a:cxn ang="0">
                <a:pos x="connsiteX4735" y="connsiteY4735"/>
              </a:cxn>
              <a:cxn ang="0">
                <a:pos x="connsiteX4736" y="connsiteY4736"/>
              </a:cxn>
              <a:cxn ang="0">
                <a:pos x="connsiteX4737" y="connsiteY4737"/>
              </a:cxn>
              <a:cxn ang="0">
                <a:pos x="connsiteX4738" y="connsiteY4738"/>
              </a:cxn>
              <a:cxn ang="0">
                <a:pos x="connsiteX4739" y="connsiteY4739"/>
              </a:cxn>
              <a:cxn ang="0">
                <a:pos x="connsiteX4740" y="connsiteY4740"/>
              </a:cxn>
              <a:cxn ang="0">
                <a:pos x="connsiteX4741" y="connsiteY4741"/>
              </a:cxn>
              <a:cxn ang="0">
                <a:pos x="connsiteX4742" y="connsiteY4742"/>
              </a:cxn>
              <a:cxn ang="0">
                <a:pos x="connsiteX4743" y="connsiteY4743"/>
              </a:cxn>
              <a:cxn ang="0">
                <a:pos x="connsiteX4744" y="connsiteY4744"/>
              </a:cxn>
              <a:cxn ang="0">
                <a:pos x="connsiteX4745" y="connsiteY4745"/>
              </a:cxn>
              <a:cxn ang="0">
                <a:pos x="connsiteX4746" y="connsiteY4746"/>
              </a:cxn>
              <a:cxn ang="0">
                <a:pos x="connsiteX4747" y="connsiteY4747"/>
              </a:cxn>
              <a:cxn ang="0">
                <a:pos x="connsiteX4748" y="connsiteY4748"/>
              </a:cxn>
              <a:cxn ang="0">
                <a:pos x="connsiteX4749" y="connsiteY4749"/>
              </a:cxn>
              <a:cxn ang="0">
                <a:pos x="connsiteX4750" y="connsiteY4750"/>
              </a:cxn>
              <a:cxn ang="0">
                <a:pos x="connsiteX4751" y="connsiteY4751"/>
              </a:cxn>
              <a:cxn ang="0">
                <a:pos x="connsiteX4752" y="connsiteY4752"/>
              </a:cxn>
              <a:cxn ang="0">
                <a:pos x="connsiteX4753" y="connsiteY4753"/>
              </a:cxn>
              <a:cxn ang="0">
                <a:pos x="connsiteX4754" y="connsiteY4754"/>
              </a:cxn>
              <a:cxn ang="0">
                <a:pos x="connsiteX4755" y="connsiteY4755"/>
              </a:cxn>
              <a:cxn ang="0">
                <a:pos x="connsiteX4756" y="connsiteY4756"/>
              </a:cxn>
              <a:cxn ang="0">
                <a:pos x="connsiteX4757" y="connsiteY4757"/>
              </a:cxn>
              <a:cxn ang="0">
                <a:pos x="connsiteX4758" y="connsiteY4758"/>
              </a:cxn>
              <a:cxn ang="0">
                <a:pos x="connsiteX4759" y="connsiteY4759"/>
              </a:cxn>
              <a:cxn ang="0">
                <a:pos x="connsiteX4760" y="connsiteY4760"/>
              </a:cxn>
              <a:cxn ang="0">
                <a:pos x="connsiteX4761" y="connsiteY4761"/>
              </a:cxn>
              <a:cxn ang="0">
                <a:pos x="connsiteX4762" y="connsiteY4762"/>
              </a:cxn>
              <a:cxn ang="0">
                <a:pos x="connsiteX4763" y="connsiteY4763"/>
              </a:cxn>
              <a:cxn ang="0">
                <a:pos x="connsiteX4764" y="connsiteY4764"/>
              </a:cxn>
              <a:cxn ang="0">
                <a:pos x="connsiteX4765" y="connsiteY4765"/>
              </a:cxn>
              <a:cxn ang="0">
                <a:pos x="connsiteX4766" y="connsiteY4766"/>
              </a:cxn>
              <a:cxn ang="0">
                <a:pos x="connsiteX4767" y="connsiteY4767"/>
              </a:cxn>
              <a:cxn ang="0">
                <a:pos x="connsiteX4768" y="connsiteY4768"/>
              </a:cxn>
              <a:cxn ang="0">
                <a:pos x="connsiteX4769" y="connsiteY4769"/>
              </a:cxn>
              <a:cxn ang="0">
                <a:pos x="connsiteX4770" y="connsiteY4770"/>
              </a:cxn>
              <a:cxn ang="0">
                <a:pos x="connsiteX4771" y="connsiteY4771"/>
              </a:cxn>
              <a:cxn ang="0">
                <a:pos x="connsiteX4772" y="connsiteY4772"/>
              </a:cxn>
              <a:cxn ang="0">
                <a:pos x="connsiteX4773" y="connsiteY4773"/>
              </a:cxn>
              <a:cxn ang="0">
                <a:pos x="connsiteX4774" y="connsiteY4774"/>
              </a:cxn>
              <a:cxn ang="0">
                <a:pos x="connsiteX4775" y="connsiteY4775"/>
              </a:cxn>
              <a:cxn ang="0">
                <a:pos x="connsiteX4776" y="connsiteY4776"/>
              </a:cxn>
              <a:cxn ang="0">
                <a:pos x="connsiteX4777" y="connsiteY4777"/>
              </a:cxn>
              <a:cxn ang="0">
                <a:pos x="connsiteX4778" y="connsiteY4778"/>
              </a:cxn>
              <a:cxn ang="0">
                <a:pos x="connsiteX4779" y="connsiteY4779"/>
              </a:cxn>
              <a:cxn ang="0">
                <a:pos x="connsiteX4780" y="connsiteY4780"/>
              </a:cxn>
              <a:cxn ang="0">
                <a:pos x="connsiteX4781" y="connsiteY4781"/>
              </a:cxn>
              <a:cxn ang="0">
                <a:pos x="connsiteX4782" y="connsiteY4782"/>
              </a:cxn>
              <a:cxn ang="0">
                <a:pos x="connsiteX4783" y="connsiteY4783"/>
              </a:cxn>
              <a:cxn ang="0">
                <a:pos x="connsiteX4784" y="connsiteY4784"/>
              </a:cxn>
              <a:cxn ang="0">
                <a:pos x="connsiteX4785" y="connsiteY4785"/>
              </a:cxn>
              <a:cxn ang="0">
                <a:pos x="connsiteX4786" y="connsiteY4786"/>
              </a:cxn>
              <a:cxn ang="0">
                <a:pos x="connsiteX4787" y="connsiteY4787"/>
              </a:cxn>
              <a:cxn ang="0">
                <a:pos x="connsiteX4788" y="connsiteY4788"/>
              </a:cxn>
              <a:cxn ang="0">
                <a:pos x="connsiteX4789" y="connsiteY4789"/>
              </a:cxn>
              <a:cxn ang="0">
                <a:pos x="connsiteX4790" y="connsiteY4790"/>
              </a:cxn>
              <a:cxn ang="0">
                <a:pos x="connsiteX4791" y="connsiteY4791"/>
              </a:cxn>
              <a:cxn ang="0">
                <a:pos x="connsiteX4792" y="connsiteY4792"/>
              </a:cxn>
              <a:cxn ang="0">
                <a:pos x="connsiteX4793" y="connsiteY4793"/>
              </a:cxn>
              <a:cxn ang="0">
                <a:pos x="connsiteX4794" y="connsiteY4794"/>
              </a:cxn>
              <a:cxn ang="0">
                <a:pos x="connsiteX4795" y="connsiteY4795"/>
              </a:cxn>
              <a:cxn ang="0">
                <a:pos x="connsiteX4796" y="connsiteY4796"/>
              </a:cxn>
              <a:cxn ang="0">
                <a:pos x="connsiteX4797" y="connsiteY4797"/>
              </a:cxn>
              <a:cxn ang="0">
                <a:pos x="connsiteX4798" y="connsiteY4798"/>
              </a:cxn>
              <a:cxn ang="0">
                <a:pos x="connsiteX4799" y="connsiteY4799"/>
              </a:cxn>
              <a:cxn ang="0">
                <a:pos x="connsiteX4800" y="connsiteY4800"/>
              </a:cxn>
              <a:cxn ang="0">
                <a:pos x="connsiteX4801" y="connsiteY4801"/>
              </a:cxn>
              <a:cxn ang="0">
                <a:pos x="connsiteX4802" y="connsiteY4802"/>
              </a:cxn>
              <a:cxn ang="0">
                <a:pos x="connsiteX4803" y="connsiteY4803"/>
              </a:cxn>
              <a:cxn ang="0">
                <a:pos x="connsiteX4804" y="connsiteY4804"/>
              </a:cxn>
              <a:cxn ang="0">
                <a:pos x="connsiteX4805" y="connsiteY4805"/>
              </a:cxn>
              <a:cxn ang="0">
                <a:pos x="connsiteX4806" y="connsiteY4806"/>
              </a:cxn>
              <a:cxn ang="0">
                <a:pos x="connsiteX4807" y="connsiteY4807"/>
              </a:cxn>
              <a:cxn ang="0">
                <a:pos x="connsiteX4808" y="connsiteY4808"/>
              </a:cxn>
              <a:cxn ang="0">
                <a:pos x="connsiteX4809" y="connsiteY4809"/>
              </a:cxn>
              <a:cxn ang="0">
                <a:pos x="connsiteX4810" y="connsiteY4810"/>
              </a:cxn>
              <a:cxn ang="0">
                <a:pos x="connsiteX4811" y="connsiteY4811"/>
              </a:cxn>
              <a:cxn ang="0">
                <a:pos x="connsiteX4812" y="connsiteY4812"/>
              </a:cxn>
              <a:cxn ang="0">
                <a:pos x="connsiteX4813" y="connsiteY4813"/>
              </a:cxn>
              <a:cxn ang="0">
                <a:pos x="connsiteX4814" y="connsiteY4814"/>
              </a:cxn>
              <a:cxn ang="0">
                <a:pos x="connsiteX4815" y="connsiteY4815"/>
              </a:cxn>
              <a:cxn ang="0">
                <a:pos x="connsiteX4816" y="connsiteY4816"/>
              </a:cxn>
              <a:cxn ang="0">
                <a:pos x="connsiteX4817" y="connsiteY4817"/>
              </a:cxn>
              <a:cxn ang="0">
                <a:pos x="connsiteX4818" y="connsiteY4818"/>
              </a:cxn>
              <a:cxn ang="0">
                <a:pos x="connsiteX4819" y="connsiteY4819"/>
              </a:cxn>
              <a:cxn ang="0">
                <a:pos x="connsiteX4820" y="connsiteY4820"/>
              </a:cxn>
              <a:cxn ang="0">
                <a:pos x="connsiteX4821" y="connsiteY4821"/>
              </a:cxn>
              <a:cxn ang="0">
                <a:pos x="connsiteX4822" y="connsiteY4822"/>
              </a:cxn>
              <a:cxn ang="0">
                <a:pos x="connsiteX4823" y="connsiteY4823"/>
              </a:cxn>
              <a:cxn ang="0">
                <a:pos x="connsiteX4824" y="connsiteY4824"/>
              </a:cxn>
              <a:cxn ang="0">
                <a:pos x="connsiteX4825" y="connsiteY4825"/>
              </a:cxn>
              <a:cxn ang="0">
                <a:pos x="connsiteX4826" y="connsiteY4826"/>
              </a:cxn>
              <a:cxn ang="0">
                <a:pos x="connsiteX4827" y="connsiteY4827"/>
              </a:cxn>
              <a:cxn ang="0">
                <a:pos x="connsiteX4828" y="connsiteY4828"/>
              </a:cxn>
              <a:cxn ang="0">
                <a:pos x="connsiteX4829" y="connsiteY4829"/>
              </a:cxn>
              <a:cxn ang="0">
                <a:pos x="connsiteX4830" y="connsiteY4830"/>
              </a:cxn>
              <a:cxn ang="0">
                <a:pos x="connsiteX4831" y="connsiteY4831"/>
              </a:cxn>
              <a:cxn ang="0">
                <a:pos x="connsiteX4832" y="connsiteY4832"/>
              </a:cxn>
              <a:cxn ang="0">
                <a:pos x="connsiteX4833" y="connsiteY4833"/>
              </a:cxn>
              <a:cxn ang="0">
                <a:pos x="connsiteX4834" y="connsiteY4834"/>
              </a:cxn>
              <a:cxn ang="0">
                <a:pos x="connsiteX4835" y="connsiteY4835"/>
              </a:cxn>
              <a:cxn ang="0">
                <a:pos x="connsiteX4836" y="connsiteY4836"/>
              </a:cxn>
              <a:cxn ang="0">
                <a:pos x="connsiteX4837" y="connsiteY4837"/>
              </a:cxn>
              <a:cxn ang="0">
                <a:pos x="connsiteX4838" y="connsiteY4838"/>
              </a:cxn>
              <a:cxn ang="0">
                <a:pos x="connsiteX4839" y="connsiteY4839"/>
              </a:cxn>
              <a:cxn ang="0">
                <a:pos x="connsiteX4840" y="connsiteY4840"/>
              </a:cxn>
              <a:cxn ang="0">
                <a:pos x="connsiteX4841" y="connsiteY4841"/>
              </a:cxn>
              <a:cxn ang="0">
                <a:pos x="connsiteX4842" y="connsiteY4842"/>
              </a:cxn>
              <a:cxn ang="0">
                <a:pos x="connsiteX4843" y="connsiteY4843"/>
              </a:cxn>
              <a:cxn ang="0">
                <a:pos x="connsiteX4844" y="connsiteY4844"/>
              </a:cxn>
              <a:cxn ang="0">
                <a:pos x="connsiteX4845" y="connsiteY4845"/>
              </a:cxn>
              <a:cxn ang="0">
                <a:pos x="connsiteX4846" y="connsiteY4846"/>
              </a:cxn>
              <a:cxn ang="0">
                <a:pos x="connsiteX4847" y="connsiteY4847"/>
              </a:cxn>
              <a:cxn ang="0">
                <a:pos x="connsiteX4848" y="connsiteY4848"/>
              </a:cxn>
              <a:cxn ang="0">
                <a:pos x="connsiteX4849" y="connsiteY4849"/>
              </a:cxn>
              <a:cxn ang="0">
                <a:pos x="connsiteX4850" y="connsiteY4850"/>
              </a:cxn>
              <a:cxn ang="0">
                <a:pos x="connsiteX4851" y="connsiteY4851"/>
              </a:cxn>
              <a:cxn ang="0">
                <a:pos x="connsiteX4852" y="connsiteY4852"/>
              </a:cxn>
              <a:cxn ang="0">
                <a:pos x="connsiteX4853" y="connsiteY4853"/>
              </a:cxn>
              <a:cxn ang="0">
                <a:pos x="connsiteX4854" y="connsiteY4854"/>
              </a:cxn>
              <a:cxn ang="0">
                <a:pos x="connsiteX4855" y="connsiteY4855"/>
              </a:cxn>
              <a:cxn ang="0">
                <a:pos x="connsiteX4856" y="connsiteY4856"/>
              </a:cxn>
              <a:cxn ang="0">
                <a:pos x="connsiteX4857" y="connsiteY4857"/>
              </a:cxn>
              <a:cxn ang="0">
                <a:pos x="connsiteX4858" y="connsiteY4858"/>
              </a:cxn>
              <a:cxn ang="0">
                <a:pos x="connsiteX4859" y="connsiteY4859"/>
              </a:cxn>
              <a:cxn ang="0">
                <a:pos x="connsiteX4860" y="connsiteY4860"/>
              </a:cxn>
              <a:cxn ang="0">
                <a:pos x="connsiteX4861" y="connsiteY4861"/>
              </a:cxn>
              <a:cxn ang="0">
                <a:pos x="connsiteX4862" y="connsiteY4862"/>
              </a:cxn>
              <a:cxn ang="0">
                <a:pos x="connsiteX4863" y="connsiteY4863"/>
              </a:cxn>
              <a:cxn ang="0">
                <a:pos x="connsiteX4864" y="connsiteY4864"/>
              </a:cxn>
              <a:cxn ang="0">
                <a:pos x="connsiteX4865" y="connsiteY4865"/>
              </a:cxn>
              <a:cxn ang="0">
                <a:pos x="connsiteX4866" y="connsiteY4866"/>
              </a:cxn>
              <a:cxn ang="0">
                <a:pos x="connsiteX4867" y="connsiteY4867"/>
              </a:cxn>
              <a:cxn ang="0">
                <a:pos x="connsiteX4868" y="connsiteY4868"/>
              </a:cxn>
              <a:cxn ang="0">
                <a:pos x="connsiteX4869" y="connsiteY4869"/>
              </a:cxn>
              <a:cxn ang="0">
                <a:pos x="connsiteX4870" y="connsiteY4870"/>
              </a:cxn>
              <a:cxn ang="0">
                <a:pos x="connsiteX4871" y="connsiteY4871"/>
              </a:cxn>
              <a:cxn ang="0">
                <a:pos x="connsiteX4872" y="connsiteY4872"/>
              </a:cxn>
              <a:cxn ang="0">
                <a:pos x="connsiteX4873" y="connsiteY4873"/>
              </a:cxn>
              <a:cxn ang="0">
                <a:pos x="connsiteX4874" y="connsiteY4874"/>
              </a:cxn>
              <a:cxn ang="0">
                <a:pos x="connsiteX4875" y="connsiteY4875"/>
              </a:cxn>
              <a:cxn ang="0">
                <a:pos x="connsiteX4876" y="connsiteY4876"/>
              </a:cxn>
              <a:cxn ang="0">
                <a:pos x="connsiteX4877" y="connsiteY4877"/>
              </a:cxn>
              <a:cxn ang="0">
                <a:pos x="connsiteX4878" y="connsiteY4878"/>
              </a:cxn>
              <a:cxn ang="0">
                <a:pos x="connsiteX4879" y="connsiteY4879"/>
              </a:cxn>
              <a:cxn ang="0">
                <a:pos x="connsiteX4880" y="connsiteY4880"/>
              </a:cxn>
              <a:cxn ang="0">
                <a:pos x="connsiteX4881" y="connsiteY4881"/>
              </a:cxn>
              <a:cxn ang="0">
                <a:pos x="connsiteX4882" y="connsiteY4882"/>
              </a:cxn>
              <a:cxn ang="0">
                <a:pos x="connsiteX4883" y="connsiteY4883"/>
              </a:cxn>
              <a:cxn ang="0">
                <a:pos x="connsiteX4884" y="connsiteY4884"/>
              </a:cxn>
              <a:cxn ang="0">
                <a:pos x="connsiteX4885" y="connsiteY4885"/>
              </a:cxn>
              <a:cxn ang="0">
                <a:pos x="connsiteX4886" y="connsiteY4886"/>
              </a:cxn>
              <a:cxn ang="0">
                <a:pos x="connsiteX4887" y="connsiteY4887"/>
              </a:cxn>
              <a:cxn ang="0">
                <a:pos x="connsiteX4888" y="connsiteY4888"/>
              </a:cxn>
              <a:cxn ang="0">
                <a:pos x="connsiteX4889" y="connsiteY4889"/>
              </a:cxn>
              <a:cxn ang="0">
                <a:pos x="connsiteX4890" y="connsiteY4890"/>
              </a:cxn>
              <a:cxn ang="0">
                <a:pos x="connsiteX4891" y="connsiteY4891"/>
              </a:cxn>
              <a:cxn ang="0">
                <a:pos x="connsiteX4892" y="connsiteY4892"/>
              </a:cxn>
              <a:cxn ang="0">
                <a:pos x="connsiteX4893" y="connsiteY4893"/>
              </a:cxn>
              <a:cxn ang="0">
                <a:pos x="connsiteX4894" y="connsiteY4894"/>
              </a:cxn>
              <a:cxn ang="0">
                <a:pos x="connsiteX4895" y="connsiteY4895"/>
              </a:cxn>
              <a:cxn ang="0">
                <a:pos x="connsiteX4896" y="connsiteY4896"/>
              </a:cxn>
              <a:cxn ang="0">
                <a:pos x="connsiteX4897" y="connsiteY4897"/>
              </a:cxn>
              <a:cxn ang="0">
                <a:pos x="connsiteX4898" y="connsiteY4898"/>
              </a:cxn>
              <a:cxn ang="0">
                <a:pos x="connsiteX4899" y="connsiteY4899"/>
              </a:cxn>
              <a:cxn ang="0">
                <a:pos x="connsiteX4900" y="connsiteY4900"/>
              </a:cxn>
              <a:cxn ang="0">
                <a:pos x="connsiteX4901" y="connsiteY4901"/>
              </a:cxn>
              <a:cxn ang="0">
                <a:pos x="connsiteX4902" y="connsiteY4902"/>
              </a:cxn>
              <a:cxn ang="0">
                <a:pos x="connsiteX4903" y="connsiteY4903"/>
              </a:cxn>
              <a:cxn ang="0">
                <a:pos x="connsiteX4904" y="connsiteY4904"/>
              </a:cxn>
              <a:cxn ang="0">
                <a:pos x="connsiteX4905" y="connsiteY4905"/>
              </a:cxn>
              <a:cxn ang="0">
                <a:pos x="connsiteX4906" y="connsiteY4906"/>
              </a:cxn>
              <a:cxn ang="0">
                <a:pos x="connsiteX4907" y="connsiteY4907"/>
              </a:cxn>
              <a:cxn ang="0">
                <a:pos x="connsiteX4908" y="connsiteY4908"/>
              </a:cxn>
              <a:cxn ang="0">
                <a:pos x="connsiteX4909" y="connsiteY4909"/>
              </a:cxn>
              <a:cxn ang="0">
                <a:pos x="connsiteX4910" y="connsiteY4910"/>
              </a:cxn>
              <a:cxn ang="0">
                <a:pos x="connsiteX4911" y="connsiteY4911"/>
              </a:cxn>
              <a:cxn ang="0">
                <a:pos x="connsiteX4912" y="connsiteY4912"/>
              </a:cxn>
              <a:cxn ang="0">
                <a:pos x="connsiteX4913" y="connsiteY4913"/>
              </a:cxn>
              <a:cxn ang="0">
                <a:pos x="connsiteX4914" y="connsiteY4914"/>
              </a:cxn>
              <a:cxn ang="0">
                <a:pos x="connsiteX4915" y="connsiteY4915"/>
              </a:cxn>
              <a:cxn ang="0">
                <a:pos x="connsiteX4916" y="connsiteY4916"/>
              </a:cxn>
              <a:cxn ang="0">
                <a:pos x="connsiteX4917" y="connsiteY4917"/>
              </a:cxn>
              <a:cxn ang="0">
                <a:pos x="connsiteX4918" y="connsiteY4918"/>
              </a:cxn>
              <a:cxn ang="0">
                <a:pos x="connsiteX4919" y="connsiteY4919"/>
              </a:cxn>
              <a:cxn ang="0">
                <a:pos x="connsiteX4920" y="connsiteY4920"/>
              </a:cxn>
              <a:cxn ang="0">
                <a:pos x="connsiteX4921" y="connsiteY4921"/>
              </a:cxn>
              <a:cxn ang="0">
                <a:pos x="connsiteX4922" y="connsiteY4922"/>
              </a:cxn>
              <a:cxn ang="0">
                <a:pos x="connsiteX4923" y="connsiteY4923"/>
              </a:cxn>
              <a:cxn ang="0">
                <a:pos x="connsiteX4924" y="connsiteY4924"/>
              </a:cxn>
              <a:cxn ang="0">
                <a:pos x="connsiteX4925" y="connsiteY4925"/>
              </a:cxn>
              <a:cxn ang="0">
                <a:pos x="connsiteX4926" y="connsiteY4926"/>
              </a:cxn>
              <a:cxn ang="0">
                <a:pos x="connsiteX4927" y="connsiteY4927"/>
              </a:cxn>
              <a:cxn ang="0">
                <a:pos x="connsiteX4928" y="connsiteY4928"/>
              </a:cxn>
              <a:cxn ang="0">
                <a:pos x="connsiteX4929" y="connsiteY4929"/>
              </a:cxn>
              <a:cxn ang="0">
                <a:pos x="connsiteX4930" y="connsiteY4930"/>
              </a:cxn>
              <a:cxn ang="0">
                <a:pos x="connsiteX4931" y="connsiteY4931"/>
              </a:cxn>
              <a:cxn ang="0">
                <a:pos x="connsiteX4932" y="connsiteY4932"/>
              </a:cxn>
              <a:cxn ang="0">
                <a:pos x="connsiteX4933" y="connsiteY4933"/>
              </a:cxn>
              <a:cxn ang="0">
                <a:pos x="connsiteX4934" y="connsiteY4934"/>
              </a:cxn>
              <a:cxn ang="0">
                <a:pos x="connsiteX4935" y="connsiteY4935"/>
              </a:cxn>
              <a:cxn ang="0">
                <a:pos x="connsiteX4936" y="connsiteY4936"/>
              </a:cxn>
              <a:cxn ang="0">
                <a:pos x="connsiteX4937" y="connsiteY4937"/>
              </a:cxn>
              <a:cxn ang="0">
                <a:pos x="connsiteX4938" y="connsiteY4938"/>
              </a:cxn>
              <a:cxn ang="0">
                <a:pos x="connsiteX4939" y="connsiteY4939"/>
              </a:cxn>
              <a:cxn ang="0">
                <a:pos x="connsiteX4940" y="connsiteY4940"/>
              </a:cxn>
              <a:cxn ang="0">
                <a:pos x="connsiteX4941" y="connsiteY4941"/>
              </a:cxn>
              <a:cxn ang="0">
                <a:pos x="connsiteX4942" y="connsiteY4942"/>
              </a:cxn>
              <a:cxn ang="0">
                <a:pos x="connsiteX4943" y="connsiteY4943"/>
              </a:cxn>
              <a:cxn ang="0">
                <a:pos x="connsiteX4944" y="connsiteY4944"/>
              </a:cxn>
              <a:cxn ang="0">
                <a:pos x="connsiteX4945" y="connsiteY4945"/>
              </a:cxn>
              <a:cxn ang="0">
                <a:pos x="connsiteX4946" y="connsiteY4946"/>
              </a:cxn>
              <a:cxn ang="0">
                <a:pos x="connsiteX4947" y="connsiteY4947"/>
              </a:cxn>
              <a:cxn ang="0">
                <a:pos x="connsiteX4948" y="connsiteY4948"/>
              </a:cxn>
              <a:cxn ang="0">
                <a:pos x="connsiteX4949" y="connsiteY4949"/>
              </a:cxn>
              <a:cxn ang="0">
                <a:pos x="connsiteX4950" y="connsiteY4950"/>
              </a:cxn>
              <a:cxn ang="0">
                <a:pos x="connsiteX4951" y="connsiteY4951"/>
              </a:cxn>
              <a:cxn ang="0">
                <a:pos x="connsiteX4952" y="connsiteY4952"/>
              </a:cxn>
              <a:cxn ang="0">
                <a:pos x="connsiteX4953" y="connsiteY4953"/>
              </a:cxn>
              <a:cxn ang="0">
                <a:pos x="connsiteX4954" y="connsiteY4954"/>
              </a:cxn>
              <a:cxn ang="0">
                <a:pos x="connsiteX4955" y="connsiteY4955"/>
              </a:cxn>
              <a:cxn ang="0">
                <a:pos x="connsiteX4956" y="connsiteY4956"/>
              </a:cxn>
              <a:cxn ang="0">
                <a:pos x="connsiteX4957" y="connsiteY4957"/>
              </a:cxn>
              <a:cxn ang="0">
                <a:pos x="connsiteX4958" y="connsiteY4958"/>
              </a:cxn>
              <a:cxn ang="0">
                <a:pos x="connsiteX4959" y="connsiteY4959"/>
              </a:cxn>
              <a:cxn ang="0">
                <a:pos x="connsiteX4960" y="connsiteY4960"/>
              </a:cxn>
              <a:cxn ang="0">
                <a:pos x="connsiteX4961" y="connsiteY4961"/>
              </a:cxn>
              <a:cxn ang="0">
                <a:pos x="connsiteX4962" y="connsiteY4962"/>
              </a:cxn>
              <a:cxn ang="0">
                <a:pos x="connsiteX4963" y="connsiteY4963"/>
              </a:cxn>
              <a:cxn ang="0">
                <a:pos x="connsiteX4964" y="connsiteY4964"/>
              </a:cxn>
              <a:cxn ang="0">
                <a:pos x="connsiteX4965" y="connsiteY4965"/>
              </a:cxn>
              <a:cxn ang="0">
                <a:pos x="connsiteX4966" y="connsiteY4966"/>
              </a:cxn>
              <a:cxn ang="0">
                <a:pos x="connsiteX4967" y="connsiteY4967"/>
              </a:cxn>
              <a:cxn ang="0">
                <a:pos x="connsiteX4968" y="connsiteY4968"/>
              </a:cxn>
              <a:cxn ang="0">
                <a:pos x="connsiteX4969" y="connsiteY4969"/>
              </a:cxn>
              <a:cxn ang="0">
                <a:pos x="connsiteX4970" y="connsiteY4970"/>
              </a:cxn>
              <a:cxn ang="0">
                <a:pos x="connsiteX4971" y="connsiteY4971"/>
              </a:cxn>
              <a:cxn ang="0">
                <a:pos x="connsiteX4972" y="connsiteY4972"/>
              </a:cxn>
              <a:cxn ang="0">
                <a:pos x="connsiteX4973" y="connsiteY4973"/>
              </a:cxn>
              <a:cxn ang="0">
                <a:pos x="connsiteX4974" y="connsiteY4974"/>
              </a:cxn>
              <a:cxn ang="0">
                <a:pos x="connsiteX4975" y="connsiteY4975"/>
              </a:cxn>
              <a:cxn ang="0">
                <a:pos x="connsiteX4976" y="connsiteY4976"/>
              </a:cxn>
              <a:cxn ang="0">
                <a:pos x="connsiteX4977" y="connsiteY4977"/>
              </a:cxn>
              <a:cxn ang="0">
                <a:pos x="connsiteX4978" y="connsiteY4978"/>
              </a:cxn>
              <a:cxn ang="0">
                <a:pos x="connsiteX4979" y="connsiteY4979"/>
              </a:cxn>
              <a:cxn ang="0">
                <a:pos x="connsiteX4980" y="connsiteY4980"/>
              </a:cxn>
              <a:cxn ang="0">
                <a:pos x="connsiteX4981" y="connsiteY4981"/>
              </a:cxn>
              <a:cxn ang="0">
                <a:pos x="connsiteX4982" y="connsiteY4982"/>
              </a:cxn>
              <a:cxn ang="0">
                <a:pos x="connsiteX4983" y="connsiteY4983"/>
              </a:cxn>
              <a:cxn ang="0">
                <a:pos x="connsiteX4984" y="connsiteY4984"/>
              </a:cxn>
              <a:cxn ang="0">
                <a:pos x="connsiteX4985" y="connsiteY4985"/>
              </a:cxn>
              <a:cxn ang="0">
                <a:pos x="connsiteX4986" y="connsiteY4986"/>
              </a:cxn>
              <a:cxn ang="0">
                <a:pos x="connsiteX4987" y="connsiteY4987"/>
              </a:cxn>
              <a:cxn ang="0">
                <a:pos x="connsiteX4988" y="connsiteY4988"/>
              </a:cxn>
              <a:cxn ang="0">
                <a:pos x="connsiteX4989" y="connsiteY4989"/>
              </a:cxn>
              <a:cxn ang="0">
                <a:pos x="connsiteX4990" y="connsiteY4990"/>
              </a:cxn>
              <a:cxn ang="0">
                <a:pos x="connsiteX4991" y="connsiteY4991"/>
              </a:cxn>
              <a:cxn ang="0">
                <a:pos x="connsiteX4992" y="connsiteY4992"/>
              </a:cxn>
              <a:cxn ang="0">
                <a:pos x="connsiteX4993" y="connsiteY4993"/>
              </a:cxn>
              <a:cxn ang="0">
                <a:pos x="connsiteX4994" y="connsiteY4994"/>
              </a:cxn>
              <a:cxn ang="0">
                <a:pos x="connsiteX4995" y="connsiteY4995"/>
              </a:cxn>
              <a:cxn ang="0">
                <a:pos x="connsiteX4996" y="connsiteY4996"/>
              </a:cxn>
              <a:cxn ang="0">
                <a:pos x="connsiteX4997" y="connsiteY4997"/>
              </a:cxn>
              <a:cxn ang="0">
                <a:pos x="connsiteX4998" y="connsiteY4998"/>
              </a:cxn>
              <a:cxn ang="0">
                <a:pos x="connsiteX4999" y="connsiteY4999"/>
              </a:cxn>
              <a:cxn ang="0">
                <a:pos x="connsiteX5000" y="connsiteY5000"/>
              </a:cxn>
              <a:cxn ang="0">
                <a:pos x="connsiteX5001" y="connsiteY5001"/>
              </a:cxn>
              <a:cxn ang="0">
                <a:pos x="connsiteX5002" y="connsiteY5002"/>
              </a:cxn>
              <a:cxn ang="0">
                <a:pos x="connsiteX5003" y="connsiteY5003"/>
              </a:cxn>
              <a:cxn ang="0">
                <a:pos x="connsiteX5004" y="connsiteY5004"/>
              </a:cxn>
              <a:cxn ang="0">
                <a:pos x="connsiteX5005" y="connsiteY5005"/>
              </a:cxn>
              <a:cxn ang="0">
                <a:pos x="connsiteX5006" y="connsiteY5006"/>
              </a:cxn>
              <a:cxn ang="0">
                <a:pos x="connsiteX5007" y="connsiteY5007"/>
              </a:cxn>
              <a:cxn ang="0">
                <a:pos x="connsiteX5008" y="connsiteY5008"/>
              </a:cxn>
              <a:cxn ang="0">
                <a:pos x="connsiteX5009" y="connsiteY5009"/>
              </a:cxn>
              <a:cxn ang="0">
                <a:pos x="connsiteX5010" y="connsiteY5010"/>
              </a:cxn>
              <a:cxn ang="0">
                <a:pos x="connsiteX5011" y="connsiteY5011"/>
              </a:cxn>
              <a:cxn ang="0">
                <a:pos x="connsiteX5012" y="connsiteY5012"/>
              </a:cxn>
              <a:cxn ang="0">
                <a:pos x="connsiteX5013" y="connsiteY5013"/>
              </a:cxn>
              <a:cxn ang="0">
                <a:pos x="connsiteX5014" y="connsiteY5014"/>
              </a:cxn>
              <a:cxn ang="0">
                <a:pos x="connsiteX5015" y="connsiteY5015"/>
              </a:cxn>
              <a:cxn ang="0">
                <a:pos x="connsiteX5016" y="connsiteY5016"/>
              </a:cxn>
              <a:cxn ang="0">
                <a:pos x="connsiteX5017" y="connsiteY5017"/>
              </a:cxn>
              <a:cxn ang="0">
                <a:pos x="connsiteX5018" y="connsiteY5018"/>
              </a:cxn>
              <a:cxn ang="0">
                <a:pos x="connsiteX5019" y="connsiteY5019"/>
              </a:cxn>
              <a:cxn ang="0">
                <a:pos x="connsiteX5020" y="connsiteY5020"/>
              </a:cxn>
              <a:cxn ang="0">
                <a:pos x="connsiteX5021" y="connsiteY5021"/>
              </a:cxn>
              <a:cxn ang="0">
                <a:pos x="connsiteX5022" y="connsiteY5022"/>
              </a:cxn>
              <a:cxn ang="0">
                <a:pos x="connsiteX5023" y="connsiteY5023"/>
              </a:cxn>
              <a:cxn ang="0">
                <a:pos x="connsiteX5024" y="connsiteY5024"/>
              </a:cxn>
              <a:cxn ang="0">
                <a:pos x="connsiteX5025" y="connsiteY5025"/>
              </a:cxn>
              <a:cxn ang="0">
                <a:pos x="connsiteX5026" y="connsiteY5026"/>
              </a:cxn>
              <a:cxn ang="0">
                <a:pos x="connsiteX5027" y="connsiteY5027"/>
              </a:cxn>
              <a:cxn ang="0">
                <a:pos x="connsiteX5028" y="connsiteY5028"/>
              </a:cxn>
              <a:cxn ang="0">
                <a:pos x="connsiteX5029" y="connsiteY5029"/>
              </a:cxn>
              <a:cxn ang="0">
                <a:pos x="connsiteX5030" y="connsiteY5030"/>
              </a:cxn>
              <a:cxn ang="0">
                <a:pos x="connsiteX5031" y="connsiteY5031"/>
              </a:cxn>
              <a:cxn ang="0">
                <a:pos x="connsiteX5032" y="connsiteY5032"/>
              </a:cxn>
              <a:cxn ang="0">
                <a:pos x="connsiteX5033" y="connsiteY5033"/>
              </a:cxn>
              <a:cxn ang="0">
                <a:pos x="connsiteX5034" y="connsiteY5034"/>
              </a:cxn>
              <a:cxn ang="0">
                <a:pos x="connsiteX5035" y="connsiteY5035"/>
              </a:cxn>
              <a:cxn ang="0">
                <a:pos x="connsiteX5036" y="connsiteY5036"/>
              </a:cxn>
              <a:cxn ang="0">
                <a:pos x="connsiteX5037" y="connsiteY5037"/>
              </a:cxn>
              <a:cxn ang="0">
                <a:pos x="connsiteX5038" y="connsiteY5038"/>
              </a:cxn>
              <a:cxn ang="0">
                <a:pos x="connsiteX5039" y="connsiteY5039"/>
              </a:cxn>
              <a:cxn ang="0">
                <a:pos x="connsiteX5040" y="connsiteY5040"/>
              </a:cxn>
              <a:cxn ang="0">
                <a:pos x="connsiteX5041" y="connsiteY5041"/>
              </a:cxn>
              <a:cxn ang="0">
                <a:pos x="connsiteX5042" y="connsiteY5042"/>
              </a:cxn>
              <a:cxn ang="0">
                <a:pos x="connsiteX5043" y="connsiteY5043"/>
              </a:cxn>
              <a:cxn ang="0">
                <a:pos x="connsiteX5044" y="connsiteY5044"/>
              </a:cxn>
              <a:cxn ang="0">
                <a:pos x="connsiteX5045" y="connsiteY5045"/>
              </a:cxn>
              <a:cxn ang="0">
                <a:pos x="connsiteX5046" y="connsiteY5046"/>
              </a:cxn>
              <a:cxn ang="0">
                <a:pos x="connsiteX5047" y="connsiteY5047"/>
              </a:cxn>
              <a:cxn ang="0">
                <a:pos x="connsiteX5048" y="connsiteY5048"/>
              </a:cxn>
              <a:cxn ang="0">
                <a:pos x="connsiteX5049" y="connsiteY5049"/>
              </a:cxn>
              <a:cxn ang="0">
                <a:pos x="connsiteX5050" y="connsiteY5050"/>
              </a:cxn>
              <a:cxn ang="0">
                <a:pos x="connsiteX5051" y="connsiteY5051"/>
              </a:cxn>
              <a:cxn ang="0">
                <a:pos x="connsiteX5052" y="connsiteY5052"/>
              </a:cxn>
              <a:cxn ang="0">
                <a:pos x="connsiteX5053" y="connsiteY5053"/>
              </a:cxn>
              <a:cxn ang="0">
                <a:pos x="connsiteX5054" y="connsiteY5054"/>
              </a:cxn>
              <a:cxn ang="0">
                <a:pos x="connsiteX5055" y="connsiteY5055"/>
              </a:cxn>
              <a:cxn ang="0">
                <a:pos x="connsiteX5056" y="connsiteY5056"/>
              </a:cxn>
              <a:cxn ang="0">
                <a:pos x="connsiteX5057" y="connsiteY5057"/>
              </a:cxn>
              <a:cxn ang="0">
                <a:pos x="connsiteX5058" y="connsiteY5058"/>
              </a:cxn>
              <a:cxn ang="0">
                <a:pos x="connsiteX5059" y="connsiteY5059"/>
              </a:cxn>
              <a:cxn ang="0">
                <a:pos x="connsiteX5060" y="connsiteY5060"/>
              </a:cxn>
              <a:cxn ang="0">
                <a:pos x="connsiteX5061" y="connsiteY5061"/>
              </a:cxn>
              <a:cxn ang="0">
                <a:pos x="connsiteX5062" y="connsiteY5062"/>
              </a:cxn>
              <a:cxn ang="0">
                <a:pos x="connsiteX5063" y="connsiteY5063"/>
              </a:cxn>
              <a:cxn ang="0">
                <a:pos x="connsiteX5064" y="connsiteY5064"/>
              </a:cxn>
              <a:cxn ang="0">
                <a:pos x="connsiteX5065" y="connsiteY5065"/>
              </a:cxn>
              <a:cxn ang="0">
                <a:pos x="connsiteX5066" y="connsiteY5066"/>
              </a:cxn>
              <a:cxn ang="0">
                <a:pos x="connsiteX5067" y="connsiteY5067"/>
              </a:cxn>
              <a:cxn ang="0">
                <a:pos x="connsiteX5068" y="connsiteY5068"/>
              </a:cxn>
              <a:cxn ang="0">
                <a:pos x="connsiteX5069" y="connsiteY5069"/>
              </a:cxn>
              <a:cxn ang="0">
                <a:pos x="connsiteX5070" y="connsiteY5070"/>
              </a:cxn>
              <a:cxn ang="0">
                <a:pos x="connsiteX5071" y="connsiteY5071"/>
              </a:cxn>
              <a:cxn ang="0">
                <a:pos x="connsiteX5072" y="connsiteY5072"/>
              </a:cxn>
              <a:cxn ang="0">
                <a:pos x="connsiteX5073" y="connsiteY5073"/>
              </a:cxn>
              <a:cxn ang="0">
                <a:pos x="connsiteX5074" y="connsiteY5074"/>
              </a:cxn>
              <a:cxn ang="0">
                <a:pos x="connsiteX5075" y="connsiteY5075"/>
              </a:cxn>
              <a:cxn ang="0">
                <a:pos x="connsiteX5076" y="connsiteY5076"/>
              </a:cxn>
              <a:cxn ang="0">
                <a:pos x="connsiteX5077" y="connsiteY5077"/>
              </a:cxn>
              <a:cxn ang="0">
                <a:pos x="connsiteX5078" y="connsiteY5078"/>
              </a:cxn>
              <a:cxn ang="0">
                <a:pos x="connsiteX5079" y="connsiteY5079"/>
              </a:cxn>
              <a:cxn ang="0">
                <a:pos x="connsiteX5080" y="connsiteY5080"/>
              </a:cxn>
              <a:cxn ang="0">
                <a:pos x="connsiteX5081" y="connsiteY5081"/>
              </a:cxn>
              <a:cxn ang="0">
                <a:pos x="connsiteX5082" y="connsiteY5082"/>
              </a:cxn>
              <a:cxn ang="0">
                <a:pos x="connsiteX5083" y="connsiteY5083"/>
              </a:cxn>
              <a:cxn ang="0">
                <a:pos x="connsiteX5084" y="connsiteY5084"/>
              </a:cxn>
              <a:cxn ang="0">
                <a:pos x="connsiteX5085" y="connsiteY5085"/>
              </a:cxn>
              <a:cxn ang="0">
                <a:pos x="connsiteX5086" y="connsiteY5086"/>
              </a:cxn>
              <a:cxn ang="0">
                <a:pos x="connsiteX5087" y="connsiteY5087"/>
              </a:cxn>
              <a:cxn ang="0">
                <a:pos x="connsiteX5088" y="connsiteY5088"/>
              </a:cxn>
              <a:cxn ang="0">
                <a:pos x="connsiteX5089" y="connsiteY5089"/>
              </a:cxn>
              <a:cxn ang="0">
                <a:pos x="connsiteX5090" y="connsiteY5090"/>
              </a:cxn>
              <a:cxn ang="0">
                <a:pos x="connsiteX5091" y="connsiteY5091"/>
              </a:cxn>
              <a:cxn ang="0">
                <a:pos x="connsiteX5092" y="connsiteY5092"/>
              </a:cxn>
              <a:cxn ang="0">
                <a:pos x="connsiteX5093" y="connsiteY5093"/>
              </a:cxn>
              <a:cxn ang="0">
                <a:pos x="connsiteX5094" y="connsiteY5094"/>
              </a:cxn>
              <a:cxn ang="0">
                <a:pos x="connsiteX5095" y="connsiteY5095"/>
              </a:cxn>
              <a:cxn ang="0">
                <a:pos x="connsiteX5096" y="connsiteY5096"/>
              </a:cxn>
              <a:cxn ang="0">
                <a:pos x="connsiteX5097" y="connsiteY5097"/>
              </a:cxn>
              <a:cxn ang="0">
                <a:pos x="connsiteX5098" y="connsiteY5098"/>
              </a:cxn>
              <a:cxn ang="0">
                <a:pos x="connsiteX5099" y="connsiteY5099"/>
              </a:cxn>
              <a:cxn ang="0">
                <a:pos x="connsiteX5100" y="connsiteY5100"/>
              </a:cxn>
              <a:cxn ang="0">
                <a:pos x="connsiteX5101" y="connsiteY5101"/>
              </a:cxn>
              <a:cxn ang="0">
                <a:pos x="connsiteX5102" y="connsiteY5102"/>
              </a:cxn>
              <a:cxn ang="0">
                <a:pos x="connsiteX5103" y="connsiteY5103"/>
              </a:cxn>
              <a:cxn ang="0">
                <a:pos x="connsiteX5104" y="connsiteY5104"/>
              </a:cxn>
              <a:cxn ang="0">
                <a:pos x="connsiteX5105" y="connsiteY5105"/>
              </a:cxn>
              <a:cxn ang="0">
                <a:pos x="connsiteX5106" y="connsiteY5106"/>
              </a:cxn>
              <a:cxn ang="0">
                <a:pos x="connsiteX5107" y="connsiteY5107"/>
              </a:cxn>
              <a:cxn ang="0">
                <a:pos x="connsiteX5108" y="connsiteY5108"/>
              </a:cxn>
              <a:cxn ang="0">
                <a:pos x="connsiteX5109" y="connsiteY5109"/>
              </a:cxn>
              <a:cxn ang="0">
                <a:pos x="connsiteX5110" y="connsiteY5110"/>
              </a:cxn>
              <a:cxn ang="0">
                <a:pos x="connsiteX5111" y="connsiteY5111"/>
              </a:cxn>
              <a:cxn ang="0">
                <a:pos x="connsiteX5112" y="connsiteY5112"/>
              </a:cxn>
              <a:cxn ang="0">
                <a:pos x="connsiteX5113" y="connsiteY5113"/>
              </a:cxn>
              <a:cxn ang="0">
                <a:pos x="connsiteX5114" y="connsiteY5114"/>
              </a:cxn>
              <a:cxn ang="0">
                <a:pos x="connsiteX5115" y="connsiteY5115"/>
              </a:cxn>
              <a:cxn ang="0">
                <a:pos x="connsiteX5116" y="connsiteY5116"/>
              </a:cxn>
              <a:cxn ang="0">
                <a:pos x="connsiteX5117" y="connsiteY5117"/>
              </a:cxn>
              <a:cxn ang="0">
                <a:pos x="connsiteX5118" y="connsiteY5118"/>
              </a:cxn>
              <a:cxn ang="0">
                <a:pos x="connsiteX5119" y="connsiteY5119"/>
              </a:cxn>
              <a:cxn ang="0">
                <a:pos x="connsiteX5120" y="connsiteY5120"/>
              </a:cxn>
              <a:cxn ang="0">
                <a:pos x="connsiteX5121" y="connsiteY5121"/>
              </a:cxn>
              <a:cxn ang="0">
                <a:pos x="connsiteX5122" y="connsiteY5122"/>
              </a:cxn>
              <a:cxn ang="0">
                <a:pos x="connsiteX5123" y="connsiteY5123"/>
              </a:cxn>
              <a:cxn ang="0">
                <a:pos x="connsiteX5124" y="connsiteY5124"/>
              </a:cxn>
              <a:cxn ang="0">
                <a:pos x="connsiteX5125" y="connsiteY5125"/>
              </a:cxn>
              <a:cxn ang="0">
                <a:pos x="connsiteX5126" y="connsiteY5126"/>
              </a:cxn>
              <a:cxn ang="0">
                <a:pos x="connsiteX5127" y="connsiteY5127"/>
              </a:cxn>
              <a:cxn ang="0">
                <a:pos x="connsiteX5128" y="connsiteY5128"/>
              </a:cxn>
              <a:cxn ang="0">
                <a:pos x="connsiteX5129" y="connsiteY5129"/>
              </a:cxn>
              <a:cxn ang="0">
                <a:pos x="connsiteX5130" y="connsiteY5130"/>
              </a:cxn>
              <a:cxn ang="0">
                <a:pos x="connsiteX5131" y="connsiteY5131"/>
              </a:cxn>
              <a:cxn ang="0">
                <a:pos x="connsiteX5132" y="connsiteY5132"/>
              </a:cxn>
              <a:cxn ang="0">
                <a:pos x="connsiteX5133" y="connsiteY5133"/>
              </a:cxn>
              <a:cxn ang="0">
                <a:pos x="connsiteX5134" y="connsiteY5134"/>
              </a:cxn>
              <a:cxn ang="0">
                <a:pos x="connsiteX5135" y="connsiteY5135"/>
              </a:cxn>
              <a:cxn ang="0">
                <a:pos x="connsiteX5136" y="connsiteY5136"/>
              </a:cxn>
              <a:cxn ang="0">
                <a:pos x="connsiteX5137" y="connsiteY5137"/>
              </a:cxn>
              <a:cxn ang="0">
                <a:pos x="connsiteX5138" y="connsiteY5138"/>
              </a:cxn>
              <a:cxn ang="0">
                <a:pos x="connsiteX5139" y="connsiteY5139"/>
              </a:cxn>
              <a:cxn ang="0">
                <a:pos x="connsiteX5140" y="connsiteY5140"/>
              </a:cxn>
              <a:cxn ang="0">
                <a:pos x="connsiteX5141" y="connsiteY5141"/>
              </a:cxn>
              <a:cxn ang="0">
                <a:pos x="connsiteX5142" y="connsiteY5142"/>
              </a:cxn>
              <a:cxn ang="0">
                <a:pos x="connsiteX5143" y="connsiteY5143"/>
              </a:cxn>
              <a:cxn ang="0">
                <a:pos x="connsiteX5144" y="connsiteY5144"/>
              </a:cxn>
              <a:cxn ang="0">
                <a:pos x="connsiteX5145" y="connsiteY5145"/>
              </a:cxn>
              <a:cxn ang="0">
                <a:pos x="connsiteX5146" y="connsiteY5146"/>
              </a:cxn>
              <a:cxn ang="0">
                <a:pos x="connsiteX5147" y="connsiteY5147"/>
              </a:cxn>
              <a:cxn ang="0">
                <a:pos x="connsiteX5148" y="connsiteY5148"/>
              </a:cxn>
              <a:cxn ang="0">
                <a:pos x="connsiteX5149" y="connsiteY5149"/>
              </a:cxn>
              <a:cxn ang="0">
                <a:pos x="connsiteX5150" y="connsiteY5150"/>
              </a:cxn>
              <a:cxn ang="0">
                <a:pos x="connsiteX5151" y="connsiteY5151"/>
              </a:cxn>
              <a:cxn ang="0">
                <a:pos x="connsiteX5152" y="connsiteY5152"/>
              </a:cxn>
              <a:cxn ang="0">
                <a:pos x="connsiteX5153" y="connsiteY5153"/>
              </a:cxn>
              <a:cxn ang="0">
                <a:pos x="connsiteX5154" y="connsiteY5154"/>
              </a:cxn>
              <a:cxn ang="0">
                <a:pos x="connsiteX5155" y="connsiteY5155"/>
              </a:cxn>
              <a:cxn ang="0">
                <a:pos x="connsiteX5156" y="connsiteY5156"/>
              </a:cxn>
              <a:cxn ang="0">
                <a:pos x="connsiteX5157" y="connsiteY5157"/>
              </a:cxn>
              <a:cxn ang="0">
                <a:pos x="connsiteX5158" y="connsiteY5158"/>
              </a:cxn>
              <a:cxn ang="0">
                <a:pos x="connsiteX5159" y="connsiteY5159"/>
              </a:cxn>
              <a:cxn ang="0">
                <a:pos x="connsiteX5160" y="connsiteY5160"/>
              </a:cxn>
              <a:cxn ang="0">
                <a:pos x="connsiteX5161" y="connsiteY5161"/>
              </a:cxn>
              <a:cxn ang="0">
                <a:pos x="connsiteX5162" y="connsiteY5162"/>
              </a:cxn>
              <a:cxn ang="0">
                <a:pos x="connsiteX5163" y="connsiteY5163"/>
              </a:cxn>
              <a:cxn ang="0">
                <a:pos x="connsiteX5164" y="connsiteY5164"/>
              </a:cxn>
              <a:cxn ang="0">
                <a:pos x="connsiteX5165" y="connsiteY5165"/>
              </a:cxn>
              <a:cxn ang="0">
                <a:pos x="connsiteX5166" y="connsiteY5166"/>
              </a:cxn>
              <a:cxn ang="0">
                <a:pos x="connsiteX5167" y="connsiteY5167"/>
              </a:cxn>
              <a:cxn ang="0">
                <a:pos x="connsiteX5168" y="connsiteY5168"/>
              </a:cxn>
              <a:cxn ang="0">
                <a:pos x="connsiteX5169" y="connsiteY5169"/>
              </a:cxn>
              <a:cxn ang="0">
                <a:pos x="connsiteX5170" y="connsiteY5170"/>
              </a:cxn>
              <a:cxn ang="0">
                <a:pos x="connsiteX5171" y="connsiteY5171"/>
              </a:cxn>
              <a:cxn ang="0">
                <a:pos x="connsiteX5172" y="connsiteY5172"/>
              </a:cxn>
              <a:cxn ang="0">
                <a:pos x="connsiteX5173" y="connsiteY5173"/>
              </a:cxn>
              <a:cxn ang="0">
                <a:pos x="connsiteX5174" y="connsiteY5174"/>
              </a:cxn>
              <a:cxn ang="0">
                <a:pos x="connsiteX5175" y="connsiteY5175"/>
              </a:cxn>
              <a:cxn ang="0">
                <a:pos x="connsiteX5176" y="connsiteY5176"/>
              </a:cxn>
              <a:cxn ang="0">
                <a:pos x="connsiteX5177" y="connsiteY5177"/>
              </a:cxn>
              <a:cxn ang="0">
                <a:pos x="connsiteX5178" y="connsiteY5178"/>
              </a:cxn>
              <a:cxn ang="0">
                <a:pos x="connsiteX5179" y="connsiteY5179"/>
              </a:cxn>
              <a:cxn ang="0">
                <a:pos x="connsiteX5180" y="connsiteY5180"/>
              </a:cxn>
              <a:cxn ang="0">
                <a:pos x="connsiteX5181" y="connsiteY5181"/>
              </a:cxn>
              <a:cxn ang="0">
                <a:pos x="connsiteX5182" y="connsiteY5182"/>
              </a:cxn>
              <a:cxn ang="0">
                <a:pos x="connsiteX5183" y="connsiteY5183"/>
              </a:cxn>
              <a:cxn ang="0">
                <a:pos x="connsiteX5184" y="connsiteY5184"/>
              </a:cxn>
              <a:cxn ang="0">
                <a:pos x="connsiteX5185" y="connsiteY5185"/>
              </a:cxn>
              <a:cxn ang="0">
                <a:pos x="connsiteX5186" y="connsiteY5186"/>
              </a:cxn>
              <a:cxn ang="0">
                <a:pos x="connsiteX5187" y="connsiteY5187"/>
              </a:cxn>
              <a:cxn ang="0">
                <a:pos x="connsiteX5188" y="connsiteY5188"/>
              </a:cxn>
              <a:cxn ang="0">
                <a:pos x="connsiteX5189" y="connsiteY5189"/>
              </a:cxn>
              <a:cxn ang="0">
                <a:pos x="connsiteX5190" y="connsiteY5190"/>
              </a:cxn>
              <a:cxn ang="0">
                <a:pos x="connsiteX5191" y="connsiteY5191"/>
              </a:cxn>
              <a:cxn ang="0">
                <a:pos x="connsiteX5192" y="connsiteY5192"/>
              </a:cxn>
              <a:cxn ang="0">
                <a:pos x="connsiteX5193" y="connsiteY5193"/>
              </a:cxn>
              <a:cxn ang="0">
                <a:pos x="connsiteX5194" y="connsiteY5194"/>
              </a:cxn>
              <a:cxn ang="0">
                <a:pos x="connsiteX5195" y="connsiteY5195"/>
              </a:cxn>
              <a:cxn ang="0">
                <a:pos x="connsiteX5196" y="connsiteY5196"/>
              </a:cxn>
              <a:cxn ang="0">
                <a:pos x="connsiteX5197" y="connsiteY5197"/>
              </a:cxn>
              <a:cxn ang="0">
                <a:pos x="connsiteX5198" y="connsiteY5198"/>
              </a:cxn>
              <a:cxn ang="0">
                <a:pos x="connsiteX5199" y="connsiteY5199"/>
              </a:cxn>
              <a:cxn ang="0">
                <a:pos x="connsiteX5200" y="connsiteY5200"/>
              </a:cxn>
              <a:cxn ang="0">
                <a:pos x="connsiteX5201" y="connsiteY5201"/>
              </a:cxn>
              <a:cxn ang="0">
                <a:pos x="connsiteX5202" y="connsiteY5202"/>
              </a:cxn>
              <a:cxn ang="0">
                <a:pos x="connsiteX5203" y="connsiteY5203"/>
              </a:cxn>
              <a:cxn ang="0">
                <a:pos x="connsiteX5204" y="connsiteY5204"/>
              </a:cxn>
              <a:cxn ang="0">
                <a:pos x="connsiteX5205" y="connsiteY5205"/>
              </a:cxn>
              <a:cxn ang="0">
                <a:pos x="connsiteX5206" y="connsiteY5206"/>
              </a:cxn>
              <a:cxn ang="0">
                <a:pos x="connsiteX5207" y="connsiteY5207"/>
              </a:cxn>
              <a:cxn ang="0">
                <a:pos x="connsiteX5208" y="connsiteY5208"/>
              </a:cxn>
              <a:cxn ang="0">
                <a:pos x="connsiteX5209" y="connsiteY5209"/>
              </a:cxn>
              <a:cxn ang="0">
                <a:pos x="connsiteX5210" y="connsiteY5210"/>
              </a:cxn>
              <a:cxn ang="0">
                <a:pos x="connsiteX5211" y="connsiteY5211"/>
              </a:cxn>
              <a:cxn ang="0">
                <a:pos x="connsiteX5212" y="connsiteY5212"/>
              </a:cxn>
              <a:cxn ang="0">
                <a:pos x="connsiteX5213" y="connsiteY5213"/>
              </a:cxn>
              <a:cxn ang="0">
                <a:pos x="connsiteX5214" y="connsiteY5214"/>
              </a:cxn>
              <a:cxn ang="0">
                <a:pos x="connsiteX5215" y="connsiteY5215"/>
              </a:cxn>
              <a:cxn ang="0">
                <a:pos x="connsiteX5216" y="connsiteY5216"/>
              </a:cxn>
              <a:cxn ang="0">
                <a:pos x="connsiteX5217" y="connsiteY5217"/>
              </a:cxn>
              <a:cxn ang="0">
                <a:pos x="connsiteX5218" y="connsiteY5218"/>
              </a:cxn>
              <a:cxn ang="0">
                <a:pos x="connsiteX5219" y="connsiteY5219"/>
              </a:cxn>
              <a:cxn ang="0">
                <a:pos x="connsiteX5220" y="connsiteY5220"/>
              </a:cxn>
              <a:cxn ang="0">
                <a:pos x="connsiteX5221" y="connsiteY5221"/>
              </a:cxn>
              <a:cxn ang="0">
                <a:pos x="connsiteX5222" y="connsiteY5222"/>
              </a:cxn>
              <a:cxn ang="0">
                <a:pos x="connsiteX5223" y="connsiteY5223"/>
              </a:cxn>
              <a:cxn ang="0">
                <a:pos x="connsiteX5224" y="connsiteY5224"/>
              </a:cxn>
              <a:cxn ang="0">
                <a:pos x="connsiteX5225" y="connsiteY5225"/>
              </a:cxn>
              <a:cxn ang="0">
                <a:pos x="connsiteX5226" y="connsiteY5226"/>
              </a:cxn>
              <a:cxn ang="0">
                <a:pos x="connsiteX5227" y="connsiteY5227"/>
              </a:cxn>
              <a:cxn ang="0">
                <a:pos x="connsiteX5228" y="connsiteY5228"/>
              </a:cxn>
              <a:cxn ang="0">
                <a:pos x="connsiteX5229" y="connsiteY5229"/>
              </a:cxn>
              <a:cxn ang="0">
                <a:pos x="connsiteX5230" y="connsiteY5230"/>
              </a:cxn>
              <a:cxn ang="0">
                <a:pos x="connsiteX5231" y="connsiteY5231"/>
              </a:cxn>
              <a:cxn ang="0">
                <a:pos x="connsiteX5232" y="connsiteY5232"/>
              </a:cxn>
              <a:cxn ang="0">
                <a:pos x="connsiteX5233" y="connsiteY5233"/>
              </a:cxn>
              <a:cxn ang="0">
                <a:pos x="connsiteX5234" y="connsiteY5234"/>
              </a:cxn>
              <a:cxn ang="0">
                <a:pos x="connsiteX5235" y="connsiteY5235"/>
              </a:cxn>
              <a:cxn ang="0">
                <a:pos x="connsiteX5236" y="connsiteY5236"/>
              </a:cxn>
              <a:cxn ang="0">
                <a:pos x="connsiteX5237" y="connsiteY5237"/>
              </a:cxn>
              <a:cxn ang="0">
                <a:pos x="connsiteX5238" y="connsiteY5238"/>
              </a:cxn>
              <a:cxn ang="0">
                <a:pos x="connsiteX5239" y="connsiteY5239"/>
              </a:cxn>
              <a:cxn ang="0">
                <a:pos x="connsiteX5240" y="connsiteY5240"/>
              </a:cxn>
              <a:cxn ang="0">
                <a:pos x="connsiteX5241" y="connsiteY5241"/>
              </a:cxn>
              <a:cxn ang="0">
                <a:pos x="connsiteX5242" y="connsiteY5242"/>
              </a:cxn>
              <a:cxn ang="0">
                <a:pos x="connsiteX5243" y="connsiteY5243"/>
              </a:cxn>
              <a:cxn ang="0">
                <a:pos x="connsiteX5244" y="connsiteY5244"/>
              </a:cxn>
              <a:cxn ang="0">
                <a:pos x="connsiteX5245" y="connsiteY5245"/>
              </a:cxn>
              <a:cxn ang="0">
                <a:pos x="connsiteX5246" y="connsiteY5246"/>
              </a:cxn>
              <a:cxn ang="0">
                <a:pos x="connsiteX5247" y="connsiteY5247"/>
              </a:cxn>
              <a:cxn ang="0">
                <a:pos x="connsiteX5248" y="connsiteY5248"/>
              </a:cxn>
              <a:cxn ang="0">
                <a:pos x="connsiteX5249" y="connsiteY5249"/>
              </a:cxn>
              <a:cxn ang="0">
                <a:pos x="connsiteX5250" y="connsiteY5250"/>
              </a:cxn>
              <a:cxn ang="0">
                <a:pos x="connsiteX5251" y="connsiteY5251"/>
              </a:cxn>
              <a:cxn ang="0">
                <a:pos x="connsiteX5252" y="connsiteY5252"/>
              </a:cxn>
              <a:cxn ang="0">
                <a:pos x="connsiteX5253" y="connsiteY5253"/>
              </a:cxn>
              <a:cxn ang="0">
                <a:pos x="connsiteX5254" y="connsiteY5254"/>
              </a:cxn>
              <a:cxn ang="0">
                <a:pos x="connsiteX5255" y="connsiteY5255"/>
              </a:cxn>
              <a:cxn ang="0">
                <a:pos x="connsiteX5256" y="connsiteY5256"/>
              </a:cxn>
              <a:cxn ang="0">
                <a:pos x="connsiteX5257" y="connsiteY5257"/>
              </a:cxn>
              <a:cxn ang="0">
                <a:pos x="connsiteX5258" y="connsiteY5258"/>
              </a:cxn>
              <a:cxn ang="0">
                <a:pos x="connsiteX5259" y="connsiteY5259"/>
              </a:cxn>
              <a:cxn ang="0">
                <a:pos x="connsiteX5260" y="connsiteY5260"/>
              </a:cxn>
              <a:cxn ang="0">
                <a:pos x="connsiteX5261" y="connsiteY5261"/>
              </a:cxn>
              <a:cxn ang="0">
                <a:pos x="connsiteX5262" y="connsiteY5262"/>
              </a:cxn>
              <a:cxn ang="0">
                <a:pos x="connsiteX5263" y="connsiteY5263"/>
              </a:cxn>
              <a:cxn ang="0">
                <a:pos x="connsiteX5264" y="connsiteY5264"/>
              </a:cxn>
              <a:cxn ang="0">
                <a:pos x="connsiteX5265" y="connsiteY5265"/>
              </a:cxn>
              <a:cxn ang="0">
                <a:pos x="connsiteX5266" y="connsiteY5266"/>
              </a:cxn>
              <a:cxn ang="0">
                <a:pos x="connsiteX5267" y="connsiteY5267"/>
              </a:cxn>
              <a:cxn ang="0">
                <a:pos x="connsiteX5268" y="connsiteY5268"/>
              </a:cxn>
              <a:cxn ang="0">
                <a:pos x="connsiteX5269" y="connsiteY5269"/>
              </a:cxn>
              <a:cxn ang="0">
                <a:pos x="connsiteX5270" y="connsiteY5270"/>
              </a:cxn>
              <a:cxn ang="0">
                <a:pos x="connsiteX5271" y="connsiteY5271"/>
              </a:cxn>
              <a:cxn ang="0">
                <a:pos x="connsiteX5272" y="connsiteY5272"/>
              </a:cxn>
              <a:cxn ang="0">
                <a:pos x="connsiteX5273" y="connsiteY5273"/>
              </a:cxn>
              <a:cxn ang="0">
                <a:pos x="connsiteX5274" y="connsiteY5274"/>
              </a:cxn>
              <a:cxn ang="0">
                <a:pos x="connsiteX5275" y="connsiteY5275"/>
              </a:cxn>
              <a:cxn ang="0">
                <a:pos x="connsiteX5276" y="connsiteY5276"/>
              </a:cxn>
              <a:cxn ang="0">
                <a:pos x="connsiteX5277" y="connsiteY5277"/>
              </a:cxn>
              <a:cxn ang="0">
                <a:pos x="connsiteX5278" y="connsiteY5278"/>
              </a:cxn>
              <a:cxn ang="0">
                <a:pos x="connsiteX5279" y="connsiteY5279"/>
              </a:cxn>
              <a:cxn ang="0">
                <a:pos x="connsiteX5280" y="connsiteY5280"/>
              </a:cxn>
              <a:cxn ang="0">
                <a:pos x="connsiteX5281" y="connsiteY5281"/>
              </a:cxn>
              <a:cxn ang="0">
                <a:pos x="connsiteX5282" y="connsiteY5282"/>
              </a:cxn>
              <a:cxn ang="0">
                <a:pos x="connsiteX5283" y="connsiteY5283"/>
              </a:cxn>
              <a:cxn ang="0">
                <a:pos x="connsiteX5284" y="connsiteY5284"/>
              </a:cxn>
              <a:cxn ang="0">
                <a:pos x="connsiteX5285" y="connsiteY5285"/>
              </a:cxn>
              <a:cxn ang="0">
                <a:pos x="connsiteX5286" y="connsiteY5286"/>
              </a:cxn>
              <a:cxn ang="0">
                <a:pos x="connsiteX5287" y="connsiteY5287"/>
              </a:cxn>
              <a:cxn ang="0">
                <a:pos x="connsiteX5288" y="connsiteY5288"/>
              </a:cxn>
              <a:cxn ang="0">
                <a:pos x="connsiteX5289" y="connsiteY5289"/>
              </a:cxn>
              <a:cxn ang="0">
                <a:pos x="connsiteX5290" y="connsiteY5290"/>
              </a:cxn>
              <a:cxn ang="0">
                <a:pos x="connsiteX5291" y="connsiteY5291"/>
              </a:cxn>
              <a:cxn ang="0">
                <a:pos x="connsiteX5292" y="connsiteY5292"/>
              </a:cxn>
              <a:cxn ang="0">
                <a:pos x="connsiteX5293" y="connsiteY5293"/>
              </a:cxn>
              <a:cxn ang="0">
                <a:pos x="connsiteX5294" y="connsiteY5294"/>
              </a:cxn>
              <a:cxn ang="0">
                <a:pos x="connsiteX5295" y="connsiteY5295"/>
              </a:cxn>
              <a:cxn ang="0">
                <a:pos x="connsiteX5296" y="connsiteY5296"/>
              </a:cxn>
              <a:cxn ang="0">
                <a:pos x="connsiteX5297" y="connsiteY5297"/>
              </a:cxn>
              <a:cxn ang="0">
                <a:pos x="connsiteX5298" y="connsiteY5298"/>
              </a:cxn>
              <a:cxn ang="0">
                <a:pos x="connsiteX5299" y="connsiteY5299"/>
              </a:cxn>
              <a:cxn ang="0">
                <a:pos x="connsiteX5300" y="connsiteY5300"/>
              </a:cxn>
              <a:cxn ang="0">
                <a:pos x="connsiteX5301" y="connsiteY5301"/>
              </a:cxn>
              <a:cxn ang="0">
                <a:pos x="connsiteX5302" y="connsiteY5302"/>
              </a:cxn>
              <a:cxn ang="0">
                <a:pos x="connsiteX5303" y="connsiteY5303"/>
              </a:cxn>
              <a:cxn ang="0">
                <a:pos x="connsiteX5304" y="connsiteY5304"/>
              </a:cxn>
              <a:cxn ang="0">
                <a:pos x="connsiteX5305" y="connsiteY5305"/>
              </a:cxn>
              <a:cxn ang="0">
                <a:pos x="connsiteX5306" y="connsiteY5306"/>
              </a:cxn>
              <a:cxn ang="0">
                <a:pos x="connsiteX5307" y="connsiteY5307"/>
              </a:cxn>
              <a:cxn ang="0">
                <a:pos x="connsiteX5308" y="connsiteY5308"/>
              </a:cxn>
              <a:cxn ang="0">
                <a:pos x="connsiteX5309" y="connsiteY5309"/>
              </a:cxn>
              <a:cxn ang="0">
                <a:pos x="connsiteX5310" y="connsiteY5310"/>
              </a:cxn>
              <a:cxn ang="0">
                <a:pos x="connsiteX5311" y="connsiteY5311"/>
              </a:cxn>
              <a:cxn ang="0">
                <a:pos x="connsiteX5312" y="connsiteY5312"/>
              </a:cxn>
              <a:cxn ang="0">
                <a:pos x="connsiteX5313" y="connsiteY5313"/>
              </a:cxn>
              <a:cxn ang="0">
                <a:pos x="connsiteX5314" y="connsiteY5314"/>
              </a:cxn>
              <a:cxn ang="0">
                <a:pos x="connsiteX5315" y="connsiteY5315"/>
              </a:cxn>
              <a:cxn ang="0">
                <a:pos x="connsiteX5316" y="connsiteY5316"/>
              </a:cxn>
              <a:cxn ang="0">
                <a:pos x="connsiteX5317" y="connsiteY5317"/>
              </a:cxn>
              <a:cxn ang="0">
                <a:pos x="connsiteX5318" y="connsiteY5318"/>
              </a:cxn>
              <a:cxn ang="0">
                <a:pos x="connsiteX5319" y="connsiteY5319"/>
              </a:cxn>
              <a:cxn ang="0">
                <a:pos x="connsiteX5320" y="connsiteY5320"/>
              </a:cxn>
              <a:cxn ang="0">
                <a:pos x="connsiteX5321" y="connsiteY5321"/>
              </a:cxn>
              <a:cxn ang="0">
                <a:pos x="connsiteX5322" y="connsiteY5322"/>
              </a:cxn>
              <a:cxn ang="0">
                <a:pos x="connsiteX5323" y="connsiteY5323"/>
              </a:cxn>
              <a:cxn ang="0">
                <a:pos x="connsiteX5324" y="connsiteY5324"/>
              </a:cxn>
              <a:cxn ang="0">
                <a:pos x="connsiteX5325" y="connsiteY5325"/>
              </a:cxn>
              <a:cxn ang="0">
                <a:pos x="connsiteX5326" y="connsiteY5326"/>
              </a:cxn>
              <a:cxn ang="0">
                <a:pos x="connsiteX5327" y="connsiteY5327"/>
              </a:cxn>
              <a:cxn ang="0">
                <a:pos x="connsiteX5328" y="connsiteY5328"/>
              </a:cxn>
              <a:cxn ang="0">
                <a:pos x="connsiteX5329" y="connsiteY5329"/>
              </a:cxn>
              <a:cxn ang="0">
                <a:pos x="connsiteX5330" y="connsiteY5330"/>
              </a:cxn>
              <a:cxn ang="0">
                <a:pos x="connsiteX5331" y="connsiteY5331"/>
              </a:cxn>
              <a:cxn ang="0">
                <a:pos x="connsiteX5332" y="connsiteY5332"/>
              </a:cxn>
              <a:cxn ang="0">
                <a:pos x="connsiteX5333" y="connsiteY5333"/>
              </a:cxn>
              <a:cxn ang="0">
                <a:pos x="connsiteX5334" y="connsiteY5334"/>
              </a:cxn>
              <a:cxn ang="0">
                <a:pos x="connsiteX5335" y="connsiteY5335"/>
              </a:cxn>
              <a:cxn ang="0">
                <a:pos x="connsiteX5336" y="connsiteY5336"/>
              </a:cxn>
              <a:cxn ang="0">
                <a:pos x="connsiteX5337" y="connsiteY5337"/>
              </a:cxn>
              <a:cxn ang="0">
                <a:pos x="connsiteX5338" y="connsiteY5338"/>
              </a:cxn>
              <a:cxn ang="0">
                <a:pos x="connsiteX5339" y="connsiteY5339"/>
              </a:cxn>
              <a:cxn ang="0">
                <a:pos x="connsiteX5340" y="connsiteY5340"/>
              </a:cxn>
              <a:cxn ang="0">
                <a:pos x="connsiteX5341" y="connsiteY5341"/>
              </a:cxn>
              <a:cxn ang="0">
                <a:pos x="connsiteX5342" y="connsiteY5342"/>
              </a:cxn>
              <a:cxn ang="0">
                <a:pos x="connsiteX5343" y="connsiteY5343"/>
              </a:cxn>
              <a:cxn ang="0">
                <a:pos x="connsiteX5344" y="connsiteY5344"/>
              </a:cxn>
              <a:cxn ang="0">
                <a:pos x="connsiteX5345" y="connsiteY5345"/>
              </a:cxn>
              <a:cxn ang="0">
                <a:pos x="connsiteX5346" y="connsiteY5346"/>
              </a:cxn>
              <a:cxn ang="0">
                <a:pos x="connsiteX5347" y="connsiteY5347"/>
              </a:cxn>
              <a:cxn ang="0">
                <a:pos x="connsiteX5348" y="connsiteY5348"/>
              </a:cxn>
              <a:cxn ang="0">
                <a:pos x="connsiteX5349" y="connsiteY5349"/>
              </a:cxn>
              <a:cxn ang="0">
                <a:pos x="connsiteX5350" y="connsiteY5350"/>
              </a:cxn>
              <a:cxn ang="0">
                <a:pos x="connsiteX5351" y="connsiteY5351"/>
              </a:cxn>
              <a:cxn ang="0">
                <a:pos x="connsiteX5352" y="connsiteY5352"/>
              </a:cxn>
              <a:cxn ang="0">
                <a:pos x="connsiteX5353" y="connsiteY5353"/>
              </a:cxn>
              <a:cxn ang="0">
                <a:pos x="connsiteX5354" y="connsiteY5354"/>
              </a:cxn>
              <a:cxn ang="0">
                <a:pos x="connsiteX5355" y="connsiteY5355"/>
              </a:cxn>
              <a:cxn ang="0">
                <a:pos x="connsiteX5356" y="connsiteY5356"/>
              </a:cxn>
              <a:cxn ang="0">
                <a:pos x="connsiteX5357" y="connsiteY5357"/>
              </a:cxn>
              <a:cxn ang="0">
                <a:pos x="connsiteX5358" y="connsiteY5358"/>
              </a:cxn>
              <a:cxn ang="0">
                <a:pos x="connsiteX5359" y="connsiteY5359"/>
              </a:cxn>
              <a:cxn ang="0">
                <a:pos x="connsiteX5360" y="connsiteY5360"/>
              </a:cxn>
              <a:cxn ang="0">
                <a:pos x="connsiteX5361" y="connsiteY5361"/>
              </a:cxn>
              <a:cxn ang="0">
                <a:pos x="connsiteX5362" y="connsiteY5362"/>
              </a:cxn>
              <a:cxn ang="0">
                <a:pos x="connsiteX5363" y="connsiteY5363"/>
              </a:cxn>
              <a:cxn ang="0">
                <a:pos x="connsiteX5364" y="connsiteY5364"/>
              </a:cxn>
              <a:cxn ang="0">
                <a:pos x="connsiteX5365" y="connsiteY5365"/>
              </a:cxn>
              <a:cxn ang="0">
                <a:pos x="connsiteX5366" y="connsiteY5366"/>
              </a:cxn>
              <a:cxn ang="0">
                <a:pos x="connsiteX5367" y="connsiteY5367"/>
              </a:cxn>
              <a:cxn ang="0">
                <a:pos x="connsiteX5368" y="connsiteY5368"/>
              </a:cxn>
              <a:cxn ang="0">
                <a:pos x="connsiteX5369" y="connsiteY5369"/>
              </a:cxn>
              <a:cxn ang="0">
                <a:pos x="connsiteX5370" y="connsiteY5370"/>
              </a:cxn>
              <a:cxn ang="0">
                <a:pos x="connsiteX5371" y="connsiteY5371"/>
              </a:cxn>
              <a:cxn ang="0">
                <a:pos x="connsiteX5372" y="connsiteY5372"/>
              </a:cxn>
              <a:cxn ang="0">
                <a:pos x="connsiteX5373" y="connsiteY5373"/>
              </a:cxn>
              <a:cxn ang="0">
                <a:pos x="connsiteX5374" y="connsiteY5374"/>
              </a:cxn>
              <a:cxn ang="0">
                <a:pos x="connsiteX5375" y="connsiteY5375"/>
              </a:cxn>
              <a:cxn ang="0">
                <a:pos x="connsiteX5376" y="connsiteY5376"/>
              </a:cxn>
              <a:cxn ang="0">
                <a:pos x="connsiteX5377" y="connsiteY5377"/>
              </a:cxn>
              <a:cxn ang="0">
                <a:pos x="connsiteX5378" y="connsiteY5378"/>
              </a:cxn>
              <a:cxn ang="0">
                <a:pos x="connsiteX5379" y="connsiteY5379"/>
              </a:cxn>
              <a:cxn ang="0">
                <a:pos x="connsiteX5380" y="connsiteY5380"/>
              </a:cxn>
              <a:cxn ang="0">
                <a:pos x="connsiteX5381" y="connsiteY5381"/>
              </a:cxn>
              <a:cxn ang="0">
                <a:pos x="connsiteX5382" y="connsiteY5382"/>
              </a:cxn>
              <a:cxn ang="0">
                <a:pos x="connsiteX5383" y="connsiteY5383"/>
              </a:cxn>
              <a:cxn ang="0">
                <a:pos x="connsiteX5384" y="connsiteY5384"/>
              </a:cxn>
              <a:cxn ang="0">
                <a:pos x="connsiteX5385" y="connsiteY5385"/>
              </a:cxn>
              <a:cxn ang="0">
                <a:pos x="connsiteX5386" y="connsiteY5386"/>
              </a:cxn>
              <a:cxn ang="0">
                <a:pos x="connsiteX5387" y="connsiteY5387"/>
              </a:cxn>
              <a:cxn ang="0">
                <a:pos x="connsiteX5388" y="connsiteY5388"/>
              </a:cxn>
              <a:cxn ang="0">
                <a:pos x="connsiteX5389" y="connsiteY5389"/>
              </a:cxn>
              <a:cxn ang="0">
                <a:pos x="connsiteX5390" y="connsiteY5390"/>
              </a:cxn>
              <a:cxn ang="0">
                <a:pos x="connsiteX5391" y="connsiteY5391"/>
              </a:cxn>
              <a:cxn ang="0">
                <a:pos x="connsiteX5392" y="connsiteY5392"/>
              </a:cxn>
              <a:cxn ang="0">
                <a:pos x="connsiteX5393" y="connsiteY5393"/>
              </a:cxn>
              <a:cxn ang="0">
                <a:pos x="connsiteX5394" y="connsiteY5394"/>
              </a:cxn>
              <a:cxn ang="0">
                <a:pos x="connsiteX5395" y="connsiteY5395"/>
              </a:cxn>
              <a:cxn ang="0">
                <a:pos x="connsiteX5396" y="connsiteY5396"/>
              </a:cxn>
              <a:cxn ang="0">
                <a:pos x="connsiteX5397" y="connsiteY5397"/>
              </a:cxn>
              <a:cxn ang="0">
                <a:pos x="connsiteX5398" y="connsiteY5398"/>
              </a:cxn>
              <a:cxn ang="0">
                <a:pos x="connsiteX5399" y="connsiteY5399"/>
              </a:cxn>
              <a:cxn ang="0">
                <a:pos x="connsiteX5400" y="connsiteY5400"/>
              </a:cxn>
              <a:cxn ang="0">
                <a:pos x="connsiteX5401" y="connsiteY5401"/>
              </a:cxn>
              <a:cxn ang="0">
                <a:pos x="connsiteX5402" y="connsiteY5402"/>
              </a:cxn>
              <a:cxn ang="0">
                <a:pos x="connsiteX5403" y="connsiteY5403"/>
              </a:cxn>
              <a:cxn ang="0">
                <a:pos x="connsiteX5404" y="connsiteY5404"/>
              </a:cxn>
              <a:cxn ang="0">
                <a:pos x="connsiteX5405" y="connsiteY5405"/>
              </a:cxn>
              <a:cxn ang="0">
                <a:pos x="connsiteX5406" y="connsiteY5406"/>
              </a:cxn>
              <a:cxn ang="0">
                <a:pos x="connsiteX5407" y="connsiteY5407"/>
              </a:cxn>
              <a:cxn ang="0">
                <a:pos x="connsiteX5408" y="connsiteY5408"/>
              </a:cxn>
              <a:cxn ang="0">
                <a:pos x="connsiteX5409" y="connsiteY5409"/>
              </a:cxn>
              <a:cxn ang="0">
                <a:pos x="connsiteX5410" y="connsiteY5410"/>
              </a:cxn>
              <a:cxn ang="0">
                <a:pos x="connsiteX5411" y="connsiteY5411"/>
              </a:cxn>
              <a:cxn ang="0">
                <a:pos x="connsiteX5412" y="connsiteY5412"/>
              </a:cxn>
              <a:cxn ang="0">
                <a:pos x="connsiteX5413" y="connsiteY5413"/>
              </a:cxn>
              <a:cxn ang="0">
                <a:pos x="connsiteX5414" y="connsiteY5414"/>
              </a:cxn>
              <a:cxn ang="0">
                <a:pos x="connsiteX5415" y="connsiteY5415"/>
              </a:cxn>
              <a:cxn ang="0">
                <a:pos x="connsiteX5416" y="connsiteY5416"/>
              </a:cxn>
              <a:cxn ang="0">
                <a:pos x="connsiteX5417" y="connsiteY5417"/>
              </a:cxn>
              <a:cxn ang="0">
                <a:pos x="connsiteX5418" y="connsiteY5418"/>
              </a:cxn>
              <a:cxn ang="0">
                <a:pos x="connsiteX5419" y="connsiteY5419"/>
              </a:cxn>
              <a:cxn ang="0">
                <a:pos x="connsiteX5420" y="connsiteY5420"/>
              </a:cxn>
              <a:cxn ang="0">
                <a:pos x="connsiteX5421" y="connsiteY5421"/>
              </a:cxn>
              <a:cxn ang="0">
                <a:pos x="connsiteX5422" y="connsiteY5422"/>
              </a:cxn>
              <a:cxn ang="0">
                <a:pos x="connsiteX5423" y="connsiteY5423"/>
              </a:cxn>
              <a:cxn ang="0">
                <a:pos x="connsiteX5424" y="connsiteY5424"/>
              </a:cxn>
              <a:cxn ang="0">
                <a:pos x="connsiteX5425" y="connsiteY5425"/>
              </a:cxn>
              <a:cxn ang="0">
                <a:pos x="connsiteX5426" y="connsiteY5426"/>
              </a:cxn>
              <a:cxn ang="0">
                <a:pos x="connsiteX5427" y="connsiteY5427"/>
              </a:cxn>
              <a:cxn ang="0">
                <a:pos x="connsiteX5428" y="connsiteY5428"/>
              </a:cxn>
              <a:cxn ang="0">
                <a:pos x="connsiteX5429" y="connsiteY5429"/>
              </a:cxn>
              <a:cxn ang="0">
                <a:pos x="connsiteX5430" y="connsiteY5430"/>
              </a:cxn>
              <a:cxn ang="0">
                <a:pos x="connsiteX5431" y="connsiteY5431"/>
              </a:cxn>
              <a:cxn ang="0">
                <a:pos x="connsiteX5432" y="connsiteY5432"/>
              </a:cxn>
              <a:cxn ang="0">
                <a:pos x="connsiteX5433" y="connsiteY5433"/>
              </a:cxn>
              <a:cxn ang="0">
                <a:pos x="connsiteX5434" y="connsiteY5434"/>
              </a:cxn>
              <a:cxn ang="0">
                <a:pos x="connsiteX5435" y="connsiteY5435"/>
              </a:cxn>
              <a:cxn ang="0">
                <a:pos x="connsiteX5436" y="connsiteY5436"/>
              </a:cxn>
              <a:cxn ang="0">
                <a:pos x="connsiteX5437" y="connsiteY5437"/>
              </a:cxn>
              <a:cxn ang="0">
                <a:pos x="connsiteX5438" y="connsiteY5438"/>
              </a:cxn>
              <a:cxn ang="0">
                <a:pos x="connsiteX5439" y="connsiteY5439"/>
              </a:cxn>
              <a:cxn ang="0">
                <a:pos x="connsiteX5440" y="connsiteY5440"/>
              </a:cxn>
              <a:cxn ang="0">
                <a:pos x="connsiteX5441" y="connsiteY5441"/>
              </a:cxn>
              <a:cxn ang="0">
                <a:pos x="connsiteX5442" y="connsiteY5442"/>
              </a:cxn>
              <a:cxn ang="0">
                <a:pos x="connsiteX5443" y="connsiteY5443"/>
              </a:cxn>
              <a:cxn ang="0">
                <a:pos x="connsiteX5444" y="connsiteY5444"/>
              </a:cxn>
              <a:cxn ang="0">
                <a:pos x="connsiteX5445" y="connsiteY5445"/>
              </a:cxn>
              <a:cxn ang="0">
                <a:pos x="connsiteX5446" y="connsiteY5446"/>
              </a:cxn>
              <a:cxn ang="0">
                <a:pos x="connsiteX5447" y="connsiteY5447"/>
              </a:cxn>
              <a:cxn ang="0">
                <a:pos x="connsiteX5448" y="connsiteY5448"/>
              </a:cxn>
              <a:cxn ang="0">
                <a:pos x="connsiteX5449" y="connsiteY5449"/>
              </a:cxn>
              <a:cxn ang="0">
                <a:pos x="connsiteX5450" y="connsiteY5450"/>
              </a:cxn>
              <a:cxn ang="0">
                <a:pos x="connsiteX5451" y="connsiteY5451"/>
              </a:cxn>
              <a:cxn ang="0">
                <a:pos x="connsiteX5452" y="connsiteY5452"/>
              </a:cxn>
              <a:cxn ang="0">
                <a:pos x="connsiteX5453" y="connsiteY5453"/>
              </a:cxn>
              <a:cxn ang="0">
                <a:pos x="connsiteX5454" y="connsiteY5454"/>
              </a:cxn>
              <a:cxn ang="0">
                <a:pos x="connsiteX5455" y="connsiteY5455"/>
              </a:cxn>
              <a:cxn ang="0">
                <a:pos x="connsiteX5456" y="connsiteY5456"/>
              </a:cxn>
              <a:cxn ang="0">
                <a:pos x="connsiteX5457" y="connsiteY5457"/>
              </a:cxn>
              <a:cxn ang="0">
                <a:pos x="connsiteX5458" y="connsiteY5458"/>
              </a:cxn>
              <a:cxn ang="0">
                <a:pos x="connsiteX5459" y="connsiteY5459"/>
              </a:cxn>
              <a:cxn ang="0">
                <a:pos x="connsiteX5460" y="connsiteY5460"/>
              </a:cxn>
              <a:cxn ang="0">
                <a:pos x="connsiteX5461" y="connsiteY5461"/>
              </a:cxn>
              <a:cxn ang="0">
                <a:pos x="connsiteX5462" y="connsiteY5462"/>
              </a:cxn>
              <a:cxn ang="0">
                <a:pos x="connsiteX5463" y="connsiteY5463"/>
              </a:cxn>
              <a:cxn ang="0">
                <a:pos x="connsiteX5464" y="connsiteY5464"/>
              </a:cxn>
              <a:cxn ang="0">
                <a:pos x="connsiteX5465" y="connsiteY5465"/>
              </a:cxn>
              <a:cxn ang="0">
                <a:pos x="connsiteX5466" y="connsiteY5466"/>
              </a:cxn>
              <a:cxn ang="0">
                <a:pos x="connsiteX5467" y="connsiteY5467"/>
              </a:cxn>
              <a:cxn ang="0">
                <a:pos x="connsiteX5468" y="connsiteY5468"/>
              </a:cxn>
              <a:cxn ang="0">
                <a:pos x="connsiteX5469" y="connsiteY5469"/>
              </a:cxn>
              <a:cxn ang="0">
                <a:pos x="connsiteX5470" y="connsiteY5470"/>
              </a:cxn>
              <a:cxn ang="0">
                <a:pos x="connsiteX5471" y="connsiteY5471"/>
              </a:cxn>
              <a:cxn ang="0">
                <a:pos x="connsiteX5472" y="connsiteY5472"/>
              </a:cxn>
              <a:cxn ang="0">
                <a:pos x="connsiteX5473" y="connsiteY5473"/>
              </a:cxn>
              <a:cxn ang="0">
                <a:pos x="connsiteX5474" y="connsiteY5474"/>
              </a:cxn>
              <a:cxn ang="0">
                <a:pos x="connsiteX5475" y="connsiteY5475"/>
              </a:cxn>
              <a:cxn ang="0">
                <a:pos x="connsiteX5476" y="connsiteY5476"/>
              </a:cxn>
              <a:cxn ang="0">
                <a:pos x="connsiteX5477" y="connsiteY5477"/>
              </a:cxn>
              <a:cxn ang="0">
                <a:pos x="connsiteX5478" y="connsiteY5478"/>
              </a:cxn>
              <a:cxn ang="0">
                <a:pos x="connsiteX5479" y="connsiteY5479"/>
              </a:cxn>
              <a:cxn ang="0">
                <a:pos x="connsiteX5480" y="connsiteY5480"/>
              </a:cxn>
              <a:cxn ang="0">
                <a:pos x="connsiteX5481" y="connsiteY5481"/>
              </a:cxn>
              <a:cxn ang="0">
                <a:pos x="connsiteX5482" y="connsiteY5482"/>
              </a:cxn>
              <a:cxn ang="0">
                <a:pos x="connsiteX5483" y="connsiteY5483"/>
              </a:cxn>
              <a:cxn ang="0">
                <a:pos x="connsiteX5484" y="connsiteY5484"/>
              </a:cxn>
              <a:cxn ang="0">
                <a:pos x="connsiteX5485" y="connsiteY5485"/>
              </a:cxn>
              <a:cxn ang="0">
                <a:pos x="connsiteX5486" y="connsiteY5486"/>
              </a:cxn>
              <a:cxn ang="0">
                <a:pos x="connsiteX5487" y="connsiteY5487"/>
              </a:cxn>
              <a:cxn ang="0">
                <a:pos x="connsiteX5488" y="connsiteY5488"/>
              </a:cxn>
              <a:cxn ang="0">
                <a:pos x="connsiteX5489" y="connsiteY5489"/>
              </a:cxn>
              <a:cxn ang="0">
                <a:pos x="connsiteX5490" y="connsiteY5490"/>
              </a:cxn>
              <a:cxn ang="0">
                <a:pos x="connsiteX5491" y="connsiteY5491"/>
              </a:cxn>
              <a:cxn ang="0">
                <a:pos x="connsiteX5492" y="connsiteY5492"/>
              </a:cxn>
              <a:cxn ang="0">
                <a:pos x="connsiteX5493" y="connsiteY5493"/>
              </a:cxn>
              <a:cxn ang="0">
                <a:pos x="connsiteX5494" y="connsiteY5494"/>
              </a:cxn>
              <a:cxn ang="0">
                <a:pos x="connsiteX5495" y="connsiteY5495"/>
              </a:cxn>
              <a:cxn ang="0">
                <a:pos x="connsiteX5496" y="connsiteY5496"/>
              </a:cxn>
              <a:cxn ang="0">
                <a:pos x="connsiteX5497" y="connsiteY5497"/>
              </a:cxn>
              <a:cxn ang="0">
                <a:pos x="connsiteX5498" y="connsiteY5498"/>
              </a:cxn>
              <a:cxn ang="0">
                <a:pos x="connsiteX5499" y="connsiteY5499"/>
              </a:cxn>
              <a:cxn ang="0">
                <a:pos x="connsiteX5500" y="connsiteY5500"/>
              </a:cxn>
              <a:cxn ang="0">
                <a:pos x="connsiteX5501" y="connsiteY5501"/>
              </a:cxn>
              <a:cxn ang="0">
                <a:pos x="connsiteX5502" y="connsiteY5502"/>
              </a:cxn>
              <a:cxn ang="0">
                <a:pos x="connsiteX5503" y="connsiteY5503"/>
              </a:cxn>
              <a:cxn ang="0">
                <a:pos x="connsiteX5504" y="connsiteY5504"/>
              </a:cxn>
              <a:cxn ang="0">
                <a:pos x="connsiteX5505" y="connsiteY5505"/>
              </a:cxn>
              <a:cxn ang="0">
                <a:pos x="connsiteX5506" y="connsiteY5506"/>
              </a:cxn>
              <a:cxn ang="0">
                <a:pos x="connsiteX5507" y="connsiteY5507"/>
              </a:cxn>
              <a:cxn ang="0">
                <a:pos x="connsiteX5508" y="connsiteY5508"/>
              </a:cxn>
              <a:cxn ang="0">
                <a:pos x="connsiteX5509" y="connsiteY5509"/>
              </a:cxn>
              <a:cxn ang="0">
                <a:pos x="connsiteX5510" y="connsiteY5510"/>
              </a:cxn>
              <a:cxn ang="0">
                <a:pos x="connsiteX5511" y="connsiteY5511"/>
              </a:cxn>
              <a:cxn ang="0">
                <a:pos x="connsiteX5512" y="connsiteY5512"/>
              </a:cxn>
              <a:cxn ang="0">
                <a:pos x="connsiteX5513" y="connsiteY5513"/>
              </a:cxn>
              <a:cxn ang="0">
                <a:pos x="connsiteX5514" y="connsiteY5514"/>
              </a:cxn>
              <a:cxn ang="0">
                <a:pos x="connsiteX5515" y="connsiteY5515"/>
              </a:cxn>
              <a:cxn ang="0">
                <a:pos x="connsiteX5516" y="connsiteY5516"/>
              </a:cxn>
              <a:cxn ang="0">
                <a:pos x="connsiteX5517" y="connsiteY5517"/>
              </a:cxn>
              <a:cxn ang="0">
                <a:pos x="connsiteX5518" y="connsiteY5518"/>
              </a:cxn>
              <a:cxn ang="0">
                <a:pos x="connsiteX5519" y="connsiteY5519"/>
              </a:cxn>
              <a:cxn ang="0">
                <a:pos x="connsiteX5520" y="connsiteY5520"/>
              </a:cxn>
              <a:cxn ang="0">
                <a:pos x="connsiteX5521" y="connsiteY5521"/>
              </a:cxn>
              <a:cxn ang="0">
                <a:pos x="connsiteX5522" y="connsiteY5522"/>
              </a:cxn>
              <a:cxn ang="0">
                <a:pos x="connsiteX5523" y="connsiteY5523"/>
              </a:cxn>
              <a:cxn ang="0">
                <a:pos x="connsiteX5524" y="connsiteY5524"/>
              </a:cxn>
              <a:cxn ang="0">
                <a:pos x="connsiteX5525" y="connsiteY5525"/>
              </a:cxn>
              <a:cxn ang="0">
                <a:pos x="connsiteX5526" y="connsiteY5526"/>
              </a:cxn>
              <a:cxn ang="0">
                <a:pos x="connsiteX5527" y="connsiteY5527"/>
              </a:cxn>
              <a:cxn ang="0">
                <a:pos x="connsiteX5528" y="connsiteY5528"/>
              </a:cxn>
              <a:cxn ang="0">
                <a:pos x="connsiteX5529" y="connsiteY5529"/>
              </a:cxn>
              <a:cxn ang="0">
                <a:pos x="connsiteX5530" y="connsiteY5530"/>
              </a:cxn>
              <a:cxn ang="0">
                <a:pos x="connsiteX5531" y="connsiteY5531"/>
              </a:cxn>
              <a:cxn ang="0">
                <a:pos x="connsiteX5532" y="connsiteY5532"/>
              </a:cxn>
              <a:cxn ang="0">
                <a:pos x="connsiteX5533" y="connsiteY5533"/>
              </a:cxn>
              <a:cxn ang="0">
                <a:pos x="connsiteX5534" y="connsiteY5534"/>
              </a:cxn>
              <a:cxn ang="0">
                <a:pos x="connsiteX5535" y="connsiteY5535"/>
              </a:cxn>
              <a:cxn ang="0">
                <a:pos x="connsiteX5536" y="connsiteY5536"/>
              </a:cxn>
              <a:cxn ang="0">
                <a:pos x="connsiteX5537" y="connsiteY5537"/>
              </a:cxn>
              <a:cxn ang="0">
                <a:pos x="connsiteX5538" y="connsiteY5538"/>
              </a:cxn>
              <a:cxn ang="0">
                <a:pos x="connsiteX5539" y="connsiteY5539"/>
              </a:cxn>
              <a:cxn ang="0">
                <a:pos x="connsiteX5540" y="connsiteY5540"/>
              </a:cxn>
              <a:cxn ang="0">
                <a:pos x="connsiteX5541" y="connsiteY5541"/>
              </a:cxn>
              <a:cxn ang="0">
                <a:pos x="connsiteX5542" y="connsiteY5542"/>
              </a:cxn>
              <a:cxn ang="0">
                <a:pos x="connsiteX5543" y="connsiteY5543"/>
              </a:cxn>
              <a:cxn ang="0">
                <a:pos x="connsiteX5544" y="connsiteY5544"/>
              </a:cxn>
              <a:cxn ang="0">
                <a:pos x="connsiteX5545" y="connsiteY5545"/>
              </a:cxn>
              <a:cxn ang="0">
                <a:pos x="connsiteX5546" y="connsiteY5546"/>
              </a:cxn>
              <a:cxn ang="0">
                <a:pos x="connsiteX5547" y="connsiteY5547"/>
              </a:cxn>
              <a:cxn ang="0">
                <a:pos x="connsiteX5548" y="connsiteY5548"/>
              </a:cxn>
              <a:cxn ang="0">
                <a:pos x="connsiteX5549" y="connsiteY5549"/>
              </a:cxn>
              <a:cxn ang="0">
                <a:pos x="connsiteX5550" y="connsiteY5550"/>
              </a:cxn>
              <a:cxn ang="0">
                <a:pos x="connsiteX5551" y="connsiteY5551"/>
              </a:cxn>
              <a:cxn ang="0">
                <a:pos x="connsiteX5552" y="connsiteY5552"/>
              </a:cxn>
              <a:cxn ang="0">
                <a:pos x="connsiteX5553" y="connsiteY5553"/>
              </a:cxn>
              <a:cxn ang="0">
                <a:pos x="connsiteX5554" y="connsiteY5554"/>
              </a:cxn>
              <a:cxn ang="0">
                <a:pos x="connsiteX5555" y="connsiteY5555"/>
              </a:cxn>
              <a:cxn ang="0">
                <a:pos x="connsiteX5556" y="connsiteY5556"/>
              </a:cxn>
              <a:cxn ang="0">
                <a:pos x="connsiteX5557" y="connsiteY5557"/>
              </a:cxn>
              <a:cxn ang="0">
                <a:pos x="connsiteX5558" y="connsiteY5558"/>
              </a:cxn>
              <a:cxn ang="0">
                <a:pos x="connsiteX5559" y="connsiteY5559"/>
              </a:cxn>
              <a:cxn ang="0">
                <a:pos x="connsiteX5560" y="connsiteY5560"/>
              </a:cxn>
              <a:cxn ang="0">
                <a:pos x="connsiteX5561" y="connsiteY5561"/>
              </a:cxn>
              <a:cxn ang="0">
                <a:pos x="connsiteX5562" y="connsiteY5562"/>
              </a:cxn>
              <a:cxn ang="0">
                <a:pos x="connsiteX5563" y="connsiteY5563"/>
              </a:cxn>
              <a:cxn ang="0">
                <a:pos x="connsiteX5564" y="connsiteY5564"/>
              </a:cxn>
              <a:cxn ang="0">
                <a:pos x="connsiteX5565" y="connsiteY5565"/>
              </a:cxn>
              <a:cxn ang="0">
                <a:pos x="connsiteX5566" y="connsiteY5566"/>
              </a:cxn>
              <a:cxn ang="0">
                <a:pos x="connsiteX5567" y="connsiteY5567"/>
              </a:cxn>
              <a:cxn ang="0">
                <a:pos x="connsiteX5568" y="connsiteY5568"/>
              </a:cxn>
              <a:cxn ang="0">
                <a:pos x="connsiteX5569" y="connsiteY5569"/>
              </a:cxn>
              <a:cxn ang="0">
                <a:pos x="connsiteX5570" y="connsiteY5570"/>
              </a:cxn>
              <a:cxn ang="0">
                <a:pos x="connsiteX5571" y="connsiteY5571"/>
              </a:cxn>
              <a:cxn ang="0">
                <a:pos x="connsiteX5572" y="connsiteY5572"/>
              </a:cxn>
              <a:cxn ang="0">
                <a:pos x="connsiteX5573" y="connsiteY5573"/>
              </a:cxn>
              <a:cxn ang="0">
                <a:pos x="connsiteX5574" y="connsiteY5574"/>
              </a:cxn>
              <a:cxn ang="0">
                <a:pos x="connsiteX5575" y="connsiteY5575"/>
              </a:cxn>
              <a:cxn ang="0">
                <a:pos x="connsiteX5576" y="connsiteY5576"/>
              </a:cxn>
              <a:cxn ang="0">
                <a:pos x="connsiteX5577" y="connsiteY5577"/>
              </a:cxn>
              <a:cxn ang="0">
                <a:pos x="connsiteX5578" y="connsiteY5578"/>
              </a:cxn>
              <a:cxn ang="0">
                <a:pos x="connsiteX5579" y="connsiteY5579"/>
              </a:cxn>
              <a:cxn ang="0">
                <a:pos x="connsiteX5580" y="connsiteY5580"/>
              </a:cxn>
              <a:cxn ang="0">
                <a:pos x="connsiteX5581" y="connsiteY5581"/>
              </a:cxn>
              <a:cxn ang="0">
                <a:pos x="connsiteX5582" y="connsiteY5582"/>
              </a:cxn>
              <a:cxn ang="0">
                <a:pos x="connsiteX5583" y="connsiteY5583"/>
              </a:cxn>
              <a:cxn ang="0">
                <a:pos x="connsiteX5584" y="connsiteY5584"/>
              </a:cxn>
              <a:cxn ang="0">
                <a:pos x="connsiteX5585" y="connsiteY5585"/>
              </a:cxn>
              <a:cxn ang="0">
                <a:pos x="connsiteX5586" y="connsiteY5586"/>
              </a:cxn>
              <a:cxn ang="0">
                <a:pos x="connsiteX5587" y="connsiteY5587"/>
              </a:cxn>
              <a:cxn ang="0">
                <a:pos x="connsiteX5588" y="connsiteY5588"/>
              </a:cxn>
              <a:cxn ang="0">
                <a:pos x="connsiteX5589" y="connsiteY5589"/>
              </a:cxn>
              <a:cxn ang="0">
                <a:pos x="connsiteX5590" y="connsiteY5590"/>
              </a:cxn>
              <a:cxn ang="0">
                <a:pos x="connsiteX5591" y="connsiteY5591"/>
              </a:cxn>
              <a:cxn ang="0">
                <a:pos x="connsiteX5592" y="connsiteY5592"/>
              </a:cxn>
              <a:cxn ang="0">
                <a:pos x="connsiteX5593" y="connsiteY5593"/>
              </a:cxn>
              <a:cxn ang="0">
                <a:pos x="connsiteX5594" y="connsiteY5594"/>
              </a:cxn>
              <a:cxn ang="0">
                <a:pos x="connsiteX5595" y="connsiteY5595"/>
              </a:cxn>
              <a:cxn ang="0">
                <a:pos x="connsiteX5596" y="connsiteY5596"/>
              </a:cxn>
              <a:cxn ang="0">
                <a:pos x="connsiteX5597" y="connsiteY5597"/>
              </a:cxn>
              <a:cxn ang="0">
                <a:pos x="connsiteX5598" y="connsiteY5598"/>
              </a:cxn>
              <a:cxn ang="0">
                <a:pos x="connsiteX5599" y="connsiteY5599"/>
              </a:cxn>
              <a:cxn ang="0">
                <a:pos x="connsiteX5600" y="connsiteY5600"/>
              </a:cxn>
              <a:cxn ang="0">
                <a:pos x="connsiteX5601" y="connsiteY5601"/>
              </a:cxn>
              <a:cxn ang="0">
                <a:pos x="connsiteX5602" y="connsiteY5602"/>
              </a:cxn>
              <a:cxn ang="0">
                <a:pos x="connsiteX5603" y="connsiteY5603"/>
              </a:cxn>
              <a:cxn ang="0">
                <a:pos x="connsiteX5604" y="connsiteY5604"/>
              </a:cxn>
              <a:cxn ang="0">
                <a:pos x="connsiteX5605" y="connsiteY5605"/>
              </a:cxn>
              <a:cxn ang="0">
                <a:pos x="connsiteX5606" y="connsiteY5606"/>
              </a:cxn>
              <a:cxn ang="0">
                <a:pos x="connsiteX5607" y="connsiteY5607"/>
              </a:cxn>
              <a:cxn ang="0">
                <a:pos x="connsiteX5608" y="connsiteY5608"/>
              </a:cxn>
              <a:cxn ang="0">
                <a:pos x="connsiteX5609" y="connsiteY5609"/>
              </a:cxn>
              <a:cxn ang="0">
                <a:pos x="connsiteX5610" y="connsiteY5610"/>
              </a:cxn>
              <a:cxn ang="0">
                <a:pos x="connsiteX5611" y="connsiteY5611"/>
              </a:cxn>
              <a:cxn ang="0">
                <a:pos x="connsiteX5612" y="connsiteY5612"/>
              </a:cxn>
              <a:cxn ang="0">
                <a:pos x="connsiteX5613" y="connsiteY5613"/>
              </a:cxn>
              <a:cxn ang="0">
                <a:pos x="connsiteX5614" y="connsiteY5614"/>
              </a:cxn>
              <a:cxn ang="0">
                <a:pos x="connsiteX5615" y="connsiteY5615"/>
              </a:cxn>
              <a:cxn ang="0">
                <a:pos x="connsiteX5616" y="connsiteY5616"/>
              </a:cxn>
              <a:cxn ang="0">
                <a:pos x="connsiteX5617" y="connsiteY5617"/>
              </a:cxn>
              <a:cxn ang="0">
                <a:pos x="connsiteX5618" y="connsiteY5618"/>
              </a:cxn>
              <a:cxn ang="0">
                <a:pos x="connsiteX5619" y="connsiteY5619"/>
              </a:cxn>
              <a:cxn ang="0">
                <a:pos x="connsiteX5620" y="connsiteY5620"/>
              </a:cxn>
              <a:cxn ang="0">
                <a:pos x="connsiteX5621" y="connsiteY5621"/>
              </a:cxn>
              <a:cxn ang="0">
                <a:pos x="connsiteX5622" y="connsiteY5622"/>
              </a:cxn>
              <a:cxn ang="0">
                <a:pos x="connsiteX5623" y="connsiteY5623"/>
              </a:cxn>
              <a:cxn ang="0">
                <a:pos x="connsiteX5624" y="connsiteY5624"/>
              </a:cxn>
              <a:cxn ang="0">
                <a:pos x="connsiteX5625" y="connsiteY5625"/>
              </a:cxn>
              <a:cxn ang="0">
                <a:pos x="connsiteX5626" y="connsiteY5626"/>
              </a:cxn>
              <a:cxn ang="0">
                <a:pos x="connsiteX5627" y="connsiteY5627"/>
              </a:cxn>
              <a:cxn ang="0">
                <a:pos x="connsiteX5628" y="connsiteY5628"/>
              </a:cxn>
              <a:cxn ang="0">
                <a:pos x="connsiteX5629" y="connsiteY5629"/>
              </a:cxn>
              <a:cxn ang="0">
                <a:pos x="connsiteX5630" y="connsiteY5630"/>
              </a:cxn>
              <a:cxn ang="0">
                <a:pos x="connsiteX5631" y="connsiteY5631"/>
              </a:cxn>
              <a:cxn ang="0">
                <a:pos x="connsiteX5632" y="connsiteY5632"/>
              </a:cxn>
              <a:cxn ang="0">
                <a:pos x="connsiteX5633" y="connsiteY5633"/>
              </a:cxn>
              <a:cxn ang="0">
                <a:pos x="connsiteX5634" y="connsiteY5634"/>
              </a:cxn>
              <a:cxn ang="0">
                <a:pos x="connsiteX5635" y="connsiteY5635"/>
              </a:cxn>
              <a:cxn ang="0">
                <a:pos x="connsiteX5636" y="connsiteY5636"/>
              </a:cxn>
              <a:cxn ang="0">
                <a:pos x="connsiteX5637" y="connsiteY5637"/>
              </a:cxn>
              <a:cxn ang="0">
                <a:pos x="connsiteX5638" y="connsiteY5638"/>
              </a:cxn>
              <a:cxn ang="0">
                <a:pos x="connsiteX5639" y="connsiteY5639"/>
              </a:cxn>
              <a:cxn ang="0">
                <a:pos x="connsiteX5640" y="connsiteY5640"/>
              </a:cxn>
              <a:cxn ang="0">
                <a:pos x="connsiteX5641" y="connsiteY5641"/>
              </a:cxn>
              <a:cxn ang="0">
                <a:pos x="connsiteX5642" y="connsiteY5642"/>
              </a:cxn>
              <a:cxn ang="0">
                <a:pos x="connsiteX5643" y="connsiteY5643"/>
              </a:cxn>
              <a:cxn ang="0">
                <a:pos x="connsiteX5644" y="connsiteY5644"/>
              </a:cxn>
              <a:cxn ang="0">
                <a:pos x="connsiteX5645" y="connsiteY5645"/>
              </a:cxn>
              <a:cxn ang="0">
                <a:pos x="connsiteX5646" y="connsiteY5646"/>
              </a:cxn>
              <a:cxn ang="0">
                <a:pos x="connsiteX5647" y="connsiteY5647"/>
              </a:cxn>
              <a:cxn ang="0">
                <a:pos x="connsiteX5648" y="connsiteY5648"/>
              </a:cxn>
              <a:cxn ang="0">
                <a:pos x="connsiteX5649" y="connsiteY5649"/>
              </a:cxn>
              <a:cxn ang="0">
                <a:pos x="connsiteX5650" y="connsiteY5650"/>
              </a:cxn>
              <a:cxn ang="0">
                <a:pos x="connsiteX5651" y="connsiteY5651"/>
              </a:cxn>
              <a:cxn ang="0">
                <a:pos x="connsiteX5652" y="connsiteY5652"/>
              </a:cxn>
              <a:cxn ang="0">
                <a:pos x="connsiteX5653" y="connsiteY5653"/>
              </a:cxn>
              <a:cxn ang="0">
                <a:pos x="connsiteX5654" y="connsiteY5654"/>
              </a:cxn>
              <a:cxn ang="0">
                <a:pos x="connsiteX5655" y="connsiteY5655"/>
              </a:cxn>
              <a:cxn ang="0">
                <a:pos x="connsiteX5656" y="connsiteY5656"/>
              </a:cxn>
              <a:cxn ang="0">
                <a:pos x="connsiteX5657" y="connsiteY5657"/>
              </a:cxn>
              <a:cxn ang="0">
                <a:pos x="connsiteX5658" y="connsiteY5658"/>
              </a:cxn>
              <a:cxn ang="0">
                <a:pos x="connsiteX5659" y="connsiteY5659"/>
              </a:cxn>
              <a:cxn ang="0">
                <a:pos x="connsiteX5660" y="connsiteY5660"/>
              </a:cxn>
              <a:cxn ang="0">
                <a:pos x="connsiteX5661" y="connsiteY5661"/>
              </a:cxn>
              <a:cxn ang="0">
                <a:pos x="connsiteX5662" y="connsiteY5662"/>
              </a:cxn>
              <a:cxn ang="0">
                <a:pos x="connsiteX5663" y="connsiteY5663"/>
              </a:cxn>
              <a:cxn ang="0">
                <a:pos x="connsiteX5664" y="connsiteY5664"/>
              </a:cxn>
              <a:cxn ang="0">
                <a:pos x="connsiteX5665" y="connsiteY5665"/>
              </a:cxn>
              <a:cxn ang="0">
                <a:pos x="connsiteX5666" y="connsiteY5666"/>
              </a:cxn>
              <a:cxn ang="0">
                <a:pos x="connsiteX5667" y="connsiteY5667"/>
              </a:cxn>
              <a:cxn ang="0">
                <a:pos x="connsiteX5668" y="connsiteY5668"/>
              </a:cxn>
              <a:cxn ang="0">
                <a:pos x="connsiteX5669" y="connsiteY5669"/>
              </a:cxn>
              <a:cxn ang="0">
                <a:pos x="connsiteX5670" y="connsiteY5670"/>
              </a:cxn>
              <a:cxn ang="0">
                <a:pos x="connsiteX5671" y="connsiteY5671"/>
              </a:cxn>
              <a:cxn ang="0">
                <a:pos x="connsiteX5672" y="connsiteY5672"/>
              </a:cxn>
              <a:cxn ang="0">
                <a:pos x="connsiteX5673" y="connsiteY5673"/>
              </a:cxn>
              <a:cxn ang="0">
                <a:pos x="connsiteX5674" y="connsiteY5674"/>
              </a:cxn>
              <a:cxn ang="0">
                <a:pos x="connsiteX5675" y="connsiteY5675"/>
              </a:cxn>
              <a:cxn ang="0">
                <a:pos x="connsiteX5676" y="connsiteY5676"/>
              </a:cxn>
              <a:cxn ang="0">
                <a:pos x="connsiteX5677" y="connsiteY5677"/>
              </a:cxn>
              <a:cxn ang="0">
                <a:pos x="connsiteX5678" y="connsiteY5678"/>
              </a:cxn>
              <a:cxn ang="0">
                <a:pos x="connsiteX5679" y="connsiteY5679"/>
              </a:cxn>
              <a:cxn ang="0">
                <a:pos x="connsiteX5680" y="connsiteY5680"/>
              </a:cxn>
              <a:cxn ang="0">
                <a:pos x="connsiteX5681" y="connsiteY5681"/>
              </a:cxn>
              <a:cxn ang="0">
                <a:pos x="connsiteX5682" y="connsiteY5682"/>
              </a:cxn>
              <a:cxn ang="0">
                <a:pos x="connsiteX5683" y="connsiteY5683"/>
              </a:cxn>
              <a:cxn ang="0">
                <a:pos x="connsiteX5684" y="connsiteY5684"/>
              </a:cxn>
              <a:cxn ang="0">
                <a:pos x="connsiteX5685" y="connsiteY5685"/>
              </a:cxn>
              <a:cxn ang="0">
                <a:pos x="connsiteX5686" y="connsiteY5686"/>
              </a:cxn>
              <a:cxn ang="0">
                <a:pos x="connsiteX5687" y="connsiteY5687"/>
              </a:cxn>
              <a:cxn ang="0">
                <a:pos x="connsiteX5688" y="connsiteY5688"/>
              </a:cxn>
              <a:cxn ang="0">
                <a:pos x="connsiteX5689" y="connsiteY5689"/>
              </a:cxn>
              <a:cxn ang="0">
                <a:pos x="connsiteX5690" y="connsiteY5690"/>
              </a:cxn>
              <a:cxn ang="0">
                <a:pos x="connsiteX5691" y="connsiteY5691"/>
              </a:cxn>
              <a:cxn ang="0">
                <a:pos x="connsiteX5692" y="connsiteY5692"/>
              </a:cxn>
              <a:cxn ang="0">
                <a:pos x="connsiteX5693" y="connsiteY5693"/>
              </a:cxn>
              <a:cxn ang="0">
                <a:pos x="connsiteX5694" y="connsiteY5694"/>
              </a:cxn>
              <a:cxn ang="0">
                <a:pos x="connsiteX5695" y="connsiteY5695"/>
              </a:cxn>
              <a:cxn ang="0">
                <a:pos x="connsiteX5696" y="connsiteY5696"/>
              </a:cxn>
              <a:cxn ang="0">
                <a:pos x="connsiteX5697" y="connsiteY5697"/>
              </a:cxn>
              <a:cxn ang="0">
                <a:pos x="connsiteX5698" y="connsiteY5698"/>
              </a:cxn>
              <a:cxn ang="0">
                <a:pos x="connsiteX5699" y="connsiteY5699"/>
              </a:cxn>
              <a:cxn ang="0">
                <a:pos x="connsiteX5700" y="connsiteY5700"/>
              </a:cxn>
              <a:cxn ang="0">
                <a:pos x="connsiteX5701" y="connsiteY5701"/>
              </a:cxn>
              <a:cxn ang="0">
                <a:pos x="connsiteX5702" y="connsiteY5702"/>
              </a:cxn>
              <a:cxn ang="0">
                <a:pos x="connsiteX5703" y="connsiteY5703"/>
              </a:cxn>
              <a:cxn ang="0">
                <a:pos x="connsiteX5704" y="connsiteY5704"/>
              </a:cxn>
              <a:cxn ang="0">
                <a:pos x="connsiteX5705" y="connsiteY5705"/>
              </a:cxn>
              <a:cxn ang="0">
                <a:pos x="connsiteX5706" y="connsiteY5706"/>
              </a:cxn>
              <a:cxn ang="0">
                <a:pos x="connsiteX5707" y="connsiteY5707"/>
              </a:cxn>
              <a:cxn ang="0">
                <a:pos x="connsiteX5708" y="connsiteY5708"/>
              </a:cxn>
              <a:cxn ang="0">
                <a:pos x="connsiteX5709" y="connsiteY5709"/>
              </a:cxn>
              <a:cxn ang="0">
                <a:pos x="connsiteX5710" y="connsiteY5710"/>
              </a:cxn>
              <a:cxn ang="0">
                <a:pos x="connsiteX5711" y="connsiteY5711"/>
              </a:cxn>
              <a:cxn ang="0">
                <a:pos x="connsiteX5712" y="connsiteY5712"/>
              </a:cxn>
              <a:cxn ang="0">
                <a:pos x="connsiteX5713" y="connsiteY5713"/>
              </a:cxn>
              <a:cxn ang="0">
                <a:pos x="connsiteX5714" y="connsiteY5714"/>
              </a:cxn>
              <a:cxn ang="0">
                <a:pos x="connsiteX5715" y="connsiteY5715"/>
              </a:cxn>
              <a:cxn ang="0">
                <a:pos x="connsiteX5716" y="connsiteY5716"/>
              </a:cxn>
              <a:cxn ang="0">
                <a:pos x="connsiteX5717" y="connsiteY5717"/>
              </a:cxn>
              <a:cxn ang="0">
                <a:pos x="connsiteX5718" y="connsiteY5718"/>
              </a:cxn>
              <a:cxn ang="0">
                <a:pos x="connsiteX5719" y="connsiteY5719"/>
              </a:cxn>
              <a:cxn ang="0">
                <a:pos x="connsiteX5720" y="connsiteY5720"/>
              </a:cxn>
              <a:cxn ang="0">
                <a:pos x="connsiteX5721" y="connsiteY5721"/>
              </a:cxn>
              <a:cxn ang="0">
                <a:pos x="connsiteX5722" y="connsiteY5722"/>
              </a:cxn>
              <a:cxn ang="0">
                <a:pos x="connsiteX5723" y="connsiteY5723"/>
              </a:cxn>
              <a:cxn ang="0">
                <a:pos x="connsiteX5724" y="connsiteY5724"/>
              </a:cxn>
              <a:cxn ang="0">
                <a:pos x="connsiteX5725" y="connsiteY5725"/>
              </a:cxn>
              <a:cxn ang="0">
                <a:pos x="connsiteX5726" y="connsiteY5726"/>
              </a:cxn>
              <a:cxn ang="0">
                <a:pos x="connsiteX5727" y="connsiteY5727"/>
              </a:cxn>
              <a:cxn ang="0">
                <a:pos x="connsiteX5728" y="connsiteY5728"/>
              </a:cxn>
              <a:cxn ang="0">
                <a:pos x="connsiteX5729" y="connsiteY5729"/>
              </a:cxn>
              <a:cxn ang="0">
                <a:pos x="connsiteX5730" y="connsiteY5730"/>
              </a:cxn>
              <a:cxn ang="0">
                <a:pos x="connsiteX5731" y="connsiteY5731"/>
              </a:cxn>
              <a:cxn ang="0">
                <a:pos x="connsiteX5732" y="connsiteY5732"/>
              </a:cxn>
              <a:cxn ang="0">
                <a:pos x="connsiteX5733" y="connsiteY5733"/>
              </a:cxn>
              <a:cxn ang="0">
                <a:pos x="connsiteX5734" y="connsiteY5734"/>
              </a:cxn>
              <a:cxn ang="0">
                <a:pos x="connsiteX5735" y="connsiteY5735"/>
              </a:cxn>
              <a:cxn ang="0">
                <a:pos x="connsiteX5736" y="connsiteY5736"/>
              </a:cxn>
              <a:cxn ang="0">
                <a:pos x="connsiteX5737" y="connsiteY5737"/>
              </a:cxn>
              <a:cxn ang="0">
                <a:pos x="connsiteX5738" y="connsiteY5738"/>
              </a:cxn>
              <a:cxn ang="0">
                <a:pos x="connsiteX5739" y="connsiteY5739"/>
              </a:cxn>
              <a:cxn ang="0">
                <a:pos x="connsiteX5740" y="connsiteY5740"/>
              </a:cxn>
              <a:cxn ang="0">
                <a:pos x="connsiteX5741" y="connsiteY5741"/>
              </a:cxn>
              <a:cxn ang="0">
                <a:pos x="connsiteX5742" y="connsiteY5742"/>
              </a:cxn>
              <a:cxn ang="0">
                <a:pos x="connsiteX5743" y="connsiteY5743"/>
              </a:cxn>
              <a:cxn ang="0">
                <a:pos x="connsiteX5744" y="connsiteY5744"/>
              </a:cxn>
              <a:cxn ang="0">
                <a:pos x="connsiteX5745" y="connsiteY5745"/>
              </a:cxn>
              <a:cxn ang="0">
                <a:pos x="connsiteX5746" y="connsiteY5746"/>
              </a:cxn>
              <a:cxn ang="0">
                <a:pos x="connsiteX5747" y="connsiteY5747"/>
              </a:cxn>
              <a:cxn ang="0">
                <a:pos x="connsiteX5748" y="connsiteY5748"/>
              </a:cxn>
              <a:cxn ang="0">
                <a:pos x="connsiteX5749" y="connsiteY5749"/>
              </a:cxn>
              <a:cxn ang="0">
                <a:pos x="connsiteX5750" y="connsiteY5750"/>
              </a:cxn>
              <a:cxn ang="0">
                <a:pos x="connsiteX5751" y="connsiteY5751"/>
              </a:cxn>
              <a:cxn ang="0">
                <a:pos x="connsiteX5752" y="connsiteY5752"/>
              </a:cxn>
              <a:cxn ang="0">
                <a:pos x="connsiteX5753" y="connsiteY5753"/>
              </a:cxn>
              <a:cxn ang="0">
                <a:pos x="connsiteX5754" y="connsiteY5754"/>
              </a:cxn>
              <a:cxn ang="0">
                <a:pos x="connsiteX5755" y="connsiteY5755"/>
              </a:cxn>
              <a:cxn ang="0">
                <a:pos x="connsiteX5756" y="connsiteY5756"/>
              </a:cxn>
              <a:cxn ang="0">
                <a:pos x="connsiteX5757" y="connsiteY5757"/>
              </a:cxn>
              <a:cxn ang="0">
                <a:pos x="connsiteX5758" y="connsiteY5758"/>
              </a:cxn>
              <a:cxn ang="0">
                <a:pos x="connsiteX5759" y="connsiteY5759"/>
              </a:cxn>
              <a:cxn ang="0">
                <a:pos x="connsiteX5760" y="connsiteY5760"/>
              </a:cxn>
              <a:cxn ang="0">
                <a:pos x="connsiteX5761" y="connsiteY5761"/>
              </a:cxn>
              <a:cxn ang="0">
                <a:pos x="connsiteX5762" y="connsiteY5762"/>
              </a:cxn>
              <a:cxn ang="0">
                <a:pos x="connsiteX5763" y="connsiteY5763"/>
              </a:cxn>
              <a:cxn ang="0">
                <a:pos x="connsiteX5764" y="connsiteY5764"/>
              </a:cxn>
              <a:cxn ang="0">
                <a:pos x="connsiteX5765" y="connsiteY5765"/>
              </a:cxn>
              <a:cxn ang="0">
                <a:pos x="connsiteX5766" y="connsiteY5766"/>
              </a:cxn>
              <a:cxn ang="0">
                <a:pos x="connsiteX5767" y="connsiteY5767"/>
              </a:cxn>
              <a:cxn ang="0">
                <a:pos x="connsiteX5768" y="connsiteY5768"/>
              </a:cxn>
              <a:cxn ang="0">
                <a:pos x="connsiteX5769" y="connsiteY5769"/>
              </a:cxn>
              <a:cxn ang="0">
                <a:pos x="connsiteX5770" y="connsiteY5770"/>
              </a:cxn>
              <a:cxn ang="0">
                <a:pos x="connsiteX5771" y="connsiteY5771"/>
              </a:cxn>
              <a:cxn ang="0">
                <a:pos x="connsiteX5772" y="connsiteY5772"/>
              </a:cxn>
              <a:cxn ang="0">
                <a:pos x="connsiteX5773" y="connsiteY5773"/>
              </a:cxn>
              <a:cxn ang="0">
                <a:pos x="connsiteX5774" y="connsiteY5774"/>
              </a:cxn>
              <a:cxn ang="0">
                <a:pos x="connsiteX5775" y="connsiteY5775"/>
              </a:cxn>
              <a:cxn ang="0">
                <a:pos x="connsiteX5776" y="connsiteY5776"/>
              </a:cxn>
              <a:cxn ang="0">
                <a:pos x="connsiteX5777" y="connsiteY5777"/>
              </a:cxn>
              <a:cxn ang="0">
                <a:pos x="connsiteX5778" y="connsiteY5778"/>
              </a:cxn>
              <a:cxn ang="0">
                <a:pos x="connsiteX5779" y="connsiteY5779"/>
              </a:cxn>
              <a:cxn ang="0">
                <a:pos x="connsiteX5780" y="connsiteY5780"/>
              </a:cxn>
              <a:cxn ang="0">
                <a:pos x="connsiteX5781" y="connsiteY5781"/>
              </a:cxn>
              <a:cxn ang="0">
                <a:pos x="connsiteX5782" y="connsiteY5782"/>
              </a:cxn>
              <a:cxn ang="0">
                <a:pos x="connsiteX5783" y="connsiteY5783"/>
              </a:cxn>
              <a:cxn ang="0">
                <a:pos x="connsiteX5784" y="connsiteY5784"/>
              </a:cxn>
              <a:cxn ang="0">
                <a:pos x="connsiteX5785" y="connsiteY5785"/>
              </a:cxn>
              <a:cxn ang="0">
                <a:pos x="connsiteX5786" y="connsiteY5786"/>
              </a:cxn>
              <a:cxn ang="0">
                <a:pos x="connsiteX5787" y="connsiteY5787"/>
              </a:cxn>
              <a:cxn ang="0">
                <a:pos x="connsiteX5788" y="connsiteY5788"/>
              </a:cxn>
              <a:cxn ang="0">
                <a:pos x="connsiteX5789" y="connsiteY5789"/>
              </a:cxn>
              <a:cxn ang="0">
                <a:pos x="connsiteX5790" y="connsiteY5790"/>
              </a:cxn>
              <a:cxn ang="0">
                <a:pos x="connsiteX5791" y="connsiteY5791"/>
              </a:cxn>
              <a:cxn ang="0">
                <a:pos x="connsiteX5792" y="connsiteY5792"/>
              </a:cxn>
              <a:cxn ang="0">
                <a:pos x="connsiteX5793" y="connsiteY5793"/>
              </a:cxn>
              <a:cxn ang="0">
                <a:pos x="connsiteX5794" y="connsiteY5794"/>
              </a:cxn>
              <a:cxn ang="0">
                <a:pos x="connsiteX5795" y="connsiteY5795"/>
              </a:cxn>
              <a:cxn ang="0">
                <a:pos x="connsiteX5796" y="connsiteY5796"/>
              </a:cxn>
              <a:cxn ang="0">
                <a:pos x="connsiteX5797" y="connsiteY5797"/>
              </a:cxn>
              <a:cxn ang="0">
                <a:pos x="connsiteX5798" y="connsiteY5798"/>
              </a:cxn>
              <a:cxn ang="0">
                <a:pos x="connsiteX5799" y="connsiteY5799"/>
              </a:cxn>
              <a:cxn ang="0">
                <a:pos x="connsiteX5800" y="connsiteY5800"/>
              </a:cxn>
              <a:cxn ang="0">
                <a:pos x="connsiteX5801" y="connsiteY5801"/>
              </a:cxn>
              <a:cxn ang="0">
                <a:pos x="connsiteX5802" y="connsiteY5802"/>
              </a:cxn>
              <a:cxn ang="0">
                <a:pos x="connsiteX5803" y="connsiteY5803"/>
              </a:cxn>
              <a:cxn ang="0">
                <a:pos x="connsiteX5804" y="connsiteY5804"/>
              </a:cxn>
              <a:cxn ang="0">
                <a:pos x="connsiteX5805" y="connsiteY5805"/>
              </a:cxn>
              <a:cxn ang="0">
                <a:pos x="connsiteX5806" y="connsiteY5806"/>
              </a:cxn>
              <a:cxn ang="0">
                <a:pos x="connsiteX5807" y="connsiteY5807"/>
              </a:cxn>
              <a:cxn ang="0">
                <a:pos x="connsiteX5808" y="connsiteY5808"/>
              </a:cxn>
              <a:cxn ang="0">
                <a:pos x="connsiteX5809" y="connsiteY5809"/>
              </a:cxn>
              <a:cxn ang="0">
                <a:pos x="connsiteX5810" y="connsiteY5810"/>
              </a:cxn>
              <a:cxn ang="0">
                <a:pos x="connsiteX5811" y="connsiteY5811"/>
              </a:cxn>
              <a:cxn ang="0">
                <a:pos x="connsiteX5812" y="connsiteY5812"/>
              </a:cxn>
              <a:cxn ang="0">
                <a:pos x="connsiteX5813" y="connsiteY5813"/>
              </a:cxn>
              <a:cxn ang="0">
                <a:pos x="connsiteX5814" y="connsiteY5814"/>
              </a:cxn>
              <a:cxn ang="0">
                <a:pos x="connsiteX5815" y="connsiteY5815"/>
              </a:cxn>
              <a:cxn ang="0">
                <a:pos x="connsiteX5816" y="connsiteY5816"/>
              </a:cxn>
              <a:cxn ang="0">
                <a:pos x="connsiteX5817" y="connsiteY5817"/>
              </a:cxn>
              <a:cxn ang="0">
                <a:pos x="connsiteX5818" y="connsiteY5818"/>
              </a:cxn>
              <a:cxn ang="0">
                <a:pos x="connsiteX5819" y="connsiteY5819"/>
              </a:cxn>
              <a:cxn ang="0">
                <a:pos x="connsiteX5820" y="connsiteY5820"/>
              </a:cxn>
              <a:cxn ang="0">
                <a:pos x="connsiteX5821" y="connsiteY5821"/>
              </a:cxn>
              <a:cxn ang="0">
                <a:pos x="connsiteX5822" y="connsiteY5822"/>
              </a:cxn>
              <a:cxn ang="0">
                <a:pos x="connsiteX5823" y="connsiteY5823"/>
              </a:cxn>
              <a:cxn ang="0">
                <a:pos x="connsiteX5824" y="connsiteY5824"/>
              </a:cxn>
              <a:cxn ang="0">
                <a:pos x="connsiteX5825" y="connsiteY5825"/>
              </a:cxn>
              <a:cxn ang="0">
                <a:pos x="connsiteX5826" y="connsiteY5826"/>
              </a:cxn>
              <a:cxn ang="0">
                <a:pos x="connsiteX5827" y="connsiteY5827"/>
              </a:cxn>
              <a:cxn ang="0">
                <a:pos x="connsiteX5828" y="connsiteY5828"/>
              </a:cxn>
              <a:cxn ang="0">
                <a:pos x="connsiteX5829" y="connsiteY5829"/>
              </a:cxn>
              <a:cxn ang="0">
                <a:pos x="connsiteX5830" y="connsiteY5830"/>
              </a:cxn>
              <a:cxn ang="0">
                <a:pos x="connsiteX5831" y="connsiteY5831"/>
              </a:cxn>
              <a:cxn ang="0">
                <a:pos x="connsiteX5832" y="connsiteY5832"/>
              </a:cxn>
              <a:cxn ang="0">
                <a:pos x="connsiteX5833" y="connsiteY5833"/>
              </a:cxn>
              <a:cxn ang="0">
                <a:pos x="connsiteX5834" y="connsiteY5834"/>
              </a:cxn>
              <a:cxn ang="0">
                <a:pos x="connsiteX5835" y="connsiteY5835"/>
              </a:cxn>
              <a:cxn ang="0">
                <a:pos x="connsiteX5836" y="connsiteY5836"/>
              </a:cxn>
              <a:cxn ang="0">
                <a:pos x="connsiteX5837" y="connsiteY5837"/>
              </a:cxn>
              <a:cxn ang="0">
                <a:pos x="connsiteX5838" y="connsiteY5838"/>
              </a:cxn>
              <a:cxn ang="0">
                <a:pos x="connsiteX5839" y="connsiteY5839"/>
              </a:cxn>
              <a:cxn ang="0">
                <a:pos x="connsiteX5840" y="connsiteY5840"/>
              </a:cxn>
              <a:cxn ang="0">
                <a:pos x="connsiteX5841" y="connsiteY5841"/>
              </a:cxn>
              <a:cxn ang="0">
                <a:pos x="connsiteX5842" y="connsiteY5842"/>
              </a:cxn>
              <a:cxn ang="0">
                <a:pos x="connsiteX5843" y="connsiteY5843"/>
              </a:cxn>
              <a:cxn ang="0">
                <a:pos x="connsiteX5844" y="connsiteY5844"/>
              </a:cxn>
              <a:cxn ang="0">
                <a:pos x="connsiteX5845" y="connsiteY5845"/>
              </a:cxn>
              <a:cxn ang="0">
                <a:pos x="connsiteX5846" y="connsiteY5846"/>
              </a:cxn>
              <a:cxn ang="0">
                <a:pos x="connsiteX5847" y="connsiteY5847"/>
              </a:cxn>
              <a:cxn ang="0">
                <a:pos x="connsiteX5848" y="connsiteY5848"/>
              </a:cxn>
              <a:cxn ang="0">
                <a:pos x="connsiteX5849" y="connsiteY5849"/>
              </a:cxn>
              <a:cxn ang="0">
                <a:pos x="connsiteX5850" y="connsiteY5850"/>
              </a:cxn>
              <a:cxn ang="0">
                <a:pos x="connsiteX5851" y="connsiteY5851"/>
              </a:cxn>
              <a:cxn ang="0">
                <a:pos x="connsiteX5852" y="connsiteY5852"/>
              </a:cxn>
              <a:cxn ang="0">
                <a:pos x="connsiteX5853" y="connsiteY5853"/>
              </a:cxn>
              <a:cxn ang="0">
                <a:pos x="connsiteX5854" y="connsiteY5854"/>
              </a:cxn>
              <a:cxn ang="0">
                <a:pos x="connsiteX5855" y="connsiteY5855"/>
              </a:cxn>
              <a:cxn ang="0">
                <a:pos x="connsiteX5856" y="connsiteY5856"/>
              </a:cxn>
              <a:cxn ang="0">
                <a:pos x="connsiteX5857" y="connsiteY5857"/>
              </a:cxn>
              <a:cxn ang="0">
                <a:pos x="connsiteX5858" y="connsiteY5858"/>
              </a:cxn>
              <a:cxn ang="0">
                <a:pos x="connsiteX5859" y="connsiteY5859"/>
              </a:cxn>
              <a:cxn ang="0">
                <a:pos x="connsiteX5860" y="connsiteY5860"/>
              </a:cxn>
              <a:cxn ang="0">
                <a:pos x="connsiteX5861" y="connsiteY5861"/>
              </a:cxn>
              <a:cxn ang="0">
                <a:pos x="connsiteX5862" y="connsiteY5862"/>
              </a:cxn>
              <a:cxn ang="0">
                <a:pos x="connsiteX5863" y="connsiteY5863"/>
              </a:cxn>
              <a:cxn ang="0">
                <a:pos x="connsiteX5864" y="connsiteY5864"/>
              </a:cxn>
              <a:cxn ang="0">
                <a:pos x="connsiteX5865" y="connsiteY5865"/>
              </a:cxn>
              <a:cxn ang="0">
                <a:pos x="connsiteX5866" y="connsiteY5866"/>
              </a:cxn>
              <a:cxn ang="0">
                <a:pos x="connsiteX5867" y="connsiteY5867"/>
              </a:cxn>
              <a:cxn ang="0">
                <a:pos x="connsiteX5868" y="connsiteY5868"/>
              </a:cxn>
              <a:cxn ang="0">
                <a:pos x="connsiteX5869" y="connsiteY5869"/>
              </a:cxn>
              <a:cxn ang="0">
                <a:pos x="connsiteX5870" y="connsiteY5870"/>
              </a:cxn>
              <a:cxn ang="0">
                <a:pos x="connsiteX5871" y="connsiteY5871"/>
              </a:cxn>
              <a:cxn ang="0">
                <a:pos x="connsiteX5872" y="connsiteY5872"/>
              </a:cxn>
              <a:cxn ang="0">
                <a:pos x="connsiteX5873" y="connsiteY5873"/>
              </a:cxn>
              <a:cxn ang="0">
                <a:pos x="connsiteX5874" y="connsiteY5874"/>
              </a:cxn>
              <a:cxn ang="0">
                <a:pos x="connsiteX5875" y="connsiteY5875"/>
              </a:cxn>
              <a:cxn ang="0">
                <a:pos x="connsiteX5876" y="connsiteY5876"/>
              </a:cxn>
              <a:cxn ang="0">
                <a:pos x="connsiteX5877" y="connsiteY5877"/>
              </a:cxn>
              <a:cxn ang="0">
                <a:pos x="connsiteX5878" y="connsiteY5878"/>
              </a:cxn>
              <a:cxn ang="0">
                <a:pos x="connsiteX5879" y="connsiteY5879"/>
              </a:cxn>
              <a:cxn ang="0">
                <a:pos x="connsiteX5880" y="connsiteY5880"/>
              </a:cxn>
              <a:cxn ang="0">
                <a:pos x="connsiteX5881" y="connsiteY5881"/>
              </a:cxn>
              <a:cxn ang="0">
                <a:pos x="connsiteX5882" y="connsiteY5882"/>
              </a:cxn>
              <a:cxn ang="0">
                <a:pos x="connsiteX5883" y="connsiteY5883"/>
              </a:cxn>
              <a:cxn ang="0">
                <a:pos x="connsiteX5884" y="connsiteY5884"/>
              </a:cxn>
              <a:cxn ang="0">
                <a:pos x="connsiteX5885" y="connsiteY5885"/>
              </a:cxn>
              <a:cxn ang="0">
                <a:pos x="connsiteX5886" y="connsiteY5886"/>
              </a:cxn>
              <a:cxn ang="0">
                <a:pos x="connsiteX5887" y="connsiteY5887"/>
              </a:cxn>
              <a:cxn ang="0">
                <a:pos x="connsiteX5888" y="connsiteY5888"/>
              </a:cxn>
              <a:cxn ang="0">
                <a:pos x="connsiteX5889" y="connsiteY5889"/>
              </a:cxn>
              <a:cxn ang="0">
                <a:pos x="connsiteX5890" y="connsiteY5890"/>
              </a:cxn>
              <a:cxn ang="0">
                <a:pos x="connsiteX5891" y="connsiteY5891"/>
              </a:cxn>
              <a:cxn ang="0">
                <a:pos x="connsiteX5892" y="connsiteY5892"/>
              </a:cxn>
              <a:cxn ang="0">
                <a:pos x="connsiteX5893" y="connsiteY5893"/>
              </a:cxn>
              <a:cxn ang="0">
                <a:pos x="connsiteX5894" y="connsiteY5894"/>
              </a:cxn>
              <a:cxn ang="0">
                <a:pos x="connsiteX5895" y="connsiteY5895"/>
              </a:cxn>
              <a:cxn ang="0">
                <a:pos x="connsiteX5896" y="connsiteY5896"/>
              </a:cxn>
              <a:cxn ang="0">
                <a:pos x="connsiteX5897" y="connsiteY5897"/>
              </a:cxn>
              <a:cxn ang="0">
                <a:pos x="connsiteX5898" y="connsiteY5898"/>
              </a:cxn>
              <a:cxn ang="0">
                <a:pos x="connsiteX5899" y="connsiteY5899"/>
              </a:cxn>
              <a:cxn ang="0">
                <a:pos x="connsiteX5900" y="connsiteY5900"/>
              </a:cxn>
              <a:cxn ang="0">
                <a:pos x="connsiteX5901" y="connsiteY5901"/>
              </a:cxn>
              <a:cxn ang="0">
                <a:pos x="connsiteX5902" y="connsiteY5902"/>
              </a:cxn>
              <a:cxn ang="0">
                <a:pos x="connsiteX5903" y="connsiteY5903"/>
              </a:cxn>
              <a:cxn ang="0">
                <a:pos x="connsiteX5904" y="connsiteY5904"/>
              </a:cxn>
              <a:cxn ang="0">
                <a:pos x="connsiteX5905" y="connsiteY5905"/>
              </a:cxn>
              <a:cxn ang="0">
                <a:pos x="connsiteX5906" y="connsiteY5906"/>
              </a:cxn>
              <a:cxn ang="0">
                <a:pos x="connsiteX5907" y="connsiteY5907"/>
              </a:cxn>
              <a:cxn ang="0">
                <a:pos x="connsiteX5908" y="connsiteY5908"/>
              </a:cxn>
              <a:cxn ang="0">
                <a:pos x="connsiteX5909" y="connsiteY5909"/>
              </a:cxn>
              <a:cxn ang="0">
                <a:pos x="connsiteX5910" y="connsiteY5910"/>
              </a:cxn>
              <a:cxn ang="0">
                <a:pos x="connsiteX5911" y="connsiteY5911"/>
              </a:cxn>
              <a:cxn ang="0">
                <a:pos x="connsiteX5912" y="connsiteY5912"/>
              </a:cxn>
              <a:cxn ang="0">
                <a:pos x="connsiteX5913" y="connsiteY5913"/>
              </a:cxn>
              <a:cxn ang="0">
                <a:pos x="connsiteX5914" y="connsiteY5914"/>
              </a:cxn>
              <a:cxn ang="0">
                <a:pos x="connsiteX5915" y="connsiteY5915"/>
              </a:cxn>
              <a:cxn ang="0">
                <a:pos x="connsiteX5916" y="connsiteY5916"/>
              </a:cxn>
              <a:cxn ang="0">
                <a:pos x="connsiteX5917" y="connsiteY5917"/>
              </a:cxn>
              <a:cxn ang="0">
                <a:pos x="connsiteX5918" y="connsiteY5918"/>
              </a:cxn>
              <a:cxn ang="0">
                <a:pos x="connsiteX5919" y="connsiteY5919"/>
              </a:cxn>
              <a:cxn ang="0">
                <a:pos x="connsiteX5920" y="connsiteY5920"/>
              </a:cxn>
              <a:cxn ang="0">
                <a:pos x="connsiteX5921" y="connsiteY5921"/>
              </a:cxn>
              <a:cxn ang="0">
                <a:pos x="connsiteX5922" y="connsiteY5922"/>
              </a:cxn>
              <a:cxn ang="0">
                <a:pos x="connsiteX5923" y="connsiteY5923"/>
              </a:cxn>
              <a:cxn ang="0">
                <a:pos x="connsiteX5924" y="connsiteY5924"/>
              </a:cxn>
              <a:cxn ang="0">
                <a:pos x="connsiteX5925" y="connsiteY5925"/>
              </a:cxn>
              <a:cxn ang="0">
                <a:pos x="connsiteX5926" y="connsiteY5926"/>
              </a:cxn>
              <a:cxn ang="0">
                <a:pos x="connsiteX5927" y="connsiteY5927"/>
              </a:cxn>
              <a:cxn ang="0">
                <a:pos x="connsiteX5928" y="connsiteY5928"/>
              </a:cxn>
              <a:cxn ang="0">
                <a:pos x="connsiteX5929" y="connsiteY5929"/>
              </a:cxn>
              <a:cxn ang="0">
                <a:pos x="connsiteX5930" y="connsiteY5930"/>
              </a:cxn>
              <a:cxn ang="0">
                <a:pos x="connsiteX5931" y="connsiteY5931"/>
              </a:cxn>
              <a:cxn ang="0">
                <a:pos x="connsiteX5932" y="connsiteY5932"/>
              </a:cxn>
              <a:cxn ang="0">
                <a:pos x="connsiteX5933" y="connsiteY5933"/>
              </a:cxn>
              <a:cxn ang="0">
                <a:pos x="connsiteX5934" y="connsiteY5934"/>
              </a:cxn>
              <a:cxn ang="0">
                <a:pos x="connsiteX5935" y="connsiteY5935"/>
              </a:cxn>
              <a:cxn ang="0">
                <a:pos x="connsiteX5936" y="connsiteY5936"/>
              </a:cxn>
              <a:cxn ang="0">
                <a:pos x="connsiteX5937" y="connsiteY5937"/>
              </a:cxn>
              <a:cxn ang="0">
                <a:pos x="connsiteX5938" y="connsiteY5938"/>
              </a:cxn>
              <a:cxn ang="0">
                <a:pos x="connsiteX5939" y="connsiteY5939"/>
              </a:cxn>
              <a:cxn ang="0">
                <a:pos x="connsiteX5940" y="connsiteY5940"/>
              </a:cxn>
              <a:cxn ang="0">
                <a:pos x="connsiteX5941" y="connsiteY5941"/>
              </a:cxn>
              <a:cxn ang="0">
                <a:pos x="connsiteX5942" y="connsiteY5942"/>
              </a:cxn>
              <a:cxn ang="0">
                <a:pos x="connsiteX5943" y="connsiteY5943"/>
              </a:cxn>
              <a:cxn ang="0">
                <a:pos x="connsiteX5944" y="connsiteY5944"/>
              </a:cxn>
              <a:cxn ang="0">
                <a:pos x="connsiteX5945" y="connsiteY5945"/>
              </a:cxn>
              <a:cxn ang="0">
                <a:pos x="connsiteX5946" y="connsiteY5946"/>
              </a:cxn>
              <a:cxn ang="0">
                <a:pos x="connsiteX5947" y="connsiteY5947"/>
              </a:cxn>
              <a:cxn ang="0">
                <a:pos x="connsiteX5948" y="connsiteY5948"/>
              </a:cxn>
              <a:cxn ang="0">
                <a:pos x="connsiteX5949" y="connsiteY5949"/>
              </a:cxn>
              <a:cxn ang="0">
                <a:pos x="connsiteX5950" y="connsiteY5950"/>
              </a:cxn>
              <a:cxn ang="0">
                <a:pos x="connsiteX5951" y="connsiteY5951"/>
              </a:cxn>
              <a:cxn ang="0">
                <a:pos x="connsiteX5952" y="connsiteY5952"/>
              </a:cxn>
              <a:cxn ang="0">
                <a:pos x="connsiteX5953" y="connsiteY5953"/>
              </a:cxn>
              <a:cxn ang="0">
                <a:pos x="connsiteX5954" y="connsiteY5954"/>
              </a:cxn>
              <a:cxn ang="0">
                <a:pos x="connsiteX5955" y="connsiteY5955"/>
              </a:cxn>
              <a:cxn ang="0">
                <a:pos x="connsiteX5956" y="connsiteY5956"/>
              </a:cxn>
              <a:cxn ang="0">
                <a:pos x="connsiteX5957" y="connsiteY5957"/>
              </a:cxn>
              <a:cxn ang="0">
                <a:pos x="connsiteX5958" y="connsiteY5958"/>
              </a:cxn>
              <a:cxn ang="0">
                <a:pos x="connsiteX5959" y="connsiteY5959"/>
              </a:cxn>
              <a:cxn ang="0">
                <a:pos x="connsiteX5960" y="connsiteY5960"/>
              </a:cxn>
              <a:cxn ang="0">
                <a:pos x="connsiteX5961" y="connsiteY5961"/>
              </a:cxn>
              <a:cxn ang="0">
                <a:pos x="connsiteX5962" y="connsiteY5962"/>
              </a:cxn>
              <a:cxn ang="0">
                <a:pos x="connsiteX5963" y="connsiteY5963"/>
              </a:cxn>
              <a:cxn ang="0">
                <a:pos x="connsiteX5964" y="connsiteY5964"/>
              </a:cxn>
              <a:cxn ang="0">
                <a:pos x="connsiteX5965" y="connsiteY5965"/>
              </a:cxn>
              <a:cxn ang="0">
                <a:pos x="connsiteX5966" y="connsiteY5966"/>
              </a:cxn>
              <a:cxn ang="0">
                <a:pos x="connsiteX5967" y="connsiteY5967"/>
              </a:cxn>
              <a:cxn ang="0">
                <a:pos x="connsiteX5968" y="connsiteY5968"/>
              </a:cxn>
              <a:cxn ang="0">
                <a:pos x="connsiteX5969" y="connsiteY5969"/>
              </a:cxn>
              <a:cxn ang="0">
                <a:pos x="connsiteX5970" y="connsiteY5970"/>
              </a:cxn>
              <a:cxn ang="0">
                <a:pos x="connsiteX5971" y="connsiteY5971"/>
              </a:cxn>
              <a:cxn ang="0">
                <a:pos x="connsiteX5972" y="connsiteY5972"/>
              </a:cxn>
              <a:cxn ang="0">
                <a:pos x="connsiteX5973" y="connsiteY5973"/>
              </a:cxn>
              <a:cxn ang="0">
                <a:pos x="connsiteX5974" y="connsiteY5974"/>
              </a:cxn>
              <a:cxn ang="0">
                <a:pos x="connsiteX5975" y="connsiteY5975"/>
              </a:cxn>
              <a:cxn ang="0">
                <a:pos x="connsiteX5976" y="connsiteY5976"/>
              </a:cxn>
              <a:cxn ang="0">
                <a:pos x="connsiteX5977" y="connsiteY5977"/>
              </a:cxn>
              <a:cxn ang="0">
                <a:pos x="connsiteX5978" y="connsiteY5978"/>
              </a:cxn>
              <a:cxn ang="0">
                <a:pos x="connsiteX5979" y="connsiteY5979"/>
              </a:cxn>
              <a:cxn ang="0">
                <a:pos x="connsiteX5980" y="connsiteY5980"/>
              </a:cxn>
              <a:cxn ang="0">
                <a:pos x="connsiteX5981" y="connsiteY5981"/>
              </a:cxn>
              <a:cxn ang="0">
                <a:pos x="connsiteX5982" y="connsiteY5982"/>
              </a:cxn>
              <a:cxn ang="0">
                <a:pos x="connsiteX5983" y="connsiteY5983"/>
              </a:cxn>
              <a:cxn ang="0">
                <a:pos x="connsiteX5984" y="connsiteY5984"/>
              </a:cxn>
              <a:cxn ang="0">
                <a:pos x="connsiteX5985" y="connsiteY5985"/>
              </a:cxn>
              <a:cxn ang="0">
                <a:pos x="connsiteX5986" y="connsiteY5986"/>
              </a:cxn>
              <a:cxn ang="0">
                <a:pos x="connsiteX5987" y="connsiteY5987"/>
              </a:cxn>
              <a:cxn ang="0">
                <a:pos x="connsiteX5988" y="connsiteY5988"/>
              </a:cxn>
              <a:cxn ang="0">
                <a:pos x="connsiteX5989" y="connsiteY5989"/>
              </a:cxn>
              <a:cxn ang="0">
                <a:pos x="connsiteX5990" y="connsiteY5990"/>
              </a:cxn>
              <a:cxn ang="0">
                <a:pos x="connsiteX5991" y="connsiteY5991"/>
              </a:cxn>
              <a:cxn ang="0">
                <a:pos x="connsiteX5992" y="connsiteY5992"/>
              </a:cxn>
              <a:cxn ang="0">
                <a:pos x="connsiteX5993" y="connsiteY5993"/>
              </a:cxn>
              <a:cxn ang="0">
                <a:pos x="connsiteX5994" y="connsiteY5994"/>
              </a:cxn>
              <a:cxn ang="0">
                <a:pos x="connsiteX5995" y="connsiteY5995"/>
              </a:cxn>
              <a:cxn ang="0">
                <a:pos x="connsiteX5996" y="connsiteY5996"/>
              </a:cxn>
              <a:cxn ang="0">
                <a:pos x="connsiteX5997" y="connsiteY5997"/>
              </a:cxn>
              <a:cxn ang="0">
                <a:pos x="connsiteX5998" y="connsiteY5998"/>
              </a:cxn>
              <a:cxn ang="0">
                <a:pos x="connsiteX5999" y="connsiteY5999"/>
              </a:cxn>
              <a:cxn ang="0">
                <a:pos x="connsiteX6000" y="connsiteY6000"/>
              </a:cxn>
              <a:cxn ang="0">
                <a:pos x="connsiteX6001" y="connsiteY6001"/>
              </a:cxn>
              <a:cxn ang="0">
                <a:pos x="connsiteX6002" y="connsiteY6002"/>
              </a:cxn>
              <a:cxn ang="0">
                <a:pos x="connsiteX6003" y="connsiteY6003"/>
              </a:cxn>
              <a:cxn ang="0">
                <a:pos x="connsiteX6004" y="connsiteY6004"/>
              </a:cxn>
              <a:cxn ang="0">
                <a:pos x="connsiteX6005" y="connsiteY6005"/>
              </a:cxn>
              <a:cxn ang="0">
                <a:pos x="connsiteX6006" y="connsiteY6006"/>
              </a:cxn>
              <a:cxn ang="0">
                <a:pos x="connsiteX6007" y="connsiteY6007"/>
              </a:cxn>
              <a:cxn ang="0">
                <a:pos x="connsiteX6008" y="connsiteY6008"/>
              </a:cxn>
              <a:cxn ang="0">
                <a:pos x="connsiteX6009" y="connsiteY6009"/>
              </a:cxn>
              <a:cxn ang="0">
                <a:pos x="connsiteX6010" y="connsiteY6010"/>
              </a:cxn>
              <a:cxn ang="0">
                <a:pos x="connsiteX6011" y="connsiteY6011"/>
              </a:cxn>
              <a:cxn ang="0">
                <a:pos x="connsiteX6012" y="connsiteY6012"/>
              </a:cxn>
              <a:cxn ang="0">
                <a:pos x="connsiteX6013" y="connsiteY6013"/>
              </a:cxn>
              <a:cxn ang="0">
                <a:pos x="connsiteX6014" y="connsiteY6014"/>
              </a:cxn>
              <a:cxn ang="0">
                <a:pos x="connsiteX6015" y="connsiteY6015"/>
              </a:cxn>
              <a:cxn ang="0">
                <a:pos x="connsiteX6016" y="connsiteY6016"/>
              </a:cxn>
              <a:cxn ang="0">
                <a:pos x="connsiteX6017" y="connsiteY6017"/>
              </a:cxn>
              <a:cxn ang="0">
                <a:pos x="connsiteX6018" y="connsiteY6018"/>
              </a:cxn>
              <a:cxn ang="0">
                <a:pos x="connsiteX6019" y="connsiteY6019"/>
              </a:cxn>
              <a:cxn ang="0">
                <a:pos x="connsiteX6020" y="connsiteY6020"/>
              </a:cxn>
              <a:cxn ang="0">
                <a:pos x="connsiteX6021" y="connsiteY6021"/>
              </a:cxn>
              <a:cxn ang="0">
                <a:pos x="connsiteX6022" y="connsiteY6022"/>
              </a:cxn>
              <a:cxn ang="0">
                <a:pos x="connsiteX6023" y="connsiteY6023"/>
              </a:cxn>
              <a:cxn ang="0">
                <a:pos x="connsiteX6024" y="connsiteY6024"/>
              </a:cxn>
              <a:cxn ang="0">
                <a:pos x="connsiteX6025" y="connsiteY6025"/>
              </a:cxn>
              <a:cxn ang="0">
                <a:pos x="connsiteX6026" y="connsiteY6026"/>
              </a:cxn>
              <a:cxn ang="0">
                <a:pos x="connsiteX6027" y="connsiteY6027"/>
              </a:cxn>
              <a:cxn ang="0">
                <a:pos x="connsiteX6028" y="connsiteY6028"/>
              </a:cxn>
              <a:cxn ang="0">
                <a:pos x="connsiteX6029" y="connsiteY6029"/>
              </a:cxn>
              <a:cxn ang="0">
                <a:pos x="connsiteX6030" y="connsiteY6030"/>
              </a:cxn>
              <a:cxn ang="0">
                <a:pos x="connsiteX6031" y="connsiteY6031"/>
              </a:cxn>
              <a:cxn ang="0">
                <a:pos x="connsiteX6032" y="connsiteY6032"/>
              </a:cxn>
              <a:cxn ang="0">
                <a:pos x="connsiteX6033" y="connsiteY6033"/>
              </a:cxn>
              <a:cxn ang="0">
                <a:pos x="connsiteX6034" y="connsiteY6034"/>
              </a:cxn>
              <a:cxn ang="0">
                <a:pos x="connsiteX6035" y="connsiteY6035"/>
              </a:cxn>
              <a:cxn ang="0">
                <a:pos x="connsiteX6036" y="connsiteY6036"/>
              </a:cxn>
              <a:cxn ang="0">
                <a:pos x="connsiteX6037" y="connsiteY6037"/>
              </a:cxn>
              <a:cxn ang="0">
                <a:pos x="connsiteX6038" y="connsiteY6038"/>
              </a:cxn>
              <a:cxn ang="0">
                <a:pos x="connsiteX6039" y="connsiteY6039"/>
              </a:cxn>
              <a:cxn ang="0">
                <a:pos x="connsiteX6040" y="connsiteY6040"/>
              </a:cxn>
              <a:cxn ang="0">
                <a:pos x="connsiteX6041" y="connsiteY6041"/>
              </a:cxn>
              <a:cxn ang="0">
                <a:pos x="connsiteX6042" y="connsiteY6042"/>
              </a:cxn>
              <a:cxn ang="0">
                <a:pos x="connsiteX6043" y="connsiteY6043"/>
              </a:cxn>
              <a:cxn ang="0">
                <a:pos x="connsiteX6044" y="connsiteY6044"/>
              </a:cxn>
              <a:cxn ang="0">
                <a:pos x="connsiteX6045" y="connsiteY6045"/>
              </a:cxn>
              <a:cxn ang="0">
                <a:pos x="connsiteX6046" y="connsiteY6046"/>
              </a:cxn>
              <a:cxn ang="0">
                <a:pos x="connsiteX6047" y="connsiteY6047"/>
              </a:cxn>
              <a:cxn ang="0">
                <a:pos x="connsiteX6048" y="connsiteY6048"/>
              </a:cxn>
              <a:cxn ang="0">
                <a:pos x="connsiteX6049" y="connsiteY6049"/>
              </a:cxn>
              <a:cxn ang="0">
                <a:pos x="connsiteX6050" y="connsiteY6050"/>
              </a:cxn>
              <a:cxn ang="0">
                <a:pos x="connsiteX6051" y="connsiteY6051"/>
              </a:cxn>
              <a:cxn ang="0">
                <a:pos x="connsiteX6052" y="connsiteY6052"/>
              </a:cxn>
              <a:cxn ang="0">
                <a:pos x="connsiteX6053" y="connsiteY6053"/>
              </a:cxn>
              <a:cxn ang="0">
                <a:pos x="connsiteX6054" y="connsiteY6054"/>
              </a:cxn>
              <a:cxn ang="0">
                <a:pos x="connsiteX6055" y="connsiteY6055"/>
              </a:cxn>
              <a:cxn ang="0">
                <a:pos x="connsiteX6056" y="connsiteY6056"/>
              </a:cxn>
              <a:cxn ang="0">
                <a:pos x="connsiteX6057" y="connsiteY6057"/>
              </a:cxn>
              <a:cxn ang="0">
                <a:pos x="connsiteX6058" y="connsiteY6058"/>
              </a:cxn>
              <a:cxn ang="0">
                <a:pos x="connsiteX6059" y="connsiteY6059"/>
              </a:cxn>
              <a:cxn ang="0">
                <a:pos x="connsiteX6060" y="connsiteY6060"/>
              </a:cxn>
              <a:cxn ang="0">
                <a:pos x="connsiteX6061" y="connsiteY6061"/>
              </a:cxn>
              <a:cxn ang="0">
                <a:pos x="connsiteX6062" y="connsiteY6062"/>
              </a:cxn>
              <a:cxn ang="0">
                <a:pos x="connsiteX6063" y="connsiteY6063"/>
              </a:cxn>
              <a:cxn ang="0">
                <a:pos x="connsiteX6064" y="connsiteY6064"/>
              </a:cxn>
              <a:cxn ang="0">
                <a:pos x="connsiteX6065" y="connsiteY6065"/>
              </a:cxn>
              <a:cxn ang="0">
                <a:pos x="connsiteX6066" y="connsiteY6066"/>
              </a:cxn>
              <a:cxn ang="0">
                <a:pos x="connsiteX6067" y="connsiteY6067"/>
              </a:cxn>
              <a:cxn ang="0">
                <a:pos x="connsiteX6068" y="connsiteY6068"/>
              </a:cxn>
              <a:cxn ang="0">
                <a:pos x="connsiteX6069" y="connsiteY6069"/>
              </a:cxn>
              <a:cxn ang="0">
                <a:pos x="connsiteX6070" y="connsiteY6070"/>
              </a:cxn>
              <a:cxn ang="0">
                <a:pos x="connsiteX6071" y="connsiteY6071"/>
              </a:cxn>
              <a:cxn ang="0">
                <a:pos x="connsiteX6072" y="connsiteY6072"/>
              </a:cxn>
              <a:cxn ang="0">
                <a:pos x="connsiteX6073" y="connsiteY6073"/>
              </a:cxn>
              <a:cxn ang="0">
                <a:pos x="connsiteX6074" y="connsiteY6074"/>
              </a:cxn>
              <a:cxn ang="0">
                <a:pos x="connsiteX6075" y="connsiteY6075"/>
              </a:cxn>
              <a:cxn ang="0">
                <a:pos x="connsiteX6076" y="connsiteY6076"/>
              </a:cxn>
              <a:cxn ang="0">
                <a:pos x="connsiteX6077" y="connsiteY6077"/>
              </a:cxn>
              <a:cxn ang="0">
                <a:pos x="connsiteX6078" y="connsiteY6078"/>
              </a:cxn>
              <a:cxn ang="0">
                <a:pos x="connsiteX6079" y="connsiteY6079"/>
              </a:cxn>
              <a:cxn ang="0">
                <a:pos x="connsiteX6080" y="connsiteY6080"/>
              </a:cxn>
              <a:cxn ang="0">
                <a:pos x="connsiteX6081" y="connsiteY6081"/>
              </a:cxn>
              <a:cxn ang="0">
                <a:pos x="connsiteX6082" y="connsiteY6082"/>
              </a:cxn>
              <a:cxn ang="0">
                <a:pos x="connsiteX6083" y="connsiteY6083"/>
              </a:cxn>
              <a:cxn ang="0">
                <a:pos x="connsiteX6084" y="connsiteY6084"/>
              </a:cxn>
              <a:cxn ang="0">
                <a:pos x="connsiteX6085" y="connsiteY6085"/>
              </a:cxn>
              <a:cxn ang="0">
                <a:pos x="connsiteX6086" y="connsiteY6086"/>
              </a:cxn>
              <a:cxn ang="0">
                <a:pos x="connsiteX6087" y="connsiteY6087"/>
              </a:cxn>
              <a:cxn ang="0">
                <a:pos x="connsiteX6088" y="connsiteY6088"/>
              </a:cxn>
              <a:cxn ang="0">
                <a:pos x="connsiteX6089" y="connsiteY6089"/>
              </a:cxn>
              <a:cxn ang="0">
                <a:pos x="connsiteX6090" y="connsiteY6090"/>
              </a:cxn>
              <a:cxn ang="0">
                <a:pos x="connsiteX6091" y="connsiteY6091"/>
              </a:cxn>
              <a:cxn ang="0">
                <a:pos x="connsiteX6092" y="connsiteY6092"/>
              </a:cxn>
              <a:cxn ang="0">
                <a:pos x="connsiteX6093" y="connsiteY6093"/>
              </a:cxn>
              <a:cxn ang="0">
                <a:pos x="connsiteX6094" y="connsiteY6094"/>
              </a:cxn>
              <a:cxn ang="0">
                <a:pos x="connsiteX6095" y="connsiteY6095"/>
              </a:cxn>
              <a:cxn ang="0">
                <a:pos x="connsiteX6096" y="connsiteY6096"/>
              </a:cxn>
              <a:cxn ang="0">
                <a:pos x="connsiteX6097" y="connsiteY6097"/>
              </a:cxn>
              <a:cxn ang="0">
                <a:pos x="connsiteX6098" y="connsiteY6098"/>
              </a:cxn>
              <a:cxn ang="0">
                <a:pos x="connsiteX6099" y="connsiteY6099"/>
              </a:cxn>
              <a:cxn ang="0">
                <a:pos x="connsiteX6100" y="connsiteY6100"/>
              </a:cxn>
              <a:cxn ang="0">
                <a:pos x="connsiteX6101" y="connsiteY6101"/>
              </a:cxn>
              <a:cxn ang="0">
                <a:pos x="connsiteX6102" y="connsiteY6102"/>
              </a:cxn>
              <a:cxn ang="0">
                <a:pos x="connsiteX6103" y="connsiteY6103"/>
              </a:cxn>
              <a:cxn ang="0">
                <a:pos x="connsiteX6104" y="connsiteY6104"/>
              </a:cxn>
              <a:cxn ang="0">
                <a:pos x="connsiteX6105" y="connsiteY6105"/>
              </a:cxn>
              <a:cxn ang="0">
                <a:pos x="connsiteX6106" y="connsiteY6106"/>
              </a:cxn>
              <a:cxn ang="0">
                <a:pos x="connsiteX6107" y="connsiteY6107"/>
              </a:cxn>
              <a:cxn ang="0">
                <a:pos x="connsiteX6108" y="connsiteY6108"/>
              </a:cxn>
              <a:cxn ang="0">
                <a:pos x="connsiteX6109" y="connsiteY6109"/>
              </a:cxn>
              <a:cxn ang="0">
                <a:pos x="connsiteX6110" y="connsiteY6110"/>
              </a:cxn>
              <a:cxn ang="0">
                <a:pos x="connsiteX6111" y="connsiteY6111"/>
              </a:cxn>
              <a:cxn ang="0">
                <a:pos x="connsiteX6112" y="connsiteY6112"/>
              </a:cxn>
              <a:cxn ang="0">
                <a:pos x="connsiteX6113" y="connsiteY6113"/>
              </a:cxn>
              <a:cxn ang="0">
                <a:pos x="connsiteX6114" y="connsiteY6114"/>
              </a:cxn>
              <a:cxn ang="0">
                <a:pos x="connsiteX6115" y="connsiteY6115"/>
              </a:cxn>
              <a:cxn ang="0">
                <a:pos x="connsiteX6116" y="connsiteY6116"/>
              </a:cxn>
              <a:cxn ang="0">
                <a:pos x="connsiteX6117" y="connsiteY6117"/>
              </a:cxn>
              <a:cxn ang="0">
                <a:pos x="connsiteX6118" y="connsiteY6118"/>
              </a:cxn>
              <a:cxn ang="0">
                <a:pos x="connsiteX6119" y="connsiteY6119"/>
              </a:cxn>
              <a:cxn ang="0">
                <a:pos x="connsiteX6120" y="connsiteY6120"/>
              </a:cxn>
              <a:cxn ang="0">
                <a:pos x="connsiteX6121" y="connsiteY6121"/>
              </a:cxn>
              <a:cxn ang="0">
                <a:pos x="connsiteX6122" y="connsiteY6122"/>
              </a:cxn>
              <a:cxn ang="0">
                <a:pos x="connsiteX6123" y="connsiteY6123"/>
              </a:cxn>
              <a:cxn ang="0">
                <a:pos x="connsiteX6124" y="connsiteY6124"/>
              </a:cxn>
              <a:cxn ang="0">
                <a:pos x="connsiteX6125" y="connsiteY6125"/>
              </a:cxn>
              <a:cxn ang="0">
                <a:pos x="connsiteX6126" y="connsiteY6126"/>
              </a:cxn>
              <a:cxn ang="0">
                <a:pos x="connsiteX6127" y="connsiteY6127"/>
              </a:cxn>
              <a:cxn ang="0">
                <a:pos x="connsiteX6128" y="connsiteY6128"/>
              </a:cxn>
              <a:cxn ang="0">
                <a:pos x="connsiteX6129" y="connsiteY6129"/>
              </a:cxn>
              <a:cxn ang="0">
                <a:pos x="connsiteX6130" y="connsiteY6130"/>
              </a:cxn>
              <a:cxn ang="0">
                <a:pos x="connsiteX6131" y="connsiteY6131"/>
              </a:cxn>
              <a:cxn ang="0">
                <a:pos x="connsiteX6132" y="connsiteY6132"/>
              </a:cxn>
              <a:cxn ang="0">
                <a:pos x="connsiteX6133" y="connsiteY6133"/>
              </a:cxn>
              <a:cxn ang="0">
                <a:pos x="connsiteX6134" y="connsiteY6134"/>
              </a:cxn>
              <a:cxn ang="0">
                <a:pos x="connsiteX6135" y="connsiteY6135"/>
              </a:cxn>
              <a:cxn ang="0">
                <a:pos x="connsiteX6136" y="connsiteY6136"/>
              </a:cxn>
              <a:cxn ang="0">
                <a:pos x="connsiteX6137" y="connsiteY6137"/>
              </a:cxn>
              <a:cxn ang="0">
                <a:pos x="connsiteX6138" y="connsiteY6138"/>
              </a:cxn>
              <a:cxn ang="0">
                <a:pos x="connsiteX6139" y="connsiteY6139"/>
              </a:cxn>
              <a:cxn ang="0">
                <a:pos x="connsiteX6140" y="connsiteY6140"/>
              </a:cxn>
              <a:cxn ang="0">
                <a:pos x="connsiteX6141" y="connsiteY6141"/>
              </a:cxn>
              <a:cxn ang="0">
                <a:pos x="connsiteX6142" y="connsiteY6142"/>
              </a:cxn>
              <a:cxn ang="0">
                <a:pos x="connsiteX6143" y="connsiteY6143"/>
              </a:cxn>
              <a:cxn ang="0">
                <a:pos x="connsiteX6144" y="connsiteY6144"/>
              </a:cxn>
              <a:cxn ang="0">
                <a:pos x="connsiteX6145" y="connsiteY6145"/>
              </a:cxn>
              <a:cxn ang="0">
                <a:pos x="connsiteX6146" y="connsiteY6146"/>
              </a:cxn>
              <a:cxn ang="0">
                <a:pos x="connsiteX6147" y="connsiteY6147"/>
              </a:cxn>
              <a:cxn ang="0">
                <a:pos x="connsiteX6148" y="connsiteY6148"/>
              </a:cxn>
              <a:cxn ang="0">
                <a:pos x="connsiteX6149" y="connsiteY6149"/>
              </a:cxn>
              <a:cxn ang="0">
                <a:pos x="connsiteX6150" y="connsiteY6150"/>
              </a:cxn>
              <a:cxn ang="0">
                <a:pos x="connsiteX6151" y="connsiteY6151"/>
              </a:cxn>
              <a:cxn ang="0">
                <a:pos x="connsiteX6152" y="connsiteY6152"/>
              </a:cxn>
              <a:cxn ang="0">
                <a:pos x="connsiteX6153" y="connsiteY6153"/>
              </a:cxn>
              <a:cxn ang="0">
                <a:pos x="connsiteX6154" y="connsiteY6154"/>
              </a:cxn>
              <a:cxn ang="0">
                <a:pos x="connsiteX6155" y="connsiteY6155"/>
              </a:cxn>
              <a:cxn ang="0">
                <a:pos x="connsiteX6156" y="connsiteY6156"/>
              </a:cxn>
              <a:cxn ang="0">
                <a:pos x="connsiteX6157" y="connsiteY6157"/>
              </a:cxn>
              <a:cxn ang="0">
                <a:pos x="connsiteX6158" y="connsiteY6158"/>
              </a:cxn>
              <a:cxn ang="0">
                <a:pos x="connsiteX6159" y="connsiteY6159"/>
              </a:cxn>
              <a:cxn ang="0">
                <a:pos x="connsiteX6160" y="connsiteY6160"/>
              </a:cxn>
              <a:cxn ang="0">
                <a:pos x="connsiteX6161" y="connsiteY6161"/>
              </a:cxn>
              <a:cxn ang="0">
                <a:pos x="connsiteX6162" y="connsiteY6162"/>
              </a:cxn>
              <a:cxn ang="0">
                <a:pos x="connsiteX6163" y="connsiteY6163"/>
              </a:cxn>
              <a:cxn ang="0">
                <a:pos x="connsiteX6164" y="connsiteY6164"/>
              </a:cxn>
              <a:cxn ang="0">
                <a:pos x="connsiteX6165" y="connsiteY6165"/>
              </a:cxn>
              <a:cxn ang="0">
                <a:pos x="connsiteX6166" y="connsiteY6166"/>
              </a:cxn>
              <a:cxn ang="0">
                <a:pos x="connsiteX6167" y="connsiteY6167"/>
              </a:cxn>
              <a:cxn ang="0">
                <a:pos x="connsiteX6168" y="connsiteY6168"/>
              </a:cxn>
              <a:cxn ang="0">
                <a:pos x="connsiteX6169" y="connsiteY6169"/>
              </a:cxn>
              <a:cxn ang="0">
                <a:pos x="connsiteX6170" y="connsiteY6170"/>
              </a:cxn>
              <a:cxn ang="0">
                <a:pos x="connsiteX6171" y="connsiteY6171"/>
              </a:cxn>
              <a:cxn ang="0">
                <a:pos x="connsiteX6172" y="connsiteY6172"/>
              </a:cxn>
              <a:cxn ang="0">
                <a:pos x="connsiteX6173" y="connsiteY6173"/>
              </a:cxn>
              <a:cxn ang="0">
                <a:pos x="connsiteX6174" y="connsiteY6174"/>
              </a:cxn>
              <a:cxn ang="0">
                <a:pos x="connsiteX6175" y="connsiteY6175"/>
              </a:cxn>
              <a:cxn ang="0">
                <a:pos x="connsiteX6176" y="connsiteY6176"/>
              </a:cxn>
              <a:cxn ang="0">
                <a:pos x="connsiteX6177" y="connsiteY6177"/>
              </a:cxn>
              <a:cxn ang="0">
                <a:pos x="connsiteX6178" y="connsiteY6178"/>
              </a:cxn>
              <a:cxn ang="0">
                <a:pos x="connsiteX6179" y="connsiteY6179"/>
              </a:cxn>
              <a:cxn ang="0">
                <a:pos x="connsiteX6180" y="connsiteY6180"/>
              </a:cxn>
              <a:cxn ang="0">
                <a:pos x="connsiteX6181" y="connsiteY6181"/>
              </a:cxn>
              <a:cxn ang="0">
                <a:pos x="connsiteX6182" y="connsiteY6182"/>
              </a:cxn>
              <a:cxn ang="0">
                <a:pos x="connsiteX6183" y="connsiteY6183"/>
              </a:cxn>
              <a:cxn ang="0">
                <a:pos x="connsiteX6184" y="connsiteY6184"/>
              </a:cxn>
              <a:cxn ang="0">
                <a:pos x="connsiteX6185" y="connsiteY6185"/>
              </a:cxn>
              <a:cxn ang="0">
                <a:pos x="connsiteX6186" y="connsiteY6186"/>
              </a:cxn>
              <a:cxn ang="0">
                <a:pos x="connsiteX6187" y="connsiteY6187"/>
              </a:cxn>
              <a:cxn ang="0">
                <a:pos x="connsiteX6188" y="connsiteY6188"/>
              </a:cxn>
              <a:cxn ang="0">
                <a:pos x="connsiteX6189" y="connsiteY6189"/>
              </a:cxn>
              <a:cxn ang="0">
                <a:pos x="connsiteX6190" y="connsiteY6190"/>
              </a:cxn>
              <a:cxn ang="0">
                <a:pos x="connsiteX6191" y="connsiteY6191"/>
              </a:cxn>
              <a:cxn ang="0">
                <a:pos x="connsiteX6192" y="connsiteY6192"/>
              </a:cxn>
              <a:cxn ang="0">
                <a:pos x="connsiteX6193" y="connsiteY6193"/>
              </a:cxn>
              <a:cxn ang="0">
                <a:pos x="connsiteX6194" y="connsiteY6194"/>
              </a:cxn>
              <a:cxn ang="0">
                <a:pos x="connsiteX6195" y="connsiteY6195"/>
              </a:cxn>
              <a:cxn ang="0">
                <a:pos x="connsiteX6196" y="connsiteY6196"/>
              </a:cxn>
              <a:cxn ang="0">
                <a:pos x="connsiteX6197" y="connsiteY6197"/>
              </a:cxn>
              <a:cxn ang="0">
                <a:pos x="connsiteX6198" y="connsiteY6198"/>
              </a:cxn>
              <a:cxn ang="0">
                <a:pos x="connsiteX6199" y="connsiteY6199"/>
              </a:cxn>
              <a:cxn ang="0">
                <a:pos x="connsiteX6200" y="connsiteY6200"/>
              </a:cxn>
              <a:cxn ang="0">
                <a:pos x="connsiteX6201" y="connsiteY6201"/>
              </a:cxn>
              <a:cxn ang="0">
                <a:pos x="connsiteX6202" y="connsiteY6202"/>
              </a:cxn>
              <a:cxn ang="0">
                <a:pos x="connsiteX6203" y="connsiteY6203"/>
              </a:cxn>
              <a:cxn ang="0">
                <a:pos x="connsiteX6204" y="connsiteY6204"/>
              </a:cxn>
              <a:cxn ang="0">
                <a:pos x="connsiteX6205" y="connsiteY6205"/>
              </a:cxn>
              <a:cxn ang="0">
                <a:pos x="connsiteX6206" y="connsiteY6206"/>
              </a:cxn>
              <a:cxn ang="0">
                <a:pos x="connsiteX6207" y="connsiteY6207"/>
              </a:cxn>
              <a:cxn ang="0">
                <a:pos x="connsiteX6208" y="connsiteY6208"/>
              </a:cxn>
              <a:cxn ang="0">
                <a:pos x="connsiteX6209" y="connsiteY6209"/>
              </a:cxn>
              <a:cxn ang="0">
                <a:pos x="connsiteX6210" y="connsiteY6210"/>
              </a:cxn>
              <a:cxn ang="0">
                <a:pos x="connsiteX6211" y="connsiteY6211"/>
              </a:cxn>
              <a:cxn ang="0">
                <a:pos x="connsiteX6212" y="connsiteY6212"/>
              </a:cxn>
              <a:cxn ang="0">
                <a:pos x="connsiteX6213" y="connsiteY6213"/>
              </a:cxn>
              <a:cxn ang="0">
                <a:pos x="connsiteX6214" y="connsiteY6214"/>
              </a:cxn>
              <a:cxn ang="0">
                <a:pos x="connsiteX6215" y="connsiteY6215"/>
              </a:cxn>
              <a:cxn ang="0">
                <a:pos x="connsiteX6216" y="connsiteY6216"/>
              </a:cxn>
              <a:cxn ang="0">
                <a:pos x="connsiteX6217" y="connsiteY6217"/>
              </a:cxn>
              <a:cxn ang="0">
                <a:pos x="connsiteX6218" y="connsiteY6218"/>
              </a:cxn>
              <a:cxn ang="0">
                <a:pos x="connsiteX6219" y="connsiteY6219"/>
              </a:cxn>
              <a:cxn ang="0">
                <a:pos x="connsiteX6220" y="connsiteY6220"/>
              </a:cxn>
              <a:cxn ang="0">
                <a:pos x="connsiteX6221" y="connsiteY6221"/>
              </a:cxn>
              <a:cxn ang="0">
                <a:pos x="connsiteX6222" y="connsiteY6222"/>
              </a:cxn>
              <a:cxn ang="0">
                <a:pos x="connsiteX6223" y="connsiteY6223"/>
              </a:cxn>
              <a:cxn ang="0">
                <a:pos x="connsiteX6224" y="connsiteY6224"/>
              </a:cxn>
              <a:cxn ang="0">
                <a:pos x="connsiteX6225" y="connsiteY6225"/>
              </a:cxn>
              <a:cxn ang="0">
                <a:pos x="connsiteX6226" y="connsiteY6226"/>
              </a:cxn>
              <a:cxn ang="0">
                <a:pos x="connsiteX6227" y="connsiteY6227"/>
              </a:cxn>
              <a:cxn ang="0">
                <a:pos x="connsiteX6228" y="connsiteY6228"/>
              </a:cxn>
              <a:cxn ang="0">
                <a:pos x="connsiteX6229" y="connsiteY6229"/>
              </a:cxn>
              <a:cxn ang="0">
                <a:pos x="connsiteX6230" y="connsiteY6230"/>
              </a:cxn>
              <a:cxn ang="0">
                <a:pos x="connsiteX6231" y="connsiteY6231"/>
              </a:cxn>
              <a:cxn ang="0">
                <a:pos x="connsiteX6232" y="connsiteY6232"/>
              </a:cxn>
              <a:cxn ang="0">
                <a:pos x="connsiteX6233" y="connsiteY6233"/>
              </a:cxn>
              <a:cxn ang="0">
                <a:pos x="connsiteX6234" y="connsiteY6234"/>
              </a:cxn>
              <a:cxn ang="0">
                <a:pos x="connsiteX6235" y="connsiteY6235"/>
              </a:cxn>
              <a:cxn ang="0">
                <a:pos x="connsiteX6236" y="connsiteY6236"/>
              </a:cxn>
              <a:cxn ang="0">
                <a:pos x="connsiteX6237" y="connsiteY6237"/>
              </a:cxn>
              <a:cxn ang="0">
                <a:pos x="connsiteX6238" y="connsiteY6238"/>
              </a:cxn>
              <a:cxn ang="0">
                <a:pos x="connsiteX6239" y="connsiteY6239"/>
              </a:cxn>
              <a:cxn ang="0">
                <a:pos x="connsiteX6240" y="connsiteY6240"/>
              </a:cxn>
              <a:cxn ang="0">
                <a:pos x="connsiteX6241" y="connsiteY6241"/>
              </a:cxn>
              <a:cxn ang="0">
                <a:pos x="connsiteX6242" y="connsiteY6242"/>
              </a:cxn>
              <a:cxn ang="0">
                <a:pos x="connsiteX6243" y="connsiteY6243"/>
              </a:cxn>
              <a:cxn ang="0">
                <a:pos x="connsiteX6244" y="connsiteY6244"/>
              </a:cxn>
              <a:cxn ang="0">
                <a:pos x="connsiteX6245" y="connsiteY6245"/>
              </a:cxn>
              <a:cxn ang="0">
                <a:pos x="connsiteX6246" y="connsiteY6246"/>
              </a:cxn>
              <a:cxn ang="0">
                <a:pos x="connsiteX6247" y="connsiteY6247"/>
              </a:cxn>
              <a:cxn ang="0">
                <a:pos x="connsiteX6248" y="connsiteY6248"/>
              </a:cxn>
              <a:cxn ang="0">
                <a:pos x="connsiteX6249" y="connsiteY6249"/>
              </a:cxn>
              <a:cxn ang="0">
                <a:pos x="connsiteX6250" y="connsiteY6250"/>
              </a:cxn>
              <a:cxn ang="0">
                <a:pos x="connsiteX6251" y="connsiteY6251"/>
              </a:cxn>
              <a:cxn ang="0">
                <a:pos x="connsiteX6252" y="connsiteY6252"/>
              </a:cxn>
              <a:cxn ang="0">
                <a:pos x="connsiteX6253" y="connsiteY6253"/>
              </a:cxn>
              <a:cxn ang="0">
                <a:pos x="connsiteX6254" y="connsiteY6254"/>
              </a:cxn>
              <a:cxn ang="0">
                <a:pos x="connsiteX6255" y="connsiteY6255"/>
              </a:cxn>
              <a:cxn ang="0">
                <a:pos x="connsiteX6256" y="connsiteY6256"/>
              </a:cxn>
              <a:cxn ang="0">
                <a:pos x="connsiteX6257" y="connsiteY6257"/>
              </a:cxn>
              <a:cxn ang="0">
                <a:pos x="connsiteX6258" y="connsiteY6258"/>
              </a:cxn>
              <a:cxn ang="0">
                <a:pos x="connsiteX6259" y="connsiteY6259"/>
              </a:cxn>
              <a:cxn ang="0">
                <a:pos x="connsiteX6260" y="connsiteY6260"/>
              </a:cxn>
              <a:cxn ang="0">
                <a:pos x="connsiteX6261" y="connsiteY6261"/>
              </a:cxn>
              <a:cxn ang="0">
                <a:pos x="connsiteX6262" y="connsiteY6262"/>
              </a:cxn>
              <a:cxn ang="0">
                <a:pos x="connsiteX6263" y="connsiteY6263"/>
              </a:cxn>
              <a:cxn ang="0">
                <a:pos x="connsiteX6264" y="connsiteY6264"/>
              </a:cxn>
              <a:cxn ang="0">
                <a:pos x="connsiteX6265" y="connsiteY6265"/>
              </a:cxn>
              <a:cxn ang="0">
                <a:pos x="connsiteX6266" y="connsiteY6266"/>
              </a:cxn>
              <a:cxn ang="0">
                <a:pos x="connsiteX6267" y="connsiteY6267"/>
              </a:cxn>
              <a:cxn ang="0">
                <a:pos x="connsiteX6268" y="connsiteY6268"/>
              </a:cxn>
              <a:cxn ang="0">
                <a:pos x="connsiteX6269" y="connsiteY6269"/>
              </a:cxn>
              <a:cxn ang="0">
                <a:pos x="connsiteX6270" y="connsiteY6270"/>
              </a:cxn>
              <a:cxn ang="0">
                <a:pos x="connsiteX6271" y="connsiteY6271"/>
              </a:cxn>
              <a:cxn ang="0">
                <a:pos x="connsiteX6272" y="connsiteY6272"/>
              </a:cxn>
              <a:cxn ang="0">
                <a:pos x="connsiteX6273" y="connsiteY6273"/>
              </a:cxn>
              <a:cxn ang="0">
                <a:pos x="connsiteX6274" y="connsiteY6274"/>
              </a:cxn>
              <a:cxn ang="0">
                <a:pos x="connsiteX6275" y="connsiteY6275"/>
              </a:cxn>
              <a:cxn ang="0">
                <a:pos x="connsiteX6276" y="connsiteY6276"/>
              </a:cxn>
              <a:cxn ang="0">
                <a:pos x="connsiteX6277" y="connsiteY6277"/>
              </a:cxn>
              <a:cxn ang="0">
                <a:pos x="connsiteX6278" y="connsiteY6278"/>
              </a:cxn>
              <a:cxn ang="0">
                <a:pos x="connsiteX6279" y="connsiteY6279"/>
              </a:cxn>
              <a:cxn ang="0">
                <a:pos x="connsiteX6280" y="connsiteY6280"/>
              </a:cxn>
              <a:cxn ang="0">
                <a:pos x="connsiteX6281" y="connsiteY6281"/>
              </a:cxn>
              <a:cxn ang="0">
                <a:pos x="connsiteX6282" y="connsiteY6282"/>
              </a:cxn>
              <a:cxn ang="0">
                <a:pos x="connsiteX6283" y="connsiteY6283"/>
              </a:cxn>
              <a:cxn ang="0">
                <a:pos x="connsiteX6284" y="connsiteY6284"/>
              </a:cxn>
              <a:cxn ang="0">
                <a:pos x="connsiteX6285" y="connsiteY6285"/>
              </a:cxn>
              <a:cxn ang="0">
                <a:pos x="connsiteX6286" y="connsiteY6286"/>
              </a:cxn>
              <a:cxn ang="0">
                <a:pos x="connsiteX6287" y="connsiteY6287"/>
              </a:cxn>
              <a:cxn ang="0">
                <a:pos x="connsiteX6288" y="connsiteY6288"/>
              </a:cxn>
              <a:cxn ang="0">
                <a:pos x="connsiteX6289" y="connsiteY6289"/>
              </a:cxn>
              <a:cxn ang="0">
                <a:pos x="connsiteX6290" y="connsiteY6290"/>
              </a:cxn>
              <a:cxn ang="0">
                <a:pos x="connsiteX6291" y="connsiteY6291"/>
              </a:cxn>
              <a:cxn ang="0">
                <a:pos x="connsiteX6292" y="connsiteY6292"/>
              </a:cxn>
              <a:cxn ang="0">
                <a:pos x="connsiteX6293" y="connsiteY6293"/>
              </a:cxn>
              <a:cxn ang="0">
                <a:pos x="connsiteX6294" y="connsiteY6294"/>
              </a:cxn>
              <a:cxn ang="0">
                <a:pos x="connsiteX6295" y="connsiteY6295"/>
              </a:cxn>
              <a:cxn ang="0">
                <a:pos x="connsiteX6296" y="connsiteY6296"/>
              </a:cxn>
              <a:cxn ang="0">
                <a:pos x="connsiteX6297" y="connsiteY6297"/>
              </a:cxn>
              <a:cxn ang="0">
                <a:pos x="connsiteX6298" y="connsiteY6298"/>
              </a:cxn>
              <a:cxn ang="0">
                <a:pos x="connsiteX6299" y="connsiteY6299"/>
              </a:cxn>
              <a:cxn ang="0">
                <a:pos x="connsiteX6300" y="connsiteY6300"/>
              </a:cxn>
              <a:cxn ang="0">
                <a:pos x="connsiteX6301" y="connsiteY6301"/>
              </a:cxn>
              <a:cxn ang="0">
                <a:pos x="connsiteX6302" y="connsiteY6302"/>
              </a:cxn>
              <a:cxn ang="0">
                <a:pos x="connsiteX6303" y="connsiteY6303"/>
              </a:cxn>
              <a:cxn ang="0">
                <a:pos x="connsiteX6304" y="connsiteY6304"/>
              </a:cxn>
              <a:cxn ang="0">
                <a:pos x="connsiteX6305" y="connsiteY6305"/>
              </a:cxn>
              <a:cxn ang="0">
                <a:pos x="connsiteX6306" y="connsiteY6306"/>
              </a:cxn>
              <a:cxn ang="0">
                <a:pos x="connsiteX6307" y="connsiteY6307"/>
              </a:cxn>
              <a:cxn ang="0">
                <a:pos x="connsiteX6308" y="connsiteY6308"/>
              </a:cxn>
              <a:cxn ang="0">
                <a:pos x="connsiteX6309" y="connsiteY6309"/>
              </a:cxn>
              <a:cxn ang="0">
                <a:pos x="connsiteX6310" y="connsiteY6310"/>
              </a:cxn>
              <a:cxn ang="0">
                <a:pos x="connsiteX6311" y="connsiteY6311"/>
              </a:cxn>
              <a:cxn ang="0">
                <a:pos x="connsiteX6312" y="connsiteY6312"/>
              </a:cxn>
              <a:cxn ang="0">
                <a:pos x="connsiteX6313" y="connsiteY6313"/>
              </a:cxn>
              <a:cxn ang="0">
                <a:pos x="connsiteX6314" y="connsiteY6314"/>
              </a:cxn>
              <a:cxn ang="0">
                <a:pos x="connsiteX6315" y="connsiteY6315"/>
              </a:cxn>
              <a:cxn ang="0">
                <a:pos x="connsiteX6316" y="connsiteY6316"/>
              </a:cxn>
              <a:cxn ang="0">
                <a:pos x="connsiteX6317" y="connsiteY6317"/>
              </a:cxn>
              <a:cxn ang="0">
                <a:pos x="connsiteX6318" y="connsiteY6318"/>
              </a:cxn>
              <a:cxn ang="0">
                <a:pos x="connsiteX6319" y="connsiteY6319"/>
              </a:cxn>
              <a:cxn ang="0">
                <a:pos x="connsiteX6320" y="connsiteY6320"/>
              </a:cxn>
              <a:cxn ang="0">
                <a:pos x="connsiteX6321" y="connsiteY6321"/>
              </a:cxn>
              <a:cxn ang="0">
                <a:pos x="connsiteX6322" y="connsiteY6322"/>
              </a:cxn>
              <a:cxn ang="0">
                <a:pos x="connsiteX6323" y="connsiteY6323"/>
              </a:cxn>
              <a:cxn ang="0">
                <a:pos x="connsiteX6324" y="connsiteY6324"/>
              </a:cxn>
              <a:cxn ang="0">
                <a:pos x="connsiteX6325" y="connsiteY6325"/>
              </a:cxn>
              <a:cxn ang="0">
                <a:pos x="connsiteX6326" y="connsiteY6326"/>
              </a:cxn>
              <a:cxn ang="0">
                <a:pos x="connsiteX6327" y="connsiteY6327"/>
              </a:cxn>
              <a:cxn ang="0">
                <a:pos x="connsiteX6328" y="connsiteY6328"/>
              </a:cxn>
              <a:cxn ang="0">
                <a:pos x="connsiteX6329" y="connsiteY6329"/>
              </a:cxn>
              <a:cxn ang="0">
                <a:pos x="connsiteX6330" y="connsiteY6330"/>
              </a:cxn>
              <a:cxn ang="0">
                <a:pos x="connsiteX6331" y="connsiteY6331"/>
              </a:cxn>
              <a:cxn ang="0">
                <a:pos x="connsiteX6332" y="connsiteY6332"/>
              </a:cxn>
              <a:cxn ang="0">
                <a:pos x="connsiteX6333" y="connsiteY6333"/>
              </a:cxn>
              <a:cxn ang="0">
                <a:pos x="connsiteX6334" y="connsiteY6334"/>
              </a:cxn>
              <a:cxn ang="0">
                <a:pos x="connsiteX6335" y="connsiteY6335"/>
              </a:cxn>
              <a:cxn ang="0">
                <a:pos x="connsiteX6336" y="connsiteY6336"/>
              </a:cxn>
              <a:cxn ang="0">
                <a:pos x="connsiteX6337" y="connsiteY6337"/>
              </a:cxn>
              <a:cxn ang="0">
                <a:pos x="connsiteX6338" y="connsiteY6338"/>
              </a:cxn>
              <a:cxn ang="0">
                <a:pos x="connsiteX6339" y="connsiteY6339"/>
              </a:cxn>
              <a:cxn ang="0">
                <a:pos x="connsiteX6340" y="connsiteY6340"/>
              </a:cxn>
              <a:cxn ang="0">
                <a:pos x="connsiteX6341" y="connsiteY6341"/>
              </a:cxn>
              <a:cxn ang="0">
                <a:pos x="connsiteX6342" y="connsiteY6342"/>
              </a:cxn>
              <a:cxn ang="0">
                <a:pos x="connsiteX6343" y="connsiteY6343"/>
              </a:cxn>
              <a:cxn ang="0">
                <a:pos x="connsiteX6344" y="connsiteY6344"/>
              </a:cxn>
              <a:cxn ang="0">
                <a:pos x="connsiteX6345" y="connsiteY6345"/>
              </a:cxn>
              <a:cxn ang="0">
                <a:pos x="connsiteX6346" y="connsiteY6346"/>
              </a:cxn>
              <a:cxn ang="0">
                <a:pos x="connsiteX6347" y="connsiteY6347"/>
              </a:cxn>
              <a:cxn ang="0">
                <a:pos x="connsiteX6348" y="connsiteY6348"/>
              </a:cxn>
              <a:cxn ang="0">
                <a:pos x="connsiteX6349" y="connsiteY6349"/>
              </a:cxn>
              <a:cxn ang="0">
                <a:pos x="connsiteX6350" y="connsiteY6350"/>
              </a:cxn>
              <a:cxn ang="0">
                <a:pos x="connsiteX6351" y="connsiteY6351"/>
              </a:cxn>
              <a:cxn ang="0">
                <a:pos x="connsiteX6352" y="connsiteY6352"/>
              </a:cxn>
              <a:cxn ang="0">
                <a:pos x="connsiteX6353" y="connsiteY6353"/>
              </a:cxn>
              <a:cxn ang="0">
                <a:pos x="connsiteX6354" y="connsiteY6354"/>
              </a:cxn>
              <a:cxn ang="0">
                <a:pos x="connsiteX6355" y="connsiteY6355"/>
              </a:cxn>
              <a:cxn ang="0">
                <a:pos x="connsiteX6356" y="connsiteY6356"/>
              </a:cxn>
              <a:cxn ang="0">
                <a:pos x="connsiteX6357" y="connsiteY6357"/>
              </a:cxn>
              <a:cxn ang="0">
                <a:pos x="connsiteX6358" y="connsiteY6358"/>
              </a:cxn>
              <a:cxn ang="0">
                <a:pos x="connsiteX6359" y="connsiteY6359"/>
              </a:cxn>
              <a:cxn ang="0">
                <a:pos x="connsiteX6360" y="connsiteY6360"/>
              </a:cxn>
              <a:cxn ang="0">
                <a:pos x="connsiteX6361" y="connsiteY6361"/>
              </a:cxn>
              <a:cxn ang="0">
                <a:pos x="connsiteX6362" y="connsiteY6362"/>
              </a:cxn>
              <a:cxn ang="0">
                <a:pos x="connsiteX6363" y="connsiteY6363"/>
              </a:cxn>
              <a:cxn ang="0">
                <a:pos x="connsiteX6364" y="connsiteY6364"/>
              </a:cxn>
              <a:cxn ang="0">
                <a:pos x="connsiteX6365" y="connsiteY6365"/>
              </a:cxn>
              <a:cxn ang="0">
                <a:pos x="connsiteX6366" y="connsiteY6366"/>
              </a:cxn>
              <a:cxn ang="0">
                <a:pos x="connsiteX6367" y="connsiteY6367"/>
              </a:cxn>
              <a:cxn ang="0">
                <a:pos x="connsiteX6368" y="connsiteY6368"/>
              </a:cxn>
              <a:cxn ang="0">
                <a:pos x="connsiteX6369" y="connsiteY6369"/>
              </a:cxn>
              <a:cxn ang="0">
                <a:pos x="connsiteX6370" y="connsiteY6370"/>
              </a:cxn>
              <a:cxn ang="0">
                <a:pos x="connsiteX6371" y="connsiteY6371"/>
              </a:cxn>
              <a:cxn ang="0">
                <a:pos x="connsiteX6372" y="connsiteY6372"/>
              </a:cxn>
              <a:cxn ang="0">
                <a:pos x="connsiteX6373" y="connsiteY6373"/>
              </a:cxn>
              <a:cxn ang="0">
                <a:pos x="connsiteX6374" y="connsiteY6374"/>
              </a:cxn>
              <a:cxn ang="0">
                <a:pos x="connsiteX6375" y="connsiteY6375"/>
              </a:cxn>
              <a:cxn ang="0">
                <a:pos x="connsiteX6376" y="connsiteY6376"/>
              </a:cxn>
              <a:cxn ang="0">
                <a:pos x="connsiteX6377" y="connsiteY6377"/>
              </a:cxn>
              <a:cxn ang="0">
                <a:pos x="connsiteX6378" y="connsiteY6378"/>
              </a:cxn>
              <a:cxn ang="0">
                <a:pos x="connsiteX6379" y="connsiteY6379"/>
              </a:cxn>
              <a:cxn ang="0">
                <a:pos x="connsiteX6380" y="connsiteY6380"/>
              </a:cxn>
              <a:cxn ang="0">
                <a:pos x="connsiteX6381" y="connsiteY6381"/>
              </a:cxn>
              <a:cxn ang="0">
                <a:pos x="connsiteX6382" y="connsiteY6382"/>
              </a:cxn>
              <a:cxn ang="0">
                <a:pos x="connsiteX6383" y="connsiteY6383"/>
              </a:cxn>
              <a:cxn ang="0">
                <a:pos x="connsiteX6384" y="connsiteY6384"/>
              </a:cxn>
              <a:cxn ang="0">
                <a:pos x="connsiteX6385" y="connsiteY6385"/>
              </a:cxn>
              <a:cxn ang="0">
                <a:pos x="connsiteX6386" y="connsiteY6386"/>
              </a:cxn>
              <a:cxn ang="0">
                <a:pos x="connsiteX6387" y="connsiteY6387"/>
              </a:cxn>
              <a:cxn ang="0">
                <a:pos x="connsiteX6388" y="connsiteY6388"/>
              </a:cxn>
              <a:cxn ang="0">
                <a:pos x="connsiteX6389" y="connsiteY6389"/>
              </a:cxn>
              <a:cxn ang="0">
                <a:pos x="connsiteX6390" y="connsiteY6390"/>
              </a:cxn>
              <a:cxn ang="0">
                <a:pos x="connsiteX6391" y="connsiteY6391"/>
              </a:cxn>
              <a:cxn ang="0">
                <a:pos x="connsiteX6392" y="connsiteY6392"/>
              </a:cxn>
              <a:cxn ang="0">
                <a:pos x="connsiteX6393" y="connsiteY6393"/>
              </a:cxn>
              <a:cxn ang="0">
                <a:pos x="connsiteX6394" y="connsiteY6394"/>
              </a:cxn>
              <a:cxn ang="0">
                <a:pos x="connsiteX6395" y="connsiteY6395"/>
              </a:cxn>
              <a:cxn ang="0">
                <a:pos x="connsiteX6396" y="connsiteY6396"/>
              </a:cxn>
              <a:cxn ang="0">
                <a:pos x="connsiteX6397" y="connsiteY6397"/>
              </a:cxn>
              <a:cxn ang="0">
                <a:pos x="connsiteX6398" y="connsiteY6398"/>
              </a:cxn>
              <a:cxn ang="0">
                <a:pos x="connsiteX6399" y="connsiteY6399"/>
              </a:cxn>
              <a:cxn ang="0">
                <a:pos x="connsiteX6400" y="connsiteY6400"/>
              </a:cxn>
              <a:cxn ang="0">
                <a:pos x="connsiteX6401" y="connsiteY6401"/>
              </a:cxn>
              <a:cxn ang="0">
                <a:pos x="connsiteX6402" y="connsiteY6402"/>
              </a:cxn>
              <a:cxn ang="0">
                <a:pos x="connsiteX6403" y="connsiteY6403"/>
              </a:cxn>
              <a:cxn ang="0">
                <a:pos x="connsiteX6404" y="connsiteY6404"/>
              </a:cxn>
              <a:cxn ang="0">
                <a:pos x="connsiteX6405" y="connsiteY6405"/>
              </a:cxn>
              <a:cxn ang="0">
                <a:pos x="connsiteX6406" y="connsiteY6406"/>
              </a:cxn>
              <a:cxn ang="0">
                <a:pos x="connsiteX6407" y="connsiteY6407"/>
              </a:cxn>
              <a:cxn ang="0">
                <a:pos x="connsiteX6408" y="connsiteY6408"/>
              </a:cxn>
              <a:cxn ang="0">
                <a:pos x="connsiteX6409" y="connsiteY6409"/>
              </a:cxn>
              <a:cxn ang="0">
                <a:pos x="connsiteX6410" y="connsiteY6410"/>
              </a:cxn>
              <a:cxn ang="0">
                <a:pos x="connsiteX6411" y="connsiteY6411"/>
              </a:cxn>
              <a:cxn ang="0">
                <a:pos x="connsiteX6412" y="connsiteY6412"/>
              </a:cxn>
              <a:cxn ang="0">
                <a:pos x="connsiteX6413" y="connsiteY6413"/>
              </a:cxn>
              <a:cxn ang="0">
                <a:pos x="connsiteX6414" y="connsiteY6414"/>
              </a:cxn>
              <a:cxn ang="0">
                <a:pos x="connsiteX6415" y="connsiteY6415"/>
              </a:cxn>
              <a:cxn ang="0">
                <a:pos x="connsiteX6416" y="connsiteY6416"/>
              </a:cxn>
              <a:cxn ang="0">
                <a:pos x="connsiteX6417" y="connsiteY6417"/>
              </a:cxn>
              <a:cxn ang="0">
                <a:pos x="connsiteX6418" y="connsiteY6418"/>
              </a:cxn>
              <a:cxn ang="0">
                <a:pos x="connsiteX6419" y="connsiteY6419"/>
              </a:cxn>
              <a:cxn ang="0">
                <a:pos x="connsiteX6420" y="connsiteY6420"/>
              </a:cxn>
              <a:cxn ang="0">
                <a:pos x="connsiteX6421" y="connsiteY6421"/>
              </a:cxn>
              <a:cxn ang="0">
                <a:pos x="connsiteX6422" y="connsiteY6422"/>
              </a:cxn>
              <a:cxn ang="0">
                <a:pos x="connsiteX6423" y="connsiteY6423"/>
              </a:cxn>
              <a:cxn ang="0">
                <a:pos x="connsiteX6424" y="connsiteY6424"/>
              </a:cxn>
              <a:cxn ang="0">
                <a:pos x="connsiteX6425" y="connsiteY6425"/>
              </a:cxn>
              <a:cxn ang="0">
                <a:pos x="connsiteX6426" y="connsiteY6426"/>
              </a:cxn>
              <a:cxn ang="0">
                <a:pos x="connsiteX6427" y="connsiteY6427"/>
              </a:cxn>
              <a:cxn ang="0">
                <a:pos x="connsiteX6428" y="connsiteY6428"/>
              </a:cxn>
              <a:cxn ang="0">
                <a:pos x="connsiteX6429" y="connsiteY6429"/>
              </a:cxn>
              <a:cxn ang="0">
                <a:pos x="connsiteX6430" y="connsiteY6430"/>
              </a:cxn>
              <a:cxn ang="0">
                <a:pos x="connsiteX6431" y="connsiteY6431"/>
              </a:cxn>
              <a:cxn ang="0">
                <a:pos x="connsiteX6432" y="connsiteY6432"/>
              </a:cxn>
              <a:cxn ang="0">
                <a:pos x="connsiteX6433" y="connsiteY6433"/>
              </a:cxn>
              <a:cxn ang="0">
                <a:pos x="connsiteX6434" y="connsiteY6434"/>
              </a:cxn>
              <a:cxn ang="0">
                <a:pos x="connsiteX6435" y="connsiteY6435"/>
              </a:cxn>
              <a:cxn ang="0">
                <a:pos x="connsiteX6436" y="connsiteY6436"/>
              </a:cxn>
              <a:cxn ang="0">
                <a:pos x="connsiteX6437" y="connsiteY6437"/>
              </a:cxn>
              <a:cxn ang="0">
                <a:pos x="connsiteX6438" y="connsiteY6438"/>
              </a:cxn>
              <a:cxn ang="0">
                <a:pos x="connsiteX6439" y="connsiteY6439"/>
              </a:cxn>
              <a:cxn ang="0">
                <a:pos x="connsiteX6440" y="connsiteY6440"/>
              </a:cxn>
              <a:cxn ang="0">
                <a:pos x="connsiteX6441" y="connsiteY6441"/>
              </a:cxn>
              <a:cxn ang="0">
                <a:pos x="connsiteX6442" y="connsiteY6442"/>
              </a:cxn>
              <a:cxn ang="0">
                <a:pos x="connsiteX6443" y="connsiteY6443"/>
              </a:cxn>
              <a:cxn ang="0">
                <a:pos x="connsiteX6444" y="connsiteY6444"/>
              </a:cxn>
              <a:cxn ang="0">
                <a:pos x="connsiteX6445" y="connsiteY6445"/>
              </a:cxn>
              <a:cxn ang="0">
                <a:pos x="connsiteX6446" y="connsiteY6446"/>
              </a:cxn>
              <a:cxn ang="0">
                <a:pos x="connsiteX6447" y="connsiteY6447"/>
              </a:cxn>
              <a:cxn ang="0">
                <a:pos x="connsiteX6448" y="connsiteY6448"/>
              </a:cxn>
              <a:cxn ang="0">
                <a:pos x="connsiteX6449" y="connsiteY6449"/>
              </a:cxn>
              <a:cxn ang="0">
                <a:pos x="connsiteX6450" y="connsiteY6450"/>
              </a:cxn>
              <a:cxn ang="0">
                <a:pos x="connsiteX6451" y="connsiteY6451"/>
              </a:cxn>
              <a:cxn ang="0">
                <a:pos x="connsiteX6452" y="connsiteY6452"/>
              </a:cxn>
              <a:cxn ang="0">
                <a:pos x="connsiteX6453" y="connsiteY6453"/>
              </a:cxn>
              <a:cxn ang="0">
                <a:pos x="connsiteX6454" y="connsiteY6454"/>
              </a:cxn>
              <a:cxn ang="0">
                <a:pos x="connsiteX6455" y="connsiteY6455"/>
              </a:cxn>
              <a:cxn ang="0">
                <a:pos x="connsiteX6456" y="connsiteY6456"/>
              </a:cxn>
              <a:cxn ang="0">
                <a:pos x="connsiteX6457" y="connsiteY6457"/>
              </a:cxn>
              <a:cxn ang="0">
                <a:pos x="connsiteX6458" y="connsiteY6458"/>
              </a:cxn>
              <a:cxn ang="0">
                <a:pos x="connsiteX6459" y="connsiteY6459"/>
              </a:cxn>
              <a:cxn ang="0">
                <a:pos x="connsiteX6460" y="connsiteY6460"/>
              </a:cxn>
              <a:cxn ang="0">
                <a:pos x="connsiteX6461" y="connsiteY6461"/>
              </a:cxn>
              <a:cxn ang="0">
                <a:pos x="connsiteX6462" y="connsiteY6462"/>
              </a:cxn>
              <a:cxn ang="0">
                <a:pos x="connsiteX6463" y="connsiteY6463"/>
              </a:cxn>
              <a:cxn ang="0">
                <a:pos x="connsiteX6464" y="connsiteY6464"/>
              </a:cxn>
              <a:cxn ang="0">
                <a:pos x="connsiteX6465" y="connsiteY6465"/>
              </a:cxn>
              <a:cxn ang="0">
                <a:pos x="connsiteX6466" y="connsiteY6466"/>
              </a:cxn>
              <a:cxn ang="0">
                <a:pos x="connsiteX6467" y="connsiteY6467"/>
              </a:cxn>
              <a:cxn ang="0">
                <a:pos x="connsiteX6468" y="connsiteY6468"/>
              </a:cxn>
              <a:cxn ang="0">
                <a:pos x="connsiteX6469" y="connsiteY6469"/>
              </a:cxn>
              <a:cxn ang="0">
                <a:pos x="connsiteX6470" y="connsiteY6470"/>
              </a:cxn>
              <a:cxn ang="0">
                <a:pos x="connsiteX6471" y="connsiteY6471"/>
              </a:cxn>
              <a:cxn ang="0">
                <a:pos x="connsiteX6472" y="connsiteY6472"/>
              </a:cxn>
              <a:cxn ang="0">
                <a:pos x="connsiteX6473" y="connsiteY6473"/>
              </a:cxn>
              <a:cxn ang="0">
                <a:pos x="connsiteX6474" y="connsiteY6474"/>
              </a:cxn>
              <a:cxn ang="0">
                <a:pos x="connsiteX6475" y="connsiteY6475"/>
              </a:cxn>
              <a:cxn ang="0">
                <a:pos x="connsiteX6476" y="connsiteY6476"/>
              </a:cxn>
              <a:cxn ang="0">
                <a:pos x="connsiteX6477" y="connsiteY6477"/>
              </a:cxn>
              <a:cxn ang="0">
                <a:pos x="connsiteX6478" y="connsiteY6478"/>
              </a:cxn>
              <a:cxn ang="0">
                <a:pos x="connsiteX6479" y="connsiteY6479"/>
              </a:cxn>
              <a:cxn ang="0">
                <a:pos x="connsiteX6480" y="connsiteY6480"/>
              </a:cxn>
              <a:cxn ang="0">
                <a:pos x="connsiteX6481" y="connsiteY6481"/>
              </a:cxn>
              <a:cxn ang="0">
                <a:pos x="connsiteX6482" y="connsiteY6482"/>
              </a:cxn>
              <a:cxn ang="0">
                <a:pos x="connsiteX6483" y="connsiteY6483"/>
              </a:cxn>
              <a:cxn ang="0">
                <a:pos x="connsiteX6484" y="connsiteY6484"/>
              </a:cxn>
              <a:cxn ang="0">
                <a:pos x="connsiteX6485" y="connsiteY6485"/>
              </a:cxn>
              <a:cxn ang="0">
                <a:pos x="connsiteX6486" y="connsiteY6486"/>
              </a:cxn>
              <a:cxn ang="0">
                <a:pos x="connsiteX6487" y="connsiteY6487"/>
              </a:cxn>
              <a:cxn ang="0">
                <a:pos x="connsiteX6488" y="connsiteY6488"/>
              </a:cxn>
              <a:cxn ang="0">
                <a:pos x="connsiteX6489" y="connsiteY6489"/>
              </a:cxn>
              <a:cxn ang="0">
                <a:pos x="connsiteX6490" y="connsiteY6490"/>
              </a:cxn>
              <a:cxn ang="0">
                <a:pos x="connsiteX6491" y="connsiteY6491"/>
              </a:cxn>
              <a:cxn ang="0">
                <a:pos x="connsiteX6492" y="connsiteY6492"/>
              </a:cxn>
              <a:cxn ang="0">
                <a:pos x="connsiteX6493" y="connsiteY6493"/>
              </a:cxn>
              <a:cxn ang="0">
                <a:pos x="connsiteX6494" y="connsiteY6494"/>
              </a:cxn>
              <a:cxn ang="0">
                <a:pos x="connsiteX6495" y="connsiteY6495"/>
              </a:cxn>
              <a:cxn ang="0">
                <a:pos x="connsiteX6496" y="connsiteY6496"/>
              </a:cxn>
              <a:cxn ang="0">
                <a:pos x="connsiteX6497" y="connsiteY6497"/>
              </a:cxn>
              <a:cxn ang="0">
                <a:pos x="connsiteX6498" y="connsiteY6498"/>
              </a:cxn>
              <a:cxn ang="0">
                <a:pos x="connsiteX6499" y="connsiteY6499"/>
              </a:cxn>
              <a:cxn ang="0">
                <a:pos x="connsiteX6500" y="connsiteY6500"/>
              </a:cxn>
              <a:cxn ang="0">
                <a:pos x="connsiteX6501" y="connsiteY6501"/>
              </a:cxn>
              <a:cxn ang="0">
                <a:pos x="connsiteX6502" y="connsiteY6502"/>
              </a:cxn>
              <a:cxn ang="0">
                <a:pos x="connsiteX6503" y="connsiteY6503"/>
              </a:cxn>
              <a:cxn ang="0">
                <a:pos x="connsiteX6504" y="connsiteY6504"/>
              </a:cxn>
              <a:cxn ang="0">
                <a:pos x="connsiteX6505" y="connsiteY6505"/>
              </a:cxn>
              <a:cxn ang="0">
                <a:pos x="connsiteX6506" y="connsiteY6506"/>
              </a:cxn>
              <a:cxn ang="0">
                <a:pos x="connsiteX6507" y="connsiteY6507"/>
              </a:cxn>
              <a:cxn ang="0">
                <a:pos x="connsiteX6508" y="connsiteY6508"/>
              </a:cxn>
              <a:cxn ang="0">
                <a:pos x="connsiteX6509" y="connsiteY6509"/>
              </a:cxn>
              <a:cxn ang="0">
                <a:pos x="connsiteX6510" y="connsiteY6510"/>
              </a:cxn>
              <a:cxn ang="0">
                <a:pos x="connsiteX6511" y="connsiteY6511"/>
              </a:cxn>
              <a:cxn ang="0">
                <a:pos x="connsiteX6512" y="connsiteY6512"/>
              </a:cxn>
              <a:cxn ang="0">
                <a:pos x="connsiteX6513" y="connsiteY6513"/>
              </a:cxn>
              <a:cxn ang="0">
                <a:pos x="connsiteX6514" y="connsiteY6514"/>
              </a:cxn>
              <a:cxn ang="0">
                <a:pos x="connsiteX6515" y="connsiteY6515"/>
              </a:cxn>
              <a:cxn ang="0">
                <a:pos x="connsiteX6516" y="connsiteY6516"/>
              </a:cxn>
              <a:cxn ang="0">
                <a:pos x="connsiteX6517" y="connsiteY6517"/>
              </a:cxn>
              <a:cxn ang="0">
                <a:pos x="connsiteX6518" y="connsiteY6518"/>
              </a:cxn>
              <a:cxn ang="0">
                <a:pos x="connsiteX6519" y="connsiteY6519"/>
              </a:cxn>
              <a:cxn ang="0">
                <a:pos x="connsiteX6520" y="connsiteY6520"/>
              </a:cxn>
              <a:cxn ang="0">
                <a:pos x="connsiteX6521" y="connsiteY6521"/>
              </a:cxn>
              <a:cxn ang="0">
                <a:pos x="connsiteX6522" y="connsiteY6522"/>
              </a:cxn>
              <a:cxn ang="0">
                <a:pos x="connsiteX6523" y="connsiteY6523"/>
              </a:cxn>
              <a:cxn ang="0">
                <a:pos x="connsiteX6524" y="connsiteY6524"/>
              </a:cxn>
              <a:cxn ang="0">
                <a:pos x="connsiteX6525" y="connsiteY6525"/>
              </a:cxn>
              <a:cxn ang="0">
                <a:pos x="connsiteX6526" y="connsiteY6526"/>
              </a:cxn>
              <a:cxn ang="0">
                <a:pos x="connsiteX6527" y="connsiteY6527"/>
              </a:cxn>
              <a:cxn ang="0">
                <a:pos x="connsiteX6528" y="connsiteY6528"/>
              </a:cxn>
              <a:cxn ang="0">
                <a:pos x="connsiteX6529" y="connsiteY6529"/>
              </a:cxn>
              <a:cxn ang="0">
                <a:pos x="connsiteX6530" y="connsiteY6530"/>
              </a:cxn>
              <a:cxn ang="0">
                <a:pos x="connsiteX6531" y="connsiteY6531"/>
              </a:cxn>
              <a:cxn ang="0">
                <a:pos x="connsiteX6532" y="connsiteY6532"/>
              </a:cxn>
              <a:cxn ang="0">
                <a:pos x="connsiteX6533" y="connsiteY6533"/>
              </a:cxn>
              <a:cxn ang="0">
                <a:pos x="connsiteX6534" y="connsiteY6534"/>
              </a:cxn>
              <a:cxn ang="0">
                <a:pos x="connsiteX6535" y="connsiteY6535"/>
              </a:cxn>
              <a:cxn ang="0">
                <a:pos x="connsiteX6536" y="connsiteY6536"/>
              </a:cxn>
              <a:cxn ang="0">
                <a:pos x="connsiteX6537" y="connsiteY6537"/>
              </a:cxn>
              <a:cxn ang="0">
                <a:pos x="connsiteX6538" y="connsiteY6538"/>
              </a:cxn>
              <a:cxn ang="0">
                <a:pos x="connsiteX6539" y="connsiteY6539"/>
              </a:cxn>
              <a:cxn ang="0">
                <a:pos x="connsiteX6540" y="connsiteY6540"/>
              </a:cxn>
              <a:cxn ang="0">
                <a:pos x="connsiteX6541" y="connsiteY6541"/>
              </a:cxn>
              <a:cxn ang="0">
                <a:pos x="connsiteX6542" y="connsiteY6542"/>
              </a:cxn>
              <a:cxn ang="0">
                <a:pos x="connsiteX6543" y="connsiteY6543"/>
              </a:cxn>
              <a:cxn ang="0">
                <a:pos x="connsiteX6544" y="connsiteY6544"/>
              </a:cxn>
              <a:cxn ang="0">
                <a:pos x="connsiteX6545" y="connsiteY6545"/>
              </a:cxn>
              <a:cxn ang="0">
                <a:pos x="connsiteX6546" y="connsiteY6546"/>
              </a:cxn>
              <a:cxn ang="0">
                <a:pos x="connsiteX6547" y="connsiteY6547"/>
              </a:cxn>
              <a:cxn ang="0">
                <a:pos x="connsiteX6548" y="connsiteY6548"/>
              </a:cxn>
              <a:cxn ang="0">
                <a:pos x="connsiteX6549" y="connsiteY6549"/>
              </a:cxn>
              <a:cxn ang="0">
                <a:pos x="connsiteX6550" y="connsiteY6550"/>
              </a:cxn>
              <a:cxn ang="0">
                <a:pos x="connsiteX6551" y="connsiteY6551"/>
              </a:cxn>
              <a:cxn ang="0">
                <a:pos x="connsiteX6552" y="connsiteY6552"/>
              </a:cxn>
              <a:cxn ang="0">
                <a:pos x="connsiteX6553" y="connsiteY6553"/>
              </a:cxn>
              <a:cxn ang="0">
                <a:pos x="connsiteX6554" y="connsiteY6554"/>
              </a:cxn>
              <a:cxn ang="0">
                <a:pos x="connsiteX6555" y="connsiteY6555"/>
              </a:cxn>
              <a:cxn ang="0">
                <a:pos x="connsiteX6556" y="connsiteY6556"/>
              </a:cxn>
              <a:cxn ang="0">
                <a:pos x="connsiteX6557" y="connsiteY6557"/>
              </a:cxn>
              <a:cxn ang="0">
                <a:pos x="connsiteX6558" y="connsiteY6558"/>
              </a:cxn>
              <a:cxn ang="0">
                <a:pos x="connsiteX6559" y="connsiteY6559"/>
              </a:cxn>
              <a:cxn ang="0">
                <a:pos x="connsiteX6560" y="connsiteY6560"/>
              </a:cxn>
              <a:cxn ang="0">
                <a:pos x="connsiteX6561" y="connsiteY6561"/>
              </a:cxn>
              <a:cxn ang="0">
                <a:pos x="connsiteX6562" y="connsiteY6562"/>
              </a:cxn>
              <a:cxn ang="0">
                <a:pos x="connsiteX6563" y="connsiteY6563"/>
              </a:cxn>
              <a:cxn ang="0">
                <a:pos x="connsiteX6564" y="connsiteY6564"/>
              </a:cxn>
              <a:cxn ang="0">
                <a:pos x="connsiteX6565" y="connsiteY6565"/>
              </a:cxn>
              <a:cxn ang="0">
                <a:pos x="connsiteX6566" y="connsiteY6566"/>
              </a:cxn>
              <a:cxn ang="0">
                <a:pos x="connsiteX6567" y="connsiteY6567"/>
              </a:cxn>
              <a:cxn ang="0">
                <a:pos x="connsiteX6568" y="connsiteY6568"/>
              </a:cxn>
              <a:cxn ang="0">
                <a:pos x="connsiteX6569" y="connsiteY6569"/>
              </a:cxn>
              <a:cxn ang="0">
                <a:pos x="connsiteX6570" y="connsiteY6570"/>
              </a:cxn>
              <a:cxn ang="0">
                <a:pos x="connsiteX6571" y="connsiteY6571"/>
              </a:cxn>
              <a:cxn ang="0">
                <a:pos x="connsiteX6572" y="connsiteY6572"/>
              </a:cxn>
              <a:cxn ang="0">
                <a:pos x="connsiteX6573" y="connsiteY6573"/>
              </a:cxn>
              <a:cxn ang="0">
                <a:pos x="connsiteX6574" y="connsiteY6574"/>
              </a:cxn>
              <a:cxn ang="0">
                <a:pos x="connsiteX6575" y="connsiteY6575"/>
              </a:cxn>
              <a:cxn ang="0">
                <a:pos x="connsiteX6576" y="connsiteY6576"/>
              </a:cxn>
              <a:cxn ang="0">
                <a:pos x="connsiteX6577" y="connsiteY6577"/>
              </a:cxn>
              <a:cxn ang="0">
                <a:pos x="connsiteX6578" y="connsiteY6578"/>
              </a:cxn>
              <a:cxn ang="0">
                <a:pos x="connsiteX6579" y="connsiteY6579"/>
              </a:cxn>
              <a:cxn ang="0">
                <a:pos x="connsiteX6580" y="connsiteY6580"/>
              </a:cxn>
              <a:cxn ang="0">
                <a:pos x="connsiteX6581" y="connsiteY6581"/>
              </a:cxn>
              <a:cxn ang="0">
                <a:pos x="connsiteX6582" y="connsiteY6582"/>
              </a:cxn>
              <a:cxn ang="0">
                <a:pos x="connsiteX6583" y="connsiteY6583"/>
              </a:cxn>
              <a:cxn ang="0">
                <a:pos x="connsiteX6584" y="connsiteY6584"/>
              </a:cxn>
              <a:cxn ang="0">
                <a:pos x="connsiteX6585" y="connsiteY6585"/>
              </a:cxn>
              <a:cxn ang="0">
                <a:pos x="connsiteX6586" y="connsiteY6586"/>
              </a:cxn>
              <a:cxn ang="0">
                <a:pos x="connsiteX6587" y="connsiteY6587"/>
              </a:cxn>
              <a:cxn ang="0">
                <a:pos x="connsiteX6588" y="connsiteY6588"/>
              </a:cxn>
              <a:cxn ang="0">
                <a:pos x="connsiteX6589" y="connsiteY6589"/>
              </a:cxn>
              <a:cxn ang="0">
                <a:pos x="connsiteX6590" y="connsiteY6590"/>
              </a:cxn>
              <a:cxn ang="0">
                <a:pos x="connsiteX6591" y="connsiteY6591"/>
              </a:cxn>
              <a:cxn ang="0">
                <a:pos x="connsiteX6592" y="connsiteY6592"/>
              </a:cxn>
              <a:cxn ang="0">
                <a:pos x="connsiteX6593" y="connsiteY6593"/>
              </a:cxn>
              <a:cxn ang="0">
                <a:pos x="connsiteX6594" y="connsiteY6594"/>
              </a:cxn>
              <a:cxn ang="0">
                <a:pos x="connsiteX6595" y="connsiteY6595"/>
              </a:cxn>
              <a:cxn ang="0">
                <a:pos x="connsiteX6596" y="connsiteY6596"/>
              </a:cxn>
              <a:cxn ang="0">
                <a:pos x="connsiteX6597" y="connsiteY6597"/>
              </a:cxn>
              <a:cxn ang="0">
                <a:pos x="connsiteX6598" y="connsiteY6598"/>
              </a:cxn>
              <a:cxn ang="0">
                <a:pos x="connsiteX6599" y="connsiteY6599"/>
              </a:cxn>
              <a:cxn ang="0">
                <a:pos x="connsiteX6600" y="connsiteY6600"/>
              </a:cxn>
              <a:cxn ang="0">
                <a:pos x="connsiteX6601" y="connsiteY6601"/>
              </a:cxn>
              <a:cxn ang="0">
                <a:pos x="connsiteX6602" y="connsiteY6602"/>
              </a:cxn>
              <a:cxn ang="0">
                <a:pos x="connsiteX6603" y="connsiteY6603"/>
              </a:cxn>
              <a:cxn ang="0">
                <a:pos x="connsiteX6604" y="connsiteY6604"/>
              </a:cxn>
              <a:cxn ang="0">
                <a:pos x="connsiteX6605" y="connsiteY6605"/>
              </a:cxn>
              <a:cxn ang="0">
                <a:pos x="connsiteX6606" y="connsiteY6606"/>
              </a:cxn>
              <a:cxn ang="0">
                <a:pos x="connsiteX6607" y="connsiteY6607"/>
              </a:cxn>
              <a:cxn ang="0">
                <a:pos x="connsiteX6608" y="connsiteY6608"/>
              </a:cxn>
              <a:cxn ang="0">
                <a:pos x="connsiteX6609" y="connsiteY6609"/>
              </a:cxn>
              <a:cxn ang="0">
                <a:pos x="connsiteX6610" y="connsiteY6610"/>
              </a:cxn>
              <a:cxn ang="0">
                <a:pos x="connsiteX6611" y="connsiteY6611"/>
              </a:cxn>
              <a:cxn ang="0">
                <a:pos x="connsiteX6612" y="connsiteY6612"/>
              </a:cxn>
              <a:cxn ang="0">
                <a:pos x="connsiteX6613" y="connsiteY6613"/>
              </a:cxn>
              <a:cxn ang="0">
                <a:pos x="connsiteX6614" y="connsiteY6614"/>
              </a:cxn>
              <a:cxn ang="0">
                <a:pos x="connsiteX6615" y="connsiteY6615"/>
              </a:cxn>
              <a:cxn ang="0">
                <a:pos x="connsiteX6616" y="connsiteY6616"/>
              </a:cxn>
              <a:cxn ang="0">
                <a:pos x="connsiteX6617" y="connsiteY6617"/>
              </a:cxn>
              <a:cxn ang="0">
                <a:pos x="connsiteX6618" y="connsiteY6618"/>
              </a:cxn>
              <a:cxn ang="0">
                <a:pos x="connsiteX6619" y="connsiteY6619"/>
              </a:cxn>
              <a:cxn ang="0">
                <a:pos x="connsiteX6620" y="connsiteY6620"/>
              </a:cxn>
              <a:cxn ang="0">
                <a:pos x="connsiteX6621" y="connsiteY6621"/>
              </a:cxn>
              <a:cxn ang="0">
                <a:pos x="connsiteX6622" y="connsiteY6622"/>
              </a:cxn>
              <a:cxn ang="0">
                <a:pos x="connsiteX6623" y="connsiteY6623"/>
              </a:cxn>
              <a:cxn ang="0">
                <a:pos x="connsiteX6624" y="connsiteY6624"/>
              </a:cxn>
              <a:cxn ang="0">
                <a:pos x="connsiteX6625" y="connsiteY6625"/>
              </a:cxn>
              <a:cxn ang="0">
                <a:pos x="connsiteX6626" y="connsiteY6626"/>
              </a:cxn>
              <a:cxn ang="0">
                <a:pos x="connsiteX6627" y="connsiteY6627"/>
              </a:cxn>
              <a:cxn ang="0">
                <a:pos x="connsiteX6628" y="connsiteY6628"/>
              </a:cxn>
              <a:cxn ang="0">
                <a:pos x="connsiteX6629" y="connsiteY6629"/>
              </a:cxn>
              <a:cxn ang="0">
                <a:pos x="connsiteX6630" y="connsiteY6630"/>
              </a:cxn>
              <a:cxn ang="0">
                <a:pos x="connsiteX6631" y="connsiteY6631"/>
              </a:cxn>
              <a:cxn ang="0">
                <a:pos x="connsiteX6632" y="connsiteY6632"/>
              </a:cxn>
              <a:cxn ang="0">
                <a:pos x="connsiteX6633" y="connsiteY6633"/>
              </a:cxn>
              <a:cxn ang="0">
                <a:pos x="connsiteX6634" y="connsiteY6634"/>
              </a:cxn>
              <a:cxn ang="0">
                <a:pos x="connsiteX6635" y="connsiteY6635"/>
              </a:cxn>
              <a:cxn ang="0">
                <a:pos x="connsiteX6636" y="connsiteY6636"/>
              </a:cxn>
              <a:cxn ang="0">
                <a:pos x="connsiteX6637" y="connsiteY6637"/>
              </a:cxn>
              <a:cxn ang="0">
                <a:pos x="connsiteX6638" y="connsiteY6638"/>
              </a:cxn>
              <a:cxn ang="0">
                <a:pos x="connsiteX6639" y="connsiteY6639"/>
              </a:cxn>
              <a:cxn ang="0">
                <a:pos x="connsiteX6640" y="connsiteY6640"/>
              </a:cxn>
              <a:cxn ang="0">
                <a:pos x="connsiteX6641" y="connsiteY6641"/>
              </a:cxn>
              <a:cxn ang="0">
                <a:pos x="connsiteX6642" y="connsiteY6642"/>
              </a:cxn>
              <a:cxn ang="0">
                <a:pos x="connsiteX6643" y="connsiteY6643"/>
              </a:cxn>
              <a:cxn ang="0">
                <a:pos x="connsiteX6644" y="connsiteY6644"/>
              </a:cxn>
              <a:cxn ang="0">
                <a:pos x="connsiteX6645" y="connsiteY6645"/>
              </a:cxn>
              <a:cxn ang="0">
                <a:pos x="connsiteX6646" y="connsiteY6646"/>
              </a:cxn>
              <a:cxn ang="0">
                <a:pos x="connsiteX6647" y="connsiteY6647"/>
              </a:cxn>
              <a:cxn ang="0">
                <a:pos x="connsiteX6648" y="connsiteY6648"/>
              </a:cxn>
              <a:cxn ang="0">
                <a:pos x="connsiteX6649" y="connsiteY6649"/>
              </a:cxn>
              <a:cxn ang="0">
                <a:pos x="connsiteX6650" y="connsiteY6650"/>
              </a:cxn>
              <a:cxn ang="0">
                <a:pos x="connsiteX6651" y="connsiteY6651"/>
              </a:cxn>
              <a:cxn ang="0">
                <a:pos x="connsiteX6652" y="connsiteY6652"/>
              </a:cxn>
              <a:cxn ang="0">
                <a:pos x="connsiteX6653" y="connsiteY6653"/>
              </a:cxn>
              <a:cxn ang="0">
                <a:pos x="connsiteX6654" y="connsiteY6654"/>
              </a:cxn>
              <a:cxn ang="0">
                <a:pos x="connsiteX6655" y="connsiteY6655"/>
              </a:cxn>
              <a:cxn ang="0">
                <a:pos x="connsiteX6656" y="connsiteY6656"/>
              </a:cxn>
              <a:cxn ang="0">
                <a:pos x="connsiteX6657" y="connsiteY6657"/>
              </a:cxn>
              <a:cxn ang="0">
                <a:pos x="connsiteX6658" y="connsiteY6658"/>
              </a:cxn>
              <a:cxn ang="0">
                <a:pos x="connsiteX6659" y="connsiteY6659"/>
              </a:cxn>
              <a:cxn ang="0">
                <a:pos x="connsiteX6660" y="connsiteY6660"/>
              </a:cxn>
              <a:cxn ang="0">
                <a:pos x="connsiteX6661" y="connsiteY6661"/>
              </a:cxn>
              <a:cxn ang="0">
                <a:pos x="connsiteX6662" y="connsiteY6662"/>
              </a:cxn>
              <a:cxn ang="0">
                <a:pos x="connsiteX6663" y="connsiteY6663"/>
              </a:cxn>
              <a:cxn ang="0">
                <a:pos x="connsiteX6664" y="connsiteY6664"/>
              </a:cxn>
              <a:cxn ang="0">
                <a:pos x="connsiteX6665" y="connsiteY6665"/>
              </a:cxn>
              <a:cxn ang="0">
                <a:pos x="connsiteX6666" y="connsiteY6666"/>
              </a:cxn>
              <a:cxn ang="0">
                <a:pos x="connsiteX6667" y="connsiteY6667"/>
              </a:cxn>
              <a:cxn ang="0">
                <a:pos x="connsiteX6668" y="connsiteY6668"/>
              </a:cxn>
              <a:cxn ang="0">
                <a:pos x="connsiteX6669" y="connsiteY6669"/>
              </a:cxn>
              <a:cxn ang="0">
                <a:pos x="connsiteX6670" y="connsiteY6670"/>
              </a:cxn>
              <a:cxn ang="0">
                <a:pos x="connsiteX6671" y="connsiteY6671"/>
              </a:cxn>
              <a:cxn ang="0">
                <a:pos x="connsiteX6672" y="connsiteY6672"/>
              </a:cxn>
              <a:cxn ang="0">
                <a:pos x="connsiteX6673" y="connsiteY6673"/>
              </a:cxn>
              <a:cxn ang="0">
                <a:pos x="connsiteX6674" y="connsiteY6674"/>
              </a:cxn>
              <a:cxn ang="0">
                <a:pos x="connsiteX6675" y="connsiteY6675"/>
              </a:cxn>
              <a:cxn ang="0">
                <a:pos x="connsiteX6676" y="connsiteY6676"/>
              </a:cxn>
              <a:cxn ang="0">
                <a:pos x="connsiteX6677" y="connsiteY6677"/>
              </a:cxn>
              <a:cxn ang="0">
                <a:pos x="connsiteX6678" y="connsiteY6678"/>
              </a:cxn>
              <a:cxn ang="0">
                <a:pos x="connsiteX6679" y="connsiteY6679"/>
              </a:cxn>
              <a:cxn ang="0">
                <a:pos x="connsiteX6680" y="connsiteY6680"/>
              </a:cxn>
              <a:cxn ang="0">
                <a:pos x="connsiteX6681" y="connsiteY6681"/>
              </a:cxn>
              <a:cxn ang="0">
                <a:pos x="connsiteX6682" y="connsiteY6682"/>
              </a:cxn>
              <a:cxn ang="0">
                <a:pos x="connsiteX6683" y="connsiteY6683"/>
              </a:cxn>
              <a:cxn ang="0">
                <a:pos x="connsiteX6684" y="connsiteY6684"/>
              </a:cxn>
              <a:cxn ang="0">
                <a:pos x="connsiteX6685" y="connsiteY6685"/>
              </a:cxn>
              <a:cxn ang="0">
                <a:pos x="connsiteX6686" y="connsiteY6686"/>
              </a:cxn>
              <a:cxn ang="0">
                <a:pos x="connsiteX6687" y="connsiteY6687"/>
              </a:cxn>
              <a:cxn ang="0">
                <a:pos x="connsiteX6688" y="connsiteY6688"/>
              </a:cxn>
              <a:cxn ang="0">
                <a:pos x="connsiteX6689" y="connsiteY6689"/>
              </a:cxn>
              <a:cxn ang="0">
                <a:pos x="connsiteX6690" y="connsiteY6690"/>
              </a:cxn>
              <a:cxn ang="0">
                <a:pos x="connsiteX6691" y="connsiteY6691"/>
              </a:cxn>
              <a:cxn ang="0">
                <a:pos x="connsiteX6692" y="connsiteY6692"/>
              </a:cxn>
              <a:cxn ang="0">
                <a:pos x="connsiteX6693" y="connsiteY6693"/>
              </a:cxn>
              <a:cxn ang="0">
                <a:pos x="connsiteX6694" y="connsiteY6694"/>
              </a:cxn>
              <a:cxn ang="0">
                <a:pos x="connsiteX6695" y="connsiteY6695"/>
              </a:cxn>
              <a:cxn ang="0">
                <a:pos x="connsiteX6696" y="connsiteY6696"/>
              </a:cxn>
              <a:cxn ang="0">
                <a:pos x="connsiteX6697" y="connsiteY6697"/>
              </a:cxn>
              <a:cxn ang="0">
                <a:pos x="connsiteX6698" y="connsiteY6698"/>
              </a:cxn>
              <a:cxn ang="0">
                <a:pos x="connsiteX6699" y="connsiteY6699"/>
              </a:cxn>
              <a:cxn ang="0">
                <a:pos x="connsiteX6700" y="connsiteY6700"/>
              </a:cxn>
              <a:cxn ang="0">
                <a:pos x="connsiteX6701" y="connsiteY6701"/>
              </a:cxn>
              <a:cxn ang="0">
                <a:pos x="connsiteX6702" y="connsiteY6702"/>
              </a:cxn>
              <a:cxn ang="0">
                <a:pos x="connsiteX6703" y="connsiteY6703"/>
              </a:cxn>
              <a:cxn ang="0">
                <a:pos x="connsiteX6704" y="connsiteY6704"/>
              </a:cxn>
              <a:cxn ang="0">
                <a:pos x="connsiteX6705" y="connsiteY6705"/>
              </a:cxn>
              <a:cxn ang="0">
                <a:pos x="connsiteX6706" y="connsiteY6706"/>
              </a:cxn>
              <a:cxn ang="0">
                <a:pos x="connsiteX6707" y="connsiteY6707"/>
              </a:cxn>
              <a:cxn ang="0">
                <a:pos x="connsiteX6708" y="connsiteY6708"/>
              </a:cxn>
              <a:cxn ang="0">
                <a:pos x="connsiteX6709" y="connsiteY6709"/>
              </a:cxn>
              <a:cxn ang="0">
                <a:pos x="connsiteX6710" y="connsiteY6710"/>
              </a:cxn>
              <a:cxn ang="0">
                <a:pos x="connsiteX6711" y="connsiteY6711"/>
              </a:cxn>
              <a:cxn ang="0">
                <a:pos x="connsiteX6712" y="connsiteY6712"/>
              </a:cxn>
              <a:cxn ang="0">
                <a:pos x="connsiteX6713" y="connsiteY6713"/>
              </a:cxn>
              <a:cxn ang="0">
                <a:pos x="connsiteX6714" y="connsiteY6714"/>
              </a:cxn>
              <a:cxn ang="0">
                <a:pos x="connsiteX6715" y="connsiteY6715"/>
              </a:cxn>
              <a:cxn ang="0">
                <a:pos x="connsiteX6716" y="connsiteY6716"/>
              </a:cxn>
              <a:cxn ang="0">
                <a:pos x="connsiteX6717" y="connsiteY6717"/>
              </a:cxn>
              <a:cxn ang="0">
                <a:pos x="connsiteX6718" y="connsiteY6718"/>
              </a:cxn>
              <a:cxn ang="0">
                <a:pos x="connsiteX6719" y="connsiteY6719"/>
              </a:cxn>
              <a:cxn ang="0">
                <a:pos x="connsiteX6720" y="connsiteY6720"/>
              </a:cxn>
              <a:cxn ang="0">
                <a:pos x="connsiteX6721" y="connsiteY6721"/>
              </a:cxn>
              <a:cxn ang="0">
                <a:pos x="connsiteX6722" y="connsiteY6722"/>
              </a:cxn>
              <a:cxn ang="0">
                <a:pos x="connsiteX6723" y="connsiteY6723"/>
              </a:cxn>
              <a:cxn ang="0">
                <a:pos x="connsiteX6724" y="connsiteY6724"/>
              </a:cxn>
              <a:cxn ang="0">
                <a:pos x="connsiteX6725" y="connsiteY6725"/>
              </a:cxn>
              <a:cxn ang="0">
                <a:pos x="connsiteX6726" y="connsiteY6726"/>
              </a:cxn>
              <a:cxn ang="0">
                <a:pos x="connsiteX6727" y="connsiteY6727"/>
              </a:cxn>
              <a:cxn ang="0">
                <a:pos x="connsiteX6728" y="connsiteY6728"/>
              </a:cxn>
              <a:cxn ang="0">
                <a:pos x="connsiteX6729" y="connsiteY6729"/>
              </a:cxn>
              <a:cxn ang="0">
                <a:pos x="connsiteX6730" y="connsiteY6730"/>
              </a:cxn>
              <a:cxn ang="0">
                <a:pos x="connsiteX6731" y="connsiteY6731"/>
              </a:cxn>
              <a:cxn ang="0">
                <a:pos x="connsiteX6732" y="connsiteY6732"/>
              </a:cxn>
              <a:cxn ang="0">
                <a:pos x="connsiteX6733" y="connsiteY6733"/>
              </a:cxn>
              <a:cxn ang="0">
                <a:pos x="connsiteX6734" y="connsiteY6734"/>
              </a:cxn>
              <a:cxn ang="0">
                <a:pos x="connsiteX6735" y="connsiteY6735"/>
              </a:cxn>
              <a:cxn ang="0">
                <a:pos x="connsiteX6736" y="connsiteY6736"/>
              </a:cxn>
              <a:cxn ang="0">
                <a:pos x="connsiteX6737" y="connsiteY6737"/>
              </a:cxn>
              <a:cxn ang="0">
                <a:pos x="connsiteX6738" y="connsiteY6738"/>
              </a:cxn>
              <a:cxn ang="0">
                <a:pos x="connsiteX6739" y="connsiteY6739"/>
              </a:cxn>
              <a:cxn ang="0">
                <a:pos x="connsiteX6740" y="connsiteY6740"/>
              </a:cxn>
              <a:cxn ang="0">
                <a:pos x="connsiteX6741" y="connsiteY6741"/>
              </a:cxn>
              <a:cxn ang="0">
                <a:pos x="connsiteX6742" y="connsiteY6742"/>
              </a:cxn>
              <a:cxn ang="0">
                <a:pos x="connsiteX6743" y="connsiteY6743"/>
              </a:cxn>
              <a:cxn ang="0">
                <a:pos x="connsiteX6744" y="connsiteY6744"/>
              </a:cxn>
              <a:cxn ang="0">
                <a:pos x="connsiteX6745" y="connsiteY6745"/>
              </a:cxn>
              <a:cxn ang="0">
                <a:pos x="connsiteX6746" y="connsiteY6746"/>
              </a:cxn>
              <a:cxn ang="0">
                <a:pos x="connsiteX6747" y="connsiteY6747"/>
              </a:cxn>
            </a:cxnLst>
            <a:rect l="l" t="t" r="r" b="b"/>
            <a:pathLst>
              <a:path w="6501199" h="6382977">
                <a:moveTo>
                  <a:pt x="1776545" y="6193964"/>
                </a:moveTo>
                <a:cubicBezTo>
                  <a:pt x="1774385" y="6200804"/>
                  <a:pt x="1779065" y="6214486"/>
                  <a:pt x="1788065" y="6217006"/>
                </a:cubicBezTo>
                <a:cubicBezTo>
                  <a:pt x="1797065" y="6210165"/>
                  <a:pt x="1783385" y="6196484"/>
                  <a:pt x="1776545" y="6193964"/>
                </a:cubicBezTo>
                <a:close/>
                <a:moveTo>
                  <a:pt x="1428422" y="5800457"/>
                </a:moveTo>
                <a:cubicBezTo>
                  <a:pt x="1415101" y="5805138"/>
                  <a:pt x="1421941" y="5811978"/>
                  <a:pt x="1417261" y="5816298"/>
                </a:cubicBezTo>
                <a:cubicBezTo>
                  <a:pt x="1424101" y="5816298"/>
                  <a:pt x="1428422" y="5825658"/>
                  <a:pt x="1437782" y="5818818"/>
                </a:cubicBezTo>
                <a:cubicBezTo>
                  <a:pt x="1428422" y="5811978"/>
                  <a:pt x="1433102" y="5807298"/>
                  <a:pt x="1428422" y="5800457"/>
                </a:cubicBezTo>
                <a:close/>
                <a:moveTo>
                  <a:pt x="1974546" y="5798297"/>
                </a:moveTo>
                <a:cubicBezTo>
                  <a:pt x="1965546" y="5800457"/>
                  <a:pt x="1970226" y="5823138"/>
                  <a:pt x="1981386" y="5811978"/>
                </a:cubicBezTo>
                <a:cubicBezTo>
                  <a:pt x="1974546" y="5811978"/>
                  <a:pt x="1974546" y="5809458"/>
                  <a:pt x="1983546" y="5802977"/>
                </a:cubicBezTo>
                <a:cubicBezTo>
                  <a:pt x="1981386" y="5802977"/>
                  <a:pt x="1977066" y="5800457"/>
                  <a:pt x="1974546" y="5798297"/>
                </a:cubicBezTo>
                <a:close/>
                <a:moveTo>
                  <a:pt x="1951866" y="5791456"/>
                </a:moveTo>
                <a:cubicBezTo>
                  <a:pt x="1940346" y="5791456"/>
                  <a:pt x="1938186" y="5805138"/>
                  <a:pt x="1942866" y="5811978"/>
                </a:cubicBezTo>
                <a:cubicBezTo>
                  <a:pt x="1931346" y="5816298"/>
                  <a:pt x="1942866" y="5798297"/>
                  <a:pt x="1929186" y="5805138"/>
                </a:cubicBezTo>
                <a:cubicBezTo>
                  <a:pt x="1915506" y="5820978"/>
                  <a:pt x="1947186" y="5841500"/>
                  <a:pt x="1924506" y="5855181"/>
                </a:cubicBezTo>
                <a:cubicBezTo>
                  <a:pt x="1936026" y="5868862"/>
                  <a:pt x="1963386" y="5873182"/>
                  <a:pt x="1972386" y="5855181"/>
                </a:cubicBezTo>
                <a:cubicBezTo>
                  <a:pt x="1960866" y="5857341"/>
                  <a:pt x="1947186" y="5864182"/>
                  <a:pt x="1940346" y="5850500"/>
                </a:cubicBezTo>
                <a:cubicBezTo>
                  <a:pt x="1956546" y="5848340"/>
                  <a:pt x="1956546" y="5845820"/>
                  <a:pt x="1970226" y="5839340"/>
                </a:cubicBezTo>
                <a:cubicBezTo>
                  <a:pt x="1963386" y="5834660"/>
                  <a:pt x="1958706" y="5827819"/>
                  <a:pt x="1972386" y="5823138"/>
                </a:cubicBezTo>
                <a:cubicBezTo>
                  <a:pt x="1956546" y="5809458"/>
                  <a:pt x="1954026" y="5807298"/>
                  <a:pt x="1951866" y="5791456"/>
                </a:cubicBezTo>
                <a:close/>
                <a:moveTo>
                  <a:pt x="1933506" y="5782456"/>
                </a:moveTo>
                <a:cubicBezTo>
                  <a:pt x="1922346" y="5786776"/>
                  <a:pt x="1924506" y="5793616"/>
                  <a:pt x="1929186" y="5800457"/>
                </a:cubicBezTo>
                <a:cubicBezTo>
                  <a:pt x="1938186" y="5796136"/>
                  <a:pt x="1938186" y="5789296"/>
                  <a:pt x="1933506" y="5782456"/>
                </a:cubicBezTo>
                <a:close/>
                <a:moveTo>
                  <a:pt x="1653783" y="5770935"/>
                </a:moveTo>
                <a:cubicBezTo>
                  <a:pt x="1642623" y="5777776"/>
                  <a:pt x="1649463" y="5789296"/>
                  <a:pt x="1658463" y="5789296"/>
                </a:cubicBezTo>
                <a:cubicBezTo>
                  <a:pt x="1672143" y="5779936"/>
                  <a:pt x="1660623" y="5782456"/>
                  <a:pt x="1653783" y="5770935"/>
                </a:cubicBezTo>
                <a:close/>
                <a:moveTo>
                  <a:pt x="1681143" y="5750414"/>
                </a:moveTo>
                <a:cubicBezTo>
                  <a:pt x="1674303" y="5750414"/>
                  <a:pt x="1662783" y="5752574"/>
                  <a:pt x="1662783" y="5759414"/>
                </a:cubicBezTo>
                <a:cubicBezTo>
                  <a:pt x="1681143" y="5755094"/>
                  <a:pt x="1676463" y="5766254"/>
                  <a:pt x="1676463" y="5777776"/>
                </a:cubicBezTo>
                <a:cubicBezTo>
                  <a:pt x="1681143" y="5775616"/>
                  <a:pt x="1683303" y="5773095"/>
                  <a:pt x="1681143" y="5770935"/>
                </a:cubicBezTo>
                <a:cubicBezTo>
                  <a:pt x="1687984" y="5768775"/>
                  <a:pt x="1692304" y="5777776"/>
                  <a:pt x="1699144" y="5768775"/>
                </a:cubicBezTo>
                <a:cubicBezTo>
                  <a:pt x="1694824" y="5764094"/>
                  <a:pt x="1676463" y="5757254"/>
                  <a:pt x="1681143" y="5750414"/>
                </a:cubicBezTo>
                <a:close/>
                <a:moveTo>
                  <a:pt x="1947186" y="5718732"/>
                </a:moveTo>
                <a:cubicBezTo>
                  <a:pt x="1936026" y="5729892"/>
                  <a:pt x="1940346" y="5741413"/>
                  <a:pt x="1945026" y="5755094"/>
                </a:cubicBezTo>
                <a:cubicBezTo>
                  <a:pt x="1958706" y="5743573"/>
                  <a:pt x="1945026" y="5729892"/>
                  <a:pt x="1947186" y="5718732"/>
                </a:cubicBezTo>
                <a:close/>
                <a:moveTo>
                  <a:pt x="1967706" y="5673008"/>
                </a:moveTo>
                <a:cubicBezTo>
                  <a:pt x="1956546" y="5677688"/>
                  <a:pt x="1972386" y="5684529"/>
                  <a:pt x="1963386" y="5689210"/>
                </a:cubicBezTo>
                <a:cubicBezTo>
                  <a:pt x="1972386" y="5696050"/>
                  <a:pt x="1979226" y="5679848"/>
                  <a:pt x="1967706" y="5673008"/>
                </a:cubicBezTo>
                <a:close/>
                <a:moveTo>
                  <a:pt x="1467302" y="5581922"/>
                </a:moveTo>
                <a:cubicBezTo>
                  <a:pt x="1467302" y="5581922"/>
                  <a:pt x="1467302" y="5581922"/>
                  <a:pt x="1453622" y="5591282"/>
                </a:cubicBezTo>
                <a:cubicBezTo>
                  <a:pt x="1474142" y="5602444"/>
                  <a:pt x="1476302" y="5622965"/>
                  <a:pt x="1485662" y="5643486"/>
                </a:cubicBezTo>
                <a:cubicBezTo>
                  <a:pt x="1501502" y="5618644"/>
                  <a:pt x="1469462" y="5598123"/>
                  <a:pt x="1467302" y="5581922"/>
                </a:cubicBezTo>
                <a:close/>
                <a:moveTo>
                  <a:pt x="2454663" y="5568266"/>
                </a:moveTo>
                <a:cubicBezTo>
                  <a:pt x="2452491" y="5579296"/>
                  <a:pt x="2447784" y="5586056"/>
                  <a:pt x="2434388" y="5583921"/>
                </a:cubicBezTo>
                <a:cubicBezTo>
                  <a:pt x="2436561" y="5572535"/>
                  <a:pt x="2441267" y="5565775"/>
                  <a:pt x="2454663" y="5568266"/>
                </a:cubicBezTo>
                <a:close/>
                <a:moveTo>
                  <a:pt x="2549669" y="5543550"/>
                </a:moveTo>
                <a:cubicBezTo>
                  <a:pt x="2572144" y="5548136"/>
                  <a:pt x="2563225" y="5554839"/>
                  <a:pt x="2558587" y="5572478"/>
                </a:cubicBezTo>
                <a:cubicBezTo>
                  <a:pt x="2551809" y="5561542"/>
                  <a:pt x="2509000" y="5581297"/>
                  <a:pt x="2513638" y="5556956"/>
                </a:cubicBezTo>
                <a:cubicBezTo>
                  <a:pt x="2527194" y="5561542"/>
                  <a:pt x="2549669" y="5543550"/>
                  <a:pt x="2545031" y="5563658"/>
                </a:cubicBezTo>
                <a:cubicBezTo>
                  <a:pt x="2565365" y="5559072"/>
                  <a:pt x="2545031" y="5554839"/>
                  <a:pt x="2549669" y="5543550"/>
                </a:cubicBezTo>
                <a:close/>
                <a:moveTo>
                  <a:pt x="1460462" y="5522878"/>
                </a:moveTo>
                <a:cubicBezTo>
                  <a:pt x="1453622" y="5539079"/>
                  <a:pt x="1460462" y="5554920"/>
                  <a:pt x="1458302" y="5572922"/>
                </a:cubicBezTo>
                <a:cubicBezTo>
                  <a:pt x="1465142" y="5575442"/>
                  <a:pt x="1469462" y="5572922"/>
                  <a:pt x="1476302" y="5568601"/>
                </a:cubicBezTo>
                <a:cubicBezTo>
                  <a:pt x="1469462" y="5554920"/>
                  <a:pt x="1467302" y="5539079"/>
                  <a:pt x="1460462" y="5522878"/>
                </a:cubicBezTo>
                <a:close/>
                <a:moveTo>
                  <a:pt x="2191815" y="5490491"/>
                </a:moveTo>
                <a:cubicBezTo>
                  <a:pt x="2193941" y="5494784"/>
                  <a:pt x="2193941" y="5497288"/>
                  <a:pt x="2200671" y="5499435"/>
                </a:cubicBezTo>
                <a:cubicBezTo>
                  <a:pt x="2187210" y="5513029"/>
                  <a:pt x="2173749" y="5501581"/>
                  <a:pt x="2158163" y="5499435"/>
                </a:cubicBezTo>
                <a:cubicBezTo>
                  <a:pt x="2164894" y="5490491"/>
                  <a:pt x="2176229" y="5487987"/>
                  <a:pt x="2191815" y="5490491"/>
                </a:cubicBezTo>
                <a:close/>
                <a:moveTo>
                  <a:pt x="2223615" y="5485713"/>
                </a:moveTo>
                <a:lnTo>
                  <a:pt x="2233422" y="5492248"/>
                </a:lnTo>
                <a:lnTo>
                  <a:pt x="2234454" y="5491038"/>
                </a:lnTo>
                <a:close/>
                <a:moveTo>
                  <a:pt x="2648288" y="5462587"/>
                </a:moveTo>
                <a:cubicBezTo>
                  <a:pt x="2665813" y="5462587"/>
                  <a:pt x="2663710" y="5474198"/>
                  <a:pt x="2661607" y="5485447"/>
                </a:cubicBezTo>
                <a:cubicBezTo>
                  <a:pt x="2641629" y="5487624"/>
                  <a:pt x="2639175" y="5469481"/>
                  <a:pt x="2648288" y="5462587"/>
                </a:cubicBezTo>
                <a:close/>
                <a:moveTo>
                  <a:pt x="1469462" y="5445472"/>
                </a:moveTo>
                <a:cubicBezTo>
                  <a:pt x="1465142" y="5443312"/>
                  <a:pt x="1460462" y="5445472"/>
                  <a:pt x="1455782" y="5447993"/>
                </a:cubicBezTo>
                <a:cubicBezTo>
                  <a:pt x="1465142" y="5468514"/>
                  <a:pt x="1460462" y="5484356"/>
                  <a:pt x="1465142" y="5495516"/>
                </a:cubicBezTo>
                <a:cubicBezTo>
                  <a:pt x="1471982" y="5504876"/>
                  <a:pt x="1478822" y="5511717"/>
                  <a:pt x="1489982" y="5504876"/>
                </a:cubicBezTo>
                <a:cubicBezTo>
                  <a:pt x="1485662" y="5484356"/>
                  <a:pt x="1478822" y="5459154"/>
                  <a:pt x="1469462" y="5445472"/>
                </a:cubicBezTo>
                <a:close/>
                <a:moveTo>
                  <a:pt x="2559622" y="5434012"/>
                </a:moveTo>
                <a:cubicBezTo>
                  <a:pt x="2575319" y="5436115"/>
                  <a:pt x="2562119" y="5460650"/>
                  <a:pt x="2543925" y="5458196"/>
                </a:cubicBezTo>
                <a:cubicBezTo>
                  <a:pt x="2543925" y="5444877"/>
                  <a:pt x="2555341" y="5442774"/>
                  <a:pt x="2559622" y="5434012"/>
                </a:cubicBezTo>
                <a:close/>
                <a:moveTo>
                  <a:pt x="2553087" y="5413341"/>
                </a:moveTo>
                <a:cubicBezTo>
                  <a:pt x="2548726" y="5443173"/>
                  <a:pt x="2548726" y="5443173"/>
                  <a:pt x="2548726" y="5443173"/>
                </a:cubicBezTo>
                <a:cubicBezTo>
                  <a:pt x="2541822" y="5436261"/>
                  <a:pt x="2537097" y="5420254"/>
                  <a:pt x="2528012" y="5436261"/>
                </a:cubicBezTo>
                <a:cubicBezTo>
                  <a:pt x="2523288" y="5436261"/>
                  <a:pt x="2523288" y="5434078"/>
                  <a:pt x="2523288" y="5431895"/>
                </a:cubicBezTo>
                <a:cubicBezTo>
                  <a:pt x="2528012" y="5436261"/>
                  <a:pt x="2525469" y="5408612"/>
                  <a:pt x="2553087" y="5413341"/>
                </a:cubicBezTo>
                <a:close/>
                <a:moveTo>
                  <a:pt x="2613743" y="5395731"/>
                </a:moveTo>
                <a:cubicBezTo>
                  <a:pt x="2644166" y="5394325"/>
                  <a:pt x="2679399" y="5400131"/>
                  <a:pt x="2697554" y="5404848"/>
                </a:cubicBezTo>
                <a:cubicBezTo>
                  <a:pt x="2681376" y="5422991"/>
                  <a:pt x="2649739" y="5420814"/>
                  <a:pt x="2640751" y="5448391"/>
                </a:cubicBezTo>
                <a:cubicBezTo>
                  <a:pt x="2608754" y="5457462"/>
                  <a:pt x="2586105" y="5422991"/>
                  <a:pt x="2558782" y="5429885"/>
                </a:cubicBezTo>
                <a:cubicBezTo>
                  <a:pt x="2557704" y="5405755"/>
                  <a:pt x="2583319" y="5397137"/>
                  <a:pt x="2613743" y="5395731"/>
                </a:cubicBezTo>
                <a:close/>
                <a:moveTo>
                  <a:pt x="2488206" y="5304197"/>
                </a:moveTo>
                <a:lnTo>
                  <a:pt x="2484143" y="5306138"/>
                </a:lnTo>
                <a:lnTo>
                  <a:pt x="2458972" y="5350103"/>
                </a:lnTo>
                <a:lnTo>
                  <a:pt x="2465524" y="5361080"/>
                </a:lnTo>
                <a:cubicBezTo>
                  <a:pt x="2465524" y="5351719"/>
                  <a:pt x="2458683" y="5335878"/>
                  <a:pt x="2477045" y="5335878"/>
                </a:cubicBezTo>
                <a:cubicBezTo>
                  <a:pt x="2483886" y="5342719"/>
                  <a:pt x="2490726" y="5349559"/>
                  <a:pt x="2499727" y="5356400"/>
                </a:cubicBezTo>
                <a:cubicBezTo>
                  <a:pt x="2497567" y="5335878"/>
                  <a:pt x="2508728" y="5331198"/>
                  <a:pt x="2529250" y="5335878"/>
                </a:cubicBezTo>
                <a:cubicBezTo>
                  <a:pt x="2527090" y="5317518"/>
                  <a:pt x="2556613" y="5317518"/>
                  <a:pt x="2547612" y="5304197"/>
                </a:cubicBezTo>
                <a:cubicBezTo>
                  <a:pt x="2533931" y="5304197"/>
                  <a:pt x="2529250" y="5311038"/>
                  <a:pt x="2515569" y="5306357"/>
                </a:cubicBezTo>
                <a:cubicBezTo>
                  <a:pt x="2510888" y="5315358"/>
                  <a:pt x="2520249" y="5320038"/>
                  <a:pt x="2520249" y="5326878"/>
                </a:cubicBezTo>
                <a:cubicBezTo>
                  <a:pt x="2513409" y="5329038"/>
                  <a:pt x="2506568" y="5333718"/>
                  <a:pt x="2497567" y="5333718"/>
                </a:cubicBezTo>
                <a:cubicBezTo>
                  <a:pt x="2504408" y="5317518"/>
                  <a:pt x="2490726" y="5313198"/>
                  <a:pt x="2488206" y="5304197"/>
                </a:cubicBezTo>
                <a:close/>
                <a:moveTo>
                  <a:pt x="2586136" y="5294837"/>
                </a:moveTo>
                <a:cubicBezTo>
                  <a:pt x="2572455" y="5294837"/>
                  <a:pt x="2563454" y="5294837"/>
                  <a:pt x="2558773" y="5301677"/>
                </a:cubicBezTo>
                <a:cubicBezTo>
                  <a:pt x="2570295" y="5301677"/>
                  <a:pt x="2551933" y="5320038"/>
                  <a:pt x="2570295" y="5315358"/>
                </a:cubicBezTo>
                <a:cubicBezTo>
                  <a:pt x="2570295" y="5301677"/>
                  <a:pt x="2579296" y="5299517"/>
                  <a:pt x="2586136" y="5294837"/>
                </a:cubicBezTo>
                <a:close/>
                <a:moveTo>
                  <a:pt x="2795926" y="5115905"/>
                </a:moveTo>
                <a:cubicBezTo>
                  <a:pt x="2800657" y="5115578"/>
                  <a:pt x="2806791" y="5116698"/>
                  <a:pt x="2813450" y="5117819"/>
                </a:cubicBezTo>
                <a:cubicBezTo>
                  <a:pt x="2813450" y="5129772"/>
                  <a:pt x="2800132" y="5124916"/>
                  <a:pt x="2800132" y="5132013"/>
                </a:cubicBezTo>
                <a:cubicBezTo>
                  <a:pt x="2793472" y="5129772"/>
                  <a:pt x="2793472" y="5124916"/>
                  <a:pt x="2786813" y="5122675"/>
                </a:cubicBezTo>
                <a:cubicBezTo>
                  <a:pt x="2787865" y="5118006"/>
                  <a:pt x="2791194" y="5116232"/>
                  <a:pt x="2795926" y="5115905"/>
                </a:cubicBezTo>
                <a:close/>
                <a:moveTo>
                  <a:pt x="2805134" y="5051425"/>
                </a:moveTo>
                <a:cubicBezTo>
                  <a:pt x="2832490" y="5058226"/>
                  <a:pt x="2770938" y="5087579"/>
                  <a:pt x="2777777" y="5060374"/>
                </a:cubicBezTo>
                <a:cubicBezTo>
                  <a:pt x="2791456" y="5060374"/>
                  <a:pt x="2798295" y="5056078"/>
                  <a:pt x="2805134" y="5051425"/>
                </a:cubicBezTo>
                <a:close/>
                <a:moveTo>
                  <a:pt x="2691234" y="4998292"/>
                </a:moveTo>
                <a:lnTo>
                  <a:pt x="2691133" y="5000874"/>
                </a:lnTo>
                <a:lnTo>
                  <a:pt x="2695228" y="4999262"/>
                </a:lnTo>
                <a:close/>
                <a:moveTo>
                  <a:pt x="2622500" y="4871816"/>
                </a:moveTo>
                <a:cubicBezTo>
                  <a:pt x="2617820" y="4878657"/>
                  <a:pt x="2601978" y="4871816"/>
                  <a:pt x="2604498" y="4885497"/>
                </a:cubicBezTo>
                <a:cubicBezTo>
                  <a:pt x="2617820" y="4892338"/>
                  <a:pt x="2636181" y="4878657"/>
                  <a:pt x="2622500" y="4871816"/>
                </a:cubicBezTo>
                <a:close/>
                <a:moveTo>
                  <a:pt x="2734112" y="4858136"/>
                </a:moveTo>
                <a:cubicBezTo>
                  <a:pt x="2736272" y="4869656"/>
                  <a:pt x="2715750" y="4878657"/>
                  <a:pt x="2727271" y="4883337"/>
                </a:cubicBezTo>
                <a:cubicBezTo>
                  <a:pt x="2738432" y="4878657"/>
                  <a:pt x="2743113" y="4867136"/>
                  <a:pt x="2734112" y="4858136"/>
                </a:cubicBezTo>
                <a:close/>
                <a:moveTo>
                  <a:pt x="2643976" y="4840208"/>
                </a:moveTo>
                <a:lnTo>
                  <a:pt x="2638342" y="4846976"/>
                </a:lnTo>
                <a:lnTo>
                  <a:pt x="2644706" y="4846976"/>
                </a:lnTo>
                <a:close/>
                <a:moveTo>
                  <a:pt x="2701570" y="4836655"/>
                </a:moveTo>
                <a:lnTo>
                  <a:pt x="2701288" y="4840353"/>
                </a:lnTo>
                <a:lnTo>
                  <a:pt x="2704589" y="4840135"/>
                </a:lnTo>
                <a:cubicBezTo>
                  <a:pt x="2702068" y="4853456"/>
                  <a:pt x="2706749" y="4862816"/>
                  <a:pt x="2720430" y="4867136"/>
                </a:cubicBezTo>
                <a:cubicBezTo>
                  <a:pt x="2722591" y="4860296"/>
                  <a:pt x="2715750" y="4858136"/>
                  <a:pt x="2713590" y="4853456"/>
                </a:cubicBezTo>
                <a:cubicBezTo>
                  <a:pt x="2718270" y="4853456"/>
                  <a:pt x="2720430" y="4849136"/>
                  <a:pt x="2720430" y="4844455"/>
                </a:cubicBezTo>
                <a:cubicBezTo>
                  <a:pt x="2718090" y="4841035"/>
                  <a:pt x="2713500" y="4838785"/>
                  <a:pt x="2708099" y="4837390"/>
                </a:cubicBezTo>
                <a:close/>
                <a:moveTo>
                  <a:pt x="2734112" y="4833295"/>
                </a:moveTo>
                <a:cubicBezTo>
                  <a:pt x="2720430" y="4855976"/>
                  <a:pt x="2754634" y="4860296"/>
                  <a:pt x="2758954" y="4842295"/>
                </a:cubicBezTo>
                <a:cubicBezTo>
                  <a:pt x="2752114" y="4837615"/>
                  <a:pt x="2745273" y="4835455"/>
                  <a:pt x="2734112" y="4833295"/>
                </a:cubicBezTo>
                <a:close/>
                <a:moveTo>
                  <a:pt x="2641267" y="4797518"/>
                </a:moveTo>
                <a:cubicBezTo>
                  <a:pt x="2635011" y="4797833"/>
                  <a:pt x="2629341" y="4800173"/>
                  <a:pt x="2629341" y="4805933"/>
                </a:cubicBezTo>
                <a:cubicBezTo>
                  <a:pt x="2640862" y="4808094"/>
                  <a:pt x="2652023" y="4810254"/>
                  <a:pt x="2656704" y="4801253"/>
                </a:cubicBezTo>
                <a:cubicBezTo>
                  <a:pt x="2654364" y="4798913"/>
                  <a:pt x="2647523" y="4797203"/>
                  <a:pt x="2641267" y="4797518"/>
                </a:cubicBezTo>
                <a:close/>
                <a:moveTo>
                  <a:pt x="2778352" y="4792753"/>
                </a:moveTo>
                <a:cubicBezTo>
                  <a:pt x="2784666" y="4795021"/>
                  <a:pt x="2789844" y="4801280"/>
                  <a:pt x="2785302" y="4808174"/>
                </a:cubicBezTo>
                <a:cubicBezTo>
                  <a:pt x="2780578" y="4803457"/>
                  <a:pt x="2773673" y="4801280"/>
                  <a:pt x="2764588" y="4801280"/>
                </a:cubicBezTo>
                <a:cubicBezTo>
                  <a:pt x="2764588" y="4792209"/>
                  <a:pt x="2772038" y="4790485"/>
                  <a:pt x="2778352" y="4792753"/>
                </a:cubicBezTo>
                <a:close/>
                <a:moveTo>
                  <a:pt x="2786317" y="4694328"/>
                </a:moveTo>
                <a:cubicBezTo>
                  <a:pt x="2777316" y="4705849"/>
                  <a:pt x="2747793" y="4717009"/>
                  <a:pt x="2754634" y="4730690"/>
                </a:cubicBezTo>
                <a:cubicBezTo>
                  <a:pt x="2765795" y="4723850"/>
                  <a:pt x="2768315" y="4710169"/>
                  <a:pt x="2786317" y="4714849"/>
                </a:cubicBezTo>
                <a:cubicBezTo>
                  <a:pt x="2784157" y="4719529"/>
                  <a:pt x="2802159" y="4719529"/>
                  <a:pt x="2793158" y="4714849"/>
                </a:cubicBezTo>
                <a:cubicBezTo>
                  <a:pt x="2770476" y="4710169"/>
                  <a:pt x="2799999" y="4701168"/>
                  <a:pt x="2786317" y="4694328"/>
                </a:cubicBezTo>
                <a:close/>
                <a:moveTo>
                  <a:pt x="2813680" y="4657966"/>
                </a:moveTo>
                <a:cubicBezTo>
                  <a:pt x="2815840" y="4666967"/>
                  <a:pt x="2802159" y="4660126"/>
                  <a:pt x="2795318" y="4664807"/>
                </a:cubicBezTo>
                <a:cubicBezTo>
                  <a:pt x="2793158" y="4669487"/>
                  <a:pt x="2797838" y="4673807"/>
                  <a:pt x="2802159" y="4676327"/>
                </a:cubicBezTo>
                <a:cubicBezTo>
                  <a:pt x="2809000" y="4671647"/>
                  <a:pt x="2834202" y="4666967"/>
                  <a:pt x="2813680" y="4657966"/>
                </a:cubicBezTo>
                <a:close/>
                <a:moveTo>
                  <a:pt x="1253460" y="4581053"/>
                </a:moveTo>
                <a:cubicBezTo>
                  <a:pt x="1248780" y="4585734"/>
                  <a:pt x="1244460" y="4587894"/>
                  <a:pt x="1241940" y="4585734"/>
                </a:cubicBezTo>
                <a:cubicBezTo>
                  <a:pt x="1239780" y="4590054"/>
                  <a:pt x="1241940" y="4592574"/>
                  <a:pt x="1248780" y="4596894"/>
                </a:cubicBezTo>
                <a:cubicBezTo>
                  <a:pt x="1255620" y="4592574"/>
                  <a:pt x="1258140" y="4587894"/>
                  <a:pt x="1253460" y="4581053"/>
                </a:cubicBezTo>
                <a:close/>
                <a:moveTo>
                  <a:pt x="1237620" y="4553692"/>
                </a:moveTo>
                <a:cubicBezTo>
                  <a:pt x="1223940" y="4558372"/>
                  <a:pt x="1237620" y="4569892"/>
                  <a:pt x="1230780" y="4574213"/>
                </a:cubicBezTo>
                <a:cubicBezTo>
                  <a:pt x="1239780" y="4574213"/>
                  <a:pt x="1246620" y="4581053"/>
                  <a:pt x="1258140" y="4576733"/>
                </a:cubicBezTo>
                <a:cubicBezTo>
                  <a:pt x="1246620" y="4565212"/>
                  <a:pt x="1248780" y="4565212"/>
                  <a:pt x="1237620" y="4553692"/>
                </a:cubicBezTo>
                <a:close/>
                <a:moveTo>
                  <a:pt x="1255620" y="4515169"/>
                </a:moveTo>
                <a:cubicBezTo>
                  <a:pt x="1251300" y="4526330"/>
                  <a:pt x="1251300" y="4524170"/>
                  <a:pt x="1237620" y="4528850"/>
                </a:cubicBezTo>
                <a:cubicBezTo>
                  <a:pt x="1255620" y="4560532"/>
                  <a:pt x="1258140" y="4510488"/>
                  <a:pt x="1269300" y="4537850"/>
                </a:cubicBezTo>
                <a:cubicBezTo>
                  <a:pt x="1280820" y="4528850"/>
                  <a:pt x="1262460" y="4519849"/>
                  <a:pt x="1255620" y="4515169"/>
                </a:cubicBezTo>
                <a:close/>
                <a:moveTo>
                  <a:pt x="1237620" y="4480966"/>
                </a:moveTo>
                <a:cubicBezTo>
                  <a:pt x="1228260" y="4492487"/>
                  <a:pt x="1248780" y="4492487"/>
                  <a:pt x="1253460" y="4496808"/>
                </a:cubicBezTo>
                <a:cubicBezTo>
                  <a:pt x="1255620" y="4499328"/>
                  <a:pt x="1248780" y="4501488"/>
                  <a:pt x="1246620" y="4506168"/>
                </a:cubicBezTo>
                <a:cubicBezTo>
                  <a:pt x="1251300" y="4517329"/>
                  <a:pt x="1262460" y="4515169"/>
                  <a:pt x="1273980" y="4515169"/>
                </a:cubicBezTo>
                <a:cubicBezTo>
                  <a:pt x="1276140" y="4501488"/>
                  <a:pt x="1253460" y="4496808"/>
                  <a:pt x="1255620" y="4483487"/>
                </a:cubicBezTo>
                <a:cubicBezTo>
                  <a:pt x="1246620" y="4487807"/>
                  <a:pt x="1244460" y="4480966"/>
                  <a:pt x="1237620" y="4480966"/>
                </a:cubicBezTo>
                <a:close/>
                <a:moveTo>
                  <a:pt x="2928150" y="4465086"/>
                </a:moveTo>
                <a:cubicBezTo>
                  <a:pt x="2926380" y="4465813"/>
                  <a:pt x="2921662" y="4467753"/>
                  <a:pt x="2912225" y="4471634"/>
                </a:cubicBezTo>
                <a:cubicBezTo>
                  <a:pt x="2912225" y="4471634"/>
                  <a:pt x="2933458" y="4462903"/>
                  <a:pt x="2928150" y="4465086"/>
                </a:cubicBezTo>
                <a:close/>
                <a:moveTo>
                  <a:pt x="2971294" y="4314555"/>
                </a:moveTo>
                <a:cubicBezTo>
                  <a:pt x="2971743" y="4314289"/>
                  <a:pt x="2973035" y="4315421"/>
                  <a:pt x="2975313" y="4318794"/>
                </a:cubicBezTo>
                <a:cubicBezTo>
                  <a:pt x="2981972" y="4318794"/>
                  <a:pt x="2984075" y="4316308"/>
                  <a:pt x="2992838" y="4320924"/>
                </a:cubicBezTo>
                <a:cubicBezTo>
                  <a:pt x="2986178" y="4331932"/>
                  <a:pt x="2986178" y="4331932"/>
                  <a:pt x="2986178" y="4331932"/>
                </a:cubicBezTo>
                <a:cubicBezTo>
                  <a:pt x="2976190" y="4328736"/>
                  <a:pt x="2969946" y="4315354"/>
                  <a:pt x="2971294" y="4314555"/>
                </a:cubicBezTo>
                <a:close/>
                <a:moveTo>
                  <a:pt x="2909090" y="4312350"/>
                </a:moveTo>
                <a:cubicBezTo>
                  <a:pt x="2897929" y="4312350"/>
                  <a:pt x="2906930" y="4325671"/>
                  <a:pt x="2922772" y="4330351"/>
                </a:cubicBezTo>
                <a:cubicBezTo>
                  <a:pt x="2929612" y="4323510"/>
                  <a:pt x="2909090" y="4319190"/>
                  <a:pt x="2909090" y="4312350"/>
                </a:cubicBezTo>
                <a:close/>
                <a:moveTo>
                  <a:pt x="933197" y="4310062"/>
                </a:moveTo>
                <a:cubicBezTo>
                  <a:pt x="951300" y="4314688"/>
                  <a:pt x="969765" y="4316823"/>
                  <a:pt x="971938" y="4330344"/>
                </a:cubicBezTo>
                <a:cubicBezTo>
                  <a:pt x="951300" y="4330344"/>
                  <a:pt x="931025" y="4325718"/>
                  <a:pt x="933197" y="4310062"/>
                </a:cubicBezTo>
                <a:close/>
                <a:moveTo>
                  <a:pt x="297727" y="4273550"/>
                </a:moveTo>
                <a:cubicBezTo>
                  <a:pt x="302451" y="4275782"/>
                  <a:pt x="306812" y="4278387"/>
                  <a:pt x="311536" y="4280619"/>
                </a:cubicBezTo>
                <a:cubicBezTo>
                  <a:pt x="302451" y="4287688"/>
                  <a:pt x="295547" y="4296990"/>
                  <a:pt x="281738" y="4289921"/>
                </a:cubicBezTo>
                <a:cubicBezTo>
                  <a:pt x="283918" y="4280619"/>
                  <a:pt x="293003" y="4280619"/>
                  <a:pt x="297727" y="4273550"/>
                </a:cubicBezTo>
                <a:close/>
                <a:moveTo>
                  <a:pt x="838950" y="4219575"/>
                </a:moveTo>
                <a:cubicBezTo>
                  <a:pt x="855321" y="4219575"/>
                  <a:pt x="860158" y="4229100"/>
                  <a:pt x="862391" y="4238259"/>
                </a:cubicBezTo>
                <a:cubicBezTo>
                  <a:pt x="850484" y="4236061"/>
                  <a:pt x="838950" y="4231298"/>
                  <a:pt x="838950" y="4219575"/>
                </a:cubicBezTo>
                <a:close/>
                <a:moveTo>
                  <a:pt x="3063649" y="4203700"/>
                </a:moveTo>
                <a:cubicBezTo>
                  <a:pt x="3065847" y="4205898"/>
                  <a:pt x="3068411" y="4210661"/>
                  <a:pt x="3075372" y="4215423"/>
                </a:cubicBezTo>
                <a:cubicBezTo>
                  <a:pt x="3065847" y="4210661"/>
                  <a:pt x="3075372" y="4219819"/>
                  <a:pt x="3068411" y="4222384"/>
                </a:cubicBezTo>
                <a:cubicBezTo>
                  <a:pt x="3056688" y="4212859"/>
                  <a:pt x="3061451" y="4208462"/>
                  <a:pt x="3063649" y="4203700"/>
                </a:cubicBezTo>
                <a:close/>
                <a:moveTo>
                  <a:pt x="2917287" y="4202047"/>
                </a:moveTo>
                <a:lnTo>
                  <a:pt x="2915641" y="4205166"/>
                </a:lnTo>
                <a:lnTo>
                  <a:pt x="2920656" y="4211230"/>
                </a:lnTo>
                <a:cubicBezTo>
                  <a:pt x="2920071" y="4213255"/>
                  <a:pt x="2917191" y="4214425"/>
                  <a:pt x="2913771" y="4214425"/>
                </a:cubicBezTo>
                <a:cubicBezTo>
                  <a:pt x="2927452" y="4228106"/>
                  <a:pt x="2936453" y="4214425"/>
                  <a:pt x="2929612" y="4207585"/>
                </a:cubicBezTo>
                <a:cubicBezTo>
                  <a:pt x="2927047" y="4210960"/>
                  <a:pt x="2924836" y="4210184"/>
                  <a:pt x="2922828" y="4208256"/>
                </a:cubicBezTo>
                <a:close/>
                <a:moveTo>
                  <a:pt x="3034046" y="4201602"/>
                </a:moveTo>
                <a:cubicBezTo>
                  <a:pt x="3036479" y="4202407"/>
                  <a:pt x="3040145" y="4204562"/>
                  <a:pt x="3045213" y="4208553"/>
                </a:cubicBezTo>
                <a:cubicBezTo>
                  <a:pt x="3038334" y="4210730"/>
                  <a:pt x="3040869" y="4208553"/>
                  <a:pt x="3040869" y="4217624"/>
                </a:cubicBezTo>
                <a:cubicBezTo>
                  <a:pt x="3030550" y="4208916"/>
                  <a:pt x="3026749" y="4199187"/>
                  <a:pt x="3034046" y="4201602"/>
                </a:cubicBezTo>
                <a:close/>
                <a:moveTo>
                  <a:pt x="2945454" y="4200745"/>
                </a:moveTo>
                <a:cubicBezTo>
                  <a:pt x="2950134" y="4207585"/>
                  <a:pt x="2965976" y="4214425"/>
                  <a:pt x="2963816" y="4218746"/>
                </a:cubicBezTo>
                <a:cubicBezTo>
                  <a:pt x="2963816" y="4218746"/>
                  <a:pt x="2963816" y="4218746"/>
                  <a:pt x="2947974" y="4218746"/>
                </a:cubicBezTo>
                <a:cubicBezTo>
                  <a:pt x="2956975" y="4228106"/>
                  <a:pt x="2963816" y="4225586"/>
                  <a:pt x="2965976" y="4218746"/>
                </a:cubicBezTo>
                <a:cubicBezTo>
                  <a:pt x="2968496" y="4211905"/>
                  <a:pt x="2963816" y="4202905"/>
                  <a:pt x="2945454" y="4200745"/>
                </a:cubicBezTo>
                <a:close/>
                <a:moveTo>
                  <a:pt x="1175120" y="4194394"/>
                </a:moveTo>
                <a:cubicBezTo>
                  <a:pt x="1172852" y="4193905"/>
                  <a:pt x="1170152" y="4194850"/>
                  <a:pt x="1166731" y="4198180"/>
                </a:cubicBezTo>
                <a:cubicBezTo>
                  <a:pt x="1173573" y="4202860"/>
                  <a:pt x="1182574" y="4205020"/>
                  <a:pt x="1180414" y="4216540"/>
                </a:cubicBezTo>
                <a:cubicBezTo>
                  <a:pt x="1175733" y="4216540"/>
                  <a:pt x="1168892" y="4214380"/>
                  <a:pt x="1168892" y="4218700"/>
                </a:cubicBezTo>
                <a:cubicBezTo>
                  <a:pt x="1180414" y="4221220"/>
                  <a:pt x="1187255" y="4221220"/>
                  <a:pt x="1191576" y="4211860"/>
                </a:cubicBezTo>
                <a:cubicBezTo>
                  <a:pt x="1184825" y="4210240"/>
                  <a:pt x="1181922" y="4195862"/>
                  <a:pt x="1175120" y="4194394"/>
                </a:cubicBezTo>
                <a:close/>
                <a:moveTo>
                  <a:pt x="3072053" y="4190684"/>
                </a:moveTo>
                <a:cubicBezTo>
                  <a:pt x="3074460" y="4191379"/>
                  <a:pt x="3077729" y="4193203"/>
                  <a:pt x="3081732" y="4196583"/>
                </a:cubicBezTo>
                <a:lnTo>
                  <a:pt x="3077107" y="4203344"/>
                </a:lnTo>
                <a:cubicBezTo>
                  <a:pt x="3065364" y="4196672"/>
                  <a:pt x="3064831" y="4188599"/>
                  <a:pt x="3072053" y="4190684"/>
                </a:cubicBezTo>
                <a:close/>
                <a:moveTo>
                  <a:pt x="3057099" y="4158307"/>
                </a:moveTo>
                <a:cubicBezTo>
                  <a:pt x="3063859" y="4162772"/>
                  <a:pt x="3063859" y="4167609"/>
                  <a:pt x="3070619" y="4172446"/>
                </a:cubicBezTo>
                <a:cubicBezTo>
                  <a:pt x="3068485" y="4176910"/>
                  <a:pt x="3065994" y="4179515"/>
                  <a:pt x="3059234" y="4176910"/>
                </a:cubicBezTo>
                <a:cubicBezTo>
                  <a:pt x="3054964" y="4169841"/>
                  <a:pt x="3050338" y="4156075"/>
                  <a:pt x="3057099" y="4158307"/>
                </a:cubicBezTo>
                <a:close/>
                <a:moveTo>
                  <a:pt x="3089320" y="4125912"/>
                </a:moveTo>
                <a:cubicBezTo>
                  <a:pt x="3102372" y="4139433"/>
                  <a:pt x="3100256" y="4146194"/>
                  <a:pt x="3093553" y="4141924"/>
                </a:cubicBezTo>
                <a:cubicBezTo>
                  <a:pt x="3091436" y="4135164"/>
                  <a:pt x="3086850" y="4128403"/>
                  <a:pt x="3089320" y="4125912"/>
                </a:cubicBezTo>
                <a:close/>
                <a:moveTo>
                  <a:pt x="3078871" y="4105495"/>
                </a:moveTo>
                <a:cubicBezTo>
                  <a:pt x="3080554" y="4105186"/>
                  <a:pt x="3083004" y="4105927"/>
                  <a:pt x="3086484" y="4108261"/>
                </a:cubicBezTo>
                <a:cubicBezTo>
                  <a:pt x="3084286" y="4103593"/>
                  <a:pt x="3086484" y="4128728"/>
                  <a:pt x="3077326" y="4121906"/>
                </a:cubicBezTo>
                <a:cubicBezTo>
                  <a:pt x="3075677" y="4116789"/>
                  <a:pt x="3073823" y="4106421"/>
                  <a:pt x="3078871" y="4105495"/>
                </a:cubicBezTo>
                <a:close/>
                <a:moveTo>
                  <a:pt x="870815" y="4083050"/>
                </a:moveTo>
                <a:cubicBezTo>
                  <a:pt x="875539" y="4085554"/>
                  <a:pt x="877720" y="4087701"/>
                  <a:pt x="884624" y="4087701"/>
                </a:cubicBezTo>
                <a:cubicBezTo>
                  <a:pt x="884624" y="4098791"/>
                  <a:pt x="873359" y="4096644"/>
                  <a:pt x="875539" y="4108092"/>
                </a:cubicBezTo>
                <a:cubicBezTo>
                  <a:pt x="866454" y="4105588"/>
                  <a:pt x="854825" y="4105588"/>
                  <a:pt x="857005" y="4094498"/>
                </a:cubicBezTo>
                <a:cubicBezTo>
                  <a:pt x="877720" y="4096644"/>
                  <a:pt x="868634" y="4094498"/>
                  <a:pt x="870815" y="4083050"/>
                </a:cubicBezTo>
                <a:close/>
                <a:moveTo>
                  <a:pt x="3022840" y="4062104"/>
                </a:moveTo>
                <a:cubicBezTo>
                  <a:pt x="3021557" y="4061621"/>
                  <a:pt x="3020702" y="4062048"/>
                  <a:pt x="3020702" y="4064298"/>
                </a:cubicBezTo>
                <a:cubicBezTo>
                  <a:pt x="3032223" y="4071138"/>
                  <a:pt x="3029703" y="4082299"/>
                  <a:pt x="3034383" y="4080139"/>
                </a:cubicBezTo>
                <a:cubicBezTo>
                  <a:pt x="3027543" y="4071138"/>
                  <a:pt x="3045544" y="4080139"/>
                  <a:pt x="3034383" y="4066458"/>
                </a:cubicBezTo>
                <a:cubicBezTo>
                  <a:pt x="3034383" y="4073209"/>
                  <a:pt x="3026687" y="4063556"/>
                  <a:pt x="3022840" y="4062104"/>
                </a:cubicBezTo>
                <a:close/>
                <a:moveTo>
                  <a:pt x="958236" y="4046646"/>
                </a:moveTo>
                <a:lnTo>
                  <a:pt x="955587" y="4052001"/>
                </a:lnTo>
                <a:cubicBezTo>
                  <a:pt x="954878" y="4056187"/>
                  <a:pt x="954473" y="4060878"/>
                  <a:pt x="952853" y="4064253"/>
                </a:cubicBezTo>
                <a:cubicBezTo>
                  <a:pt x="982378" y="4075414"/>
                  <a:pt x="955013" y="4077934"/>
                  <a:pt x="950332" y="4084774"/>
                </a:cubicBezTo>
                <a:cubicBezTo>
                  <a:pt x="968696" y="4082254"/>
                  <a:pt x="973376" y="4098095"/>
                  <a:pt x="982378" y="4084774"/>
                </a:cubicBezTo>
                <a:cubicBezTo>
                  <a:pt x="977247" y="4074514"/>
                  <a:pt x="968268" y="4070531"/>
                  <a:pt x="966985" y="4058701"/>
                </a:cubicBezTo>
                <a:lnTo>
                  <a:pt x="968257" y="4047574"/>
                </a:lnTo>
                <a:lnTo>
                  <a:pt x="960243" y="4050940"/>
                </a:lnTo>
                <a:close/>
                <a:moveTo>
                  <a:pt x="3093102" y="4039061"/>
                </a:moveTo>
                <a:cubicBezTo>
                  <a:pt x="3093324" y="4035565"/>
                  <a:pt x="3102386" y="4046223"/>
                  <a:pt x="3107565" y="4048124"/>
                </a:cubicBezTo>
                <a:cubicBezTo>
                  <a:pt x="3116650" y="4064055"/>
                  <a:pt x="3096299" y="4057176"/>
                  <a:pt x="3100660" y="4068400"/>
                </a:cubicBezTo>
                <a:cubicBezTo>
                  <a:pt x="3093755" y="4066228"/>
                  <a:pt x="3093755" y="4061521"/>
                  <a:pt x="3096299" y="4057176"/>
                </a:cubicBezTo>
                <a:cubicBezTo>
                  <a:pt x="3098479" y="4055004"/>
                  <a:pt x="3102840" y="4052469"/>
                  <a:pt x="3102840" y="4048124"/>
                </a:cubicBezTo>
                <a:cubicBezTo>
                  <a:pt x="3100660" y="4043418"/>
                  <a:pt x="3098479" y="4048124"/>
                  <a:pt x="3096299" y="4048124"/>
                </a:cubicBezTo>
                <a:cubicBezTo>
                  <a:pt x="3093937" y="4042965"/>
                  <a:pt x="3093028" y="4040227"/>
                  <a:pt x="3093102" y="4039061"/>
                </a:cubicBezTo>
                <a:close/>
                <a:moveTo>
                  <a:pt x="1034432" y="4034878"/>
                </a:moveTo>
                <a:lnTo>
                  <a:pt x="1030361" y="4036992"/>
                </a:lnTo>
                <a:lnTo>
                  <a:pt x="1026494" y="4038699"/>
                </a:lnTo>
                <a:lnTo>
                  <a:pt x="1050655" y="4052193"/>
                </a:lnTo>
                <a:cubicBezTo>
                  <a:pt x="1063753" y="4058493"/>
                  <a:pt x="1077975" y="4065333"/>
                  <a:pt x="1089317" y="4073254"/>
                </a:cubicBezTo>
                <a:cubicBezTo>
                  <a:pt x="1084637" y="4061733"/>
                  <a:pt x="1109841" y="4055253"/>
                  <a:pt x="1093998" y="4050572"/>
                </a:cubicBezTo>
                <a:cubicBezTo>
                  <a:pt x="1071584" y="4065964"/>
                  <a:pt x="1059702" y="4042877"/>
                  <a:pt x="1040731" y="4035081"/>
                </a:cubicBezTo>
                <a:close/>
                <a:moveTo>
                  <a:pt x="3004860" y="4032257"/>
                </a:moveTo>
                <a:cubicBezTo>
                  <a:pt x="3002340" y="4034417"/>
                  <a:pt x="2998019" y="4034417"/>
                  <a:pt x="3002340" y="4041617"/>
                </a:cubicBezTo>
                <a:cubicBezTo>
                  <a:pt x="3011701" y="4048458"/>
                  <a:pt x="3041224" y="4075459"/>
                  <a:pt x="3027543" y="4052778"/>
                </a:cubicBezTo>
                <a:cubicBezTo>
                  <a:pt x="3018542" y="4061778"/>
                  <a:pt x="3011701" y="4039097"/>
                  <a:pt x="3004860" y="4032257"/>
                </a:cubicBezTo>
                <a:close/>
                <a:moveTo>
                  <a:pt x="2943294" y="4027936"/>
                </a:moveTo>
                <a:cubicBezTo>
                  <a:pt x="2941133" y="4034417"/>
                  <a:pt x="2920611" y="4036937"/>
                  <a:pt x="2936453" y="4048458"/>
                </a:cubicBezTo>
                <a:cubicBezTo>
                  <a:pt x="2936453" y="4036937"/>
                  <a:pt x="2954815" y="4043777"/>
                  <a:pt x="2943294" y="4027936"/>
                </a:cubicBezTo>
                <a:close/>
                <a:moveTo>
                  <a:pt x="3082909" y="4016449"/>
                </a:moveTo>
                <a:cubicBezTo>
                  <a:pt x="3089669" y="4028356"/>
                  <a:pt x="3082909" y="4030588"/>
                  <a:pt x="3080418" y="4035053"/>
                </a:cubicBezTo>
                <a:cubicBezTo>
                  <a:pt x="3069388" y="4021286"/>
                  <a:pt x="3076149" y="4011612"/>
                  <a:pt x="3082909" y="4016449"/>
                </a:cubicBezTo>
                <a:close/>
                <a:moveTo>
                  <a:pt x="3000180" y="4016416"/>
                </a:moveTo>
                <a:cubicBezTo>
                  <a:pt x="3011701" y="4025416"/>
                  <a:pt x="3007020" y="4030097"/>
                  <a:pt x="3018542" y="4039097"/>
                </a:cubicBezTo>
                <a:cubicBezTo>
                  <a:pt x="3027543" y="4034417"/>
                  <a:pt x="3007020" y="4018576"/>
                  <a:pt x="3000180" y="4016416"/>
                </a:cubicBezTo>
                <a:close/>
                <a:moveTo>
                  <a:pt x="786503" y="3998010"/>
                </a:moveTo>
                <a:cubicBezTo>
                  <a:pt x="772820" y="3995850"/>
                  <a:pt x="770660" y="4004850"/>
                  <a:pt x="765979" y="4014211"/>
                </a:cubicBezTo>
                <a:cubicBezTo>
                  <a:pt x="772820" y="4014211"/>
                  <a:pt x="777501" y="4023211"/>
                  <a:pt x="782182" y="4014211"/>
                </a:cubicBezTo>
                <a:cubicBezTo>
                  <a:pt x="768499" y="4009530"/>
                  <a:pt x="789023" y="4007370"/>
                  <a:pt x="786503" y="3998010"/>
                </a:cubicBezTo>
                <a:close/>
                <a:moveTo>
                  <a:pt x="477862" y="3973512"/>
                </a:moveTo>
                <a:cubicBezTo>
                  <a:pt x="505215" y="4011941"/>
                  <a:pt x="445830" y="4030258"/>
                  <a:pt x="436832" y="4078026"/>
                </a:cubicBezTo>
                <a:cubicBezTo>
                  <a:pt x="411998" y="4075512"/>
                  <a:pt x="405160" y="4089160"/>
                  <a:pt x="407319" y="4104962"/>
                </a:cubicBezTo>
                <a:cubicBezTo>
                  <a:pt x="405160" y="4109631"/>
                  <a:pt x="396162" y="4111786"/>
                  <a:pt x="384645" y="4109631"/>
                </a:cubicBezTo>
                <a:cubicBezTo>
                  <a:pt x="384645" y="4118610"/>
                  <a:pt x="379966" y="4127948"/>
                  <a:pt x="375647" y="4134772"/>
                </a:cubicBezTo>
                <a:cubicBezTo>
                  <a:pt x="393643" y="4161709"/>
                  <a:pt x="425675" y="4184695"/>
                  <a:pt x="423155" y="4227793"/>
                </a:cubicBezTo>
                <a:cubicBezTo>
                  <a:pt x="409479" y="4229948"/>
                  <a:pt x="416317" y="4232103"/>
                  <a:pt x="409479" y="4238927"/>
                </a:cubicBezTo>
                <a:cubicBezTo>
                  <a:pt x="400481" y="4227793"/>
                  <a:pt x="384645" y="4218455"/>
                  <a:pt x="370968" y="4207321"/>
                </a:cubicBezTo>
                <a:cubicBezTo>
                  <a:pt x="366289" y="4209476"/>
                  <a:pt x="355132" y="4207321"/>
                  <a:pt x="343615" y="4207321"/>
                </a:cubicBezTo>
                <a:cubicBezTo>
                  <a:pt x="355132" y="4197983"/>
                  <a:pt x="341456" y="4200497"/>
                  <a:pt x="332458" y="4204807"/>
                </a:cubicBezTo>
                <a:cubicBezTo>
                  <a:pt x="350453" y="4204807"/>
                  <a:pt x="334617" y="4223124"/>
                  <a:pt x="339296" y="4236772"/>
                </a:cubicBezTo>
                <a:cubicBezTo>
                  <a:pt x="329938" y="4236772"/>
                  <a:pt x="327779" y="4241441"/>
                  <a:pt x="314102" y="4238927"/>
                </a:cubicBezTo>
                <a:cubicBezTo>
                  <a:pt x="316262" y="4232103"/>
                  <a:pt x="332458" y="4211631"/>
                  <a:pt x="305105" y="4211631"/>
                </a:cubicBezTo>
                <a:cubicBezTo>
                  <a:pt x="293587" y="4191518"/>
                  <a:pt x="305105" y="4157399"/>
                  <a:pt x="289269" y="4139082"/>
                </a:cubicBezTo>
                <a:cubicBezTo>
                  <a:pt x="248239" y="4145906"/>
                  <a:pt x="261915" y="4166378"/>
                  <a:pt x="273073" y="4189004"/>
                </a:cubicBezTo>
                <a:cubicBezTo>
                  <a:pt x="259396" y="4184695"/>
                  <a:pt x="259396" y="4193673"/>
                  <a:pt x="252558" y="4195828"/>
                </a:cubicBezTo>
                <a:cubicBezTo>
                  <a:pt x="211888" y="4180026"/>
                  <a:pt x="250398" y="4148420"/>
                  <a:pt x="264075" y="4127948"/>
                </a:cubicBezTo>
                <a:cubicBezTo>
                  <a:pt x="266234" y="4134772"/>
                  <a:pt x="279911" y="4123279"/>
                  <a:pt x="282430" y="4132258"/>
                </a:cubicBezTo>
                <a:cubicBezTo>
                  <a:pt x="309424" y="4118610"/>
                  <a:pt x="323100" y="4093829"/>
                  <a:pt x="357292" y="4087005"/>
                </a:cubicBezTo>
                <a:cubicBezTo>
                  <a:pt x="359451" y="4082336"/>
                  <a:pt x="350453" y="4082336"/>
                  <a:pt x="355132" y="4073357"/>
                </a:cubicBezTo>
                <a:cubicBezTo>
                  <a:pt x="364130" y="4075512"/>
                  <a:pt x="370968" y="4075512"/>
                  <a:pt x="375647" y="4073357"/>
                </a:cubicBezTo>
                <a:cubicBezTo>
                  <a:pt x="368809" y="4061864"/>
                  <a:pt x="366289" y="4048575"/>
                  <a:pt x="389324" y="4057554"/>
                </a:cubicBezTo>
                <a:cubicBezTo>
                  <a:pt x="389324" y="4052885"/>
                  <a:pt x="396162" y="4043906"/>
                  <a:pt x="382485" y="4046061"/>
                </a:cubicBezTo>
                <a:cubicBezTo>
                  <a:pt x="389324" y="4041751"/>
                  <a:pt x="400481" y="4041751"/>
                  <a:pt x="405160" y="4037082"/>
                </a:cubicBezTo>
                <a:cubicBezTo>
                  <a:pt x="411998" y="4028103"/>
                  <a:pt x="391483" y="4032413"/>
                  <a:pt x="398321" y="4023434"/>
                </a:cubicBezTo>
                <a:cubicBezTo>
                  <a:pt x="418836" y="4023434"/>
                  <a:pt x="416317" y="4005118"/>
                  <a:pt x="436832" y="4005118"/>
                </a:cubicBezTo>
                <a:cubicBezTo>
                  <a:pt x="425675" y="3991829"/>
                  <a:pt x="457347" y="3978181"/>
                  <a:pt x="477862" y="3973512"/>
                </a:cubicBezTo>
                <a:close/>
                <a:moveTo>
                  <a:pt x="3197641" y="3949049"/>
                </a:moveTo>
                <a:cubicBezTo>
                  <a:pt x="3202157" y="3948739"/>
                  <a:pt x="3207255" y="3950953"/>
                  <a:pt x="3211906" y="3955381"/>
                </a:cubicBezTo>
                <a:cubicBezTo>
                  <a:pt x="3209401" y="3964591"/>
                  <a:pt x="3198311" y="3964591"/>
                  <a:pt x="3205108" y="3984782"/>
                </a:cubicBezTo>
                <a:cubicBezTo>
                  <a:pt x="3200458" y="3989033"/>
                  <a:pt x="3189367" y="3971321"/>
                  <a:pt x="3193660" y="3982302"/>
                </a:cubicBezTo>
                <a:cubicBezTo>
                  <a:pt x="3186863" y="3982302"/>
                  <a:pt x="3191514" y="3966716"/>
                  <a:pt x="3196165" y="3964591"/>
                </a:cubicBezTo>
                <a:cubicBezTo>
                  <a:pt x="3193660" y="3955381"/>
                  <a:pt x="3189367" y="3957860"/>
                  <a:pt x="3186863" y="3957860"/>
                </a:cubicBezTo>
                <a:cubicBezTo>
                  <a:pt x="3189189" y="3952193"/>
                  <a:pt x="3193124" y="3949359"/>
                  <a:pt x="3197641" y="3949049"/>
                </a:cubicBezTo>
                <a:close/>
                <a:moveTo>
                  <a:pt x="3149995" y="3940664"/>
                </a:moveTo>
                <a:cubicBezTo>
                  <a:pt x="3145730" y="3956862"/>
                  <a:pt x="3149995" y="3993217"/>
                  <a:pt x="3143242" y="3995377"/>
                </a:cubicBezTo>
                <a:cubicBezTo>
                  <a:pt x="3136489" y="3981699"/>
                  <a:pt x="3138977" y="3972700"/>
                  <a:pt x="3141110" y="3961181"/>
                </a:cubicBezTo>
                <a:cubicBezTo>
                  <a:pt x="3136489" y="3956862"/>
                  <a:pt x="3134357" y="3961181"/>
                  <a:pt x="3132224" y="3954342"/>
                </a:cubicBezTo>
                <a:cubicBezTo>
                  <a:pt x="3127604" y="3956862"/>
                  <a:pt x="3132224" y="3970540"/>
                  <a:pt x="3127604" y="3974860"/>
                </a:cubicBezTo>
                <a:cubicBezTo>
                  <a:pt x="3114098" y="3965861"/>
                  <a:pt x="3118719" y="3974860"/>
                  <a:pt x="3109478" y="3968021"/>
                </a:cubicBezTo>
                <a:cubicBezTo>
                  <a:pt x="3102725" y="3959022"/>
                  <a:pt x="3118719" y="3965861"/>
                  <a:pt x="3107346" y="3952183"/>
                </a:cubicBezTo>
                <a:cubicBezTo>
                  <a:pt x="3118719" y="3959022"/>
                  <a:pt x="3122984" y="3956862"/>
                  <a:pt x="3129736" y="3950023"/>
                </a:cubicBezTo>
                <a:cubicBezTo>
                  <a:pt x="3127604" y="3945344"/>
                  <a:pt x="3125472" y="3947503"/>
                  <a:pt x="3122984" y="3947503"/>
                </a:cubicBezTo>
                <a:cubicBezTo>
                  <a:pt x="3127604" y="3933825"/>
                  <a:pt x="3147862" y="3952183"/>
                  <a:pt x="3149995" y="3940664"/>
                </a:cubicBezTo>
                <a:close/>
                <a:moveTo>
                  <a:pt x="3086589" y="3900490"/>
                </a:moveTo>
                <a:cubicBezTo>
                  <a:pt x="3089109" y="3907331"/>
                  <a:pt x="3084429" y="3907331"/>
                  <a:pt x="3079748" y="3909491"/>
                </a:cubicBezTo>
                <a:cubicBezTo>
                  <a:pt x="3089109" y="3918491"/>
                  <a:pt x="3086589" y="3923172"/>
                  <a:pt x="3091269" y="3925332"/>
                </a:cubicBezTo>
                <a:cubicBezTo>
                  <a:pt x="3086589" y="3918491"/>
                  <a:pt x="3095950" y="3902650"/>
                  <a:pt x="3086589" y="3900490"/>
                </a:cubicBezTo>
                <a:close/>
                <a:moveTo>
                  <a:pt x="283987" y="3894137"/>
                </a:moveTo>
                <a:cubicBezTo>
                  <a:pt x="290899" y="3909724"/>
                  <a:pt x="272345" y="3925310"/>
                  <a:pt x="263250" y="3936646"/>
                </a:cubicBezTo>
                <a:cubicBezTo>
                  <a:pt x="256338" y="3921059"/>
                  <a:pt x="283987" y="3911849"/>
                  <a:pt x="283987" y="3894137"/>
                </a:cubicBezTo>
                <a:close/>
                <a:moveTo>
                  <a:pt x="3250186" y="3890962"/>
                </a:moveTo>
                <a:cubicBezTo>
                  <a:pt x="3254772" y="3906893"/>
                  <a:pt x="3245953" y="3911238"/>
                  <a:pt x="3241367" y="3904359"/>
                </a:cubicBezTo>
                <a:cubicBezTo>
                  <a:pt x="3239250" y="3893134"/>
                  <a:pt x="3243484" y="3893134"/>
                  <a:pt x="3250186" y="3890962"/>
                </a:cubicBezTo>
                <a:close/>
                <a:moveTo>
                  <a:pt x="336840" y="3886200"/>
                </a:moveTo>
                <a:cubicBezTo>
                  <a:pt x="343730" y="3899606"/>
                  <a:pt x="355335" y="3886200"/>
                  <a:pt x="369115" y="3886200"/>
                </a:cubicBezTo>
                <a:cubicBezTo>
                  <a:pt x="378180" y="3895019"/>
                  <a:pt x="385070" y="3906308"/>
                  <a:pt x="398850" y="3897136"/>
                </a:cubicBezTo>
                <a:cubicBezTo>
                  <a:pt x="389784" y="3908425"/>
                  <a:pt x="382894" y="3919714"/>
                  <a:pt x="369115" y="3923947"/>
                </a:cubicBezTo>
                <a:cubicBezTo>
                  <a:pt x="373466" y="3913011"/>
                  <a:pt x="380356" y="3897136"/>
                  <a:pt x="341555" y="3901722"/>
                </a:cubicBezTo>
                <a:cubicBezTo>
                  <a:pt x="339379" y="3906308"/>
                  <a:pt x="345906" y="3908425"/>
                  <a:pt x="343730" y="3913011"/>
                </a:cubicBezTo>
                <a:cubicBezTo>
                  <a:pt x="327775" y="3910542"/>
                  <a:pt x="332489" y="3890786"/>
                  <a:pt x="336840" y="3886200"/>
                </a:cubicBezTo>
                <a:close/>
                <a:moveTo>
                  <a:pt x="3209495" y="3884432"/>
                </a:moveTo>
                <a:cubicBezTo>
                  <a:pt x="3211974" y="3884432"/>
                  <a:pt x="3214100" y="3891262"/>
                  <a:pt x="3218705" y="3891262"/>
                </a:cubicBezTo>
                <a:cubicBezTo>
                  <a:pt x="3218705" y="3897731"/>
                  <a:pt x="3216225" y="3900247"/>
                  <a:pt x="3218705" y="3907077"/>
                </a:cubicBezTo>
                <a:cubicBezTo>
                  <a:pt x="3222956" y="3911390"/>
                  <a:pt x="3234291" y="3902404"/>
                  <a:pt x="3238896" y="3931878"/>
                </a:cubicBezTo>
                <a:cubicBezTo>
                  <a:pt x="3229686" y="3929721"/>
                  <a:pt x="3229686" y="3916062"/>
                  <a:pt x="3216225" y="3920735"/>
                </a:cubicBezTo>
                <a:cubicBezTo>
                  <a:pt x="3214100" y="3891262"/>
                  <a:pt x="3209495" y="3911390"/>
                  <a:pt x="3198514" y="3893418"/>
                </a:cubicBezTo>
                <a:cubicBezTo>
                  <a:pt x="3196388" y="3875087"/>
                  <a:pt x="3218705" y="3909233"/>
                  <a:pt x="3209495" y="3884432"/>
                </a:cubicBezTo>
                <a:close/>
                <a:moveTo>
                  <a:pt x="3143475" y="3882130"/>
                </a:moveTo>
                <a:cubicBezTo>
                  <a:pt x="3150315" y="3897970"/>
                  <a:pt x="3157156" y="3897970"/>
                  <a:pt x="3163997" y="3900490"/>
                </a:cubicBezTo>
                <a:cubicBezTo>
                  <a:pt x="3161837" y="3893650"/>
                  <a:pt x="3163997" y="3891490"/>
                  <a:pt x="3163997" y="3884650"/>
                </a:cubicBezTo>
                <a:cubicBezTo>
                  <a:pt x="3157156" y="3884650"/>
                  <a:pt x="3150315" y="3879970"/>
                  <a:pt x="3143475" y="3882130"/>
                </a:cubicBezTo>
                <a:close/>
                <a:moveTo>
                  <a:pt x="3102430" y="3873129"/>
                </a:moveTo>
                <a:cubicBezTo>
                  <a:pt x="3098110" y="3882130"/>
                  <a:pt x="3086589" y="3866289"/>
                  <a:pt x="3091269" y="3879970"/>
                </a:cubicBezTo>
                <a:cubicBezTo>
                  <a:pt x="3102430" y="3879970"/>
                  <a:pt x="3104951" y="3886810"/>
                  <a:pt x="3102430" y="3902650"/>
                </a:cubicBezTo>
                <a:cubicBezTo>
                  <a:pt x="3109271" y="3895810"/>
                  <a:pt x="3116112" y="3914171"/>
                  <a:pt x="3116112" y="3900490"/>
                </a:cubicBezTo>
                <a:cubicBezTo>
                  <a:pt x="3111791" y="3888970"/>
                  <a:pt x="3107111" y="3888970"/>
                  <a:pt x="3102430" y="3873129"/>
                </a:cubicBezTo>
                <a:close/>
                <a:moveTo>
                  <a:pt x="3223830" y="3872518"/>
                </a:moveTo>
                <a:cubicBezTo>
                  <a:pt x="3227789" y="3873350"/>
                  <a:pt x="3232860" y="3876066"/>
                  <a:pt x="3237307" y="3874840"/>
                </a:cubicBezTo>
                <a:cubicBezTo>
                  <a:pt x="3237307" y="3886055"/>
                  <a:pt x="3228412" y="3888158"/>
                  <a:pt x="3221651" y="3890612"/>
                </a:cubicBezTo>
                <a:cubicBezTo>
                  <a:pt x="3221651" y="3883952"/>
                  <a:pt x="3219516" y="3881499"/>
                  <a:pt x="3217025" y="3881499"/>
                </a:cubicBezTo>
                <a:cubicBezTo>
                  <a:pt x="3217025" y="3872737"/>
                  <a:pt x="3219872" y="3871685"/>
                  <a:pt x="3223830" y="3872518"/>
                </a:cubicBezTo>
                <a:close/>
                <a:moveTo>
                  <a:pt x="3163997" y="3857288"/>
                </a:moveTo>
                <a:cubicBezTo>
                  <a:pt x="3170838" y="3868449"/>
                  <a:pt x="3152836" y="3857288"/>
                  <a:pt x="3159676" y="3870969"/>
                </a:cubicBezTo>
                <a:cubicBezTo>
                  <a:pt x="3168677" y="3870969"/>
                  <a:pt x="3161837" y="3877809"/>
                  <a:pt x="3168677" y="3893650"/>
                </a:cubicBezTo>
                <a:cubicBezTo>
                  <a:pt x="3177678" y="3888970"/>
                  <a:pt x="3168677" y="3866289"/>
                  <a:pt x="3163997" y="3857288"/>
                </a:cubicBezTo>
                <a:close/>
                <a:moveTo>
                  <a:pt x="3134474" y="3825247"/>
                </a:moveTo>
                <a:cubicBezTo>
                  <a:pt x="3136634" y="3832087"/>
                  <a:pt x="3132314" y="3832087"/>
                  <a:pt x="3132314" y="3836767"/>
                </a:cubicBezTo>
                <a:cubicBezTo>
                  <a:pt x="3143475" y="3832087"/>
                  <a:pt x="3141314" y="3864129"/>
                  <a:pt x="3132314" y="3850448"/>
                </a:cubicBezTo>
                <a:cubicBezTo>
                  <a:pt x="3136634" y="3859448"/>
                  <a:pt x="3141314" y="3868449"/>
                  <a:pt x="3148155" y="3870969"/>
                </a:cubicBezTo>
                <a:cubicBezTo>
                  <a:pt x="3141314" y="3850448"/>
                  <a:pt x="3148155" y="3854768"/>
                  <a:pt x="3154996" y="3854768"/>
                </a:cubicBezTo>
                <a:cubicBezTo>
                  <a:pt x="3150315" y="3836767"/>
                  <a:pt x="3141314" y="3838928"/>
                  <a:pt x="3134474" y="3825247"/>
                </a:cubicBezTo>
                <a:close/>
                <a:moveTo>
                  <a:pt x="3112208" y="3818277"/>
                </a:moveTo>
                <a:cubicBezTo>
                  <a:pt x="3110936" y="3817349"/>
                  <a:pt x="3109901" y="3819037"/>
                  <a:pt x="3109271" y="3825247"/>
                </a:cubicBezTo>
                <a:cubicBezTo>
                  <a:pt x="3120792" y="3825247"/>
                  <a:pt x="3116112" y="3866289"/>
                  <a:pt x="3125473" y="3845768"/>
                </a:cubicBezTo>
                <a:cubicBezTo>
                  <a:pt x="3121962" y="3847388"/>
                  <a:pt x="3116022" y="3821062"/>
                  <a:pt x="3112208" y="3818277"/>
                </a:cubicBezTo>
                <a:close/>
                <a:moveTo>
                  <a:pt x="3214485" y="3816350"/>
                </a:moveTo>
                <a:cubicBezTo>
                  <a:pt x="3223557" y="3838955"/>
                  <a:pt x="3232991" y="3818503"/>
                  <a:pt x="3242062" y="3825320"/>
                </a:cubicBezTo>
                <a:cubicBezTo>
                  <a:pt x="3237345" y="3857255"/>
                  <a:pt x="3212308" y="3841108"/>
                  <a:pt x="3205414" y="3868378"/>
                </a:cubicBezTo>
                <a:cubicBezTo>
                  <a:pt x="3196342" y="3868378"/>
                  <a:pt x="3200697" y="3861561"/>
                  <a:pt x="3196342" y="3845773"/>
                </a:cubicBezTo>
                <a:lnTo>
                  <a:pt x="3191625" y="3847926"/>
                </a:lnTo>
                <a:cubicBezTo>
                  <a:pt x="3193802" y="3825320"/>
                  <a:pt x="3205414" y="3836802"/>
                  <a:pt x="3214485" y="3816350"/>
                </a:cubicBezTo>
                <a:close/>
                <a:moveTo>
                  <a:pt x="3389293" y="3814091"/>
                </a:moveTo>
                <a:cubicBezTo>
                  <a:pt x="3391314" y="3827686"/>
                  <a:pt x="3389293" y="3836629"/>
                  <a:pt x="3382895" y="3834125"/>
                </a:cubicBezTo>
                <a:cubicBezTo>
                  <a:pt x="3380538" y="3820888"/>
                  <a:pt x="3382895" y="3811587"/>
                  <a:pt x="3389293" y="3814091"/>
                </a:cubicBezTo>
                <a:close/>
                <a:moveTo>
                  <a:pt x="3435242" y="3811331"/>
                </a:moveTo>
                <a:cubicBezTo>
                  <a:pt x="3439667" y="3810196"/>
                  <a:pt x="3442997" y="3811922"/>
                  <a:pt x="3445275" y="3823369"/>
                </a:cubicBezTo>
                <a:cubicBezTo>
                  <a:pt x="3438616" y="3818645"/>
                  <a:pt x="3429503" y="3821189"/>
                  <a:pt x="3423194" y="3830274"/>
                </a:cubicBezTo>
                <a:cubicBezTo>
                  <a:pt x="3418638" y="3830274"/>
                  <a:pt x="3418638" y="3821189"/>
                  <a:pt x="3418638" y="3816464"/>
                </a:cubicBezTo>
                <a:cubicBezTo>
                  <a:pt x="3425298" y="3816464"/>
                  <a:pt x="3430818" y="3812467"/>
                  <a:pt x="3435242" y="3811331"/>
                </a:cubicBezTo>
                <a:close/>
                <a:moveTo>
                  <a:pt x="3344611" y="3806825"/>
                </a:moveTo>
                <a:cubicBezTo>
                  <a:pt x="3349390" y="3806825"/>
                  <a:pt x="3347184" y="3811086"/>
                  <a:pt x="3344611" y="3811086"/>
                </a:cubicBezTo>
                <a:cubicBezTo>
                  <a:pt x="3347184" y="3815702"/>
                  <a:pt x="3349390" y="3820318"/>
                  <a:pt x="3351596" y="3820318"/>
                </a:cubicBezTo>
                <a:cubicBezTo>
                  <a:pt x="3344611" y="3822449"/>
                  <a:pt x="3330641" y="3833457"/>
                  <a:pt x="3317038" y="3831326"/>
                </a:cubicBezTo>
                <a:cubicBezTo>
                  <a:pt x="3319244" y="3813572"/>
                  <a:pt x="3342405" y="3824580"/>
                  <a:pt x="3344611" y="3806825"/>
                </a:cubicBezTo>
                <a:close/>
                <a:moveTo>
                  <a:pt x="3285972" y="3802590"/>
                </a:moveTo>
                <a:cubicBezTo>
                  <a:pt x="3290029" y="3803356"/>
                  <a:pt x="3293670" y="3806155"/>
                  <a:pt x="3296036" y="3811753"/>
                </a:cubicBezTo>
                <a:cubicBezTo>
                  <a:pt x="3289118" y="3818506"/>
                  <a:pt x="3275282" y="3800735"/>
                  <a:pt x="3277467" y="3832011"/>
                </a:cubicBezTo>
                <a:cubicBezTo>
                  <a:pt x="3270549" y="3836632"/>
                  <a:pt x="3268364" y="3825258"/>
                  <a:pt x="3261447" y="3829879"/>
                </a:cubicBezTo>
                <a:cubicBezTo>
                  <a:pt x="3257897" y="3816284"/>
                  <a:pt x="3273803" y="3800291"/>
                  <a:pt x="3285972" y="3802590"/>
                </a:cubicBezTo>
                <a:close/>
                <a:moveTo>
                  <a:pt x="3136634" y="3795726"/>
                </a:moveTo>
                <a:cubicBezTo>
                  <a:pt x="3148155" y="3818406"/>
                  <a:pt x="3170838" y="3816246"/>
                  <a:pt x="3163997" y="3845768"/>
                </a:cubicBezTo>
                <a:cubicBezTo>
                  <a:pt x="3163997" y="3845768"/>
                  <a:pt x="3163997" y="3845768"/>
                  <a:pt x="3175518" y="3843608"/>
                </a:cubicBezTo>
                <a:cubicBezTo>
                  <a:pt x="3170838" y="3818406"/>
                  <a:pt x="3159676" y="3827767"/>
                  <a:pt x="3157156" y="3800406"/>
                </a:cubicBezTo>
                <a:cubicBezTo>
                  <a:pt x="3148155" y="3800406"/>
                  <a:pt x="3148155" y="3797886"/>
                  <a:pt x="3136634" y="3795726"/>
                </a:cubicBezTo>
                <a:close/>
                <a:moveTo>
                  <a:pt x="3345766" y="3792420"/>
                </a:moveTo>
                <a:lnTo>
                  <a:pt x="3344025" y="3796593"/>
                </a:lnTo>
                <a:cubicBezTo>
                  <a:pt x="3344025" y="3795514"/>
                  <a:pt x="3344025" y="3793805"/>
                  <a:pt x="3344341" y="3792682"/>
                </a:cubicBezTo>
                <a:close/>
                <a:moveTo>
                  <a:pt x="3184519" y="3779885"/>
                </a:moveTo>
                <a:cubicBezTo>
                  <a:pt x="3184519" y="3779885"/>
                  <a:pt x="3184519" y="3779885"/>
                  <a:pt x="3186679" y="3793565"/>
                </a:cubicBezTo>
                <a:cubicBezTo>
                  <a:pt x="3191360" y="3782045"/>
                  <a:pt x="3200361" y="3795726"/>
                  <a:pt x="3202521" y="3782045"/>
                </a:cubicBezTo>
                <a:cubicBezTo>
                  <a:pt x="3196040" y="3782045"/>
                  <a:pt x="3191360" y="3777365"/>
                  <a:pt x="3184519" y="3779885"/>
                </a:cubicBezTo>
                <a:close/>
                <a:moveTo>
                  <a:pt x="3389806" y="3778250"/>
                </a:moveTo>
                <a:cubicBezTo>
                  <a:pt x="3391969" y="3792277"/>
                  <a:pt x="3382957" y="3789759"/>
                  <a:pt x="3385120" y="3801268"/>
                </a:cubicBezTo>
                <a:cubicBezTo>
                  <a:pt x="3391969" y="3801268"/>
                  <a:pt x="3394132" y="3794435"/>
                  <a:pt x="3391969" y="3782926"/>
                </a:cubicBezTo>
                <a:cubicBezTo>
                  <a:pt x="3405667" y="3794435"/>
                  <a:pt x="3412517" y="3780768"/>
                  <a:pt x="3426215" y="3794435"/>
                </a:cubicBezTo>
                <a:cubicBezTo>
                  <a:pt x="3417203" y="3823927"/>
                  <a:pt x="3398818" y="3785443"/>
                  <a:pt x="3389806" y="3798751"/>
                </a:cubicBezTo>
                <a:cubicBezTo>
                  <a:pt x="3389806" y="3808102"/>
                  <a:pt x="3394132" y="3808102"/>
                  <a:pt x="3396655" y="3808102"/>
                </a:cubicBezTo>
                <a:cubicBezTo>
                  <a:pt x="3394132" y="3819252"/>
                  <a:pt x="3376108" y="3812418"/>
                  <a:pt x="3369259" y="3796593"/>
                </a:cubicBezTo>
                <a:cubicBezTo>
                  <a:pt x="3362410" y="3798751"/>
                  <a:pt x="3357724" y="3803426"/>
                  <a:pt x="3357724" y="3810260"/>
                </a:cubicBezTo>
                <a:cubicBezTo>
                  <a:pt x="3350874" y="3808102"/>
                  <a:pt x="3353398" y="3794435"/>
                  <a:pt x="3344025" y="3801268"/>
                </a:cubicBezTo>
                <a:cubicBezTo>
                  <a:pt x="3344025" y="3796593"/>
                  <a:pt x="3346549" y="3796593"/>
                  <a:pt x="3346549" y="3792277"/>
                </a:cubicBezTo>
                <a:lnTo>
                  <a:pt x="3345766" y="3792420"/>
                </a:lnTo>
                <a:lnTo>
                  <a:pt x="3348621" y="3785578"/>
                </a:lnTo>
                <a:cubicBezTo>
                  <a:pt x="3351505" y="3783555"/>
                  <a:pt x="3355560" y="3782926"/>
                  <a:pt x="3360247" y="3782926"/>
                </a:cubicBezTo>
                <a:cubicBezTo>
                  <a:pt x="3369259" y="3782926"/>
                  <a:pt x="3380434" y="3785443"/>
                  <a:pt x="3389806" y="3778250"/>
                </a:cubicBezTo>
                <a:close/>
                <a:moveTo>
                  <a:pt x="3429387" y="3750072"/>
                </a:moveTo>
                <a:cubicBezTo>
                  <a:pt x="3422856" y="3758949"/>
                  <a:pt x="3415962" y="3767826"/>
                  <a:pt x="3404350" y="3769957"/>
                </a:cubicBezTo>
                <a:cubicBezTo>
                  <a:pt x="3404350" y="3752202"/>
                  <a:pt x="3422856" y="3743325"/>
                  <a:pt x="3429387" y="3750072"/>
                </a:cubicBezTo>
                <a:close/>
                <a:moveTo>
                  <a:pt x="3447952" y="3748432"/>
                </a:moveTo>
                <a:cubicBezTo>
                  <a:pt x="3452880" y="3747039"/>
                  <a:pt x="3468821" y="3754355"/>
                  <a:pt x="3472260" y="3757846"/>
                </a:cubicBezTo>
                <a:cubicBezTo>
                  <a:pt x="3463088" y="3777892"/>
                  <a:pt x="3458855" y="3748538"/>
                  <a:pt x="3447566" y="3753192"/>
                </a:cubicBezTo>
                <a:cubicBezTo>
                  <a:pt x="3445890" y="3750328"/>
                  <a:pt x="3446309" y="3748896"/>
                  <a:pt x="3447952" y="3748432"/>
                </a:cubicBezTo>
                <a:close/>
                <a:moveTo>
                  <a:pt x="4356488" y="3736304"/>
                </a:moveTo>
                <a:cubicBezTo>
                  <a:pt x="4352138" y="3756696"/>
                  <a:pt x="4324588" y="3758842"/>
                  <a:pt x="4310813" y="3752045"/>
                </a:cubicBezTo>
                <a:cubicBezTo>
                  <a:pt x="4322413" y="3733800"/>
                  <a:pt x="4338363" y="3733800"/>
                  <a:pt x="4356488" y="3736304"/>
                </a:cubicBezTo>
                <a:close/>
                <a:moveTo>
                  <a:pt x="4426341" y="3729581"/>
                </a:moveTo>
                <a:cubicBezTo>
                  <a:pt x="4417355" y="3747724"/>
                  <a:pt x="4394710" y="3747724"/>
                  <a:pt x="4369550" y="3747724"/>
                </a:cubicBezTo>
                <a:cubicBezTo>
                  <a:pt x="4374223" y="3722687"/>
                  <a:pt x="4403696" y="3733936"/>
                  <a:pt x="4426341" y="3729581"/>
                </a:cubicBezTo>
                <a:close/>
                <a:moveTo>
                  <a:pt x="3909785" y="3704880"/>
                </a:moveTo>
                <a:cubicBezTo>
                  <a:pt x="3917047" y="3703997"/>
                  <a:pt x="3924841" y="3707531"/>
                  <a:pt x="3932634" y="3714601"/>
                </a:cubicBezTo>
                <a:cubicBezTo>
                  <a:pt x="3925903" y="3714601"/>
                  <a:pt x="3919173" y="3716833"/>
                  <a:pt x="3914922" y="3719066"/>
                </a:cubicBezTo>
                <a:cubicBezTo>
                  <a:pt x="3908191" y="3721670"/>
                  <a:pt x="3901461" y="3723903"/>
                  <a:pt x="3890125" y="3721670"/>
                </a:cubicBezTo>
                <a:cubicBezTo>
                  <a:pt x="3895793" y="3711066"/>
                  <a:pt x="3902524" y="3705764"/>
                  <a:pt x="3909785" y="3704880"/>
                </a:cubicBezTo>
                <a:close/>
                <a:moveTo>
                  <a:pt x="110597" y="3681412"/>
                </a:moveTo>
                <a:cubicBezTo>
                  <a:pt x="121462" y="3686174"/>
                  <a:pt x="130574" y="3688373"/>
                  <a:pt x="130574" y="3700096"/>
                </a:cubicBezTo>
                <a:cubicBezTo>
                  <a:pt x="119359" y="3697531"/>
                  <a:pt x="108144" y="3697531"/>
                  <a:pt x="103938" y="3693135"/>
                </a:cubicBezTo>
                <a:cubicBezTo>
                  <a:pt x="106041" y="3690571"/>
                  <a:pt x="108144" y="3688373"/>
                  <a:pt x="110597" y="3681412"/>
                </a:cubicBezTo>
                <a:close/>
                <a:moveTo>
                  <a:pt x="4488713" y="3680970"/>
                </a:moveTo>
                <a:lnTo>
                  <a:pt x="4486301" y="3682688"/>
                </a:lnTo>
                <a:lnTo>
                  <a:pt x="4488406" y="3685009"/>
                </a:lnTo>
                <a:lnTo>
                  <a:pt x="4491195" y="3681126"/>
                </a:lnTo>
                <a:close/>
                <a:moveTo>
                  <a:pt x="4962922" y="3652837"/>
                </a:moveTo>
                <a:cubicBezTo>
                  <a:pt x="4956219" y="3664292"/>
                  <a:pt x="4949517" y="3688992"/>
                  <a:pt x="4933994" y="3680043"/>
                </a:cubicBezTo>
                <a:cubicBezTo>
                  <a:pt x="4931525" y="3664292"/>
                  <a:pt x="4944931" y="3657490"/>
                  <a:pt x="4962922" y="3652837"/>
                </a:cubicBezTo>
                <a:close/>
                <a:moveTo>
                  <a:pt x="589713" y="3652837"/>
                </a:moveTo>
                <a:cubicBezTo>
                  <a:pt x="596607" y="3657423"/>
                  <a:pt x="598784" y="3664126"/>
                  <a:pt x="605678" y="3654953"/>
                </a:cubicBezTo>
                <a:cubicBezTo>
                  <a:pt x="614750" y="3659540"/>
                  <a:pt x="596607" y="3661656"/>
                  <a:pt x="598784" y="3668359"/>
                </a:cubicBezTo>
                <a:cubicBezTo>
                  <a:pt x="591890" y="3666243"/>
                  <a:pt x="589713" y="3661656"/>
                  <a:pt x="589713" y="3652837"/>
                </a:cubicBezTo>
                <a:close/>
                <a:moveTo>
                  <a:pt x="3518747" y="3652365"/>
                </a:moveTo>
                <a:cubicBezTo>
                  <a:pt x="3512468" y="3655251"/>
                  <a:pt x="3512874" y="3665579"/>
                  <a:pt x="3509633" y="3670440"/>
                </a:cubicBezTo>
                <a:cubicBezTo>
                  <a:pt x="3504953" y="3672960"/>
                  <a:pt x="3502792" y="3670440"/>
                  <a:pt x="3500272" y="3677280"/>
                </a:cubicBezTo>
                <a:cubicBezTo>
                  <a:pt x="3516474" y="3679800"/>
                  <a:pt x="3520794" y="3666119"/>
                  <a:pt x="3527635" y="3652438"/>
                </a:cubicBezTo>
                <a:cubicBezTo>
                  <a:pt x="3523675" y="3651268"/>
                  <a:pt x="3520839" y="3651403"/>
                  <a:pt x="3518747" y="3652365"/>
                </a:cubicBezTo>
                <a:close/>
                <a:moveTo>
                  <a:pt x="3450227" y="3647758"/>
                </a:moveTo>
                <a:cubicBezTo>
                  <a:pt x="3452567" y="3655859"/>
                  <a:pt x="3452027" y="3660989"/>
                  <a:pt x="3450902" y="3665534"/>
                </a:cubicBezTo>
                <a:lnTo>
                  <a:pt x="3450366" y="3668232"/>
                </a:lnTo>
                <a:lnTo>
                  <a:pt x="3455888" y="3675867"/>
                </a:lnTo>
                <a:lnTo>
                  <a:pt x="3456663" y="3674310"/>
                </a:lnTo>
                <a:cubicBezTo>
                  <a:pt x="3457788" y="3670079"/>
                  <a:pt x="3458328" y="3665039"/>
                  <a:pt x="3461748" y="3663959"/>
                </a:cubicBezTo>
                <a:cubicBezTo>
                  <a:pt x="3461748" y="3666119"/>
                  <a:pt x="3466429" y="3668279"/>
                  <a:pt x="3466429" y="3663959"/>
                </a:cubicBezTo>
                <a:cubicBezTo>
                  <a:pt x="3457068" y="3666119"/>
                  <a:pt x="3463908" y="3643438"/>
                  <a:pt x="3450227" y="3647758"/>
                </a:cubicBezTo>
                <a:close/>
                <a:moveTo>
                  <a:pt x="15732" y="3643312"/>
                </a:moveTo>
                <a:cubicBezTo>
                  <a:pt x="27374" y="3652131"/>
                  <a:pt x="6637" y="3656717"/>
                  <a:pt x="4454" y="3660951"/>
                </a:cubicBezTo>
                <a:cubicBezTo>
                  <a:pt x="-7187" y="3681059"/>
                  <a:pt x="6637" y="3645428"/>
                  <a:pt x="15732" y="3643312"/>
                </a:cubicBezTo>
                <a:close/>
                <a:moveTo>
                  <a:pt x="4713676" y="3641725"/>
                </a:moveTo>
                <a:cubicBezTo>
                  <a:pt x="4707159" y="3648685"/>
                  <a:pt x="4709331" y="3665171"/>
                  <a:pt x="4693400" y="3665171"/>
                </a:cubicBezTo>
                <a:cubicBezTo>
                  <a:pt x="4693400" y="3644289"/>
                  <a:pt x="4693400" y="3644289"/>
                  <a:pt x="4693400" y="3644289"/>
                </a:cubicBezTo>
                <a:cubicBezTo>
                  <a:pt x="4700279" y="3644289"/>
                  <a:pt x="4707159" y="3641725"/>
                  <a:pt x="4713676" y="3641725"/>
                </a:cubicBezTo>
                <a:close/>
                <a:moveTo>
                  <a:pt x="3866283" y="3638734"/>
                </a:moveTo>
                <a:lnTo>
                  <a:pt x="3865514" y="3645784"/>
                </a:lnTo>
                <a:cubicBezTo>
                  <a:pt x="3864518" y="3654374"/>
                  <a:pt x="3863370" y="3655318"/>
                  <a:pt x="3853109" y="3663959"/>
                </a:cubicBezTo>
                <a:cubicBezTo>
                  <a:pt x="3866791" y="3652438"/>
                  <a:pt x="3877952" y="3677280"/>
                  <a:pt x="3887313" y="3657119"/>
                </a:cubicBezTo>
                <a:cubicBezTo>
                  <a:pt x="3878132" y="3653699"/>
                  <a:pt x="3875252" y="3649108"/>
                  <a:pt x="3874082" y="3642808"/>
                </a:cubicBezTo>
                <a:lnTo>
                  <a:pt x="3873702" y="3639666"/>
                </a:lnTo>
                <a:close/>
                <a:moveTo>
                  <a:pt x="57528" y="3638550"/>
                </a:moveTo>
                <a:cubicBezTo>
                  <a:pt x="55295" y="3643106"/>
                  <a:pt x="52691" y="3660630"/>
                  <a:pt x="34088" y="3665187"/>
                </a:cubicBezTo>
                <a:cubicBezTo>
                  <a:pt x="45622" y="3651868"/>
                  <a:pt x="43389" y="3647312"/>
                  <a:pt x="57528" y="3638550"/>
                </a:cubicBezTo>
                <a:close/>
                <a:moveTo>
                  <a:pt x="3757295" y="3627393"/>
                </a:moveTo>
                <a:lnTo>
                  <a:pt x="3757339" y="3627597"/>
                </a:lnTo>
                <a:lnTo>
                  <a:pt x="3759464" y="3627543"/>
                </a:lnTo>
                <a:close/>
                <a:moveTo>
                  <a:pt x="3737419" y="3623937"/>
                </a:moveTo>
                <a:lnTo>
                  <a:pt x="3737177" y="3625077"/>
                </a:lnTo>
                <a:lnTo>
                  <a:pt x="3741065" y="3624634"/>
                </a:lnTo>
                <a:close/>
                <a:moveTo>
                  <a:pt x="3712143" y="3619108"/>
                </a:moveTo>
                <a:lnTo>
                  <a:pt x="3711974" y="3620757"/>
                </a:lnTo>
                <a:cubicBezTo>
                  <a:pt x="3718815" y="3618237"/>
                  <a:pt x="3718815" y="3625077"/>
                  <a:pt x="3725656" y="3625077"/>
                </a:cubicBezTo>
                <a:lnTo>
                  <a:pt x="3726465" y="3621844"/>
                </a:lnTo>
                <a:close/>
                <a:moveTo>
                  <a:pt x="4663092" y="3617429"/>
                </a:moveTo>
                <a:cubicBezTo>
                  <a:pt x="4676824" y="3617491"/>
                  <a:pt x="4690054" y="3618668"/>
                  <a:pt x="4702565" y="3621566"/>
                </a:cubicBezTo>
                <a:cubicBezTo>
                  <a:pt x="4683304" y="3663764"/>
                  <a:pt x="4646312" y="3679158"/>
                  <a:pt x="4605899" y="3683731"/>
                </a:cubicBezTo>
                <a:lnTo>
                  <a:pt x="4596660" y="3683843"/>
                </a:lnTo>
                <a:lnTo>
                  <a:pt x="4595002" y="3684234"/>
                </a:lnTo>
                <a:cubicBezTo>
                  <a:pt x="4577501" y="3686704"/>
                  <a:pt x="4558343" y="3687233"/>
                  <a:pt x="4542588" y="3690584"/>
                </a:cubicBezTo>
                <a:lnTo>
                  <a:pt x="4542588" y="3684353"/>
                </a:lnTo>
                <a:lnTo>
                  <a:pt x="4505490" y="3682023"/>
                </a:lnTo>
                <a:lnTo>
                  <a:pt x="4505537" y="3682265"/>
                </a:lnTo>
                <a:cubicBezTo>
                  <a:pt x="4504441" y="3684637"/>
                  <a:pt x="4502777" y="3687614"/>
                  <a:pt x="4503828" y="3694683"/>
                </a:cubicBezTo>
                <a:cubicBezTo>
                  <a:pt x="4488406" y="3696915"/>
                  <a:pt x="4488406" y="3696915"/>
                  <a:pt x="4488406" y="3696915"/>
                </a:cubicBezTo>
                <a:cubicBezTo>
                  <a:pt x="4488406" y="3689846"/>
                  <a:pt x="4488406" y="3687613"/>
                  <a:pt x="4483850" y="3685009"/>
                </a:cubicBezTo>
                <a:lnTo>
                  <a:pt x="4485326" y="3683382"/>
                </a:lnTo>
                <a:lnTo>
                  <a:pt x="4456671" y="3703789"/>
                </a:lnTo>
                <a:cubicBezTo>
                  <a:pt x="4411308" y="3701616"/>
                  <a:pt x="4370266" y="3703789"/>
                  <a:pt x="4331743" y="3708498"/>
                </a:cubicBezTo>
                <a:cubicBezTo>
                  <a:pt x="4292861" y="3715380"/>
                  <a:pt x="4254339" y="3722262"/>
                  <a:pt x="4220137" y="3726609"/>
                </a:cubicBezTo>
                <a:cubicBezTo>
                  <a:pt x="4147413" y="3735664"/>
                  <a:pt x="4079369" y="3738200"/>
                  <a:pt x="4015645" y="3694734"/>
                </a:cubicBezTo>
                <a:cubicBezTo>
                  <a:pt x="3990444" y="3705962"/>
                  <a:pt x="3972083" y="3692198"/>
                  <a:pt x="3942561" y="3703789"/>
                </a:cubicBezTo>
                <a:cubicBezTo>
                  <a:pt x="3938241" y="3701616"/>
                  <a:pt x="3935721" y="3699080"/>
                  <a:pt x="3935721" y="3692198"/>
                </a:cubicBezTo>
                <a:cubicBezTo>
                  <a:pt x="3931400" y="3685316"/>
                  <a:pt x="3940401" y="3667205"/>
                  <a:pt x="3947241" y="3655614"/>
                </a:cubicBezTo>
                <a:cubicBezTo>
                  <a:pt x="3969922" y="3678434"/>
                  <a:pt x="3972083" y="3641850"/>
                  <a:pt x="3983603" y="3671552"/>
                </a:cubicBezTo>
                <a:cubicBezTo>
                  <a:pt x="4022755" y="3657969"/>
                  <a:pt x="4064540" y="3671280"/>
                  <a:pt x="4105160" y="3675882"/>
                </a:cubicBezTo>
                <a:lnTo>
                  <a:pt x="4119537" y="3676018"/>
                </a:lnTo>
                <a:lnTo>
                  <a:pt x="4119505" y="3674963"/>
                </a:lnTo>
                <a:cubicBezTo>
                  <a:pt x="4124790" y="3668448"/>
                  <a:pt x="4144500" y="3673740"/>
                  <a:pt x="4156463" y="3670300"/>
                </a:cubicBezTo>
                <a:lnTo>
                  <a:pt x="4155331" y="3673285"/>
                </a:lnTo>
                <a:lnTo>
                  <a:pt x="4180670" y="3665802"/>
                </a:lnTo>
                <a:cubicBezTo>
                  <a:pt x="4192865" y="3660957"/>
                  <a:pt x="4205376" y="3655795"/>
                  <a:pt x="4217977" y="3653441"/>
                </a:cubicBezTo>
                <a:cubicBezTo>
                  <a:pt x="4243538" y="3648279"/>
                  <a:pt x="4269550" y="3644838"/>
                  <a:pt x="4295787" y="3642438"/>
                </a:cubicBezTo>
                <a:lnTo>
                  <a:pt x="4308531" y="3641673"/>
                </a:lnTo>
                <a:lnTo>
                  <a:pt x="4308821" y="3641596"/>
                </a:lnTo>
                <a:cubicBezTo>
                  <a:pt x="4331709" y="3638464"/>
                  <a:pt x="4353581" y="3642329"/>
                  <a:pt x="4379313" y="3632200"/>
                </a:cubicBezTo>
                <a:lnTo>
                  <a:pt x="4380579" y="3637431"/>
                </a:lnTo>
                <a:lnTo>
                  <a:pt x="4531915" y="3630621"/>
                </a:lnTo>
                <a:cubicBezTo>
                  <a:pt x="4576198" y="3627090"/>
                  <a:pt x="4621898" y="3617242"/>
                  <a:pt x="4663092" y="3617429"/>
                </a:cubicBezTo>
                <a:close/>
                <a:moveTo>
                  <a:pt x="3690114" y="3612038"/>
                </a:moveTo>
                <a:lnTo>
                  <a:pt x="3689292" y="3613917"/>
                </a:lnTo>
                <a:cubicBezTo>
                  <a:pt x="3691452" y="3613917"/>
                  <a:pt x="3693612" y="3618237"/>
                  <a:pt x="3691452" y="3625077"/>
                </a:cubicBezTo>
                <a:lnTo>
                  <a:pt x="3703586" y="3616529"/>
                </a:lnTo>
                <a:close/>
                <a:moveTo>
                  <a:pt x="4858141" y="3608924"/>
                </a:moveTo>
                <a:cubicBezTo>
                  <a:pt x="4830851" y="3627412"/>
                  <a:pt x="4778785" y="3647712"/>
                  <a:pt x="4737850" y="3640825"/>
                </a:cubicBezTo>
                <a:cubicBezTo>
                  <a:pt x="4774117" y="3613637"/>
                  <a:pt x="4808229" y="3602037"/>
                  <a:pt x="4858141" y="3608924"/>
                </a:cubicBezTo>
                <a:close/>
                <a:moveTo>
                  <a:pt x="3616991" y="3602900"/>
                </a:moveTo>
                <a:lnTo>
                  <a:pt x="3606663" y="3609381"/>
                </a:lnTo>
                <a:lnTo>
                  <a:pt x="3606281" y="3614316"/>
                </a:lnTo>
                <a:cubicBezTo>
                  <a:pt x="3608644" y="3621995"/>
                  <a:pt x="3618095" y="3619497"/>
                  <a:pt x="3609724" y="3629757"/>
                </a:cubicBezTo>
                <a:cubicBezTo>
                  <a:pt x="3609724" y="3629757"/>
                  <a:pt x="3609724" y="3629757"/>
                  <a:pt x="3639247" y="3629757"/>
                </a:cubicBezTo>
                <a:cubicBezTo>
                  <a:pt x="3637086" y="3613917"/>
                  <a:pt x="3648248" y="3618237"/>
                  <a:pt x="3648248" y="3607076"/>
                </a:cubicBezTo>
                <a:cubicBezTo>
                  <a:pt x="3629886" y="3616077"/>
                  <a:pt x="3637086" y="3625077"/>
                  <a:pt x="3616564" y="3625077"/>
                </a:cubicBezTo>
                <a:cubicBezTo>
                  <a:pt x="3618185" y="3616707"/>
                  <a:pt x="3623653" y="3617044"/>
                  <a:pt x="3625374" y="3611053"/>
                </a:cubicBezTo>
                <a:lnTo>
                  <a:pt x="3625546" y="3603254"/>
                </a:lnTo>
                <a:close/>
                <a:moveTo>
                  <a:pt x="3857430" y="3595556"/>
                </a:moveTo>
                <a:cubicBezTo>
                  <a:pt x="3855269" y="3604556"/>
                  <a:pt x="3853109" y="3618237"/>
                  <a:pt x="3846268" y="3620757"/>
                </a:cubicBezTo>
                <a:cubicBezTo>
                  <a:pt x="3846268" y="3613917"/>
                  <a:pt x="3846268" y="3609236"/>
                  <a:pt x="3839428" y="3609236"/>
                </a:cubicBezTo>
                <a:cubicBezTo>
                  <a:pt x="3839428" y="3609236"/>
                  <a:pt x="3839428" y="3609236"/>
                  <a:pt x="3837267" y="3625077"/>
                </a:cubicBezTo>
                <a:cubicBezTo>
                  <a:pt x="3846268" y="3622917"/>
                  <a:pt x="3851939" y="3624627"/>
                  <a:pt x="3856215" y="3627147"/>
                </a:cubicBezTo>
                <a:lnTo>
                  <a:pt x="3861385" y="3630535"/>
                </a:lnTo>
                <a:lnTo>
                  <a:pt x="3872614" y="3630666"/>
                </a:lnTo>
                <a:lnTo>
                  <a:pt x="3871111" y="3618237"/>
                </a:lnTo>
                <a:cubicBezTo>
                  <a:pt x="3880472" y="3618237"/>
                  <a:pt x="3880472" y="3627597"/>
                  <a:pt x="3887313" y="3629757"/>
                </a:cubicBezTo>
                <a:cubicBezTo>
                  <a:pt x="3891633" y="3604556"/>
                  <a:pt x="3866791" y="3607076"/>
                  <a:pt x="3857430" y="3595556"/>
                </a:cubicBezTo>
                <a:close/>
                <a:moveTo>
                  <a:pt x="3718815" y="3593396"/>
                </a:moveTo>
                <a:lnTo>
                  <a:pt x="3716294" y="3598810"/>
                </a:lnTo>
                <a:lnTo>
                  <a:pt x="3731841" y="3601150"/>
                </a:lnTo>
                <a:lnTo>
                  <a:pt x="3729886" y="3598166"/>
                </a:lnTo>
                <a:cubicBezTo>
                  <a:pt x="3727906" y="3594476"/>
                  <a:pt x="3725656" y="3591056"/>
                  <a:pt x="3718815" y="3593396"/>
                </a:cubicBezTo>
                <a:close/>
                <a:moveTo>
                  <a:pt x="3750858" y="3584035"/>
                </a:moveTo>
                <a:cubicBezTo>
                  <a:pt x="3747438" y="3585295"/>
                  <a:pt x="3746808" y="3590426"/>
                  <a:pt x="3745908" y="3595241"/>
                </a:cubicBezTo>
                <a:lnTo>
                  <a:pt x="3740789" y="3602498"/>
                </a:lnTo>
                <a:lnTo>
                  <a:pt x="3758967" y="3605235"/>
                </a:lnTo>
                <a:lnTo>
                  <a:pt x="3759859" y="3604556"/>
                </a:lnTo>
                <a:lnTo>
                  <a:pt x="3759649" y="3605337"/>
                </a:lnTo>
                <a:lnTo>
                  <a:pt x="3767275" y="3606485"/>
                </a:lnTo>
                <a:lnTo>
                  <a:pt x="3767555" y="3601811"/>
                </a:lnTo>
                <a:cubicBezTo>
                  <a:pt x="3770121" y="3597266"/>
                  <a:pt x="3773541" y="3592136"/>
                  <a:pt x="3773541" y="3584035"/>
                </a:cubicBezTo>
                <a:cubicBezTo>
                  <a:pt x="3759859" y="3579715"/>
                  <a:pt x="3759859" y="3595556"/>
                  <a:pt x="3753019" y="3600236"/>
                </a:cubicBezTo>
                <a:cubicBezTo>
                  <a:pt x="3753019" y="3593396"/>
                  <a:pt x="3755179" y="3584035"/>
                  <a:pt x="3750858" y="3584035"/>
                </a:cubicBezTo>
                <a:close/>
                <a:moveTo>
                  <a:pt x="59130" y="3581400"/>
                </a:moveTo>
                <a:cubicBezTo>
                  <a:pt x="38719" y="3599757"/>
                  <a:pt x="43374" y="3631433"/>
                  <a:pt x="11863" y="3642952"/>
                </a:cubicBezTo>
                <a:cubicBezTo>
                  <a:pt x="22963" y="3631433"/>
                  <a:pt x="31915" y="3586079"/>
                  <a:pt x="59130" y="3581400"/>
                </a:cubicBezTo>
                <a:close/>
                <a:moveTo>
                  <a:pt x="3800544" y="3579715"/>
                </a:moveTo>
                <a:cubicBezTo>
                  <a:pt x="3791543" y="3600236"/>
                  <a:pt x="3803064" y="3604556"/>
                  <a:pt x="3796223" y="3611396"/>
                </a:cubicBezTo>
                <a:cubicBezTo>
                  <a:pt x="3791723" y="3601136"/>
                  <a:pt x="3787132" y="3601136"/>
                  <a:pt x="3782272" y="3604286"/>
                </a:cubicBezTo>
                <a:lnTo>
                  <a:pt x="3777362" y="3608004"/>
                </a:lnTo>
                <a:lnTo>
                  <a:pt x="3779325" y="3608300"/>
                </a:lnTo>
                <a:cubicBezTo>
                  <a:pt x="3790573" y="3610730"/>
                  <a:pt x="3801461" y="3613654"/>
                  <a:pt x="3811382" y="3617254"/>
                </a:cubicBezTo>
                <a:lnTo>
                  <a:pt x="3811861" y="3617492"/>
                </a:lnTo>
                <a:lnTo>
                  <a:pt x="3812813" y="3614850"/>
                </a:lnTo>
                <a:cubicBezTo>
                  <a:pt x="3812695" y="3607459"/>
                  <a:pt x="3805944" y="3602396"/>
                  <a:pt x="3814585" y="3602396"/>
                </a:cubicBezTo>
                <a:cubicBezTo>
                  <a:pt x="3823586" y="3598976"/>
                  <a:pt x="3821876" y="3606356"/>
                  <a:pt x="3820166" y="3613736"/>
                </a:cubicBezTo>
                <a:lnTo>
                  <a:pt x="3819231" y="3621143"/>
                </a:lnTo>
                <a:lnTo>
                  <a:pt x="3825745" y="3624369"/>
                </a:lnTo>
                <a:lnTo>
                  <a:pt x="3825701" y="3605861"/>
                </a:lnTo>
                <a:cubicBezTo>
                  <a:pt x="3825116" y="3599606"/>
                  <a:pt x="3823406" y="3594476"/>
                  <a:pt x="3818906" y="3593396"/>
                </a:cubicBezTo>
                <a:cubicBezTo>
                  <a:pt x="3809905" y="3609236"/>
                  <a:pt x="3805224" y="3584035"/>
                  <a:pt x="3800544" y="3579715"/>
                </a:cubicBezTo>
                <a:close/>
                <a:moveTo>
                  <a:pt x="79218" y="3576637"/>
                </a:moveTo>
                <a:cubicBezTo>
                  <a:pt x="79218" y="3592512"/>
                  <a:pt x="86112" y="3596745"/>
                  <a:pt x="74863" y="3608034"/>
                </a:cubicBezTo>
                <a:cubicBezTo>
                  <a:pt x="67969" y="3605917"/>
                  <a:pt x="70146" y="3599215"/>
                  <a:pt x="74863" y="3599215"/>
                </a:cubicBezTo>
                <a:cubicBezTo>
                  <a:pt x="72323" y="3594628"/>
                  <a:pt x="72323" y="3587926"/>
                  <a:pt x="61075" y="3587926"/>
                </a:cubicBezTo>
                <a:cubicBezTo>
                  <a:pt x="63252" y="3581223"/>
                  <a:pt x="70146" y="3576637"/>
                  <a:pt x="79218" y="3576637"/>
                </a:cubicBezTo>
                <a:close/>
                <a:moveTo>
                  <a:pt x="4430970" y="3568194"/>
                </a:moveTo>
                <a:cubicBezTo>
                  <a:pt x="4417288" y="3568194"/>
                  <a:pt x="4403607" y="3566034"/>
                  <a:pt x="4401447" y="3579715"/>
                </a:cubicBezTo>
                <a:cubicBezTo>
                  <a:pt x="4412608" y="3584035"/>
                  <a:pt x="4428809" y="3586555"/>
                  <a:pt x="4430970" y="3568194"/>
                </a:cubicBezTo>
                <a:close/>
                <a:moveTo>
                  <a:pt x="4953239" y="3565966"/>
                </a:moveTo>
                <a:lnTo>
                  <a:pt x="4937473" y="3568177"/>
                </a:lnTo>
                <a:cubicBezTo>
                  <a:pt x="4927533" y="3574745"/>
                  <a:pt x="4917238" y="3579813"/>
                  <a:pt x="4906686" y="3583651"/>
                </a:cubicBezTo>
                <a:lnTo>
                  <a:pt x="4892302" y="3587255"/>
                </a:lnTo>
                <a:lnTo>
                  <a:pt x="4899824" y="3586835"/>
                </a:lnTo>
                <a:cubicBezTo>
                  <a:pt x="4914562" y="3583171"/>
                  <a:pt x="4928466" y="3575046"/>
                  <a:pt x="4941192" y="3569546"/>
                </a:cubicBezTo>
                <a:close/>
                <a:moveTo>
                  <a:pt x="4462653" y="3559194"/>
                </a:moveTo>
                <a:cubicBezTo>
                  <a:pt x="4451492" y="3559194"/>
                  <a:pt x="4446811" y="3568194"/>
                  <a:pt x="4448971" y="3581875"/>
                </a:cubicBezTo>
                <a:cubicBezTo>
                  <a:pt x="4460493" y="3581875"/>
                  <a:pt x="4465173" y="3572875"/>
                  <a:pt x="4462653" y="3559194"/>
                </a:cubicBezTo>
                <a:close/>
                <a:moveTo>
                  <a:pt x="114686" y="3547085"/>
                </a:moveTo>
                <a:cubicBezTo>
                  <a:pt x="112506" y="3558808"/>
                  <a:pt x="93973" y="3554045"/>
                  <a:pt x="87068" y="3563570"/>
                </a:cubicBezTo>
                <a:cubicBezTo>
                  <a:pt x="84888" y="3558808"/>
                  <a:pt x="103058" y="3544887"/>
                  <a:pt x="114686" y="3547085"/>
                </a:cubicBezTo>
                <a:close/>
                <a:moveTo>
                  <a:pt x="4547685" y="3537100"/>
                </a:moveTo>
                <a:lnTo>
                  <a:pt x="4544741" y="3538673"/>
                </a:lnTo>
                <a:lnTo>
                  <a:pt x="4547086" y="3544706"/>
                </a:lnTo>
                <a:lnTo>
                  <a:pt x="4547458" y="3538077"/>
                </a:lnTo>
                <a:close/>
                <a:moveTo>
                  <a:pt x="4119881" y="3529194"/>
                </a:moveTo>
                <a:cubicBezTo>
                  <a:pt x="4117355" y="3529267"/>
                  <a:pt x="4115397" y="3530123"/>
                  <a:pt x="4114857" y="3531833"/>
                </a:cubicBezTo>
                <a:cubicBezTo>
                  <a:pt x="4121337" y="3533993"/>
                  <a:pt x="4117017" y="3545513"/>
                  <a:pt x="4114857" y="3552354"/>
                </a:cubicBezTo>
                <a:cubicBezTo>
                  <a:pt x="4123857" y="3554514"/>
                  <a:pt x="4130698" y="3552354"/>
                  <a:pt x="4135019" y="3547673"/>
                </a:cubicBezTo>
                <a:cubicBezTo>
                  <a:pt x="4138439" y="3539753"/>
                  <a:pt x="4133939" y="3534083"/>
                  <a:pt x="4128313" y="3531248"/>
                </a:cubicBezTo>
                <a:cubicBezTo>
                  <a:pt x="4125501" y="3529830"/>
                  <a:pt x="4122407" y="3529121"/>
                  <a:pt x="4119881" y="3529194"/>
                </a:cubicBezTo>
                <a:close/>
                <a:moveTo>
                  <a:pt x="4652146" y="3511662"/>
                </a:moveTo>
                <a:cubicBezTo>
                  <a:pt x="4649785" y="3512750"/>
                  <a:pt x="4649241" y="3514473"/>
                  <a:pt x="4649286" y="3516513"/>
                </a:cubicBezTo>
                <a:lnTo>
                  <a:pt x="4649335" y="3516996"/>
                </a:lnTo>
                <a:lnTo>
                  <a:pt x="4655723" y="3515986"/>
                </a:lnTo>
                <a:lnTo>
                  <a:pt x="4658476" y="3516600"/>
                </a:lnTo>
                <a:close/>
                <a:moveTo>
                  <a:pt x="4169222" y="3506631"/>
                </a:moveTo>
                <a:cubicBezTo>
                  <a:pt x="4160221" y="3511312"/>
                  <a:pt x="4148700" y="3509152"/>
                  <a:pt x="4144379" y="3518152"/>
                </a:cubicBezTo>
                <a:cubicBezTo>
                  <a:pt x="4164902" y="3520312"/>
                  <a:pt x="4141859" y="3545513"/>
                  <a:pt x="4171743" y="3545513"/>
                </a:cubicBezTo>
                <a:cubicBezTo>
                  <a:pt x="4187584" y="3529673"/>
                  <a:pt x="4171743" y="3518152"/>
                  <a:pt x="4169222" y="3506631"/>
                </a:cubicBezTo>
                <a:close/>
                <a:moveTo>
                  <a:pt x="4064811" y="3502311"/>
                </a:moveTo>
                <a:cubicBezTo>
                  <a:pt x="4048609" y="3495471"/>
                  <a:pt x="4046449" y="3540833"/>
                  <a:pt x="4064811" y="3533993"/>
                </a:cubicBezTo>
                <a:cubicBezTo>
                  <a:pt x="4066971" y="3513472"/>
                  <a:pt x="4053290" y="3518152"/>
                  <a:pt x="4064811" y="3502311"/>
                </a:cubicBezTo>
                <a:close/>
                <a:moveTo>
                  <a:pt x="4005405" y="3502311"/>
                </a:moveTo>
                <a:cubicBezTo>
                  <a:pt x="3978402" y="3502311"/>
                  <a:pt x="3996404" y="3522832"/>
                  <a:pt x="3987403" y="3531833"/>
                </a:cubicBezTo>
                <a:cubicBezTo>
                  <a:pt x="3978402" y="3529673"/>
                  <a:pt x="3987403" y="3513472"/>
                  <a:pt x="3975882" y="3515992"/>
                </a:cubicBezTo>
                <a:cubicBezTo>
                  <a:pt x="3969041" y="3536513"/>
                  <a:pt x="3984883" y="3536513"/>
                  <a:pt x="3998564" y="3538673"/>
                </a:cubicBezTo>
                <a:cubicBezTo>
                  <a:pt x="4005405" y="3515992"/>
                  <a:pt x="3996404" y="3518152"/>
                  <a:pt x="4005405" y="3502311"/>
                </a:cubicBezTo>
                <a:close/>
                <a:moveTo>
                  <a:pt x="4255631" y="3500151"/>
                </a:moveTo>
                <a:cubicBezTo>
                  <a:pt x="4262472" y="3513472"/>
                  <a:pt x="4248791" y="3518152"/>
                  <a:pt x="4258151" y="3527152"/>
                </a:cubicBezTo>
                <a:cubicBezTo>
                  <a:pt x="4269313" y="3524992"/>
                  <a:pt x="4267153" y="3527152"/>
                  <a:pt x="4271833" y="3511312"/>
                </a:cubicBezTo>
                <a:cubicBezTo>
                  <a:pt x="4271833" y="3527152"/>
                  <a:pt x="4296675" y="3518152"/>
                  <a:pt x="4298836" y="3531833"/>
                </a:cubicBezTo>
                <a:cubicBezTo>
                  <a:pt x="4301356" y="3504471"/>
                  <a:pt x="4276153" y="3506631"/>
                  <a:pt x="4255631" y="3500151"/>
                </a:cubicBezTo>
                <a:close/>
                <a:moveTo>
                  <a:pt x="4319358" y="3495471"/>
                </a:moveTo>
                <a:cubicBezTo>
                  <a:pt x="4324039" y="3511312"/>
                  <a:pt x="4324039" y="3522832"/>
                  <a:pt x="4326199" y="3527152"/>
                </a:cubicBezTo>
                <a:cubicBezTo>
                  <a:pt x="4335560" y="3506631"/>
                  <a:pt x="4326199" y="3543353"/>
                  <a:pt x="4335560" y="3538673"/>
                </a:cubicBezTo>
                <a:cubicBezTo>
                  <a:pt x="4335560" y="3524992"/>
                  <a:pt x="4344561" y="3522832"/>
                  <a:pt x="4342400" y="3506631"/>
                </a:cubicBezTo>
                <a:cubicBezTo>
                  <a:pt x="4348881" y="3513472"/>
                  <a:pt x="4362563" y="3511312"/>
                  <a:pt x="4360402" y="3495471"/>
                </a:cubicBezTo>
                <a:cubicBezTo>
                  <a:pt x="4335560" y="3502311"/>
                  <a:pt x="4335560" y="3515992"/>
                  <a:pt x="4319358" y="3495471"/>
                </a:cubicBezTo>
                <a:close/>
                <a:moveTo>
                  <a:pt x="4108016" y="3493311"/>
                </a:moveTo>
                <a:cubicBezTo>
                  <a:pt x="4098655" y="3493311"/>
                  <a:pt x="4080653" y="3513472"/>
                  <a:pt x="4089654" y="3520312"/>
                </a:cubicBezTo>
                <a:cubicBezTo>
                  <a:pt x="4094334" y="3511312"/>
                  <a:pt x="4108016" y="3513472"/>
                  <a:pt x="4108016" y="3493311"/>
                </a:cubicBezTo>
                <a:close/>
                <a:moveTo>
                  <a:pt x="4226028" y="3493131"/>
                </a:moveTo>
                <a:cubicBezTo>
                  <a:pt x="4231318" y="3492415"/>
                  <a:pt x="4235722" y="3493153"/>
                  <a:pt x="4237429" y="3496017"/>
                </a:cubicBezTo>
                <a:cubicBezTo>
                  <a:pt x="4228443" y="3504966"/>
                  <a:pt x="4207955" y="3502818"/>
                  <a:pt x="4203282" y="3520717"/>
                </a:cubicBezTo>
                <a:cubicBezTo>
                  <a:pt x="4186299" y="3510514"/>
                  <a:pt x="4210156" y="3495278"/>
                  <a:pt x="4226028" y="3493131"/>
                </a:cubicBezTo>
                <a:close/>
                <a:moveTo>
                  <a:pt x="4610629" y="3490791"/>
                </a:moveTo>
                <a:cubicBezTo>
                  <a:pt x="4585786" y="3490791"/>
                  <a:pt x="4596947" y="3520312"/>
                  <a:pt x="4615309" y="3515992"/>
                </a:cubicBezTo>
                <a:cubicBezTo>
                  <a:pt x="4617469" y="3504471"/>
                  <a:pt x="4606308" y="3506631"/>
                  <a:pt x="4610629" y="3490791"/>
                </a:cubicBezTo>
                <a:close/>
                <a:moveTo>
                  <a:pt x="4558423" y="3490791"/>
                </a:moveTo>
                <a:cubicBezTo>
                  <a:pt x="4553743" y="3504471"/>
                  <a:pt x="4549062" y="3515992"/>
                  <a:pt x="4540061" y="3524992"/>
                </a:cubicBezTo>
                <a:lnTo>
                  <a:pt x="4551013" y="3522763"/>
                </a:lnTo>
                <a:lnTo>
                  <a:pt x="4553171" y="3513467"/>
                </a:lnTo>
                <a:lnTo>
                  <a:pt x="4558709" y="3511752"/>
                </a:lnTo>
                <a:lnTo>
                  <a:pt x="4556983" y="3511638"/>
                </a:lnTo>
                <a:cubicBezTo>
                  <a:pt x="4555026" y="3510951"/>
                  <a:pt x="4553743" y="3509511"/>
                  <a:pt x="4553743" y="3506631"/>
                </a:cubicBezTo>
                <a:cubicBezTo>
                  <a:pt x="4558423" y="3509152"/>
                  <a:pt x="4569944" y="3490791"/>
                  <a:pt x="4558423" y="3490791"/>
                </a:cubicBezTo>
                <a:close/>
                <a:moveTo>
                  <a:pt x="4589481" y="3487163"/>
                </a:moveTo>
                <a:lnTo>
                  <a:pt x="4583479" y="3488767"/>
                </a:lnTo>
                <a:lnTo>
                  <a:pt x="4580284" y="3488574"/>
                </a:lnTo>
                <a:lnTo>
                  <a:pt x="4580284" y="3488580"/>
                </a:lnTo>
                <a:cubicBezTo>
                  <a:pt x="4579800" y="3491736"/>
                  <a:pt x="4578765" y="3494301"/>
                  <a:pt x="4576425" y="3495471"/>
                </a:cubicBezTo>
                <a:close/>
                <a:moveTo>
                  <a:pt x="4760064" y="3484562"/>
                </a:moveTo>
                <a:cubicBezTo>
                  <a:pt x="4771522" y="3484562"/>
                  <a:pt x="4778326" y="3491474"/>
                  <a:pt x="4794081" y="3484562"/>
                </a:cubicBezTo>
                <a:cubicBezTo>
                  <a:pt x="4796230" y="3510028"/>
                  <a:pt x="4766867" y="3510028"/>
                  <a:pt x="4748963" y="3519123"/>
                </a:cubicBezTo>
                <a:cubicBezTo>
                  <a:pt x="4755767" y="3510028"/>
                  <a:pt x="4755767" y="3496203"/>
                  <a:pt x="4760064" y="3484562"/>
                </a:cubicBezTo>
                <a:close/>
                <a:moveTo>
                  <a:pt x="4126018" y="3483950"/>
                </a:moveTo>
                <a:cubicBezTo>
                  <a:pt x="4114857" y="3495471"/>
                  <a:pt x="4112336" y="3504471"/>
                  <a:pt x="4121337" y="3515992"/>
                </a:cubicBezTo>
                <a:cubicBezTo>
                  <a:pt x="4130698" y="3513472"/>
                  <a:pt x="4141859" y="3515992"/>
                  <a:pt x="4141859" y="3502311"/>
                </a:cubicBezTo>
                <a:cubicBezTo>
                  <a:pt x="4137539" y="3500151"/>
                  <a:pt x="4128178" y="3502311"/>
                  <a:pt x="4128178" y="3495471"/>
                </a:cubicBezTo>
                <a:cubicBezTo>
                  <a:pt x="4137539" y="3495471"/>
                  <a:pt x="4130698" y="3486471"/>
                  <a:pt x="4126018" y="3483950"/>
                </a:cubicBezTo>
                <a:close/>
                <a:moveTo>
                  <a:pt x="5228024" y="3477656"/>
                </a:moveTo>
                <a:cubicBezTo>
                  <a:pt x="5223295" y="3486768"/>
                  <a:pt x="5204741" y="3500086"/>
                  <a:pt x="5193463" y="3495530"/>
                </a:cubicBezTo>
                <a:cubicBezTo>
                  <a:pt x="5198192" y="3486768"/>
                  <a:pt x="5216383" y="3473450"/>
                  <a:pt x="5228024" y="3477656"/>
                </a:cubicBezTo>
                <a:close/>
                <a:moveTo>
                  <a:pt x="4467333" y="3477110"/>
                </a:moveTo>
                <a:cubicBezTo>
                  <a:pt x="4472014" y="3486471"/>
                  <a:pt x="4451492" y="3495471"/>
                  <a:pt x="4465173" y="3497631"/>
                </a:cubicBezTo>
                <a:cubicBezTo>
                  <a:pt x="4467333" y="3490791"/>
                  <a:pt x="4472014" y="3488631"/>
                  <a:pt x="4476335" y="3486471"/>
                </a:cubicBezTo>
                <a:cubicBezTo>
                  <a:pt x="4481015" y="3486471"/>
                  <a:pt x="4481015" y="3493311"/>
                  <a:pt x="4490016" y="3490791"/>
                </a:cubicBezTo>
                <a:cubicBezTo>
                  <a:pt x="4490016" y="3474950"/>
                  <a:pt x="4478855" y="3474950"/>
                  <a:pt x="4467333" y="3477110"/>
                </a:cubicBezTo>
                <a:close/>
                <a:moveTo>
                  <a:pt x="4399286" y="3474950"/>
                </a:moveTo>
                <a:cubicBezTo>
                  <a:pt x="4385605" y="3470270"/>
                  <a:pt x="4387765" y="3490791"/>
                  <a:pt x="4371923" y="3483950"/>
                </a:cubicBezTo>
                <a:cubicBezTo>
                  <a:pt x="4371923" y="3504471"/>
                  <a:pt x="4362563" y="3509152"/>
                  <a:pt x="4362563" y="3527152"/>
                </a:cubicBezTo>
                <a:cubicBezTo>
                  <a:pt x="4385605" y="3527152"/>
                  <a:pt x="4367243" y="3509152"/>
                  <a:pt x="4383085" y="3500151"/>
                </a:cubicBezTo>
                <a:cubicBezTo>
                  <a:pt x="4383085" y="3513472"/>
                  <a:pt x="4374084" y="3511312"/>
                  <a:pt x="4380925" y="3520312"/>
                </a:cubicBezTo>
                <a:cubicBezTo>
                  <a:pt x="4410447" y="3520312"/>
                  <a:pt x="4385605" y="3486471"/>
                  <a:pt x="4399286" y="3474950"/>
                </a:cubicBezTo>
                <a:close/>
                <a:moveTo>
                  <a:pt x="4164423" y="3473111"/>
                </a:moveTo>
                <a:cubicBezTo>
                  <a:pt x="4163214" y="3472430"/>
                  <a:pt x="4161931" y="3472700"/>
                  <a:pt x="4160221" y="3474950"/>
                </a:cubicBezTo>
                <a:cubicBezTo>
                  <a:pt x="4171743" y="3483950"/>
                  <a:pt x="4139699" y="3486471"/>
                  <a:pt x="4155541" y="3506631"/>
                </a:cubicBezTo>
                <a:cubicBezTo>
                  <a:pt x="4160221" y="3490791"/>
                  <a:pt x="4180743" y="3497631"/>
                  <a:pt x="4182903" y="3477110"/>
                </a:cubicBezTo>
                <a:cubicBezTo>
                  <a:pt x="4171022" y="3485751"/>
                  <a:pt x="4168052" y="3475153"/>
                  <a:pt x="4164423" y="3473111"/>
                </a:cubicBezTo>
                <a:close/>
                <a:moveTo>
                  <a:pt x="4519113" y="3469494"/>
                </a:moveTo>
                <a:lnTo>
                  <a:pt x="4519342" y="3471153"/>
                </a:lnTo>
                <a:cubicBezTo>
                  <a:pt x="4521114" y="3480013"/>
                  <a:pt x="4520709" y="3474950"/>
                  <a:pt x="4503697" y="3474950"/>
                </a:cubicBezTo>
                <a:cubicBezTo>
                  <a:pt x="4506217" y="3488631"/>
                  <a:pt x="4519539" y="3515992"/>
                  <a:pt x="4535741" y="3497631"/>
                </a:cubicBezTo>
                <a:cubicBezTo>
                  <a:pt x="4528900" y="3497631"/>
                  <a:pt x="4528900" y="3483950"/>
                  <a:pt x="4535741" y="3481790"/>
                </a:cubicBezTo>
                <a:cubicBezTo>
                  <a:pt x="4537901" y="3489711"/>
                  <a:pt x="4542942" y="3490881"/>
                  <a:pt x="4548882" y="3489216"/>
                </a:cubicBezTo>
                <a:lnTo>
                  <a:pt x="4553503" y="3486827"/>
                </a:lnTo>
                <a:lnTo>
                  <a:pt x="4536338" y="3480358"/>
                </a:lnTo>
                <a:cubicBezTo>
                  <a:pt x="4530770" y="3477331"/>
                  <a:pt x="4525439" y="3473709"/>
                  <a:pt x="4520175" y="3470154"/>
                </a:cubicBezTo>
                <a:close/>
                <a:moveTo>
                  <a:pt x="4237629" y="3468110"/>
                </a:moveTo>
                <a:cubicBezTo>
                  <a:pt x="4228629" y="3495471"/>
                  <a:pt x="4196585" y="3483950"/>
                  <a:pt x="4182903" y="3502311"/>
                </a:cubicBezTo>
                <a:cubicBezTo>
                  <a:pt x="4191905" y="3511312"/>
                  <a:pt x="4182903" y="3531833"/>
                  <a:pt x="4196585" y="3536513"/>
                </a:cubicBezTo>
                <a:cubicBezTo>
                  <a:pt x="4201265" y="3515992"/>
                  <a:pt x="4223948" y="3522832"/>
                  <a:pt x="4232949" y="3511312"/>
                </a:cubicBezTo>
                <a:cubicBezTo>
                  <a:pt x="4235469" y="3518152"/>
                  <a:pt x="4235469" y="3522832"/>
                  <a:pt x="4228629" y="3531833"/>
                </a:cubicBezTo>
                <a:cubicBezTo>
                  <a:pt x="4248791" y="3531833"/>
                  <a:pt x="4248791" y="3504471"/>
                  <a:pt x="4258151" y="3490791"/>
                </a:cubicBezTo>
                <a:cubicBezTo>
                  <a:pt x="4244470" y="3488631"/>
                  <a:pt x="4246630" y="3472790"/>
                  <a:pt x="4237629" y="3468110"/>
                </a:cubicBezTo>
                <a:close/>
                <a:moveTo>
                  <a:pt x="4448769" y="3462794"/>
                </a:moveTo>
                <a:cubicBezTo>
                  <a:pt x="4443908" y="3462642"/>
                  <a:pt x="4438440" y="3469730"/>
                  <a:pt x="4426289" y="3468110"/>
                </a:cubicBezTo>
                <a:cubicBezTo>
                  <a:pt x="4417288" y="3479630"/>
                  <a:pt x="4426289" y="3474950"/>
                  <a:pt x="4424129" y="3488631"/>
                </a:cubicBezTo>
                <a:cubicBezTo>
                  <a:pt x="4419449" y="3488631"/>
                  <a:pt x="4417288" y="3481790"/>
                  <a:pt x="4412608" y="3479630"/>
                </a:cubicBezTo>
                <a:cubicBezTo>
                  <a:pt x="4410447" y="3486471"/>
                  <a:pt x="4406127" y="3488631"/>
                  <a:pt x="4406127" y="3500151"/>
                </a:cubicBezTo>
                <a:cubicBezTo>
                  <a:pt x="4424129" y="3493311"/>
                  <a:pt x="4430970" y="3502311"/>
                  <a:pt x="4451492" y="3493311"/>
                </a:cubicBezTo>
                <a:cubicBezTo>
                  <a:pt x="4446811" y="3472790"/>
                  <a:pt x="4444651" y="3486471"/>
                  <a:pt x="4453652" y="3465950"/>
                </a:cubicBezTo>
                <a:cubicBezTo>
                  <a:pt x="4451942" y="3463700"/>
                  <a:pt x="4450389" y="3462845"/>
                  <a:pt x="4448769" y="3462794"/>
                </a:cubicBezTo>
                <a:close/>
                <a:moveTo>
                  <a:pt x="4845390" y="3459697"/>
                </a:moveTo>
                <a:cubicBezTo>
                  <a:pt x="4856861" y="3464407"/>
                  <a:pt x="4843240" y="3473467"/>
                  <a:pt x="4852201" y="3482526"/>
                </a:cubicBezTo>
                <a:cubicBezTo>
                  <a:pt x="4863672" y="3480351"/>
                  <a:pt x="4863672" y="3480351"/>
                  <a:pt x="4863672" y="3480351"/>
                </a:cubicBezTo>
                <a:cubicBezTo>
                  <a:pt x="4867974" y="3477815"/>
                  <a:pt x="4865823" y="3470930"/>
                  <a:pt x="4865823" y="3464407"/>
                </a:cubicBezTo>
                <a:cubicBezTo>
                  <a:pt x="4893067" y="3459697"/>
                  <a:pt x="4867974" y="3484700"/>
                  <a:pt x="4870483" y="3501006"/>
                </a:cubicBezTo>
                <a:cubicBezTo>
                  <a:pt x="4856861" y="3487236"/>
                  <a:pt x="4838579" y="3519124"/>
                  <a:pt x="4822807" y="3516950"/>
                </a:cubicBezTo>
                <a:cubicBezTo>
                  <a:pt x="4809185" y="3512239"/>
                  <a:pt x="4818147" y="3496295"/>
                  <a:pt x="4804525" y="3482526"/>
                </a:cubicBezTo>
                <a:cubicBezTo>
                  <a:pt x="4822807" y="3494121"/>
                  <a:pt x="4813845" y="3482526"/>
                  <a:pt x="4836429" y="3475641"/>
                </a:cubicBezTo>
                <a:cubicBezTo>
                  <a:pt x="4836429" y="3470930"/>
                  <a:pt x="4831769" y="3473467"/>
                  <a:pt x="4827467" y="3473467"/>
                </a:cubicBezTo>
                <a:cubicBezTo>
                  <a:pt x="4827467" y="3452812"/>
                  <a:pt x="4843240" y="3473467"/>
                  <a:pt x="4845390" y="3459697"/>
                </a:cubicBezTo>
                <a:close/>
                <a:moveTo>
                  <a:pt x="4473929" y="3456325"/>
                </a:moveTo>
                <a:lnTo>
                  <a:pt x="4455724" y="3458104"/>
                </a:lnTo>
                <a:lnTo>
                  <a:pt x="4453652" y="3461269"/>
                </a:lnTo>
                <a:cubicBezTo>
                  <a:pt x="4462653" y="3463789"/>
                  <a:pt x="4460493" y="3474950"/>
                  <a:pt x="4476335" y="3470270"/>
                </a:cubicBezTo>
                <a:cubicBezTo>
                  <a:pt x="4477595" y="3465770"/>
                  <a:pt x="4476515" y="3462979"/>
                  <a:pt x="4475119" y="3460189"/>
                </a:cubicBezTo>
                <a:close/>
                <a:moveTo>
                  <a:pt x="4488050" y="3454945"/>
                </a:moveTo>
                <a:lnTo>
                  <a:pt x="4481267" y="3455608"/>
                </a:lnTo>
                <a:lnTo>
                  <a:pt x="4481251" y="3456904"/>
                </a:lnTo>
                <a:cubicBezTo>
                  <a:pt x="4482320" y="3462304"/>
                  <a:pt x="4484886" y="3466940"/>
                  <a:pt x="4490016" y="3470270"/>
                </a:cubicBezTo>
                <a:lnTo>
                  <a:pt x="4490944" y="3455901"/>
                </a:lnTo>
                <a:close/>
                <a:moveTo>
                  <a:pt x="4771866" y="3451814"/>
                </a:moveTo>
                <a:cubicBezTo>
                  <a:pt x="4774006" y="3465602"/>
                  <a:pt x="4774006" y="3465602"/>
                  <a:pt x="4774006" y="3465602"/>
                </a:cubicBezTo>
                <a:cubicBezTo>
                  <a:pt x="4760450" y="3467780"/>
                  <a:pt x="4758310" y="3458708"/>
                  <a:pt x="4753672" y="3474674"/>
                </a:cubicBezTo>
                <a:cubicBezTo>
                  <a:pt x="4751532" y="3474674"/>
                  <a:pt x="4749391" y="3469957"/>
                  <a:pt x="4744753" y="3472497"/>
                </a:cubicBezTo>
                <a:cubicBezTo>
                  <a:pt x="4742613" y="3463425"/>
                  <a:pt x="4749391" y="3460885"/>
                  <a:pt x="4749391" y="3453991"/>
                </a:cubicBezTo>
                <a:cubicBezTo>
                  <a:pt x="4753672" y="3453991"/>
                  <a:pt x="4751532" y="3460885"/>
                  <a:pt x="4753672" y="3465602"/>
                </a:cubicBezTo>
                <a:cubicBezTo>
                  <a:pt x="4762947" y="3463425"/>
                  <a:pt x="4758310" y="3449637"/>
                  <a:pt x="4771866" y="3451814"/>
                </a:cubicBezTo>
                <a:close/>
                <a:moveTo>
                  <a:pt x="4422635" y="3450793"/>
                </a:moveTo>
                <a:lnTo>
                  <a:pt x="4420945" y="3451505"/>
                </a:lnTo>
                <a:lnTo>
                  <a:pt x="4421969" y="3452269"/>
                </a:lnTo>
                <a:close/>
                <a:moveTo>
                  <a:pt x="4389447" y="3450421"/>
                </a:moveTo>
                <a:lnTo>
                  <a:pt x="4394606" y="3459109"/>
                </a:lnTo>
                <a:lnTo>
                  <a:pt x="4398986" y="3457608"/>
                </a:lnTo>
                <a:close/>
                <a:moveTo>
                  <a:pt x="5193107" y="3449637"/>
                </a:moveTo>
                <a:cubicBezTo>
                  <a:pt x="5181715" y="3472111"/>
                  <a:pt x="5161780" y="3463193"/>
                  <a:pt x="5145761" y="3481030"/>
                </a:cubicBezTo>
                <a:cubicBezTo>
                  <a:pt x="5134725" y="3458555"/>
                  <a:pt x="5181715" y="3449637"/>
                  <a:pt x="5193107" y="3449637"/>
                </a:cubicBezTo>
                <a:close/>
                <a:moveTo>
                  <a:pt x="4066026" y="3449434"/>
                </a:moveTo>
                <a:cubicBezTo>
                  <a:pt x="4063461" y="3449389"/>
                  <a:pt x="4061211" y="3449929"/>
                  <a:pt x="4060131" y="3452269"/>
                </a:cubicBezTo>
                <a:cubicBezTo>
                  <a:pt x="4071652" y="3459109"/>
                  <a:pt x="4051130" y="3465950"/>
                  <a:pt x="4055450" y="3479630"/>
                </a:cubicBezTo>
                <a:cubicBezTo>
                  <a:pt x="4071652" y="3483950"/>
                  <a:pt x="4064811" y="3454429"/>
                  <a:pt x="4078493" y="3454429"/>
                </a:cubicBezTo>
                <a:cubicBezTo>
                  <a:pt x="4075973" y="3454429"/>
                  <a:pt x="4073812" y="3452269"/>
                  <a:pt x="4073812" y="3450109"/>
                </a:cubicBezTo>
                <a:cubicBezTo>
                  <a:pt x="4071472" y="3450109"/>
                  <a:pt x="4068592" y="3449479"/>
                  <a:pt x="4066026" y="3449434"/>
                </a:cubicBezTo>
                <a:close/>
                <a:moveTo>
                  <a:pt x="5292556" y="3438525"/>
                </a:moveTo>
                <a:cubicBezTo>
                  <a:pt x="5294705" y="3452349"/>
                  <a:pt x="5272146" y="3473086"/>
                  <a:pt x="5258539" y="3468357"/>
                </a:cubicBezTo>
                <a:cubicBezTo>
                  <a:pt x="5247438" y="3450166"/>
                  <a:pt x="5283604" y="3450166"/>
                  <a:pt x="5292556" y="3438525"/>
                </a:cubicBezTo>
                <a:close/>
                <a:moveTo>
                  <a:pt x="4369674" y="3438464"/>
                </a:moveTo>
                <a:lnTo>
                  <a:pt x="4363208" y="3438725"/>
                </a:lnTo>
                <a:lnTo>
                  <a:pt x="4366928" y="3438768"/>
                </a:lnTo>
                <a:cubicBezTo>
                  <a:pt x="4370033" y="3440748"/>
                  <a:pt x="4371744" y="3444168"/>
                  <a:pt x="4374084" y="3447589"/>
                </a:cubicBezTo>
                <a:lnTo>
                  <a:pt x="4375838" y="3441541"/>
                </a:lnTo>
                <a:close/>
                <a:moveTo>
                  <a:pt x="4352276" y="3436255"/>
                </a:moveTo>
                <a:lnTo>
                  <a:pt x="4351401" y="3438588"/>
                </a:lnTo>
                <a:lnTo>
                  <a:pt x="4353529" y="3438613"/>
                </a:lnTo>
                <a:close/>
                <a:moveTo>
                  <a:pt x="4988317" y="3432175"/>
                </a:moveTo>
                <a:cubicBezTo>
                  <a:pt x="4984015" y="3438965"/>
                  <a:pt x="4958922" y="3454690"/>
                  <a:pt x="4956772" y="3447900"/>
                </a:cubicBezTo>
                <a:cubicBezTo>
                  <a:pt x="4949961" y="3452546"/>
                  <a:pt x="4949961" y="3459337"/>
                  <a:pt x="4949961" y="3470416"/>
                </a:cubicBezTo>
                <a:cubicBezTo>
                  <a:pt x="4931679" y="3452546"/>
                  <a:pt x="4922717" y="3500079"/>
                  <a:pt x="4888663" y="3490787"/>
                </a:cubicBezTo>
                <a:cubicBezTo>
                  <a:pt x="4890814" y="3483997"/>
                  <a:pt x="4893323" y="3475062"/>
                  <a:pt x="4888663" y="3463983"/>
                </a:cubicBezTo>
                <a:cubicBezTo>
                  <a:pt x="4922717" y="3436821"/>
                  <a:pt x="4945301" y="3445756"/>
                  <a:pt x="4988317" y="3432175"/>
                </a:cubicBezTo>
                <a:close/>
                <a:moveTo>
                  <a:pt x="4324573" y="3423091"/>
                </a:moveTo>
                <a:cubicBezTo>
                  <a:pt x="4323431" y="3422140"/>
                  <a:pt x="4321158" y="3423108"/>
                  <a:pt x="4317198" y="3427068"/>
                </a:cubicBezTo>
                <a:cubicBezTo>
                  <a:pt x="4321878" y="3429588"/>
                  <a:pt x="4321878" y="3431748"/>
                  <a:pt x="4321878" y="3438588"/>
                </a:cubicBezTo>
                <a:cubicBezTo>
                  <a:pt x="4312517" y="3436428"/>
                  <a:pt x="4310357" y="3443268"/>
                  <a:pt x="4303516" y="3443268"/>
                </a:cubicBezTo>
                <a:cubicBezTo>
                  <a:pt x="4301356" y="3438588"/>
                  <a:pt x="4303516" y="3433908"/>
                  <a:pt x="4298836" y="3431748"/>
                </a:cubicBezTo>
                <a:cubicBezTo>
                  <a:pt x="4289835" y="3443268"/>
                  <a:pt x="4298836" y="3438588"/>
                  <a:pt x="4296675" y="3454429"/>
                </a:cubicBezTo>
                <a:cubicBezTo>
                  <a:pt x="4296675" y="3454429"/>
                  <a:pt x="4296675" y="3454429"/>
                  <a:pt x="4319358" y="3454429"/>
                </a:cubicBezTo>
                <a:cubicBezTo>
                  <a:pt x="4321248" y="3446058"/>
                  <a:pt x="4327999" y="3425942"/>
                  <a:pt x="4324573" y="3423091"/>
                </a:cubicBezTo>
                <a:close/>
                <a:moveTo>
                  <a:pt x="4185064" y="3418067"/>
                </a:moveTo>
                <a:cubicBezTo>
                  <a:pt x="4155541" y="3420227"/>
                  <a:pt x="4187584" y="3443268"/>
                  <a:pt x="4167062" y="3454429"/>
                </a:cubicBezTo>
                <a:cubicBezTo>
                  <a:pt x="4169222" y="3456949"/>
                  <a:pt x="4171743" y="3459109"/>
                  <a:pt x="4169222" y="3465950"/>
                </a:cubicBezTo>
                <a:cubicBezTo>
                  <a:pt x="4182903" y="3461269"/>
                  <a:pt x="4201265" y="3433908"/>
                  <a:pt x="4194425" y="3424908"/>
                </a:cubicBezTo>
                <a:cubicBezTo>
                  <a:pt x="4189744" y="3443268"/>
                  <a:pt x="4171743" y="3431748"/>
                  <a:pt x="4185064" y="3418067"/>
                </a:cubicBezTo>
                <a:close/>
                <a:moveTo>
                  <a:pt x="4519539" y="3415907"/>
                </a:moveTo>
                <a:lnTo>
                  <a:pt x="4518731" y="3417383"/>
                </a:lnTo>
                <a:lnTo>
                  <a:pt x="4531243" y="3416426"/>
                </a:lnTo>
                <a:cubicBezTo>
                  <a:pt x="4531243" y="3416426"/>
                  <a:pt x="4531243" y="3416426"/>
                  <a:pt x="4530973" y="3418406"/>
                </a:cubicBezTo>
                <a:lnTo>
                  <a:pt x="4529869" y="3426499"/>
                </a:lnTo>
                <a:lnTo>
                  <a:pt x="4539071" y="3428373"/>
                </a:lnTo>
                <a:cubicBezTo>
                  <a:pt x="4543571" y="3429498"/>
                  <a:pt x="4546902" y="3428328"/>
                  <a:pt x="4549062" y="3418067"/>
                </a:cubicBezTo>
                <a:cubicBezTo>
                  <a:pt x="4533221" y="3415907"/>
                  <a:pt x="4537901" y="3415907"/>
                  <a:pt x="4519539" y="3415907"/>
                </a:cubicBezTo>
                <a:close/>
                <a:moveTo>
                  <a:pt x="518836" y="3413832"/>
                </a:moveTo>
                <a:cubicBezTo>
                  <a:pt x="507315" y="3411673"/>
                  <a:pt x="502635" y="3416352"/>
                  <a:pt x="493634" y="3420671"/>
                </a:cubicBezTo>
                <a:cubicBezTo>
                  <a:pt x="502635" y="3420671"/>
                  <a:pt x="500474" y="3427510"/>
                  <a:pt x="511996" y="3425351"/>
                </a:cubicBezTo>
                <a:cubicBezTo>
                  <a:pt x="514156" y="3420671"/>
                  <a:pt x="518836" y="3420671"/>
                  <a:pt x="518836" y="3413832"/>
                </a:cubicBezTo>
                <a:close/>
                <a:moveTo>
                  <a:pt x="5203774" y="3413125"/>
                </a:moveTo>
                <a:cubicBezTo>
                  <a:pt x="5210567" y="3433661"/>
                  <a:pt x="5210567" y="3433661"/>
                  <a:pt x="5210567" y="3433661"/>
                </a:cubicBezTo>
                <a:cubicBezTo>
                  <a:pt x="5170165" y="3438345"/>
                  <a:pt x="5170165" y="3458881"/>
                  <a:pt x="5131550" y="3463564"/>
                </a:cubicBezTo>
                <a:cubicBezTo>
                  <a:pt x="5142991" y="3426816"/>
                  <a:pt x="5185897" y="3445190"/>
                  <a:pt x="5203774" y="3413125"/>
                </a:cubicBezTo>
                <a:close/>
                <a:moveTo>
                  <a:pt x="5395854" y="3409228"/>
                </a:moveTo>
                <a:cubicBezTo>
                  <a:pt x="5402655" y="3420093"/>
                  <a:pt x="5384757" y="3426752"/>
                  <a:pt x="5371154" y="3433411"/>
                </a:cubicBezTo>
                <a:cubicBezTo>
                  <a:pt x="5366500" y="3420093"/>
                  <a:pt x="5386904" y="3406775"/>
                  <a:pt x="5395854" y="3409228"/>
                </a:cubicBezTo>
                <a:close/>
                <a:moveTo>
                  <a:pt x="5344314" y="3408962"/>
                </a:moveTo>
                <a:cubicBezTo>
                  <a:pt x="5347913" y="3410614"/>
                  <a:pt x="5350802" y="3414907"/>
                  <a:pt x="5351860" y="3422910"/>
                </a:cubicBezTo>
                <a:cubicBezTo>
                  <a:pt x="5343041" y="3427226"/>
                  <a:pt x="5331752" y="3431901"/>
                  <a:pt x="5322932" y="3436577"/>
                </a:cubicBezTo>
                <a:cubicBezTo>
                  <a:pt x="5316318" y="3422820"/>
                  <a:pt x="5333516" y="3404005"/>
                  <a:pt x="5344314" y="3408962"/>
                </a:cubicBezTo>
                <a:close/>
                <a:moveTo>
                  <a:pt x="4861312" y="3406775"/>
                </a:moveTo>
                <a:cubicBezTo>
                  <a:pt x="4861312" y="3427056"/>
                  <a:pt x="4850064" y="3420296"/>
                  <a:pt x="4836275" y="3422786"/>
                </a:cubicBezTo>
                <a:cubicBezTo>
                  <a:pt x="4840629" y="3416026"/>
                  <a:pt x="4850064" y="3409265"/>
                  <a:pt x="4861312" y="3406775"/>
                </a:cubicBezTo>
                <a:close/>
                <a:moveTo>
                  <a:pt x="4483175" y="3402227"/>
                </a:moveTo>
                <a:cubicBezTo>
                  <a:pt x="4484885" y="3407357"/>
                  <a:pt x="4484885" y="3413342"/>
                  <a:pt x="4484244" y="3419643"/>
                </a:cubicBezTo>
                <a:lnTo>
                  <a:pt x="4484233" y="3419718"/>
                </a:lnTo>
                <a:lnTo>
                  <a:pt x="4485344" y="3419936"/>
                </a:lnTo>
                <a:lnTo>
                  <a:pt x="4503021" y="3418584"/>
                </a:lnTo>
                <a:lnTo>
                  <a:pt x="4506217" y="3415907"/>
                </a:lnTo>
                <a:cubicBezTo>
                  <a:pt x="4499377" y="3415907"/>
                  <a:pt x="4501537" y="3411227"/>
                  <a:pt x="4506217" y="3406547"/>
                </a:cubicBezTo>
                <a:cubicBezTo>
                  <a:pt x="4496857" y="3404387"/>
                  <a:pt x="4494696" y="3411227"/>
                  <a:pt x="4487855" y="3411227"/>
                </a:cubicBezTo>
                <a:cubicBezTo>
                  <a:pt x="4485695" y="3409067"/>
                  <a:pt x="4487855" y="3402227"/>
                  <a:pt x="4483175" y="3402227"/>
                </a:cubicBezTo>
                <a:close/>
                <a:moveTo>
                  <a:pt x="5456641" y="3390900"/>
                </a:moveTo>
                <a:cubicBezTo>
                  <a:pt x="5467742" y="3409243"/>
                  <a:pt x="5467742" y="3409243"/>
                  <a:pt x="5467742" y="3409243"/>
                </a:cubicBezTo>
                <a:cubicBezTo>
                  <a:pt x="5445183" y="3416076"/>
                  <a:pt x="5434082" y="3436577"/>
                  <a:pt x="5422623" y="3434059"/>
                </a:cubicBezTo>
                <a:cubicBezTo>
                  <a:pt x="5420475" y="3418234"/>
                  <a:pt x="5440886" y="3404567"/>
                  <a:pt x="5456641" y="3390900"/>
                </a:cubicBezTo>
                <a:close/>
                <a:moveTo>
                  <a:pt x="5155701" y="3387620"/>
                </a:moveTo>
                <a:cubicBezTo>
                  <a:pt x="5160139" y="3386402"/>
                  <a:pt x="5164037" y="3386402"/>
                  <a:pt x="5166799" y="3388078"/>
                </a:cubicBezTo>
                <a:cubicBezTo>
                  <a:pt x="5169294" y="3408186"/>
                  <a:pt x="5135438" y="3408186"/>
                  <a:pt x="5117263" y="3419122"/>
                </a:cubicBezTo>
                <a:cubicBezTo>
                  <a:pt x="5124213" y="3405893"/>
                  <a:pt x="5142387" y="3391275"/>
                  <a:pt x="5155701" y="3387620"/>
                </a:cubicBezTo>
                <a:close/>
                <a:moveTo>
                  <a:pt x="4553743" y="3386386"/>
                </a:moveTo>
                <a:cubicBezTo>
                  <a:pt x="4551582" y="3406547"/>
                  <a:pt x="4567424" y="3422748"/>
                  <a:pt x="4576425" y="3411227"/>
                </a:cubicBezTo>
                <a:cubicBezTo>
                  <a:pt x="4572105" y="3397546"/>
                  <a:pt x="4565264" y="3390706"/>
                  <a:pt x="4553743" y="3386386"/>
                </a:cubicBezTo>
                <a:close/>
                <a:moveTo>
                  <a:pt x="4836335" y="3386137"/>
                </a:moveTo>
                <a:cubicBezTo>
                  <a:pt x="4840676" y="3404078"/>
                  <a:pt x="4779169" y="3438166"/>
                  <a:pt x="4763250" y="3404078"/>
                </a:cubicBezTo>
                <a:cubicBezTo>
                  <a:pt x="4770124" y="3386137"/>
                  <a:pt x="4783511" y="3422378"/>
                  <a:pt x="4781340" y="3397260"/>
                </a:cubicBezTo>
                <a:cubicBezTo>
                  <a:pt x="4788215" y="3401925"/>
                  <a:pt x="4806667" y="3395107"/>
                  <a:pt x="4795089" y="3410895"/>
                </a:cubicBezTo>
                <a:cubicBezTo>
                  <a:pt x="4813541" y="3399772"/>
                  <a:pt x="4822586" y="3390443"/>
                  <a:pt x="4836335" y="3386137"/>
                </a:cubicBezTo>
                <a:close/>
                <a:moveTo>
                  <a:pt x="5475584" y="3385887"/>
                </a:moveTo>
                <a:lnTo>
                  <a:pt x="5476023" y="3385908"/>
                </a:lnTo>
                <a:lnTo>
                  <a:pt x="5473407" y="3394764"/>
                </a:lnTo>
                <a:cubicBezTo>
                  <a:pt x="5471230" y="3390148"/>
                  <a:pt x="5471230" y="3388017"/>
                  <a:pt x="5475584" y="3385887"/>
                </a:cubicBezTo>
                <a:close/>
                <a:moveTo>
                  <a:pt x="5089913" y="3357562"/>
                </a:moveTo>
                <a:cubicBezTo>
                  <a:pt x="5089913" y="3380196"/>
                  <a:pt x="5067091" y="3391334"/>
                  <a:pt x="5060208" y="3409657"/>
                </a:cubicBezTo>
                <a:cubicBezTo>
                  <a:pt x="5030504" y="3411813"/>
                  <a:pt x="5009856" y="3425465"/>
                  <a:pt x="4984861" y="3411813"/>
                </a:cubicBezTo>
                <a:cubicBezTo>
                  <a:pt x="4982325" y="3398160"/>
                  <a:pt x="4982325" y="3398160"/>
                  <a:pt x="4982325" y="3398160"/>
                </a:cubicBezTo>
                <a:cubicBezTo>
                  <a:pt x="5016739" y="3373370"/>
                  <a:pt x="5058035" y="3382352"/>
                  <a:pt x="5089913" y="3357562"/>
                </a:cubicBezTo>
                <a:close/>
                <a:moveTo>
                  <a:pt x="5320102" y="3352800"/>
                </a:moveTo>
                <a:cubicBezTo>
                  <a:pt x="5297389" y="3398068"/>
                  <a:pt x="5265302" y="3391242"/>
                  <a:pt x="5228888" y="3420702"/>
                </a:cubicBezTo>
                <a:cubicBezTo>
                  <a:pt x="5222038" y="3404894"/>
                  <a:pt x="5222038" y="3404894"/>
                  <a:pt x="5222038" y="3404894"/>
                </a:cubicBezTo>
                <a:cubicBezTo>
                  <a:pt x="5265302" y="3386931"/>
                  <a:pt x="5292702" y="3361782"/>
                  <a:pt x="5320102" y="3352800"/>
                </a:cubicBezTo>
                <a:close/>
                <a:moveTo>
                  <a:pt x="4166262" y="3350709"/>
                </a:moveTo>
                <a:lnTo>
                  <a:pt x="4156354" y="3351203"/>
                </a:lnTo>
                <a:lnTo>
                  <a:pt x="4148557" y="3357644"/>
                </a:lnTo>
                <a:cubicBezTo>
                  <a:pt x="4145012" y="3358768"/>
                  <a:pt x="4140974" y="3358746"/>
                  <a:pt x="4137688" y="3357295"/>
                </a:cubicBezTo>
                <a:lnTo>
                  <a:pt x="4134132" y="3352311"/>
                </a:lnTo>
                <a:lnTo>
                  <a:pt x="4111866" y="3353420"/>
                </a:lnTo>
                <a:lnTo>
                  <a:pt x="4110311" y="3357157"/>
                </a:lnTo>
                <a:cubicBezTo>
                  <a:pt x="4108376" y="3362602"/>
                  <a:pt x="4106215" y="3369105"/>
                  <a:pt x="4103335" y="3377025"/>
                </a:cubicBezTo>
                <a:cubicBezTo>
                  <a:pt x="4123857" y="3370185"/>
                  <a:pt x="4117017" y="3368025"/>
                  <a:pt x="4130698" y="3379545"/>
                </a:cubicBezTo>
                <a:cubicBezTo>
                  <a:pt x="4135019" y="3379545"/>
                  <a:pt x="4135019" y="3370185"/>
                  <a:pt x="4137539" y="3363705"/>
                </a:cubicBezTo>
                <a:cubicBezTo>
                  <a:pt x="4143209" y="3367665"/>
                  <a:pt x="4148880" y="3369645"/>
                  <a:pt x="4154730" y="3370281"/>
                </a:cubicBezTo>
                <a:lnTo>
                  <a:pt x="4172256" y="3368851"/>
                </a:lnTo>
                <a:lnTo>
                  <a:pt x="4171616" y="3364317"/>
                </a:lnTo>
                <a:lnTo>
                  <a:pt x="4170174" y="3354931"/>
                </a:lnTo>
                <a:lnTo>
                  <a:pt x="4165217" y="3354532"/>
                </a:lnTo>
                <a:close/>
                <a:moveTo>
                  <a:pt x="5542350" y="3350022"/>
                </a:moveTo>
                <a:cubicBezTo>
                  <a:pt x="5528471" y="3360142"/>
                  <a:pt x="5513367" y="3381448"/>
                  <a:pt x="5495048" y="3386824"/>
                </a:cubicBezTo>
                <a:lnTo>
                  <a:pt x="5476023" y="3385908"/>
                </a:lnTo>
                <a:lnTo>
                  <a:pt x="5477699" y="3380233"/>
                </a:lnTo>
                <a:cubicBezTo>
                  <a:pt x="5490167" y="3363871"/>
                  <a:pt x="5523300" y="3344962"/>
                  <a:pt x="5542350" y="3350022"/>
                </a:cubicBezTo>
                <a:close/>
                <a:moveTo>
                  <a:pt x="5220150" y="3349625"/>
                </a:moveTo>
                <a:cubicBezTo>
                  <a:pt x="5222307" y="3349625"/>
                  <a:pt x="5224464" y="3353920"/>
                  <a:pt x="5229136" y="3351773"/>
                </a:cubicBezTo>
                <a:cubicBezTo>
                  <a:pt x="5231293" y="3356426"/>
                  <a:pt x="5233809" y="3353920"/>
                  <a:pt x="5235966" y="3353920"/>
                </a:cubicBezTo>
                <a:cubicBezTo>
                  <a:pt x="5226980" y="3365375"/>
                  <a:pt x="5203976" y="3385779"/>
                  <a:pt x="5186004" y="3381125"/>
                </a:cubicBezTo>
                <a:cubicBezTo>
                  <a:pt x="5179175" y="3358574"/>
                  <a:pt x="5226980" y="3378978"/>
                  <a:pt x="5220150" y="3349625"/>
                </a:cubicBezTo>
                <a:close/>
                <a:moveTo>
                  <a:pt x="486793" y="3347962"/>
                </a:moveTo>
                <a:cubicBezTo>
                  <a:pt x="482472" y="3350482"/>
                  <a:pt x="482472" y="3359480"/>
                  <a:pt x="475632" y="3361640"/>
                </a:cubicBezTo>
                <a:cubicBezTo>
                  <a:pt x="493634" y="3361640"/>
                  <a:pt x="484633" y="3377478"/>
                  <a:pt x="486793" y="3386836"/>
                </a:cubicBezTo>
                <a:cubicBezTo>
                  <a:pt x="511996" y="3397995"/>
                  <a:pt x="511996" y="3400514"/>
                  <a:pt x="546199" y="3402674"/>
                </a:cubicBezTo>
                <a:cubicBezTo>
                  <a:pt x="553040" y="3395835"/>
                  <a:pt x="562041" y="3393675"/>
                  <a:pt x="562041" y="3382157"/>
                </a:cubicBezTo>
                <a:cubicBezTo>
                  <a:pt x="548359" y="3366319"/>
                  <a:pt x="536838" y="3375318"/>
                  <a:pt x="507315" y="3370639"/>
                </a:cubicBezTo>
                <a:cubicBezTo>
                  <a:pt x="500474" y="3361640"/>
                  <a:pt x="507315" y="3347962"/>
                  <a:pt x="486793" y="3347962"/>
                </a:cubicBezTo>
                <a:close/>
                <a:moveTo>
                  <a:pt x="4034470" y="3347780"/>
                </a:moveTo>
                <a:lnTo>
                  <a:pt x="4034073" y="3349889"/>
                </a:lnTo>
                <a:cubicBezTo>
                  <a:pt x="4033218" y="3354434"/>
                  <a:pt x="4031508" y="3363525"/>
                  <a:pt x="4028087" y="3381706"/>
                </a:cubicBezTo>
                <a:cubicBezTo>
                  <a:pt x="4028087" y="3390706"/>
                  <a:pt x="4044289" y="3377025"/>
                  <a:pt x="4055450" y="3383866"/>
                </a:cubicBezTo>
                <a:cubicBezTo>
                  <a:pt x="4057971" y="3365865"/>
                  <a:pt x="4048609" y="3356864"/>
                  <a:pt x="4069132" y="3356864"/>
                </a:cubicBezTo>
                <a:cubicBezTo>
                  <a:pt x="4064811" y="3370185"/>
                  <a:pt x="4057971" y="3372705"/>
                  <a:pt x="4069132" y="3379545"/>
                </a:cubicBezTo>
                <a:cubicBezTo>
                  <a:pt x="4080653" y="3374865"/>
                  <a:pt x="4091814" y="3365865"/>
                  <a:pt x="4103335" y="3361185"/>
                </a:cubicBezTo>
                <a:cubicBezTo>
                  <a:pt x="4101085" y="3360645"/>
                  <a:pt x="4098677" y="3358664"/>
                  <a:pt x="4096686" y="3356105"/>
                </a:cubicBezTo>
                <a:lnTo>
                  <a:pt x="4095682" y="3354037"/>
                </a:lnTo>
                <a:close/>
                <a:moveTo>
                  <a:pt x="3947979" y="3339194"/>
                </a:moveTo>
                <a:lnTo>
                  <a:pt x="3953200" y="3370185"/>
                </a:lnTo>
                <a:cubicBezTo>
                  <a:pt x="3962201" y="3368025"/>
                  <a:pt x="3964361" y="3354344"/>
                  <a:pt x="3971202" y="3365865"/>
                </a:cubicBezTo>
                <a:cubicBezTo>
                  <a:pt x="3969041" y="3374865"/>
                  <a:pt x="3964361" y="3377025"/>
                  <a:pt x="3962201" y="3386386"/>
                </a:cubicBezTo>
                <a:cubicBezTo>
                  <a:pt x="3984883" y="3390706"/>
                  <a:pt x="3964361" y="3354344"/>
                  <a:pt x="3994244" y="3361185"/>
                </a:cubicBezTo>
                <a:cubicBezTo>
                  <a:pt x="3989563" y="3372705"/>
                  <a:pt x="3980563" y="3377025"/>
                  <a:pt x="3978402" y="3393226"/>
                </a:cubicBezTo>
                <a:cubicBezTo>
                  <a:pt x="4002165" y="3375945"/>
                  <a:pt x="4008106" y="3365347"/>
                  <a:pt x="4020071" y="3355357"/>
                </a:cubicBezTo>
                <a:lnTo>
                  <a:pt x="4031729" y="3347500"/>
                </a:lnTo>
                <a:lnTo>
                  <a:pt x="4030294" y="3347353"/>
                </a:lnTo>
                <a:lnTo>
                  <a:pt x="3998480" y="3343334"/>
                </a:lnTo>
                <a:lnTo>
                  <a:pt x="3997101" y="3344505"/>
                </a:lnTo>
                <a:lnTo>
                  <a:pt x="3996352" y="3343065"/>
                </a:lnTo>
                <a:lnTo>
                  <a:pt x="3966224" y="3339259"/>
                </a:lnTo>
                <a:close/>
                <a:moveTo>
                  <a:pt x="3926085" y="3339117"/>
                </a:moveTo>
                <a:lnTo>
                  <a:pt x="3927277" y="3352454"/>
                </a:lnTo>
                <a:cubicBezTo>
                  <a:pt x="3928718" y="3357314"/>
                  <a:pt x="3931598" y="3361364"/>
                  <a:pt x="3937358" y="3363705"/>
                </a:cubicBezTo>
                <a:cubicBezTo>
                  <a:pt x="3937358" y="3363705"/>
                  <a:pt x="3937358" y="3363705"/>
                  <a:pt x="3941678" y="3340664"/>
                </a:cubicBezTo>
                <a:lnTo>
                  <a:pt x="3936137" y="3339152"/>
                </a:lnTo>
                <a:close/>
                <a:moveTo>
                  <a:pt x="3916700" y="3339083"/>
                </a:moveTo>
                <a:lnTo>
                  <a:pt x="3913776" y="3351554"/>
                </a:lnTo>
                <a:cubicBezTo>
                  <a:pt x="3912336" y="3354974"/>
                  <a:pt x="3909995" y="3356684"/>
                  <a:pt x="3905315" y="3354344"/>
                </a:cubicBezTo>
                <a:cubicBezTo>
                  <a:pt x="3905315" y="3350024"/>
                  <a:pt x="3909995" y="3347504"/>
                  <a:pt x="3909995" y="3345344"/>
                </a:cubicBezTo>
                <a:cubicBezTo>
                  <a:pt x="3905675" y="3347099"/>
                  <a:pt x="3902671" y="3344956"/>
                  <a:pt x="3900243" y="3342445"/>
                </a:cubicBezTo>
                <a:lnTo>
                  <a:pt x="3896854" y="3339701"/>
                </a:lnTo>
                <a:lnTo>
                  <a:pt x="3891531" y="3340497"/>
                </a:lnTo>
                <a:lnTo>
                  <a:pt x="3889473" y="3343184"/>
                </a:lnTo>
                <a:cubicBezTo>
                  <a:pt x="3894153" y="3343184"/>
                  <a:pt x="3894153" y="3352184"/>
                  <a:pt x="3891633" y="3359024"/>
                </a:cubicBezTo>
                <a:cubicBezTo>
                  <a:pt x="3903154" y="3359024"/>
                  <a:pt x="3916836" y="3359024"/>
                  <a:pt x="3918996" y="3365865"/>
                </a:cubicBezTo>
                <a:cubicBezTo>
                  <a:pt x="3924757" y="3361364"/>
                  <a:pt x="3924757" y="3356774"/>
                  <a:pt x="3923047" y="3352184"/>
                </a:cubicBezTo>
                <a:lnTo>
                  <a:pt x="3917100" y="3339085"/>
                </a:lnTo>
                <a:close/>
                <a:moveTo>
                  <a:pt x="5460913" y="3328987"/>
                </a:moveTo>
                <a:cubicBezTo>
                  <a:pt x="5456249" y="3347118"/>
                  <a:pt x="5472037" y="3344942"/>
                  <a:pt x="5478854" y="3360898"/>
                </a:cubicBezTo>
                <a:cubicBezTo>
                  <a:pt x="5472037" y="3367788"/>
                  <a:pt x="5472037" y="3376854"/>
                  <a:pt x="5460913" y="3383744"/>
                </a:cubicBezTo>
                <a:cubicBezTo>
                  <a:pt x="5449431" y="3381568"/>
                  <a:pt x="5444766" y="3365612"/>
                  <a:pt x="5435796" y="3363437"/>
                </a:cubicBezTo>
                <a:cubicBezTo>
                  <a:pt x="5406373" y="3381568"/>
                  <a:pt x="5404220" y="3400062"/>
                  <a:pt x="5374438" y="3390634"/>
                </a:cubicBezTo>
                <a:cubicBezTo>
                  <a:pt x="5404220" y="3360898"/>
                  <a:pt x="5428978" y="3358722"/>
                  <a:pt x="5460913" y="3328987"/>
                </a:cubicBezTo>
                <a:close/>
                <a:moveTo>
                  <a:pt x="4539656" y="3328918"/>
                </a:moveTo>
                <a:cubicBezTo>
                  <a:pt x="4532230" y="3331753"/>
                  <a:pt x="4527640" y="3337424"/>
                  <a:pt x="4533221" y="3345344"/>
                </a:cubicBezTo>
                <a:cubicBezTo>
                  <a:pt x="4537901" y="3333823"/>
                  <a:pt x="4549062" y="3356864"/>
                  <a:pt x="4558423" y="3354344"/>
                </a:cubicBezTo>
                <a:cubicBezTo>
                  <a:pt x="4553743" y="3338504"/>
                  <a:pt x="4555903" y="3340664"/>
                  <a:pt x="4563103" y="3329503"/>
                </a:cubicBezTo>
                <a:cubicBezTo>
                  <a:pt x="4557342" y="3326083"/>
                  <a:pt x="4547081" y="3326083"/>
                  <a:pt x="4539656" y="3328918"/>
                </a:cubicBezTo>
                <a:close/>
                <a:moveTo>
                  <a:pt x="4766807" y="3327850"/>
                </a:moveTo>
                <a:cubicBezTo>
                  <a:pt x="4768867" y="3328683"/>
                  <a:pt x="4771798" y="3330348"/>
                  <a:pt x="4778759" y="3329296"/>
                </a:cubicBezTo>
                <a:cubicBezTo>
                  <a:pt x="4778759" y="3338058"/>
                  <a:pt x="4778759" y="3338058"/>
                  <a:pt x="4778759" y="3338058"/>
                </a:cubicBezTo>
                <a:cubicBezTo>
                  <a:pt x="4767036" y="3340161"/>
                  <a:pt x="4771798" y="3349274"/>
                  <a:pt x="4760075" y="3342615"/>
                </a:cubicBezTo>
                <a:cubicBezTo>
                  <a:pt x="4760075" y="3331399"/>
                  <a:pt x="4760075" y="3331399"/>
                  <a:pt x="4760075" y="3331399"/>
                </a:cubicBezTo>
                <a:cubicBezTo>
                  <a:pt x="4763556" y="3327018"/>
                  <a:pt x="4764746" y="3327018"/>
                  <a:pt x="4766807" y="3327850"/>
                </a:cubicBezTo>
                <a:close/>
                <a:moveTo>
                  <a:pt x="4637991" y="3324823"/>
                </a:moveTo>
                <a:cubicBezTo>
                  <a:pt x="4635831" y="3333823"/>
                  <a:pt x="4642672" y="3336343"/>
                  <a:pt x="4642672" y="3345344"/>
                </a:cubicBezTo>
                <a:cubicBezTo>
                  <a:pt x="4653833" y="3345344"/>
                  <a:pt x="4660674" y="3340664"/>
                  <a:pt x="4663194" y="3331663"/>
                </a:cubicBezTo>
                <a:cubicBezTo>
                  <a:pt x="4658513" y="3320143"/>
                  <a:pt x="4646992" y="3345344"/>
                  <a:pt x="4642672" y="3329503"/>
                </a:cubicBezTo>
                <a:cubicBezTo>
                  <a:pt x="4646992" y="3329503"/>
                  <a:pt x="4644832" y="3322663"/>
                  <a:pt x="4637991" y="3324823"/>
                </a:cubicBezTo>
                <a:close/>
                <a:moveTo>
                  <a:pt x="5524897" y="3324817"/>
                </a:moveTo>
                <a:cubicBezTo>
                  <a:pt x="5520311" y="3336446"/>
                  <a:pt x="5506906" y="3352436"/>
                  <a:pt x="5493500" y="3350256"/>
                </a:cubicBezTo>
                <a:cubicBezTo>
                  <a:pt x="5498086" y="3340807"/>
                  <a:pt x="5513608" y="3322637"/>
                  <a:pt x="5524897" y="3324817"/>
                </a:cubicBezTo>
                <a:close/>
                <a:moveTo>
                  <a:pt x="4484076" y="3316633"/>
                </a:moveTo>
                <a:cubicBezTo>
                  <a:pt x="4477505" y="3316363"/>
                  <a:pt x="4471834" y="3319243"/>
                  <a:pt x="4474174" y="3329503"/>
                </a:cubicBezTo>
                <a:cubicBezTo>
                  <a:pt x="4478855" y="3331663"/>
                  <a:pt x="4494696" y="3322663"/>
                  <a:pt x="4494696" y="3333823"/>
                </a:cubicBezTo>
                <a:cubicBezTo>
                  <a:pt x="4485695" y="3333823"/>
                  <a:pt x="4487855" y="3347504"/>
                  <a:pt x="4476335" y="3345344"/>
                </a:cubicBezTo>
                <a:cubicBezTo>
                  <a:pt x="4467333" y="3340664"/>
                  <a:pt x="4448971" y="3343184"/>
                  <a:pt x="4446811" y="3340664"/>
                </a:cubicBezTo>
                <a:cubicBezTo>
                  <a:pt x="4455812" y="3352184"/>
                  <a:pt x="4439971" y="3363705"/>
                  <a:pt x="4433130" y="3352184"/>
                </a:cubicBezTo>
                <a:cubicBezTo>
                  <a:pt x="4430970" y="3368025"/>
                  <a:pt x="4437810" y="3372705"/>
                  <a:pt x="4444651" y="3377025"/>
                </a:cubicBezTo>
                <a:cubicBezTo>
                  <a:pt x="4444651" y="3368025"/>
                  <a:pt x="4448971" y="3363705"/>
                  <a:pt x="4453652" y="3361185"/>
                </a:cubicBezTo>
                <a:cubicBezTo>
                  <a:pt x="4465173" y="3397546"/>
                  <a:pt x="4465173" y="3340664"/>
                  <a:pt x="4481015" y="3374865"/>
                </a:cubicBezTo>
                <a:cubicBezTo>
                  <a:pt x="4483175" y="3347504"/>
                  <a:pt x="4501537" y="3365865"/>
                  <a:pt x="4506217" y="3374865"/>
                </a:cubicBezTo>
                <a:cubicBezTo>
                  <a:pt x="4501537" y="3352184"/>
                  <a:pt x="4515219" y="3352184"/>
                  <a:pt x="4515219" y="3336343"/>
                </a:cubicBezTo>
                <a:cubicBezTo>
                  <a:pt x="4501537" y="3345344"/>
                  <a:pt x="4490016" y="3343184"/>
                  <a:pt x="4499377" y="3322663"/>
                </a:cubicBezTo>
                <a:cubicBezTo>
                  <a:pt x="4498117" y="3320323"/>
                  <a:pt x="4490646" y="3316903"/>
                  <a:pt x="4484076" y="3316633"/>
                </a:cubicBezTo>
                <a:close/>
                <a:moveTo>
                  <a:pt x="5384073" y="3312512"/>
                </a:moveTo>
                <a:cubicBezTo>
                  <a:pt x="5389999" y="3313024"/>
                  <a:pt x="5395525" y="3315229"/>
                  <a:pt x="5399479" y="3319639"/>
                </a:cubicBezTo>
                <a:cubicBezTo>
                  <a:pt x="5381147" y="3335514"/>
                  <a:pt x="5367489" y="3328811"/>
                  <a:pt x="5351674" y="3339747"/>
                </a:cubicBezTo>
                <a:cubicBezTo>
                  <a:pt x="5344935" y="3324666"/>
                  <a:pt x="5366298" y="3310974"/>
                  <a:pt x="5384073" y="3312512"/>
                </a:cubicBezTo>
                <a:close/>
                <a:moveTo>
                  <a:pt x="4774918" y="3307453"/>
                </a:moveTo>
                <a:cubicBezTo>
                  <a:pt x="4779196" y="3308227"/>
                  <a:pt x="4782784" y="3311345"/>
                  <a:pt x="4785116" y="3318164"/>
                </a:cubicBezTo>
                <a:cubicBezTo>
                  <a:pt x="4764664" y="3331803"/>
                  <a:pt x="4755693" y="3316011"/>
                  <a:pt x="4733088" y="3327137"/>
                </a:cubicBezTo>
                <a:cubicBezTo>
                  <a:pt x="4743045" y="3323907"/>
                  <a:pt x="4762085" y="3305131"/>
                  <a:pt x="4774918" y="3307453"/>
                </a:cubicBezTo>
                <a:close/>
                <a:moveTo>
                  <a:pt x="4264743" y="3304985"/>
                </a:moveTo>
                <a:lnTo>
                  <a:pt x="4259667" y="3309839"/>
                </a:lnTo>
                <a:lnTo>
                  <a:pt x="4269313" y="3311142"/>
                </a:lnTo>
                <a:lnTo>
                  <a:pt x="4263919" y="3322722"/>
                </a:lnTo>
                <a:lnTo>
                  <a:pt x="4272298" y="3323245"/>
                </a:lnTo>
                <a:lnTo>
                  <a:pt x="4272690" y="3323375"/>
                </a:lnTo>
                <a:lnTo>
                  <a:pt x="4273099" y="3321279"/>
                </a:lnTo>
                <a:cubicBezTo>
                  <a:pt x="4274196" y="3317083"/>
                  <a:pt x="4275794" y="3313392"/>
                  <a:pt x="4278674" y="3311142"/>
                </a:cubicBezTo>
                <a:cubicBezTo>
                  <a:pt x="4277413" y="3307722"/>
                  <a:pt x="4274533" y="3306552"/>
                  <a:pt x="4271113" y="3305967"/>
                </a:cubicBezTo>
                <a:close/>
                <a:moveTo>
                  <a:pt x="5497747" y="3302625"/>
                </a:moveTo>
                <a:cubicBezTo>
                  <a:pt x="5507194" y="3302608"/>
                  <a:pt x="5512649" y="3314824"/>
                  <a:pt x="5509231" y="3323415"/>
                </a:cubicBezTo>
                <a:cubicBezTo>
                  <a:pt x="5500469" y="3330217"/>
                  <a:pt x="5493809" y="3318762"/>
                  <a:pt x="5487150" y="3307307"/>
                </a:cubicBezTo>
                <a:cubicBezTo>
                  <a:pt x="5491006" y="3303995"/>
                  <a:pt x="5494598" y="3302631"/>
                  <a:pt x="5497747" y="3302625"/>
                </a:cubicBezTo>
                <a:close/>
                <a:moveTo>
                  <a:pt x="4239375" y="3300412"/>
                </a:moveTo>
                <a:cubicBezTo>
                  <a:pt x="4239375" y="3300412"/>
                  <a:pt x="4241833" y="3301085"/>
                  <a:pt x="4244905" y="3301926"/>
                </a:cubicBezTo>
                <a:lnTo>
                  <a:pt x="4246873" y="3302465"/>
                </a:lnTo>
                <a:close/>
                <a:moveTo>
                  <a:pt x="4635831" y="3288461"/>
                </a:moveTo>
                <a:cubicBezTo>
                  <a:pt x="4617469" y="3299982"/>
                  <a:pt x="4619629" y="3326983"/>
                  <a:pt x="4596947" y="3324823"/>
                </a:cubicBezTo>
                <a:cubicBezTo>
                  <a:pt x="4606308" y="3324823"/>
                  <a:pt x="4601627" y="3340664"/>
                  <a:pt x="4610629" y="3338504"/>
                </a:cubicBezTo>
                <a:cubicBezTo>
                  <a:pt x="4619629" y="3322663"/>
                  <a:pt x="4642672" y="3304302"/>
                  <a:pt x="4635831" y="3288461"/>
                </a:cubicBezTo>
                <a:close/>
                <a:moveTo>
                  <a:pt x="4459654" y="3286717"/>
                </a:moveTo>
                <a:cubicBezTo>
                  <a:pt x="4454169" y="3287899"/>
                  <a:pt x="4454102" y="3296471"/>
                  <a:pt x="4448971" y="3299982"/>
                </a:cubicBezTo>
                <a:cubicBezTo>
                  <a:pt x="4451492" y="3290621"/>
                  <a:pt x="4444651" y="3286301"/>
                  <a:pt x="4439971" y="3295301"/>
                </a:cubicBezTo>
                <a:cubicBezTo>
                  <a:pt x="4448971" y="3295301"/>
                  <a:pt x="4442491" y="3311142"/>
                  <a:pt x="4448971" y="3315822"/>
                </a:cubicBezTo>
                <a:cubicBezTo>
                  <a:pt x="4448971" y="3315822"/>
                  <a:pt x="4448971" y="3315822"/>
                  <a:pt x="4460493" y="3313302"/>
                </a:cubicBezTo>
                <a:cubicBezTo>
                  <a:pt x="4465173" y="3306462"/>
                  <a:pt x="4467333" y="3299982"/>
                  <a:pt x="4467333" y="3288461"/>
                </a:cubicBezTo>
                <a:cubicBezTo>
                  <a:pt x="4463913" y="3286751"/>
                  <a:pt x="4461483" y="3286324"/>
                  <a:pt x="4459654" y="3286717"/>
                </a:cubicBezTo>
                <a:close/>
                <a:moveTo>
                  <a:pt x="4474174" y="3286301"/>
                </a:moveTo>
                <a:cubicBezTo>
                  <a:pt x="4469494" y="3293141"/>
                  <a:pt x="4467333" y="3313302"/>
                  <a:pt x="4478855" y="3313302"/>
                </a:cubicBezTo>
                <a:cubicBezTo>
                  <a:pt x="4483355" y="3307722"/>
                  <a:pt x="4485605" y="3302682"/>
                  <a:pt x="4485020" y="3298181"/>
                </a:cubicBezTo>
                <a:lnTo>
                  <a:pt x="4477860" y="3290339"/>
                </a:lnTo>
                <a:lnTo>
                  <a:pt x="4474325" y="3290660"/>
                </a:lnTo>
                <a:lnTo>
                  <a:pt x="4476610" y="3288969"/>
                </a:lnTo>
                <a:close/>
                <a:moveTo>
                  <a:pt x="4963307" y="3284590"/>
                </a:moveTo>
                <a:cubicBezTo>
                  <a:pt x="4966456" y="3284865"/>
                  <a:pt x="4969071" y="3285483"/>
                  <a:pt x="4970253" y="3286124"/>
                </a:cubicBezTo>
                <a:cubicBezTo>
                  <a:pt x="4972436" y="3297481"/>
                  <a:pt x="4951699" y="3295283"/>
                  <a:pt x="4944787" y="3300045"/>
                </a:cubicBezTo>
                <a:cubicBezTo>
                  <a:pt x="4939603" y="3286033"/>
                  <a:pt x="4953860" y="3283766"/>
                  <a:pt x="4963307" y="3284590"/>
                </a:cubicBezTo>
                <a:close/>
                <a:moveTo>
                  <a:pt x="4523497" y="3281828"/>
                </a:moveTo>
                <a:lnTo>
                  <a:pt x="4508378" y="3295301"/>
                </a:lnTo>
                <a:cubicBezTo>
                  <a:pt x="4517379" y="3296381"/>
                  <a:pt x="4524220" y="3294671"/>
                  <a:pt x="4529665" y="3291251"/>
                </a:cubicBezTo>
                <a:lnTo>
                  <a:pt x="4535529" y="3284754"/>
                </a:lnTo>
                <a:close/>
                <a:moveTo>
                  <a:pt x="4542581" y="3276941"/>
                </a:moveTo>
                <a:lnTo>
                  <a:pt x="4538738" y="3277663"/>
                </a:lnTo>
                <a:lnTo>
                  <a:pt x="4539719" y="3280112"/>
                </a:lnTo>
                <a:close/>
                <a:moveTo>
                  <a:pt x="4506768" y="3267169"/>
                </a:moveTo>
                <a:lnTo>
                  <a:pt x="4506217" y="3270100"/>
                </a:lnTo>
                <a:lnTo>
                  <a:pt x="4510990" y="3268465"/>
                </a:lnTo>
                <a:lnTo>
                  <a:pt x="4510690" y="3267986"/>
                </a:lnTo>
                <a:close/>
                <a:moveTo>
                  <a:pt x="4598938" y="3265718"/>
                </a:moveTo>
                <a:cubicBezTo>
                  <a:pt x="4591209" y="3266208"/>
                  <a:pt x="4582366" y="3278291"/>
                  <a:pt x="4572105" y="3274780"/>
                </a:cubicBezTo>
                <a:cubicBezTo>
                  <a:pt x="4572105" y="3274780"/>
                  <a:pt x="4572105" y="3274780"/>
                  <a:pt x="4572105" y="3290621"/>
                </a:cubicBezTo>
                <a:cubicBezTo>
                  <a:pt x="4592627" y="3286301"/>
                  <a:pt x="4603788" y="3283781"/>
                  <a:pt x="4606308" y="3270100"/>
                </a:cubicBezTo>
                <a:cubicBezTo>
                  <a:pt x="4603968" y="3266680"/>
                  <a:pt x="4601515" y="3265555"/>
                  <a:pt x="4598938" y="3265718"/>
                </a:cubicBezTo>
                <a:close/>
                <a:moveTo>
                  <a:pt x="4572105" y="3258940"/>
                </a:moveTo>
                <a:lnTo>
                  <a:pt x="4571947" y="3259446"/>
                </a:lnTo>
                <a:lnTo>
                  <a:pt x="4563103" y="3261100"/>
                </a:lnTo>
                <a:cubicBezTo>
                  <a:pt x="4572105" y="3258940"/>
                  <a:pt x="4572105" y="3258940"/>
                  <a:pt x="4572105" y="3258940"/>
                </a:cubicBezTo>
                <a:close/>
                <a:moveTo>
                  <a:pt x="4388005" y="3252562"/>
                </a:moveTo>
                <a:cubicBezTo>
                  <a:pt x="4365324" y="3254722"/>
                  <a:pt x="4342644" y="3252562"/>
                  <a:pt x="4319604" y="3270563"/>
                </a:cubicBezTo>
                <a:cubicBezTo>
                  <a:pt x="4322124" y="3252562"/>
                  <a:pt x="4299084" y="3273083"/>
                  <a:pt x="4290084" y="3273083"/>
                </a:cubicBezTo>
                <a:cubicBezTo>
                  <a:pt x="4281084" y="3268403"/>
                  <a:pt x="4283244" y="3250042"/>
                  <a:pt x="4269563" y="3254722"/>
                </a:cubicBezTo>
                <a:cubicBezTo>
                  <a:pt x="4260563" y="3268403"/>
                  <a:pt x="4246883" y="3286764"/>
                  <a:pt x="4240043" y="3293605"/>
                </a:cubicBezTo>
                <a:cubicBezTo>
                  <a:pt x="4237883" y="3286764"/>
                  <a:pt x="4231043" y="3282084"/>
                  <a:pt x="4222043" y="3277404"/>
                </a:cubicBezTo>
                <a:cubicBezTo>
                  <a:pt x="4217363" y="3263723"/>
                  <a:pt x="4242563" y="3275244"/>
                  <a:pt x="4235723" y="3261563"/>
                </a:cubicBezTo>
                <a:cubicBezTo>
                  <a:pt x="4225463" y="3263183"/>
                  <a:pt x="4206090" y="3262373"/>
                  <a:pt x="4195223" y="3268549"/>
                </a:cubicBezTo>
                <a:lnTo>
                  <a:pt x="4189006" y="3276008"/>
                </a:lnTo>
                <a:lnTo>
                  <a:pt x="4189964" y="3277410"/>
                </a:lnTo>
                <a:lnTo>
                  <a:pt x="4202558" y="3277449"/>
                </a:lnTo>
                <a:cubicBezTo>
                  <a:pt x="4207103" y="3276863"/>
                  <a:pt x="4210523" y="3277403"/>
                  <a:pt x="4210523" y="3284244"/>
                </a:cubicBezTo>
                <a:lnTo>
                  <a:pt x="4198426" y="3287166"/>
                </a:lnTo>
                <a:lnTo>
                  <a:pt x="4213088" y="3302223"/>
                </a:lnTo>
                <a:lnTo>
                  <a:pt x="4214947" y="3297462"/>
                </a:lnTo>
                <a:cubicBezTo>
                  <a:pt x="4221698" y="3309342"/>
                  <a:pt x="4231081" y="3302187"/>
                  <a:pt x="4235351" y="3308346"/>
                </a:cubicBezTo>
                <a:lnTo>
                  <a:pt x="4236772" y="3315704"/>
                </a:lnTo>
                <a:lnTo>
                  <a:pt x="4237523" y="3315840"/>
                </a:lnTo>
                <a:lnTo>
                  <a:pt x="4240761" y="3317798"/>
                </a:lnTo>
                <a:lnTo>
                  <a:pt x="4252661" y="3308892"/>
                </a:lnTo>
                <a:lnTo>
                  <a:pt x="4255483" y="3309273"/>
                </a:lnTo>
                <a:lnTo>
                  <a:pt x="4249952" y="3305520"/>
                </a:lnTo>
                <a:lnTo>
                  <a:pt x="4249356" y="3303144"/>
                </a:lnTo>
                <a:lnTo>
                  <a:pt x="4248603" y="3300138"/>
                </a:lnTo>
                <a:cubicBezTo>
                  <a:pt x="4255672" y="3302273"/>
                  <a:pt x="4251207" y="3295513"/>
                  <a:pt x="4258276" y="3290887"/>
                </a:cubicBezTo>
                <a:cubicBezTo>
                  <a:pt x="4261811" y="3292132"/>
                  <a:pt x="4262369" y="3293822"/>
                  <a:pt x="4262927" y="3295779"/>
                </a:cubicBezTo>
                <a:lnTo>
                  <a:pt x="4265712" y="3299667"/>
                </a:lnTo>
                <a:lnTo>
                  <a:pt x="4276829" y="3290126"/>
                </a:lnTo>
                <a:cubicBezTo>
                  <a:pt x="4281374" y="3285581"/>
                  <a:pt x="4281914" y="3281621"/>
                  <a:pt x="4269313" y="3279461"/>
                </a:cubicBezTo>
                <a:cubicBezTo>
                  <a:pt x="4277233" y="3273701"/>
                  <a:pt x="4287494" y="3275411"/>
                  <a:pt x="4295505" y="3281666"/>
                </a:cubicBezTo>
                <a:lnTo>
                  <a:pt x="4300366" y="3287858"/>
                </a:lnTo>
                <a:lnTo>
                  <a:pt x="4309800" y="3282973"/>
                </a:lnTo>
                <a:cubicBezTo>
                  <a:pt x="4314966" y="3281862"/>
                  <a:pt x="4320131" y="3280705"/>
                  <a:pt x="4324663" y="3275012"/>
                </a:cubicBezTo>
                <a:cubicBezTo>
                  <a:pt x="4331550" y="3286398"/>
                  <a:pt x="4340613" y="3279638"/>
                  <a:pt x="4336263" y="3293159"/>
                </a:cubicBezTo>
                <a:cubicBezTo>
                  <a:pt x="4325932" y="3283018"/>
                  <a:pt x="4315601" y="3289289"/>
                  <a:pt x="4305269" y="3291107"/>
                </a:cubicBezTo>
                <a:lnTo>
                  <a:pt x="4302836" y="3291004"/>
                </a:lnTo>
                <a:lnTo>
                  <a:pt x="4305260" y="3294092"/>
                </a:lnTo>
                <a:cubicBezTo>
                  <a:pt x="4307567" y="3299127"/>
                  <a:pt x="4308737" y="3304932"/>
                  <a:pt x="4308197" y="3311142"/>
                </a:cubicBezTo>
                <a:cubicBezTo>
                  <a:pt x="4297936" y="3306642"/>
                  <a:pt x="4293886" y="3315732"/>
                  <a:pt x="4290735" y="3323968"/>
                </a:cubicBezTo>
                <a:lnTo>
                  <a:pt x="4288527" y="3328609"/>
                </a:lnTo>
                <a:lnTo>
                  <a:pt x="4308889" y="3335339"/>
                </a:lnTo>
                <a:lnTo>
                  <a:pt x="4342944" y="3355520"/>
                </a:lnTo>
                <a:lnTo>
                  <a:pt x="4351401" y="3354344"/>
                </a:lnTo>
                <a:lnTo>
                  <a:pt x="4352890" y="3361414"/>
                </a:lnTo>
                <a:lnTo>
                  <a:pt x="4365069" y="3368632"/>
                </a:lnTo>
                <a:lnTo>
                  <a:pt x="4367243" y="3368025"/>
                </a:lnTo>
                <a:cubicBezTo>
                  <a:pt x="4351401" y="3359024"/>
                  <a:pt x="4369403" y="3359024"/>
                  <a:pt x="4369403" y="3338504"/>
                </a:cubicBezTo>
                <a:cubicBezTo>
                  <a:pt x="4383085" y="3331663"/>
                  <a:pt x="4376244" y="3352184"/>
                  <a:pt x="4385605" y="3352184"/>
                </a:cubicBezTo>
                <a:cubicBezTo>
                  <a:pt x="4383085" y="3359024"/>
                  <a:pt x="4376244" y="3356864"/>
                  <a:pt x="4376244" y="3363705"/>
                </a:cubicBezTo>
                <a:cubicBezTo>
                  <a:pt x="4378764" y="3368025"/>
                  <a:pt x="4378764" y="3372705"/>
                  <a:pt x="4383085" y="3374865"/>
                </a:cubicBezTo>
                <a:cubicBezTo>
                  <a:pt x="4392445" y="3372705"/>
                  <a:pt x="4387765" y="3356864"/>
                  <a:pt x="4394606" y="3352184"/>
                </a:cubicBezTo>
                <a:cubicBezTo>
                  <a:pt x="4396766" y="3338504"/>
                  <a:pt x="4378764" y="3340664"/>
                  <a:pt x="4394606" y="3331663"/>
                </a:cubicBezTo>
                <a:cubicBezTo>
                  <a:pt x="4394606" y="3329503"/>
                  <a:pt x="4378764" y="3324823"/>
                  <a:pt x="4374084" y="3331663"/>
                </a:cubicBezTo>
                <a:cubicBezTo>
                  <a:pt x="4375164" y="3322483"/>
                  <a:pt x="4372914" y="3315642"/>
                  <a:pt x="4370933" y="3309387"/>
                </a:cubicBezTo>
                <a:lnTo>
                  <a:pt x="4370918" y="3309200"/>
                </a:lnTo>
                <a:lnTo>
                  <a:pt x="4367200" y="3311168"/>
                </a:lnTo>
                <a:cubicBezTo>
                  <a:pt x="4367200" y="3311168"/>
                  <a:pt x="4367200" y="3311168"/>
                  <a:pt x="4358438" y="3304390"/>
                </a:cubicBezTo>
                <a:cubicBezTo>
                  <a:pt x="4361767" y="3299930"/>
                  <a:pt x="4366148" y="3295471"/>
                  <a:pt x="4369434" y="3291280"/>
                </a:cubicBezTo>
                <a:lnTo>
                  <a:pt x="4369453" y="3291231"/>
                </a:lnTo>
                <a:lnTo>
                  <a:pt x="4369403" y="3290621"/>
                </a:lnTo>
                <a:lnTo>
                  <a:pt x="4369654" y="3290707"/>
                </a:lnTo>
                <a:lnTo>
                  <a:pt x="4373859" y="3279775"/>
                </a:lnTo>
                <a:cubicBezTo>
                  <a:pt x="4380518" y="3284056"/>
                  <a:pt x="4378415" y="3288693"/>
                  <a:pt x="4385075" y="3290834"/>
                </a:cubicBezTo>
                <a:lnTo>
                  <a:pt x="4377488" y="3296537"/>
                </a:lnTo>
                <a:lnTo>
                  <a:pt x="4378809" y="3300657"/>
                </a:lnTo>
                <a:cubicBezTo>
                  <a:pt x="4379665" y="3306642"/>
                  <a:pt x="4379665" y="3313482"/>
                  <a:pt x="4383085" y="3315822"/>
                </a:cubicBezTo>
                <a:cubicBezTo>
                  <a:pt x="4392445" y="3308982"/>
                  <a:pt x="4408287" y="3311142"/>
                  <a:pt x="4415128" y="3299982"/>
                </a:cubicBezTo>
                <a:cubicBezTo>
                  <a:pt x="4406127" y="3288461"/>
                  <a:pt x="4385605" y="3308982"/>
                  <a:pt x="4387765" y="3279461"/>
                </a:cubicBezTo>
                <a:cubicBezTo>
                  <a:pt x="4395686" y="3286301"/>
                  <a:pt x="4398566" y="3282881"/>
                  <a:pt x="4399151" y="3276895"/>
                </a:cubicBezTo>
                <a:lnTo>
                  <a:pt x="4398840" y="3270712"/>
                </a:lnTo>
                <a:lnTo>
                  <a:pt x="4392685" y="3277404"/>
                </a:lnTo>
                <a:cubicBezTo>
                  <a:pt x="4389265" y="3275694"/>
                  <a:pt x="4388253" y="3273714"/>
                  <a:pt x="4388410" y="3271598"/>
                </a:cubicBezTo>
                <a:lnTo>
                  <a:pt x="4390153" y="3267397"/>
                </a:lnTo>
                <a:lnTo>
                  <a:pt x="4384911" y="3275228"/>
                </a:lnTo>
                <a:cubicBezTo>
                  <a:pt x="4381468" y="3278295"/>
                  <a:pt x="4376906" y="3279960"/>
                  <a:pt x="4370109" y="3278908"/>
                </a:cubicBezTo>
                <a:lnTo>
                  <a:pt x="4371211" y="3271124"/>
                </a:lnTo>
                <a:lnTo>
                  <a:pt x="4368384" y="3273667"/>
                </a:lnTo>
                <a:cubicBezTo>
                  <a:pt x="4362467" y="3275982"/>
                  <a:pt x="4355577" y="3272542"/>
                  <a:pt x="4348483" y="3284184"/>
                </a:cubicBezTo>
                <a:cubicBezTo>
                  <a:pt x="4348483" y="3284184"/>
                  <a:pt x="4348483" y="3284184"/>
                  <a:pt x="4339388" y="3277481"/>
                </a:cubicBezTo>
                <a:cubicBezTo>
                  <a:pt x="4347392" y="3275365"/>
                  <a:pt x="4353758" y="3273160"/>
                  <a:pt x="4359261" y="3271484"/>
                </a:cubicBezTo>
                <a:lnTo>
                  <a:pt x="4371493" y="3269134"/>
                </a:lnTo>
                <a:lnTo>
                  <a:pt x="4371825" y="3266784"/>
                </a:lnTo>
                <a:cubicBezTo>
                  <a:pt x="4373340" y="3263684"/>
                  <a:pt x="4375632" y="3261516"/>
                  <a:pt x="4378203" y="3260245"/>
                </a:cubicBezTo>
                <a:lnTo>
                  <a:pt x="4391885" y="3262918"/>
                </a:lnTo>
                <a:lnTo>
                  <a:pt x="4393495" y="3258367"/>
                </a:lnTo>
                <a:cubicBezTo>
                  <a:pt x="4393383" y="3256252"/>
                  <a:pt x="4391965" y="3254272"/>
                  <a:pt x="4388005" y="3252562"/>
                </a:cubicBezTo>
                <a:close/>
                <a:moveTo>
                  <a:pt x="4522059" y="3252099"/>
                </a:moveTo>
                <a:lnTo>
                  <a:pt x="4520644" y="3252515"/>
                </a:lnTo>
                <a:lnTo>
                  <a:pt x="4516453" y="3254933"/>
                </a:lnTo>
                <a:cubicBezTo>
                  <a:pt x="4512209" y="3256893"/>
                  <a:pt x="4509350" y="3259121"/>
                  <a:pt x="4512567" y="3263575"/>
                </a:cubicBezTo>
                <a:lnTo>
                  <a:pt x="4518091" y="3264434"/>
                </a:lnTo>
                <a:close/>
                <a:moveTo>
                  <a:pt x="4778762" y="3249612"/>
                </a:moveTo>
                <a:cubicBezTo>
                  <a:pt x="4776218" y="3263257"/>
                  <a:pt x="4760228" y="3265771"/>
                  <a:pt x="4760228" y="3279416"/>
                </a:cubicBezTo>
                <a:cubicBezTo>
                  <a:pt x="4753324" y="3276902"/>
                  <a:pt x="4751143" y="3270080"/>
                  <a:pt x="4748963" y="3261102"/>
                </a:cubicBezTo>
                <a:cubicBezTo>
                  <a:pt x="4758048" y="3256434"/>
                  <a:pt x="4764952" y="3249612"/>
                  <a:pt x="4778762" y="3249612"/>
                </a:cubicBezTo>
                <a:close/>
                <a:moveTo>
                  <a:pt x="4551738" y="3249209"/>
                </a:moveTo>
                <a:lnTo>
                  <a:pt x="4552438" y="3255430"/>
                </a:lnTo>
                <a:cubicBezTo>
                  <a:pt x="4555543" y="3266230"/>
                  <a:pt x="4560584" y="3278200"/>
                  <a:pt x="4555903" y="3293141"/>
                </a:cubicBezTo>
                <a:cubicBezTo>
                  <a:pt x="4555903" y="3293141"/>
                  <a:pt x="4555903" y="3293141"/>
                  <a:pt x="4563103" y="3290621"/>
                </a:cubicBezTo>
                <a:cubicBezTo>
                  <a:pt x="4567604" y="3287201"/>
                  <a:pt x="4566974" y="3282071"/>
                  <a:pt x="4566659" y="3276401"/>
                </a:cubicBezTo>
                <a:lnTo>
                  <a:pt x="4571947" y="3259446"/>
                </a:lnTo>
                <a:lnTo>
                  <a:pt x="4595430" y="3255055"/>
                </a:lnTo>
                <a:lnTo>
                  <a:pt x="4588166" y="3250042"/>
                </a:lnTo>
                <a:cubicBezTo>
                  <a:pt x="4580246" y="3256882"/>
                  <a:pt x="4572236" y="3255802"/>
                  <a:pt x="4564226" y="3253012"/>
                </a:cubicBezTo>
                <a:close/>
                <a:moveTo>
                  <a:pt x="4410072" y="3248152"/>
                </a:moveTo>
                <a:cubicBezTo>
                  <a:pt x="4407805" y="3247387"/>
                  <a:pt x="4405105" y="3247792"/>
                  <a:pt x="4401685" y="3250042"/>
                </a:cubicBezTo>
                <a:cubicBezTo>
                  <a:pt x="4397725" y="3252922"/>
                  <a:pt x="4396308" y="3255375"/>
                  <a:pt x="4396128" y="3257608"/>
                </a:cubicBezTo>
                <a:lnTo>
                  <a:pt x="4397653" y="3262715"/>
                </a:lnTo>
                <a:lnTo>
                  <a:pt x="4396766" y="3258940"/>
                </a:lnTo>
                <a:cubicBezTo>
                  <a:pt x="4399286" y="3252099"/>
                  <a:pt x="4401447" y="3254259"/>
                  <a:pt x="4401447" y="3258940"/>
                </a:cubicBezTo>
                <a:cubicBezTo>
                  <a:pt x="4403607" y="3258940"/>
                  <a:pt x="4406127" y="3256420"/>
                  <a:pt x="4406127" y="3252099"/>
                </a:cubicBezTo>
                <a:cubicBezTo>
                  <a:pt x="4410988" y="3260470"/>
                  <a:pt x="4399444" y="3272890"/>
                  <a:pt x="4404001" y="3279489"/>
                </a:cubicBezTo>
                <a:lnTo>
                  <a:pt x="4405290" y="3279986"/>
                </a:lnTo>
                <a:lnTo>
                  <a:pt x="4409352" y="3276600"/>
                </a:lnTo>
                <a:cubicBezTo>
                  <a:pt x="4409352" y="3276600"/>
                  <a:pt x="4409352" y="3276600"/>
                  <a:pt x="4411078" y="3277432"/>
                </a:cubicBezTo>
                <a:lnTo>
                  <a:pt x="4416525" y="3280058"/>
                </a:lnTo>
                <a:lnTo>
                  <a:pt x="4422853" y="3263197"/>
                </a:lnTo>
                <a:lnTo>
                  <a:pt x="4415860" y="3253282"/>
                </a:lnTo>
                <a:cubicBezTo>
                  <a:pt x="4414173" y="3250852"/>
                  <a:pt x="4412339" y="3248917"/>
                  <a:pt x="4410072" y="3248152"/>
                </a:cubicBezTo>
                <a:close/>
                <a:moveTo>
                  <a:pt x="5340940" y="3247180"/>
                </a:moveTo>
                <a:cubicBezTo>
                  <a:pt x="5343626" y="3248074"/>
                  <a:pt x="5346719" y="3250941"/>
                  <a:pt x="5350253" y="3256676"/>
                </a:cubicBezTo>
                <a:cubicBezTo>
                  <a:pt x="5333882" y="3261409"/>
                  <a:pt x="5338347" y="3273061"/>
                  <a:pt x="5326813" y="3268327"/>
                </a:cubicBezTo>
                <a:cubicBezTo>
                  <a:pt x="5328487" y="3259589"/>
                  <a:pt x="5332882" y="3244501"/>
                  <a:pt x="5340940" y="3247180"/>
                </a:cubicBezTo>
                <a:close/>
                <a:moveTo>
                  <a:pt x="4207868" y="3241401"/>
                </a:moveTo>
                <a:cubicBezTo>
                  <a:pt x="4202423" y="3241131"/>
                  <a:pt x="4195583" y="3243381"/>
                  <a:pt x="4192163" y="3247882"/>
                </a:cubicBezTo>
                <a:cubicBezTo>
                  <a:pt x="4199003" y="3261563"/>
                  <a:pt x="4208363" y="3243201"/>
                  <a:pt x="4215203" y="3250042"/>
                </a:cubicBezTo>
                <a:cubicBezTo>
                  <a:pt x="4217363" y="3244461"/>
                  <a:pt x="4213313" y="3241671"/>
                  <a:pt x="4207868" y="3241401"/>
                </a:cubicBezTo>
                <a:close/>
                <a:moveTo>
                  <a:pt x="4178865" y="3233854"/>
                </a:moveTo>
                <a:lnTo>
                  <a:pt x="4172540" y="3233998"/>
                </a:lnTo>
                <a:lnTo>
                  <a:pt x="4173981" y="3241233"/>
                </a:lnTo>
                <a:close/>
                <a:moveTo>
                  <a:pt x="4489454" y="3227209"/>
                </a:moveTo>
                <a:lnTo>
                  <a:pt x="4487179" y="3232986"/>
                </a:lnTo>
                <a:cubicBezTo>
                  <a:pt x="4484125" y="3237239"/>
                  <a:pt x="4480615" y="3232581"/>
                  <a:pt x="4472245" y="3234201"/>
                </a:cubicBezTo>
                <a:cubicBezTo>
                  <a:pt x="4472245" y="3241041"/>
                  <a:pt x="4469725" y="3247882"/>
                  <a:pt x="4472245" y="3254722"/>
                </a:cubicBezTo>
                <a:cubicBezTo>
                  <a:pt x="4474405" y="3250042"/>
                  <a:pt x="4492765" y="3250042"/>
                  <a:pt x="4488085" y="3259403"/>
                </a:cubicBezTo>
                <a:lnTo>
                  <a:pt x="4479389" y="3258089"/>
                </a:lnTo>
                <a:lnTo>
                  <a:pt x="4487855" y="3270100"/>
                </a:lnTo>
                <a:cubicBezTo>
                  <a:pt x="4485695" y="3256420"/>
                  <a:pt x="4501537" y="3252099"/>
                  <a:pt x="4506217" y="3231578"/>
                </a:cubicBezTo>
                <a:lnTo>
                  <a:pt x="4503124" y="3230728"/>
                </a:lnTo>
                <a:lnTo>
                  <a:pt x="4500595" y="3241356"/>
                </a:lnTo>
                <a:cubicBezTo>
                  <a:pt x="4499425" y="3245001"/>
                  <a:pt x="4497085" y="3246622"/>
                  <a:pt x="4490245" y="3243201"/>
                </a:cubicBezTo>
                <a:cubicBezTo>
                  <a:pt x="4488625" y="3236451"/>
                  <a:pt x="4498548" y="3234763"/>
                  <a:pt x="4496776" y="3230544"/>
                </a:cubicBezTo>
                <a:lnTo>
                  <a:pt x="4493904" y="3228194"/>
                </a:lnTo>
                <a:lnTo>
                  <a:pt x="4490826" y="3227348"/>
                </a:lnTo>
                <a:close/>
                <a:moveTo>
                  <a:pt x="4204452" y="3227018"/>
                </a:moveTo>
                <a:lnTo>
                  <a:pt x="4189813" y="3232378"/>
                </a:lnTo>
                <a:lnTo>
                  <a:pt x="4185323" y="3236721"/>
                </a:lnTo>
                <a:cubicBezTo>
                  <a:pt x="4196843" y="3241041"/>
                  <a:pt x="4205843" y="3232041"/>
                  <a:pt x="4215203" y="3227360"/>
                </a:cubicBezTo>
                <a:close/>
                <a:moveTo>
                  <a:pt x="4547126" y="3218360"/>
                </a:moveTo>
                <a:lnTo>
                  <a:pt x="4541760" y="3219478"/>
                </a:lnTo>
                <a:lnTo>
                  <a:pt x="4540061" y="3236259"/>
                </a:lnTo>
                <a:lnTo>
                  <a:pt x="4543285" y="3235447"/>
                </a:lnTo>
                <a:lnTo>
                  <a:pt x="4544516" y="3231230"/>
                </a:lnTo>
                <a:cubicBezTo>
                  <a:pt x="4546496" y="3226370"/>
                  <a:pt x="4548206" y="3221780"/>
                  <a:pt x="4547126" y="3218360"/>
                </a:cubicBezTo>
                <a:close/>
                <a:moveTo>
                  <a:pt x="5648500" y="3213687"/>
                </a:moveTo>
                <a:cubicBezTo>
                  <a:pt x="5675705" y="3225287"/>
                  <a:pt x="5632391" y="3239062"/>
                  <a:pt x="5614493" y="3255012"/>
                </a:cubicBezTo>
                <a:cubicBezTo>
                  <a:pt x="5603038" y="3257187"/>
                  <a:pt x="5652795" y="3211512"/>
                  <a:pt x="5648500" y="3213687"/>
                </a:cubicBezTo>
                <a:close/>
                <a:moveTo>
                  <a:pt x="4595554" y="3213435"/>
                </a:moveTo>
                <a:lnTo>
                  <a:pt x="4585516" y="3217673"/>
                </a:lnTo>
                <a:lnTo>
                  <a:pt x="4584652" y="3217707"/>
                </a:lnTo>
                <a:lnTo>
                  <a:pt x="4584476" y="3218045"/>
                </a:lnTo>
                <a:cubicBezTo>
                  <a:pt x="4584746" y="3221150"/>
                  <a:pt x="4585826" y="3223940"/>
                  <a:pt x="4583486" y="3227360"/>
                </a:cubicBezTo>
                <a:cubicBezTo>
                  <a:pt x="4577906" y="3230780"/>
                  <a:pt x="4578536" y="3226820"/>
                  <a:pt x="4578266" y="3221735"/>
                </a:cubicBezTo>
                <a:lnTo>
                  <a:pt x="4577310" y="3218000"/>
                </a:lnTo>
                <a:lnTo>
                  <a:pt x="4563373" y="3218556"/>
                </a:lnTo>
                <a:lnTo>
                  <a:pt x="4560550" y="3216098"/>
                </a:lnTo>
                <a:lnTo>
                  <a:pt x="4558331" y="3223175"/>
                </a:lnTo>
                <a:lnTo>
                  <a:pt x="4557766" y="3224788"/>
                </a:lnTo>
                <a:lnTo>
                  <a:pt x="4560583" y="3224738"/>
                </a:lnTo>
                <a:lnTo>
                  <a:pt x="4550850" y="3239633"/>
                </a:lnTo>
                <a:lnTo>
                  <a:pt x="4560463" y="3241575"/>
                </a:lnTo>
                <a:cubicBezTo>
                  <a:pt x="4564777" y="3241322"/>
                  <a:pt x="4568974" y="3240119"/>
                  <a:pt x="4573091" y="3238566"/>
                </a:cubicBezTo>
                <a:lnTo>
                  <a:pt x="4578485" y="3236620"/>
                </a:lnTo>
                <a:lnTo>
                  <a:pt x="4567988" y="3234112"/>
                </a:lnTo>
                <a:cubicBezTo>
                  <a:pt x="4572717" y="3225193"/>
                  <a:pt x="4577083" y="3231971"/>
                  <a:pt x="4581812" y="3231971"/>
                </a:cubicBezTo>
                <a:cubicBezTo>
                  <a:pt x="4585268" y="3230901"/>
                  <a:pt x="4585814" y="3226977"/>
                  <a:pt x="4587224" y="3223855"/>
                </a:cubicBezTo>
                <a:lnTo>
                  <a:pt x="4597798" y="3220563"/>
                </a:lnTo>
                <a:lnTo>
                  <a:pt x="4598066" y="3216604"/>
                </a:lnTo>
                <a:close/>
                <a:moveTo>
                  <a:pt x="4718444" y="3208337"/>
                </a:moveTo>
                <a:cubicBezTo>
                  <a:pt x="4698486" y="3219561"/>
                  <a:pt x="4666769" y="3249250"/>
                  <a:pt x="4648950" y="3219561"/>
                </a:cubicBezTo>
                <a:cubicBezTo>
                  <a:pt x="4671402" y="3212681"/>
                  <a:pt x="4693854" y="3208337"/>
                  <a:pt x="4718444" y="3208337"/>
                </a:cubicBezTo>
                <a:close/>
                <a:moveTo>
                  <a:pt x="4546902" y="3204217"/>
                </a:moveTo>
                <a:lnTo>
                  <a:pt x="4546791" y="3204531"/>
                </a:lnTo>
                <a:lnTo>
                  <a:pt x="4547126" y="3204679"/>
                </a:lnTo>
                <a:lnTo>
                  <a:pt x="4547269" y="3204536"/>
                </a:lnTo>
                <a:close/>
                <a:moveTo>
                  <a:pt x="5365205" y="3203575"/>
                </a:moveTo>
                <a:cubicBezTo>
                  <a:pt x="5374083" y="3212660"/>
                  <a:pt x="5369822" y="3217384"/>
                  <a:pt x="5371952" y="3224288"/>
                </a:cubicBezTo>
                <a:cubicBezTo>
                  <a:pt x="5360944" y="3233373"/>
                  <a:pt x="5351711" y="3233373"/>
                  <a:pt x="5347450" y="3222108"/>
                </a:cubicBezTo>
                <a:cubicBezTo>
                  <a:pt x="5358458" y="3217384"/>
                  <a:pt x="5351711" y="3208299"/>
                  <a:pt x="5365205" y="3203575"/>
                </a:cubicBezTo>
                <a:close/>
                <a:moveTo>
                  <a:pt x="4913134" y="3201513"/>
                </a:moveTo>
                <a:cubicBezTo>
                  <a:pt x="4915291" y="3226496"/>
                  <a:pt x="4881144" y="3222151"/>
                  <a:pt x="4870002" y="3233375"/>
                </a:cubicBezTo>
                <a:cubicBezTo>
                  <a:pt x="4858500" y="3229030"/>
                  <a:pt x="4872158" y="3212737"/>
                  <a:pt x="4863173" y="3215272"/>
                </a:cubicBezTo>
                <a:cubicBezTo>
                  <a:pt x="4872158" y="3208392"/>
                  <a:pt x="4896959" y="3192462"/>
                  <a:pt x="4896959" y="3217444"/>
                </a:cubicBezTo>
                <a:cubicBezTo>
                  <a:pt x="4903789" y="3212737"/>
                  <a:pt x="4899475" y="3199341"/>
                  <a:pt x="4913134" y="3201513"/>
                </a:cubicBezTo>
                <a:close/>
                <a:moveTo>
                  <a:pt x="4523653" y="3199423"/>
                </a:moveTo>
                <a:lnTo>
                  <a:pt x="4520691" y="3205346"/>
                </a:lnTo>
                <a:lnTo>
                  <a:pt x="4524219" y="3199897"/>
                </a:lnTo>
                <a:close/>
                <a:moveTo>
                  <a:pt x="4835505" y="3198393"/>
                </a:moveTo>
                <a:cubicBezTo>
                  <a:pt x="4838669" y="3198359"/>
                  <a:pt x="4841096" y="3199655"/>
                  <a:pt x="4842265" y="3203111"/>
                </a:cubicBezTo>
                <a:cubicBezTo>
                  <a:pt x="4834353" y="3203111"/>
                  <a:pt x="4830936" y="3203111"/>
                  <a:pt x="4828643" y="3205112"/>
                </a:cubicBezTo>
                <a:lnTo>
                  <a:pt x="4822487" y="3217647"/>
                </a:lnTo>
                <a:lnTo>
                  <a:pt x="4827972" y="3219853"/>
                </a:lnTo>
                <a:cubicBezTo>
                  <a:pt x="4821011" y="3231226"/>
                  <a:pt x="4818446" y="3235846"/>
                  <a:pt x="4827972" y="3248996"/>
                </a:cubicBezTo>
                <a:cubicBezTo>
                  <a:pt x="4804525" y="3260369"/>
                  <a:pt x="4816248" y="3222340"/>
                  <a:pt x="4809288" y="3222340"/>
                </a:cubicBezTo>
                <a:cubicBezTo>
                  <a:pt x="4809288" y="3217720"/>
                  <a:pt x="4811486" y="3217720"/>
                  <a:pt x="4814050" y="3217720"/>
                </a:cubicBezTo>
                <a:lnTo>
                  <a:pt x="4818093" y="3217333"/>
                </a:lnTo>
                <a:lnTo>
                  <a:pt x="4815021" y="3215839"/>
                </a:lnTo>
                <a:cubicBezTo>
                  <a:pt x="4807198" y="3215344"/>
                  <a:pt x="4797757" y="3220937"/>
                  <a:pt x="4801264" y="3212206"/>
                </a:cubicBezTo>
                <a:cubicBezTo>
                  <a:pt x="4809896" y="3210569"/>
                  <a:pt x="4826013" y="3198495"/>
                  <a:pt x="4835505" y="3198393"/>
                </a:cubicBezTo>
                <a:close/>
                <a:moveTo>
                  <a:pt x="4625264" y="3182161"/>
                </a:moveTo>
                <a:lnTo>
                  <a:pt x="4619371" y="3186261"/>
                </a:lnTo>
                <a:lnTo>
                  <a:pt x="4619621" y="3186678"/>
                </a:lnTo>
                <a:cubicBezTo>
                  <a:pt x="4622186" y="3188388"/>
                  <a:pt x="4624526" y="3190098"/>
                  <a:pt x="4622366" y="3193518"/>
                </a:cubicBezTo>
                <a:cubicBezTo>
                  <a:pt x="4625786" y="3194598"/>
                  <a:pt x="4629206" y="3192888"/>
                  <a:pt x="4632627" y="3190053"/>
                </a:cubicBezTo>
                <a:lnTo>
                  <a:pt x="4639150" y="3183558"/>
                </a:lnTo>
                <a:close/>
                <a:moveTo>
                  <a:pt x="457270" y="3182026"/>
                </a:moveTo>
                <a:cubicBezTo>
                  <a:pt x="434587" y="3179866"/>
                  <a:pt x="436748" y="3211542"/>
                  <a:pt x="441428" y="3220541"/>
                </a:cubicBezTo>
                <a:cubicBezTo>
                  <a:pt x="461950" y="3220541"/>
                  <a:pt x="443588" y="3195704"/>
                  <a:pt x="457270" y="3182026"/>
                </a:cubicBezTo>
                <a:close/>
                <a:moveTo>
                  <a:pt x="4829564" y="3179666"/>
                </a:moveTo>
                <a:cubicBezTo>
                  <a:pt x="4811164" y="3183973"/>
                  <a:pt x="4804309" y="3188638"/>
                  <a:pt x="4813689" y="3200124"/>
                </a:cubicBezTo>
                <a:cubicBezTo>
                  <a:pt x="4795289" y="3206584"/>
                  <a:pt x="4813689" y="3188638"/>
                  <a:pt x="4799979" y="3186485"/>
                </a:cubicBezTo>
                <a:cubicBezTo>
                  <a:pt x="4790598" y="3204431"/>
                  <a:pt x="4761013" y="3190792"/>
                  <a:pt x="4763539" y="3211250"/>
                </a:cubicBezTo>
                <a:cubicBezTo>
                  <a:pt x="4751994" y="3195458"/>
                  <a:pt x="4742974" y="3215916"/>
                  <a:pt x="4726738" y="3206584"/>
                </a:cubicBezTo>
                <a:cubicBezTo>
                  <a:pt x="4756684" y="3193304"/>
                  <a:pt x="4804309" y="3175000"/>
                  <a:pt x="4829564" y="3179666"/>
                </a:cubicBezTo>
                <a:close/>
                <a:moveTo>
                  <a:pt x="4618098" y="3179455"/>
                </a:moveTo>
                <a:lnTo>
                  <a:pt x="4615526" y="3179837"/>
                </a:lnTo>
                <a:lnTo>
                  <a:pt x="4616282" y="3181101"/>
                </a:lnTo>
                <a:lnTo>
                  <a:pt x="4617919" y="3179670"/>
                </a:lnTo>
                <a:close/>
                <a:moveTo>
                  <a:pt x="4701927" y="3163636"/>
                </a:moveTo>
                <a:cubicBezTo>
                  <a:pt x="4692747" y="3167056"/>
                  <a:pt x="4683117" y="3168226"/>
                  <a:pt x="4673487" y="3169981"/>
                </a:cubicBezTo>
                <a:lnTo>
                  <a:pt x="4658345" y="3175229"/>
                </a:lnTo>
                <a:lnTo>
                  <a:pt x="4656300" y="3178784"/>
                </a:lnTo>
                <a:lnTo>
                  <a:pt x="4670067" y="3177497"/>
                </a:lnTo>
                <a:cubicBezTo>
                  <a:pt x="4677987" y="3175787"/>
                  <a:pt x="4685907" y="3174077"/>
                  <a:pt x="4695087" y="3175157"/>
                </a:cubicBezTo>
                <a:cubicBezTo>
                  <a:pt x="4695087" y="3175157"/>
                  <a:pt x="4695087" y="3175157"/>
                  <a:pt x="4701927" y="3163636"/>
                </a:cubicBezTo>
                <a:close/>
                <a:moveTo>
                  <a:pt x="4856705" y="3157405"/>
                </a:moveTo>
                <a:cubicBezTo>
                  <a:pt x="4860106" y="3156376"/>
                  <a:pt x="4864268" y="3156694"/>
                  <a:pt x="4869263" y="3159059"/>
                </a:cubicBezTo>
                <a:cubicBezTo>
                  <a:pt x="4862603" y="3168154"/>
                  <a:pt x="4853490" y="3179795"/>
                  <a:pt x="4844728" y="3184161"/>
                </a:cubicBezTo>
                <a:cubicBezTo>
                  <a:pt x="4843151" y="3175703"/>
                  <a:pt x="4846502" y="3160491"/>
                  <a:pt x="4856705" y="3157405"/>
                </a:cubicBezTo>
                <a:close/>
                <a:moveTo>
                  <a:pt x="4741437" y="3152019"/>
                </a:moveTo>
                <a:cubicBezTo>
                  <a:pt x="4734619" y="3150248"/>
                  <a:pt x="4720107" y="3155715"/>
                  <a:pt x="4713087" y="3152475"/>
                </a:cubicBezTo>
                <a:cubicBezTo>
                  <a:pt x="4713087" y="3156795"/>
                  <a:pt x="4713087" y="3161476"/>
                  <a:pt x="4710927" y="3166156"/>
                </a:cubicBezTo>
                <a:cubicBezTo>
                  <a:pt x="4724607" y="3172997"/>
                  <a:pt x="4731447" y="3152475"/>
                  <a:pt x="4745127" y="3156795"/>
                </a:cubicBezTo>
                <a:cubicBezTo>
                  <a:pt x="4745127" y="3154005"/>
                  <a:pt x="4743709" y="3152610"/>
                  <a:pt x="4741437" y="3152019"/>
                </a:cubicBezTo>
                <a:close/>
                <a:moveTo>
                  <a:pt x="5809050" y="3140075"/>
                </a:moveTo>
                <a:cubicBezTo>
                  <a:pt x="5809050" y="3151364"/>
                  <a:pt x="5804696" y="3171472"/>
                  <a:pt x="5790907" y="3171472"/>
                </a:cubicBezTo>
                <a:cubicBezTo>
                  <a:pt x="5784013" y="3162300"/>
                  <a:pt x="5799979" y="3151364"/>
                  <a:pt x="5809050" y="3140075"/>
                </a:cubicBezTo>
                <a:close/>
                <a:moveTo>
                  <a:pt x="4785211" y="3139863"/>
                </a:moveTo>
                <a:cubicBezTo>
                  <a:pt x="4776875" y="3137939"/>
                  <a:pt x="4761147" y="3145635"/>
                  <a:pt x="4754127" y="3145635"/>
                </a:cubicBezTo>
                <a:cubicBezTo>
                  <a:pt x="4749807" y="3156795"/>
                  <a:pt x="4756647" y="3152475"/>
                  <a:pt x="4765647" y="3154635"/>
                </a:cubicBezTo>
                <a:cubicBezTo>
                  <a:pt x="4760967" y="3168316"/>
                  <a:pt x="4751967" y="3163636"/>
                  <a:pt x="4747287" y="3175157"/>
                </a:cubicBezTo>
                <a:cubicBezTo>
                  <a:pt x="4758807" y="3176237"/>
                  <a:pt x="4766817" y="3172277"/>
                  <a:pt x="4773342" y="3166336"/>
                </a:cubicBezTo>
                <a:lnTo>
                  <a:pt x="4788476" y="3148062"/>
                </a:lnTo>
                <a:lnTo>
                  <a:pt x="4783447" y="3145174"/>
                </a:lnTo>
                <a:cubicBezTo>
                  <a:pt x="4783447" y="3142294"/>
                  <a:pt x="4784167" y="3141124"/>
                  <a:pt x="4785213" y="3140708"/>
                </a:cubicBezTo>
                <a:lnTo>
                  <a:pt x="4785994" y="3140720"/>
                </a:lnTo>
                <a:close/>
                <a:moveTo>
                  <a:pt x="4865656" y="3139353"/>
                </a:moveTo>
                <a:lnTo>
                  <a:pt x="4868608" y="3140144"/>
                </a:lnTo>
                <a:cubicBezTo>
                  <a:pt x="4870318" y="3140954"/>
                  <a:pt x="4871488" y="3142035"/>
                  <a:pt x="4870408" y="3143115"/>
                </a:cubicBezTo>
                <a:close/>
                <a:moveTo>
                  <a:pt x="4864177" y="3138183"/>
                </a:moveTo>
                <a:lnTo>
                  <a:pt x="4865656" y="3139353"/>
                </a:lnTo>
                <a:lnTo>
                  <a:pt x="4863568" y="3138794"/>
                </a:lnTo>
                <a:close/>
                <a:moveTo>
                  <a:pt x="307698" y="3133323"/>
                </a:moveTo>
                <a:cubicBezTo>
                  <a:pt x="323448" y="3140227"/>
                  <a:pt x="328102" y="3128962"/>
                  <a:pt x="341705" y="3133323"/>
                </a:cubicBezTo>
                <a:cubicBezTo>
                  <a:pt x="337051" y="3158761"/>
                  <a:pt x="319153" y="3128962"/>
                  <a:pt x="312351" y="3154037"/>
                </a:cubicBezTo>
                <a:cubicBezTo>
                  <a:pt x="312351" y="3147132"/>
                  <a:pt x="305550" y="3142408"/>
                  <a:pt x="307698" y="3133323"/>
                </a:cubicBezTo>
                <a:close/>
                <a:moveTo>
                  <a:pt x="5251836" y="3124200"/>
                </a:moveTo>
                <a:cubicBezTo>
                  <a:pt x="5251836" y="3138009"/>
                  <a:pt x="5228917" y="3153998"/>
                  <a:pt x="5217275" y="3149274"/>
                </a:cubicBezTo>
                <a:cubicBezTo>
                  <a:pt x="5217275" y="3138009"/>
                  <a:pt x="5240558" y="3133285"/>
                  <a:pt x="5251836" y="3124200"/>
                </a:cubicBezTo>
                <a:close/>
                <a:moveTo>
                  <a:pt x="4829368" y="3118273"/>
                </a:moveTo>
                <a:cubicBezTo>
                  <a:pt x="4827028" y="3121693"/>
                  <a:pt x="4824778" y="3126823"/>
                  <a:pt x="4821943" y="3129974"/>
                </a:cubicBezTo>
                <a:lnTo>
                  <a:pt x="4819751" y="3131249"/>
                </a:lnTo>
                <a:lnTo>
                  <a:pt x="4819546" y="3136770"/>
                </a:lnTo>
                <a:cubicBezTo>
                  <a:pt x="4817256" y="3141552"/>
                  <a:pt x="4813262" y="3145399"/>
                  <a:pt x="4808694" y="3147965"/>
                </a:cubicBezTo>
                <a:lnTo>
                  <a:pt x="4800899" y="3149873"/>
                </a:lnTo>
                <a:lnTo>
                  <a:pt x="4799313" y="3155260"/>
                </a:lnTo>
                <a:cubicBezTo>
                  <a:pt x="4799938" y="3157245"/>
                  <a:pt x="4802098" y="3159226"/>
                  <a:pt x="4806688" y="3161476"/>
                </a:cubicBezTo>
                <a:cubicBezTo>
                  <a:pt x="4815688" y="3156795"/>
                  <a:pt x="4820368" y="3127273"/>
                  <a:pt x="4840528" y="3129794"/>
                </a:cubicBezTo>
                <a:lnTo>
                  <a:pt x="4839623" y="3124398"/>
                </a:lnTo>
                <a:lnTo>
                  <a:pt x="4836450" y="3123947"/>
                </a:lnTo>
                <a:lnTo>
                  <a:pt x="4830628" y="3118783"/>
                </a:lnTo>
                <a:close/>
                <a:moveTo>
                  <a:pt x="5750351" y="3106737"/>
                </a:moveTo>
                <a:cubicBezTo>
                  <a:pt x="5754984" y="3113490"/>
                  <a:pt x="5746075" y="3118110"/>
                  <a:pt x="5750351" y="3122730"/>
                </a:cubicBezTo>
                <a:cubicBezTo>
                  <a:pt x="5757122" y="3122730"/>
                  <a:pt x="5766032" y="3122730"/>
                  <a:pt x="5772803" y="3120242"/>
                </a:cubicBezTo>
                <a:cubicBezTo>
                  <a:pt x="5782069" y="3129483"/>
                  <a:pt x="5766032" y="3138368"/>
                  <a:pt x="5770665" y="3145121"/>
                </a:cubicBezTo>
                <a:cubicBezTo>
                  <a:pt x="5759261" y="3140501"/>
                  <a:pt x="5748213" y="3154006"/>
                  <a:pt x="5736809" y="3142633"/>
                </a:cubicBezTo>
                <a:cubicBezTo>
                  <a:pt x="5757122" y="3129483"/>
                  <a:pt x="5730038" y="3120242"/>
                  <a:pt x="5750351" y="3106737"/>
                </a:cubicBezTo>
                <a:close/>
                <a:moveTo>
                  <a:pt x="5484769" y="3106737"/>
                </a:moveTo>
                <a:cubicBezTo>
                  <a:pt x="5494071" y="3116038"/>
                  <a:pt x="5496303" y="3124982"/>
                  <a:pt x="5484769" y="3131779"/>
                </a:cubicBezTo>
                <a:cubicBezTo>
                  <a:pt x="5472863" y="3129633"/>
                  <a:pt x="5475095" y="3113534"/>
                  <a:pt x="5484769" y="3106737"/>
                </a:cubicBezTo>
                <a:close/>
                <a:moveTo>
                  <a:pt x="4924008" y="3097051"/>
                </a:moveTo>
                <a:lnTo>
                  <a:pt x="4910710" y="3097739"/>
                </a:lnTo>
                <a:lnTo>
                  <a:pt x="4902350" y="3103403"/>
                </a:lnTo>
                <a:lnTo>
                  <a:pt x="4902135" y="3105321"/>
                </a:lnTo>
                <a:lnTo>
                  <a:pt x="4912776" y="3102100"/>
                </a:lnTo>
                <a:close/>
                <a:moveTo>
                  <a:pt x="5508494" y="3087687"/>
                </a:moveTo>
                <a:cubicBezTo>
                  <a:pt x="5513080" y="3092524"/>
                  <a:pt x="5508494" y="3096989"/>
                  <a:pt x="5513080" y="3101826"/>
                </a:cubicBezTo>
                <a:cubicBezTo>
                  <a:pt x="5519782" y="3094756"/>
                  <a:pt x="5519782" y="3094756"/>
                  <a:pt x="5519782" y="3094756"/>
                </a:cubicBezTo>
                <a:cubicBezTo>
                  <a:pt x="5526485" y="3111128"/>
                  <a:pt x="5508494" y="3099593"/>
                  <a:pt x="5504260" y="3108895"/>
                </a:cubicBezTo>
                <a:cubicBezTo>
                  <a:pt x="5495088" y="3096989"/>
                  <a:pt x="5495088" y="3096989"/>
                  <a:pt x="5495088" y="3096989"/>
                </a:cubicBezTo>
                <a:cubicBezTo>
                  <a:pt x="5508494" y="3087687"/>
                  <a:pt x="5508494" y="3087687"/>
                  <a:pt x="5508494" y="3087687"/>
                </a:cubicBezTo>
                <a:close/>
                <a:moveTo>
                  <a:pt x="236622" y="3068637"/>
                </a:moveTo>
                <a:cubicBezTo>
                  <a:pt x="239131" y="3091128"/>
                  <a:pt x="261715" y="3100410"/>
                  <a:pt x="257055" y="3125043"/>
                </a:cubicBezTo>
                <a:cubicBezTo>
                  <a:pt x="263866" y="3127185"/>
                  <a:pt x="263866" y="3122901"/>
                  <a:pt x="268526" y="3122901"/>
                </a:cubicBezTo>
                <a:cubicBezTo>
                  <a:pt x="266016" y="3113619"/>
                  <a:pt x="268526" y="3102552"/>
                  <a:pt x="266016" y="3093627"/>
                </a:cubicBezTo>
                <a:cubicBezTo>
                  <a:pt x="277487" y="3093627"/>
                  <a:pt x="297920" y="3109335"/>
                  <a:pt x="306882" y="3086844"/>
                </a:cubicBezTo>
                <a:cubicBezTo>
                  <a:pt x="322654" y="3106836"/>
                  <a:pt x="272827" y="3106836"/>
                  <a:pt x="270676" y="3133968"/>
                </a:cubicBezTo>
                <a:cubicBezTo>
                  <a:pt x="254904" y="3131826"/>
                  <a:pt x="241282" y="3136467"/>
                  <a:pt x="232320" y="3142893"/>
                </a:cubicBezTo>
                <a:cubicBezTo>
                  <a:pt x="225510" y="3131826"/>
                  <a:pt x="216189" y="3122901"/>
                  <a:pt x="211888" y="3111477"/>
                </a:cubicBezTo>
                <a:cubicBezTo>
                  <a:pt x="216189" y="3097911"/>
                  <a:pt x="223000" y="3095769"/>
                  <a:pt x="234471" y="3093627"/>
                </a:cubicBezTo>
                <a:cubicBezTo>
                  <a:pt x="227660" y="3084345"/>
                  <a:pt x="234471" y="3084345"/>
                  <a:pt x="236622" y="3068637"/>
                </a:cubicBezTo>
                <a:close/>
                <a:moveTo>
                  <a:pt x="272159" y="3056008"/>
                </a:moveTo>
                <a:cubicBezTo>
                  <a:pt x="274656" y="3074202"/>
                  <a:pt x="292493" y="3049587"/>
                  <a:pt x="288212" y="3080980"/>
                </a:cubicBezTo>
                <a:cubicBezTo>
                  <a:pt x="270018" y="3076342"/>
                  <a:pt x="270018" y="3076342"/>
                  <a:pt x="270018" y="3076342"/>
                </a:cubicBezTo>
                <a:cubicBezTo>
                  <a:pt x="272159" y="3065283"/>
                  <a:pt x="261100" y="3067424"/>
                  <a:pt x="272159" y="3056008"/>
                </a:cubicBezTo>
                <a:close/>
                <a:moveTo>
                  <a:pt x="4215383" y="3048428"/>
                </a:moveTo>
                <a:cubicBezTo>
                  <a:pt x="4209263" y="3049283"/>
                  <a:pt x="4202648" y="3050858"/>
                  <a:pt x="4196573" y="3051972"/>
                </a:cubicBezTo>
                <a:lnTo>
                  <a:pt x="4192107" y="3052195"/>
                </a:lnTo>
                <a:lnTo>
                  <a:pt x="4192450" y="3054006"/>
                </a:lnTo>
                <a:cubicBezTo>
                  <a:pt x="4193952" y="3055553"/>
                  <a:pt x="4196674" y="3055800"/>
                  <a:pt x="4201265" y="3054090"/>
                </a:cubicBezTo>
                <a:lnTo>
                  <a:pt x="4199927" y="3058818"/>
                </a:lnTo>
                <a:lnTo>
                  <a:pt x="4205123" y="3058689"/>
                </a:lnTo>
                <a:cubicBezTo>
                  <a:pt x="4216193" y="3057518"/>
                  <a:pt x="4228703" y="3055808"/>
                  <a:pt x="4237883" y="3061389"/>
                </a:cubicBezTo>
                <a:cubicBezTo>
                  <a:pt x="4237883" y="3047888"/>
                  <a:pt x="4227623" y="3046718"/>
                  <a:pt x="4215383" y="3048428"/>
                </a:cubicBezTo>
                <a:close/>
                <a:moveTo>
                  <a:pt x="4388844" y="3045528"/>
                </a:moveTo>
                <a:lnTo>
                  <a:pt x="4383325" y="3048068"/>
                </a:lnTo>
                <a:lnTo>
                  <a:pt x="4388506" y="3047689"/>
                </a:lnTo>
                <a:close/>
                <a:moveTo>
                  <a:pt x="4306351" y="3042775"/>
                </a:moveTo>
                <a:lnTo>
                  <a:pt x="4293955" y="3045572"/>
                </a:lnTo>
                <a:lnTo>
                  <a:pt x="4292058" y="3047264"/>
                </a:lnTo>
                <a:lnTo>
                  <a:pt x="4288455" y="3048398"/>
                </a:lnTo>
                <a:lnTo>
                  <a:pt x="4278406" y="3053609"/>
                </a:lnTo>
                <a:cubicBezTo>
                  <a:pt x="4273343" y="3056304"/>
                  <a:pt x="4268663" y="3058599"/>
                  <a:pt x="4265243" y="3059229"/>
                </a:cubicBezTo>
                <a:cubicBezTo>
                  <a:pt x="4281084" y="3068229"/>
                  <a:pt x="4294764" y="3043388"/>
                  <a:pt x="4310604" y="3052748"/>
                </a:cubicBezTo>
                <a:lnTo>
                  <a:pt x="4308468" y="3047738"/>
                </a:lnTo>
                <a:lnTo>
                  <a:pt x="4308197" y="3047610"/>
                </a:lnTo>
                <a:lnTo>
                  <a:pt x="4308331" y="3047416"/>
                </a:lnTo>
                <a:close/>
                <a:moveTo>
                  <a:pt x="5868122" y="3040271"/>
                </a:moveTo>
                <a:cubicBezTo>
                  <a:pt x="5872140" y="3039740"/>
                  <a:pt x="5875638" y="3041211"/>
                  <a:pt x="5877321" y="3045827"/>
                </a:cubicBezTo>
                <a:cubicBezTo>
                  <a:pt x="5870590" y="3056689"/>
                  <a:pt x="5861735" y="3052706"/>
                  <a:pt x="5852879" y="3068275"/>
                </a:cubicBezTo>
                <a:cubicBezTo>
                  <a:pt x="5839329" y="3061486"/>
                  <a:pt x="5856067" y="3041867"/>
                  <a:pt x="5868122" y="3040271"/>
                </a:cubicBezTo>
                <a:close/>
                <a:moveTo>
                  <a:pt x="4407815" y="3036798"/>
                </a:moveTo>
                <a:lnTo>
                  <a:pt x="4405764" y="3037741"/>
                </a:lnTo>
                <a:lnTo>
                  <a:pt x="4408287" y="3038609"/>
                </a:lnTo>
                <a:close/>
                <a:moveTo>
                  <a:pt x="4095727" y="3030787"/>
                </a:moveTo>
                <a:cubicBezTo>
                  <a:pt x="4090642" y="3030517"/>
                  <a:pt x="4083262" y="3032227"/>
                  <a:pt x="4078762" y="3032227"/>
                </a:cubicBezTo>
                <a:lnTo>
                  <a:pt x="4078350" y="3033432"/>
                </a:lnTo>
                <a:lnTo>
                  <a:pt x="4078493" y="3033929"/>
                </a:lnTo>
                <a:lnTo>
                  <a:pt x="4078252" y="3033717"/>
                </a:lnTo>
                <a:lnTo>
                  <a:pt x="4075297" y="3042353"/>
                </a:lnTo>
                <a:cubicBezTo>
                  <a:pt x="4075004" y="3043500"/>
                  <a:pt x="4074431" y="3044659"/>
                  <a:pt x="4072940" y="3046251"/>
                </a:cubicBezTo>
                <a:lnTo>
                  <a:pt x="4071466" y="3047470"/>
                </a:lnTo>
                <a:lnTo>
                  <a:pt x="4070645" y="3052611"/>
                </a:lnTo>
                <a:lnTo>
                  <a:pt x="4067967" y="3052987"/>
                </a:lnTo>
                <a:lnTo>
                  <a:pt x="4075128" y="3053581"/>
                </a:lnTo>
                <a:cubicBezTo>
                  <a:pt x="4083667" y="3048653"/>
                  <a:pt x="4088662" y="3030967"/>
                  <a:pt x="4098922" y="3041228"/>
                </a:cubicBezTo>
                <a:lnTo>
                  <a:pt x="4100954" y="3033265"/>
                </a:lnTo>
                <a:lnTo>
                  <a:pt x="4100871" y="3033087"/>
                </a:lnTo>
                <a:close/>
                <a:moveTo>
                  <a:pt x="4032443" y="3029717"/>
                </a:moveTo>
                <a:lnTo>
                  <a:pt x="4031748" y="3034279"/>
                </a:lnTo>
                <a:lnTo>
                  <a:pt x="4035202" y="3030067"/>
                </a:lnTo>
                <a:close/>
                <a:moveTo>
                  <a:pt x="4335804" y="3027547"/>
                </a:moveTo>
                <a:lnTo>
                  <a:pt x="4335394" y="3028367"/>
                </a:lnTo>
                <a:lnTo>
                  <a:pt x="4336572" y="3028072"/>
                </a:lnTo>
                <a:close/>
                <a:moveTo>
                  <a:pt x="5916912" y="3025775"/>
                </a:moveTo>
                <a:cubicBezTo>
                  <a:pt x="5923355" y="3032760"/>
                  <a:pt x="5900803" y="3048936"/>
                  <a:pt x="5894001" y="3060332"/>
                </a:cubicBezTo>
                <a:cubicBezTo>
                  <a:pt x="5887200" y="3044156"/>
                  <a:pt x="5910110" y="3032760"/>
                  <a:pt x="5916912" y="3025775"/>
                </a:cubicBezTo>
                <a:close/>
                <a:moveTo>
                  <a:pt x="4193693" y="3015486"/>
                </a:moveTo>
                <a:cubicBezTo>
                  <a:pt x="4190003" y="3016926"/>
                  <a:pt x="4186583" y="3019806"/>
                  <a:pt x="4183163" y="3023226"/>
                </a:cubicBezTo>
                <a:lnTo>
                  <a:pt x="4192937" y="3024900"/>
                </a:lnTo>
                <a:lnTo>
                  <a:pt x="4194425" y="3022768"/>
                </a:lnTo>
                <a:lnTo>
                  <a:pt x="4194080" y="3025096"/>
                </a:lnTo>
                <a:lnTo>
                  <a:pt x="4197878" y="3025746"/>
                </a:lnTo>
                <a:cubicBezTo>
                  <a:pt x="4202423" y="3023766"/>
                  <a:pt x="4205843" y="3019806"/>
                  <a:pt x="4205843" y="3016386"/>
                </a:cubicBezTo>
                <a:cubicBezTo>
                  <a:pt x="4201343" y="3014046"/>
                  <a:pt x="4197383" y="3014046"/>
                  <a:pt x="4193693" y="3015486"/>
                </a:cubicBezTo>
                <a:close/>
                <a:moveTo>
                  <a:pt x="4361576" y="3011879"/>
                </a:moveTo>
                <a:lnTo>
                  <a:pt x="4357928" y="3015297"/>
                </a:lnTo>
                <a:lnTo>
                  <a:pt x="4360644" y="3016386"/>
                </a:lnTo>
                <a:close/>
                <a:moveTo>
                  <a:pt x="4072727" y="3011063"/>
                </a:moveTo>
                <a:lnTo>
                  <a:pt x="4071568" y="3011132"/>
                </a:lnTo>
                <a:lnTo>
                  <a:pt x="4071111" y="3011435"/>
                </a:lnTo>
                <a:lnTo>
                  <a:pt x="4072102" y="3011743"/>
                </a:lnTo>
                <a:lnTo>
                  <a:pt x="4074764" y="3020983"/>
                </a:lnTo>
                <a:lnTo>
                  <a:pt x="4083892" y="3019986"/>
                </a:lnTo>
                <a:cubicBezTo>
                  <a:pt x="4087717" y="3019581"/>
                  <a:pt x="4091475" y="3019536"/>
                  <a:pt x="4095131" y="3020875"/>
                </a:cubicBezTo>
                <a:lnTo>
                  <a:pt x="4095170" y="3020909"/>
                </a:lnTo>
                <a:lnTo>
                  <a:pt x="4094913" y="3020360"/>
                </a:lnTo>
                <a:cubicBezTo>
                  <a:pt x="4099439" y="3013542"/>
                  <a:pt x="4104598" y="3015247"/>
                  <a:pt x="4110618" y="3016099"/>
                </a:cubicBezTo>
                <a:lnTo>
                  <a:pt x="4116136" y="3015796"/>
                </a:lnTo>
                <a:lnTo>
                  <a:pt x="4117283" y="3013866"/>
                </a:lnTo>
                <a:lnTo>
                  <a:pt x="4093482" y="3011102"/>
                </a:lnTo>
                <a:lnTo>
                  <a:pt x="4091641" y="3011720"/>
                </a:lnTo>
                <a:cubicBezTo>
                  <a:pt x="4086347" y="3012780"/>
                  <a:pt x="4081203" y="3013198"/>
                  <a:pt x="4076380" y="3012563"/>
                </a:cubicBezTo>
                <a:close/>
                <a:moveTo>
                  <a:pt x="4367008" y="3006788"/>
                </a:moveTo>
                <a:lnTo>
                  <a:pt x="4366487" y="3007276"/>
                </a:lnTo>
                <a:lnTo>
                  <a:pt x="4367461" y="3007031"/>
                </a:lnTo>
                <a:lnTo>
                  <a:pt x="4367450" y="3007008"/>
                </a:lnTo>
                <a:close/>
                <a:moveTo>
                  <a:pt x="4324238" y="3006301"/>
                </a:moveTo>
                <a:lnTo>
                  <a:pt x="4315284" y="3011706"/>
                </a:lnTo>
                <a:cubicBezTo>
                  <a:pt x="4323204" y="3015126"/>
                  <a:pt x="4330584" y="3013416"/>
                  <a:pt x="4337964" y="3012290"/>
                </a:cubicBezTo>
                <a:lnTo>
                  <a:pt x="4338159" y="3012281"/>
                </a:lnTo>
                <a:lnTo>
                  <a:pt x="4324039" y="3006568"/>
                </a:lnTo>
                <a:close/>
                <a:moveTo>
                  <a:pt x="5786830" y="2997200"/>
                </a:moveTo>
                <a:cubicBezTo>
                  <a:pt x="5784681" y="3022270"/>
                  <a:pt x="5764271" y="3042327"/>
                  <a:pt x="5739563" y="3055579"/>
                </a:cubicBezTo>
                <a:cubicBezTo>
                  <a:pt x="5746367" y="3035880"/>
                  <a:pt x="5759616" y="2997200"/>
                  <a:pt x="5786830" y="2997200"/>
                </a:cubicBezTo>
                <a:close/>
                <a:moveTo>
                  <a:pt x="3630322" y="2994339"/>
                </a:moveTo>
                <a:lnTo>
                  <a:pt x="3621390" y="3001287"/>
                </a:lnTo>
                <a:lnTo>
                  <a:pt x="3621348" y="3004042"/>
                </a:lnTo>
                <a:lnTo>
                  <a:pt x="3627725" y="3009088"/>
                </a:lnTo>
                <a:close/>
                <a:moveTo>
                  <a:pt x="4547065" y="2992982"/>
                </a:moveTo>
                <a:lnTo>
                  <a:pt x="4537162" y="2993210"/>
                </a:lnTo>
                <a:lnTo>
                  <a:pt x="4540466" y="3003373"/>
                </a:lnTo>
                <a:lnTo>
                  <a:pt x="4544423" y="3006464"/>
                </a:lnTo>
                <a:lnTo>
                  <a:pt x="4545360" y="3005810"/>
                </a:lnTo>
                <a:cubicBezTo>
                  <a:pt x="4546046" y="3004393"/>
                  <a:pt x="4546586" y="3001985"/>
                  <a:pt x="4547126" y="2998025"/>
                </a:cubicBezTo>
                <a:cubicBezTo>
                  <a:pt x="4548206" y="3000365"/>
                  <a:pt x="4547666" y="3002615"/>
                  <a:pt x="4547711" y="3004865"/>
                </a:cubicBezTo>
                <a:lnTo>
                  <a:pt x="4550589" y="3009673"/>
                </a:lnTo>
                <a:lnTo>
                  <a:pt x="4560583" y="3004408"/>
                </a:lnTo>
                <a:cubicBezTo>
                  <a:pt x="4558243" y="3000988"/>
                  <a:pt x="4554823" y="2999278"/>
                  <a:pt x="4551447" y="2997297"/>
                </a:cubicBezTo>
                <a:close/>
                <a:moveTo>
                  <a:pt x="4603788" y="2992887"/>
                </a:moveTo>
                <a:lnTo>
                  <a:pt x="4603654" y="2993581"/>
                </a:lnTo>
                <a:lnTo>
                  <a:pt x="4605583" y="2993342"/>
                </a:lnTo>
                <a:close/>
                <a:moveTo>
                  <a:pt x="538976" y="2991057"/>
                </a:moveTo>
                <a:cubicBezTo>
                  <a:pt x="525069" y="2995191"/>
                  <a:pt x="517036" y="3010511"/>
                  <a:pt x="505155" y="3020769"/>
                </a:cubicBezTo>
                <a:cubicBezTo>
                  <a:pt x="511996" y="3048126"/>
                  <a:pt x="562041" y="3048126"/>
                  <a:pt x="566361" y="3018610"/>
                </a:cubicBezTo>
                <a:cubicBezTo>
                  <a:pt x="550520" y="3020769"/>
                  <a:pt x="555200" y="3004932"/>
                  <a:pt x="555200" y="2991254"/>
                </a:cubicBezTo>
                <a:cubicBezTo>
                  <a:pt x="548900" y="2989544"/>
                  <a:pt x="543611" y="2989679"/>
                  <a:pt x="538976" y="2991057"/>
                </a:cubicBezTo>
                <a:close/>
                <a:moveTo>
                  <a:pt x="5461339" y="2990762"/>
                </a:moveTo>
                <a:cubicBezTo>
                  <a:pt x="5472503" y="3020256"/>
                  <a:pt x="5433969" y="3006588"/>
                  <a:pt x="5415602" y="3031765"/>
                </a:cubicBezTo>
                <a:cubicBezTo>
                  <a:pt x="5408760" y="3027089"/>
                  <a:pt x="5413442" y="3022773"/>
                  <a:pt x="5408760" y="3018098"/>
                </a:cubicBezTo>
                <a:cubicBezTo>
                  <a:pt x="5404438" y="3022773"/>
                  <a:pt x="5399757" y="3018098"/>
                  <a:pt x="5395075" y="3022773"/>
                </a:cubicBezTo>
                <a:cubicBezTo>
                  <a:pt x="5406599" y="2986087"/>
                  <a:pt x="5440811" y="3009106"/>
                  <a:pt x="5461339" y="2990762"/>
                </a:cubicBezTo>
                <a:close/>
                <a:moveTo>
                  <a:pt x="4622150" y="2990727"/>
                </a:moveTo>
                <a:lnTo>
                  <a:pt x="4622069" y="2991295"/>
                </a:lnTo>
                <a:lnTo>
                  <a:pt x="4622890" y="2991193"/>
                </a:lnTo>
                <a:close/>
                <a:moveTo>
                  <a:pt x="3933222" y="2990008"/>
                </a:moveTo>
                <a:lnTo>
                  <a:pt x="3933123" y="2990039"/>
                </a:lnTo>
                <a:lnTo>
                  <a:pt x="3921218" y="2993671"/>
                </a:lnTo>
                <a:lnTo>
                  <a:pt x="3923123" y="2996117"/>
                </a:lnTo>
                <a:cubicBezTo>
                  <a:pt x="3924490" y="2996731"/>
                  <a:pt x="3925919" y="2996517"/>
                  <a:pt x="3927336" y="2996089"/>
                </a:cubicBezTo>
                <a:lnTo>
                  <a:pt x="3932141" y="2995950"/>
                </a:lnTo>
                <a:lnTo>
                  <a:pt x="3933578" y="2991132"/>
                </a:lnTo>
                <a:close/>
                <a:moveTo>
                  <a:pt x="4691017" y="2986554"/>
                </a:moveTo>
                <a:lnTo>
                  <a:pt x="4673534" y="2992381"/>
                </a:lnTo>
                <a:lnTo>
                  <a:pt x="4672894" y="2992111"/>
                </a:lnTo>
                <a:lnTo>
                  <a:pt x="4668329" y="2994998"/>
                </a:lnTo>
                <a:cubicBezTo>
                  <a:pt x="4665274" y="2996742"/>
                  <a:pt x="4662147" y="2998025"/>
                  <a:pt x="4658727" y="2998025"/>
                </a:cubicBezTo>
                <a:cubicBezTo>
                  <a:pt x="4656567" y="3002705"/>
                  <a:pt x="4665567" y="3004865"/>
                  <a:pt x="4670247" y="3007025"/>
                </a:cubicBezTo>
                <a:lnTo>
                  <a:pt x="4672623" y="3004262"/>
                </a:lnTo>
                <a:lnTo>
                  <a:pt x="4672837" y="3001962"/>
                </a:lnTo>
                <a:lnTo>
                  <a:pt x="4673723" y="3002982"/>
                </a:lnTo>
                <a:lnTo>
                  <a:pt x="4675973" y="3000365"/>
                </a:lnTo>
                <a:cubicBezTo>
                  <a:pt x="4682487" y="2996585"/>
                  <a:pt x="4691127" y="2999285"/>
                  <a:pt x="4699767" y="2989024"/>
                </a:cubicBezTo>
                <a:close/>
                <a:moveTo>
                  <a:pt x="4711900" y="2983694"/>
                </a:moveTo>
                <a:lnTo>
                  <a:pt x="4710927" y="2984344"/>
                </a:lnTo>
                <a:lnTo>
                  <a:pt x="4712850" y="2984539"/>
                </a:lnTo>
                <a:close/>
                <a:moveTo>
                  <a:pt x="4607966" y="2978493"/>
                </a:moveTo>
                <a:lnTo>
                  <a:pt x="4596786" y="2983152"/>
                </a:lnTo>
                <a:lnTo>
                  <a:pt x="4612789" y="2988567"/>
                </a:lnTo>
                <a:lnTo>
                  <a:pt x="4622363" y="2980040"/>
                </a:lnTo>
                <a:close/>
                <a:moveTo>
                  <a:pt x="5805651" y="2971949"/>
                </a:moveTo>
                <a:cubicBezTo>
                  <a:pt x="5807736" y="2972362"/>
                  <a:pt x="5809905" y="2973744"/>
                  <a:pt x="5812230" y="2976509"/>
                </a:cubicBezTo>
                <a:lnTo>
                  <a:pt x="5793985" y="2996843"/>
                </a:lnTo>
                <a:cubicBezTo>
                  <a:pt x="5787188" y="2992205"/>
                  <a:pt x="5791839" y="2987924"/>
                  <a:pt x="5787188" y="2983287"/>
                </a:cubicBezTo>
                <a:cubicBezTo>
                  <a:pt x="5793896" y="2978203"/>
                  <a:pt x="5799396" y="2970712"/>
                  <a:pt x="5805651" y="2971949"/>
                </a:cubicBezTo>
                <a:close/>
                <a:moveTo>
                  <a:pt x="4783185" y="2971087"/>
                </a:moveTo>
                <a:lnTo>
                  <a:pt x="4765025" y="2971576"/>
                </a:lnTo>
                <a:lnTo>
                  <a:pt x="4762734" y="2971131"/>
                </a:lnTo>
                <a:lnTo>
                  <a:pt x="4756512" y="2978713"/>
                </a:lnTo>
                <a:cubicBezTo>
                  <a:pt x="4753047" y="2981283"/>
                  <a:pt x="4749087" y="2982723"/>
                  <a:pt x="4745127" y="2982183"/>
                </a:cubicBezTo>
                <a:cubicBezTo>
                  <a:pt x="4750257" y="2994064"/>
                  <a:pt x="4763082" y="2981644"/>
                  <a:pt x="4774945" y="2976665"/>
                </a:cubicBezTo>
                <a:lnTo>
                  <a:pt x="4778028" y="2976302"/>
                </a:lnTo>
                <a:lnTo>
                  <a:pt x="4783666" y="2971773"/>
                </a:lnTo>
                <a:close/>
                <a:moveTo>
                  <a:pt x="4743012" y="2969355"/>
                </a:moveTo>
                <a:lnTo>
                  <a:pt x="4737297" y="2970496"/>
                </a:lnTo>
                <a:lnTo>
                  <a:pt x="4735607" y="2975775"/>
                </a:lnTo>
                <a:cubicBezTo>
                  <a:pt x="4732636" y="2978768"/>
                  <a:pt x="4727686" y="2978655"/>
                  <a:pt x="4724715" y="2982728"/>
                </a:cubicBezTo>
                <a:lnTo>
                  <a:pt x="4723999" y="2985668"/>
                </a:lnTo>
                <a:lnTo>
                  <a:pt x="4724697" y="2985739"/>
                </a:lnTo>
                <a:cubicBezTo>
                  <a:pt x="4729287" y="2984884"/>
                  <a:pt x="4732707" y="2984344"/>
                  <a:pt x="4731447" y="2989024"/>
                </a:cubicBezTo>
                <a:cubicBezTo>
                  <a:pt x="4735947" y="2987764"/>
                  <a:pt x="4740537" y="2984344"/>
                  <a:pt x="4743687" y="2980383"/>
                </a:cubicBezTo>
                <a:lnTo>
                  <a:pt x="4746729" y="2970342"/>
                </a:lnTo>
                <a:close/>
                <a:moveTo>
                  <a:pt x="6013275" y="2966567"/>
                </a:moveTo>
                <a:cubicBezTo>
                  <a:pt x="6017393" y="2966436"/>
                  <a:pt x="6021157" y="2967549"/>
                  <a:pt x="6023371" y="2970365"/>
                </a:cubicBezTo>
                <a:cubicBezTo>
                  <a:pt x="6016995" y="2986355"/>
                  <a:pt x="6005659" y="2970365"/>
                  <a:pt x="5998929" y="2988898"/>
                </a:cubicBezTo>
                <a:cubicBezTo>
                  <a:pt x="5985379" y="2978542"/>
                  <a:pt x="6000921" y="2966958"/>
                  <a:pt x="6013275" y="2966567"/>
                </a:cubicBezTo>
                <a:close/>
                <a:moveTo>
                  <a:pt x="4686087" y="2959502"/>
                </a:moveTo>
                <a:cubicBezTo>
                  <a:pt x="4679247" y="2960582"/>
                  <a:pt x="4676367" y="2963372"/>
                  <a:pt x="4674342" y="2967332"/>
                </a:cubicBezTo>
                <a:lnTo>
                  <a:pt x="4672135" y="2972286"/>
                </a:lnTo>
                <a:lnTo>
                  <a:pt x="4691039" y="2970486"/>
                </a:lnTo>
                <a:lnTo>
                  <a:pt x="4691951" y="2970023"/>
                </a:lnTo>
                <a:lnTo>
                  <a:pt x="4689057" y="2966612"/>
                </a:lnTo>
                <a:cubicBezTo>
                  <a:pt x="4686537" y="2964632"/>
                  <a:pt x="4683747" y="2962922"/>
                  <a:pt x="4686087" y="2959502"/>
                </a:cubicBezTo>
                <a:close/>
                <a:moveTo>
                  <a:pt x="5443824" y="2959100"/>
                </a:moveTo>
                <a:cubicBezTo>
                  <a:pt x="5450737" y="2959100"/>
                  <a:pt x="5457649" y="2963454"/>
                  <a:pt x="5464561" y="2970348"/>
                </a:cubicBezTo>
                <a:cubicBezTo>
                  <a:pt x="5455466" y="2977243"/>
                  <a:pt x="5446007" y="2984137"/>
                  <a:pt x="5439095" y="2981960"/>
                </a:cubicBezTo>
                <a:cubicBezTo>
                  <a:pt x="5430000" y="2972888"/>
                  <a:pt x="5448554" y="2968171"/>
                  <a:pt x="5443824" y="2959100"/>
                </a:cubicBezTo>
                <a:close/>
                <a:moveTo>
                  <a:pt x="5499752" y="2943378"/>
                </a:moveTo>
                <a:cubicBezTo>
                  <a:pt x="5492902" y="2943378"/>
                  <a:pt x="5467664" y="2954849"/>
                  <a:pt x="5481725" y="2966320"/>
                </a:cubicBezTo>
                <a:cubicBezTo>
                  <a:pt x="5486051" y="2959509"/>
                  <a:pt x="5506602" y="2952698"/>
                  <a:pt x="5499752" y="2943378"/>
                </a:cubicBezTo>
                <a:close/>
                <a:moveTo>
                  <a:pt x="5832167" y="2936875"/>
                </a:moveTo>
                <a:cubicBezTo>
                  <a:pt x="5850325" y="2945824"/>
                  <a:pt x="5820546" y="2961574"/>
                  <a:pt x="5815825" y="2973029"/>
                </a:cubicBezTo>
                <a:cubicBezTo>
                  <a:pt x="5795125" y="2966228"/>
                  <a:pt x="5820546" y="2936875"/>
                  <a:pt x="5832167" y="2936875"/>
                </a:cubicBezTo>
                <a:close/>
                <a:moveTo>
                  <a:pt x="4636269" y="2936119"/>
                </a:moveTo>
                <a:lnTo>
                  <a:pt x="4632906" y="2944780"/>
                </a:lnTo>
                <a:cubicBezTo>
                  <a:pt x="4630071" y="2947615"/>
                  <a:pt x="4626650" y="2949865"/>
                  <a:pt x="4624310" y="2954365"/>
                </a:cubicBezTo>
                <a:cubicBezTo>
                  <a:pt x="4620889" y="2953285"/>
                  <a:pt x="4620350" y="2945365"/>
                  <a:pt x="4621790" y="2938255"/>
                </a:cubicBezTo>
                <a:lnTo>
                  <a:pt x="4622524" y="2936362"/>
                </a:lnTo>
                <a:lnTo>
                  <a:pt x="4619846" y="2936820"/>
                </a:lnTo>
                <a:cubicBezTo>
                  <a:pt x="4613006" y="2943301"/>
                  <a:pt x="4631366" y="2963822"/>
                  <a:pt x="4613006" y="2954822"/>
                </a:cubicBezTo>
                <a:cubicBezTo>
                  <a:pt x="4610846" y="2956982"/>
                  <a:pt x="4610846" y="2959502"/>
                  <a:pt x="4613006" y="2961662"/>
                </a:cubicBezTo>
                <a:cubicBezTo>
                  <a:pt x="4613006" y="2961662"/>
                  <a:pt x="4613006" y="2961662"/>
                  <a:pt x="4608686" y="2968502"/>
                </a:cubicBezTo>
                <a:cubicBezTo>
                  <a:pt x="4613006" y="2966342"/>
                  <a:pt x="4619846" y="2968502"/>
                  <a:pt x="4624526" y="2970663"/>
                </a:cubicBezTo>
                <a:cubicBezTo>
                  <a:pt x="4631366" y="2959502"/>
                  <a:pt x="4631366" y="2950141"/>
                  <a:pt x="4640367" y="2936820"/>
                </a:cubicBezTo>
                <a:close/>
                <a:moveTo>
                  <a:pt x="252025" y="2928937"/>
                </a:moveTo>
                <a:cubicBezTo>
                  <a:pt x="275028" y="2931085"/>
                  <a:pt x="243039" y="2948983"/>
                  <a:pt x="258854" y="2958290"/>
                </a:cubicBezTo>
                <a:cubicBezTo>
                  <a:pt x="249868" y="2965092"/>
                  <a:pt x="243039" y="2940034"/>
                  <a:pt x="227224" y="2955785"/>
                </a:cubicBezTo>
                <a:cubicBezTo>
                  <a:pt x="218238" y="2937886"/>
                  <a:pt x="247711" y="2942182"/>
                  <a:pt x="252025" y="2928937"/>
                </a:cubicBezTo>
                <a:close/>
                <a:moveTo>
                  <a:pt x="5626997" y="2925762"/>
                </a:moveTo>
                <a:cubicBezTo>
                  <a:pt x="5631258" y="2930486"/>
                  <a:pt x="5631258" y="2939571"/>
                  <a:pt x="5624866" y="2934847"/>
                </a:cubicBezTo>
                <a:cubicBezTo>
                  <a:pt x="5620250" y="2939571"/>
                  <a:pt x="5629127" y="2943932"/>
                  <a:pt x="5631258" y="2948657"/>
                </a:cubicBezTo>
                <a:cubicBezTo>
                  <a:pt x="5626997" y="2950837"/>
                  <a:pt x="5622380" y="2950837"/>
                  <a:pt x="5618119" y="2955561"/>
                </a:cubicBezTo>
                <a:cubicBezTo>
                  <a:pt x="5604625" y="2946476"/>
                  <a:pt x="5618119" y="2925762"/>
                  <a:pt x="5626997" y="2925762"/>
                </a:cubicBezTo>
                <a:close/>
                <a:moveTo>
                  <a:pt x="5569016" y="2913062"/>
                </a:moveTo>
                <a:cubicBezTo>
                  <a:pt x="5591567" y="2915566"/>
                  <a:pt x="5571163" y="2933453"/>
                  <a:pt x="5557561" y="2938104"/>
                </a:cubicBezTo>
                <a:cubicBezTo>
                  <a:pt x="5555413" y="2926656"/>
                  <a:pt x="5575817" y="2917712"/>
                  <a:pt x="5569016" y="2913062"/>
                </a:cubicBezTo>
                <a:close/>
                <a:moveTo>
                  <a:pt x="4963533" y="2909563"/>
                </a:moveTo>
                <a:lnTo>
                  <a:pt x="4956803" y="2913035"/>
                </a:lnTo>
                <a:lnTo>
                  <a:pt x="4961344" y="2914170"/>
                </a:lnTo>
                <a:close/>
                <a:moveTo>
                  <a:pt x="5951087" y="2906294"/>
                </a:moveTo>
                <a:cubicBezTo>
                  <a:pt x="5960059" y="2901950"/>
                  <a:pt x="5969391" y="2929466"/>
                  <a:pt x="5955752" y="2942863"/>
                </a:cubicBezTo>
                <a:cubicBezTo>
                  <a:pt x="5928475" y="2936346"/>
                  <a:pt x="5966879" y="2915708"/>
                  <a:pt x="5951087" y="2906294"/>
                </a:cubicBezTo>
                <a:close/>
                <a:moveTo>
                  <a:pt x="5529315" y="2889250"/>
                </a:moveTo>
                <a:cubicBezTo>
                  <a:pt x="5536165" y="2918644"/>
                  <a:pt x="5504439" y="2913984"/>
                  <a:pt x="5495065" y="2934416"/>
                </a:cubicBezTo>
                <a:cubicBezTo>
                  <a:pt x="5515615" y="2952698"/>
                  <a:pt x="5531478" y="2902871"/>
                  <a:pt x="5556716" y="2889250"/>
                </a:cubicBezTo>
                <a:cubicBezTo>
                  <a:pt x="5558879" y="2893551"/>
                  <a:pt x="5561402" y="2905022"/>
                  <a:pt x="5554552" y="2900362"/>
                </a:cubicBezTo>
                <a:cubicBezTo>
                  <a:pt x="5554552" y="2907173"/>
                  <a:pt x="5561402" y="2905022"/>
                  <a:pt x="5558879" y="2916493"/>
                </a:cubicBezTo>
                <a:cubicBezTo>
                  <a:pt x="5518139" y="2945887"/>
                  <a:pt x="5518139" y="2979583"/>
                  <a:pt x="5472351" y="2988903"/>
                </a:cubicBezTo>
                <a:cubicBezTo>
                  <a:pt x="5465501" y="2982092"/>
                  <a:pt x="5481725" y="2961660"/>
                  <a:pt x="5463338" y="2963811"/>
                </a:cubicBezTo>
                <a:cubicBezTo>
                  <a:pt x="5483888" y="2934416"/>
                  <a:pt x="5499752" y="2907173"/>
                  <a:pt x="5529315" y="2889250"/>
                </a:cubicBezTo>
                <a:close/>
                <a:moveTo>
                  <a:pt x="5027369" y="2856895"/>
                </a:moveTo>
                <a:cubicBezTo>
                  <a:pt x="5027369" y="2856895"/>
                  <a:pt x="5027369" y="2856895"/>
                  <a:pt x="5026514" y="2858920"/>
                </a:cubicBezTo>
                <a:lnTo>
                  <a:pt x="5024078" y="2864691"/>
                </a:lnTo>
                <a:lnTo>
                  <a:pt x="5024153" y="2865133"/>
                </a:lnTo>
                <a:lnTo>
                  <a:pt x="5025260" y="2871928"/>
                </a:lnTo>
                <a:lnTo>
                  <a:pt x="5031284" y="2870441"/>
                </a:lnTo>
                <a:cubicBezTo>
                  <a:pt x="5034659" y="2869046"/>
                  <a:pt x="5037449" y="2866255"/>
                  <a:pt x="5038529" y="2859415"/>
                </a:cubicBezTo>
                <a:cubicBezTo>
                  <a:pt x="5038529" y="2859415"/>
                  <a:pt x="5038529" y="2859415"/>
                  <a:pt x="5027369" y="2856895"/>
                </a:cubicBezTo>
                <a:close/>
                <a:moveTo>
                  <a:pt x="5886913" y="2855912"/>
                </a:moveTo>
                <a:cubicBezTo>
                  <a:pt x="5896362" y="2880969"/>
                  <a:pt x="5870923" y="2896720"/>
                  <a:pt x="5850209" y="2928579"/>
                </a:cubicBezTo>
                <a:cubicBezTo>
                  <a:pt x="5841124" y="2923925"/>
                  <a:pt x="5845848" y="2917124"/>
                  <a:pt x="5836400" y="2912470"/>
                </a:cubicBezTo>
                <a:cubicBezTo>
                  <a:pt x="5861838" y="2892066"/>
                  <a:pt x="5873104" y="2865219"/>
                  <a:pt x="5886913" y="2855912"/>
                </a:cubicBezTo>
                <a:close/>
                <a:moveTo>
                  <a:pt x="6090037" y="2844800"/>
                </a:moveTo>
                <a:cubicBezTo>
                  <a:pt x="6090037" y="2865315"/>
                  <a:pt x="6080952" y="2878632"/>
                  <a:pt x="6071503" y="2890150"/>
                </a:cubicBezTo>
                <a:cubicBezTo>
                  <a:pt x="6059874" y="2903826"/>
                  <a:pt x="6048609" y="2915344"/>
                  <a:pt x="6043884" y="2933340"/>
                </a:cubicBezTo>
                <a:cubicBezTo>
                  <a:pt x="6030075" y="2924342"/>
                  <a:pt x="6030075" y="2924342"/>
                  <a:pt x="6030075" y="2924342"/>
                </a:cubicBezTo>
                <a:cubicBezTo>
                  <a:pt x="6064598" y="2896988"/>
                  <a:pt x="6057694" y="2862796"/>
                  <a:pt x="6090037" y="2844800"/>
                </a:cubicBezTo>
                <a:close/>
                <a:moveTo>
                  <a:pt x="4907326" y="2837622"/>
                </a:moveTo>
                <a:cubicBezTo>
                  <a:pt x="4905497" y="2837161"/>
                  <a:pt x="4903236" y="2837948"/>
                  <a:pt x="4900963" y="2839524"/>
                </a:cubicBezTo>
                <a:lnTo>
                  <a:pt x="4892787" y="2851488"/>
                </a:lnTo>
                <a:lnTo>
                  <a:pt x="4910108" y="2841756"/>
                </a:lnTo>
                <a:close/>
                <a:moveTo>
                  <a:pt x="5011169" y="2834213"/>
                </a:moveTo>
                <a:lnTo>
                  <a:pt x="5008857" y="2834951"/>
                </a:lnTo>
                <a:lnTo>
                  <a:pt x="5006753" y="2840377"/>
                </a:lnTo>
                <a:lnTo>
                  <a:pt x="5011494" y="2834925"/>
                </a:lnTo>
                <a:close/>
                <a:moveTo>
                  <a:pt x="5045369" y="2829533"/>
                </a:moveTo>
                <a:cubicBezTo>
                  <a:pt x="5043209" y="2836733"/>
                  <a:pt x="5038529" y="2836733"/>
                  <a:pt x="5036369" y="2841054"/>
                </a:cubicBezTo>
                <a:cubicBezTo>
                  <a:pt x="5040689" y="2847894"/>
                  <a:pt x="5038529" y="2856895"/>
                  <a:pt x="5045369" y="2861575"/>
                </a:cubicBezTo>
                <a:cubicBezTo>
                  <a:pt x="5049869" y="2854735"/>
                  <a:pt x="5056709" y="2851855"/>
                  <a:pt x="5063280" y="2848434"/>
                </a:cubicBezTo>
                <a:lnTo>
                  <a:pt x="5067179" y="2845884"/>
                </a:lnTo>
                <a:lnTo>
                  <a:pt x="5060844" y="2837060"/>
                </a:lnTo>
                <a:lnTo>
                  <a:pt x="5060472" y="2836427"/>
                </a:lnTo>
                <a:lnTo>
                  <a:pt x="5052209" y="2845734"/>
                </a:lnTo>
                <a:cubicBezTo>
                  <a:pt x="5050049" y="2841054"/>
                  <a:pt x="5056889" y="2829533"/>
                  <a:pt x="5045369" y="2829533"/>
                </a:cubicBezTo>
                <a:close/>
                <a:moveTo>
                  <a:pt x="4822528" y="2829533"/>
                </a:moveTo>
                <a:cubicBezTo>
                  <a:pt x="4822528" y="2829533"/>
                  <a:pt x="4822528" y="2829533"/>
                  <a:pt x="4813528" y="2843214"/>
                </a:cubicBezTo>
                <a:cubicBezTo>
                  <a:pt x="4818028" y="2845554"/>
                  <a:pt x="4821988" y="2845554"/>
                  <a:pt x="4825093" y="2843574"/>
                </a:cubicBezTo>
                <a:lnTo>
                  <a:pt x="4827313" y="2839600"/>
                </a:lnTo>
                <a:lnTo>
                  <a:pt x="4824325" y="2834394"/>
                </a:lnTo>
                <a:lnTo>
                  <a:pt x="4822687" y="2829577"/>
                </a:lnTo>
                <a:close/>
                <a:moveTo>
                  <a:pt x="5698288" y="2828925"/>
                </a:moveTo>
                <a:cubicBezTo>
                  <a:pt x="5705018" y="2828925"/>
                  <a:pt x="5740796" y="2854412"/>
                  <a:pt x="5725210" y="2868248"/>
                </a:cubicBezTo>
                <a:cubicBezTo>
                  <a:pt x="5713874" y="2854412"/>
                  <a:pt x="5707144" y="2840576"/>
                  <a:pt x="5698288" y="2828925"/>
                </a:cubicBezTo>
                <a:close/>
                <a:moveTo>
                  <a:pt x="5051945" y="2821928"/>
                </a:moveTo>
                <a:lnTo>
                  <a:pt x="5051669" y="2822288"/>
                </a:lnTo>
                <a:cubicBezTo>
                  <a:pt x="5048249" y="2825123"/>
                  <a:pt x="5044289" y="2827373"/>
                  <a:pt x="5050049" y="2827373"/>
                </a:cubicBezTo>
                <a:lnTo>
                  <a:pt x="5053874" y="2825208"/>
                </a:lnTo>
                <a:close/>
                <a:moveTo>
                  <a:pt x="5027369" y="2818372"/>
                </a:moveTo>
                <a:lnTo>
                  <a:pt x="5016394" y="2820268"/>
                </a:lnTo>
                <a:lnTo>
                  <a:pt x="5013565" y="2822805"/>
                </a:lnTo>
                <a:lnTo>
                  <a:pt x="5010575" y="2830519"/>
                </a:lnTo>
                <a:lnTo>
                  <a:pt x="5013314" y="2832832"/>
                </a:lnTo>
                <a:lnTo>
                  <a:pt x="5013951" y="2832100"/>
                </a:lnTo>
                <a:lnTo>
                  <a:pt x="5014416" y="2833762"/>
                </a:lnTo>
                <a:lnTo>
                  <a:pt x="5016389" y="2835428"/>
                </a:lnTo>
                <a:cubicBezTo>
                  <a:pt x="5019809" y="2837723"/>
                  <a:pt x="5022689" y="2839974"/>
                  <a:pt x="5022689" y="2843214"/>
                </a:cubicBezTo>
                <a:cubicBezTo>
                  <a:pt x="5031689" y="2843214"/>
                  <a:pt x="5022689" y="2827373"/>
                  <a:pt x="5027369" y="2818372"/>
                </a:cubicBezTo>
                <a:close/>
                <a:moveTo>
                  <a:pt x="6101820" y="2814889"/>
                </a:moveTo>
                <a:cubicBezTo>
                  <a:pt x="6104799" y="2814307"/>
                  <a:pt x="6108332" y="2815314"/>
                  <a:pt x="6112267" y="2818715"/>
                </a:cubicBezTo>
                <a:cubicBezTo>
                  <a:pt x="6107617" y="2829812"/>
                  <a:pt x="6100819" y="2836971"/>
                  <a:pt x="6094022" y="2841267"/>
                </a:cubicBezTo>
                <a:cubicBezTo>
                  <a:pt x="6088924" y="2832676"/>
                  <a:pt x="6092882" y="2816634"/>
                  <a:pt x="6101820" y="2814889"/>
                </a:cubicBezTo>
                <a:close/>
                <a:moveTo>
                  <a:pt x="5026984" y="2810769"/>
                </a:moveTo>
                <a:lnTo>
                  <a:pt x="5026115" y="2811549"/>
                </a:lnTo>
                <a:lnTo>
                  <a:pt x="5027369" y="2811532"/>
                </a:lnTo>
                <a:close/>
                <a:moveTo>
                  <a:pt x="5073081" y="2809378"/>
                </a:moveTo>
                <a:cubicBezTo>
                  <a:pt x="5070929" y="2811528"/>
                  <a:pt x="5070929" y="2815828"/>
                  <a:pt x="5068419" y="2815828"/>
                </a:cubicBezTo>
                <a:lnTo>
                  <a:pt x="5068875" y="2816738"/>
                </a:lnTo>
                <a:lnTo>
                  <a:pt x="5079066" y="2814350"/>
                </a:lnTo>
                <a:close/>
                <a:moveTo>
                  <a:pt x="5104636" y="2806870"/>
                </a:moveTo>
                <a:cubicBezTo>
                  <a:pt x="5104636" y="2811528"/>
                  <a:pt x="5104636" y="2818337"/>
                  <a:pt x="5107146" y="2825145"/>
                </a:cubicBezTo>
                <a:cubicBezTo>
                  <a:pt x="5098540" y="2803108"/>
                  <a:pt x="5091346" y="2817956"/>
                  <a:pt x="5082538" y="2817234"/>
                </a:cubicBezTo>
                <a:lnTo>
                  <a:pt x="5081692" y="2816531"/>
                </a:lnTo>
                <a:lnTo>
                  <a:pt x="5077522" y="2818749"/>
                </a:lnTo>
                <a:lnTo>
                  <a:pt x="5072346" y="2823658"/>
                </a:lnTo>
                <a:lnTo>
                  <a:pt x="5073053" y="2825067"/>
                </a:lnTo>
                <a:cubicBezTo>
                  <a:pt x="5073221" y="2830733"/>
                  <a:pt x="5069153" y="2835727"/>
                  <a:pt x="5070487" y="2841931"/>
                </a:cubicBezTo>
                <a:lnTo>
                  <a:pt x="5071342" y="2843163"/>
                </a:lnTo>
                <a:lnTo>
                  <a:pt x="5072606" y="2842336"/>
                </a:lnTo>
                <a:cubicBezTo>
                  <a:pt x="5075430" y="2839794"/>
                  <a:pt x="5077860" y="2836554"/>
                  <a:pt x="5079570" y="2832053"/>
                </a:cubicBezTo>
                <a:cubicBezTo>
                  <a:pt x="5093250" y="2829533"/>
                  <a:pt x="5093250" y="2838894"/>
                  <a:pt x="5102250" y="2838894"/>
                </a:cubicBezTo>
                <a:cubicBezTo>
                  <a:pt x="5107380" y="2833763"/>
                  <a:pt x="5110935" y="2828341"/>
                  <a:pt x="5113916" y="2823092"/>
                </a:cubicBezTo>
                <a:lnTo>
                  <a:pt x="5115415" y="2820404"/>
                </a:lnTo>
                <a:lnTo>
                  <a:pt x="5108625" y="2819591"/>
                </a:lnTo>
                <a:cubicBezTo>
                  <a:pt x="5108043" y="2816456"/>
                  <a:pt x="5108043" y="2811349"/>
                  <a:pt x="5104636" y="2806870"/>
                </a:cubicBezTo>
                <a:close/>
                <a:moveTo>
                  <a:pt x="5922755" y="2806700"/>
                </a:moveTo>
                <a:cubicBezTo>
                  <a:pt x="5940821" y="2813618"/>
                  <a:pt x="5911774" y="2832187"/>
                  <a:pt x="5907169" y="2846023"/>
                </a:cubicBezTo>
                <a:cubicBezTo>
                  <a:pt x="5898313" y="2832187"/>
                  <a:pt x="5911774" y="2829638"/>
                  <a:pt x="5922755" y="2806700"/>
                </a:cubicBezTo>
                <a:close/>
                <a:moveTo>
                  <a:pt x="5090882" y="2782623"/>
                </a:moveTo>
                <a:lnTo>
                  <a:pt x="5089062" y="2784132"/>
                </a:lnTo>
                <a:lnTo>
                  <a:pt x="5091368" y="2793253"/>
                </a:lnTo>
                <a:lnTo>
                  <a:pt x="5099372" y="2788369"/>
                </a:lnTo>
                <a:lnTo>
                  <a:pt x="5094915" y="2785025"/>
                </a:lnTo>
                <a:cubicBezTo>
                  <a:pt x="5093497" y="2783742"/>
                  <a:pt x="5092226" y="2782673"/>
                  <a:pt x="5090882" y="2782623"/>
                </a:cubicBezTo>
                <a:close/>
                <a:moveTo>
                  <a:pt x="4145654" y="2779378"/>
                </a:moveTo>
                <a:cubicBezTo>
                  <a:pt x="4143323" y="2780627"/>
                  <a:pt x="4141082" y="2783483"/>
                  <a:pt x="4139110" y="2787143"/>
                </a:cubicBezTo>
                <a:lnTo>
                  <a:pt x="4138936" y="2787586"/>
                </a:lnTo>
                <a:lnTo>
                  <a:pt x="4144643" y="2791010"/>
                </a:lnTo>
                <a:lnTo>
                  <a:pt x="4145968" y="2779784"/>
                </a:lnTo>
                <a:close/>
                <a:moveTo>
                  <a:pt x="4147508" y="2762344"/>
                </a:moveTo>
                <a:lnTo>
                  <a:pt x="4144282" y="2763601"/>
                </a:lnTo>
                <a:lnTo>
                  <a:pt x="4134878" y="2769094"/>
                </a:lnTo>
                <a:lnTo>
                  <a:pt x="4134345" y="2769913"/>
                </a:lnTo>
                <a:lnTo>
                  <a:pt x="4143502" y="2772952"/>
                </a:lnTo>
                <a:cubicBezTo>
                  <a:pt x="4147985" y="2775094"/>
                  <a:pt x="4148523" y="2768846"/>
                  <a:pt x="4149060" y="2762911"/>
                </a:cubicBezTo>
                <a:lnTo>
                  <a:pt x="4149124" y="2762539"/>
                </a:lnTo>
                <a:close/>
                <a:moveTo>
                  <a:pt x="6156896" y="2749550"/>
                </a:moveTo>
                <a:cubicBezTo>
                  <a:pt x="6168381" y="2761191"/>
                  <a:pt x="6170535" y="2754279"/>
                  <a:pt x="6177354" y="2765921"/>
                </a:cubicBezTo>
                <a:cubicBezTo>
                  <a:pt x="6166228" y="2781928"/>
                  <a:pt x="6150077" y="2772833"/>
                  <a:pt x="6138950" y="2784111"/>
                </a:cubicBezTo>
                <a:cubicBezTo>
                  <a:pt x="6136438" y="2781928"/>
                  <a:pt x="6143257" y="2756462"/>
                  <a:pt x="6156896" y="2749550"/>
                </a:cubicBezTo>
                <a:close/>
                <a:moveTo>
                  <a:pt x="4302588" y="2745985"/>
                </a:moveTo>
                <a:cubicBezTo>
                  <a:pt x="4300558" y="2746817"/>
                  <a:pt x="4299062" y="2748888"/>
                  <a:pt x="4297779" y="2751588"/>
                </a:cubicBezTo>
                <a:lnTo>
                  <a:pt x="4290880" y="2768533"/>
                </a:lnTo>
                <a:lnTo>
                  <a:pt x="4305181" y="2773097"/>
                </a:lnTo>
                <a:lnTo>
                  <a:pt x="4301418" y="2775776"/>
                </a:lnTo>
                <a:lnTo>
                  <a:pt x="4303494" y="2776744"/>
                </a:lnTo>
                <a:cubicBezTo>
                  <a:pt x="4307814" y="2777329"/>
                  <a:pt x="4311864" y="2776249"/>
                  <a:pt x="4315284" y="2773009"/>
                </a:cubicBezTo>
                <a:cubicBezTo>
                  <a:pt x="4299084" y="2770489"/>
                  <a:pt x="4303764" y="2759328"/>
                  <a:pt x="4310604" y="2747807"/>
                </a:cubicBezTo>
                <a:cubicBezTo>
                  <a:pt x="4307184" y="2745557"/>
                  <a:pt x="4304619" y="2745152"/>
                  <a:pt x="4302588" y="2745985"/>
                </a:cubicBezTo>
                <a:close/>
                <a:moveTo>
                  <a:pt x="5120174" y="2743881"/>
                </a:moveTo>
                <a:lnTo>
                  <a:pt x="5120610" y="2747807"/>
                </a:lnTo>
                <a:lnTo>
                  <a:pt x="5125554" y="2745782"/>
                </a:lnTo>
                <a:close/>
                <a:moveTo>
                  <a:pt x="5152290" y="2738807"/>
                </a:moveTo>
                <a:cubicBezTo>
                  <a:pt x="5149050" y="2759328"/>
                  <a:pt x="5122523" y="2755346"/>
                  <a:pt x="5116144" y="2763615"/>
                </a:cubicBezTo>
                <a:lnTo>
                  <a:pt x="5118040" y="2776978"/>
                </a:lnTo>
                <a:lnTo>
                  <a:pt x="5131888" y="2768528"/>
                </a:lnTo>
                <a:lnTo>
                  <a:pt x="5168406" y="2744200"/>
                </a:lnTo>
                <a:lnTo>
                  <a:pt x="5164542" y="2746047"/>
                </a:lnTo>
                <a:cubicBezTo>
                  <a:pt x="5160458" y="2745557"/>
                  <a:pt x="5160931" y="2736917"/>
                  <a:pt x="5152290" y="2738807"/>
                </a:cubicBezTo>
                <a:close/>
                <a:moveTo>
                  <a:pt x="5178063" y="2724707"/>
                </a:moveTo>
                <a:lnTo>
                  <a:pt x="5169869" y="2729479"/>
                </a:lnTo>
                <a:lnTo>
                  <a:pt x="5166045" y="2731324"/>
                </a:lnTo>
                <a:lnTo>
                  <a:pt x="5170520" y="2742792"/>
                </a:lnTo>
                <a:lnTo>
                  <a:pt x="5172766" y="2741295"/>
                </a:lnTo>
                <a:lnTo>
                  <a:pt x="5177307" y="2736081"/>
                </a:lnTo>
                <a:lnTo>
                  <a:pt x="5176904" y="2736482"/>
                </a:lnTo>
                <a:close/>
                <a:moveTo>
                  <a:pt x="4438045" y="2720445"/>
                </a:moveTo>
                <a:cubicBezTo>
                  <a:pt x="4433365" y="2734126"/>
                  <a:pt x="4419685" y="2731966"/>
                  <a:pt x="4422205" y="2745647"/>
                </a:cubicBezTo>
                <a:lnTo>
                  <a:pt x="4424640" y="2744875"/>
                </a:lnTo>
                <a:lnTo>
                  <a:pt x="4424776" y="2743195"/>
                </a:lnTo>
                <a:lnTo>
                  <a:pt x="4430124" y="2743134"/>
                </a:lnTo>
                <a:lnTo>
                  <a:pt x="4436245" y="2741192"/>
                </a:lnTo>
                <a:lnTo>
                  <a:pt x="4442387" y="2732055"/>
                </a:lnTo>
                <a:lnTo>
                  <a:pt x="4442510" y="2727325"/>
                </a:lnTo>
                <a:lnTo>
                  <a:pt x="4445567" y="2727325"/>
                </a:lnTo>
                <a:lnTo>
                  <a:pt x="4447045" y="2725126"/>
                </a:lnTo>
                <a:cubicBezTo>
                  <a:pt x="4447045" y="2725126"/>
                  <a:pt x="4447045" y="2725126"/>
                  <a:pt x="4438045" y="2720445"/>
                </a:cubicBezTo>
                <a:close/>
                <a:moveTo>
                  <a:pt x="4456045" y="2715765"/>
                </a:moveTo>
                <a:cubicBezTo>
                  <a:pt x="4457755" y="2719816"/>
                  <a:pt x="4458183" y="2722426"/>
                  <a:pt x="4457862" y="2724237"/>
                </a:cubicBezTo>
                <a:lnTo>
                  <a:pt x="4455619" y="2727325"/>
                </a:lnTo>
                <a:lnTo>
                  <a:pt x="4456148" y="2727325"/>
                </a:lnTo>
                <a:cubicBezTo>
                  <a:pt x="4458096" y="2727325"/>
                  <a:pt x="4458096" y="2727325"/>
                  <a:pt x="4458096" y="2727325"/>
                </a:cubicBezTo>
                <a:lnTo>
                  <a:pt x="4456883" y="2733989"/>
                </a:lnTo>
                <a:lnTo>
                  <a:pt x="4460320" y="2729536"/>
                </a:lnTo>
                <a:cubicBezTo>
                  <a:pt x="4462885" y="2723866"/>
                  <a:pt x="4462885" y="2717025"/>
                  <a:pt x="4456045" y="2715765"/>
                </a:cubicBezTo>
                <a:close/>
                <a:moveTo>
                  <a:pt x="4629542" y="2709558"/>
                </a:moveTo>
                <a:lnTo>
                  <a:pt x="4626478" y="2709798"/>
                </a:lnTo>
                <a:lnTo>
                  <a:pt x="4626729" y="2713865"/>
                </a:lnTo>
                <a:lnTo>
                  <a:pt x="4629656" y="2711985"/>
                </a:lnTo>
                <a:close/>
                <a:moveTo>
                  <a:pt x="5220553" y="2700337"/>
                </a:moveTo>
                <a:lnTo>
                  <a:pt x="5222727" y="2709574"/>
                </a:lnTo>
                <a:lnTo>
                  <a:pt x="5224507" y="2709291"/>
                </a:lnTo>
                <a:lnTo>
                  <a:pt x="5224713" y="2718017"/>
                </a:lnTo>
                <a:lnTo>
                  <a:pt x="5224759" y="2718212"/>
                </a:lnTo>
                <a:cubicBezTo>
                  <a:pt x="5224759" y="2711553"/>
                  <a:pt x="5235975" y="2713656"/>
                  <a:pt x="5227213" y="2718212"/>
                </a:cubicBezTo>
                <a:cubicBezTo>
                  <a:pt x="5224759" y="2718212"/>
                  <a:pt x="5222656" y="2720315"/>
                  <a:pt x="5222656" y="2724871"/>
                </a:cubicBezTo>
                <a:lnTo>
                  <a:pt x="5217566" y="2723312"/>
                </a:lnTo>
                <a:lnTo>
                  <a:pt x="5198049" y="2730128"/>
                </a:lnTo>
                <a:cubicBezTo>
                  <a:pt x="5195756" y="2721942"/>
                  <a:pt x="5198490" y="2716082"/>
                  <a:pt x="5203738" y="2712594"/>
                </a:cubicBezTo>
                <a:lnTo>
                  <a:pt x="5214755" y="2710842"/>
                </a:lnTo>
                <a:close/>
                <a:moveTo>
                  <a:pt x="4544966" y="2686243"/>
                </a:moveTo>
                <a:cubicBezTo>
                  <a:pt x="4538126" y="2695604"/>
                  <a:pt x="4553966" y="2697764"/>
                  <a:pt x="4547126" y="2704604"/>
                </a:cubicBezTo>
                <a:cubicBezTo>
                  <a:pt x="4538126" y="2713605"/>
                  <a:pt x="4544966" y="2693084"/>
                  <a:pt x="4533445" y="2693084"/>
                </a:cubicBezTo>
                <a:cubicBezTo>
                  <a:pt x="4531285" y="2702444"/>
                  <a:pt x="4526605" y="2697764"/>
                  <a:pt x="4522285" y="2706765"/>
                </a:cubicBezTo>
                <a:cubicBezTo>
                  <a:pt x="4531285" y="2715765"/>
                  <a:pt x="4535965" y="2711445"/>
                  <a:pt x="4542806" y="2711445"/>
                </a:cubicBezTo>
                <a:cubicBezTo>
                  <a:pt x="4535965" y="2729446"/>
                  <a:pt x="4522285" y="2711445"/>
                  <a:pt x="4515445" y="2727286"/>
                </a:cubicBezTo>
                <a:cubicBezTo>
                  <a:pt x="4501765" y="2722606"/>
                  <a:pt x="4503925" y="2711445"/>
                  <a:pt x="4494925" y="2713605"/>
                </a:cubicBezTo>
                <a:cubicBezTo>
                  <a:pt x="4490245" y="2725126"/>
                  <a:pt x="4497085" y="2720445"/>
                  <a:pt x="4503925" y="2725126"/>
                </a:cubicBezTo>
                <a:cubicBezTo>
                  <a:pt x="4497085" y="2743127"/>
                  <a:pt x="4481245" y="2715765"/>
                  <a:pt x="4476565" y="2738807"/>
                </a:cubicBezTo>
                <a:lnTo>
                  <a:pt x="4478403" y="2738640"/>
                </a:lnTo>
                <a:lnTo>
                  <a:pt x="4480320" y="2736427"/>
                </a:lnTo>
                <a:cubicBezTo>
                  <a:pt x="4482528" y="2735654"/>
                  <a:pt x="4484842" y="2736245"/>
                  <a:pt x="4486945" y="2737702"/>
                </a:cubicBezTo>
                <a:lnTo>
                  <a:pt x="4487022" y="2737856"/>
                </a:lnTo>
                <a:lnTo>
                  <a:pt x="4527551" y="2734171"/>
                </a:lnTo>
                <a:cubicBezTo>
                  <a:pt x="4544336" y="2730166"/>
                  <a:pt x="4560806" y="2723866"/>
                  <a:pt x="4576646" y="2715765"/>
                </a:cubicBezTo>
                <a:cubicBezTo>
                  <a:pt x="4572326" y="2713605"/>
                  <a:pt x="4565486" y="2709285"/>
                  <a:pt x="4558646" y="2713605"/>
                </a:cubicBezTo>
                <a:cubicBezTo>
                  <a:pt x="4553966" y="2706765"/>
                  <a:pt x="4563326" y="2695604"/>
                  <a:pt x="4560806" y="2686243"/>
                </a:cubicBezTo>
                <a:cubicBezTo>
                  <a:pt x="4553966" y="2684083"/>
                  <a:pt x="4549286" y="2684083"/>
                  <a:pt x="4544966" y="2686243"/>
                </a:cubicBezTo>
                <a:close/>
                <a:moveTo>
                  <a:pt x="4638207" y="2663562"/>
                </a:moveTo>
                <a:cubicBezTo>
                  <a:pt x="4629206" y="2659241"/>
                  <a:pt x="4619846" y="2679403"/>
                  <a:pt x="4633526" y="2684083"/>
                </a:cubicBezTo>
                <a:cubicBezTo>
                  <a:pt x="4640367" y="2675082"/>
                  <a:pt x="4633526" y="2672562"/>
                  <a:pt x="4638207" y="2663562"/>
                </a:cubicBezTo>
                <a:close/>
                <a:moveTo>
                  <a:pt x="4623581" y="2647901"/>
                </a:moveTo>
                <a:cubicBezTo>
                  <a:pt x="4619846" y="2649341"/>
                  <a:pt x="4616426" y="2652221"/>
                  <a:pt x="4613006" y="2654561"/>
                </a:cubicBezTo>
                <a:cubicBezTo>
                  <a:pt x="4610846" y="2661401"/>
                  <a:pt x="4610846" y="2675082"/>
                  <a:pt x="4599686" y="2672562"/>
                </a:cubicBezTo>
                <a:cubicBezTo>
                  <a:pt x="4599686" y="2666082"/>
                  <a:pt x="4601846" y="2656721"/>
                  <a:pt x="4597166" y="2652401"/>
                </a:cubicBezTo>
                <a:cubicBezTo>
                  <a:pt x="4590326" y="2659241"/>
                  <a:pt x="4581326" y="2661401"/>
                  <a:pt x="4588166" y="2672562"/>
                </a:cubicBezTo>
                <a:cubicBezTo>
                  <a:pt x="4597166" y="2666082"/>
                  <a:pt x="4597166" y="2686243"/>
                  <a:pt x="4606526" y="2679403"/>
                </a:cubicBezTo>
                <a:cubicBezTo>
                  <a:pt x="4601846" y="2697764"/>
                  <a:pt x="4588166" y="2684083"/>
                  <a:pt x="4581326" y="2686243"/>
                </a:cubicBezTo>
                <a:cubicBezTo>
                  <a:pt x="4579166" y="2690923"/>
                  <a:pt x="4572326" y="2697764"/>
                  <a:pt x="4576646" y="2702444"/>
                </a:cubicBezTo>
                <a:cubicBezTo>
                  <a:pt x="4583486" y="2695604"/>
                  <a:pt x="4590326" y="2697764"/>
                  <a:pt x="4599686" y="2697764"/>
                </a:cubicBezTo>
                <a:cubicBezTo>
                  <a:pt x="4599686" y="2713605"/>
                  <a:pt x="4590326" y="2699924"/>
                  <a:pt x="4586006" y="2715765"/>
                </a:cubicBezTo>
                <a:cubicBezTo>
                  <a:pt x="4591586" y="2715765"/>
                  <a:pt x="4597256" y="2713515"/>
                  <a:pt x="4603241" y="2711265"/>
                </a:cubicBezTo>
                <a:lnTo>
                  <a:pt x="4621790" y="2706900"/>
                </a:lnTo>
                <a:lnTo>
                  <a:pt x="4623158" y="2698283"/>
                </a:lnTo>
                <a:lnTo>
                  <a:pt x="4621190" y="2699086"/>
                </a:lnTo>
                <a:cubicBezTo>
                  <a:pt x="4616381" y="2700554"/>
                  <a:pt x="4612106" y="2701094"/>
                  <a:pt x="4608686" y="2699924"/>
                </a:cubicBezTo>
                <a:cubicBezTo>
                  <a:pt x="4613006" y="2699924"/>
                  <a:pt x="4615526" y="2697764"/>
                  <a:pt x="4619846" y="2695604"/>
                </a:cubicBezTo>
                <a:cubicBezTo>
                  <a:pt x="4610846" y="2688763"/>
                  <a:pt x="4601846" y="2697764"/>
                  <a:pt x="4610846" y="2681923"/>
                </a:cubicBezTo>
                <a:cubicBezTo>
                  <a:pt x="4617686" y="2670402"/>
                  <a:pt x="4613006" y="2699924"/>
                  <a:pt x="4619846" y="2688763"/>
                </a:cubicBezTo>
                <a:cubicBezTo>
                  <a:pt x="4631366" y="2672562"/>
                  <a:pt x="4613006" y="2684083"/>
                  <a:pt x="4615526" y="2672562"/>
                </a:cubicBezTo>
                <a:cubicBezTo>
                  <a:pt x="4629206" y="2670402"/>
                  <a:pt x="4617686" y="2654561"/>
                  <a:pt x="4636047" y="2649881"/>
                </a:cubicBezTo>
                <a:cubicBezTo>
                  <a:pt x="4631367" y="2646461"/>
                  <a:pt x="4627316" y="2646461"/>
                  <a:pt x="4623581" y="2647901"/>
                </a:cubicBezTo>
                <a:close/>
                <a:moveTo>
                  <a:pt x="4747084" y="2646790"/>
                </a:moveTo>
                <a:cubicBezTo>
                  <a:pt x="4752911" y="2645324"/>
                  <a:pt x="4759570" y="2645874"/>
                  <a:pt x="4762900" y="2646973"/>
                </a:cubicBezTo>
                <a:cubicBezTo>
                  <a:pt x="4762900" y="2651735"/>
                  <a:pt x="4756240" y="2653933"/>
                  <a:pt x="4758343" y="2658695"/>
                </a:cubicBezTo>
                <a:cubicBezTo>
                  <a:pt x="4747128" y="2651735"/>
                  <a:pt x="4745025" y="2656131"/>
                  <a:pt x="4736263" y="2658695"/>
                </a:cubicBezTo>
                <a:cubicBezTo>
                  <a:pt x="4736263" y="2651735"/>
                  <a:pt x="4741257" y="2648255"/>
                  <a:pt x="4747084" y="2646790"/>
                </a:cubicBezTo>
                <a:close/>
                <a:moveTo>
                  <a:pt x="5285941" y="2635750"/>
                </a:moveTo>
                <a:cubicBezTo>
                  <a:pt x="5281981" y="2635209"/>
                  <a:pt x="5279731" y="2636380"/>
                  <a:pt x="5277571" y="2645560"/>
                </a:cubicBezTo>
                <a:cubicBezTo>
                  <a:pt x="5281891" y="2652401"/>
                  <a:pt x="5304571" y="2652401"/>
                  <a:pt x="5304571" y="2636200"/>
                </a:cubicBezTo>
                <a:cubicBezTo>
                  <a:pt x="5295571" y="2638540"/>
                  <a:pt x="5289901" y="2636290"/>
                  <a:pt x="5285941" y="2635750"/>
                </a:cubicBezTo>
                <a:close/>
                <a:moveTo>
                  <a:pt x="5383618" y="2622550"/>
                </a:moveTo>
                <a:cubicBezTo>
                  <a:pt x="5381202" y="2633765"/>
                  <a:pt x="5377061" y="2644981"/>
                  <a:pt x="5368088" y="2649186"/>
                </a:cubicBezTo>
                <a:cubicBezTo>
                  <a:pt x="5368088" y="2633765"/>
                  <a:pt x="5374645" y="2627106"/>
                  <a:pt x="5383618" y="2622550"/>
                </a:cubicBezTo>
                <a:close/>
                <a:moveTo>
                  <a:pt x="4780467" y="2613540"/>
                </a:moveTo>
                <a:cubicBezTo>
                  <a:pt x="4778320" y="2618096"/>
                  <a:pt x="4785117" y="2618096"/>
                  <a:pt x="4782613" y="2622302"/>
                </a:cubicBezTo>
                <a:cubicBezTo>
                  <a:pt x="4775816" y="2624756"/>
                  <a:pt x="4771523" y="2638074"/>
                  <a:pt x="4760075" y="2628961"/>
                </a:cubicBezTo>
                <a:cubicBezTo>
                  <a:pt x="4760075" y="2611437"/>
                  <a:pt x="4775816" y="2626858"/>
                  <a:pt x="4778320" y="2615643"/>
                </a:cubicBezTo>
                <a:cubicBezTo>
                  <a:pt x="4775816" y="2615643"/>
                  <a:pt x="4775816" y="2611437"/>
                  <a:pt x="4780467" y="2613540"/>
                </a:cubicBezTo>
                <a:close/>
                <a:moveTo>
                  <a:pt x="5326870" y="2612231"/>
                </a:moveTo>
                <a:lnTo>
                  <a:pt x="5327264" y="2613476"/>
                </a:lnTo>
                <a:lnTo>
                  <a:pt x="5329833" y="2612887"/>
                </a:lnTo>
                <a:close/>
                <a:moveTo>
                  <a:pt x="5459373" y="2604518"/>
                </a:moveTo>
                <a:cubicBezTo>
                  <a:pt x="5452533" y="2604518"/>
                  <a:pt x="5450373" y="2609198"/>
                  <a:pt x="5445693" y="2611358"/>
                </a:cubicBezTo>
                <a:cubicBezTo>
                  <a:pt x="5445693" y="2614778"/>
                  <a:pt x="5445153" y="2619278"/>
                  <a:pt x="5446053" y="2622384"/>
                </a:cubicBezTo>
                <a:lnTo>
                  <a:pt x="5454847" y="2624978"/>
                </a:lnTo>
                <a:lnTo>
                  <a:pt x="5455183" y="2624420"/>
                </a:lnTo>
                <a:close/>
                <a:moveTo>
                  <a:pt x="5390725" y="2603500"/>
                </a:moveTo>
                <a:cubicBezTo>
                  <a:pt x="5399488" y="2603500"/>
                  <a:pt x="5399488" y="2638061"/>
                  <a:pt x="5388272" y="2624236"/>
                </a:cubicBezTo>
                <a:cubicBezTo>
                  <a:pt x="5399488" y="2621690"/>
                  <a:pt x="5372850" y="2610412"/>
                  <a:pt x="5390725" y="2603500"/>
                </a:cubicBezTo>
                <a:close/>
                <a:moveTo>
                  <a:pt x="4790767" y="2603500"/>
                </a:moveTo>
                <a:cubicBezTo>
                  <a:pt x="4790767" y="2603500"/>
                  <a:pt x="4790767" y="2603500"/>
                  <a:pt x="4804172" y="2608086"/>
                </a:cubicBezTo>
                <a:cubicBezTo>
                  <a:pt x="4802056" y="2616905"/>
                  <a:pt x="4793236" y="2614436"/>
                  <a:pt x="4788650" y="2619022"/>
                </a:cubicBezTo>
                <a:cubicBezTo>
                  <a:pt x="4793236" y="2612319"/>
                  <a:pt x="4788650" y="2610203"/>
                  <a:pt x="4790767" y="2603500"/>
                </a:cubicBezTo>
                <a:close/>
                <a:moveTo>
                  <a:pt x="5327655" y="2586160"/>
                </a:moveTo>
                <a:lnTo>
                  <a:pt x="5327613" y="2586185"/>
                </a:lnTo>
                <a:lnTo>
                  <a:pt x="5327724" y="2589899"/>
                </a:lnTo>
                <a:lnTo>
                  <a:pt x="5330806" y="2587321"/>
                </a:lnTo>
                <a:lnTo>
                  <a:pt x="5331571" y="2586486"/>
                </a:lnTo>
                <a:close/>
                <a:moveTo>
                  <a:pt x="5395212" y="2579687"/>
                </a:moveTo>
                <a:cubicBezTo>
                  <a:pt x="5395212" y="2589212"/>
                  <a:pt x="5397752" y="2589212"/>
                  <a:pt x="5406823" y="2579687"/>
                </a:cubicBezTo>
                <a:cubicBezTo>
                  <a:pt x="5409000" y="2584449"/>
                  <a:pt x="5404646" y="2591410"/>
                  <a:pt x="5397752" y="2598370"/>
                </a:cubicBezTo>
                <a:cubicBezTo>
                  <a:pt x="5395212" y="2593608"/>
                  <a:pt x="5388317" y="2596172"/>
                  <a:pt x="5383963" y="2589212"/>
                </a:cubicBezTo>
                <a:cubicBezTo>
                  <a:pt x="5395212" y="2579687"/>
                  <a:pt x="5395212" y="2579687"/>
                  <a:pt x="5395212" y="2579687"/>
                </a:cubicBezTo>
                <a:close/>
                <a:moveTo>
                  <a:pt x="5356394" y="2569242"/>
                </a:moveTo>
                <a:lnTo>
                  <a:pt x="5352919" y="2571173"/>
                </a:lnTo>
                <a:lnTo>
                  <a:pt x="5350205" y="2583548"/>
                </a:lnTo>
                <a:lnTo>
                  <a:pt x="5353196" y="2584172"/>
                </a:lnTo>
                <a:cubicBezTo>
                  <a:pt x="5355543" y="2580754"/>
                  <a:pt x="5355543" y="2577335"/>
                  <a:pt x="5355543" y="2573647"/>
                </a:cubicBezTo>
                <a:close/>
                <a:moveTo>
                  <a:pt x="5451949" y="2555069"/>
                </a:moveTo>
                <a:cubicBezTo>
                  <a:pt x="5447644" y="2559400"/>
                  <a:pt x="5442980" y="2559400"/>
                  <a:pt x="5440827" y="2559400"/>
                </a:cubicBezTo>
                <a:cubicBezTo>
                  <a:pt x="5438495" y="2564093"/>
                  <a:pt x="5442980" y="2565266"/>
                  <a:pt x="5445805" y="2567251"/>
                </a:cubicBezTo>
                <a:lnTo>
                  <a:pt x="5446081" y="2567841"/>
                </a:lnTo>
                <a:lnTo>
                  <a:pt x="5457842" y="2558326"/>
                </a:lnTo>
                <a:close/>
                <a:moveTo>
                  <a:pt x="4943920" y="2548497"/>
                </a:moveTo>
                <a:cubicBezTo>
                  <a:pt x="4946484" y="2547003"/>
                  <a:pt x="4950514" y="2548124"/>
                  <a:pt x="4953994" y="2551485"/>
                </a:cubicBezTo>
                <a:cubicBezTo>
                  <a:pt x="4956559" y="2563438"/>
                  <a:pt x="4949598" y="2563438"/>
                  <a:pt x="4942637" y="2561197"/>
                </a:cubicBezTo>
                <a:cubicBezTo>
                  <a:pt x="4940256" y="2554100"/>
                  <a:pt x="4941355" y="2549991"/>
                  <a:pt x="4943920" y="2548497"/>
                </a:cubicBezTo>
                <a:close/>
                <a:moveTo>
                  <a:pt x="4895084" y="2533650"/>
                </a:moveTo>
                <a:lnTo>
                  <a:pt x="4909384" y="2547141"/>
                </a:lnTo>
                <a:lnTo>
                  <a:pt x="4919673" y="2540000"/>
                </a:lnTo>
                <a:cubicBezTo>
                  <a:pt x="4926409" y="2546904"/>
                  <a:pt x="4894858" y="2569798"/>
                  <a:pt x="4890250" y="2558170"/>
                </a:cubicBezTo>
                <a:lnTo>
                  <a:pt x="4902060" y="2551902"/>
                </a:lnTo>
                <a:lnTo>
                  <a:pt x="4899722" y="2547285"/>
                </a:lnTo>
                <a:cubicBezTo>
                  <a:pt x="4888306" y="2563073"/>
                  <a:pt x="4872610" y="2574555"/>
                  <a:pt x="4856913" y="2585678"/>
                </a:cubicBezTo>
                <a:lnTo>
                  <a:pt x="4857138" y="2584945"/>
                </a:lnTo>
                <a:lnTo>
                  <a:pt x="4855897" y="2586908"/>
                </a:lnTo>
                <a:cubicBezTo>
                  <a:pt x="4849855" y="2591903"/>
                  <a:pt x="4842406" y="2596284"/>
                  <a:pt x="4837863" y="2598386"/>
                </a:cubicBezTo>
                <a:cubicBezTo>
                  <a:pt x="4838953" y="2592954"/>
                  <a:pt x="4844132" y="2588573"/>
                  <a:pt x="4849901" y="2584411"/>
                </a:cubicBezTo>
                <a:lnTo>
                  <a:pt x="4859764" y="2576396"/>
                </a:lnTo>
                <a:lnTo>
                  <a:pt x="4861874" y="2569526"/>
                </a:lnTo>
                <a:cubicBezTo>
                  <a:pt x="4869733" y="2556860"/>
                  <a:pt x="4884917" y="2552218"/>
                  <a:pt x="4895084" y="2533650"/>
                </a:cubicBezTo>
                <a:close/>
                <a:moveTo>
                  <a:pt x="264714" y="2532062"/>
                </a:moveTo>
                <a:cubicBezTo>
                  <a:pt x="267200" y="2538809"/>
                  <a:pt x="271461" y="2540939"/>
                  <a:pt x="278208" y="2543070"/>
                </a:cubicBezTo>
                <a:cubicBezTo>
                  <a:pt x="264714" y="2543070"/>
                  <a:pt x="251220" y="2556564"/>
                  <a:pt x="249090" y="2578935"/>
                </a:cubicBezTo>
                <a:cubicBezTo>
                  <a:pt x="244473" y="2581420"/>
                  <a:pt x="238082" y="2578935"/>
                  <a:pt x="235596" y="2585682"/>
                </a:cubicBezTo>
                <a:cubicBezTo>
                  <a:pt x="224588" y="2576804"/>
                  <a:pt x="240212" y="2572188"/>
                  <a:pt x="244473" y="2554433"/>
                </a:cubicBezTo>
                <a:cubicBezTo>
                  <a:pt x="253706" y="2561180"/>
                  <a:pt x="260453" y="2547686"/>
                  <a:pt x="264714" y="2532062"/>
                </a:cubicBezTo>
                <a:close/>
                <a:moveTo>
                  <a:pt x="518836" y="2525121"/>
                </a:moveTo>
                <a:cubicBezTo>
                  <a:pt x="507315" y="2531960"/>
                  <a:pt x="498314" y="2549958"/>
                  <a:pt x="486793" y="2561476"/>
                </a:cubicBezTo>
                <a:cubicBezTo>
                  <a:pt x="484633" y="2554637"/>
                  <a:pt x="475632" y="2549958"/>
                  <a:pt x="468791" y="2554637"/>
                </a:cubicBezTo>
                <a:cubicBezTo>
                  <a:pt x="459790" y="2581993"/>
                  <a:pt x="450429" y="2597831"/>
                  <a:pt x="450429" y="2625187"/>
                </a:cubicBezTo>
                <a:cubicBezTo>
                  <a:pt x="459790" y="2611509"/>
                  <a:pt x="455110" y="2632026"/>
                  <a:pt x="464110" y="2629506"/>
                </a:cubicBezTo>
                <a:cubicBezTo>
                  <a:pt x="470951" y="2609349"/>
                  <a:pt x="484633" y="2625187"/>
                  <a:pt x="491473" y="2606830"/>
                </a:cubicBezTo>
                <a:cubicBezTo>
                  <a:pt x="486793" y="2575154"/>
                  <a:pt x="511996" y="2554637"/>
                  <a:pt x="518836" y="2525121"/>
                </a:cubicBezTo>
                <a:close/>
                <a:moveTo>
                  <a:pt x="4944402" y="2523999"/>
                </a:moveTo>
                <a:cubicBezTo>
                  <a:pt x="4964510" y="2519362"/>
                  <a:pt x="4928880" y="2550755"/>
                  <a:pt x="4926763" y="2535058"/>
                </a:cubicBezTo>
                <a:cubicBezTo>
                  <a:pt x="4933466" y="2526140"/>
                  <a:pt x="4946519" y="2535058"/>
                  <a:pt x="4944402" y="2523999"/>
                </a:cubicBezTo>
                <a:close/>
                <a:moveTo>
                  <a:pt x="5006822" y="2513012"/>
                </a:moveTo>
                <a:cubicBezTo>
                  <a:pt x="5008957" y="2526417"/>
                  <a:pt x="5008957" y="2528534"/>
                  <a:pt x="5000061" y="2528534"/>
                </a:cubicBezTo>
                <a:cubicBezTo>
                  <a:pt x="4988675" y="2515128"/>
                  <a:pt x="5004331" y="2519715"/>
                  <a:pt x="5006822" y="2513012"/>
                </a:cubicBezTo>
                <a:close/>
                <a:moveTo>
                  <a:pt x="6100714" y="2503487"/>
                </a:moveTo>
                <a:cubicBezTo>
                  <a:pt x="6110068" y="2507809"/>
                  <a:pt x="6091721" y="2544550"/>
                  <a:pt x="6087044" y="2524018"/>
                </a:cubicBezTo>
                <a:cubicBezTo>
                  <a:pt x="6082727" y="2530862"/>
                  <a:pt x="6089562" y="2535185"/>
                  <a:pt x="6082727" y="2544550"/>
                </a:cubicBezTo>
                <a:cubicBezTo>
                  <a:pt x="6098556" y="2528341"/>
                  <a:pt x="6107549" y="2557877"/>
                  <a:pt x="6116903" y="2530862"/>
                </a:cubicBezTo>
                <a:cubicBezTo>
                  <a:pt x="6123378" y="2533023"/>
                  <a:pt x="6114385" y="2544550"/>
                  <a:pt x="6121220" y="2546711"/>
                </a:cubicBezTo>
                <a:cubicBezTo>
                  <a:pt x="6114385" y="2553555"/>
                  <a:pt x="6100714" y="2548872"/>
                  <a:pt x="6091721" y="2551034"/>
                </a:cubicBezTo>
                <a:cubicBezTo>
                  <a:pt x="6093879" y="2567243"/>
                  <a:pt x="6062221" y="2617311"/>
                  <a:pt x="6089562" y="2614790"/>
                </a:cubicBezTo>
                <a:cubicBezTo>
                  <a:pt x="6096397" y="2640004"/>
                  <a:pt x="6025887" y="2658374"/>
                  <a:pt x="6046393" y="2687911"/>
                </a:cubicBezTo>
                <a:cubicBezTo>
                  <a:pt x="6028045" y="2712765"/>
                  <a:pt x="6023369" y="2735458"/>
                  <a:pt x="6014375" y="2762833"/>
                </a:cubicBezTo>
                <a:cubicBezTo>
                  <a:pt x="6007540" y="2790209"/>
                  <a:pt x="6003223" y="2819745"/>
                  <a:pt x="5980199" y="2853965"/>
                </a:cubicBezTo>
                <a:cubicBezTo>
                  <a:pt x="5969047" y="2840277"/>
                  <a:pt x="5950700" y="2790209"/>
                  <a:pt x="5987034" y="2788047"/>
                </a:cubicBezTo>
                <a:cubicBezTo>
                  <a:pt x="5984876" y="2758511"/>
                  <a:pt x="5993870" y="2733296"/>
                  <a:pt x="6007540" y="2708442"/>
                </a:cubicBezTo>
                <a:cubicBezTo>
                  <a:pt x="6012217" y="2694755"/>
                  <a:pt x="6018512" y="2681607"/>
                  <a:pt x="6024493" y="2667920"/>
                </a:cubicBezTo>
                <a:lnTo>
                  <a:pt x="6031927" y="2646322"/>
                </a:lnTo>
                <a:lnTo>
                  <a:pt x="6032010" y="2638643"/>
                </a:lnTo>
                <a:cubicBezTo>
                  <a:pt x="6034283" y="2631452"/>
                  <a:pt x="6040013" y="2622804"/>
                  <a:pt x="6043470" y="2614612"/>
                </a:cubicBezTo>
                <a:lnTo>
                  <a:pt x="6048771" y="2626550"/>
                </a:lnTo>
                <a:lnTo>
                  <a:pt x="6051682" y="2627307"/>
                </a:lnTo>
                <a:cubicBezTo>
                  <a:pt x="6062289" y="2624335"/>
                  <a:pt x="6067888" y="2605965"/>
                  <a:pt x="6064380" y="2598941"/>
                </a:cubicBezTo>
                <a:cubicBezTo>
                  <a:pt x="6048551" y="2594618"/>
                  <a:pt x="6069057" y="2619472"/>
                  <a:pt x="6048551" y="2608306"/>
                </a:cubicBezTo>
                <a:cubicBezTo>
                  <a:pt x="6057545" y="2567243"/>
                  <a:pt x="6080568" y="2535185"/>
                  <a:pt x="6078050" y="2505648"/>
                </a:cubicBezTo>
                <a:cubicBezTo>
                  <a:pt x="6087044" y="2507809"/>
                  <a:pt x="6084885" y="2512492"/>
                  <a:pt x="6091721" y="2514653"/>
                </a:cubicBezTo>
                <a:cubicBezTo>
                  <a:pt x="6096397" y="2517174"/>
                  <a:pt x="6098556" y="2507809"/>
                  <a:pt x="6100714" y="2503487"/>
                </a:cubicBezTo>
                <a:close/>
                <a:moveTo>
                  <a:pt x="5026516" y="2502944"/>
                </a:moveTo>
                <a:cubicBezTo>
                  <a:pt x="5028827" y="2503061"/>
                  <a:pt x="5030667" y="2503350"/>
                  <a:pt x="5031212" y="2503350"/>
                </a:cubicBezTo>
                <a:cubicBezTo>
                  <a:pt x="5035937" y="2512246"/>
                  <a:pt x="5022127" y="2519006"/>
                  <a:pt x="5015223" y="2519006"/>
                </a:cubicBezTo>
                <a:cubicBezTo>
                  <a:pt x="5008409" y="2503795"/>
                  <a:pt x="5019584" y="2502594"/>
                  <a:pt x="5026516" y="2502944"/>
                </a:cubicBezTo>
                <a:close/>
                <a:moveTo>
                  <a:pt x="5010538" y="2482850"/>
                </a:moveTo>
                <a:cubicBezTo>
                  <a:pt x="5010538" y="2496255"/>
                  <a:pt x="4999314" y="2494139"/>
                  <a:pt x="4990263" y="2498372"/>
                </a:cubicBezTo>
                <a:cubicBezTo>
                  <a:pt x="4992435" y="2487436"/>
                  <a:pt x="4999314" y="2482850"/>
                  <a:pt x="5010538" y="2482850"/>
                </a:cubicBezTo>
                <a:close/>
                <a:moveTo>
                  <a:pt x="6100537" y="2481081"/>
                </a:moveTo>
                <a:cubicBezTo>
                  <a:pt x="6106261" y="2480503"/>
                  <a:pt x="6111985" y="2482193"/>
                  <a:pt x="6115437" y="2487886"/>
                </a:cubicBezTo>
                <a:cubicBezTo>
                  <a:pt x="6111076" y="2496781"/>
                  <a:pt x="6099447" y="2492155"/>
                  <a:pt x="6085638" y="2487886"/>
                </a:cubicBezTo>
                <a:cubicBezTo>
                  <a:pt x="6089091" y="2484506"/>
                  <a:pt x="6094814" y="2481659"/>
                  <a:pt x="6100537" y="2481081"/>
                </a:cubicBezTo>
                <a:close/>
                <a:moveTo>
                  <a:pt x="5540857" y="2478548"/>
                </a:moveTo>
                <a:lnTo>
                  <a:pt x="5533750" y="2486489"/>
                </a:lnTo>
                <a:cubicBezTo>
                  <a:pt x="5535902" y="2465915"/>
                  <a:pt x="5511147" y="2500205"/>
                  <a:pt x="5508635" y="2495873"/>
                </a:cubicBezTo>
                <a:cubicBezTo>
                  <a:pt x="5520116" y="2504897"/>
                  <a:pt x="5504330" y="2516086"/>
                  <a:pt x="5488544" y="2516086"/>
                </a:cubicBezTo>
                <a:cubicBezTo>
                  <a:pt x="5479216" y="2527637"/>
                  <a:pt x="5499666" y="2518613"/>
                  <a:pt x="5495002" y="2529802"/>
                </a:cubicBezTo>
                <a:lnTo>
                  <a:pt x="5481512" y="2537874"/>
                </a:lnTo>
                <a:lnTo>
                  <a:pt x="5484573" y="2545473"/>
                </a:lnTo>
                <a:cubicBezTo>
                  <a:pt x="5493573" y="2540793"/>
                  <a:pt x="5502573" y="2518112"/>
                  <a:pt x="5511933" y="2531793"/>
                </a:cubicBezTo>
                <a:cubicBezTo>
                  <a:pt x="5507253" y="2538633"/>
                  <a:pt x="5498253" y="2540793"/>
                  <a:pt x="5498253" y="2549794"/>
                </a:cubicBezTo>
                <a:cubicBezTo>
                  <a:pt x="5518773" y="2551954"/>
                  <a:pt x="5514093" y="2531793"/>
                  <a:pt x="5527773" y="2527112"/>
                </a:cubicBezTo>
                <a:cubicBezTo>
                  <a:pt x="5527773" y="2527112"/>
                  <a:pt x="5527773" y="2527112"/>
                  <a:pt x="5527773" y="2536113"/>
                </a:cubicBezTo>
                <a:cubicBezTo>
                  <a:pt x="5532093" y="2536113"/>
                  <a:pt x="5532093" y="2538633"/>
                  <a:pt x="5532093" y="2542953"/>
                </a:cubicBezTo>
                <a:cubicBezTo>
                  <a:pt x="5525613" y="2545473"/>
                  <a:pt x="5516253" y="2545473"/>
                  <a:pt x="5514093" y="2551954"/>
                </a:cubicBezTo>
                <a:cubicBezTo>
                  <a:pt x="5514093" y="2556634"/>
                  <a:pt x="5511933" y="2563475"/>
                  <a:pt x="5516253" y="2563475"/>
                </a:cubicBezTo>
                <a:lnTo>
                  <a:pt x="5537189" y="2545289"/>
                </a:lnTo>
                <a:lnTo>
                  <a:pt x="5537730" y="2540575"/>
                </a:lnTo>
                <a:cubicBezTo>
                  <a:pt x="5537730" y="2527255"/>
                  <a:pt x="5535480" y="2514835"/>
                  <a:pt x="5536560" y="2502416"/>
                </a:cubicBezTo>
                <a:close/>
                <a:moveTo>
                  <a:pt x="5725775" y="2474909"/>
                </a:moveTo>
                <a:cubicBezTo>
                  <a:pt x="5720015" y="2481749"/>
                  <a:pt x="5713175" y="2487960"/>
                  <a:pt x="5706920" y="2494440"/>
                </a:cubicBezTo>
                <a:lnTo>
                  <a:pt x="5695005" y="2510863"/>
                </a:lnTo>
                <a:lnTo>
                  <a:pt x="5695199" y="2511241"/>
                </a:lnTo>
                <a:lnTo>
                  <a:pt x="5695190" y="2513057"/>
                </a:lnTo>
                <a:lnTo>
                  <a:pt x="5714615" y="2499435"/>
                </a:lnTo>
                <a:cubicBezTo>
                  <a:pt x="5720015" y="2492370"/>
                  <a:pt x="5723435" y="2483909"/>
                  <a:pt x="5725775" y="2474909"/>
                </a:cubicBezTo>
                <a:close/>
                <a:moveTo>
                  <a:pt x="5100090" y="2472388"/>
                </a:moveTo>
                <a:cubicBezTo>
                  <a:pt x="5095410" y="2483909"/>
                  <a:pt x="5086410" y="2486069"/>
                  <a:pt x="5084250" y="2499750"/>
                </a:cubicBezTo>
                <a:lnTo>
                  <a:pt x="5089503" y="2499466"/>
                </a:lnTo>
                <a:lnTo>
                  <a:pt x="5091367" y="2492375"/>
                </a:lnTo>
                <a:lnTo>
                  <a:pt x="5094809" y="2499178"/>
                </a:lnTo>
                <a:lnTo>
                  <a:pt x="5094836" y="2499177"/>
                </a:lnTo>
                <a:cubicBezTo>
                  <a:pt x="5102970" y="2495160"/>
                  <a:pt x="5105130" y="2482739"/>
                  <a:pt x="5113770" y="2479229"/>
                </a:cubicBezTo>
                <a:cubicBezTo>
                  <a:pt x="5113770" y="2472388"/>
                  <a:pt x="5106930" y="2470228"/>
                  <a:pt x="5100090" y="2472388"/>
                </a:cubicBezTo>
                <a:close/>
                <a:moveTo>
                  <a:pt x="5821936" y="2463800"/>
                </a:moveTo>
                <a:cubicBezTo>
                  <a:pt x="5826522" y="2479765"/>
                  <a:pt x="5821936" y="2500448"/>
                  <a:pt x="5811000" y="2514237"/>
                </a:cubicBezTo>
                <a:cubicBezTo>
                  <a:pt x="5795125" y="2502988"/>
                  <a:pt x="5817703" y="2479765"/>
                  <a:pt x="5821936" y="2463800"/>
                </a:cubicBezTo>
                <a:close/>
                <a:moveTo>
                  <a:pt x="5504270" y="2438400"/>
                </a:moveTo>
                <a:cubicBezTo>
                  <a:pt x="5508566" y="2447485"/>
                  <a:pt x="5515367" y="2451845"/>
                  <a:pt x="5513219" y="2468198"/>
                </a:cubicBezTo>
                <a:cubicBezTo>
                  <a:pt x="5479213" y="2465655"/>
                  <a:pt x="5492816" y="2465655"/>
                  <a:pt x="5504270" y="2438400"/>
                </a:cubicBezTo>
                <a:close/>
                <a:moveTo>
                  <a:pt x="5015849" y="2436026"/>
                </a:moveTo>
                <a:cubicBezTo>
                  <a:pt x="5004329" y="2438546"/>
                  <a:pt x="4997849" y="2445027"/>
                  <a:pt x="4993169" y="2456547"/>
                </a:cubicBezTo>
                <a:cubicBezTo>
                  <a:pt x="5004329" y="2454387"/>
                  <a:pt x="5013689" y="2447547"/>
                  <a:pt x="5015849" y="2436026"/>
                </a:cubicBezTo>
                <a:close/>
                <a:moveTo>
                  <a:pt x="6105383" y="2435225"/>
                </a:moveTo>
                <a:cubicBezTo>
                  <a:pt x="6117024" y="2446673"/>
                  <a:pt x="6093741" y="2460267"/>
                  <a:pt x="6082463" y="2453470"/>
                </a:cubicBezTo>
                <a:cubicBezTo>
                  <a:pt x="6084646" y="2439875"/>
                  <a:pt x="6100653" y="2446673"/>
                  <a:pt x="6105383" y="2435225"/>
                </a:cubicBezTo>
                <a:close/>
                <a:moveTo>
                  <a:pt x="5067703" y="2432050"/>
                </a:moveTo>
                <a:cubicBezTo>
                  <a:pt x="5067703" y="2443273"/>
                  <a:pt x="5067703" y="2452325"/>
                  <a:pt x="5056938" y="2450152"/>
                </a:cubicBezTo>
                <a:cubicBezTo>
                  <a:pt x="5059021" y="2441101"/>
                  <a:pt x="5061105" y="2434222"/>
                  <a:pt x="5067703" y="2432050"/>
                </a:cubicBezTo>
                <a:close/>
                <a:moveTo>
                  <a:pt x="5147067" y="2429422"/>
                </a:moveTo>
                <a:cubicBezTo>
                  <a:pt x="5147067" y="2438673"/>
                  <a:pt x="5140270" y="2436182"/>
                  <a:pt x="5142417" y="2447569"/>
                </a:cubicBezTo>
                <a:cubicBezTo>
                  <a:pt x="5142417" y="2447569"/>
                  <a:pt x="5142417" y="2447569"/>
                  <a:pt x="5124171" y="2447569"/>
                </a:cubicBezTo>
                <a:cubicBezTo>
                  <a:pt x="5124171" y="2440808"/>
                  <a:pt x="5122025" y="2434047"/>
                  <a:pt x="5128822" y="2431913"/>
                </a:cubicBezTo>
                <a:cubicBezTo>
                  <a:pt x="5128822" y="2436182"/>
                  <a:pt x="5133473" y="2436182"/>
                  <a:pt x="5140270" y="2436182"/>
                </a:cubicBezTo>
                <a:cubicBezTo>
                  <a:pt x="5140270" y="2431913"/>
                  <a:pt x="5140270" y="2427287"/>
                  <a:pt x="5147067" y="2429422"/>
                </a:cubicBezTo>
                <a:close/>
                <a:moveTo>
                  <a:pt x="462355" y="2426237"/>
                </a:moveTo>
                <a:cubicBezTo>
                  <a:pt x="448761" y="2440012"/>
                  <a:pt x="453411" y="2449074"/>
                  <a:pt x="448761" y="2465024"/>
                </a:cubicBezTo>
                <a:cubicBezTo>
                  <a:pt x="437313" y="2460674"/>
                  <a:pt x="441963" y="2419350"/>
                  <a:pt x="462355" y="2426237"/>
                </a:cubicBezTo>
                <a:close/>
                <a:moveTo>
                  <a:pt x="6136018" y="2411412"/>
                </a:moveTo>
                <a:cubicBezTo>
                  <a:pt x="6151959" y="2447649"/>
                  <a:pt x="6122557" y="2488551"/>
                  <a:pt x="6125037" y="2526941"/>
                </a:cubicBezTo>
                <a:cubicBezTo>
                  <a:pt x="6109450" y="2497520"/>
                  <a:pt x="6142749" y="2445138"/>
                  <a:pt x="6136018" y="2411412"/>
                </a:cubicBezTo>
                <a:close/>
                <a:moveTo>
                  <a:pt x="6250376" y="2403475"/>
                </a:moveTo>
                <a:cubicBezTo>
                  <a:pt x="6227566" y="2423823"/>
                  <a:pt x="6239152" y="2448456"/>
                  <a:pt x="6209463" y="2477730"/>
                </a:cubicBezTo>
                <a:cubicBezTo>
                  <a:pt x="6216342" y="2462022"/>
                  <a:pt x="6218515" y="2403475"/>
                  <a:pt x="6250376" y="2403475"/>
                </a:cubicBezTo>
                <a:close/>
                <a:moveTo>
                  <a:pt x="5191627" y="2401613"/>
                </a:moveTo>
                <a:lnTo>
                  <a:pt x="5190496" y="2402724"/>
                </a:lnTo>
                <a:lnTo>
                  <a:pt x="5188389" y="2408310"/>
                </a:lnTo>
                <a:lnTo>
                  <a:pt x="5190882" y="2410985"/>
                </a:lnTo>
                <a:lnTo>
                  <a:pt x="5193470" y="2409595"/>
                </a:lnTo>
                <a:close/>
                <a:moveTo>
                  <a:pt x="6055590" y="2397125"/>
                </a:moveTo>
                <a:cubicBezTo>
                  <a:pt x="6069400" y="2401849"/>
                  <a:pt x="6057770" y="2422199"/>
                  <a:pt x="6050866" y="2426923"/>
                </a:cubicBezTo>
                <a:cubicBezTo>
                  <a:pt x="6039600" y="2422199"/>
                  <a:pt x="6055590" y="2406210"/>
                  <a:pt x="6055590" y="2397125"/>
                </a:cubicBezTo>
                <a:close/>
                <a:moveTo>
                  <a:pt x="5157467" y="2394874"/>
                </a:moveTo>
                <a:cubicBezTo>
                  <a:pt x="5175637" y="2392362"/>
                  <a:pt x="5164371" y="2417486"/>
                  <a:pt x="5159647" y="2424305"/>
                </a:cubicBezTo>
                <a:cubicBezTo>
                  <a:pt x="5162191" y="2412820"/>
                  <a:pt x="5148382" y="2433278"/>
                  <a:pt x="5148382" y="2419639"/>
                </a:cubicBezTo>
                <a:cubicBezTo>
                  <a:pt x="5159647" y="2417486"/>
                  <a:pt x="5145838" y="2408513"/>
                  <a:pt x="5148382" y="2401693"/>
                </a:cubicBezTo>
                <a:cubicBezTo>
                  <a:pt x="5152743" y="2401693"/>
                  <a:pt x="5159647" y="2403847"/>
                  <a:pt x="5159647" y="2399181"/>
                </a:cubicBezTo>
                <a:cubicBezTo>
                  <a:pt x="5157467" y="2399181"/>
                  <a:pt x="5155286" y="2397028"/>
                  <a:pt x="5157467" y="2394874"/>
                </a:cubicBezTo>
                <a:close/>
                <a:moveTo>
                  <a:pt x="5520933" y="2392823"/>
                </a:moveTo>
                <a:cubicBezTo>
                  <a:pt x="5516253" y="2395343"/>
                  <a:pt x="5514093" y="2399663"/>
                  <a:pt x="5514093" y="2404344"/>
                </a:cubicBezTo>
                <a:cubicBezTo>
                  <a:pt x="5514093" y="2413344"/>
                  <a:pt x="5520933" y="2415505"/>
                  <a:pt x="5518773" y="2429185"/>
                </a:cubicBezTo>
                <a:lnTo>
                  <a:pt x="5514844" y="2428778"/>
                </a:lnTo>
                <a:lnTo>
                  <a:pt x="5513771" y="2433270"/>
                </a:lnTo>
                <a:cubicBezTo>
                  <a:pt x="5499850" y="2428508"/>
                  <a:pt x="5499850" y="2421547"/>
                  <a:pt x="5504613" y="2414587"/>
                </a:cubicBezTo>
                <a:lnTo>
                  <a:pt x="5506152" y="2415718"/>
                </a:lnTo>
                <a:lnTo>
                  <a:pt x="5505864" y="2414655"/>
                </a:lnTo>
                <a:lnTo>
                  <a:pt x="5500895" y="2411491"/>
                </a:lnTo>
                <a:lnTo>
                  <a:pt x="5498047" y="2447698"/>
                </a:lnTo>
                <a:cubicBezTo>
                  <a:pt x="5488868" y="2453278"/>
                  <a:pt x="5480319" y="2460117"/>
                  <a:pt x="5472356" y="2467272"/>
                </a:cubicBezTo>
                <a:lnTo>
                  <a:pt x="5450404" y="2488514"/>
                </a:lnTo>
                <a:lnTo>
                  <a:pt x="5450373" y="2490750"/>
                </a:lnTo>
                <a:cubicBezTo>
                  <a:pt x="5457213" y="2481749"/>
                  <a:pt x="5479893" y="2472388"/>
                  <a:pt x="5479893" y="2490750"/>
                </a:cubicBezTo>
                <a:cubicBezTo>
                  <a:pt x="5459373" y="2506591"/>
                  <a:pt x="5436693" y="2520272"/>
                  <a:pt x="5427693" y="2545473"/>
                </a:cubicBezTo>
                <a:cubicBezTo>
                  <a:pt x="5429853" y="2545473"/>
                  <a:pt x="5434533" y="2545473"/>
                  <a:pt x="5434533" y="2549794"/>
                </a:cubicBezTo>
                <a:cubicBezTo>
                  <a:pt x="5424273" y="2553214"/>
                  <a:pt x="5422023" y="2547544"/>
                  <a:pt x="5420043" y="2541603"/>
                </a:cubicBezTo>
                <a:lnTo>
                  <a:pt x="5416662" y="2534352"/>
                </a:lnTo>
                <a:lnTo>
                  <a:pt x="5410253" y="2549986"/>
                </a:lnTo>
                <a:cubicBezTo>
                  <a:pt x="5403392" y="2545668"/>
                  <a:pt x="5405920" y="2540989"/>
                  <a:pt x="5410253" y="2534152"/>
                </a:cubicBezTo>
                <a:lnTo>
                  <a:pt x="5406528" y="2535076"/>
                </a:lnTo>
                <a:lnTo>
                  <a:pt x="5405176" y="2541952"/>
                </a:lnTo>
                <a:lnTo>
                  <a:pt x="5402308" y="2543173"/>
                </a:lnTo>
                <a:lnTo>
                  <a:pt x="5402579" y="2545218"/>
                </a:lnTo>
                <a:cubicBezTo>
                  <a:pt x="5403572" y="2548501"/>
                  <a:pt x="5404633" y="2551718"/>
                  <a:pt x="5404159" y="2553686"/>
                </a:cubicBezTo>
                <a:lnTo>
                  <a:pt x="5400608" y="2554141"/>
                </a:lnTo>
                <a:lnTo>
                  <a:pt x="5404518" y="2554964"/>
                </a:lnTo>
                <a:lnTo>
                  <a:pt x="5407122" y="2560735"/>
                </a:lnTo>
                <a:lnTo>
                  <a:pt x="5408871" y="2560939"/>
                </a:lnTo>
                <a:cubicBezTo>
                  <a:pt x="5410682" y="2561636"/>
                  <a:pt x="5412149" y="2563031"/>
                  <a:pt x="5412781" y="2565820"/>
                </a:cubicBezTo>
                <a:cubicBezTo>
                  <a:pt x="5403573" y="2566989"/>
                  <a:pt x="5396237" y="2568586"/>
                  <a:pt x="5390166" y="2570852"/>
                </a:cubicBezTo>
                <a:lnTo>
                  <a:pt x="5377427" y="2578519"/>
                </a:lnTo>
                <a:lnTo>
                  <a:pt x="5375132" y="2592997"/>
                </a:lnTo>
                <a:lnTo>
                  <a:pt x="5358855" y="2604646"/>
                </a:lnTo>
                <a:lnTo>
                  <a:pt x="5353196" y="2615840"/>
                </a:lnTo>
                <a:lnTo>
                  <a:pt x="5348309" y="2612040"/>
                </a:lnTo>
                <a:lnTo>
                  <a:pt x="5342991" y="2615567"/>
                </a:lnTo>
                <a:lnTo>
                  <a:pt x="5346661" y="2619181"/>
                </a:lnTo>
                <a:cubicBezTo>
                  <a:pt x="5347601" y="2624081"/>
                  <a:pt x="5337466" y="2627168"/>
                  <a:pt x="5347668" y="2633880"/>
                </a:cubicBezTo>
                <a:cubicBezTo>
                  <a:pt x="5345342" y="2638354"/>
                  <a:pt x="5340778" y="2633790"/>
                  <a:pt x="5336258" y="2628958"/>
                </a:cubicBezTo>
                <a:lnTo>
                  <a:pt x="5330838" y="2623627"/>
                </a:lnTo>
                <a:lnTo>
                  <a:pt x="5325452" y="2627199"/>
                </a:lnTo>
                <a:lnTo>
                  <a:pt x="5326346" y="2622472"/>
                </a:lnTo>
                <a:lnTo>
                  <a:pt x="5325116" y="2622425"/>
                </a:lnTo>
                <a:cubicBezTo>
                  <a:pt x="5322790" y="2619025"/>
                  <a:pt x="5322163" y="2616250"/>
                  <a:pt x="5322432" y="2613745"/>
                </a:cubicBezTo>
                <a:lnTo>
                  <a:pt x="5322846" y="2612655"/>
                </a:lnTo>
                <a:lnTo>
                  <a:pt x="5322217" y="2613149"/>
                </a:lnTo>
                <a:lnTo>
                  <a:pt x="5311367" y="2640340"/>
                </a:lnTo>
                <a:cubicBezTo>
                  <a:pt x="5304841" y="2650601"/>
                  <a:pt x="5295751" y="2660321"/>
                  <a:pt x="5284411" y="2666082"/>
                </a:cubicBezTo>
                <a:cubicBezTo>
                  <a:pt x="5270731" y="2670402"/>
                  <a:pt x="5279731" y="2654561"/>
                  <a:pt x="5266051" y="2659241"/>
                </a:cubicBezTo>
                <a:cubicBezTo>
                  <a:pt x="5252371" y="2666082"/>
                  <a:pt x="5245531" y="2666082"/>
                  <a:pt x="5248051" y="2684083"/>
                </a:cubicBezTo>
                <a:cubicBezTo>
                  <a:pt x="5239951" y="2686423"/>
                  <a:pt x="5237071" y="2684173"/>
                  <a:pt x="5235361" y="2680753"/>
                </a:cubicBezTo>
                <a:lnTo>
                  <a:pt x="5234338" y="2678886"/>
                </a:lnTo>
                <a:lnTo>
                  <a:pt x="5204334" y="2709409"/>
                </a:lnTo>
                <a:lnTo>
                  <a:pt x="5188157" y="2718829"/>
                </a:lnTo>
                <a:lnTo>
                  <a:pt x="5185071" y="2728348"/>
                </a:lnTo>
                <a:lnTo>
                  <a:pt x="5180074" y="2733325"/>
                </a:lnTo>
                <a:lnTo>
                  <a:pt x="5188095" y="2729504"/>
                </a:lnTo>
                <a:cubicBezTo>
                  <a:pt x="5190672" y="2730545"/>
                  <a:pt x="5193832" y="2733412"/>
                  <a:pt x="5197866" y="2739145"/>
                </a:cubicBezTo>
                <a:cubicBezTo>
                  <a:pt x="5180654" y="2769514"/>
                  <a:pt x="5148315" y="2769648"/>
                  <a:pt x="5129439" y="2790644"/>
                </a:cubicBezTo>
                <a:lnTo>
                  <a:pt x="5119104" y="2813785"/>
                </a:lnTo>
                <a:lnTo>
                  <a:pt x="5122140" y="2808337"/>
                </a:lnTo>
                <a:cubicBezTo>
                  <a:pt x="5127810" y="2799471"/>
                  <a:pt x="5135190" y="2793170"/>
                  <a:pt x="5152290" y="2793170"/>
                </a:cubicBezTo>
                <a:cubicBezTo>
                  <a:pt x="5161651" y="2797851"/>
                  <a:pt x="5136450" y="2809372"/>
                  <a:pt x="5154810" y="2811532"/>
                </a:cubicBezTo>
                <a:cubicBezTo>
                  <a:pt x="5156971" y="2793170"/>
                  <a:pt x="5159131" y="2791010"/>
                  <a:pt x="5172811" y="2782010"/>
                </a:cubicBezTo>
                <a:cubicBezTo>
                  <a:pt x="5181811" y="2786330"/>
                  <a:pt x="5152290" y="2806851"/>
                  <a:pt x="5172811" y="2806851"/>
                </a:cubicBezTo>
                <a:cubicBezTo>
                  <a:pt x="5172811" y="2791010"/>
                  <a:pt x="5186491" y="2788850"/>
                  <a:pt x="5179651" y="2770489"/>
                </a:cubicBezTo>
                <a:cubicBezTo>
                  <a:pt x="5207011" y="2766169"/>
                  <a:pt x="5170651" y="2791010"/>
                  <a:pt x="5195491" y="2791010"/>
                </a:cubicBezTo>
                <a:cubicBezTo>
                  <a:pt x="5198011" y="2770489"/>
                  <a:pt x="5218171" y="2770489"/>
                  <a:pt x="5200171" y="2761488"/>
                </a:cubicBezTo>
                <a:cubicBezTo>
                  <a:pt x="5222851" y="2766169"/>
                  <a:pt x="5236531" y="2756808"/>
                  <a:pt x="5227531" y="2743127"/>
                </a:cubicBezTo>
                <a:cubicBezTo>
                  <a:pt x="5231851" y="2743127"/>
                  <a:pt x="5236531" y="2740967"/>
                  <a:pt x="5236531" y="2734126"/>
                </a:cubicBezTo>
                <a:cubicBezTo>
                  <a:pt x="5245531" y="2734126"/>
                  <a:pt x="5250211" y="2752488"/>
                  <a:pt x="5261731" y="2738807"/>
                </a:cubicBezTo>
                <a:cubicBezTo>
                  <a:pt x="5261731" y="2729446"/>
                  <a:pt x="5254891" y="2725126"/>
                  <a:pt x="5252371" y="2718285"/>
                </a:cubicBezTo>
                <a:cubicBezTo>
                  <a:pt x="5261731" y="2711445"/>
                  <a:pt x="5279731" y="2688763"/>
                  <a:pt x="5286571" y="2699924"/>
                </a:cubicBezTo>
                <a:cubicBezTo>
                  <a:pt x="5275051" y="2699924"/>
                  <a:pt x="5270731" y="2713605"/>
                  <a:pt x="5261731" y="2718285"/>
                </a:cubicBezTo>
                <a:cubicBezTo>
                  <a:pt x="5291251" y="2711445"/>
                  <a:pt x="5309251" y="2672562"/>
                  <a:pt x="5329772" y="2697764"/>
                </a:cubicBezTo>
                <a:cubicBezTo>
                  <a:pt x="5334452" y="2679403"/>
                  <a:pt x="5357132" y="2681923"/>
                  <a:pt x="5361812" y="2661401"/>
                </a:cubicBezTo>
                <a:cubicBezTo>
                  <a:pt x="5352452" y="2670402"/>
                  <a:pt x="5331932" y="2666082"/>
                  <a:pt x="5331932" y="2686243"/>
                </a:cubicBezTo>
                <a:cubicBezTo>
                  <a:pt x="5331932" y="2686243"/>
                  <a:pt x="5331932" y="2686243"/>
                  <a:pt x="5313931" y="2686243"/>
                </a:cubicBezTo>
                <a:cubicBezTo>
                  <a:pt x="5316091" y="2679403"/>
                  <a:pt x="5316091" y="2675082"/>
                  <a:pt x="5318611" y="2670402"/>
                </a:cubicBezTo>
                <a:cubicBezTo>
                  <a:pt x="5331932" y="2668242"/>
                  <a:pt x="5345612" y="2656721"/>
                  <a:pt x="5363972" y="2649881"/>
                </a:cubicBezTo>
                <a:cubicBezTo>
                  <a:pt x="5368292" y="2654561"/>
                  <a:pt x="5363972" y="2668242"/>
                  <a:pt x="5377652" y="2666082"/>
                </a:cubicBezTo>
                <a:cubicBezTo>
                  <a:pt x="5381972" y="2640880"/>
                  <a:pt x="5414013" y="2631879"/>
                  <a:pt x="5420853" y="2627199"/>
                </a:cubicBezTo>
                <a:cubicBezTo>
                  <a:pt x="5416173" y="2613518"/>
                  <a:pt x="5432013" y="2599837"/>
                  <a:pt x="5418693" y="2592997"/>
                </a:cubicBezTo>
                <a:cubicBezTo>
                  <a:pt x="5420853" y="2590837"/>
                  <a:pt x="5423013" y="2588676"/>
                  <a:pt x="5423013" y="2583996"/>
                </a:cubicBezTo>
                <a:cubicBezTo>
                  <a:pt x="5434533" y="2592997"/>
                  <a:pt x="5448213" y="2581836"/>
                  <a:pt x="5450373" y="2597677"/>
                </a:cubicBezTo>
                <a:cubicBezTo>
                  <a:pt x="5456133" y="2591917"/>
                  <a:pt x="5456673" y="2585616"/>
                  <a:pt x="5454918" y="2580216"/>
                </a:cubicBezTo>
                <a:lnTo>
                  <a:pt x="5447075" y="2569962"/>
                </a:lnTo>
                <a:lnTo>
                  <a:pt x="5447739" y="2571379"/>
                </a:lnTo>
                <a:cubicBezTo>
                  <a:pt x="5447263" y="2573319"/>
                  <a:pt x="5445312" y="2576004"/>
                  <a:pt x="5440827" y="2579974"/>
                </a:cubicBezTo>
                <a:cubicBezTo>
                  <a:pt x="5445132" y="2559400"/>
                  <a:pt x="5425041" y="2579974"/>
                  <a:pt x="5415713" y="2582501"/>
                </a:cubicBezTo>
                <a:cubicBezTo>
                  <a:pt x="5420377" y="2548211"/>
                  <a:pt x="5477063" y="2516086"/>
                  <a:pt x="5495002" y="2489015"/>
                </a:cubicBezTo>
                <a:cubicBezTo>
                  <a:pt x="5501819" y="2486489"/>
                  <a:pt x="5508635" y="2489015"/>
                  <a:pt x="5515452" y="2489015"/>
                </a:cubicBezTo>
                <a:cubicBezTo>
                  <a:pt x="5520116" y="2484323"/>
                  <a:pt x="5513300" y="2479631"/>
                  <a:pt x="5511147" y="2477465"/>
                </a:cubicBezTo>
                <a:cubicBezTo>
                  <a:pt x="5516170" y="2471780"/>
                  <a:pt x="5522067" y="2467652"/>
                  <a:pt x="5528267" y="2464161"/>
                </a:cubicBezTo>
                <a:lnTo>
                  <a:pt x="5544975" y="2455796"/>
                </a:lnTo>
                <a:lnTo>
                  <a:pt x="5548079" y="2438698"/>
                </a:lnTo>
                <a:cubicBezTo>
                  <a:pt x="5548079" y="2432398"/>
                  <a:pt x="5546662" y="2425266"/>
                  <a:pt x="5544851" y="2417717"/>
                </a:cubicBezTo>
                <a:lnTo>
                  <a:pt x="5542509" y="2407883"/>
                </a:lnTo>
                <a:lnTo>
                  <a:pt x="5536188" y="2410166"/>
                </a:lnTo>
                <a:cubicBezTo>
                  <a:pt x="5534163" y="2411657"/>
                  <a:pt x="5532183" y="2414065"/>
                  <a:pt x="5529933" y="2418025"/>
                </a:cubicBezTo>
                <a:cubicBezTo>
                  <a:pt x="5518773" y="2413344"/>
                  <a:pt x="5527773" y="2397503"/>
                  <a:pt x="5520933" y="2392823"/>
                </a:cubicBezTo>
                <a:close/>
                <a:moveTo>
                  <a:pt x="4899929" y="2388143"/>
                </a:moveTo>
                <a:cubicBezTo>
                  <a:pt x="4906769" y="2397503"/>
                  <a:pt x="4897409" y="2399663"/>
                  <a:pt x="4897409" y="2413344"/>
                </a:cubicBezTo>
                <a:cubicBezTo>
                  <a:pt x="4911089" y="2413344"/>
                  <a:pt x="4915769" y="2399663"/>
                  <a:pt x="4911089" y="2388143"/>
                </a:cubicBezTo>
                <a:cubicBezTo>
                  <a:pt x="4908929" y="2385983"/>
                  <a:pt x="4906769" y="2388143"/>
                  <a:pt x="4906769" y="2390663"/>
                </a:cubicBezTo>
                <a:cubicBezTo>
                  <a:pt x="4906769" y="2390663"/>
                  <a:pt x="4906769" y="2390663"/>
                  <a:pt x="4899929" y="2388143"/>
                </a:cubicBezTo>
                <a:close/>
                <a:moveTo>
                  <a:pt x="5864190" y="2379662"/>
                </a:moveTo>
                <a:cubicBezTo>
                  <a:pt x="5870968" y="2388611"/>
                  <a:pt x="5859553" y="2402572"/>
                  <a:pt x="5862050" y="2411521"/>
                </a:cubicBezTo>
                <a:cubicBezTo>
                  <a:pt x="5850634" y="2415817"/>
                  <a:pt x="5850634" y="2409373"/>
                  <a:pt x="5839575" y="2404720"/>
                </a:cubicBezTo>
                <a:cubicBezTo>
                  <a:pt x="5857412" y="2400066"/>
                  <a:pt x="5850634" y="2393265"/>
                  <a:pt x="5864190" y="2379662"/>
                </a:cubicBezTo>
                <a:close/>
                <a:moveTo>
                  <a:pt x="5243371" y="2376982"/>
                </a:moveTo>
                <a:cubicBezTo>
                  <a:pt x="5234371" y="2385983"/>
                  <a:pt x="5222851" y="2395343"/>
                  <a:pt x="5220691" y="2413344"/>
                </a:cubicBezTo>
                <a:cubicBezTo>
                  <a:pt x="5231851" y="2404344"/>
                  <a:pt x="5243371" y="2395343"/>
                  <a:pt x="5243371" y="2376982"/>
                </a:cubicBezTo>
                <a:close/>
                <a:moveTo>
                  <a:pt x="5123178" y="2375380"/>
                </a:moveTo>
                <a:cubicBezTo>
                  <a:pt x="5125713" y="2373938"/>
                  <a:pt x="5130784" y="2375148"/>
                  <a:pt x="5137544" y="2383333"/>
                </a:cubicBezTo>
                <a:cubicBezTo>
                  <a:pt x="5137544" y="2390403"/>
                  <a:pt x="5124023" y="2376264"/>
                  <a:pt x="5124023" y="2383333"/>
                </a:cubicBezTo>
                <a:cubicBezTo>
                  <a:pt x="5120643" y="2380915"/>
                  <a:pt x="5120643" y="2376822"/>
                  <a:pt x="5123178" y="2375380"/>
                </a:cubicBezTo>
                <a:close/>
                <a:moveTo>
                  <a:pt x="553040" y="2361345"/>
                </a:moveTo>
                <a:cubicBezTo>
                  <a:pt x="548359" y="2377183"/>
                  <a:pt x="536838" y="2361345"/>
                  <a:pt x="532518" y="2372504"/>
                </a:cubicBezTo>
                <a:cubicBezTo>
                  <a:pt x="543679" y="2377183"/>
                  <a:pt x="516316" y="2397700"/>
                  <a:pt x="527837" y="2399860"/>
                </a:cubicBezTo>
                <a:cubicBezTo>
                  <a:pt x="536838" y="2381502"/>
                  <a:pt x="559881" y="2379343"/>
                  <a:pt x="553040" y="2361345"/>
                </a:cubicBezTo>
                <a:close/>
                <a:moveTo>
                  <a:pt x="5739455" y="2358621"/>
                </a:moveTo>
                <a:cubicBezTo>
                  <a:pt x="5725775" y="2356461"/>
                  <a:pt x="5716415" y="2361141"/>
                  <a:pt x="5709575" y="2372302"/>
                </a:cubicBezTo>
                <a:cubicBezTo>
                  <a:pt x="5714255" y="2388143"/>
                  <a:pt x="5725775" y="2367981"/>
                  <a:pt x="5732615" y="2374822"/>
                </a:cubicBezTo>
                <a:cubicBezTo>
                  <a:pt x="5732615" y="2397503"/>
                  <a:pt x="5718935" y="2390663"/>
                  <a:pt x="5707415" y="2399663"/>
                </a:cubicBezTo>
                <a:cubicBezTo>
                  <a:pt x="5707415" y="2409024"/>
                  <a:pt x="5714255" y="2409024"/>
                  <a:pt x="5707415" y="2413344"/>
                </a:cubicBezTo>
                <a:cubicBezTo>
                  <a:pt x="5725775" y="2418025"/>
                  <a:pt x="5741615" y="2381302"/>
                  <a:pt x="5739455" y="2358621"/>
                </a:cubicBezTo>
                <a:close/>
                <a:moveTo>
                  <a:pt x="6312121" y="2347912"/>
                </a:moveTo>
                <a:cubicBezTo>
                  <a:pt x="6323410" y="2352323"/>
                  <a:pt x="6316707" y="2368867"/>
                  <a:pt x="6312121" y="2382469"/>
                </a:cubicBezTo>
                <a:cubicBezTo>
                  <a:pt x="6292013" y="2382469"/>
                  <a:pt x="6312121" y="2359308"/>
                  <a:pt x="6312121" y="2347912"/>
                </a:cubicBezTo>
                <a:close/>
                <a:moveTo>
                  <a:pt x="6164649" y="2335212"/>
                </a:moveTo>
                <a:cubicBezTo>
                  <a:pt x="6162466" y="2342060"/>
                  <a:pt x="6160738" y="2352872"/>
                  <a:pt x="6157555" y="2364855"/>
                </a:cubicBezTo>
                <a:lnTo>
                  <a:pt x="6142086" y="2400701"/>
                </a:lnTo>
                <a:lnTo>
                  <a:pt x="6141817" y="2401528"/>
                </a:lnTo>
                <a:lnTo>
                  <a:pt x="6141758" y="2401462"/>
                </a:lnTo>
                <a:lnTo>
                  <a:pt x="6141730" y="2401526"/>
                </a:lnTo>
                <a:lnTo>
                  <a:pt x="6141724" y="2401425"/>
                </a:lnTo>
                <a:lnTo>
                  <a:pt x="6135469" y="2394478"/>
                </a:lnTo>
                <a:cubicBezTo>
                  <a:pt x="6135347" y="2391557"/>
                  <a:pt x="6136810" y="2388136"/>
                  <a:pt x="6138627" y="2384435"/>
                </a:cubicBezTo>
                <a:lnTo>
                  <a:pt x="6140477" y="2380328"/>
                </a:lnTo>
                <a:lnTo>
                  <a:pt x="6139411" y="2362287"/>
                </a:lnTo>
                <a:cubicBezTo>
                  <a:pt x="6143458" y="2348907"/>
                  <a:pt x="6152098" y="2337555"/>
                  <a:pt x="6164649" y="2335212"/>
                </a:cubicBezTo>
                <a:close/>
                <a:moveTo>
                  <a:pt x="6085280" y="2330839"/>
                </a:moveTo>
                <a:lnTo>
                  <a:pt x="6069539" y="2376127"/>
                </a:lnTo>
                <a:cubicBezTo>
                  <a:pt x="6060238" y="2367141"/>
                  <a:pt x="6062742" y="2319337"/>
                  <a:pt x="6085280" y="2330839"/>
                </a:cubicBezTo>
                <a:close/>
                <a:moveTo>
                  <a:pt x="5232290" y="2324100"/>
                </a:moveTo>
                <a:cubicBezTo>
                  <a:pt x="5248661" y="2335036"/>
                  <a:pt x="5223195" y="2355144"/>
                  <a:pt x="5214100" y="2361847"/>
                </a:cubicBezTo>
                <a:cubicBezTo>
                  <a:pt x="5214100" y="2348441"/>
                  <a:pt x="5232290" y="2330803"/>
                  <a:pt x="5232290" y="2324100"/>
                </a:cubicBezTo>
                <a:close/>
                <a:moveTo>
                  <a:pt x="3777806" y="2318660"/>
                </a:moveTo>
                <a:lnTo>
                  <a:pt x="3777885" y="2319422"/>
                </a:lnTo>
                <a:lnTo>
                  <a:pt x="3783336" y="2319715"/>
                </a:lnTo>
                <a:lnTo>
                  <a:pt x="3783152" y="2319677"/>
                </a:lnTo>
                <a:close/>
                <a:moveTo>
                  <a:pt x="5529933" y="2317938"/>
                </a:moveTo>
                <a:cubicBezTo>
                  <a:pt x="5518773" y="2320098"/>
                  <a:pt x="5525613" y="2322258"/>
                  <a:pt x="5525613" y="2326938"/>
                </a:cubicBezTo>
                <a:cubicBezTo>
                  <a:pt x="5514093" y="2347460"/>
                  <a:pt x="5495733" y="2358621"/>
                  <a:pt x="5505093" y="2376982"/>
                </a:cubicBezTo>
                <a:cubicBezTo>
                  <a:pt x="5518773" y="2365461"/>
                  <a:pt x="5516253" y="2345300"/>
                  <a:pt x="5534613" y="2335939"/>
                </a:cubicBezTo>
                <a:cubicBezTo>
                  <a:pt x="5536773" y="2326938"/>
                  <a:pt x="5532093" y="2322258"/>
                  <a:pt x="5529933" y="2317938"/>
                </a:cubicBezTo>
                <a:close/>
                <a:moveTo>
                  <a:pt x="3786078" y="2314247"/>
                </a:moveTo>
                <a:lnTo>
                  <a:pt x="3786179" y="2315627"/>
                </a:lnTo>
                <a:lnTo>
                  <a:pt x="3786725" y="2319897"/>
                </a:lnTo>
                <a:lnTo>
                  <a:pt x="3800850" y="2320655"/>
                </a:lnTo>
                <a:lnTo>
                  <a:pt x="3800764" y="2319016"/>
                </a:lnTo>
                <a:cubicBezTo>
                  <a:pt x="3798510" y="2313141"/>
                  <a:pt x="3791849" y="2318490"/>
                  <a:pt x="3787381" y="2316807"/>
                </a:cubicBezTo>
                <a:close/>
                <a:moveTo>
                  <a:pt x="5713309" y="2313143"/>
                </a:moveTo>
                <a:lnTo>
                  <a:pt x="5708208" y="2318325"/>
                </a:lnTo>
                <a:cubicBezTo>
                  <a:pt x="5694079" y="2327807"/>
                  <a:pt x="5677469" y="2330803"/>
                  <a:pt x="5692864" y="2342787"/>
                </a:cubicBezTo>
                <a:lnTo>
                  <a:pt x="5685201" y="2341919"/>
                </a:lnTo>
                <a:lnTo>
                  <a:pt x="5686794" y="2361573"/>
                </a:lnTo>
                <a:lnTo>
                  <a:pt x="5701430" y="2344928"/>
                </a:lnTo>
                <a:lnTo>
                  <a:pt x="5715355" y="2336059"/>
                </a:lnTo>
                <a:lnTo>
                  <a:pt x="5708266" y="2332576"/>
                </a:lnTo>
                <a:cubicBezTo>
                  <a:pt x="5706711" y="2329710"/>
                  <a:pt x="5708140" y="2325709"/>
                  <a:pt x="5709959" y="2321778"/>
                </a:cubicBezTo>
                <a:close/>
                <a:moveTo>
                  <a:pt x="3857860" y="2310610"/>
                </a:moveTo>
                <a:cubicBezTo>
                  <a:pt x="3853900" y="2309980"/>
                  <a:pt x="3851649" y="2311217"/>
                  <a:pt x="3850361" y="2313501"/>
                </a:cubicBezTo>
                <a:lnTo>
                  <a:pt x="3849086" y="2320269"/>
                </a:lnTo>
                <a:lnTo>
                  <a:pt x="3849189" y="2320311"/>
                </a:lnTo>
                <a:lnTo>
                  <a:pt x="3849070" y="2320355"/>
                </a:lnTo>
                <a:lnTo>
                  <a:pt x="3848772" y="2321934"/>
                </a:lnTo>
                <a:lnTo>
                  <a:pt x="3857673" y="2315978"/>
                </a:lnTo>
                <a:close/>
                <a:moveTo>
                  <a:pt x="6141201" y="2301875"/>
                </a:moveTo>
                <a:cubicBezTo>
                  <a:pt x="6152924" y="2311047"/>
                  <a:pt x="6155122" y="2319866"/>
                  <a:pt x="6152924" y="2333272"/>
                </a:cubicBezTo>
                <a:cubicBezTo>
                  <a:pt x="6148161" y="2324453"/>
                  <a:pt x="6136438" y="2317750"/>
                  <a:pt x="6141201" y="2301875"/>
                </a:cubicBezTo>
                <a:close/>
                <a:moveTo>
                  <a:pt x="3921795" y="2296189"/>
                </a:moveTo>
                <a:lnTo>
                  <a:pt x="3921532" y="2299589"/>
                </a:lnTo>
                <a:lnTo>
                  <a:pt x="3930507" y="2296940"/>
                </a:lnTo>
                <a:close/>
                <a:moveTo>
                  <a:pt x="3838715" y="2295193"/>
                </a:moveTo>
                <a:lnTo>
                  <a:pt x="3838548" y="2295215"/>
                </a:lnTo>
                <a:lnTo>
                  <a:pt x="3830720" y="2299577"/>
                </a:lnTo>
                <a:lnTo>
                  <a:pt x="3831365" y="2296135"/>
                </a:lnTo>
                <a:lnTo>
                  <a:pt x="3819666" y="2297635"/>
                </a:lnTo>
                <a:cubicBezTo>
                  <a:pt x="3817506" y="2297635"/>
                  <a:pt x="3819666" y="2301954"/>
                  <a:pt x="3819666" y="2301954"/>
                </a:cubicBezTo>
                <a:cubicBezTo>
                  <a:pt x="3813366" y="2302584"/>
                  <a:pt x="3809225" y="2301346"/>
                  <a:pt x="3805917" y="2299417"/>
                </a:cubicBezTo>
                <a:lnTo>
                  <a:pt x="3804159" y="2298074"/>
                </a:lnTo>
                <a:lnTo>
                  <a:pt x="3797740" y="2302993"/>
                </a:lnTo>
                <a:cubicBezTo>
                  <a:pt x="3794263" y="2304309"/>
                  <a:pt x="3790258" y="2304129"/>
                  <a:pt x="3785127" y="2301249"/>
                </a:cubicBezTo>
                <a:lnTo>
                  <a:pt x="3785325" y="2303953"/>
                </a:lnTo>
                <a:lnTo>
                  <a:pt x="3789867" y="2303619"/>
                </a:lnTo>
                <a:cubicBezTo>
                  <a:pt x="3793518" y="2303686"/>
                  <a:pt x="3797344" y="2304384"/>
                  <a:pt x="3801304" y="2306633"/>
                </a:cubicBezTo>
                <a:lnTo>
                  <a:pt x="3804935" y="2320874"/>
                </a:lnTo>
                <a:lnTo>
                  <a:pt x="3824106" y="2321903"/>
                </a:lnTo>
                <a:lnTo>
                  <a:pt x="3829342" y="2319951"/>
                </a:lnTo>
                <a:lnTo>
                  <a:pt x="3833799" y="2318696"/>
                </a:lnTo>
                <a:lnTo>
                  <a:pt x="3831575" y="2309665"/>
                </a:lnTo>
                <a:cubicBezTo>
                  <a:pt x="3831845" y="2305929"/>
                  <a:pt x="3834096" y="2302509"/>
                  <a:pt x="3839857" y="2296929"/>
                </a:cubicBezTo>
                <a:close/>
                <a:moveTo>
                  <a:pt x="3908217" y="2294334"/>
                </a:moveTo>
                <a:cubicBezTo>
                  <a:pt x="3904791" y="2294761"/>
                  <a:pt x="3901641" y="2296696"/>
                  <a:pt x="3898761" y="2301737"/>
                </a:cubicBezTo>
                <a:lnTo>
                  <a:pt x="3897551" y="2297904"/>
                </a:lnTo>
                <a:lnTo>
                  <a:pt x="3890228" y="2307751"/>
                </a:lnTo>
                <a:lnTo>
                  <a:pt x="3912151" y="2302359"/>
                </a:lnTo>
                <a:lnTo>
                  <a:pt x="3918957" y="2300349"/>
                </a:lnTo>
                <a:lnTo>
                  <a:pt x="3914737" y="2295298"/>
                </a:lnTo>
                <a:close/>
                <a:moveTo>
                  <a:pt x="5163811" y="2292736"/>
                </a:moveTo>
                <a:cubicBezTo>
                  <a:pt x="5159131" y="2304257"/>
                  <a:pt x="5145450" y="2297416"/>
                  <a:pt x="5138610" y="2299577"/>
                </a:cubicBezTo>
                <a:cubicBezTo>
                  <a:pt x="5138610" y="2313258"/>
                  <a:pt x="5145450" y="2315418"/>
                  <a:pt x="5159131" y="2315418"/>
                </a:cubicBezTo>
                <a:cubicBezTo>
                  <a:pt x="5156971" y="2304257"/>
                  <a:pt x="5170651" y="2306417"/>
                  <a:pt x="5163811" y="2292736"/>
                </a:cubicBezTo>
                <a:close/>
                <a:moveTo>
                  <a:pt x="3869118" y="2291003"/>
                </a:moveTo>
                <a:lnTo>
                  <a:pt x="3865060" y="2291365"/>
                </a:lnTo>
                <a:lnTo>
                  <a:pt x="3869652" y="2297919"/>
                </a:lnTo>
                <a:lnTo>
                  <a:pt x="3864860" y="2313991"/>
                </a:lnTo>
                <a:lnTo>
                  <a:pt x="3888685" y="2308131"/>
                </a:lnTo>
                <a:lnTo>
                  <a:pt x="3883967" y="2306431"/>
                </a:lnTo>
                <a:lnTo>
                  <a:pt x="3881965" y="2301280"/>
                </a:lnTo>
                <a:lnTo>
                  <a:pt x="3877363" y="2299082"/>
                </a:lnTo>
                <a:cubicBezTo>
                  <a:pt x="3874438" y="2299352"/>
                  <a:pt x="3873043" y="2302322"/>
                  <a:pt x="3872998" y="2299712"/>
                </a:cubicBezTo>
                <a:lnTo>
                  <a:pt x="3873519" y="2294555"/>
                </a:lnTo>
                <a:lnTo>
                  <a:pt x="3871614" y="2294665"/>
                </a:lnTo>
                <a:lnTo>
                  <a:pt x="3871919" y="2292873"/>
                </a:lnTo>
                <a:close/>
                <a:moveTo>
                  <a:pt x="3789107" y="2290129"/>
                </a:moveTo>
                <a:lnTo>
                  <a:pt x="3789260" y="2290956"/>
                </a:lnTo>
                <a:lnTo>
                  <a:pt x="3791240" y="2290818"/>
                </a:lnTo>
                <a:close/>
                <a:moveTo>
                  <a:pt x="3815780" y="2289046"/>
                </a:moveTo>
                <a:lnTo>
                  <a:pt x="3814512" y="2289066"/>
                </a:lnTo>
                <a:lnTo>
                  <a:pt x="3811171" y="2292116"/>
                </a:lnTo>
                <a:lnTo>
                  <a:pt x="3817675" y="2293771"/>
                </a:lnTo>
                <a:lnTo>
                  <a:pt x="3825172" y="2289801"/>
                </a:lnTo>
                <a:lnTo>
                  <a:pt x="3823689" y="2290137"/>
                </a:lnTo>
                <a:cubicBezTo>
                  <a:pt x="3820910" y="2290058"/>
                  <a:pt x="3818345" y="2289451"/>
                  <a:pt x="3815780" y="2289046"/>
                </a:cubicBezTo>
                <a:close/>
                <a:moveTo>
                  <a:pt x="5263688" y="2288656"/>
                </a:moveTo>
                <a:cubicBezTo>
                  <a:pt x="5265136" y="2288572"/>
                  <a:pt x="5266670" y="2289531"/>
                  <a:pt x="5268319" y="2292296"/>
                </a:cubicBezTo>
                <a:cubicBezTo>
                  <a:pt x="5259161" y="2294436"/>
                  <a:pt x="5270884" y="2299074"/>
                  <a:pt x="5263923" y="2301214"/>
                </a:cubicBezTo>
                <a:cubicBezTo>
                  <a:pt x="5259161" y="2290155"/>
                  <a:pt x="5259161" y="2310490"/>
                  <a:pt x="5263923" y="2310490"/>
                </a:cubicBezTo>
                <a:cubicBezTo>
                  <a:pt x="5263923" y="2310490"/>
                  <a:pt x="5263923" y="2310490"/>
                  <a:pt x="5256963" y="2312630"/>
                </a:cubicBezTo>
                <a:cubicBezTo>
                  <a:pt x="5254764" y="2312630"/>
                  <a:pt x="5252200" y="2312630"/>
                  <a:pt x="5252200" y="2307992"/>
                </a:cubicBezTo>
                <a:cubicBezTo>
                  <a:pt x="5259161" y="2305852"/>
                  <a:pt x="5252200" y="2303711"/>
                  <a:pt x="5252200" y="2296933"/>
                </a:cubicBezTo>
                <a:cubicBezTo>
                  <a:pt x="5255772" y="2298539"/>
                  <a:pt x="5259344" y="2288907"/>
                  <a:pt x="5263688" y="2288656"/>
                </a:cubicBezTo>
                <a:close/>
                <a:moveTo>
                  <a:pt x="3946641" y="2288056"/>
                </a:moveTo>
                <a:lnTo>
                  <a:pt x="3934012" y="2295905"/>
                </a:lnTo>
                <a:lnTo>
                  <a:pt x="3947263" y="2291993"/>
                </a:lnTo>
                <a:close/>
                <a:moveTo>
                  <a:pt x="3894441" y="2288056"/>
                </a:moveTo>
                <a:lnTo>
                  <a:pt x="3894326" y="2288129"/>
                </a:lnTo>
                <a:lnTo>
                  <a:pt x="3893869" y="2290782"/>
                </a:lnTo>
                <a:lnTo>
                  <a:pt x="3897184" y="2296742"/>
                </a:lnTo>
                <a:close/>
                <a:moveTo>
                  <a:pt x="5823335" y="2285896"/>
                </a:moveTo>
                <a:cubicBezTo>
                  <a:pt x="5812175" y="2290576"/>
                  <a:pt x="5802815" y="2299577"/>
                  <a:pt x="5798495" y="2308577"/>
                </a:cubicBezTo>
                <a:cubicBezTo>
                  <a:pt x="5800655" y="2313258"/>
                  <a:pt x="5830175" y="2299577"/>
                  <a:pt x="5823335" y="2285896"/>
                </a:cubicBezTo>
                <a:close/>
                <a:moveTo>
                  <a:pt x="3940263" y="2269509"/>
                </a:moveTo>
                <a:lnTo>
                  <a:pt x="3938901" y="2271315"/>
                </a:lnTo>
                <a:cubicBezTo>
                  <a:pt x="3937461" y="2274735"/>
                  <a:pt x="3937461" y="2278155"/>
                  <a:pt x="3939801" y="2281575"/>
                </a:cubicBezTo>
                <a:cubicBezTo>
                  <a:pt x="3943221" y="2282656"/>
                  <a:pt x="3946641" y="2280946"/>
                  <a:pt x="3949206" y="2278110"/>
                </a:cubicBezTo>
                <a:lnTo>
                  <a:pt x="3950995" y="2273835"/>
                </a:lnTo>
                <a:lnTo>
                  <a:pt x="3943252" y="2271610"/>
                </a:lnTo>
                <a:close/>
                <a:moveTo>
                  <a:pt x="5720925" y="2266950"/>
                </a:moveTo>
                <a:cubicBezTo>
                  <a:pt x="5729688" y="2280443"/>
                  <a:pt x="5705503" y="2293582"/>
                  <a:pt x="5703050" y="2286835"/>
                </a:cubicBezTo>
                <a:cubicBezTo>
                  <a:pt x="5712163" y="2282574"/>
                  <a:pt x="5707606" y="2269080"/>
                  <a:pt x="5720925" y="2266950"/>
                </a:cubicBezTo>
                <a:close/>
                <a:moveTo>
                  <a:pt x="5834855" y="2256374"/>
                </a:moveTo>
                <a:cubicBezTo>
                  <a:pt x="5832695" y="2265374"/>
                  <a:pt x="5825855" y="2272215"/>
                  <a:pt x="5825855" y="2283736"/>
                </a:cubicBezTo>
                <a:cubicBezTo>
                  <a:pt x="5839535" y="2276895"/>
                  <a:pt x="5841695" y="2285896"/>
                  <a:pt x="5855375" y="2274735"/>
                </a:cubicBezTo>
                <a:cubicBezTo>
                  <a:pt x="5853215" y="2263214"/>
                  <a:pt x="5839535" y="2267894"/>
                  <a:pt x="5834855" y="2256374"/>
                </a:cubicBezTo>
                <a:close/>
                <a:moveTo>
                  <a:pt x="5254891" y="2256374"/>
                </a:moveTo>
                <a:lnTo>
                  <a:pt x="5254647" y="2256827"/>
                </a:lnTo>
                <a:lnTo>
                  <a:pt x="5254969" y="2256374"/>
                </a:lnTo>
                <a:close/>
                <a:moveTo>
                  <a:pt x="5800655" y="2249533"/>
                </a:moveTo>
                <a:cubicBezTo>
                  <a:pt x="5791655" y="2258534"/>
                  <a:pt x="5786975" y="2267894"/>
                  <a:pt x="5786975" y="2281575"/>
                </a:cubicBezTo>
                <a:cubicBezTo>
                  <a:pt x="5795975" y="2276895"/>
                  <a:pt x="5800655" y="2276895"/>
                  <a:pt x="5800655" y="2285896"/>
                </a:cubicBezTo>
                <a:cubicBezTo>
                  <a:pt x="5816495" y="2281575"/>
                  <a:pt x="5821175" y="2267894"/>
                  <a:pt x="5828015" y="2256374"/>
                </a:cubicBezTo>
                <a:cubicBezTo>
                  <a:pt x="5816495" y="2245213"/>
                  <a:pt x="5816495" y="2274735"/>
                  <a:pt x="5802815" y="2274735"/>
                </a:cubicBezTo>
                <a:cubicBezTo>
                  <a:pt x="5791655" y="2274735"/>
                  <a:pt x="5802815" y="2256374"/>
                  <a:pt x="5800655" y="2249533"/>
                </a:cubicBezTo>
                <a:close/>
                <a:moveTo>
                  <a:pt x="6293228" y="2247900"/>
                </a:moveTo>
                <a:cubicBezTo>
                  <a:pt x="6286159" y="2258836"/>
                  <a:pt x="6279090" y="2270125"/>
                  <a:pt x="6276857" y="2285647"/>
                </a:cubicBezTo>
                <a:cubicBezTo>
                  <a:pt x="6272020" y="2272241"/>
                  <a:pt x="6269788" y="2247900"/>
                  <a:pt x="6293228" y="2247900"/>
                </a:cubicBezTo>
                <a:close/>
                <a:moveTo>
                  <a:pt x="5225011" y="2231532"/>
                </a:moveTo>
                <a:cubicBezTo>
                  <a:pt x="5211331" y="2238372"/>
                  <a:pt x="5225011" y="2247373"/>
                  <a:pt x="5222851" y="2261054"/>
                </a:cubicBezTo>
                <a:cubicBezTo>
                  <a:pt x="5202331" y="2265374"/>
                  <a:pt x="5179651" y="2288056"/>
                  <a:pt x="5200171" y="2306417"/>
                </a:cubicBezTo>
                <a:cubicBezTo>
                  <a:pt x="5181811" y="2308577"/>
                  <a:pt x="5188651" y="2285896"/>
                  <a:pt x="5174971" y="2285896"/>
                </a:cubicBezTo>
                <a:cubicBezTo>
                  <a:pt x="5179651" y="2292736"/>
                  <a:pt x="5179651" y="2306417"/>
                  <a:pt x="5184331" y="2313258"/>
                </a:cubicBezTo>
                <a:cubicBezTo>
                  <a:pt x="5172811" y="2317938"/>
                  <a:pt x="5163811" y="2324778"/>
                  <a:pt x="5163811" y="2340619"/>
                </a:cubicBezTo>
                <a:cubicBezTo>
                  <a:pt x="5150130" y="2342780"/>
                  <a:pt x="5159131" y="2320098"/>
                  <a:pt x="5141130" y="2326938"/>
                </a:cubicBezTo>
                <a:cubicBezTo>
                  <a:pt x="5141130" y="2326938"/>
                  <a:pt x="5141130" y="2326938"/>
                  <a:pt x="5141130" y="2351780"/>
                </a:cubicBezTo>
                <a:cubicBezTo>
                  <a:pt x="5129610" y="2338459"/>
                  <a:pt x="5122770" y="2354300"/>
                  <a:pt x="5109090" y="2356461"/>
                </a:cubicBezTo>
                <a:cubicBezTo>
                  <a:pt x="5109090" y="2361141"/>
                  <a:pt x="5113770" y="2363301"/>
                  <a:pt x="5111250" y="2367981"/>
                </a:cubicBezTo>
                <a:cubicBezTo>
                  <a:pt x="5093250" y="2372302"/>
                  <a:pt x="5077410" y="2388143"/>
                  <a:pt x="5086410" y="2411184"/>
                </a:cubicBezTo>
                <a:cubicBezTo>
                  <a:pt x="5074890" y="2402184"/>
                  <a:pt x="5059050" y="2418025"/>
                  <a:pt x="5065890" y="2427025"/>
                </a:cubicBezTo>
                <a:cubicBezTo>
                  <a:pt x="5038529" y="2418025"/>
                  <a:pt x="5045369" y="2447547"/>
                  <a:pt x="5027369" y="2449707"/>
                </a:cubicBezTo>
                <a:cubicBezTo>
                  <a:pt x="5034209" y="2458708"/>
                  <a:pt x="5024849" y="2451867"/>
                  <a:pt x="5022689" y="2458708"/>
                </a:cubicBezTo>
                <a:cubicBezTo>
                  <a:pt x="5027369" y="2461228"/>
                  <a:pt x="5029529" y="2463388"/>
                  <a:pt x="5031689" y="2465548"/>
                </a:cubicBezTo>
                <a:cubicBezTo>
                  <a:pt x="5029529" y="2472388"/>
                  <a:pt x="5027369" y="2486069"/>
                  <a:pt x="5015849" y="2486069"/>
                </a:cubicBezTo>
                <a:cubicBezTo>
                  <a:pt x="5018009" y="2474909"/>
                  <a:pt x="5031689" y="2470228"/>
                  <a:pt x="5018009" y="2463388"/>
                </a:cubicBezTo>
                <a:cubicBezTo>
                  <a:pt x="5006849" y="2481749"/>
                  <a:pt x="4974809" y="2470228"/>
                  <a:pt x="4963649" y="2486069"/>
                </a:cubicBezTo>
                <a:cubicBezTo>
                  <a:pt x="4958969" y="2495430"/>
                  <a:pt x="4958969" y="2502271"/>
                  <a:pt x="4965809" y="2508751"/>
                </a:cubicBezTo>
                <a:cubicBezTo>
                  <a:pt x="4991009" y="2508751"/>
                  <a:pt x="4963649" y="2488590"/>
                  <a:pt x="4981649" y="2486069"/>
                </a:cubicBezTo>
                <a:cubicBezTo>
                  <a:pt x="4977329" y="2502271"/>
                  <a:pt x="4993169" y="2504431"/>
                  <a:pt x="4995329" y="2515591"/>
                </a:cubicBezTo>
                <a:cubicBezTo>
                  <a:pt x="4981649" y="2504431"/>
                  <a:pt x="4972649" y="2518112"/>
                  <a:pt x="4961129" y="2520272"/>
                </a:cubicBezTo>
                <a:cubicBezTo>
                  <a:pt x="4958969" y="2511271"/>
                  <a:pt x="4958969" y="2499750"/>
                  <a:pt x="4947449" y="2497590"/>
                </a:cubicBezTo>
                <a:cubicBezTo>
                  <a:pt x="4943129" y="2504431"/>
                  <a:pt x="4954289" y="2515591"/>
                  <a:pt x="4943129" y="2515591"/>
                </a:cubicBezTo>
                <a:cubicBezTo>
                  <a:pt x="4943129" y="2511271"/>
                  <a:pt x="4940609" y="2506591"/>
                  <a:pt x="4938449" y="2504431"/>
                </a:cubicBezTo>
                <a:cubicBezTo>
                  <a:pt x="4931609" y="2511271"/>
                  <a:pt x="4924769" y="2522432"/>
                  <a:pt x="4915769" y="2529272"/>
                </a:cubicBezTo>
                <a:cubicBezTo>
                  <a:pt x="4895248" y="2515591"/>
                  <a:pt x="4879408" y="2549794"/>
                  <a:pt x="4858888" y="2549794"/>
                </a:cubicBezTo>
                <a:cubicBezTo>
                  <a:pt x="4863568" y="2551954"/>
                  <a:pt x="4861048" y="2558794"/>
                  <a:pt x="4863568" y="2563475"/>
                </a:cubicBezTo>
                <a:cubicBezTo>
                  <a:pt x="4856728" y="2565635"/>
                  <a:pt x="4849888" y="2561315"/>
                  <a:pt x="4849888" y="2574995"/>
                </a:cubicBezTo>
                <a:cubicBezTo>
                  <a:pt x="4829368" y="2558794"/>
                  <a:pt x="4827208" y="2583996"/>
                  <a:pt x="4813528" y="2592997"/>
                </a:cubicBezTo>
                <a:cubicBezTo>
                  <a:pt x="4813528" y="2581836"/>
                  <a:pt x="4802008" y="2595517"/>
                  <a:pt x="4799848" y="2583996"/>
                </a:cubicBezTo>
                <a:cubicBezTo>
                  <a:pt x="4802008" y="2572475"/>
                  <a:pt x="4806688" y="2568155"/>
                  <a:pt x="4813528" y="2565635"/>
                </a:cubicBezTo>
                <a:cubicBezTo>
                  <a:pt x="4799848" y="2549794"/>
                  <a:pt x="4781487" y="2565635"/>
                  <a:pt x="4772487" y="2581836"/>
                </a:cubicBezTo>
                <a:cubicBezTo>
                  <a:pt x="4781487" y="2581836"/>
                  <a:pt x="4783647" y="2570315"/>
                  <a:pt x="4795167" y="2579316"/>
                </a:cubicBezTo>
                <a:cubicBezTo>
                  <a:pt x="4776807" y="2595517"/>
                  <a:pt x="4756647" y="2602357"/>
                  <a:pt x="4738287" y="2625039"/>
                </a:cubicBezTo>
                <a:cubicBezTo>
                  <a:pt x="4738287" y="2627199"/>
                  <a:pt x="4742967" y="2629359"/>
                  <a:pt x="4747287" y="2631879"/>
                </a:cubicBezTo>
                <a:cubicBezTo>
                  <a:pt x="4747287" y="2631879"/>
                  <a:pt x="4747287" y="2631879"/>
                  <a:pt x="4740447" y="2649881"/>
                </a:cubicBezTo>
                <a:cubicBezTo>
                  <a:pt x="4729287" y="2645560"/>
                  <a:pt x="4738287" y="2634040"/>
                  <a:pt x="4724607" y="2629359"/>
                </a:cubicBezTo>
                <a:cubicBezTo>
                  <a:pt x="4704087" y="2625039"/>
                  <a:pt x="4713087" y="2649881"/>
                  <a:pt x="4695087" y="2638720"/>
                </a:cubicBezTo>
                <a:cubicBezTo>
                  <a:pt x="4692927" y="2656721"/>
                  <a:pt x="4715607" y="2654561"/>
                  <a:pt x="4722447" y="2647720"/>
                </a:cubicBezTo>
                <a:cubicBezTo>
                  <a:pt x="4719927" y="2666082"/>
                  <a:pt x="4697247" y="2649881"/>
                  <a:pt x="4701927" y="2668242"/>
                </a:cubicBezTo>
                <a:cubicBezTo>
                  <a:pt x="4688247" y="2659241"/>
                  <a:pt x="4699767" y="2640880"/>
                  <a:pt x="4676727" y="2634040"/>
                </a:cubicBezTo>
                <a:cubicBezTo>
                  <a:pt x="4670247" y="2649881"/>
                  <a:pt x="4629206" y="2654561"/>
                  <a:pt x="4645047" y="2684083"/>
                </a:cubicBezTo>
                <a:cubicBezTo>
                  <a:pt x="4654047" y="2672562"/>
                  <a:pt x="4663407" y="2668242"/>
                  <a:pt x="4674567" y="2661401"/>
                </a:cubicBezTo>
                <a:cubicBezTo>
                  <a:pt x="4676727" y="2675082"/>
                  <a:pt x="4660887" y="2668242"/>
                  <a:pt x="4670247" y="2681923"/>
                </a:cubicBezTo>
                <a:cubicBezTo>
                  <a:pt x="4659987" y="2681923"/>
                  <a:pt x="4648017" y="2687593"/>
                  <a:pt x="4636901" y="2692678"/>
                </a:cubicBezTo>
                <a:lnTo>
                  <a:pt x="4628304" y="2696185"/>
                </a:lnTo>
                <a:lnTo>
                  <a:pt x="4629977" y="2698664"/>
                </a:lnTo>
                <a:cubicBezTo>
                  <a:pt x="4631571" y="2699497"/>
                  <a:pt x="4633466" y="2699712"/>
                  <a:pt x="4635284" y="2700143"/>
                </a:cubicBezTo>
                <a:lnTo>
                  <a:pt x="4637518" y="2701420"/>
                </a:lnTo>
                <a:lnTo>
                  <a:pt x="4648557" y="2700059"/>
                </a:lnTo>
                <a:cubicBezTo>
                  <a:pt x="4654227" y="2698304"/>
                  <a:pt x="4658727" y="2695424"/>
                  <a:pt x="4660887" y="2690923"/>
                </a:cubicBezTo>
                <a:cubicBezTo>
                  <a:pt x="4658727" y="2699924"/>
                  <a:pt x="4672407" y="2695604"/>
                  <a:pt x="4670247" y="2686243"/>
                </a:cubicBezTo>
                <a:cubicBezTo>
                  <a:pt x="4674567" y="2688763"/>
                  <a:pt x="4676727" y="2690923"/>
                  <a:pt x="4679247" y="2695604"/>
                </a:cubicBezTo>
                <a:cubicBezTo>
                  <a:pt x="4683567" y="2690923"/>
                  <a:pt x="4688247" y="2686243"/>
                  <a:pt x="4690407" y="2679403"/>
                </a:cubicBezTo>
                <a:cubicBezTo>
                  <a:pt x="4706607" y="2690923"/>
                  <a:pt x="4715607" y="2677243"/>
                  <a:pt x="4726767" y="2666082"/>
                </a:cubicBezTo>
                <a:cubicBezTo>
                  <a:pt x="4724607" y="2672562"/>
                  <a:pt x="4736127" y="2675082"/>
                  <a:pt x="4736127" y="2679403"/>
                </a:cubicBezTo>
                <a:cubicBezTo>
                  <a:pt x="4742967" y="2666082"/>
                  <a:pt x="4756647" y="2666082"/>
                  <a:pt x="4767807" y="2663562"/>
                </a:cubicBezTo>
                <a:cubicBezTo>
                  <a:pt x="4779327" y="2659241"/>
                  <a:pt x="4790487" y="2656721"/>
                  <a:pt x="4790487" y="2640880"/>
                </a:cubicBezTo>
                <a:cubicBezTo>
                  <a:pt x="4802008" y="2649881"/>
                  <a:pt x="4804168" y="2634040"/>
                  <a:pt x="4808848" y="2627199"/>
                </a:cubicBezTo>
                <a:lnTo>
                  <a:pt x="4818574" y="2632082"/>
                </a:lnTo>
                <a:lnTo>
                  <a:pt x="4817225" y="2627535"/>
                </a:lnTo>
                <a:cubicBezTo>
                  <a:pt x="4831014" y="2611782"/>
                  <a:pt x="4860768" y="2611782"/>
                  <a:pt x="4867662" y="2600325"/>
                </a:cubicBezTo>
                <a:cubicBezTo>
                  <a:pt x="4867662" y="2608291"/>
                  <a:pt x="4865099" y="2614691"/>
                  <a:pt x="4861431" y="2620335"/>
                </a:cubicBezTo>
                <a:lnTo>
                  <a:pt x="4860096" y="2621942"/>
                </a:lnTo>
                <a:lnTo>
                  <a:pt x="4865514" y="2621506"/>
                </a:lnTo>
                <a:cubicBezTo>
                  <a:pt x="4871016" y="2620674"/>
                  <a:pt x="4875988" y="2619099"/>
                  <a:pt x="4879408" y="2615678"/>
                </a:cubicBezTo>
                <a:cubicBezTo>
                  <a:pt x="4879408" y="2609198"/>
                  <a:pt x="4874728" y="2606678"/>
                  <a:pt x="4874728" y="2602357"/>
                </a:cubicBezTo>
                <a:cubicBezTo>
                  <a:pt x="4888408" y="2597677"/>
                  <a:pt x="4890568" y="2595517"/>
                  <a:pt x="4904249" y="2586156"/>
                </a:cubicBezTo>
                <a:cubicBezTo>
                  <a:pt x="4911089" y="2595517"/>
                  <a:pt x="4895248" y="2602357"/>
                  <a:pt x="4906769" y="2606678"/>
                </a:cubicBezTo>
                <a:cubicBezTo>
                  <a:pt x="4907309" y="2596417"/>
                  <a:pt x="4910842" y="2588722"/>
                  <a:pt x="4916123" y="2582702"/>
                </a:cubicBezTo>
                <a:lnTo>
                  <a:pt x="4916553" y="2582401"/>
                </a:lnTo>
                <a:lnTo>
                  <a:pt x="4916926" y="2574036"/>
                </a:lnTo>
                <a:cubicBezTo>
                  <a:pt x="4919856" y="2561536"/>
                  <a:pt x="4928977" y="2559422"/>
                  <a:pt x="4940695" y="2555875"/>
                </a:cubicBezTo>
                <a:lnTo>
                  <a:pt x="4938110" y="2567927"/>
                </a:lnTo>
                <a:lnTo>
                  <a:pt x="4958862" y="2559593"/>
                </a:lnTo>
                <a:lnTo>
                  <a:pt x="4966610" y="2555482"/>
                </a:lnTo>
                <a:lnTo>
                  <a:pt x="4958513" y="2547013"/>
                </a:lnTo>
                <a:cubicBezTo>
                  <a:pt x="4965216" y="2547013"/>
                  <a:pt x="4963099" y="2540260"/>
                  <a:pt x="4967332" y="2538127"/>
                </a:cubicBezTo>
                <a:lnTo>
                  <a:pt x="4971093" y="2542074"/>
                </a:lnTo>
                <a:lnTo>
                  <a:pt x="4970489" y="2533953"/>
                </a:lnTo>
                <a:cubicBezTo>
                  <a:pt x="4981649" y="2533953"/>
                  <a:pt x="4986329" y="2522432"/>
                  <a:pt x="4995329" y="2518112"/>
                </a:cubicBezTo>
                <a:cubicBezTo>
                  <a:pt x="4993169" y="2529272"/>
                  <a:pt x="4993169" y="2536113"/>
                  <a:pt x="4997849" y="2542953"/>
                </a:cubicBezTo>
                <a:cubicBezTo>
                  <a:pt x="5020529" y="2531613"/>
                  <a:pt x="5039789" y="2511181"/>
                  <a:pt x="5059364" y="2492730"/>
                </a:cubicBezTo>
                <a:lnTo>
                  <a:pt x="5085382" y="2471262"/>
                </a:lnTo>
                <a:lnTo>
                  <a:pt x="5080515" y="2465113"/>
                </a:lnTo>
                <a:cubicBezTo>
                  <a:pt x="5077965" y="2463099"/>
                  <a:pt x="5075638" y="2463099"/>
                  <a:pt x="5074385" y="2467753"/>
                </a:cubicBezTo>
                <a:cubicBezTo>
                  <a:pt x="5063288" y="2451644"/>
                  <a:pt x="5092641" y="2442695"/>
                  <a:pt x="5097294" y="2438400"/>
                </a:cubicBezTo>
                <a:cubicBezTo>
                  <a:pt x="5099442" y="2447349"/>
                  <a:pt x="5094789" y="2451644"/>
                  <a:pt x="5090493" y="2456298"/>
                </a:cubicBezTo>
                <a:cubicBezTo>
                  <a:pt x="5089240" y="2458625"/>
                  <a:pt x="5087540" y="2460862"/>
                  <a:pt x="5086690" y="2463681"/>
                </a:cubicBezTo>
                <a:lnTo>
                  <a:pt x="5087396" y="2469601"/>
                </a:lnTo>
                <a:lnTo>
                  <a:pt x="5089430" y="2467922"/>
                </a:lnTo>
                <a:cubicBezTo>
                  <a:pt x="5099842" y="2461070"/>
                  <a:pt x="5110800" y="2456098"/>
                  <a:pt x="5122770" y="2454387"/>
                </a:cubicBezTo>
                <a:cubicBezTo>
                  <a:pt x="5118090" y="2456547"/>
                  <a:pt x="5111250" y="2458708"/>
                  <a:pt x="5111250" y="2468068"/>
                </a:cubicBezTo>
                <a:cubicBezTo>
                  <a:pt x="5122770" y="2465548"/>
                  <a:pt x="5120610" y="2474909"/>
                  <a:pt x="5129610" y="2472388"/>
                </a:cubicBezTo>
                <a:cubicBezTo>
                  <a:pt x="5128530" y="2461048"/>
                  <a:pt x="5133660" y="2458797"/>
                  <a:pt x="5139645" y="2458528"/>
                </a:cubicBezTo>
                <a:lnTo>
                  <a:pt x="5147964" y="2458705"/>
                </a:lnTo>
                <a:lnTo>
                  <a:pt x="5151722" y="2451292"/>
                </a:lnTo>
                <a:lnTo>
                  <a:pt x="5153522" y="2448734"/>
                </a:lnTo>
                <a:lnTo>
                  <a:pt x="5152740" y="2443992"/>
                </a:lnTo>
                <a:cubicBezTo>
                  <a:pt x="5151300" y="2441156"/>
                  <a:pt x="5150130" y="2438366"/>
                  <a:pt x="5152290" y="2431706"/>
                </a:cubicBezTo>
                <a:lnTo>
                  <a:pt x="5156567" y="2432383"/>
                </a:lnTo>
                <a:lnTo>
                  <a:pt x="5156433" y="2431030"/>
                </a:lnTo>
                <a:lnTo>
                  <a:pt x="5168768" y="2432975"/>
                </a:lnTo>
                <a:lnTo>
                  <a:pt x="5176405" y="2429657"/>
                </a:lnTo>
                <a:lnTo>
                  <a:pt x="5170203" y="2424156"/>
                </a:lnTo>
                <a:lnTo>
                  <a:pt x="5175016" y="2422039"/>
                </a:lnTo>
                <a:lnTo>
                  <a:pt x="5170651" y="2418025"/>
                </a:lnTo>
                <a:cubicBezTo>
                  <a:pt x="5179021" y="2414514"/>
                  <a:pt x="5184961" y="2398246"/>
                  <a:pt x="5191357" y="2394280"/>
                </a:cubicBezTo>
                <a:lnTo>
                  <a:pt x="5194116" y="2394721"/>
                </a:lnTo>
                <a:lnTo>
                  <a:pt x="5195998" y="2391994"/>
                </a:lnTo>
                <a:cubicBezTo>
                  <a:pt x="5200517" y="2387947"/>
                  <a:pt x="5206155" y="2384491"/>
                  <a:pt x="5204902" y="2376487"/>
                </a:cubicBezTo>
                <a:cubicBezTo>
                  <a:pt x="5211704" y="2385764"/>
                  <a:pt x="5210630" y="2391494"/>
                  <a:pt x="5207005" y="2396360"/>
                </a:cubicBezTo>
                <a:lnTo>
                  <a:pt x="5196538" y="2408007"/>
                </a:lnTo>
                <a:lnTo>
                  <a:pt x="5202061" y="2409879"/>
                </a:lnTo>
                <a:cubicBezTo>
                  <a:pt x="5205211" y="2412714"/>
                  <a:pt x="5208091" y="2417845"/>
                  <a:pt x="5216011" y="2420185"/>
                </a:cubicBezTo>
                <a:cubicBezTo>
                  <a:pt x="5220691" y="2409024"/>
                  <a:pt x="5213851" y="2406504"/>
                  <a:pt x="5209171" y="2402184"/>
                </a:cubicBezTo>
                <a:cubicBezTo>
                  <a:pt x="5218171" y="2388143"/>
                  <a:pt x="5241211" y="2372302"/>
                  <a:pt x="5259211" y="2356461"/>
                </a:cubicBezTo>
                <a:cubicBezTo>
                  <a:pt x="5250211" y="2349620"/>
                  <a:pt x="5259211" y="2338459"/>
                  <a:pt x="5257051" y="2326938"/>
                </a:cubicBezTo>
                <a:cubicBezTo>
                  <a:pt x="5270731" y="2322258"/>
                  <a:pt x="5263891" y="2342780"/>
                  <a:pt x="5277571" y="2335939"/>
                </a:cubicBezTo>
                <a:cubicBezTo>
                  <a:pt x="5272891" y="2320098"/>
                  <a:pt x="5279731" y="2311097"/>
                  <a:pt x="5284411" y="2299577"/>
                </a:cubicBezTo>
                <a:cubicBezTo>
                  <a:pt x="5277571" y="2297416"/>
                  <a:pt x="5272891" y="2306417"/>
                  <a:pt x="5272891" y="2299577"/>
                </a:cubicBezTo>
                <a:cubicBezTo>
                  <a:pt x="5284411" y="2297416"/>
                  <a:pt x="5277571" y="2283736"/>
                  <a:pt x="5270731" y="2281575"/>
                </a:cubicBezTo>
                <a:cubicBezTo>
                  <a:pt x="5275231" y="2280315"/>
                  <a:pt x="5276941" y="2276265"/>
                  <a:pt x="5279236" y="2272260"/>
                </a:cubicBezTo>
                <a:lnTo>
                  <a:pt x="5282361" y="2269907"/>
                </a:lnTo>
                <a:lnTo>
                  <a:pt x="5277905" y="2267494"/>
                </a:lnTo>
                <a:cubicBezTo>
                  <a:pt x="5259559" y="2264954"/>
                  <a:pt x="5257401" y="2278743"/>
                  <a:pt x="5259559" y="2285637"/>
                </a:cubicBezTo>
                <a:cubicBezTo>
                  <a:pt x="5247148" y="2281101"/>
                  <a:pt x="5246609" y="2271395"/>
                  <a:pt x="5251420" y="2261371"/>
                </a:cubicBezTo>
                <a:lnTo>
                  <a:pt x="5252212" y="2260256"/>
                </a:lnTo>
                <a:lnTo>
                  <a:pt x="5249356" y="2245888"/>
                </a:lnTo>
                <a:cubicBezTo>
                  <a:pt x="5247961" y="2241613"/>
                  <a:pt x="5245711" y="2238193"/>
                  <a:pt x="5241211" y="2235852"/>
                </a:cubicBezTo>
                <a:cubicBezTo>
                  <a:pt x="5234371" y="2251693"/>
                  <a:pt x="5231851" y="2238372"/>
                  <a:pt x="5225011" y="2231532"/>
                </a:cubicBezTo>
                <a:close/>
                <a:moveTo>
                  <a:pt x="5864315" y="2222500"/>
                </a:moveTo>
                <a:cubicBezTo>
                  <a:pt x="5870975" y="2231959"/>
                  <a:pt x="5864315" y="2245783"/>
                  <a:pt x="5864315" y="2257061"/>
                </a:cubicBezTo>
                <a:cubicBezTo>
                  <a:pt x="5844338" y="2254878"/>
                  <a:pt x="5866418" y="2234141"/>
                  <a:pt x="5864315" y="2222500"/>
                </a:cubicBezTo>
                <a:close/>
                <a:moveTo>
                  <a:pt x="5738681" y="2222500"/>
                </a:moveTo>
                <a:lnTo>
                  <a:pt x="5740797" y="2238985"/>
                </a:lnTo>
                <a:cubicBezTo>
                  <a:pt x="5736211" y="2241183"/>
                  <a:pt x="5727392" y="2245945"/>
                  <a:pt x="5725275" y="2241183"/>
                </a:cubicBezTo>
                <a:cubicBezTo>
                  <a:pt x="5731978" y="2236421"/>
                  <a:pt x="5731978" y="2227262"/>
                  <a:pt x="5738681" y="2222500"/>
                </a:cubicBezTo>
                <a:close/>
                <a:moveTo>
                  <a:pt x="5873376" y="2213171"/>
                </a:moveTo>
                <a:cubicBezTo>
                  <a:pt x="5859696" y="2222171"/>
                  <a:pt x="5859696" y="2231532"/>
                  <a:pt x="5843855" y="2231532"/>
                </a:cubicBezTo>
                <a:cubicBezTo>
                  <a:pt x="5850695" y="2242693"/>
                  <a:pt x="5862216" y="2247373"/>
                  <a:pt x="5855375" y="2267894"/>
                </a:cubicBezTo>
                <a:cubicBezTo>
                  <a:pt x="5880216" y="2265374"/>
                  <a:pt x="5864376" y="2235852"/>
                  <a:pt x="5873376" y="2213171"/>
                </a:cubicBezTo>
                <a:close/>
                <a:moveTo>
                  <a:pt x="5282057" y="2212875"/>
                </a:moveTo>
                <a:lnTo>
                  <a:pt x="5276631" y="2218402"/>
                </a:lnTo>
                <a:lnTo>
                  <a:pt x="5276929" y="2224691"/>
                </a:lnTo>
                <a:lnTo>
                  <a:pt x="5277571" y="2224691"/>
                </a:lnTo>
                <a:close/>
                <a:moveTo>
                  <a:pt x="5286207" y="2208646"/>
                </a:moveTo>
                <a:lnTo>
                  <a:pt x="5285490" y="2209377"/>
                </a:lnTo>
                <a:lnTo>
                  <a:pt x="5286319" y="2209122"/>
                </a:lnTo>
                <a:close/>
                <a:moveTo>
                  <a:pt x="6354040" y="2198687"/>
                </a:moveTo>
                <a:cubicBezTo>
                  <a:pt x="6365306" y="2207772"/>
                  <a:pt x="6367850" y="2212496"/>
                  <a:pt x="6358401" y="2226306"/>
                </a:cubicBezTo>
                <a:cubicBezTo>
                  <a:pt x="6338050" y="2228486"/>
                  <a:pt x="6354040" y="2210316"/>
                  <a:pt x="6354040" y="2198687"/>
                </a:cubicBezTo>
                <a:close/>
                <a:moveTo>
                  <a:pt x="5136450" y="2185809"/>
                </a:moveTo>
                <a:cubicBezTo>
                  <a:pt x="5122770" y="2183649"/>
                  <a:pt x="5124930" y="2201650"/>
                  <a:pt x="5138610" y="2199490"/>
                </a:cubicBezTo>
                <a:cubicBezTo>
                  <a:pt x="5143290" y="2192649"/>
                  <a:pt x="5138610" y="2194809"/>
                  <a:pt x="5136450" y="2185809"/>
                </a:cubicBezTo>
                <a:close/>
                <a:moveTo>
                  <a:pt x="5259211" y="2183649"/>
                </a:moveTo>
                <a:cubicBezTo>
                  <a:pt x="5252371" y="2190489"/>
                  <a:pt x="5247241" y="2196160"/>
                  <a:pt x="5242111" y="2202415"/>
                </a:cubicBezTo>
                <a:lnTo>
                  <a:pt x="5234310" y="2212577"/>
                </a:lnTo>
                <a:lnTo>
                  <a:pt x="5239790" y="2213896"/>
                </a:lnTo>
                <a:lnTo>
                  <a:pt x="5247376" y="2208355"/>
                </a:lnTo>
                <a:cubicBezTo>
                  <a:pt x="5253091" y="2201830"/>
                  <a:pt x="5257051" y="2193909"/>
                  <a:pt x="5259211" y="2183649"/>
                </a:cubicBezTo>
                <a:close/>
                <a:moveTo>
                  <a:pt x="6112501" y="2176462"/>
                </a:moveTo>
                <a:cubicBezTo>
                  <a:pt x="6132905" y="2189967"/>
                  <a:pt x="6114649" y="2205605"/>
                  <a:pt x="6110353" y="2223731"/>
                </a:cubicBezTo>
                <a:cubicBezTo>
                  <a:pt x="6096750" y="2210226"/>
                  <a:pt x="6117154" y="2194232"/>
                  <a:pt x="6112501" y="2176462"/>
                </a:cubicBezTo>
                <a:close/>
                <a:moveTo>
                  <a:pt x="5425527" y="2170204"/>
                </a:moveTo>
                <a:cubicBezTo>
                  <a:pt x="5421933" y="2170845"/>
                  <a:pt x="5420313" y="2177258"/>
                  <a:pt x="5418693" y="2172128"/>
                </a:cubicBezTo>
                <a:cubicBezTo>
                  <a:pt x="5411853" y="2181488"/>
                  <a:pt x="5418693" y="2199490"/>
                  <a:pt x="5400332" y="2201650"/>
                </a:cubicBezTo>
                <a:cubicBezTo>
                  <a:pt x="5414013" y="2208490"/>
                  <a:pt x="5432013" y="2187969"/>
                  <a:pt x="5429853" y="2172128"/>
                </a:cubicBezTo>
                <a:cubicBezTo>
                  <a:pt x="5428143" y="2170418"/>
                  <a:pt x="5426726" y="2169990"/>
                  <a:pt x="5425527" y="2170204"/>
                </a:cubicBezTo>
                <a:close/>
                <a:moveTo>
                  <a:pt x="6159281" y="2165350"/>
                </a:moveTo>
                <a:cubicBezTo>
                  <a:pt x="6172600" y="2167894"/>
                  <a:pt x="6163487" y="2190788"/>
                  <a:pt x="6156828" y="2195148"/>
                </a:cubicBezTo>
                <a:cubicBezTo>
                  <a:pt x="6145963" y="2186063"/>
                  <a:pt x="6152622" y="2176978"/>
                  <a:pt x="6159281" y="2165350"/>
                </a:cubicBezTo>
                <a:close/>
                <a:moveTo>
                  <a:pt x="5850695" y="2165287"/>
                </a:moveTo>
                <a:cubicBezTo>
                  <a:pt x="5841695" y="2174648"/>
                  <a:pt x="5843855" y="2187969"/>
                  <a:pt x="5846375" y="2204170"/>
                </a:cubicBezTo>
                <a:cubicBezTo>
                  <a:pt x="5859696" y="2197330"/>
                  <a:pt x="5853215" y="2178968"/>
                  <a:pt x="5850695" y="2165287"/>
                </a:cubicBezTo>
                <a:close/>
                <a:moveTo>
                  <a:pt x="5705255" y="2154127"/>
                </a:moveTo>
                <a:lnTo>
                  <a:pt x="5700505" y="2156365"/>
                </a:lnTo>
                <a:lnTo>
                  <a:pt x="5691245" y="2181216"/>
                </a:lnTo>
                <a:lnTo>
                  <a:pt x="5688196" y="2195294"/>
                </a:lnTo>
                <a:lnTo>
                  <a:pt x="5694005" y="2190759"/>
                </a:lnTo>
                <a:cubicBezTo>
                  <a:pt x="5697695" y="2186529"/>
                  <a:pt x="5701655" y="2182569"/>
                  <a:pt x="5709575" y="2181488"/>
                </a:cubicBezTo>
                <a:cubicBezTo>
                  <a:pt x="5705255" y="2165287"/>
                  <a:pt x="5705255" y="2169968"/>
                  <a:pt x="5705255" y="2154127"/>
                </a:cubicBezTo>
                <a:close/>
                <a:moveTo>
                  <a:pt x="3203455" y="2146445"/>
                </a:moveTo>
                <a:lnTo>
                  <a:pt x="3201514" y="2150944"/>
                </a:lnTo>
                <a:lnTo>
                  <a:pt x="3204174" y="2148737"/>
                </a:lnTo>
                <a:close/>
                <a:moveTo>
                  <a:pt x="6346164" y="2143125"/>
                </a:moveTo>
                <a:cubicBezTo>
                  <a:pt x="6348281" y="2152098"/>
                  <a:pt x="6350397" y="2177221"/>
                  <a:pt x="6341578" y="2184041"/>
                </a:cubicBezTo>
                <a:cubicBezTo>
                  <a:pt x="6337344" y="2172556"/>
                  <a:pt x="6334875" y="2149944"/>
                  <a:pt x="6346164" y="2143125"/>
                </a:cubicBezTo>
                <a:close/>
                <a:moveTo>
                  <a:pt x="6304064" y="2143125"/>
                </a:moveTo>
                <a:cubicBezTo>
                  <a:pt x="6331341" y="2152204"/>
                  <a:pt x="6299398" y="2175445"/>
                  <a:pt x="6313037" y="2195782"/>
                </a:cubicBezTo>
                <a:cubicBezTo>
                  <a:pt x="6308371" y="2198324"/>
                  <a:pt x="6299398" y="2198324"/>
                  <a:pt x="6290425" y="2195782"/>
                </a:cubicBezTo>
                <a:cubicBezTo>
                  <a:pt x="6299398" y="2172903"/>
                  <a:pt x="6301551" y="2168545"/>
                  <a:pt x="6304064" y="2143125"/>
                </a:cubicBezTo>
                <a:close/>
                <a:moveTo>
                  <a:pt x="3200741" y="2137801"/>
                </a:moveTo>
                <a:lnTo>
                  <a:pt x="3200615" y="2139580"/>
                </a:lnTo>
                <a:lnTo>
                  <a:pt x="3201207" y="2139285"/>
                </a:lnTo>
                <a:close/>
                <a:moveTo>
                  <a:pt x="3726543" y="2131377"/>
                </a:moveTo>
                <a:cubicBezTo>
                  <a:pt x="3724307" y="2131968"/>
                  <a:pt x="3723222" y="2134407"/>
                  <a:pt x="3722056" y="2137136"/>
                </a:cubicBezTo>
                <a:lnTo>
                  <a:pt x="3721736" y="2137618"/>
                </a:lnTo>
                <a:lnTo>
                  <a:pt x="3721736" y="2142857"/>
                </a:lnTo>
                <a:cubicBezTo>
                  <a:pt x="3725156" y="2142857"/>
                  <a:pt x="3728036" y="2142317"/>
                  <a:pt x="3730062" y="2140337"/>
                </a:cubicBezTo>
                <a:lnTo>
                  <a:pt x="3732186" y="2132921"/>
                </a:lnTo>
                <a:close/>
                <a:moveTo>
                  <a:pt x="5325889" y="2128837"/>
                </a:moveTo>
                <a:cubicBezTo>
                  <a:pt x="5355033" y="2128837"/>
                  <a:pt x="5323401" y="2145580"/>
                  <a:pt x="5330154" y="2152278"/>
                </a:cubicBezTo>
                <a:cubicBezTo>
                  <a:pt x="5307763" y="2145580"/>
                  <a:pt x="5336907" y="2133674"/>
                  <a:pt x="5325889" y="2128837"/>
                </a:cubicBezTo>
                <a:close/>
                <a:moveTo>
                  <a:pt x="3188159" y="2127514"/>
                </a:moveTo>
                <a:cubicBezTo>
                  <a:pt x="3185009" y="2128077"/>
                  <a:pt x="3181994" y="2129348"/>
                  <a:pt x="3179473" y="2131760"/>
                </a:cubicBezTo>
                <a:lnTo>
                  <a:pt x="3179083" y="2132519"/>
                </a:lnTo>
                <a:lnTo>
                  <a:pt x="3192234" y="2129386"/>
                </a:lnTo>
                <a:lnTo>
                  <a:pt x="3196071" y="2128261"/>
                </a:lnTo>
                <a:close/>
                <a:moveTo>
                  <a:pt x="5815407" y="2127250"/>
                </a:moveTo>
                <a:cubicBezTo>
                  <a:pt x="5815407" y="2141059"/>
                  <a:pt x="5808646" y="2147963"/>
                  <a:pt x="5799751" y="2157048"/>
                </a:cubicBezTo>
                <a:cubicBezTo>
                  <a:pt x="5795125" y="2143239"/>
                  <a:pt x="5806511" y="2136335"/>
                  <a:pt x="5815407" y="2127250"/>
                </a:cubicBezTo>
                <a:close/>
                <a:moveTo>
                  <a:pt x="713719" y="2127250"/>
                </a:moveTo>
                <a:cubicBezTo>
                  <a:pt x="732225" y="2143000"/>
                  <a:pt x="697753" y="2143000"/>
                  <a:pt x="697753" y="2163404"/>
                </a:cubicBezTo>
                <a:cubicBezTo>
                  <a:pt x="681788" y="2158750"/>
                  <a:pt x="709365" y="2138704"/>
                  <a:pt x="713719" y="2127250"/>
                </a:cubicBezTo>
                <a:close/>
                <a:moveTo>
                  <a:pt x="3603945" y="2126439"/>
                </a:moveTo>
                <a:cubicBezTo>
                  <a:pt x="3607391" y="2126048"/>
                  <a:pt x="3612244" y="2135505"/>
                  <a:pt x="3612244" y="2126796"/>
                </a:cubicBezTo>
                <a:cubicBezTo>
                  <a:pt x="3616730" y="2128973"/>
                  <a:pt x="3614314" y="2133690"/>
                  <a:pt x="3614314" y="2138408"/>
                </a:cubicBezTo>
                <a:cubicBezTo>
                  <a:pt x="3605687" y="2142762"/>
                  <a:pt x="3607757" y="2133690"/>
                  <a:pt x="3601200" y="2131150"/>
                </a:cubicBezTo>
                <a:cubicBezTo>
                  <a:pt x="3601804" y="2127794"/>
                  <a:pt x="3602796" y="2126569"/>
                  <a:pt x="3603945" y="2126439"/>
                </a:cubicBezTo>
                <a:close/>
                <a:moveTo>
                  <a:pt x="3335721" y="2124685"/>
                </a:moveTo>
                <a:cubicBezTo>
                  <a:pt x="3330941" y="2141170"/>
                  <a:pt x="3305942" y="2131645"/>
                  <a:pt x="3301163" y="2127249"/>
                </a:cubicBezTo>
                <a:cubicBezTo>
                  <a:pt x="3308148" y="2122487"/>
                  <a:pt x="3324324" y="2134210"/>
                  <a:pt x="3335721" y="2124685"/>
                </a:cubicBezTo>
                <a:close/>
                <a:moveTo>
                  <a:pt x="5735582" y="2124475"/>
                </a:moveTo>
                <a:lnTo>
                  <a:pt x="5722199" y="2131067"/>
                </a:lnTo>
                <a:lnTo>
                  <a:pt x="5722518" y="2133246"/>
                </a:lnTo>
                <a:lnTo>
                  <a:pt x="5728094" y="2131557"/>
                </a:lnTo>
                <a:lnTo>
                  <a:pt x="5727162" y="2134894"/>
                </a:lnTo>
                <a:lnTo>
                  <a:pt x="5733695" y="2129223"/>
                </a:lnTo>
                <a:close/>
                <a:moveTo>
                  <a:pt x="3805978" y="2122425"/>
                </a:moveTo>
                <a:lnTo>
                  <a:pt x="3793228" y="2124841"/>
                </a:lnTo>
                <a:lnTo>
                  <a:pt x="3790187" y="2127530"/>
                </a:lnTo>
                <a:lnTo>
                  <a:pt x="3802744" y="2123510"/>
                </a:lnTo>
                <a:close/>
                <a:moveTo>
                  <a:pt x="5479893" y="2122084"/>
                </a:moveTo>
                <a:lnTo>
                  <a:pt x="5479165" y="2122413"/>
                </a:lnTo>
                <a:lnTo>
                  <a:pt x="5477145" y="2125311"/>
                </a:lnTo>
                <a:lnTo>
                  <a:pt x="5475605" y="2124019"/>
                </a:lnTo>
                <a:lnTo>
                  <a:pt x="5467923" y="2127485"/>
                </a:lnTo>
                <a:cubicBezTo>
                  <a:pt x="5465673" y="2130095"/>
                  <a:pt x="5465133" y="2133605"/>
                  <a:pt x="5466213" y="2138286"/>
                </a:cubicBezTo>
                <a:cubicBezTo>
                  <a:pt x="5477733" y="2135765"/>
                  <a:pt x="5482413" y="2131085"/>
                  <a:pt x="5479893" y="2122084"/>
                </a:cubicBezTo>
                <a:close/>
                <a:moveTo>
                  <a:pt x="4619621" y="2121319"/>
                </a:moveTo>
                <a:cubicBezTo>
                  <a:pt x="4617056" y="2122714"/>
                  <a:pt x="4615346" y="2125505"/>
                  <a:pt x="4613006" y="2128925"/>
                </a:cubicBezTo>
                <a:cubicBezTo>
                  <a:pt x="4622366" y="2140446"/>
                  <a:pt x="4629206" y="2131085"/>
                  <a:pt x="4631366" y="2122084"/>
                </a:cubicBezTo>
                <a:cubicBezTo>
                  <a:pt x="4625606" y="2119924"/>
                  <a:pt x="4622186" y="2119924"/>
                  <a:pt x="4619621" y="2121319"/>
                </a:cubicBezTo>
                <a:close/>
                <a:moveTo>
                  <a:pt x="6123722" y="2112962"/>
                </a:moveTo>
                <a:cubicBezTo>
                  <a:pt x="6148780" y="2123997"/>
                  <a:pt x="6148780" y="2144645"/>
                  <a:pt x="6130524" y="2171344"/>
                </a:cubicBezTo>
                <a:cubicBezTo>
                  <a:pt x="6114773" y="2167072"/>
                  <a:pt x="6114773" y="2167072"/>
                  <a:pt x="6114773" y="2167072"/>
                </a:cubicBezTo>
                <a:cubicBezTo>
                  <a:pt x="6112625" y="2142153"/>
                  <a:pt x="6112625" y="2135389"/>
                  <a:pt x="6123722" y="2112962"/>
                </a:cubicBezTo>
                <a:close/>
                <a:moveTo>
                  <a:pt x="3438292" y="2111497"/>
                </a:moveTo>
                <a:cubicBezTo>
                  <a:pt x="3441311" y="2110581"/>
                  <a:pt x="3444072" y="2111680"/>
                  <a:pt x="3445280" y="2115160"/>
                </a:cubicBezTo>
                <a:cubicBezTo>
                  <a:pt x="3445280" y="2124319"/>
                  <a:pt x="3436307" y="2119923"/>
                  <a:pt x="3434237" y="2126883"/>
                </a:cubicBezTo>
                <a:lnTo>
                  <a:pt x="3432213" y="2122230"/>
                </a:lnTo>
                <a:lnTo>
                  <a:pt x="3402763" y="2133244"/>
                </a:lnTo>
                <a:cubicBezTo>
                  <a:pt x="3404374" y="2118032"/>
                  <a:pt x="3420080" y="2114229"/>
                  <a:pt x="3430701" y="2116131"/>
                </a:cubicBezTo>
                <a:lnTo>
                  <a:pt x="3432706" y="2117007"/>
                </a:lnTo>
                <a:close/>
                <a:moveTo>
                  <a:pt x="5416134" y="2111375"/>
                </a:moveTo>
                <a:cubicBezTo>
                  <a:pt x="5413902" y="2124771"/>
                  <a:pt x="5428041" y="2111375"/>
                  <a:pt x="5428041" y="2122598"/>
                </a:cubicBezTo>
                <a:cubicBezTo>
                  <a:pt x="5423204" y="2129477"/>
                  <a:pt x="5409065" y="2131650"/>
                  <a:pt x="5406832" y="2120426"/>
                </a:cubicBezTo>
                <a:cubicBezTo>
                  <a:pt x="5404600" y="2115719"/>
                  <a:pt x="5413902" y="2115719"/>
                  <a:pt x="5416134" y="2111375"/>
                </a:cubicBezTo>
                <a:close/>
                <a:moveTo>
                  <a:pt x="3351014" y="2107543"/>
                </a:moveTo>
                <a:cubicBezTo>
                  <a:pt x="3354034" y="2105853"/>
                  <a:pt x="3357312" y="2106475"/>
                  <a:pt x="3359555" y="2111101"/>
                </a:cubicBezTo>
                <a:cubicBezTo>
                  <a:pt x="3359555" y="2115371"/>
                  <a:pt x="3357139" y="2113236"/>
                  <a:pt x="3357139" y="2111101"/>
                </a:cubicBezTo>
                <a:cubicBezTo>
                  <a:pt x="3352998" y="2115371"/>
                  <a:pt x="3350582" y="2122131"/>
                  <a:pt x="3344025" y="2117861"/>
                </a:cubicBezTo>
                <a:cubicBezTo>
                  <a:pt x="3345233" y="2113236"/>
                  <a:pt x="3347994" y="2109233"/>
                  <a:pt x="3351014" y="2107543"/>
                </a:cubicBezTo>
                <a:close/>
                <a:moveTo>
                  <a:pt x="3644823" y="2104501"/>
                </a:moveTo>
                <a:cubicBezTo>
                  <a:pt x="3649921" y="2102004"/>
                  <a:pt x="3656182" y="2103056"/>
                  <a:pt x="3659581" y="2107437"/>
                </a:cubicBezTo>
                <a:cubicBezTo>
                  <a:pt x="3654930" y="2116549"/>
                  <a:pt x="3650637" y="2125311"/>
                  <a:pt x="3637042" y="2122858"/>
                </a:cubicBezTo>
                <a:cubicBezTo>
                  <a:pt x="3635790" y="2113044"/>
                  <a:pt x="3639726" y="2106999"/>
                  <a:pt x="3644823" y="2104501"/>
                </a:cubicBezTo>
                <a:close/>
                <a:moveTo>
                  <a:pt x="3839857" y="2103600"/>
                </a:moveTo>
                <a:lnTo>
                  <a:pt x="3839457" y="2104159"/>
                </a:lnTo>
                <a:lnTo>
                  <a:pt x="3830855" y="2105760"/>
                </a:lnTo>
                <a:cubicBezTo>
                  <a:pt x="3839857" y="2103600"/>
                  <a:pt x="3839857" y="2103600"/>
                  <a:pt x="3839857" y="2103600"/>
                </a:cubicBezTo>
                <a:close/>
                <a:moveTo>
                  <a:pt x="4725786" y="2101577"/>
                </a:moveTo>
                <a:lnTo>
                  <a:pt x="4722987" y="2103363"/>
                </a:lnTo>
                <a:lnTo>
                  <a:pt x="4688821" y="2123900"/>
                </a:lnTo>
                <a:lnTo>
                  <a:pt x="4694435" y="2123752"/>
                </a:lnTo>
                <a:cubicBezTo>
                  <a:pt x="4703087" y="2120799"/>
                  <a:pt x="4710985" y="2115569"/>
                  <a:pt x="4718231" y="2109337"/>
                </a:cubicBezTo>
                <a:close/>
                <a:moveTo>
                  <a:pt x="6406442" y="2099311"/>
                </a:moveTo>
                <a:cubicBezTo>
                  <a:pt x="6416676" y="2101443"/>
                  <a:pt x="6427111" y="2114881"/>
                  <a:pt x="6423900" y="2126886"/>
                </a:cubicBezTo>
                <a:cubicBezTo>
                  <a:pt x="6408204" y="2124339"/>
                  <a:pt x="6408204" y="2124339"/>
                  <a:pt x="6408204" y="2124339"/>
                </a:cubicBezTo>
                <a:cubicBezTo>
                  <a:pt x="6417122" y="2108332"/>
                  <a:pt x="6403566" y="2108332"/>
                  <a:pt x="6396788" y="2101420"/>
                </a:cubicBezTo>
                <a:cubicBezTo>
                  <a:pt x="6399642" y="2099146"/>
                  <a:pt x="6403031" y="2098600"/>
                  <a:pt x="6406442" y="2099311"/>
                </a:cubicBezTo>
                <a:close/>
                <a:moveTo>
                  <a:pt x="3789808" y="2096759"/>
                </a:moveTo>
                <a:cubicBezTo>
                  <a:pt x="3778285" y="2096759"/>
                  <a:pt x="3771444" y="2101080"/>
                  <a:pt x="3771444" y="2114760"/>
                </a:cubicBezTo>
                <a:cubicBezTo>
                  <a:pt x="3782966" y="2114760"/>
                  <a:pt x="3789808" y="2110440"/>
                  <a:pt x="3789808" y="2096759"/>
                </a:cubicBezTo>
                <a:close/>
                <a:moveTo>
                  <a:pt x="4686492" y="2096028"/>
                </a:moveTo>
                <a:cubicBezTo>
                  <a:pt x="4684197" y="2095983"/>
                  <a:pt x="4682487" y="2097063"/>
                  <a:pt x="4683567" y="2101563"/>
                </a:cubicBezTo>
                <a:cubicBezTo>
                  <a:pt x="4692927" y="2108403"/>
                  <a:pt x="4695087" y="2106243"/>
                  <a:pt x="4692927" y="2097243"/>
                </a:cubicBezTo>
                <a:cubicBezTo>
                  <a:pt x="4691667" y="2097243"/>
                  <a:pt x="4688787" y="2096073"/>
                  <a:pt x="4686492" y="2096028"/>
                </a:cubicBezTo>
                <a:close/>
                <a:moveTo>
                  <a:pt x="3717415" y="2094984"/>
                </a:moveTo>
                <a:lnTo>
                  <a:pt x="3718428" y="2102491"/>
                </a:lnTo>
                <a:lnTo>
                  <a:pt x="3723120" y="2101845"/>
                </a:lnTo>
                <a:lnTo>
                  <a:pt x="3722456" y="2099123"/>
                </a:lnTo>
                <a:cubicBezTo>
                  <a:pt x="3721916" y="2096244"/>
                  <a:pt x="3720836" y="2093904"/>
                  <a:pt x="3717415" y="2094984"/>
                </a:cubicBezTo>
                <a:close/>
                <a:moveTo>
                  <a:pt x="6378962" y="2090737"/>
                </a:moveTo>
                <a:cubicBezTo>
                  <a:pt x="6378962" y="2131671"/>
                  <a:pt x="6372057" y="2163911"/>
                  <a:pt x="6360792" y="2198325"/>
                </a:cubicBezTo>
                <a:cubicBezTo>
                  <a:pt x="6349163" y="2161737"/>
                  <a:pt x="6372057" y="2124788"/>
                  <a:pt x="6378962" y="2090737"/>
                </a:cubicBezTo>
                <a:close/>
                <a:moveTo>
                  <a:pt x="3676371" y="2090665"/>
                </a:moveTo>
                <a:cubicBezTo>
                  <a:pt x="3672951" y="2094084"/>
                  <a:pt x="3673491" y="2096334"/>
                  <a:pt x="3674346" y="2097999"/>
                </a:cubicBezTo>
                <a:lnTo>
                  <a:pt x="3674229" y="2101295"/>
                </a:lnTo>
                <a:lnTo>
                  <a:pt x="3674615" y="2106114"/>
                </a:lnTo>
                <a:cubicBezTo>
                  <a:pt x="3672201" y="2116088"/>
                  <a:pt x="3663965" y="2126821"/>
                  <a:pt x="3682868" y="2128441"/>
                </a:cubicBezTo>
                <a:lnTo>
                  <a:pt x="3694821" y="2094846"/>
                </a:lnTo>
                <a:lnTo>
                  <a:pt x="3694373" y="2092824"/>
                </a:lnTo>
                <a:cubicBezTo>
                  <a:pt x="3685372" y="2097504"/>
                  <a:pt x="3683212" y="2090665"/>
                  <a:pt x="3676371" y="2090665"/>
                </a:cubicBezTo>
                <a:close/>
                <a:moveTo>
                  <a:pt x="3486544" y="2087562"/>
                </a:moveTo>
                <a:cubicBezTo>
                  <a:pt x="3481919" y="2099285"/>
                  <a:pt x="3477293" y="2111008"/>
                  <a:pt x="3466263" y="2108444"/>
                </a:cubicBezTo>
                <a:cubicBezTo>
                  <a:pt x="3473024" y="2099285"/>
                  <a:pt x="3477293" y="2090126"/>
                  <a:pt x="3486544" y="2087562"/>
                </a:cubicBezTo>
                <a:close/>
                <a:moveTo>
                  <a:pt x="6135461" y="2085975"/>
                </a:moveTo>
                <a:cubicBezTo>
                  <a:pt x="6144619" y="2088121"/>
                  <a:pt x="6135461" y="2101716"/>
                  <a:pt x="6147184" y="2101716"/>
                </a:cubicBezTo>
                <a:cubicBezTo>
                  <a:pt x="6144619" y="2111017"/>
                  <a:pt x="6135461" y="2111017"/>
                  <a:pt x="6123738" y="2108513"/>
                </a:cubicBezTo>
                <a:cubicBezTo>
                  <a:pt x="6123738" y="2097423"/>
                  <a:pt x="6128500" y="2092772"/>
                  <a:pt x="6135461" y="2085975"/>
                </a:cubicBezTo>
                <a:close/>
                <a:moveTo>
                  <a:pt x="5333340" y="2081487"/>
                </a:moveTo>
                <a:lnTo>
                  <a:pt x="5332534" y="2087348"/>
                </a:lnTo>
                <a:cubicBezTo>
                  <a:pt x="5331797" y="2089525"/>
                  <a:pt x="5330402" y="2091392"/>
                  <a:pt x="5327612" y="2092562"/>
                </a:cubicBezTo>
                <a:cubicBezTo>
                  <a:pt x="5333192" y="2095983"/>
                  <a:pt x="5337692" y="2093192"/>
                  <a:pt x="5340257" y="2088107"/>
                </a:cubicBezTo>
                <a:lnTo>
                  <a:pt x="5340588" y="2082283"/>
                </a:lnTo>
                <a:lnTo>
                  <a:pt x="5340190" y="2082240"/>
                </a:lnTo>
                <a:close/>
                <a:moveTo>
                  <a:pt x="3553575" y="2081212"/>
                </a:moveTo>
                <a:cubicBezTo>
                  <a:pt x="3560536" y="2081212"/>
                  <a:pt x="3564932" y="2083384"/>
                  <a:pt x="3567497" y="2085557"/>
                </a:cubicBezTo>
                <a:cubicBezTo>
                  <a:pt x="3562734" y="2090264"/>
                  <a:pt x="3557972" y="2101488"/>
                  <a:pt x="3553575" y="2092436"/>
                </a:cubicBezTo>
                <a:cubicBezTo>
                  <a:pt x="3553575" y="2081212"/>
                  <a:pt x="3553575" y="2081212"/>
                  <a:pt x="3553575" y="2081212"/>
                </a:cubicBezTo>
                <a:close/>
                <a:moveTo>
                  <a:pt x="3441362" y="2076199"/>
                </a:moveTo>
                <a:lnTo>
                  <a:pt x="3439233" y="2076613"/>
                </a:lnTo>
                <a:lnTo>
                  <a:pt x="3441512" y="2086374"/>
                </a:lnTo>
                <a:lnTo>
                  <a:pt x="3441671" y="2080946"/>
                </a:lnTo>
                <a:cubicBezTo>
                  <a:pt x="3441829" y="2078967"/>
                  <a:pt x="3441908" y="2077122"/>
                  <a:pt x="3441362" y="2076199"/>
                </a:cubicBezTo>
                <a:close/>
                <a:moveTo>
                  <a:pt x="3844323" y="2074304"/>
                </a:moveTo>
                <a:lnTo>
                  <a:pt x="3841854" y="2074794"/>
                </a:lnTo>
                <a:lnTo>
                  <a:pt x="3848388" y="2076564"/>
                </a:lnTo>
                <a:lnTo>
                  <a:pt x="3848476" y="2076410"/>
                </a:lnTo>
                <a:close/>
                <a:moveTo>
                  <a:pt x="3726416" y="2072307"/>
                </a:moveTo>
                <a:lnTo>
                  <a:pt x="3727129" y="2072427"/>
                </a:lnTo>
                <a:lnTo>
                  <a:pt x="3726804" y="2072791"/>
                </a:lnTo>
                <a:close/>
                <a:moveTo>
                  <a:pt x="5341292" y="2069881"/>
                </a:moveTo>
                <a:cubicBezTo>
                  <a:pt x="5337872" y="2070421"/>
                  <a:pt x="5336004" y="2071816"/>
                  <a:pt x="5334953" y="2073678"/>
                </a:cubicBezTo>
                <a:lnTo>
                  <a:pt x="5333922" y="2078382"/>
                </a:lnTo>
                <a:lnTo>
                  <a:pt x="5338982" y="2074862"/>
                </a:lnTo>
                <a:lnTo>
                  <a:pt x="5341113" y="2073036"/>
                </a:lnTo>
                <a:close/>
                <a:moveTo>
                  <a:pt x="3735800" y="2069692"/>
                </a:moveTo>
                <a:lnTo>
                  <a:pt x="3755939" y="2076987"/>
                </a:lnTo>
                <a:cubicBezTo>
                  <a:pt x="3749099" y="2079326"/>
                  <a:pt x="3745138" y="2077077"/>
                  <a:pt x="3741178" y="2074782"/>
                </a:cubicBezTo>
                <a:lnTo>
                  <a:pt x="3732917" y="2073397"/>
                </a:lnTo>
                <a:lnTo>
                  <a:pt x="3732917" y="2080428"/>
                </a:lnTo>
                <a:lnTo>
                  <a:pt x="3733342" y="2080957"/>
                </a:lnTo>
                <a:cubicBezTo>
                  <a:pt x="3741696" y="2085378"/>
                  <a:pt x="3753239" y="2079776"/>
                  <a:pt x="3758099" y="2088145"/>
                </a:cubicBezTo>
                <a:cubicBezTo>
                  <a:pt x="3751619" y="2090665"/>
                  <a:pt x="3751619" y="2099663"/>
                  <a:pt x="3746938" y="2101823"/>
                </a:cubicBezTo>
                <a:cubicBezTo>
                  <a:pt x="3742258" y="2097504"/>
                  <a:pt x="3742258" y="2088145"/>
                  <a:pt x="3735417" y="2085985"/>
                </a:cubicBezTo>
                <a:lnTo>
                  <a:pt x="3727087" y="2101298"/>
                </a:lnTo>
                <a:lnTo>
                  <a:pt x="3730307" y="2100855"/>
                </a:lnTo>
                <a:cubicBezTo>
                  <a:pt x="3740839" y="2098290"/>
                  <a:pt x="3751101" y="2096580"/>
                  <a:pt x="3755601" y="2114760"/>
                </a:cubicBezTo>
                <a:cubicBezTo>
                  <a:pt x="3751281" y="2101080"/>
                  <a:pt x="3769284" y="2096759"/>
                  <a:pt x="3773965" y="2076238"/>
                </a:cubicBezTo>
                <a:lnTo>
                  <a:pt x="3762122" y="2072984"/>
                </a:lnTo>
                <a:lnTo>
                  <a:pt x="3758099" y="2072307"/>
                </a:lnTo>
                <a:lnTo>
                  <a:pt x="3758516" y="2072002"/>
                </a:lnTo>
                <a:close/>
                <a:moveTo>
                  <a:pt x="3687892" y="2063309"/>
                </a:moveTo>
                <a:cubicBezTo>
                  <a:pt x="3687892" y="2072307"/>
                  <a:pt x="3692213" y="2070148"/>
                  <a:pt x="3690052" y="2081666"/>
                </a:cubicBezTo>
                <a:cubicBezTo>
                  <a:pt x="3692213" y="2081666"/>
                  <a:pt x="3696893" y="2083826"/>
                  <a:pt x="3696893" y="2079146"/>
                </a:cubicBezTo>
                <a:cubicBezTo>
                  <a:pt x="3694373" y="2074827"/>
                  <a:pt x="3694373" y="2063309"/>
                  <a:pt x="3687892" y="2063309"/>
                </a:cubicBezTo>
                <a:close/>
                <a:moveTo>
                  <a:pt x="3707555" y="2063032"/>
                </a:moveTo>
                <a:lnTo>
                  <a:pt x="3707921" y="2066486"/>
                </a:lnTo>
                <a:lnTo>
                  <a:pt x="3708189" y="2064479"/>
                </a:lnTo>
                <a:close/>
                <a:moveTo>
                  <a:pt x="3660529" y="2061149"/>
                </a:moveTo>
                <a:cubicBezTo>
                  <a:pt x="3667370" y="2074827"/>
                  <a:pt x="3660529" y="2085985"/>
                  <a:pt x="3658009" y="2094984"/>
                </a:cubicBezTo>
                <a:lnTo>
                  <a:pt x="3646642" y="2089150"/>
                </a:lnTo>
                <a:lnTo>
                  <a:pt x="3646222" y="2089473"/>
                </a:lnTo>
                <a:lnTo>
                  <a:pt x="3641371" y="2087955"/>
                </a:lnTo>
                <a:lnTo>
                  <a:pt x="3638972" y="2087847"/>
                </a:lnTo>
                <a:cubicBezTo>
                  <a:pt x="3636789" y="2088505"/>
                  <a:pt x="3634156" y="2090035"/>
                  <a:pt x="3630646" y="2092824"/>
                </a:cubicBezTo>
                <a:cubicBezTo>
                  <a:pt x="3634247" y="2088325"/>
                  <a:pt x="3634877" y="2085535"/>
                  <a:pt x="3634607" y="2082701"/>
                </a:cubicBezTo>
                <a:lnTo>
                  <a:pt x="3633227" y="2072747"/>
                </a:lnTo>
                <a:lnTo>
                  <a:pt x="3633366" y="2072501"/>
                </a:lnTo>
                <a:lnTo>
                  <a:pt x="3639467" y="2078426"/>
                </a:lnTo>
                <a:lnTo>
                  <a:pt x="3641461" y="2078577"/>
                </a:lnTo>
                <a:lnTo>
                  <a:pt x="3644581" y="2071722"/>
                </a:lnTo>
                <a:lnTo>
                  <a:pt x="3642274" y="2067853"/>
                </a:lnTo>
                <a:cubicBezTo>
                  <a:pt x="3639658" y="2066818"/>
                  <a:pt x="3636834" y="2068168"/>
                  <a:pt x="3634291" y="2070868"/>
                </a:cubicBezTo>
                <a:lnTo>
                  <a:pt x="3633366" y="2072501"/>
                </a:lnTo>
                <a:lnTo>
                  <a:pt x="3633166" y="2072307"/>
                </a:lnTo>
                <a:lnTo>
                  <a:pt x="3633227" y="2072747"/>
                </a:lnTo>
                <a:lnTo>
                  <a:pt x="3627996" y="2081981"/>
                </a:lnTo>
                <a:cubicBezTo>
                  <a:pt x="3626506" y="2086345"/>
                  <a:pt x="3625786" y="2091024"/>
                  <a:pt x="3626326" y="2094984"/>
                </a:cubicBezTo>
                <a:cubicBezTo>
                  <a:pt x="3617325" y="2094984"/>
                  <a:pt x="3619485" y="2081666"/>
                  <a:pt x="3607964" y="2085985"/>
                </a:cubicBezTo>
                <a:cubicBezTo>
                  <a:pt x="3605803" y="2092824"/>
                  <a:pt x="3610484" y="2108662"/>
                  <a:pt x="3603643" y="2108662"/>
                </a:cubicBezTo>
                <a:cubicBezTo>
                  <a:pt x="3603643" y="2094984"/>
                  <a:pt x="3605803" y="2083826"/>
                  <a:pt x="3610484" y="2072307"/>
                </a:cubicBezTo>
                <a:cubicBezTo>
                  <a:pt x="3596802" y="2067988"/>
                  <a:pt x="3596802" y="2085985"/>
                  <a:pt x="3587801" y="2085985"/>
                </a:cubicBezTo>
                <a:cubicBezTo>
                  <a:pt x="3589962" y="2081666"/>
                  <a:pt x="3592122" y="2076987"/>
                  <a:pt x="3585281" y="2076987"/>
                </a:cubicBezTo>
                <a:cubicBezTo>
                  <a:pt x="3578440" y="2076987"/>
                  <a:pt x="3592122" y="2088145"/>
                  <a:pt x="3583121" y="2090665"/>
                </a:cubicBezTo>
                <a:cubicBezTo>
                  <a:pt x="3569440" y="2083826"/>
                  <a:pt x="3555758" y="2065468"/>
                  <a:pt x="3544237" y="2085985"/>
                </a:cubicBezTo>
                <a:cubicBezTo>
                  <a:pt x="3544237" y="2074827"/>
                  <a:pt x="3539916" y="2072307"/>
                  <a:pt x="3528395" y="2074827"/>
                </a:cubicBezTo>
                <a:cubicBezTo>
                  <a:pt x="3530555" y="2085985"/>
                  <a:pt x="3528395" y="2088145"/>
                  <a:pt x="3521554" y="2092824"/>
                </a:cubicBezTo>
                <a:cubicBezTo>
                  <a:pt x="3510393" y="2079146"/>
                  <a:pt x="3455667" y="2081666"/>
                  <a:pt x="3444146" y="2088145"/>
                </a:cubicBezTo>
                <a:lnTo>
                  <a:pt x="3441548" y="2086527"/>
                </a:lnTo>
                <a:lnTo>
                  <a:pt x="3443676" y="2095644"/>
                </a:lnTo>
                <a:cubicBezTo>
                  <a:pt x="3441504" y="2102534"/>
                  <a:pt x="3434625" y="2102534"/>
                  <a:pt x="3432452" y="2109424"/>
                </a:cubicBezTo>
                <a:cubicBezTo>
                  <a:pt x="3432452" y="2107249"/>
                  <a:pt x="3432452" y="2102081"/>
                  <a:pt x="3430144" y="2097458"/>
                </a:cubicBezTo>
                <a:lnTo>
                  <a:pt x="3414922" y="2089258"/>
                </a:lnTo>
                <a:lnTo>
                  <a:pt x="3413588" y="2089990"/>
                </a:lnTo>
                <a:lnTo>
                  <a:pt x="3412672" y="2090182"/>
                </a:lnTo>
                <a:lnTo>
                  <a:pt x="3409642" y="2093469"/>
                </a:lnTo>
                <a:lnTo>
                  <a:pt x="3409284" y="2090891"/>
                </a:lnTo>
                <a:lnTo>
                  <a:pt x="3402928" y="2092222"/>
                </a:lnTo>
                <a:cubicBezTo>
                  <a:pt x="3399952" y="2091789"/>
                  <a:pt x="3397701" y="2089945"/>
                  <a:pt x="3396621" y="2085985"/>
                </a:cubicBezTo>
                <a:cubicBezTo>
                  <a:pt x="3403462" y="2085985"/>
                  <a:pt x="3407782" y="2088145"/>
                  <a:pt x="3410303" y="2079146"/>
                </a:cubicBezTo>
                <a:cubicBezTo>
                  <a:pt x="3400942" y="2074827"/>
                  <a:pt x="3394101" y="2081666"/>
                  <a:pt x="3387260" y="2081666"/>
                </a:cubicBezTo>
                <a:cubicBezTo>
                  <a:pt x="3387260" y="2094984"/>
                  <a:pt x="3376099" y="2108662"/>
                  <a:pt x="3373579" y="2094984"/>
                </a:cubicBezTo>
                <a:cubicBezTo>
                  <a:pt x="3378259" y="2094984"/>
                  <a:pt x="3382940" y="2097504"/>
                  <a:pt x="3382940" y="2088145"/>
                </a:cubicBezTo>
                <a:cubicBezTo>
                  <a:pt x="3382940" y="2088145"/>
                  <a:pt x="3382940" y="2088145"/>
                  <a:pt x="3382940" y="2081666"/>
                </a:cubicBezTo>
                <a:cubicBezTo>
                  <a:pt x="3366738" y="2072307"/>
                  <a:pt x="3344056" y="2094984"/>
                  <a:pt x="3317053" y="2085985"/>
                </a:cubicBezTo>
                <a:cubicBezTo>
                  <a:pt x="3317053" y="2099663"/>
                  <a:pt x="3332894" y="2094984"/>
                  <a:pt x="3330374" y="2113341"/>
                </a:cubicBezTo>
                <a:cubicBezTo>
                  <a:pt x="3310212" y="2107582"/>
                  <a:pt x="3293831" y="2105332"/>
                  <a:pt x="3277089" y="2106772"/>
                </a:cubicBezTo>
                <a:lnTo>
                  <a:pt x="3221783" y="2122300"/>
                </a:lnTo>
                <a:lnTo>
                  <a:pt x="3221797" y="2122372"/>
                </a:lnTo>
                <a:lnTo>
                  <a:pt x="3241850" y="2126614"/>
                </a:lnTo>
                <a:cubicBezTo>
                  <a:pt x="3247296" y="2128639"/>
                  <a:pt x="3251346" y="2131519"/>
                  <a:pt x="3253686" y="2136018"/>
                </a:cubicBezTo>
                <a:cubicBezTo>
                  <a:pt x="3244505" y="2136018"/>
                  <a:pt x="3237665" y="2133768"/>
                  <a:pt x="3231094" y="2131204"/>
                </a:cubicBezTo>
                <a:lnTo>
                  <a:pt x="3222957" y="2128603"/>
                </a:lnTo>
                <a:lnTo>
                  <a:pt x="3225578" y="2142672"/>
                </a:lnTo>
                <a:lnTo>
                  <a:pt x="3228076" y="2142606"/>
                </a:lnTo>
                <a:lnTo>
                  <a:pt x="3225783" y="2143769"/>
                </a:lnTo>
                <a:lnTo>
                  <a:pt x="3225945" y="2144642"/>
                </a:lnTo>
                <a:lnTo>
                  <a:pt x="3220611" y="2151977"/>
                </a:lnTo>
                <a:lnTo>
                  <a:pt x="3228666" y="2152715"/>
                </a:lnTo>
                <a:cubicBezTo>
                  <a:pt x="3236513" y="2150436"/>
                  <a:pt x="3234286" y="2139906"/>
                  <a:pt x="3246436" y="2138286"/>
                </a:cubicBezTo>
                <a:cubicBezTo>
                  <a:pt x="3246436" y="2138286"/>
                  <a:pt x="3246436" y="2138286"/>
                  <a:pt x="3260116" y="2149446"/>
                </a:cubicBezTo>
                <a:lnTo>
                  <a:pt x="3269096" y="2148525"/>
                </a:lnTo>
                <a:lnTo>
                  <a:pt x="3269944" y="2147761"/>
                </a:lnTo>
                <a:cubicBezTo>
                  <a:pt x="3272040" y="2146666"/>
                  <a:pt x="3273792" y="2146595"/>
                  <a:pt x="3275204" y="2147300"/>
                </a:cubicBezTo>
                <a:lnTo>
                  <a:pt x="3275389" y="2147879"/>
                </a:lnTo>
                <a:lnTo>
                  <a:pt x="3368837" y="2138286"/>
                </a:lnTo>
                <a:lnTo>
                  <a:pt x="3454919" y="2130594"/>
                </a:lnTo>
                <a:lnTo>
                  <a:pt x="3452844" y="2124106"/>
                </a:lnTo>
                <a:cubicBezTo>
                  <a:pt x="3452012" y="2121222"/>
                  <a:pt x="3450872" y="2120106"/>
                  <a:pt x="3448594" y="2127175"/>
                </a:cubicBezTo>
                <a:cubicBezTo>
                  <a:pt x="3444038" y="2124571"/>
                  <a:pt x="3450697" y="2122338"/>
                  <a:pt x="3450697" y="2115269"/>
                </a:cubicBezTo>
                <a:cubicBezTo>
                  <a:pt x="3455254" y="2117873"/>
                  <a:pt x="3459810" y="2113037"/>
                  <a:pt x="3455254" y="2110804"/>
                </a:cubicBezTo>
                <a:cubicBezTo>
                  <a:pt x="3461913" y="2109502"/>
                  <a:pt x="3465768" y="2111827"/>
                  <a:pt x="3466031" y="2115920"/>
                </a:cubicBezTo>
                <a:lnTo>
                  <a:pt x="3456040" y="2130494"/>
                </a:lnTo>
                <a:lnTo>
                  <a:pt x="3473598" y="2128925"/>
                </a:lnTo>
                <a:cubicBezTo>
                  <a:pt x="3471078" y="2133605"/>
                  <a:pt x="3468918" y="2140446"/>
                  <a:pt x="3475758" y="2138286"/>
                </a:cubicBezTo>
                <a:cubicBezTo>
                  <a:pt x="3475758" y="2138286"/>
                  <a:pt x="3475758" y="2138286"/>
                  <a:pt x="3491598" y="2128925"/>
                </a:cubicBezTo>
                <a:lnTo>
                  <a:pt x="3544999" y="2133697"/>
                </a:lnTo>
                <a:lnTo>
                  <a:pt x="3547230" y="2128407"/>
                </a:lnTo>
                <a:cubicBezTo>
                  <a:pt x="3546358" y="2126528"/>
                  <a:pt x="3543343" y="2124931"/>
                  <a:pt x="3537042" y="2123761"/>
                </a:cubicBezTo>
                <a:cubicBezTo>
                  <a:pt x="3545143" y="2118181"/>
                  <a:pt x="3555405" y="2119891"/>
                  <a:pt x="3563372" y="2126146"/>
                </a:cubicBezTo>
                <a:lnTo>
                  <a:pt x="3567417" y="2135700"/>
                </a:lnTo>
                <a:lnTo>
                  <a:pt x="3596359" y="2138286"/>
                </a:lnTo>
                <a:cubicBezTo>
                  <a:pt x="3596359" y="2138286"/>
                  <a:pt x="3596359" y="2138286"/>
                  <a:pt x="3619444" y="2139197"/>
                </a:cubicBezTo>
                <a:lnTo>
                  <a:pt x="3637834" y="2139923"/>
                </a:lnTo>
                <a:lnTo>
                  <a:pt x="3637500" y="2135281"/>
                </a:lnTo>
                <a:cubicBezTo>
                  <a:pt x="3640921" y="2134741"/>
                  <a:pt x="3642901" y="2135754"/>
                  <a:pt x="3644094" y="2137650"/>
                </a:cubicBezTo>
                <a:lnTo>
                  <a:pt x="3644714" y="2140195"/>
                </a:lnTo>
                <a:lnTo>
                  <a:pt x="3651079" y="2140446"/>
                </a:lnTo>
                <a:cubicBezTo>
                  <a:pt x="3651079" y="2140446"/>
                  <a:pt x="3651079" y="2140446"/>
                  <a:pt x="3655039" y="2140446"/>
                </a:cubicBezTo>
                <a:lnTo>
                  <a:pt x="3663056" y="2140446"/>
                </a:lnTo>
                <a:lnTo>
                  <a:pt x="3656691" y="2138010"/>
                </a:lnTo>
                <a:cubicBezTo>
                  <a:pt x="3654626" y="2135551"/>
                  <a:pt x="3653343" y="2131231"/>
                  <a:pt x="3653343" y="2123761"/>
                </a:cubicBezTo>
                <a:cubicBezTo>
                  <a:pt x="3671346" y="2135281"/>
                  <a:pt x="3667025" y="2110440"/>
                  <a:pt x="3664505" y="2103600"/>
                </a:cubicBezTo>
                <a:cubicBezTo>
                  <a:pt x="3664505" y="2096759"/>
                  <a:pt x="3669186" y="2098920"/>
                  <a:pt x="3669186" y="2103600"/>
                </a:cubicBezTo>
                <a:lnTo>
                  <a:pt x="3672651" y="2098536"/>
                </a:lnTo>
                <a:lnTo>
                  <a:pt x="3669170" y="2091205"/>
                </a:lnTo>
                <a:cubicBezTo>
                  <a:pt x="3667730" y="2087245"/>
                  <a:pt x="3667190" y="2083826"/>
                  <a:pt x="3669530" y="2083826"/>
                </a:cubicBezTo>
                <a:cubicBezTo>
                  <a:pt x="3676371" y="2083826"/>
                  <a:pt x="3683212" y="2083826"/>
                  <a:pt x="3685372" y="2074827"/>
                </a:cubicBezTo>
                <a:cubicBezTo>
                  <a:pt x="3678531" y="2067988"/>
                  <a:pt x="3667370" y="2065468"/>
                  <a:pt x="3660529" y="2061149"/>
                </a:cubicBezTo>
                <a:close/>
                <a:moveTo>
                  <a:pt x="5277571" y="2058360"/>
                </a:moveTo>
                <a:cubicBezTo>
                  <a:pt x="5270731" y="2063040"/>
                  <a:pt x="5266051" y="2072041"/>
                  <a:pt x="5270731" y="2083562"/>
                </a:cubicBezTo>
                <a:cubicBezTo>
                  <a:pt x="5272891" y="2078881"/>
                  <a:pt x="5275051" y="2076721"/>
                  <a:pt x="5275051" y="2072041"/>
                </a:cubicBezTo>
                <a:cubicBezTo>
                  <a:pt x="5277571" y="2069881"/>
                  <a:pt x="5277571" y="2072041"/>
                  <a:pt x="5279731" y="2074561"/>
                </a:cubicBezTo>
                <a:cubicBezTo>
                  <a:pt x="5284411" y="2072041"/>
                  <a:pt x="5279731" y="2065201"/>
                  <a:pt x="5277571" y="2058360"/>
                </a:cubicBezTo>
                <a:close/>
                <a:moveTo>
                  <a:pt x="3731964" y="2054861"/>
                </a:moveTo>
                <a:lnTo>
                  <a:pt x="3714895" y="2065468"/>
                </a:lnTo>
                <a:cubicBezTo>
                  <a:pt x="3719575" y="2065468"/>
                  <a:pt x="3719575" y="2067988"/>
                  <a:pt x="3721736" y="2072307"/>
                </a:cubicBezTo>
                <a:cubicBezTo>
                  <a:pt x="3712735" y="2071228"/>
                  <a:pt x="3709944" y="2077527"/>
                  <a:pt x="3707379" y="2085491"/>
                </a:cubicBezTo>
                <a:lnTo>
                  <a:pt x="3703581" y="2092257"/>
                </a:lnTo>
                <a:lnTo>
                  <a:pt x="3710118" y="2098390"/>
                </a:lnTo>
                <a:lnTo>
                  <a:pt x="3717775" y="2082892"/>
                </a:lnTo>
                <a:lnTo>
                  <a:pt x="3726804" y="2072791"/>
                </a:lnTo>
                <a:lnTo>
                  <a:pt x="3730906" y="2077915"/>
                </a:lnTo>
                <a:lnTo>
                  <a:pt x="3729018" y="2075097"/>
                </a:lnTo>
                <a:lnTo>
                  <a:pt x="3729533" y="2072830"/>
                </a:lnTo>
                <a:lnTo>
                  <a:pt x="3727129" y="2072427"/>
                </a:lnTo>
                <a:lnTo>
                  <a:pt x="3730476" y="2068682"/>
                </a:lnTo>
                <a:lnTo>
                  <a:pt x="3731162" y="2065663"/>
                </a:lnTo>
                <a:close/>
                <a:moveTo>
                  <a:pt x="4745127" y="2051520"/>
                </a:moveTo>
                <a:cubicBezTo>
                  <a:pt x="4736127" y="2051520"/>
                  <a:pt x="4724607" y="2054040"/>
                  <a:pt x="4724607" y="2063040"/>
                </a:cubicBezTo>
                <a:cubicBezTo>
                  <a:pt x="4740447" y="2072041"/>
                  <a:pt x="4726767" y="2069881"/>
                  <a:pt x="4731447" y="2081402"/>
                </a:cubicBezTo>
                <a:cubicBezTo>
                  <a:pt x="4734867" y="2084192"/>
                  <a:pt x="4737140" y="2085430"/>
                  <a:pt x="4738771" y="2085716"/>
                </a:cubicBezTo>
                <a:lnTo>
                  <a:pt x="4742119" y="2084378"/>
                </a:lnTo>
                <a:lnTo>
                  <a:pt x="4748274" y="2077408"/>
                </a:lnTo>
                <a:lnTo>
                  <a:pt x="4740447" y="2069881"/>
                </a:lnTo>
                <a:cubicBezTo>
                  <a:pt x="4742967" y="2067721"/>
                  <a:pt x="4749807" y="2069881"/>
                  <a:pt x="4751967" y="2072041"/>
                </a:cubicBezTo>
                <a:cubicBezTo>
                  <a:pt x="4745127" y="2056200"/>
                  <a:pt x="4749807" y="2060880"/>
                  <a:pt x="4745127" y="2051520"/>
                </a:cubicBezTo>
                <a:close/>
                <a:moveTo>
                  <a:pt x="3817487" y="2051108"/>
                </a:moveTo>
                <a:lnTo>
                  <a:pt x="3812978" y="2054163"/>
                </a:lnTo>
                <a:lnTo>
                  <a:pt x="3809521" y="2063143"/>
                </a:lnTo>
                <a:cubicBezTo>
                  <a:pt x="3808621" y="2069398"/>
                  <a:pt x="3807991" y="2076239"/>
                  <a:pt x="3805650" y="2080919"/>
                </a:cubicBezTo>
                <a:lnTo>
                  <a:pt x="3808619" y="2080299"/>
                </a:lnTo>
                <a:lnTo>
                  <a:pt x="3816876" y="2070507"/>
                </a:lnTo>
                <a:lnTo>
                  <a:pt x="3819256" y="2052702"/>
                </a:lnTo>
                <a:close/>
                <a:moveTo>
                  <a:pt x="3738545" y="2050772"/>
                </a:moveTo>
                <a:lnTo>
                  <a:pt x="3734454" y="2053315"/>
                </a:lnTo>
                <a:lnTo>
                  <a:pt x="3737834" y="2058176"/>
                </a:lnTo>
                <a:cubicBezTo>
                  <a:pt x="3746645" y="2063728"/>
                  <a:pt x="3764063" y="2044827"/>
                  <a:pt x="3762443" y="2067238"/>
                </a:cubicBezTo>
                <a:lnTo>
                  <a:pt x="3767486" y="2065434"/>
                </a:lnTo>
                <a:lnTo>
                  <a:pt x="3770796" y="2063011"/>
                </a:lnTo>
                <a:lnTo>
                  <a:pt x="3774491" y="2062929"/>
                </a:lnTo>
                <a:lnTo>
                  <a:pt x="3780311" y="2060848"/>
                </a:lnTo>
                <a:lnTo>
                  <a:pt x="3784041" y="2054308"/>
                </a:lnTo>
                <a:lnTo>
                  <a:pt x="3763140" y="2051835"/>
                </a:lnTo>
                <a:cubicBezTo>
                  <a:pt x="3755039" y="2050418"/>
                  <a:pt x="3746713" y="2049282"/>
                  <a:pt x="3738545" y="2050772"/>
                </a:cubicBezTo>
                <a:close/>
                <a:moveTo>
                  <a:pt x="6132230" y="2049462"/>
                </a:moveTo>
                <a:cubicBezTo>
                  <a:pt x="6143495" y="2049462"/>
                  <a:pt x="6146039" y="2058557"/>
                  <a:pt x="6155125" y="2061103"/>
                </a:cubicBezTo>
                <a:cubicBezTo>
                  <a:pt x="6152944" y="2072381"/>
                  <a:pt x="6143495" y="2074928"/>
                  <a:pt x="6139135" y="2084023"/>
                </a:cubicBezTo>
                <a:cubicBezTo>
                  <a:pt x="6125325" y="2077111"/>
                  <a:pt x="6134410" y="2074928"/>
                  <a:pt x="6139135" y="2063286"/>
                </a:cubicBezTo>
                <a:cubicBezTo>
                  <a:pt x="6136591" y="2058557"/>
                  <a:pt x="6127505" y="2058557"/>
                  <a:pt x="6132230" y="2049462"/>
                </a:cubicBezTo>
                <a:close/>
                <a:moveTo>
                  <a:pt x="4074573" y="2042792"/>
                </a:moveTo>
                <a:cubicBezTo>
                  <a:pt x="4049370" y="2051790"/>
                  <a:pt x="4026688" y="2047471"/>
                  <a:pt x="4004006" y="2065468"/>
                </a:cubicBezTo>
                <a:cubicBezTo>
                  <a:pt x="4004006" y="2065468"/>
                  <a:pt x="4004006" y="2065468"/>
                  <a:pt x="4004006" y="2054310"/>
                </a:cubicBezTo>
                <a:cubicBezTo>
                  <a:pt x="3985644" y="2058629"/>
                  <a:pt x="3967642" y="2061149"/>
                  <a:pt x="3951800" y="2063309"/>
                </a:cubicBezTo>
                <a:cubicBezTo>
                  <a:pt x="3933438" y="2063309"/>
                  <a:pt x="3915436" y="2061149"/>
                  <a:pt x="3897074" y="2054310"/>
                </a:cubicBezTo>
                <a:cubicBezTo>
                  <a:pt x="3894914" y="2070148"/>
                  <a:pt x="3885553" y="2058629"/>
                  <a:pt x="3881233" y="2051790"/>
                </a:cubicBezTo>
                <a:cubicBezTo>
                  <a:pt x="3878712" y="2061149"/>
                  <a:pt x="3867551" y="2056470"/>
                  <a:pt x="3865031" y="2065468"/>
                </a:cubicBezTo>
                <a:cubicBezTo>
                  <a:pt x="3867551" y="2065468"/>
                  <a:pt x="3869711" y="2065468"/>
                  <a:pt x="3871872" y="2070148"/>
                </a:cubicBezTo>
                <a:cubicBezTo>
                  <a:pt x="3869711" y="2072487"/>
                  <a:pt x="3867461" y="2069608"/>
                  <a:pt x="3865481" y="2067583"/>
                </a:cubicBezTo>
                <a:lnTo>
                  <a:pt x="3864726" y="2067129"/>
                </a:lnTo>
                <a:lnTo>
                  <a:pt x="3865758" y="2073983"/>
                </a:lnTo>
                <a:lnTo>
                  <a:pt x="3869711" y="2076987"/>
                </a:lnTo>
                <a:lnTo>
                  <a:pt x="3866183" y="2076804"/>
                </a:lnTo>
                <a:lnTo>
                  <a:pt x="3866578" y="2079426"/>
                </a:lnTo>
                <a:cubicBezTo>
                  <a:pt x="3865759" y="2082288"/>
                  <a:pt x="3863485" y="2084559"/>
                  <a:pt x="3860029" y="2090373"/>
                </a:cubicBezTo>
                <a:cubicBezTo>
                  <a:pt x="3857483" y="2078745"/>
                  <a:pt x="3841475" y="2083469"/>
                  <a:pt x="3834563" y="2078745"/>
                </a:cubicBezTo>
                <a:lnTo>
                  <a:pt x="3838392" y="2075481"/>
                </a:lnTo>
                <a:lnTo>
                  <a:pt x="3834203" y="2076312"/>
                </a:lnTo>
                <a:cubicBezTo>
                  <a:pt x="3830940" y="2077459"/>
                  <a:pt x="3827891" y="2078753"/>
                  <a:pt x="3825365" y="2079197"/>
                </a:cubicBezTo>
                <a:lnTo>
                  <a:pt x="3821352" y="2077641"/>
                </a:lnTo>
                <a:lnTo>
                  <a:pt x="3819343" y="2081075"/>
                </a:lnTo>
                <a:lnTo>
                  <a:pt x="3818586" y="2090665"/>
                </a:lnTo>
                <a:lnTo>
                  <a:pt x="3818525" y="2091439"/>
                </a:lnTo>
                <a:lnTo>
                  <a:pt x="3819648" y="2099280"/>
                </a:lnTo>
                <a:lnTo>
                  <a:pt x="3823881" y="2116423"/>
                </a:lnTo>
                <a:lnTo>
                  <a:pt x="3833604" y="2113163"/>
                </a:lnTo>
                <a:lnTo>
                  <a:pt x="3833640" y="2112296"/>
                </a:lnTo>
                <a:lnTo>
                  <a:pt x="3839457" y="2104159"/>
                </a:lnTo>
                <a:lnTo>
                  <a:pt x="3871227" y="2098245"/>
                </a:lnTo>
                <a:cubicBezTo>
                  <a:pt x="3886575" y="2095949"/>
                  <a:pt x="3902508" y="2094239"/>
                  <a:pt x="3915110" y="2094239"/>
                </a:cubicBezTo>
                <a:lnTo>
                  <a:pt x="3917802" y="2102792"/>
                </a:lnTo>
                <a:lnTo>
                  <a:pt x="3923748" y="2101258"/>
                </a:lnTo>
                <a:lnTo>
                  <a:pt x="3919431" y="2094239"/>
                </a:lnTo>
                <a:cubicBezTo>
                  <a:pt x="3920511" y="2087579"/>
                  <a:pt x="3922762" y="2090459"/>
                  <a:pt x="3925327" y="2095274"/>
                </a:cubicBezTo>
                <a:lnTo>
                  <a:pt x="3927862" y="2100196"/>
                </a:lnTo>
                <a:lnTo>
                  <a:pt x="3936442" y="2097982"/>
                </a:lnTo>
                <a:cubicBezTo>
                  <a:pt x="3945094" y="2093387"/>
                  <a:pt x="3952610" y="2086165"/>
                  <a:pt x="3958281" y="2074827"/>
                </a:cubicBezTo>
                <a:cubicBezTo>
                  <a:pt x="3965121" y="2079146"/>
                  <a:pt x="3969802" y="2072307"/>
                  <a:pt x="3971962" y="2076987"/>
                </a:cubicBezTo>
                <a:cubicBezTo>
                  <a:pt x="3969802" y="2085985"/>
                  <a:pt x="3953960" y="2076987"/>
                  <a:pt x="3958281" y="2090665"/>
                </a:cubicBezTo>
                <a:cubicBezTo>
                  <a:pt x="3974482" y="2094984"/>
                  <a:pt x="3985644" y="2076987"/>
                  <a:pt x="3999325" y="2070148"/>
                </a:cubicBezTo>
                <a:cubicBezTo>
                  <a:pt x="4026688" y="2061149"/>
                  <a:pt x="4060891" y="2076987"/>
                  <a:pt x="4074573" y="2042792"/>
                </a:cubicBezTo>
                <a:close/>
                <a:moveTo>
                  <a:pt x="5268211" y="2042519"/>
                </a:moveTo>
                <a:cubicBezTo>
                  <a:pt x="5259211" y="2042519"/>
                  <a:pt x="5263891" y="2051520"/>
                  <a:pt x="5257051" y="2054040"/>
                </a:cubicBezTo>
                <a:cubicBezTo>
                  <a:pt x="5263891" y="2063040"/>
                  <a:pt x="5263891" y="2056200"/>
                  <a:pt x="5272891" y="2054040"/>
                </a:cubicBezTo>
                <a:close/>
                <a:moveTo>
                  <a:pt x="4807907" y="2041313"/>
                </a:moveTo>
                <a:lnTo>
                  <a:pt x="4786167" y="2058360"/>
                </a:lnTo>
                <a:lnTo>
                  <a:pt x="4786120" y="2058410"/>
                </a:lnTo>
                <a:lnTo>
                  <a:pt x="4806800" y="2042477"/>
                </a:lnTo>
                <a:close/>
                <a:moveTo>
                  <a:pt x="5386371" y="2039937"/>
                </a:moveTo>
                <a:cubicBezTo>
                  <a:pt x="5393132" y="2047034"/>
                  <a:pt x="5379611" y="2058613"/>
                  <a:pt x="5372850" y="2049275"/>
                </a:cubicBezTo>
                <a:cubicBezTo>
                  <a:pt x="5377476" y="2049275"/>
                  <a:pt x="5374985" y="2044419"/>
                  <a:pt x="5372850" y="2042178"/>
                </a:cubicBezTo>
                <a:cubicBezTo>
                  <a:pt x="5372850" y="2042178"/>
                  <a:pt x="5372850" y="2042178"/>
                  <a:pt x="5386371" y="2039937"/>
                </a:cubicBezTo>
                <a:close/>
                <a:moveTo>
                  <a:pt x="6328440" y="2036329"/>
                </a:moveTo>
                <a:cubicBezTo>
                  <a:pt x="6331135" y="2035937"/>
                  <a:pt x="6330675" y="2043781"/>
                  <a:pt x="6328834" y="2048966"/>
                </a:cubicBezTo>
                <a:cubicBezTo>
                  <a:pt x="6342153" y="2051148"/>
                  <a:pt x="6340050" y="2042053"/>
                  <a:pt x="6348813" y="2051148"/>
                </a:cubicBezTo>
                <a:cubicBezTo>
                  <a:pt x="6342153" y="2058061"/>
                  <a:pt x="6337947" y="2064973"/>
                  <a:pt x="6326731" y="2062790"/>
                </a:cubicBezTo>
                <a:cubicBezTo>
                  <a:pt x="6322175" y="2051148"/>
                  <a:pt x="6328834" y="2053695"/>
                  <a:pt x="6324628" y="2039871"/>
                </a:cubicBezTo>
                <a:cubicBezTo>
                  <a:pt x="6326293" y="2037506"/>
                  <a:pt x="6327542" y="2036460"/>
                  <a:pt x="6328440" y="2036329"/>
                </a:cubicBezTo>
                <a:close/>
                <a:moveTo>
                  <a:pt x="5915058" y="2028494"/>
                </a:moveTo>
                <a:lnTo>
                  <a:pt x="5908965" y="2031347"/>
                </a:lnTo>
                <a:lnTo>
                  <a:pt x="5907970" y="2036399"/>
                </a:lnTo>
                <a:lnTo>
                  <a:pt x="5905874" y="2032793"/>
                </a:lnTo>
                <a:lnTo>
                  <a:pt x="5889303" y="2040551"/>
                </a:lnTo>
                <a:cubicBezTo>
                  <a:pt x="5860868" y="2059810"/>
                  <a:pt x="5830723" y="2076820"/>
                  <a:pt x="5799993" y="2092749"/>
                </a:cubicBezTo>
                <a:lnTo>
                  <a:pt x="5797510" y="2093972"/>
                </a:lnTo>
                <a:lnTo>
                  <a:pt x="5798495" y="2094723"/>
                </a:lnTo>
                <a:lnTo>
                  <a:pt x="5796760" y="2094342"/>
                </a:lnTo>
                <a:lnTo>
                  <a:pt x="5747678" y="2118517"/>
                </a:lnTo>
                <a:lnTo>
                  <a:pt x="5746295" y="2124245"/>
                </a:lnTo>
                <a:cubicBezTo>
                  <a:pt x="5755295" y="2117764"/>
                  <a:pt x="5755295" y="2126765"/>
                  <a:pt x="5759615" y="2117764"/>
                </a:cubicBezTo>
                <a:cubicBezTo>
                  <a:pt x="5766455" y="2145126"/>
                  <a:pt x="5746295" y="2154127"/>
                  <a:pt x="5741615" y="2185809"/>
                </a:cubicBezTo>
                <a:cubicBezTo>
                  <a:pt x="5716415" y="2190489"/>
                  <a:pt x="5721095" y="2229012"/>
                  <a:pt x="5686895" y="2238372"/>
                </a:cubicBezTo>
                <a:cubicBezTo>
                  <a:pt x="5689235" y="2243953"/>
                  <a:pt x="5686445" y="2247283"/>
                  <a:pt x="5683925" y="2250928"/>
                </a:cubicBezTo>
                <a:lnTo>
                  <a:pt x="5682337" y="2254225"/>
                </a:lnTo>
                <a:lnTo>
                  <a:pt x="5682337" y="2264083"/>
                </a:lnTo>
                <a:lnTo>
                  <a:pt x="5682575" y="2265374"/>
                </a:lnTo>
                <a:cubicBezTo>
                  <a:pt x="5686895" y="2263214"/>
                  <a:pt x="5693735" y="2261054"/>
                  <a:pt x="5695895" y="2265374"/>
                </a:cubicBezTo>
                <a:cubicBezTo>
                  <a:pt x="5689685" y="2267084"/>
                  <a:pt x="5685590" y="2270505"/>
                  <a:pt x="5682552" y="2274921"/>
                </a:cubicBezTo>
                <a:lnTo>
                  <a:pt x="5682337" y="2275399"/>
                </a:lnTo>
                <a:lnTo>
                  <a:pt x="5682337" y="2306582"/>
                </a:lnTo>
                <a:lnTo>
                  <a:pt x="5683307" y="2318545"/>
                </a:lnTo>
                <a:lnTo>
                  <a:pt x="5692864" y="2322087"/>
                </a:lnTo>
                <a:cubicBezTo>
                  <a:pt x="5701867" y="2315187"/>
                  <a:pt x="5715552" y="2287587"/>
                  <a:pt x="5724915" y="2292308"/>
                </a:cubicBezTo>
                <a:cubicBezTo>
                  <a:pt x="5715552" y="2299208"/>
                  <a:pt x="5715552" y="2303929"/>
                  <a:pt x="5720233" y="2306108"/>
                </a:cubicBezTo>
                <a:lnTo>
                  <a:pt x="5714589" y="2311842"/>
                </a:lnTo>
                <a:lnTo>
                  <a:pt x="5721894" y="2317200"/>
                </a:lnTo>
                <a:cubicBezTo>
                  <a:pt x="5723360" y="2318895"/>
                  <a:pt x="5723773" y="2320449"/>
                  <a:pt x="5723483" y="2322149"/>
                </a:cubicBezTo>
                <a:lnTo>
                  <a:pt x="5716790" y="2335145"/>
                </a:lnTo>
                <a:lnTo>
                  <a:pt x="5718935" y="2333779"/>
                </a:lnTo>
                <a:cubicBezTo>
                  <a:pt x="5721095" y="2340619"/>
                  <a:pt x="5714255" y="2347460"/>
                  <a:pt x="5721095" y="2347460"/>
                </a:cubicBezTo>
                <a:cubicBezTo>
                  <a:pt x="5734775" y="2335939"/>
                  <a:pt x="5739455" y="2361141"/>
                  <a:pt x="5746295" y="2342780"/>
                </a:cubicBezTo>
                <a:cubicBezTo>
                  <a:pt x="5743775" y="2335939"/>
                  <a:pt x="5732615" y="2338459"/>
                  <a:pt x="5727935" y="2331619"/>
                </a:cubicBezTo>
                <a:cubicBezTo>
                  <a:pt x="5727935" y="2308577"/>
                  <a:pt x="5746295" y="2297416"/>
                  <a:pt x="5753135" y="2279055"/>
                </a:cubicBezTo>
                <a:cubicBezTo>
                  <a:pt x="5741615" y="2281575"/>
                  <a:pt x="5730095" y="2290576"/>
                  <a:pt x="5727935" y="2279055"/>
                </a:cubicBezTo>
                <a:cubicBezTo>
                  <a:pt x="5732615" y="2267894"/>
                  <a:pt x="5746295" y="2261054"/>
                  <a:pt x="5748455" y="2249533"/>
                </a:cubicBezTo>
                <a:cubicBezTo>
                  <a:pt x="5748455" y="2258534"/>
                  <a:pt x="5759615" y="2249533"/>
                  <a:pt x="5762135" y="2256374"/>
                </a:cubicBezTo>
                <a:cubicBezTo>
                  <a:pt x="5748455" y="2261054"/>
                  <a:pt x="5739455" y="2270055"/>
                  <a:pt x="5734775" y="2281575"/>
                </a:cubicBezTo>
                <a:cubicBezTo>
                  <a:pt x="5750615" y="2270055"/>
                  <a:pt x="5746295" y="2263214"/>
                  <a:pt x="5757455" y="2276895"/>
                </a:cubicBezTo>
                <a:lnTo>
                  <a:pt x="5777263" y="2250051"/>
                </a:lnTo>
                <a:lnTo>
                  <a:pt x="5770732" y="2233433"/>
                </a:lnTo>
                <a:cubicBezTo>
                  <a:pt x="5770141" y="2226613"/>
                  <a:pt x="5771868" y="2219794"/>
                  <a:pt x="5776592" y="2212975"/>
                </a:cubicBezTo>
                <a:cubicBezTo>
                  <a:pt x="5794762" y="2219794"/>
                  <a:pt x="5764963" y="2231279"/>
                  <a:pt x="5785677" y="2233433"/>
                </a:cubicBezTo>
                <a:lnTo>
                  <a:pt x="5782433" y="2243044"/>
                </a:lnTo>
                <a:lnTo>
                  <a:pt x="5795975" y="2224691"/>
                </a:lnTo>
                <a:cubicBezTo>
                  <a:pt x="5798495" y="2238372"/>
                  <a:pt x="5814335" y="2240533"/>
                  <a:pt x="5823335" y="2226852"/>
                </a:cubicBezTo>
                <a:cubicBezTo>
                  <a:pt x="5828015" y="2240533"/>
                  <a:pt x="5805335" y="2238372"/>
                  <a:pt x="5809655" y="2249533"/>
                </a:cubicBezTo>
                <a:cubicBezTo>
                  <a:pt x="5823335" y="2251693"/>
                  <a:pt x="5841695" y="2238372"/>
                  <a:pt x="5837015" y="2211011"/>
                </a:cubicBezTo>
                <a:cubicBezTo>
                  <a:pt x="5821175" y="2213171"/>
                  <a:pt x="5823335" y="2217851"/>
                  <a:pt x="5819015" y="2206330"/>
                </a:cubicBezTo>
                <a:cubicBezTo>
                  <a:pt x="5805335" y="2217851"/>
                  <a:pt x="5825855" y="2224691"/>
                  <a:pt x="5805335" y="2233692"/>
                </a:cubicBezTo>
                <a:cubicBezTo>
                  <a:pt x="5805335" y="2224691"/>
                  <a:pt x="5812175" y="2217851"/>
                  <a:pt x="5805335" y="2206330"/>
                </a:cubicBezTo>
                <a:cubicBezTo>
                  <a:pt x="5828015" y="2181488"/>
                  <a:pt x="5859696" y="2149446"/>
                  <a:pt x="5853215" y="2122084"/>
                </a:cubicBezTo>
                <a:cubicBezTo>
                  <a:pt x="5864376" y="2113084"/>
                  <a:pt x="5866536" y="2124245"/>
                  <a:pt x="5878056" y="2115244"/>
                </a:cubicBezTo>
                <a:cubicBezTo>
                  <a:pt x="5878056" y="2110924"/>
                  <a:pt x="5880216" y="2108403"/>
                  <a:pt x="5880216" y="2104083"/>
                </a:cubicBezTo>
                <a:cubicBezTo>
                  <a:pt x="5882736" y="2094723"/>
                  <a:pt x="5864376" y="2097243"/>
                  <a:pt x="5875896" y="2087882"/>
                </a:cubicBezTo>
                <a:cubicBezTo>
                  <a:pt x="5891286" y="2084642"/>
                  <a:pt x="5912954" y="2055682"/>
                  <a:pt x="5916143" y="2033659"/>
                </a:cubicBezTo>
                <a:close/>
                <a:moveTo>
                  <a:pt x="4149461" y="2022274"/>
                </a:moveTo>
                <a:cubicBezTo>
                  <a:pt x="4128939" y="2029113"/>
                  <a:pt x="4088254" y="2026954"/>
                  <a:pt x="4076733" y="2054310"/>
                </a:cubicBezTo>
                <a:cubicBezTo>
                  <a:pt x="4099415" y="2040632"/>
                  <a:pt x="4138299" y="2056470"/>
                  <a:pt x="4149461" y="2022274"/>
                </a:cubicBezTo>
                <a:close/>
                <a:moveTo>
                  <a:pt x="4742967" y="2021998"/>
                </a:moveTo>
                <a:cubicBezTo>
                  <a:pt x="4751967" y="2035678"/>
                  <a:pt x="4749807" y="2042519"/>
                  <a:pt x="4760967" y="2060880"/>
                </a:cubicBezTo>
                <a:cubicBezTo>
                  <a:pt x="4765647" y="2063040"/>
                  <a:pt x="4765647" y="2058360"/>
                  <a:pt x="4772487" y="2060880"/>
                </a:cubicBezTo>
                <a:cubicBezTo>
                  <a:pt x="4770327" y="2054040"/>
                  <a:pt x="4760967" y="2051520"/>
                  <a:pt x="4760967" y="2040359"/>
                </a:cubicBezTo>
                <a:cubicBezTo>
                  <a:pt x="4770327" y="2040359"/>
                  <a:pt x="4767807" y="2049359"/>
                  <a:pt x="4772487" y="2054040"/>
                </a:cubicBezTo>
                <a:cubicBezTo>
                  <a:pt x="4781487" y="2047199"/>
                  <a:pt x="4781487" y="2035678"/>
                  <a:pt x="4779327" y="2024158"/>
                </a:cubicBezTo>
                <a:cubicBezTo>
                  <a:pt x="4765647" y="2026678"/>
                  <a:pt x="4765647" y="2028838"/>
                  <a:pt x="4742967" y="2021998"/>
                </a:cubicBezTo>
                <a:close/>
                <a:moveTo>
                  <a:pt x="5291251" y="2017677"/>
                </a:moveTo>
                <a:cubicBezTo>
                  <a:pt x="5281891" y="2021998"/>
                  <a:pt x="5279731" y="2030998"/>
                  <a:pt x="5286571" y="2040359"/>
                </a:cubicBezTo>
                <a:cubicBezTo>
                  <a:pt x="5288731" y="2033518"/>
                  <a:pt x="5293411" y="2026678"/>
                  <a:pt x="5291251" y="2017677"/>
                </a:cubicBezTo>
                <a:close/>
                <a:moveTo>
                  <a:pt x="4811008" y="2012997"/>
                </a:moveTo>
                <a:cubicBezTo>
                  <a:pt x="4808848" y="2012997"/>
                  <a:pt x="4808848" y="2015157"/>
                  <a:pt x="4808848" y="2017677"/>
                </a:cubicBezTo>
                <a:cubicBezTo>
                  <a:pt x="4808848" y="2022178"/>
                  <a:pt x="4811098" y="2023798"/>
                  <a:pt x="4813348" y="2025463"/>
                </a:cubicBezTo>
                <a:lnTo>
                  <a:pt x="4816914" y="2031847"/>
                </a:lnTo>
                <a:lnTo>
                  <a:pt x="4828071" y="2020123"/>
                </a:lnTo>
                <a:lnTo>
                  <a:pt x="4822866" y="2021801"/>
                </a:lnTo>
                <a:cubicBezTo>
                  <a:pt x="4819468" y="2021210"/>
                  <a:pt x="4815598" y="2018667"/>
                  <a:pt x="4811008" y="2012997"/>
                </a:cubicBezTo>
                <a:close/>
                <a:moveTo>
                  <a:pt x="6387873" y="2011186"/>
                </a:moveTo>
                <a:cubicBezTo>
                  <a:pt x="6409122" y="2006600"/>
                  <a:pt x="6390438" y="2033411"/>
                  <a:pt x="6392636" y="2044347"/>
                </a:cubicBezTo>
                <a:cubicBezTo>
                  <a:pt x="6385675" y="2037644"/>
                  <a:pt x="6385675" y="2024239"/>
                  <a:pt x="6387873" y="2011186"/>
                </a:cubicBezTo>
                <a:close/>
                <a:moveTo>
                  <a:pt x="6085174" y="2008187"/>
                </a:moveTo>
                <a:cubicBezTo>
                  <a:pt x="6105911" y="2021743"/>
                  <a:pt x="6092087" y="2050996"/>
                  <a:pt x="6085174" y="2071330"/>
                </a:cubicBezTo>
                <a:cubicBezTo>
                  <a:pt x="6071350" y="2057774"/>
                  <a:pt x="6082992" y="2030661"/>
                  <a:pt x="6085174" y="2008187"/>
                </a:cubicBezTo>
                <a:close/>
                <a:moveTo>
                  <a:pt x="4240911" y="2001308"/>
                </a:moveTo>
                <a:cubicBezTo>
                  <a:pt x="4237760" y="2003017"/>
                  <a:pt x="4236050" y="2006437"/>
                  <a:pt x="4238390" y="2011116"/>
                </a:cubicBezTo>
                <a:cubicBezTo>
                  <a:pt x="4240551" y="2008596"/>
                  <a:pt x="4256392" y="2017955"/>
                  <a:pt x="4252072" y="2001757"/>
                </a:cubicBezTo>
                <a:cubicBezTo>
                  <a:pt x="4248651" y="1999598"/>
                  <a:pt x="4244061" y="1999598"/>
                  <a:pt x="4240911" y="2001308"/>
                </a:cubicBezTo>
                <a:close/>
                <a:moveTo>
                  <a:pt x="4804168" y="1999316"/>
                </a:moveTo>
                <a:cubicBezTo>
                  <a:pt x="4795167" y="1997156"/>
                  <a:pt x="4797327" y="2003996"/>
                  <a:pt x="4799848" y="2008317"/>
                </a:cubicBezTo>
                <a:cubicBezTo>
                  <a:pt x="4811008" y="2012997"/>
                  <a:pt x="4811008" y="2006156"/>
                  <a:pt x="4804168" y="1999316"/>
                </a:cubicBezTo>
                <a:close/>
                <a:moveTo>
                  <a:pt x="6026019" y="1997075"/>
                </a:moveTo>
                <a:cubicBezTo>
                  <a:pt x="6028135" y="2011045"/>
                  <a:pt x="6019316" y="2020236"/>
                  <a:pt x="6017199" y="2031632"/>
                </a:cubicBezTo>
                <a:cubicBezTo>
                  <a:pt x="6012613" y="2018030"/>
                  <a:pt x="6012613" y="2006266"/>
                  <a:pt x="6026019" y="1997075"/>
                </a:cubicBezTo>
                <a:close/>
                <a:moveTo>
                  <a:pt x="4831528" y="1992476"/>
                </a:moveTo>
                <a:cubicBezTo>
                  <a:pt x="4831528" y="1997156"/>
                  <a:pt x="4822528" y="2001476"/>
                  <a:pt x="4834048" y="2006156"/>
                </a:cubicBezTo>
                <a:cubicBezTo>
                  <a:pt x="4838908" y="2009667"/>
                  <a:pt x="4838908" y="2001431"/>
                  <a:pt x="4842401" y="2001954"/>
                </a:cubicBezTo>
                <a:lnTo>
                  <a:pt x="4844247" y="2003516"/>
                </a:lnTo>
                <a:lnTo>
                  <a:pt x="4854916" y="1993632"/>
                </a:lnTo>
                <a:lnTo>
                  <a:pt x="4851277" y="1995699"/>
                </a:lnTo>
                <a:cubicBezTo>
                  <a:pt x="4846356" y="1996616"/>
                  <a:pt x="4840078" y="1995896"/>
                  <a:pt x="4831528" y="1992476"/>
                </a:cubicBezTo>
                <a:close/>
                <a:moveTo>
                  <a:pt x="5307569" y="1986501"/>
                </a:moveTo>
                <a:cubicBezTo>
                  <a:pt x="5297798" y="1988358"/>
                  <a:pt x="5292331" y="2004896"/>
                  <a:pt x="5295571" y="2015157"/>
                </a:cubicBezTo>
                <a:cubicBezTo>
                  <a:pt x="5302411" y="2008317"/>
                  <a:pt x="5313931" y="1999316"/>
                  <a:pt x="5318611" y="1990315"/>
                </a:cubicBezTo>
                <a:cubicBezTo>
                  <a:pt x="5314561" y="1986895"/>
                  <a:pt x="5310826" y="1985883"/>
                  <a:pt x="5307569" y="1986501"/>
                </a:cubicBezTo>
                <a:close/>
                <a:moveTo>
                  <a:pt x="6139501" y="1977027"/>
                </a:moveTo>
                <a:cubicBezTo>
                  <a:pt x="6159892" y="1974850"/>
                  <a:pt x="6155242" y="1999887"/>
                  <a:pt x="6134850" y="1995170"/>
                </a:cubicBezTo>
                <a:cubicBezTo>
                  <a:pt x="6139501" y="1977027"/>
                  <a:pt x="6139501" y="1977027"/>
                  <a:pt x="6139501" y="1977027"/>
                </a:cubicBezTo>
                <a:close/>
                <a:moveTo>
                  <a:pt x="4329480" y="1970082"/>
                </a:moveTo>
                <a:lnTo>
                  <a:pt x="4325405" y="1976741"/>
                </a:lnTo>
                <a:lnTo>
                  <a:pt x="4324799" y="1976921"/>
                </a:lnTo>
                <a:cubicBezTo>
                  <a:pt x="4326959" y="1974761"/>
                  <a:pt x="4329480" y="1974761"/>
                  <a:pt x="4329480" y="1970082"/>
                </a:cubicBezTo>
                <a:close/>
                <a:moveTo>
                  <a:pt x="4941684" y="1955823"/>
                </a:moveTo>
                <a:lnTo>
                  <a:pt x="4940894" y="1959116"/>
                </a:lnTo>
                <a:lnTo>
                  <a:pt x="4943129" y="1958273"/>
                </a:lnTo>
                <a:close/>
                <a:moveTo>
                  <a:pt x="4858888" y="1953953"/>
                </a:moveTo>
                <a:cubicBezTo>
                  <a:pt x="4849888" y="1953953"/>
                  <a:pt x="4852048" y="1960793"/>
                  <a:pt x="4854208" y="1967634"/>
                </a:cubicBezTo>
                <a:cubicBezTo>
                  <a:pt x="4858888" y="1965114"/>
                  <a:pt x="4863568" y="1962954"/>
                  <a:pt x="4858888" y="1953953"/>
                </a:cubicBezTo>
                <a:close/>
                <a:moveTo>
                  <a:pt x="4539631" y="1946275"/>
                </a:moveTo>
                <a:cubicBezTo>
                  <a:pt x="4548580" y="1960084"/>
                  <a:pt x="4526028" y="1960084"/>
                  <a:pt x="4532829" y="1973893"/>
                </a:cubicBezTo>
                <a:cubicBezTo>
                  <a:pt x="4529428" y="1973893"/>
                  <a:pt x="4526028" y="1974438"/>
                  <a:pt x="4522627" y="1973847"/>
                </a:cubicBezTo>
                <a:lnTo>
                  <a:pt x="4517684" y="1970524"/>
                </a:lnTo>
                <a:lnTo>
                  <a:pt x="4515268" y="1980495"/>
                </a:lnTo>
                <a:cubicBezTo>
                  <a:pt x="4509150" y="1990597"/>
                  <a:pt x="4493986" y="1998705"/>
                  <a:pt x="4485438" y="1995162"/>
                </a:cubicBezTo>
                <a:cubicBezTo>
                  <a:pt x="4485438" y="1989529"/>
                  <a:pt x="4491228" y="1985532"/>
                  <a:pt x="4498167" y="1981807"/>
                </a:cubicBezTo>
                <a:lnTo>
                  <a:pt x="4517389" y="1970326"/>
                </a:lnTo>
                <a:lnTo>
                  <a:pt x="4512425" y="1966988"/>
                </a:lnTo>
                <a:cubicBezTo>
                  <a:pt x="4517079" y="1953179"/>
                  <a:pt x="4537483" y="1955360"/>
                  <a:pt x="4539631" y="1946275"/>
                </a:cubicBezTo>
                <a:close/>
                <a:moveTo>
                  <a:pt x="4977329" y="1926591"/>
                </a:moveTo>
                <a:cubicBezTo>
                  <a:pt x="4974809" y="1935592"/>
                  <a:pt x="4958969" y="1937752"/>
                  <a:pt x="4958969" y="1949273"/>
                </a:cubicBezTo>
                <a:cubicBezTo>
                  <a:pt x="4970489" y="1944592"/>
                  <a:pt x="4988489" y="1935592"/>
                  <a:pt x="4977329" y="1926591"/>
                </a:cubicBezTo>
                <a:close/>
                <a:moveTo>
                  <a:pt x="5350292" y="1921911"/>
                </a:moveTo>
                <a:cubicBezTo>
                  <a:pt x="5336612" y="1930911"/>
                  <a:pt x="5352452" y="1935592"/>
                  <a:pt x="5343452" y="1942432"/>
                </a:cubicBezTo>
                <a:cubicBezTo>
                  <a:pt x="5354972" y="1949273"/>
                  <a:pt x="5357132" y="1930911"/>
                  <a:pt x="5350292" y="1921911"/>
                </a:cubicBezTo>
                <a:close/>
                <a:moveTo>
                  <a:pt x="6150478" y="1903412"/>
                </a:moveTo>
                <a:cubicBezTo>
                  <a:pt x="6166250" y="1919220"/>
                  <a:pt x="6139613" y="1941855"/>
                  <a:pt x="6163796" y="1955507"/>
                </a:cubicBezTo>
                <a:cubicBezTo>
                  <a:pt x="6159590" y="1971315"/>
                  <a:pt x="6150478" y="1953352"/>
                  <a:pt x="6146272" y="1962333"/>
                </a:cubicBezTo>
                <a:cubicBezTo>
                  <a:pt x="6143819" y="1953352"/>
                  <a:pt x="6146272" y="1928202"/>
                  <a:pt x="6150478" y="1903412"/>
                </a:cubicBezTo>
                <a:close/>
                <a:moveTo>
                  <a:pt x="6452149" y="1901973"/>
                </a:moveTo>
                <a:cubicBezTo>
                  <a:pt x="6456510" y="1903743"/>
                  <a:pt x="6457461" y="1919551"/>
                  <a:pt x="6471038" y="1912937"/>
                </a:cubicBezTo>
                <a:lnTo>
                  <a:pt x="6468866" y="1928459"/>
                </a:lnTo>
                <a:cubicBezTo>
                  <a:pt x="6448228" y="1917523"/>
                  <a:pt x="6432297" y="1928459"/>
                  <a:pt x="6430125" y="1906234"/>
                </a:cubicBezTo>
                <a:cubicBezTo>
                  <a:pt x="6430125" y="1912937"/>
                  <a:pt x="6461986" y="1915053"/>
                  <a:pt x="6446056" y="1906234"/>
                </a:cubicBezTo>
                <a:cubicBezTo>
                  <a:pt x="6448862" y="1902353"/>
                  <a:pt x="6450695" y="1901383"/>
                  <a:pt x="6452149" y="1901973"/>
                </a:cubicBezTo>
                <a:close/>
                <a:moveTo>
                  <a:pt x="4648593" y="1892300"/>
                </a:moveTo>
                <a:cubicBezTo>
                  <a:pt x="4623590" y="1923693"/>
                  <a:pt x="4585371" y="1937249"/>
                  <a:pt x="4548938" y="1955443"/>
                </a:cubicBezTo>
                <a:cubicBezTo>
                  <a:pt x="4562868" y="1903715"/>
                  <a:pt x="4621447" y="1923693"/>
                  <a:pt x="4648593" y="1892300"/>
                </a:cubicBezTo>
                <a:close/>
                <a:moveTo>
                  <a:pt x="6117030" y="1881187"/>
                </a:moveTo>
                <a:cubicBezTo>
                  <a:pt x="6103436" y="1904253"/>
                  <a:pt x="6114526" y="1917948"/>
                  <a:pt x="6107729" y="1947501"/>
                </a:cubicBezTo>
                <a:cubicBezTo>
                  <a:pt x="6091988" y="1935968"/>
                  <a:pt x="6098785" y="1899567"/>
                  <a:pt x="6117030" y="1881187"/>
                </a:cubicBezTo>
                <a:close/>
                <a:moveTo>
                  <a:pt x="5470614" y="1881187"/>
                </a:moveTo>
                <a:cubicBezTo>
                  <a:pt x="5479591" y="1885949"/>
                  <a:pt x="5497904" y="1883751"/>
                  <a:pt x="5495390" y="1892910"/>
                </a:cubicBezTo>
                <a:cubicBezTo>
                  <a:pt x="5486413" y="1892910"/>
                  <a:pt x="5474923" y="1890712"/>
                  <a:pt x="5474923" y="1895108"/>
                </a:cubicBezTo>
                <a:cubicBezTo>
                  <a:pt x="5468100" y="1895108"/>
                  <a:pt x="5470614" y="1885949"/>
                  <a:pt x="5470614" y="1881187"/>
                </a:cubicBezTo>
                <a:close/>
                <a:moveTo>
                  <a:pt x="4951916" y="1879033"/>
                </a:moveTo>
                <a:cubicBezTo>
                  <a:pt x="4954455" y="1878199"/>
                  <a:pt x="4957841" y="1878471"/>
                  <a:pt x="4962919" y="1880741"/>
                </a:cubicBezTo>
                <a:lnTo>
                  <a:pt x="4959549" y="1883087"/>
                </a:lnTo>
                <a:lnTo>
                  <a:pt x="4962767" y="1890140"/>
                </a:lnTo>
                <a:cubicBezTo>
                  <a:pt x="4962018" y="1894966"/>
                  <a:pt x="4956283" y="1898931"/>
                  <a:pt x="4951509" y="1897896"/>
                </a:cubicBezTo>
                <a:lnTo>
                  <a:pt x="4948216" y="1894531"/>
                </a:lnTo>
                <a:lnTo>
                  <a:pt x="4944744" y="1906162"/>
                </a:lnTo>
                <a:cubicBezTo>
                  <a:pt x="4940111" y="1906162"/>
                  <a:pt x="4935834" y="1901441"/>
                  <a:pt x="4931201" y="1903983"/>
                </a:cubicBezTo>
                <a:cubicBezTo>
                  <a:pt x="4935834" y="1906162"/>
                  <a:pt x="4937972" y="1908341"/>
                  <a:pt x="4935834" y="1913062"/>
                </a:cubicBezTo>
                <a:cubicBezTo>
                  <a:pt x="4926925" y="1917783"/>
                  <a:pt x="4926925" y="1908341"/>
                  <a:pt x="4920154" y="1908341"/>
                </a:cubicBezTo>
                <a:cubicBezTo>
                  <a:pt x="4922292" y="1910883"/>
                  <a:pt x="4917659" y="1910883"/>
                  <a:pt x="4920154" y="1913062"/>
                </a:cubicBezTo>
                <a:cubicBezTo>
                  <a:pt x="4922292" y="1917783"/>
                  <a:pt x="4929063" y="1915241"/>
                  <a:pt x="4929063" y="1922141"/>
                </a:cubicBezTo>
                <a:cubicBezTo>
                  <a:pt x="4924430" y="1924319"/>
                  <a:pt x="4922292" y="1926862"/>
                  <a:pt x="4920154" y="1926862"/>
                </a:cubicBezTo>
                <a:cubicBezTo>
                  <a:pt x="4917659" y="1915241"/>
                  <a:pt x="4910888" y="1913062"/>
                  <a:pt x="4913383" y="1903983"/>
                </a:cubicBezTo>
                <a:cubicBezTo>
                  <a:pt x="4926925" y="1903983"/>
                  <a:pt x="4937972" y="1903983"/>
                  <a:pt x="4929063" y="1892362"/>
                </a:cubicBezTo>
                <a:cubicBezTo>
                  <a:pt x="4944298" y="1893996"/>
                  <a:pt x="4944298" y="1881535"/>
                  <a:pt x="4951916" y="1879033"/>
                </a:cubicBezTo>
                <a:close/>
                <a:moveTo>
                  <a:pt x="4938516" y="1866900"/>
                </a:moveTo>
                <a:cubicBezTo>
                  <a:pt x="4940688" y="1876201"/>
                  <a:pt x="4936343" y="1880494"/>
                  <a:pt x="4934171" y="1887291"/>
                </a:cubicBezTo>
                <a:cubicBezTo>
                  <a:pt x="4929464" y="1882998"/>
                  <a:pt x="4927292" y="1891942"/>
                  <a:pt x="4920413" y="1882998"/>
                </a:cubicBezTo>
                <a:cubicBezTo>
                  <a:pt x="4940688" y="1885145"/>
                  <a:pt x="4927292" y="1869404"/>
                  <a:pt x="4938516" y="1866900"/>
                </a:cubicBezTo>
                <a:close/>
                <a:moveTo>
                  <a:pt x="5366132" y="1858186"/>
                </a:moveTo>
                <a:cubicBezTo>
                  <a:pt x="5354972" y="1862867"/>
                  <a:pt x="5352452" y="1867187"/>
                  <a:pt x="5345612" y="1874027"/>
                </a:cubicBezTo>
                <a:cubicBezTo>
                  <a:pt x="5350292" y="1885548"/>
                  <a:pt x="5357132" y="1887708"/>
                  <a:pt x="5368292" y="1887708"/>
                </a:cubicBezTo>
                <a:cubicBezTo>
                  <a:pt x="5368292" y="1897069"/>
                  <a:pt x="5368292" y="1908230"/>
                  <a:pt x="5354972" y="1912910"/>
                </a:cubicBezTo>
                <a:cubicBezTo>
                  <a:pt x="5357132" y="1921911"/>
                  <a:pt x="5363972" y="1917590"/>
                  <a:pt x="5368292" y="1924071"/>
                </a:cubicBezTo>
                <a:cubicBezTo>
                  <a:pt x="5368292" y="1903909"/>
                  <a:pt x="5379812" y="1903909"/>
                  <a:pt x="5375132" y="1885548"/>
                </a:cubicBezTo>
                <a:cubicBezTo>
                  <a:pt x="5375132" y="1885548"/>
                  <a:pt x="5375132" y="1885548"/>
                  <a:pt x="5393492" y="1878708"/>
                </a:cubicBezTo>
                <a:cubicBezTo>
                  <a:pt x="5388812" y="1871867"/>
                  <a:pt x="5391332" y="1869707"/>
                  <a:pt x="5395652" y="1865027"/>
                </a:cubicBezTo>
                <a:cubicBezTo>
                  <a:pt x="5384492" y="1862867"/>
                  <a:pt x="5381972" y="1883388"/>
                  <a:pt x="5370812" y="1883388"/>
                </a:cubicBezTo>
                <a:cubicBezTo>
                  <a:pt x="5361812" y="1871867"/>
                  <a:pt x="5372972" y="1867187"/>
                  <a:pt x="5366132" y="1858186"/>
                </a:cubicBezTo>
                <a:close/>
                <a:moveTo>
                  <a:pt x="1221991" y="1854179"/>
                </a:moveTo>
                <a:cubicBezTo>
                  <a:pt x="1210469" y="1865337"/>
                  <a:pt x="1210469" y="1876856"/>
                  <a:pt x="1198948" y="1879015"/>
                </a:cubicBezTo>
                <a:cubicBezTo>
                  <a:pt x="1203629" y="1883695"/>
                  <a:pt x="1201108" y="1888014"/>
                  <a:pt x="1205789" y="1892693"/>
                </a:cubicBezTo>
                <a:cubicBezTo>
                  <a:pt x="1217310" y="1879015"/>
                  <a:pt x="1230992" y="1865337"/>
                  <a:pt x="1221991" y="1854179"/>
                </a:cubicBezTo>
                <a:close/>
                <a:moveTo>
                  <a:pt x="4822528" y="1853866"/>
                </a:moveTo>
                <a:cubicBezTo>
                  <a:pt x="4811008" y="1851346"/>
                  <a:pt x="4815688" y="1865027"/>
                  <a:pt x="4822528" y="1867187"/>
                </a:cubicBezTo>
                <a:cubicBezTo>
                  <a:pt x="4836208" y="1869707"/>
                  <a:pt x="4824688" y="1858186"/>
                  <a:pt x="4822528" y="1853866"/>
                </a:cubicBezTo>
                <a:close/>
                <a:moveTo>
                  <a:pt x="5385863" y="1852245"/>
                </a:moveTo>
                <a:lnTo>
                  <a:pt x="5380037" y="1855351"/>
                </a:lnTo>
                <a:cubicBezTo>
                  <a:pt x="5377472" y="1858726"/>
                  <a:pt x="5377472" y="1862687"/>
                  <a:pt x="5379812" y="1867187"/>
                </a:cubicBezTo>
                <a:cubicBezTo>
                  <a:pt x="5383232" y="1865027"/>
                  <a:pt x="5387822" y="1862777"/>
                  <a:pt x="5391242" y="1859672"/>
                </a:cubicBezTo>
                <a:lnTo>
                  <a:pt x="5392148" y="1857074"/>
                </a:lnTo>
                <a:lnTo>
                  <a:pt x="5387930" y="1852300"/>
                </a:lnTo>
                <a:close/>
                <a:moveTo>
                  <a:pt x="6405438" y="1847212"/>
                </a:moveTo>
                <a:cubicBezTo>
                  <a:pt x="6439294" y="1844675"/>
                  <a:pt x="6403300" y="1918262"/>
                  <a:pt x="6400805" y="1936387"/>
                </a:cubicBezTo>
                <a:cubicBezTo>
                  <a:pt x="6387263" y="1913550"/>
                  <a:pt x="6418980" y="1876937"/>
                  <a:pt x="6405438" y="1847212"/>
                </a:cubicBezTo>
                <a:close/>
                <a:moveTo>
                  <a:pt x="5771135" y="1840185"/>
                </a:moveTo>
                <a:cubicBezTo>
                  <a:pt x="5766455" y="1842345"/>
                  <a:pt x="5766455" y="1847026"/>
                  <a:pt x="5762135" y="1851346"/>
                </a:cubicBezTo>
                <a:cubicBezTo>
                  <a:pt x="5762135" y="1851346"/>
                  <a:pt x="5762135" y="1851346"/>
                  <a:pt x="5775815" y="1878708"/>
                </a:cubicBezTo>
                <a:cubicBezTo>
                  <a:pt x="5786975" y="1867187"/>
                  <a:pt x="5784815" y="1842345"/>
                  <a:pt x="5771135" y="1840185"/>
                </a:cubicBezTo>
                <a:close/>
                <a:moveTo>
                  <a:pt x="6501199" y="1836737"/>
                </a:moveTo>
                <a:cubicBezTo>
                  <a:pt x="6487375" y="1846185"/>
                  <a:pt x="6484828" y="1864356"/>
                  <a:pt x="6466638" y="1866536"/>
                </a:cubicBezTo>
                <a:cubicBezTo>
                  <a:pt x="6471004" y="1850546"/>
                  <a:pt x="6482645" y="1841461"/>
                  <a:pt x="6501199" y="1836737"/>
                </a:cubicBezTo>
                <a:close/>
                <a:moveTo>
                  <a:pt x="4956892" y="1835739"/>
                </a:moveTo>
                <a:cubicBezTo>
                  <a:pt x="4975083" y="1833562"/>
                  <a:pt x="4975083" y="1844810"/>
                  <a:pt x="4984541" y="1847350"/>
                </a:cubicBezTo>
                <a:cubicBezTo>
                  <a:pt x="4972900" y="1847350"/>
                  <a:pt x="4986724" y="1856422"/>
                  <a:pt x="4975083" y="1858599"/>
                </a:cubicBezTo>
                <a:cubicBezTo>
                  <a:pt x="4963805" y="1854245"/>
                  <a:pt x="4975083" y="1847350"/>
                  <a:pt x="4965987" y="1844810"/>
                </a:cubicBezTo>
                <a:cubicBezTo>
                  <a:pt x="4961258" y="1844810"/>
                  <a:pt x="4956892" y="1854245"/>
                  <a:pt x="4952163" y="1849527"/>
                </a:cubicBezTo>
                <a:cubicBezTo>
                  <a:pt x="4959075" y="1847350"/>
                  <a:pt x="4959075" y="1840456"/>
                  <a:pt x="4956892" y="1835739"/>
                </a:cubicBezTo>
                <a:close/>
                <a:moveTo>
                  <a:pt x="4729447" y="1835062"/>
                </a:moveTo>
                <a:cubicBezTo>
                  <a:pt x="4740663" y="1864556"/>
                  <a:pt x="4699780" y="1850888"/>
                  <a:pt x="4681328" y="1876065"/>
                </a:cubicBezTo>
                <a:cubicBezTo>
                  <a:pt x="4676625" y="1871389"/>
                  <a:pt x="4681328" y="1866714"/>
                  <a:pt x="4676625" y="1862398"/>
                </a:cubicBezTo>
                <a:cubicBezTo>
                  <a:pt x="4672283" y="1866714"/>
                  <a:pt x="4667580" y="1862398"/>
                  <a:pt x="4663238" y="1866714"/>
                </a:cubicBezTo>
                <a:cubicBezTo>
                  <a:pt x="4674454" y="1830387"/>
                  <a:pt x="4708825" y="1853406"/>
                  <a:pt x="4729447" y="1835062"/>
                </a:cubicBezTo>
                <a:close/>
                <a:moveTo>
                  <a:pt x="5601998" y="1831222"/>
                </a:moveTo>
                <a:lnTo>
                  <a:pt x="5597079" y="1832494"/>
                </a:lnTo>
                <a:lnTo>
                  <a:pt x="5594654" y="1832407"/>
                </a:lnTo>
                <a:lnTo>
                  <a:pt x="5596459" y="1847106"/>
                </a:lnTo>
                <a:lnTo>
                  <a:pt x="5599503" y="1838610"/>
                </a:lnTo>
                <a:close/>
                <a:moveTo>
                  <a:pt x="6370653" y="1830387"/>
                </a:moveTo>
                <a:cubicBezTo>
                  <a:pt x="6373133" y="1841896"/>
                  <a:pt x="6359672" y="1837221"/>
                  <a:pt x="6357192" y="1844054"/>
                </a:cubicBezTo>
                <a:cubicBezTo>
                  <a:pt x="6361797" y="1857722"/>
                  <a:pt x="6373133" y="1837221"/>
                  <a:pt x="6377384" y="1850888"/>
                </a:cubicBezTo>
                <a:cubicBezTo>
                  <a:pt x="6363923" y="1876065"/>
                  <a:pt x="6334875" y="1830387"/>
                  <a:pt x="6370653" y="1830387"/>
                </a:cubicBezTo>
                <a:close/>
                <a:moveTo>
                  <a:pt x="5955241" y="1827540"/>
                </a:moveTo>
                <a:lnTo>
                  <a:pt x="5945737" y="1835662"/>
                </a:lnTo>
                <a:cubicBezTo>
                  <a:pt x="5933857" y="1853618"/>
                  <a:pt x="5937367" y="1875828"/>
                  <a:pt x="5910096" y="1887708"/>
                </a:cubicBezTo>
                <a:cubicBezTo>
                  <a:pt x="5916936" y="1897069"/>
                  <a:pt x="5905416" y="1899229"/>
                  <a:pt x="5907576" y="1908230"/>
                </a:cubicBezTo>
                <a:cubicBezTo>
                  <a:pt x="5907576" y="1908230"/>
                  <a:pt x="5907576" y="1908230"/>
                  <a:pt x="5889576" y="1917590"/>
                </a:cubicBezTo>
                <a:cubicBezTo>
                  <a:pt x="5890656" y="1936852"/>
                  <a:pt x="5879226" y="1953323"/>
                  <a:pt x="5866400" y="1967814"/>
                </a:cubicBezTo>
                <a:lnTo>
                  <a:pt x="5848183" y="1987437"/>
                </a:lnTo>
                <a:lnTo>
                  <a:pt x="5888718" y="1971028"/>
                </a:lnTo>
                <a:lnTo>
                  <a:pt x="5969682" y="1931682"/>
                </a:lnTo>
                <a:lnTo>
                  <a:pt x="5969137" y="1926591"/>
                </a:lnTo>
                <a:lnTo>
                  <a:pt x="5974993" y="1929101"/>
                </a:lnTo>
                <a:lnTo>
                  <a:pt x="5980108" y="1926615"/>
                </a:lnTo>
                <a:lnTo>
                  <a:pt x="5983357" y="1922541"/>
                </a:lnTo>
                <a:cubicBezTo>
                  <a:pt x="5985337" y="1919121"/>
                  <a:pt x="5987452" y="1915273"/>
                  <a:pt x="5990197" y="1912415"/>
                </a:cubicBezTo>
                <a:lnTo>
                  <a:pt x="5991205" y="1912018"/>
                </a:lnTo>
                <a:lnTo>
                  <a:pt x="5993343" y="1900274"/>
                </a:lnTo>
                <a:cubicBezTo>
                  <a:pt x="5993596" y="1884023"/>
                  <a:pt x="5984688" y="1880176"/>
                  <a:pt x="5984688" y="1849397"/>
                </a:cubicBezTo>
                <a:lnTo>
                  <a:pt x="5979850" y="1845612"/>
                </a:lnTo>
                <a:lnTo>
                  <a:pt x="5979173" y="1849713"/>
                </a:lnTo>
                <a:cubicBezTo>
                  <a:pt x="5979588" y="1852830"/>
                  <a:pt x="5981293" y="1855794"/>
                  <a:pt x="5985295" y="1858600"/>
                </a:cubicBezTo>
                <a:cubicBezTo>
                  <a:pt x="5971470" y="1860772"/>
                  <a:pt x="5980565" y="1872358"/>
                  <a:pt x="5973653" y="1879238"/>
                </a:cubicBezTo>
                <a:cubicBezTo>
                  <a:pt x="5962375" y="1874531"/>
                  <a:pt x="5976200" y="1865479"/>
                  <a:pt x="5973653" y="1854255"/>
                </a:cubicBezTo>
                <a:cubicBezTo>
                  <a:pt x="5966741" y="1854255"/>
                  <a:pt x="5959829" y="1860772"/>
                  <a:pt x="5955463" y="1851721"/>
                </a:cubicBezTo>
                <a:lnTo>
                  <a:pt x="5969634" y="1837617"/>
                </a:lnTo>
                <a:lnTo>
                  <a:pt x="5959897" y="1829997"/>
                </a:lnTo>
                <a:close/>
                <a:moveTo>
                  <a:pt x="6050857" y="1826504"/>
                </a:moveTo>
                <a:lnTo>
                  <a:pt x="6037307" y="1849305"/>
                </a:lnTo>
                <a:lnTo>
                  <a:pt x="6044636" y="1857037"/>
                </a:lnTo>
                <a:lnTo>
                  <a:pt x="6057427" y="1841805"/>
                </a:lnTo>
                <a:cubicBezTo>
                  <a:pt x="6059407" y="1834425"/>
                  <a:pt x="6057697" y="1827584"/>
                  <a:pt x="6050857" y="1826504"/>
                </a:cubicBezTo>
                <a:close/>
                <a:moveTo>
                  <a:pt x="5707415" y="1819664"/>
                </a:moveTo>
                <a:cubicBezTo>
                  <a:pt x="5695895" y="1826504"/>
                  <a:pt x="5695895" y="1837665"/>
                  <a:pt x="5689415" y="1847026"/>
                </a:cubicBezTo>
                <a:cubicBezTo>
                  <a:pt x="5698415" y="1849186"/>
                  <a:pt x="5714255" y="1830824"/>
                  <a:pt x="5707415" y="1819664"/>
                </a:cubicBezTo>
                <a:close/>
                <a:moveTo>
                  <a:pt x="5782655" y="1812823"/>
                </a:moveTo>
                <a:cubicBezTo>
                  <a:pt x="5764295" y="1833345"/>
                  <a:pt x="5798495" y="1837665"/>
                  <a:pt x="5805335" y="1862867"/>
                </a:cubicBezTo>
                <a:cubicBezTo>
                  <a:pt x="5802815" y="1876548"/>
                  <a:pt x="5786975" y="1885548"/>
                  <a:pt x="5786975" y="1899229"/>
                </a:cubicBezTo>
                <a:cubicBezTo>
                  <a:pt x="5805335" y="1899229"/>
                  <a:pt x="5798495" y="1869707"/>
                  <a:pt x="5809655" y="1885548"/>
                </a:cubicBezTo>
                <a:cubicBezTo>
                  <a:pt x="5821175" y="1876548"/>
                  <a:pt x="5816495" y="1856026"/>
                  <a:pt x="5832695" y="1856026"/>
                </a:cubicBezTo>
                <a:cubicBezTo>
                  <a:pt x="5832695" y="1847026"/>
                  <a:pt x="5839535" y="1837665"/>
                  <a:pt x="5828015" y="1835505"/>
                </a:cubicBezTo>
                <a:cubicBezTo>
                  <a:pt x="5809655" y="1860346"/>
                  <a:pt x="5786975" y="1830824"/>
                  <a:pt x="5782655" y="1812823"/>
                </a:cubicBezTo>
                <a:close/>
                <a:moveTo>
                  <a:pt x="5009099" y="1803400"/>
                </a:moveTo>
                <a:cubicBezTo>
                  <a:pt x="5013720" y="1818922"/>
                  <a:pt x="4991329" y="1823155"/>
                  <a:pt x="4986708" y="1834444"/>
                </a:cubicBezTo>
                <a:cubicBezTo>
                  <a:pt x="4995594" y="1836561"/>
                  <a:pt x="4995594" y="1825625"/>
                  <a:pt x="5000214" y="1834444"/>
                </a:cubicBezTo>
                <a:cubicBezTo>
                  <a:pt x="4988841" y="1836561"/>
                  <a:pt x="4993461" y="1841147"/>
                  <a:pt x="4979956" y="1839030"/>
                </a:cubicBezTo>
                <a:cubicBezTo>
                  <a:pt x="4991329" y="1825625"/>
                  <a:pt x="4966450" y="1816805"/>
                  <a:pt x="4979956" y="1807633"/>
                </a:cubicBezTo>
                <a:cubicBezTo>
                  <a:pt x="4982088" y="1814336"/>
                  <a:pt x="4986708" y="1821039"/>
                  <a:pt x="4993461" y="1818922"/>
                </a:cubicBezTo>
                <a:cubicBezTo>
                  <a:pt x="5000214" y="1814336"/>
                  <a:pt x="4995594" y="1805516"/>
                  <a:pt x="5009099" y="1803400"/>
                </a:cubicBezTo>
                <a:close/>
                <a:moveTo>
                  <a:pt x="4710995" y="1803400"/>
                </a:moveTo>
                <a:cubicBezTo>
                  <a:pt x="4717908" y="1803400"/>
                  <a:pt x="4724820" y="1807754"/>
                  <a:pt x="4729549" y="1814648"/>
                </a:cubicBezTo>
                <a:cubicBezTo>
                  <a:pt x="4722637" y="1821543"/>
                  <a:pt x="4713178" y="1828437"/>
                  <a:pt x="4706630" y="1826260"/>
                </a:cubicBezTo>
                <a:cubicBezTo>
                  <a:pt x="4694988" y="1817188"/>
                  <a:pt x="4715725" y="1812471"/>
                  <a:pt x="4710995" y="1803400"/>
                </a:cubicBezTo>
                <a:close/>
                <a:moveTo>
                  <a:pt x="5420853" y="1799142"/>
                </a:moveTo>
                <a:cubicBezTo>
                  <a:pt x="5420853" y="1799142"/>
                  <a:pt x="5420853" y="1799142"/>
                  <a:pt x="5411853" y="1803823"/>
                </a:cubicBezTo>
                <a:cubicBezTo>
                  <a:pt x="5420853" y="1814983"/>
                  <a:pt x="5416173" y="1819664"/>
                  <a:pt x="5402493" y="1821824"/>
                </a:cubicBezTo>
                <a:cubicBezTo>
                  <a:pt x="5402493" y="1821824"/>
                  <a:pt x="5402493" y="1821824"/>
                  <a:pt x="5409333" y="1835505"/>
                </a:cubicBezTo>
                <a:cubicBezTo>
                  <a:pt x="5416173" y="1823984"/>
                  <a:pt x="5427693" y="1814983"/>
                  <a:pt x="5420853" y="1799142"/>
                </a:cubicBezTo>
                <a:close/>
                <a:moveTo>
                  <a:pt x="5899568" y="1793955"/>
                </a:moveTo>
                <a:lnTo>
                  <a:pt x="5898576" y="1794462"/>
                </a:lnTo>
                <a:cubicBezTo>
                  <a:pt x="5899746" y="1797342"/>
                  <a:pt x="5901478" y="1798940"/>
                  <a:pt x="5903453" y="1799643"/>
                </a:cubicBezTo>
                <a:lnTo>
                  <a:pt x="5906221" y="1799562"/>
                </a:lnTo>
                <a:close/>
                <a:moveTo>
                  <a:pt x="4766118" y="1787678"/>
                </a:moveTo>
                <a:cubicBezTo>
                  <a:pt x="4761458" y="1787678"/>
                  <a:pt x="4734573" y="1799149"/>
                  <a:pt x="4750346" y="1810620"/>
                </a:cubicBezTo>
                <a:cubicBezTo>
                  <a:pt x="4754647" y="1803809"/>
                  <a:pt x="4772929" y="1796998"/>
                  <a:pt x="4766118" y="1787678"/>
                </a:cubicBezTo>
                <a:close/>
                <a:moveTo>
                  <a:pt x="5484573" y="1780781"/>
                </a:moveTo>
                <a:cubicBezTo>
                  <a:pt x="5475213" y="1776461"/>
                  <a:pt x="5470893" y="1796982"/>
                  <a:pt x="5466213" y="1803823"/>
                </a:cubicBezTo>
                <a:cubicBezTo>
                  <a:pt x="5479893" y="1808143"/>
                  <a:pt x="5482413" y="1787621"/>
                  <a:pt x="5484573" y="1780781"/>
                </a:cubicBezTo>
                <a:close/>
                <a:moveTo>
                  <a:pt x="1303720" y="1780249"/>
                </a:moveTo>
                <a:cubicBezTo>
                  <a:pt x="1301402" y="1780390"/>
                  <a:pt x="1299129" y="1781290"/>
                  <a:pt x="1296879" y="1783629"/>
                </a:cubicBezTo>
                <a:cubicBezTo>
                  <a:pt x="1301559" y="1790468"/>
                  <a:pt x="1310560" y="1785789"/>
                  <a:pt x="1301559" y="1797307"/>
                </a:cubicBezTo>
                <a:cubicBezTo>
                  <a:pt x="1296879" y="1790468"/>
                  <a:pt x="1292198" y="1787949"/>
                  <a:pt x="1285357" y="1792628"/>
                </a:cubicBezTo>
                <a:cubicBezTo>
                  <a:pt x="1290038" y="1810985"/>
                  <a:pt x="1251514" y="1833662"/>
                  <a:pt x="1228471" y="1842661"/>
                </a:cubicBezTo>
                <a:cubicBezTo>
                  <a:pt x="1235312" y="1854179"/>
                  <a:pt x="1237832" y="1851659"/>
                  <a:pt x="1239993" y="1860658"/>
                </a:cubicBezTo>
                <a:cubicBezTo>
                  <a:pt x="1264835" y="1819984"/>
                  <a:pt x="1303719" y="1815305"/>
                  <a:pt x="1326402" y="1781110"/>
                </a:cubicBezTo>
                <a:cubicBezTo>
                  <a:pt x="1318031" y="1786239"/>
                  <a:pt x="1310673" y="1779827"/>
                  <a:pt x="1303720" y="1780249"/>
                </a:cubicBezTo>
                <a:close/>
                <a:moveTo>
                  <a:pt x="5643694" y="1778621"/>
                </a:moveTo>
                <a:cubicBezTo>
                  <a:pt x="5627854" y="1785461"/>
                  <a:pt x="5630014" y="1799142"/>
                  <a:pt x="5627854" y="1810663"/>
                </a:cubicBezTo>
                <a:cubicBezTo>
                  <a:pt x="5632174" y="1812823"/>
                  <a:pt x="5636854" y="1810663"/>
                  <a:pt x="5643694" y="1805983"/>
                </a:cubicBezTo>
                <a:cubicBezTo>
                  <a:pt x="5634694" y="1794462"/>
                  <a:pt x="5652694" y="1790142"/>
                  <a:pt x="5643694" y="1778621"/>
                </a:cubicBezTo>
                <a:close/>
                <a:moveTo>
                  <a:pt x="5095410" y="1762780"/>
                </a:moveTo>
                <a:cubicBezTo>
                  <a:pt x="5091090" y="1767100"/>
                  <a:pt x="5084250" y="1776461"/>
                  <a:pt x="5095410" y="1780781"/>
                </a:cubicBezTo>
                <a:cubicBezTo>
                  <a:pt x="5104410" y="1776461"/>
                  <a:pt x="5106930" y="1764940"/>
                  <a:pt x="5095410" y="1762780"/>
                </a:cubicBezTo>
                <a:close/>
                <a:moveTo>
                  <a:pt x="6271684" y="1757362"/>
                </a:moveTo>
                <a:cubicBezTo>
                  <a:pt x="6282900" y="1757362"/>
                  <a:pt x="6282900" y="1757362"/>
                  <a:pt x="6282900" y="1757362"/>
                </a:cubicBezTo>
                <a:cubicBezTo>
                  <a:pt x="6285003" y="1762095"/>
                  <a:pt x="6287106" y="1766465"/>
                  <a:pt x="6287106" y="1773383"/>
                </a:cubicBezTo>
                <a:cubicBezTo>
                  <a:pt x="6265025" y="1769013"/>
                  <a:pt x="6291663" y="1789768"/>
                  <a:pt x="6274138" y="1796686"/>
                </a:cubicBezTo>
                <a:cubicBezTo>
                  <a:pt x="6267478" y="1787219"/>
                  <a:pt x="6267478" y="1764280"/>
                  <a:pt x="6271684" y="1757362"/>
                </a:cubicBezTo>
                <a:close/>
                <a:moveTo>
                  <a:pt x="4835922" y="1757362"/>
                </a:moveTo>
                <a:cubicBezTo>
                  <a:pt x="4858147" y="1759508"/>
                  <a:pt x="4838039" y="1777753"/>
                  <a:pt x="4824633" y="1782404"/>
                </a:cubicBezTo>
                <a:cubicBezTo>
                  <a:pt x="4820400" y="1770956"/>
                  <a:pt x="4840156" y="1762012"/>
                  <a:pt x="4835922" y="1757362"/>
                </a:cubicBezTo>
                <a:close/>
                <a:moveTo>
                  <a:pt x="6226702" y="1751012"/>
                </a:moveTo>
                <a:cubicBezTo>
                  <a:pt x="6240841" y="1751012"/>
                  <a:pt x="6236004" y="1770990"/>
                  <a:pt x="6228934" y="1777649"/>
                </a:cubicBezTo>
                <a:cubicBezTo>
                  <a:pt x="6217400" y="1775546"/>
                  <a:pt x="6228934" y="1757671"/>
                  <a:pt x="6226702" y="1751012"/>
                </a:cubicBezTo>
                <a:close/>
                <a:moveTo>
                  <a:pt x="5777975" y="1749099"/>
                </a:moveTo>
                <a:cubicBezTo>
                  <a:pt x="5771135" y="1758099"/>
                  <a:pt x="5773295" y="1769620"/>
                  <a:pt x="5771135" y="1780781"/>
                </a:cubicBezTo>
                <a:cubicBezTo>
                  <a:pt x="5777975" y="1771780"/>
                  <a:pt x="5789495" y="1762780"/>
                  <a:pt x="5777975" y="1749099"/>
                </a:cubicBezTo>
                <a:close/>
                <a:moveTo>
                  <a:pt x="5037182" y="1746250"/>
                </a:moveTo>
                <a:cubicBezTo>
                  <a:pt x="5043885" y="1755321"/>
                  <a:pt x="5023777" y="1759675"/>
                  <a:pt x="5041769" y="1766570"/>
                </a:cubicBezTo>
                <a:cubicBezTo>
                  <a:pt x="5028363" y="1771287"/>
                  <a:pt x="5026246" y="1755321"/>
                  <a:pt x="5014957" y="1764393"/>
                </a:cubicBezTo>
                <a:cubicBezTo>
                  <a:pt x="5006138" y="1750604"/>
                  <a:pt x="5028363" y="1755321"/>
                  <a:pt x="5037182" y="1746250"/>
                </a:cubicBezTo>
                <a:close/>
                <a:moveTo>
                  <a:pt x="6390187" y="1743648"/>
                </a:moveTo>
                <a:cubicBezTo>
                  <a:pt x="6421436" y="1743648"/>
                  <a:pt x="6421436" y="1743648"/>
                  <a:pt x="6421436" y="1743648"/>
                </a:cubicBezTo>
                <a:cubicBezTo>
                  <a:pt x="6426052" y="1748331"/>
                  <a:pt x="6428183" y="1755176"/>
                  <a:pt x="6423922" y="1766343"/>
                </a:cubicBezTo>
                <a:cubicBezTo>
                  <a:pt x="6414689" y="1762021"/>
                  <a:pt x="6423922" y="1741487"/>
                  <a:pt x="6399065" y="1748331"/>
                </a:cubicBezTo>
                <a:cubicBezTo>
                  <a:pt x="6421436" y="1789399"/>
                  <a:pt x="6374563" y="1798405"/>
                  <a:pt x="6408297" y="1825783"/>
                </a:cubicBezTo>
                <a:cubicBezTo>
                  <a:pt x="6403681" y="1825783"/>
                  <a:pt x="6403681" y="1832628"/>
                  <a:pt x="6403681" y="1834790"/>
                </a:cubicBezTo>
                <a:cubicBezTo>
                  <a:pt x="6399065" y="1832628"/>
                  <a:pt x="6392318" y="1830106"/>
                  <a:pt x="6383440" y="1830106"/>
                </a:cubicBezTo>
                <a:cubicBezTo>
                  <a:pt x="6378824" y="1789399"/>
                  <a:pt x="6392318" y="1786877"/>
                  <a:pt x="6390187" y="1743648"/>
                </a:cubicBezTo>
                <a:close/>
                <a:moveTo>
                  <a:pt x="1458536" y="1740435"/>
                </a:moveTo>
                <a:cubicBezTo>
                  <a:pt x="1444854" y="1747274"/>
                  <a:pt x="1438014" y="1756273"/>
                  <a:pt x="1419652" y="1756273"/>
                </a:cubicBezTo>
                <a:cubicBezTo>
                  <a:pt x="1426492" y="1778950"/>
                  <a:pt x="1456016" y="1751594"/>
                  <a:pt x="1458536" y="1740435"/>
                </a:cubicBezTo>
                <a:close/>
                <a:moveTo>
                  <a:pt x="6353044" y="1739900"/>
                </a:moveTo>
                <a:cubicBezTo>
                  <a:pt x="6370682" y="1755830"/>
                  <a:pt x="6350574" y="1778640"/>
                  <a:pt x="6368566" y="1797105"/>
                </a:cubicBezTo>
                <a:cubicBezTo>
                  <a:pt x="6344224" y="1797105"/>
                  <a:pt x="6377385" y="1806157"/>
                  <a:pt x="6366449" y="1822088"/>
                </a:cubicBezTo>
                <a:cubicBezTo>
                  <a:pt x="6341755" y="1813036"/>
                  <a:pt x="6355160" y="1785519"/>
                  <a:pt x="6339638" y="1762710"/>
                </a:cubicBezTo>
                <a:cubicBezTo>
                  <a:pt x="6363980" y="1764882"/>
                  <a:pt x="6339638" y="1744244"/>
                  <a:pt x="6353044" y="1739900"/>
                </a:cubicBezTo>
                <a:close/>
                <a:moveTo>
                  <a:pt x="6105412" y="1734498"/>
                </a:moveTo>
                <a:lnTo>
                  <a:pt x="6104889" y="1742394"/>
                </a:lnTo>
                <a:lnTo>
                  <a:pt x="6112417" y="1740098"/>
                </a:lnTo>
                <a:cubicBezTo>
                  <a:pt x="6110167" y="1740638"/>
                  <a:pt x="6108322" y="1739761"/>
                  <a:pt x="6107000" y="1738281"/>
                </a:cubicBezTo>
                <a:close/>
                <a:moveTo>
                  <a:pt x="1364926" y="1733596"/>
                </a:moveTo>
                <a:cubicBezTo>
                  <a:pt x="1353765" y="1756273"/>
                  <a:pt x="1331082" y="1758433"/>
                  <a:pt x="1322081" y="1778950"/>
                </a:cubicBezTo>
                <a:cubicBezTo>
                  <a:pt x="1344764" y="1763112"/>
                  <a:pt x="1360605" y="1765272"/>
                  <a:pt x="1371767" y="1742595"/>
                </a:cubicBezTo>
                <a:cubicBezTo>
                  <a:pt x="1371767" y="1742595"/>
                  <a:pt x="1371767" y="1742595"/>
                  <a:pt x="1364926" y="1733596"/>
                </a:cubicBezTo>
                <a:close/>
                <a:moveTo>
                  <a:pt x="5947376" y="1733550"/>
                </a:moveTo>
                <a:cubicBezTo>
                  <a:pt x="5949609" y="1737911"/>
                  <a:pt x="5956678" y="1744815"/>
                  <a:pt x="5951841" y="1749539"/>
                </a:cubicBezTo>
                <a:cubicBezTo>
                  <a:pt x="5949609" y="1737911"/>
                  <a:pt x="5935470" y="1763348"/>
                  <a:pt x="5933238" y="1751720"/>
                </a:cubicBezTo>
                <a:cubicBezTo>
                  <a:pt x="5940307" y="1744815"/>
                  <a:pt x="5937703" y="1737911"/>
                  <a:pt x="5947376" y="1733550"/>
                </a:cubicBezTo>
                <a:close/>
                <a:moveTo>
                  <a:pt x="4797663" y="1733550"/>
                </a:moveTo>
                <a:cubicBezTo>
                  <a:pt x="4804474" y="1762944"/>
                  <a:pt x="4772929" y="1758284"/>
                  <a:pt x="4763967" y="1778716"/>
                </a:cubicBezTo>
                <a:cubicBezTo>
                  <a:pt x="4784041" y="1796998"/>
                  <a:pt x="4800172" y="1747171"/>
                  <a:pt x="4824906" y="1733550"/>
                </a:cubicBezTo>
                <a:cubicBezTo>
                  <a:pt x="4827416" y="1737851"/>
                  <a:pt x="4829567" y="1749322"/>
                  <a:pt x="4822756" y="1744662"/>
                </a:cubicBezTo>
                <a:cubicBezTo>
                  <a:pt x="4822756" y="1751473"/>
                  <a:pt x="4829567" y="1747171"/>
                  <a:pt x="4827416" y="1760435"/>
                </a:cubicBezTo>
                <a:cubicBezTo>
                  <a:pt x="4786551" y="1790187"/>
                  <a:pt x="4786551" y="1823883"/>
                  <a:pt x="4738875" y="1833203"/>
                </a:cubicBezTo>
                <a:cubicBezTo>
                  <a:pt x="4734573" y="1826392"/>
                  <a:pt x="4750346" y="1805960"/>
                  <a:pt x="4729913" y="1808111"/>
                </a:cubicBezTo>
                <a:cubicBezTo>
                  <a:pt x="4752496" y="1778716"/>
                  <a:pt x="4768269" y="1751473"/>
                  <a:pt x="4797663" y="1733550"/>
                </a:cubicBezTo>
                <a:close/>
                <a:moveTo>
                  <a:pt x="5046188" y="1726171"/>
                </a:moveTo>
                <a:cubicBezTo>
                  <a:pt x="5047639" y="1724785"/>
                  <a:pt x="5048819" y="1724248"/>
                  <a:pt x="5052266" y="1727647"/>
                </a:cubicBezTo>
                <a:cubicBezTo>
                  <a:pt x="5050089" y="1727647"/>
                  <a:pt x="5052266" y="1732298"/>
                  <a:pt x="5054443" y="1734444"/>
                </a:cubicBezTo>
                <a:cubicBezTo>
                  <a:pt x="5038477" y="1734444"/>
                  <a:pt x="5061337" y="1745892"/>
                  <a:pt x="5045371" y="1745892"/>
                </a:cubicBezTo>
                <a:cubicBezTo>
                  <a:pt x="5036300" y="1736591"/>
                  <a:pt x="5056983" y="1732298"/>
                  <a:pt x="5038477" y="1729793"/>
                </a:cubicBezTo>
                <a:cubicBezTo>
                  <a:pt x="5043013" y="1729793"/>
                  <a:pt x="5044736" y="1727557"/>
                  <a:pt x="5046188" y="1726171"/>
                </a:cubicBezTo>
                <a:close/>
                <a:moveTo>
                  <a:pt x="6324036" y="1725612"/>
                </a:moveTo>
                <a:cubicBezTo>
                  <a:pt x="6328306" y="1734561"/>
                  <a:pt x="6332932" y="1754965"/>
                  <a:pt x="6324036" y="1761767"/>
                </a:cubicBezTo>
                <a:cubicBezTo>
                  <a:pt x="6319411" y="1754965"/>
                  <a:pt x="6312650" y="1734561"/>
                  <a:pt x="6324036" y="1725612"/>
                </a:cubicBezTo>
                <a:close/>
                <a:moveTo>
                  <a:pt x="4929449" y="1719577"/>
                </a:moveTo>
                <a:cubicBezTo>
                  <a:pt x="4917929" y="1721737"/>
                  <a:pt x="4913609" y="1733258"/>
                  <a:pt x="4924769" y="1737578"/>
                </a:cubicBezTo>
                <a:cubicBezTo>
                  <a:pt x="4934129" y="1733258"/>
                  <a:pt x="4940609" y="1728577"/>
                  <a:pt x="4929449" y="1719577"/>
                </a:cubicBezTo>
                <a:close/>
                <a:moveTo>
                  <a:pt x="5452647" y="1714500"/>
                </a:moveTo>
                <a:cubicBezTo>
                  <a:pt x="5464553" y="1721404"/>
                  <a:pt x="5459716" y="1733033"/>
                  <a:pt x="5455251" y="1744298"/>
                </a:cubicBezTo>
                <a:cubicBezTo>
                  <a:pt x="5448182" y="1737394"/>
                  <a:pt x="5441113" y="1721404"/>
                  <a:pt x="5452647" y="1714500"/>
                </a:cubicBezTo>
                <a:close/>
                <a:moveTo>
                  <a:pt x="6105788" y="1713694"/>
                </a:moveTo>
                <a:lnTo>
                  <a:pt x="6106550" y="1717319"/>
                </a:lnTo>
                <a:lnTo>
                  <a:pt x="6105691" y="1730294"/>
                </a:lnTo>
                <a:lnTo>
                  <a:pt x="6106291" y="1728707"/>
                </a:lnTo>
                <a:cubicBezTo>
                  <a:pt x="6107534" y="1728083"/>
                  <a:pt x="6109537" y="1728488"/>
                  <a:pt x="6112417" y="1730738"/>
                </a:cubicBezTo>
                <a:cubicBezTo>
                  <a:pt x="6113497" y="1726237"/>
                  <a:pt x="6112327" y="1722277"/>
                  <a:pt x="6110032" y="1718587"/>
                </a:cubicBezTo>
                <a:close/>
                <a:moveTo>
                  <a:pt x="5802815" y="1708056"/>
                </a:moveTo>
                <a:cubicBezTo>
                  <a:pt x="5791655" y="1712736"/>
                  <a:pt x="5800655" y="1721737"/>
                  <a:pt x="5789495" y="1726417"/>
                </a:cubicBezTo>
                <a:cubicBezTo>
                  <a:pt x="5795975" y="1728577"/>
                  <a:pt x="5802815" y="1723897"/>
                  <a:pt x="5809655" y="1721737"/>
                </a:cubicBezTo>
                <a:cubicBezTo>
                  <a:pt x="5809655" y="1721737"/>
                  <a:pt x="5809655" y="1721737"/>
                  <a:pt x="5802815" y="1708056"/>
                </a:cubicBezTo>
                <a:close/>
                <a:moveTo>
                  <a:pt x="5118090" y="1705896"/>
                </a:moveTo>
                <a:cubicBezTo>
                  <a:pt x="5109090" y="1710576"/>
                  <a:pt x="5102250" y="1714896"/>
                  <a:pt x="5106930" y="1723897"/>
                </a:cubicBezTo>
                <a:cubicBezTo>
                  <a:pt x="5111250" y="1719577"/>
                  <a:pt x="5124930" y="1714896"/>
                  <a:pt x="5118090" y="1705896"/>
                </a:cubicBezTo>
                <a:close/>
                <a:moveTo>
                  <a:pt x="5994112" y="1700135"/>
                </a:moveTo>
                <a:cubicBezTo>
                  <a:pt x="5989027" y="1698965"/>
                  <a:pt x="5982817" y="1701215"/>
                  <a:pt x="5982817" y="1708056"/>
                </a:cubicBezTo>
                <a:cubicBezTo>
                  <a:pt x="5984977" y="1717417"/>
                  <a:pt x="5993977" y="1705896"/>
                  <a:pt x="5998657" y="1712736"/>
                </a:cubicBezTo>
                <a:cubicBezTo>
                  <a:pt x="6003157" y="1705896"/>
                  <a:pt x="5999197" y="1701305"/>
                  <a:pt x="5994112" y="1700135"/>
                </a:cubicBezTo>
                <a:close/>
                <a:moveTo>
                  <a:pt x="1355925" y="1699401"/>
                </a:moveTo>
                <a:cubicBezTo>
                  <a:pt x="1344764" y="1708400"/>
                  <a:pt x="1333243" y="1715239"/>
                  <a:pt x="1337923" y="1724238"/>
                </a:cubicBezTo>
                <a:cubicBezTo>
                  <a:pt x="1346924" y="1713079"/>
                  <a:pt x="1351604" y="1724238"/>
                  <a:pt x="1360605" y="1713079"/>
                </a:cubicBezTo>
                <a:cubicBezTo>
                  <a:pt x="1355925" y="1708400"/>
                  <a:pt x="1353765" y="1704081"/>
                  <a:pt x="1355925" y="1699401"/>
                </a:cubicBezTo>
                <a:close/>
                <a:moveTo>
                  <a:pt x="4719470" y="1693862"/>
                </a:moveTo>
                <a:cubicBezTo>
                  <a:pt x="4726375" y="1710348"/>
                  <a:pt x="4708204" y="1712546"/>
                  <a:pt x="4701299" y="1717308"/>
                </a:cubicBezTo>
                <a:cubicBezTo>
                  <a:pt x="4696575" y="1707783"/>
                  <a:pt x="4715109" y="1703387"/>
                  <a:pt x="4719470" y="1693862"/>
                </a:cubicBezTo>
                <a:close/>
                <a:moveTo>
                  <a:pt x="6319664" y="1692275"/>
                </a:moveTo>
                <a:cubicBezTo>
                  <a:pt x="6348808" y="1692275"/>
                  <a:pt x="6328549" y="1719924"/>
                  <a:pt x="6317531" y="1726836"/>
                </a:cubicBezTo>
                <a:cubicBezTo>
                  <a:pt x="6301538" y="1719924"/>
                  <a:pt x="6324284" y="1706099"/>
                  <a:pt x="6319664" y="1692275"/>
                </a:cubicBezTo>
                <a:close/>
                <a:moveTo>
                  <a:pt x="5944876" y="1690831"/>
                </a:moveTo>
                <a:cubicBezTo>
                  <a:pt x="5940742" y="1692283"/>
                  <a:pt x="5936017" y="1695545"/>
                  <a:pt x="5930257" y="1701216"/>
                </a:cubicBezTo>
                <a:cubicBezTo>
                  <a:pt x="5934937" y="1705896"/>
                  <a:pt x="5941777" y="1694375"/>
                  <a:pt x="5946457" y="1701216"/>
                </a:cubicBezTo>
                <a:cubicBezTo>
                  <a:pt x="5941777" y="1714896"/>
                  <a:pt x="5934937" y="1721737"/>
                  <a:pt x="5921256" y="1726417"/>
                </a:cubicBezTo>
                <a:cubicBezTo>
                  <a:pt x="5922337" y="1733258"/>
                  <a:pt x="5917836" y="1738388"/>
                  <a:pt x="5914461" y="1743789"/>
                </a:cubicBezTo>
                <a:lnTo>
                  <a:pt x="5912521" y="1748696"/>
                </a:lnTo>
                <a:lnTo>
                  <a:pt x="5914139" y="1751480"/>
                </a:lnTo>
                <a:lnTo>
                  <a:pt x="5929500" y="1761282"/>
                </a:lnTo>
                <a:lnTo>
                  <a:pt x="5939617" y="1755939"/>
                </a:lnTo>
                <a:cubicBezTo>
                  <a:pt x="5940697" y="1758189"/>
                  <a:pt x="5940382" y="1760012"/>
                  <a:pt x="5939443" y="1761627"/>
                </a:cubicBezTo>
                <a:lnTo>
                  <a:pt x="5936053" y="1765464"/>
                </a:lnTo>
                <a:lnTo>
                  <a:pt x="5942269" y="1769430"/>
                </a:lnTo>
                <a:lnTo>
                  <a:pt x="5942587" y="1769125"/>
                </a:lnTo>
                <a:cubicBezTo>
                  <a:pt x="5943307" y="1768113"/>
                  <a:pt x="5943960" y="1767607"/>
                  <a:pt x="5944860" y="1768209"/>
                </a:cubicBezTo>
                <a:lnTo>
                  <a:pt x="5948099" y="1773150"/>
                </a:lnTo>
                <a:lnTo>
                  <a:pt x="5948781" y="1773586"/>
                </a:lnTo>
                <a:lnTo>
                  <a:pt x="5962297" y="1744418"/>
                </a:lnTo>
                <a:cubicBezTo>
                  <a:pt x="5969137" y="1744418"/>
                  <a:pt x="5962297" y="1751259"/>
                  <a:pt x="5966617" y="1755939"/>
                </a:cubicBezTo>
                <a:cubicBezTo>
                  <a:pt x="5980297" y="1751259"/>
                  <a:pt x="5980297" y="1744418"/>
                  <a:pt x="5982817" y="1737578"/>
                </a:cubicBezTo>
                <a:cubicBezTo>
                  <a:pt x="5966617" y="1737578"/>
                  <a:pt x="5978137" y="1733258"/>
                  <a:pt x="5973457" y="1719577"/>
                </a:cubicBezTo>
                <a:cubicBezTo>
                  <a:pt x="5969137" y="1719577"/>
                  <a:pt x="5964457" y="1721737"/>
                  <a:pt x="5957617" y="1726417"/>
                </a:cubicBezTo>
                <a:cubicBezTo>
                  <a:pt x="5955457" y="1719577"/>
                  <a:pt x="5966617" y="1717417"/>
                  <a:pt x="5964457" y="1710576"/>
                </a:cubicBezTo>
                <a:cubicBezTo>
                  <a:pt x="5969137" y="1710576"/>
                  <a:pt x="5971297" y="1717417"/>
                  <a:pt x="5978137" y="1710576"/>
                </a:cubicBezTo>
                <a:cubicBezTo>
                  <a:pt x="5964367" y="1698425"/>
                  <a:pt x="5957279" y="1686477"/>
                  <a:pt x="5944876" y="1690831"/>
                </a:cubicBezTo>
                <a:close/>
                <a:moveTo>
                  <a:pt x="5458878" y="1687670"/>
                </a:moveTo>
                <a:cubicBezTo>
                  <a:pt x="5453793" y="1686005"/>
                  <a:pt x="5445873" y="1686635"/>
                  <a:pt x="5441373" y="1690055"/>
                </a:cubicBezTo>
                <a:cubicBezTo>
                  <a:pt x="5452533" y="1705896"/>
                  <a:pt x="5436693" y="1692215"/>
                  <a:pt x="5427693" y="1699055"/>
                </a:cubicBezTo>
                <a:cubicBezTo>
                  <a:pt x="5436693" y="1719577"/>
                  <a:pt x="5411853" y="1728577"/>
                  <a:pt x="5418693" y="1749099"/>
                </a:cubicBezTo>
                <a:cubicBezTo>
                  <a:pt x="5411853" y="1746939"/>
                  <a:pt x="5407173" y="1749099"/>
                  <a:pt x="5405013" y="1753779"/>
                </a:cubicBezTo>
                <a:cubicBezTo>
                  <a:pt x="5414013" y="1762780"/>
                  <a:pt x="5418693" y="1773941"/>
                  <a:pt x="5405013" y="1769620"/>
                </a:cubicBezTo>
                <a:cubicBezTo>
                  <a:pt x="5409333" y="1778621"/>
                  <a:pt x="5423013" y="1776461"/>
                  <a:pt x="5414013" y="1794462"/>
                </a:cubicBezTo>
                <a:cubicBezTo>
                  <a:pt x="5432013" y="1787621"/>
                  <a:pt x="5425533" y="1773941"/>
                  <a:pt x="5414013" y="1758099"/>
                </a:cubicBezTo>
                <a:cubicBezTo>
                  <a:pt x="5416173" y="1749099"/>
                  <a:pt x="5429853" y="1744418"/>
                  <a:pt x="5434533" y="1737578"/>
                </a:cubicBezTo>
                <a:cubicBezTo>
                  <a:pt x="5434533" y="1742258"/>
                  <a:pt x="5432013" y="1744418"/>
                  <a:pt x="5436693" y="1744418"/>
                </a:cubicBezTo>
                <a:cubicBezTo>
                  <a:pt x="5429853" y="1753779"/>
                  <a:pt x="5425533" y="1776461"/>
                  <a:pt x="5438853" y="1785461"/>
                </a:cubicBezTo>
                <a:cubicBezTo>
                  <a:pt x="5455053" y="1778621"/>
                  <a:pt x="5441373" y="1764940"/>
                  <a:pt x="5443533" y="1755939"/>
                </a:cubicBezTo>
                <a:cubicBezTo>
                  <a:pt x="5443533" y="1755939"/>
                  <a:pt x="5443533" y="1755939"/>
                  <a:pt x="5461893" y="1749099"/>
                </a:cubicBezTo>
                <a:cubicBezTo>
                  <a:pt x="5459373" y="1730738"/>
                  <a:pt x="5479893" y="1705896"/>
                  <a:pt x="5450373" y="1696895"/>
                </a:cubicBezTo>
                <a:cubicBezTo>
                  <a:pt x="5455053" y="1692215"/>
                  <a:pt x="5457213" y="1696895"/>
                  <a:pt x="5459373" y="1699055"/>
                </a:cubicBezTo>
                <a:cubicBezTo>
                  <a:pt x="5466213" y="1693295"/>
                  <a:pt x="5463963" y="1689335"/>
                  <a:pt x="5458878" y="1687670"/>
                </a:cubicBezTo>
                <a:close/>
                <a:moveTo>
                  <a:pt x="5067914" y="1685925"/>
                </a:moveTo>
                <a:cubicBezTo>
                  <a:pt x="5093090" y="1708150"/>
                  <a:pt x="5061080" y="1708150"/>
                  <a:pt x="5054247" y="1723672"/>
                </a:cubicBezTo>
                <a:cubicBezTo>
                  <a:pt x="5047413" y="1710619"/>
                  <a:pt x="5067914" y="1703916"/>
                  <a:pt x="5061080" y="1688041"/>
                </a:cubicBezTo>
                <a:cubicBezTo>
                  <a:pt x="5063598" y="1692628"/>
                  <a:pt x="5065756" y="1690511"/>
                  <a:pt x="5067914" y="1685925"/>
                </a:cubicBezTo>
                <a:close/>
                <a:moveTo>
                  <a:pt x="5616444" y="1682750"/>
                </a:moveTo>
                <a:cubicBezTo>
                  <a:pt x="5634435" y="1684982"/>
                  <a:pt x="5623146" y="1696888"/>
                  <a:pt x="5621030" y="1706190"/>
                </a:cubicBezTo>
                <a:cubicBezTo>
                  <a:pt x="5603038" y="1703957"/>
                  <a:pt x="5621030" y="1696888"/>
                  <a:pt x="5616444" y="1682750"/>
                </a:cubicBezTo>
                <a:close/>
                <a:moveTo>
                  <a:pt x="5082057" y="1662112"/>
                </a:moveTo>
                <a:cubicBezTo>
                  <a:pt x="5086913" y="1666594"/>
                  <a:pt x="5094010" y="1662112"/>
                  <a:pt x="5096251" y="1666594"/>
                </a:cubicBezTo>
                <a:cubicBezTo>
                  <a:pt x="5079816" y="1666594"/>
                  <a:pt x="5086913" y="1680788"/>
                  <a:pt x="5079816" y="1676306"/>
                </a:cubicBezTo>
                <a:cubicBezTo>
                  <a:pt x="5082057" y="1671450"/>
                  <a:pt x="5077575" y="1664353"/>
                  <a:pt x="5082057" y="1662112"/>
                </a:cubicBezTo>
                <a:close/>
                <a:moveTo>
                  <a:pt x="4948614" y="1654175"/>
                </a:moveTo>
                <a:cubicBezTo>
                  <a:pt x="4944132" y="1665234"/>
                  <a:pt x="4937035" y="1676649"/>
                  <a:pt x="4932179" y="1685568"/>
                </a:cubicBezTo>
                <a:cubicBezTo>
                  <a:pt x="4929938" y="1674152"/>
                  <a:pt x="4937035" y="1656315"/>
                  <a:pt x="4948614" y="1654175"/>
                </a:cubicBezTo>
                <a:close/>
                <a:moveTo>
                  <a:pt x="5871216" y="1653692"/>
                </a:moveTo>
                <a:cubicBezTo>
                  <a:pt x="5855375" y="1664853"/>
                  <a:pt x="5871216" y="1683214"/>
                  <a:pt x="5864376" y="1699055"/>
                </a:cubicBezTo>
                <a:cubicBezTo>
                  <a:pt x="5878056" y="1685374"/>
                  <a:pt x="5869056" y="1667013"/>
                  <a:pt x="5882736" y="1655852"/>
                </a:cubicBezTo>
                <a:cubicBezTo>
                  <a:pt x="5880216" y="1651172"/>
                  <a:pt x="5873376" y="1658013"/>
                  <a:pt x="5871216" y="1653692"/>
                </a:cubicBezTo>
                <a:close/>
                <a:moveTo>
                  <a:pt x="5700575" y="1649012"/>
                </a:moveTo>
                <a:cubicBezTo>
                  <a:pt x="5684735" y="1658013"/>
                  <a:pt x="5680055" y="1669533"/>
                  <a:pt x="5686895" y="1683214"/>
                </a:cubicBezTo>
                <a:cubicBezTo>
                  <a:pt x="5698415" y="1673854"/>
                  <a:pt x="5705255" y="1662693"/>
                  <a:pt x="5700575" y="1649012"/>
                </a:cubicBezTo>
                <a:close/>
                <a:moveTo>
                  <a:pt x="6424692" y="1646237"/>
                </a:moveTo>
                <a:cubicBezTo>
                  <a:pt x="6428985" y="1650598"/>
                  <a:pt x="6435782" y="1650598"/>
                  <a:pt x="6445084" y="1650598"/>
                </a:cubicBezTo>
                <a:cubicBezTo>
                  <a:pt x="6447230" y="1664407"/>
                  <a:pt x="6435782" y="1664407"/>
                  <a:pt x="6433636" y="1676036"/>
                </a:cubicBezTo>
                <a:cubicBezTo>
                  <a:pt x="6424692" y="1671312"/>
                  <a:pt x="6422188" y="1659683"/>
                  <a:pt x="6424692" y="1646237"/>
                </a:cubicBezTo>
                <a:close/>
                <a:moveTo>
                  <a:pt x="5104265" y="1642003"/>
                </a:moveTo>
                <a:cubicBezTo>
                  <a:pt x="5113724" y="1648706"/>
                  <a:pt x="5097717" y="1655409"/>
                  <a:pt x="5088258" y="1653292"/>
                </a:cubicBezTo>
                <a:cubicBezTo>
                  <a:pt x="5079163" y="1646590"/>
                  <a:pt x="5097717" y="1639887"/>
                  <a:pt x="5104265" y="1642003"/>
                </a:cubicBezTo>
                <a:close/>
                <a:moveTo>
                  <a:pt x="5918106" y="1625228"/>
                </a:moveTo>
                <a:cubicBezTo>
                  <a:pt x="5913989" y="1627523"/>
                  <a:pt x="5912706" y="1638121"/>
                  <a:pt x="5907576" y="1640011"/>
                </a:cubicBezTo>
                <a:cubicBezTo>
                  <a:pt x="5907576" y="1640011"/>
                  <a:pt x="5907576" y="1640011"/>
                  <a:pt x="5916936" y="1655852"/>
                </a:cubicBezTo>
                <a:cubicBezTo>
                  <a:pt x="5928097" y="1642171"/>
                  <a:pt x="5934937" y="1660173"/>
                  <a:pt x="5939617" y="1644332"/>
                </a:cubicBezTo>
                <a:cubicBezTo>
                  <a:pt x="5934937" y="1630651"/>
                  <a:pt x="5921256" y="1651172"/>
                  <a:pt x="5916936" y="1646852"/>
                </a:cubicBezTo>
                <a:cubicBezTo>
                  <a:pt x="5916936" y="1640011"/>
                  <a:pt x="5925937" y="1635331"/>
                  <a:pt x="5923417" y="1626330"/>
                </a:cubicBezTo>
                <a:cubicBezTo>
                  <a:pt x="5921167" y="1624620"/>
                  <a:pt x="5919479" y="1624463"/>
                  <a:pt x="5918106" y="1625228"/>
                </a:cubicBezTo>
                <a:close/>
                <a:moveTo>
                  <a:pt x="5676769" y="1616075"/>
                </a:moveTo>
                <a:cubicBezTo>
                  <a:pt x="5678885" y="1629189"/>
                  <a:pt x="5649957" y="1631605"/>
                  <a:pt x="5641138" y="1625048"/>
                </a:cubicBezTo>
                <a:cubicBezTo>
                  <a:pt x="5647841" y="1618491"/>
                  <a:pt x="5667949" y="1620561"/>
                  <a:pt x="5676769" y="1616075"/>
                </a:cubicBezTo>
                <a:close/>
                <a:moveTo>
                  <a:pt x="5184331" y="1614810"/>
                </a:moveTo>
                <a:cubicBezTo>
                  <a:pt x="5170651" y="1612649"/>
                  <a:pt x="5161651" y="1628491"/>
                  <a:pt x="5165971" y="1635331"/>
                </a:cubicBezTo>
                <a:cubicBezTo>
                  <a:pt x="5181811" y="1630651"/>
                  <a:pt x="5172811" y="1621650"/>
                  <a:pt x="5184331" y="1614810"/>
                </a:cubicBezTo>
                <a:close/>
                <a:moveTo>
                  <a:pt x="6398552" y="1614487"/>
                </a:moveTo>
                <a:cubicBezTo>
                  <a:pt x="6407724" y="1626098"/>
                  <a:pt x="6418660" y="1644241"/>
                  <a:pt x="6411957" y="1662747"/>
                </a:cubicBezTo>
                <a:cubicBezTo>
                  <a:pt x="6387263" y="1664924"/>
                  <a:pt x="6407724" y="1628275"/>
                  <a:pt x="6380913" y="1632992"/>
                </a:cubicBezTo>
                <a:cubicBezTo>
                  <a:pt x="6380913" y="1628275"/>
                  <a:pt x="6387263" y="1630452"/>
                  <a:pt x="6391849" y="1628275"/>
                </a:cubicBezTo>
                <a:cubicBezTo>
                  <a:pt x="6398552" y="1628275"/>
                  <a:pt x="6396435" y="1619204"/>
                  <a:pt x="6398552" y="1614487"/>
                </a:cubicBezTo>
                <a:close/>
                <a:moveTo>
                  <a:pt x="5759396" y="1606951"/>
                </a:moveTo>
                <a:cubicBezTo>
                  <a:pt x="5756892" y="1606529"/>
                  <a:pt x="5754035" y="1607339"/>
                  <a:pt x="5750615" y="1610129"/>
                </a:cubicBezTo>
                <a:cubicBezTo>
                  <a:pt x="5755295" y="1619490"/>
                  <a:pt x="5762135" y="1612649"/>
                  <a:pt x="5764295" y="1623810"/>
                </a:cubicBezTo>
                <a:cubicBezTo>
                  <a:pt x="5759615" y="1628491"/>
                  <a:pt x="5757455" y="1626330"/>
                  <a:pt x="5753135" y="1621650"/>
                </a:cubicBezTo>
                <a:cubicBezTo>
                  <a:pt x="5746295" y="1626330"/>
                  <a:pt x="5750615" y="1635331"/>
                  <a:pt x="5757455" y="1642171"/>
                </a:cubicBezTo>
                <a:cubicBezTo>
                  <a:pt x="5762135" y="1635331"/>
                  <a:pt x="5766455" y="1642171"/>
                  <a:pt x="5768975" y="1646852"/>
                </a:cubicBezTo>
                <a:cubicBezTo>
                  <a:pt x="5768975" y="1646852"/>
                  <a:pt x="5768975" y="1646852"/>
                  <a:pt x="5770685" y="1645682"/>
                </a:cubicBezTo>
                <a:lnTo>
                  <a:pt x="5773984" y="1643425"/>
                </a:lnTo>
                <a:lnTo>
                  <a:pt x="5771197" y="1635755"/>
                </a:lnTo>
                <a:lnTo>
                  <a:pt x="5770939" y="1634734"/>
                </a:lnTo>
                <a:lnTo>
                  <a:pt x="5764295" y="1633171"/>
                </a:lnTo>
                <a:cubicBezTo>
                  <a:pt x="5761955" y="1628491"/>
                  <a:pt x="5764205" y="1628491"/>
                  <a:pt x="5767625" y="1628491"/>
                </a:cubicBezTo>
                <a:lnTo>
                  <a:pt x="5769183" y="1627786"/>
                </a:lnTo>
                <a:lnTo>
                  <a:pt x="5764779" y="1610359"/>
                </a:lnTo>
                <a:close/>
                <a:moveTo>
                  <a:pt x="5882736" y="1605809"/>
                </a:moveTo>
                <a:cubicBezTo>
                  <a:pt x="5873376" y="1610129"/>
                  <a:pt x="5871216" y="1619490"/>
                  <a:pt x="5875896" y="1626330"/>
                </a:cubicBezTo>
                <a:cubicBezTo>
                  <a:pt x="5884896" y="1614810"/>
                  <a:pt x="5884896" y="1635331"/>
                  <a:pt x="5893896" y="1623810"/>
                </a:cubicBezTo>
                <a:cubicBezTo>
                  <a:pt x="5896416" y="1616970"/>
                  <a:pt x="5889576" y="1605809"/>
                  <a:pt x="5882736" y="1605809"/>
                </a:cubicBezTo>
                <a:close/>
                <a:moveTo>
                  <a:pt x="6135461" y="1604962"/>
                </a:moveTo>
                <a:cubicBezTo>
                  <a:pt x="6147184" y="1609195"/>
                  <a:pt x="6135461" y="1631773"/>
                  <a:pt x="6135461" y="1642709"/>
                </a:cubicBezTo>
                <a:cubicBezTo>
                  <a:pt x="6128500" y="1629303"/>
                  <a:pt x="6123738" y="1615898"/>
                  <a:pt x="6135461" y="1604962"/>
                </a:cubicBezTo>
                <a:close/>
                <a:moveTo>
                  <a:pt x="5912256" y="1598968"/>
                </a:moveTo>
                <a:cubicBezTo>
                  <a:pt x="5903256" y="1603289"/>
                  <a:pt x="5898576" y="1610129"/>
                  <a:pt x="5903256" y="1616970"/>
                </a:cubicBezTo>
                <a:cubicBezTo>
                  <a:pt x="5910096" y="1612649"/>
                  <a:pt x="5914416" y="1616970"/>
                  <a:pt x="5919096" y="1612649"/>
                </a:cubicBezTo>
                <a:close/>
                <a:moveTo>
                  <a:pt x="5690201" y="1597025"/>
                </a:moveTo>
                <a:cubicBezTo>
                  <a:pt x="5692434" y="1601787"/>
                  <a:pt x="5699503" y="1608747"/>
                  <a:pt x="5694666" y="1610945"/>
                </a:cubicBezTo>
                <a:cubicBezTo>
                  <a:pt x="5690201" y="1608747"/>
                  <a:pt x="5683132" y="1610945"/>
                  <a:pt x="5676063" y="1606549"/>
                </a:cubicBezTo>
                <a:cubicBezTo>
                  <a:pt x="5685365" y="1599589"/>
                  <a:pt x="5687597" y="1606549"/>
                  <a:pt x="5690201" y="1597025"/>
                </a:cubicBezTo>
                <a:close/>
                <a:moveTo>
                  <a:pt x="5495733" y="1594288"/>
                </a:moveTo>
                <a:cubicBezTo>
                  <a:pt x="5486733" y="1601129"/>
                  <a:pt x="5484573" y="1607969"/>
                  <a:pt x="5484573" y="1616970"/>
                </a:cubicBezTo>
                <a:cubicBezTo>
                  <a:pt x="5477733" y="1621650"/>
                  <a:pt x="5479893" y="1607969"/>
                  <a:pt x="5482413" y="1605809"/>
                </a:cubicBezTo>
                <a:cubicBezTo>
                  <a:pt x="5468373" y="1607969"/>
                  <a:pt x="5470893" y="1635331"/>
                  <a:pt x="5470893" y="1646852"/>
                </a:cubicBezTo>
                <a:cubicBezTo>
                  <a:pt x="5450373" y="1649012"/>
                  <a:pt x="5475213" y="1653692"/>
                  <a:pt x="5450373" y="1658013"/>
                </a:cubicBezTo>
                <a:cubicBezTo>
                  <a:pt x="5457213" y="1680694"/>
                  <a:pt x="5475213" y="1680694"/>
                  <a:pt x="5473053" y="1705896"/>
                </a:cubicBezTo>
                <a:cubicBezTo>
                  <a:pt x="5482413" y="1699055"/>
                  <a:pt x="5489253" y="1683214"/>
                  <a:pt x="5473053" y="1676374"/>
                </a:cubicBezTo>
                <a:cubicBezTo>
                  <a:pt x="5500413" y="1673854"/>
                  <a:pt x="5482413" y="1651172"/>
                  <a:pt x="5498253" y="1637491"/>
                </a:cubicBezTo>
                <a:cubicBezTo>
                  <a:pt x="5482413" y="1633171"/>
                  <a:pt x="5491413" y="1621650"/>
                  <a:pt x="5486733" y="1612649"/>
                </a:cubicBezTo>
                <a:cubicBezTo>
                  <a:pt x="5495733" y="1607969"/>
                  <a:pt x="5505093" y="1603289"/>
                  <a:pt x="5495733" y="1594288"/>
                </a:cubicBezTo>
                <a:close/>
                <a:moveTo>
                  <a:pt x="5129607" y="1587098"/>
                </a:moveTo>
                <a:cubicBezTo>
                  <a:pt x="5129607" y="1594002"/>
                  <a:pt x="5124981" y="1612536"/>
                  <a:pt x="5109325" y="1605632"/>
                </a:cubicBezTo>
                <a:cubicBezTo>
                  <a:pt x="5120711" y="1600907"/>
                  <a:pt x="5113951" y="1582737"/>
                  <a:pt x="5129607" y="1587098"/>
                </a:cubicBezTo>
                <a:close/>
                <a:moveTo>
                  <a:pt x="5536773" y="1585288"/>
                </a:moveTo>
                <a:cubicBezTo>
                  <a:pt x="5529933" y="1587448"/>
                  <a:pt x="5532093" y="1594288"/>
                  <a:pt x="5536773" y="1598968"/>
                </a:cubicBezTo>
                <a:cubicBezTo>
                  <a:pt x="5536773" y="1598968"/>
                  <a:pt x="5536773" y="1598968"/>
                  <a:pt x="5550453" y="1592128"/>
                </a:cubicBezTo>
                <a:cubicBezTo>
                  <a:pt x="5548293" y="1580607"/>
                  <a:pt x="5538933" y="1596448"/>
                  <a:pt x="5536773" y="1585288"/>
                </a:cubicBezTo>
                <a:close/>
                <a:moveTo>
                  <a:pt x="4802761" y="1582812"/>
                </a:moveTo>
                <a:cubicBezTo>
                  <a:pt x="4807347" y="1594346"/>
                  <a:pt x="4785122" y="1587276"/>
                  <a:pt x="4787239" y="1601415"/>
                </a:cubicBezTo>
                <a:cubicBezTo>
                  <a:pt x="4775950" y="1587276"/>
                  <a:pt x="4791825" y="1577975"/>
                  <a:pt x="4802761" y="1582812"/>
                </a:cubicBezTo>
                <a:close/>
                <a:moveTo>
                  <a:pt x="5067408" y="1582737"/>
                </a:moveTo>
                <a:cubicBezTo>
                  <a:pt x="5076744" y="1582737"/>
                  <a:pt x="5074230" y="1587043"/>
                  <a:pt x="5083566" y="1593860"/>
                </a:cubicBezTo>
                <a:cubicBezTo>
                  <a:pt x="5069921" y="1605343"/>
                  <a:pt x="5067408" y="1623284"/>
                  <a:pt x="5074230" y="1634766"/>
                </a:cubicBezTo>
                <a:cubicBezTo>
                  <a:pt x="5069921" y="1630101"/>
                  <a:pt x="5063099" y="1630101"/>
                  <a:pt x="5058431" y="1625795"/>
                </a:cubicBezTo>
                <a:cubicBezTo>
                  <a:pt x="5069921" y="1618978"/>
                  <a:pt x="5076744" y="1609648"/>
                  <a:pt x="5063099" y="1596013"/>
                </a:cubicBezTo>
                <a:cubicBezTo>
                  <a:pt x="5067408" y="1589554"/>
                  <a:pt x="5081052" y="1598525"/>
                  <a:pt x="5076744" y="1591707"/>
                </a:cubicBezTo>
                <a:cubicBezTo>
                  <a:pt x="5074230" y="1587043"/>
                  <a:pt x="5053763" y="1584890"/>
                  <a:pt x="5067408" y="1582737"/>
                </a:cubicBezTo>
                <a:close/>
                <a:moveTo>
                  <a:pt x="5810460" y="1579675"/>
                </a:moveTo>
                <a:lnTo>
                  <a:pt x="5813641" y="1591950"/>
                </a:lnTo>
                <a:lnTo>
                  <a:pt x="5814959" y="1584860"/>
                </a:lnTo>
                <a:close/>
                <a:moveTo>
                  <a:pt x="5486733" y="1576287"/>
                </a:moveTo>
                <a:cubicBezTo>
                  <a:pt x="5475213" y="1589968"/>
                  <a:pt x="5502573" y="1587448"/>
                  <a:pt x="5509413" y="1598968"/>
                </a:cubicBezTo>
                <a:cubicBezTo>
                  <a:pt x="5511933" y="1594288"/>
                  <a:pt x="5511933" y="1589968"/>
                  <a:pt x="5507253" y="1585288"/>
                </a:cubicBezTo>
                <a:cubicBezTo>
                  <a:pt x="5495733" y="1592128"/>
                  <a:pt x="5500413" y="1573767"/>
                  <a:pt x="5486733" y="1576287"/>
                </a:cubicBezTo>
                <a:close/>
                <a:moveTo>
                  <a:pt x="4800187" y="1563121"/>
                </a:moveTo>
                <a:cubicBezTo>
                  <a:pt x="4801713" y="1563313"/>
                  <a:pt x="4803525" y="1564313"/>
                  <a:pt x="4805768" y="1566639"/>
                </a:cubicBezTo>
                <a:cubicBezTo>
                  <a:pt x="4803352" y="1566639"/>
                  <a:pt x="4801281" y="1566639"/>
                  <a:pt x="4799211" y="1571476"/>
                </a:cubicBezTo>
                <a:cubicBezTo>
                  <a:pt x="4799211" y="1573708"/>
                  <a:pt x="4803352" y="1578545"/>
                  <a:pt x="4799211" y="1580778"/>
                </a:cubicBezTo>
                <a:cubicBezTo>
                  <a:pt x="4790238" y="1580778"/>
                  <a:pt x="4794724" y="1576313"/>
                  <a:pt x="4790238" y="1569243"/>
                </a:cubicBezTo>
                <a:cubicBezTo>
                  <a:pt x="4793602" y="1569243"/>
                  <a:pt x="4795609" y="1562546"/>
                  <a:pt x="4800187" y="1563121"/>
                </a:cubicBezTo>
                <a:close/>
                <a:moveTo>
                  <a:pt x="1294718" y="1560462"/>
                </a:moveTo>
                <a:cubicBezTo>
                  <a:pt x="1283197" y="1574140"/>
                  <a:pt x="1278517" y="1567301"/>
                  <a:pt x="1271676" y="1565141"/>
                </a:cubicBezTo>
                <a:cubicBezTo>
                  <a:pt x="1260515" y="1583498"/>
                  <a:pt x="1235312" y="1585658"/>
                  <a:pt x="1217310" y="1603655"/>
                </a:cubicBezTo>
                <a:cubicBezTo>
                  <a:pt x="1221991" y="1610494"/>
                  <a:pt x="1224151" y="1619853"/>
                  <a:pt x="1219470" y="1631011"/>
                </a:cubicBezTo>
                <a:cubicBezTo>
                  <a:pt x="1228471" y="1619853"/>
                  <a:pt x="1244673" y="1608335"/>
                  <a:pt x="1258355" y="1599336"/>
                </a:cubicBezTo>
                <a:cubicBezTo>
                  <a:pt x="1274196" y="1587818"/>
                  <a:pt x="1287878" y="1576659"/>
                  <a:pt x="1294718" y="1560462"/>
                </a:cubicBezTo>
                <a:close/>
                <a:moveTo>
                  <a:pt x="5193331" y="1560086"/>
                </a:moveTo>
                <a:cubicBezTo>
                  <a:pt x="5181811" y="1564766"/>
                  <a:pt x="5177491" y="1576287"/>
                  <a:pt x="5186491" y="1578447"/>
                </a:cubicBezTo>
                <a:cubicBezTo>
                  <a:pt x="5193331" y="1573767"/>
                  <a:pt x="5202331" y="1569446"/>
                  <a:pt x="5193331" y="1560086"/>
                </a:cubicBezTo>
                <a:close/>
                <a:moveTo>
                  <a:pt x="5557293" y="1555766"/>
                </a:moveTo>
                <a:cubicBezTo>
                  <a:pt x="5543613" y="1560086"/>
                  <a:pt x="5559453" y="1571607"/>
                  <a:pt x="5564133" y="1571607"/>
                </a:cubicBezTo>
                <a:cubicBezTo>
                  <a:pt x="5573133" y="1569446"/>
                  <a:pt x="5566293" y="1551085"/>
                  <a:pt x="5557293" y="1555766"/>
                </a:cubicBezTo>
                <a:close/>
                <a:moveTo>
                  <a:pt x="5131682" y="1555750"/>
                </a:moveTo>
                <a:cubicBezTo>
                  <a:pt x="5136412" y="1560104"/>
                  <a:pt x="5145507" y="1555750"/>
                  <a:pt x="5150236" y="1564821"/>
                </a:cubicBezTo>
                <a:cubicBezTo>
                  <a:pt x="5138595" y="1566998"/>
                  <a:pt x="5150236" y="1580787"/>
                  <a:pt x="5138595" y="1573893"/>
                </a:cubicBezTo>
                <a:cubicBezTo>
                  <a:pt x="5141141" y="1571715"/>
                  <a:pt x="5138595" y="1560104"/>
                  <a:pt x="5134229" y="1562644"/>
                </a:cubicBezTo>
                <a:cubicBezTo>
                  <a:pt x="5131682" y="1566998"/>
                  <a:pt x="5122587" y="1576433"/>
                  <a:pt x="5115675" y="1569538"/>
                </a:cubicBezTo>
                <a:cubicBezTo>
                  <a:pt x="5120404" y="1564821"/>
                  <a:pt x="5124770" y="1560104"/>
                  <a:pt x="5131682" y="1555750"/>
                </a:cubicBezTo>
                <a:close/>
                <a:moveTo>
                  <a:pt x="4993998" y="1555750"/>
                </a:moveTo>
                <a:cubicBezTo>
                  <a:pt x="4996239" y="1562847"/>
                  <a:pt x="4989142" y="1567329"/>
                  <a:pt x="4984660" y="1574426"/>
                </a:cubicBezTo>
                <a:cubicBezTo>
                  <a:pt x="4977563" y="1565088"/>
                  <a:pt x="4984660" y="1560232"/>
                  <a:pt x="4993998" y="1555750"/>
                </a:cubicBezTo>
                <a:close/>
                <a:moveTo>
                  <a:pt x="5381972" y="1553605"/>
                </a:moveTo>
                <a:cubicBezTo>
                  <a:pt x="5370812" y="1557926"/>
                  <a:pt x="5377652" y="1566926"/>
                  <a:pt x="5375132" y="1573767"/>
                </a:cubicBezTo>
                <a:cubicBezTo>
                  <a:pt x="5388812" y="1578447"/>
                  <a:pt x="5386652" y="1560086"/>
                  <a:pt x="5381972" y="1553605"/>
                </a:cubicBezTo>
                <a:close/>
                <a:moveTo>
                  <a:pt x="5926977" y="1552452"/>
                </a:moveTo>
                <a:cubicBezTo>
                  <a:pt x="5919907" y="1553786"/>
                  <a:pt x="5916126" y="1567016"/>
                  <a:pt x="5921256" y="1573767"/>
                </a:cubicBezTo>
                <a:cubicBezTo>
                  <a:pt x="5930257" y="1566926"/>
                  <a:pt x="5928097" y="1560086"/>
                  <a:pt x="5934937" y="1555766"/>
                </a:cubicBezTo>
                <a:cubicBezTo>
                  <a:pt x="5932057" y="1552886"/>
                  <a:pt x="5929334" y="1552008"/>
                  <a:pt x="5926977" y="1552452"/>
                </a:cubicBezTo>
                <a:close/>
                <a:moveTo>
                  <a:pt x="6167271" y="1547748"/>
                </a:moveTo>
                <a:cubicBezTo>
                  <a:pt x="6167804" y="1546915"/>
                  <a:pt x="6168872" y="1546915"/>
                  <a:pt x="6171007" y="1549193"/>
                </a:cubicBezTo>
                <a:cubicBezTo>
                  <a:pt x="6166737" y="1555853"/>
                  <a:pt x="6166737" y="1564615"/>
                  <a:pt x="6159977" y="1571274"/>
                </a:cubicBezTo>
                <a:cubicBezTo>
                  <a:pt x="6157486" y="1566718"/>
                  <a:pt x="6150725" y="1560058"/>
                  <a:pt x="6155351" y="1555853"/>
                </a:cubicBezTo>
                <a:cubicBezTo>
                  <a:pt x="6157486" y="1557956"/>
                  <a:pt x="6162111" y="1555853"/>
                  <a:pt x="6166737" y="1551296"/>
                </a:cubicBezTo>
                <a:cubicBezTo>
                  <a:pt x="6166737" y="1550245"/>
                  <a:pt x="6166737" y="1548580"/>
                  <a:pt x="6167271" y="1547748"/>
                </a:cubicBezTo>
                <a:close/>
                <a:moveTo>
                  <a:pt x="5900736" y="1546765"/>
                </a:moveTo>
                <a:cubicBezTo>
                  <a:pt x="5889576" y="1553605"/>
                  <a:pt x="5893896" y="1562606"/>
                  <a:pt x="5884896" y="1571607"/>
                </a:cubicBezTo>
                <a:cubicBezTo>
                  <a:pt x="5896416" y="1576287"/>
                  <a:pt x="5907576" y="1555766"/>
                  <a:pt x="5900736" y="1546765"/>
                </a:cubicBezTo>
                <a:close/>
                <a:moveTo>
                  <a:pt x="4814901" y="1535112"/>
                </a:moveTo>
                <a:cubicBezTo>
                  <a:pt x="4826391" y="1546328"/>
                  <a:pt x="4814901" y="1552987"/>
                  <a:pt x="4808078" y="1561749"/>
                </a:cubicBezTo>
                <a:cubicBezTo>
                  <a:pt x="4801256" y="1557193"/>
                  <a:pt x="4814901" y="1543874"/>
                  <a:pt x="4801256" y="1546328"/>
                </a:cubicBezTo>
                <a:cubicBezTo>
                  <a:pt x="4796588" y="1539668"/>
                  <a:pt x="4812746" y="1541771"/>
                  <a:pt x="4814901" y="1535112"/>
                </a:cubicBezTo>
                <a:close/>
                <a:moveTo>
                  <a:pt x="1317401" y="1533465"/>
                </a:moveTo>
                <a:cubicBezTo>
                  <a:pt x="1305880" y="1542464"/>
                  <a:pt x="1296879" y="1549303"/>
                  <a:pt x="1299039" y="1558302"/>
                </a:cubicBezTo>
                <a:cubicBezTo>
                  <a:pt x="1305880" y="1558302"/>
                  <a:pt x="1319561" y="1542464"/>
                  <a:pt x="1317401" y="1533465"/>
                </a:cubicBezTo>
                <a:close/>
                <a:moveTo>
                  <a:pt x="5834855" y="1523723"/>
                </a:moveTo>
                <a:cubicBezTo>
                  <a:pt x="5830175" y="1530564"/>
                  <a:pt x="5821175" y="1537404"/>
                  <a:pt x="5816495" y="1546765"/>
                </a:cubicBezTo>
                <a:cubicBezTo>
                  <a:pt x="5816495" y="1546765"/>
                  <a:pt x="5816495" y="1546765"/>
                  <a:pt x="5825855" y="1560086"/>
                </a:cubicBezTo>
                <a:cubicBezTo>
                  <a:pt x="5832695" y="1555766"/>
                  <a:pt x="5837015" y="1555766"/>
                  <a:pt x="5839535" y="1560086"/>
                </a:cubicBezTo>
                <a:cubicBezTo>
                  <a:pt x="5839535" y="1548925"/>
                  <a:pt x="5834855" y="1535244"/>
                  <a:pt x="5834855" y="1523723"/>
                </a:cubicBezTo>
                <a:close/>
                <a:moveTo>
                  <a:pt x="5018267" y="1523514"/>
                </a:moveTo>
                <a:lnTo>
                  <a:pt x="5018238" y="1523652"/>
                </a:lnTo>
                <a:lnTo>
                  <a:pt x="5018150" y="1523650"/>
                </a:lnTo>
                <a:close/>
                <a:moveTo>
                  <a:pt x="1290038" y="1521947"/>
                </a:moveTo>
                <a:lnTo>
                  <a:pt x="1274196" y="1535625"/>
                </a:lnTo>
                <a:cubicBezTo>
                  <a:pt x="1278517" y="1549303"/>
                  <a:pt x="1301559" y="1530946"/>
                  <a:pt x="1290038" y="1521947"/>
                </a:cubicBezTo>
                <a:close/>
                <a:moveTo>
                  <a:pt x="5709822" y="1519237"/>
                </a:moveTo>
                <a:cubicBezTo>
                  <a:pt x="5721728" y="1523470"/>
                  <a:pt x="5714659" y="1543578"/>
                  <a:pt x="5716891" y="1556984"/>
                </a:cubicBezTo>
                <a:cubicBezTo>
                  <a:pt x="5709822" y="1550281"/>
                  <a:pt x="5709822" y="1550281"/>
                  <a:pt x="5698288" y="1543578"/>
                </a:cubicBezTo>
                <a:cubicBezTo>
                  <a:pt x="5702753" y="1530173"/>
                  <a:pt x="5714659" y="1532642"/>
                  <a:pt x="5709822" y="1519237"/>
                </a:cubicBezTo>
                <a:close/>
                <a:moveTo>
                  <a:pt x="5921256" y="1512563"/>
                </a:moveTo>
                <a:cubicBezTo>
                  <a:pt x="5916936" y="1516883"/>
                  <a:pt x="5912256" y="1519403"/>
                  <a:pt x="5910096" y="1516883"/>
                </a:cubicBezTo>
                <a:cubicBezTo>
                  <a:pt x="5905416" y="1533084"/>
                  <a:pt x="5900736" y="1539924"/>
                  <a:pt x="5910096" y="1553605"/>
                </a:cubicBezTo>
                <a:cubicBezTo>
                  <a:pt x="5905416" y="1539924"/>
                  <a:pt x="5925937" y="1528404"/>
                  <a:pt x="5921256" y="1512563"/>
                </a:cubicBezTo>
                <a:close/>
                <a:moveTo>
                  <a:pt x="5020529" y="1512563"/>
                </a:moveTo>
                <a:cubicBezTo>
                  <a:pt x="5026109" y="1514723"/>
                  <a:pt x="5023229" y="1518143"/>
                  <a:pt x="5020664" y="1520708"/>
                </a:cubicBezTo>
                <a:lnTo>
                  <a:pt x="5018267" y="1523514"/>
                </a:lnTo>
                <a:close/>
                <a:moveTo>
                  <a:pt x="4876025" y="1500187"/>
                </a:moveTo>
                <a:cubicBezTo>
                  <a:pt x="4885138" y="1511828"/>
                  <a:pt x="4863056" y="1520923"/>
                  <a:pt x="4865159" y="1534748"/>
                </a:cubicBezTo>
                <a:cubicBezTo>
                  <a:pt x="4858500" y="1523106"/>
                  <a:pt x="4873922" y="1504916"/>
                  <a:pt x="4876025" y="1500187"/>
                </a:cubicBezTo>
                <a:close/>
                <a:moveTo>
                  <a:pt x="1512902" y="1499270"/>
                </a:moveTo>
                <a:cubicBezTo>
                  <a:pt x="1506061" y="1508269"/>
                  <a:pt x="1485899" y="1515108"/>
                  <a:pt x="1488059" y="1521947"/>
                </a:cubicBezTo>
                <a:cubicBezTo>
                  <a:pt x="1499220" y="1521947"/>
                  <a:pt x="1510741" y="1508269"/>
                  <a:pt x="1512902" y="1499270"/>
                </a:cubicBezTo>
                <a:close/>
                <a:moveTo>
                  <a:pt x="5980297" y="1496361"/>
                </a:moveTo>
                <a:cubicBezTo>
                  <a:pt x="5950777" y="1505722"/>
                  <a:pt x="5953297" y="1546765"/>
                  <a:pt x="5953297" y="1560086"/>
                </a:cubicBezTo>
                <a:cubicBezTo>
                  <a:pt x="5946457" y="1551085"/>
                  <a:pt x="5939617" y="1555766"/>
                  <a:pt x="5934937" y="1573767"/>
                </a:cubicBezTo>
                <a:cubicBezTo>
                  <a:pt x="5939617" y="1576287"/>
                  <a:pt x="5943937" y="1576287"/>
                  <a:pt x="5950777" y="1571607"/>
                </a:cubicBezTo>
                <a:cubicBezTo>
                  <a:pt x="5941777" y="1589968"/>
                  <a:pt x="5923417" y="1616970"/>
                  <a:pt x="5934937" y="1628491"/>
                </a:cubicBezTo>
                <a:cubicBezTo>
                  <a:pt x="5948617" y="1612649"/>
                  <a:pt x="5948617" y="1598968"/>
                  <a:pt x="5969137" y="1589968"/>
                </a:cubicBezTo>
                <a:cubicBezTo>
                  <a:pt x="5971297" y="1576287"/>
                  <a:pt x="5980297" y="1564766"/>
                  <a:pt x="5964457" y="1548925"/>
                </a:cubicBezTo>
                <a:cubicBezTo>
                  <a:pt x="5971297" y="1551085"/>
                  <a:pt x="5978137" y="1555766"/>
                  <a:pt x="5987137" y="1553605"/>
                </a:cubicBezTo>
                <a:cubicBezTo>
                  <a:pt x="5991817" y="1546765"/>
                  <a:pt x="5993977" y="1539924"/>
                  <a:pt x="5993977" y="1530564"/>
                </a:cubicBezTo>
                <a:cubicBezTo>
                  <a:pt x="5987137" y="1526244"/>
                  <a:pt x="5982817" y="1519403"/>
                  <a:pt x="5975977" y="1519403"/>
                </a:cubicBezTo>
                <a:cubicBezTo>
                  <a:pt x="5980297" y="1507882"/>
                  <a:pt x="5971297" y="1510042"/>
                  <a:pt x="5980297" y="1496361"/>
                </a:cubicBezTo>
                <a:close/>
                <a:moveTo>
                  <a:pt x="5165499" y="1495425"/>
                </a:moveTo>
                <a:cubicBezTo>
                  <a:pt x="5170261" y="1497915"/>
                  <a:pt x="5174657" y="1497915"/>
                  <a:pt x="5177222" y="1502185"/>
                </a:cubicBezTo>
                <a:cubicBezTo>
                  <a:pt x="5170261" y="1506811"/>
                  <a:pt x="5167697" y="1515706"/>
                  <a:pt x="5158538" y="1508946"/>
                </a:cubicBezTo>
                <a:cubicBezTo>
                  <a:pt x="5163301" y="1506811"/>
                  <a:pt x="5167697" y="1506811"/>
                  <a:pt x="5170261" y="1506811"/>
                </a:cubicBezTo>
                <a:cubicBezTo>
                  <a:pt x="5167697" y="1502185"/>
                  <a:pt x="5161102" y="1497915"/>
                  <a:pt x="5165499" y="1495425"/>
                </a:cubicBezTo>
                <a:close/>
                <a:moveTo>
                  <a:pt x="5629116" y="1479550"/>
                </a:moveTo>
                <a:cubicBezTo>
                  <a:pt x="5631256" y="1489223"/>
                  <a:pt x="5620197" y="1493688"/>
                  <a:pt x="5624835" y="1502990"/>
                </a:cubicBezTo>
                <a:cubicBezTo>
                  <a:pt x="5608782" y="1491456"/>
                  <a:pt x="5599863" y="1491456"/>
                  <a:pt x="5629116" y="1479550"/>
                </a:cubicBezTo>
                <a:close/>
                <a:moveTo>
                  <a:pt x="5810345" y="1474623"/>
                </a:moveTo>
                <a:lnTo>
                  <a:pt x="5807354" y="1486502"/>
                </a:lnTo>
                <a:lnTo>
                  <a:pt x="5811995" y="1490646"/>
                </a:lnTo>
                <a:cubicBezTo>
                  <a:pt x="5815955" y="1492671"/>
                  <a:pt x="5819915" y="1494381"/>
                  <a:pt x="5823335" y="1498882"/>
                </a:cubicBezTo>
                <a:cubicBezTo>
                  <a:pt x="5837015" y="1496361"/>
                  <a:pt x="5819015" y="1487361"/>
                  <a:pt x="5832695" y="1485201"/>
                </a:cubicBezTo>
                <a:cubicBezTo>
                  <a:pt x="5830175" y="1476200"/>
                  <a:pt x="5821175" y="1487361"/>
                  <a:pt x="5816495" y="1483041"/>
                </a:cubicBezTo>
                <a:close/>
                <a:moveTo>
                  <a:pt x="4899223" y="1468437"/>
                </a:moveTo>
                <a:cubicBezTo>
                  <a:pt x="4905780" y="1479685"/>
                  <a:pt x="4896807" y="1489120"/>
                  <a:pt x="4892666" y="1493474"/>
                </a:cubicBezTo>
                <a:cubicBezTo>
                  <a:pt x="4890250" y="1484402"/>
                  <a:pt x="4899223" y="1477508"/>
                  <a:pt x="4899223" y="1468437"/>
                </a:cubicBezTo>
                <a:close/>
                <a:moveTo>
                  <a:pt x="5934937" y="1464679"/>
                </a:moveTo>
                <a:cubicBezTo>
                  <a:pt x="5914416" y="1464679"/>
                  <a:pt x="5925937" y="1494201"/>
                  <a:pt x="5914416" y="1503202"/>
                </a:cubicBezTo>
                <a:cubicBezTo>
                  <a:pt x="5928097" y="1512563"/>
                  <a:pt x="5928097" y="1466839"/>
                  <a:pt x="5943937" y="1492041"/>
                </a:cubicBezTo>
                <a:cubicBezTo>
                  <a:pt x="5953297" y="1487361"/>
                  <a:pt x="5946457" y="1480520"/>
                  <a:pt x="5953297" y="1476200"/>
                </a:cubicBezTo>
                <a:cubicBezTo>
                  <a:pt x="5943937" y="1476200"/>
                  <a:pt x="5934937" y="1476200"/>
                  <a:pt x="5928097" y="1471520"/>
                </a:cubicBezTo>
                <a:close/>
                <a:moveTo>
                  <a:pt x="5817247" y="1455764"/>
                </a:moveTo>
                <a:lnTo>
                  <a:pt x="5815940" y="1458664"/>
                </a:lnTo>
                <a:lnTo>
                  <a:pt x="5817553" y="1457012"/>
                </a:lnTo>
                <a:close/>
                <a:moveTo>
                  <a:pt x="5170567" y="1454803"/>
                </a:moveTo>
                <a:cubicBezTo>
                  <a:pt x="5179511" y="1452562"/>
                  <a:pt x="5186308" y="1452562"/>
                  <a:pt x="5193105" y="1457044"/>
                </a:cubicBezTo>
                <a:cubicBezTo>
                  <a:pt x="5177364" y="1461900"/>
                  <a:pt x="5193105" y="1468997"/>
                  <a:pt x="5181657" y="1471238"/>
                </a:cubicBezTo>
                <a:cubicBezTo>
                  <a:pt x="5168063" y="1468997"/>
                  <a:pt x="5184162" y="1461900"/>
                  <a:pt x="5170567" y="1454803"/>
                </a:cubicBezTo>
                <a:close/>
                <a:moveTo>
                  <a:pt x="5126924" y="1450677"/>
                </a:moveTo>
                <a:cubicBezTo>
                  <a:pt x="5124434" y="1453281"/>
                  <a:pt x="5131194" y="1469653"/>
                  <a:pt x="5117673" y="1464816"/>
                </a:cubicBezTo>
                <a:cubicBezTo>
                  <a:pt x="5122299" y="1462583"/>
                  <a:pt x="5110913" y="1446212"/>
                  <a:pt x="5126924" y="1450677"/>
                </a:cubicBezTo>
                <a:close/>
                <a:moveTo>
                  <a:pt x="5922517" y="1447353"/>
                </a:moveTo>
                <a:cubicBezTo>
                  <a:pt x="5920266" y="1448208"/>
                  <a:pt x="5918016" y="1449918"/>
                  <a:pt x="5916936" y="1450998"/>
                </a:cubicBezTo>
                <a:cubicBezTo>
                  <a:pt x="5916936" y="1450998"/>
                  <a:pt x="5916936" y="1450998"/>
                  <a:pt x="5923417" y="1464679"/>
                </a:cubicBezTo>
                <a:cubicBezTo>
                  <a:pt x="5939617" y="1455679"/>
                  <a:pt x="5923417" y="1453519"/>
                  <a:pt x="5928097" y="1448838"/>
                </a:cubicBezTo>
                <a:cubicBezTo>
                  <a:pt x="5927017" y="1446498"/>
                  <a:pt x="5924767" y="1446498"/>
                  <a:pt x="5922517" y="1447353"/>
                </a:cubicBezTo>
                <a:close/>
                <a:moveTo>
                  <a:pt x="6439405" y="1443633"/>
                </a:moveTo>
                <a:cubicBezTo>
                  <a:pt x="6439405" y="1450545"/>
                  <a:pt x="6432607" y="1453091"/>
                  <a:pt x="6432607" y="1459640"/>
                </a:cubicBezTo>
                <a:cubicBezTo>
                  <a:pt x="6441551" y="1457457"/>
                  <a:pt x="6444055" y="1462186"/>
                  <a:pt x="6444055" y="1466552"/>
                </a:cubicBezTo>
                <a:cubicBezTo>
                  <a:pt x="6425810" y="1476011"/>
                  <a:pt x="6419013" y="1441450"/>
                  <a:pt x="6439405" y="1443633"/>
                </a:cubicBezTo>
                <a:close/>
                <a:moveTo>
                  <a:pt x="6294965" y="1435100"/>
                </a:moveTo>
                <a:cubicBezTo>
                  <a:pt x="6309103" y="1435100"/>
                  <a:pt x="6306871" y="1448656"/>
                  <a:pt x="6306871" y="1462212"/>
                </a:cubicBezTo>
                <a:cubicBezTo>
                  <a:pt x="6285663" y="1466493"/>
                  <a:pt x="6287895" y="1444018"/>
                  <a:pt x="6294965" y="1435100"/>
                </a:cubicBezTo>
                <a:close/>
                <a:moveTo>
                  <a:pt x="3923751" y="1429210"/>
                </a:moveTo>
                <a:cubicBezTo>
                  <a:pt x="3918924" y="1430610"/>
                  <a:pt x="3914806" y="1440059"/>
                  <a:pt x="3912916" y="1447078"/>
                </a:cubicBezTo>
                <a:cubicBezTo>
                  <a:pt x="3919757" y="1439879"/>
                  <a:pt x="3926597" y="1449238"/>
                  <a:pt x="3928758" y="1430880"/>
                </a:cubicBezTo>
                <a:cubicBezTo>
                  <a:pt x="3927048" y="1429171"/>
                  <a:pt x="3925360" y="1428743"/>
                  <a:pt x="3923751" y="1429210"/>
                </a:cubicBezTo>
                <a:close/>
                <a:moveTo>
                  <a:pt x="1958989" y="1408204"/>
                </a:moveTo>
                <a:cubicBezTo>
                  <a:pt x="1947468" y="1424041"/>
                  <a:pt x="1933786" y="1408204"/>
                  <a:pt x="1929466" y="1419722"/>
                </a:cubicBezTo>
                <a:cubicBezTo>
                  <a:pt x="1933786" y="1417202"/>
                  <a:pt x="1938467" y="1417202"/>
                  <a:pt x="1940627" y="1424041"/>
                </a:cubicBezTo>
                <a:cubicBezTo>
                  <a:pt x="1954309" y="1408204"/>
                  <a:pt x="1958989" y="1424041"/>
                  <a:pt x="1965830" y="1412883"/>
                </a:cubicBezTo>
                <a:cubicBezTo>
                  <a:pt x="1961149" y="1412883"/>
                  <a:pt x="1958989" y="1412883"/>
                  <a:pt x="1958989" y="1408204"/>
                </a:cubicBezTo>
                <a:close/>
                <a:moveTo>
                  <a:pt x="2081762" y="1401365"/>
                </a:moveTo>
                <a:cubicBezTo>
                  <a:pt x="2072761" y="1403524"/>
                  <a:pt x="2065920" y="1408204"/>
                  <a:pt x="2063760" y="1412883"/>
                </a:cubicBezTo>
                <a:cubicBezTo>
                  <a:pt x="2065920" y="1419722"/>
                  <a:pt x="2070601" y="1424041"/>
                  <a:pt x="2077442" y="1424041"/>
                </a:cubicBezTo>
                <a:cubicBezTo>
                  <a:pt x="2074921" y="1415043"/>
                  <a:pt x="2088603" y="1410363"/>
                  <a:pt x="2081762" y="1401365"/>
                </a:cubicBezTo>
                <a:close/>
                <a:moveTo>
                  <a:pt x="5591396" y="1400175"/>
                </a:moveTo>
                <a:cubicBezTo>
                  <a:pt x="5582577" y="1411629"/>
                  <a:pt x="5609035" y="1427380"/>
                  <a:pt x="5595630" y="1436329"/>
                </a:cubicBezTo>
                <a:cubicBezTo>
                  <a:pt x="5591396" y="1434181"/>
                  <a:pt x="5589280" y="1429528"/>
                  <a:pt x="5584694" y="1434181"/>
                </a:cubicBezTo>
                <a:cubicBezTo>
                  <a:pt x="5571288" y="1422726"/>
                  <a:pt x="5577991" y="1402323"/>
                  <a:pt x="5591396" y="1400175"/>
                </a:cubicBezTo>
                <a:close/>
                <a:moveTo>
                  <a:pt x="5885278" y="1398587"/>
                </a:moveTo>
                <a:cubicBezTo>
                  <a:pt x="5890011" y="1402868"/>
                  <a:pt x="5862339" y="1441396"/>
                  <a:pt x="5869257" y="1454952"/>
                </a:cubicBezTo>
                <a:cubicBezTo>
                  <a:pt x="5850688" y="1461730"/>
                  <a:pt x="5878360" y="1405365"/>
                  <a:pt x="5885278" y="1398587"/>
                </a:cubicBezTo>
                <a:close/>
                <a:moveTo>
                  <a:pt x="3727496" y="1396325"/>
                </a:moveTo>
                <a:cubicBezTo>
                  <a:pt x="3725786" y="1395155"/>
                  <a:pt x="3724076" y="1394526"/>
                  <a:pt x="3721736" y="1396685"/>
                </a:cubicBezTo>
                <a:cubicBezTo>
                  <a:pt x="3719575" y="1412883"/>
                  <a:pt x="3731097" y="1408204"/>
                  <a:pt x="3733257" y="1399205"/>
                </a:cubicBezTo>
                <a:cubicBezTo>
                  <a:pt x="3730917" y="1399205"/>
                  <a:pt x="3729206" y="1397495"/>
                  <a:pt x="3727496" y="1396325"/>
                </a:cubicBezTo>
                <a:close/>
                <a:moveTo>
                  <a:pt x="2122806" y="1390206"/>
                </a:moveTo>
                <a:cubicBezTo>
                  <a:pt x="2124967" y="1399205"/>
                  <a:pt x="2106965" y="1401365"/>
                  <a:pt x="2109125" y="1410363"/>
                </a:cubicBezTo>
                <a:cubicBezTo>
                  <a:pt x="2115966" y="1410363"/>
                  <a:pt x="2118126" y="1412883"/>
                  <a:pt x="2120286" y="1415043"/>
                </a:cubicBezTo>
                <a:cubicBezTo>
                  <a:pt x="2134328" y="1412883"/>
                  <a:pt x="2129647" y="1406044"/>
                  <a:pt x="2141168" y="1403524"/>
                </a:cubicBezTo>
                <a:cubicBezTo>
                  <a:pt x="2141168" y="1392366"/>
                  <a:pt x="2124967" y="1403524"/>
                  <a:pt x="2122806" y="1394526"/>
                </a:cubicBezTo>
                <a:cubicBezTo>
                  <a:pt x="2124967" y="1392366"/>
                  <a:pt x="2127127" y="1390206"/>
                  <a:pt x="2122806" y="1390206"/>
                </a:cubicBezTo>
                <a:close/>
                <a:moveTo>
                  <a:pt x="2168171" y="1387687"/>
                </a:moveTo>
                <a:cubicBezTo>
                  <a:pt x="2159170" y="1383367"/>
                  <a:pt x="2138648" y="1392366"/>
                  <a:pt x="2145489" y="1403524"/>
                </a:cubicBezTo>
                <a:cubicBezTo>
                  <a:pt x="2157010" y="1399205"/>
                  <a:pt x="2170692" y="1396685"/>
                  <a:pt x="2168171" y="1387687"/>
                </a:cubicBezTo>
                <a:close/>
                <a:moveTo>
                  <a:pt x="6293614" y="1384300"/>
                </a:moveTo>
                <a:cubicBezTo>
                  <a:pt x="6323404" y="1391101"/>
                  <a:pt x="6293614" y="1406851"/>
                  <a:pt x="6305100" y="1420454"/>
                </a:cubicBezTo>
                <a:cubicBezTo>
                  <a:pt x="6289307" y="1420454"/>
                  <a:pt x="6289307" y="1420454"/>
                  <a:pt x="6289307" y="1420454"/>
                </a:cubicBezTo>
                <a:cubicBezTo>
                  <a:pt x="6291461" y="1411505"/>
                  <a:pt x="6282488" y="1388953"/>
                  <a:pt x="6293614" y="1384300"/>
                </a:cubicBezTo>
                <a:close/>
                <a:moveTo>
                  <a:pt x="4891566" y="1384300"/>
                </a:moveTo>
                <a:cubicBezTo>
                  <a:pt x="4901000" y="1408483"/>
                  <a:pt x="4871246" y="1401824"/>
                  <a:pt x="4854917" y="1410936"/>
                </a:cubicBezTo>
                <a:cubicBezTo>
                  <a:pt x="4850563" y="1395165"/>
                  <a:pt x="4880317" y="1393062"/>
                  <a:pt x="4891566" y="1384300"/>
                </a:cubicBezTo>
                <a:close/>
                <a:moveTo>
                  <a:pt x="4044819" y="1379537"/>
                </a:moveTo>
                <a:cubicBezTo>
                  <a:pt x="4046935" y="1391260"/>
                  <a:pt x="4035646" y="1389062"/>
                  <a:pt x="4031413" y="1393458"/>
                </a:cubicBezTo>
                <a:cubicBezTo>
                  <a:pt x="4031413" y="1382101"/>
                  <a:pt x="4038116" y="1384299"/>
                  <a:pt x="4044819" y="1379537"/>
                </a:cubicBezTo>
                <a:close/>
                <a:moveTo>
                  <a:pt x="5061210" y="1378273"/>
                </a:moveTo>
                <a:cubicBezTo>
                  <a:pt x="5072730" y="1391954"/>
                  <a:pt x="5040689" y="1409956"/>
                  <a:pt x="5063730" y="1419316"/>
                </a:cubicBezTo>
                <a:cubicBezTo>
                  <a:pt x="5050049" y="1423636"/>
                  <a:pt x="5047529" y="1432637"/>
                  <a:pt x="5052209" y="1439478"/>
                </a:cubicBezTo>
                <a:cubicBezTo>
                  <a:pt x="5043209" y="1441998"/>
                  <a:pt x="5047529" y="1453519"/>
                  <a:pt x="5038529" y="1446678"/>
                </a:cubicBezTo>
                <a:cubicBezTo>
                  <a:pt x="5050049" y="1426157"/>
                  <a:pt x="5047529" y="1403115"/>
                  <a:pt x="5061210" y="1378273"/>
                </a:cubicBezTo>
                <a:close/>
                <a:moveTo>
                  <a:pt x="3884997" y="1377950"/>
                </a:moveTo>
                <a:cubicBezTo>
                  <a:pt x="3884997" y="1388725"/>
                  <a:pt x="3880601" y="1386368"/>
                  <a:pt x="3878036" y="1388725"/>
                </a:cubicBezTo>
                <a:cubicBezTo>
                  <a:pt x="3875838" y="1377950"/>
                  <a:pt x="3880601" y="1379970"/>
                  <a:pt x="3884997" y="1377950"/>
                </a:cubicBezTo>
                <a:close/>
                <a:moveTo>
                  <a:pt x="3900898" y="1375751"/>
                </a:moveTo>
                <a:cubicBezTo>
                  <a:pt x="3898517" y="1380147"/>
                  <a:pt x="3900898" y="1391870"/>
                  <a:pt x="3896475" y="1391870"/>
                </a:cubicBezTo>
                <a:cubicBezTo>
                  <a:pt x="3896475" y="1382712"/>
                  <a:pt x="3896475" y="1373187"/>
                  <a:pt x="3900898" y="1375751"/>
                </a:cubicBezTo>
                <a:close/>
                <a:moveTo>
                  <a:pt x="6417061" y="1371600"/>
                </a:moveTo>
                <a:cubicBezTo>
                  <a:pt x="6412332" y="1394159"/>
                  <a:pt x="6412332" y="1426028"/>
                  <a:pt x="6412332" y="1466492"/>
                </a:cubicBezTo>
                <a:cubicBezTo>
                  <a:pt x="6407966" y="1464343"/>
                  <a:pt x="6382500" y="1380552"/>
                  <a:pt x="6417061" y="1371600"/>
                </a:cubicBezTo>
                <a:close/>
                <a:moveTo>
                  <a:pt x="5884744" y="1368425"/>
                </a:moveTo>
                <a:cubicBezTo>
                  <a:pt x="5896651" y="1372786"/>
                  <a:pt x="5894046" y="1377510"/>
                  <a:pt x="5901116" y="1389138"/>
                </a:cubicBezTo>
                <a:cubicBezTo>
                  <a:pt x="5884744" y="1398223"/>
                  <a:pt x="5877675" y="1379690"/>
                  <a:pt x="5884744" y="1368425"/>
                </a:cubicBezTo>
                <a:close/>
                <a:moveTo>
                  <a:pt x="5586022" y="1366837"/>
                </a:moveTo>
                <a:cubicBezTo>
                  <a:pt x="5588526" y="1375950"/>
                  <a:pt x="5604267" y="1386815"/>
                  <a:pt x="5590673" y="1393474"/>
                </a:cubicBezTo>
                <a:cubicBezTo>
                  <a:pt x="5579225" y="1384712"/>
                  <a:pt x="5588526" y="1375950"/>
                  <a:pt x="5586022" y="1366837"/>
                </a:cubicBezTo>
                <a:close/>
                <a:moveTo>
                  <a:pt x="5949669" y="1364176"/>
                </a:moveTo>
                <a:cubicBezTo>
                  <a:pt x="5945984" y="1362500"/>
                  <a:pt x="5941687" y="1362342"/>
                  <a:pt x="5937097" y="1364592"/>
                </a:cubicBezTo>
                <a:cubicBezTo>
                  <a:pt x="5948617" y="1371433"/>
                  <a:pt x="5955457" y="1382954"/>
                  <a:pt x="5939617" y="1380433"/>
                </a:cubicBezTo>
                <a:cubicBezTo>
                  <a:pt x="5941777" y="1387274"/>
                  <a:pt x="5946457" y="1396275"/>
                  <a:pt x="5957617" y="1396275"/>
                </a:cubicBezTo>
                <a:cubicBezTo>
                  <a:pt x="5966257" y="1387904"/>
                  <a:pt x="5960722" y="1369205"/>
                  <a:pt x="5949669" y="1364176"/>
                </a:cubicBezTo>
                <a:close/>
                <a:moveTo>
                  <a:pt x="3994900" y="1362075"/>
                </a:moveTo>
                <a:cubicBezTo>
                  <a:pt x="3997098" y="1366281"/>
                  <a:pt x="4001861" y="1362075"/>
                  <a:pt x="4004059" y="1375393"/>
                </a:cubicBezTo>
                <a:cubicBezTo>
                  <a:pt x="3994900" y="1375393"/>
                  <a:pt x="3994900" y="1388711"/>
                  <a:pt x="3987940" y="1379599"/>
                </a:cubicBezTo>
                <a:cubicBezTo>
                  <a:pt x="3985375" y="1366281"/>
                  <a:pt x="3999296" y="1379599"/>
                  <a:pt x="3994900" y="1362075"/>
                </a:cubicBezTo>
                <a:close/>
                <a:moveTo>
                  <a:pt x="3558909" y="1361231"/>
                </a:moveTo>
                <a:cubicBezTo>
                  <a:pt x="3553508" y="1360961"/>
                  <a:pt x="3547838" y="1362670"/>
                  <a:pt x="3542077" y="1367170"/>
                </a:cubicBezTo>
                <a:cubicBezTo>
                  <a:pt x="3553598" y="1374009"/>
                  <a:pt x="3562599" y="1371849"/>
                  <a:pt x="3574120" y="1367170"/>
                </a:cubicBezTo>
                <a:cubicBezTo>
                  <a:pt x="3569440" y="1363750"/>
                  <a:pt x="3564309" y="1361501"/>
                  <a:pt x="3558909" y="1361231"/>
                </a:cubicBezTo>
                <a:close/>
                <a:moveTo>
                  <a:pt x="2183788" y="1355111"/>
                </a:moveTo>
                <a:cubicBezTo>
                  <a:pt x="2178973" y="1354841"/>
                  <a:pt x="2175012" y="1357091"/>
                  <a:pt x="2175012" y="1365010"/>
                </a:cubicBezTo>
                <a:cubicBezTo>
                  <a:pt x="2179692" y="1362850"/>
                  <a:pt x="2200215" y="1367170"/>
                  <a:pt x="2197694" y="1360331"/>
                </a:cubicBezTo>
                <a:cubicBezTo>
                  <a:pt x="2194274" y="1358171"/>
                  <a:pt x="2188604" y="1355381"/>
                  <a:pt x="2183788" y="1355111"/>
                </a:cubicBezTo>
                <a:close/>
                <a:moveTo>
                  <a:pt x="3836135" y="1352428"/>
                </a:moveTo>
                <a:cubicBezTo>
                  <a:pt x="3838745" y="1353893"/>
                  <a:pt x="3841035" y="1356824"/>
                  <a:pt x="3842134" y="1357923"/>
                </a:cubicBezTo>
                <a:cubicBezTo>
                  <a:pt x="3839936" y="1369645"/>
                  <a:pt x="3837738" y="1350962"/>
                  <a:pt x="3828213" y="1355725"/>
                </a:cubicBezTo>
                <a:cubicBezTo>
                  <a:pt x="3830595" y="1350962"/>
                  <a:pt x="3833525" y="1350962"/>
                  <a:pt x="3836135" y="1352428"/>
                </a:cubicBezTo>
                <a:close/>
                <a:moveTo>
                  <a:pt x="5769227" y="1350962"/>
                </a:moveTo>
                <a:cubicBezTo>
                  <a:pt x="5771404" y="1355724"/>
                  <a:pt x="5776121" y="1357922"/>
                  <a:pt x="5780475" y="1360120"/>
                </a:cubicBezTo>
                <a:cubicBezTo>
                  <a:pt x="5776121" y="1362685"/>
                  <a:pt x="5773581" y="1367081"/>
                  <a:pt x="5773581" y="1369645"/>
                </a:cubicBezTo>
                <a:cubicBezTo>
                  <a:pt x="5771404" y="1362685"/>
                  <a:pt x="5755438" y="1355724"/>
                  <a:pt x="5769227" y="1350962"/>
                </a:cubicBezTo>
                <a:close/>
                <a:moveTo>
                  <a:pt x="1519620" y="1350962"/>
                </a:moveTo>
                <a:cubicBezTo>
                  <a:pt x="1517414" y="1362591"/>
                  <a:pt x="1494254" y="1369496"/>
                  <a:pt x="1489474" y="1380761"/>
                </a:cubicBezTo>
                <a:cubicBezTo>
                  <a:pt x="1485063" y="1366952"/>
                  <a:pt x="1508224" y="1355686"/>
                  <a:pt x="1519620" y="1350962"/>
                </a:cubicBezTo>
                <a:close/>
                <a:moveTo>
                  <a:pt x="3675904" y="1348334"/>
                </a:moveTo>
                <a:cubicBezTo>
                  <a:pt x="3672208" y="1344740"/>
                  <a:pt x="3661069" y="1357091"/>
                  <a:pt x="3662689" y="1360331"/>
                </a:cubicBezTo>
                <a:cubicBezTo>
                  <a:pt x="3667370" y="1351332"/>
                  <a:pt x="3671690" y="1358171"/>
                  <a:pt x="3676371" y="1358171"/>
                </a:cubicBezTo>
                <a:cubicBezTo>
                  <a:pt x="3677541" y="1352502"/>
                  <a:pt x="3677136" y="1349532"/>
                  <a:pt x="3675904" y="1348334"/>
                </a:cubicBezTo>
                <a:close/>
                <a:moveTo>
                  <a:pt x="5441113" y="1345707"/>
                </a:moveTo>
                <a:cubicBezTo>
                  <a:pt x="5447816" y="1341437"/>
                  <a:pt x="5452049" y="1341437"/>
                  <a:pt x="5456635" y="1345707"/>
                </a:cubicBezTo>
                <a:cubicBezTo>
                  <a:pt x="5452049" y="1348197"/>
                  <a:pt x="5452049" y="1361719"/>
                  <a:pt x="5445346" y="1357093"/>
                </a:cubicBezTo>
                <a:cubicBezTo>
                  <a:pt x="5449932" y="1350332"/>
                  <a:pt x="5447816" y="1345707"/>
                  <a:pt x="5441113" y="1345707"/>
                </a:cubicBezTo>
                <a:close/>
                <a:moveTo>
                  <a:pt x="4060672" y="1344612"/>
                </a:moveTo>
                <a:cubicBezTo>
                  <a:pt x="4062807" y="1369654"/>
                  <a:pt x="4053911" y="1358206"/>
                  <a:pt x="4042525" y="1360353"/>
                </a:cubicBezTo>
                <a:cubicBezTo>
                  <a:pt x="4045016" y="1349262"/>
                  <a:pt x="4058537" y="1353555"/>
                  <a:pt x="4060672" y="1344612"/>
                </a:cubicBezTo>
                <a:close/>
                <a:moveTo>
                  <a:pt x="4096781" y="1341276"/>
                </a:moveTo>
                <a:cubicBezTo>
                  <a:pt x="4099367" y="1341019"/>
                  <a:pt x="4101800" y="1342138"/>
                  <a:pt x="4104074" y="1346075"/>
                </a:cubicBezTo>
                <a:cubicBezTo>
                  <a:pt x="4097162" y="1355382"/>
                  <a:pt x="4085520" y="1366479"/>
                  <a:pt x="4072060" y="1357530"/>
                </a:cubicBezTo>
                <a:cubicBezTo>
                  <a:pt x="4072060" y="1352876"/>
                  <a:pt x="4072060" y="1348581"/>
                  <a:pt x="4069513" y="1341779"/>
                </a:cubicBezTo>
                <a:cubicBezTo>
                  <a:pt x="4079881" y="1355203"/>
                  <a:pt x="4089022" y="1342048"/>
                  <a:pt x="4096781" y="1341276"/>
                </a:cubicBezTo>
                <a:close/>
                <a:moveTo>
                  <a:pt x="3406207" y="1340218"/>
                </a:moveTo>
                <a:cubicBezTo>
                  <a:pt x="3402202" y="1341073"/>
                  <a:pt x="3398781" y="1344493"/>
                  <a:pt x="3398781" y="1351332"/>
                </a:cubicBezTo>
                <a:cubicBezTo>
                  <a:pt x="3405622" y="1349172"/>
                  <a:pt x="3417143" y="1358171"/>
                  <a:pt x="3417143" y="1344493"/>
                </a:cubicBezTo>
                <a:cubicBezTo>
                  <a:pt x="3414803" y="1341073"/>
                  <a:pt x="3410213" y="1339364"/>
                  <a:pt x="3406207" y="1340218"/>
                </a:cubicBezTo>
                <a:close/>
                <a:moveTo>
                  <a:pt x="1969457" y="1339850"/>
                </a:moveTo>
                <a:cubicBezTo>
                  <a:pt x="1973663" y="1351573"/>
                  <a:pt x="1973663" y="1351573"/>
                  <a:pt x="1973663" y="1351573"/>
                </a:cubicBezTo>
                <a:cubicBezTo>
                  <a:pt x="1960344" y="1363295"/>
                  <a:pt x="1962797" y="1339850"/>
                  <a:pt x="1949479" y="1349375"/>
                </a:cubicBezTo>
                <a:cubicBezTo>
                  <a:pt x="1947025" y="1342414"/>
                  <a:pt x="1967003" y="1339850"/>
                  <a:pt x="1969457" y="1339850"/>
                </a:cubicBezTo>
                <a:close/>
                <a:moveTo>
                  <a:pt x="1876913" y="1339850"/>
                </a:moveTo>
                <a:cubicBezTo>
                  <a:pt x="1881579" y="1360317"/>
                  <a:pt x="1854302" y="1353494"/>
                  <a:pt x="1843176" y="1369653"/>
                </a:cubicBezTo>
                <a:cubicBezTo>
                  <a:pt x="1840663" y="1356008"/>
                  <a:pt x="1870094" y="1351340"/>
                  <a:pt x="1876913" y="1339850"/>
                </a:cubicBezTo>
                <a:close/>
                <a:moveTo>
                  <a:pt x="3889023" y="1338228"/>
                </a:moveTo>
                <a:cubicBezTo>
                  <a:pt x="3891008" y="1338850"/>
                  <a:pt x="3893301" y="1341163"/>
                  <a:pt x="3894535" y="1341163"/>
                </a:cubicBezTo>
                <a:cubicBezTo>
                  <a:pt x="3892066" y="1352194"/>
                  <a:pt x="3887833" y="1338672"/>
                  <a:pt x="3885363" y="1345433"/>
                </a:cubicBezTo>
                <a:cubicBezTo>
                  <a:pt x="3885363" y="1338673"/>
                  <a:pt x="3887039" y="1337605"/>
                  <a:pt x="3889023" y="1338228"/>
                </a:cubicBezTo>
                <a:close/>
                <a:moveTo>
                  <a:pt x="2382214" y="1335764"/>
                </a:moveTo>
                <a:cubicBezTo>
                  <a:pt x="2373123" y="1337204"/>
                  <a:pt x="2364032" y="1342333"/>
                  <a:pt x="2364032" y="1349172"/>
                </a:cubicBezTo>
                <a:cubicBezTo>
                  <a:pt x="2379874" y="1349172"/>
                  <a:pt x="2382034" y="1342333"/>
                  <a:pt x="2400396" y="1344493"/>
                </a:cubicBezTo>
                <a:cubicBezTo>
                  <a:pt x="2400396" y="1336574"/>
                  <a:pt x="2391305" y="1334324"/>
                  <a:pt x="2382214" y="1335764"/>
                </a:cubicBezTo>
                <a:close/>
                <a:moveTo>
                  <a:pt x="6478871" y="1335087"/>
                </a:moveTo>
                <a:cubicBezTo>
                  <a:pt x="6510730" y="1335087"/>
                  <a:pt x="6481376" y="1346352"/>
                  <a:pt x="6485672" y="1362706"/>
                </a:cubicBezTo>
                <a:cubicBezTo>
                  <a:pt x="6474575" y="1364886"/>
                  <a:pt x="6483524" y="1344172"/>
                  <a:pt x="6478871" y="1335087"/>
                </a:cubicBezTo>
                <a:close/>
                <a:moveTo>
                  <a:pt x="3995783" y="1331912"/>
                </a:moveTo>
                <a:cubicBezTo>
                  <a:pt x="3995783" y="1338709"/>
                  <a:pt x="3993666" y="1345506"/>
                  <a:pt x="3997899" y="1348010"/>
                </a:cubicBezTo>
                <a:cubicBezTo>
                  <a:pt x="4002485" y="1356954"/>
                  <a:pt x="3991197" y="1343360"/>
                  <a:pt x="3989080" y="1348010"/>
                </a:cubicBezTo>
                <a:cubicBezTo>
                  <a:pt x="3986963" y="1336562"/>
                  <a:pt x="3993666" y="1334416"/>
                  <a:pt x="3995783" y="1331912"/>
                </a:cubicBezTo>
                <a:close/>
                <a:moveTo>
                  <a:pt x="4904456" y="1328737"/>
                </a:moveTo>
                <a:cubicBezTo>
                  <a:pt x="4906946" y="1335631"/>
                  <a:pt x="4913707" y="1342525"/>
                  <a:pt x="4909081" y="1351597"/>
                </a:cubicBezTo>
                <a:cubicBezTo>
                  <a:pt x="4904456" y="1351597"/>
                  <a:pt x="4900186" y="1351597"/>
                  <a:pt x="4895560" y="1353774"/>
                </a:cubicBezTo>
                <a:cubicBezTo>
                  <a:pt x="4893425" y="1342525"/>
                  <a:pt x="4897695" y="1333091"/>
                  <a:pt x="4904456" y="1328737"/>
                </a:cubicBezTo>
                <a:close/>
                <a:moveTo>
                  <a:pt x="3742438" y="1324471"/>
                </a:moveTo>
                <a:cubicBezTo>
                  <a:pt x="3739017" y="1323616"/>
                  <a:pt x="3735597" y="1324156"/>
                  <a:pt x="3733257" y="1328655"/>
                </a:cubicBezTo>
                <a:cubicBezTo>
                  <a:pt x="3737937" y="1328655"/>
                  <a:pt x="3746938" y="1339814"/>
                  <a:pt x="3751619" y="1328655"/>
                </a:cubicBezTo>
                <a:cubicBezTo>
                  <a:pt x="3749279" y="1327576"/>
                  <a:pt x="3745858" y="1325326"/>
                  <a:pt x="3742438" y="1324471"/>
                </a:cubicBezTo>
                <a:close/>
                <a:moveTo>
                  <a:pt x="2473123" y="1323976"/>
                </a:moveTo>
                <a:cubicBezTo>
                  <a:pt x="2461602" y="1319657"/>
                  <a:pt x="2434599" y="1326496"/>
                  <a:pt x="2434599" y="1339814"/>
                </a:cubicBezTo>
                <a:cubicBezTo>
                  <a:pt x="2450441" y="1332975"/>
                  <a:pt x="2457282" y="1339814"/>
                  <a:pt x="2470963" y="1335494"/>
                </a:cubicBezTo>
                <a:cubicBezTo>
                  <a:pt x="2468443" y="1330815"/>
                  <a:pt x="2475284" y="1328655"/>
                  <a:pt x="2473123" y="1323976"/>
                </a:cubicBezTo>
                <a:close/>
                <a:moveTo>
                  <a:pt x="2059080" y="1323976"/>
                </a:moveTo>
                <a:cubicBezTo>
                  <a:pt x="2052239" y="1321816"/>
                  <a:pt x="2043238" y="1326496"/>
                  <a:pt x="2038558" y="1332975"/>
                </a:cubicBezTo>
                <a:cubicBezTo>
                  <a:pt x="2040718" y="1349172"/>
                  <a:pt x="2065920" y="1335494"/>
                  <a:pt x="2059080" y="1323976"/>
                </a:cubicBezTo>
                <a:close/>
                <a:moveTo>
                  <a:pt x="3653688" y="1321816"/>
                </a:moveTo>
                <a:cubicBezTo>
                  <a:pt x="3660529" y="1319657"/>
                  <a:pt x="3646848" y="1335494"/>
                  <a:pt x="3653688" y="1337654"/>
                </a:cubicBezTo>
                <a:cubicBezTo>
                  <a:pt x="3658009" y="1326496"/>
                  <a:pt x="3671690" y="1339814"/>
                  <a:pt x="3671690" y="1323976"/>
                </a:cubicBezTo>
                <a:cubicBezTo>
                  <a:pt x="3667370" y="1323976"/>
                  <a:pt x="3658009" y="1319657"/>
                  <a:pt x="3653688" y="1321816"/>
                </a:cubicBezTo>
                <a:close/>
                <a:moveTo>
                  <a:pt x="4038997" y="1317157"/>
                </a:moveTo>
                <a:cubicBezTo>
                  <a:pt x="4034411" y="1337562"/>
                  <a:pt x="4012186" y="1319663"/>
                  <a:pt x="4010070" y="1349017"/>
                </a:cubicBezTo>
                <a:cubicBezTo>
                  <a:pt x="4007953" y="1339710"/>
                  <a:pt x="4003367" y="1344363"/>
                  <a:pt x="4001250" y="1332908"/>
                </a:cubicBezTo>
                <a:cubicBezTo>
                  <a:pt x="4014656" y="1337562"/>
                  <a:pt x="4012186" y="1315010"/>
                  <a:pt x="4023475" y="1326465"/>
                </a:cubicBezTo>
                <a:cubicBezTo>
                  <a:pt x="4023475" y="1312862"/>
                  <a:pt x="4034411" y="1319663"/>
                  <a:pt x="4038997" y="1317157"/>
                </a:cubicBezTo>
                <a:close/>
                <a:moveTo>
                  <a:pt x="2885277" y="1316687"/>
                </a:moveTo>
                <a:cubicBezTo>
                  <a:pt x="2880417" y="1317767"/>
                  <a:pt x="2875826" y="1320556"/>
                  <a:pt x="2873486" y="1323976"/>
                </a:cubicBezTo>
                <a:cubicBezTo>
                  <a:pt x="2875646" y="1328655"/>
                  <a:pt x="2903009" y="1332975"/>
                  <a:pt x="2898689" y="1319657"/>
                </a:cubicBezTo>
                <a:cubicBezTo>
                  <a:pt x="2895269" y="1316237"/>
                  <a:pt x="2890138" y="1315607"/>
                  <a:pt x="2885277" y="1316687"/>
                </a:cubicBezTo>
                <a:close/>
                <a:moveTo>
                  <a:pt x="6328124" y="1312862"/>
                </a:moveTo>
                <a:cubicBezTo>
                  <a:pt x="6353562" y="1321787"/>
                  <a:pt x="6346657" y="1362485"/>
                  <a:pt x="6353562" y="1387118"/>
                </a:cubicBezTo>
                <a:cubicBezTo>
                  <a:pt x="6323763" y="1384976"/>
                  <a:pt x="6341933" y="1332854"/>
                  <a:pt x="6328124" y="1312862"/>
                </a:cubicBezTo>
                <a:close/>
                <a:moveTo>
                  <a:pt x="5528289" y="1312862"/>
                </a:moveTo>
                <a:cubicBezTo>
                  <a:pt x="5532558" y="1312862"/>
                  <a:pt x="5539319" y="1314978"/>
                  <a:pt x="5543944" y="1321681"/>
                </a:cubicBezTo>
                <a:cubicBezTo>
                  <a:pt x="5537184" y="1328384"/>
                  <a:pt x="5532558" y="1323798"/>
                  <a:pt x="5528289" y="1323798"/>
                </a:cubicBezTo>
                <a:cubicBezTo>
                  <a:pt x="5530423" y="1326267"/>
                  <a:pt x="5528289" y="1328384"/>
                  <a:pt x="5526154" y="1326267"/>
                </a:cubicBezTo>
                <a:cubicBezTo>
                  <a:pt x="5532558" y="1321681"/>
                  <a:pt x="5523663" y="1317095"/>
                  <a:pt x="5528289" y="1312862"/>
                </a:cubicBezTo>
                <a:close/>
                <a:moveTo>
                  <a:pt x="4052447" y="1312862"/>
                </a:moveTo>
                <a:cubicBezTo>
                  <a:pt x="4054828" y="1321914"/>
                  <a:pt x="4054828" y="1328793"/>
                  <a:pt x="4052447" y="1333138"/>
                </a:cubicBezTo>
                <a:cubicBezTo>
                  <a:pt x="4049669" y="1328793"/>
                  <a:pt x="4054828" y="1321914"/>
                  <a:pt x="4049669" y="1321914"/>
                </a:cubicBezTo>
                <a:cubicBezTo>
                  <a:pt x="4047288" y="1315034"/>
                  <a:pt x="4049669" y="1312862"/>
                  <a:pt x="4052447" y="1312862"/>
                </a:cubicBezTo>
                <a:close/>
                <a:moveTo>
                  <a:pt x="2973576" y="1312818"/>
                </a:moveTo>
                <a:cubicBezTo>
                  <a:pt x="2950894" y="1314977"/>
                  <a:pt x="2916690" y="1308138"/>
                  <a:pt x="2907689" y="1323976"/>
                </a:cubicBezTo>
                <a:cubicBezTo>
                  <a:pt x="2932532" y="1321816"/>
                  <a:pt x="2939373" y="1321816"/>
                  <a:pt x="2966736" y="1328655"/>
                </a:cubicBezTo>
                <a:cubicBezTo>
                  <a:pt x="2976097" y="1319657"/>
                  <a:pt x="2964576" y="1321816"/>
                  <a:pt x="2973576" y="1312818"/>
                </a:cubicBezTo>
                <a:close/>
                <a:moveTo>
                  <a:pt x="3570212" y="1312766"/>
                </a:moveTo>
                <a:cubicBezTo>
                  <a:pt x="3565906" y="1330711"/>
                  <a:pt x="3577029" y="1308100"/>
                  <a:pt x="3574876" y="1321738"/>
                </a:cubicBezTo>
                <a:cubicBezTo>
                  <a:pt x="3568059" y="1335377"/>
                  <a:pt x="3545453" y="1317073"/>
                  <a:pt x="3536124" y="1335377"/>
                </a:cubicBezTo>
                <a:cubicBezTo>
                  <a:pt x="3533971" y="1339684"/>
                  <a:pt x="3540788" y="1339684"/>
                  <a:pt x="3542941" y="1339684"/>
                </a:cubicBezTo>
                <a:cubicBezTo>
                  <a:pt x="3542941" y="1344350"/>
                  <a:pt x="3538456" y="1344350"/>
                  <a:pt x="3534509" y="1341524"/>
                </a:cubicBezTo>
                <a:lnTo>
                  <a:pt x="3531989" y="1338364"/>
                </a:lnTo>
                <a:lnTo>
                  <a:pt x="3529599" y="1334780"/>
                </a:lnTo>
                <a:lnTo>
                  <a:pt x="3529306" y="1326404"/>
                </a:lnTo>
                <a:cubicBezTo>
                  <a:pt x="3536124" y="1328558"/>
                  <a:pt x="3540788" y="1330711"/>
                  <a:pt x="3538635" y="1314919"/>
                </a:cubicBezTo>
                <a:cubicBezTo>
                  <a:pt x="3545453" y="1326404"/>
                  <a:pt x="3559088" y="1317073"/>
                  <a:pt x="3570212" y="1312766"/>
                </a:cubicBezTo>
                <a:close/>
                <a:moveTo>
                  <a:pt x="3599535" y="1311648"/>
                </a:moveTo>
                <a:cubicBezTo>
                  <a:pt x="3601934" y="1314263"/>
                  <a:pt x="3604039" y="1318932"/>
                  <a:pt x="3604039" y="1323601"/>
                </a:cubicBezTo>
                <a:cubicBezTo>
                  <a:pt x="3597641" y="1323601"/>
                  <a:pt x="3597641" y="1314263"/>
                  <a:pt x="3593263" y="1312022"/>
                </a:cubicBezTo>
                <a:cubicBezTo>
                  <a:pt x="3594442" y="1308473"/>
                  <a:pt x="3597136" y="1309034"/>
                  <a:pt x="3599535" y="1311648"/>
                </a:cubicBezTo>
                <a:close/>
                <a:moveTo>
                  <a:pt x="3524646" y="1310216"/>
                </a:moveTo>
                <a:cubicBezTo>
                  <a:pt x="3522521" y="1323622"/>
                  <a:pt x="3522521" y="1323622"/>
                  <a:pt x="3522521" y="1323622"/>
                </a:cubicBezTo>
                <a:cubicBezTo>
                  <a:pt x="3517916" y="1316919"/>
                  <a:pt x="3482138" y="1321505"/>
                  <a:pt x="3509060" y="1316919"/>
                </a:cubicBezTo>
                <a:cubicBezTo>
                  <a:pt x="3513311" y="1314803"/>
                  <a:pt x="3517916" y="1308100"/>
                  <a:pt x="3524646" y="1310216"/>
                </a:cubicBezTo>
                <a:close/>
                <a:moveTo>
                  <a:pt x="3384306" y="1309194"/>
                </a:moveTo>
                <a:cubicBezTo>
                  <a:pt x="3393391" y="1304925"/>
                  <a:pt x="3395935" y="1322715"/>
                  <a:pt x="3400296" y="1311685"/>
                </a:cubicBezTo>
                <a:cubicBezTo>
                  <a:pt x="3411925" y="1320580"/>
                  <a:pt x="3386486" y="1315955"/>
                  <a:pt x="3389030" y="1325206"/>
                </a:cubicBezTo>
                <a:cubicBezTo>
                  <a:pt x="3382125" y="1325206"/>
                  <a:pt x="3382125" y="1318446"/>
                  <a:pt x="3384306" y="1309194"/>
                </a:cubicBezTo>
                <a:close/>
                <a:moveTo>
                  <a:pt x="5597813" y="1303337"/>
                </a:moveTo>
                <a:cubicBezTo>
                  <a:pt x="5604701" y="1305697"/>
                  <a:pt x="5613854" y="1311506"/>
                  <a:pt x="5619835" y="1317542"/>
                </a:cubicBezTo>
                <a:lnTo>
                  <a:pt x="5620308" y="1318248"/>
                </a:lnTo>
                <a:lnTo>
                  <a:pt x="5629667" y="1316447"/>
                </a:lnTo>
                <a:cubicBezTo>
                  <a:pt x="5629130" y="1319828"/>
                  <a:pt x="5627318" y="1321940"/>
                  <a:pt x="5624723" y="1323208"/>
                </a:cubicBezTo>
                <a:lnTo>
                  <a:pt x="5623748" y="1323379"/>
                </a:lnTo>
                <a:lnTo>
                  <a:pt x="5625748" y="1326363"/>
                </a:lnTo>
                <a:cubicBezTo>
                  <a:pt x="5626473" y="1329092"/>
                  <a:pt x="5625725" y="1331474"/>
                  <a:pt x="5622825" y="1333108"/>
                </a:cubicBezTo>
                <a:cubicBezTo>
                  <a:pt x="5613763" y="1321853"/>
                  <a:pt x="5618475" y="1363242"/>
                  <a:pt x="5604700" y="1358522"/>
                </a:cubicBezTo>
                <a:cubicBezTo>
                  <a:pt x="5606875" y="1370140"/>
                  <a:pt x="5615938" y="1367599"/>
                  <a:pt x="5609050" y="1377038"/>
                </a:cubicBezTo>
                <a:cubicBezTo>
                  <a:pt x="5604700" y="1372319"/>
                  <a:pt x="5606875" y="1381395"/>
                  <a:pt x="5599988" y="1383937"/>
                </a:cubicBezTo>
                <a:cubicBezTo>
                  <a:pt x="5594369" y="1368870"/>
                  <a:pt x="5593825" y="1356162"/>
                  <a:pt x="5594686" y="1343501"/>
                </a:cubicBezTo>
                <a:lnTo>
                  <a:pt x="5596249" y="1323423"/>
                </a:lnTo>
                <a:lnTo>
                  <a:pt x="5593513" y="1323208"/>
                </a:lnTo>
                <a:lnTo>
                  <a:pt x="5596468" y="1320609"/>
                </a:lnTo>
                <a:close/>
                <a:moveTo>
                  <a:pt x="2193374" y="1301299"/>
                </a:moveTo>
                <a:cubicBezTo>
                  <a:pt x="2181853" y="1296620"/>
                  <a:pt x="2170692" y="1308138"/>
                  <a:pt x="2170692" y="1317137"/>
                </a:cubicBezTo>
                <a:cubicBezTo>
                  <a:pt x="2181853" y="1314977"/>
                  <a:pt x="2190854" y="1310298"/>
                  <a:pt x="2193374" y="1301299"/>
                </a:cubicBezTo>
                <a:close/>
                <a:moveTo>
                  <a:pt x="3951061" y="1298079"/>
                </a:moveTo>
                <a:cubicBezTo>
                  <a:pt x="3951061" y="1300261"/>
                  <a:pt x="3953259" y="1302444"/>
                  <a:pt x="3953259" y="1302444"/>
                </a:cubicBezTo>
                <a:lnTo>
                  <a:pt x="3951061" y="1298159"/>
                </a:lnTo>
                <a:close/>
                <a:moveTo>
                  <a:pt x="5271325" y="1297964"/>
                </a:moveTo>
                <a:cubicBezTo>
                  <a:pt x="5289928" y="1295400"/>
                  <a:pt x="5271325" y="1307123"/>
                  <a:pt x="5289928" y="1309321"/>
                </a:cubicBezTo>
                <a:cubicBezTo>
                  <a:pt x="5285463" y="1314083"/>
                  <a:pt x="5282859" y="1316281"/>
                  <a:pt x="5282859" y="1318845"/>
                </a:cubicBezTo>
                <a:cubicBezTo>
                  <a:pt x="5278394" y="1307123"/>
                  <a:pt x="5266488" y="1307123"/>
                  <a:pt x="5271325" y="1297964"/>
                </a:cubicBezTo>
                <a:close/>
                <a:moveTo>
                  <a:pt x="2234418" y="1296620"/>
                </a:moveTo>
                <a:cubicBezTo>
                  <a:pt x="2220737" y="1305978"/>
                  <a:pt x="2207055" y="1294460"/>
                  <a:pt x="2204535" y="1310298"/>
                </a:cubicBezTo>
                <a:cubicBezTo>
                  <a:pt x="2216056" y="1310298"/>
                  <a:pt x="2227578" y="1305978"/>
                  <a:pt x="2234418" y="1296620"/>
                </a:cubicBezTo>
                <a:close/>
                <a:moveTo>
                  <a:pt x="3949075" y="1294287"/>
                </a:moveTo>
                <a:lnTo>
                  <a:pt x="3951061" y="1298159"/>
                </a:lnTo>
                <a:lnTo>
                  <a:pt x="3951061" y="1302444"/>
                </a:lnTo>
                <a:cubicBezTo>
                  <a:pt x="3951061" y="1311903"/>
                  <a:pt x="3941536" y="1304991"/>
                  <a:pt x="3939338" y="1314086"/>
                </a:cubicBezTo>
                <a:cubicBezTo>
                  <a:pt x="3939338" y="1312449"/>
                  <a:pt x="3944490" y="1293827"/>
                  <a:pt x="3949075" y="1294287"/>
                </a:cubicBezTo>
                <a:close/>
                <a:moveTo>
                  <a:pt x="3094732" y="1292393"/>
                </a:moveTo>
                <a:cubicBezTo>
                  <a:pt x="3099152" y="1293244"/>
                  <a:pt x="3106824" y="1300450"/>
                  <a:pt x="3111894" y="1298848"/>
                </a:cubicBezTo>
                <a:cubicBezTo>
                  <a:pt x="3111894" y="1307744"/>
                  <a:pt x="3096239" y="1300983"/>
                  <a:pt x="3091613" y="1303118"/>
                </a:cubicBezTo>
                <a:cubicBezTo>
                  <a:pt x="3093748" y="1298848"/>
                  <a:pt x="3096239" y="1296357"/>
                  <a:pt x="3091613" y="1294222"/>
                </a:cubicBezTo>
                <a:cubicBezTo>
                  <a:pt x="3092147" y="1292532"/>
                  <a:pt x="3093259" y="1292110"/>
                  <a:pt x="3094732" y="1292393"/>
                </a:cubicBezTo>
                <a:close/>
                <a:moveTo>
                  <a:pt x="3906000" y="1292225"/>
                </a:moveTo>
                <a:cubicBezTo>
                  <a:pt x="3908779" y="1294457"/>
                  <a:pt x="3911160" y="1306363"/>
                  <a:pt x="3913541" y="1306363"/>
                </a:cubicBezTo>
                <a:cubicBezTo>
                  <a:pt x="3913541" y="1315665"/>
                  <a:pt x="3911160" y="1315665"/>
                  <a:pt x="3908779" y="1315665"/>
                </a:cubicBezTo>
                <a:cubicBezTo>
                  <a:pt x="3906000" y="1303759"/>
                  <a:pt x="3908779" y="1301526"/>
                  <a:pt x="3906000" y="1292225"/>
                </a:cubicBezTo>
                <a:close/>
                <a:moveTo>
                  <a:pt x="3900841" y="1292225"/>
                </a:moveTo>
                <a:cubicBezTo>
                  <a:pt x="3900841" y="1299003"/>
                  <a:pt x="3903222" y="1305781"/>
                  <a:pt x="3905603" y="1303284"/>
                </a:cubicBezTo>
                <a:cubicBezTo>
                  <a:pt x="3903222" y="1307921"/>
                  <a:pt x="3905603" y="1323618"/>
                  <a:pt x="3900841" y="1323618"/>
                </a:cubicBezTo>
                <a:cubicBezTo>
                  <a:pt x="3898063" y="1310062"/>
                  <a:pt x="3903222" y="1312559"/>
                  <a:pt x="3903222" y="1307921"/>
                </a:cubicBezTo>
                <a:cubicBezTo>
                  <a:pt x="3900841" y="1303284"/>
                  <a:pt x="3900841" y="1301143"/>
                  <a:pt x="3898063" y="1296506"/>
                </a:cubicBezTo>
                <a:cubicBezTo>
                  <a:pt x="3898063" y="1292225"/>
                  <a:pt x="3900841" y="1294365"/>
                  <a:pt x="3900841" y="1292225"/>
                </a:cubicBezTo>
                <a:close/>
                <a:moveTo>
                  <a:pt x="5465887" y="1290780"/>
                </a:moveTo>
                <a:lnTo>
                  <a:pt x="5463610" y="1290828"/>
                </a:lnTo>
                <a:lnTo>
                  <a:pt x="5466213" y="1291867"/>
                </a:lnTo>
                <a:close/>
                <a:moveTo>
                  <a:pt x="4841094" y="1280782"/>
                </a:moveTo>
                <a:cubicBezTo>
                  <a:pt x="4834613" y="1290141"/>
                  <a:pt x="4838934" y="1292300"/>
                  <a:pt x="4832093" y="1299139"/>
                </a:cubicBezTo>
                <a:cubicBezTo>
                  <a:pt x="4847935" y="1310298"/>
                  <a:pt x="4845775" y="1287621"/>
                  <a:pt x="4841094" y="1280782"/>
                </a:cubicBezTo>
                <a:close/>
                <a:moveTo>
                  <a:pt x="5445693" y="1280347"/>
                </a:moveTo>
                <a:lnTo>
                  <a:pt x="5445457" y="1281013"/>
                </a:lnTo>
                <a:lnTo>
                  <a:pt x="5445962" y="1281046"/>
                </a:lnTo>
                <a:close/>
                <a:moveTo>
                  <a:pt x="5345612" y="1280347"/>
                </a:moveTo>
                <a:cubicBezTo>
                  <a:pt x="5336612" y="1287187"/>
                  <a:pt x="5343452" y="1291867"/>
                  <a:pt x="5343452" y="1298708"/>
                </a:cubicBezTo>
                <a:cubicBezTo>
                  <a:pt x="5345612" y="1296188"/>
                  <a:pt x="5359292" y="1291867"/>
                  <a:pt x="5345612" y="1280347"/>
                </a:cubicBezTo>
                <a:close/>
                <a:moveTo>
                  <a:pt x="6021337" y="1276026"/>
                </a:moveTo>
                <a:cubicBezTo>
                  <a:pt x="6019177" y="1291867"/>
                  <a:pt x="6010177" y="1280347"/>
                  <a:pt x="6000817" y="1289707"/>
                </a:cubicBezTo>
                <a:cubicBezTo>
                  <a:pt x="6014497" y="1298708"/>
                  <a:pt x="5989657" y="1305548"/>
                  <a:pt x="5998657" y="1314549"/>
                </a:cubicBezTo>
                <a:cubicBezTo>
                  <a:pt x="6005497" y="1298708"/>
                  <a:pt x="6039697" y="1296188"/>
                  <a:pt x="6021337" y="1276026"/>
                </a:cubicBezTo>
                <a:close/>
                <a:moveTo>
                  <a:pt x="2440845" y="1273175"/>
                </a:moveTo>
                <a:cubicBezTo>
                  <a:pt x="2440845" y="1277937"/>
                  <a:pt x="2442994" y="1280135"/>
                  <a:pt x="2445142" y="1280135"/>
                </a:cubicBezTo>
                <a:cubicBezTo>
                  <a:pt x="2434042" y="1287096"/>
                  <a:pt x="2417928" y="1287096"/>
                  <a:pt x="2397875" y="1291858"/>
                </a:cubicBezTo>
                <a:cubicBezTo>
                  <a:pt x="2404321" y="1282700"/>
                  <a:pt x="2431535" y="1282700"/>
                  <a:pt x="2440845" y="1273175"/>
                </a:cubicBezTo>
                <a:close/>
                <a:moveTo>
                  <a:pt x="1829589" y="1271587"/>
                </a:moveTo>
                <a:cubicBezTo>
                  <a:pt x="1833950" y="1280349"/>
                  <a:pt x="1833950" y="1280349"/>
                  <a:pt x="1833950" y="1280349"/>
                </a:cubicBezTo>
                <a:cubicBezTo>
                  <a:pt x="1827045" y="1273690"/>
                  <a:pt x="1806694" y="1298224"/>
                  <a:pt x="1804150" y="1282803"/>
                </a:cubicBezTo>
                <a:close/>
                <a:moveTo>
                  <a:pt x="3918198" y="1270576"/>
                </a:moveTo>
                <a:cubicBezTo>
                  <a:pt x="3923933" y="1268598"/>
                  <a:pt x="3930214" y="1271475"/>
                  <a:pt x="3933673" y="1284064"/>
                </a:cubicBezTo>
                <a:cubicBezTo>
                  <a:pt x="3938406" y="1284064"/>
                  <a:pt x="3938406" y="1281906"/>
                  <a:pt x="3945324" y="1284064"/>
                </a:cubicBezTo>
                <a:cubicBezTo>
                  <a:pt x="3940591" y="1299889"/>
                  <a:pt x="3924570" y="1304565"/>
                  <a:pt x="3915467" y="1304565"/>
                </a:cubicBezTo>
                <a:cubicBezTo>
                  <a:pt x="3915467" y="1290898"/>
                  <a:pt x="3931488" y="1297731"/>
                  <a:pt x="3935857" y="1295214"/>
                </a:cubicBezTo>
                <a:cubicBezTo>
                  <a:pt x="3935857" y="1284064"/>
                  <a:pt x="3926755" y="1281906"/>
                  <a:pt x="3924570" y="1275072"/>
                </a:cubicBezTo>
                <a:cubicBezTo>
                  <a:pt x="3926755" y="1286222"/>
                  <a:pt x="3912918" y="1284064"/>
                  <a:pt x="3906000" y="1286222"/>
                </a:cubicBezTo>
                <a:cubicBezTo>
                  <a:pt x="3907275" y="1279388"/>
                  <a:pt x="3912463" y="1272554"/>
                  <a:pt x="3918198" y="1270576"/>
                </a:cubicBezTo>
                <a:close/>
                <a:moveTo>
                  <a:pt x="4370164" y="1267104"/>
                </a:moveTo>
                <a:cubicBezTo>
                  <a:pt x="4370164" y="1273943"/>
                  <a:pt x="4372685" y="1280782"/>
                  <a:pt x="4365844" y="1285461"/>
                </a:cubicBezTo>
                <a:cubicBezTo>
                  <a:pt x="4374845" y="1294460"/>
                  <a:pt x="4379525" y="1280782"/>
                  <a:pt x="4377005" y="1276463"/>
                </a:cubicBezTo>
                <a:cubicBezTo>
                  <a:pt x="4370164" y="1278622"/>
                  <a:pt x="4377005" y="1271783"/>
                  <a:pt x="4370164" y="1267104"/>
                </a:cubicBezTo>
                <a:close/>
                <a:moveTo>
                  <a:pt x="4917104" y="1266825"/>
                </a:moveTo>
                <a:cubicBezTo>
                  <a:pt x="4919608" y="1273785"/>
                  <a:pt x="4926405" y="1278548"/>
                  <a:pt x="4921755" y="1285508"/>
                </a:cubicBezTo>
                <a:cubicBezTo>
                  <a:pt x="4912811" y="1280746"/>
                  <a:pt x="4910307" y="1290270"/>
                  <a:pt x="4901363" y="1283310"/>
                </a:cubicBezTo>
                <a:cubicBezTo>
                  <a:pt x="4912811" y="1280746"/>
                  <a:pt x="4919608" y="1280746"/>
                  <a:pt x="4917104" y="1266825"/>
                </a:cubicBezTo>
                <a:close/>
                <a:moveTo>
                  <a:pt x="4888133" y="1266825"/>
                </a:moveTo>
                <a:cubicBezTo>
                  <a:pt x="4899422" y="1282933"/>
                  <a:pt x="4883547" y="1298683"/>
                  <a:pt x="4876844" y="1302979"/>
                </a:cubicBezTo>
                <a:cubicBezTo>
                  <a:pt x="4868025" y="1294030"/>
                  <a:pt x="4888133" y="1280427"/>
                  <a:pt x="4888133" y="1266825"/>
                </a:cubicBezTo>
                <a:close/>
                <a:moveTo>
                  <a:pt x="2474446" y="1266825"/>
                </a:moveTo>
                <a:cubicBezTo>
                  <a:pt x="2472344" y="1271587"/>
                  <a:pt x="2472344" y="1276350"/>
                  <a:pt x="2476900" y="1276350"/>
                </a:cubicBezTo>
                <a:cubicBezTo>
                  <a:pt x="2467787" y="1285508"/>
                  <a:pt x="2467787" y="1269389"/>
                  <a:pt x="2450263" y="1280746"/>
                </a:cubicBezTo>
                <a:cubicBezTo>
                  <a:pt x="2450263" y="1271587"/>
                  <a:pt x="2463582" y="1269389"/>
                  <a:pt x="2474446" y="1266825"/>
                </a:cubicBezTo>
                <a:close/>
                <a:moveTo>
                  <a:pt x="2446729" y="1262062"/>
                </a:moveTo>
                <a:cubicBezTo>
                  <a:pt x="2430900" y="1275618"/>
                  <a:pt x="2392409" y="1273121"/>
                  <a:pt x="2374063" y="1293455"/>
                </a:cubicBezTo>
                <a:cubicBezTo>
                  <a:pt x="2383416" y="1270980"/>
                  <a:pt x="2421907" y="1268840"/>
                  <a:pt x="2446729" y="1262062"/>
                </a:cubicBezTo>
                <a:close/>
                <a:moveTo>
                  <a:pt x="3939923" y="1257862"/>
                </a:moveTo>
                <a:cubicBezTo>
                  <a:pt x="3946802" y="1260045"/>
                  <a:pt x="3948974" y="1264774"/>
                  <a:pt x="3955854" y="1266957"/>
                </a:cubicBezTo>
                <a:cubicBezTo>
                  <a:pt x="3958026" y="1285511"/>
                  <a:pt x="3937750" y="1250950"/>
                  <a:pt x="3946802" y="1280782"/>
                </a:cubicBezTo>
                <a:cubicBezTo>
                  <a:pt x="3944630" y="1276416"/>
                  <a:pt x="3939923" y="1264774"/>
                  <a:pt x="3939923" y="1257862"/>
                </a:cubicBezTo>
                <a:close/>
                <a:moveTo>
                  <a:pt x="2571476" y="1257847"/>
                </a:moveTo>
                <a:cubicBezTo>
                  <a:pt x="2578363" y="1255712"/>
                  <a:pt x="2580538" y="1262472"/>
                  <a:pt x="2589601" y="1259982"/>
                </a:cubicBezTo>
                <a:cubicBezTo>
                  <a:pt x="2580538" y="1273503"/>
                  <a:pt x="2573651" y="1269233"/>
                  <a:pt x="2555525" y="1275994"/>
                </a:cubicBezTo>
                <a:cubicBezTo>
                  <a:pt x="2543925" y="1273503"/>
                  <a:pt x="2578363" y="1271368"/>
                  <a:pt x="2571476" y="1257847"/>
                </a:cubicBezTo>
                <a:close/>
                <a:moveTo>
                  <a:pt x="3969897" y="1257300"/>
                </a:moveTo>
                <a:cubicBezTo>
                  <a:pt x="3972278" y="1268075"/>
                  <a:pt x="3967516" y="1263698"/>
                  <a:pt x="3964738" y="1265718"/>
                </a:cubicBezTo>
                <a:cubicBezTo>
                  <a:pt x="3964738" y="1259320"/>
                  <a:pt x="3967516" y="1257300"/>
                  <a:pt x="3969897" y="1257300"/>
                </a:cubicBezTo>
                <a:close/>
                <a:moveTo>
                  <a:pt x="3960372" y="1255712"/>
                </a:moveTo>
                <a:cubicBezTo>
                  <a:pt x="3962753" y="1269633"/>
                  <a:pt x="3960372" y="1269633"/>
                  <a:pt x="3957594" y="1269633"/>
                </a:cubicBezTo>
                <a:cubicBezTo>
                  <a:pt x="3955213" y="1262673"/>
                  <a:pt x="3955213" y="1255712"/>
                  <a:pt x="3960372" y="1255712"/>
                </a:cubicBezTo>
                <a:close/>
                <a:moveTo>
                  <a:pt x="2099408" y="1252026"/>
                </a:moveTo>
                <a:cubicBezTo>
                  <a:pt x="2110642" y="1247775"/>
                  <a:pt x="2106293" y="1265486"/>
                  <a:pt x="2119701" y="1256631"/>
                </a:cubicBezTo>
                <a:cubicBezTo>
                  <a:pt x="2110642" y="1270091"/>
                  <a:pt x="2067158" y="1290283"/>
                  <a:pt x="2053388" y="1283552"/>
                </a:cubicBezTo>
                <a:cubicBezTo>
                  <a:pt x="2055925" y="1274696"/>
                  <a:pt x="2062810" y="1270091"/>
                  <a:pt x="2074043" y="1265486"/>
                </a:cubicBezTo>
                <a:cubicBezTo>
                  <a:pt x="2058099" y="1281427"/>
                  <a:pt x="2117527" y="1265486"/>
                  <a:pt x="2099408" y="1252026"/>
                </a:cubicBezTo>
                <a:close/>
                <a:moveTo>
                  <a:pt x="4411209" y="1249107"/>
                </a:moveTo>
                <a:cubicBezTo>
                  <a:pt x="4413369" y="1253426"/>
                  <a:pt x="4406888" y="1258105"/>
                  <a:pt x="4404368" y="1258105"/>
                </a:cubicBezTo>
                <a:cubicBezTo>
                  <a:pt x="4415889" y="1271783"/>
                  <a:pt x="4418049" y="1249107"/>
                  <a:pt x="4411209" y="1249107"/>
                </a:cubicBezTo>
                <a:close/>
                <a:moveTo>
                  <a:pt x="5515372" y="1247775"/>
                </a:moveTo>
                <a:cubicBezTo>
                  <a:pt x="5495264" y="1268123"/>
                  <a:pt x="5506553" y="1292756"/>
                  <a:pt x="5477625" y="1322030"/>
                </a:cubicBezTo>
                <a:cubicBezTo>
                  <a:pt x="5482211" y="1306322"/>
                  <a:pt x="5486444" y="1247775"/>
                  <a:pt x="5515372" y="1247775"/>
                </a:cubicBezTo>
                <a:close/>
                <a:moveTo>
                  <a:pt x="3982536" y="1247568"/>
                </a:moveTo>
                <a:cubicBezTo>
                  <a:pt x="3984683" y="1243012"/>
                  <a:pt x="3987187" y="1251774"/>
                  <a:pt x="3989333" y="1249671"/>
                </a:cubicBezTo>
                <a:cubicBezTo>
                  <a:pt x="3996131" y="1269649"/>
                  <a:pt x="3982536" y="1245115"/>
                  <a:pt x="3989333" y="1260887"/>
                </a:cubicBezTo>
                <a:cubicBezTo>
                  <a:pt x="3991480" y="1269649"/>
                  <a:pt x="3984683" y="1262990"/>
                  <a:pt x="3984683" y="1258433"/>
                </a:cubicBezTo>
                <a:cubicBezTo>
                  <a:pt x="3971088" y="1267546"/>
                  <a:pt x="3978243" y="1251774"/>
                  <a:pt x="3984683" y="1254228"/>
                </a:cubicBezTo>
                <a:cubicBezTo>
                  <a:pt x="3984683" y="1254228"/>
                  <a:pt x="3984683" y="1249671"/>
                  <a:pt x="3982536" y="1247568"/>
                </a:cubicBezTo>
                <a:close/>
                <a:moveTo>
                  <a:pt x="3996125" y="1242339"/>
                </a:moveTo>
                <a:cubicBezTo>
                  <a:pt x="3998282" y="1240958"/>
                  <a:pt x="4001561" y="1242080"/>
                  <a:pt x="4004839" y="1244323"/>
                </a:cubicBezTo>
                <a:cubicBezTo>
                  <a:pt x="4004839" y="1246394"/>
                  <a:pt x="4004839" y="1250880"/>
                  <a:pt x="4007255" y="1255367"/>
                </a:cubicBezTo>
                <a:cubicBezTo>
                  <a:pt x="3998282" y="1246394"/>
                  <a:pt x="4000698" y="1250880"/>
                  <a:pt x="3994141" y="1255367"/>
                </a:cubicBezTo>
                <a:cubicBezTo>
                  <a:pt x="3992933" y="1247602"/>
                  <a:pt x="3993969" y="1243719"/>
                  <a:pt x="3996125" y="1242339"/>
                </a:cubicBezTo>
                <a:close/>
                <a:moveTo>
                  <a:pt x="2173680" y="1239837"/>
                </a:moveTo>
                <a:cubicBezTo>
                  <a:pt x="2173680" y="1258520"/>
                  <a:pt x="2151128" y="1246797"/>
                  <a:pt x="2137525" y="1253758"/>
                </a:cubicBezTo>
                <a:cubicBezTo>
                  <a:pt x="2140031" y="1242401"/>
                  <a:pt x="2160077" y="1251560"/>
                  <a:pt x="2173680" y="1239837"/>
                </a:cubicBezTo>
                <a:close/>
                <a:moveTo>
                  <a:pt x="5360108" y="1238696"/>
                </a:moveTo>
                <a:cubicBezTo>
                  <a:pt x="5357515" y="1238989"/>
                  <a:pt x="5354252" y="1240564"/>
                  <a:pt x="5350292" y="1243984"/>
                </a:cubicBezTo>
                <a:cubicBezTo>
                  <a:pt x="5366132" y="1248664"/>
                  <a:pt x="5343452" y="1246144"/>
                  <a:pt x="5336612" y="1250825"/>
                </a:cubicBezTo>
                <a:cubicBezTo>
                  <a:pt x="5338772" y="1252985"/>
                  <a:pt x="5341292" y="1255505"/>
                  <a:pt x="5338772" y="1257665"/>
                </a:cubicBezTo>
                <a:cubicBezTo>
                  <a:pt x="5336612" y="1255325"/>
                  <a:pt x="5334362" y="1254785"/>
                  <a:pt x="5332112" y="1254245"/>
                </a:cubicBezTo>
                <a:lnTo>
                  <a:pt x="5329326" y="1252814"/>
                </a:lnTo>
                <a:lnTo>
                  <a:pt x="5329022" y="1256188"/>
                </a:lnTo>
                <a:lnTo>
                  <a:pt x="5325974" y="1259952"/>
                </a:lnTo>
                <a:lnTo>
                  <a:pt x="5336612" y="1259825"/>
                </a:lnTo>
                <a:cubicBezTo>
                  <a:pt x="5336612" y="1266666"/>
                  <a:pt x="5341292" y="1282867"/>
                  <a:pt x="5352452" y="1276026"/>
                </a:cubicBezTo>
                <a:cubicBezTo>
                  <a:pt x="5354792" y="1273686"/>
                  <a:pt x="5351372" y="1270806"/>
                  <a:pt x="5348222" y="1267656"/>
                </a:cubicBezTo>
                <a:lnTo>
                  <a:pt x="5345967" y="1264727"/>
                </a:lnTo>
                <a:lnTo>
                  <a:pt x="5344418" y="1264209"/>
                </a:lnTo>
                <a:lnTo>
                  <a:pt x="5344552" y="1262890"/>
                </a:lnTo>
                <a:lnTo>
                  <a:pt x="5344453" y="1262762"/>
                </a:lnTo>
                <a:lnTo>
                  <a:pt x="5344655" y="1261877"/>
                </a:lnTo>
                <a:lnTo>
                  <a:pt x="5344936" y="1259104"/>
                </a:lnTo>
                <a:cubicBezTo>
                  <a:pt x="5346377" y="1255290"/>
                  <a:pt x="5348703" y="1251198"/>
                  <a:pt x="5344052" y="1250081"/>
                </a:cubicBezTo>
                <a:cubicBezTo>
                  <a:pt x="5346377" y="1248314"/>
                  <a:pt x="5348424" y="1247872"/>
                  <a:pt x="5350075" y="1248349"/>
                </a:cubicBezTo>
                <a:cubicBezTo>
                  <a:pt x="5352552" y="1249064"/>
                  <a:pt x="5354139" y="1251846"/>
                  <a:pt x="5354444" y="1255321"/>
                </a:cubicBezTo>
                <a:lnTo>
                  <a:pt x="5353610" y="1258113"/>
                </a:lnTo>
                <a:lnTo>
                  <a:pt x="5356817" y="1255640"/>
                </a:lnTo>
                <a:cubicBezTo>
                  <a:pt x="5359922" y="1252535"/>
                  <a:pt x="5362712" y="1249745"/>
                  <a:pt x="5366132" y="1255505"/>
                </a:cubicBezTo>
                <a:cubicBezTo>
                  <a:pt x="5369642" y="1248484"/>
                  <a:pt x="5367887" y="1237819"/>
                  <a:pt x="5360108" y="1238696"/>
                </a:cubicBezTo>
                <a:close/>
                <a:moveTo>
                  <a:pt x="5795547" y="1236662"/>
                </a:moveTo>
                <a:cubicBezTo>
                  <a:pt x="5802616" y="1243463"/>
                  <a:pt x="5793315" y="1252412"/>
                  <a:pt x="5807453" y="1259214"/>
                </a:cubicBezTo>
                <a:cubicBezTo>
                  <a:pt x="5788850" y="1272817"/>
                  <a:pt x="5784013" y="1243463"/>
                  <a:pt x="5795547" y="1236662"/>
                </a:cubicBezTo>
                <a:close/>
                <a:moveTo>
                  <a:pt x="2388850" y="1235622"/>
                </a:moveTo>
                <a:cubicBezTo>
                  <a:pt x="2392230" y="1234204"/>
                  <a:pt x="2396767" y="1234204"/>
                  <a:pt x="2400147" y="1236508"/>
                </a:cubicBezTo>
                <a:cubicBezTo>
                  <a:pt x="2402282" y="1243243"/>
                  <a:pt x="2386626" y="1268057"/>
                  <a:pt x="2384491" y="1252105"/>
                </a:cubicBezTo>
                <a:lnTo>
                  <a:pt x="2393387" y="1249979"/>
                </a:lnTo>
                <a:cubicBezTo>
                  <a:pt x="2393387" y="1243243"/>
                  <a:pt x="2388761" y="1243243"/>
                  <a:pt x="2384491" y="1243243"/>
                </a:cubicBezTo>
                <a:cubicBezTo>
                  <a:pt x="2383246" y="1239876"/>
                  <a:pt x="2385470" y="1237040"/>
                  <a:pt x="2388850" y="1235622"/>
                </a:cubicBezTo>
                <a:close/>
                <a:moveTo>
                  <a:pt x="5570594" y="1231900"/>
                </a:moveTo>
                <a:cubicBezTo>
                  <a:pt x="5582042" y="1238860"/>
                  <a:pt x="5563797" y="1255345"/>
                  <a:pt x="5557000" y="1252781"/>
                </a:cubicBezTo>
                <a:cubicBezTo>
                  <a:pt x="5559146" y="1245821"/>
                  <a:pt x="5557000" y="1238860"/>
                  <a:pt x="5570594" y="1231900"/>
                </a:cubicBezTo>
                <a:close/>
                <a:moveTo>
                  <a:pt x="2842016" y="1231900"/>
                </a:moveTo>
                <a:cubicBezTo>
                  <a:pt x="2828357" y="1238860"/>
                  <a:pt x="2805713" y="1255345"/>
                  <a:pt x="2785225" y="1245821"/>
                </a:cubicBezTo>
                <a:cubicBezTo>
                  <a:pt x="2798884" y="1236662"/>
                  <a:pt x="2826201" y="1238860"/>
                  <a:pt x="2842016" y="1231900"/>
                </a:cubicBezTo>
                <a:close/>
                <a:moveTo>
                  <a:pt x="2202690" y="1230902"/>
                </a:moveTo>
                <a:cubicBezTo>
                  <a:pt x="2211775" y="1242513"/>
                  <a:pt x="2188880" y="1239973"/>
                  <a:pt x="2197965" y="1249408"/>
                </a:cubicBezTo>
                <a:cubicBezTo>
                  <a:pt x="2186700" y="1253762"/>
                  <a:pt x="2188880" y="1239973"/>
                  <a:pt x="2181975" y="1242513"/>
                </a:cubicBezTo>
                <a:cubicBezTo>
                  <a:pt x="2181975" y="1228725"/>
                  <a:pt x="2188880" y="1237796"/>
                  <a:pt x="2202690" y="1230902"/>
                </a:cubicBezTo>
                <a:close/>
                <a:moveTo>
                  <a:pt x="2445589" y="1227242"/>
                </a:moveTo>
                <a:cubicBezTo>
                  <a:pt x="2449656" y="1227005"/>
                  <a:pt x="2452941" y="1227137"/>
                  <a:pt x="2454663" y="1227666"/>
                </a:cubicBezTo>
                <a:cubicBezTo>
                  <a:pt x="2450313" y="1236486"/>
                  <a:pt x="2418051" y="1241072"/>
                  <a:pt x="2408988" y="1238603"/>
                </a:cubicBezTo>
                <a:cubicBezTo>
                  <a:pt x="2414154" y="1231988"/>
                  <a:pt x="2433389" y="1227953"/>
                  <a:pt x="2445589" y="1227242"/>
                </a:cubicBezTo>
                <a:close/>
                <a:moveTo>
                  <a:pt x="5132212" y="1223962"/>
                </a:moveTo>
                <a:cubicBezTo>
                  <a:pt x="5139124" y="1232911"/>
                  <a:pt x="5127846" y="1246514"/>
                  <a:pt x="5130029" y="1255821"/>
                </a:cubicBezTo>
                <a:cubicBezTo>
                  <a:pt x="5118387" y="1260117"/>
                  <a:pt x="5118387" y="1253315"/>
                  <a:pt x="5104563" y="1249020"/>
                </a:cubicBezTo>
                <a:cubicBezTo>
                  <a:pt x="5125300" y="1244366"/>
                  <a:pt x="5118387" y="1237565"/>
                  <a:pt x="5132212" y="1223962"/>
                </a:cubicBezTo>
                <a:close/>
                <a:moveTo>
                  <a:pt x="5632609" y="1221316"/>
                </a:moveTo>
                <a:cubicBezTo>
                  <a:pt x="5637262" y="1232540"/>
                  <a:pt x="5646211" y="1214437"/>
                  <a:pt x="5648717" y="1226023"/>
                </a:cubicBezTo>
                <a:cubicBezTo>
                  <a:pt x="5641916" y="1232540"/>
                  <a:pt x="5644064" y="1237247"/>
                  <a:pt x="5632609" y="1244126"/>
                </a:cubicBezTo>
                <a:cubicBezTo>
                  <a:pt x="5639410" y="1251005"/>
                  <a:pt x="5635115" y="1264763"/>
                  <a:pt x="5648717" y="1266936"/>
                </a:cubicBezTo>
                <a:cubicBezTo>
                  <a:pt x="5648717" y="1276349"/>
                  <a:pt x="5641916" y="1269470"/>
                  <a:pt x="5632609" y="1278522"/>
                </a:cubicBezTo>
                <a:cubicBezTo>
                  <a:pt x="5630461" y="1287573"/>
                  <a:pt x="5648717" y="1285401"/>
                  <a:pt x="5639410" y="1296625"/>
                </a:cubicBezTo>
                <a:cubicBezTo>
                  <a:pt x="5630461" y="1290108"/>
                  <a:pt x="5621512" y="1296625"/>
                  <a:pt x="5612563" y="1285401"/>
                </a:cubicBezTo>
                <a:cubicBezTo>
                  <a:pt x="5626166" y="1264763"/>
                  <a:pt x="5616859" y="1246298"/>
                  <a:pt x="5632609" y="1226023"/>
                </a:cubicBezTo>
                <a:cubicBezTo>
                  <a:pt x="5630461" y="1223488"/>
                  <a:pt x="5630461" y="1223488"/>
                  <a:pt x="5632609" y="1221316"/>
                </a:cubicBezTo>
                <a:close/>
                <a:moveTo>
                  <a:pt x="5837015" y="1221303"/>
                </a:moveTo>
                <a:cubicBezTo>
                  <a:pt x="5831435" y="1225803"/>
                  <a:pt x="5826935" y="1234894"/>
                  <a:pt x="5825225" y="1245154"/>
                </a:cubicBezTo>
                <a:lnTo>
                  <a:pt x="5829705" y="1273094"/>
                </a:lnTo>
                <a:lnTo>
                  <a:pt x="5831099" y="1271876"/>
                </a:lnTo>
                <a:lnTo>
                  <a:pt x="5836295" y="1248530"/>
                </a:lnTo>
                <a:lnTo>
                  <a:pt x="5836337" y="1246929"/>
                </a:lnTo>
                <a:lnTo>
                  <a:pt x="5836161" y="1238402"/>
                </a:lnTo>
                <a:lnTo>
                  <a:pt x="5836608" y="1236707"/>
                </a:lnTo>
                <a:close/>
                <a:moveTo>
                  <a:pt x="4417175" y="1220611"/>
                </a:moveTo>
                <a:cubicBezTo>
                  <a:pt x="4419310" y="1216025"/>
                  <a:pt x="4430696" y="1229430"/>
                  <a:pt x="4430696" y="1220611"/>
                </a:cubicBezTo>
                <a:cubicBezTo>
                  <a:pt x="4437457" y="1227314"/>
                  <a:pt x="4426071" y="1231547"/>
                  <a:pt x="4417175" y="1220611"/>
                </a:cubicBezTo>
                <a:close/>
                <a:moveTo>
                  <a:pt x="4391341" y="1220431"/>
                </a:moveTo>
                <a:cubicBezTo>
                  <a:pt x="4393876" y="1219268"/>
                  <a:pt x="4398946" y="1221035"/>
                  <a:pt x="4405707" y="1229221"/>
                </a:cubicBezTo>
                <a:cubicBezTo>
                  <a:pt x="4405707" y="1236290"/>
                  <a:pt x="4392186" y="1222151"/>
                  <a:pt x="4392186" y="1229221"/>
                </a:cubicBezTo>
                <a:cubicBezTo>
                  <a:pt x="4388805" y="1225686"/>
                  <a:pt x="4388805" y="1221593"/>
                  <a:pt x="4391341" y="1220431"/>
                </a:cubicBezTo>
                <a:close/>
                <a:moveTo>
                  <a:pt x="4950750" y="1220419"/>
                </a:moveTo>
                <a:cubicBezTo>
                  <a:pt x="4950972" y="1221331"/>
                  <a:pt x="4950528" y="1223154"/>
                  <a:pt x="4949641" y="1225112"/>
                </a:cubicBezTo>
                <a:lnTo>
                  <a:pt x="4946349" y="1229908"/>
                </a:lnTo>
                <a:lnTo>
                  <a:pt x="4949422" y="1230652"/>
                </a:lnTo>
                <a:cubicBezTo>
                  <a:pt x="4953463" y="1233126"/>
                  <a:pt x="4957895" y="1236555"/>
                  <a:pt x="4962922" y="1239085"/>
                </a:cubicBezTo>
                <a:cubicBezTo>
                  <a:pt x="4953750" y="1245832"/>
                  <a:pt x="4944931" y="1245832"/>
                  <a:pt x="4931525" y="1234824"/>
                </a:cubicBezTo>
                <a:lnTo>
                  <a:pt x="4937704" y="1228522"/>
                </a:lnTo>
                <a:lnTo>
                  <a:pt x="4936288" y="1225823"/>
                </a:lnTo>
                <a:cubicBezTo>
                  <a:pt x="4938529" y="1223332"/>
                  <a:pt x="4947867" y="1227958"/>
                  <a:pt x="4947867" y="1221197"/>
                </a:cubicBezTo>
                <a:cubicBezTo>
                  <a:pt x="4949641" y="1219507"/>
                  <a:pt x="4950528" y="1219507"/>
                  <a:pt x="4950750" y="1220419"/>
                </a:cubicBezTo>
                <a:close/>
                <a:moveTo>
                  <a:pt x="5495339" y="1220355"/>
                </a:moveTo>
                <a:cubicBezTo>
                  <a:pt x="5496899" y="1219538"/>
                  <a:pt x="5498329" y="1219538"/>
                  <a:pt x="5499492" y="1221238"/>
                </a:cubicBezTo>
                <a:cubicBezTo>
                  <a:pt x="5490549" y="1230187"/>
                  <a:pt x="5488402" y="1241643"/>
                  <a:pt x="5483751" y="1250592"/>
                </a:cubicBezTo>
                <a:cubicBezTo>
                  <a:pt x="5474450" y="1241643"/>
                  <a:pt x="5481605" y="1234841"/>
                  <a:pt x="5481605" y="1225892"/>
                </a:cubicBezTo>
                <a:cubicBezTo>
                  <a:pt x="5484825" y="1232604"/>
                  <a:pt x="5490661" y="1222804"/>
                  <a:pt x="5495339" y="1220355"/>
                </a:cubicBezTo>
                <a:close/>
                <a:moveTo>
                  <a:pt x="5941290" y="1216025"/>
                </a:moveTo>
                <a:cubicBezTo>
                  <a:pt x="5955100" y="1229849"/>
                  <a:pt x="5948195" y="1238944"/>
                  <a:pt x="5941290" y="1250586"/>
                </a:cubicBezTo>
                <a:cubicBezTo>
                  <a:pt x="5932205" y="1243674"/>
                  <a:pt x="5939110" y="1238944"/>
                  <a:pt x="5932205" y="1234579"/>
                </a:cubicBezTo>
                <a:cubicBezTo>
                  <a:pt x="5929661" y="1234579"/>
                  <a:pt x="5927480" y="1238944"/>
                  <a:pt x="5925300" y="1236761"/>
                </a:cubicBezTo>
                <a:cubicBezTo>
                  <a:pt x="5939110" y="1232032"/>
                  <a:pt x="5932205" y="1227666"/>
                  <a:pt x="5941290" y="1216025"/>
                </a:cubicBezTo>
                <a:close/>
                <a:moveTo>
                  <a:pt x="2809797" y="1212850"/>
                </a:moveTo>
                <a:cubicBezTo>
                  <a:pt x="2816616" y="1212850"/>
                  <a:pt x="2814463" y="1222041"/>
                  <a:pt x="2816616" y="1229026"/>
                </a:cubicBezTo>
                <a:cubicBezTo>
                  <a:pt x="2802978" y="1229026"/>
                  <a:pt x="2775700" y="1247407"/>
                  <a:pt x="2780366" y="1224246"/>
                </a:cubicBezTo>
                <a:cubicBezTo>
                  <a:pt x="2794005" y="1226820"/>
                  <a:pt x="2812309" y="1236011"/>
                  <a:pt x="2809797" y="1212850"/>
                </a:cubicBezTo>
                <a:close/>
                <a:moveTo>
                  <a:pt x="3391750" y="1207950"/>
                </a:moveTo>
                <a:cubicBezTo>
                  <a:pt x="3400813" y="1216846"/>
                  <a:pt x="3366376" y="1205815"/>
                  <a:pt x="3371088" y="1223606"/>
                </a:cubicBezTo>
                <a:cubicBezTo>
                  <a:pt x="3355138" y="1214711"/>
                  <a:pt x="3377976" y="1203325"/>
                  <a:pt x="3391750" y="1207950"/>
                </a:cubicBezTo>
                <a:close/>
                <a:moveTo>
                  <a:pt x="3303988" y="1207028"/>
                </a:moveTo>
                <a:cubicBezTo>
                  <a:pt x="3301885" y="1220434"/>
                  <a:pt x="3301885" y="1220434"/>
                  <a:pt x="3301885" y="1220434"/>
                </a:cubicBezTo>
                <a:cubicBezTo>
                  <a:pt x="3297328" y="1215848"/>
                  <a:pt x="3286113" y="1215848"/>
                  <a:pt x="3277350" y="1215848"/>
                </a:cubicBezTo>
                <a:cubicBezTo>
                  <a:pt x="3279453" y="1204912"/>
                  <a:pt x="3295225" y="1209145"/>
                  <a:pt x="3303988" y="1207028"/>
                </a:cubicBezTo>
                <a:close/>
                <a:moveTo>
                  <a:pt x="4849736" y="1204912"/>
                </a:moveTo>
                <a:cubicBezTo>
                  <a:pt x="4878784" y="1220862"/>
                  <a:pt x="4845131" y="1241525"/>
                  <a:pt x="4840526" y="1250587"/>
                </a:cubicBezTo>
                <a:cubicBezTo>
                  <a:pt x="4836275" y="1232100"/>
                  <a:pt x="4851862" y="1220862"/>
                  <a:pt x="4849736" y="1204912"/>
                </a:cubicBezTo>
                <a:close/>
                <a:moveTo>
                  <a:pt x="6269334" y="1198562"/>
                </a:moveTo>
                <a:cubicBezTo>
                  <a:pt x="6275993" y="1198562"/>
                  <a:pt x="6275993" y="1205221"/>
                  <a:pt x="6269334" y="1207324"/>
                </a:cubicBezTo>
                <a:cubicBezTo>
                  <a:pt x="6273890" y="1209427"/>
                  <a:pt x="6275993" y="1213983"/>
                  <a:pt x="6280550" y="1213983"/>
                </a:cubicBezTo>
                <a:cubicBezTo>
                  <a:pt x="6278096" y="1220643"/>
                  <a:pt x="6271437" y="1222746"/>
                  <a:pt x="6260572" y="1225199"/>
                </a:cubicBezTo>
                <a:cubicBezTo>
                  <a:pt x="6253913" y="1209427"/>
                  <a:pt x="6271437" y="1209427"/>
                  <a:pt x="6269334" y="1198562"/>
                </a:cubicBezTo>
                <a:close/>
                <a:moveTo>
                  <a:pt x="6046537" y="1196101"/>
                </a:moveTo>
                <a:cubicBezTo>
                  <a:pt x="6037177" y="1207622"/>
                  <a:pt x="6057697" y="1214462"/>
                  <a:pt x="6037177" y="1219142"/>
                </a:cubicBezTo>
                <a:cubicBezTo>
                  <a:pt x="6050857" y="1237144"/>
                  <a:pt x="6064537" y="1193941"/>
                  <a:pt x="6046537" y="1196101"/>
                </a:cubicBezTo>
                <a:close/>
                <a:moveTo>
                  <a:pt x="5647091" y="1194941"/>
                </a:moveTo>
                <a:cubicBezTo>
                  <a:pt x="5647903" y="1193912"/>
                  <a:pt x="5648516" y="1194021"/>
                  <a:pt x="5649152" y="1196212"/>
                </a:cubicBezTo>
                <a:cubicBezTo>
                  <a:pt x="5637523" y="1207427"/>
                  <a:pt x="5658237" y="1202871"/>
                  <a:pt x="5649152" y="1214086"/>
                </a:cubicBezTo>
                <a:cubicBezTo>
                  <a:pt x="5642247" y="1211983"/>
                  <a:pt x="5635343" y="1214086"/>
                  <a:pt x="5628438" y="1209530"/>
                </a:cubicBezTo>
                <a:cubicBezTo>
                  <a:pt x="5640430" y="1211370"/>
                  <a:pt x="5644655" y="1198030"/>
                  <a:pt x="5647091" y="1194941"/>
                </a:cubicBezTo>
                <a:close/>
                <a:moveTo>
                  <a:pt x="2191138" y="1194347"/>
                </a:moveTo>
                <a:cubicBezTo>
                  <a:pt x="2184250" y="1207868"/>
                  <a:pt x="2161413" y="1198972"/>
                  <a:pt x="2152351" y="1212494"/>
                </a:cubicBezTo>
                <a:cubicBezTo>
                  <a:pt x="2145463" y="1192212"/>
                  <a:pt x="2177725" y="1201107"/>
                  <a:pt x="2191138" y="1194347"/>
                </a:cubicBezTo>
                <a:close/>
                <a:moveTo>
                  <a:pt x="6398016" y="1192212"/>
                </a:moveTo>
                <a:cubicBezTo>
                  <a:pt x="6398016" y="1215131"/>
                  <a:pt x="6398016" y="1215131"/>
                  <a:pt x="6398016" y="1215131"/>
                </a:cubicBezTo>
                <a:cubicBezTo>
                  <a:pt x="6393350" y="1212948"/>
                  <a:pt x="6389043" y="1210402"/>
                  <a:pt x="6382224" y="1212948"/>
                </a:cubicBezTo>
                <a:lnTo>
                  <a:pt x="6382224" y="1226773"/>
                </a:lnTo>
                <a:cubicBezTo>
                  <a:pt x="6357100" y="1226773"/>
                  <a:pt x="6386531" y="1194395"/>
                  <a:pt x="6398016" y="1192212"/>
                </a:cubicBezTo>
                <a:close/>
                <a:moveTo>
                  <a:pt x="5578696" y="1192212"/>
                </a:moveTo>
                <a:cubicBezTo>
                  <a:pt x="5589985" y="1196577"/>
                  <a:pt x="5583282" y="1212948"/>
                  <a:pt x="5578696" y="1226773"/>
                </a:cubicBezTo>
                <a:cubicBezTo>
                  <a:pt x="5558588" y="1226773"/>
                  <a:pt x="5576580" y="1203490"/>
                  <a:pt x="5578696" y="1192212"/>
                </a:cubicBezTo>
                <a:close/>
                <a:moveTo>
                  <a:pt x="4976345" y="1191925"/>
                </a:moveTo>
                <a:cubicBezTo>
                  <a:pt x="4977458" y="1196521"/>
                  <a:pt x="4969875" y="1215619"/>
                  <a:pt x="4965982" y="1234717"/>
                </a:cubicBezTo>
                <a:cubicBezTo>
                  <a:pt x="4947400" y="1232216"/>
                  <a:pt x="4970718" y="1218992"/>
                  <a:pt x="4952136" y="1214346"/>
                </a:cubicBezTo>
                <a:cubicBezTo>
                  <a:pt x="4961973" y="1202462"/>
                  <a:pt x="4968190" y="1195672"/>
                  <a:pt x="4971874" y="1192701"/>
                </a:cubicBezTo>
                <a:cubicBezTo>
                  <a:pt x="4974637" y="1190473"/>
                  <a:pt x="4975974" y="1190393"/>
                  <a:pt x="4976345" y="1191925"/>
                </a:cubicBezTo>
                <a:close/>
                <a:moveTo>
                  <a:pt x="6321198" y="1189037"/>
                </a:moveTo>
                <a:cubicBezTo>
                  <a:pt x="6335119" y="1207015"/>
                  <a:pt x="6337684" y="1238657"/>
                  <a:pt x="6337684" y="1272815"/>
                </a:cubicBezTo>
                <a:cubicBezTo>
                  <a:pt x="6325961" y="1248005"/>
                  <a:pt x="6319000" y="1225353"/>
                  <a:pt x="6321198" y="1189037"/>
                </a:cubicBezTo>
                <a:close/>
                <a:moveTo>
                  <a:pt x="3495273" y="1181021"/>
                </a:moveTo>
                <a:cubicBezTo>
                  <a:pt x="3498667" y="1182756"/>
                  <a:pt x="3502650" y="1185068"/>
                  <a:pt x="3507176" y="1184001"/>
                </a:cubicBezTo>
                <a:cubicBezTo>
                  <a:pt x="3498124" y="1195031"/>
                  <a:pt x="3493418" y="1186136"/>
                  <a:pt x="3486900" y="1181510"/>
                </a:cubicBezTo>
                <a:cubicBezTo>
                  <a:pt x="3489073" y="1178130"/>
                  <a:pt x="3491879" y="1179286"/>
                  <a:pt x="3495273" y="1181021"/>
                </a:cubicBezTo>
                <a:close/>
                <a:moveTo>
                  <a:pt x="3597657" y="1177894"/>
                </a:moveTo>
                <a:cubicBezTo>
                  <a:pt x="3602075" y="1179634"/>
                  <a:pt x="3606819" y="1183115"/>
                  <a:pt x="3610353" y="1185496"/>
                </a:cubicBezTo>
                <a:cubicBezTo>
                  <a:pt x="3605516" y="1190258"/>
                  <a:pt x="3593610" y="1180733"/>
                  <a:pt x="3586913" y="1180733"/>
                </a:cubicBezTo>
                <a:cubicBezTo>
                  <a:pt x="3589146" y="1176154"/>
                  <a:pt x="3593238" y="1176154"/>
                  <a:pt x="3597657" y="1177894"/>
                </a:cubicBezTo>
                <a:close/>
                <a:moveTo>
                  <a:pt x="5648926" y="1168400"/>
                </a:moveTo>
                <a:lnTo>
                  <a:pt x="5658228" y="1179848"/>
                </a:lnTo>
                <a:cubicBezTo>
                  <a:pt x="5651159" y="1186645"/>
                  <a:pt x="5641857" y="1193442"/>
                  <a:pt x="5634788" y="1184498"/>
                </a:cubicBezTo>
                <a:cubicBezTo>
                  <a:pt x="5644090" y="1179848"/>
                  <a:pt x="5637020" y="1173050"/>
                  <a:pt x="5648926" y="1168400"/>
                </a:cubicBezTo>
                <a:close/>
                <a:moveTo>
                  <a:pt x="3531042" y="1168091"/>
                </a:moveTo>
                <a:cubicBezTo>
                  <a:pt x="3533820" y="1168664"/>
                  <a:pt x="3536642" y="1170340"/>
                  <a:pt x="3538935" y="1170340"/>
                </a:cubicBezTo>
                <a:cubicBezTo>
                  <a:pt x="3536466" y="1179159"/>
                  <a:pt x="3527647" y="1177042"/>
                  <a:pt x="3523413" y="1172456"/>
                </a:cubicBezTo>
                <a:cubicBezTo>
                  <a:pt x="3525530" y="1168047"/>
                  <a:pt x="3528264" y="1167517"/>
                  <a:pt x="3531042" y="1168091"/>
                </a:cubicBezTo>
                <a:close/>
                <a:moveTo>
                  <a:pt x="2156282" y="1167933"/>
                </a:moveTo>
                <a:cubicBezTo>
                  <a:pt x="2162323" y="1167119"/>
                  <a:pt x="2168138" y="1170015"/>
                  <a:pt x="2170500" y="1177980"/>
                </a:cubicBezTo>
                <a:cubicBezTo>
                  <a:pt x="2163595" y="1173273"/>
                  <a:pt x="2149785" y="1182325"/>
                  <a:pt x="2140700" y="1180152"/>
                </a:cubicBezTo>
                <a:cubicBezTo>
                  <a:pt x="2143971" y="1173273"/>
                  <a:pt x="2150240" y="1168748"/>
                  <a:pt x="2156282" y="1167933"/>
                </a:cubicBezTo>
                <a:close/>
                <a:moveTo>
                  <a:pt x="2543562" y="1164166"/>
                </a:moveTo>
                <a:cubicBezTo>
                  <a:pt x="2541381" y="1172986"/>
                  <a:pt x="2527572" y="1175103"/>
                  <a:pt x="2513763" y="1177572"/>
                </a:cubicBezTo>
                <a:cubicBezTo>
                  <a:pt x="2525029" y="1170869"/>
                  <a:pt x="2529753" y="1162050"/>
                  <a:pt x="2543562" y="1164166"/>
                </a:cubicBezTo>
                <a:close/>
                <a:moveTo>
                  <a:pt x="3395803" y="1161479"/>
                </a:moveTo>
                <a:cubicBezTo>
                  <a:pt x="3407159" y="1158875"/>
                  <a:pt x="3404961" y="1168176"/>
                  <a:pt x="3416684" y="1165944"/>
                </a:cubicBezTo>
                <a:cubicBezTo>
                  <a:pt x="3411922" y="1182315"/>
                  <a:pt x="3404961" y="1163712"/>
                  <a:pt x="3393238" y="1173013"/>
                </a:cubicBezTo>
                <a:cubicBezTo>
                  <a:pt x="3395803" y="1161479"/>
                  <a:pt x="3395803" y="1161479"/>
                  <a:pt x="3395803" y="1161479"/>
                </a:cubicBezTo>
                <a:close/>
                <a:moveTo>
                  <a:pt x="4922103" y="1158875"/>
                </a:moveTo>
                <a:cubicBezTo>
                  <a:pt x="4937525" y="1165672"/>
                  <a:pt x="4930865" y="1179266"/>
                  <a:pt x="4924206" y="1183917"/>
                </a:cubicBezTo>
                <a:cubicBezTo>
                  <a:pt x="4910888" y="1174616"/>
                  <a:pt x="4930865" y="1170323"/>
                  <a:pt x="4922103" y="1158875"/>
                </a:cubicBezTo>
                <a:close/>
                <a:moveTo>
                  <a:pt x="3490747" y="1158089"/>
                </a:moveTo>
                <a:cubicBezTo>
                  <a:pt x="3493037" y="1156993"/>
                  <a:pt x="3494777" y="1158133"/>
                  <a:pt x="3496059" y="1163740"/>
                </a:cubicBezTo>
                <a:cubicBezTo>
                  <a:pt x="3489099" y="1165843"/>
                  <a:pt x="3482138" y="1179161"/>
                  <a:pt x="3482138" y="1165843"/>
                </a:cubicBezTo>
                <a:cubicBezTo>
                  <a:pt x="3485619" y="1162514"/>
                  <a:pt x="3488458" y="1159184"/>
                  <a:pt x="3490747" y="1158089"/>
                </a:cubicBezTo>
                <a:close/>
                <a:moveTo>
                  <a:pt x="6411121" y="1155700"/>
                </a:moveTo>
                <a:cubicBezTo>
                  <a:pt x="6440875" y="1175728"/>
                  <a:pt x="6411121" y="1219005"/>
                  <a:pt x="6433981" y="1245829"/>
                </a:cubicBezTo>
                <a:cubicBezTo>
                  <a:pt x="6390438" y="1232238"/>
                  <a:pt x="6427087" y="1191823"/>
                  <a:pt x="6411121" y="1155700"/>
                </a:cubicBezTo>
                <a:close/>
                <a:moveTo>
                  <a:pt x="4981112" y="1155700"/>
                </a:moveTo>
                <a:cubicBezTo>
                  <a:pt x="4994668" y="1164771"/>
                  <a:pt x="4990387" y="1166948"/>
                  <a:pt x="4983609" y="1180737"/>
                </a:cubicBezTo>
                <a:cubicBezTo>
                  <a:pt x="4963275" y="1178560"/>
                  <a:pt x="4981112" y="1162594"/>
                  <a:pt x="4981112" y="1155700"/>
                </a:cubicBezTo>
                <a:close/>
                <a:moveTo>
                  <a:pt x="5592544" y="1152525"/>
                </a:moveTo>
                <a:cubicBezTo>
                  <a:pt x="5605863" y="1152525"/>
                  <a:pt x="5590441" y="1179161"/>
                  <a:pt x="5579225" y="1172502"/>
                </a:cubicBezTo>
                <a:cubicBezTo>
                  <a:pt x="5581678" y="1161637"/>
                  <a:pt x="5590441" y="1161637"/>
                  <a:pt x="5592544" y="1152525"/>
                </a:cubicBezTo>
                <a:close/>
                <a:moveTo>
                  <a:pt x="5167938" y="1150937"/>
                </a:moveTo>
                <a:cubicBezTo>
                  <a:pt x="5174740" y="1150937"/>
                  <a:pt x="5179393" y="1155616"/>
                  <a:pt x="5186194" y="1159936"/>
                </a:cubicBezTo>
                <a:cubicBezTo>
                  <a:pt x="5179393" y="1166775"/>
                  <a:pt x="5177245" y="1171454"/>
                  <a:pt x="5184047" y="1178294"/>
                </a:cubicBezTo>
                <a:cubicBezTo>
                  <a:pt x="5179393" y="1180453"/>
                  <a:pt x="5177245" y="1180453"/>
                  <a:pt x="5172592" y="1180453"/>
                </a:cubicBezTo>
                <a:cubicBezTo>
                  <a:pt x="5179393" y="1189812"/>
                  <a:pt x="5172592" y="1194132"/>
                  <a:pt x="5188342" y="1194132"/>
                </a:cubicBezTo>
                <a:cubicBezTo>
                  <a:pt x="5174740" y="1200971"/>
                  <a:pt x="5177245" y="1207810"/>
                  <a:pt x="5177245" y="1212490"/>
                </a:cubicBezTo>
                <a:cubicBezTo>
                  <a:pt x="5170444" y="1200971"/>
                  <a:pt x="5174740" y="1187293"/>
                  <a:pt x="5152188" y="1187293"/>
                </a:cubicBezTo>
                <a:cubicBezTo>
                  <a:pt x="5158989" y="1178294"/>
                  <a:pt x="5163643" y="1171454"/>
                  <a:pt x="5174740" y="1168935"/>
                </a:cubicBezTo>
                <a:cubicBezTo>
                  <a:pt x="5172592" y="1164615"/>
                  <a:pt x="5156841" y="1159936"/>
                  <a:pt x="5163643" y="1155616"/>
                </a:cubicBezTo>
                <a:cubicBezTo>
                  <a:pt x="5170444" y="1159936"/>
                  <a:pt x="5165791" y="1153097"/>
                  <a:pt x="5167938" y="1150937"/>
                </a:cubicBezTo>
                <a:close/>
                <a:moveTo>
                  <a:pt x="4880353" y="1150937"/>
                </a:moveTo>
                <a:cubicBezTo>
                  <a:pt x="4880353" y="1175995"/>
                  <a:pt x="4873284" y="1194516"/>
                  <a:pt x="4861378" y="1206137"/>
                </a:cubicBezTo>
                <a:cubicBezTo>
                  <a:pt x="4856913" y="1187616"/>
                  <a:pt x="4866215" y="1166916"/>
                  <a:pt x="4880353" y="1150937"/>
                </a:cubicBezTo>
                <a:close/>
                <a:moveTo>
                  <a:pt x="4506785" y="1149963"/>
                </a:moveTo>
                <a:cubicBezTo>
                  <a:pt x="4509320" y="1148869"/>
                  <a:pt x="4514389" y="1149374"/>
                  <a:pt x="4520001" y="1152573"/>
                </a:cubicBezTo>
                <a:cubicBezTo>
                  <a:pt x="4517829" y="1156950"/>
                  <a:pt x="4510949" y="1152573"/>
                  <a:pt x="4508777" y="1156950"/>
                </a:cubicBezTo>
                <a:cubicBezTo>
                  <a:pt x="4504251" y="1153751"/>
                  <a:pt x="4504251" y="1151057"/>
                  <a:pt x="4506785" y="1149963"/>
                </a:cubicBezTo>
                <a:close/>
                <a:moveTo>
                  <a:pt x="6053377" y="1146057"/>
                </a:moveTo>
                <a:cubicBezTo>
                  <a:pt x="6041857" y="1152898"/>
                  <a:pt x="6048697" y="1159738"/>
                  <a:pt x="6055537" y="1168739"/>
                </a:cubicBezTo>
                <a:cubicBezTo>
                  <a:pt x="6062377" y="1164419"/>
                  <a:pt x="6059857" y="1159738"/>
                  <a:pt x="6064537" y="1155418"/>
                </a:cubicBezTo>
                <a:cubicBezTo>
                  <a:pt x="6062377" y="1146057"/>
                  <a:pt x="6057697" y="1148578"/>
                  <a:pt x="6053377" y="1146057"/>
                </a:cubicBezTo>
                <a:close/>
                <a:moveTo>
                  <a:pt x="3348245" y="1143707"/>
                </a:moveTo>
                <a:cubicBezTo>
                  <a:pt x="3352664" y="1143190"/>
                  <a:pt x="3358524" y="1144311"/>
                  <a:pt x="3364291" y="1144311"/>
                </a:cubicBezTo>
                <a:cubicBezTo>
                  <a:pt x="3364291" y="1148798"/>
                  <a:pt x="3359826" y="1146382"/>
                  <a:pt x="3354989" y="1146382"/>
                </a:cubicBezTo>
                <a:cubicBezTo>
                  <a:pt x="3352757" y="1148798"/>
                  <a:pt x="3352757" y="1150868"/>
                  <a:pt x="3354989" y="1150868"/>
                </a:cubicBezTo>
                <a:cubicBezTo>
                  <a:pt x="3352757" y="1155355"/>
                  <a:pt x="3345687" y="1152939"/>
                  <a:pt x="3340850" y="1152939"/>
                </a:cubicBezTo>
                <a:cubicBezTo>
                  <a:pt x="3340850" y="1146382"/>
                  <a:pt x="3343827" y="1144225"/>
                  <a:pt x="3348245" y="1143707"/>
                </a:cubicBezTo>
                <a:close/>
                <a:moveTo>
                  <a:pt x="3476398" y="1143000"/>
                </a:moveTo>
                <a:cubicBezTo>
                  <a:pt x="3481161" y="1143000"/>
                  <a:pt x="3478596" y="1147586"/>
                  <a:pt x="3483359" y="1147586"/>
                </a:cubicBezTo>
                <a:cubicBezTo>
                  <a:pt x="3481161" y="1158522"/>
                  <a:pt x="3481161" y="1158522"/>
                  <a:pt x="3481161" y="1158522"/>
                </a:cubicBezTo>
                <a:cubicBezTo>
                  <a:pt x="3478596" y="1154289"/>
                  <a:pt x="3474200" y="1154289"/>
                  <a:pt x="3476398" y="1143000"/>
                </a:cubicBezTo>
                <a:close/>
                <a:moveTo>
                  <a:pt x="2628824" y="1143000"/>
                </a:moveTo>
                <a:cubicBezTo>
                  <a:pt x="2628824" y="1147625"/>
                  <a:pt x="2630977" y="1149760"/>
                  <a:pt x="2635641" y="1149760"/>
                </a:cubicBezTo>
                <a:cubicBezTo>
                  <a:pt x="2619854" y="1163281"/>
                  <a:pt x="2601554" y="1158655"/>
                  <a:pt x="2583613" y="1154386"/>
                </a:cubicBezTo>
                <a:cubicBezTo>
                  <a:pt x="2594737" y="1143000"/>
                  <a:pt x="2613036" y="1151895"/>
                  <a:pt x="2628824" y="1143000"/>
                </a:cubicBezTo>
                <a:close/>
                <a:moveTo>
                  <a:pt x="3053845" y="1135255"/>
                </a:moveTo>
                <a:cubicBezTo>
                  <a:pt x="3049036" y="1136421"/>
                  <a:pt x="3045080" y="1138754"/>
                  <a:pt x="3042743" y="1142162"/>
                </a:cubicBezTo>
                <a:cubicBezTo>
                  <a:pt x="3049575" y="1148980"/>
                  <a:pt x="3072230" y="1146468"/>
                  <a:pt x="3070072" y="1135345"/>
                </a:cubicBezTo>
                <a:cubicBezTo>
                  <a:pt x="3064319" y="1134089"/>
                  <a:pt x="3058655" y="1134089"/>
                  <a:pt x="3053845" y="1135255"/>
                </a:cubicBezTo>
                <a:close/>
                <a:moveTo>
                  <a:pt x="3149822" y="1135062"/>
                </a:moveTo>
                <a:cubicBezTo>
                  <a:pt x="3158994" y="1135062"/>
                  <a:pt x="3158994" y="1135062"/>
                  <a:pt x="3158994" y="1135062"/>
                </a:cubicBezTo>
                <a:cubicBezTo>
                  <a:pt x="3156524" y="1139332"/>
                  <a:pt x="3158994" y="1139332"/>
                  <a:pt x="3161110" y="1139332"/>
                </a:cubicBezTo>
                <a:cubicBezTo>
                  <a:pt x="3152291" y="1143957"/>
                  <a:pt x="3143119" y="1152853"/>
                  <a:pt x="3129713" y="1155344"/>
                </a:cubicBezTo>
                <a:cubicBezTo>
                  <a:pt x="3129713" y="1141822"/>
                  <a:pt x="3147705" y="1150718"/>
                  <a:pt x="3149822" y="1135062"/>
                </a:cubicBezTo>
                <a:close/>
                <a:moveTo>
                  <a:pt x="4822577" y="1131887"/>
                </a:moveTo>
                <a:cubicBezTo>
                  <a:pt x="4827294" y="1134451"/>
                  <a:pt x="4829471" y="1134451"/>
                  <a:pt x="4829471" y="1131887"/>
                </a:cubicBezTo>
                <a:cubicBezTo>
                  <a:pt x="4834189" y="1134451"/>
                  <a:pt x="4834189" y="1138848"/>
                  <a:pt x="4836366" y="1136649"/>
                </a:cubicBezTo>
                <a:cubicBezTo>
                  <a:pt x="4845437" y="1143610"/>
                  <a:pt x="4829471" y="1145808"/>
                  <a:pt x="4822577" y="1141412"/>
                </a:cubicBezTo>
                <a:cubicBezTo>
                  <a:pt x="4820400" y="1138848"/>
                  <a:pt x="4820400" y="1134451"/>
                  <a:pt x="4822577" y="1131887"/>
                </a:cubicBezTo>
                <a:close/>
                <a:moveTo>
                  <a:pt x="2792281" y="1131887"/>
                </a:moveTo>
                <a:cubicBezTo>
                  <a:pt x="2794397" y="1147659"/>
                  <a:pt x="2794397" y="1147659"/>
                  <a:pt x="2794397" y="1147659"/>
                </a:cubicBezTo>
                <a:cubicBezTo>
                  <a:pt x="2794397" y="1136443"/>
                  <a:pt x="2765470" y="1134340"/>
                  <a:pt x="2778875" y="1145206"/>
                </a:cubicBezTo>
                <a:cubicBezTo>
                  <a:pt x="2774289" y="1158524"/>
                  <a:pt x="2767939" y="1138546"/>
                  <a:pt x="2756650" y="1143103"/>
                </a:cubicBezTo>
                <a:cubicBezTo>
                  <a:pt x="2763353" y="1136443"/>
                  <a:pt x="2776759" y="1131887"/>
                  <a:pt x="2792281" y="1131887"/>
                </a:cubicBezTo>
                <a:close/>
                <a:moveTo>
                  <a:pt x="5039067" y="1131590"/>
                </a:moveTo>
                <a:cubicBezTo>
                  <a:pt x="5050679" y="1127125"/>
                  <a:pt x="5059750" y="1138659"/>
                  <a:pt x="5055033" y="1150565"/>
                </a:cubicBezTo>
                <a:cubicBezTo>
                  <a:pt x="5043784" y="1148332"/>
                  <a:pt x="5034713" y="1143496"/>
                  <a:pt x="5039067" y="1131590"/>
                </a:cubicBezTo>
                <a:close/>
                <a:moveTo>
                  <a:pt x="4773047" y="1130684"/>
                </a:moveTo>
                <a:cubicBezTo>
                  <a:pt x="4775207" y="1137523"/>
                  <a:pt x="4773047" y="1142202"/>
                  <a:pt x="4784208" y="1149041"/>
                </a:cubicBezTo>
                <a:cubicBezTo>
                  <a:pt x="4786728" y="1142202"/>
                  <a:pt x="4788889" y="1137523"/>
                  <a:pt x="4782048" y="1132844"/>
                </a:cubicBezTo>
                <a:cubicBezTo>
                  <a:pt x="4779887" y="1132844"/>
                  <a:pt x="4777367" y="1132844"/>
                  <a:pt x="4773047" y="1130684"/>
                </a:cubicBezTo>
                <a:close/>
                <a:moveTo>
                  <a:pt x="5181721" y="1127125"/>
                </a:moveTo>
                <a:cubicBezTo>
                  <a:pt x="5193107" y="1134194"/>
                  <a:pt x="5186346" y="1143496"/>
                  <a:pt x="5184211" y="1150565"/>
                </a:cubicBezTo>
                <a:cubicBezTo>
                  <a:pt x="5186346" y="1143496"/>
                  <a:pt x="5172825" y="1136426"/>
                  <a:pt x="5181721" y="1127125"/>
                </a:cubicBezTo>
                <a:close/>
                <a:moveTo>
                  <a:pt x="5529899" y="1124913"/>
                </a:moveTo>
                <a:cubicBezTo>
                  <a:pt x="5532235" y="1124092"/>
                  <a:pt x="5534775" y="1124247"/>
                  <a:pt x="5537587" y="1125934"/>
                </a:cubicBezTo>
                <a:cubicBezTo>
                  <a:pt x="5523799" y="1130195"/>
                  <a:pt x="5521621" y="1145820"/>
                  <a:pt x="5512550" y="1143689"/>
                </a:cubicBezTo>
                <a:cubicBezTo>
                  <a:pt x="5517720" y="1138629"/>
                  <a:pt x="5522892" y="1127377"/>
                  <a:pt x="5529899" y="1124913"/>
                </a:cubicBezTo>
                <a:close/>
                <a:moveTo>
                  <a:pt x="5982674" y="1123950"/>
                </a:moveTo>
                <a:cubicBezTo>
                  <a:pt x="5991617" y="1135239"/>
                  <a:pt x="5971226" y="1144058"/>
                  <a:pt x="5973372" y="1155347"/>
                </a:cubicBezTo>
                <a:cubicBezTo>
                  <a:pt x="5966575" y="1144058"/>
                  <a:pt x="5969079" y="1135239"/>
                  <a:pt x="5982674" y="1123950"/>
                </a:cubicBezTo>
                <a:close/>
                <a:moveTo>
                  <a:pt x="3226186" y="1116012"/>
                </a:moveTo>
                <a:cubicBezTo>
                  <a:pt x="3212350" y="1120598"/>
                  <a:pt x="3200699" y="1127301"/>
                  <a:pt x="3186863" y="1131534"/>
                </a:cubicBezTo>
                <a:cubicBezTo>
                  <a:pt x="3193781" y="1118481"/>
                  <a:pt x="3207617" y="1116012"/>
                  <a:pt x="3226186" y="1116012"/>
                </a:cubicBezTo>
                <a:close/>
                <a:moveTo>
                  <a:pt x="3145229" y="1108075"/>
                </a:moveTo>
                <a:cubicBezTo>
                  <a:pt x="3140554" y="1126374"/>
                  <a:pt x="3115382" y="1108075"/>
                  <a:pt x="3111067" y="1114892"/>
                </a:cubicBezTo>
                <a:cubicBezTo>
                  <a:pt x="3111067" y="1126374"/>
                  <a:pt x="3122214" y="1123863"/>
                  <a:pt x="3133721" y="1123863"/>
                </a:cubicBezTo>
                <a:cubicBezTo>
                  <a:pt x="3129047" y="1126374"/>
                  <a:pt x="3126889" y="1135345"/>
                  <a:pt x="3131564" y="1135345"/>
                </a:cubicBezTo>
                <a:cubicBezTo>
                  <a:pt x="3113224" y="1151133"/>
                  <a:pt x="3101717" y="1123863"/>
                  <a:pt x="3074747" y="1135345"/>
                </a:cubicBezTo>
                <a:cubicBezTo>
                  <a:pt x="3088412" y="1139650"/>
                  <a:pt x="3090569" y="1148980"/>
                  <a:pt x="3115382" y="1151133"/>
                </a:cubicBezTo>
                <a:cubicBezTo>
                  <a:pt x="3099559" y="1155797"/>
                  <a:pt x="3083737" y="1155797"/>
                  <a:pt x="3070072" y="1155797"/>
                </a:cubicBezTo>
                <a:cubicBezTo>
                  <a:pt x="3051733" y="1153285"/>
                  <a:pt x="3033753" y="1151133"/>
                  <a:pt x="3015413" y="1144315"/>
                </a:cubicBezTo>
                <a:cubicBezTo>
                  <a:pt x="3035910" y="1160103"/>
                  <a:pt x="3001748" y="1142162"/>
                  <a:pt x="2992758" y="1153285"/>
                </a:cubicBezTo>
                <a:cubicBezTo>
                  <a:pt x="2983768" y="1148980"/>
                  <a:pt x="3004265" y="1146468"/>
                  <a:pt x="2988443" y="1139650"/>
                </a:cubicBezTo>
                <a:cubicBezTo>
                  <a:pt x="2983768" y="1144315"/>
                  <a:pt x="2979093" y="1148980"/>
                  <a:pt x="2974778" y="1153285"/>
                </a:cubicBezTo>
                <a:cubicBezTo>
                  <a:pt x="2954281" y="1137498"/>
                  <a:pt x="2922277" y="1146468"/>
                  <a:pt x="2895307" y="1148980"/>
                </a:cubicBezTo>
                <a:cubicBezTo>
                  <a:pt x="2908612" y="1119557"/>
                  <a:pt x="2958596" y="1139650"/>
                  <a:pt x="2974778" y="1130680"/>
                </a:cubicBezTo>
                <a:cubicBezTo>
                  <a:pt x="2961113" y="1108075"/>
                  <a:pt x="2911129" y="1135345"/>
                  <a:pt x="2881642" y="1121710"/>
                </a:cubicBezTo>
                <a:cubicBezTo>
                  <a:pt x="2863302" y="1126374"/>
                  <a:pt x="2883799" y="1137498"/>
                  <a:pt x="2872292" y="1146468"/>
                </a:cubicBezTo>
                <a:cubicBezTo>
                  <a:pt x="2858627" y="1142162"/>
                  <a:pt x="2838130" y="1135345"/>
                  <a:pt x="2831657" y="1148980"/>
                </a:cubicBezTo>
                <a:cubicBezTo>
                  <a:pt x="2820150" y="1142162"/>
                  <a:pt x="2847480" y="1132833"/>
                  <a:pt x="2863302" y="1135345"/>
                </a:cubicBezTo>
                <a:cubicBezTo>
                  <a:pt x="2863302" y="1130680"/>
                  <a:pt x="2858627" y="1132833"/>
                  <a:pt x="2854312" y="1130680"/>
                </a:cubicBezTo>
                <a:cubicBezTo>
                  <a:pt x="2854312" y="1128527"/>
                  <a:pt x="2858627" y="1128527"/>
                  <a:pt x="2863302" y="1126374"/>
                </a:cubicBezTo>
                <a:cubicBezTo>
                  <a:pt x="2856470" y="1121710"/>
                  <a:pt x="2842805" y="1121710"/>
                  <a:pt x="2835973" y="1117045"/>
                </a:cubicBezTo>
                <a:cubicBezTo>
                  <a:pt x="2892789" y="1114892"/>
                  <a:pt x="2944931" y="1112739"/>
                  <a:pt x="2997433" y="1112739"/>
                </a:cubicBezTo>
                <a:cubicBezTo>
                  <a:pt x="3044900" y="1110228"/>
                  <a:pt x="3092727" y="1110228"/>
                  <a:pt x="3145229" y="1108075"/>
                </a:cubicBezTo>
                <a:close/>
                <a:moveTo>
                  <a:pt x="5559803" y="1091537"/>
                </a:moveTo>
                <a:cubicBezTo>
                  <a:pt x="5552734" y="1102663"/>
                  <a:pt x="5545665" y="1114149"/>
                  <a:pt x="5543432" y="1129941"/>
                </a:cubicBezTo>
                <a:cubicBezTo>
                  <a:pt x="5538595" y="1116302"/>
                  <a:pt x="5536363" y="1089025"/>
                  <a:pt x="5559803" y="1091537"/>
                </a:cubicBezTo>
                <a:close/>
                <a:moveTo>
                  <a:pt x="5163324" y="1087437"/>
                </a:moveTo>
                <a:cubicBezTo>
                  <a:pt x="5183583" y="1092154"/>
                  <a:pt x="5156571" y="1121908"/>
                  <a:pt x="5156571" y="1137874"/>
                </a:cubicBezTo>
                <a:cubicBezTo>
                  <a:pt x="5136313" y="1124085"/>
                  <a:pt x="5170077" y="1101225"/>
                  <a:pt x="5163324" y="1087437"/>
                </a:cubicBezTo>
                <a:close/>
                <a:moveTo>
                  <a:pt x="5920166" y="1070803"/>
                </a:moveTo>
                <a:cubicBezTo>
                  <a:pt x="5915329" y="1074944"/>
                  <a:pt x="5917933" y="1079430"/>
                  <a:pt x="5915329" y="1083917"/>
                </a:cubicBezTo>
                <a:cubicBezTo>
                  <a:pt x="5908259" y="1079430"/>
                  <a:pt x="5901190" y="1083917"/>
                  <a:pt x="5896725" y="1077360"/>
                </a:cubicBezTo>
                <a:cubicBezTo>
                  <a:pt x="5903794" y="1070803"/>
                  <a:pt x="5913096" y="1068387"/>
                  <a:pt x="5920166" y="1070803"/>
                </a:cubicBezTo>
                <a:close/>
                <a:moveTo>
                  <a:pt x="5197709" y="1068387"/>
                </a:moveTo>
                <a:lnTo>
                  <a:pt x="5208975" y="1077360"/>
                </a:lnTo>
                <a:cubicBezTo>
                  <a:pt x="5199889" y="1081501"/>
                  <a:pt x="5188260" y="1083917"/>
                  <a:pt x="5179175" y="1081501"/>
                </a:cubicBezTo>
                <a:cubicBezTo>
                  <a:pt x="5188260" y="1077360"/>
                  <a:pt x="5197709" y="1077360"/>
                  <a:pt x="5197709" y="1068387"/>
                </a:cubicBezTo>
                <a:close/>
                <a:moveTo>
                  <a:pt x="5130890" y="1066800"/>
                </a:moveTo>
                <a:cubicBezTo>
                  <a:pt x="5137550" y="1075895"/>
                  <a:pt x="5130890" y="1089719"/>
                  <a:pt x="5130890" y="1101361"/>
                </a:cubicBezTo>
                <a:cubicBezTo>
                  <a:pt x="5110913" y="1099178"/>
                  <a:pt x="5130890" y="1078441"/>
                  <a:pt x="5130890" y="1066800"/>
                </a:cubicBezTo>
                <a:close/>
                <a:moveTo>
                  <a:pt x="5481583" y="1063625"/>
                </a:moveTo>
                <a:cubicBezTo>
                  <a:pt x="5488380" y="1072696"/>
                  <a:pt x="5483730" y="1079590"/>
                  <a:pt x="5479079" y="1088662"/>
                </a:cubicBezTo>
                <a:cubicBezTo>
                  <a:pt x="5463338" y="1079590"/>
                  <a:pt x="5479079" y="1072696"/>
                  <a:pt x="5481583" y="1063625"/>
                </a:cubicBezTo>
                <a:close/>
                <a:moveTo>
                  <a:pt x="5043167" y="1057275"/>
                </a:moveTo>
                <a:cubicBezTo>
                  <a:pt x="5061337" y="1064094"/>
                  <a:pt x="5031538" y="1075220"/>
                  <a:pt x="5052252" y="1077733"/>
                </a:cubicBezTo>
                <a:cubicBezTo>
                  <a:pt x="5045347" y="1098191"/>
                  <a:pt x="5045347" y="1098191"/>
                  <a:pt x="5045347" y="1098191"/>
                </a:cubicBezTo>
                <a:cubicBezTo>
                  <a:pt x="5036262" y="1084552"/>
                  <a:pt x="5034082" y="1070913"/>
                  <a:pt x="5043167" y="1057275"/>
                </a:cubicBezTo>
                <a:close/>
                <a:moveTo>
                  <a:pt x="4815275" y="1057241"/>
                </a:moveTo>
                <a:cubicBezTo>
                  <a:pt x="4796741" y="1059424"/>
                  <a:pt x="4801465" y="1073248"/>
                  <a:pt x="4796741" y="1087073"/>
                </a:cubicBezTo>
                <a:cubicBezTo>
                  <a:pt x="4787655" y="1075431"/>
                  <a:pt x="4785475" y="1052512"/>
                  <a:pt x="4815275" y="1057241"/>
                </a:cubicBezTo>
                <a:close/>
                <a:moveTo>
                  <a:pt x="4497762" y="1055780"/>
                </a:moveTo>
                <a:cubicBezTo>
                  <a:pt x="4501973" y="1055246"/>
                  <a:pt x="4507303" y="1056216"/>
                  <a:pt x="4513645" y="1059567"/>
                </a:cubicBezTo>
                <a:cubicBezTo>
                  <a:pt x="4502249" y="1059567"/>
                  <a:pt x="4495264" y="1066270"/>
                  <a:pt x="4493058" y="1077559"/>
                </a:cubicBezTo>
                <a:cubicBezTo>
                  <a:pt x="4482580" y="1072532"/>
                  <a:pt x="4485131" y="1057385"/>
                  <a:pt x="4497762" y="1055780"/>
                </a:cubicBezTo>
                <a:close/>
                <a:moveTo>
                  <a:pt x="5900828" y="1042987"/>
                </a:moveTo>
                <a:cubicBezTo>
                  <a:pt x="5907488" y="1049881"/>
                  <a:pt x="5898725" y="1058952"/>
                  <a:pt x="5894169" y="1068024"/>
                </a:cubicBezTo>
                <a:cubicBezTo>
                  <a:pt x="5880850" y="1058952"/>
                  <a:pt x="5894169" y="1049881"/>
                  <a:pt x="5900828" y="1042987"/>
                </a:cubicBezTo>
                <a:close/>
                <a:moveTo>
                  <a:pt x="5620615" y="1042987"/>
                </a:moveTo>
                <a:cubicBezTo>
                  <a:pt x="5631881" y="1052072"/>
                  <a:pt x="5634425" y="1056796"/>
                  <a:pt x="5622795" y="1070606"/>
                </a:cubicBezTo>
                <a:cubicBezTo>
                  <a:pt x="5604625" y="1072786"/>
                  <a:pt x="5620615" y="1054616"/>
                  <a:pt x="5620615" y="1042987"/>
                </a:cubicBezTo>
                <a:close/>
                <a:moveTo>
                  <a:pt x="4965582" y="1041074"/>
                </a:moveTo>
                <a:cubicBezTo>
                  <a:pt x="4968426" y="1039292"/>
                  <a:pt x="4972363" y="1038782"/>
                  <a:pt x="4978189" y="1041085"/>
                </a:cubicBezTo>
                <a:cubicBezTo>
                  <a:pt x="4980374" y="1067652"/>
                  <a:pt x="4950517" y="1058796"/>
                  <a:pt x="4954886" y="1074383"/>
                </a:cubicBezTo>
                <a:cubicBezTo>
                  <a:pt x="4941050" y="1072257"/>
                  <a:pt x="4941050" y="1072257"/>
                  <a:pt x="4941050" y="1072257"/>
                </a:cubicBezTo>
                <a:cubicBezTo>
                  <a:pt x="4947968" y="1049941"/>
                  <a:pt x="4947968" y="1049941"/>
                  <a:pt x="4947968" y="1049941"/>
                </a:cubicBezTo>
                <a:cubicBezTo>
                  <a:pt x="4958345" y="1063224"/>
                  <a:pt x="4957048" y="1046420"/>
                  <a:pt x="4965582" y="1041074"/>
                </a:cubicBezTo>
                <a:close/>
                <a:moveTo>
                  <a:pt x="5920959" y="1038772"/>
                </a:moveTo>
                <a:cubicBezTo>
                  <a:pt x="5916494" y="1045532"/>
                  <a:pt x="5932866" y="1052293"/>
                  <a:pt x="5916494" y="1056919"/>
                </a:cubicBezTo>
                <a:cubicBezTo>
                  <a:pt x="5909425" y="1052293"/>
                  <a:pt x="5911657" y="1036637"/>
                  <a:pt x="5920959" y="1038772"/>
                </a:cubicBezTo>
                <a:close/>
                <a:moveTo>
                  <a:pt x="5207601" y="1038225"/>
                </a:moveTo>
                <a:cubicBezTo>
                  <a:pt x="5216903" y="1044985"/>
                  <a:pt x="5216903" y="1051746"/>
                  <a:pt x="5204997" y="1058506"/>
                </a:cubicBezTo>
                <a:cubicBezTo>
                  <a:pt x="5198300" y="1056371"/>
                  <a:pt x="5204997" y="1051746"/>
                  <a:pt x="5193463" y="1047476"/>
                </a:cubicBezTo>
                <a:cubicBezTo>
                  <a:pt x="5198300" y="1044985"/>
                  <a:pt x="5202765" y="1040715"/>
                  <a:pt x="5207601" y="1038225"/>
                </a:cubicBezTo>
                <a:close/>
                <a:moveTo>
                  <a:pt x="4805936" y="1031875"/>
                </a:moveTo>
                <a:cubicBezTo>
                  <a:pt x="4808053" y="1036637"/>
                  <a:pt x="4816872" y="1055320"/>
                  <a:pt x="4801350" y="1050558"/>
                </a:cubicBezTo>
                <a:cubicBezTo>
                  <a:pt x="4808053" y="1043598"/>
                  <a:pt x="4803467" y="1041400"/>
                  <a:pt x="4805936" y="1031875"/>
                </a:cubicBezTo>
                <a:close/>
                <a:moveTo>
                  <a:pt x="4717566" y="1025525"/>
                </a:moveTo>
                <a:cubicBezTo>
                  <a:pt x="4724269" y="1027781"/>
                  <a:pt x="4717566" y="1034924"/>
                  <a:pt x="4726385" y="1037180"/>
                </a:cubicBezTo>
                <a:cubicBezTo>
                  <a:pt x="4724269" y="1039436"/>
                  <a:pt x="4715449" y="1034924"/>
                  <a:pt x="4710863" y="1032292"/>
                </a:cubicBezTo>
                <a:cubicBezTo>
                  <a:pt x="4715449" y="1032292"/>
                  <a:pt x="4717566" y="1030036"/>
                  <a:pt x="4717566" y="1025525"/>
                </a:cubicBezTo>
                <a:close/>
                <a:moveTo>
                  <a:pt x="5379076" y="1020762"/>
                </a:moveTo>
                <a:cubicBezTo>
                  <a:pt x="5399480" y="1031862"/>
                  <a:pt x="5381224" y="1050125"/>
                  <a:pt x="5376928" y="1068029"/>
                </a:cubicBezTo>
                <a:cubicBezTo>
                  <a:pt x="5363325" y="1054780"/>
                  <a:pt x="5381224" y="1038666"/>
                  <a:pt x="5379076" y="1020762"/>
                </a:cubicBezTo>
                <a:close/>
                <a:moveTo>
                  <a:pt x="4686637" y="1012621"/>
                </a:moveTo>
                <a:cubicBezTo>
                  <a:pt x="4681957" y="1012621"/>
                  <a:pt x="4675117" y="1021620"/>
                  <a:pt x="4681957" y="1023779"/>
                </a:cubicBezTo>
                <a:cubicBezTo>
                  <a:pt x="4684117" y="1023779"/>
                  <a:pt x="4686637" y="1023779"/>
                  <a:pt x="4690958" y="1026299"/>
                </a:cubicBezTo>
                <a:cubicBezTo>
                  <a:pt x="4688798" y="1028459"/>
                  <a:pt x="4688798" y="1030618"/>
                  <a:pt x="4690958" y="1030618"/>
                </a:cubicBezTo>
                <a:cubicBezTo>
                  <a:pt x="4690958" y="1023779"/>
                  <a:pt x="4700319" y="1026299"/>
                  <a:pt x="4700319" y="1021620"/>
                </a:cubicBezTo>
                <a:cubicBezTo>
                  <a:pt x="4688798" y="1019460"/>
                  <a:pt x="4693479" y="1014781"/>
                  <a:pt x="4686637" y="1012621"/>
                </a:cubicBezTo>
                <a:close/>
                <a:moveTo>
                  <a:pt x="4732779" y="1009650"/>
                </a:moveTo>
                <a:cubicBezTo>
                  <a:pt x="4739088" y="1016610"/>
                  <a:pt x="4717006" y="1014412"/>
                  <a:pt x="4721563" y="1023570"/>
                </a:cubicBezTo>
                <a:cubicBezTo>
                  <a:pt x="4712450" y="1016610"/>
                  <a:pt x="4725769" y="1009650"/>
                  <a:pt x="4732779" y="1009650"/>
                </a:cubicBezTo>
                <a:close/>
                <a:moveTo>
                  <a:pt x="5490855" y="993775"/>
                </a:moveTo>
                <a:cubicBezTo>
                  <a:pt x="5504260" y="993775"/>
                  <a:pt x="5499674" y="1007296"/>
                  <a:pt x="5497557" y="1014056"/>
                </a:cubicBezTo>
                <a:cubicBezTo>
                  <a:pt x="5490855" y="1007296"/>
                  <a:pt x="5488738" y="1000535"/>
                  <a:pt x="5490855" y="993775"/>
                </a:cubicBezTo>
                <a:close/>
                <a:moveTo>
                  <a:pt x="4813257" y="993775"/>
                </a:moveTo>
                <a:cubicBezTo>
                  <a:pt x="4824791" y="1011766"/>
                  <a:pt x="4817721" y="1009297"/>
                  <a:pt x="4815489" y="1031522"/>
                </a:cubicBezTo>
                <a:cubicBezTo>
                  <a:pt x="4801350" y="1022703"/>
                  <a:pt x="4810652" y="1007180"/>
                  <a:pt x="4813257" y="993775"/>
                </a:cubicBezTo>
                <a:close/>
                <a:moveTo>
                  <a:pt x="4914286" y="989224"/>
                </a:moveTo>
                <a:cubicBezTo>
                  <a:pt x="4910525" y="990345"/>
                  <a:pt x="4907081" y="993126"/>
                  <a:pt x="4903637" y="995278"/>
                </a:cubicBezTo>
                <a:cubicBezTo>
                  <a:pt x="4908350" y="1004607"/>
                  <a:pt x="4924300" y="1004607"/>
                  <a:pt x="4926837" y="993125"/>
                </a:cubicBezTo>
                <a:cubicBezTo>
                  <a:pt x="4922125" y="988641"/>
                  <a:pt x="4918047" y="988102"/>
                  <a:pt x="4914286" y="989224"/>
                </a:cubicBezTo>
                <a:close/>
                <a:moveTo>
                  <a:pt x="5612011" y="987425"/>
                </a:moveTo>
                <a:cubicBezTo>
                  <a:pt x="5616152" y="996398"/>
                  <a:pt x="5618568" y="1021521"/>
                  <a:pt x="5609595" y="1028341"/>
                </a:cubicBezTo>
                <a:cubicBezTo>
                  <a:pt x="5605454" y="1016856"/>
                  <a:pt x="5603038" y="994244"/>
                  <a:pt x="5612011" y="987425"/>
                </a:cubicBezTo>
                <a:close/>
                <a:moveTo>
                  <a:pt x="5570639" y="987425"/>
                </a:moveTo>
                <a:cubicBezTo>
                  <a:pt x="5597916" y="996504"/>
                  <a:pt x="5565973" y="1019745"/>
                  <a:pt x="5579612" y="1040082"/>
                </a:cubicBezTo>
                <a:cubicBezTo>
                  <a:pt x="5572792" y="1042624"/>
                  <a:pt x="5565973" y="1042624"/>
                  <a:pt x="5557000" y="1040082"/>
                </a:cubicBezTo>
                <a:cubicBezTo>
                  <a:pt x="5565973" y="1017203"/>
                  <a:pt x="5565973" y="1012845"/>
                  <a:pt x="5570639" y="987425"/>
                </a:cubicBezTo>
                <a:close/>
                <a:moveTo>
                  <a:pt x="4994669" y="975857"/>
                </a:moveTo>
                <a:cubicBezTo>
                  <a:pt x="4985774" y="994161"/>
                  <a:pt x="4990399" y="1000981"/>
                  <a:pt x="4979014" y="1012466"/>
                </a:cubicBezTo>
                <a:cubicBezTo>
                  <a:pt x="4974388" y="1007800"/>
                  <a:pt x="4976879" y="971550"/>
                  <a:pt x="4994669" y="975857"/>
                </a:cubicBezTo>
                <a:close/>
                <a:moveTo>
                  <a:pt x="6083047" y="973137"/>
                </a:moveTo>
                <a:cubicBezTo>
                  <a:pt x="6098979" y="984592"/>
                  <a:pt x="6096806" y="995689"/>
                  <a:pt x="6101151" y="1009292"/>
                </a:cubicBezTo>
                <a:cubicBezTo>
                  <a:pt x="6087392" y="993541"/>
                  <a:pt x="6080875" y="982086"/>
                  <a:pt x="6083047" y="973137"/>
                </a:cubicBezTo>
                <a:close/>
                <a:moveTo>
                  <a:pt x="4816248" y="973137"/>
                </a:moveTo>
                <a:cubicBezTo>
                  <a:pt x="4823209" y="973137"/>
                  <a:pt x="4827972" y="988659"/>
                  <a:pt x="4814050" y="984426"/>
                </a:cubicBezTo>
                <a:cubicBezTo>
                  <a:pt x="4821011" y="979840"/>
                  <a:pt x="4816248" y="979840"/>
                  <a:pt x="4816248" y="973137"/>
                </a:cubicBezTo>
                <a:close/>
                <a:moveTo>
                  <a:pt x="4593161" y="973137"/>
                </a:moveTo>
                <a:cubicBezTo>
                  <a:pt x="4620017" y="973137"/>
                  <a:pt x="4590654" y="989508"/>
                  <a:pt x="4595309" y="996578"/>
                </a:cubicBezTo>
                <a:cubicBezTo>
                  <a:pt x="4572750" y="989508"/>
                  <a:pt x="4604261" y="977974"/>
                  <a:pt x="4593161" y="973137"/>
                </a:cubicBezTo>
                <a:close/>
                <a:moveTo>
                  <a:pt x="4523064" y="953847"/>
                </a:moveTo>
                <a:cubicBezTo>
                  <a:pt x="4526826" y="956547"/>
                  <a:pt x="4525512" y="968956"/>
                  <a:pt x="4530506" y="962248"/>
                </a:cubicBezTo>
                <a:cubicBezTo>
                  <a:pt x="4543825" y="964395"/>
                  <a:pt x="4528403" y="971192"/>
                  <a:pt x="4528403" y="971192"/>
                </a:cubicBezTo>
                <a:cubicBezTo>
                  <a:pt x="4517188" y="968688"/>
                  <a:pt x="4528403" y="959744"/>
                  <a:pt x="4517188" y="955451"/>
                </a:cubicBezTo>
                <a:cubicBezTo>
                  <a:pt x="4519992" y="953126"/>
                  <a:pt x="4521810" y="952947"/>
                  <a:pt x="4523064" y="953847"/>
                </a:cubicBezTo>
                <a:close/>
                <a:moveTo>
                  <a:pt x="5450373" y="950564"/>
                </a:moveTo>
                <a:cubicBezTo>
                  <a:pt x="5432013" y="957404"/>
                  <a:pt x="5459373" y="964245"/>
                  <a:pt x="5441373" y="971085"/>
                </a:cubicBezTo>
                <a:cubicBezTo>
                  <a:pt x="5445693" y="975406"/>
                  <a:pt x="5452533" y="973246"/>
                  <a:pt x="5448213" y="977926"/>
                </a:cubicBezTo>
                <a:cubicBezTo>
                  <a:pt x="5459373" y="977926"/>
                  <a:pt x="5464053" y="957404"/>
                  <a:pt x="5450373" y="950564"/>
                </a:cubicBezTo>
                <a:close/>
                <a:moveTo>
                  <a:pt x="4536736" y="946150"/>
                </a:moveTo>
                <a:cubicBezTo>
                  <a:pt x="4550162" y="948714"/>
                  <a:pt x="4545808" y="957872"/>
                  <a:pt x="4538914" y="960070"/>
                </a:cubicBezTo>
                <a:cubicBezTo>
                  <a:pt x="4525125" y="957872"/>
                  <a:pt x="4529842" y="948714"/>
                  <a:pt x="4536736" y="946150"/>
                </a:cubicBezTo>
                <a:close/>
                <a:moveTo>
                  <a:pt x="5673017" y="943611"/>
                </a:moveTo>
                <a:cubicBezTo>
                  <a:pt x="5683251" y="945743"/>
                  <a:pt x="5693686" y="959181"/>
                  <a:pt x="5690475" y="971186"/>
                </a:cubicBezTo>
                <a:cubicBezTo>
                  <a:pt x="5674779" y="968639"/>
                  <a:pt x="5674779" y="968639"/>
                  <a:pt x="5674779" y="968639"/>
                </a:cubicBezTo>
                <a:cubicBezTo>
                  <a:pt x="5681557" y="952632"/>
                  <a:pt x="5670141" y="952632"/>
                  <a:pt x="5663363" y="945720"/>
                </a:cubicBezTo>
                <a:cubicBezTo>
                  <a:pt x="5666217" y="943446"/>
                  <a:pt x="5669606" y="942900"/>
                  <a:pt x="5673017" y="943611"/>
                </a:cubicBezTo>
                <a:close/>
                <a:moveTo>
                  <a:pt x="4748089" y="942975"/>
                </a:moveTo>
                <a:cubicBezTo>
                  <a:pt x="4764474" y="947692"/>
                  <a:pt x="4750638" y="963658"/>
                  <a:pt x="4745904" y="968012"/>
                </a:cubicBezTo>
                <a:cubicBezTo>
                  <a:pt x="4725150" y="961480"/>
                  <a:pt x="4750638" y="956763"/>
                  <a:pt x="4748089" y="942975"/>
                </a:cubicBezTo>
                <a:close/>
                <a:moveTo>
                  <a:pt x="5424739" y="940703"/>
                </a:moveTo>
                <a:cubicBezTo>
                  <a:pt x="5413127" y="944972"/>
                  <a:pt x="5435987" y="951733"/>
                  <a:pt x="5424739" y="958494"/>
                </a:cubicBezTo>
                <a:cubicBezTo>
                  <a:pt x="5410950" y="954224"/>
                  <a:pt x="5415304" y="938212"/>
                  <a:pt x="5424739" y="940703"/>
                </a:cubicBezTo>
                <a:close/>
                <a:moveTo>
                  <a:pt x="6083182" y="936625"/>
                </a:moveTo>
                <a:cubicBezTo>
                  <a:pt x="6094716" y="943284"/>
                  <a:pt x="6090251" y="952046"/>
                  <a:pt x="6099553" y="952046"/>
                </a:cubicBezTo>
                <a:cubicBezTo>
                  <a:pt x="6092484" y="956602"/>
                  <a:pt x="6094716" y="963261"/>
                  <a:pt x="6090251" y="961158"/>
                </a:cubicBezTo>
                <a:cubicBezTo>
                  <a:pt x="6087647" y="954499"/>
                  <a:pt x="6076113" y="954499"/>
                  <a:pt x="6083182" y="936625"/>
                </a:cubicBezTo>
                <a:close/>
                <a:moveTo>
                  <a:pt x="5645537" y="935037"/>
                </a:moveTo>
                <a:cubicBezTo>
                  <a:pt x="5645537" y="975971"/>
                  <a:pt x="5638632" y="1008211"/>
                  <a:pt x="5627367" y="1042625"/>
                </a:cubicBezTo>
                <a:cubicBezTo>
                  <a:pt x="5615738" y="1006037"/>
                  <a:pt x="5638632" y="966915"/>
                  <a:pt x="5645537" y="935037"/>
                </a:cubicBezTo>
                <a:close/>
                <a:moveTo>
                  <a:pt x="4859725" y="934850"/>
                </a:moveTo>
                <a:cubicBezTo>
                  <a:pt x="4865394" y="934850"/>
                  <a:pt x="4872198" y="936016"/>
                  <a:pt x="4876734" y="934939"/>
                </a:cubicBezTo>
                <a:cubicBezTo>
                  <a:pt x="4870202" y="957545"/>
                  <a:pt x="4893062" y="984815"/>
                  <a:pt x="4858591" y="1002756"/>
                </a:cubicBezTo>
                <a:cubicBezTo>
                  <a:pt x="4860768" y="1009574"/>
                  <a:pt x="4865485" y="1002756"/>
                  <a:pt x="4874556" y="1005268"/>
                </a:cubicBezTo>
                <a:cubicBezTo>
                  <a:pt x="4876734" y="1014238"/>
                  <a:pt x="4849519" y="1014238"/>
                  <a:pt x="4860768" y="1018903"/>
                </a:cubicBezTo>
                <a:cubicBezTo>
                  <a:pt x="4856414" y="1025720"/>
                  <a:pt x="4853874" y="1012085"/>
                  <a:pt x="4840085" y="1014238"/>
                </a:cubicBezTo>
                <a:cubicBezTo>
                  <a:pt x="4837908" y="1021056"/>
                  <a:pt x="4837908" y="1021056"/>
                  <a:pt x="4837908" y="1021056"/>
                </a:cubicBezTo>
                <a:cubicBezTo>
                  <a:pt x="4840085" y="1025720"/>
                  <a:pt x="4846979" y="1021056"/>
                  <a:pt x="4851696" y="1030026"/>
                </a:cubicBezTo>
                <a:cubicBezTo>
                  <a:pt x="4828836" y="1034691"/>
                  <a:pt x="4817225" y="1012085"/>
                  <a:pt x="4835731" y="991633"/>
                </a:cubicBezTo>
                <a:cubicBezTo>
                  <a:pt x="4837908" y="993786"/>
                  <a:pt x="4842625" y="995939"/>
                  <a:pt x="4849519" y="998450"/>
                </a:cubicBezTo>
                <a:cubicBezTo>
                  <a:pt x="4860768" y="995939"/>
                  <a:pt x="4858591" y="980151"/>
                  <a:pt x="4867662" y="975486"/>
                </a:cubicBezTo>
                <a:cubicBezTo>
                  <a:pt x="4863308" y="966515"/>
                  <a:pt x="4858591" y="962210"/>
                  <a:pt x="4842625" y="964363"/>
                </a:cubicBezTo>
                <a:cubicBezTo>
                  <a:pt x="4840085" y="950727"/>
                  <a:pt x="4853874" y="950727"/>
                  <a:pt x="4863308" y="946063"/>
                </a:cubicBezTo>
                <a:cubicBezTo>
                  <a:pt x="4867662" y="934939"/>
                  <a:pt x="4844802" y="950727"/>
                  <a:pt x="4849519" y="941757"/>
                </a:cubicBezTo>
                <a:cubicBezTo>
                  <a:pt x="4849519" y="936016"/>
                  <a:pt x="4854055" y="934850"/>
                  <a:pt x="4859725" y="934850"/>
                </a:cubicBezTo>
                <a:close/>
                <a:moveTo>
                  <a:pt x="5401202" y="930275"/>
                </a:moveTo>
                <a:cubicBezTo>
                  <a:pt x="5413108" y="932421"/>
                  <a:pt x="5403434" y="946016"/>
                  <a:pt x="5415341" y="946016"/>
                </a:cubicBezTo>
                <a:cubicBezTo>
                  <a:pt x="5413108" y="955317"/>
                  <a:pt x="5403434" y="955317"/>
                  <a:pt x="5391900" y="952813"/>
                </a:cubicBezTo>
                <a:cubicBezTo>
                  <a:pt x="5391900" y="941723"/>
                  <a:pt x="5396365" y="937072"/>
                  <a:pt x="5401202" y="930275"/>
                </a:cubicBezTo>
                <a:close/>
                <a:moveTo>
                  <a:pt x="4981350" y="927662"/>
                </a:moveTo>
                <a:cubicBezTo>
                  <a:pt x="4988238" y="925115"/>
                  <a:pt x="4990775" y="943669"/>
                  <a:pt x="4995125" y="932028"/>
                </a:cubicBezTo>
                <a:cubicBezTo>
                  <a:pt x="5002013" y="934574"/>
                  <a:pt x="4997663" y="941486"/>
                  <a:pt x="5004188" y="941486"/>
                </a:cubicBezTo>
                <a:cubicBezTo>
                  <a:pt x="4995125" y="955311"/>
                  <a:pt x="4983888" y="920750"/>
                  <a:pt x="4981350" y="945852"/>
                </a:cubicBezTo>
                <a:cubicBezTo>
                  <a:pt x="4958513" y="943669"/>
                  <a:pt x="4972288" y="932028"/>
                  <a:pt x="4981350" y="927662"/>
                </a:cubicBezTo>
                <a:close/>
                <a:moveTo>
                  <a:pt x="4564606" y="922866"/>
                </a:moveTo>
                <a:cubicBezTo>
                  <a:pt x="4573369" y="920750"/>
                  <a:pt x="4586688" y="927453"/>
                  <a:pt x="4586688" y="936272"/>
                </a:cubicBezTo>
                <a:cubicBezTo>
                  <a:pt x="4571266" y="934155"/>
                  <a:pt x="4560050" y="929569"/>
                  <a:pt x="4564606" y="922866"/>
                </a:cubicBezTo>
                <a:close/>
                <a:moveTo>
                  <a:pt x="4951850" y="915987"/>
                </a:moveTo>
                <a:cubicBezTo>
                  <a:pt x="4956563" y="947919"/>
                  <a:pt x="4944963" y="984156"/>
                  <a:pt x="4931187" y="1029363"/>
                </a:cubicBezTo>
                <a:cubicBezTo>
                  <a:pt x="4917413" y="1065600"/>
                  <a:pt x="4906175" y="1113318"/>
                  <a:pt x="4878625" y="1147403"/>
                </a:cubicBezTo>
                <a:cubicBezTo>
                  <a:pt x="4864850" y="1138075"/>
                  <a:pt x="4892400" y="1106502"/>
                  <a:pt x="4892400" y="1079234"/>
                </a:cubicBezTo>
                <a:cubicBezTo>
                  <a:pt x="4894575" y="1058783"/>
                  <a:pt x="4889863" y="1063447"/>
                  <a:pt x="4899287" y="1047661"/>
                </a:cubicBezTo>
                <a:cubicBezTo>
                  <a:pt x="4899287" y="1042997"/>
                  <a:pt x="4892400" y="1020393"/>
                  <a:pt x="4885513" y="1040844"/>
                </a:cubicBezTo>
                <a:cubicBezTo>
                  <a:pt x="4880800" y="1018240"/>
                  <a:pt x="4913063" y="993125"/>
                  <a:pt x="4899287" y="972675"/>
                </a:cubicBezTo>
                <a:cubicBezTo>
                  <a:pt x="4913063" y="979492"/>
                  <a:pt x="4913063" y="974827"/>
                  <a:pt x="4924300" y="981644"/>
                </a:cubicBezTo>
                <a:cubicBezTo>
                  <a:pt x="4924300" y="981644"/>
                  <a:pt x="4924300" y="981644"/>
                  <a:pt x="4926837" y="968011"/>
                </a:cubicBezTo>
                <a:cubicBezTo>
                  <a:pt x="4929013" y="963705"/>
                  <a:pt x="4919950" y="963705"/>
                  <a:pt x="4913063" y="961552"/>
                </a:cubicBezTo>
                <a:cubicBezTo>
                  <a:pt x="4944963" y="959041"/>
                  <a:pt x="4938075" y="927468"/>
                  <a:pt x="4951850" y="915987"/>
                </a:cubicBezTo>
                <a:close/>
                <a:moveTo>
                  <a:pt x="5031086" y="911783"/>
                </a:moveTo>
                <a:cubicBezTo>
                  <a:pt x="5056574" y="914287"/>
                  <a:pt x="5028902" y="930028"/>
                  <a:pt x="5026717" y="934679"/>
                </a:cubicBezTo>
                <a:cubicBezTo>
                  <a:pt x="5017250" y="932175"/>
                  <a:pt x="5024168" y="909637"/>
                  <a:pt x="5031086" y="911783"/>
                </a:cubicBezTo>
                <a:close/>
                <a:moveTo>
                  <a:pt x="4615083" y="911225"/>
                </a:moveTo>
                <a:cubicBezTo>
                  <a:pt x="4632722" y="918185"/>
                  <a:pt x="4610497" y="922948"/>
                  <a:pt x="4621786" y="927710"/>
                </a:cubicBezTo>
                <a:cubicBezTo>
                  <a:pt x="4619317" y="929908"/>
                  <a:pt x="4617200" y="927710"/>
                  <a:pt x="4617200" y="927710"/>
                </a:cubicBezTo>
                <a:cubicBezTo>
                  <a:pt x="4608381" y="925146"/>
                  <a:pt x="4606264" y="927710"/>
                  <a:pt x="4594975" y="925146"/>
                </a:cubicBezTo>
                <a:cubicBezTo>
                  <a:pt x="4599561" y="918185"/>
                  <a:pt x="4612614" y="920750"/>
                  <a:pt x="4615083" y="911225"/>
                </a:cubicBezTo>
                <a:close/>
                <a:moveTo>
                  <a:pt x="5420853" y="902681"/>
                </a:moveTo>
                <a:lnTo>
                  <a:pt x="5420123" y="903142"/>
                </a:lnTo>
                <a:lnTo>
                  <a:pt x="5420767" y="903528"/>
                </a:lnTo>
                <a:close/>
                <a:moveTo>
                  <a:pt x="5445693" y="891520"/>
                </a:moveTo>
                <a:lnTo>
                  <a:pt x="5453609" y="901168"/>
                </a:lnTo>
                <a:lnTo>
                  <a:pt x="5454884" y="900000"/>
                </a:lnTo>
                <a:cubicBezTo>
                  <a:pt x="5459245" y="902147"/>
                  <a:pt x="5466150" y="906798"/>
                  <a:pt x="5463969" y="913595"/>
                </a:cubicBezTo>
                <a:lnTo>
                  <a:pt x="5456977" y="914300"/>
                </a:lnTo>
                <a:lnTo>
                  <a:pt x="5457213" y="916362"/>
                </a:lnTo>
                <a:cubicBezTo>
                  <a:pt x="5459373" y="914201"/>
                  <a:pt x="5461893" y="916362"/>
                  <a:pt x="5466213" y="914201"/>
                </a:cubicBezTo>
                <a:cubicBezTo>
                  <a:pt x="5473053" y="907361"/>
                  <a:pt x="5457213" y="895840"/>
                  <a:pt x="5470893" y="895840"/>
                </a:cubicBezTo>
                <a:cubicBezTo>
                  <a:pt x="5477733" y="911681"/>
                  <a:pt x="5464053" y="927882"/>
                  <a:pt x="5473053" y="943724"/>
                </a:cubicBezTo>
                <a:cubicBezTo>
                  <a:pt x="5477733" y="945884"/>
                  <a:pt x="5484573" y="934723"/>
                  <a:pt x="5489253" y="939043"/>
                </a:cubicBezTo>
                <a:cubicBezTo>
                  <a:pt x="5479893" y="945884"/>
                  <a:pt x="5491413" y="950564"/>
                  <a:pt x="5477733" y="957404"/>
                </a:cubicBezTo>
                <a:cubicBezTo>
                  <a:pt x="5473053" y="955244"/>
                  <a:pt x="5470893" y="950564"/>
                  <a:pt x="5466213" y="952724"/>
                </a:cubicBezTo>
                <a:cubicBezTo>
                  <a:pt x="5466213" y="962085"/>
                  <a:pt x="5473053" y="984766"/>
                  <a:pt x="5484573" y="977926"/>
                </a:cubicBezTo>
                <a:cubicBezTo>
                  <a:pt x="5473053" y="984766"/>
                  <a:pt x="5479893" y="989087"/>
                  <a:pt x="5468373" y="995927"/>
                </a:cubicBezTo>
                <a:cubicBezTo>
                  <a:pt x="5457213" y="989087"/>
                  <a:pt x="5479893" y="980086"/>
                  <a:pt x="5466213" y="973246"/>
                </a:cubicBezTo>
                <a:cubicBezTo>
                  <a:pt x="5455053" y="986926"/>
                  <a:pt x="5459373" y="991607"/>
                  <a:pt x="5438853" y="1002768"/>
                </a:cubicBezTo>
                <a:cubicBezTo>
                  <a:pt x="5441373" y="1007448"/>
                  <a:pt x="5443533" y="1009608"/>
                  <a:pt x="5443533" y="1012128"/>
                </a:cubicBezTo>
                <a:cubicBezTo>
                  <a:pt x="5452533" y="1012128"/>
                  <a:pt x="5448213" y="1009608"/>
                  <a:pt x="5455053" y="1002768"/>
                </a:cubicBezTo>
                <a:cubicBezTo>
                  <a:pt x="5459373" y="1007448"/>
                  <a:pt x="5464053" y="1007448"/>
                  <a:pt x="5468373" y="1005288"/>
                </a:cubicBezTo>
                <a:cubicBezTo>
                  <a:pt x="5479893" y="1012128"/>
                  <a:pt x="5470893" y="1021129"/>
                  <a:pt x="5477733" y="1027969"/>
                </a:cubicBezTo>
                <a:cubicBezTo>
                  <a:pt x="5493573" y="1023289"/>
                  <a:pt x="5479893" y="1005288"/>
                  <a:pt x="5493573" y="1016448"/>
                </a:cubicBezTo>
                <a:cubicBezTo>
                  <a:pt x="5491413" y="1027969"/>
                  <a:pt x="5489253" y="1052811"/>
                  <a:pt x="5479893" y="1057491"/>
                </a:cubicBezTo>
                <a:cubicBezTo>
                  <a:pt x="5484573" y="1052811"/>
                  <a:pt x="5477733" y="1045971"/>
                  <a:pt x="5470893" y="1041650"/>
                </a:cubicBezTo>
                <a:cubicBezTo>
                  <a:pt x="5455053" y="1059651"/>
                  <a:pt x="5470893" y="1084853"/>
                  <a:pt x="5457213" y="1093854"/>
                </a:cubicBezTo>
                <a:cubicBezTo>
                  <a:pt x="5461893" y="1098534"/>
                  <a:pt x="5466213" y="1096014"/>
                  <a:pt x="5470893" y="1091694"/>
                </a:cubicBezTo>
                <a:cubicBezTo>
                  <a:pt x="5482413" y="1098534"/>
                  <a:pt x="5479893" y="1105375"/>
                  <a:pt x="5479893" y="1114375"/>
                </a:cubicBezTo>
                <a:cubicBezTo>
                  <a:pt x="5455053" y="1130216"/>
                  <a:pt x="5464053" y="1155418"/>
                  <a:pt x="5468373" y="1182420"/>
                </a:cubicBezTo>
                <a:cubicBezTo>
                  <a:pt x="5464053" y="1178100"/>
                  <a:pt x="5468373" y="1164419"/>
                  <a:pt x="5457213" y="1168739"/>
                </a:cubicBezTo>
                <a:cubicBezTo>
                  <a:pt x="5443533" y="1178100"/>
                  <a:pt x="5464053" y="1189620"/>
                  <a:pt x="5459373" y="1198621"/>
                </a:cubicBezTo>
                <a:cubicBezTo>
                  <a:pt x="5452533" y="1198621"/>
                  <a:pt x="5448213" y="1189620"/>
                  <a:pt x="5441373" y="1198621"/>
                </a:cubicBezTo>
                <a:cubicBezTo>
                  <a:pt x="5441373" y="1198621"/>
                  <a:pt x="5441373" y="1198621"/>
                  <a:pt x="5452533" y="1207622"/>
                </a:cubicBezTo>
                <a:cubicBezTo>
                  <a:pt x="5432013" y="1221303"/>
                  <a:pt x="5466213" y="1237144"/>
                  <a:pt x="5461893" y="1252985"/>
                </a:cubicBezTo>
                <a:cubicBezTo>
                  <a:pt x="5451633" y="1258745"/>
                  <a:pt x="5448213" y="1268466"/>
                  <a:pt x="5449608" y="1276746"/>
                </a:cubicBezTo>
                <a:lnTo>
                  <a:pt x="5452007" y="1281441"/>
                </a:lnTo>
                <a:lnTo>
                  <a:pt x="5463307" y="1282181"/>
                </a:lnTo>
                <a:lnTo>
                  <a:pt x="5463108" y="1281517"/>
                </a:lnTo>
                <a:cubicBezTo>
                  <a:pt x="5461713" y="1278097"/>
                  <a:pt x="5461713" y="1275846"/>
                  <a:pt x="5468373" y="1278186"/>
                </a:cubicBezTo>
                <a:cubicBezTo>
                  <a:pt x="5461893" y="1287187"/>
                  <a:pt x="5479893" y="1273506"/>
                  <a:pt x="5482413" y="1280347"/>
                </a:cubicBezTo>
                <a:lnTo>
                  <a:pt x="5475630" y="1287844"/>
                </a:lnTo>
                <a:lnTo>
                  <a:pt x="5477261" y="1290544"/>
                </a:lnTo>
                <a:lnTo>
                  <a:pt x="5473110" y="1290630"/>
                </a:lnTo>
                <a:lnTo>
                  <a:pt x="5461893" y="1303028"/>
                </a:lnTo>
                <a:cubicBezTo>
                  <a:pt x="5455053" y="1297448"/>
                  <a:pt x="5452173" y="1295198"/>
                  <a:pt x="5450418" y="1292633"/>
                </a:cubicBezTo>
                <a:lnTo>
                  <a:pt x="5449119" y="1289254"/>
                </a:lnTo>
                <a:lnTo>
                  <a:pt x="5446156" y="1288338"/>
                </a:lnTo>
                <a:lnTo>
                  <a:pt x="5444293" y="1284292"/>
                </a:lnTo>
                <a:lnTo>
                  <a:pt x="5434353" y="1312299"/>
                </a:lnTo>
                <a:cubicBezTo>
                  <a:pt x="5433813" y="1322560"/>
                  <a:pt x="5436693" y="1331650"/>
                  <a:pt x="5443533" y="1337231"/>
                </a:cubicBezTo>
                <a:cubicBezTo>
                  <a:pt x="5436693" y="1332550"/>
                  <a:pt x="5427693" y="1348751"/>
                  <a:pt x="5425533" y="1350911"/>
                </a:cubicBezTo>
                <a:cubicBezTo>
                  <a:pt x="5445693" y="1355592"/>
                  <a:pt x="5418693" y="1371433"/>
                  <a:pt x="5423013" y="1380433"/>
                </a:cubicBezTo>
                <a:cubicBezTo>
                  <a:pt x="5427693" y="1382954"/>
                  <a:pt x="5443533" y="1394114"/>
                  <a:pt x="5438853" y="1398795"/>
                </a:cubicBezTo>
                <a:cubicBezTo>
                  <a:pt x="5429853" y="1396275"/>
                  <a:pt x="5423013" y="1394114"/>
                  <a:pt x="5414013" y="1398795"/>
                </a:cubicBezTo>
                <a:cubicBezTo>
                  <a:pt x="5427693" y="1414636"/>
                  <a:pt x="5395652" y="1414636"/>
                  <a:pt x="5411853" y="1430477"/>
                </a:cubicBezTo>
                <a:cubicBezTo>
                  <a:pt x="5414013" y="1421476"/>
                  <a:pt x="5418693" y="1428317"/>
                  <a:pt x="5425533" y="1430477"/>
                </a:cubicBezTo>
                <a:cubicBezTo>
                  <a:pt x="5420853" y="1441998"/>
                  <a:pt x="5420853" y="1464679"/>
                  <a:pt x="5407173" y="1448838"/>
                </a:cubicBezTo>
                <a:cubicBezTo>
                  <a:pt x="5414013" y="1464679"/>
                  <a:pt x="5418693" y="1489881"/>
                  <a:pt x="5402493" y="1507882"/>
                </a:cubicBezTo>
                <a:cubicBezTo>
                  <a:pt x="5402493" y="1507882"/>
                  <a:pt x="5402493" y="1507882"/>
                  <a:pt x="5411853" y="1516883"/>
                </a:cubicBezTo>
                <a:cubicBezTo>
                  <a:pt x="5400332" y="1528404"/>
                  <a:pt x="5400332" y="1507882"/>
                  <a:pt x="5393492" y="1512563"/>
                </a:cubicBezTo>
                <a:cubicBezTo>
                  <a:pt x="5391332" y="1530564"/>
                  <a:pt x="5402493" y="1542085"/>
                  <a:pt x="5393492" y="1562606"/>
                </a:cubicBezTo>
                <a:cubicBezTo>
                  <a:pt x="5405013" y="1557926"/>
                  <a:pt x="5393492" y="1551085"/>
                  <a:pt x="5405013" y="1546765"/>
                </a:cubicBezTo>
                <a:cubicBezTo>
                  <a:pt x="5398172" y="1557926"/>
                  <a:pt x="5407173" y="1583127"/>
                  <a:pt x="5391332" y="1585288"/>
                </a:cubicBezTo>
                <a:cubicBezTo>
                  <a:pt x="5395652" y="1583127"/>
                  <a:pt x="5395652" y="1566926"/>
                  <a:pt x="5391332" y="1571607"/>
                </a:cubicBezTo>
                <a:cubicBezTo>
                  <a:pt x="5386652" y="1580607"/>
                  <a:pt x="5377652" y="1589968"/>
                  <a:pt x="5386652" y="1603289"/>
                </a:cubicBezTo>
                <a:cubicBezTo>
                  <a:pt x="5391332" y="1596448"/>
                  <a:pt x="5391332" y="1587448"/>
                  <a:pt x="5400332" y="1596448"/>
                </a:cubicBezTo>
                <a:cubicBezTo>
                  <a:pt x="5393492" y="1603289"/>
                  <a:pt x="5398172" y="1614810"/>
                  <a:pt x="5384492" y="1607969"/>
                </a:cubicBezTo>
                <a:cubicBezTo>
                  <a:pt x="5402493" y="1614810"/>
                  <a:pt x="5388812" y="1619490"/>
                  <a:pt x="5391332" y="1630651"/>
                </a:cubicBezTo>
                <a:cubicBezTo>
                  <a:pt x="5395832" y="1628491"/>
                  <a:pt x="5398622" y="1625700"/>
                  <a:pt x="5401727" y="1622865"/>
                </a:cubicBezTo>
                <a:lnTo>
                  <a:pt x="5408220" y="1618608"/>
                </a:lnTo>
                <a:lnTo>
                  <a:pt x="5410031" y="1612904"/>
                </a:lnTo>
                <a:lnTo>
                  <a:pt x="5412279" y="1610086"/>
                </a:lnTo>
                <a:lnTo>
                  <a:pt x="5411403" y="1607699"/>
                </a:lnTo>
                <a:cubicBezTo>
                  <a:pt x="5411673" y="1605179"/>
                  <a:pt x="5411673" y="1602389"/>
                  <a:pt x="5407173" y="1598968"/>
                </a:cubicBezTo>
                <a:cubicBezTo>
                  <a:pt x="5448213" y="1589968"/>
                  <a:pt x="5411853" y="1546765"/>
                  <a:pt x="5448213" y="1528404"/>
                </a:cubicBezTo>
                <a:cubicBezTo>
                  <a:pt x="5438853" y="1512563"/>
                  <a:pt x="5466213" y="1501042"/>
                  <a:pt x="5452533" y="1485201"/>
                </a:cubicBezTo>
                <a:cubicBezTo>
                  <a:pt x="5464053" y="1462519"/>
                  <a:pt x="5475213" y="1437317"/>
                  <a:pt x="5475213" y="1412476"/>
                </a:cubicBezTo>
                <a:cubicBezTo>
                  <a:pt x="5482413" y="1414636"/>
                  <a:pt x="5489253" y="1407795"/>
                  <a:pt x="5495733" y="1412476"/>
                </a:cubicBezTo>
                <a:cubicBezTo>
                  <a:pt x="5495733" y="1405635"/>
                  <a:pt x="5505093" y="1400955"/>
                  <a:pt x="5498253" y="1394114"/>
                </a:cubicBezTo>
                <a:cubicBezTo>
                  <a:pt x="5509413" y="1385114"/>
                  <a:pt x="5518773" y="1387274"/>
                  <a:pt x="5527773" y="1385114"/>
                </a:cubicBezTo>
                <a:cubicBezTo>
                  <a:pt x="5520933" y="1378273"/>
                  <a:pt x="5516253" y="1371433"/>
                  <a:pt x="5509413" y="1369273"/>
                </a:cubicBezTo>
                <a:cubicBezTo>
                  <a:pt x="5511933" y="1355592"/>
                  <a:pt x="5525613" y="1350911"/>
                  <a:pt x="5529933" y="1348751"/>
                </a:cubicBezTo>
                <a:cubicBezTo>
                  <a:pt x="5520933" y="1341911"/>
                  <a:pt x="5516253" y="1341911"/>
                  <a:pt x="5520933" y="1332550"/>
                </a:cubicBezTo>
                <a:cubicBezTo>
                  <a:pt x="5534613" y="1335070"/>
                  <a:pt x="5529933" y="1350911"/>
                  <a:pt x="5543613" y="1346231"/>
                </a:cubicBezTo>
                <a:cubicBezTo>
                  <a:pt x="5541453" y="1337231"/>
                  <a:pt x="5534613" y="1321389"/>
                  <a:pt x="5552613" y="1323550"/>
                </a:cubicBezTo>
                <a:cubicBezTo>
                  <a:pt x="5548293" y="1316709"/>
                  <a:pt x="5550453" y="1312389"/>
                  <a:pt x="5548293" y="1305548"/>
                </a:cubicBezTo>
                <a:cubicBezTo>
                  <a:pt x="5538933" y="1307708"/>
                  <a:pt x="5532093" y="1307708"/>
                  <a:pt x="5525613" y="1296188"/>
                </a:cubicBezTo>
                <a:cubicBezTo>
                  <a:pt x="5534613" y="1289707"/>
                  <a:pt x="5529933" y="1303028"/>
                  <a:pt x="5543613" y="1296188"/>
                </a:cubicBezTo>
                <a:cubicBezTo>
                  <a:pt x="5534613" y="1280347"/>
                  <a:pt x="5552613" y="1273506"/>
                  <a:pt x="5552613" y="1255505"/>
                </a:cubicBezTo>
                <a:cubicBezTo>
                  <a:pt x="5564133" y="1266666"/>
                  <a:pt x="5561973" y="1271346"/>
                  <a:pt x="5575653" y="1269186"/>
                </a:cubicBezTo>
                <a:cubicBezTo>
                  <a:pt x="5568813" y="1273506"/>
                  <a:pt x="5582493" y="1278186"/>
                  <a:pt x="5584653" y="1282867"/>
                </a:cubicBezTo>
                <a:cubicBezTo>
                  <a:pt x="5577813" y="1291867"/>
                  <a:pt x="5579973" y="1300868"/>
                  <a:pt x="5577813" y="1309869"/>
                </a:cubicBezTo>
                <a:cubicBezTo>
                  <a:pt x="5568813" y="1305548"/>
                  <a:pt x="5577813" y="1291867"/>
                  <a:pt x="5566293" y="1296188"/>
                </a:cubicBezTo>
                <a:cubicBezTo>
                  <a:pt x="5577813" y="1307708"/>
                  <a:pt x="5548293" y="1319229"/>
                  <a:pt x="5570973" y="1323550"/>
                </a:cubicBezTo>
                <a:cubicBezTo>
                  <a:pt x="5552613" y="1339391"/>
                  <a:pt x="5548293" y="1350911"/>
                  <a:pt x="5538933" y="1369273"/>
                </a:cubicBezTo>
                <a:lnTo>
                  <a:pt x="5542511" y="1372068"/>
                </a:lnTo>
                <a:lnTo>
                  <a:pt x="5548694" y="1361765"/>
                </a:lnTo>
                <a:cubicBezTo>
                  <a:pt x="5553811" y="1359517"/>
                  <a:pt x="5561262" y="1358370"/>
                  <a:pt x="5569341" y="1357312"/>
                </a:cubicBezTo>
                <a:lnTo>
                  <a:pt x="5542884" y="1372360"/>
                </a:lnTo>
                <a:lnTo>
                  <a:pt x="5550453" y="1378273"/>
                </a:lnTo>
                <a:cubicBezTo>
                  <a:pt x="5548293" y="1380433"/>
                  <a:pt x="5543613" y="1385114"/>
                  <a:pt x="5550453" y="1387274"/>
                </a:cubicBezTo>
                <a:cubicBezTo>
                  <a:pt x="5541453" y="1400955"/>
                  <a:pt x="5538933" y="1380433"/>
                  <a:pt x="5532093" y="1387274"/>
                </a:cubicBezTo>
                <a:cubicBezTo>
                  <a:pt x="5525613" y="1396275"/>
                  <a:pt x="5532093" y="1405635"/>
                  <a:pt x="5543613" y="1405635"/>
                </a:cubicBezTo>
                <a:cubicBezTo>
                  <a:pt x="5536773" y="1412476"/>
                  <a:pt x="5532093" y="1405635"/>
                  <a:pt x="5525613" y="1412476"/>
                </a:cubicBezTo>
                <a:cubicBezTo>
                  <a:pt x="5520933" y="1428317"/>
                  <a:pt x="5536773" y="1435157"/>
                  <a:pt x="5511933" y="1448838"/>
                </a:cubicBezTo>
                <a:cubicBezTo>
                  <a:pt x="5516253" y="1455679"/>
                  <a:pt x="5523093" y="1448838"/>
                  <a:pt x="5525613" y="1455679"/>
                </a:cubicBezTo>
                <a:cubicBezTo>
                  <a:pt x="5518773" y="1469360"/>
                  <a:pt x="5516253" y="1471520"/>
                  <a:pt x="5529933" y="1466839"/>
                </a:cubicBezTo>
                <a:cubicBezTo>
                  <a:pt x="5529933" y="1473680"/>
                  <a:pt x="5518773" y="1480520"/>
                  <a:pt x="5516253" y="1487361"/>
                </a:cubicBezTo>
                <a:cubicBezTo>
                  <a:pt x="5527773" y="1514723"/>
                  <a:pt x="5495733" y="1535244"/>
                  <a:pt x="5491413" y="1553605"/>
                </a:cubicBezTo>
                <a:cubicBezTo>
                  <a:pt x="5498253" y="1564766"/>
                  <a:pt x="5505093" y="1580607"/>
                  <a:pt x="5518773" y="1573767"/>
                </a:cubicBezTo>
                <a:cubicBezTo>
                  <a:pt x="5514093" y="1566926"/>
                  <a:pt x="5507253" y="1569446"/>
                  <a:pt x="5509413" y="1560086"/>
                </a:cubicBezTo>
                <a:cubicBezTo>
                  <a:pt x="5516253" y="1551085"/>
                  <a:pt x="5518773" y="1566926"/>
                  <a:pt x="5525613" y="1557926"/>
                </a:cubicBezTo>
                <a:cubicBezTo>
                  <a:pt x="5538933" y="1521563"/>
                  <a:pt x="5548293" y="1485201"/>
                  <a:pt x="5570973" y="1448838"/>
                </a:cubicBezTo>
                <a:cubicBezTo>
                  <a:pt x="5582493" y="1457839"/>
                  <a:pt x="5568813" y="1464679"/>
                  <a:pt x="5573133" y="1471520"/>
                </a:cubicBezTo>
                <a:cubicBezTo>
                  <a:pt x="5584653" y="1476200"/>
                  <a:pt x="5584653" y="1462519"/>
                  <a:pt x="5593653" y="1471520"/>
                </a:cubicBezTo>
                <a:cubicBezTo>
                  <a:pt x="5589333" y="1476200"/>
                  <a:pt x="5584653" y="1476200"/>
                  <a:pt x="5579973" y="1476200"/>
                </a:cubicBezTo>
                <a:cubicBezTo>
                  <a:pt x="5586813" y="1492041"/>
                  <a:pt x="5593653" y="1494201"/>
                  <a:pt x="5591493" y="1507882"/>
                </a:cubicBezTo>
                <a:cubicBezTo>
                  <a:pt x="5589333" y="1492041"/>
                  <a:pt x="5579973" y="1503202"/>
                  <a:pt x="5570973" y="1494201"/>
                </a:cubicBezTo>
                <a:cubicBezTo>
                  <a:pt x="5575653" y="1492041"/>
                  <a:pt x="5584653" y="1487361"/>
                  <a:pt x="5582493" y="1483041"/>
                </a:cubicBezTo>
                <a:cubicBezTo>
                  <a:pt x="5575653" y="1483041"/>
                  <a:pt x="5568813" y="1473680"/>
                  <a:pt x="5559453" y="1480520"/>
                </a:cubicBezTo>
                <a:cubicBezTo>
                  <a:pt x="5582493" y="1483041"/>
                  <a:pt x="5557293" y="1492041"/>
                  <a:pt x="5566293" y="1505722"/>
                </a:cubicBezTo>
                <a:cubicBezTo>
                  <a:pt x="5575653" y="1498882"/>
                  <a:pt x="5579973" y="1516883"/>
                  <a:pt x="5582493" y="1521563"/>
                </a:cubicBezTo>
                <a:cubicBezTo>
                  <a:pt x="5568813" y="1542085"/>
                  <a:pt x="5573133" y="1601129"/>
                  <a:pt x="5550453" y="1612649"/>
                </a:cubicBezTo>
                <a:cubicBezTo>
                  <a:pt x="5555133" y="1616970"/>
                  <a:pt x="5564133" y="1607969"/>
                  <a:pt x="5568813" y="1619490"/>
                </a:cubicBezTo>
                <a:cubicBezTo>
                  <a:pt x="5543613" y="1628491"/>
                  <a:pt x="5545773" y="1633171"/>
                  <a:pt x="5536773" y="1649012"/>
                </a:cubicBezTo>
                <a:cubicBezTo>
                  <a:pt x="5536773" y="1635331"/>
                  <a:pt x="5523093" y="1635331"/>
                  <a:pt x="5532093" y="1626330"/>
                </a:cubicBezTo>
                <a:cubicBezTo>
                  <a:pt x="5534613" y="1630651"/>
                  <a:pt x="5536773" y="1633171"/>
                  <a:pt x="5543613" y="1628491"/>
                </a:cubicBezTo>
                <a:cubicBezTo>
                  <a:pt x="5538933" y="1623810"/>
                  <a:pt x="5538933" y="1610129"/>
                  <a:pt x="5529933" y="1607969"/>
                </a:cubicBezTo>
                <a:cubicBezTo>
                  <a:pt x="5534613" y="1619490"/>
                  <a:pt x="5507253" y="1646852"/>
                  <a:pt x="5538933" y="1658013"/>
                </a:cubicBezTo>
                <a:cubicBezTo>
                  <a:pt x="5532093" y="1667013"/>
                  <a:pt x="5534613" y="1676374"/>
                  <a:pt x="5527773" y="1685374"/>
                </a:cubicBezTo>
                <a:cubicBezTo>
                  <a:pt x="5516253" y="1676374"/>
                  <a:pt x="5525613" y="1660173"/>
                  <a:pt x="5511933" y="1664853"/>
                </a:cubicBezTo>
                <a:cubicBezTo>
                  <a:pt x="5500413" y="1671693"/>
                  <a:pt x="5520933" y="1687535"/>
                  <a:pt x="5509413" y="1694375"/>
                </a:cubicBezTo>
                <a:cubicBezTo>
                  <a:pt x="5536773" y="1694375"/>
                  <a:pt x="5507253" y="1728577"/>
                  <a:pt x="5520933" y="1735418"/>
                </a:cubicBezTo>
                <a:cubicBezTo>
                  <a:pt x="5511933" y="1735418"/>
                  <a:pt x="5516253" y="1730738"/>
                  <a:pt x="5509413" y="1728577"/>
                </a:cubicBezTo>
                <a:cubicBezTo>
                  <a:pt x="5502573" y="1735418"/>
                  <a:pt x="5495733" y="1746939"/>
                  <a:pt x="5507253" y="1749099"/>
                </a:cubicBezTo>
                <a:cubicBezTo>
                  <a:pt x="5491413" y="1755939"/>
                  <a:pt x="5505093" y="1762780"/>
                  <a:pt x="5489253" y="1762780"/>
                </a:cubicBezTo>
                <a:cubicBezTo>
                  <a:pt x="5486733" y="1773941"/>
                  <a:pt x="5489253" y="1785461"/>
                  <a:pt x="5500413" y="1787621"/>
                </a:cubicBezTo>
                <a:cubicBezTo>
                  <a:pt x="5500413" y="1801302"/>
                  <a:pt x="5484573" y="1783301"/>
                  <a:pt x="5484573" y="1794462"/>
                </a:cubicBezTo>
                <a:cubicBezTo>
                  <a:pt x="5493573" y="1796982"/>
                  <a:pt x="5500413" y="1803823"/>
                  <a:pt x="5486733" y="1817503"/>
                </a:cubicBezTo>
                <a:cubicBezTo>
                  <a:pt x="5482413" y="1819664"/>
                  <a:pt x="5479893" y="1810663"/>
                  <a:pt x="5475213" y="1810663"/>
                </a:cubicBezTo>
                <a:cubicBezTo>
                  <a:pt x="5470893" y="1821824"/>
                  <a:pt x="5479893" y="1817503"/>
                  <a:pt x="5484573" y="1821824"/>
                </a:cubicBezTo>
                <a:cubicBezTo>
                  <a:pt x="5477733" y="1823984"/>
                  <a:pt x="5479893" y="1828664"/>
                  <a:pt x="5473053" y="1830824"/>
                </a:cubicBezTo>
                <a:cubicBezTo>
                  <a:pt x="5459373" y="1830824"/>
                  <a:pt x="5479893" y="1814983"/>
                  <a:pt x="5464053" y="1814983"/>
                </a:cubicBezTo>
                <a:cubicBezTo>
                  <a:pt x="5452533" y="1826504"/>
                  <a:pt x="5457213" y="1844505"/>
                  <a:pt x="5475213" y="1847026"/>
                </a:cubicBezTo>
                <a:cubicBezTo>
                  <a:pt x="5457213" y="1849186"/>
                  <a:pt x="5438853" y="1860346"/>
                  <a:pt x="5459373" y="1867187"/>
                </a:cubicBezTo>
                <a:cubicBezTo>
                  <a:pt x="5455053" y="1876548"/>
                  <a:pt x="5452533" y="1869707"/>
                  <a:pt x="5443533" y="1869707"/>
                </a:cubicBezTo>
                <a:cubicBezTo>
                  <a:pt x="5438853" y="1903909"/>
                  <a:pt x="5420853" y="1912910"/>
                  <a:pt x="5418693" y="1947112"/>
                </a:cubicBezTo>
                <a:cubicBezTo>
                  <a:pt x="5407173" y="1953953"/>
                  <a:pt x="5405013" y="1944592"/>
                  <a:pt x="5398172" y="1947112"/>
                </a:cubicBezTo>
                <a:cubicBezTo>
                  <a:pt x="5395652" y="1965114"/>
                  <a:pt x="5407173" y="1981315"/>
                  <a:pt x="5386652" y="1981315"/>
                </a:cubicBezTo>
                <a:cubicBezTo>
                  <a:pt x="5391332" y="1994636"/>
                  <a:pt x="5377652" y="1999316"/>
                  <a:pt x="5384492" y="2006156"/>
                </a:cubicBezTo>
                <a:cubicBezTo>
                  <a:pt x="5381972" y="2003996"/>
                  <a:pt x="5377652" y="2006156"/>
                  <a:pt x="5372972" y="2006156"/>
                </a:cubicBezTo>
                <a:cubicBezTo>
                  <a:pt x="5377652" y="2015157"/>
                  <a:pt x="5372972" y="2060880"/>
                  <a:pt x="5352452" y="2049359"/>
                </a:cubicBezTo>
                <a:lnTo>
                  <a:pt x="5354735" y="2071448"/>
                </a:lnTo>
                <a:lnTo>
                  <a:pt x="5355247" y="2071804"/>
                </a:lnTo>
                <a:lnTo>
                  <a:pt x="5354899" y="2073029"/>
                </a:lnTo>
                <a:lnTo>
                  <a:pt x="5355062" y="2074606"/>
                </a:lnTo>
                <a:cubicBezTo>
                  <a:pt x="5355332" y="2082842"/>
                  <a:pt x="5355872" y="2090222"/>
                  <a:pt x="5359292" y="2094723"/>
                </a:cubicBezTo>
                <a:cubicBezTo>
                  <a:pt x="5329772" y="2097243"/>
                  <a:pt x="5322932" y="2156287"/>
                  <a:pt x="5309251" y="2131085"/>
                </a:cubicBezTo>
                <a:cubicBezTo>
                  <a:pt x="5295571" y="2138286"/>
                  <a:pt x="5318611" y="2149446"/>
                  <a:pt x="5298091" y="2151606"/>
                </a:cubicBezTo>
                <a:cubicBezTo>
                  <a:pt x="5286571" y="2154127"/>
                  <a:pt x="5311771" y="2138286"/>
                  <a:pt x="5295571" y="2138286"/>
                </a:cubicBezTo>
                <a:cubicBezTo>
                  <a:pt x="5284411" y="2145126"/>
                  <a:pt x="5268211" y="2163127"/>
                  <a:pt x="5288731" y="2172128"/>
                </a:cubicBezTo>
                <a:cubicBezTo>
                  <a:pt x="5288731" y="2165287"/>
                  <a:pt x="5300251" y="2151606"/>
                  <a:pt x="5304571" y="2158447"/>
                </a:cubicBezTo>
                <a:cubicBezTo>
                  <a:pt x="5291251" y="2172128"/>
                  <a:pt x="5279731" y="2192649"/>
                  <a:pt x="5261731" y="2194809"/>
                </a:cubicBezTo>
                <a:cubicBezTo>
                  <a:pt x="5259211" y="2206330"/>
                  <a:pt x="5272891" y="2194809"/>
                  <a:pt x="5270731" y="2208490"/>
                </a:cubicBezTo>
                <a:cubicBezTo>
                  <a:pt x="5252371" y="2211011"/>
                  <a:pt x="5263891" y="2217851"/>
                  <a:pt x="5254891" y="2224691"/>
                </a:cubicBezTo>
                <a:lnTo>
                  <a:pt x="5267986" y="2224691"/>
                </a:lnTo>
                <a:lnTo>
                  <a:pt x="5266401" y="2223500"/>
                </a:lnTo>
                <a:cubicBezTo>
                  <a:pt x="5262492" y="2215795"/>
                  <a:pt x="5276452" y="2209456"/>
                  <a:pt x="5281553" y="2204330"/>
                </a:cubicBezTo>
                <a:lnTo>
                  <a:pt x="5289665" y="2208092"/>
                </a:lnTo>
                <a:lnTo>
                  <a:pt x="5294363" y="2206646"/>
                </a:lnTo>
                <a:lnTo>
                  <a:pt x="5306611" y="2199654"/>
                </a:lnTo>
                <a:cubicBezTo>
                  <a:pt x="5288355" y="2190662"/>
                  <a:pt x="5301957" y="2211164"/>
                  <a:pt x="5284059" y="2199654"/>
                </a:cubicBezTo>
                <a:cubicBezTo>
                  <a:pt x="5290860" y="2192821"/>
                  <a:pt x="5297662" y="2185987"/>
                  <a:pt x="5315560" y="2190662"/>
                </a:cubicBezTo>
                <a:cubicBezTo>
                  <a:pt x="5324867" y="2199654"/>
                  <a:pt x="5297662" y="2206488"/>
                  <a:pt x="5320213" y="2217998"/>
                </a:cubicBezTo>
                <a:cubicBezTo>
                  <a:pt x="5315739" y="2216739"/>
                  <a:pt x="5305537" y="2216739"/>
                  <a:pt x="5297303" y="2215885"/>
                </a:cubicBezTo>
                <a:lnTo>
                  <a:pt x="5293414" y="2215027"/>
                </a:lnTo>
                <a:lnTo>
                  <a:pt x="5286571" y="2226852"/>
                </a:lnTo>
                <a:lnTo>
                  <a:pt x="5277110" y="2228525"/>
                </a:lnTo>
                <a:lnTo>
                  <a:pt x="5277258" y="2231665"/>
                </a:lnTo>
                <a:lnTo>
                  <a:pt x="5273426" y="2228783"/>
                </a:lnTo>
                <a:lnTo>
                  <a:pt x="5264476" y="2227977"/>
                </a:lnTo>
                <a:cubicBezTo>
                  <a:pt x="5258221" y="2227392"/>
                  <a:pt x="5253631" y="2227932"/>
                  <a:pt x="5252371" y="2235852"/>
                </a:cubicBezTo>
                <a:cubicBezTo>
                  <a:pt x="5252371" y="2241613"/>
                  <a:pt x="5254711" y="2243953"/>
                  <a:pt x="5257321" y="2246248"/>
                </a:cubicBezTo>
                <a:lnTo>
                  <a:pt x="5259631" y="2249808"/>
                </a:lnTo>
                <a:lnTo>
                  <a:pt x="5261836" y="2246704"/>
                </a:lnTo>
                <a:cubicBezTo>
                  <a:pt x="5266102" y="2242139"/>
                  <a:pt x="5270890" y="2238103"/>
                  <a:pt x="5275387" y="2235200"/>
                </a:cubicBezTo>
                <a:cubicBezTo>
                  <a:pt x="5282222" y="2237740"/>
                  <a:pt x="5289057" y="2242094"/>
                  <a:pt x="5291575" y="2239917"/>
                </a:cubicBezTo>
                <a:cubicBezTo>
                  <a:pt x="5307403" y="2248988"/>
                  <a:pt x="5293734" y="2253705"/>
                  <a:pt x="5293734" y="2255883"/>
                </a:cubicBezTo>
                <a:cubicBezTo>
                  <a:pt x="5282222" y="2258060"/>
                  <a:pt x="5277905" y="2248988"/>
                  <a:pt x="5286899" y="2246811"/>
                </a:cubicBezTo>
                <a:cubicBezTo>
                  <a:pt x="5282222" y="2246811"/>
                  <a:pt x="5280064" y="2248988"/>
                  <a:pt x="5271071" y="2244634"/>
                </a:cubicBezTo>
                <a:cubicBezTo>
                  <a:pt x="5268553" y="2251165"/>
                  <a:pt x="5275387" y="2255883"/>
                  <a:pt x="5275387" y="2260600"/>
                </a:cubicBezTo>
                <a:cubicBezTo>
                  <a:pt x="5289057" y="2253705"/>
                  <a:pt x="5300568" y="2269671"/>
                  <a:pt x="5300568" y="2278743"/>
                </a:cubicBezTo>
                <a:lnTo>
                  <a:pt x="5290124" y="2273957"/>
                </a:lnTo>
                <a:lnTo>
                  <a:pt x="5284411" y="2279055"/>
                </a:lnTo>
                <a:cubicBezTo>
                  <a:pt x="5298091" y="2274735"/>
                  <a:pt x="5291251" y="2285896"/>
                  <a:pt x="5288731" y="2290576"/>
                </a:cubicBezTo>
                <a:cubicBezTo>
                  <a:pt x="5298091" y="2279055"/>
                  <a:pt x="5309251" y="2274735"/>
                  <a:pt x="5320772" y="2279055"/>
                </a:cubicBezTo>
                <a:cubicBezTo>
                  <a:pt x="5309251" y="2274735"/>
                  <a:pt x="5309251" y="2292736"/>
                  <a:pt x="5316091" y="2290576"/>
                </a:cubicBezTo>
                <a:cubicBezTo>
                  <a:pt x="5336612" y="2279055"/>
                  <a:pt x="5329772" y="2251693"/>
                  <a:pt x="5341292" y="2238372"/>
                </a:cubicBezTo>
                <a:cubicBezTo>
                  <a:pt x="5343452" y="2247373"/>
                  <a:pt x="5341292" y="2261054"/>
                  <a:pt x="5357132" y="2254213"/>
                </a:cubicBezTo>
                <a:cubicBezTo>
                  <a:pt x="5348132" y="2238372"/>
                  <a:pt x="5345612" y="2211011"/>
                  <a:pt x="5366132" y="2211011"/>
                </a:cubicBezTo>
                <a:cubicBezTo>
                  <a:pt x="5359292" y="2211011"/>
                  <a:pt x="5354972" y="2222171"/>
                  <a:pt x="5363972" y="2222171"/>
                </a:cubicBezTo>
                <a:cubicBezTo>
                  <a:pt x="5370812" y="2211011"/>
                  <a:pt x="5381972" y="2201650"/>
                  <a:pt x="5384492" y="2185809"/>
                </a:cubicBezTo>
                <a:cubicBezTo>
                  <a:pt x="5393492" y="2183649"/>
                  <a:pt x="5400332" y="2183649"/>
                  <a:pt x="5405013" y="2185809"/>
                </a:cubicBezTo>
                <a:cubicBezTo>
                  <a:pt x="5407173" y="2172128"/>
                  <a:pt x="5402493" y="2176808"/>
                  <a:pt x="5400332" y="2163127"/>
                </a:cubicBezTo>
                <a:cubicBezTo>
                  <a:pt x="5407173" y="2163127"/>
                  <a:pt x="5407173" y="2158447"/>
                  <a:pt x="5414013" y="2156287"/>
                </a:cubicBezTo>
                <a:cubicBezTo>
                  <a:pt x="5420853" y="2156287"/>
                  <a:pt x="5418693" y="2163127"/>
                  <a:pt x="5423013" y="2160967"/>
                </a:cubicBezTo>
                <a:cubicBezTo>
                  <a:pt x="5450373" y="2140446"/>
                  <a:pt x="5443533" y="2113084"/>
                  <a:pt x="5455053" y="2087882"/>
                </a:cubicBezTo>
                <a:cubicBezTo>
                  <a:pt x="5459373" y="2094723"/>
                  <a:pt x="5466213" y="2101563"/>
                  <a:pt x="5475213" y="2104083"/>
                </a:cubicBezTo>
                <a:cubicBezTo>
                  <a:pt x="5477733" y="2094723"/>
                  <a:pt x="5489253" y="2087882"/>
                  <a:pt x="5482413" y="2074561"/>
                </a:cubicBezTo>
                <a:cubicBezTo>
                  <a:pt x="5473053" y="2078881"/>
                  <a:pt x="5477733" y="2101563"/>
                  <a:pt x="5466213" y="2087882"/>
                </a:cubicBezTo>
                <a:cubicBezTo>
                  <a:pt x="5468373" y="2074561"/>
                  <a:pt x="5482413" y="2069881"/>
                  <a:pt x="5500413" y="2060880"/>
                </a:cubicBezTo>
                <a:cubicBezTo>
                  <a:pt x="5495733" y="2042519"/>
                  <a:pt x="5486733" y="2065201"/>
                  <a:pt x="5477733" y="2056200"/>
                </a:cubicBezTo>
                <a:cubicBezTo>
                  <a:pt x="5505093" y="2033518"/>
                  <a:pt x="5505093" y="1999316"/>
                  <a:pt x="5511933" y="1974474"/>
                </a:cubicBezTo>
                <a:cubicBezTo>
                  <a:pt x="5518773" y="1983475"/>
                  <a:pt x="5507253" y="1983475"/>
                  <a:pt x="5509413" y="1990315"/>
                </a:cubicBezTo>
                <a:cubicBezTo>
                  <a:pt x="5518053" y="1985185"/>
                  <a:pt x="5520213" y="1991598"/>
                  <a:pt x="5524550" y="1992239"/>
                </a:cubicBezTo>
                <a:lnTo>
                  <a:pt x="5526506" y="1991540"/>
                </a:lnTo>
                <a:lnTo>
                  <a:pt x="5530859" y="1965456"/>
                </a:lnTo>
                <a:lnTo>
                  <a:pt x="5530895" y="1964489"/>
                </a:lnTo>
                <a:lnTo>
                  <a:pt x="5531076" y="1964153"/>
                </a:lnTo>
                <a:lnTo>
                  <a:pt x="5537473" y="1925825"/>
                </a:lnTo>
                <a:lnTo>
                  <a:pt x="5532145" y="1928454"/>
                </a:lnTo>
                <a:cubicBezTo>
                  <a:pt x="5531079" y="1925053"/>
                  <a:pt x="5533389" y="1920579"/>
                  <a:pt x="5536233" y="1914672"/>
                </a:cubicBezTo>
                <a:lnTo>
                  <a:pt x="5542594" y="1895141"/>
                </a:lnTo>
                <a:lnTo>
                  <a:pt x="5544055" y="1886384"/>
                </a:lnTo>
                <a:lnTo>
                  <a:pt x="5539081" y="1887807"/>
                </a:lnTo>
                <a:cubicBezTo>
                  <a:pt x="5539081" y="1885650"/>
                  <a:pt x="5541593" y="1885650"/>
                  <a:pt x="5543746" y="1885650"/>
                </a:cubicBezTo>
                <a:cubicBezTo>
                  <a:pt x="5548410" y="1871992"/>
                  <a:pt x="5534775" y="1860490"/>
                  <a:pt x="5550563" y="1847191"/>
                </a:cubicBezTo>
                <a:lnTo>
                  <a:pt x="5550595" y="1847196"/>
                </a:lnTo>
                <a:lnTo>
                  <a:pt x="5557077" y="1808358"/>
                </a:lnTo>
                <a:cubicBezTo>
                  <a:pt x="5557077" y="1794679"/>
                  <a:pt x="5543399" y="1780999"/>
                  <a:pt x="5570755" y="1769840"/>
                </a:cubicBezTo>
                <a:cubicBezTo>
                  <a:pt x="5581013" y="1782259"/>
                  <a:pt x="5587852" y="1796479"/>
                  <a:pt x="5592127" y="1811823"/>
                </a:cubicBezTo>
                <a:lnTo>
                  <a:pt x="5593821" y="1825625"/>
                </a:lnTo>
                <a:lnTo>
                  <a:pt x="5602091" y="1825625"/>
                </a:lnTo>
                <a:lnTo>
                  <a:pt x="5603888" y="1825625"/>
                </a:lnTo>
                <a:lnTo>
                  <a:pt x="5605545" y="1820716"/>
                </a:lnTo>
                <a:cubicBezTo>
                  <a:pt x="5606749" y="1814556"/>
                  <a:pt x="5606884" y="1808143"/>
                  <a:pt x="5605174" y="1801302"/>
                </a:cubicBezTo>
                <a:cubicBezTo>
                  <a:pt x="5607334" y="1808143"/>
                  <a:pt x="5612014" y="1808143"/>
                  <a:pt x="5618854" y="1808143"/>
                </a:cubicBezTo>
                <a:cubicBezTo>
                  <a:pt x="5623174" y="1767100"/>
                  <a:pt x="5630014" y="1773941"/>
                  <a:pt x="5650534" y="1746939"/>
                </a:cubicBezTo>
                <a:cubicBezTo>
                  <a:pt x="5652694" y="1753779"/>
                  <a:pt x="5657374" y="1758099"/>
                  <a:pt x="5664215" y="1755939"/>
                </a:cubicBezTo>
                <a:cubicBezTo>
                  <a:pt x="5652694" y="1740098"/>
                  <a:pt x="5675735" y="1749099"/>
                  <a:pt x="5671055" y="1735418"/>
                </a:cubicBezTo>
                <a:cubicBezTo>
                  <a:pt x="5666375" y="1726417"/>
                  <a:pt x="5662055" y="1721737"/>
                  <a:pt x="5657374" y="1721737"/>
                </a:cubicBezTo>
                <a:cubicBezTo>
                  <a:pt x="5664215" y="1717417"/>
                  <a:pt x="5668895" y="1712736"/>
                  <a:pt x="5668895" y="1705896"/>
                </a:cubicBezTo>
                <a:cubicBezTo>
                  <a:pt x="5664215" y="1701216"/>
                  <a:pt x="5657374" y="1710576"/>
                  <a:pt x="5655214" y="1705896"/>
                </a:cubicBezTo>
                <a:lnTo>
                  <a:pt x="5658633" y="1701163"/>
                </a:lnTo>
                <a:lnTo>
                  <a:pt x="5658237" y="1701182"/>
                </a:lnTo>
                <a:cubicBezTo>
                  <a:pt x="5652794" y="1701447"/>
                  <a:pt x="5652794" y="1701447"/>
                  <a:pt x="5652794" y="1701447"/>
                </a:cubicBezTo>
                <a:cubicBezTo>
                  <a:pt x="5651071" y="1697566"/>
                  <a:pt x="5652794" y="1694943"/>
                  <a:pt x="5656383" y="1693328"/>
                </a:cubicBezTo>
                <a:lnTo>
                  <a:pt x="5667337" y="1691796"/>
                </a:lnTo>
                <a:lnTo>
                  <a:pt x="5670149" y="1688885"/>
                </a:lnTo>
                <a:cubicBezTo>
                  <a:pt x="5671640" y="1686792"/>
                  <a:pt x="5673395" y="1683664"/>
                  <a:pt x="5675735" y="1678534"/>
                </a:cubicBezTo>
                <a:cubicBezTo>
                  <a:pt x="5668895" y="1680694"/>
                  <a:pt x="5659534" y="1690055"/>
                  <a:pt x="5657374" y="1678534"/>
                </a:cubicBezTo>
                <a:cubicBezTo>
                  <a:pt x="5684735" y="1662693"/>
                  <a:pt x="5686895" y="1614810"/>
                  <a:pt x="5709575" y="1635331"/>
                </a:cubicBezTo>
                <a:cubicBezTo>
                  <a:pt x="5721095" y="1623810"/>
                  <a:pt x="5712095" y="1607969"/>
                  <a:pt x="5718935" y="1596448"/>
                </a:cubicBezTo>
                <a:cubicBezTo>
                  <a:pt x="5721095" y="1598968"/>
                  <a:pt x="5723255" y="1605809"/>
                  <a:pt x="5727935" y="1603289"/>
                </a:cubicBezTo>
                <a:cubicBezTo>
                  <a:pt x="5723255" y="1587448"/>
                  <a:pt x="5746295" y="1592128"/>
                  <a:pt x="5743775" y="1576287"/>
                </a:cubicBezTo>
                <a:cubicBezTo>
                  <a:pt x="5732615" y="1566926"/>
                  <a:pt x="5718935" y="1573767"/>
                  <a:pt x="5709575" y="1566926"/>
                </a:cubicBezTo>
                <a:cubicBezTo>
                  <a:pt x="5727935" y="1564766"/>
                  <a:pt x="5746295" y="1539924"/>
                  <a:pt x="5725775" y="1533084"/>
                </a:cubicBezTo>
                <a:lnTo>
                  <a:pt x="5738193" y="1498416"/>
                </a:lnTo>
                <a:lnTo>
                  <a:pt x="5738088" y="1497582"/>
                </a:lnTo>
                <a:cubicBezTo>
                  <a:pt x="5737722" y="1488891"/>
                  <a:pt x="5738037" y="1479059"/>
                  <a:pt x="5739207" y="1467090"/>
                </a:cubicBezTo>
                <a:cubicBezTo>
                  <a:pt x="5741367" y="1444410"/>
                  <a:pt x="5761884" y="1428571"/>
                  <a:pt x="5768723" y="1412731"/>
                </a:cubicBezTo>
                <a:cubicBezTo>
                  <a:pt x="5770883" y="1408052"/>
                  <a:pt x="5761884" y="1403372"/>
                  <a:pt x="5764043" y="1396532"/>
                </a:cubicBezTo>
                <a:cubicBezTo>
                  <a:pt x="5766293" y="1391492"/>
                  <a:pt x="5770252" y="1386002"/>
                  <a:pt x="5775072" y="1380175"/>
                </a:cubicBezTo>
                <a:lnTo>
                  <a:pt x="5779424" y="1375234"/>
                </a:lnTo>
                <a:lnTo>
                  <a:pt x="5802815" y="1291867"/>
                </a:lnTo>
                <a:cubicBezTo>
                  <a:pt x="5814335" y="1300868"/>
                  <a:pt x="5795975" y="1307708"/>
                  <a:pt x="5802815" y="1316709"/>
                </a:cubicBezTo>
                <a:cubicBezTo>
                  <a:pt x="5812175" y="1316709"/>
                  <a:pt x="5805335" y="1328230"/>
                  <a:pt x="5816495" y="1321389"/>
                </a:cubicBezTo>
                <a:cubicBezTo>
                  <a:pt x="5814335" y="1319229"/>
                  <a:pt x="5821175" y="1314549"/>
                  <a:pt x="5819015" y="1312389"/>
                </a:cubicBezTo>
                <a:cubicBezTo>
                  <a:pt x="5814335" y="1307708"/>
                  <a:pt x="5809655" y="1309869"/>
                  <a:pt x="5807495" y="1303028"/>
                </a:cubicBezTo>
                <a:cubicBezTo>
                  <a:pt x="5810915" y="1297448"/>
                  <a:pt x="5813795" y="1296908"/>
                  <a:pt x="5816360" y="1297493"/>
                </a:cubicBezTo>
                <a:lnTo>
                  <a:pt x="5819653" y="1298066"/>
                </a:lnTo>
                <a:lnTo>
                  <a:pt x="5819249" y="1292675"/>
                </a:lnTo>
                <a:cubicBezTo>
                  <a:pt x="5819227" y="1288131"/>
                  <a:pt x="5819913" y="1283721"/>
                  <a:pt x="5822449" y="1279435"/>
                </a:cubicBezTo>
                <a:lnTo>
                  <a:pt x="5822748" y="1279174"/>
                </a:lnTo>
                <a:lnTo>
                  <a:pt x="5816495" y="1278186"/>
                </a:lnTo>
                <a:cubicBezTo>
                  <a:pt x="5805335" y="1289707"/>
                  <a:pt x="5793815" y="1289707"/>
                  <a:pt x="5782655" y="1294028"/>
                </a:cubicBezTo>
                <a:cubicBezTo>
                  <a:pt x="5789495" y="1287187"/>
                  <a:pt x="5780135" y="1280347"/>
                  <a:pt x="5791655" y="1273506"/>
                </a:cubicBezTo>
                <a:cubicBezTo>
                  <a:pt x="5795975" y="1278186"/>
                  <a:pt x="5800655" y="1289707"/>
                  <a:pt x="5807495" y="1278186"/>
                </a:cubicBezTo>
                <a:cubicBezTo>
                  <a:pt x="5802815" y="1259825"/>
                  <a:pt x="5834855" y="1239304"/>
                  <a:pt x="5819015" y="1219142"/>
                </a:cubicBezTo>
                <a:cubicBezTo>
                  <a:pt x="5830175" y="1214462"/>
                  <a:pt x="5832695" y="1212302"/>
                  <a:pt x="5821175" y="1207622"/>
                </a:cubicBezTo>
                <a:cubicBezTo>
                  <a:pt x="5832695" y="1202941"/>
                  <a:pt x="5830175" y="1193941"/>
                  <a:pt x="5834855" y="1187100"/>
                </a:cubicBezTo>
                <a:cubicBezTo>
                  <a:pt x="5838275" y="1192861"/>
                  <a:pt x="5838275" y="1198531"/>
                  <a:pt x="5838275" y="1203931"/>
                </a:cubicBezTo>
                <a:lnTo>
                  <a:pt x="5841485" y="1218207"/>
                </a:lnTo>
                <a:lnTo>
                  <a:pt x="5843906" y="1209023"/>
                </a:lnTo>
                <a:lnTo>
                  <a:pt x="5854080" y="1194580"/>
                </a:lnTo>
                <a:lnTo>
                  <a:pt x="5854205" y="1193671"/>
                </a:lnTo>
                <a:cubicBezTo>
                  <a:pt x="5853665" y="1184850"/>
                  <a:pt x="5850875" y="1175760"/>
                  <a:pt x="5853215" y="1166579"/>
                </a:cubicBezTo>
                <a:cubicBezTo>
                  <a:pt x="5869056" y="1168739"/>
                  <a:pt x="5862216" y="1150738"/>
                  <a:pt x="5869056" y="1143897"/>
                </a:cubicBezTo>
                <a:cubicBezTo>
                  <a:pt x="5880216" y="1146057"/>
                  <a:pt x="5887056" y="1164419"/>
                  <a:pt x="5898576" y="1157578"/>
                </a:cubicBezTo>
                <a:cubicBezTo>
                  <a:pt x="5884896" y="1146057"/>
                  <a:pt x="5896416" y="1134897"/>
                  <a:pt x="5893896" y="1123376"/>
                </a:cubicBezTo>
                <a:cubicBezTo>
                  <a:pt x="5882736" y="1112215"/>
                  <a:pt x="5884896" y="1116535"/>
                  <a:pt x="5873376" y="1112215"/>
                </a:cubicBezTo>
                <a:cubicBezTo>
                  <a:pt x="5887056" y="1102854"/>
                  <a:pt x="5884896" y="1102854"/>
                  <a:pt x="5896416" y="1091694"/>
                </a:cubicBezTo>
                <a:cubicBezTo>
                  <a:pt x="5905416" y="1098534"/>
                  <a:pt x="5907576" y="1096014"/>
                  <a:pt x="5921256" y="1098534"/>
                </a:cubicBezTo>
                <a:cubicBezTo>
                  <a:pt x="5923417" y="1107535"/>
                  <a:pt x="5912256" y="1116535"/>
                  <a:pt x="5923417" y="1125896"/>
                </a:cubicBezTo>
                <a:cubicBezTo>
                  <a:pt x="5908296" y="1142907"/>
                  <a:pt x="5909579" y="1159919"/>
                  <a:pt x="5905394" y="1179816"/>
                </a:cubicBezTo>
                <a:lnTo>
                  <a:pt x="5900701" y="1194247"/>
                </a:lnTo>
                <a:lnTo>
                  <a:pt x="5899938" y="1198865"/>
                </a:lnTo>
                <a:cubicBezTo>
                  <a:pt x="5900439" y="1203826"/>
                  <a:pt x="5903431" y="1207358"/>
                  <a:pt x="5911979" y="1207898"/>
                </a:cubicBezTo>
                <a:lnTo>
                  <a:pt x="5907385" y="1213224"/>
                </a:lnTo>
                <a:lnTo>
                  <a:pt x="5905326" y="1224588"/>
                </a:lnTo>
                <a:cubicBezTo>
                  <a:pt x="5901906" y="1232553"/>
                  <a:pt x="5896236" y="1240564"/>
                  <a:pt x="5898576" y="1248664"/>
                </a:cubicBezTo>
                <a:cubicBezTo>
                  <a:pt x="5903256" y="1246144"/>
                  <a:pt x="5905416" y="1243984"/>
                  <a:pt x="5910096" y="1248664"/>
                </a:cubicBezTo>
                <a:cubicBezTo>
                  <a:pt x="5901456" y="1253795"/>
                  <a:pt x="5905776" y="1260140"/>
                  <a:pt x="5901642" y="1265878"/>
                </a:cubicBezTo>
                <a:lnTo>
                  <a:pt x="5899764" y="1267204"/>
                </a:lnTo>
                <a:lnTo>
                  <a:pt x="5899871" y="1268416"/>
                </a:lnTo>
                <a:lnTo>
                  <a:pt x="5896047" y="1285358"/>
                </a:lnTo>
                <a:lnTo>
                  <a:pt x="5903256" y="1291867"/>
                </a:lnTo>
                <a:cubicBezTo>
                  <a:pt x="5891736" y="1300868"/>
                  <a:pt x="5891736" y="1305548"/>
                  <a:pt x="5900736" y="1316709"/>
                </a:cubicBezTo>
                <a:cubicBezTo>
                  <a:pt x="5898576" y="1321389"/>
                  <a:pt x="5893896" y="1321389"/>
                  <a:pt x="5889576" y="1321389"/>
                </a:cubicBezTo>
                <a:cubicBezTo>
                  <a:pt x="5891736" y="1328230"/>
                  <a:pt x="5900736" y="1337231"/>
                  <a:pt x="5896416" y="1344071"/>
                </a:cubicBezTo>
                <a:cubicBezTo>
                  <a:pt x="5879136" y="1344071"/>
                  <a:pt x="5885144" y="1331312"/>
                  <a:pt x="5888316" y="1319162"/>
                </a:cubicBezTo>
                <a:lnTo>
                  <a:pt x="5888969" y="1313229"/>
                </a:lnTo>
                <a:lnTo>
                  <a:pt x="5873314" y="1349222"/>
                </a:lnTo>
                <a:lnTo>
                  <a:pt x="5866210" y="1362587"/>
                </a:lnTo>
                <a:lnTo>
                  <a:pt x="5869056" y="1366753"/>
                </a:lnTo>
                <a:lnTo>
                  <a:pt x="5862598" y="1369380"/>
                </a:lnTo>
                <a:lnTo>
                  <a:pt x="5855151" y="1383390"/>
                </a:lnTo>
                <a:lnTo>
                  <a:pt x="5856950" y="1386329"/>
                </a:lnTo>
                <a:cubicBezTo>
                  <a:pt x="5857536" y="1389704"/>
                  <a:pt x="5857536" y="1393035"/>
                  <a:pt x="5859696" y="1396275"/>
                </a:cubicBezTo>
                <a:cubicBezTo>
                  <a:pt x="5857536" y="1398615"/>
                  <a:pt x="5851865" y="1399785"/>
                  <a:pt x="5847320" y="1401495"/>
                </a:cubicBezTo>
                <a:lnTo>
                  <a:pt x="5843645" y="1403664"/>
                </a:lnTo>
                <a:lnTo>
                  <a:pt x="5841833" y="1406806"/>
                </a:lnTo>
                <a:lnTo>
                  <a:pt x="5841695" y="1409956"/>
                </a:lnTo>
                <a:cubicBezTo>
                  <a:pt x="5850695" y="1407795"/>
                  <a:pt x="5862216" y="1400955"/>
                  <a:pt x="5871216" y="1416796"/>
                </a:cubicBezTo>
                <a:cubicBezTo>
                  <a:pt x="5843855" y="1419316"/>
                  <a:pt x="5864376" y="1430477"/>
                  <a:pt x="5839535" y="1435157"/>
                </a:cubicBezTo>
                <a:cubicBezTo>
                  <a:pt x="5850695" y="1446678"/>
                  <a:pt x="5846375" y="1444158"/>
                  <a:pt x="5850695" y="1457839"/>
                </a:cubicBezTo>
                <a:cubicBezTo>
                  <a:pt x="5857536" y="1450998"/>
                  <a:pt x="5850695" y="1428317"/>
                  <a:pt x="5866536" y="1432637"/>
                </a:cubicBezTo>
                <a:cubicBezTo>
                  <a:pt x="5866536" y="1448838"/>
                  <a:pt x="5853215" y="1464679"/>
                  <a:pt x="5850695" y="1480520"/>
                </a:cubicBezTo>
                <a:cubicBezTo>
                  <a:pt x="5871216" y="1483041"/>
                  <a:pt x="5846375" y="1519403"/>
                  <a:pt x="5848535" y="1537404"/>
                </a:cubicBezTo>
                <a:cubicBezTo>
                  <a:pt x="5862216" y="1523723"/>
                  <a:pt x="5878056" y="1483041"/>
                  <a:pt x="5900736" y="1496361"/>
                </a:cubicBezTo>
                <a:cubicBezTo>
                  <a:pt x="5903256" y="1489881"/>
                  <a:pt x="5903256" y="1485201"/>
                  <a:pt x="5898576" y="1478360"/>
                </a:cubicBezTo>
                <a:cubicBezTo>
                  <a:pt x="5893896" y="1483041"/>
                  <a:pt x="5889576" y="1483041"/>
                  <a:pt x="5884896" y="1478360"/>
                </a:cubicBezTo>
                <a:cubicBezTo>
                  <a:pt x="5898576" y="1457839"/>
                  <a:pt x="5866536" y="1464679"/>
                  <a:pt x="5875896" y="1444158"/>
                </a:cubicBezTo>
                <a:cubicBezTo>
                  <a:pt x="5880216" y="1453519"/>
                  <a:pt x="5884896" y="1459999"/>
                  <a:pt x="5891736" y="1455679"/>
                </a:cubicBezTo>
                <a:cubicBezTo>
                  <a:pt x="5896416" y="1450998"/>
                  <a:pt x="5898576" y="1446678"/>
                  <a:pt x="5898576" y="1441998"/>
                </a:cubicBezTo>
                <a:cubicBezTo>
                  <a:pt x="5898576" y="1441998"/>
                  <a:pt x="5898576" y="1441998"/>
                  <a:pt x="5889576" y="1428317"/>
                </a:cubicBezTo>
                <a:cubicBezTo>
                  <a:pt x="5898576" y="1421476"/>
                  <a:pt x="5898576" y="1414636"/>
                  <a:pt x="5907576" y="1405635"/>
                </a:cubicBezTo>
                <a:cubicBezTo>
                  <a:pt x="5921256" y="1416796"/>
                  <a:pt x="5910096" y="1423636"/>
                  <a:pt x="5916936" y="1432637"/>
                </a:cubicBezTo>
                <a:cubicBezTo>
                  <a:pt x="5923417" y="1428317"/>
                  <a:pt x="5925937" y="1421476"/>
                  <a:pt x="5925937" y="1416796"/>
                </a:cubicBezTo>
                <a:cubicBezTo>
                  <a:pt x="5925937" y="1416796"/>
                  <a:pt x="5925937" y="1416796"/>
                  <a:pt x="5912256" y="1398795"/>
                </a:cubicBezTo>
                <a:cubicBezTo>
                  <a:pt x="5910096" y="1405635"/>
                  <a:pt x="5907576" y="1407795"/>
                  <a:pt x="5900736" y="1403115"/>
                </a:cubicBezTo>
                <a:cubicBezTo>
                  <a:pt x="5912256" y="1387274"/>
                  <a:pt x="5912256" y="1369273"/>
                  <a:pt x="5919096" y="1350911"/>
                </a:cubicBezTo>
                <a:cubicBezTo>
                  <a:pt x="5873376" y="1323550"/>
                  <a:pt x="5946457" y="1276026"/>
                  <a:pt x="5923417" y="1246144"/>
                </a:cubicBezTo>
                <a:cubicBezTo>
                  <a:pt x="5930257" y="1259825"/>
                  <a:pt x="5937097" y="1259825"/>
                  <a:pt x="5946457" y="1262345"/>
                </a:cubicBezTo>
                <a:cubicBezTo>
                  <a:pt x="5930257" y="1278186"/>
                  <a:pt x="5910096" y="1303028"/>
                  <a:pt x="5930257" y="1314549"/>
                </a:cubicBezTo>
                <a:cubicBezTo>
                  <a:pt x="5914416" y="1323550"/>
                  <a:pt x="5916936" y="1332550"/>
                  <a:pt x="5916936" y="1344071"/>
                </a:cubicBezTo>
                <a:cubicBezTo>
                  <a:pt x="5930257" y="1341911"/>
                  <a:pt x="5921256" y="1326070"/>
                  <a:pt x="5939617" y="1330390"/>
                </a:cubicBezTo>
                <a:cubicBezTo>
                  <a:pt x="5916936" y="1316709"/>
                  <a:pt x="5962297" y="1303028"/>
                  <a:pt x="5932777" y="1296188"/>
                </a:cubicBezTo>
                <a:cubicBezTo>
                  <a:pt x="5955457" y="1282867"/>
                  <a:pt x="5943937" y="1269186"/>
                  <a:pt x="5955457" y="1252985"/>
                </a:cubicBezTo>
                <a:cubicBezTo>
                  <a:pt x="5962297" y="1262345"/>
                  <a:pt x="5957617" y="1269186"/>
                  <a:pt x="5969137" y="1262345"/>
                </a:cubicBezTo>
                <a:cubicBezTo>
                  <a:pt x="5962297" y="1255505"/>
                  <a:pt x="5978137" y="1252985"/>
                  <a:pt x="5980297" y="1252985"/>
                </a:cubicBezTo>
                <a:cubicBezTo>
                  <a:pt x="5966617" y="1252985"/>
                  <a:pt x="5982817" y="1241824"/>
                  <a:pt x="5969137" y="1232463"/>
                </a:cubicBezTo>
                <a:cubicBezTo>
                  <a:pt x="5966617" y="1239304"/>
                  <a:pt x="5964457" y="1241824"/>
                  <a:pt x="5957617" y="1237144"/>
                </a:cubicBezTo>
                <a:cubicBezTo>
                  <a:pt x="5966617" y="1225983"/>
                  <a:pt x="5957617" y="1214462"/>
                  <a:pt x="5975977" y="1202941"/>
                </a:cubicBezTo>
                <a:cubicBezTo>
                  <a:pt x="5980297" y="1205461"/>
                  <a:pt x="5984977" y="1214462"/>
                  <a:pt x="5989657" y="1212302"/>
                </a:cubicBezTo>
                <a:cubicBezTo>
                  <a:pt x="5991817" y="1196101"/>
                  <a:pt x="5980297" y="1196101"/>
                  <a:pt x="5975977" y="1182420"/>
                </a:cubicBezTo>
                <a:cubicBezTo>
                  <a:pt x="6000817" y="1175579"/>
                  <a:pt x="5984977" y="1157578"/>
                  <a:pt x="6010177" y="1148578"/>
                </a:cubicBezTo>
                <a:cubicBezTo>
                  <a:pt x="6005497" y="1134897"/>
                  <a:pt x="6026017" y="1116535"/>
                  <a:pt x="6026017" y="1109695"/>
                </a:cubicBezTo>
                <a:cubicBezTo>
                  <a:pt x="6019177" y="1116535"/>
                  <a:pt x="6035017" y="1119056"/>
                  <a:pt x="6039697" y="1119056"/>
                </a:cubicBezTo>
                <a:cubicBezTo>
                  <a:pt x="6039697" y="1107535"/>
                  <a:pt x="6059857" y="1089173"/>
                  <a:pt x="6041857" y="1096014"/>
                </a:cubicBezTo>
                <a:cubicBezTo>
                  <a:pt x="6046537" y="1080173"/>
                  <a:pt x="6048697" y="1091694"/>
                  <a:pt x="6059857" y="1087013"/>
                </a:cubicBezTo>
                <a:cubicBezTo>
                  <a:pt x="6053377" y="1080173"/>
                  <a:pt x="6069217" y="1073332"/>
                  <a:pt x="6064537" y="1068652"/>
                </a:cubicBezTo>
                <a:cubicBezTo>
                  <a:pt x="6050857" y="1064332"/>
                  <a:pt x="6057697" y="1073332"/>
                  <a:pt x="6050857" y="1082333"/>
                </a:cubicBezTo>
                <a:cubicBezTo>
                  <a:pt x="6039697" y="1082333"/>
                  <a:pt x="6048697" y="1075493"/>
                  <a:pt x="6037177" y="1068652"/>
                </a:cubicBezTo>
                <a:cubicBezTo>
                  <a:pt x="6046537" y="1062172"/>
                  <a:pt x="6048697" y="1057491"/>
                  <a:pt x="6039697" y="1050651"/>
                </a:cubicBezTo>
                <a:cubicBezTo>
                  <a:pt x="6050857" y="1050651"/>
                  <a:pt x="6048697" y="1030129"/>
                  <a:pt x="6062377" y="1039130"/>
                </a:cubicBezTo>
                <a:cubicBezTo>
                  <a:pt x="6059857" y="1043810"/>
                  <a:pt x="6039697" y="1048491"/>
                  <a:pt x="6057697" y="1064332"/>
                </a:cubicBezTo>
                <a:cubicBezTo>
                  <a:pt x="6067057" y="1043810"/>
                  <a:pt x="6071377" y="1057491"/>
                  <a:pt x="6087217" y="1048491"/>
                </a:cubicBezTo>
                <a:cubicBezTo>
                  <a:pt x="6071377" y="1036970"/>
                  <a:pt x="6100897" y="1023289"/>
                  <a:pt x="6091897" y="1012128"/>
                </a:cubicBezTo>
                <a:cubicBezTo>
                  <a:pt x="6103417" y="1018969"/>
                  <a:pt x="6094057" y="1025809"/>
                  <a:pt x="6105577" y="1030129"/>
                </a:cubicBezTo>
                <a:cubicBezTo>
                  <a:pt x="6089737" y="1041650"/>
                  <a:pt x="6091897" y="1050651"/>
                  <a:pt x="6094057" y="1062172"/>
                </a:cubicBezTo>
                <a:cubicBezTo>
                  <a:pt x="6098737" y="1059651"/>
                  <a:pt x="6105577" y="1059651"/>
                  <a:pt x="6100897" y="1064332"/>
                </a:cubicBezTo>
                <a:cubicBezTo>
                  <a:pt x="6089737" y="1068652"/>
                  <a:pt x="6096577" y="1098534"/>
                  <a:pt x="6105577" y="1112215"/>
                </a:cubicBezTo>
                <a:cubicBezTo>
                  <a:pt x="6098737" y="1121216"/>
                  <a:pt x="6094057" y="1114375"/>
                  <a:pt x="6087217" y="1123376"/>
                </a:cubicBezTo>
                <a:cubicBezTo>
                  <a:pt x="6094057" y="1134897"/>
                  <a:pt x="6094057" y="1157578"/>
                  <a:pt x="6080737" y="1159738"/>
                </a:cubicBezTo>
                <a:cubicBezTo>
                  <a:pt x="6067057" y="1152898"/>
                  <a:pt x="6094057" y="1148578"/>
                  <a:pt x="6085057" y="1141737"/>
                </a:cubicBezTo>
                <a:cubicBezTo>
                  <a:pt x="6076057" y="1141737"/>
                  <a:pt x="6069217" y="1119056"/>
                  <a:pt x="6059857" y="1130216"/>
                </a:cubicBezTo>
                <a:cubicBezTo>
                  <a:pt x="6057697" y="1139217"/>
                  <a:pt x="6067057" y="1132376"/>
                  <a:pt x="6071377" y="1143897"/>
                </a:cubicBezTo>
                <a:cubicBezTo>
                  <a:pt x="6062377" y="1150738"/>
                  <a:pt x="6071377" y="1159738"/>
                  <a:pt x="6067057" y="1168739"/>
                </a:cubicBezTo>
                <a:cubicBezTo>
                  <a:pt x="6059857" y="1180260"/>
                  <a:pt x="6055537" y="1162259"/>
                  <a:pt x="6048697" y="1173419"/>
                </a:cubicBezTo>
                <a:cubicBezTo>
                  <a:pt x="6064537" y="1175579"/>
                  <a:pt x="6067057" y="1193941"/>
                  <a:pt x="6062377" y="1202941"/>
                </a:cubicBezTo>
                <a:cubicBezTo>
                  <a:pt x="6076057" y="1202941"/>
                  <a:pt x="6078217" y="1205461"/>
                  <a:pt x="6085057" y="1212302"/>
                </a:cubicBezTo>
                <a:cubicBezTo>
                  <a:pt x="6076057" y="1228143"/>
                  <a:pt x="6085057" y="1243984"/>
                  <a:pt x="6071377" y="1259825"/>
                </a:cubicBezTo>
                <a:cubicBezTo>
                  <a:pt x="6064537" y="1257665"/>
                  <a:pt x="6073897" y="1241824"/>
                  <a:pt x="6062377" y="1248664"/>
                </a:cubicBezTo>
                <a:cubicBezTo>
                  <a:pt x="6067057" y="1264506"/>
                  <a:pt x="6048697" y="1264506"/>
                  <a:pt x="6057697" y="1282867"/>
                </a:cubicBezTo>
                <a:cubicBezTo>
                  <a:pt x="6048697" y="1282867"/>
                  <a:pt x="6035017" y="1307708"/>
                  <a:pt x="6039697" y="1321389"/>
                </a:cubicBezTo>
                <a:cubicBezTo>
                  <a:pt x="6028177" y="1332550"/>
                  <a:pt x="6023497" y="1314549"/>
                  <a:pt x="6010177" y="1330390"/>
                </a:cubicBezTo>
                <a:cubicBezTo>
                  <a:pt x="6026017" y="1332550"/>
                  <a:pt x="6014497" y="1350911"/>
                  <a:pt x="6028177" y="1355592"/>
                </a:cubicBezTo>
                <a:cubicBezTo>
                  <a:pt x="6019177" y="1359912"/>
                  <a:pt x="6026017" y="1366753"/>
                  <a:pt x="6019177" y="1371433"/>
                </a:cubicBezTo>
                <a:cubicBezTo>
                  <a:pt x="6017017" y="1366753"/>
                  <a:pt x="6012337" y="1359912"/>
                  <a:pt x="6007657" y="1366753"/>
                </a:cubicBezTo>
                <a:cubicBezTo>
                  <a:pt x="6012337" y="1371433"/>
                  <a:pt x="6007657" y="1376113"/>
                  <a:pt x="6012337" y="1382954"/>
                </a:cubicBezTo>
                <a:cubicBezTo>
                  <a:pt x="6003337" y="1391954"/>
                  <a:pt x="5998657" y="1380433"/>
                  <a:pt x="5989657" y="1385114"/>
                </a:cubicBezTo>
                <a:cubicBezTo>
                  <a:pt x="6007657" y="1398795"/>
                  <a:pt x="5989657" y="1407795"/>
                  <a:pt x="5993977" y="1421476"/>
                </a:cubicBezTo>
                <a:cubicBezTo>
                  <a:pt x="6003337" y="1409956"/>
                  <a:pt x="6007657" y="1400955"/>
                  <a:pt x="6014497" y="1391954"/>
                </a:cubicBezTo>
                <a:cubicBezTo>
                  <a:pt x="6019177" y="1412476"/>
                  <a:pt x="5993977" y="1428317"/>
                  <a:pt x="6000817" y="1450998"/>
                </a:cubicBezTo>
                <a:cubicBezTo>
                  <a:pt x="6012337" y="1426157"/>
                  <a:pt x="6032857" y="1405635"/>
                  <a:pt x="6032857" y="1380433"/>
                </a:cubicBezTo>
                <a:cubicBezTo>
                  <a:pt x="6026017" y="1385114"/>
                  <a:pt x="6021337" y="1389794"/>
                  <a:pt x="6019177" y="1382954"/>
                </a:cubicBezTo>
                <a:cubicBezTo>
                  <a:pt x="6030337" y="1373593"/>
                  <a:pt x="6030337" y="1378273"/>
                  <a:pt x="6037177" y="1366753"/>
                </a:cubicBezTo>
                <a:cubicBezTo>
                  <a:pt x="6044017" y="1369273"/>
                  <a:pt x="6048697" y="1376113"/>
                  <a:pt x="6055537" y="1376113"/>
                </a:cubicBezTo>
                <a:cubicBezTo>
                  <a:pt x="6030337" y="1400955"/>
                  <a:pt x="6017017" y="1428317"/>
                  <a:pt x="6032857" y="1448838"/>
                </a:cubicBezTo>
                <a:cubicBezTo>
                  <a:pt x="6028177" y="1441998"/>
                  <a:pt x="6017017" y="1457839"/>
                  <a:pt x="6028177" y="1462519"/>
                </a:cubicBezTo>
                <a:cubicBezTo>
                  <a:pt x="6019177" y="1473680"/>
                  <a:pt x="6014497" y="1455679"/>
                  <a:pt x="6005497" y="1459999"/>
                </a:cubicBezTo>
                <a:cubicBezTo>
                  <a:pt x="6010177" y="1466839"/>
                  <a:pt x="6000817" y="1473680"/>
                  <a:pt x="6000817" y="1483041"/>
                </a:cubicBezTo>
                <a:cubicBezTo>
                  <a:pt x="6007657" y="1478360"/>
                  <a:pt x="6012337" y="1457839"/>
                  <a:pt x="6019177" y="1473680"/>
                </a:cubicBezTo>
                <a:cubicBezTo>
                  <a:pt x="6028177" y="1480520"/>
                  <a:pt x="6003337" y="1483041"/>
                  <a:pt x="6010177" y="1489881"/>
                </a:cubicBezTo>
                <a:cubicBezTo>
                  <a:pt x="6023497" y="1498882"/>
                  <a:pt x="6023497" y="1494201"/>
                  <a:pt x="6026017" y="1512563"/>
                </a:cubicBezTo>
                <a:cubicBezTo>
                  <a:pt x="6035017" y="1501042"/>
                  <a:pt x="6039697" y="1510042"/>
                  <a:pt x="6044017" y="1512563"/>
                </a:cubicBezTo>
                <a:cubicBezTo>
                  <a:pt x="6030337" y="1521563"/>
                  <a:pt x="6050857" y="1528404"/>
                  <a:pt x="6053377" y="1535244"/>
                </a:cubicBezTo>
                <a:cubicBezTo>
                  <a:pt x="6041857" y="1544245"/>
                  <a:pt x="6037177" y="1521563"/>
                  <a:pt x="6026017" y="1530564"/>
                </a:cubicBezTo>
                <a:cubicBezTo>
                  <a:pt x="6030337" y="1544245"/>
                  <a:pt x="6026017" y="1555766"/>
                  <a:pt x="6021337" y="1569446"/>
                </a:cubicBezTo>
                <a:cubicBezTo>
                  <a:pt x="6017017" y="1560086"/>
                  <a:pt x="6021337" y="1553605"/>
                  <a:pt x="6010177" y="1557926"/>
                </a:cubicBezTo>
                <a:cubicBezTo>
                  <a:pt x="6007657" y="1569446"/>
                  <a:pt x="5998657" y="1562606"/>
                  <a:pt x="5989657" y="1571607"/>
                </a:cubicBezTo>
                <a:cubicBezTo>
                  <a:pt x="6005497" y="1576287"/>
                  <a:pt x="5987137" y="1589968"/>
                  <a:pt x="5973457" y="1596448"/>
                </a:cubicBezTo>
                <a:cubicBezTo>
                  <a:pt x="5978137" y="1610129"/>
                  <a:pt x="5980297" y="1621650"/>
                  <a:pt x="5991817" y="1621650"/>
                </a:cubicBezTo>
                <a:cubicBezTo>
                  <a:pt x="5980297" y="1635331"/>
                  <a:pt x="5971297" y="1630651"/>
                  <a:pt x="5962297" y="1628491"/>
                </a:cubicBezTo>
                <a:cubicBezTo>
                  <a:pt x="5975977" y="1642171"/>
                  <a:pt x="5953297" y="1660173"/>
                  <a:pt x="5969137" y="1667013"/>
                </a:cubicBezTo>
                <a:cubicBezTo>
                  <a:pt x="5964457" y="1671693"/>
                  <a:pt x="5948617" y="1673854"/>
                  <a:pt x="5953297" y="1680694"/>
                </a:cubicBezTo>
                <a:cubicBezTo>
                  <a:pt x="5982817" y="1687535"/>
                  <a:pt x="5980297" y="1633171"/>
                  <a:pt x="6005497" y="1635331"/>
                </a:cubicBezTo>
                <a:cubicBezTo>
                  <a:pt x="5998657" y="1651172"/>
                  <a:pt x="5987137" y="1662693"/>
                  <a:pt x="5980297" y="1678534"/>
                </a:cubicBezTo>
                <a:cubicBezTo>
                  <a:pt x="6007657" y="1673854"/>
                  <a:pt x="6012337" y="1696895"/>
                  <a:pt x="6035017" y="1701216"/>
                </a:cubicBezTo>
                <a:cubicBezTo>
                  <a:pt x="6014497" y="1712736"/>
                  <a:pt x="6023497" y="1746939"/>
                  <a:pt x="6014497" y="1776461"/>
                </a:cubicBezTo>
                <a:cubicBezTo>
                  <a:pt x="6012337" y="1762780"/>
                  <a:pt x="6005497" y="1760260"/>
                  <a:pt x="6003337" y="1742258"/>
                </a:cubicBezTo>
                <a:cubicBezTo>
                  <a:pt x="5990737" y="1753599"/>
                  <a:pt x="5979847" y="1765570"/>
                  <a:pt x="5972692" y="1778396"/>
                </a:cubicBezTo>
                <a:lnTo>
                  <a:pt x="5969085" y="1787749"/>
                </a:lnTo>
                <a:lnTo>
                  <a:pt x="6007364" y="1817718"/>
                </a:lnTo>
                <a:lnTo>
                  <a:pt x="6029303" y="1840862"/>
                </a:lnTo>
                <a:lnTo>
                  <a:pt x="6046537" y="1817503"/>
                </a:lnTo>
                <a:cubicBezTo>
                  <a:pt x="6039697" y="1803823"/>
                  <a:pt x="6044017" y="1808143"/>
                  <a:pt x="6055537" y="1803823"/>
                </a:cubicBezTo>
                <a:cubicBezTo>
                  <a:pt x="6055537" y="1780781"/>
                  <a:pt x="6064537" y="1746939"/>
                  <a:pt x="6082897" y="1740098"/>
                </a:cubicBezTo>
                <a:cubicBezTo>
                  <a:pt x="6077137" y="1730918"/>
                  <a:pt x="6082807" y="1720117"/>
                  <a:pt x="6091042" y="1711296"/>
                </a:cubicBezTo>
                <a:lnTo>
                  <a:pt x="6096182" y="1706887"/>
                </a:lnTo>
                <a:lnTo>
                  <a:pt x="6098948" y="1681162"/>
                </a:lnTo>
                <a:lnTo>
                  <a:pt x="6103108" y="1700946"/>
                </a:lnTo>
                <a:lnTo>
                  <a:pt x="6104210" y="1700000"/>
                </a:lnTo>
                <a:cubicBezTo>
                  <a:pt x="6108502" y="1697030"/>
                  <a:pt x="6112327" y="1695005"/>
                  <a:pt x="6114577" y="1694375"/>
                </a:cubicBezTo>
                <a:cubicBezTo>
                  <a:pt x="6110257" y="1696895"/>
                  <a:pt x="6110257" y="1714896"/>
                  <a:pt x="6114577" y="1708056"/>
                </a:cubicBezTo>
                <a:cubicBezTo>
                  <a:pt x="6121418" y="1701216"/>
                  <a:pt x="6123578" y="1692215"/>
                  <a:pt x="6121418" y="1683214"/>
                </a:cubicBezTo>
                <a:cubicBezTo>
                  <a:pt x="6117098" y="1687535"/>
                  <a:pt x="6114577" y="1690055"/>
                  <a:pt x="6112417" y="1680694"/>
                </a:cubicBezTo>
                <a:cubicBezTo>
                  <a:pt x="6121418" y="1669533"/>
                  <a:pt x="6117098" y="1655852"/>
                  <a:pt x="6119258" y="1642171"/>
                </a:cubicBezTo>
                <a:cubicBezTo>
                  <a:pt x="6128258" y="1678534"/>
                  <a:pt x="6148778" y="1680694"/>
                  <a:pt x="6126098" y="1701216"/>
                </a:cubicBezTo>
                <a:cubicBezTo>
                  <a:pt x="6132938" y="1719577"/>
                  <a:pt x="6119258" y="1735418"/>
                  <a:pt x="6121418" y="1753779"/>
                </a:cubicBezTo>
                <a:cubicBezTo>
                  <a:pt x="6112417" y="1762780"/>
                  <a:pt x="6103417" y="1753779"/>
                  <a:pt x="6100897" y="1767100"/>
                </a:cubicBezTo>
                <a:lnTo>
                  <a:pt x="6099749" y="1760179"/>
                </a:lnTo>
                <a:lnTo>
                  <a:pt x="6092253" y="1760179"/>
                </a:lnTo>
                <a:lnTo>
                  <a:pt x="6081322" y="1798962"/>
                </a:lnTo>
                <a:cubicBezTo>
                  <a:pt x="6078757" y="1813453"/>
                  <a:pt x="6079297" y="1826504"/>
                  <a:pt x="6087217" y="1835505"/>
                </a:cubicBezTo>
                <a:cubicBezTo>
                  <a:pt x="6076057" y="1844505"/>
                  <a:pt x="6073897" y="1828664"/>
                  <a:pt x="6059857" y="1837665"/>
                </a:cubicBezTo>
                <a:cubicBezTo>
                  <a:pt x="6066877" y="1847926"/>
                  <a:pt x="6062917" y="1857646"/>
                  <a:pt x="6056932" y="1866197"/>
                </a:cubicBezTo>
                <a:lnTo>
                  <a:pt x="6053633" y="1870372"/>
                </a:lnTo>
                <a:lnTo>
                  <a:pt x="6075753" y="1913115"/>
                </a:lnTo>
                <a:cubicBezTo>
                  <a:pt x="6066035" y="1930214"/>
                  <a:pt x="6053909" y="1944884"/>
                  <a:pt x="6040091" y="1957731"/>
                </a:cubicBezTo>
                <a:lnTo>
                  <a:pt x="6004049" y="1984225"/>
                </a:lnTo>
                <a:lnTo>
                  <a:pt x="6000817" y="1992476"/>
                </a:lnTo>
                <a:cubicBezTo>
                  <a:pt x="5991817" y="2001476"/>
                  <a:pt x="5989657" y="1992476"/>
                  <a:pt x="5980297" y="1999316"/>
                </a:cubicBezTo>
                <a:cubicBezTo>
                  <a:pt x="5982817" y="2010837"/>
                  <a:pt x="5982817" y="2024158"/>
                  <a:pt x="5980297" y="2033518"/>
                </a:cubicBezTo>
                <a:cubicBezTo>
                  <a:pt x="5974717" y="2033518"/>
                  <a:pt x="5971927" y="2027848"/>
                  <a:pt x="5969362" y="2021593"/>
                </a:cubicBezTo>
                <a:lnTo>
                  <a:pt x="5960452" y="2007244"/>
                </a:lnTo>
                <a:lnTo>
                  <a:pt x="5958310" y="2008247"/>
                </a:lnTo>
                <a:lnTo>
                  <a:pt x="5952577" y="2016417"/>
                </a:lnTo>
                <a:cubicBezTo>
                  <a:pt x="5951497" y="2020378"/>
                  <a:pt x="5950957" y="2024338"/>
                  <a:pt x="5948617" y="2026678"/>
                </a:cubicBezTo>
                <a:cubicBezTo>
                  <a:pt x="5964457" y="2028838"/>
                  <a:pt x="5950777" y="2047199"/>
                  <a:pt x="5946457" y="2051520"/>
                </a:cubicBezTo>
                <a:cubicBezTo>
                  <a:pt x="5962297" y="2054040"/>
                  <a:pt x="5948617" y="2067721"/>
                  <a:pt x="5955457" y="2069881"/>
                </a:cubicBezTo>
                <a:cubicBezTo>
                  <a:pt x="5957617" y="2069881"/>
                  <a:pt x="5959777" y="2067721"/>
                  <a:pt x="5962297" y="2072041"/>
                </a:cubicBezTo>
                <a:cubicBezTo>
                  <a:pt x="5948617" y="2083562"/>
                  <a:pt x="5950777" y="2060880"/>
                  <a:pt x="5939617" y="2069881"/>
                </a:cubicBezTo>
                <a:cubicBezTo>
                  <a:pt x="5923417" y="2085722"/>
                  <a:pt x="5948617" y="2110924"/>
                  <a:pt x="5932777" y="2119924"/>
                </a:cubicBezTo>
                <a:cubicBezTo>
                  <a:pt x="5932777" y="2108403"/>
                  <a:pt x="5928097" y="2104083"/>
                  <a:pt x="5921256" y="2106243"/>
                </a:cubicBezTo>
                <a:cubicBezTo>
                  <a:pt x="5896416" y="2126765"/>
                  <a:pt x="5919096" y="2154127"/>
                  <a:pt x="5921256" y="2163127"/>
                </a:cubicBezTo>
                <a:cubicBezTo>
                  <a:pt x="5916936" y="2154127"/>
                  <a:pt x="5907576" y="2160967"/>
                  <a:pt x="5900736" y="2158447"/>
                </a:cubicBezTo>
                <a:cubicBezTo>
                  <a:pt x="5898576" y="2147286"/>
                  <a:pt x="5907576" y="2124245"/>
                  <a:pt x="5898576" y="2122084"/>
                </a:cubicBezTo>
                <a:cubicBezTo>
                  <a:pt x="5873376" y="2149446"/>
                  <a:pt x="5896416" y="2158447"/>
                  <a:pt x="5889576" y="2185809"/>
                </a:cubicBezTo>
                <a:cubicBezTo>
                  <a:pt x="5882736" y="2190489"/>
                  <a:pt x="5880216" y="2185809"/>
                  <a:pt x="5873376" y="2190489"/>
                </a:cubicBezTo>
                <a:cubicBezTo>
                  <a:pt x="5875896" y="2199490"/>
                  <a:pt x="5875896" y="2206330"/>
                  <a:pt x="5878056" y="2215331"/>
                </a:cubicBezTo>
                <a:cubicBezTo>
                  <a:pt x="5884896" y="2213171"/>
                  <a:pt x="5887056" y="2187969"/>
                  <a:pt x="5896416" y="2197330"/>
                </a:cubicBezTo>
                <a:cubicBezTo>
                  <a:pt x="5889576" y="2208490"/>
                  <a:pt x="5878056" y="2220011"/>
                  <a:pt x="5875896" y="2233692"/>
                </a:cubicBezTo>
                <a:cubicBezTo>
                  <a:pt x="5903256" y="2201650"/>
                  <a:pt x="5921256" y="2165287"/>
                  <a:pt x="5943937" y="2131085"/>
                </a:cubicBezTo>
                <a:cubicBezTo>
                  <a:pt x="5946457" y="2169968"/>
                  <a:pt x="5878056" y="2215331"/>
                  <a:pt x="5898576" y="2238372"/>
                </a:cubicBezTo>
                <a:lnTo>
                  <a:pt x="5897028" y="2245267"/>
                </a:lnTo>
                <a:lnTo>
                  <a:pt x="5902653" y="2251681"/>
                </a:lnTo>
                <a:cubicBezTo>
                  <a:pt x="5903602" y="2263094"/>
                  <a:pt x="5888408" y="2281600"/>
                  <a:pt x="5888408" y="2293574"/>
                </a:cubicBezTo>
                <a:cubicBezTo>
                  <a:pt x="5878279" y="2286680"/>
                  <a:pt x="5881655" y="2277517"/>
                  <a:pt x="5886720" y="2268355"/>
                </a:cubicBezTo>
                <a:lnTo>
                  <a:pt x="5893432" y="2256124"/>
                </a:lnTo>
                <a:lnTo>
                  <a:pt x="5884896" y="2267894"/>
                </a:lnTo>
                <a:cubicBezTo>
                  <a:pt x="5884896" y="2263214"/>
                  <a:pt x="5884896" y="2254213"/>
                  <a:pt x="5880216" y="2256374"/>
                </a:cubicBezTo>
                <a:cubicBezTo>
                  <a:pt x="5866536" y="2274735"/>
                  <a:pt x="5846375" y="2288056"/>
                  <a:pt x="5834855" y="2308577"/>
                </a:cubicBezTo>
                <a:cubicBezTo>
                  <a:pt x="5832695" y="2301737"/>
                  <a:pt x="5832695" y="2294896"/>
                  <a:pt x="5828015" y="2297416"/>
                </a:cubicBezTo>
                <a:cubicBezTo>
                  <a:pt x="5830175" y="2308577"/>
                  <a:pt x="5812175" y="2311097"/>
                  <a:pt x="5814335" y="2324778"/>
                </a:cubicBezTo>
                <a:cubicBezTo>
                  <a:pt x="5821175" y="2320098"/>
                  <a:pt x="5823335" y="2311097"/>
                  <a:pt x="5834855" y="2308577"/>
                </a:cubicBezTo>
                <a:cubicBezTo>
                  <a:pt x="5832695" y="2333779"/>
                  <a:pt x="5823335" y="2342780"/>
                  <a:pt x="5830175" y="2367981"/>
                </a:cubicBezTo>
                <a:cubicBezTo>
                  <a:pt x="5812175" y="2379142"/>
                  <a:pt x="5832695" y="2381302"/>
                  <a:pt x="5802815" y="2402184"/>
                </a:cubicBezTo>
                <a:cubicBezTo>
                  <a:pt x="5805335" y="2431706"/>
                  <a:pt x="5762135" y="2465548"/>
                  <a:pt x="5739455" y="2492910"/>
                </a:cubicBezTo>
                <a:cubicBezTo>
                  <a:pt x="5739455" y="2488590"/>
                  <a:pt x="5739455" y="2479229"/>
                  <a:pt x="5734775" y="2479229"/>
                </a:cubicBezTo>
                <a:cubicBezTo>
                  <a:pt x="5734775" y="2483909"/>
                  <a:pt x="5732615" y="2486069"/>
                  <a:pt x="5725775" y="2488590"/>
                </a:cubicBezTo>
                <a:cubicBezTo>
                  <a:pt x="5736935" y="2492910"/>
                  <a:pt x="5734775" y="2511271"/>
                  <a:pt x="5716415" y="2518112"/>
                </a:cubicBezTo>
                <a:cubicBezTo>
                  <a:pt x="5712095" y="2520272"/>
                  <a:pt x="5712095" y="2511271"/>
                  <a:pt x="5707415" y="2511271"/>
                </a:cubicBezTo>
                <a:cubicBezTo>
                  <a:pt x="5707415" y="2522432"/>
                  <a:pt x="5714255" y="2518112"/>
                  <a:pt x="5707415" y="2529272"/>
                </a:cubicBezTo>
                <a:cubicBezTo>
                  <a:pt x="5698415" y="2533953"/>
                  <a:pt x="5698415" y="2524952"/>
                  <a:pt x="5695895" y="2524952"/>
                </a:cubicBezTo>
                <a:cubicBezTo>
                  <a:pt x="5693735" y="2533953"/>
                  <a:pt x="5700575" y="2531793"/>
                  <a:pt x="5698415" y="2540793"/>
                </a:cubicBezTo>
                <a:lnTo>
                  <a:pt x="5693085" y="2546840"/>
                </a:lnTo>
                <a:lnTo>
                  <a:pt x="5690284" y="2562101"/>
                </a:lnTo>
                <a:cubicBezTo>
                  <a:pt x="5688838" y="2571174"/>
                  <a:pt x="5688006" y="2580713"/>
                  <a:pt x="5689175" y="2590973"/>
                </a:cubicBezTo>
                <a:cubicBezTo>
                  <a:pt x="5686656" y="2602493"/>
                  <a:pt x="5670819" y="2586293"/>
                  <a:pt x="5666139" y="2595653"/>
                </a:cubicBezTo>
                <a:cubicBezTo>
                  <a:pt x="5672978" y="2615812"/>
                  <a:pt x="5670819" y="2632012"/>
                  <a:pt x="5666139" y="2650011"/>
                </a:cubicBezTo>
                <a:cubicBezTo>
                  <a:pt x="5659301" y="2668370"/>
                  <a:pt x="5648142" y="2684210"/>
                  <a:pt x="5636624" y="2700049"/>
                </a:cubicBezTo>
                <a:cubicBezTo>
                  <a:pt x="5616107" y="2732088"/>
                  <a:pt x="5586592" y="2756927"/>
                  <a:pt x="5579753" y="2791126"/>
                </a:cubicBezTo>
                <a:cubicBezTo>
                  <a:pt x="5563916" y="2802646"/>
                  <a:pt x="5545559" y="2813806"/>
                  <a:pt x="5529721" y="2829645"/>
                </a:cubicBezTo>
                <a:lnTo>
                  <a:pt x="5511952" y="2848674"/>
                </a:lnTo>
                <a:lnTo>
                  <a:pt x="5512453" y="2849139"/>
                </a:lnTo>
                <a:cubicBezTo>
                  <a:pt x="5514134" y="2854397"/>
                  <a:pt x="5513498" y="2860530"/>
                  <a:pt x="5510045" y="2865086"/>
                </a:cubicBezTo>
                <a:lnTo>
                  <a:pt x="5503956" y="2857238"/>
                </a:lnTo>
                <a:lnTo>
                  <a:pt x="5494275" y="2867606"/>
                </a:lnTo>
                <a:lnTo>
                  <a:pt x="5495070" y="2876181"/>
                </a:lnTo>
                <a:cubicBezTo>
                  <a:pt x="5497264" y="2885120"/>
                  <a:pt x="5500300" y="2890403"/>
                  <a:pt x="5494400" y="2886870"/>
                </a:cubicBezTo>
                <a:lnTo>
                  <a:pt x="5483043" y="2878369"/>
                </a:lnTo>
                <a:lnTo>
                  <a:pt x="5445000" y="2911092"/>
                </a:lnTo>
                <a:cubicBezTo>
                  <a:pt x="5430197" y="2921892"/>
                  <a:pt x="5414900" y="2929902"/>
                  <a:pt x="5397983" y="2932242"/>
                </a:cubicBezTo>
                <a:cubicBezTo>
                  <a:pt x="5384305" y="2943401"/>
                  <a:pt x="5368107" y="2952761"/>
                  <a:pt x="5352270" y="2963921"/>
                </a:cubicBezTo>
                <a:cubicBezTo>
                  <a:pt x="5338592" y="2973280"/>
                  <a:pt x="5322755" y="2982280"/>
                  <a:pt x="5306917" y="2991280"/>
                </a:cubicBezTo>
                <a:cubicBezTo>
                  <a:pt x="5291080" y="3000280"/>
                  <a:pt x="5274883" y="3011799"/>
                  <a:pt x="5261565" y="3018639"/>
                </a:cubicBezTo>
                <a:cubicBezTo>
                  <a:pt x="5245367" y="3027639"/>
                  <a:pt x="5229530" y="3034478"/>
                  <a:pt x="5215852" y="3043478"/>
                </a:cubicBezTo>
                <a:cubicBezTo>
                  <a:pt x="5206853" y="3048158"/>
                  <a:pt x="5197855" y="3054638"/>
                  <a:pt x="5188497" y="3063637"/>
                </a:cubicBezTo>
                <a:cubicBezTo>
                  <a:pt x="5179498" y="3072997"/>
                  <a:pt x="5172659" y="3079477"/>
                  <a:pt x="5165820" y="3088837"/>
                </a:cubicBezTo>
                <a:cubicBezTo>
                  <a:pt x="5149983" y="3106836"/>
                  <a:pt x="5134145" y="3125195"/>
                  <a:pt x="5115788" y="3138875"/>
                </a:cubicBezTo>
                <a:cubicBezTo>
                  <a:pt x="5104270" y="3145715"/>
                  <a:pt x="5074755" y="3143195"/>
                  <a:pt x="5061077" y="3147875"/>
                </a:cubicBezTo>
                <a:cubicBezTo>
                  <a:pt x="5049919" y="3152555"/>
                  <a:pt x="5040560" y="3166234"/>
                  <a:pt x="5031562" y="3166234"/>
                </a:cubicBezTo>
                <a:cubicBezTo>
                  <a:pt x="5020224" y="3166234"/>
                  <a:pt x="5010303" y="3161104"/>
                  <a:pt x="5000944" y="3153623"/>
                </a:cubicBezTo>
                <a:lnTo>
                  <a:pt x="4975480" y="3128650"/>
                </a:lnTo>
                <a:lnTo>
                  <a:pt x="4975138" y="3128756"/>
                </a:lnTo>
                <a:cubicBezTo>
                  <a:pt x="4971784" y="3128962"/>
                  <a:pt x="4969205" y="3127956"/>
                  <a:pt x="4968038" y="3125094"/>
                </a:cubicBezTo>
                <a:lnTo>
                  <a:pt x="4970532" y="3124266"/>
                </a:lnTo>
                <a:lnTo>
                  <a:pt x="4952620" y="3109346"/>
                </a:lnTo>
                <a:lnTo>
                  <a:pt x="4932329" y="3109407"/>
                </a:lnTo>
                <a:cubicBezTo>
                  <a:pt x="4918649" y="3111972"/>
                  <a:pt x="4908929" y="3118273"/>
                  <a:pt x="4911089" y="3131954"/>
                </a:cubicBezTo>
                <a:cubicBezTo>
                  <a:pt x="4897409" y="3125113"/>
                  <a:pt x="4895248" y="3145635"/>
                  <a:pt x="4881568" y="3138794"/>
                </a:cubicBezTo>
                <a:cubicBezTo>
                  <a:pt x="4881568" y="3130153"/>
                  <a:pt x="4893111" y="3127993"/>
                  <a:pt x="4895085" y="3125631"/>
                </a:cubicBezTo>
                <a:lnTo>
                  <a:pt x="4893544" y="3123564"/>
                </a:lnTo>
                <a:lnTo>
                  <a:pt x="4885420" y="3124249"/>
                </a:lnTo>
                <a:lnTo>
                  <a:pt x="4876573" y="3125743"/>
                </a:lnTo>
                <a:lnTo>
                  <a:pt x="4864177" y="3138183"/>
                </a:lnTo>
                <a:lnTo>
                  <a:pt x="4859833" y="3134744"/>
                </a:lnTo>
                <a:lnTo>
                  <a:pt x="4863575" y="3126088"/>
                </a:lnTo>
                <a:lnTo>
                  <a:pt x="4856000" y="3126726"/>
                </a:lnTo>
                <a:lnTo>
                  <a:pt x="4848889" y="3125715"/>
                </a:lnTo>
                <a:lnTo>
                  <a:pt x="4839358" y="3141854"/>
                </a:lnTo>
                <a:cubicBezTo>
                  <a:pt x="4828288" y="3155805"/>
                  <a:pt x="4813528" y="3167236"/>
                  <a:pt x="4799848" y="3172997"/>
                </a:cubicBezTo>
                <a:cubicBezTo>
                  <a:pt x="4811008" y="3159316"/>
                  <a:pt x="4786167" y="3163636"/>
                  <a:pt x="4783647" y="3166156"/>
                </a:cubicBezTo>
                <a:cubicBezTo>
                  <a:pt x="4781487" y="3184157"/>
                  <a:pt x="4747287" y="3179837"/>
                  <a:pt x="4731447" y="3184157"/>
                </a:cubicBezTo>
                <a:cubicBezTo>
                  <a:pt x="4733967" y="3179837"/>
                  <a:pt x="4742967" y="3170476"/>
                  <a:pt x="4738287" y="3168316"/>
                </a:cubicBezTo>
                <a:cubicBezTo>
                  <a:pt x="4719927" y="3166156"/>
                  <a:pt x="4722447" y="3195678"/>
                  <a:pt x="4708767" y="3195678"/>
                </a:cubicBezTo>
                <a:cubicBezTo>
                  <a:pt x="4710927" y="3175157"/>
                  <a:pt x="4692927" y="3200358"/>
                  <a:pt x="4686087" y="3200358"/>
                </a:cubicBezTo>
                <a:cubicBezTo>
                  <a:pt x="4692927" y="3190998"/>
                  <a:pt x="4672407" y="3190998"/>
                  <a:pt x="4667727" y="3186678"/>
                </a:cubicBezTo>
                <a:cubicBezTo>
                  <a:pt x="4663407" y="3193518"/>
                  <a:pt x="4656567" y="3190998"/>
                  <a:pt x="4651887" y="3197838"/>
                </a:cubicBezTo>
                <a:cubicBezTo>
                  <a:pt x="4660887" y="3193518"/>
                  <a:pt x="4672407" y="3193518"/>
                  <a:pt x="4667727" y="3204679"/>
                </a:cubicBezTo>
                <a:cubicBezTo>
                  <a:pt x="4651887" y="3202519"/>
                  <a:pt x="4633526" y="3204679"/>
                  <a:pt x="4640367" y="3220520"/>
                </a:cubicBezTo>
                <a:cubicBezTo>
                  <a:pt x="4624526" y="3220520"/>
                  <a:pt x="4645047" y="3209359"/>
                  <a:pt x="4631366" y="3206839"/>
                </a:cubicBezTo>
                <a:cubicBezTo>
                  <a:pt x="4619846" y="3227360"/>
                  <a:pt x="4619846" y="3211519"/>
                  <a:pt x="4608686" y="3216200"/>
                </a:cubicBezTo>
                <a:cubicBezTo>
                  <a:pt x="4601846" y="3225200"/>
                  <a:pt x="4606526" y="3229880"/>
                  <a:pt x="4608686" y="3234201"/>
                </a:cubicBezTo>
                <a:cubicBezTo>
                  <a:pt x="4608686" y="3220520"/>
                  <a:pt x="4636047" y="3229880"/>
                  <a:pt x="4647207" y="3225200"/>
                </a:cubicBezTo>
                <a:cubicBezTo>
                  <a:pt x="4638207" y="3232041"/>
                  <a:pt x="4649727" y="3234201"/>
                  <a:pt x="4645047" y="3243201"/>
                </a:cubicBezTo>
                <a:cubicBezTo>
                  <a:pt x="4639287" y="3243201"/>
                  <a:pt x="4634156" y="3243201"/>
                  <a:pt x="4629341" y="3244371"/>
                </a:cubicBezTo>
                <a:lnTo>
                  <a:pt x="4615723" y="3252445"/>
                </a:lnTo>
                <a:lnTo>
                  <a:pt x="4646992" y="3249579"/>
                </a:lnTo>
                <a:cubicBezTo>
                  <a:pt x="4653833" y="3256420"/>
                  <a:pt x="4653833" y="3267940"/>
                  <a:pt x="4649513" y="3276941"/>
                </a:cubicBezTo>
                <a:cubicBezTo>
                  <a:pt x="4649513" y="3276941"/>
                  <a:pt x="4649513" y="3276941"/>
                  <a:pt x="4660674" y="3274780"/>
                </a:cubicBezTo>
                <a:cubicBezTo>
                  <a:pt x="4663194" y="3258940"/>
                  <a:pt x="4653833" y="3258940"/>
                  <a:pt x="4651673" y="3249579"/>
                </a:cubicBezTo>
                <a:cubicBezTo>
                  <a:pt x="4653833" y="3236259"/>
                  <a:pt x="4660674" y="3261100"/>
                  <a:pt x="4665354" y="3263260"/>
                </a:cubicBezTo>
                <a:cubicBezTo>
                  <a:pt x="4676515" y="3258940"/>
                  <a:pt x="4685877" y="3254259"/>
                  <a:pt x="4697037" y="3249579"/>
                </a:cubicBezTo>
                <a:cubicBezTo>
                  <a:pt x="4690197" y="3281621"/>
                  <a:pt x="4717560" y="3254259"/>
                  <a:pt x="4733761" y="3263260"/>
                </a:cubicBezTo>
                <a:cubicBezTo>
                  <a:pt x="4726561" y="3283781"/>
                  <a:pt x="4708559" y="3263260"/>
                  <a:pt x="4703878" y="3290621"/>
                </a:cubicBezTo>
                <a:cubicBezTo>
                  <a:pt x="4681196" y="3286301"/>
                  <a:pt x="4672195" y="3286301"/>
                  <a:pt x="4653833" y="3302142"/>
                </a:cubicBezTo>
                <a:cubicBezTo>
                  <a:pt x="4660674" y="3317983"/>
                  <a:pt x="4670035" y="3293141"/>
                  <a:pt x="4674355" y="3304302"/>
                </a:cubicBezTo>
                <a:cubicBezTo>
                  <a:pt x="4670035" y="3352184"/>
                  <a:pt x="4685877" y="3336343"/>
                  <a:pt x="4710719" y="3304302"/>
                </a:cubicBezTo>
                <a:cubicBezTo>
                  <a:pt x="4694877" y="3324823"/>
                  <a:pt x="4706399" y="3347504"/>
                  <a:pt x="4717560" y="3361185"/>
                </a:cubicBezTo>
                <a:cubicBezTo>
                  <a:pt x="4701718" y="3368025"/>
                  <a:pt x="4701718" y="3352184"/>
                  <a:pt x="4694877" y="3343184"/>
                </a:cubicBezTo>
                <a:cubicBezTo>
                  <a:pt x="4688037" y="3354344"/>
                  <a:pt x="4685877" y="3368025"/>
                  <a:pt x="4674355" y="3372705"/>
                </a:cubicBezTo>
                <a:cubicBezTo>
                  <a:pt x="4665354" y="3372705"/>
                  <a:pt x="4672195" y="3350024"/>
                  <a:pt x="4660674" y="3354344"/>
                </a:cubicBezTo>
                <a:cubicBezTo>
                  <a:pt x="4649513" y="3363705"/>
                  <a:pt x="4653833" y="3402227"/>
                  <a:pt x="4631151" y="3393226"/>
                </a:cubicBezTo>
                <a:cubicBezTo>
                  <a:pt x="4631151" y="3386386"/>
                  <a:pt x="4644832" y="3390706"/>
                  <a:pt x="4642672" y="3381706"/>
                </a:cubicBezTo>
                <a:cubicBezTo>
                  <a:pt x="4624310" y="3372705"/>
                  <a:pt x="4624310" y="3388546"/>
                  <a:pt x="4626470" y="3404387"/>
                </a:cubicBezTo>
                <a:cubicBezTo>
                  <a:pt x="4610629" y="3406547"/>
                  <a:pt x="4615309" y="3397546"/>
                  <a:pt x="4617469" y="3386386"/>
                </a:cubicBezTo>
                <a:cubicBezTo>
                  <a:pt x="4612789" y="3400066"/>
                  <a:pt x="4594787" y="3400066"/>
                  <a:pt x="4590106" y="3413387"/>
                </a:cubicBezTo>
                <a:cubicBezTo>
                  <a:pt x="4592627" y="3420227"/>
                  <a:pt x="4601627" y="3418067"/>
                  <a:pt x="4608468" y="3418067"/>
                </a:cubicBezTo>
                <a:cubicBezTo>
                  <a:pt x="4603788" y="3424908"/>
                  <a:pt x="4601627" y="3433908"/>
                  <a:pt x="4590106" y="3436428"/>
                </a:cubicBezTo>
                <a:lnTo>
                  <a:pt x="4596039" y="3444964"/>
                </a:lnTo>
                <a:lnTo>
                  <a:pt x="4606769" y="3441721"/>
                </a:lnTo>
                <a:lnTo>
                  <a:pt x="4606803" y="3441588"/>
                </a:lnTo>
                <a:cubicBezTo>
                  <a:pt x="4607954" y="3439542"/>
                  <a:pt x="4609105" y="3437814"/>
                  <a:pt x="4609105" y="3434358"/>
                </a:cubicBezTo>
                <a:cubicBezTo>
                  <a:pt x="4614596" y="3433266"/>
                  <a:pt x="4617961" y="3434994"/>
                  <a:pt x="4621636" y="3436449"/>
                </a:cubicBezTo>
                <a:lnTo>
                  <a:pt x="4622023" y="3436462"/>
                </a:lnTo>
                <a:lnTo>
                  <a:pt x="4639449" y="3423989"/>
                </a:lnTo>
                <a:lnTo>
                  <a:pt x="4639005" y="3422562"/>
                </a:lnTo>
                <a:cubicBezTo>
                  <a:pt x="4637437" y="3419804"/>
                  <a:pt x="4635302" y="3418669"/>
                  <a:pt x="4631885" y="3420360"/>
                </a:cubicBezTo>
                <a:cubicBezTo>
                  <a:pt x="4620375" y="3411460"/>
                  <a:pt x="4640876" y="3400425"/>
                  <a:pt x="4650228" y="3406832"/>
                </a:cubicBezTo>
                <a:lnTo>
                  <a:pt x="4652040" y="3413341"/>
                </a:lnTo>
                <a:lnTo>
                  <a:pt x="4667122" y="3398708"/>
                </a:lnTo>
                <a:lnTo>
                  <a:pt x="4665429" y="3390688"/>
                </a:lnTo>
                <a:cubicBezTo>
                  <a:pt x="4649843" y="3383924"/>
                  <a:pt x="4665429" y="3413115"/>
                  <a:pt x="4649843" y="3406351"/>
                </a:cubicBezTo>
                <a:cubicBezTo>
                  <a:pt x="4647363" y="3386416"/>
                  <a:pt x="4647363" y="3386416"/>
                  <a:pt x="4647363" y="3386416"/>
                </a:cubicBezTo>
                <a:cubicBezTo>
                  <a:pt x="4658698" y="3388552"/>
                  <a:pt x="4658698" y="3375025"/>
                  <a:pt x="4670034" y="3379653"/>
                </a:cubicBezTo>
                <a:lnTo>
                  <a:pt x="4674296" y="3391524"/>
                </a:lnTo>
                <a:lnTo>
                  <a:pt x="4688177" y="3377547"/>
                </a:lnTo>
                <a:cubicBezTo>
                  <a:pt x="4695016" y="3386907"/>
                  <a:pt x="4704015" y="3393747"/>
                  <a:pt x="4710854" y="3400587"/>
                </a:cubicBezTo>
                <a:cubicBezTo>
                  <a:pt x="4707434" y="3409676"/>
                  <a:pt x="4702598" y="3417056"/>
                  <a:pt x="4696912" y="3423260"/>
                </a:cubicBezTo>
                <a:lnTo>
                  <a:pt x="4689839" y="3429063"/>
                </a:lnTo>
                <a:lnTo>
                  <a:pt x="4689871" y="3429134"/>
                </a:lnTo>
                <a:lnTo>
                  <a:pt x="4689709" y="3429170"/>
                </a:lnTo>
                <a:lnTo>
                  <a:pt x="4677874" y="3438880"/>
                </a:lnTo>
                <a:lnTo>
                  <a:pt x="4658667" y="3449953"/>
                </a:lnTo>
                <a:lnTo>
                  <a:pt x="4657062" y="3458806"/>
                </a:lnTo>
                <a:lnTo>
                  <a:pt x="4652054" y="3453766"/>
                </a:lnTo>
                <a:lnTo>
                  <a:pt x="4638145" y="3461785"/>
                </a:lnTo>
                <a:cubicBezTo>
                  <a:pt x="4627887" y="3468624"/>
                  <a:pt x="4618259" y="3477174"/>
                  <a:pt x="4605481" y="3482889"/>
                </a:cubicBezTo>
                <a:lnTo>
                  <a:pt x="4598596" y="3484728"/>
                </a:lnTo>
                <a:lnTo>
                  <a:pt x="4599467" y="3486471"/>
                </a:lnTo>
                <a:cubicBezTo>
                  <a:pt x="4608468" y="3483950"/>
                  <a:pt x="4615309" y="3481790"/>
                  <a:pt x="4619629" y="3474950"/>
                </a:cubicBezTo>
                <a:cubicBezTo>
                  <a:pt x="4626470" y="3474950"/>
                  <a:pt x="4619629" y="3497631"/>
                  <a:pt x="4637991" y="3486471"/>
                </a:cubicBezTo>
                <a:cubicBezTo>
                  <a:pt x="4632231" y="3496551"/>
                  <a:pt x="4632231" y="3503301"/>
                  <a:pt x="4632546" y="3510412"/>
                </a:cubicBezTo>
                <a:lnTo>
                  <a:pt x="4631568" y="3517588"/>
                </a:lnTo>
                <a:lnTo>
                  <a:pt x="4639351" y="3518573"/>
                </a:lnTo>
                <a:lnTo>
                  <a:pt x="4643730" y="3517881"/>
                </a:lnTo>
                <a:lnTo>
                  <a:pt x="4643720" y="3517872"/>
                </a:lnTo>
                <a:cubicBezTo>
                  <a:pt x="4646426" y="3509305"/>
                  <a:pt x="4669305" y="3492171"/>
                  <a:pt x="4652146" y="3475037"/>
                </a:cubicBezTo>
                <a:cubicBezTo>
                  <a:pt x="4657956" y="3484284"/>
                  <a:pt x="4664221" y="3492262"/>
                  <a:pt x="4669623" y="3501373"/>
                </a:cubicBezTo>
                <a:lnTo>
                  <a:pt x="4676794" y="3520687"/>
                </a:lnTo>
                <a:lnTo>
                  <a:pt x="4687351" y="3523042"/>
                </a:lnTo>
                <a:lnTo>
                  <a:pt x="4694382" y="3496235"/>
                </a:lnTo>
                <a:cubicBezTo>
                  <a:pt x="4712219" y="3507332"/>
                  <a:pt x="4718997" y="3498382"/>
                  <a:pt x="4746109" y="3494087"/>
                </a:cubicBezTo>
                <a:cubicBezTo>
                  <a:pt x="4748606" y="3505184"/>
                  <a:pt x="4743969" y="3509837"/>
                  <a:pt x="4732910" y="3511985"/>
                </a:cubicBezTo>
                <a:cubicBezTo>
                  <a:pt x="4732910" y="3516639"/>
                  <a:pt x="4735050" y="3516639"/>
                  <a:pt x="4737191" y="3516639"/>
                </a:cubicBezTo>
                <a:cubicBezTo>
                  <a:pt x="4731483" y="3514312"/>
                  <a:pt x="4721940" y="3517086"/>
                  <a:pt x="4712130" y="3520755"/>
                </a:cubicBezTo>
                <a:lnTo>
                  <a:pt x="4698629" y="3525558"/>
                </a:lnTo>
                <a:lnTo>
                  <a:pt x="4705740" y="3527144"/>
                </a:lnTo>
                <a:cubicBezTo>
                  <a:pt x="4721573" y="3529664"/>
                  <a:pt x="4739565" y="3529664"/>
                  <a:pt x="4757916" y="3529664"/>
                </a:cubicBezTo>
                <a:cubicBezTo>
                  <a:pt x="4796418" y="3527144"/>
                  <a:pt x="4835280" y="3524985"/>
                  <a:pt x="4873782" y="3518146"/>
                </a:cubicBezTo>
                <a:cubicBezTo>
                  <a:pt x="4955824" y="3506628"/>
                  <a:pt x="5039665" y="3486472"/>
                  <a:pt x="5126385" y="3470275"/>
                </a:cubicBezTo>
                <a:cubicBezTo>
                  <a:pt x="5137540" y="3490791"/>
                  <a:pt x="5121707" y="3497630"/>
                  <a:pt x="5114871" y="3509148"/>
                </a:cubicBezTo>
                <a:cubicBezTo>
                  <a:pt x="5080687" y="3513467"/>
                  <a:pt x="5053339" y="3527144"/>
                  <a:pt x="5026352" y="3543341"/>
                </a:cubicBezTo>
                <a:lnTo>
                  <a:pt x="5006317" y="3551957"/>
                </a:lnTo>
                <a:lnTo>
                  <a:pt x="5009704" y="3556904"/>
                </a:lnTo>
                <a:cubicBezTo>
                  <a:pt x="5010459" y="3561786"/>
                  <a:pt x="5009533" y="3567140"/>
                  <a:pt x="5007019" y="3570551"/>
                </a:cubicBezTo>
                <a:cubicBezTo>
                  <a:pt x="4998200" y="3573098"/>
                  <a:pt x="4998200" y="3559273"/>
                  <a:pt x="4984794" y="3566186"/>
                </a:cubicBezTo>
                <a:lnTo>
                  <a:pt x="4985052" y="3561102"/>
                </a:lnTo>
                <a:lnTo>
                  <a:pt x="4983666" y="3561698"/>
                </a:lnTo>
                <a:lnTo>
                  <a:pt x="4961178" y="3564852"/>
                </a:lnTo>
                <a:lnTo>
                  <a:pt x="4980376" y="3572257"/>
                </a:lnTo>
                <a:cubicBezTo>
                  <a:pt x="4948136" y="3581260"/>
                  <a:pt x="4902492" y="3622315"/>
                  <a:pt x="4874961" y="3603948"/>
                </a:cubicBezTo>
                <a:cubicBezTo>
                  <a:pt x="4873874" y="3600527"/>
                  <a:pt x="4874418" y="3598276"/>
                  <a:pt x="4875233" y="3596025"/>
                </a:cubicBezTo>
                <a:lnTo>
                  <a:pt x="4876381" y="3591245"/>
                </a:lnTo>
                <a:lnTo>
                  <a:pt x="4874356" y="3591752"/>
                </a:lnTo>
                <a:cubicBezTo>
                  <a:pt x="4808540" y="3601673"/>
                  <a:pt x="4736956" y="3577175"/>
                  <a:pt x="4680552" y="3577175"/>
                </a:cubicBezTo>
                <a:cubicBezTo>
                  <a:pt x="4665798" y="3567097"/>
                  <a:pt x="4644748" y="3560888"/>
                  <a:pt x="4621404" y="3558054"/>
                </a:cubicBezTo>
                <a:lnTo>
                  <a:pt x="4592278" y="3558503"/>
                </a:lnTo>
                <a:lnTo>
                  <a:pt x="4585859" y="3561185"/>
                </a:lnTo>
                <a:cubicBezTo>
                  <a:pt x="4582073" y="3563649"/>
                  <a:pt x="4578765" y="3567205"/>
                  <a:pt x="4576425" y="3572875"/>
                </a:cubicBezTo>
                <a:lnTo>
                  <a:pt x="4566282" y="3558904"/>
                </a:lnTo>
                <a:lnTo>
                  <a:pt x="4551520" y="3559132"/>
                </a:lnTo>
                <a:lnTo>
                  <a:pt x="4553743" y="3575035"/>
                </a:lnTo>
                <a:cubicBezTo>
                  <a:pt x="4531060" y="3584035"/>
                  <a:pt x="4515219" y="3563874"/>
                  <a:pt x="4501537" y="3595556"/>
                </a:cubicBezTo>
                <a:cubicBezTo>
                  <a:pt x="4496857" y="3590875"/>
                  <a:pt x="4492536" y="3586555"/>
                  <a:pt x="4490016" y="3579715"/>
                </a:cubicBezTo>
                <a:cubicBezTo>
                  <a:pt x="4439971" y="3588715"/>
                  <a:pt x="4406127" y="3597716"/>
                  <a:pt x="4369403" y="3604556"/>
                </a:cubicBezTo>
                <a:cubicBezTo>
                  <a:pt x="4335560" y="3609236"/>
                  <a:pt x="4298836" y="3613917"/>
                  <a:pt x="4251311" y="3611396"/>
                </a:cubicBezTo>
                <a:cubicBezTo>
                  <a:pt x="4253471" y="3602396"/>
                  <a:pt x="4251311" y="3593396"/>
                  <a:pt x="4244470" y="3590875"/>
                </a:cubicBezTo>
                <a:cubicBezTo>
                  <a:pt x="4230789" y="3597716"/>
                  <a:pt x="4251311" y="3609236"/>
                  <a:pt x="4246630" y="3622917"/>
                </a:cubicBezTo>
                <a:cubicBezTo>
                  <a:pt x="4169222" y="3607076"/>
                  <a:pt x="4108016" y="3622917"/>
                  <a:pt x="4030608" y="3620757"/>
                </a:cubicBezTo>
                <a:cubicBezTo>
                  <a:pt x="4028087" y="3629757"/>
                  <a:pt x="4030608" y="3634078"/>
                  <a:pt x="4037448" y="3636598"/>
                </a:cubicBezTo>
                <a:cubicBezTo>
                  <a:pt x="4030608" y="3643438"/>
                  <a:pt x="4028087" y="3638758"/>
                  <a:pt x="4012246" y="3640918"/>
                </a:cubicBezTo>
                <a:cubicBezTo>
                  <a:pt x="4021247" y="3625077"/>
                  <a:pt x="4019087" y="3625077"/>
                  <a:pt x="4007925" y="3618237"/>
                </a:cubicBezTo>
                <a:cubicBezTo>
                  <a:pt x="4001085" y="3620757"/>
                  <a:pt x="4001085" y="3631917"/>
                  <a:pt x="3998564" y="3638758"/>
                </a:cubicBezTo>
                <a:cubicBezTo>
                  <a:pt x="3991724" y="3636598"/>
                  <a:pt x="3989563" y="3629757"/>
                  <a:pt x="3994244" y="3618237"/>
                </a:cubicBezTo>
                <a:cubicBezTo>
                  <a:pt x="3994244" y="3618237"/>
                  <a:pt x="3994244" y="3618237"/>
                  <a:pt x="3930517" y="3611396"/>
                </a:cubicBezTo>
                <a:cubicBezTo>
                  <a:pt x="3930517" y="3631917"/>
                  <a:pt x="3944199" y="3620757"/>
                  <a:pt x="3948519" y="3634078"/>
                </a:cubicBezTo>
                <a:cubicBezTo>
                  <a:pt x="3930517" y="3652438"/>
                  <a:pt x="3927997" y="3640918"/>
                  <a:pt x="3925837" y="3625077"/>
                </a:cubicBezTo>
                <a:cubicBezTo>
                  <a:pt x="3921156" y="3611396"/>
                  <a:pt x="3916836" y="3595556"/>
                  <a:pt x="3896314" y="3604556"/>
                </a:cubicBezTo>
                <a:cubicBezTo>
                  <a:pt x="3891633" y="3622917"/>
                  <a:pt x="3909995" y="3618237"/>
                  <a:pt x="3914676" y="3627597"/>
                </a:cubicBezTo>
                <a:cubicBezTo>
                  <a:pt x="3911255" y="3631557"/>
                  <a:pt x="3909388" y="3634797"/>
                  <a:pt x="3908443" y="3637751"/>
                </a:cubicBezTo>
                <a:lnTo>
                  <a:pt x="3908141" y="3641398"/>
                </a:lnTo>
                <a:lnTo>
                  <a:pt x="3926181" y="3648258"/>
                </a:lnTo>
                <a:cubicBezTo>
                  <a:pt x="3921681" y="3653388"/>
                  <a:pt x="3917879" y="3655683"/>
                  <a:pt x="3914494" y="3656201"/>
                </a:cubicBezTo>
                <a:lnTo>
                  <a:pt x="3907778" y="3654211"/>
                </a:lnTo>
                <a:lnTo>
                  <a:pt x="3907835" y="3668279"/>
                </a:lnTo>
                <a:cubicBezTo>
                  <a:pt x="3912155" y="3663959"/>
                  <a:pt x="3918996" y="3666119"/>
                  <a:pt x="3921156" y="3659279"/>
                </a:cubicBezTo>
                <a:cubicBezTo>
                  <a:pt x="3921156" y="3668279"/>
                  <a:pt x="3918996" y="3670440"/>
                  <a:pt x="3918996" y="3672960"/>
                </a:cubicBezTo>
                <a:cubicBezTo>
                  <a:pt x="3918996" y="3672960"/>
                  <a:pt x="3918996" y="3672960"/>
                  <a:pt x="3934838" y="3670440"/>
                </a:cubicBezTo>
                <a:cubicBezTo>
                  <a:pt x="3923677" y="3690960"/>
                  <a:pt x="3900994" y="3677280"/>
                  <a:pt x="3887313" y="3688800"/>
                </a:cubicBezTo>
                <a:cubicBezTo>
                  <a:pt x="3882632" y="3686640"/>
                  <a:pt x="3889473" y="3672960"/>
                  <a:pt x="3882632" y="3672960"/>
                </a:cubicBezTo>
                <a:cubicBezTo>
                  <a:pt x="3848429" y="3688800"/>
                  <a:pt x="3798383" y="3688800"/>
                  <a:pt x="3768860" y="3668279"/>
                </a:cubicBezTo>
                <a:cubicBezTo>
                  <a:pt x="3768860" y="3647758"/>
                  <a:pt x="3782542" y="3675120"/>
                  <a:pt x="3789382" y="3659279"/>
                </a:cubicBezTo>
                <a:cubicBezTo>
                  <a:pt x="3787222" y="3650278"/>
                  <a:pt x="3777861" y="3650278"/>
                  <a:pt x="3777861" y="3636598"/>
                </a:cubicBezTo>
                <a:cubicBezTo>
                  <a:pt x="3762020" y="3650278"/>
                  <a:pt x="3757339" y="3640918"/>
                  <a:pt x="3734657" y="3640918"/>
                </a:cubicBezTo>
                <a:cubicBezTo>
                  <a:pt x="3741497" y="3645598"/>
                  <a:pt x="3762020" y="3657119"/>
                  <a:pt x="3737177" y="3657119"/>
                </a:cubicBezTo>
                <a:cubicBezTo>
                  <a:pt x="3737177" y="3668279"/>
                  <a:pt x="3746178" y="3668279"/>
                  <a:pt x="3741497" y="3684120"/>
                </a:cubicBezTo>
                <a:cubicBezTo>
                  <a:pt x="3734657" y="3677280"/>
                  <a:pt x="3730336" y="3670440"/>
                  <a:pt x="3725656" y="3661439"/>
                </a:cubicBezTo>
                <a:cubicBezTo>
                  <a:pt x="3716655" y="3663959"/>
                  <a:pt x="3718815" y="3681960"/>
                  <a:pt x="3707294" y="3677280"/>
                </a:cubicBezTo>
                <a:cubicBezTo>
                  <a:pt x="3707294" y="3677280"/>
                  <a:pt x="3707294" y="3677280"/>
                  <a:pt x="3709814" y="3657119"/>
                </a:cubicBezTo>
                <a:cubicBezTo>
                  <a:pt x="3691452" y="3661439"/>
                  <a:pt x="3682451" y="3657119"/>
                  <a:pt x="3670930" y="3670440"/>
                </a:cubicBezTo>
                <a:cubicBezTo>
                  <a:pt x="3643927" y="3675120"/>
                  <a:pt x="3648248" y="3645598"/>
                  <a:pt x="3620885" y="3661439"/>
                </a:cubicBezTo>
                <a:cubicBezTo>
                  <a:pt x="3616564" y="3650278"/>
                  <a:pt x="3623405" y="3654599"/>
                  <a:pt x="3623405" y="3638758"/>
                </a:cubicBezTo>
                <a:cubicBezTo>
                  <a:pt x="3609724" y="3640918"/>
                  <a:pt x="3598202" y="3645598"/>
                  <a:pt x="3596042" y="3661439"/>
                </a:cubicBezTo>
                <a:cubicBezTo>
                  <a:pt x="3587041" y="3622917"/>
                  <a:pt x="3554998" y="3659279"/>
                  <a:pt x="3529795" y="3647758"/>
                </a:cubicBezTo>
                <a:cubicBezTo>
                  <a:pt x="3529795" y="3652438"/>
                  <a:pt x="3529795" y="3654599"/>
                  <a:pt x="3529795" y="3659279"/>
                </a:cubicBezTo>
                <a:cubicBezTo>
                  <a:pt x="3529795" y="3670440"/>
                  <a:pt x="3543477" y="3659279"/>
                  <a:pt x="3548157" y="3661439"/>
                </a:cubicBezTo>
                <a:cubicBezTo>
                  <a:pt x="3543657" y="3667200"/>
                  <a:pt x="3543117" y="3669450"/>
                  <a:pt x="3542847" y="3671970"/>
                </a:cubicBezTo>
                <a:lnTo>
                  <a:pt x="3542493" y="3673135"/>
                </a:lnTo>
                <a:lnTo>
                  <a:pt x="3558363" y="3671361"/>
                </a:lnTo>
                <a:lnTo>
                  <a:pt x="3558976" y="3667505"/>
                </a:lnTo>
                <a:cubicBezTo>
                  <a:pt x="3559294" y="3665504"/>
                  <a:pt x="3559294" y="3665504"/>
                  <a:pt x="3559294" y="3665504"/>
                </a:cubicBezTo>
                <a:cubicBezTo>
                  <a:pt x="3575284" y="3660775"/>
                  <a:pt x="3575284" y="3665504"/>
                  <a:pt x="3589093" y="3660775"/>
                </a:cubicBezTo>
                <a:lnTo>
                  <a:pt x="3590563" y="3667762"/>
                </a:lnTo>
                <a:lnTo>
                  <a:pt x="3600793" y="3666618"/>
                </a:lnTo>
                <a:lnTo>
                  <a:pt x="3596115" y="3678908"/>
                </a:lnTo>
                <a:lnTo>
                  <a:pt x="3609807" y="3665504"/>
                </a:lnTo>
                <a:cubicBezTo>
                  <a:pt x="3614168" y="3667687"/>
                  <a:pt x="3609807" y="3681512"/>
                  <a:pt x="3616712" y="3681512"/>
                </a:cubicBezTo>
                <a:cubicBezTo>
                  <a:pt x="3614350" y="3688424"/>
                  <a:pt x="3607445" y="3691334"/>
                  <a:pt x="3600858" y="3690470"/>
                </a:cubicBezTo>
                <a:lnTo>
                  <a:pt x="3594201" y="3683935"/>
                </a:lnTo>
                <a:lnTo>
                  <a:pt x="3588656" y="3698499"/>
                </a:lnTo>
                <a:cubicBezTo>
                  <a:pt x="3574450" y="3722326"/>
                  <a:pt x="3554271" y="3725296"/>
                  <a:pt x="3530245" y="3737176"/>
                </a:cubicBezTo>
                <a:cubicBezTo>
                  <a:pt x="3519086" y="3732496"/>
                  <a:pt x="3507568" y="3730336"/>
                  <a:pt x="3500729" y="3718816"/>
                </a:cubicBezTo>
                <a:lnTo>
                  <a:pt x="3425690" y="3735591"/>
                </a:lnTo>
                <a:lnTo>
                  <a:pt x="3425384" y="3736683"/>
                </a:lnTo>
                <a:lnTo>
                  <a:pt x="3424297" y="3735903"/>
                </a:lnTo>
                <a:lnTo>
                  <a:pt x="3420012" y="3736860"/>
                </a:lnTo>
                <a:lnTo>
                  <a:pt x="3401802" y="3740852"/>
                </a:lnTo>
                <a:lnTo>
                  <a:pt x="3400182" y="3745683"/>
                </a:lnTo>
                <a:lnTo>
                  <a:pt x="3395375" y="3742261"/>
                </a:lnTo>
                <a:lnTo>
                  <a:pt x="3370631" y="3747685"/>
                </a:lnTo>
                <a:lnTo>
                  <a:pt x="3370659" y="3747843"/>
                </a:lnTo>
                <a:cubicBezTo>
                  <a:pt x="3363818" y="3750363"/>
                  <a:pt x="3356977" y="3750363"/>
                  <a:pt x="3350136" y="3752523"/>
                </a:cubicBezTo>
                <a:cubicBezTo>
                  <a:pt x="3350136" y="3761524"/>
                  <a:pt x="3352657" y="3768364"/>
                  <a:pt x="3359497" y="3766204"/>
                </a:cubicBezTo>
                <a:cubicBezTo>
                  <a:pt x="3352657" y="3778805"/>
                  <a:pt x="3348066" y="3774214"/>
                  <a:pt x="3343476" y="3765079"/>
                </a:cubicBezTo>
                <a:lnTo>
                  <a:pt x="3338351" y="3753972"/>
                </a:lnTo>
                <a:lnTo>
                  <a:pt x="3310539" y="3757316"/>
                </a:lnTo>
                <a:lnTo>
                  <a:pt x="3313773" y="3759364"/>
                </a:lnTo>
                <a:cubicBezTo>
                  <a:pt x="3327454" y="3770524"/>
                  <a:pt x="3296131" y="3757204"/>
                  <a:pt x="3309812" y="3766204"/>
                </a:cubicBezTo>
                <a:cubicBezTo>
                  <a:pt x="3307922" y="3778085"/>
                  <a:pt x="3302387" y="3765664"/>
                  <a:pt x="3296851" y="3760686"/>
                </a:cubicBezTo>
                <a:lnTo>
                  <a:pt x="3292125" y="3759529"/>
                </a:lnTo>
                <a:lnTo>
                  <a:pt x="3291499" y="3759605"/>
                </a:lnTo>
                <a:lnTo>
                  <a:pt x="3293116" y="3767644"/>
                </a:lnTo>
                <a:cubicBezTo>
                  <a:pt x="3295951" y="3770794"/>
                  <a:pt x="3299371" y="3775384"/>
                  <a:pt x="3298291" y="3784565"/>
                </a:cubicBezTo>
                <a:cubicBezTo>
                  <a:pt x="3293610" y="3784565"/>
                  <a:pt x="3293610" y="3786725"/>
                  <a:pt x="3293610" y="3791405"/>
                </a:cubicBezTo>
                <a:cubicBezTo>
                  <a:pt x="3290190" y="3787985"/>
                  <a:pt x="3287940" y="3782765"/>
                  <a:pt x="3286275" y="3776420"/>
                </a:cubicBezTo>
                <a:lnTo>
                  <a:pt x="3283485" y="3760568"/>
                </a:lnTo>
                <a:lnTo>
                  <a:pt x="3271446" y="3762015"/>
                </a:lnTo>
                <a:lnTo>
                  <a:pt x="3263906" y="3761813"/>
                </a:lnTo>
                <a:lnTo>
                  <a:pt x="3264087" y="3766204"/>
                </a:lnTo>
                <a:cubicBezTo>
                  <a:pt x="3266248" y="3773044"/>
                  <a:pt x="3268768" y="3759364"/>
                  <a:pt x="3270928" y="3768364"/>
                </a:cubicBezTo>
                <a:cubicBezTo>
                  <a:pt x="3272008" y="3780964"/>
                  <a:pt x="3262377" y="3769624"/>
                  <a:pt x="3253331" y="3761929"/>
                </a:cubicBezTo>
                <a:lnTo>
                  <a:pt x="3252404" y="3761505"/>
                </a:lnTo>
                <a:lnTo>
                  <a:pt x="3239348" y="3761155"/>
                </a:lnTo>
                <a:lnTo>
                  <a:pt x="3238731" y="3762404"/>
                </a:lnTo>
                <a:cubicBezTo>
                  <a:pt x="3238277" y="3765726"/>
                  <a:pt x="3238390" y="3770570"/>
                  <a:pt x="3239245" y="3777365"/>
                </a:cubicBezTo>
                <a:cubicBezTo>
                  <a:pt x="3227724" y="3777365"/>
                  <a:pt x="3218723" y="3768364"/>
                  <a:pt x="3205041" y="3777365"/>
                </a:cubicBezTo>
                <a:cubicBezTo>
                  <a:pt x="3207201" y="3782045"/>
                  <a:pt x="3209362" y="3784565"/>
                  <a:pt x="3207201" y="3786725"/>
                </a:cubicBezTo>
                <a:cubicBezTo>
                  <a:pt x="3218723" y="3795726"/>
                  <a:pt x="3214042" y="3797886"/>
                  <a:pt x="3229884" y="3818406"/>
                </a:cubicBezTo>
                <a:cubicBezTo>
                  <a:pt x="3223043" y="3818406"/>
                  <a:pt x="3211882" y="3795726"/>
                  <a:pt x="3209362" y="3814086"/>
                </a:cubicBezTo>
                <a:cubicBezTo>
                  <a:pt x="3207201" y="3804726"/>
                  <a:pt x="3202521" y="3793565"/>
                  <a:pt x="3196040" y="3795726"/>
                </a:cubicBezTo>
                <a:cubicBezTo>
                  <a:pt x="3193520" y="3797886"/>
                  <a:pt x="3198200" y="3809406"/>
                  <a:pt x="3200361" y="3816246"/>
                </a:cubicBezTo>
                <a:cubicBezTo>
                  <a:pt x="3193520" y="3811566"/>
                  <a:pt x="3184519" y="3809406"/>
                  <a:pt x="3193520" y="3818406"/>
                </a:cubicBezTo>
                <a:cubicBezTo>
                  <a:pt x="3184519" y="3832087"/>
                  <a:pt x="3172998" y="3797886"/>
                  <a:pt x="3170838" y="3788885"/>
                </a:cubicBezTo>
                <a:cubicBezTo>
                  <a:pt x="3157156" y="3816246"/>
                  <a:pt x="3186679" y="3832087"/>
                  <a:pt x="3196040" y="3861609"/>
                </a:cubicBezTo>
                <a:cubicBezTo>
                  <a:pt x="3189200" y="3854768"/>
                  <a:pt x="3186679" y="3866289"/>
                  <a:pt x="3193520" y="3868449"/>
                </a:cubicBezTo>
                <a:cubicBezTo>
                  <a:pt x="3186679" y="3893650"/>
                  <a:pt x="3184519" y="3845768"/>
                  <a:pt x="3172998" y="3854768"/>
                </a:cubicBezTo>
                <a:cubicBezTo>
                  <a:pt x="3170838" y="3884650"/>
                  <a:pt x="3189200" y="3895810"/>
                  <a:pt x="3179839" y="3904811"/>
                </a:cubicBezTo>
                <a:cubicBezTo>
                  <a:pt x="3191360" y="3918491"/>
                  <a:pt x="3205041" y="3893650"/>
                  <a:pt x="3216202" y="3921011"/>
                </a:cubicBezTo>
                <a:cubicBezTo>
                  <a:pt x="3216202" y="3932172"/>
                  <a:pt x="3202521" y="3921011"/>
                  <a:pt x="3198200" y="3909491"/>
                </a:cubicBezTo>
                <a:cubicBezTo>
                  <a:pt x="3191360" y="3916331"/>
                  <a:pt x="3198200" y="3936852"/>
                  <a:pt x="3186679" y="3936852"/>
                </a:cubicBezTo>
                <a:cubicBezTo>
                  <a:pt x="3182359" y="3921011"/>
                  <a:pt x="3177678" y="3925332"/>
                  <a:pt x="3175518" y="3911651"/>
                </a:cubicBezTo>
                <a:cubicBezTo>
                  <a:pt x="3172998" y="3927852"/>
                  <a:pt x="3182359" y="3954853"/>
                  <a:pt x="3175518" y="3961693"/>
                </a:cubicBezTo>
                <a:cubicBezTo>
                  <a:pt x="3175518" y="3948013"/>
                  <a:pt x="3172998" y="3939012"/>
                  <a:pt x="3163997" y="3941172"/>
                </a:cubicBezTo>
                <a:cubicBezTo>
                  <a:pt x="3161837" y="3936852"/>
                  <a:pt x="3168677" y="3923172"/>
                  <a:pt x="3170838" y="3932172"/>
                </a:cubicBezTo>
                <a:cubicBezTo>
                  <a:pt x="3170838" y="3930012"/>
                  <a:pt x="3168677" y="3921011"/>
                  <a:pt x="3170838" y="3921011"/>
                </a:cubicBezTo>
                <a:cubicBezTo>
                  <a:pt x="3168677" y="3907331"/>
                  <a:pt x="3163997" y="3914171"/>
                  <a:pt x="3159676" y="3902650"/>
                </a:cubicBezTo>
                <a:cubicBezTo>
                  <a:pt x="3154996" y="3902650"/>
                  <a:pt x="3163997" y="3927852"/>
                  <a:pt x="3166157" y="3916331"/>
                </a:cubicBezTo>
                <a:cubicBezTo>
                  <a:pt x="3168677" y="3932172"/>
                  <a:pt x="3154996" y="3921011"/>
                  <a:pt x="3152836" y="3918491"/>
                </a:cubicBezTo>
                <a:cubicBezTo>
                  <a:pt x="3154996" y="3895810"/>
                  <a:pt x="3132314" y="3904811"/>
                  <a:pt x="3132314" y="3888970"/>
                </a:cubicBezTo>
                <a:cubicBezTo>
                  <a:pt x="3127633" y="3893650"/>
                  <a:pt x="3122953" y="3882130"/>
                  <a:pt x="3116112" y="3888970"/>
                </a:cubicBezTo>
                <a:cubicBezTo>
                  <a:pt x="3132314" y="3897970"/>
                  <a:pt x="3132314" y="3909491"/>
                  <a:pt x="3145995" y="3927852"/>
                </a:cubicBezTo>
                <a:cubicBezTo>
                  <a:pt x="3143475" y="3932172"/>
                  <a:pt x="3141314" y="3934332"/>
                  <a:pt x="3136634" y="3936852"/>
                </a:cubicBezTo>
                <a:cubicBezTo>
                  <a:pt x="3141314" y="3927852"/>
                  <a:pt x="3132314" y="3925332"/>
                  <a:pt x="3132314" y="3916331"/>
                </a:cubicBezTo>
                <a:cubicBezTo>
                  <a:pt x="3127633" y="3909491"/>
                  <a:pt x="3118632" y="3909491"/>
                  <a:pt x="3118632" y="3916331"/>
                </a:cubicBezTo>
                <a:cubicBezTo>
                  <a:pt x="3122953" y="3930012"/>
                  <a:pt x="3125473" y="3923172"/>
                  <a:pt x="3129793" y="3927852"/>
                </a:cubicBezTo>
                <a:cubicBezTo>
                  <a:pt x="3132314" y="3945853"/>
                  <a:pt x="3109271" y="3925332"/>
                  <a:pt x="3118632" y="3945853"/>
                </a:cubicBezTo>
                <a:cubicBezTo>
                  <a:pt x="3102430" y="3934332"/>
                  <a:pt x="3100270" y="3950533"/>
                  <a:pt x="3079748" y="3954853"/>
                </a:cubicBezTo>
                <a:cubicBezTo>
                  <a:pt x="3077588" y="3950533"/>
                  <a:pt x="3082268" y="3950533"/>
                  <a:pt x="3082268" y="3948013"/>
                </a:cubicBezTo>
                <a:cubicBezTo>
                  <a:pt x="3079748" y="3943692"/>
                  <a:pt x="3077588" y="3945853"/>
                  <a:pt x="3075428" y="3945853"/>
                </a:cubicBezTo>
                <a:cubicBezTo>
                  <a:pt x="3070747" y="3930012"/>
                  <a:pt x="3086589" y="3948013"/>
                  <a:pt x="3089109" y="3939012"/>
                </a:cubicBezTo>
                <a:cubicBezTo>
                  <a:pt x="3089109" y="3939012"/>
                  <a:pt x="3089109" y="3939012"/>
                  <a:pt x="3084429" y="3930012"/>
                </a:cubicBezTo>
                <a:cubicBezTo>
                  <a:pt x="3077588" y="3923172"/>
                  <a:pt x="3070747" y="3932172"/>
                  <a:pt x="3061746" y="3918491"/>
                </a:cubicBezTo>
                <a:cubicBezTo>
                  <a:pt x="3066067" y="3934332"/>
                  <a:pt x="3079748" y="3964214"/>
                  <a:pt x="3095950" y="3975374"/>
                </a:cubicBezTo>
                <a:cubicBezTo>
                  <a:pt x="3091269" y="3977894"/>
                  <a:pt x="3079748" y="3973214"/>
                  <a:pt x="3089109" y="3980054"/>
                </a:cubicBezTo>
                <a:cubicBezTo>
                  <a:pt x="3093429" y="3991575"/>
                  <a:pt x="3077588" y="3971054"/>
                  <a:pt x="3072907" y="3973214"/>
                </a:cubicBezTo>
                <a:cubicBezTo>
                  <a:pt x="3077588" y="3980054"/>
                  <a:pt x="3084429" y="3986894"/>
                  <a:pt x="3086589" y="3986894"/>
                </a:cubicBezTo>
                <a:cubicBezTo>
                  <a:pt x="3089109" y="3998055"/>
                  <a:pt x="3075428" y="4000575"/>
                  <a:pt x="3086589" y="4018576"/>
                </a:cubicBezTo>
                <a:cubicBezTo>
                  <a:pt x="3084429" y="4018576"/>
                  <a:pt x="3079748" y="4009576"/>
                  <a:pt x="3082268" y="4009576"/>
                </a:cubicBezTo>
                <a:cubicBezTo>
                  <a:pt x="3075428" y="4000575"/>
                  <a:pt x="3072907" y="4014256"/>
                  <a:pt x="3066067" y="3995895"/>
                </a:cubicBezTo>
                <a:cubicBezTo>
                  <a:pt x="3063906" y="3984734"/>
                  <a:pt x="3070747" y="3995895"/>
                  <a:pt x="3075428" y="3989055"/>
                </a:cubicBezTo>
                <a:cubicBezTo>
                  <a:pt x="3070747" y="3982214"/>
                  <a:pt x="3068587" y="3984734"/>
                  <a:pt x="3063906" y="3977894"/>
                </a:cubicBezTo>
                <a:cubicBezTo>
                  <a:pt x="3054905" y="3977894"/>
                  <a:pt x="3068587" y="3998055"/>
                  <a:pt x="3057066" y="3989055"/>
                </a:cubicBezTo>
                <a:cubicBezTo>
                  <a:pt x="3068587" y="4011736"/>
                  <a:pt x="3072907" y="4025416"/>
                  <a:pt x="3061746" y="4023256"/>
                </a:cubicBezTo>
                <a:cubicBezTo>
                  <a:pt x="3050225" y="4009576"/>
                  <a:pt x="3052385" y="4000575"/>
                  <a:pt x="3052385" y="3991575"/>
                </a:cubicBezTo>
                <a:cubicBezTo>
                  <a:pt x="3050225" y="3989055"/>
                  <a:pt x="3045544" y="3986894"/>
                  <a:pt x="3043384" y="3980054"/>
                </a:cubicBezTo>
                <a:cubicBezTo>
                  <a:pt x="3048065" y="3991575"/>
                  <a:pt x="3048065" y="3998055"/>
                  <a:pt x="3050225" y="4007416"/>
                </a:cubicBezTo>
                <a:cubicBezTo>
                  <a:pt x="3045544" y="4009576"/>
                  <a:pt x="3038704" y="3998055"/>
                  <a:pt x="3032223" y="3989055"/>
                </a:cubicBezTo>
                <a:cubicBezTo>
                  <a:pt x="3036544" y="3998055"/>
                  <a:pt x="3041224" y="4011736"/>
                  <a:pt x="3027543" y="4004895"/>
                </a:cubicBezTo>
                <a:cubicBezTo>
                  <a:pt x="3032223" y="4011736"/>
                  <a:pt x="3038704" y="4021096"/>
                  <a:pt x="3041224" y="4018576"/>
                </a:cubicBezTo>
                <a:cubicBezTo>
                  <a:pt x="3050225" y="4032257"/>
                  <a:pt x="3036544" y="4023256"/>
                  <a:pt x="3032223" y="4014256"/>
                </a:cubicBezTo>
                <a:cubicBezTo>
                  <a:pt x="3029703" y="4016416"/>
                  <a:pt x="3043384" y="4034417"/>
                  <a:pt x="3029703" y="4023256"/>
                </a:cubicBezTo>
                <a:cubicBezTo>
                  <a:pt x="3032223" y="4025416"/>
                  <a:pt x="3057066" y="4048458"/>
                  <a:pt x="3052385" y="4057458"/>
                </a:cubicBezTo>
                <a:cubicBezTo>
                  <a:pt x="3061746" y="4068618"/>
                  <a:pt x="3063906" y="4055298"/>
                  <a:pt x="3070747" y="4059618"/>
                </a:cubicBezTo>
                <a:cubicBezTo>
                  <a:pt x="3072907" y="4057458"/>
                  <a:pt x="3068587" y="4050618"/>
                  <a:pt x="3061746" y="4041617"/>
                </a:cubicBezTo>
                <a:cubicBezTo>
                  <a:pt x="3070747" y="4048458"/>
                  <a:pt x="3068587" y="4048458"/>
                  <a:pt x="3070747" y="4041617"/>
                </a:cubicBezTo>
                <a:cubicBezTo>
                  <a:pt x="3082268" y="4057458"/>
                  <a:pt x="3072907" y="4059618"/>
                  <a:pt x="3091269" y="4077979"/>
                </a:cubicBezTo>
                <a:cubicBezTo>
                  <a:pt x="3089109" y="4084819"/>
                  <a:pt x="3077588" y="4066458"/>
                  <a:pt x="3077588" y="4061778"/>
                </a:cubicBezTo>
                <a:cubicBezTo>
                  <a:pt x="3072907" y="4071138"/>
                  <a:pt x="3075428" y="4073299"/>
                  <a:pt x="3075428" y="4082299"/>
                </a:cubicBezTo>
                <a:cubicBezTo>
                  <a:pt x="3079748" y="4086979"/>
                  <a:pt x="3082268" y="4084819"/>
                  <a:pt x="3086589" y="4091660"/>
                </a:cubicBezTo>
                <a:cubicBezTo>
                  <a:pt x="3079748" y="4093820"/>
                  <a:pt x="3070747" y="4089139"/>
                  <a:pt x="3070747" y="4100660"/>
                </a:cubicBezTo>
                <a:cubicBezTo>
                  <a:pt x="3068587" y="4091660"/>
                  <a:pt x="3070747" y="4093820"/>
                  <a:pt x="3059226" y="4084819"/>
                </a:cubicBezTo>
                <a:cubicBezTo>
                  <a:pt x="3066067" y="4093820"/>
                  <a:pt x="3059226" y="4095980"/>
                  <a:pt x="3070747" y="4107500"/>
                </a:cubicBezTo>
                <a:cubicBezTo>
                  <a:pt x="3066067" y="4104980"/>
                  <a:pt x="3059226" y="4098140"/>
                  <a:pt x="3052385" y="4091660"/>
                </a:cubicBezTo>
                <a:cubicBezTo>
                  <a:pt x="3050225" y="4102820"/>
                  <a:pt x="3038704" y="4104980"/>
                  <a:pt x="3022862" y="4098140"/>
                </a:cubicBezTo>
                <a:cubicBezTo>
                  <a:pt x="3022862" y="4102820"/>
                  <a:pt x="3043384" y="4116501"/>
                  <a:pt x="3045544" y="4109660"/>
                </a:cubicBezTo>
                <a:cubicBezTo>
                  <a:pt x="3057066" y="4125501"/>
                  <a:pt x="3041224" y="4125501"/>
                  <a:pt x="3027543" y="4107500"/>
                </a:cubicBezTo>
                <a:cubicBezTo>
                  <a:pt x="3022862" y="4111820"/>
                  <a:pt x="3018542" y="4114341"/>
                  <a:pt x="3020702" y="4121181"/>
                </a:cubicBezTo>
                <a:cubicBezTo>
                  <a:pt x="3032223" y="4125501"/>
                  <a:pt x="3020702" y="4114341"/>
                  <a:pt x="3034383" y="4123341"/>
                </a:cubicBezTo>
                <a:cubicBezTo>
                  <a:pt x="3038704" y="4137022"/>
                  <a:pt x="3029703" y="4146022"/>
                  <a:pt x="3013861" y="4152862"/>
                </a:cubicBezTo>
                <a:cubicBezTo>
                  <a:pt x="2995499" y="4134862"/>
                  <a:pt x="3020702" y="4139182"/>
                  <a:pt x="3018542" y="4125501"/>
                </a:cubicBezTo>
                <a:cubicBezTo>
                  <a:pt x="2993339" y="4109660"/>
                  <a:pt x="3009181" y="4107500"/>
                  <a:pt x="2995499" y="4095980"/>
                </a:cubicBezTo>
                <a:cubicBezTo>
                  <a:pt x="2998019" y="4109660"/>
                  <a:pt x="2989019" y="4093820"/>
                  <a:pt x="2984338" y="4102820"/>
                </a:cubicBezTo>
                <a:cubicBezTo>
                  <a:pt x="3002340" y="4111820"/>
                  <a:pt x="3004860" y="4123341"/>
                  <a:pt x="3009181" y="4134862"/>
                </a:cubicBezTo>
                <a:cubicBezTo>
                  <a:pt x="2998019" y="4128021"/>
                  <a:pt x="2993339" y="4134862"/>
                  <a:pt x="2986498" y="4139182"/>
                </a:cubicBezTo>
                <a:cubicBezTo>
                  <a:pt x="2995499" y="4141702"/>
                  <a:pt x="3007020" y="4152862"/>
                  <a:pt x="3013861" y="4152862"/>
                </a:cubicBezTo>
                <a:cubicBezTo>
                  <a:pt x="3029703" y="4152862"/>
                  <a:pt x="3016021" y="4166543"/>
                  <a:pt x="3032223" y="4178064"/>
                </a:cubicBezTo>
                <a:cubicBezTo>
                  <a:pt x="3027543" y="4180224"/>
                  <a:pt x="3016021" y="4168703"/>
                  <a:pt x="3011701" y="4171223"/>
                </a:cubicBezTo>
                <a:cubicBezTo>
                  <a:pt x="3007020" y="4164383"/>
                  <a:pt x="3016021" y="4168703"/>
                  <a:pt x="3013861" y="4161863"/>
                </a:cubicBezTo>
                <a:cubicBezTo>
                  <a:pt x="3000180" y="4152862"/>
                  <a:pt x="3000180" y="4171223"/>
                  <a:pt x="3000180" y="4178064"/>
                </a:cubicBezTo>
                <a:cubicBezTo>
                  <a:pt x="3009181" y="4184904"/>
                  <a:pt x="2998019" y="4168703"/>
                  <a:pt x="3007020" y="4168703"/>
                </a:cubicBezTo>
                <a:cubicBezTo>
                  <a:pt x="3022862" y="4189224"/>
                  <a:pt x="3013861" y="4191744"/>
                  <a:pt x="3011701" y="4205065"/>
                </a:cubicBezTo>
                <a:cubicBezTo>
                  <a:pt x="3004860" y="4200745"/>
                  <a:pt x="2995499" y="4191744"/>
                  <a:pt x="2993339" y="4193904"/>
                </a:cubicBezTo>
                <a:cubicBezTo>
                  <a:pt x="2986498" y="4189224"/>
                  <a:pt x="3002340" y="4191744"/>
                  <a:pt x="2984338" y="4180224"/>
                </a:cubicBezTo>
                <a:cubicBezTo>
                  <a:pt x="2982178" y="4182384"/>
                  <a:pt x="2982178" y="4187064"/>
                  <a:pt x="2979658" y="4189224"/>
                </a:cubicBezTo>
                <a:cubicBezTo>
                  <a:pt x="2972817" y="4191744"/>
                  <a:pt x="2975337" y="4178064"/>
                  <a:pt x="2959135" y="4173383"/>
                </a:cubicBezTo>
                <a:cubicBezTo>
                  <a:pt x="2975337" y="4193904"/>
                  <a:pt x="2965976" y="4189224"/>
                  <a:pt x="2984338" y="4207585"/>
                </a:cubicBezTo>
                <a:cubicBezTo>
                  <a:pt x="2982178" y="4211905"/>
                  <a:pt x="2979658" y="4221266"/>
                  <a:pt x="2977497" y="4225586"/>
                </a:cubicBezTo>
                <a:cubicBezTo>
                  <a:pt x="2972817" y="4232426"/>
                  <a:pt x="2968496" y="4234946"/>
                  <a:pt x="2952295" y="4228106"/>
                </a:cubicBezTo>
                <a:cubicBezTo>
                  <a:pt x="2950134" y="4232426"/>
                  <a:pt x="2970657" y="4239266"/>
                  <a:pt x="2977497" y="4243947"/>
                </a:cubicBezTo>
                <a:cubicBezTo>
                  <a:pt x="2970657" y="4246107"/>
                  <a:pt x="2959135" y="4248627"/>
                  <a:pt x="2952295" y="4239266"/>
                </a:cubicBezTo>
                <a:cubicBezTo>
                  <a:pt x="2950134" y="4243947"/>
                  <a:pt x="2956975" y="4250787"/>
                  <a:pt x="2945454" y="4248627"/>
                </a:cubicBezTo>
                <a:cubicBezTo>
                  <a:pt x="2931773" y="4243947"/>
                  <a:pt x="2936453" y="4239266"/>
                  <a:pt x="2925292" y="4234946"/>
                </a:cubicBezTo>
                <a:cubicBezTo>
                  <a:pt x="2920611" y="4241787"/>
                  <a:pt x="2936453" y="4248627"/>
                  <a:pt x="2947974" y="4255467"/>
                </a:cubicBezTo>
                <a:cubicBezTo>
                  <a:pt x="2963816" y="4264468"/>
                  <a:pt x="2943294" y="4243947"/>
                  <a:pt x="2954815" y="4252947"/>
                </a:cubicBezTo>
                <a:cubicBezTo>
                  <a:pt x="2968496" y="4255467"/>
                  <a:pt x="2959135" y="4266628"/>
                  <a:pt x="2950134" y="4259788"/>
                </a:cubicBezTo>
                <a:cubicBezTo>
                  <a:pt x="2952295" y="4266628"/>
                  <a:pt x="2959135" y="4271308"/>
                  <a:pt x="2959135" y="4275628"/>
                </a:cubicBezTo>
                <a:cubicBezTo>
                  <a:pt x="2954815" y="4284989"/>
                  <a:pt x="2938613" y="4278148"/>
                  <a:pt x="2931773" y="4282469"/>
                </a:cubicBezTo>
                <a:cubicBezTo>
                  <a:pt x="2943294" y="4282469"/>
                  <a:pt x="2961656" y="4291829"/>
                  <a:pt x="2959135" y="4287149"/>
                </a:cubicBezTo>
                <a:cubicBezTo>
                  <a:pt x="2975337" y="4289309"/>
                  <a:pt x="2963816" y="4309830"/>
                  <a:pt x="2952295" y="4309830"/>
                </a:cubicBezTo>
                <a:cubicBezTo>
                  <a:pt x="2943294" y="4305510"/>
                  <a:pt x="2963816" y="4305510"/>
                  <a:pt x="2952295" y="4296149"/>
                </a:cubicBezTo>
                <a:cubicBezTo>
                  <a:pt x="2936453" y="4298669"/>
                  <a:pt x="2956975" y="4321350"/>
                  <a:pt x="2931773" y="4316670"/>
                </a:cubicBezTo>
                <a:cubicBezTo>
                  <a:pt x="2931773" y="4325671"/>
                  <a:pt x="2950134" y="4321350"/>
                  <a:pt x="2952295" y="4328191"/>
                </a:cubicBezTo>
                <a:cubicBezTo>
                  <a:pt x="2943294" y="4328191"/>
                  <a:pt x="2936453" y="4330351"/>
                  <a:pt x="2927452" y="4332511"/>
                </a:cubicBezTo>
                <a:cubicBezTo>
                  <a:pt x="2938613" y="4337191"/>
                  <a:pt x="2927452" y="4346192"/>
                  <a:pt x="2943294" y="4350872"/>
                </a:cubicBezTo>
                <a:cubicBezTo>
                  <a:pt x="2927452" y="4366713"/>
                  <a:pt x="2913771" y="4371393"/>
                  <a:pt x="2915931" y="4391914"/>
                </a:cubicBezTo>
                <a:cubicBezTo>
                  <a:pt x="2913771" y="4389394"/>
                  <a:pt x="2906930" y="4385074"/>
                  <a:pt x="2897929" y="4382553"/>
                </a:cubicBezTo>
                <a:cubicBezTo>
                  <a:pt x="2925292" y="4409915"/>
                  <a:pt x="2888928" y="4439436"/>
                  <a:pt x="2879567" y="4464637"/>
                </a:cubicBezTo>
                <a:cubicBezTo>
                  <a:pt x="2879567" y="4471478"/>
                  <a:pt x="2897929" y="4471478"/>
                  <a:pt x="2877407" y="4473638"/>
                </a:cubicBezTo>
                <a:cubicBezTo>
                  <a:pt x="2877407" y="4475798"/>
                  <a:pt x="2882087" y="4478318"/>
                  <a:pt x="2879567" y="4480478"/>
                </a:cubicBezTo>
                <a:cubicBezTo>
                  <a:pt x="2886408" y="4480478"/>
                  <a:pt x="2888928" y="4478318"/>
                  <a:pt x="2893248" y="4475798"/>
                </a:cubicBezTo>
                <a:cubicBezTo>
                  <a:pt x="2893248" y="4487318"/>
                  <a:pt x="2868046" y="4505679"/>
                  <a:pt x="2891088" y="4521520"/>
                </a:cubicBezTo>
                <a:cubicBezTo>
                  <a:pt x="2877407" y="4525840"/>
                  <a:pt x="2859045" y="4539521"/>
                  <a:pt x="2874887" y="4555722"/>
                </a:cubicBezTo>
                <a:cubicBezTo>
                  <a:pt x="2850044" y="4564722"/>
                  <a:pt x="2843203" y="4610084"/>
                  <a:pt x="2843203" y="4637445"/>
                </a:cubicBezTo>
                <a:cubicBezTo>
                  <a:pt x="2836362" y="4635285"/>
                  <a:pt x="2836362" y="4630605"/>
                  <a:pt x="2829522" y="4628445"/>
                </a:cubicBezTo>
                <a:cubicBezTo>
                  <a:pt x="2829522" y="4639606"/>
                  <a:pt x="2820521" y="4642126"/>
                  <a:pt x="2815840" y="4651126"/>
                </a:cubicBezTo>
                <a:cubicBezTo>
                  <a:pt x="2818361" y="4655806"/>
                  <a:pt x="2822681" y="4651126"/>
                  <a:pt x="2832042" y="4653286"/>
                </a:cubicBezTo>
                <a:cubicBezTo>
                  <a:pt x="2845363" y="4673807"/>
                  <a:pt x="2804679" y="4696488"/>
                  <a:pt x="2804679" y="4726010"/>
                </a:cubicBezTo>
                <a:cubicBezTo>
                  <a:pt x="2793158" y="4721689"/>
                  <a:pt x="2786317" y="4721689"/>
                  <a:pt x="2779477" y="4723850"/>
                </a:cubicBezTo>
                <a:cubicBezTo>
                  <a:pt x="2786317" y="4737530"/>
                  <a:pt x="2765795" y="4740050"/>
                  <a:pt x="2784157" y="4746891"/>
                </a:cubicBezTo>
                <a:cubicBezTo>
                  <a:pt x="2781637" y="4755891"/>
                  <a:pt x="2768315" y="4749051"/>
                  <a:pt x="2765795" y="4755891"/>
                </a:cubicBezTo>
                <a:cubicBezTo>
                  <a:pt x="2768315" y="4764892"/>
                  <a:pt x="2781637" y="4749051"/>
                  <a:pt x="2795318" y="4755891"/>
                </a:cubicBezTo>
                <a:cubicBezTo>
                  <a:pt x="2784157" y="4764892"/>
                  <a:pt x="2795318" y="4767052"/>
                  <a:pt x="2786317" y="4778572"/>
                </a:cubicBezTo>
                <a:cubicBezTo>
                  <a:pt x="2752114" y="4753371"/>
                  <a:pt x="2761475" y="4808094"/>
                  <a:pt x="2747793" y="4823934"/>
                </a:cubicBezTo>
                <a:cubicBezTo>
                  <a:pt x="2752114" y="4817094"/>
                  <a:pt x="2770476" y="4823934"/>
                  <a:pt x="2777316" y="4814934"/>
                </a:cubicBezTo>
                <a:cubicBezTo>
                  <a:pt x="2784157" y="4817094"/>
                  <a:pt x="2774796" y="4819614"/>
                  <a:pt x="2768315" y="4819614"/>
                </a:cubicBezTo>
                <a:cubicBezTo>
                  <a:pt x="2758954" y="4846976"/>
                  <a:pt x="2781637" y="4846976"/>
                  <a:pt x="2754634" y="4855976"/>
                </a:cubicBezTo>
                <a:cubicBezTo>
                  <a:pt x="2754634" y="4862816"/>
                  <a:pt x="2761475" y="4855976"/>
                  <a:pt x="2770476" y="4858136"/>
                </a:cubicBezTo>
                <a:cubicBezTo>
                  <a:pt x="2770476" y="4876497"/>
                  <a:pt x="2754634" y="4873977"/>
                  <a:pt x="2747793" y="4883337"/>
                </a:cubicBezTo>
                <a:cubicBezTo>
                  <a:pt x="2756794" y="4887657"/>
                  <a:pt x="2774796" y="4903498"/>
                  <a:pt x="2743113" y="4906018"/>
                </a:cubicBezTo>
                <a:cubicBezTo>
                  <a:pt x="2745273" y="4908178"/>
                  <a:pt x="2752114" y="4926539"/>
                  <a:pt x="2734112" y="4919699"/>
                </a:cubicBezTo>
                <a:cubicBezTo>
                  <a:pt x="2734112" y="4928699"/>
                  <a:pt x="2745273" y="4928699"/>
                  <a:pt x="2745273" y="4937700"/>
                </a:cubicBezTo>
                <a:cubicBezTo>
                  <a:pt x="2756794" y="4940220"/>
                  <a:pt x="2752114" y="4924019"/>
                  <a:pt x="2754634" y="4919699"/>
                </a:cubicBezTo>
                <a:cubicBezTo>
                  <a:pt x="2788477" y="4930859"/>
                  <a:pt x="2802159" y="4919699"/>
                  <a:pt x="2829522" y="4926539"/>
                </a:cubicBezTo>
                <a:cubicBezTo>
                  <a:pt x="2807920" y="4937879"/>
                  <a:pt x="2782897" y="4946340"/>
                  <a:pt x="2757874" y="4955116"/>
                </a:cubicBezTo>
                <a:lnTo>
                  <a:pt x="2691823" y="4983202"/>
                </a:lnTo>
                <a:lnTo>
                  <a:pt x="2691621" y="4988380"/>
                </a:lnTo>
                <a:lnTo>
                  <a:pt x="2693405" y="4989306"/>
                </a:lnTo>
                <a:cubicBezTo>
                  <a:pt x="2703261" y="4988057"/>
                  <a:pt x="2718180" y="4976581"/>
                  <a:pt x="2711429" y="4997102"/>
                </a:cubicBezTo>
                <a:cubicBezTo>
                  <a:pt x="2720430" y="4994582"/>
                  <a:pt x="2718270" y="4985582"/>
                  <a:pt x="2734112" y="4992422"/>
                </a:cubicBezTo>
                <a:cubicBezTo>
                  <a:pt x="2738432" y="4978742"/>
                  <a:pt x="2727271" y="4978742"/>
                  <a:pt x="2738432" y="4971901"/>
                </a:cubicBezTo>
                <a:cubicBezTo>
                  <a:pt x="2749953" y="4974062"/>
                  <a:pt x="2747793" y="4983422"/>
                  <a:pt x="2743113" y="4992422"/>
                </a:cubicBezTo>
                <a:cubicBezTo>
                  <a:pt x="2749953" y="4990262"/>
                  <a:pt x="2774796" y="4980902"/>
                  <a:pt x="2781637" y="4992422"/>
                </a:cubicBezTo>
                <a:cubicBezTo>
                  <a:pt x="2793158" y="4987742"/>
                  <a:pt x="2813680" y="4971901"/>
                  <a:pt x="2825201" y="4983422"/>
                </a:cubicBezTo>
                <a:cubicBezTo>
                  <a:pt x="2820521" y="4992422"/>
                  <a:pt x="2818361" y="5001423"/>
                  <a:pt x="2809000" y="5008263"/>
                </a:cubicBezTo>
                <a:cubicBezTo>
                  <a:pt x="2772636" y="5006103"/>
                  <a:pt x="2763635" y="5028784"/>
                  <a:pt x="2734112" y="5015103"/>
                </a:cubicBezTo>
                <a:cubicBezTo>
                  <a:pt x="2722591" y="5026624"/>
                  <a:pt x="2708909" y="5026624"/>
                  <a:pt x="2693067" y="5026624"/>
                </a:cubicBezTo>
                <a:cubicBezTo>
                  <a:pt x="2694778" y="5030044"/>
                  <a:pt x="2694778" y="5033734"/>
                  <a:pt x="2694063" y="5037486"/>
                </a:cubicBezTo>
                <a:lnTo>
                  <a:pt x="2693543" y="5039263"/>
                </a:lnTo>
                <a:lnTo>
                  <a:pt x="2695469" y="5066073"/>
                </a:lnTo>
                <a:lnTo>
                  <a:pt x="2694324" y="5066078"/>
                </a:lnTo>
                <a:lnTo>
                  <a:pt x="2695228" y="5067306"/>
                </a:lnTo>
                <a:cubicBezTo>
                  <a:pt x="2706749" y="5062986"/>
                  <a:pt x="2693067" y="5051465"/>
                  <a:pt x="2706749" y="5044625"/>
                </a:cubicBezTo>
                <a:cubicBezTo>
                  <a:pt x="2727271" y="5040304"/>
                  <a:pt x="2752114" y="5069826"/>
                  <a:pt x="2763635" y="5051465"/>
                </a:cubicBezTo>
                <a:cubicBezTo>
                  <a:pt x="2781637" y="5056145"/>
                  <a:pt x="2761475" y="5060466"/>
                  <a:pt x="2763635" y="5074146"/>
                </a:cubicBezTo>
                <a:cubicBezTo>
                  <a:pt x="2736272" y="5074146"/>
                  <a:pt x="2722591" y="5065146"/>
                  <a:pt x="2708909" y="5085667"/>
                </a:cubicBezTo>
                <a:cubicBezTo>
                  <a:pt x="2702068" y="5078826"/>
                  <a:pt x="2711429" y="5078826"/>
                  <a:pt x="2699908" y="5071986"/>
                </a:cubicBezTo>
                <a:cubicBezTo>
                  <a:pt x="2688387" y="5083506"/>
                  <a:pt x="2668225" y="5085667"/>
                  <a:pt x="2656704" y="5099347"/>
                </a:cubicBezTo>
                <a:cubicBezTo>
                  <a:pt x="2658864" y="5104028"/>
                  <a:pt x="2672545" y="5101508"/>
                  <a:pt x="2681546" y="5110868"/>
                </a:cubicBezTo>
                <a:cubicBezTo>
                  <a:pt x="2674706" y="5119868"/>
                  <a:pt x="2668225" y="5131029"/>
                  <a:pt x="2686227" y="5135709"/>
                </a:cubicBezTo>
                <a:cubicBezTo>
                  <a:pt x="2697748" y="5135709"/>
                  <a:pt x="2693067" y="5117348"/>
                  <a:pt x="2697748" y="5113028"/>
                </a:cubicBezTo>
                <a:cubicBezTo>
                  <a:pt x="2720430" y="5094667"/>
                  <a:pt x="2740952" y="5128869"/>
                  <a:pt x="2752114" y="5106188"/>
                </a:cubicBezTo>
                <a:cubicBezTo>
                  <a:pt x="2754634" y="5117348"/>
                  <a:pt x="2763635" y="5122028"/>
                  <a:pt x="2781637" y="5117348"/>
                </a:cubicBezTo>
                <a:cubicBezTo>
                  <a:pt x="2779477" y="5122028"/>
                  <a:pt x="2777316" y="5128869"/>
                  <a:pt x="2784157" y="5128869"/>
                </a:cubicBezTo>
                <a:cubicBezTo>
                  <a:pt x="2756794" y="5144710"/>
                  <a:pt x="2640862" y="5144710"/>
                  <a:pt x="2693067" y="5181071"/>
                </a:cubicBezTo>
                <a:cubicBezTo>
                  <a:pt x="2713590" y="5174591"/>
                  <a:pt x="2725111" y="5178911"/>
                  <a:pt x="2745273" y="5190432"/>
                </a:cubicBezTo>
                <a:cubicBezTo>
                  <a:pt x="2756794" y="5183591"/>
                  <a:pt x="2781637" y="5169911"/>
                  <a:pt x="2799999" y="5183591"/>
                </a:cubicBezTo>
                <a:cubicBezTo>
                  <a:pt x="2752114" y="5228954"/>
                  <a:pt x="2636181" y="5192592"/>
                  <a:pt x="2610979" y="5247314"/>
                </a:cubicBezTo>
                <a:cubicBezTo>
                  <a:pt x="2610979" y="5256315"/>
                  <a:pt x="2631501" y="5254155"/>
                  <a:pt x="2634021" y="5263155"/>
                </a:cubicBezTo>
                <a:cubicBezTo>
                  <a:pt x="2665705" y="5247314"/>
                  <a:pt x="2738432" y="5260995"/>
                  <a:pt x="2774796" y="5251634"/>
                </a:cubicBezTo>
                <a:cubicBezTo>
                  <a:pt x="2761475" y="5283676"/>
                  <a:pt x="2718270" y="5249474"/>
                  <a:pt x="2704589" y="5283676"/>
                </a:cubicBezTo>
                <a:cubicBezTo>
                  <a:pt x="2665705" y="5276836"/>
                  <a:pt x="2647703" y="5294837"/>
                  <a:pt x="2608819" y="5290516"/>
                </a:cubicBezTo>
                <a:cubicBezTo>
                  <a:pt x="2606658" y="5297357"/>
                  <a:pt x="2613499" y="5299517"/>
                  <a:pt x="2608819" y="5306357"/>
                </a:cubicBezTo>
                <a:cubicBezTo>
                  <a:pt x="2604498" y="5304197"/>
                  <a:pt x="2606658" y="5297357"/>
                  <a:pt x="2595137" y="5297357"/>
                </a:cubicBezTo>
                <a:cubicBezTo>
                  <a:pt x="2586136" y="5308517"/>
                  <a:pt x="2570295" y="5313198"/>
                  <a:pt x="2568134" y="5331198"/>
                </a:cubicBezTo>
                <a:cubicBezTo>
                  <a:pt x="2604498" y="5342719"/>
                  <a:pt x="2622500" y="5317518"/>
                  <a:pt x="2652023" y="5335878"/>
                </a:cubicBezTo>
                <a:cubicBezTo>
                  <a:pt x="2674706" y="5320038"/>
                  <a:pt x="2695228" y="5324358"/>
                  <a:pt x="2727271" y="5335878"/>
                </a:cubicBezTo>
                <a:cubicBezTo>
                  <a:pt x="2704589" y="5365400"/>
                  <a:pt x="2617820" y="5370080"/>
                  <a:pt x="2599818" y="5361080"/>
                </a:cubicBezTo>
                <a:cubicBezTo>
                  <a:pt x="2588296" y="5361080"/>
                  <a:pt x="2586136" y="5370080"/>
                  <a:pt x="2581456" y="5376920"/>
                </a:cubicBezTo>
                <a:cubicBezTo>
                  <a:pt x="2556613" y="5356400"/>
                  <a:pt x="2501887" y="5388081"/>
                  <a:pt x="2488206" y="5363240"/>
                </a:cubicBezTo>
                <a:cubicBezTo>
                  <a:pt x="2474525" y="5376920"/>
                  <a:pt x="2477045" y="5372240"/>
                  <a:pt x="2460843" y="5365400"/>
                </a:cubicBezTo>
                <a:lnTo>
                  <a:pt x="2449554" y="5374677"/>
                </a:lnTo>
                <a:lnTo>
                  <a:pt x="2433311" y="5421222"/>
                </a:lnTo>
                <a:lnTo>
                  <a:pt x="2449052" y="5417197"/>
                </a:lnTo>
                <a:cubicBezTo>
                  <a:pt x="2454722" y="5417242"/>
                  <a:pt x="2458683" y="5420123"/>
                  <a:pt x="2458683" y="5429123"/>
                </a:cubicBezTo>
                <a:cubicBezTo>
                  <a:pt x="2465524" y="5426963"/>
                  <a:pt x="2470204" y="5420122"/>
                  <a:pt x="2472364" y="5413282"/>
                </a:cubicBezTo>
                <a:cubicBezTo>
                  <a:pt x="2490726" y="5411122"/>
                  <a:pt x="2481365" y="5424443"/>
                  <a:pt x="2490726" y="5426963"/>
                </a:cubicBezTo>
                <a:cubicBezTo>
                  <a:pt x="2504408" y="5426963"/>
                  <a:pt x="2486046" y="5420122"/>
                  <a:pt x="2499727" y="5415442"/>
                </a:cubicBezTo>
                <a:cubicBezTo>
                  <a:pt x="2510888" y="5415442"/>
                  <a:pt x="2501887" y="5429123"/>
                  <a:pt x="2510888" y="5429123"/>
                </a:cubicBezTo>
                <a:cubicBezTo>
                  <a:pt x="2492886" y="5447484"/>
                  <a:pt x="2474525" y="5438484"/>
                  <a:pt x="2454002" y="5449644"/>
                </a:cubicBezTo>
                <a:cubicBezTo>
                  <a:pt x="2449682" y="5435963"/>
                  <a:pt x="2440681" y="5447484"/>
                  <a:pt x="2431320" y="5438484"/>
                </a:cubicBezTo>
                <a:cubicBezTo>
                  <a:pt x="2436000" y="5444964"/>
                  <a:pt x="2433840" y="5454324"/>
                  <a:pt x="2431320" y="5465485"/>
                </a:cubicBezTo>
                <a:cubicBezTo>
                  <a:pt x="2421059" y="5458644"/>
                  <a:pt x="2413138" y="5457564"/>
                  <a:pt x="2406072" y="5457024"/>
                </a:cubicBezTo>
                <a:lnTo>
                  <a:pt x="2401495" y="5455836"/>
                </a:lnTo>
                <a:lnTo>
                  <a:pt x="2384640" y="5472949"/>
                </a:lnTo>
                <a:lnTo>
                  <a:pt x="2356470" y="5491182"/>
                </a:lnTo>
                <a:lnTo>
                  <a:pt x="2357860" y="5491992"/>
                </a:lnTo>
                <a:cubicBezTo>
                  <a:pt x="2378361" y="5496214"/>
                  <a:pt x="2404076" y="5483549"/>
                  <a:pt x="2434853" y="5483549"/>
                </a:cubicBezTo>
                <a:cubicBezTo>
                  <a:pt x="2443853" y="5483549"/>
                  <a:pt x="2443853" y="5492484"/>
                  <a:pt x="2448172" y="5492484"/>
                </a:cubicBezTo>
                <a:cubicBezTo>
                  <a:pt x="2491728" y="5497130"/>
                  <a:pt x="2548603" y="5472112"/>
                  <a:pt x="2569121" y="5474614"/>
                </a:cubicBezTo>
                <a:cubicBezTo>
                  <a:pt x="2587120" y="5476758"/>
                  <a:pt x="2580281" y="5483549"/>
                  <a:pt x="2605478" y="5472112"/>
                </a:cubicBezTo>
                <a:cubicBezTo>
                  <a:pt x="2602958" y="5492484"/>
                  <a:pt x="2582440" y="5492484"/>
                  <a:pt x="2587120" y="5519646"/>
                </a:cubicBezTo>
                <a:cubicBezTo>
                  <a:pt x="2571281" y="5519646"/>
                  <a:pt x="2584960" y="5501419"/>
                  <a:pt x="2573441" y="5499274"/>
                </a:cubicBezTo>
                <a:cubicBezTo>
                  <a:pt x="2557603" y="5501419"/>
                  <a:pt x="2543924" y="5519646"/>
                  <a:pt x="2530245" y="5508209"/>
                </a:cubicBezTo>
                <a:cubicBezTo>
                  <a:pt x="2518726" y="5508209"/>
                  <a:pt x="2534925" y="5521790"/>
                  <a:pt x="2521246" y="5526436"/>
                </a:cubicBezTo>
                <a:cubicBezTo>
                  <a:pt x="2500728" y="5512855"/>
                  <a:pt x="2505407" y="5537873"/>
                  <a:pt x="2487049" y="5540018"/>
                </a:cubicBezTo>
                <a:cubicBezTo>
                  <a:pt x="2471210" y="5537873"/>
                  <a:pt x="2475530" y="5526436"/>
                  <a:pt x="2468690" y="5519646"/>
                </a:cubicBezTo>
                <a:cubicBezTo>
                  <a:pt x="2461851" y="5540018"/>
                  <a:pt x="2409656" y="5515000"/>
                  <a:pt x="2404976" y="5515000"/>
                </a:cubicBezTo>
                <a:cubicBezTo>
                  <a:pt x="2382838" y="5515000"/>
                  <a:pt x="2347944" y="5520227"/>
                  <a:pt x="2338562" y="5504596"/>
                </a:cubicBezTo>
                <a:lnTo>
                  <a:pt x="2338748" y="5496464"/>
                </a:lnTo>
                <a:lnTo>
                  <a:pt x="2318321" y="5502198"/>
                </a:lnTo>
                <a:cubicBezTo>
                  <a:pt x="2311482" y="5515878"/>
                  <a:pt x="2314001" y="5527397"/>
                  <a:pt x="2290965" y="5532077"/>
                </a:cubicBezTo>
                <a:cubicBezTo>
                  <a:pt x="2272968" y="5509038"/>
                  <a:pt x="2259290" y="5525237"/>
                  <a:pt x="2225096" y="5513718"/>
                </a:cubicBezTo>
                <a:lnTo>
                  <a:pt x="2225237" y="5510213"/>
                </a:lnTo>
                <a:lnTo>
                  <a:pt x="2224172" y="5509763"/>
                </a:lnTo>
                <a:cubicBezTo>
                  <a:pt x="2221105" y="5507249"/>
                  <a:pt x="2218828" y="5504028"/>
                  <a:pt x="2217415" y="5500661"/>
                </a:cubicBezTo>
                <a:lnTo>
                  <a:pt x="2219795" y="5483836"/>
                </a:lnTo>
                <a:lnTo>
                  <a:pt x="2199787" y="5474007"/>
                </a:lnTo>
                <a:cubicBezTo>
                  <a:pt x="2186290" y="5469619"/>
                  <a:pt x="2171285" y="5466109"/>
                  <a:pt x="2156077" y="5462239"/>
                </a:cubicBezTo>
                <a:lnTo>
                  <a:pt x="2116987" y="5450121"/>
                </a:lnTo>
                <a:lnTo>
                  <a:pt x="2106708" y="5451028"/>
                </a:lnTo>
                <a:lnTo>
                  <a:pt x="2106605" y="5451402"/>
                </a:lnTo>
                <a:cubicBezTo>
                  <a:pt x="2105205" y="5456161"/>
                  <a:pt x="2104867" y="5452313"/>
                  <a:pt x="2092987" y="5452313"/>
                </a:cubicBezTo>
                <a:cubicBezTo>
                  <a:pt x="2092987" y="5452313"/>
                  <a:pt x="2092987" y="5452313"/>
                  <a:pt x="2110987" y="5477515"/>
                </a:cubicBezTo>
                <a:cubicBezTo>
                  <a:pt x="2101987" y="5484356"/>
                  <a:pt x="2099827" y="5491196"/>
                  <a:pt x="2104147" y="5500196"/>
                </a:cubicBezTo>
                <a:cubicBezTo>
                  <a:pt x="2117827" y="5498036"/>
                  <a:pt x="2108827" y="5491196"/>
                  <a:pt x="2113507" y="5486516"/>
                </a:cubicBezTo>
                <a:cubicBezTo>
                  <a:pt x="2119987" y="5498036"/>
                  <a:pt x="2126827" y="5500196"/>
                  <a:pt x="2134027" y="5500196"/>
                </a:cubicBezTo>
                <a:cubicBezTo>
                  <a:pt x="2129347" y="5507037"/>
                  <a:pt x="2138347" y="5516038"/>
                  <a:pt x="2122507" y="5520718"/>
                </a:cubicBezTo>
                <a:cubicBezTo>
                  <a:pt x="2115667" y="5516038"/>
                  <a:pt x="2110987" y="5509197"/>
                  <a:pt x="2099827" y="5518558"/>
                </a:cubicBezTo>
                <a:cubicBezTo>
                  <a:pt x="2113507" y="5529718"/>
                  <a:pt x="2126827" y="5543400"/>
                  <a:pt x="2138347" y="5554920"/>
                </a:cubicBezTo>
                <a:cubicBezTo>
                  <a:pt x="2113507" y="5561760"/>
                  <a:pt x="2158868" y="5579762"/>
                  <a:pt x="2136187" y="5586602"/>
                </a:cubicBezTo>
                <a:cubicBezTo>
                  <a:pt x="2124667" y="5584442"/>
                  <a:pt x="2131507" y="5575442"/>
                  <a:pt x="2117827" y="5577602"/>
                </a:cubicBezTo>
                <a:cubicBezTo>
                  <a:pt x="2126827" y="5572922"/>
                  <a:pt x="2115667" y="5563921"/>
                  <a:pt x="2117827" y="5559240"/>
                </a:cubicBezTo>
                <a:cubicBezTo>
                  <a:pt x="2113507" y="5561760"/>
                  <a:pt x="2108827" y="5559240"/>
                  <a:pt x="2101987" y="5563921"/>
                </a:cubicBezTo>
                <a:cubicBezTo>
                  <a:pt x="2101987" y="5563921"/>
                  <a:pt x="2101987" y="5563921"/>
                  <a:pt x="2115667" y="5579762"/>
                </a:cubicBezTo>
                <a:cubicBezTo>
                  <a:pt x="2095147" y="5579762"/>
                  <a:pt x="2110987" y="5595603"/>
                  <a:pt x="2101987" y="5604964"/>
                </a:cubicBezTo>
                <a:cubicBezTo>
                  <a:pt x="2088307" y="5584442"/>
                  <a:pt x="2104147" y="5559240"/>
                  <a:pt x="2067787" y="5550240"/>
                </a:cubicBezTo>
                <a:cubicBezTo>
                  <a:pt x="2054107" y="5568601"/>
                  <a:pt x="2101987" y="5609284"/>
                  <a:pt x="2056627" y="5613964"/>
                </a:cubicBezTo>
                <a:cubicBezTo>
                  <a:pt x="2054107" y="5620804"/>
                  <a:pt x="2060947" y="5625485"/>
                  <a:pt x="2065627" y="5632326"/>
                </a:cubicBezTo>
                <a:cubicBezTo>
                  <a:pt x="2070307" y="5629806"/>
                  <a:pt x="2074627" y="5625485"/>
                  <a:pt x="2077147" y="5629806"/>
                </a:cubicBezTo>
                <a:cubicBezTo>
                  <a:pt x="2063467" y="5661848"/>
                  <a:pt x="2081467" y="5700370"/>
                  <a:pt x="2063467" y="5732412"/>
                </a:cubicBezTo>
                <a:cubicBezTo>
                  <a:pt x="2067787" y="5729892"/>
                  <a:pt x="2072467" y="5736732"/>
                  <a:pt x="2077147" y="5736732"/>
                </a:cubicBezTo>
                <a:cubicBezTo>
                  <a:pt x="2063467" y="5741413"/>
                  <a:pt x="2077147" y="5750414"/>
                  <a:pt x="2067787" y="5757254"/>
                </a:cubicBezTo>
                <a:cubicBezTo>
                  <a:pt x="2058787" y="5748254"/>
                  <a:pt x="2065627" y="5739253"/>
                  <a:pt x="2051947" y="5743573"/>
                </a:cubicBezTo>
                <a:cubicBezTo>
                  <a:pt x="2049787" y="5757254"/>
                  <a:pt x="2045107" y="5770935"/>
                  <a:pt x="2047267" y="5784616"/>
                </a:cubicBezTo>
                <a:cubicBezTo>
                  <a:pt x="2040427" y="5793616"/>
                  <a:pt x="2036107" y="5786776"/>
                  <a:pt x="2029267" y="5793616"/>
                </a:cubicBezTo>
                <a:cubicBezTo>
                  <a:pt x="2033587" y="5796136"/>
                  <a:pt x="2038267" y="5796136"/>
                  <a:pt x="2040427" y="5800457"/>
                </a:cubicBezTo>
                <a:cubicBezTo>
                  <a:pt x="2033587" y="5805138"/>
                  <a:pt x="2026747" y="5802977"/>
                  <a:pt x="2019907" y="5809458"/>
                </a:cubicBezTo>
                <a:cubicBezTo>
                  <a:pt x="2026747" y="5820978"/>
                  <a:pt x="2022427" y="5820978"/>
                  <a:pt x="2031427" y="5825658"/>
                </a:cubicBezTo>
                <a:cubicBezTo>
                  <a:pt x="2019907" y="5829979"/>
                  <a:pt x="2010906" y="5823138"/>
                  <a:pt x="1999746" y="5827819"/>
                </a:cubicBezTo>
                <a:cubicBezTo>
                  <a:pt x="2001906" y="5836820"/>
                  <a:pt x="2008746" y="5848340"/>
                  <a:pt x="1997226" y="5855181"/>
                </a:cubicBezTo>
                <a:cubicBezTo>
                  <a:pt x="1997226" y="5855181"/>
                  <a:pt x="1997226" y="5855181"/>
                  <a:pt x="1992906" y="5850500"/>
                </a:cubicBezTo>
                <a:cubicBezTo>
                  <a:pt x="1990386" y="5850500"/>
                  <a:pt x="1988226" y="5852660"/>
                  <a:pt x="1988226" y="5850500"/>
                </a:cubicBezTo>
                <a:cubicBezTo>
                  <a:pt x="1999746" y="5845820"/>
                  <a:pt x="1997226" y="5829979"/>
                  <a:pt x="1988226" y="5832499"/>
                </a:cubicBezTo>
                <a:cubicBezTo>
                  <a:pt x="1986066" y="5850500"/>
                  <a:pt x="1983546" y="5862021"/>
                  <a:pt x="1995066" y="5877862"/>
                </a:cubicBezTo>
                <a:cubicBezTo>
                  <a:pt x="1979226" y="5877862"/>
                  <a:pt x="1988226" y="5889383"/>
                  <a:pt x="1974546" y="5889383"/>
                </a:cubicBezTo>
                <a:cubicBezTo>
                  <a:pt x="1981386" y="5889383"/>
                  <a:pt x="1988226" y="5896224"/>
                  <a:pt x="1981386" y="5903064"/>
                </a:cubicBezTo>
                <a:cubicBezTo>
                  <a:pt x="1972386" y="5891544"/>
                  <a:pt x="1960866" y="5889383"/>
                  <a:pt x="1947186" y="5898384"/>
                </a:cubicBezTo>
                <a:cubicBezTo>
                  <a:pt x="1947186" y="5886863"/>
                  <a:pt x="1947186" y="5877862"/>
                  <a:pt x="1945026" y="5868862"/>
                </a:cubicBezTo>
                <a:cubicBezTo>
                  <a:pt x="1936026" y="5873182"/>
                  <a:pt x="1931346" y="5859501"/>
                  <a:pt x="1922346" y="5871022"/>
                </a:cubicBezTo>
                <a:cubicBezTo>
                  <a:pt x="1940346" y="5884703"/>
                  <a:pt x="1938186" y="5898384"/>
                  <a:pt x="1938186" y="5916385"/>
                </a:cubicBezTo>
                <a:cubicBezTo>
                  <a:pt x="1949706" y="5916385"/>
                  <a:pt x="1967706" y="5925746"/>
                  <a:pt x="1956546" y="5936906"/>
                </a:cubicBezTo>
                <a:cubicBezTo>
                  <a:pt x="1949706" y="5930066"/>
                  <a:pt x="1954026" y="5925746"/>
                  <a:pt x="1945026" y="5918905"/>
                </a:cubicBezTo>
                <a:cubicBezTo>
                  <a:pt x="1936026" y="5918905"/>
                  <a:pt x="1926666" y="5927906"/>
                  <a:pt x="1926666" y="5932586"/>
                </a:cubicBezTo>
                <a:cubicBezTo>
                  <a:pt x="1929186" y="5934746"/>
                  <a:pt x="1947186" y="5932586"/>
                  <a:pt x="1940346" y="5943747"/>
                </a:cubicBezTo>
                <a:cubicBezTo>
                  <a:pt x="1938186" y="5939426"/>
                  <a:pt x="1922346" y="5939426"/>
                  <a:pt x="1929186" y="5946267"/>
                </a:cubicBezTo>
                <a:cubicBezTo>
                  <a:pt x="1933506" y="5955268"/>
                  <a:pt x="1945026" y="5948427"/>
                  <a:pt x="1949706" y="5962108"/>
                </a:cubicBezTo>
                <a:cubicBezTo>
                  <a:pt x="1942866" y="5966788"/>
                  <a:pt x="1924506" y="5964268"/>
                  <a:pt x="1929186" y="5971108"/>
                </a:cubicBezTo>
                <a:cubicBezTo>
                  <a:pt x="1936026" y="5968948"/>
                  <a:pt x="1956546" y="5977949"/>
                  <a:pt x="1951866" y="5986950"/>
                </a:cubicBezTo>
                <a:cubicBezTo>
                  <a:pt x="1940346" y="5991630"/>
                  <a:pt x="1942866" y="5980110"/>
                  <a:pt x="1936026" y="5982630"/>
                </a:cubicBezTo>
                <a:cubicBezTo>
                  <a:pt x="1942866" y="5991630"/>
                  <a:pt x="1917666" y="5984790"/>
                  <a:pt x="1926666" y="5991630"/>
                </a:cubicBezTo>
                <a:cubicBezTo>
                  <a:pt x="1949706" y="5986950"/>
                  <a:pt x="1954026" y="6021152"/>
                  <a:pt x="1942866" y="6032673"/>
                </a:cubicBezTo>
                <a:cubicBezTo>
                  <a:pt x="1949706" y="6036993"/>
                  <a:pt x="1958706" y="6036993"/>
                  <a:pt x="1965546" y="6036993"/>
                </a:cubicBezTo>
                <a:cubicBezTo>
                  <a:pt x="1956546" y="6043834"/>
                  <a:pt x="1958706" y="6050674"/>
                  <a:pt x="1970226" y="6048514"/>
                </a:cubicBezTo>
                <a:cubicBezTo>
                  <a:pt x="1963386" y="6055354"/>
                  <a:pt x="1970226" y="6062195"/>
                  <a:pt x="1960866" y="6066876"/>
                </a:cubicBezTo>
                <a:cubicBezTo>
                  <a:pt x="1947186" y="6060035"/>
                  <a:pt x="1938186" y="6034833"/>
                  <a:pt x="1938186" y="6021152"/>
                </a:cubicBezTo>
                <a:cubicBezTo>
                  <a:pt x="1936026" y="6023312"/>
                  <a:pt x="1933506" y="6021152"/>
                  <a:pt x="1929186" y="6021152"/>
                </a:cubicBezTo>
                <a:cubicBezTo>
                  <a:pt x="1942866" y="6064355"/>
                  <a:pt x="1926666" y="6087036"/>
                  <a:pt x="1949706" y="6132760"/>
                </a:cubicBezTo>
                <a:cubicBezTo>
                  <a:pt x="1938186" y="6134920"/>
                  <a:pt x="1942866" y="6141760"/>
                  <a:pt x="1933506" y="6146440"/>
                </a:cubicBezTo>
                <a:cubicBezTo>
                  <a:pt x="1917666" y="6130600"/>
                  <a:pt x="1922346" y="6102878"/>
                  <a:pt x="1894986" y="6089557"/>
                </a:cubicBezTo>
                <a:cubicBezTo>
                  <a:pt x="1894986" y="6089557"/>
                  <a:pt x="1894986" y="6089557"/>
                  <a:pt x="1888145" y="6091717"/>
                </a:cubicBezTo>
                <a:cubicBezTo>
                  <a:pt x="1901826" y="6121239"/>
                  <a:pt x="1931346" y="6153281"/>
                  <a:pt x="1901826" y="6178123"/>
                </a:cubicBezTo>
                <a:cubicBezTo>
                  <a:pt x="1906506" y="6203324"/>
                  <a:pt x="1917666" y="6239687"/>
                  <a:pt x="1894986" y="6253368"/>
                </a:cubicBezTo>
                <a:cubicBezTo>
                  <a:pt x="1901826" y="6253368"/>
                  <a:pt x="1903986" y="6260208"/>
                  <a:pt x="1899666" y="6264529"/>
                </a:cubicBezTo>
                <a:cubicBezTo>
                  <a:pt x="1894986" y="6257688"/>
                  <a:pt x="1890306" y="6253368"/>
                  <a:pt x="1881305" y="6260208"/>
                </a:cubicBezTo>
                <a:cubicBezTo>
                  <a:pt x="1881305" y="6267049"/>
                  <a:pt x="1876625" y="6273530"/>
                  <a:pt x="1865465" y="6278210"/>
                </a:cubicBezTo>
                <a:cubicBezTo>
                  <a:pt x="1869785" y="6285050"/>
                  <a:pt x="1865465" y="6291890"/>
                  <a:pt x="1876625" y="6287210"/>
                </a:cubicBezTo>
                <a:cubicBezTo>
                  <a:pt x="1876625" y="6285050"/>
                  <a:pt x="1872305" y="6280370"/>
                  <a:pt x="1874465" y="6278210"/>
                </a:cubicBezTo>
                <a:cubicBezTo>
                  <a:pt x="1890306" y="6280370"/>
                  <a:pt x="1881305" y="6298731"/>
                  <a:pt x="1894986" y="6310252"/>
                </a:cubicBezTo>
                <a:cubicBezTo>
                  <a:pt x="1858625" y="6312412"/>
                  <a:pt x="1856105" y="6346614"/>
                  <a:pt x="1838105" y="6367136"/>
                </a:cubicBezTo>
                <a:cubicBezTo>
                  <a:pt x="1826585" y="6360296"/>
                  <a:pt x="1815425" y="6376136"/>
                  <a:pt x="1803905" y="6382977"/>
                </a:cubicBezTo>
                <a:cubicBezTo>
                  <a:pt x="1767545" y="6376136"/>
                  <a:pt x="1747024" y="6335094"/>
                  <a:pt x="1735864" y="6294051"/>
                </a:cubicBezTo>
                <a:cubicBezTo>
                  <a:pt x="1749544" y="6294051"/>
                  <a:pt x="1744864" y="6303412"/>
                  <a:pt x="1753864" y="6303412"/>
                </a:cubicBezTo>
                <a:cubicBezTo>
                  <a:pt x="1765385" y="6289730"/>
                  <a:pt x="1742704" y="6280370"/>
                  <a:pt x="1751704" y="6262368"/>
                </a:cubicBezTo>
                <a:cubicBezTo>
                  <a:pt x="1705984" y="6253368"/>
                  <a:pt x="1742704" y="6184964"/>
                  <a:pt x="1722184" y="6162282"/>
                </a:cubicBezTo>
                <a:cubicBezTo>
                  <a:pt x="1747024" y="6134920"/>
                  <a:pt x="1735864" y="6091717"/>
                  <a:pt x="1726504" y="6073356"/>
                </a:cubicBezTo>
                <a:cubicBezTo>
                  <a:pt x="1724344" y="6080196"/>
                  <a:pt x="1733344" y="6100718"/>
                  <a:pt x="1715344" y="6098558"/>
                </a:cubicBezTo>
                <a:cubicBezTo>
                  <a:pt x="1712824" y="6078036"/>
                  <a:pt x="1722184" y="6062195"/>
                  <a:pt x="1708504" y="6046354"/>
                </a:cubicBezTo>
                <a:cubicBezTo>
                  <a:pt x="1717504" y="6027992"/>
                  <a:pt x="1722184" y="5996310"/>
                  <a:pt x="1703824" y="5991630"/>
                </a:cubicBezTo>
                <a:cubicBezTo>
                  <a:pt x="1708504" y="5977949"/>
                  <a:pt x="1710664" y="5993790"/>
                  <a:pt x="1719664" y="5984790"/>
                </a:cubicBezTo>
                <a:cubicBezTo>
                  <a:pt x="1719664" y="5971108"/>
                  <a:pt x="1699144" y="5957428"/>
                  <a:pt x="1712824" y="5946267"/>
                </a:cubicBezTo>
                <a:cubicBezTo>
                  <a:pt x="1719664" y="5950588"/>
                  <a:pt x="1703824" y="5964268"/>
                  <a:pt x="1717504" y="5962108"/>
                </a:cubicBezTo>
                <a:cubicBezTo>
                  <a:pt x="1722184" y="5950588"/>
                  <a:pt x="1733344" y="5930066"/>
                  <a:pt x="1710664" y="5934746"/>
                </a:cubicBezTo>
                <a:cubicBezTo>
                  <a:pt x="1724344" y="5907384"/>
                  <a:pt x="1722184" y="5875702"/>
                  <a:pt x="1722184" y="5845820"/>
                </a:cubicBezTo>
                <a:cubicBezTo>
                  <a:pt x="1701664" y="5839340"/>
                  <a:pt x="1685823" y="5807298"/>
                  <a:pt x="1685823" y="5789296"/>
                </a:cubicBezTo>
                <a:cubicBezTo>
                  <a:pt x="1674303" y="5789296"/>
                  <a:pt x="1662783" y="5789296"/>
                  <a:pt x="1651623" y="5793616"/>
                </a:cubicBezTo>
                <a:cubicBezTo>
                  <a:pt x="1651623" y="5798297"/>
                  <a:pt x="1653783" y="5802977"/>
                  <a:pt x="1658463" y="5809458"/>
                </a:cubicBezTo>
                <a:cubicBezTo>
                  <a:pt x="1667463" y="5805138"/>
                  <a:pt x="1674303" y="5805138"/>
                  <a:pt x="1681143" y="5811978"/>
                </a:cubicBezTo>
                <a:cubicBezTo>
                  <a:pt x="1674303" y="5827819"/>
                  <a:pt x="1667463" y="5843660"/>
                  <a:pt x="1674303" y="5859501"/>
                </a:cubicBezTo>
                <a:cubicBezTo>
                  <a:pt x="1669623" y="5864182"/>
                  <a:pt x="1665303" y="5862021"/>
                  <a:pt x="1658463" y="5864182"/>
                </a:cubicBezTo>
                <a:cubicBezTo>
                  <a:pt x="1674303" y="5871022"/>
                  <a:pt x="1660623" y="5875702"/>
                  <a:pt x="1665303" y="5884703"/>
                </a:cubicBezTo>
                <a:cubicBezTo>
                  <a:pt x="1669623" y="5884703"/>
                  <a:pt x="1672143" y="5882542"/>
                  <a:pt x="1674303" y="5884703"/>
                </a:cubicBezTo>
                <a:cubicBezTo>
                  <a:pt x="1667463" y="5886863"/>
                  <a:pt x="1665303" y="5891544"/>
                  <a:pt x="1662783" y="5896224"/>
                </a:cubicBezTo>
                <a:cubicBezTo>
                  <a:pt x="1655943" y="5884703"/>
                  <a:pt x="1651623" y="5859501"/>
                  <a:pt x="1633263" y="5864182"/>
                </a:cubicBezTo>
                <a:cubicBezTo>
                  <a:pt x="1635783" y="5886863"/>
                  <a:pt x="1653783" y="5898384"/>
                  <a:pt x="1642623" y="5916385"/>
                </a:cubicBezTo>
                <a:cubicBezTo>
                  <a:pt x="1633263" y="5923226"/>
                  <a:pt x="1631103" y="5907384"/>
                  <a:pt x="1622103" y="5916385"/>
                </a:cubicBezTo>
                <a:cubicBezTo>
                  <a:pt x="1615263" y="5927906"/>
                  <a:pt x="1626423" y="5943747"/>
                  <a:pt x="1612743" y="5955268"/>
                </a:cubicBezTo>
                <a:cubicBezTo>
                  <a:pt x="1608423" y="5948427"/>
                  <a:pt x="1603743" y="5941586"/>
                  <a:pt x="1594743" y="5946267"/>
                </a:cubicBezTo>
                <a:cubicBezTo>
                  <a:pt x="1585743" y="5955268"/>
                  <a:pt x="1601583" y="5966788"/>
                  <a:pt x="1581063" y="5975789"/>
                </a:cubicBezTo>
                <a:cubicBezTo>
                  <a:pt x="1583223" y="5977949"/>
                  <a:pt x="1587903" y="5975789"/>
                  <a:pt x="1590063" y="5980110"/>
                </a:cubicBezTo>
                <a:cubicBezTo>
                  <a:pt x="1572063" y="5991630"/>
                  <a:pt x="1569543" y="6005311"/>
                  <a:pt x="1572063" y="6021152"/>
                </a:cubicBezTo>
                <a:cubicBezTo>
                  <a:pt x="1549382" y="6030153"/>
                  <a:pt x="1558383" y="6043834"/>
                  <a:pt x="1542182" y="6055354"/>
                </a:cubicBezTo>
                <a:cubicBezTo>
                  <a:pt x="1522022" y="5996310"/>
                  <a:pt x="1544702" y="5939426"/>
                  <a:pt x="1519502" y="5877862"/>
                </a:cubicBezTo>
                <a:cubicBezTo>
                  <a:pt x="1533182" y="5862021"/>
                  <a:pt x="1524182" y="5841500"/>
                  <a:pt x="1512662" y="5820978"/>
                </a:cubicBezTo>
                <a:cubicBezTo>
                  <a:pt x="1531022" y="5807298"/>
                  <a:pt x="1528502" y="5777776"/>
                  <a:pt x="1503662" y="5766254"/>
                </a:cubicBezTo>
                <a:cubicBezTo>
                  <a:pt x="1508342" y="5782456"/>
                  <a:pt x="1526342" y="5798297"/>
                  <a:pt x="1515182" y="5811978"/>
                </a:cubicBezTo>
                <a:cubicBezTo>
                  <a:pt x="1505822" y="5786776"/>
                  <a:pt x="1487822" y="5761934"/>
                  <a:pt x="1501502" y="5739253"/>
                </a:cubicBezTo>
                <a:cubicBezTo>
                  <a:pt x="1487822" y="5743573"/>
                  <a:pt x="1485662" y="5725572"/>
                  <a:pt x="1487822" y="5716211"/>
                </a:cubicBezTo>
                <a:cubicBezTo>
                  <a:pt x="1496822" y="5723052"/>
                  <a:pt x="1501502" y="5741413"/>
                  <a:pt x="1512662" y="5741413"/>
                </a:cubicBezTo>
                <a:cubicBezTo>
                  <a:pt x="1510502" y="5720892"/>
                  <a:pt x="1483142" y="5714051"/>
                  <a:pt x="1478822" y="5693530"/>
                </a:cubicBezTo>
                <a:cubicBezTo>
                  <a:pt x="1485662" y="5689210"/>
                  <a:pt x="1489982" y="5691370"/>
                  <a:pt x="1494662" y="5686689"/>
                </a:cubicBezTo>
                <a:cubicBezTo>
                  <a:pt x="1494662" y="5677688"/>
                  <a:pt x="1485662" y="5657167"/>
                  <a:pt x="1501502" y="5664008"/>
                </a:cubicBezTo>
                <a:cubicBezTo>
                  <a:pt x="1498982" y="5661848"/>
                  <a:pt x="1501502" y="5659328"/>
                  <a:pt x="1498982" y="5657167"/>
                </a:cubicBezTo>
                <a:cubicBezTo>
                  <a:pt x="1489982" y="5655007"/>
                  <a:pt x="1483142" y="5643486"/>
                  <a:pt x="1474142" y="5643486"/>
                </a:cubicBezTo>
                <a:cubicBezTo>
                  <a:pt x="1471982" y="5645646"/>
                  <a:pt x="1471982" y="5648166"/>
                  <a:pt x="1471982" y="5652487"/>
                </a:cubicBezTo>
                <a:cubicBezTo>
                  <a:pt x="1476302" y="5659328"/>
                  <a:pt x="1483142" y="5655007"/>
                  <a:pt x="1487822" y="5664008"/>
                </a:cubicBezTo>
                <a:cubicBezTo>
                  <a:pt x="1469462" y="5668688"/>
                  <a:pt x="1494662" y="5677688"/>
                  <a:pt x="1485662" y="5682369"/>
                </a:cubicBezTo>
                <a:cubicBezTo>
                  <a:pt x="1469462" y="5670848"/>
                  <a:pt x="1480982" y="5670848"/>
                  <a:pt x="1471982" y="5657167"/>
                </a:cubicBezTo>
                <a:cubicBezTo>
                  <a:pt x="1462622" y="5655007"/>
                  <a:pt x="1451462" y="5664008"/>
                  <a:pt x="1453622" y="5673008"/>
                </a:cubicBezTo>
                <a:cubicBezTo>
                  <a:pt x="1446782" y="5664008"/>
                  <a:pt x="1439942" y="5652487"/>
                  <a:pt x="1428422" y="5659328"/>
                </a:cubicBezTo>
                <a:cubicBezTo>
                  <a:pt x="1444622" y="5673008"/>
                  <a:pt x="1478822" y="5705050"/>
                  <a:pt x="1451462" y="5714051"/>
                </a:cubicBezTo>
                <a:cubicBezTo>
                  <a:pt x="1453622" y="5720892"/>
                  <a:pt x="1455782" y="5727732"/>
                  <a:pt x="1455782" y="5736732"/>
                </a:cubicBezTo>
                <a:cubicBezTo>
                  <a:pt x="1460462" y="5734572"/>
                  <a:pt x="1465142" y="5734572"/>
                  <a:pt x="1469462" y="5734572"/>
                </a:cubicBezTo>
                <a:cubicBezTo>
                  <a:pt x="1462622" y="5741413"/>
                  <a:pt x="1458302" y="5745734"/>
                  <a:pt x="1460462" y="5752574"/>
                </a:cubicBezTo>
                <a:cubicBezTo>
                  <a:pt x="1483142" y="5823138"/>
                  <a:pt x="1474142" y="5900544"/>
                  <a:pt x="1469462" y="5957428"/>
                </a:cubicBezTo>
                <a:cubicBezTo>
                  <a:pt x="1451462" y="5936906"/>
                  <a:pt x="1451462" y="5930066"/>
                  <a:pt x="1439942" y="5914225"/>
                </a:cubicBezTo>
                <a:cubicBezTo>
                  <a:pt x="1437782" y="5930066"/>
                  <a:pt x="1437782" y="5946267"/>
                  <a:pt x="1437782" y="5962108"/>
                </a:cubicBezTo>
                <a:cubicBezTo>
                  <a:pt x="1433102" y="5966788"/>
                  <a:pt x="1415101" y="5971108"/>
                  <a:pt x="1419421" y="5975789"/>
                </a:cubicBezTo>
                <a:cubicBezTo>
                  <a:pt x="1439942" y="5982630"/>
                  <a:pt x="1408261" y="6000630"/>
                  <a:pt x="1426261" y="6014312"/>
                </a:cubicBezTo>
                <a:cubicBezTo>
                  <a:pt x="1412581" y="6018992"/>
                  <a:pt x="1421941" y="6025832"/>
                  <a:pt x="1415101" y="6036993"/>
                </a:cubicBezTo>
                <a:cubicBezTo>
                  <a:pt x="1408261" y="6030153"/>
                  <a:pt x="1415101" y="6023312"/>
                  <a:pt x="1408261" y="6016472"/>
                </a:cubicBezTo>
                <a:cubicBezTo>
                  <a:pt x="1398901" y="6021152"/>
                  <a:pt x="1389901" y="6018992"/>
                  <a:pt x="1387741" y="6027992"/>
                </a:cubicBezTo>
                <a:cubicBezTo>
                  <a:pt x="1364701" y="6000630"/>
                  <a:pt x="1353541" y="5968948"/>
                  <a:pt x="1337701" y="5934746"/>
                </a:cubicBezTo>
                <a:cubicBezTo>
                  <a:pt x="1328341" y="5912064"/>
                  <a:pt x="1305661" y="5864182"/>
                  <a:pt x="1312501" y="5839340"/>
                </a:cubicBezTo>
                <a:cubicBezTo>
                  <a:pt x="1285140" y="5807298"/>
                  <a:pt x="1287660" y="5757254"/>
                  <a:pt x="1287660" y="5720892"/>
                </a:cubicBezTo>
                <a:cubicBezTo>
                  <a:pt x="1269300" y="5691370"/>
                  <a:pt x="1271460" y="5657167"/>
                  <a:pt x="1269300" y="5622965"/>
                </a:cubicBezTo>
                <a:cubicBezTo>
                  <a:pt x="1273980" y="5625485"/>
                  <a:pt x="1276140" y="5625485"/>
                  <a:pt x="1280820" y="5622965"/>
                </a:cubicBezTo>
                <a:cubicBezTo>
                  <a:pt x="1273980" y="5611804"/>
                  <a:pt x="1282980" y="5586602"/>
                  <a:pt x="1264620" y="5588762"/>
                </a:cubicBezTo>
                <a:cubicBezTo>
                  <a:pt x="1264620" y="5588762"/>
                  <a:pt x="1264620" y="5588762"/>
                  <a:pt x="1282980" y="5577602"/>
                </a:cubicBezTo>
                <a:cubicBezTo>
                  <a:pt x="1276140" y="5536559"/>
                  <a:pt x="1262460" y="5495516"/>
                  <a:pt x="1228260" y="5459154"/>
                </a:cubicBezTo>
                <a:cubicBezTo>
                  <a:pt x="1237620" y="5445472"/>
                  <a:pt x="1235100" y="5429632"/>
                  <a:pt x="1217100" y="5422791"/>
                </a:cubicBezTo>
                <a:cubicBezTo>
                  <a:pt x="1251300" y="5386428"/>
                  <a:pt x="1262460" y="5334225"/>
                  <a:pt x="1251300" y="5300022"/>
                </a:cubicBezTo>
                <a:cubicBezTo>
                  <a:pt x="1244460" y="5304703"/>
                  <a:pt x="1255620" y="5311544"/>
                  <a:pt x="1246620" y="5313704"/>
                </a:cubicBezTo>
                <a:cubicBezTo>
                  <a:pt x="1235100" y="5306863"/>
                  <a:pt x="1237620" y="5302183"/>
                  <a:pt x="1223940" y="5295342"/>
                </a:cubicBezTo>
                <a:cubicBezTo>
                  <a:pt x="1223940" y="5288502"/>
                  <a:pt x="1232940" y="5281662"/>
                  <a:pt x="1221780" y="5272661"/>
                </a:cubicBezTo>
                <a:cubicBezTo>
                  <a:pt x="1232940" y="5265820"/>
                  <a:pt x="1239780" y="5258980"/>
                  <a:pt x="1237620" y="5249979"/>
                </a:cubicBezTo>
                <a:cubicBezTo>
                  <a:pt x="1228260" y="5252140"/>
                  <a:pt x="1221780" y="5243139"/>
                  <a:pt x="1214940" y="5236298"/>
                </a:cubicBezTo>
                <a:cubicBezTo>
                  <a:pt x="1251300" y="5188415"/>
                  <a:pt x="1260300" y="5138372"/>
                  <a:pt x="1241940" y="5081488"/>
                </a:cubicBezTo>
                <a:cubicBezTo>
                  <a:pt x="1264620" y="5072487"/>
                  <a:pt x="1237620" y="5051966"/>
                  <a:pt x="1241940" y="5040805"/>
                </a:cubicBezTo>
                <a:cubicBezTo>
                  <a:pt x="1210260" y="5038285"/>
                  <a:pt x="1239780" y="4988241"/>
                  <a:pt x="1200900" y="4999762"/>
                </a:cubicBezTo>
                <a:cubicBezTo>
                  <a:pt x="1255620" y="4942878"/>
                  <a:pt x="1208100" y="4849632"/>
                  <a:pt x="1230780" y="4801748"/>
                </a:cubicBezTo>
                <a:cubicBezTo>
                  <a:pt x="1217100" y="4783747"/>
                  <a:pt x="1214940" y="4747385"/>
                  <a:pt x="1223940" y="4724343"/>
                </a:cubicBezTo>
                <a:cubicBezTo>
                  <a:pt x="1208100" y="4681140"/>
                  <a:pt x="1219260" y="4642618"/>
                  <a:pt x="1228260" y="4603735"/>
                </a:cubicBezTo>
                <a:cubicBezTo>
                  <a:pt x="1219260" y="4567372"/>
                  <a:pt x="1223940" y="4549371"/>
                  <a:pt x="1214940" y="4517329"/>
                </a:cubicBezTo>
                <a:cubicBezTo>
                  <a:pt x="1221780" y="4510488"/>
                  <a:pt x="1235100" y="4517329"/>
                  <a:pt x="1232940" y="4508328"/>
                </a:cubicBezTo>
                <a:cubicBezTo>
                  <a:pt x="1210260" y="4501488"/>
                  <a:pt x="1219260" y="4469446"/>
                  <a:pt x="1221780" y="4451444"/>
                </a:cubicBezTo>
                <a:cubicBezTo>
                  <a:pt x="1223940" y="4456125"/>
                  <a:pt x="1226100" y="4465126"/>
                  <a:pt x="1230780" y="4462605"/>
                </a:cubicBezTo>
                <a:cubicBezTo>
                  <a:pt x="1217100" y="4430923"/>
                  <a:pt x="1221780" y="4380880"/>
                  <a:pt x="1244460" y="4353518"/>
                </a:cubicBezTo>
                <a:cubicBezTo>
                  <a:pt x="1244460" y="4362518"/>
                  <a:pt x="1260300" y="4408242"/>
                  <a:pt x="1232940" y="4401401"/>
                </a:cubicBezTo>
                <a:cubicBezTo>
                  <a:pt x="1232940" y="4417242"/>
                  <a:pt x="1244460" y="4435603"/>
                  <a:pt x="1246620" y="4451444"/>
                </a:cubicBezTo>
                <a:cubicBezTo>
                  <a:pt x="1253460" y="4449284"/>
                  <a:pt x="1253460" y="4442444"/>
                  <a:pt x="1260300" y="4439924"/>
                </a:cubicBezTo>
                <a:cubicBezTo>
                  <a:pt x="1267140" y="4451444"/>
                  <a:pt x="1248780" y="4469446"/>
                  <a:pt x="1264620" y="4474126"/>
                </a:cubicBezTo>
                <a:cubicBezTo>
                  <a:pt x="1264620" y="4458285"/>
                  <a:pt x="1278300" y="4430923"/>
                  <a:pt x="1255620" y="4417242"/>
                </a:cubicBezTo>
                <a:cubicBezTo>
                  <a:pt x="1276140" y="4401401"/>
                  <a:pt x="1277310" y="4378090"/>
                  <a:pt x="1277625" y="4353608"/>
                </a:cubicBezTo>
                <a:lnTo>
                  <a:pt x="1279209" y="4326402"/>
                </a:lnTo>
                <a:lnTo>
                  <a:pt x="1278808" y="4325916"/>
                </a:lnTo>
                <a:lnTo>
                  <a:pt x="1279351" y="4323970"/>
                </a:lnTo>
                <a:lnTo>
                  <a:pt x="1279768" y="4316795"/>
                </a:lnTo>
                <a:lnTo>
                  <a:pt x="1292062" y="4288555"/>
                </a:lnTo>
                <a:lnTo>
                  <a:pt x="1258586" y="4280447"/>
                </a:lnTo>
                <a:lnTo>
                  <a:pt x="1259615" y="4290503"/>
                </a:lnTo>
                <a:lnTo>
                  <a:pt x="1257799" y="4299596"/>
                </a:lnTo>
                <a:lnTo>
                  <a:pt x="1268893" y="4298792"/>
                </a:lnTo>
                <a:cubicBezTo>
                  <a:pt x="1262063" y="4316504"/>
                  <a:pt x="1273565" y="4323235"/>
                  <a:pt x="1273565" y="4336696"/>
                </a:cubicBezTo>
                <a:cubicBezTo>
                  <a:pt x="1267814" y="4332268"/>
                  <a:pt x="1260985" y="4332268"/>
                  <a:pt x="1253617" y="4333109"/>
                </a:cubicBezTo>
                <a:lnTo>
                  <a:pt x="1248532" y="4333430"/>
                </a:lnTo>
                <a:lnTo>
                  <a:pt x="1245961" y="4347812"/>
                </a:lnTo>
                <a:lnTo>
                  <a:pt x="1241667" y="4333862"/>
                </a:lnTo>
                <a:lnTo>
                  <a:pt x="1230433" y="4334570"/>
                </a:lnTo>
                <a:cubicBezTo>
                  <a:pt x="1227917" y="4318984"/>
                  <a:pt x="1216775" y="4309774"/>
                  <a:pt x="1216775" y="4294187"/>
                </a:cubicBezTo>
                <a:cubicBezTo>
                  <a:pt x="1230433" y="4298792"/>
                  <a:pt x="1246248" y="4303043"/>
                  <a:pt x="1244092" y="4318984"/>
                </a:cubicBezTo>
                <a:cubicBezTo>
                  <a:pt x="1250292" y="4318364"/>
                  <a:pt x="1253235" y="4316504"/>
                  <a:pt x="1254589" y="4314135"/>
                </a:cubicBezTo>
                <a:lnTo>
                  <a:pt x="1255340" y="4307951"/>
                </a:lnTo>
                <a:lnTo>
                  <a:pt x="1244679" y="4316055"/>
                </a:lnTo>
                <a:cubicBezTo>
                  <a:pt x="1258273" y="4298218"/>
                  <a:pt x="1242175" y="4271106"/>
                  <a:pt x="1255769" y="4252912"/>
                </a:cubicBezTo>
                <a:lnTo>
                  <a:pt x="1258253" y="4277187"/>
                </a:lnTo>
                <a:lnTo>
                  <a:pt x="1260843" y="4258437"/>
                </a:lnTo>
                <a:cubicBezTo>
                  <a:pt x="1262239" y="4251372"/>
                  <a:pt x="1264489" y="4245162"/>
                  <a:pt x="1268990" y="4241742"/>
                </a:cubicBezTo>
                <a:cubicBezTo>
                  <a:pt x="1268990" y="4239222"/>
                  <a:pt x="1264309" y="4237061"/>
                  <a:pt x="1266830" y="4232381"/>
                </a:cubicBezTo>
                <a:cubicBezTo>
                  <a:pt x="1262149" y="4232381"/>
                  <a:pt x="1262149" y="4237061"/>
                  <a:pt x="1259988" y="4241742"/>
                </a:cubicBezTo>
                <a:cubicBezTo>
                  <a:pt x="1246306" y="4234901"/>
                  <a:pt x="1268990" y="4225541"/>
                  <a:pt x="1273671" y="4221220"/>
                </a:cubicBezTo>
                <a:cubicBezTo>
                  <a:pt x="1246306" y="4214380"/>
                  <a:pt x="1227943" y="4202860"/>
                  <a:pt x="1200578" y="4214380"/>
                </a:cubicBezTo>
                <a:cubicBezTo>
                  <a:pt x="1200578" y="4230221"/>
                  <a:pt x="1207779" y="4241742"/>
                  <a:pt x="1198417" y="4252902"/>
                </a:cubicBezTo>
                <a:cubicBezTo>
                  <a:pt x="1150889" y="4246062"/>
                  <a:pt x="1118843" y="4214380"/>
                  <a:pt x="1070954" y="4196019"/>
                </a:cubicBezTo>
                <a:cubicBezTo>
                  <a:pt x="1064113" y="4200700"/>
                  <a:pt x="1068794" y="4228061"/>
                  <a:pt x="1075635" y="4237061"/>
                </a:cubicBezTo>
                <a:cubicBezTo>
                  <a:pt x="1066633" y="4250742"/>
                  <a:pt x="1043949" y="4250742"/>
                  <a:pt x="1037108" y="4266583"/>
                </a:cubicBezTo>
                <a:cubicBezTo>
                  <a:pt x="1011903" y="4264422"/>
                  <a:pt x="1016584" y="4261902"/>
                  <a:pt x="996061" y="4264422"/>
                </a:cubicBezTo>
                <a:cubicBezTo>
                  <a:pt x="982378" y="4243902"/>
                  <a:pt x="957173" y="4230221"/>
                  <a:pt x="948172" y="4207540"/>
                </a:cubicBezTo>
                <a:cubicBezTo>
                  <a:pt x="950332" y="4198180"/>
                  <a:pt x="964015" y="4200700"/>
                  <a:pt x="966535" y="4191699"/>
                </a:cubicBezTo>
                <a:cubicBezTo>
                  <a:pt x="957173" y="4180178"/>
                  <a:pt x="952853" y="4152817"/>
                  <a:pt x="966535" y="4139137"/>
                </a:cubicBezTo>
                <a:cubicBezTo>
                  <a:pt x="943491" y="4145977"/>
                  <a:pt x="939170" y="4116456"/>
                  <a:pt x="950332" y="4102775"/>
                </a:cubicBezTo>
                <a:cubicBezTo>
                  <a:pt x="925488" y="4118616"/>
                  <a:pt x="895962" y="4104935"/>
                  <a:pt x="886961" y="4139137"/>
                </a:cubicBezTo>
                <a:cubicBezTo>
                  <a:pt x="904964" y="4127976"/>
                  <a:pt x="902804" y="4139137"/>
                  <a:pt x="884440" y="4143817"/>
                </a:cubicBezTo>
                <a:cubicBezTo>
                  <a:pt x="886961" y="4150657"/>
                  <a:pt x="891282" y="4143817"/>
                  <a:pt x="900283" y="4145977"/>
                </a:cubicBezTo>
                <a:cubicBezTo>
                  <a:pt x="900283" y="4152817"/>
                  <a:pt x="893442" y="4152817"/>
                  <a:pt x="893442" y="4157498"/>
                </a:cubicBezTo>
                <a:cubicBezTo>
                  <a:pt x="900283" y="4168658"/>
                  <a:pt x="916486" y="4175498"/>
                  <a:pt x="930169" y="4182339"/>
                </a:cubicBezTo>
                <a:cubicBezTo>
                  <a:pt x="920807" y="4189179"/>
                  <a:pt x="913966" y="4200700"/>
                  <a:pt x="913966" y="4216540"/>
                </a:cubicBezTo>
                <a:cubicBezTo>
                  <a:pt x="886961" y="4214380"/>
                  <a:pt x="898123" y="4182339"/>
                  <a:pt x="870758" y="4191699"/>
                </a:cubicBezTo>
                <a:cubicBezTo>
                  <a:pt x="870758" y="4180178"/>
                  <a:pt x="875439" y="4164338"/>
                  <a:pt x="859596" y="4164338"/>
                </a:cubicBezTo>
                <a:cubicBezTo>
                  <a:pt x="870758" y="4161818"/>
                  <a:pt x="863917" y="4139137"/>
                  <a:pt x="875439" y="4139137"/>
                </a:cubicBezTo>
                <a:cubicBezTo>
                  <a:pt x="866437" y="4134816"/>
                  <a:pt x="857075" y="4127976"/>
                  <a:pt x="845913" y="4123296"/>
                </a:cubicBezTo>
                <a:cubicBezTo>
                  <a:pt x="850234" y="4114296"/>
                  <a:pt x="873278" y="4123296"/>
                  <a:pt x="884440" y="4123296"/>
                </a:cubicBezTo>
                <a:cubicBezTo>
                  <a:pt x="891282" y="4118616"/>
                  <a:pt x="893442" y="4107455"/>
                  <a:pt x="902804" y="4107455"/>
                </a:cubicBezTo>
                <a:cubicBezTo>
                  <a:pt x="895962" y="4068573"/>
                  <a:pt x="845913" y="4075414"/>
                  <a:pt x="832231" y="4036892"/>
                </a:cubicBezTo>
                <a:cubicBezTo>
                  <a:pt x="818548" y="4039052"/>
                  <a:pt x="827550" y="4061733"/>
                  <a:pt x="816388" y="4061733"/>
                </a:cubicBezTo>
                <a:cubicBezTo>
                  <a:pt x="816388" y="4068573"/>
                  <a:pt x="825390" y="4064253"/>
                  <a:pt x="827550" y="4059573"/>
                </a:cubicBezTo>
                <a:cubicBezTo>
                  <a:pt x="843393" y="4059573"/>
                  <a:pt x="811707" y="4071094"/>
                  <a:pt x="829710" y="4073254"/>
                </a:cubicBezTo>
                <a:cubicBezTo>
                  <a:pt x="827550" y="4082254"/>
                  <a:pt x="809547" y="4075414"/>
                  <a:pt x="807026" y="4084774"/>
                </a:cubicBezTo>
                <a:cubicBezTo>
                  <a:pt x="800185" y="4066413"/>
                  <a:pt x="784342" y="4073254"/>
                  <a:pt x="756977" y="4066413"/>
                </a:cubicBezTo>
                <a:cubicBezTo>
                  <a:pt x="759498" y="4048412"/>
                  <a:pt x="750136" y="4039052"/>
                  <a:pt x="725291" y="4041572"/>
                </a:cubicBezTo>
                <a:cubicBezTo>
                  <a:pt x="725291" y="4021051"/>
                  <a:pt x="697926" y="4018531"/>
                  <a:pt x="706928" y="3993690"/>
                </a:cubicBezTo>
                <a:cubicBezTo>
                  <a:pt x="706928" y="3993690"/>
                  <a:pt x="706928" y="3993690"/>
                  <a:pt x="679563" y="3991530"/>
                </a:cubicBezTo>
                <a:cubicBezTo>
                  <a:pt x="677403" y="3980009"/>
                  <a:pt x="672722" y="3966328"/>
                  <a:pt x="679563" y="3945808"/>
                </a:cubicBezTo>
                <a:cubicBezTo>
                  <a:pt x="686404" y="3941127"/>
                  <a:pt x="697926" y="3943647"/>
                  <a:pt x="711609" y="3945808"/>
                </a:cubicBezTo>
                <a:cubicBezTo>
                  <a:pt x="706928" y="3954808"/>
                  <a:pt x="709449" y="3961648"/>
                  <a:pt x="711609" y="3968488"/>
                </a:cubicBezTo>
                <a:cubicBezTo>
                  <a:pt x="720611" y="3968488"/>
                  <a:pt x="732133" y="3950488"/>
                  <a:pt x="727452" y="3968488"/>
                </a:cubicBezTo>
                <a:cubicBezTo>
                  <a:pt x="736453" y="3966328"/>
                  <a:pt x="741134" y="3959488"/>
                  <a:pt x="743295" y="3947968"/>
                </a:cubicBezTo>
                <a:cubicBezTo>
                  <a:pt x="741134" y="3941127"/>
                  <a:pt x="736453" y="3950488"/>
                  <a:pt x="727452" y="3945808"/>
                </a:cubicBezTo>
                <a:cubicBezTo>
                  <a:pt x="754817" y="3929967"/>
                  <a:pt x="700087" y="3925286"/>
                  <a:pt x="723131" y="3909446"/>
                </a:cubicBezTo>
                <a:cubicBezTo>
                  <a:pt x="711609" y="3911786"/>
                  <a:pt x="705308" y="3911246"/>
                  <a:pt x="701617" y="3907826"/>
                </a:cubicBezTo>
                <a:lnTo>
                  <a:pt x="699646" y="3901458"/>
                </a:lnTo>
                <a:lnTo>
                  <a:pt x="687943" y="3904240"/>
                </a:lnTo>
                <a:lnTo>
                  <a:pt x="687035" y="3912866"/>
                </a:lnTo>
                <a:cubicBezTo>
                  <a:pt x="687035" y="3921416"/>
                  <a:pt x="687665" y="3929967"/>
                  <a:pt x="682084" y="3936807"/>
                </a:cubicBezTo>
                <a:cubicBezTo>
                  <a:pt x="674072" y="3931677"/>
                  <a:pt x="671349" y="3923284"/>
                  <a:pt x="671023" y="3913434"/>
                </a:cubicBezTo>
                <a:lnTo>
                  <a:pt x="671571" y="3908131"/>
                </a:lnTo>
                <a:lnTo>
                  <a:pt x="655291" y="3912000"/>
                </a:lnTo>
                <a:cubicBezTo>
                  <a:pt x="648450" y="3921359"/>
                  <a:pt x="666812" y="3914520"/>
                  <a:pt x="659971" y="3923518"/>
                </a:cubicBezTo>
                <a:cubicBezTo>
                  <a:pt x="632608" y="3937196"/>
                  <a:pt x="621087" y="3946195"/>
                  <a:pt x="586883" y="3939356"/>
                </a:cubicBezTo>
                <a:cubicBezTo>
                  <a:pt x="566361" y="3957714"/>
                  <a:pt x="557360" y="3985070"/>
                  <a:pt x="529997" y="3994068"/>
                </a:cubicBezTo>
                <a:cubicBezTo>
                  <a:pt x="536838" y="3962033"/>
                  <a:pt x="555200" y="3932517"/>
                  <a:pt x="568882" y="3909840"/>
                </a:cubicBezTo>
                <a:cubicBezTo>
                  <a:pt x="573202" y="3903002"/>
                  <a:pt x="562041" y="3903002"/>
                  <a:pt x="562041" y="3898322"/>
                </a:cubicBezTo>
                <a:cubicBezTo>
                  <a:pt x="546199" y="3898322"/>
                  <a:pt x="543679" y="3898322"/>
                  <a:pt x="541519" y="3889324"/>
                </a:cubicBezTo>
                <a:cubicBezTo>
                  <a:pt x="525677" y="3887164"/>
                  <a:pt x="523157" y="3907681"/>
                  <a:pt x="507315" y="3896162"/>
                </a:cubicBezTo>
                <a:cubicBezTo>
                  <a:pt x="509475" y="3907681"/>
                  <a:pt x="500474" y="3909840"/>
                  <a:pt x="493634" y="3914520"/>
                </a:cubicBezTo>
                <a:cubicBezTo>
                  <a:pt x="491473" y="3923518"/>
                  <a:pt x="500474" y="3930358"/>
                  <a:pt x="500474" y="3939356"/>
                </a:cubicBezTo>
                <a:cubicBezTo>
                  <a:pt x="491473" y="3941516"/>
                  <a:pt x="489313" y="3937196"/>
                  <a:pt x="484633" y="3937196"/>
                </a:cubicBezTo>
                <a:cubicBezTo>
                  <a:pt x="457270" y="3959873"/>
                  <a:pt x="427747" y="3980390"/>
                  <a:pt x="391383" y="3996228"/>
                </a:cubicBezTo>
                <a:cubicBezTo>
                  <a:pt x="391383" y="4003067"/>
                  <a:pt x="391383" y="4012066"/>
                  <a:pt x="384542" y="4014585"/>
                </a:cubicBezTo>
                <a:cubicBezTo>
                  <a:pt x="352499" y="3987229"/>
                  <a:pt x="429907" y="3968872"/>
                  <a:pt x="434587" y="3934677"/>
                </a:cubicBezTo>
                <a:cubicBezTo>
                  <a:pt x="423066" y="3925678"/>
                  <a:pt x="411905" y="3934677"/>
                  <a:pt x="405064" y="3925678"/>
                </a:cubicBezTo>
                <a:cubicBezTo>
                  <a:pt x="407224" y="3921359"/>
                  <a:pt x="432427" y="3912000"/>
                  <a:pt x="407224" y="3909840"/>
                </a:cubicBezTo>
                <a:cubicBezTo>
                  <a:pt x="409385" y="3900842"/>
                  <a:pt x="423066" y="3903002"/>
                  <a:pt x="425586" y="3894003"/>
                </a:cubicBezTo>
                <a:cubicBezTo>
                  <a:pt x="436748" y="3896162"/>
                  <a:pt x="420906" y="3903002"/>
                  <a:pt x="423066" y="3907681"/>
                </a:cubicBezTo>
                <a:cubicBezTo>
                  <a:pt x="441428" y="3907681"/>
                  <a:pt x="438908" y="3891843"/>
                  <a:pt x="438908" y="3882484"/>
                </a:cubicBezTo>
                <a:cubicBezTo>
                  <a:pt x="464110" y="3875646"/>
                  <a:pt x="482472" y="3880325"/>
                  <a:pt x="507315" y="3871326"/>
                </a:cubicBezTo>
                <a:cubicBezTo>
                  <a:pt x="514156" y="3875646"/>
                  <a:pt x="514156" y="3882484"/>
                  <a:pt x="520996" y="3885004"/>
                </a:cubicBezTo>
                <a:cubicBezTo>
                  <a:pt x="534678" y="3875646"/>
                  <a:pt x="525677" y="3857648"/>
                  <a:pt x="511996" y="3855128"/>
                </a:cubicBezTo>
                <a:cubicBezTo>
                  <a:pt x="527837" y="3846130"/>
                  <a:pt x="532518" y="3821294"/>
                  <a:pt x="553040" y="3816614"/>
                </a:cubicBezTo>
                <a:cubicBezTo>
                  <a:pt x="582563" y="3816614"/>
                  <a:pt x="591564" y="3828132"/>
                  <a:pt x="609566" y="3832452"/>
                </a:cubicBezTo>
                <a:cubicBezTo>
                  <a:pt x="625768" y="3828132"/>
                  <a:pt x="632608" y="3814454"/>
                  <a:pt x="639449" y="3800776"/>
                </a:cubicBezTo>
                <a:cubicBezTo>
                  <a:pt x="650790" y="3801316"/>
                  <a:pt x="659431" y="3797739"/>
                  <a:pt x="666761" y="3791963"/>
                </a:cubicBezTo>
                <a:lnTo>
                  <a:pt x="680352" y="3776584"/>
                </a:lnTo>
                <a:lnTo>
                  <a:pt x="670111" y="3744558"/>
                </a:lnTo>
                <a:cubicBezTo>
                  <a:pt x="664710" y="3702571"/>
                  <a:pt x="677943" y="3648433"/>
                  <a:pt x="700087" y="3595511"/>
                </a:cubicBezTo>
                <a:cubicBezTo>
                  <a:pt x="688925" y="3593351"/>
                  <a:pt x="697926" y="3618192"/>
                  <a:pt x="682084" y="3607031"/>
                </a:cubicBezTo>
                <a:cubicBezTo>
                  <a:pt x="688925" y="3577150"/>
                  <a:pt x="688925" y="3554469"/>
                  <a:pt x="688925" y="3515947"/>
                </a:cubicBezTo>
                <a:cubicBezTo>
                  <a:pt x="693246" y="3520267"/>
                  <a:pt x="700087" y="3524947"/>
                  <a:pt x="711609" y="3524947"/>
                </a:cubicBezTo>
                <a:cubicBezTo>
                  <a:pt x="711609" y="3524947"/>
                  <a:pt x="711609" y="3524947"/>
                  <a:pt x="713769" y="3515947"/>
                </a:cubicBezTo>
                <a:cubicBezTo>
                  <a:pt x="713769" y="3500106"/>
                  <a:pt x="702607" y="3518107"/>
                  <a:pt x="693246" y="3511267"/>
                </a:cubicBezTo>
                <a:cubicBezTo>
                  <a:pt x="697926" y="3497586"/>
                  <a:pt x="716290" y="3506586"/>
                  <a:pt x="725291" y="3497586"/>
                </a:cubicBezTo>
                <a:cubicBezTo>
                  <a:pt x="724751" y="3493086"/>
                  <a:pt x="723064" y="3490701"/>
                  <a:pt x="720763" y="3489367"/>
                </a:cubicBezTo>
                <a:lnTo>
                  <a:pt x="715509" y="3488147"/>
                </a:lnTo>
                <a:lnTo>
                  <a:pt x="698495" y="3498060"/>
                </a:lnTo>
                <a:cubicBezTo>
                  <a:pt x="600565" y="3509579"/>
                  <a:pt x="555200" y="3523257"/>
                  <a:pt x="466631" y="3525416"/>
                </a:cubicBezTo>
                <a:cubicBezTo>
                  <a:pt x="459790" y="3525416"/>
                  <a:pt x="461950" y="3534415"/>
                  <a:pt x="457270" y="3536935"/>
                </a:cubicBezTo>
                <a:cubicBezTo>
                  <a:pt x="450429" y="3530096"/>
                  <a:pt x="434587" y="3530096"/>
                  <a:pt x="436748" y="3520737"/>
                </a:cubicBezTo>
                <a:cubicBezTo>
                  <a:pt x="429907" y="3520737"/>
                  <a:pt x="432427" y="3530096"/>
                  <a:pt x="425586" y="3530096"/>
                </a:cubicBezTo>
                <a:cubicBezTo>
                  <a:pt x="409385" y="3511738"/>
                  <a:pt x="386702" y="3513898"/>
                  <a:pt x="355019" y="3513898"/>
                </a:cubicBezTo>
                <a:cubicBezTo>
                  <a:pt x="352499" y="3509579"/>
                  <a:pt x="352499" y="3504899"/>
                  <a:pt x="352499" y="3500580"/>
                </a:cubicBezTo>
                <a:cubicBezTo>
                  <a:pt x="316135" y="3511738"/>
                  <a:pt x="307134" y="3480063"/>
                  <a:pt x="270770" y="3486902"/>
                </a:cubicBezTo>
                <a:cubicBezTo>
                  <a:pt x="286612" y="3416352"/>
                  <a:pt x="202363" y="3375318"/>
                  <a:pt x="220725" y="3302609"/>
                </a:cubicBezTo>
                <a:cubicBezTo>
                  <a:pt x="241247" y="3304768"/>
                  <a:pt x="250248" y="3291090"/>
                  <a:pt x="261769" y="3284251"/>
                </a:cubicBezTo>
                <a:cubicBezTo>
                  <a:pt x="284451" y="3323126"/>
                  <a:pt x="293452" y="3370639"/>
                  <a:pt x="318655" y="3406993"/>
                </a:cubicBezTo>
                <a:cubicBezTo>
                  <a:pt x="329816" y="3411673"/>
                  <a:pt x="336657" y="3404834"/>
                  <a:pt x="341337" y="3400514"/>
                </a:cubicBezTo>
                <a:cubicBezTo>
                  <a:pt x="343498" y="3393675"/>
                  <a:pt x="322976" y="3400514"/>
                  <a:pt x="332337" y="3388996"/>
                </a:cubicBezTo>
                <a:cubicBezTo>
                  <a:pt x="375541" y="3397995"/>
                  <a:pt x="352499" y="3338963"/>
                  <a:pt x="357179" y="3313767"/>
                </a:cubicBezTo>
                <a:cubicBezTo>
                  <a:pt x="361860" y="3306928"/>
                  <a:pt x="373021" y="3306928"/>
                  <a:pt x="377701" y="3300449"/>
                </a:cubicBezTo>
                <a:cubicBezTo>
                  <a:pt x="368700" y="3279932"/>
                  <a:pt x="373021" y="3247897"/>
                  <a:pt x="386702" y="3234219"/>
                </a:cubicBezTo>
                <a:cubicBezTo>
                  <a:pt x="382382" y="3216221"/>
                  <a:pt x="379862" y="3195704"/>
                  <a:pt x="382382" y="3175187"/>
                </a:cubicBezTo>
                <a:cubicBezTo>
                  <a:pt x="384542" y="3156830"/>
                  <a:pt x="389223" y="3138832"/>
                  <a:pt x="405064" y="3127314"/>
                </a:cubicBezTo>
                <a:cubicBezTo>
                  <a:pt x="382382" y="3166188"/>
                  <a:pt x="384542" y="3213702"/>
                  <a:pt x="402904" y="3245737"/>
                </a:cubicBezTo>
                <a:cubicBezTo>
                  <a:pt x="425586" y="3238898"/>
                  <a:pt x="407224" y="3218381"/>
                  <a:pt x="409385" y="3204703"/>
                </a:cubicBezTo>
                <a:cubicBezTo>
                  <a:pt x="420906" y="3211542"/>
                  <a:pt x="423066" y="3223060"/>
                  <a:pt x="423066" y="3227380"/>
                </a:cubicBezTo>
                <a:cubicBezTo>
                  <a:pt x="452949" y="3220541"/>
                  <a:pt x="425586" y="3200383"/>
                  <a:pt x="423066" y="3186705"/>
                </a:cubicBezTo>
                <a:cubicBezTo>
                  <a:pt x="455110" y="3173027"/>
                  <a:pt x="455110" y="3131993"/>
                  <a:pt x="448269" y="3113636"/>
                </a:cubicBezTo>
                <a:cubicBezTo>
                  <a:pt x="438908" y="3118315"/>
                  <a:pt x="434587" y="3122995"/>
                  <a:pt x="425586" y="3125154"/>
                </a:cubicBezTo>
                <a:cubicBezTo>
                  <a:pt x="420906" y="3118315"/>
                  <a:pt x="418746" y="3113636"/>
                  <a:pt x="414065" y="3106797"/>
                </a:cubicBezTo>
                <a:cubicBezTo>
                  <a:pt x="405064" y="3109317"/>
                  <a:pt x="398223" y="3113636"/>
                  <a:pt x="396063" y="3125154"/>
                </a:cubicBezTo>
                <a:cubicBezTo>
                  <a:pt x="379862" y="3111476"/>
                  <a:pt x="366180" y="3131993"/>
                  <a:pt x="355019" y="3143152"/>
                </a:cubicBezTo>
                <a:cubicBezTo>
                  <a:pt x="339177" y="3136673"/>
                  <a:pt x="368700" y="3116156"/>
                  <a:pt x="373021" y="3125154"/>
                </a:cubicBezTo>
                <a:cubicBezTo>
                  <a:pt x="375541" y="3118315"/>
                  <a:pt x="373021" y="3111476"/>
                  <a:pt x="370861" y="3118315"/>
                </a:cubicBezTo>
                <a:cubicBezTo>
                  <a:pt x="366180" y="3116156"/>
                  <a:pt x="368700" y="3106797"/>
                  <a:pt x="373021" y="3106797"/>
                </a:cubicBezTo>
                <a:cubicBezTo>
                  <a:pt x="366180" y="3102478"/>
                  <a:pt x="357179" y="3093479"/>
                  <a:pt x="334497" y="3095639"/>
                </a:cubicBezTo>
                <a:cubicBezTo>
                  <a:pt x="348178" y="3072962"/>
                  <a:pt x="313975" y="3061444"/>
                  <a:pt x="318655" y="3036967"/>
                </a:cubicBezTo>
                <a:cubicBezTo>
                  <a:pt x="309294" y="3027608"/>
                  <a:pt x="300293" y="3045966"/>
                  <a:pt x="300293" y="3036967"/>
                </a:cubicBezTo>
                <a:cubicBezTo>
                  <a:pt x="300293" y="3030128"/>
                  <a:pt x="304974" y="3030128"/>
                  <a:pt x="309294" y="3030128"/>
                </a:cubicBezTo>
                <a:cubicBezTo>
                  <a:pt x="311814" y="3004932"/>
                  <a:pt x="318655" y="2993413"/>
                  <a:pt x="320815" y="2968577"/>
                </a:cubicBezTo>
                <a:cubicBezTo>
                  <a:pt x="311814" y="2952739"/>
                  <a:pt x="293452" y="2939061"/>
                  <a:pt x="309294" y="2907026"/>
                </a:cubicBezTo>
                <a:cubicBezTo>
                  <a:pt x="286612" y="2902707"/>
                  <a:pt x="282291" y="2911705"/>
                  <a:pt x="261769" y="2900187"/>
                </a:cubicBezTo>
                <a:cubicBezTo>
                  <a:pt x="257089" y="2870671"/>
                  <a:pt x="279771" y="2841156"/>
                  <a:pt x="302813" y="2806961"/>
                </a:cubicBezTo>
                <a:cubicBezTo>
                  <a:pt x="322976" y="2773125"/>
                  <a:pt x="336657" y="2743250"/>
                  <a:pt x="309294" y="2718413"/>
                </a:cubicBezTo>
                <a:cubicBezTo>
                  <a:pt x="325496" y="2706895"/>
                  <a:pt x="334497" y="2711574"/>
                  <a:pt x="343498" y="2725252"/>
                </a:cubicBezTo>
                <a:cubicBezTo>
                  <a:pt x="393543" y="2670540"/>
                  <a:pt x="448269" y="2584153"/>
                  <a:pt x="477792" y="2513603"/>
                </a:cubicBezTo>
                <a:cubicBezTo>
                  <a:pt x="468791" y="2515763"/>
                  <a:pt x="455110" y="2508924"/>
                  <a:pt x="445749" y="2522602"/>
                </a:cubicBezTo>
                <a:cubicBezTo>
                  <a:pt x="438908" y="2504604"/>
                  <a:pt x="425586" y="2513603"/>
                  <a:pt x="407224" y="2506764"/>
                </a:cubicBezTo>
                <a:cubicBezTo>
                  <a:pt x="418746" y="2499925"/>
                  <a:pt x="429907" y="2488767"/>
                  <a:pt x="438908" y="2475089"/>
                </a:cubicBezTo>
                <a:cubicBezTo>
                  <a:pt x="441428" y="2479408"/>
                  <a:pt x="445749" y="2490926"/>
                  <a:pt x="452949" y="2475089"/>
                </a:cubicBezTo>
                <a:cubicBezTo>
                  <a:pt x="455110" y="2479408"/>
                  <a:pt x="457270" y="2486247"/>
                  <a:pt x="455110" y="2493086"/>
                </a:cubicBezTo>
                <a:cubicBezTo>
                  <a:pt x="464110" y="2484087"/>
                  <a:pt x="464110" y="2479408"/>
                  <a:pt x="475632" y="2468250"/>
                </a:cubicBezTo>
                <a:cubicBezTo>
                  <a:pt x="479952" y="2458891"/>
                  <a:pt x="466631" y="2458891"/>
                  <a:pt x="466631" y="2452052"/>
                </a:cubicBezTo>
                <a:cubicBezTo>
                  <a:pt x="475632" y="2440894"/>
                  <a:pt x="484633" y="2438734"/>
                  <a:pt x="493634" y="2447733"/>
                </a:cubicBezTo>
                <a:cubicBezTo>
                  <a:pt x="498314" y="2427216"/>
                  <a:pt x="500474" y="2438734"/>
                  <a:pt x="511996" y="2431895"/>
                </a:cubicBezTo>
                <a:cubicBezTo>
                  <a:pt x="516316" y="2427216"/>
                  <a:pt x="498314" y="2418217"/>
                  <a:pt x="498314" y="2425056"/>
                </a:cubicBezTo>
                <a:cubicBezTo>
                  <a:pt x="509475" y="2415697"/>
                  <a:pt x="523157" y="2377183"/>
                  <a:pt x="525677" y="2351987"/>
                </a:cubicBezTo>
                <a:cubicBezTo>
                  <a:pt x="525677" y="2377183"/>
                  <a:pt x="555200" y="2318152"/>
                  <a:pt x="543679" y="2349827"/>
                </a:cubicBezTo>
                <a:cubicBezTo>
                  <a:pt x="586883" y="2292955"/>
                  <a:pt x="603085" y="2265599"/>
                  <a:pt x="643769" y="2229244"/>
                </a:cubicBezTo>
                <a:cubicBezTo>
                  <a:pt x="648450" y="2218086"/>
                  <a:pt x="636929" y="2231764"/>
                  <a:pt x="636929" y="2218086"/>
                </a:cubicBezTo>
                <a:cubicBezTo>
                  <a:pt x="659971" y="2206568"/>
                  <a:pt x="680133" y="2170213"/>
                  <a:pt x="705336" y="2181731"/>
                </a:cubicBezTo>
                <a:cubicBezTo>
                  <a:pt x="723698" y="2151856"/>
                  <a:pt x="732699" y="2138538"/>
                  <a:pt x="741700" y="2120180"/>
                </a:cubicBezTo>
                <a:cubicBezTo>
                  <a:pt x="737019" y="2113341"/>
                  <a:pt x="732699" y="2118021"/>
                  <a:pt x="728018" y="2124500"/>
                </a:cubicBezTo>
                <a:cubicBezTo>
                  <a:pt x="725858" y="2106502"/>
                  <a:pt x="748541" y="2111182"/>
                  <a:pt x="755381" y="2111182"/>
                </a:cubicBezTo>
                <a:cubicBezTo>
                  <a:pt x="771223" y="2076987"/>
                  <a:pt x="798586" y="2058629"/>
                  <a:pt x="805427" y="2026954"/>
                </a:cubicBezTo>
                <a:cubicBezTo>
                  <a:pt x="814428" y="2038112"/>
                  <a:pt x="823789" y="2024434"/>
                  <a:pt x="832790" y="2029113"/>
                </a:cubicBezTo>
                <a:cubicBezTo>
                  <a:pt x="832790" y="2022274"/>
                  <a:pt x="839630" y="2015435"/>
                  <a:pt x="834950" y="2011116"/>
                </a:cubicBezTo>
                <a:cubicBezTo>
                  <a:pt x="823789" y="2008596"/>
                  <a:pt x="832790" y="2024434"/>
                  <a:pt x="821268" y="2024434"/>
                </a:cubicBezTo>
                <a:cubicBezTo>
                  <a:pt x="841790" y="1990599"/>
                  <a:pt x="887515" y="1942726"/>
                  <a:pt x="889676" y="1904212"/>
                </a:cubicBezTo>
                <a:cubicBezTo>
                  <a:pt x="903357" y="1894853"/>
                  <a:pt x="898676" y="1904212"/>
                  <a:pt x="905517" y="1911051"/>
                </a:cubicBezTo>
                <a:cubicBezTo>
                  <a:pt x="921359" y="1890534"/>
                  <a:pt x="910198" y="1879015"/>
                  <a:pt x="930720" y="1858498"/>
                </a:cubicBezTo>
                <a:cubicBezTo>
                  <a:pt x="930720" y="1870017"/>
                  <a:pt x="919199" y="1888014"/>
                  <a:pt x="923879" y="1899532"/>
                </a:cubicBezTo>
                <a:cubicBezTo>
                  <a:pt x="939721" y="1883695"/>
                  <a:pt x="953402" y="1890534"/>
                  <a:pt x="967084" y="1870017"/>
                </a:cubicBezTo>
                <a:cubicBezTo>
                  <a:pt x="973924" y="1860658"/>
                  <a:pt x="955563" y="1870017"/>
                  <a:pt x="971404" y="1854179"/>
                </a:cubicBezTo>
                <a:cubicBezTo>
                  <a:pt x="964563" y="1844820"/>
                  <a:pt x="953402" y="1856339"/>
                  <a:pt x="946562" y="1844820"/>
                </a:cubicBezTo>
                <a:cubicBezTo>
                  <a:pt x="955563" y="1840501"/>
                  <a:pt x="976085" y="1835822"/>
                  <a:pt x="976085" y="1849500"/>
                </a:cubicBezTo>
                <a:cubicBezTo>
                  <a:pt x="980765" y="1842661"/>
                  <a:pt x="987606" y="1837981"/>
                  <a:pt x="991926" y="1842661"/>
                </a:cubicBezTo>
                <a:cubicBezTo>
                  <a:pt x="994447" y="1831142"/>
                  <a:pt x="998767" y="1817824"/>
                  <a:pt x="1007768" y="1804146"/>
                </a:cubicBezTo>
                <a:cubicBezTo>
                  <a:pt x="996607" y="1799467"/>
                  <a:pt x="996607" y="1817824"/>
                  <a:pt x="989766" y="1822144"/>
                </a:cubicBezTo>
                <a:cubicBezTo>
                  <a:pt x="982925" y="1804146"/>
                  <a:pt x="1010288" y="1781110"/>
                  <a:pt x="1021449" y="1760592"/>
                </a:cubicBezTo>
                <a:cubicBezTo>
                  <a:pt x="1021449" y="1772111"/>
                  <a:pt x="1017129" y="1785789"/>
                  <a:pt x="1010288" y="1799467"/>
                </a:cubicBezTo>
                <a:cubicBezTo>
                  <a:pt x="1023970" y="1797307"/>
                  <a:pt x="1030810" y="1787949"/>
                  <a:pt x="1037651" y="1776790"/>
                </a:cubicBezTo>
                <a:cubicBezTo>
                  <a:pt x="1037651" y="1781110"/>
                  <a:pt x="1037651" y="1783629"/>
                  <a:pt x="1041972" y="1787949"/>
                </a:cubicBezTo>
                <a:cubicBezTo>
                  <a:pt x="1060334" y="1763112"/>
                  <a:pt x="1071495" y="1754113"/>
                  <a:pt x="1089857" y="1726757"/>
                </a:cubicBezTo>
                <a:cubicBezTo>
                  <a:pt x="1096697" y="1726757"/>
                  <a:pt x="1101018" y="1726757"/>
                  <a:pt x="1107859" y="1724238"/>
                </a:cubicBezTo>
                <a:cubicBezTo>
                  <a:pt x="1114699" y="1710920"/>
                  <a:pt x="1112539" y="1706240"/>
                  <a:pt x="1130901" y="1704081"/>
                </a:cubicBezTo>
                <a:cubicBezTo>
                  <a:pt x="1130901" y="1699401"/>
                  <a:pt x="1133061" y="1694722"/>
                  <a:pt x="1133061" y="1690403"/>
                </a:cubicBezTo>
                <a:cubicBezTo>
                  <a:pt x="1126221" y="1685723"/>
                  <a:pt x="1114699" y="1706240"/>
                  <a:pt x="1107859" y="1704081"/>
                </a:cubicBezTo>
                <a:cubicBezTo>
                  <a:pt x="1105698" y="1697242"/>
                  <a:pt x="1130901" y="1683564"/>
                  <a:pt x="1137742" y="1681044"/>
                </a:cubicBezTo>
                <a:cubicBezTo>
                  <a:pt x="1128381" y="1674205"/>
                  <a:pt x="1160424" y="1663047"/>
                  <a:pt x="1155744" y="1642530"/>
                </a:cubicBezTo>
                <a:cubicBezTo>
                  <a:pt x="1160424" y="1644689"/>
                  <a:pt x="1158264" y="1647209"/>
                  <a:pt x="1155744" y="1649369"/>
                </a:cubicBezTo>
                <a:cubicBezTo>
                  <a:pt x="1183107" y="1631011"/>
                  <a:pt x="1205789" y="1601496"/>
                  <a:pt x="1230992" y="1569820"/>
                </a:cubicBezTo>
                <a:cubicBezTo>
                  <a:pt x="1258355" y="1540304"/>
                  <a:pt x="1285357" y="1512948"/>
                  <a:pt x="1317401" y="1499270"/>
                </a:cubicBezTo>
                <a:cubicBezTo>
                  <a:pt x="1324242" y="1490272"/>
                  <a:pt x="1328562" y="1480913"/>
                  <a:pt x="1340083" y="1471914"/>
                </a:cubicBezTo>
                <a:cubicBezTo>
                  <a:pt x="1346924" y="1471914"/>
                  <a:pt x="1351604" y="1474074"/>
                  <a:pt x="1353765" y="1480913"/>
                </a:cubicBezTo>
                <a:cubicBezTo>
                  <a:pt x="1360605" y="1476594"/>
                  <a:pt x="1367446" y="1467235"/>
                  <a:pt x="1371767" y="1471914"/>
                </a:cubicBezTo>
                <a:cubicBezTo>
                  <a:pt x="1376447" y="1467235"/>
                  <a:pt x="1385808" y="1447078"/>
                  <a:pt x="1371767" y="1453917"/>
                </a:cubicBezTo>
                <a:cubicBezTo>
                  <a:pt x="1369606" y="1444558"/>
                  <a:pt x="1394809" y="1442399"/>
                  <a:pt x="1387968" y="1456077"/>
                </a:cubicBezTo>
                <a:cubicBezTo>
                  <a:pt x="1394809" y="1465075"/>
                  <a:pt x="1410651" y="1447078"/>
                  <a:pt x="1424332" y="1439879"/>
                </a:cubicBezTo>
                <a:cubicBezTo>
                  <a:pt x="1422172" y="1426561"/>
                  <a:pt x="1408490" y="1444558"/>
                  <a:pt x="1401650" y="1442399"/>
                </a:cubicBezTo>
                <a:cubicBezTo>
                  <a:pt x="1431173" y="1419722"/>
                  <a:pt x="1442334" y="1415043"/>
                  <a:pt x="1467537" y="1383367"/>
                </a:cubicBezTo>
                <a:cubicBezTo>
                  <a:pt x="1483378" y="1378688"/>
                  <a:pt x="1451695" y="1396685"/>
                  <a:pt x="1453855" y="1401365"/>
                </a:cubicBezTo>
                <a:cubicBezTo>
                  <a:pt x="1472217" y="1410363"/>
                  <a:pt x="1497060" y="1403524"/>
                  <a:pt x="1522263" y="1394526"/>
                </a:cubicBezTo>
                <a:cubicBezTo>
                  <a:pt x="1508581" y="1412883"/>
                  <a:pt x="1479058" y="1403524"/>
                  <a:pt x="1458536" y="1415043"/>
                </a:cubicBezTo>
                <a:cubicBezTo>
                  <a:pt x="1465377" y="1433040"/>
                  <a:pt x="1412811" y="1453917"/>
                  <a:pt x="1385808" y="1471914"/>
                </a:cubicBezTo>
                <a:cubicBezTo>
                  <a:pt x="1381128" y="1474074"/>
                  <a:pt x="1383288" y="1476594"/>
                  <a:pt x="1378967" y="1480913"/>
                </a:cubicBezTo>
                <a:cubicBezTo>
                  <a:pt x="1381128" y="1485592"/>
                  <a:pt x="1385808" y="1483433"/>
                  <a:pt x="1392289" y="1480913"/>
                </a:cubicBezTo>
                <a:cubicBezTo>
                  <a:pt x="1378967" y="1501430"/>
                  <a:pt x="1328562" y="1501430"/>
                  <a:pt x="1335403" y="1533465"/>
                </a:cubicBezTo>
                <a:cubicBezTo>
                  <a:pt x="1351604" y="1533465"/>
                  <a:pt x="1349084" y="1506109"/>
                  <a:pt x="1367446" y="1521947"/>
                </a:cubicBezTo>
                <a:cubicBezTo>
                  <a:pt x="1371767" y="1517268"/>
                  <a:pt x="1378967" y="1496751"/>
                  <a:pt x="1387968" y="1501430"/>
                </a:cubicBezTo>
                <a:cubicBezTo>
                  <a:pt x="1353765" y="1565141"/>
                  <a:pt x="1262675" y="1596816"/>
                  <a:pt x="1237832" y="1642530"/>
                </a:cubicBezTo>
                <a:cubicBezTo>
                  <a:pt x="1260515" y="1628852"/>
                  <a:pt x="1281037" y="1617333"/>
                  <a:pt x="1303719" y="1613014"/>
                </a:cubicBezTo>
                <a:cubicBezTo>
                  <a:pt x="1310560" y="1617333"/>
                  <a:pt x="1283197" y="1624172"/>
                  <a:pt x="1299039" y="1631011"/>
                </a:cubicBezTo>
                <a:cubicBezTo>
                  <a:pt x="1308400" y="1633531"/>
                  <a:pt x="1326402" y="1603655"/>
                  <a:pt x="1340083" y="1610494"/>
                </a:cubicBezTo>
                <a:cubicBezTo>
                  <a:pt x="1349084" y="1599336"/>
                  <a:pt x="1328562" y="1613014"/>
                  <a:pt x="1326402" y="1601496"/>
                </a:cubicBezTo>
                <a:cubicBezTo>
                  <a:pt x="1335403" y="1606175"/>
                  <a:pt x="1353765" y="1580979"/>
                  <a:pt x="1340083" y="1587818"/>
                </a:cubicBezTo>
                <a:cubicBezTo>
                  <a:pt x="1364926" y="1571980"/>
                  <a:pt x="1444854" y="1542464"/>
                  <a:pt x="1460696" y="1508269"/>
                </a:cubicBezTo>
                <a:cubicBezTo>
                  <a:pt x="1476538" y="1506109"/>
                  <a:pt x="1458536" y="1524107"/>
                  <a:pt x="1462856" y="1530946"/>
                </a:cubicBezTo>
                <a:cubicBezTo>
                  <a:pt x="1474377" y="1512948"/>
                  <a:pt x="1497060" y="1494591"/>
                  <a:pt x="1515422" y="1476594"/>
                </a:cubicBezTo>
                <a:cubicBezTo>
                  <a:pt x="1526583" y="1471914"/>
                  <a:pt x="1512902" y="1483433"/>
                  <a:pt x="1526583" y="1483433"/>
                </a:cubicBezTo>
                <a:cubicBezTo>
                  <a:pt x="1535584" y="1476594"/>
                  <a:pt x="1538104" y="1471914"/>
                  <a:pt x="1531263" y="1465075"/>
                </a:cubicBezTo>
                <a:cubicBezTo>
                  <a:pt x="1540264" y="1471914"/>
                  <a:pt x="1562947" y="1460396"/>
                  <a:pt x="1560787" y="1471914"/>
                </a:cubicBezTo>
                <a:cubicBezTo>
                  <a:pt x="1569788" y="1458236"/>
                  <a:pt x="1581309" y="1444558"/>
                  <a:pt x="1597150" y="1430880"/>
                </a:cubicBezTo>
                <a:cubicBezTo>
                  <a:pt x="1599311" y="1437719"/>
                  <a:pt x="1592470" y="1442399"/>
                  <a:pt x="1594990" y="1447078"/>
                </a:cubicBezTo>
                <a:cubicBezTo>
                  <a:pt x="1617673" y="1412883"/>
                  <a:pt x="1654036" y="1408204"/>
                  <a:pt x="1676719" y="1383367"/>
                </a:cubicBezTo>
                <a:cubicBezTo>
                  <a:pt x="1679239" y="1387687"/>
                  <a:pt x="1674559" y="1390206"/>
                  <a:pt x="1676719" y="1392366"/>
                </a:cubicBezTo>
                <a:cubicBezTo>
                  <a:pt x="1715603" y="1367170"/>
                  <a:pt x="1749807" y="1353492"/>
                  <a:pt x="1781490" y="1339814"/>
                </a:cubicBezTo>
                <a:cubicBezTo>
                  <a:pt x="1811013" y="1326496"/>
                  <a:pt x="1840537" y="1312818"/>
                  <a:pt x="1876900" y="1290141"/>
                </a:cubicBezTo>
                <a:cubicBezTo>
                  <a:pt x="1876900" y="1299139"/>
                  <a:pt x="1870060" y="1308138"/>
                  <a:pt x="1854218" y="1312818"/>
                </a:cubicBezTo>
                <a:cubicBezTo>
                  <a:pt x="1879421" y="1326496"/>
                  <a:pt x="1915785" y="1290141"/>
                  <a:pt x="1945308" y="1280782"/>
                </a:cubicBezTo>
                <a:cubicBezTo>
                  <a:pt x="1952148" y="1278622"/>
                  <a:pt x="1961149" y="1285461"/>
                  <a:pt x="1967990" y="1285461"/>
                </a:cubicBezTo>
                <a:cubicBezTo>
                  <a:pt x="1974831" y="1283302"/>
                  <a:pt x="1972671" y="1269624"/>
                  <a:pt x="1972671" y="1269624"/>
                </a:cubicBezTo>
                <a:cubicBezTo>
                  <a:pt x="1986352" y="1264944"/>
                  <a:pt x="2024876" y="1249107"/>
                  <a:pt x="2033877" y="1255946"/>
                </a:cubicBezTo>
                <a:cubicBezTo>
                  <a:pt x="2018035" y="1264944"/>
                  <a:pt x="1995353" y="1269624"/>
                  <a:pt x="1988512" y="1280782"/>
                </a:cubicBezTo>
                <a:cubicBezTo>
                  <a:pt x="2004354" y="1290141"/>
                  <a:pt x="2038558" y="1273943"/>
                  <a:pt x="2052239" y="1290141"/>
                </a:cubicBezTo>
                <a:cubicBezTo>
                  <a:pt x="2018035" y="1296620"/>
                  <a:pt x="2018035" y="1294460"/>
                  <a:pt x="1997513" y="1305978"/>
                </a:cubicBezTo>
                <a:cubicBezTo>
                  <a:pt x="1990672" y="1296620"/>
                  <a:pt x="1993193" y="1292300"/>
                  <a:pt x="2006874" y="1290141"/>
                </a:cubicBezTo>
                <a:cubicBezTo>
                  <a:pt x="2004354" y="1285461"/>
                  <a:pt x="1997513" y="1290141"/>
                  <a:pt x="1995353" y="1285461"/>
                </a:cubicBezTo>
                <a:cubicBezTo>
                  <a:pt x="1979511" y="1314977"/>
                  <a:pt x="1940627" y="1319657"/>
                  <a:pt x="1902103" y="1328655"/>
                </a:cubicBezTo>
                <a:cubicBezTo>
                  <a:pt x="1865739" y="1335494"/>
                  <a:pt x="1826855" y="1349172"/>
                  <a:pt x="1811013" y="1390206"/>
                </a:cubicBezTo>
                <a:cubicBezTo>
                  <a:pt x="1781490" y="1383367"/>
                  <a:pt x="1726765" y="1424041"/>
                  <a:pt x="1695081" y="1444558"/>
                </a:cubicBezTo>
                <a:cubicBezTo>
                  <a:pt x="1692561" y="1435560"/>
                  <a:pt x="1701922" y="1430880"/>
                  <a:pt x="1699401" y="1424041"/>
                </a:cubicBezTo>
                <a:cubicBezTo>
                  <a:pt x="1674559" y="1435560"/>
                  <a:pt x="1686080" y="1439879"/>
                  <a:pt x="1686080" y="1449238"/>
                </a:cubicBezTo>
                <a:cubicBezTo>
                  <a:pt x="1669878" y="1449238"/>
                  <a:pt x="1672398" y="1451397"/>
                  <a:pt x="1651876" y="1465075"/>
                </a:cubicBezTo>
                <a:cubicBezTo>
                  <a:pt x="1636035" y="1451397"/>
                  <a:pt x="1617673" y="1483433"/>
                  <a:pt x="1597150" y="1476594"/>
                </a:cubicBezTo>
                <a:cubicBezTo>
                  <a:pt x="1592470" y="1478753"/>
                  <a:pt x="1594990" y="1480913"/>
                  <a:pt x="1590310" y="1485592"/>
                </a:cubicBezTo>
                <a:cubicBezTo>
                  <a:pt x="1594990" y="1494591"/>
                  <a:pt x="1606151" y="1487752"/>
                  <a:pt x="1615512" y="1487752"/>
                </a:cubicBezTo>
                <a:cubicBezTo>
                  <a:pt x="1579149" y="1501430"/>
                  <a:pt x="1519742" y="1547143"/>
                  <a:pt x="1476538" y="1549303"/>
                </a:cubicBezTo>
                <a:cubicBezTo>
                  <a:pt x="1469697" y="1556142"/>
                  <a:pt x="1474377" y="1565141"/>
                  <a:pt x="1469697" y="1571980"/>
                </a:cubicBezTo>
                <a:cubicBezTo>
                  <a:pt x="1451695" y="1558302"/>
                  <a:pt x="1440174" y="1596816"/>
                  <a:pt x="1438014" y="1578819"/>
                </a:cubicBezTo>
                <a:cubicBezTo>
                  <a:pt x="1428653" y="1594657"/>
                  <a:pt x="1417491" y="1606175"/>
                  <a:pt x="1415331" y="1628852"/>
                </a:cubicBezTo>
                <a:cubicBezTo>
                  <a:pt x="1394809" y="1647209"/>
                  <a:pt x="1419652" y="1606175"/>
                  <a:pt x="1399129" y="1624172"/>
                </a:cubicBezTo>
                <a:cubicBezTo>
                  <a:pt x="1394809" y="1619853"/>
                  <a:pt x="1412811" y="1613014"/>
                  <a:pt x="1417491" y="1606175"/>
                </a:cubicBezTo>
                <a:cubicBezTo>
                  <a:pt x="1390129" y="1608335"/>
                  <a:pt x="1369606" y="1619853"/>
                  <a:pt x="1349084" y="1651528"/>
                </a:cubicBezTo>
                <a:cubicBezTo>
                  <a:pt x="1360605" y="1656208"/>
                  <a:pt x="1374287" y="1642530"/>
                  <a:pt x="1387968" y="1640370"/>
                </a:cubicBezTo>
                <a:cubicBezTo>
                  <a:pt x="1394809" y="1649369"/>
                  <a:pt x="1378967" y="1658367"/>
                  <a:pt x="1390129" y="1667366"/>
                </a:cubicBezTo>
                <a:cubicBezTo>
                  <a:pt x="1355925" y="1685723"/>
                  <a:pt x="1383288" y="1692562"/>
                  <a:pt x="1360605" y="1699401"/>
                </a:cubicBezTo>
                <a:cubicBezTo>
                  <a:pt x="1367446" y="1701561"/>
                  <a:pt x="1374287" y="1699401"/>
                  <a:pt x="1381128" y="1692562"/>
                </a:cubicBezTo>
                <a:cubicBezTo>
                  <a:pt x="1378967" y="1708400"/>
                  <a:pt x="1355925" y="1722078"/>
                  <a:pt x="1337923" y="1737916"/>
                </a:cubicBezTo>
                <a:cubicBezTo>
                  <a:pt x="1355925" y="1754113"/>
                  <a:pt x="1349084" y="1724238"/>
                  <a:pt x="1374287" y="1713079"/>
                </a:cubicBezTo>
                <a:cubicBezTo>
                  <a:pt x="1374287" y="1717759"/>
                  <a:pt x="1369606" y="1724238"/>
                  <a:pt x="1374287" y="1728917"/>
                </a:cubicBezTo>
                <a:cubicBezTo>
                  <a:pt x="1419652" y="1708400"/>
                  <a:pt x="1451695" y="1699401"/>
                  <a:pt x="1494900" y="1678884"/>
                </a:cubicBezTo>
                <a:cubicBezTo>
                  <a:pt x="1488059" y="1649369"/>
                  <a:pt x="1526583" y="1672045"/>
                  <a:pt x="1551786" y="1656208"/>
                </a:cubicBezTo>
                <a:cubicBezTo>
                  <a:pt x="1543145" y="1662957"/>
                  <a:pt x="1529441" y="1672338"/>
                  <a:pt x="1529812" y="1681466"/>
                </a:cubicBezTo>
                <a:lnTo>
                  <a:pt x="1535431" y="1690166"/>
                </a:lnTo>
                <a:lnTo>
                  <a:pt x="1535227" y="1690630"/>
                </a:lnTo>
                <a:lnTo>
                  <a:pt x="1528687" y="1694789"/>
                </a:lnTo>
                <a:cubicBezTo>
                  <a:pt x="1523050" y="1695869"/>
                  <a:pt x="1520553" y="1689053"/>
                  <a:pt x="1515422" y="1692562"/>
                </a:cubicBezTo>
                <a:cubicBezTo>
                  <a:pt x="1517582" y="1704081"/>
                  <a:pt x="1526583" y="1697242"/>
                  <a:pt x="1533424" y="1694722"/>
                </a:cubicBezTo>
                <a:lnTo>
                  <a:pt x="1535227" y="1690630"/>
                </a:lnTo>
                <a:lnTo>
                  <a:pt x="1535584" y="1690403"/>
                </a:lnTo>
                <a:lnTo>
                  <a:pt x="1535431" y="1690166"/>
                </a:lnTo>
                <a:lnTo>
                  <a:pt x="1541030" y="1677461"/>
                </a:lnTo>
                <a:cubicBezTo>
                  <a:pt x="1544742" y="1673496"/>
                  <a:pt x="1549445" y="1670943"/>
                  <a:pt x="1554576" y="1668671"/>
                </a:cubicBezTo>
                <a:lnTo>
                  <a:pt x="1567593" y="1662932"/>
                </a:lnTo>
                <a:lnTo>
                  <a:pt x="1567627" y="1663047"/>
                </a:lnTo>
                <a:lnTo>
                  <a:pt x="1567846" y="1662821"/>
                </a:lnTo>
                <a:lnTo>
                  <a:pt x="1570688" y="1661568"/>
                </a:lnTo>
                <a:cubicBezTo>
                  <a:pt x="1576111" y="1658727"/>
                  <a:pt x="1581399" y="1655038"/>
                  <a:pt x="1585989" y="1649369"/>
                </a:cubicBezTo>
                <a:cubicBezTo>
                  <a:pt x="1581309" y="1645949"/>
                  <a:pt x="1579599" y="1648739"/>
                  <a:pt x="1577619" y="1652698"/>
                </a:cubicBezTo>
                <a:lnTo>
                  <a:pt x="1567846" y="1662821"/>
                </a:lnTo>
                <a:lnTo>
                  <a:pt x="1567593" y="1662932"/>
                </a:lnTo>
                <a:lnTo>
                  <a:pt x="1562947" y="1647209"/>
                </a:lnTo>
                <a:cubicBezTo>
                  <a:pt x="1583469" y="1631011"/>
                  <a:pt x="1588149" y="1642530"/>
                  <a:pt x="1597150" y="1651528"/>
                </a:cubicBezTo>
                <a:cubicBezTo>
                  <a:pt x="1615512" y="1626692"/>
                  <a:pt x="1629194" y="1619853"/>
                  <a:pt x="1663037" y="1601496"/>
                </a:cubicBezTo>
                <a:cubicBezTo>
                  <a:pt x="1674559" y="1592497"/>
                  <a:pt x="1654036" y="1596816"/>
                  <a:pt x="1656197" y="1590337"/>
                </a:cubicBezTo>
                <a:cubicBezTo>
                  <a:pt x="1667718" y="1587818"/>
                  <a:pt x="1681399" y="1578819"/>
                  <a:pt x="1688240" y="1592497"/>
                </a:cubicBezTo>
                <a:cubicBezTo>
                  <a:pt x="1701922" y="1585658"/>
                  <a:pt x="1697241" y="1578819"/>
                  <a:pt x="1708763" y="1574140"/>
                </a:cubicBezTo>
                <a:cubicBezTo>
                  <a:pt x="1704082" y="1569820"/>
                  <a:pt x="1699401" y="1569820"/>
                  <a:pt x="1692561" y="1571980"/>
                </a:cubicBezTo>
                <a:cubicBezTo>
                  <a:pt x="1701922" y="1556142"/>
                  <a:pt x="1749807" y="1569820"/>
                  <a:pt x="1747287" y="1537785"/>
                </a:cubicBezTo>
                <a:cubicBezTo>
                  <a:pt x="1779330" y="1535625"/>
                  <a:pt x="1826855" y="1517268"/>
                  <a:pt x="1856378" y="1483433"/>
                </a:cubicBezTo>
                <a:cubicBezTo>
                  <a:pt x="1854218" y="1496751"/>
                  <a:pt x="1854218" y="1496751"/>
                  <a:pt x="1865739" y="1501430"/>
                </a:cubicBezTo>
                <a:cubicBezTo>
                  <a:pt x="1881581" y="1483433"/>
                  <a:pt x="1911104" y="1467235"/>
                  <a:pt x="1926946" y="1483433"/>
                </a:cubicBezTo>
                <a:cubicBezTo>
                  <a:pt x="1938467" y="1469755"/>
                  <a:pt x="1956829" y="1458236"/>
                  <a:pt x="1970510" y="1447078"/>
                </a:cubicBezTo>
                <a:cubicBezTo>
                  <a:pt x="1963670" y="1439879"/>
                  <a:pt x="1945308" y="1458236"/>
                  <a:pt x="1943147" y="1442399"/>
                </a:cubicBezTo>
                <a:cubicBezTo>
                  <a:pt x="1952148" y="1447078"/>
                  <a:pt x="1974831" y="1439879"/>
                  <a:pt x="1977351" y="1428721"/>
                </a:cubicBezTo>
                <a:cubicBezTo>
                  <a:pt x="1988512" y="1433040"/>
                  <a:pt x="1995353" y="1433040"/>
                  <a:pt x="1993193" y="1444558"/>
                </a:cubicBezTo>
                <a:cubicBezTo>
                  <a:pt x="2006874" y="1437719"/>
                  <a:pt x="2018035" y="1428721"/>
                  <a:pt x="2031717" y="1421882"/>
                </a:cubicBezTo>
                <a:cubicBezTo>
                  <a:pt x="2020196" y="1410363"/>
                  <a:pt x="2009034" y="1430880"/>
                  <a:pt x="2004354" y="1412883"/>
                </a:cubicBezTo>
                <a:cubicBezTo>
                  <a:pt x="1961149" y="1435560"/>
                  <a:pt x="1908944" y="1421882"/>
                  <a:pt x="1890582" y="1458236"/>
                </a:cubicBezTo>
                <a:cubicBezTo>
                  <a:pt x="1879421" y="1453917"/>
                  <a:pt x="1845217" y="1469755"/>
                  <a:pt x="1845217" y="1480913"/>
                </a:cubicBezTo>
                <a:cubicBezTo>
                  <a:pt x="1829375" y="1462916"/>
                  <a:pt x="1813534" y="1476594"/>
                  <a:pt x="1795172" y="1494591"/>
                </a:cubicBezTo>
                <a:cubicBezTo>
                  <a:pt x="1781490" y="1471914"/>
                  <a:pt x="1788331" y="1462916"/>
                  <a:pt x="1769969" y="1433040"/>
                </a:cubicBezTo>
                <a:cubicBezTo>
                  <a:pt x="1779330" y="1424041"/>
                  <a:pt x="1781490" y="1412883"/>
                  <a:pt x="1786171" y="1403524"/>
                </a:cubicBezTo>
                <a:cubicBezTo>
                  <a:pt x="1813534" y="1410363"/>
                  <a:pt x="1822535" y="1394526"/>
                  <a:pt x="1849898" y="1383367"/>
                </a:cubicBezTo>
                <a:cubicBezTo>
                  <a:pt x="1843057" y="1415043"/>
                  <a:pt x="1908944" y="1374009"/>
                  <a:pt x="1890582" y="1367170"/>
                </a:cubicBezTo>
                <a:cubicBezTo>
                  <a:pt x="1906784" y="1367170"/>
                  <a:pt x="1920105" y="1378688"/>
                  <a:pt x="1936307" y="1380848"/>
                </a:cubicBezTo>
                <a:cubicBezTo>
                  <a:pt x="1949988" y="1376528"/>
                  <a:pt x="1938467" y="1365010"/>
                  <a:pt x="1947468" y="1358171"/>
                </a:cubicBezTo>
                <a:cubicBezTo>
                  <a:pt x="1954309" y="1371849"/>
                  <a:pt x="1977351" y="1358171"/>
                  <a:pt x="1995353" y="1351332"/>
                </a:cubicBezTo>
                <a:cubicBezTo>
                  <a:pt x="1993193" y="1344493"/>
                  <a:pt x="1988512" y="1346653"/>
                  <a:pt x="1983832" y="1346653"/>
                </a:cubicBezTo>
                <a:cubicBezTo>
                  <a:pt x="2011195" y="1335494"/>
                  <a:pt x="2061240" y="1305978"/>
                  <a:pt x="2095444" y="1312818"/>
                </a:cubicBezTo>
                <a:cubicBezTo>
                  <a:pt x="2100124" y="1310298"/>
                  <a:pt x="2095444" y="1303459"/>
                  <a:pt x="2095444" y="1299139"/>
                </a:cubicBezTo>
                <a:cubicBezTo>
                  <a:pt x="2152330" y="1305978"/>
                  <a:pt x="2190854" y="1287621"/>
                  <a:pt x="2257101" y="1269624"/>
                </a:cubicBezTo>
                <a:cubicBezTo>
                  <a:pt x="2254580" y="1273943"/>
                  <a:pt x="2254580" y="1278622"/>
                  <a:pt x="2254580" y="1283302"/>
                </a:cubicBezTo>
                <a:cubicBezTo>
                  <a:pt x="2275103" y="1278622"/>
                  <a:pt x="2286624" y="1269624"/>
                  <a:pt x="2309306" y="1276463"/>
                </a:cubicBezTo>
                <a:cubicBezTo>
                  <a:pt x="2275103" y="1287621"/>
                  <a:pt x="2261421" y="1305978"/>
                  <a:pt x="2213896" y="1319657"/>
                </a:cubicBezTo>
                <a:cubicBezTo>
                  <a:pt x="2234418" y="1332975"/>
                  <a:pt x="2263941" y="1303459"/>
                  <a:pt x="2284104" y="1321816"/>
                </a:cubicBezTo>
                <a:cubicBezTo>
                  <a:pt x="2259261" y="1305978"/>
                  <a:pt x="2297785" y="1305978"/>
                  <a:pt x="2311466" y="1314977"/>
                </a:cubicBezTo>
                <a:cubicBezTo>
                  <a:pt x="2325148" y="1299139"/>
                  <a:pt x="2343510" y="1305978"/>
                  <a:pt x="2361512" y="1290141"/>
                </a:cubicBezTo>
                <a:cubicBezTo>
                  <a:pt x="2368352" y="1296620"/>
                  <a:pt x="2352511" y="1308138"/>
                  <a:pt x="2364032" y="1305978"/>
                </a:cubicBezTo>
                <a:cubicBezTo>
                  <a:pt x="2354671" y="1317137"/>
                  <a:pt x="2293465" y="1314977"/>
                  <a:pt x="2295625" y="1342333"/>
                </a:cubicBezTo>
                <a:cubicBezTo>
                  <a:pt x="2277263" y="1349172"/>
                  <a:pt x="2293465" y="1337654"/>
                  <a:pt x="2286624" y="1328655"/>
                </a:cubicBezTo>
                <a:cubicBezTo>
                  <a:pt x="2272942" y="1335494"/>
                  <a:pt x="2279783" y="1349172"/>
                  <a:pt x="2270782" y="1358171"/>
                </a:cubicBezTo>
                <a:cubicBezTo>
                  <a:pt x="2290944" y="1342333"/>
                  <a:pt x="2325148" y="1353492"/>
                  <a:pt x="2334509" y="1332975"/>
                </a:cubicBezTo>
                <a:cubicBezTo>
                  <a:pt x="2388875" y="1332975"/>
                  <a:pt x="2454762" y="1321816"/>
                  <a:pt x="2484645" y="1294460"/>
                </a:cubicBezTo>
                <a:cubicBezTo>
                  <a:pt x="2482124" y="1305978"/>
                  <a:pt x="2493646" y="1301299"/>
                  <a:pt x="2495806" y="1308138"/>
                </a:cubicBezTo>
                <a:cubicBezTo>
                  <a:pt x="2530010" y="1287621"/>
                  <a:pt x="2586896" y="1299139"/>
                  <a:pt x="2598417" y="1262785"/>
                </a:cubicBezTo>
                <a:cubicBezTo>
                  <a:pt x="2607418" y="1260265"/>
                  <a:pt x="2600577" y="1273943"/>
                  <a:pt x="2605257" y="1280782"/>
                </a:cubicBezTo>
                <a:cubicBezTo>
                  <a:pt x="2555212" y="1310298"/>
                  <a:pt x="2511648" y="1294460"/>
                  <a:pt x="2477804" y="1326496"/>
                </a:cubicBezTo>
                <a:cubicBezTo>
                  <a:pt x="2479964" y="1335494"/>
                  <a:pt x="2507327" y="1323976"/>
                  <a:pt x="2498326" y="1337654"/>
                </a:cubicBezTo>
                <a:cubicBezTo>
                  <a:pt x="2552692" y="1317137"/>
                  <a:pt x="2636941" y="1314977"/>
                  <a:pt x="2682306" y="1301299"/>
                </a:cubicBezTo>
                <a:cubicBezTo>
                  <a:pt x="2689146" y="1314977"/>
                  <a:pt x="2664304" y="1303459"/>
                  <a:pt x="2666464" y="1314977"/>
                </a:cubicBezTo>
                <a:cubicBezTo>
                  <a:pt x="2728030" y="1296620"/>
                  <a:pt x="2802918" y="1314977"/>
                  <a:pt x="2848643" y="1278622"/>
                </a:cubicBezTo>
                <a:cubicBezTo>
                  <a:pt x="2850803" y="1292300"/>
                  <a:pt x="2832802" y="1285461"/>
                  <a:pt x="2834962" y="1296620"/>
                </a:cubicBezTo>
                <a:cubicBezTo>
                  <a:pt x="2866645" y="1283302"/>
                  <a:pt x="2889688" y="1323976"/>
                  <a:pt x="2921371" y="1294460"/>
                </a:cubicBezTo>
                <a:cubicBezTo>
                  <a:pt x="2928212" y="1299139"/>
                  <a:pt x="2930372" y="1305978"/>
                  <a:pt x="2935052" y="1310298"/>
                </a:cubicBezTo>
                <a:cubicBezTo>
                  <a:pt x="2950894" y="1308138"/>
                  <a:pt x="2978257" y="1294460"/>
                  <a:pt x="2989778" y="1301299"/>
                </a:cubicBezTo>
                <a:cubicBezTo>
                  <a:pt x="2989778" y="1305978"/>
                  <a:pt x="2982937" y="1303459"/>
                  <a:pt x="2978257" y="1305978"/>
                </a:cubicBezTo>
                <a:cubicBezTo>
                  <a:pt x="2978257" y="1308138"/>
                  <a:pt x="2982937" y="1308138"/>
                  <a:pt x="2985098" y="1308138"/>
                </a:cubicBezTo>
                <a:cubicBezTo>
                  <a:pt x="2971416" y="1332975"/>
                  <a:pt x="3000939" y="1330815"/>
                  <a:pt x="3037303" y="1326496"/>
                </a:cubicBezTo>
                <a:cubicBezTo>
                  <a:pt x="3041984" y="1323976"/>
                  <a:pt x="3048824" y="1323976"/>
                  <a:pt x="3053145" y="1321816"/>
                </a:cubicBezTo>
                <a:cubicBezTo>
                  <a:pt x="3053145" y="1321816"/>
                  <a:pt x="3053145" y="1321816"/>
                  <a:pt x="3064666" y="1319657"/>
                </a:cubicBezTo>
                <a:cubicBezTo>
                  <a:pt x="3073667" y="1319657"/>
                  <a:pt x="3080508" y="1317137"/>
                  <a:pt x="3089869" y="1314977"/>
                </a:cubicBezTo>
                <a:cubicBezTo>
                  <a:pt x="3103190" y="1310298"/>
                  <a:pt x="3116872" y="1308138"/>
                  <a:pt x="3123712" y="1308138"/>
                </a:cubicBezTo>
                <a:cubicBezTo>
                  <a:pt x="3128393" y="1308138"/>
                  <a:pt x="3121552" y="1310298"/>
                  <a:pt x="3121552" y="1314977"/>
                </a:cubicBezTo>
                <a:cubicBezTo>
                  <a:pt x="3148915" y="1314977"/>
                  <a:pt x="3176278" y="1314977"/>
                  <a:pt x="3201121" y="1314977"/>
                </a:cubicBezTo>
                <a:cubicBezTo>
                  <a:pt x="3214802" y="1312818"/>
                  <a:pt x="3228483" y="1312818"/>
                  <a:pt x="3242165" y="1314977"/>
                </a:cubicBezTo>
                <a:cubicBezTo>
                  <a:pt x="3255846" y="1314977"/>
                  <a:pt x="3267008" y="1317137"/>
                  <a:pt x="3280689" y="1319657"/>
                </a:cubicBezTo>
                <a:cubicBezTo>
                  <a:pt x="3285369" y="1319657"/>
                  <a:pt x="3283209" y="1312818"/>
                  <a:pt x="3278529" y="1312818"/>
                </a:cubicBezTo>
                <a:cubicBezTo>
                  <a:pt x="3290050" y="1312818"/>
                  <a:pt x="3323894" y="1346653"/>
                  <a:pt x="3346576" y="1319657"/>
                </a:cubicBezTo>
                <a:cubicBezTo>
                  <a:pt x="3344056" y="1323976"/>
                  <a:pt x="3339735" y="1326496"/>
                  <a:pt x="3337215" y="1330815"/>
                </a:cubicBezTo>
                <a:cubicBezTo>
                  <a:pt x="3348736" y="1330815"/>
                  <a:pt x="3350896" y="1312818"/>
                  <a:pt x="3364578" y="1312818"/>
                </a:cubicBezTo>
                <a:cubicBezTo>
                  <a:pt x="3364578" y="1321816"/>
                  <a:pt x="3360257" y="1323976"/>
                  <a:pt x="3357737" y="1328655"/>
                </a:cubicBezTo>
                <a:cubicBezTo>
                  <a:pt x="3378259" y="1344493"/>
                  <a:pt x="3403462" y="1321816"/>
                  <a:pt x="3414623" y="1335494"/>
                </a:cubicBezTo>
                <a:cubicBezTo>
                  <a:pt x="3421464" y="1335494"/>
                  <a:pt x="3423984" y="1328655"/>
                  <a:pt x="3432985" y="1330815"/>
                </a:cubicBezTo>
                <a:cubicBezTo>
                  <a:pt x="3439826" y="1314977"/>
                  <a:pt x="3423984" y="1321816"/>
                  <a:pt x="3428305" y="1310298"/>
                </a:cubicBezTo>
                <a:cubicBezTo>
                  <a:pt x="3430465" y="1312818"/>
                  <a:pt x="3432985" y="1312818"/>
                  <a:pt x="3435145" y="1314977"/>
                </a:cubicBezTo>
                <a:cubicBezTo>
                  <a:pt x="3437306" y="1314977"/>
                  <a:pt x="3439826" y="1314977"/>
                  <a:pt x="3441986" y="1314977"/>
                </a:cubicBezTo>
                <a:cubicBezTo>
                  <a:pt x="3439826" y="1317137"/>
                  <a:pt x="3437306" y="1326496"/>
                  <a:pt x="3435145" y="1326496"/>
                </a:cubicBezTo>
                <a:cubicBezTo>
                  <a:pt x="3435145" y="1332975"/>
                  <a:pt x="3441986" y="1319657"/>
                  <a:pt x="3439826" y="1332975"/>
                </a:cubicBezTo>
                <a:cubicBezTo>
                  <a:pt x="3444146" y="1328655"/>
                  <a:pt x="3448827" y="1328655"/>
                  <a:pt x="3453507" y="1319657"/>
                </a:cubicBezTo>
                <a:cubicBezTo>
                  <a:pt x="3455667" y="1319657"/>
                  <a:pt x="3453507" y="1328655"/>
                  <a:pt x="3453507" y="1335494"/>
                </a:cubicBezTo>
                <a:cubicBezTo>
                  <a:pt x="3476190" y="1344493"/>
                  <a:pt x="3496712" y="1335494"/>
                  <a:pt x="3524075" y="1326496"/>
                </a:cubicBezTo>
                <a:lnTo>
                  <a:pt x="3529599" y="1334780"/>
                </a:lnTo>
                <a:lnTo>
                  <a:pt x="3529620" y="1335394"/>
                </a:lnTo>
                <a:lnTo>
                  <a:pt x="3531989" y="1338364"/>
                </a:lnTo>
                <a:lnTo>
                  <a:pt x="3539016" y="1348902"/>
                </a:lnTo>
                <a:cubicBezTo>
                  <a:pt x="3546667" y="1352592"/>
                  <a:pt x="3555758" y="1352592"/>
                  <a:pt x="3562599" y="1349172"/>
                </a:cubicBezTo>
                <a:cubicBezTo>
                  <a:pt x="3555758" y="1362850"/>
                  <a:pt x="3574120" y="1356011"/>
                  <a:pt x="3576280" y="1367170"/>
                </a:cubicBezTo>
                <a:cubicBezTo>
                  <a:pt x="3578440" y="1367170"/>
                  <a:pt x="3578440" y="1362850"/>
                  <a:pt x="3580961" y="1362850"/>
                </a:cubicBezTo>
                <a:cubicBezTo>
                  <a:pt x="3585281" y="1349172"/>
                  <a:pt x="3576280" y="1356011"/>
                  <a:pt x="3578440" y="1344493"/>
                </a:cubicBezTo>
                <a:cubicBezTo>
                  <a:pt x="3585281" y="1349172"/>
                  <a:pt x="3589962" y="1360331"/>
                  <a:pt x="3592122" y="1371849"/>
                </a:cubicBezTo>
                <a:cubicBezTo>
                  <a:pt x="3587801" y="1358171"/>
                  <a:pt x="3587801" y="1374009"/>
                  <a:pt x="3578440" y="1371849"/>
                </a:cubicBezTo>
                <a:cubicBezTo>
                  <a:pt x="3580961" y="1380848"/>
                  <a:pt x="3592122" y="1371849"/>
                  <a:pt x="3598963" y="1371849"/>
                </a:cubicBezTo>
                <a:cubicBezTo>
                  <a:pt x="3601123" y="1360331"/>
                  <a:pt x="3596802" y="1360331"/>
                  <a:pt x="3592122" y="1360331"/>
                </a:cubicBezTo>
                <a:cubicBezTo>
                  <a:pt x="3601123" y="1365010"/>
                  <a:pt x="3633166" y="1349172"/>
                  <a:pt x="3637847" y="1371849"/>
                </a:cubicBezTo>
                <a:cubicBezTo>
                  <a:pt x="3646848" y="1362850"/>
                  <a:pt x="3635326" y="1360331"/>
                  <a:pt x="3644687" y="1344493"/>
                </a:cubicBezTo>
                <a:cubicBezTo>
                  <a:pt x="3630646" y="1349172"/>
                  <a:pt x="3610484" y="1356011"/>
                  <a:pt x="3603643" y="1328655"/>
                </a:cubicBezTo>
                <a:cubicBezTo>
                  <a:pt x="3612644" y="1332975"/>
                  <a:pt x="3617325" y="1323976"/>
                  <a:pt x="3619485" y="1312818"/>
                </a:cubicBezTo>
                <a:cubicBezTo>
                  <a:pt x="3628486" y="1312818"/>
                  <a:pt x="3640007" y="1310298"/>
                  <a:pt x="3642167" y="1321816"/>
                </a:cubicBezTo>
                <a:cubicBezTo>
                  <a:pt x="3646848" y="1317137"/>
                  <a:pt x="3651528" y="1314977"/>
                  <a:pt x="3655849" y="1310298"/>
                </a:cubicBezTo>
                <a:cubicBezTo>
                  <a:pt x="3674211" y="1317137"/>
                  <a:pt x="3696893" y="1294460"/>
                  <a:pt x="3708054" y="1321816"/>
                </a:cubicBezTo>
                <a:cubicBezTo>
                  <a:pt x="3701213" y="1323976"/>
                  <a:pt x="3703734" y="1310298"/>
                  <a:pt x="3699053" y="1319657"/>
                </a:cubicBezTo>
                <a:cubicBezTo>
                  <a:pt x="3701213" y="1328655"/>
                  <a:pt x="3705894" y="1323976"/>
                  <a:pt x="3712735" y="1321816"/>
                </a:cubicBezTo>
                <a:cubicBezTo>
                  <a:pt x="3712735" y="1317137"/>
                  <a:pt x="3712735" y="1314977"/>
                  <a:pt x="3712735" y="1314977"/>
                </a:cubicBezTo>
                <a:cubicBezTo>
                  <a:pt x="3724256" y="1317137"/>
                  <a:pt x="3751619" y="1290141"/>
                  <a:pt x="3760620" y="1312818"/>
                </a:cubicBezTo>
                <a:cubicBezTo>
                  <a:pt x="3771781" y="1292300"/>
                  <a:pt x="3792303" y="1319657"/>
                  <a:pt x="3799144" y="1292300"/>
                </a:cubicBezTo>
                <a:cubicBezTo>
                  <a:pt x="3801304" y="1301299"/>
                  <a:pt x="3803824" y="1310298"/>
                  <a:pt x="3810665" y="1314977"/>
                </a:cubicBezTo>
                <a:cubicBezTo>
                  <a:pt x="3810665" y="1305978"/>
                  <a:pt x="3817506" y="1294460"/>
                  <a:pt x="3817506" y="1314977"/>
                </a:cubicBezTo>
                <a:cubicBezTo>
                  <a:pt x="3833347" y="1303459"/>
                  <a:pt x="3842348" y="1305978"/>
                  <a:pt x="3853870" y="1303459"/>
                </a:cubicBezTo>
                <a:cubicBezTo>
                  <a:pt x="3865031" y="1303459"/>
                  <a:pt x="3874392" y="1301299"/>
                  <a:pt x="3881233" y="1280782"/>
                </a:cubicBezTo>
                <a:cubicBezTo>
                  <a:pt x="3883393" y="1283302"/>
                  <a:pt x="3883393" y="1292300"/>
                  <a:pt x="3885553" y="1292300"/>
                </a:cubicBezTo>
                <a:cubicBezTo>
                  <a:pt x="3885553" y="1285461"/>
                  <a:pt x="3883393" y="1285461"/>
                  <a:pt x="3883393" y="1276463"/>
                </a:cubicBezTo>
                <a:cubicBezTo>
                  <a:pt x="3888073" y="1292300"/>
                  <a:pt x="3890233" y="1280782"/>
                  <a:pt x="3892394" y="1287621"/>
                </a:cubicBezTo>
                <a:cubicBezTo>
                  <a:pt x="3894914" y="1287621"/>
                  <a:pt x="3888073" y="1301299"/>
                  <a:pt x="3894914" y="1301299"/>
                </a:cubicBezTo>
                <a:cubicBezTo>
                  <a:pt x="3892394" y="1308138"/>
                  <a:pt x="3888073" y="1290141"/>
                  <a:pt x="3883393" y="1296620"/>
                </a:cubicBezTo>
                <a:cubicBezTo>
                  <a:pt x="3883393" y="1303459"/>
                  <a:pt x="3888073" y="1301299"/>
                  <a:pt x="3890233" y="1303459"/>
                </a:cubicBezTo>
                <a:cubicBezTo>
                  <a:pt x="3890233" y="1314977"/>
                  <a:pt x="3885553" y="1303459"/>
                  <a:pt x="3883393" y="1303459"/>
                </a:cubicBezTo>
                <a:cubicBezTo>
                  <a:pt x="3888073" y="1317137"/>
                  <a:pt x="3894914" y="1314977"/>
                  <a:pt x="3899234" y="1317137"/>
                </a:cubicBezTo>
                <a:cubicBezTo>
                  <a:pt x="3888073" y="1323976"/>
                  <a:pt x="3871872" y="1319657"/>
                  <a:pt x="3858190" y="1317137"/>
                </a:cubicBezTo>
                <a:cubicBezTo>
                  <a:pt x="3851709" y="1317137"/>
                  <a:pt x="3844869" y="1317137"/>
                  <a:pt x="3838028" y="1319657"/>
                </a:cubicBezTo>
                <a:cubicBezTo>
                  <a:pt x="3831187" y="1321816"/>
                  <a:pt x="3817506" y="1326496"/>
                  <a:pt x="3808505" y="1335494"/>
                </a:cubicBezTo>
                <a:cubicBezTo>
                  <a:pt x="3803824" y="1332975"/>
                  <a:pt x="3801304" y="1323976"/>
                  <a:pt x="3796984" y="1319657"/>
                </a:cubicBezTo>
                <a:cubicBezTo>
                  <a:pt x="3792303" y="1321816"/>
                  <a:pt x="3794463" y="1335494"/>
                  <a:pt x="3790143" y="1332975"/>
                </a:cubicBezTo>
                <a:cubicBezTo>
                  <a:pt x="3787983" y="1308138"/>
                  <a:pt x="3776461" y="1349172"/>
                  <a:pt x="3778622" y="1321816"/>
                </a:cubicBezTo>
                <a:cubicBezTo>
                  <a:pt x="3774301" y="1335494"/>
                  <a:pt x="3767460" y="1339814"/>
                  <a:pt x="3764940" y="1346653"/>
                </a:cubicBezTo>
                <a:cubicBezTo>
                  <a:pt x="3760620" y="1349172"/>
                  <a:pt x="3758099" y="1342333"/>
                  <a:pt x="3758099" y="1335494"/>
                </a:cubicBezTo>
                <a:cubicBezTo>
                  <a:pt x="3760620" y="1360331"/>
                  <a:pt x="3724256" y="1339814"/>
                  <a:pt x="3721736" y="1353492"/>
                </a:cubicBezTo>
                <a:cubicBezTo>
                  <a:pt x="3714895" y="1346653"/>
                  <a:pt x="3703734" y="1351332"/>
                  <a:pt x="3690052" y="1353492"/>
                </a:cubicBezTo>
                <a:cubicBezTo>
                  <a:pt x="3690052" y="1378688"/>
                  <a:pt x="3714895" y="1369689"/>
                  <a:pt x="3719575" y="1360331"/>
                </a:cubicBezTo>
                <a:cubicBezTo>
                  <a:pt x="3728576" y="1378688"/>
                  <a:pt x="3746938" y="1371849"/>
                  <a:pt x="3753779" y="1371849"/>
                </a:cubicBezTo>
                <a:cubicBezTo>
                  <a:pt x="3755939" y="1383367"/>
                  <a:pt x="3749099" y="1376528"/>
                  <a:pt x="3749099" y="1387687"/>
                </a:cubicBezTo>
                <a:cubicBezTo>
                  <a:pt x="3749099" y="1390206"/>
                  <a:pt x="3749099" y="1394526"/>
                  <a:pt x="3749099" y="1399205"/>
                </a:cubicBezTo>
                <a:cubicBezTo>
                  <a:pt x="3758099" y="1396685"/>
                  <a:pt x="3769621" y="1399205"/>
                  <a:pt x="3771781" y="1385527"/>
                </a:cubicBezTo>
                <a:cubicBezTo>
                  <a:pt x="3790143" y="1392366"/>
                  <a:pt x="3803824" y="1380848"/>
                  <a:pt x="3821826" y="1408204"/>
                </a:cubicBezTo>
                <a:cubicBezTo>
                  <a:pt x="3826507" y="1403524"/>
                  <a:pt x="3831187" y="1394526"/>
                  <a:pt x="3838028" y="1396685"/>
                </a:cubicBezTo>
                <a:cubicBezTo>
                  <a:pt x="3842348" y="1401365"/>
                  <a:pt x="3835508" y="1403524"/>
                  <a:pt x="3831187" y="1403524"/>
                </a:cubicBezTo>
                <a:cubicBezTo>
                  <a:pt x="3838028" y="1410363"/>
                  <a:pt x="3844869" y="1415043"/>
                  <a:pt x="3853870" y="1406044"/>
                </a:cubicBezTo>
                <a:cubicBezTo>
                  <a:pt x="3853870" y="1396685"/>
                  <a:pt x="3849189" y="1406044"/>
                  <a:pt x="3844869" y="1403524"/>
                </a:cubicBezTo>
                <a:cubicBezTo>
                  <a:pt x="3847029" y="1380848"/>
                  <a:pt x="3856030" y="1399205"/>
                  <a:pt x="3862871" y="1392366"/>
                </a:cubicBezTo>
                <a:cubicBezTo>
                  <a:pt x="3860710" y="1399205"/>
                  <a:pt x="3860710" y="1401365"/>
                  <a:pt x="3858190" y="1401365"/>
                </a:cubicBezTo>
                <a:cubicBezTo>
                  <a:pt x="3867551" y="1412883"/>
                  <a:pt x="3876552" y="1417202"/>
                  <a:pt x="3885553" y="1408204"/>
                </a:cubicBezTo>
                <a:cubicBezTo>
                  <a:pt x="3885553" y="1396685"/>
                  <a:pt x="3881233" y="1406044"/>
                  <a:pt x="3881233" y="1394526"/>
                </a:cubicBezTo>
                <a:cubicBezTo>
                  <a:pt x="3883393" y="1396685"/>
                  <a:pt x="3890233" y="1410363"/>
                  <a:pt x="3888073" y="1392366"/>
                </a:cubicBezTo>
                <a:cubicBezTo>
                  <a:pt x="3894914" y="1403524"/>
                  <a:pt x="3901755" y="1403524"/>
                  <a:pt x="3903915" y="1390206"/>
                </a:cubicBezTo>
                <a:cubicBezTo>
                  <a:pt x="3906075" y="1399205"/>
                  <a:pt x="3910756" y="1399205"/>
                  <a:pt x="3915436" y="1396685"/>
                </a:cubicBezTo>
                <a:cubicBezTo>
                  <a:pt x="3908595" y="1406044"/>
                  <a:pt x="3901755" y="1401365"/>
                  <a:pt x="3890233" y="1412883"/>
                </a:cubicBezTo>
                <a:cubicBezTo>
                  <a:pt x="3897074" y="1426561"/>
                  <a:pt x="3903915" y="1426561"/>
                  <a:pt x="3908595" y="1417202"/>
                </a:cubicBezTo>
                <a:cubicBezTo>
                  <a:pt x="3908595" y="1437719"/>
                  <a:pt x="3928758" y="1401365"/>
                  <a:pt x="3938119" y="1437719"/>
                </a:cubicBezTo>
                <a:cubicBezTo>
                  <a:pt x="3953960" y="1424041"/>
                  <a:pt x="3965121" y="1449238"/>
                  <a:pt x="3983483" y="1430880"/>
                </a:cubicBezTo>
                <a:cubicBezTo>
                  <a:pt x="3974482" y="1449238"/>
                  <a:pt x="3995005" y="1437719"/>
                  <a:pt x="4001845" y="1435560"/>
                </a:cubicBezTo>
                <a:cubicBezTo>
                  <a:pt x="3999325" y="1421882"/>
                  <a:pt x="3997165" y="1426561"/>
                  <a:pt x="3992484" y="1421882"/>
                </a:cubicBezTo>
                <a:cubicBezTo>
                  <a:pt x="3995005" y="1428721"/>
                  <a:pt x="3992484" y="1433040"/>
                  <a:pt x="3988164" y="1433040"/>
                </a:cubicBezTo>
                <a:cubicBezTo>
                  <a:pt x="3983483" y="1415043"/>
                  <a:pt x="3997165" y="1410363"/>
                  <a:pt x="4004006" y="1428721"/>
                </a:cubicBezTo>
                <a:cubicBezTo>
                  <a:pt x="4022007" y="1421882"/>
                  <a:pt x="4033529" y="1415043"/>
                  <a:pt x="4056211" y="1433040"/>
                </a:cubicBezTo>
                <a:cubicBezTo>
                  <a:pt x="4058731" y="1428721"/>
                  <a:pt x="4049370" y="1426561"/>
                  <a:pt x="4047210" y="1424041"/>
                </a:cubicBezTo>
                <a:cubicBezTo>
                  <a:pt x="4056211" y="1424041"/>
                  <a:pt x="4079253" y="1410363"/>
                  <a:pt x="4095095" y="1410363"/>
                </a:cubicBezTo>
                <a:cubicBezTo>
                  <a:pt x="4104096" y="1396685"/>
                  <a:pt x="4117777" y="1403524"/>
                  <a:pt x="4135779" y="1399205"/>
                </a:cubicBezTo>
                <a:cubicBezTo>
                  <a:pt x="4133619" y="1396685"/>
                  <a:pt x="4133619" y="1396685"/>
                  <a:pt x="4131459" y="1396685"/>
                </a:cubicBezTo>
                <a:cubicBezTo>
                  <a:pt x="4165663" y="1376528"/>
                  <a:pt x="4202026" y="1365010"/>
                  <a:pt x="4226869" y="1339814"/>
                </a:cubicBezTo>
                <a:cubicBezTo>
                  <a:pt x="4231549" y="1346653"/>
                  <a:pt x="4226869" y="1346653"/>
                  <a:pt x="4233710" y="1353492"/>
                </a:cubicBezTo>
                <a:cubicBezTo>
                  <a:pt x="4245231" y="1362850"/>
                  <a:pt x="4243071" y="1344493"/>
                  <a:pt x="4236230" y="1337654"/>
                </a:cubicBezTo>
                <a:cubicBezTo>
                  <a:pt x="4247391" y="1344493"/>
                  <a:pt x="4256392" y="1332975"/>
                  <a:pt x="4265753" y="1319657"/>
                </a:cubicBezTo>
                <a:cubicBezTo>
                  <a:pt x="4274754" y="1308138"/>
                  <a:pt x="4283755" y="1292300"/>
                  <a:pt x="4297437" y="1294460"/>
                </a:cubicBezTo>
                <a:lnTo>
                  <a:pt x="4302117" y="1299139"/>
                </a:lnTo>
                <a:cubicBezTo>
                  <a:pt x="4302117" y="1299139"/>
                  <a:pt x="4302117" y="1285461"/>
                  <a:pt x="4308958" y="1299139"/>
                </a:cubicBezTo>
                <a:cubicBezTo>
                  <a:pt x="4306437" y="1278622"/>
                  <a:pt x="4322639" y="1276463"/>
                  <a:pt x="4326959" y="1262785"/>
                </a:cubicBezTo>
                <a:cubicBezTo>
                  <a:pt x="4331640" y="1262785"/>
                  <a:pt x="4338481" y="1267104"/>
                  <a:pt x="4340641" y="1273943"/>
                </a:cubicBezTo>
                <a:cubicBezTo>
                  <a:pt x="4343161" y="1271783"/>
                  <a:pt x="4343161" y="1269624"/>
                  <a:pt x="4345321" y="1267104"/>
                </a:cubicBezTo>
                <a:cubicBezTo>
                  <a:pt x="4347482" y="1262785"/>
                  <a:pt x="4340641" y="1262785"/>
                  <a:pt x="4333800" y="1255946"/>
                </a:cubicBezTo>
                <a:cubicBezTo>
                  <a:pt x="4347482" y="1253426"/>
                  <a:pt x="4365844" y="1255946"/>
                  <a:pt x="4365844" y="1242268"/>
                </a:cubicBezTo>
                <a:cubicBezTo>
                  <a:pt x="4372685" y="1249107"/>
                  <a:pt x="4374845" y="1249107"/>
                  <a:pt x="4379525" y="1251266"/>
                </a:cubicBezTo>
                <a:cubicBezTo>
                  <a:pt x="4379525" y="1244427"/>
                  <a:pt x="4390686" y="1239748"/>
                  <a:pt x="4393207" y="1235429"/>
                </a:cubicBezTo>
                <a:cubicBezTo>
                  <a:pt x="4402207" y="1244427"/>
                  <a:pt x="4393207" y="1244427"/>
                  <a:pt x="4400047" y="1251266"/>
                </a:cubicBezTo>
                <a:cubicBezTo>
                  <a:pt x="4409049" y="1237588"/>
                  <a:pt x="4445412" y="1242268"/>
                  <a:pt x="4445412" y="1214912"/>
                </a:cubicBezTo>
                <a:cubicBezTo>
                  <a:pt x="4463414" y="1223910"/>
                  <a:pt x="4440731" y="1223910"/>
                  <a:pt x="4452253" y="1232909"/>
                </a:cubicBezTo>
                <a:cubicBezTo>
                  <a:pt x="4468095" y="1228590"/>
                  <a:pt x="4452253" y="1192235"/>
                  <a:pt x="4477095" y="1194395"/>
                </a:cubicBezTo>
                <a:cubicBezTo>
                  <a:pt x="4481776" y="1192235"/>
                  <a:pt x="4470255" y="1187556"/>
                  <a:pt x="4470255" y="1185396"/>
                </a:cubicBezTo>
                <a:cubicBezTo>
                  <a:pt x="4493297" y="1185396"/>
                  <a:pt x="4497617" y="1171718"/>
                  <a:pt x="4495457" y="1155880"/>
                </a:cubicBezTo>
                <a:cubicBezTo>
                  <a:pt x="4540822" y="1180717"/>
                  <a:pt x="4520300" y="1132844"/>
                  <a:pt x="4554503" y="1135363"/>
                </a:cubicBezTo>
                <a:lnTo>
                  <a:pt x="4558539" y="1119306"/>
                </a:lnTo>
                <a:lnTo>
                  <a:pt x="4554193" y="1117418"/>
                </a:lnTo>
                <a:cubicBezTo>
                  <a:pt x="4549067" y="1116874"/>
                  <a:pt x="4544480" y="1116330"/>
                  <a:pt x="4544480" y="1111794"/>
                </a:cubicBezTo>
                <a:cubicBezTo>
                  <a:pt x="4526134" y="1109254"/>
                  <a:pt x="4523976" y="1123043"/>
                  <a:pt x="4526134" y="1129937"/>
                </a:cubicBezTo>
                <a:cubicBezTo>
                  <a:pt x="4501313" y="1120865"/>
                  <a:pt x="4523976" y="1088571"/>
                  <a:pt x="4542322" y="1079500"/>
                </a:cubicBezTo>
                <a:cubicBezTo>
                  <a:pt x="4548797" y="1081677"/>
                  <a:pt x="4555632" y="1086394"/>
                  <a:pt x="4558150" y="1081677"/>
                </a:cubicBezTo>
                <a:cubicBezTo>
                  <a:pt x="4573978" y="1093288"/>
                  <a:pt x="4558150" y="1095465"/>
                  <a:pt x="4560309" y="1100183"/>
                </a:cubicBezTo>
                <a:cubicBezTo>
                  <a:pt x="4548797" y="1102360"/>
                  <a:pt x="4544480" y="1093288"/>
                  <a:pt x="4553474" y="1091111"/>
                </a:cubicBezTo>
                <a:cubicBezTo>
                  <a:pt x="4548797" y="1088571"/>
                  <a:pt x="4546639" y="1093288"/>
                  <a:pt x="4537646" y="1088571"/>
                </a:cubicBezTo>
                <a:cubicBezTo>
                  <a:pt x="4532969" y="1095465"/>
                  <a:pt x="4542322" y="1100183"/>
                  <a:pt x="4542322" y="1104900"/>
                </a:cubicBezTo>
                <a:cubicBezTo>
                  <a:pt x="4548977" y="1101453"/>
                  <a:pt x="4554643" y="1103720"/>
                  <a:pt x="4558915" y="1107984"/>
                </a:cubicBezTo>
                <a:lnTo>
                  <a:pt x="4562676" y="1114869"/>
                </a:lnTo>
                <a:lnTo>
                  <a:pt x="4577186" y="1105848"/>
                </a:lnTo>
                <a:cubicBezTo>
                  <a:pt x="4577186" y="1101168"/>
                  <a:pt x="4572865" y="1099009"/>
                  <a:pt x="4570705" y="1094329"/>
                </a:cubicBezTo>
                <a:cubicBezTo>
                  <a:pt x="4572865" y="1087490"/>
                  <a:pt x="4572865" y="1094329"/>
                  <a:pt x="4581867" y="1096489"/>
                </a:cubicBezTo>
                <a:cubicBezTo>
                  <a:pt x="4584027" y="1094329"/>
                  <a:pt x="4575026" y="1089650"/>
                  <a:pt x="4577186" y="1085331"/>
                </a:cubicBezTo>
                <a:cubicBezTo>
                  <a:pt x="4572865" y="1082811"/>
                  <a:pt x="4572865" y="1087490"/>
                  <a:pt x="4572865" y="1087490"/>
                </a:cubicBezTo>
                <a:cubicBezTo>
                  <a:pt x="4570525" y="1080651"/>
                  <a:pt x="4572775" y="1074982"/>
                  <a:pt x="4576196" y="1069583"/>
                </a:cubicBezTo>
                <a:lnTo>
                  <a:pt x="4581096" y="1061873"/>
                </a:lnTo>
                <a:lnTo>
                  <a:pt x="4565466" y="1060420"/>
                </a:lnTo>
                <a:cubicBezTo>
                  <a:pt x="4557233" y="1059559"/>
                  <a:pt x="4550969" y="1057837"/>
                  <a:pt x="4554370" y="1053124"/>
                </a:cubicBezTo>
                <a:cubicBezTo>
                  <a:pt x="4540767" y="1053124"/>
                  <a:pt x="4545421" y="1071612"/>
                  <a:pt x="4545421" y="1075962"/>
                </a:cubicBezTo>
                <a:cubicBezTo>
                  <a:pt x="4520363" y="1064725"/>
                  <a:pt x="4543273" y="1055662"/>
                  <a:pt x="4549716" y="1046237"/>
                </a:cubicBezTo>
                <a:cubicBezTo>
                  <a:pt x="4556518" y="1048774"/>
                  <a:pt x="4559023" y="1050949"/>
                  <a:pt x="4559023" y="1053124"/>
                </a:cubicBezTo>
                <a:cubicBezTo>
                  <a:pt x="4567972" y="1053124"/>
                  <a:pt x="4572626" y="1050949"/>
                  <a:pt x="4574774" y="1044062"/>
                </a:cubicBezTo>
                <a:cubicBezTo>
                  <a:pt x="4556518" y="1034999"/>
                  <a:pt x="4567972" y="1053124"/>
                  <a:pt x="4552222" y="1044062"/>
                </a:cubicBezTo>
                <a:cubicBezTo>
                  <a:pt x="4559023" y="1037174"/>
                  <a:pt x="4565825" y="1030287"/>
                  <a:pt x="4583723" y="1034999"/>
                </a:cubicBezTo>
                <a:cubicBezTo>
                  <a:pt x="4590703" y="1041796"/>
                  <a:pt x="4575937" y="1047370"/>
                  <a:pt x="4578538" y="1054625"/>
                </a:cubicBezTo>
                <a:lnTo>
                  <a:pt x="4583276" y="1058442"/>
                </a:lnTo>
                <a:lnTo>
                  <a:pt x="4586547" y="1053295"/>
                </a:lnTo>
                <a:lnTo>
                  <a:pt x="4587511" y="1061853"/>
                </a:lnTo>
                <a:lnTo>
                  <a:pt x="4588376" y="1062550"/>
                </a:lnTo>
                <a:lnTo>
                  <a:pt x="4587581" y="1062476"/>
                </a:lnTo>
                <a:lnTo>
                  <a:pt x="4588482" y="1070483"/>
                </a:lnTo>
                <a:cubicBezTo>
                  <a:pt x="4586457" y="1076152"/>
                  <a:pt x="4581867" y="1080651"/>
                  <a:pt x="4575026" y="1080651"/>
                </a:cubicBezTo>
                <a:cubicBezTo>
                  <a:pt x="4575026" y="1082811"/>
                  <a:pt x="4581867" y="1085331"/>
                  <a:pt x="4581867" y="1087490"/>
                </a:cubicBezTo>
                <a:cubicBezTo>
                  <a:pt x="4595548" y="1092170"/>
                  <a:pt x="4604549" y="1085331"/>
                  <a:pt x="4593388" y="1075972"/>
                </a:cubicBezTo>
                <a:cubicBezTo>
                  <a:pt x="4600229" y="1071653"/>
                  <a:pt x="4611389" y="1071653"/>
                  <a:pt x="4618231" y="1069133"/>
                </a:cubicBezTo>
                <a:cubicBezTo>
                  <a:pt x="4622911" y="1062654"/>
                  <a:pt x="4600229" y="1057975"/>
                  <a:pt x="4602389" y="1053295"/>
                </a:cubicBezTo>
                <a:cubicBezTo>
                  <a:pt x="4643433" y="1064814"/>
                  <a:pt x="4618231" y="1026299"/>
                  <a:pt x="4647753" y="1030618"/>
                </a:cubicBezTo>
                <a:cubicBezTo>
                  <a:pt x="4645593" y="1016940"/>
                  <a:pt x="4657115" y="1001103"/>
                  <a:pt x="4668275" y="987425"/>
                </a:cubicBezTo>
                <a:cubicBezTo>
                  <a:pt x="4677277" y="996423"/>
                  <a:pt x="4684117" y="996423"/>
                  <a:pt x="4688798" y="989584"/>
                </a:cubicBezTo>
                <a:cubicBezTo>
                  <a:pt x="4688798" y="1003262"/>
                  <a:pt x="4668275" y="994264"/>
                  <a:pt x="4681957" y="1010101"/>
                </a:cubicBezTo>
                <a:cubicBezTo>
                  <a:pt x="4690958" y="1010101"/>
                  <a:pt x="4700319" y="1012621"/>
                  <a:pt x="4700319" y="1005782"/>
                </a:cubicBezTo>
                <a:cubicBezTo>
                  <a:pt x="4688798" y="1010101"/>
                  <a:pt x="4690958" y="1003262"/>
                  <a:pt x="4695639" y="996423"/>
                </a:cubicBezTo>
                <a:cubicBezTo>
                  <a:pt x="4697799" y="998943"/>
                  <a:pt x="4704639" y="1003262"/>
                  <a:pt x="4711481" y="1005782"/>
                </a:cubicBezTo>
                <a:cubicBezTo>
                  <a:pt x="4704639" y="1019460"/>
                  <a:pt x="4695639" y="1046456"/>
                  <a:pt x="4711481" y="1066973"/>
                </a:cubicBezTo>
                <a:cubicBezTo>
                  <a:pt x="4716161" y="1060134"/>
                  <a:pt x="4720481" y="1051135"/>
                  <a:pt x="4723001" y="1046456"/>
                </a:cubicBezTo>
                <a:cubicBezTo>
                  <a:pt x="4716161" y="1044296"/>
                  <a:pt x="4711481" y="1044296"/>
                  <a:pt x="4709320" y="1048976"/>
                </a:cubicBezTo>
                <a:cubicBezTo>
                  <a:pt x="4702479" y="1046456"/>
                  <a:pt x="4711481" y="1042137"/>
                  <a:pt x="4709320" y="1039617"/>
                </a:cubicBezTo>
                <a:cubicBezTo>
                  <a:pt x="4718321" y="1048976"/>
                  <a:pt x="4720481" y="1039617"/>
                  <a:pt x="4732003" y="1042137"/>
                </a:cubicBezTo>
                <a:cubicBezTo>
                  <a:pt x="4732003" y="1042137"/>
                  <a:pt x="4732003" y="1042137"/>
                  <a:pt x="4729842" y="1053295"/>
                </a:cubicBezTo>
                <a:lnTo>
                  <a:pt x="4737887" y="1053625"/>
                </a:lnTo>
                <a:lnTo>
                  <a:pt x="4744856" y="1036845"/>
                </a:lnTo>
                <a:cubicBezTo>
                  <a:pt x="4746549" y="1029764"/>
                  <a:pt x="4746549" y="1023540"/>
                  <a:pt x="4744232" y="1019030"/>
                </a:cubicBezTo>
                <a:cubicBezTo>
                  <a:pt x="4757775" y="1014340"/>
                  <a:pt x="4757775" y="1009650"/>
                  <a:pt x="4769179" y="1009650"/>
                </a:cubicBezTo>
                <a:cubicBezTo>
                  <a:pt x="4755636" y="1012175"/>
                  <a:pt x="4775594" y="1034905"/>
                  <a:pt x="4751004" y="1032380"/>
                </a:cubicBezTo>
                <a:lnTo>
                  <a:pt x="4750899" y="1035591"/>
                </a:lnTo>
                <a:lnTo>
                  <a:pt x="4755175" y="1037941"/>
                </a:lnTo>
                <a:cubicBezTo>
                  <a:pt x="4755281" y="1038695"/>
                  <a:pt x="4754212" y="1039392"/>
                  <a:pt x="4752930" y="1040247"/>
                </a:cubicBezTo>
                <a:lnTo>
                  <a:pt x="4750474" y="1048606"/>
                </a:lnTo>
                <a:lnTo>
                  <a:pt x="4750462" y="1048978"/>
                </a:lnTo>
                <a:lnTo>
                  <a:pt x="4761824" y="1049268"/>
                </a:lnTo>
                <a:cubicBezTo>
                  <a:pt x="4768591" y="1047041"/>
                  <a:pt x="4763866" y="1038537"/>
                  <a:pt x="4770887" y="1035298"/>
                </a:cubicBezTo>
                <a:cubicBezTo>
                  <a:pt x="4791049" y="1046456"/>
                  <a:pt x="4773047" y="1057975"/>
                  <a:pt x="4773047" y="1066973"/>
                </a:cubicBezTo>
                <a:cubicBezTo>
                  <a:pt x="4773047" y="1073812"/>
                  <a:pt x="4784208" y="1075972"/>
                  <a:pt x="4770887" y="1080651"/>
                </a:cubicBezTo>
                <a:cubicBezTo>
                  <a:pt x="4777367" y="1085331"/>
                  <a:pt x="4782048" y="1099009"/>
                  <a:pt x="4782048" y="1110167"/>
                </a:cubicBezTo>
                <a:cubicBezTo>
                  <a:pt x="4777367" y="1108007"/>
                  <a:pt x="4777367" y="1105848"/>
                  <a:pt x="4773047" y="1103328"/>
                </a:cubicBezTo>
                <a:cubicBezTo>
                  <a:pt x="4769626" y="1109087"/>
                  <a:pt x="4771877" y="1114846"/>
                  <a:pt x="4776962" y="1120291"/>
                </a:cubicBezTo>
                <a:lnTo>
                  <a:pt x="4785899" y="1126727"/>
                </a:lnTo>
                <a:lnTo>
                  <a:pt x="4788468" y="1120865"/>
                </a:lnTo>
                <a:cubicBezTo>
                  <a:pt x="4792732" y="1115423"/>
                  <a:pt x="4800170" y="1109163"/>
                  <a:pt x="4802529" y="1108075"/>
                </a:cubicBezTo>
                <a:cubicBezTo>
                  <a:pt x="4823212" y="1119686"/>
                  <a:pt x="4786564" y="1121863"/>
                  <a:pt x="4793458" y="1128758"/>
                </a:cubicBezTo>
                <a:lnTo>
                  <a:pt x="4787609" y="1127959"/>
                </a:lnTo>
                <a:lnTo>
                  <a:pt x="4797889" y="1135363"/>
                </a:lnTo>
                <a:cubicBezTo>
                  <a:pt x="4804730" y="1135363"/>
                  <a:pt x="4795729" y="1128524"/>
                  <a:pt x="4804730" y="1126365"/>
                </a:cubicBezTo>
                <a:cubicBezTo>
                  <a:pt x="4802570" y="1142202"/>
                  <a:pt x="4816251" y="1135363"/>
                  <a:pt x="4827773" y="1151201"/>
                </a:cubicBezTo>
                <a:cubicBezTo>
                  <a:pt x="4823092" y="1164879"/>
                  <a:pt x="4809411" y="1180717"/>
                  <a:pt x="4829933" y="1185396"/>
                </a:cubicBezTo>
                <a:cubicBezTo>
                  <a:pt x="4827773" y="1205913"/>
                  <a:pt x="4814091" y="1214912"/>
                  <a:pt x="4827773" y="1230749"/>
                </a:cubicBezTo>
                <a:cubicBezTo>
                  <a:pt x="4800409" y="1235429"/>
                  <a:pt x="4814091" y="1260265"/>
                  <a:pt x="4816251" y="1276463"/>
                </a:cubicBezTo>
                <a:lnTo>
                  <a:pt x="4821104" y="1273483"/>
                </a:lnTo>
                <a:lnTo>
                  <a:pt x="4820420" y="1271903"/>
                </a:lnTo>
                <a:cubicBezTo>
                  <a:pt x="4820889" y="1268172"/>
                  <a:pt x="4823326" y="1264868"/>
                  <a:pt x="4827713" y="1264030"/>
                </a:cubicBezTo>
                <a:lnTo>
                  <a:pt x="4831952" y="1264855"/>
                </a:lnTo>
                <a:lnTo>
                  <a:pt x="4836773" y="1253426"/>
                </a:lnTo>
                <a:cubicBezTo>
                  <a:pt x="4847935" y="1258105"/>
                  <a:pt x="4847935" y="1271783"/>
                  <a:pt x="4841094" y="1271783"/>
                </a:cubicBezTo>
                <a:cubicBezTo>
                  <a:pt x="4841094" y="1276463"/>
                  <a:pt x="4847935" y="1280782"/>
                  <a:pt x="4854775" y="1285461"/>
                </a:cubicBezTo>
                <a:cubicBezTo>
                  <a:pt x="4870977" y="1278622"/>
                  <a:pt x="4854775" y="1255946"/>
                  <a:pt x="4875297" y="1255946"/>
                </a:cubicBezTo>
                <a:cubicBezTo>
                  <a:pt x="4875297" y="1267104"/>
                  <a:pt x="4875297" y="1294460"/>
                  <a:pt x="4866297" y="1312818"/>
                </a:cubicBezTo>
                <a:cubicBezTo>
                  <a:pt x="4864137" y="1321816"/>
                  <a:pt x="4836773" y="1339814"/>
                  <a:pt x="4857295" y="1339814"/>
                </a:cubicBezTo>
                <a:cubicBezTo>
                  <a:pt x="4861616" y="1351332"/>
                  <a:pt x="4823092" y="1358171"/>
                  <a:pt x="4854775" y="1376528"/>
                </a:cubicBezTo>
                <a:cubicBezTo>
                  <a:pt x="4834613" y="1417202"/>
                  <a:pt x="4820932" y="1453917"/>
                  <a:pt x="4795729" y="1501430"/>
                </a:cubicBezTo>
                <a:cubicBezTo>
                  <a:pt x="4802570" y="1506109"/>
                  <a:pt x="4802570" y="1494591"/>
                  <a:pt x="4807251" y="1492431"/>
                </a:cubicBezTo>
                <a:cubicBezTo>
                  <a:pt x="4811571" y="1503590"/>
                  <a:pt x="4811571" y="1490272"/>
                  <a:pt x="4820932" y="1499270"/>
                </a:cubicBezTo>
                <a:cubicBezTo>
                  <a:pt x="4811571" y="1501430"/>
                  <a:pt x="4804730" y="1506109"/>
                  <a:pt x="4793569" y="1506109"/>
                </a:cubicBezTo>
                <a:cubicBezTo>
                  <a:pt x="4795729" y="1533465"/>
                  <a:pt x="4750365" y="1542464"/>
                  <a:pt x="4766206" y="1571980"/>
                </a:cubicBezTo>
                <a:cubicBezTo>
                  <a:pt x="4754685" y="1576659"/>
                  <a:pt x="4750365" y="1578819"/>
                  <a:pt x="4761525" y="1587818"/>
                </a:cubicBezTo>
                <a:cubicBezTo>
                  <a:pt x="4741003" y="1592497"/>
                  <a:pt x="4750365" y="1617333"/>
                  <a:pt x="4734523" y="1624172"/>
                </a:cubicBezTo>
                <a:cubicBezTo>
                  <a:pt x="4761525" y="1647209"/>
                  <a:pt x="4766206" y="1606175"/>
                  <a:pt x="4784208" y="1601496"/>
                </a:cubicBezTo>
                <a:cubicBezTo>
                  <a:pt x="4780967" y="1620393"/>
                  <a:pt x="4760918" y="1635241"/>
                  <a:pt x="4749121" y="1653935"/>
                </a:cubicBezTo>
                <a:lnTo>
                  <a:pt x="4744285" y="1666011"/>
                </a:lnTo>
                <a:lnTo>
                  <a:pt x="4748827" y="1670769"/>
                </a:lnTo>
                <a:cubicBezTo>
                  <a:pt x="4750703" y="1679393"/>
                  <a:pt x="4736106" y="1687149"/>
                  <a:pt x="4729285" y="1687149"/>
                </a:cubicBezTo>
                <a:lnTo>
                  <a:pt x="4731410" y="1680267"/>
                </a:lnTo>
                <a:lnTo>
                  <a:pt x="4709320" y="1694227"/>
                </a:lnTo>
                <a:cubicBezTo>
                  <a:pt x="4698519" y="1702821"/>
                  <a:pt x="4688798" y="1712000"/>
                  <a:pt x="4684117" y="1717759"/>
                </a:cubicBezTo>
                <a:cubicBezTo>
                  <a:pt x="4693479" y="1726757"/>
                  <a:pt x="4702479" y="1726757"/>
                  <a:pt x="4711481" y="1717759"/>
                </a:cubicBezTo>
                <a:cubicBezTo>
                  <a:pt x="4716161" y="1724238"/>
                  <a:pt x="4702479" y="1726757"/>
                  <a:pt x="4702479" y="1731077"/>
                </a:cubicBezTo>
                <a:lnTo>
                  <a:pt x="4696137" y="1728970"/>
                </a:lnTo>
                <a:lnTo>
                  <a:pt x="4684673" y="1744540"/>
                </a:lnTo>
                <a:cubicBezTo>
                  <a:pt x="4682167" y="1749978"/>
                  <a:pt x="4679393" y="1755144"/>
                  <a:pt x="4671518" y="1758587"/>
                </a:cubicBezTo>
                <a:lnTo>
                  <a:pt x="4666572" y="1747872"/>
                </a:lnTo>
                <a:lnTo>
                  <a:pt x="4659185" y="1753124"/>
                </a:lnTo>
                <a:cubicBezTo>
                  <a:pt x="4649554" y="1758523"/>
                  <a:pt x="4638752" y="1764192"/>
                  <a:pt x="4634072" y="1778950"/>
                </a:cubicBezTo>
                <a:cubicBezTo>
                  <a:pt x="4634072" y="1778950"/>
                  <a:pt x="4634072" y="1778950"/>
                  <a:pt x="4629751" y="1772111"/>
                </a:cubicBezTo>
                <a:cubicBezTo>
                  <a:pt x="4602389" y="1792628"/>
                  <a:pt x="4575026" y="1806306"/>
                  <a:pt x="4547663" y="1819984"/>
                </a:cubicBezTo>
                <a:cubicBezTo>
                  <a:pt x="4522821" y="1835822"/>
                  <a:pt x="4495457" y="1847340"/>
                  <a:pt x="4468095" y="1860658"/>
                </a:cubicBezTo>
                <a:cubicBezTo>
                  <a:pt x="4433891" y="1881175"/>
                  <a:pt x="4388526" y="1915370"/>
                  <a:pt x="4340641" y="1920049"/>
                </a:cubicBezTo>
                <a:cubicBezTo>
                  <a:pt x="4336321" y="1931208"/>
                  <a:pt x="4352162" y="1935887"/>
                  <a:pt x="4356483" y="1933727"/>
                </a:cubicBezTo>
                <a:cubicBezTo>
                  <a:pt x="4349642" y="1940566"/>
                  <a:pt x="4329480" y="1951725"/>
                  <a:pt x="4317959" y="1954244"/>
                </a:cubicBezTo>
                <a:cubicBezTo>
                  <a:pt x="4311118" y="1940566"/>
                  <a:pt x="4324799" y="1954244"/>
                  <a:pt x="4322639" y="1944886"/>
                </a:cubicBezTo>
                <a:cubicBezTo>
                  <a:pt x="4320119" y="1935887"/>
                  <a:pt x="4313278" y="1947405"/>
                  <a:pt x="4308958" y="1947405"/>
                </a:cubicBezTo>
                <a:cubicBezTo>
                  <a:pt x="4304277" y="1949565"/>
                  <a:pt x="4311118" y="1951725"/>
                  <a:pt x="4311118" y="1956404"/>
                </a:cubicBezTo>
                <a:cubicBezTo>
                  <a:pt x="4256392" y="1979081"/>
                  <a:pt x="4213187" y="1985920"/>
                  <a:pt x="4160982" y="2008596"/>
                </a:cubicBezTo>
                <a:cubicBezTo>
                  <a:pt x="4176824" y="2033793"/>
                  <a:pt x="4213187" y="1981600"/>
                  <a:pt x="4224709" y="2011116"/>
                </a:cubicBezTo>
                <a:cubicBezTo>
                  <a:pt x="4206347" y="2001757"/>
                  <a:pt x="4202026" y="2024434"/>
                  <a:pt x="4188345" y="2022274"/>
                </a:cubicBezTo>
                <a:cubicBezTo>
                  <a:pt x="4197346" y="2040632"/>
                  <a:pt x="4213187" y="2017955"/>
                  <a:pt x="4215708" y="2013276"/>
                </a:cubicBezTo>
                <a:cubicBezTo>
                  <a:pt x="4215708" y="2013276"/>
                  <a:pt x="4215708" y="2013276"/>
                  <a:pt x="4220028" y="2024434"/>
                </a:cubicBezTo>
                <a:cubicBezTo>
                  <a:pt x="4220028" y="2013276"/>
                  <a:pt x="4224709" y="2015435"/>
                  <a:pt x="4233710" y="2015435"/>
                </a:cubicBezTo>
                <a:cubicBezTo>
                  <a:pt x="4229389" y="2008596"/>
                  <a:pt x="4231549" y="2008596"/>
                  <a:pt x="4231549" y="1992759"/>
                </a:cubicBezTo>
                <a:cubicBezTo>
                  <a:pt x="4243071" y="1999598"/>
                  <a:pt x="4252072" y="1983760"/>
                  <a:pt x="4256392" y="1999598"/>
                </a:cubicBezTo>
                <a:cubicBezTo>
                  <a:pt x="4270073" y="2001757"/>
                  <a:pt x="4261073" y="1985920"/>
                  <a:pt x="4272594" y="1985920"/>
                </a:cubicBezTo>
                <a:cubicBezTo>
                  <a:pt x="4279435" y="1994918"/>
                  <a:pt x="4270073" y="1994918"/>
                  <a:pt x="4272594" y="2001757"/>
                </a:cubicBezTo>
                <a:cubicBezTo>
                  <a:pt x="4281595" y="2001757"/>
                  <a:pt x="4276914" y="1994918"/>
                  <a:pt x="4283755" y="1992759"/>
                </a:cubicBezTo>
                <a:cubicBezTo>
                  <a:pt x="4281595" y="1988079"/>
                  <a:pt x="4274754" y="1992759"/>
                  <a:pt x="4274754" y="1981600"/>
                </a:cubicBezTo>
                <a:cubicBezTo>
                  <a:pt x="4285915" y="1979081"/>
                  <a:pt x="4304277" y="1981600"/>
                  <a:pt x="4313278" y="1967922"/>
                </a:cubicBezTo>
                <a:cubicBezTo>
                  <a:pt x="4313278" y="1976921"/>
                  <a:pt x="4315799" y="1972242"/>
                  <a:pt x="4320119" y="1983760"/>
                </a:cubicBezTo>
                <a:cubicBezTo>
                  <a:pt x="4324799" y="1983760"/>
                  <a:pt x="4324799" y="1980881"/>
                  <a:pt x="4324799" y="1977731"/>
                </a:cubicBezTo>
                <a:lnTo>
                  <a:pt x="4325405" y="1976741"/>
                </a:lnTo>
                <a:lnTo>
                  <a:pt x="4377410" y="1961308"/>
                </a:lnTo>
                <a:cubicBezTo>
                  <a:pt x="4393657" y="1954784"/>
                  <a:pt x="4409049" y="1947405"/>
                  <a:pt x="4424890" y="1940566"/>
                </a:cubicBezTo>
                <a:cubicBezTo>
                  <a:pt x="4456573" y="1926888"/>
                  <a:pt x="4483936" y="1908531"/>
                  <a:pt x="4515979" y="1894853"/>
                </a:cubicBezTo>
                <a:cubicBezTo>
                  <a:pt x="4520300" y="1890534"/>
                  <a:pt x="4511299" y="1892693"/>
                  <a:pt x="4513459" y="1883695"/>
                </a:cubicBezTo>
                <a:cubicBezTo>
                  <a:pt x="4524981" y="1876856"/>
                  <a:pt x="4531821" y="1860658"/>
                  <a:pt x="4545503" y="1876856"/>
                </a:cubicBezTo>
                <a:cubicBezTo>
                  <a:pt x="4554503" y="1865337"/>
                  <a:pt x="4570705" y="1867497"/>
                  <a:pt x="4568185" y="1847340"/>
                </a:cubicBezTo>
                <a:cubicBezTo>
                  <a:pt x="4579707" y="1856339"/>
                  <a:pt x="4579707" y="1835822"/>
                  <a:pt x="4588707" y="1847340"/>
                </a:cubicBezTo>
                <a:cubicBezTo>
                  <a:pt x="4593388" y="1842661"/>
                  <a:pt x="4588707" y="1835822"/>
                  <a:pt x="4586547" y="1828983"/>
                </a:cubicBezTo>
                <a:cubicBezTo>
                  <a:pt x="4595548" y="1828983"/>
                  <a:pt x="4631912" y="1824303"/>
                  <a:pt x="4622911" y="1808466"/>
                </a:cubicBezTo>
                <a:cubicBezTo>
                  <a:pt x="4645593" y="1815305"/>
                  <a:pt x="4650274" y="1790468"/>
                  <a:pt x="4663955" y="1799467"/>
                </a:cubicBezTo>
                <a:cubicBezTo>
                  <a:pt x="4666115" y="1792628"/>
                  <a:pt x="4672956" y="1787949"/>
                  <a:pt x="4661435" y="1776790"/>
                </a:cubicBezTo>
                <a:cubicBezTo>
                  <a:pt x="4663955" y="1776790"/>
                  <a:pt x="4666115" y="1781110"/>
                  <a:pt x="4670796" y="1785789"/>
                </a:cubicBezTo>
                <a:cubicBezTo>
                  <a:pt x="4684117" y="1763112"/>
                  <a:pt x="4707160" y="1744755"/>
                  <a:pt x="4729842" y="1728917"/>
                </a:cubicBezTo>
                <a:cubicBezTo>
                  <a:pt x="4743523" y="1719918"/>
                  <a:pt x="4754685" y="1710920"/>
                  <a:pt x="4766206" y="1701561"/>
                </a:cubicBezTo>
                <a:lnTo>
                  <a:pt x="4768118" y="1698929"/>
                </a:lnTo>
                <a:lnTo>
                  <a:pt x="4766408" y="1696857"/>
                </a:lnTo>
                <a:cubicBezTo>
                  <a:pt x="4762216" y="1693790"/>
                  <a:pt x="4759986" y="1690460"/>
                  <a:pt x="4767835" y="1682750"/>
                </a:cubicBezTo>
                <a:lnTo>
                  <a:pt x="4774711" y="1689855"/>
                </a:lnTo>
                <a:lnTo>
                  <a:pt x="4791049" y="1667366"/>
                </a:lnTo>
                <a:cubicBezTo>
                  <a:pt x="4800409" y="1683564"/>
                  <a:pt x="4800409" y="1658367"/>
                  <a:pt x="4809411" y="1667366"/>
                </a:cubicBezTo>
                <a:cubicBezTo>
                  <a:pt x="4861616" y="1585658"/>
                  <a:pt x="4923183" y="1517268"/>
                  <a:pt x="4971068" y="1439879"/>
                </a:cubicBezTo>
                <a:cubicBezTo>
                  <a:pt x="4948025" y="1492431"/>
                  <a:pt x="4916342" y="1547143"/>
                  <a:pt x="4877458" y="1596816"/>
                </a:cubicBezTo>
                <a:cubicBezTo>
                  <a:pt x="4859276" y="1620753"/>
                  <a:pt x="4838844" y="1643519"/>
                  <a:pt x="4817826" y="1664036"/>
                </a:cubicBezTo>
                <a:lnTo>
                  <a:pt x="4777761" y="1698125"/>
                </a:lnTo>
                <a:lnTo>
                  <a:pt x="4776753" y="1709386"/>
                </a:lnTo>
                <a:lnTo>
                  <a:pt x="4771708" y="1703276"/>
                </a:lnTo>
                <a:lnTo>
                  <a:pt x="4762374" y="1711217"/>
                </a:lnTo>
                <a:lnTo>
                  <a:pt x="4763233" y="1720481"/>
                </a:lnTo>
                <a:cubicBezTo>
                  <a:pt x="4764330" y="1724951"/>
                  <a:pt x="4765638" y="1728506"/>
                  <a:pt x="4765933" y="1730502"/>
                </a:cubicBezTo>
                <a:lnTo>
                  <a:pt x="4762947" y="1731094"/>
                </a:lnTo>
                <a:lnTo>
                  <a:pt x="4766206" y="1737916"/>
                </a:lnTo>
                <a:cubicBezTo>
                  <a:pt x="4754685" y="1733596"/>
                  <a:pt x="4745684" y="1737916"/>
                  <a:pt x="4743523" y="1744755"/>
                </a:cubicBezTo>
                <a:cubicBezTo>
                  <a:pt x="4734523" y="1737916"/>
                  <a:pt x="4725161" y="1747274"/>
                  <a:pt x="4718321" y="1758433"/>
                </a:cubicBezTo>
                <a:cubicBezTo>
                  <a:pt x="4720481" y="1763112"/>
                  <a:pt x="4725161" y="1767431"/>
                  <a:pt x="4727322" y="1765272"/>
                </a:cubicBezTo>
                <a:cubicBezTo>
                  <a:pt x="4718321" y="1765272"/>
                  <a:pt x="4709320" y="1769951"/>
                  <a:pt x="4704639" y="1778950"/>
                </a:cubicBezTo>
                <a:cubicBezTo>
                  <a:pt x="4697799" y="1785789"/>
                  <a:pt x="4693479" y="1794788"/>
                  <a:pt x="4690958" y="1806306"/>
                </a:cubicBezTo>
                <a:cubicBezTo>
                  <a:pt x="4690958" y="1806306"/>
                  <a:pt x="4690958" y="1806306"/>
                  <a:pt x="4684117" y="1797307"/>
                </a:cubicBezTo>
                <a:cubicBezTo>
                  <a:pt x="4672956" y="1817824"/>
                  <a:pt x="4650274" y="1837981"/>
                  <a:pt x="4622911" y="1837981"/>
                </a:cubicBezTo>
                <a:cubicBezTo>
                  <a:pt x="4634072" y="1851659"/>
                  <a:pt x="4634072" y="1842661"/>
                  <a:pt x="4643433" y="1856339"/>
                </a:cubicBezTo>
                <a:cubicBezTo>
                  <a:pt x="4634072" y="1854179"/>
                  <a:pt x="4627231" y="1847340"/>
                  <a:pt x="4618231" y="1844820"/>
                </a:cubicBezTo>
                <a:cubicBezTo>
                  <a:pt x="4600229" y="1858498"/>
                  <a:pt x="4581867" y="1874336"/>
                  <a:pt x="4563865" y="1888014"/>
                </a:cubicBezTo>
                <a:cubicBezTo>
                  <a:pt x="4545503" y="1899532"/>
                  <a:pt x="4522821" y="1908531"/>
                  <a:pt x="4495457" y="1913210"/>
                </a:cubicBezTo>
                <a:cubicBezTo>
                  <a:pt x="4497617" y="1920049"/>
                  <a:pt x="4502298" y="1917890"/>
                  <a:pt x="4506979" y="1915370"/>
                </a:cubicBezTo>
                <a:cubicBezTo>
                  <a:pt x="4481776" y="1926888"/>
                  <a:pt x="4456573" y="1940566"/>
                  <a:pt x="4429571" y="1954244"/>
                </a:cubicBezTo>
                <a:cubicBezTo>
                  <a:pt x="4404368" y="1970082"/>
                  <a:pt x="4379525" y="1988079"/>
                  <a:pt x="4349642" y="2001757"/>
                </a:cubicBezTo>
                <a:cubicBezTo>
                  <a:pt x="4322639" y="2015435"/>
                  <a:pt x="4295276" y="2033793"/>
                  <a:pt x="4267913" y="2044951"/>
                </a:cubicBezTo>
                <a:cubicBezTo>
                  <a:pt x="4238390" y="2056470"/>
                  <a:pt x="4208867" y="2067988"/>
                  <a:pt x="4181504" y="2074827"/>
                </a:cubicBezTo>
                <a:cubicBezTo>
                  <a:pt x="4174663" y="2074827"/>
                  <a:pt x="4174663" y="2079146"/>
                  <a:pt x="4176824" y="2088145"/>
                </a:cubicBezTo>
                <a:cubicBezTo>
                  <a:pt x="4124618" y="2079146"/>
                  <a:pt x="4069892" y="2113341"/>
                  <a:pt x="4031368" y="2136018"/>
                </a:cubicBezTo>
                <a:cubicBezTo>
                  <a:pt x="4031368" y="2136018"/>
                  <a:pt x="4031368" y="2136018"/>
                  <a:pt x="4031053" y="2134038"/>
                </a:cubicBezTo>
                <a:lnTo>
                  <a:pt x="4029177" y="2122249"/>
                </a:lnTo>
                <a:lnTo>
                  <a:pt x="4028391" y="2123711"/>
                </a:lnTo>
                <a:lnTo>
                  <a:pt x="4026927" y="2121351"/>
                </a:lnTo>
                <a:lnTo>
                  <a:pt x="3998875" y="2138448"/>
                </a:lnTo>
                <a:cubicBezTo>
                  <a:pt x="3988074" y="2143577"/>
                  <a:pt x="3976643" y="2147536"/>
                  <a:pt x="3965121" y="2149696"/>
                </a:cubicBezTo>
                <a:lnTo>
                  <a:pt x="3953971" y="2151539"/>
                </a:lnTo>
                <a:lnTo>
                  <a:pt x="3957655" y="2152844"/>
                </a:lnTo>
                <a:cubicBezTo>
                  <a:pt x="3962954" y="2153024"/>
                  <a:pt x="3968286" y="2151967"/>
                  <a:pt x="3973552" y="2150977"/>
                </a:cubicBezTo>
                <a:lnTo>
                  <a:pt x="3977365" y="2150616"/>
                </a:lnTo>
                <a:lnTo>
                  <a:pt x="3978842" y="2148962"/>
                </a:lnTo>
                <a:lnTo>
                  <a:pt x="3978092" y="2150548"/>
                </a:lnTo>
                <a:lnTo>
                  <a:pt x="3989043" y="2149514"/>
                </a:lnTo>
                <a:cubicBezTo>
                  <a:pt x="3994072" y="2149964"/>
                  <a:pt x="3998932" y="2151787"/>
                  <a:pt x="4003522" y="2156287"/>
                </a:cubicBezTo>
                <a:cubicBezTo>
                  <a:pt x="4048882" y="2133605"/>
                  <a:pt x="4094602" y="2158447"/>
                  <a:pt x="4135283" y="2135765"/>
                </a:cubicBezTo>
                <a:cubicBezTo>
                  <a:pt x="4135283" y="2135765"/>
                  <a:pt x="4135283" y="2135765"/>
                  <a:pt x="4142123" y="2147286"/>
                </a:cubicBezTo>
                <a:cubicBezTo>
                  <a:pt x="4159223" y="2138106"/>
                  <a:pt x="4177493" y="2138106"/>
                  <a:pt x="4194593" y="2137521"/>
                </a:cubicBezTo>
                <a:lnTo>
                  <a:pt x="4215963" y="2135306"/>
                </a:lnTo>
                <a:lnTo>
                  <a:pt x="4216723" y="2132623"/>
                </a:lnTo>
                <a:lnTo>
                  <a:pt x="4226729" y="2131063"/>
                </a:lnTo>
                <a:lnTo>
                  <a:pt x="4240043" y="2124245"/>
                </a:lnTo>
                <a:cubicBezTo>
                  <a:pt x="4253723" y="2142606"/>
                  <a:pt x="4262723" y="2113084"/>
                  <a:pt x="4272083" y="2133605"/>
                </a:cubicBezTo>
                <a:cubicBezTo>
                  <a:pt x="4272083" y="2133605"/>
                  <a:pt x="4272083" y="2133605"/>
                  <a:pt x="4276403" y="2119924"/>
                </a:cubicBezTo>
                <a:cubicBezTo>
                  <a:pt x="4287924" y="2133605"/>
                  <a:pt x="4294764" y="2119924"/>
                  <a:pt x="4308444" y="2117764"/>
                </a:cubicBezTo>
                <a:cubicBezTo>
                  <a:pt x="4319604" y="2117764"/>
                  <a:pt x="4333284" y="2117764"/>
                  <a:pt x="4346964" y="2115244"/>
                </a:cubicBezTo>
                <a:cubicBezTo>
                  <a:pt x="4358484" y="2115244"/>
                  <a:pt x="4369644" y="2113084"/>
                  <a:pt x="4369644" y="2104083"/>
                </a:cubicBezTo>
                <a:cubicBezTo>
                  <a:pt x="4383325" y="2104083"/>
                  <a:pt x="4394845" y="2099403"/>
                  <a:pt x="4406365" y="2097243"/>
                </a:cubicBezTo>
                <a:cubicBezTo>
                  <a:pt x="4406365" y="2097243"/>
                  <a:pt x="4406365" y="2097243"/>
                  <a:pt x="4440205" y="2085722"/>
                </a:cubicBezTo>
                <a:cubicBezTo>
                  <a:pt x="4451725" y="2081402"/>
                  <a:pt x="4460725" y="2076721"/>
                  <a:pt x="4472245" y="2074561"/>
                </a:cubicBezTo>
                <a:cubicBezTo>
                  <a:pt x="4483405" y="2069881"/>
                  <a:pt x="4494925" y="2069881"/>
                  <a:pt x="4506445" y="2067721"/>
                </a:cubicBezTo>
                <a:cubicBezTo>
                  <a:pt x="4506445" y="2063040"/>
                  <a:pt x="4503925" y="2060880"/>
                  <a:pt x="4503925" y="2058360"/>
                </a:cubicBezTo>
                <a:cubicBezTo>
                  <a:pt x="4515445" y="2056200"/>
                  <a:pt x="4529125" y="2056200"/>
                  <a:pt x="4542806" y="2051520"/>
                </a:cubicBezTo>
                <a:cubicBezTo>
                  <a:pt x="4553966" y="2047199"/>
                  <a:pt x="4563326" y="2040359"/>
                  <a:pt x="4570166" y="2028838"/>
                </a:cubicBezTo>
                <a:cubicBezTo>
                  <a:pt x="4570166" y="2028838"/>
                  <a:pt x="4570166" y="2028838"/>
                  <a:pt x="4586006" y="2040359"/>
                </a:cubicBezTo>
                <a:cubicBezTo>
                  <a:pt x="4588166" y="2024158"/>
                  <a:pt x="4599686" y="2024158"/>
                  <a:pt x="4608686" y="2026678"/>
                </a:cubicBezTo>
                <a:cubicBezTo>
                  <a:pt x="4606526" y="2021998"/>
                  <a:pt x="4604006" y="2019837"/>
                  <a:pt x="4601846" y="2017677"/>
                </a:cubicBezTo>
                <a:cubicBezTo>
                  <a:pt x="4604006" y="2012997"/>
                  <a:pt x="4622366" y="2024158"/>
                  <a:pt x="4622366" y="2017677"/>
                </a:cubicBezTo>
                <a:cubicBezTo>
                  <a:pt x="4629206" y="2008317"/>
                  <a:pt x="4636047" y="1999316"/>
                  <a:pt x="4647207" y="1992476"/>
                </a:cubicBezTo>
                <a:cubicBezTo>
                  <a:pt x="4658727" y="1987795"/>
                  <a:pt x="4670247" y="1983475"/>
                  <a:pt x="4683567" y="1978795"/>
                </a:cubicBezTo>
                <a:cubicBezTo>
                  <a:pt x="4679247" y="1983475"/>
                  <a:pt x="4676727" y="1976634"/>
                  <a:pt x="4672407" y="1969794"/>
                </a:cubicBezTo>
                <a:cubicBezTo>
                  <a:pt x="4688247" y="1967634"/>
                  <a:pt x="4701927" y="1960793"/>
                  <a:pt x="4713087" y="1949273"/>
                </a:cubicBezTo>
                <a:cubicBezTo>
                  <a:pt x="4724607" y="1940272"/>
                  <a:pt x="4733967" y="1928751"/>
                  <a:pt x="4745127" y="1917590"/>
                </a:cubicBezTo>
                <a:cubicBezTo>
                  <a:pt x="4751967" y="1917590"/>
                  <a:pt x="4754127" y="1921911"/>
                  <a:pt x="4760967" y="1921911"/>
                </a:cubicBezTo>
                <a:cubicBezTo>
                  <a:pt x="4751967" y="1908230"/>
                  <a:pt x="4765647" y="1910750"/>
                  <a:pt x="4756647" y="1899229"/>
                </a:cubicBezTo>
                <a:cubicBezTo>
                  <a:pt x="4779327" y="1903909"/>
                  <a:pt x="4772487" y="1887708"/>
                  <a:pt x="4790487" y="1887708"/>
                </a:cubicBezTo>
                <a:cubicBezTo>
                  <a:pt x="4783647" y="1869707"/>
                  <a:pt x="4813528" y="1858186"/>
                  <a:pt x="4822528" y="1842345"/>
                </a:cubicBezTo>
                <a:cubicBezTo>
                  <a:pt x="4845208" y="1851346"/>
                  <a:pt x="4834048" y="1814983"/>
                  <a:pt x="4856728" y="1812823"/>
                </a:cubicBezTo>
                <a:cubicBezTo>
                  <a:pt x="4854208" y="1805983"/>
                  <a:pt x="4847368" y="1808143"/>
                  <a:pt x="4843048" y="1803823"/>
                </a:cubicBezTo>
                <a:cubicBezTo>
                  <a:pt x="4847368" y="1801302"/>
                  <a:pt x="4865728" y="1803823"/>
                  <a:pt x="4854208" y="1790142"/>
                </a:cubicBezTo>
                <a:cubicBezTo>
                  <a:pt x="4874728" y="1780781"/>
                  <a:pt x="4881568" y="1762780"/>
                  <a:pt x="4888408" y="1749099"/>
                </a:cubicBezTo>
                <a:cubicBezTo>
                  <a:pt x="4899929" y="1744418"/>
                  <a:pt x="4899929" y="1760260"/>
                  <a:pt x="4911089" y="1755939"/>
                </a:cubicBezTo>
                <a:cubicBezTo>
                  <a:pt x="4906769" y="1735418"/>
                  <a:pt x="4904249" y="1719577"/>
                  <a:pt x="4915769" y="1699055"/>
                </a:cubicBezTo>
                <a:cubicBezTo>
                  <a:pt x="4927289" y="1703736"/>
                  <a:pt x="4915769" y="1708056"/>
                  <a:pt x="4922609" y="1714896"/>
                </a:cubicBezTo>
                <a:cubicBezTo>
                  <a:pt x="4931609" y="1710576"/>
                  <a:pt x="4934129" y="1719577"/>
                  <a:pt x="4943129" y="1717417"/>
                </a:cubicBezTo>
                <a:cubicBezTo>
                  <a:pt x="4936289" y="1703736"/>
                  <a:pt x="4934129" y="1690055"/>
                  <a:pt x="4947449" y="1687535"/>
                </a:cubicBezTo>
                <a:cubicBezTo>
                  <a:pt x="4947449" y="1690055"/>
                  <a:pt x="4938449" y="1699055"/>
                  <a:pt x="4949969" y="1701216"/>
                </a:cubicBezTo>
                <a:cubicBezTo>
                  <a:pt x="4956809" y="1692215"/>
                  <a:pt x="4963649" y="1680694"/>
                  <a:pt x="4956809" y="1667013"/>
                </a:cubicBezTo>
                <a:cubicBezTo>
                  <a:pt x="4963649" y="1664853"/>
                  <a:pt x="4965809" y="1669533"/>
                  <a:pt x="4974809" y="1664853"/>
                </a:cubicBezTo>
                <a:cubicBezTo>
                  <a:pt x="4972649" y="1655852"/>
                  <a:pt x="4984169" y="1651172"/>
                  <a:pt x="4965809" y="1642171"/>
                </a:cubicBezTo>
                <a:cubicBezTo>
                  <a:pt x="4991009" y="1633171"/>
                  <a:pt x="4979489" y="1614810"/>
                  <a:pt x="4986329" y="1601129"/>
                </a:cubicBezTo>
                <a:cubicBezTo>
                  <a:pt x="4981649" y="1594288"/>
                  <a:pt x="4970489" y="1607969"/>
                  <a:pt x="4965809" y="1598968"/>
                </a:cubicBezTo>
                <a:cubicBezTo>
                  <a:pt x="4974809" y="1589968"/>
                  <a:pt x="4991009" y="1603289"/>
                  <a:pt x="4991009" y="1592128"/>
                </a:cubicBezTo>
                <a:cubicBezTo>
                  <a:pt x="4984169" y="1592128"/>
                  <a:pt x="4965809" y="1580607"/>
                  <a:pt x="4981649" y="1576287"/>
                </a:cubicBezTo>
                <a:cubicBezTo>
                  <a:pt x="4986329" y="1580607"/>
                  <a:pt x="4988489" y="1585288"/>
                  <a:pt x="4993169" y="1585288"/>
                </a:cubicBezTo>
                <a:cubicBezTo>
                  <a:pt x="5002169" y="1573947"/>
                  <a:pt x="5008379" y="1562606"/>
                  <a:pt x="5012654" y="1550680"/>
                </a:cubicBezTo>
                <a:lnTo>
                  <a:pt x="5018238" y="1523652"/>
                </a:lnTo>
                <a:lnTo>
                  <a:pt x="5022689" y="1523723"/>
                </a:lnTo>
                <a:cubicBezTo>
                  <a:pt x="5031689" y="1510042"/>
                  <a:pt x="5052209" y="1480520"/>
                  <a:pt x="5034209" y="1476200"/>
                </a:cubicBezTo>
                <a:cubicBezTo>
                  <a:pt x="5040689" y="1473680"/>
                  <a:pt x="5038529" y="1469360"/>
                  <a:pt x="5040689" y="1466839"/>
                </a:cubicBezTo>
                <a:cubicBezTo>
                  <a:pt x="5043209" y="1469360"/>
                  <a:pt x="5047529" y="1473680"/>
                  <a:pt x="5052209" y="1469360"/>
                </a:cubicBezTo>
                <a:cubicBezTo>
                  <a:pt x="5040689" y="1462519"/>
                  <a:pt x="5059050" y="1459999"/>
                  <a:pt x="5045369" y="1453519"/>
                </a:cubicBezTo>
                <a:cubicBezTo>
                  <a:pt x="5043209" y="1457839"/>
                  <a:pt x="5040689" y="1459999"/>
                  <a:pt x="5038529" y="1464679"/>
                </a:cubicBezTo>
                <a:cubicBezTo>
                  <a:pt x="5024849" y="1450998"/>
                  <a:pt x="5063730" y="1455679"/>
                  <a:pt x="5052209" y="1439478"/>
                </a:cubicBezTo>
                <a:cubicBezTo>
                  <a:pt x="5065890" y="1437317"/>
                  <a:pt x="5054369" y="1428317"/>
                  <a:pt x="5063730" y="1423636"/>
                </a:cubicBezTo>
                <a:cubicBezTo>
                  <a:pt x="5072730" y="1428317"/>
                  <a:pt x="5063730" y="1437317"/>
                  <a:pt x="5072730" y="1432637"/>
                </a:cubicBezTo>
                <a:cubicBezTo>
                  <a:pt x="5081730" y="1416796"/>
                  <a:pt x="5086410" y="1400955"/>
                  <a:pt x="5079570" y="1382954"/>
                </a:cubicBezTo>
                <a:cubicBezTo>
                  <a:pt x="5084250" y="1385114"/>
                  <a:pt x="5088570" y="1385114"/>
                  <a:pt x="5093250" y="1385114"/>
                </a:cubicBezTo>
                <a:cubicBezTo>
                  <a:pt x="5088570" y="1380433"/>
                  <a:pt x="5097930" y="1378273"/>
                  <a:pt x="5093250" y="1371433"/>
                </a:cubicBezTo>
                <a:cubicBezTo>
                  <a:pt x="5088570" y="1369273"/>
                  <a:pt x="5084250" y="1371433"/>
                  <a:pt x="5079570" y="1369273"/>
                </a:cubicBezTo>
                <a:cubicBezTo>
                  <a:pt x="5088570" y="1362432"/>
                  <a:pt x="5091090" y="1355592"/>
                  <a:pt x="5093250" y="1348751"/>
                </a:cubicBezTo>
                <a:cubicBezTo>
                  <a:pt x="5090910" y="1349831"/>
                  <a:pt x="5086320" y="1349831"/>
                  <a:pt x="5083170" y="1348976"/>
                </a:cubicBezTo>
                <a:lnTo>
                  <a:pt x="5082085" y="1348330"/>
                </a:lnTo>
                <a:lnTo>
                  <a:pt x="5076844" y="1358537"/>
                </a:lnTo>
                <a:cubicBezTo>
                  <a:pt x="5070066" y="1352731"/>
                  <a:pt x="5072296" y="1344113"/>
                  <a:pt x="5076800" y="1334951"/>
                </a:cubicBezTo>
                <a:lnTo>
                  <a:pt x="5078858" y="1330887"/>
                </a:lnTo>
                <a:lnTo>
                  <a:pt x="5075423" y="1328560"/>
                </a:lnTo>
                <a:cubicBezTo>
                  <a:pt x="5075103" y="1325209"/>
                  <a:pt x="5077392" y="1321329"/>
                  <a:pt x="5081971" y="1319212"/>
                </a:cubicBezTo>
                <a:lnTo>
                  <a:pt x="5083132" y="1322449"/>
                </a:lnTo>
                <a:lnTo>
                  <a:pt x="5090400" y="1308100"/>
                </a:lnTo>
                <a:cubicBezTo>
                  <a:pt x="5092540" y="1316083"/>
                  <a:pt x="5091916" y="1325245"/>
                  <a:pt x="5089375" y="1334135"/>
                </a:cubicBezTo>
                <a:lnTo>
                  <a:pt x="5084232" y="1344149"/>
                </a:lnTo>
                <a:lnTo>
                  <a:pt x="5092547" y="1344408"/>
                </a:lnTo>
                <a:cubicBezTo>
                  <a:pt x="5098200" y="1340696"/>
                  <a:pt x="5091450" y="1327060"/>
                  <a:pt x="5100090" y="1323550"/>
                </a:cubicBezTo>
                <a:cubicBezTo>
                  <a:pt x="5106930" y="1321389"/>
                  <a:pt x="5111250" y="1332550"/>
                  <a:pt x="5118090" y="1330390"/>
                </a:cubicBezTo>
                <a:cubicBezTo>
                  <a:pt x="5104410" y="1319229"/>
                  <a:pt x="5118090" y="1312389"/>
                  <a:pt x="5115930" y="1303028"/>
                </a:cubicBezTo>
                <a:cubicBezTo>
                  <a:pt x="5100090" y="1309869"/>
                  <a:pt x="5104410" y="1291867"/>
                  <a:pt x="5106930" y="1287187"/>
                </a:cubicBezTo>
                <a:cubicBezTo>
                  <a:pt x="5111250" y="1294028"/>
                  <a:pt x="5118090" y="1300868"/>
                  <a:pt x="5131770" y="1294028"/>
                </a:cubicBezTo>
                <a:cubicBezTo>
                  <a:pt x="5129610" y="1289707"/>
                  <a:pt x="5115930" y="1285027"/>
                  <a:pt x="5122770" y="1280347"/>
                </a:cubicBezTo>
                <a:cubicBezTo>
                  <a:pt x="5147970" y="1289707"/>
                  <a:pt x="5147970" y="1250825"/>
                  <a:pt x="5150130" y="1237144"/>
                </a:cubicBezTo>
                <a:cubicBezTo>
                  <a:pt x="5147970" y="1239304"/>
                  <a:pt x="5143290" y="1241824"/>
                  <a:pt x="5138610" y="1237144"/>
                </a:cubicBezTo>
                <a:cubicBezTo>
                  <a:pt x="5154810" y="1228143"/>
                  <a:pt x="5141130" y="1232463"/>
                  <a:pt x="5141130" y="1223463"/>
                </a:cubicBezTo>
                <a:cubicBezTo>
                  <a:pt x="5141130" y="1223463"/>
                  <a:pt x="5141130" y="1223463"/>
                  <a:pt x="5156971" y="1214462"/>
                </a:cubicBezTo>
                <a:cubicBezTo>
                  <a:pt x="5163811" y="1223463"/>
                  <a:pt x="5170651" y="1216622"/>
                  <a:pt x="5179651" y="1219142"/>
                </a:cubicBezTo>
                <a:cubicBezTo>
                  <a:pt x="5170651" y="1232463"/>
                  <a:pt x="5165971" y="1234984"/>
                  <a:pt x="5174971" y="1248664"/>
                </a:cubicBezTo>
                <a:cubicBezTo>
                  <a:pt x="5152290" y="1257665"/>
                  <a:pt x="5168131" y="1257665"/>
                  <a:pt x="5147970" y="1271346"/>
                </a:cubicBezTo>
                <a:cubicBezTo>
                  <a:pt x="5159131" y="1269186"/>
                  <a:pt x="5163811" y="1280347"/>
                  <a:pt x="5159131" y="1287187"/>
                </a:cubicBezTo>
                <a:cubicBezTo>
                  <a:pt x="5154810" y="1285027"/>
                  <a:pt x="5152290" y="1278186"/>
                  <a:pt x="5147970" y="1280347"/>
                </a:cubicBezTo>
                <a:cubicBezTo>
                  <a:pt x="5152290" y="1285027"/>
                  <a:pt x="5131770" y="1285027"/>
                  <a:pt x="5138610" y="1291867"/>
                </a:cubicBezTo>
                <a:cubicBezTo>
                  <a:pt x="5150130" y="1296188"/>
                  <a:pt x="5159131" y="1291867"/>
                  <a:pt x="5168131" y="1300868"/>
                </a:cubicBezTo>
                <a:cubicBezTo>
                  <a:pt x="5156971" y="1307708"/>
                  <a:pt x="5150130" y="1289707"/>
                  <a:pt x="5138610" y="1300868"/>
                </a:cubicBezTo>
                <a:cubicBezTo>
                  <a:pt x="5154810" y="1312389"/>
                  <a:pt x="5115930" y="1321389"/>
                  <a:pt x="5136450" y="1332550"/>
                </a:cubicBezTo>
                <a:cubicBezTo>
                  <a:pt x="5145450" y="1330390"/>
                  <a:pt x="5156971" y="1321389"/>
                  <a:pt x="5163811" y="1328230"/>
                </a:cubicBezTo>
                <a:cubicBezTo>
                  <a:pt x="5147970" y="1335070"/>
                  <a:pt x="5150130" y="1337231"/>
                  <a:pt x="5134290" y="1335070"/>
                </a:cubicBezTo>
                <a:cubicBezTo>
                  <a:pt x="5152290" y="1355592"/>
                  <a:pt x="5134290" y="1376113"/>
                  <a:pt x="5127450" y="1396275"/>
                </a:cubicBezTo>
                <a:cubicBezTo>
                  <a:pt x="5129610" y="1394114"/>
                  <a:pt x="5131770" y="1394114"/>
                  <a:pt x="5134290" y="1398795"/>
                </a:cubicBezTo>
                <a:cubicBezTo>
                  <a:pt x="5141130" y="1394114"/>
                  <a:pt x="5131770" y="1389794"/>
                  <a:pt x="5143290" y="1387274"/>
                </a:cubicBezTo>
                <a:cubicBezTo>
                  <a:pt x="5152290" y="1398795"/>
                  <a:pt x="5124930" y="1398795"/>
                  <a:pt x="5124930" y="1407795"/>
                </a:cubicBezTo>
                <a:cubicBezTo>
                  <a:pt x="5134290" y="1407795"/>
                  <a:pt x="5141130" y="1409956"/>
                  <a:pt x="5136450" y="1419316"/>
                </a:cubicBezTo>
                <a:cubicBezTo>
                  <a:pt x="5127450" y="1405635"/>
                  <a:pt x="5127450" y="1421476"/>
                  <a:pt x="5111250" y="1423636"/>
                </a:cubicBezTo>
                <a:cubicBezTo>
                  <a:pt x="5120610" y="1439478"/>
                  <a:pt x="5093250" y="1478360"/>
                  <a:pt x="5118090" y="1489881"/>
                </a:cubicBezTo>
                <a:cubicBezTo>
                  <a:pt x="5109090" y="1496361"/>
                  <a:pt x="5106930" y="1489881"/>
                  <a:pt x="5100090" y="1489881"/>
                </a:cubicBezTo>
                <a:cubicBezTo>
                  <a:pt x="5097930" y="1503202"/>
                  <a:pt x="5084250" y="1516883"/>
                  <a:pt x="5091090" y="1530564"/>
                </a:cubicBezTo>
                <a:cubicBezTo>
                  <a:pt x="5086410" y="1526244"/>
                  <a:pt x="5081730" y="1521563"/>
                  <a:pt x="5077410" y="1523723"/>
                </a:cubicBezTo>
                <a:cubicBezTo>
                  <a:pt x="5077410" y="1530564"/>
                  <a:pt x="5072730" y="1535244"/>
                  <a:pt x="5081730" y="1542085"/>
                </a:cubicBezTo>
                <a:cubicBezTo>
                  <a:pt x="5088570" y="1539924"/>
                  <a:pt x="5093250" y="1535244"/>
                  <a:pt x="5097930" y="1537404"/>
                </a:cubicBezTo>
                <a:cubicBezTo>
                  <a:pt x="5091090" y="1542085"/>
                  <a:pt x="5100090" y="1548925"/>
                  <a:pt x="5088570" y="1553605"/>
                </a:cubicBezTo>
                <a:cubicBezTo>
                  <a:pt x="5081730" y="1544245"/>
                  <a:pt x="5074890" y="1542085"/>
                  <a:pt x="5065890" y="1548925"/>
                </a:cubicBezTo>
                <a:cubicBezTo>
                  <a:pt x="5081730" y="1566926"/>
                  <a:pt x="5034209" y="1578447"/>
                  <a:pt x="5061210" y="1594288"/>
                </a:cubicBezTo>
                <a:cubicBezTo>
                  <a:pt x="5059050" y="1598968"/>
                  <a:pt x="5056889" y="1601129"/>
                  <a:pt x="5050049" y="1598968"/>
                </a:cubicBezTo>
                <a:cubicBezTo>
                  <a:pt x="5061210" y="1605809"/>
                  <a:pt x="5045369" y="1612649"/>
                  <a:pt x="5056889" y="1612649"/>
                </a:cubicBezTo>
                <a:cubicBezTo>
                  <a:pt x="5059050" y="1610129"/>
                  <a:pt x="5059050" y="1605809"/>
                  <a:pt x="5065890" y="1607969"/>
                </a:cubicBezTo>
                <a:cubicBezTo>
                  <a:pt x="5061210" y="1619490"/>
                  <a:pt x="5045369" y="1628491"/>
                  <a:pt x="5038529" y="1637491"/>
                </a:cubicBezTo>
                <a:cubicBezTo>
                  <a:pt x="5043209" y="1635331"/>
                  <a:pt x="5045369" y="1640011"/>
                  <a:pt x="5047529" y="1640011"/>
                </a:cubicBezTo>
                <a:cubicBezTo>
                  <a:pt x="5054369" y="1637491"/>
                  <a:pt x="5054369" y="1635331"/>
                  <a:pt x="5059050" y="1633171"/>
                </a:cubicBezTo>
                <a:cubicBezTo>
                  <a:pt x="5065890" y="1660173"/>
                  <a:pt x="5022689" y="1673854"/>
                  <a:pt x="5036369" y="1705896"/>
                </a:cubicBezTo>
                <a:cubicBezTo>
                  <a:pt x="5022689" y="1710576"/>
                  <a:pt x="5036369" y="1699055"/>
                  <a:pt x="5027369" y="1701216"/>
                </a:cubicBezTo>
                <a:cubicBezTo>
                  <a:pt x="5011169" y="1712736"/>
                  <a:pt x="5011169" y="1728577"/>
                  <a:pt x="5000009" y="1740098"/>
                </a:cubicBezTo>
                <a:cubicBezTo>
                  <a:pt x="5015849" y="1762780"/>
                  <a:pt x="4958969" y="1769620"/>
                  <a:pt x="4984169" y="1787621"/>
                </a:cubicBezTo>
                <a:cubicBezTo>
                  <a:pt x="4963649" y="1783301"/>
                  <a:pt x="4981649" y="1805983"/>
                  <a:pt x="4956809" y="1805983"/>
                </a:cubicBezTo>
                <a:cubicBezTo>
                  <a:pt x="4967969" y="1819664"/>
                  <a:pt x="4954289" y="1821824"/>
                  <a:pt x="4952129" y="1828664"/>
                </a:cubicBezTo>
                <a:cubicBezTo>
                  <a:pt x="4934129" y="1821824"/>
                  <a:pt x="4924769" y="1844505"/>
                  <a:pt x="4938449" y="1860346"/>
                </a:cubicBezTo>
                <a:cubicBezTo>
                  <a:pt x="4929449" y="1865027"/>
                  <a:pt x="4929449" y="1858186"/>
                  <a:pt x="4922609" y="1856026"/>
                </a:cubicBezTo>
                <a:cubicBezTo>
                  <a:pt x="4927289" y="1865027"/>
                  <a:pt x="4906769" y="1860346"/>
                  <a:pt x="4913609" y="1867187"/>
                </a:cubicBezTo>
                <a:cubicBezTo>
                  <a:pt x="4920449" y="1869707"/>
                  <a:pt x="4929449" y="1880868"/>
                  <a:pt x="4920449" y="1880868"/>
                </a:cubicBezTo>
                <a:cubicBezTo>
                  <a:pt x="4915769" y="1878708"/>
                  <a:pt x="4915769" y="1867187"/>
                  <a:pt x="4908929" y="1867187"/>
                </a:cubicBezTo>
                <a:cubicBezTo>
                  <a:pt x="4897409" y="1869707"/>
                  <a:pt x="4913609" y="1887708"/>
                  <a:pt x="4908929" y="1892389"/>
                </a:cubicBezTo>
                <a:cubicBezTo>
                  <a:pt x="4899929" y="1887708"/>
                  <a:pt x="4899929" y="1887708"/>
                  <a:pt x="4890568" y="1890228"/>
                </a:cubicBezTo>
                <a:cubicBezTo>
                  <a:pt x="4899929" y="1903909"/>
                  <a:pt x="4888408" y="1908230"/>
                  <a:pt x="4897409" y="1921911"/>
                </a:cubicBezTo>
                <a:cubicBezTo>
                  <a:pt x="4899929" y="1919751"/>
                  <a:pt x="4904249" y="1919751"/>
                  <a:pt x="4908929" y="1924071"/>
                </a:cubicBezTo>
                <a:cubicBezTo>
                  <a:pt x="4906769" y="1924071"/>
                  <a:pt x="4902089" y="1924071"/>
                  <a:pt x="4902089" y="1926591"/>
                </a:cubicBezTo>
                <a:cubicBezTo>
                  <a:pt x="4906769" y="1930911"/>
                  <a:pt x="4915769" y="1928751"/>
                  <a:pt x="4917929" y="1933431"/>
                </a:cubicBezTo>
                <a:cubicBezTo>
                  <a:pt x="4897409" y="1937752"/>
                  <a:pt x="4917929" y="1949273"/>
                  <a:pt x="4893088" y="1951433"/>
                </a:cubicBezTo>
                <a:cubicBezTo>
                  <a:pt x="4888408" y="1944592"/>
                  <a:pt x="4906769" y="1937752"/>
                  <a:pt x="4886248" y="1937752"/>
                </a:cubicBezTo>
                <a:cubicBezTo>
                  <a:pt x="4879408" y="1928751"/>
                  <a:pt x="4899929" y="1926591"/>
                  <a:pt x="4888408" y="1921911"/>
                </a:cubicBezTo>
                <a:cubicBezTo>
                  <a:pt x="4881568" y="1924071"/>
                  <a:pt x="4886248" y="1933431"/>
                  <a:pt x="4867888" y="1928751"/>
                </a:cubicBezTo>
                <a:cubicBezTo>
                  <a:pt x="4876888" y="1942432"/>
                  <a:pt x="4861048" y="1937752"/>
                  <a:pt x="4867888" y="1947112"/>
                </a:cubicBezTo>
                <a:cubicBezTo>
                  <a:pt x="4876888" y="1949273"/>
                  <a:pt x="4872568" y="1942432"/>
                  <a:pt x="4879408" y="1942432"/>
                </a:cubicBezTo>
                <a:cubicBezTo>
                  <a:pt x="4879408" y="1949273"/>
                  <a:pt x="4888408" y="1949273"/>
                  <a:pt x="4893088" y="1951433"/>
                </a:cubicBezTo>
                <a:cubicBezTo>
                  <a:pt x="4897409" y="1960793"/>
                  <a:pt x="4893088" y="1965114"/>
                  <a:pt x="4883728" y="1965114"/>
                </a:cubicBezTo>
                <a:cubicBezTo>
                  <a:pt x="4881568" y="1960793"/>
                  <a:pt x="4881568" y="1953953"/>
                  <a:pt x="4876888" y="1953953"/>
                </a:cubicBezTo>
                <a:cubicBezTo>
                  <a:pt x="4876888" y="1956113"/>
                  <a:pt x="4872568" y="1956113"/>
                  <a:pt x="4872568" y="1958273"/>
                </a:cubicBezTo>
                <a:cubicBezTo>
                  <a:pt x="4872568" y="1962954"/>
                  <a:pt x="4875358" y="1964664"/>
                  <a:pt x="4878148" y="1966059"/>
                </a:cubicBezTo>
                <a:lnTo>
                  <a:pt x="4882006" y="1970135"/>
                </a:lnTo>
                <a:lnTo>
                  <a:pt x="4916342" y="1951725"/>
                </a:lnTo>
                <a:cubicBezTo>
                  <a:pt x="4918682" y="1946146"/>
                  <a:pt x="4922643" y="1942186"/>
                  <a:pt x="4927458" y="1941061"/>
                </a:cubicBezTo>
                <a:lnTo>
                  <a:pt x="4943071" y="1947158"/>
                </a:lnTo>
                <a:lnTo>
                  <a:pt x="4944434" y="1945582"/>
                </a:lnTo>
                <a:cubicBezTo>
                  <a:pt x="4949789" y="1941892"/>
                  <a:pt x="4957709" y="1939012"/>
                  <a:pt x="4961129" y="1937752"/>
                </a:cubicBezTo>
                <a:cubicBezTo>
                  <a:pt x="4974809" y="1928751"/>
                  <a:pt x="4965809" y="1903909"/>
                  <a:pt x="4981649" y="1908230"/>
                </a:cubicBezTo>
                <a:cubicBezTo>
                  <a:pt x="4979489" y="1912910"/>
                  <a:pt x="4981649" y="1919751"/>
                  <a:pt x="4974809" y="1921911"/>
                </a:cubicBezTo>
                <a:cubicBezTo>
                  <a:pt x="5000459" y="1925421"/>
                  <a:pt x="4990266" y="1899364"/>
                  <a:pt x="4998906" y="1886116"/>
                </a:cubicBezTo>
                <a:lnTo>
                  <a:pt x="5015305" y="1878946"/>
                </a:lnTo>
                <a:lnTo>
                  <a:pt x="5015949" y="1877475"/>
                </a:lnTo>
                <a:lnTo>
                  <a:pt x="5017419" y="1859401"/>
                </a:lnTo>
                <a:cubicBezTo>
                  <a:pt x="5026987" y="1841243"/>
                  <a:pt x="5053920" y="1826324"/>
                  <a:pt x="5038529" y="1812823"/>
                </a:cubicBezTo>
                <a:cubicBezTo>
                  <a:pt x="5047529" y="1812823"/>
                  <a:pt x="5043209" y="1805983"/>
                  <a:pt x="5052209" y="1805983"/>
                </a:cubicBezTo>
                <a:cubicBezTo>
                  <a:pt x="5043209" y="1799142"/>
                  <a:pt x="5054369" y="1778621"/>
                  <a:pt x="5072730" y="1787621"/>
                </a:cubicBezTo>
                <a:cubicBezTo>
                  <a:pt x="5079570" y="1769620"/>
                  <a:pt x="5070570" y="1746939"/>
                  <a:pt x="5091090" y="1735418"/>
                </a:cubicBezTo>
                <a:cubicBezTo>
                  <a:pt x="5097930" y="1735418"/>
                  <a:pt x="5097930" y="1746939"/>
                  <a:pt x="5104410" y="1746939"/>
                </a:cubicBezTo>
                <a:cubicBezTo>
                  <a:pt x="5104410" y="1742258"/>
                  <a:pt x="5104410" y="1730738"/>
                  <a:pt x="5093250" y="1735418"/>
                </a:cubicBezTo>
                <a:cubicBezTo>
                  <a:pt x="5093250" y="1712736"/>
                  <a:pt x="5122770" y="1699055"/>
                  <a:pt x="5115930" y="1673854"/>
                </a:cubicBezTo>
                <a:cubicBezTo>
                  <a:pt x="5127450" y="1676374"/>
                  <a:pt x="5131770" y="1664853"/>
                  <a:pt x="5118090" y="1660173"/>
                </a:cubicBezTo>
                <a:cubicBezTo>
                  <a:pt x="5124930" y="1655852"/>
                  <a:pt x="5127450" y="1660173"/>
                  <a:pt x="5131770" y="1660173"/>
                </a:cubicBezTo>
                <a:cubicBezTo>
                  <a:pt x="5131770" y="1651172"/>
                  <a:pt x="5150130" y="1640011"/>
                  <a:pt x="5131770" y="1633171"/>
                </a:cubicBezTo>
                <a:cubicBezTo>
                  <a:pt x="5138610" y="1626330"/>
                  <a:pt x="5141130" y="1616970"/>
                  <a:pt x="5145450" y="1610129"/>
                </a:cubicBezTo>
                <a:cubicBezTo>
                  <a:pt x="5177491" y="1605809"/>
                  <a:pt x="5163811" y="1553605"/>
                  <a:pt x="5198011" y="1533084"/>
                </a:cubicBezTo>
                <a:cubicBezTo>
                  <a:pt x="5179651" y="1503202"/>
                  <a:pt x="5236531" y="1483041"/>
                  <a:pt x="5211331" y="1453519"/>
                </a:cubicBezTo>
                <a:cubicBezTo>
                  <a:pt x="5227531" y="1448838"/>
                  <a:pt x="5211331" y="1441998"/>
                  <a:pt x="5222851" y="1439478"/>
                </a:cubicBezTo>
                <a:cubicBezTo>
                  <a:pt x="5231851" y="1455679"/>
                  <a:pt x="5218171" y="1476200"/>
                  <a:pt x="5220691" y="1498882"/>
                </a:cubicBezTo>
                <a:cubicBezTo>
                  <a:pt x="5225011" y="1498882"/>
                  <a:pt x="5231851" y="1503202"/>
                  <a:pt x="5238691" y="1503202"/>
                </a:cubicBezTo>
                <a:cubicBezTo>
                  <a:pt x="5243371" y="1496361"/>
                  <a:pt x="5243371" y="1492041"/>
                  <a:pt x="5234371" y="1483041"/>
                </a:cubicBezTo>
                <a:cubicBezTo>
                  <a:pt x="5245531" y="1473680"/>
                  <a:pt x="5248051" y="1498882"/>
                  <a:pt x="5259211" y="1485201"/>
                </a:cubicBezTo>
                <a:cubicBezTo>
                  <a:pt x="5245531" y="1483041"/>
                  <a:pt x="5263891" y="1459999"/>
                  <a:pt x="5241211" y="1464679"/>
                </a:cubicBezTo>
                <a:cubicBezTo>
                  <a:pt x="5257051" y="1455679"/>
                  <a:pt x="5241211" y="1444158"/>
                  <a:pt x="5252371" y="1439478"/>
                </a:cubicBezTo>
                <a:cubicBezTo>
                  <a:pt x="5236531" y="1444158"/>
                  <a:pt x="5241211" y="1435157"/>
                  <a:pt x="5227531" y="1432637"/>
                </a:cubicBezTo>
                <a:cubicBezTo>
                  <a:pt x="5245531" y="1421476"/>
                  <a:pt x="5238691" y="1409956"/>
                  <a:pt x="5231851" y="1400955"/>
                </a:cubicBezTo>
                <a:cubicBezTo>
                  <a:pt x="5238691" y="1394114"/>
                  <a:pt x="5243371" y="1403115"/>
                  <a:pt x="5250211" y="1398795"/>
                </a:cubicBezTo>
                <a:cubicBezTo>
                  <a:pt x="5248051" y="1385114"/>
                  <a:pt x="5252371" y="1359912"/>
                  <a:pt x="5266051" y="1355592"/>
                </a:cubicBezTo>
                <a:cubicBezTo>
                  <a:pt x="5259211" y="1364592"/>
                  <a:pt x="5268211" y="1376113"/>
                  <a:pt x="5263891" y="1387274"/>
                </a:cubicBezTo>
                <a:cubicBezTo>
                  <a:pt x="5272891" y="1380433"/>
                  <a:pt x="5279731" y="1389794"/>
                  <a:pt x="5288731" y="1378273"/>
                </a:cubicBezTo>
                <a:cubicBezTo>
                  <a:pt x="5277571" y="1378273"/>
                  <a:pt x="5284411" y="1371433"/>
                  <a:pt x="5275051" y="1364592"/>
                </a:cubicBezTo>
                <a:cubicBezTo>
                  <a:pt x="5295571" y="1369273"/>
                  <a:pt x="5318611" y="1319229"/>
                  <a:pt x="5302411" y="1309869"/>
                </a:cubicBezTo>
                <a:cubicBezTo>
                  <a:pt x="5311771" y="1300868"/>
                  <a:pt x="5313931" y="1314549"/>
                  <a:pt x="5320772" y="1305548"/>
                </a:cubicBezTo>
                <a:cubicBezTo>
                  <a:pt x="5318611" y="1303028"/>
                  <a:pt x="5320772" y="1300868"/>
                  <a:pt x="5318611" y="1298708"/>
                </a:cubicBezTo>
                <a:cubicBezTo>
                  <a:pt x="5307091" y="1296188"/>
                  <a:pt x="5300251" y="1291867"/>
                  <a:pt x="5288731" y="1300868"/>
                </a:cubicBezTo>
                <a:cubicBezTo>
                  <a:pt x="5293411" y="1294028"/>
                  <a:pt x="5293411" y="1287187"/>
                  <a:pt x="5293411" y="1280347"/>
                </a:cubicBezTo>
                <a:cubicBezTo>
                  <a:pt x="5281891" y="1282867"/>
                  <a:pt x="5284411" y="1296188"/>
                  <a:pt x="5275051" y="1291867"/>
                </a:cubicBezTo>
                <a:cubicBezTo>
                  <a:pt x="5291251" y="1285027"/>
                  <a:pt x="5270731" y="1276026"/>
                  <a:pt x="5286571" y="1269186"/>
                </a:cubicBezTo>
                <a:cubicBezTo>
                  <a:pt x="5300251" y="1273506"/>
                  <a:pt x="5295571" y="1282867"/>
                  <a:pt x="5307091" y="1282867"/>
                </a:cubicBezTo>
                <a:cubicBezTo>
                  <a:pt x="5316091" y="1276026"/>
                  <a:pt x="5304571" y="1266666"/>
                  <a:pt x="5313931" y="1259825"/>
                </a:cubicBezTo>
                <a:lnTo>
                  <a:pt x="5316222" y="1259853"/>
                </a:lnTo>
                <a:lnTo>
                  <a:pt x="5316893" y="1257959"/>
                </a:lnTo>
                <a:cubicBezTo>
                  <a:pt x="5319755" y="1252236"/>
                  <a:pt x="5323752" y="1245967"/>
                  <a:pt x="5323752" y="1241425"/>
                </a:cubicBezTo>
                <a:cubicBezTo>
                  <a:pt x="5327205" y="1242515"/>
                  <a:pt x="5329090" y="1244627"/>
                  <a:pt x="5329828" y="1247256"/>
                </a:cubicBezTo>
                <a:lnTo>
                  <a:pt x="5329726" y="1248385"/>
                </a:lnTo>
                <a:lnTo>
                  <a:pt x="5335307" y="1245199"/>
                </a:lnTo>
                <a:cubicBezTo>
                  <a:pt x="5340122" y="1244614"/>
                  <a:pt x="5345792" y="1243984"/>
                  <a:pt x="5350292" y="1239304"/>
                </a:cubicBezTo>
                <a:cubicBezTo>
                  <a:pt x="5348132" y="1234984"/>
                  <a:pt x="5350292" y="1230303"/>
                  <a:pt x="5343452" y="1228143"/>
                </a:cubicBezTo>
                <a:cubicBezTo>
                  <a:pt x="5336612" y="1228143"/>
                  <a:pt x="5341292" y="1241824"/>
                  <a:pt x="5331932" y="1234984"/>
                </a:cubicBezTo>
                <a:lnTo>
                  <a:pt x="5335681" y="1219274"/>
                </a:lnTo>
                <a:lnTo>
                  <a:pt x="5331417" y="1207937"/>
                </a:lnTo>
                <a:cubicBezTo>
                  <a:pt x="5329115" y="1191223"/>
                  <a:pt x="5334347" y="1166422"/>
                  <a:pt x="5350253" y="1174779"/>
                </a:cubicBezTo>
                <a:lnTo>
                  <a:pt x="5345637" y="1189682"/>
                </a:lnTo>
                <a:lnTo>
                  <a:pt x="5354522" y="1211357"/>
                </a:lnTo>
                <a:cubicBezTo>
                  <a:pt x="5357672" y="1217883"/>
                  <a:pt x="5360552" y="1224723"/>
                  <a:pt x="5361812" y="1234984"/>
                </a:cubicBezTo>
                <a:cubicBezTo>
                  <a:pt x="5366132" y="1232463"/>
                  <a:pt x="5368292" y="1232463"/>
                  <a:pt x="5370812" y="1232463"/>
                </a:cubicBezTo>
                <a:cubicBezTo>
                  <a:pt x="5370812" y="1214462"/>
                  <a:pt x="5361812" y="1193941"/>
                  <a:pt x="5363972" y="1175579"/>
                </a:cubicBezTo>
                <a:cubicBezTo>
                  <a:pt x="5370812" y="1171259"/>
                  <a:pt x="5372972" y="1175579"/>
                  <a:pt x="5377652" y="1173419"/>
                </a:cubicBezTo>
                <a:cubicBezTo>
                  <a:pt x="5375132" y="1171259"/>
                  <a:pt x="5377652" y="1168739"/>
                  <a:pt x="5377652" y="1166579"/>
                </a:cubicBezTo>
                <a:cubicBezTo>
                  <a:pt x="5372972" y="1164419"/>
                  <a:pt x="5368292" y="1168739"/>
                  <a:pt x="5366132" y="1166579"/>
                </a:cubicBezTo>
                <a:cubicBezTo>
                  <a:pt x="5363972" y="1159738"/>
                  <a:pt x="5361812" y="1143897"/>
                  <a:pt x="5377652" y="1141737"/>
                </a:cubicBezTo>
                <a:cubicBezTo>
                  <a:pt x="5372972" y="1128056"/>
                  <a:pt x="5348132" y="1102854"/>
                  <a:pt x="5368292" y="1096014"/>
                </a:cubicBezTo>
                <a:cubicBezTo>
                  <a:pt x="5368292" y="1100694"/>
                  <a:pt x="5379812" y="1112215"/>
                  <a:pt x="5388812" y="1132376"/>
                </a:cubicBezTo>
                <a:cubicBezTo>
                  <a:pt x="5393492" y="1116535"/>
                  <a:pt x="5375132" y="1100694"/>
                  <a:pt x="5391332" y="1084853"/>
                </a:cubicBezTo>
                <a:cubicBezTo>
                  <a:pt x="5379812" y="1096014"/>
                  <a:pt x="5372972" y="1082333"/>
                  <a:pt x="5363972" y="1087013"/>
                </a:cubicBezTo>
                <a:cubicBezTo>
                  <a:pt x="5368292" y="1082333"/>
                  <a:pt x="5359292" y="1078013"/>
                  <a:pt x="5366132" y="1075493"/>
                </a:cubicBezTo>
                <a:cubicBezTo>
                  <a:pt x="5370812" y="1084853"/>
                  <a:pt x="5384492" y="1087013"/>
                  <a:pt x="5398172" y="1080173"/>
                </a:cubicBezTo>
                <a:cubicBezTo>
                  <a:pt x="5379812" y="1071172"/>
                  <a:pt x="5391332" y="1064332"/>
                  <a:pt x="5405013" y="1057491"/>
                </a:cubicBezTo>
                <a:cubicBezTo>
                  <a:pt x="5394752" y="1043810"/>
                  <a:pt x="5394752" y="1033010"/>
                  <a:pt x="5396462" y="1022479"/>
                </a:cubicBezTo>
                <a:lnTo>
                  <a:pt x="5398408" y="1011333"/>
                </a:lnTo>
                <a:lnTo>
                  <a:pt x="5397457" y="1014052"/>
                </a:lnTo>
                <a:cubicBezTo>
                  <a:pt x="5381348" y="1011896"/>
                  <a:pt x="5381348" y="1011896"/>
                  <a:pt x="5381348" y="1011896"/>
                </a:cubicBezTo>
                <a:cubicBezTo>
                  <a:pt x="5379200" y="986735"/>
                  <a:pt x="5379200" y="979906"/>
                  <a:pt x="5390655" y="957262"/>
                </a:cubicBezTo>
                <a:cubicBezTo>
                  <a:pt x="5396830" y="960047"/>
                  <a:pt x="5401327" y="963417"/>
                  <a:pt x="5404353" y="967298"/>
                </a:cubicBezTo>
                <a:lnTo>
                  <a:pt x="5408294" y="977897"/>
                </a:lnTo>
                <a:lnTo>
                  <a:pt x="5416134" y="971550"/>
                </a:lnTo>
                <a:cubicBezTo>
                  <a:pt x="5428041" y="973791"/>
                  <a:pt x="5420971" y="990226"/>
                  <a:pt x="5411669" y="987985"/>
                </a:cubicBezTo>
                <a:cubicBezTo>
                  <a:pt x="5413902" y="985557"/>
                  <a:pt x="5413251" y="983783"/>
                  <a:pt x="5411483" y="982616"/>
                </a:cubicBezTo>
                <a:lnTo>
                  <a:pt x="5408695" y="981916"/>
                </a:lnTo>
                <a:lnTo>
                  <a:pt x="5404888" y="992801"/>
                </a:lnTo>
                <a:lnTo>
                  <a:pt x="5407825" y="994425"/>
                </a:lnTo>
                <a:cubicBezTo>
                  <a:pt x="5411200" y="999792"/>
                  <a:pt x="5409985" y="1007791"/>
                  <a:pt x="5413360" y="1012527"/>
                </a:cubicBezTo>
                <a:lnTo>
                  <a:pt x="5422438" y="1016215"/>
                </a:lnTo>
                <a:lnTo>
                  <a:pt x="5423399" y="1014041"/>
                </a:lnTo>
                <a:lnTo>
                  <a:pt x="5425134" y="1003229"/>
                </a:lnTo>
                <a:cubicBezTo>
                  <a:pt x="5423936" y="990234"/>
                  <a:pt x="5416713" y="977746"/>
                  <a:pt x="5438853" y="964245"/>
                </a:cubicBezTo>
                <a:cubicBezTo>
                  <a:pt x="5427693" y="950564"/>
                  <a:pt x="5434533" y="936883"/>
                  <a:pt x="5434533" y="923202"/>
                </a:cubicBezTo>
                <a:cubicBezTo>
                  <a:pt x="5431113" y="920862"/>
                  <a:pt x="5427693" y="920322"/>
                  <a:pt x="5424543" y="919512"/>
                </a:cubicBezTo>
                <a:lnTo>
                  <a:pt x="5417599" y="915106"/>
                </a:lnTo>
                <a:lnTo>
                  <a:pt x="5416246" y="917500"/>
                </a:lnTo>
                <a:cubicBezTo>
                  <a:pt x="5413111" y="920683"/>
                  <a:pt x="5409659" y="923594"/>
                  <a:pt x="5407297" y="928323"/>
                </a:cubicBezTo>
                <a:cubicBezTo>
                  <a:pt x="5393488" y="921411"/>
                  <a:pt x="5402573" y="918864"/>
                  <a:pt x="5407297" y="907586"/>
                </a:cubicBezTo>
                <a:cubicBezTo>
                  <a:pt x="5405117" y="902857"/>
                  <a:pt x="5395668" y="902857"/>
                  <a:pt x="5398212" y="893762"/>
                </a:cubicBezTo>
                <a:cubicBezTo>
                  <a:pt x="5405117" y="893762"/>
                  <a:pt x="5409114" y="896036"/>
                  <a:pt x="5412521" y="898582"/>
                </a:cubicBezTo>
                <a:lnTo>
                  <a:pt x="5413089" y="898923"/>
                </a:lnTo>
                <a:lnTo>
                  <a:pt x="5415560" y="897354"/>
                </a:lnTo>
                <a:cubicBezTo>
                  <a:pt x="5422361" y="896358"/>
                  <a:pt x="5425263" y="906551"/>
                  <a:pt x="5432013" y="911681"/>
                </a:cubicBezTo>
                <a:cubicBezTo>
                  <a:pt x="5432013" y="908351"/>
                  <a:pt x="5432598" y="907114"/>
                  <a:pt x="5433582" y="906956"/>
                </a:cubicBezTo>
                <a:lnTo>
                  <a:pt x="5437467" y="908675"/>
                </a:lnTo>
                <a:lnTo>
                  <a:pt x="5439501" y="904277"/>
                </a:lnTo>
                <a:lnTo>
                  <a:pt x="5444043" y="903859"/>
                </a:lnTo>
                <a:lnTo>
                  <a:pt x="5436693" y="897685"/>
                </a:lnTo>
                <a:cubicBezTo>
                  <a:pt x="5435523" y="894310"/>
                  <a:pt x="5437773" y="891520"/>
                  <a:pt x="5445693" y="891520"/>
                </a:cubicBezTo>
                <a:close/>
                <a:moveTo>
                  <a:pt x="4785894" y="890587"/>
                </a:moveTo>
                <a:cubicBezTo>
                  <a:pt x="4820041" y="894911"/>
                  <a:pt x="4772236" y="920133"/>
                  <a:pt x="4797037" y="931303"/>
                </a:cubicBezTo>
                <a:cubicBezTo>
                  <a:pt x="4788051" y="929141"/>
                  <a:pt x="4779065" y="942833"/>
                  <a:pt x="4792724" y="949680"/>
                </a:cubicBezTo>
                <a:cubicBezTo>
                  <a:pt x="4785894" y="949680"/>
                  <a:pt x="4774392" y="951842"/>
                  <a:pt x="4790208" y="961210"/>
                </a:cubicBezTo>
                <a:cubicBezTo>
                  <a:pt x="4767563" y="967696"/>
                  <a:pt x="4781222" y="988234"/>
                  <a:pt x="4767563" y="999764"/>
                </a:cubicBezTo>
                <a:cubicBezTo>
                  <a:pt x="4763250" y="981388"/>
                  <a:pt x="4765407" y="963372"/>
                  <a:pt x="4770079" y="944995"/>
                </a:cubicBezTo>
                <a:cubicBezTo>
                  <a:pt x="4776549" y="929141"/>
                  <a:pt x="4785894" y="910765"/>
                  <a:pt x="4785894" y="890587"/>
                </a:cubicBezTo>
                <a:close/>
                <a:moveTo>
                  <a:pt x="4864158" y="884237"/>
                </a:moveTo>
                <a:cubicBezTo>
                  <a:pt x="4884316" y="895474"/>
                  <a:pt x="4893675" y="891124"/>
                  <a:pt x="4907353" y="904537"/>
                </a:cubicBezTo>
                <a:cubicBezTo>
                  <a:pt x="4897994" y="913962"/>
                  <a:pt x="4884316" y="916137"/>
                  <a:pt x="4891155" y="929912"/>
                </a:cubicBezTo>
                <a:cubicBezTo>
                  <a:pt x="4873157" y="927737"/>
                  <a:pt x="4891155" y="916137"/>
                  <a:pt x="4879996" y="904537"/>
                </a:cubicBezTo>
                <a:cubicBezTo>
                  <a:pt x="4870997" y="909250"/>
                  <a:pt x="4868477" y="923025"/>
                  <a:pt x="4859478" y="927737"/>
                </a:cubicBezTo>
                <a:cubicBezTo>
                  <a:pt x="4845800" y="913962"/>
                  <a:pt x="4873157" y="895474"/>
                  <a:pt x="4864158" y="884237"/>
                </a:cubicBezTo>
                <a:close/>
                <a:moveTo>
                  <a:pt x="5591887" y="881624"/>
                </a:moveTo>
                <a:cubicBezTo>
                  <a:pt x="5598792" y="874712"/>
                  <a:pt x="5596248" y="886353"/>
                  <a:pt x="5596248" y="893266"/>
                </a:cubicBezTo>
                <a:cubicBezTo>
                  <a:pt x="5610057" y="895448"/>
                  <a:pt x="5607877" y="886353"/>
                  <a:pt x="5616962" y="895448"/>
                </a:cubicBezTo>
                <a:cubicBezTo>
                  <a:pt x="5610057" y="902361"/>
                  <a:pt x="5605696" y="909273"/>
                  <a:pt x="5591887" y="907090"/>
                </a:cubicBezTo>
                <a:cubicBezTo>
                  <a:pt x="5587163" y="895448"/>
                  <a:pt x="5596248" y="897995"/>
                  <a:pt x="5591887" y="881624"/>
                </a:cubicBezTo>
                <a:close/>
                <a:moveTo>
                  <a:pt x="4594975" y="863600"/>
                </a:moveTo>
                <a:cubicBezTo>
                  <a:pt x="4606617" y="867954"/>
                  <a:pt x="4617895" y="872671"/>
                  <a:pt x="4629536" y="877388"/>
                </a:cubicBezTo>
                <a:lnTo>
                  <a:pt x="4626990" y="888637"/>
                </a:lnTo>
                <a:cubicBezTo>
                  <a:pt x="4615712" y="879565"/>
                  <a:pt x="4597158" y="874848"/>
                  <a:pt x="4594975" y="863600"/>
                </a:cubicBezTo>
                <a:close/>
                <a:moveTo>
                  <a:pt x="5654814" y="853016"/>
                </a:moveTo>
                <a:cubicBezTo>
                  <a:pt x="5675697" y="850900"/>
                  <a:pt x="5657013" y="877711"/>
                  <a:pt x="5659211" y="888647"/>
                </a:cubicBezTo>
                <a:cubicBezTo>
                  <a:pt x="5652250" y="881944"/>
                  <a:pt x="5652250" y="868539"/>
                  <a:pt x="5654814" y="853016"/>
                </a:cubicBezTo>
                <a:close/>
                <a:moveTo>
                  <a:pt x="5351331" y="852487"/>
                </a:moveTo>
                <a:cubicBezTo>
                  <a:pt x="5369322" y="866043"/>
                  <a:pt x="5355917" y="895296"/>
                  <a:pt x="5349214" y="915630"/>
                </a:cubicBezTo>
                <a:cubicBezTo>
                  <a:pt x="5337925" y="902074"/>
                  <a:pt x="5349214" y="874961"/>
                  <a:pt x="5351331" y="852487"/>
                </a:cubicBezTo>
                <a:close/>
                <a:moveTo>
                  <a:pt x="5411669" y="846137"/>
                </a:moveTo>
                <a:cubicBezTo>
                  <a:pt x="5420971" y="855444"/>
                  <a:pt x="5404600" y="868689"/>
                  <a:pt x="5428041" y="871195"/>
                </a:cubicBezTo>
                <a:cubicBezTo>
                  <a:pt x="5423204" y="877996"/>
                  <a:pt x="5416134" y="873343"/>
                  <a:pt x="5411669" y="882292"/>
                </a:cubicBezTo>
                <a:cubicBezTo>
                  <a:pt x="5406832" y="871195"/>
                  <a:pt x="5404600" y="857592"/>
                  <a:pt x="5411669" y="846137"/>
                </a:cubicBezTo>
                <a:close/>
                <a:moveTo>
                  <a:pt x="5407664" y="820066"/>
                </a:moveTo>
                <a:cubicBezTo>
                  <a:pt x="5428055" y="817562"/>
                  <a:pt x="5423405" y="842604"/>
                  <a:pt x="5403013" y="837953"/>
                </a:cubicBezTo>
                <a:cubicBezTo>
                  <a:pt x="5407664" y="820066"/>
                  <a:pt x="5407664" y="820066"/>
                  <a:pt x="5407664" y="820066"/>
                </a:cubicBezTo>
                <a:close/>
                <a:moveTo>
                  <a:pt x="4599372" y="817995"/>
                </a:moveTo>
                <a:lnTo>
                  <a:pt x="4599372" y="826750"/>
                </a:lnTo>
                <a:cubicBezTo>
                  <a:pt x="4575925" y="824393"/>
                  <a:pt x="4575925" y="824393"/>
                  <a:pt x="4575925" y="824393"/>
                </a:cubicBezTo>
                <a:cubicBezTo>
                  <a:pt x="4578489" y="815975"/>
                  <a:pt x="4589846" y="817995"/>
                  <a:pt x="4599372" y="817995"/>
                </a:cubicBezTo>
                <a:close/>
                <a:moveTo>
                  <a:pt x="5451808" y="815975"/>
                </a:moveTo>
                <a:cubicBezTo>
                  <a:pt x="5458687" y="820737"/>
                  <a:pt x="5463393" y="815975"/>
                  <a:pt x="5467738" y="820737"/>
                </a:cubicBezTo>
                <a:cubicBezTo>
                  <a:pt x="5463393" y="825133"/>
                  <a:pt x="5465566" y="829896"/>
                  <a:pt x="5458687" y="834658"/>
                </a:cubicBezTo>
                <a:cubicBezTo>
                  <a:pt x="5456514" y="822935"/>
                  <a:pt x="5447463" y="822935"/>
                  <a:pt x="5451808" y="815975"/>
                </a:cubicBezTo>
                <a:close/>
                <a:moveTo>
                  <a:pt x="4804663" y="809625"/>
                </a:moveTo>
                <a:cubicBezTo>
                  <a:pt x="4839088" y="837021"/>
                  <a:pt x="4793430" y="846033"/>
                  <a:pt x="4797778" y="891814"/>
                </a:cubicBezTo>
                <a:cubicBezTo>
                  <a:pt x="4772775" y="873430"/>
                  <a:pt x="4802489" y="832335"/>
                  <a:pt x="4804663" y="809625"/>
                </a:cubicBezTo>
                <a:close/>
                <a:moveTo>
                  <a:pt x="4002838" y="803885"/>
                </a:moveTo>
                <a:cubicBezTo>
                  <a:pt x="4016759" y="808647"/>
                  <a:pt x="4009798" y="806449"/>
                  <a:pt x="4007600" y="806449"/>
                </a:cubicBezTo>
                <a:cubicBezTo>
                  <a:pt x="4007600" y="810845"/>
                  <a:pt x="3998075" y="801687"/>
                  <a:pt x="4002838" y="803885"/>
                </a:cubicBezTo>
                <a:close/>
                <a:moveTo>
                  <a:pt x="5500346" y="792747"/>
                </a:moveTo>
                <a:cubicBezTo>
                  <a:pt x="5498114" y="797454"/>
                  <a:pt x="5502579" y="797454"/>
                  <a:pt x="5507416" y="797454"/>
                </a:cubicBezTo>
                <a:cubicBezTo>
                  <a:pt x="5495509" y="803971"/>
                  <a:pt x="5502579" y="808677"/>
                  <a:pt x="5493277" y="810850"/>
                </a:cubicBezTo>
                <a:cubicBezTo>
                  <a:pt x="5483975" y="806505"/>
                  <a:pt x="5493277" y="790575"/>
                  <a:pt x="5500346" y="792747"/>
                </a:cubicBezTo>
                <a:close/>
                <a:moveTo>
                  <a:pt x="4977132" y="758825"/>
                </a:moveTo>
                <a:cubicBezTo>
                  <a:pt x="4993076" y="797811"/>
                  <a:pt x="4963362" y="850153"/>
                  <a:pt x="4960825" y="898164"/>
                </a:cubicBezTo>
                <a:cubicBezTo>
                  <a:pt x="4949592" y="893471"/>
                  <a:pt x="4937996" y="886612"/>
                  <a:pt x="4926763" y="881920"/>
                </a:cubicBezTo>
                <a:cubicBezTo>
                  <a:pt x="4928937" y="866036"/>
                  <a:pt x="4940170" y="884446"/>
                  <a:pt x="4953940" y="881920"/>
                </a:cubicBezTo>
                <a:cubicBezTo>
                  <a:pt x="4956477" y="829577"/>
                  <a:pt x="4960825" y="793118"/>
                  <a:pt x="4977132" y="758825"/>
                </a:cubicBezTo>
                <a:close/>
                <a:moveTo>
                  <a:pt x="5566847" y="755786"/>
                </a:moveTo>
                <a:lnTo>
                  <a:pt x="5566444" y="757378"/>
                </a:lnTo>
                <a:cubicBezTo>
                  <a:pt x="5565707" y="760284"/>
                  <a:pt x="5564697" y="764269"/>
                  <a:pt x="5563350" y="769583"/>
                </a:cubicBezTo>
                <a:cubicBezTo>
                  <a:pt x="5563350" y="769583"/>
                  <a:pt x="5564023" y="766926"/>
                  <a:pt x="5564865" y="763605"/>
                </a:cubicBezTo>
                <a:close/>
                <a:moveTo>
                  <a:pt x="5505231" y="755650"/>
                </a:moveTo>
                <a:cubicBezTo>
                  <a:pt x="5518550" y="759994"/>
                  <a:pt x="5505231" y="769046"/>
                  <a:pt x="5500675" y="775925"/>
                </a:cubicBezTo>
                <a:cubicBezTo>
                  <a:pt x="5491913" y="769046"/>
                  <a:pt x="5507334" y="762167"/>
                  <a:pt x="5505231" y="755650"/>
                </a:cubicBezTo>
                <a:close/>
                <a:moveTo>
                  <a:pt x="5567896" y="751650"/>
                </a:moveTo>
                <a:cubicBezTo>
                  <a:pt x="5568401" y="749657"/>
                  <a:pt x="5568064" y="750986"/>
                  <a:pt x="5567391" y="753642"/>
                </a:cubicBezTo>
                <a:lnTo>
                  <a:pt x="5566847" y="755786"/>
                </a:lnTo>
                <a:close/>
                <a:moveTo>
                  <a:pt x="5418991" y="747712"/>
                </a:moveTo>
                <a:cubicBezTo>
                  <a:pt x="5434413" y="763656"/>
                  <a:pt x="5407775" y="786485"/>
                  <a:pt x="5431959" y="800255"/>
                </a:cubicBezTo>
                <a:cubicBezTo>
                  <a:pt x="5427753" y="814024"/>
                  <a:pt x="5416537" y="798080"/>
                  <a:pt x="5414434" y="807139"/>
                </a:cubicBezTo>
                <a:cubicBezTo>
                  <a:pt x="5412331" y="798080"/>
                  <a:pt x="5414434" y="772715"/>
                  <a:pt x="5418991" y="747712"/>
                </a:cubicBezTo>
                <a:close/>
                <a:moveTo>
                  <a:pt x="5720277" y="746273"/>
                </a:moveTo>
                <a:cubicBezTo>
                  <a:pt x="5724668" y="748043"/>
                  <a:pt x="5725476" y="763851"/>
                  <a:pt x="5739204" y="757237"/>
                </a:cubicBezTo>
                <a:lnTo>
                  <a:pt x="5736692" y="772759"/>
                </a:lnTo>
                <a:cubicBezTo>
                  <a:pt x="5716234" y="761470"/>
                  <a:pt x="5698288" y="772759"/>
                  <a:pt x="5698288" y="750534"/>
                </a:cubicBezTo>
                <a:cubicBezTo>
                  <a:pt x="5698288" y="757237"/>
                  <a:pt x="5727719" y="759353"/>
                  <a:pt x="5714080" y="750534"/>
                </a:cubicBezTo>
                <a:cubicBezTo>
                  <a:pt x="5716951" y="746653"/>
                  <a:pt x="5718813" y="745683"/>
                  <a:pt x="5720277" y="746273"/>
                </a:cubicBezTo>
                <a:close/>
                <a:moveTo>
                  <a:pt x="4752138" y="741362"/>
                </a:moveTo>
                <a:cubicBezTo>
                  <a:pt x="4776321" y="741362"/>
                  <a:pt x="4778775" y="759509"/>
                  <a:pt x="4760900" y="761644"/>
                </a:cubicBezTo>
                <a:cubicBezTo>
                  <a:pt x="4770013" y="743853"/>
                  <a:pt x="4760900" y="752748"/>
                  <a:pt x="4752138" y="741362"/>
                </a:cubicBezTo>
                <a:close/>
                <a:moveTo>
                  <a:pt x="4565350" y="740419"/>
                </a:moveTo>
                <a:cubicBezTo>
                  <a:pt x="4589793" y="743024"/>
                  <a:pt x="4563225" y="750093"/>
                  <a:pt x="4574206" y="754930"/>
                </a:cubicBezTo>
                <a:cubicBezTo>
                  <a:pt x="4599003" y="738187"/>
                  <a:pt x="4578812" y="745256"/>
                  <a:pt x="4605734" y="757163"/>
                </a:cubicBezTo>
                <a:cubicBezTo>
                  <a:pt x="4596524" y="761628"/>
                  <a:pt x="4583062" y="761628"/>
                  <a:pt x="4567476" y="759395"/>
                </a:cubicBezTo>
                <a:cubicBezTo>
                  <a:pt x="4563225" y="757163"/>
                  <a:pt x="4565350" y="750093"/>
                  <a:pt x="4565350" y="740419"/>
                </a:cubicBezTo>
                <a:close/>
                <a:moveTo>
                  <a:pt x="5475408" y="738187"/>
                </a:moveTo>
                <a:cubicBezTo>
                  <a:pt x="5486794" y="742813"/>
                  <a:pt x="5473273" y="751708"/>
                  <a:pt x="5473273" y="758469"/>
                </a:cubicBezTo>
                <a:cubicBezTo>
                  <a:pt x="5466513" y="751708"/>
                  <a:pt x="5466513" y="744947"/>
                  <a:pt x="5475408" y="738187"/>
                </a:cubicBezTo>
                <a:close/>
                <a:moveTo>
                  <a:pt x="4810094" y="736600"/>
                </a:moveTo>
                <a:cubicBezTo>
                  <a:pt x="4843858" y="736600"/>
                  <a:pt x="4816846" y="748054"/>
                  <a:pt x="4826087" y="761299"/>
                </a:cubicBezTo>
                <a:cubicBezTo>
                  <a:pt x="4814714" y="763805"/>
                  <a:pt x="4807961" y="768100"/>
                  <a:pt x="4799076" y="772754"/>
                </a:cubicBezTo>
                <a:cubicBezTo>
                  <a:pt x="4796588" y="765953"/>
                  <a:pt x="4807961" y="754856"/>
                  <a:pt x="4810094" y="736600"/>
                </a:cubicBezTo>
                <a:close/>
                <a:moveTo>
                  <a:pt x="4661870" y="734511"/>
                </a:moveTo>
                <a:cubicBezTo>
                  <a:pt x="4665917" y="733659"/>
                  <a:pt x="4669373" y="733659"/>
                  <a:pt x="4672829" y="737067"/>
                </a:cubicBezTo>
                <a:cubicBezTo>
                  <a:pt x="4675012" y="743885"/>
                  <a:pt x="4670646" y="748549"/>
                  <a:pt x="4656822" y="743885"/>
                </a:cubicBezTo>
                <a:cubicBezTo>
                  <a:pt x="4681924" y="755367"/>
                  <a:pt x="4659005" y="773308"/>
                  <a:pt x="4654275" y="782278"/>
                </a:cubicBezTo>
                <a:cubicBezTo>
                  <a:pt x="4647363" y="764337"/>
                  <a:pt x="4652092" y="757520"/>
                  <a:pt x="4647363" y="737067"/>
                </a:cubicBezTo>
                <a:cubicBezTo>
                  <a:pt x="4653184" y="737067"/>
                  <a:pt x="4657822" y="735363"/>
                  <a:pt x="4661870" y="734511"/>
                </a:cubicBezTo>
                <a:close/>
                <a:moveTo>
                  <a:pt x="5383605" y="725487"/>
                </a:moveTo>
                <a:cubicBezTo>
                  <a:pt x="5370011" y="748553"/>
                  <a:pt x="5381101" y="761888"/>
                  <a:pt x="5374304" y="791801"/>
                </a:cubicBezTo>
                <a:cubicBezTo>
                  <a:pt x="5358563" y="778106"/>
                  <a:pt x="5365360" y="743867"/>
                  <a:pt x="5383605" y="725487"/>
                </a:cubicBezTo>
                <a:close/>
                <a:moveTo>
                  <a:pt x="4737369" y="725487"/>
                </a:moveTo>
                <a:cubicBezTo>
                  <a:pt x="4746287" y="730249"/>
                  <a:pt x="4764481" y="728051"/>
                  <a:pt x="4762341" y="737210"/>
                </a:cubicBezTo>
                <a:cubicBezTo>
                  <a:pt x="4753066" y="737210"/>
                  <a:pt x="4742007" y="735012"/>
                  <a:pt x="4739509" y="739408"/>
                </a:cubicBezTo>
                <a:cubicBezTo>
                  <a:pt x="4733088" y="739408"/>
                  <a:pt x="4737369" y="730249"/>
                  <a:pt x="4737369" y="725487"/>
                </a:cubicBezTo>
                <a:close/>
                <a:moveTo>
                  <a:pt x="4919213" y="715491"/>
                </a:moveTo>
                <a:cubicBezTo>
                  <a:pt x="4923063" y="714687"/>
                  <a:pt x="4927920" y="714709"/>
                  <a:pt x="4934215" y="715879"/>
                </a:cubicBezTo>
                <a:cubicBezTo>
                  <a:pt x="4931697" y="729556"/>
                  <a:pt x="4931697" y="743233"/>
                  <a:pt x="4940690" y="750071"/>
                </a:cubicBezTo>
                <a:cubicBezTo>
                  <a:pt x="4931697" y="756909"/>
                  <a:pt x="4918027" y="756909"/>
                  <a:pt x="4911192" y="765907"/>
                </a:cubicBezTo>
                <a:cubicBezTo>
                  <a:pt x="4904358" y="784263"/>
                  <a:pt x="4931697" y="802259"/>
                  <a:pt x="4904358" y="809098"/>
                </a:cubicBezTo>
                <a:cubicBezTo>
                  <a:pt x="4906876" y="815936"/>
                  <a:pt x="4911192" y="809098"/>
                  <a:pt x="4920545" y="811257"/>
                </a:cubicBezTo>
                <a:cubicBezTo>
                  <a:pt x="4897523" y="836452"/>
                  <a:pt x="4920545" y="861646"/>
                  <a:pt x="4900041" y="888640"/>
                </a:cubicBezTo>
                <a:cubicBezTo>
                  <a:pt x="4888530" y="877482"/>
                  <a:pt x="4895364" y="861646"/>
                  <a:pt x="4870543" y="854807"/>
                </a:cubicBezTo>
                <a:lnTo>
                  <a:pt x="4874983" y="831503"/>
                </a:lnTo>
                <a:lnTo>
                  <a:pt x="4869340" y="826326"/>
                </a:lnTo>
                <a:cubicBezTo>
                  <a:pt x="4867277" y="818295"/>
                  <a:pt x="4878054" y="807059"/>
                  <a:pt x="4874507" y="798512"/>
                </a:cubicBezTo>
                <a:cubicBezTo>
                  <a:pt x="4879145" y="800810"/>
                  <a:pt x="4882033" y="803245"/>
                  <a:pt x="4883648" y="805824"/>
                </a:cubicBezTo>
                <a:lnTo>
                  <a:pt x="4884387" y="809854"/>
                </a:lnTo>
                <a:lnTo>
                  <a:pt x="4887990" y="802889"/>
                </a:lnTo>
                <a:cubicBezTo>
                  <a:pt x="4895364" y="788672"/>
                  <a:pt x="4898782" y="776165"/>
                  <a:pt x="4881695" y="761228"/>
                </a:cubicBezTo>
                <a:cubicBezTo>
                  <a:pt x="4897523" y="772746"/>
                  <a:pt x="4897523" y="747911"/>
                  <a:pt x="4911192" y="743233"/>
                </a:cubicBezTo>
                <a:cubicBezTo>
                  <a:pt x="4909034" y="740713"/>
                  <a:pt x="4900041" y="740713"/>
                  <a:pt x="4900041" y="736394"/>
                </a:cubicBezTo>
                <a:cubicBezTo>
                  <a:pt x="4905167" y="727756"/>
                  <a:pt x="4907663" y="717903"/>
                  <a:pt x="4919213" y="715491"/>
                </a:cubicBezTo>
                <a:close/>
                <a:moveTo>
                  <a:pt x="4989116" y="695261"/>
                </a:moveTo>
                <a:cubicBezTo>
                  <a:pt x="4990263" y="699221"/>
                  <a:pt x="4989734" y="713817"/>
                  <a:pt x="4986382" y="736244"/>
                </a:cubicBezTo>
                <a:cubicBezTo>
                  <a:pt x="4961688" y="734108"/>
                  <a:pt x="4981796" y="720580"/>
                  <a:pt x="4981796" y="718088"/>
                </a:cubicBezTo>
                <a:cubicBezTo>
                  <a:pt x="4985147" y="697975"/>
                  <a:pt x="4987970" y="691300"/>
                  <a:pt x="4989116" y="695261"/>
                </a:cubicBezTo>
                <a:close/>
                <a:moveTo>
                  <a:pt x="5673366" y="691512"/>
                </a:moveTo>
                <a:cubicBezTo>
                  <a:pt x="5707454" y="688975"/>
                  <a:pt x="5671213" y="762200"/>
                  <a:pt x="5666548" y="780687"/>
                </a:cubicBezTo>
                <a:cubicBezTo>
                  <a:pt x="5655425" y="757850"/>
                  <a:pt x="5687001" y="721237"/>
                  <a:pt x="5673366" y="691512"/>
                </a:cubicBezTo>
                <a:close/>
                <a:moveTo>
                  <a:pt x="4814985" y="690428"/>
                </a:moveTo>
                <a:cubicBezTo>
                  <a:pt x="4837591" y="685800"/>
                  <a:pt x="4830773" y="708227"/>
                  <a:pt x="4823956" y="714990"/>
                </a:cubicBezTo>
                <a:cubicBezTo>
                  <a:pt x="4821803" y="723890"/>
                  <a:pt x="4839744" y="721754"/>
                  <a:pt x="4853379" y="721754"/>
                </a:cubicBezTo>
                <a:cubicBezTo>
                  <a:pt x="4844409" y="744181"/>
                  <a:pt x="4823956" y="717126"/>
                  <a:pt x="4806015" y="730653"/>
                </a:cubicBezTo>
                <a:cubicBezTo>
                  <a:pt x="4803503" y="728518"/>
                  <a:pt x="4808168" y="728518"/>
                  <a:pt x="4810321" y="728518"/>
                </a:cubicBezTo>
                <a:cubicBezTo>
                  <a:pt x="4814985" y="714990"/>
                  <a:pt x="4801350" y="703599"/>
                  <a:pt x="4814985" y="690428"/>
                </a:cubicBezTo>
                <a:close/>
                <a:moveTo>
                  <a:pt x="4922274" y="682625"/>
                </a:moveTo>
                <a:cubicBezTo>
                  <a:pt x="4924498" y="683251"/>
                  <a:pt x="4926032" y="685824"/>
                  <a:pt x="4926799" y="689331"/>
                </a:cubicBezTo>
                <a:lnTo>
                  <a:pt x="4926735" y="699482"/>
                </a:lnTo>
                <a:lnTo>
                  <a:pt x="4935925" y="700672"/>
                </a:lnTo>
                <a:cubicBezTo>
                  <a:pt x="4935380" y="703478"/>
                  <a:pt x="4933245" y="706013"/>
                  <a:pt x="4930417" y="707953"/>
                </a:cubicBezTo>
                <a:lnTo>
                  <a:pt x="4922684" y="710927"/>
                </a:lnTo>
                <a:lnTo>
                  <a:pt x="4921573" y="713482"/>
                </a:lnTo>
                <a:cubicBezTo>
                  <a:pt x="4918960" y="716676"/>
                  <a:pt x="4915424" y="718779"/>
                  <a:pt x="4910888" y="718779"/>
                </a:cubicBezTo>
                <a:lnTo>
                  <a:pt x="4913602" y="710160"/>
                </a:lnTo>
                <a:lnTo>
                  <a:pt x="4912314" y="709888"/>
                </a:lnTo>
                <a:cubicBezTo>
                  <a:pt x="4910304" y="708162"/>
                  <a:pt x="4909396" y="705198"/>
                  <a:pt x="4910486" y="700672"/>
                </a:cubicBezTo>
                <a:lnTo>
                  <a:pt x="4916844" y="699866"/>
                </a:lnTo>
                <a:close/>
                <a:moveTo>
                  <a:pt x="5638815" y="674687"/>
                </a:moveTo>
                <a:cubicBezTo>
                  <a:pt x="5638815" y="686196"/>
                  <a:pt x="5627834" y="681521"/>
                  <a:pt x="5625709" y="688354"/>
                </a:cubicBezTo>
                <a:cubicBezTo>
                  <a:pt x="5629960" y="702022"/>
                  <a:pt x="5641295" y="681521"/>
                  <a:pt x="5645546" y="695188"/>
                </a:cubicBezTo>
                <a:cubicBezTo>
                  <a:pt x="5632085" y="720365"/>
                  <a:pt x="5603038" y="674687"/>
                  <a:pt x="5638815" y="674687"/>
                </a:cubicBezTo>
                <a:close/>
                <a:moveTo>
                  <a:pt x="4666434" y="674687"/>
                </a:moveTo>
                <a:cubicBezTo>
                  <a:pt x="4696212" y="683994"/>
                  <a:pt x="4661713" y="692943"/>
                  <a:pt x="4671154" y="710842"/>
                </a:cubicBezTo>
                <a:cubicBezTo>
                  <a:pt x="4654813" y="708694"/>
                  <a:pt x="4671154" y="690795"/>
                  <a:pt x="4641013" y="695091"/>
                </a:cubicBezTo>
                <a:cubicBezTo>
                  <a:pt x="4654813" y="686142"/>
                  <a:pt x="4675512" y="692943"/>
                  <a:pt x="4666434" y="674687"/>
                </a:cubicBezTo>
                <a:close/>
                <a:moveTo>
                  <a:pt x="4852601" y="669925"/>
                </a:moveTo>
                <a:cubicBezTo>
                  <a:pt x="4881955" y="669925"/>
                  <a:pt x="4881955" y="669925"/>
                  <a:pt x="4881955" y="669925"/>
                </a:cubicBezTo>
                <a:cubicBezTo>
                  <a:pt x="4881955" y="674321"/>
                  <a:pt x="4845800" y="683845"/>
                  <a:pt x="4852601" y="669925"/>
                </a:cubicBezTo>
                <a:close/>
                <a:moveTo>
                  <a:pt x="4576651" y="669925"/>
                </a:moveTo>
                <a:cubicBezTo>
                  <a:pt x="4588262" y="672102"/>
                  <a:pt x="4574474" y="688068"/>
                  <a:pt x="4576651" y="694962"/>
                </a:cubicBezTo>
                <a:cubicBezTo>
                  <a:pt x="4563225" y="690608"/>
                  <a:pt x="4570119" y="678996"/>
                  <a:pt x="4576651" y="669925"/>
                </a:cubicBezTo>
                <a:close/>
                <a:moveTo>
                  <a:pt x="4948616" y="667844"/>
                </a:moveTo>
                <a:lnTo>
                  <a:pt x="4946383" y="681365"/>
                </a:lnTo>
                <a:cubicBezTo>
                  <a:pt x="4925175" y="683856"/>
                  <a:pt x="4927780" y="663575"/>
                  <a:pt x="4948616" y="667844"/>
                </a:cubicBezTo>
                <a:close/>
                <a:moveTo>
                  <a:pt x="4585147" y="627571"/>
                </a:moveTo>
                <a:cubicBezTo>
                  <a:pt x="4595086" y="629190"/>
                  <a:pt x="4602295" y="640840"/>
                  <a:pt x="4605735" y="646078"/>
                </a:cubicBezTo>
                <a:cubicBezTo>
                  <a:pt x="4599032" y="648284"/>
                  <a:pt x="4596563" y="653063"/>
                  <a:pt x="4594446" y="655269"/>
                </a:cubicBezTo>
                <a:cubicBezTo>
                  <a:pt x="4583157" y="650858"/>
                  <a:pt x="4594446" y="629903"/>
                  <a:pt x="4574338" y="629903"/>
                </a:cubicBezTo>
                <a:cubicBezTo>
                  <a:pt x="4578218" y="627605"/>
                  <a:pt x="4581834" y="627031"/>
                  <a:pt x="4585147" y="627571"/>
                </a:cubicBezTo>
                <a:close/>
                <a:moveTo>
                  <a:pt x="5522541" y="614362"/>
                </a:moveTo>
                <a:cubicBezTo>
                  <a:pt x="5529331" y="616516"/>
                  <a:pt x="5527187" y="621184"/>
                  <a:pt x="5531475" y="625493"/>
                </a:cubicBezTo>
                <a:cubicBezTo>
                  <a:pt x="5525042" y="634829"/>
                  <a:pt x="5518252" y="625493"/>
                  <a:pt x="5511461" y="630161"/>
                </a:cubicBezTo>
                <a:cubicBezTo>
                  <a:pt x="5527187" y="636984"/>
                  <a:pt x="5504671" y="650629"/>
                  <a:pt x="5518252" y="657451"/>
                </a:cubicBezTo>
                <a:cubicBezTo>
                  <a:pt x="5518252" y="652783"/>
                  <a:pt x="5525042" y="630161"/>
                  <a:pt x="5538266" y="639138"/>
                </a:cubicBezTo>
                <a:cubicBezTo>
                  <a:pt x="5527187" y="648115"/>
                  <a:pt x="5540768" y="671096"/>
                  <a:pt x="5515750" y="689050"/>
                </a:cubicBezTo>
                <a:cubicBezTo>
                  <a:pt x="5518252" y="695872"/>
                  <a:pt x="5529331" y="700540"/>
                  <a:pt x="5513606" y="709517"/>
                </a:cubicBezTo>
                <a:cubicBezTo>
                  <a:pt x="5520396" y="718494"/>
                  <a:pt x="5533977" y="725317"/>
                  <a:pt x="5529331" y="734653"/>
                </a:cubicBezTo>
                <a:cubicBezTo>
                  <a:pt x="5506815" y="725317"/>
                  <a:pt x="5508960" y="721008"/>
                  <a:pt x="5495379" y="721008"/>
                </a:cubicBezTo>
                <a:cubicBezTo>
                  <a:pt x="5497880" y="709517"/>
                  <a:pt x="5513606" y="714185"/>
                  <a:pt x="5508960" y="707363"/>
                </a:cubicBezTo>
                <a:cubicBezTo>
                  <a:pt x="5504671" y="702695"/>
                  <a:pt x="5502169" y="709517"/>
                  <a:pt x="5497880" y="707363"/>
                </a:cubicBezTo>
                <a:cubicBezTo>
                  <a:pt x="5508960" y="702695"/>
                  <a:pt x="5511461" y="698386"/>
                  <a:pt x="5500025" y="691563"/>
                </a:cubicBezTo>
                <a:cubicBezTo>
                  <a:pt x="5513606" y="668582"/>
                  <a:pt x="5506815" y="648115"/>
                  <a:pt x="5508960" y="628007"/>
                </a:cubicBezTo>
                <a:cubicBezTo>
                  <a:pt x="5472863" y="614362"/>
                  <a:pt x="5522541" y="634829"/>
                  <a:pt x="5522541" y="614362"/>
                </a:cubicBezTo>
                <a:close/>
                <a:moveTo>
                  <a:pt x="4968188" y="609600"/>
                </a:moveTo>
                <a:cubicBezTo>
                  <a:pt x="4972900" y="616401"/>
                  <a:pt x="4975075" y="625350"/>
                  <a:pt x="4981963" y="630004"/>
                </a:cubicBezTo>
                <a:cubicBezTo>
                  <a:pt x="4966013" y="627856"/>
                  <a:pt x="4950063" y="638953"/>
                  <a:pt x="4952238" y="625350"/>
                </a:cubicBezTo>
                <a:cubicBezTo>
                  <a:pt x="4938463" y="627856"/>
                  <a:pt x="4945350" y="632151"/>
                  <a:pt x="4945350" y="636805"/>
                </a:cubicBezTo>
                <a:cubicBezTo>
                  <a:pt x="4940638" y="645754"/>
                  <a:pt x="4945350" y="627856"/>
                  <a:pt x="4936288" y="630004"/>
                </a:cubicBezTo>
                <a:cubicBezTo>
                  <a:pt x="4938463" y="625350"/>
                  <a:pt x="4945350" y="623202"/>
                  <a:pt x="4943175" y="616401"/>
                </a:cubicBezTo>
                <a:cubicBezTo>
                  <a:pt x="4954413" y="618549"/>
                  <a:pt x="4970725" y="621054"/>
                  <a:pt x="4968188" y="609600"/>
                </a:cubicBezTo>
                <a:close/>
                <a:moveTo>
                  <a:pt x="5538397" y="601662"/>
                </a:moveTo>
                <a:cubicBezTo>
                  <a:pt x="5549845" y="601662"/>
                  <a:pt x="5549845" y="601662"/>
                  <a:pt x="5549845" y="601662"/>
                </a:cubicBezTo>
                <a:cubicBezTo>
                  <a:pt x="5551992" y="606248"/>
                  <a:pt x="5554496" y="610481"/>
                  <a:pt x="5554496" y="617184"/>
                </a:cubicBezTo>
                <a:cubicBezTo>
                  <a:pt x="5531600" y="612951"/>
                  <a:pt x="5556642" y="633059"/>
                  <a:pt x="5540901" y="639409"/>
                </a:cubicBezTo>
                <a:cubicBezTo>
                  <a:pt x="5534104" y="630590"/>
                  <a:pt x="5534104" y="606248"/>
                  <a:pt x="5538397" y="601662"/>
                </a:cubicBezTo>
                <a:close/>
                <a:moveTo>
                  <a:pt x="5493277" y="595312"/>
                </a:moveTo>
                <a:cubicBezTo>
                  <a:pt x="5507416" y="595312"/>
                  <a:pt x="5502579" y="615290"/>
                  <a:pt x="5495509" y="621949"/>
                </a:cubicBezTo>
                <a:cubicBezTo>
                  <a:pt x="5483975" y="619846"/>
                  <a:pt x="5495509" y="601971"/>
                  <a:pt x="5493277" y="595312"/>
                </a:cubicBezTo>
                <a:close/>
                <a:moveTo>
                  <a:pt x="5656926" y="587948"/>
                </a:moveTo>
                <a:cubicBezTo>
                  <a:pt x="5688860" y="587948"/>
                  <a:pt x="5688860" y="587948"/>
                  <a:pt x="5688860" y="587948"/>
                </a:cubicBezTo>
                <a:cubicBezTo>
                  <a:pt x="5693166" y="592631"/>
                  <a:pt x="5693166" y="599476"/>
                  <a:pt x="5691013" y="610643"/>
                </a:cubicBezTo>
                <a:cubicBezTo>
                  <a:pt x="5682043" y="606321"/>
                  <a:pt x="5691013" y="585787"/>
                  <a:pt x="5665896" y="592631"/>
                </a:cubicBezTo>
                <a:cubicBezTo>
                  <a:pt x="5688860" y="633699"/>
                  <a:pt x="5641138" y="642705"/>
                  <a:pt x="5675225" y="670083"/>
                </a:cubicBezTo>
                <a:cubicBezTo>
                  <a:pt x="5670561" y="670083"/>
                  <a:pt x="5670561" y="676928"/>
                  <a:pt x="5668408" y="679090"/>
                </a:cubicBezTo>
                <a:cubicBezTo>
                  <a:pt x="5663743" y="676928"/>
                  <a:pt x="5656926" y="674406"/>
                  <a:pt x="5647955" y="674406"/>
                </a:cubicBezTo>
                <a:cubicBezTo>
                  <a:pt x="5645444" y="633699"/>
                  <a:pt x="5659079" y="631177"/>
                  <a:pt x="5656926" y="587948"/>
                </a:cubicBezTo>
                <a:close/>
                <a:moveTo>
                  <a:pt x="5621403" y="584200"/>
                </a:moveTo>
                <a:cubicBezTo>
                  <a:pt x="5639301" y="600130"/>
                  <a:pt x="5619255" y="622940"/>
                  <a:pt x="5637154" y="641043"/>
                </a:cubicBezTo>
                <a:cubicBezTo>
                  <a:pt x="5612454" y="641043"/>
                  <a:pt x="5643955" y="650457"/>
                  <a:pt x="5635006" y="666388"/>
                </a:cubicBezTo>
                <a:cubicBezTo>
                  <a:pt x="5609948" y="657336"/>
                  <a:pt x="5623551" y="629819"/>
                  <a:pt x="5607800" y="607010"/>
                </a:cubicBezTo>
                <a:cubicBezTo>
                  <a:pt x="5632500" y="609182"/>
                  <a:pt x="5607800" y="588544"/>
                  <a:pt x="5621403" y="584200"/>
                </a:cubicBezTo>
                <a:close/>
                <a:moveTo>
                  <a:pt x="5588477" y="569912"/>
                </a:moveTo>
                <a:cubicBezTo>
                  <a:pt x="5594881" y="578861"/>
                  <a:pt x="5599507" y="599265"/>
                  <a:pt x="5590611" y="606067"/>
                </a:cubicBezTo>
                <a:cubicBezTo>
                  <a:pt x="5585986" y="599265"/>
                  <a:pt x="5579225" y="578861"/>
                  <a:pt x="5588477" y="569912"/>
                </a:cubicBezTo>
                <a:close/>
                <a:moveTo>
                  <a:pt x="4951653" y="556883"/>
                </a:moveTo>
                <a:cubicBezTo>
                  <a:pt x="4953728" y="559735"/>
                  <a:pt x="4951619" y="571144"/>
                  <a:pt x="4948081" y="571144"/>
                </a:cubicBezTo>
                <a:cubicBezTo>
                  <a:pt x="4929938" y="568653"/>
                  <a:pt x="4952798" y="566518"/>
                  <a:pt x="4948081" y="557622"/>
                </a:cubicBezTo>
                <a:cubicBezTo>
                  <a:pt x="4949804" y="555932"/>
                  <a:pt x="4950961" y="555932"/>
                  <a:pt x="4951653" y="556883"/>
                </a:cubicBezTo>
                <a:close/>
                <a:moveTo>
                  <a:pt x="4985997" y="554037"/>
                </a:moveTo>
                <a:cubicBezTo>
                  <a:pt x="4992594" y="556518"/>
                  <a:pt x="4988080" y="563254"/>
                  <a:pt x="4994678" y="563254"/>
                </a:cubicBezTo>
                <a:cubicBezTo>
                  <a:pt x="4985997" y="565381"/>
                  <a:pt x="4992594" y="590195"/>
                  <a:pt x="4983913" y="585587"/>
                </a:cubicBezTo>
                <a:cubicBezTo>
                  <a:pt x="4985997" y="576724"/>
                  <a:pt x="4985997" y="565381"/>
                  <a:pt x="4985997" y="554037"/>
                </a:cubicBezTo>
                <a:close/>
                <a:moveTo>
                  <a:pt x="5008960" y="546005"/>
                </a:moveTo>
                <a:lnTo>
                  <a:pt x="5008960" y="566473"/>
                </a:lnTo>
                <a:cubicBezTo>
                  <a:pt x="4993438" y="571141"/>
                  <a:pt x="4993438" y="541337"/>
                  <a:pt x="5008960" y="546005"/>
                </a:cubicBezTo>
                <a:close/>
                <a:moveTo>
                  <a:pt x="5586238" y="537135"/>
                </a:moveTo>
                <a:cubicBezTo>
                  <a:pt x="5613788" y="534987"/>
                  <a:pt x="5595300" y="564340"/>
                  <a:pt x="5584063" y="571142"/>
                </a:cubicBezTo>
                <a:cubicBezTo>
                  <a:pt x="5568113" y="564340"/>
                  <a:pt x="5590950" y="550737"/>
                  <a:pt x="5586238" y="537135"/>
                </a:cubicBezTo>
                <a:close/>
                <a:moveTo>
                  <a:pt x="4939191" y="535561"/>
                </a:moveTo>
                <a:cubicBezTo>
                  <a:pt x="4950621" y="535869"/>
                  <a:pt x="4963230" y="539221"/>
                  <a:pt x="4964500" y="543630"/>
                </a:cubicBezTo>
                <a:cubicBezTo>
                  <a:pt x="4920957" y="545747"/>
                  <a:pt x="4920957" y="545747"/>
                  <a:pt x="4920957" y="545747"/>
                </a:cubicBezTo>
                <a:cubicBezTo>
                  <a:pt x="4917510" y="537986"/>
                  <a:pt x="4927761" y="535252"/>
                  <a:pt x="4939191" y="535561"/>
                </a:cubicBezTo>
                <a:close/>
                <a:moveTo>
                  <a:pt x="4882812" y="527050"/>
                </a:moveTo>
                <a:cubicBezTo>
                  <a:pt x="4901006" y="529282"/>
                  <a:pt x="4889591" y="540816"/>
                  <a:pt x="4887450" y="550490"/>
                </a:cubicBezTo>
                <a:cubicBezTo>
                  <a:pt x="4869613" y="547885"/>
                  <a:pt x="4887450" y="540816"/>
                  <a:pt x="4882812" y="527050"/>
                </a:cubicBezTo>
                <a:close/>
                <a:moveTo>
                  <a:pt x="5366922" y="525462"/>
                </a:moveTo>
                <a:cubicBezTo>
                  <a:pt x="5378828" y="545842"/>
                  <a:pt x="5373991" y="575161"/>
                  <a:pt x="5371759" y="604479"/>
                </a:cubicBezTo>
                <a:cubicBezTo>
                  <a:pt x="5355388" y="604479"/>
                  <a:pt x="5355388" y="604479"/>
                  <a:pt x="5355388" y="604479"/>
                </a:cubicBezTo>
                <a:cubicBezTo>
                  <a:pt x="5366922" y="579809"/>
                  <a:pt x="5357620" y="545842"/>
                  <a:pt x="5366922" y="525462"/>
                </a:cubicBezTo>
                <a:close/>
                <a:moveTo>
                  <a:pt x="4874188" y="511175"/>
                </a:moveTo>
                <a:cubicBezTo>
                  <a:pt x="4883526" y="520482"/>
                  <a:pt x="4876429" y="543033"/>
                  <a:pt x="4864850" y="547329"/>
                </a:cubicBezTo>
                <a:cubicBezTo>
                  <a:pt x="4867091" y="540528"/>
                  <a:pt x="4869706" y="524777"/>
                  <a:pt x="4874188" y="511175"/>
                </a:cubicBezTo>
                <a:close/>
                <a:moveTo>
                  <a:pt x="5688763" y="490537"/>
                </a:moveTo>
                <a:cubicBezTo>
                  <a:pt x="5693117" y="495205"/>
                  <a:pt x="5702189" y="495205"/>
                  <a:pt x="5711623" y="495205"/>
                </a:cubicBezTo>
                <a:cubicBezTo>
                  <a:pt x="5713800" y="508850"/>
                  <a:pt x="5702189" y="508850"/>
                  <a:pt x="5697834" y="520341"/>
                </a:cubicBezTo>
                <a:cubicBezTo>
                  <a:pt x="5688763" y="515673"/>
                  <a:pt x="5688763" y="504182"/>
                  <a:pt x="5688763" y="490537"/>
                </a:cubicBezTo>
                <a:close/>
                <a:moveTo>
                  <a:pt x="4944931" y="460375"/>
                </a:moveTo>
                <a:cubicBezTo>
                  <a:pt x="4947047" y="473780"/>
                  <a:pt x="4918119" y="475897"/>
                  <a:pt x="4909300" y="469547"/>
                </a:cubicBezTo>
                <a:cubicBezTo>
                  <a:pt x="4913886" y="462844"/>
                  <a:pt x="4936111" y="464961"/>
                  <a:pt x="4944931" y="460375"/>
                </a:cubicBezTo>
                <a:close/>
                <a:moveTo>
                  <a:pt x="5663010" y="458787"/>
                </a:moveTo>
                <a:cubicBezTo>
                  <a:pt x="5674299" y="470398"/>
                  <a:pt x="5685235" y="488541"/>
                  <a:pt x="5676416" y="504507"/>
                </a:cubicBezTo>
                <a:cubicBezTo>
                  <a:pt x="5654191" y="509224"/>
                  <a:pt x="5671830" y="472575"/>
                  <a:pt x="5647488" y="476930"/>
                </a:cubicBezTo>
                <a:cubicBezTo>
                  <a:pt x="5647488" y="472575"/>
                  <a:pt x="5654191" y="474752"/>
                  <a:pt x="5658424" y="472575"/>
                </a:cubicBezTo>
                <a:cubicBezTo>
                  <a:pt x="5665127" y="472575"/>
                  <a:pt x="5663010" y="463504"/>
                  <a:pt x="5663010" y="458787"/>
                </a:cubicBezTo>
                <a:close/>
                <a:moveTo>
                  <a:pt x="5126578" y="442912"/>
                </a:moveTo>
                <a:cubicBezTo>
                  <a:pt x="5128734" y="445037"/>
                  <a:pt x="5135564" y="445037"/>
                  <a:pt x="5142393" y="445037"/>
                </a:cubicBezTo>
                <a:cubicBezTo>
                  <a:pt x="5140236" y="456373"/>
                  <a:pt x="5147066" y="458498"/>
                  <a:pt x="5144550" y="469834"/>
                </a:cubicBezTo>
                <a:cubicBezTo>
                  <a:pt x="5135564" y="467354"/>
                  <a:pt x="5119749" y="474085"/>
                  <a:pt x="5128734" y="476210"/>
                </a:cubicBezTo>
                <a:cubicBezTo>
                  <a:pt x="5124062" y="482941"/>
                  <a:pt x="5110403" y="467354"/>
                  <a:pt x="5112919" y="485421"/>
                </a:cubicBezTo>
                <a:cubicBezTo>
                  <a:pt x="5099261" y="485421"/>
                  <a:pt x="5108247" y="469834"/>
                  <a:pt x="5090275" y="471959"/>
                </a:cubicBezTo>
                <a:cubicBezTo>
                  <a:pt x="5112919" y="463103"/>
                  <a:pt x="5117233" y="458498"/>
                  <a:pt x="5126578" y="442912"/>
                </a:cubicBezTo>
                <a:close/>
                <a:moveTo>
                  <a:pt x="4949781" y="415925"/>
                </a:moveTo>
                <a:cubicBezTo>
                  <a:pt x="4967680" y="415925"/>
                  <a:pt x="4951929" y="429330"/>
                  <a:pt x="4945128" y="431447"/>
                </a:cubicBezTo>
                <a:cubicBezTo>
                  <a:pt x="4931525" y="427214"/>
                  <a:pt x="4954077" y="424744"/>
                  <a:pt x="4949781" y="415925"/>
                </a:cubicBezTo>
                <a:close/>
                <a:moveTo>
                  <a:pt x="5127012" y="388937"/>
                </a:moveTo>
                <a:cubicBezTo>
                  <a:pt x="5135955" y="395842"/>
                  <a:pt x="5135955" y="402746"/>
                  <a:pt x="5131305" y="414375"/>
                </a:cubicBezTo>
                <a:cubicBezTo>
                  <a:pt x="5110913" y="418736"/>
                  <a:pt x="5122361" y="393661"/>
                  <a:pt x="5127012" y="388937"/>
                </a:cubicBezTo>
                <a:close/>
                <a:moveTo>
                  <a:pt x="5651721" y="344487"/>
                </a:moveTo>
                <a:cubicBezTo>
                  <a:pt x="5658424" y="346622"/>
                  <a:pt x="5663010" y="358008"/>
                  <a:pt x="5656307" y="364769"/>
                </a:cubicBezTo>
                <a:cubicBezTo>
                  <a:pt x="5647488" y="362634"/>
                  <a:pt x="5654191" y="349113"/>
                  <a:pt x="5651721" y="344487"/>
                </a:cubicBezTo>
                <a:close/>
                <a:moveTo>
                  <a:pt x="4897825" y="325437"/>
                </a:moveTo>
                <a:cubicBezTo>
                  <a:pt x="4897825" y="335111"/>
                  <a:pt x="4888739" y="339576"/>
                  <a:pt x="4893464" y="348878"/>
                </a:cubicBezTo>
                <a:cubicBezTo>
                  <a:pt x="4877110" y="337343"/>
                  <a:pt x="4868025" y="337343"/>
                  <a:pt x="4897825" y="325437"/>
                </a:cubicBezTo>
                <a:close/>
                <a:moveTo>
                  <a:pt x="5705420" y="287933"/>
                </a:moveTo>
                <a:cubicBezTo>
                  <a:pt x="5707567" y="294845"/>
                  <a:pt x="5700769" y="297028"/>
                  <a:pt x="5700769" y="303940"/>
                </a:cubicBezTo>
                <a:cubicBezTo>
                  <a:pt x="5709713" y="301757"/>
                  <a:pt x="5709713" y="306486"/>
                  <a:pt x="5712217" y="310852"/>
                </a:cubicBezTo>
                <a:cubicBezTo>
                  <a:pt x="5693972" y="320311"/>
                  <a:pt x="5687175" y="285750"/>
                  <a:pt x="5705420" y="287933"/>
                </a:cubicBezTo>
                <a:close/>
                <a:moveTo>
                  <a:pt x="4972903" y="284162"/>
                </a:moveTo>
                <a:cubicBezTo>
                  <a:pt x="4988325" y="290984"/>
                  <a:pt x="4975006" y="307143"/>
                  <a:pt x="4970800" y="313966"/>
                </a:cubicBezTo>
                <a:cubicBezTo>
                  <a:pt x="4961688" y="309298"/>
                  <a:pt x="4977460" y="295652"/>
                  <a:pt x="4972903" y="284162"/>
                </a:cubicBezTo>
                <a:close/>
                <a:moveTo>
                  <a:pt x="5561763" y="279400"/>
                </a:moveTo>
                <a:cubicBezTo>
                  <a:pt x="5575684" y="279400"/>
                  <a:pt x="5573119" y="292956"/>
                  <a:pt x="5573119" y="306512"/>
                </a:cubicBezTo>
                <a:cubicBezTo>
                  <a:pt x="5552238" y="310793"/>
                  <a:pt x="5554802" y="288318"/>
                  <a:pt x="5561763" y="279400"/>
                </a:cubicBezTo>
                <a:close/>
                <a:moveTo>
                  <a:pt x="5562135" y="228600"/>
                </a:moveTo>
                <a:cubicBezTo>
                  <a:pt x="5591566" y="235401"/>
                  <a:pt x="5562135" y="251151"/>
                  <a:pt x="5573262" y="264754"/>
                </a:cubicBezTo>
                <a:cubicBezTo>
                  <a:pt x="5557469" y="264754"/>
                  <a:pt x="5557469" y="264754"/>
                  <a:pt x="5557469" y="264754"/>
                </a:cubicBezTo>
                <a:cubicBezTo>
                  <a:pt x="5559623" y="255805"/>
                  <a:pt x="5550650" y="232895"/>
                  <a:pt x="5562135" y="228600"/>
                </a:cubicBezTo>
                <a:close/>
                <a:moveTo>
                  <a:pt x="5634066" y="226545"/>
                </a:moveTo>
                <a:cubicBezTo>
                  <a:pt x="5644931" y="222250"/>
                  <a:pt x="5642828" y="244801"/>
                  <a:pt x="5649488" y="235852"/>
                </a:cubicBezTo>
                <a:cubicBezTo>
                  <a:pt x="5658250" y="235852"/>
                  <a:pt x="5651590" y="251603"/>
                  <a:pt x="5654044" y="258404"/>
                </a:cubicBezTo>
                <a:cubicBezTo>
                  <a:pt x="5647385" y="253750"/>
                  <a:pt x="5647385" y="244801"/>
                  <a:pt x="5634066" y="244801"/>
                </a:cubicBezTo>
                <a:cubicBezTo>
                  <a:pt x="5642828" y="238000"/>
                  <a:pt x="5631613" y="235852"/>
                  <a:pt x="5634066" y="226545"/>
                </a:cubicBezTo>
                <a:close/>
                <a:moveTo>
                  <a:pt x="4993301" y="220662"/>
                </a:moveTo>
                <a:cubicBezTo>
                  <a:pt x="5002196" y="227484"/>
                  <a:pt x="5008957" y="241130"/>
                  <a:pt x="5000061" y="250466"/>
                </a:cubicBezTo>
                <a:cubicBezTo>
                  <a:pt x="4988675" y="247952"/>
                  <a:pt x="5000061" y="234307"/>
                  <a:pt x="4993301" y="220662"/>
                </a:cubicBezTo>
                <a:close/>
                <a:moveTo>
                  <a:pt x="5682060" y="215900"/>
                </a:moveTo>
                <a:cubicBezTo>
                  <a:pt x="5677474" y="238459"/>
                  <a:pt x="5677474" y="270328"/>
                  <a:pt x="5679591" y="310792"/>
                </a:cubicBezTo>
                <a:cubicBezTo>
                  <a:pt x="5675357" y="308643"/>
                  <a:pt x="5650663" y="224852"/>
                  <a:pt x="5682060" y="215900"/>
                </a:cubicBezTo>
                <a:close/>
                <a:moveTo>
                  <a:pt x="4653581" y="210719"/>
                </a:moveTo>
                <a:cubicBezTo>
                  <a:pt x="4671648" y="206375"/>
                  <a:pt x="4662792" y="224477"/>
                  <a:pt x="4685109" y="215426"/>
                </a:cubicBezTo>
                <a:cubicBezTo>
                  <a:pt x="4680504" y="222305"/>
                  <a:pt x="4671648" y="226650"/>
                  <a:pt x="4660312" y="226650"/>
                </a:cubicBezTo>
                <a:cubicBezTo>
                  <a:pt x="4653581" y="222305"/>
                  <a:pt x="4642600" y="219771"/>
                  <a:pt x="4653581" y="210719"/>
                </a:cubicBezTo>
                <a:close/>
                <a:moveTo>
                  <a:pt x="6080169" y="208429"/>
                </a:moveTo>
                <a:cubicBezTo>
                  <a:pt x="6084403" y="201612"/>
                  <a:pt x="6093222" y="251488"/>
                  <a:pt x="6077700" y="253641"/>
                </a:cubicBezTo>
                <a:cubicBezTo>
                  <a:pt x="6080169" y="242517"/>
                  <a:pt x="6080169" y="228882"/>
                  <a:pt x="6080169" y="208429"/>
                </a:cubicBezTo>
                <a:close/>
                <a:moveTo>
                  <a:pt x="4995025" y="207351"/>
                </a:moveTo>
                <a:cubicBezTo>
                  <a:pt x="5008947" y="204787"/>
                  <a:pt x="5006748" y="213945"/>
                  <a:pt x="5008947" y="223470"/>
                </a:cubicBezTo>
                <a:cubicBezTo>
                  <a:pt x="5001986" y="218708"/>
                  <a:pt x="4997590" y="213945"/>
                  <a:pt x="4995025" y="207351"/>
                </a:cubicBezTo>
                <a:close/>
                <a:moveTo>
                  <a:pt x="4975318" y="206090"/>
                </a:moveTo>
                <a:cubicBezTo>
                  <a:pt x="4976920" y="208988"/>
                  <a:pt x="4976783" y="220782"/>
                  <a:pt x="4981962" y="222669"/>
                </a:cubicBezTo>
                <a:cubicBezTo>
                  <a:pt x="4968152" y="222669"/>
                  <a:pt x="4968152" y="222669"/>
                  <a:pt x="4968152" y="222669"/>
                </a:cubicBezTo>
                <a:cubicBezTo>
                  <a:pt x="4965972" y="240641"/>
                  <a:pt x="4981962" y="240641"/>
                  <a:pt x="4979781" y="256815"/>
                </a:cubicBezTo>
                <a:cubicBezTo>
                  <a:pt x="4952163" y="249986"/>
                  <a:pt x="4965972" y="222669"/>
                  <a:pt x="4972877" y="206854"/>
                </a:cubicBezTo>
                <a:cubicBezTo>
                  <a:pt x="4974058" y="205147"/>
                  <a:pt x="4974785" y="205124"/>
                  <a:pt x="4975318" y="206090"/>
                </a:cubicBezTo>
                <a:close/>
                <a:moveTo>
                  <a:pt x="4832750" y="201612"/>
                </a:moveTo>
                <a:cubicBezTo>
                  <a:pt x="4830296" y="208573"/>
                  <a:pt x="4819431" y="212969"/>
                  <a:pt x="4808216" y="215533"/>
                </a:cubicBezTo>
                <a:cubicBezTo>
                  <a:pt x="4806113" y="206374"/>
                  <a:pt x="4819431" y="203810"/>
                  <a:pt x="4832750" y="201612"/>
                </a:cubicBezTo>
                <a:close/>
                <a:moveTo>
                  <a:pt x="4991010" y="186714"/>
                </a:moveTo>
                <a:cubicBezTo>
                  <a:pt x="5002589" y="184150"/>
                  <a:pt x="4998107" y="198071"/>
                  <a:pt x="5000348" y="205031"/>
                </a:cubicBezTo>
                <a:cubicBezTo>
                  <a:pt x="4983913" y="207595"/>
                  <a:pt x="4991010" y="191110"/>
                  <a:pt x="4991010" y="186714"/>
                </a:cubicBezTo>
                <a:close/>
                <a:moveTo>
                  <a:pt x="5745879" y="179387"/>
                </a:moveTo>
                <a:cubicBezTo>
                  <a:pt x="5775711" y="179387"/>
                  <a:pt x="5748062" y="190652"/>
                  <a:pt x="5752792" y="207006"/>
                </a:cubicBezTo>
                <a:cubicBezTo>
                  <a:pt x="5741150" y="209186"/>
                  <a:pt x="5750245" y="188472"/>
                  <a:pt x="5745879" y="179387"/>
                </a:cubicBezTo>
                <a:close/>
                <a:moveTo>
                  <a:pt x="5623675" y="163512"/>
                </a:moveTo>
                <a:cubicBezTo>
                  <a:pt x="5632834" y="165628"/>
                  <a:pt x="5637597" y="170215"/>
                  <a:pt x="5637597" y="179034"/>
                </a:cubicBezTo>
                <a:cubicBezTo>
                  <a:pt x="5628438" y="176565"/>
                  <a:pt x="5626240" y="172331"/>
                  <a:pt x="5623675" y="163512"/>
                </a:cubicBezTo>
                <a:close/>
                <a:moveTo>
                  <a:pt x="4896247" y="160747"/>
                </a:moveTo>
                <a:cubicBezTo>
                  <a:pt x="4894131" y="174269"/>
                  <a:pt x="4871906" y="167508"/>
                  <a:pt x="4858500" y="167508"/>
                </a:cubicBezTo>
                <a:cubicBezTo>
                  <a:pt x="4867319" y="153987"/>
                  <a:pt x="4882842" y="167508"/>
                  <a:pt x="4896247" y="160747"/>
                </a:cubicBezTo>
                <a:close/>
                <a:moveTo>
                  <a:pt x="5596286" y="157162"/>
                </a:moveTo>
                <a:cubicBezTo>
                  <a:pt x="5619544" y="166087"/>
                  <a:pt x="5612639" y="206785"/>
                  <a:pt x="5621725" y="231418"/>
                </a:cubicBezTo>
                <a:cubicBezTo>
                  <a:pt x="5591925" y="229276"/>
                  <a:pt x="5610095" y="177154"/>
                  <a:pt x="5596286" y="157162"/>
                </a:cubicBezTo>
                <a:close/>
                <a:moveTo>
                  <a:pt x="4958786" y="152400"/>
                </a:moveTo>
                <a:cubicBezTo>
                  <a:pt x="4967682" y="152400"/>
                  <a:pt x="4960921" y="165921"/>
                  <a:pt x="4965547" y="172681"/>
                </a:cubicBezTo>
                <a:cubicBezTo>
                  <a:pt x="4958786" y="165921"/>
                  <a:pt x="4947400" y="159160"/>
                  <a:pt x="4958786" y="152400"/>
                </a:cubicBezTo>
                <a:close/>
                <a:moveTo>
                  <a:pt x="4710863" y="125412"/>
                </a:moveTo>
                <a:cubicBezTo>
                  <a:pt x="4719958" y="130175"/>
                  <a:pt x="4745424" y="120650"/>
                  <a:pt x="4745424" y="134571"/>
                </a:cubicBezTo>
                <a:cubicBezTo>
                  <a:pt x="4731600" y="134571"/>
                  <a:pt x="4710863" y="139333"/>
                  <a:pt x="4710863" y="125412"/>
                </a:cubicBezTo>
                <a:close/>
                <a:moveTo>
                  <a:pt x="5644313" y="122237"/>
                </a:moveTo>
                <a:cubicBezTo>
                  <a:pt x="5656036" y="122237"/>
                  <a:pt x="5649075" y="136431"/>
                  <a:pt x="5662997" y="131575"/>
                </a:cubicBezTo>
                <a:cubicBezTo>
                  <a:pt x="5662997" y="133816"/>
                  <a:pt x="5660432" y="133816"/>
                  <a:pt x="5658234" y="133816"/>
                </a:cubicBezTo>
                <a:cubicBezTo>
                  <a:pt x="5658234" y="140913"/>
                  <a:pt x="5658234" y="140913"/>
                  <a:pt x="5658234" y="140913"/>
                </a:cubicBezTo>
                <a:cubicBezTo>
                  <a:pt x="5649075" y="138672"/>
                  <a:pt x="5646511" y="131575"/>
                  <a:pt x="5644313" y="122237"/>
                </a:cubicBezTo>
                <a:close/>
                <a:moveTo>
                  <a:pt x="6085387" y="106362"/>
                </a:moveTo>
                <a:cubicBezTo>
                  <a:pt x="6094787" y="115311"/>
                  <a:pt x="6090275" y="131062"/>
                  <a:pt x="6090275" y="142517"/>
                </a:cubicBezTo>
                <a:cubicBezTo>
                  <a:pt x="6080875" y="137863"/>
                  <a:pt x="6087643" y="117459"/>
                  <a:pt x="6085387" y="106362"/>
                </a:cubicBezTo>
                <a:close/>
                <a:moveTo>
                  <a:pt x="4654928" y="95250"/>
                </a:moveTo>
                <a:cubicBezTo>
                  <a:pt x="4645626" y="102162"/>
                  <a:pt x="4645626" y="115986"/>
                  <a:pt x="4647859" y="129811"/>
                </a:cubicBezTo>
                <a:cubicBezTo>
                  <a:pt x="4643394" y="129811"/>
                  <a:pt x="4638557" y="127264"/>
                  <a:pt x="4631488" y="129811"/>
                </a:cubicBezTo>
                <a:cubicBezTo>
                  <a:pt x="4640790" y="115986"/>
                  <a:pt x="4640790" y="113440"/>
                  <a:pt x="4633720" y="99979"/>
                </a:cubicBezTo>
                <a:cubicBezTo>
                  <a:pt x="4654928" y="95250"/>
                  <a:pt x="4654928" y="95250"/>
                  <a:pt x="4654928" y="95250"/>
                </a:cubicBezTo>
                <a:close/>
                <a:moveTo>
                  <a:pt x="5537070" y="42862"/>
                </a:moveTo>
                <a:cubicBezTo>
                  <a:pt x="5543975" y="42862"/>
                  <a:pt x="5543975" y="49171"/>
                  <a:pt x="5537070" y="51624"/>
                </a:cubicBezTo>
                <a:cubicBezTo>
                  <a:pt x="5539251" y="53727"/>
                  <a:pt x="5543975" y="58283"/>
                  <a:pt x="5548700" y="58283"/>
                </a:cubicBezTo>
                <a:cubicBezTo>
                  <a:pt x="5546156" y="64943"/>
                  <a:pt x="5537070" y="67046"/>
                  <a:pt x="5527985" y="69499"/>
                </a:cubicBezTo>
                <a:cubicBezTo>
                  <a:pt x="5518900" y="53727"/>
                  <a:pt x="5539251" y="53727"/>
                  <a:pt x="5537070" y="42862"/>
                </a:cubicBezTo>
                <a:close/>
                <a:moveTo>
                  <a:pt x="5664004" y="36512"/>
                </a:moveTo>
                <a:cubicBezTo>
                  <a:pt x="5666176" y="59431"/>
                  <a:pt x="5666176" y="59431"/>
                  <a:pt x="5666176" y="59431"/>
                </a:cubicBezTo>
                <a:cubicBezTo>
                  <a:pt x="5661831" y="57248"/>
                  <a:pt x="5657124" y="54702"/>
                  <a:pt x="5650245" y="57248"/>
                </a:cubicBezTo>
                <a:lnTo>
                  <a:pt x="5650245" y="71073"/>
                </a:lnTo>
                <a:cubicBezTo>
                  <a:pt x="5625263" y="71073"/>
                  <a:pt x="5652418" y="38695"/>
                  <a:pt x="5664004" y="36512"/>
                </a:cubicBezTo>
                <a:close/>
                <a:moveTo>
                  <a:pt x="5589727" y="33337"/>
                </a:moveTo>
                <a:cubicBezTo>
                  <a:pt x="5603282" y="51596"/>
                  <a:pt x="5603282" y="83103"/>
                  <a:pt x="5605847" y="117117"/>
                </a:cubicBezTo>
                <a:cubicBezTo>
                  <a:pt x="5591925" y="92412"/>
                  <a:pt x="5587163" y="69856"/>
                  <a:pt x="5589727" y="33337"/>
                </a:cubicBezTo>
                <a:close/>
                <a:moveTo>
                  <a:pt x="5217443" y="31750"/>
                </a:moveTo>
                <a:cubicBezTo>
                  <a:pt x="5219977" y="33933"/>
                  <a:pt x="5231201" y="31750"/>
                  <a:pt x="5231201" y="38662"/>
                </a:cubicBezTo>
                <a:cubicBezTo>
                  <a:pt x="5213098" y="40845"/>
                  <a:pt x="5199340" y="66311"/>
                  <a:pt x="5190288" y="49940"/>
                </a:cubicBezTo>
                <a:cubicBezTo>
                  <a:pt x="5194633" y="49940"/>
                  <a:pt x="5201512" y="49940"/>
                  <a:pt x="5208391" y="47757"/>
                </a:cubicBezTo>
                <a:cubicBezTo>
                  <a:pt x="5206219" y="36479"/>
                  <a:pt x="5206219" y="36479"/>
                  <a:pt x="5206219" y="36479"/>
                </a:cubicBezTo>
                <a:cubicBezTo>
                  <a:pt x="5210563" y="33933"/>
                  <a:pt x="5217443" y="33933"/>
                  <a:pt x="5217443" y="31750"/>
                </a:cubicBezTo>
                <a:close/>
                <a:moveTo>
                  <a:pt x="5677271" y="0"/>
                </a:moveTo>
                <a:cubicBezTo>
                  <a:pt x="5704283" y="20028"/>
                  <a:pt x="5677271" y="63305"/>
                  <a:pt x="5699662" y="90129"/>
                </a:cubicBezTo>
                <a:cubicBezTo>
                  <a:pt x="5657013" y="76538"/>
                  <a:pt x="5692909" y="36123"/>
                  <a:pt x="5677271" y="0"/>
                </a:cubicBezTo>
                <a:close/>
                <a:moveTo>
                  <a:pt x="5158538" y="0"/>
                </a:moveTo>
                <a:cubicBezTo>
                  <a:pt x="5163094" y="0"/>
                  <a:pt x="5160991" y="2140"/>
                  <a:pt x="5163094" y="4281"/>
                </a:cubicBezTo>
                <a:cubicBezTo>
                  <a:pt x="5171856" y="4281"/>
                  <a:pt x="5185175" y="15696"/>
                  <a:pt x="5185175" y="31393"/>
                </a:cubicBezTo>
                <a:cubicBezTo>
                  <a:pt x="5178515" y="17837"/>
                  <a:pt x="5160991" y="15696"/>
                  <a:pt x="5158538" y="0"/>
                </a:cubicBezTo>
                <a:close/>
              </a:path>
            </a:pathLst>
          </a:custGeom>
          <a:blipFill>
            <a:blip r:embed="rId2"/>
            <a:stretch>
              <a:fillRect/>
            </a:stretch>
          </a:blipFill>
          <a:ln>
            <a:noFill/>
          </a:ln>
          <a:effectLst/>
        </p:spPr>
        <p:txBody>
          <a:bodyPr wrap="square" anchor="ctr">
            <a:noAutofit/>
          </a:bodyPr>
          <a:lstStyle/>
          <a:p>
            <a:endParaRPr lang="en-US" dirty="0">
              <a:latin typeface="微软雅黑 Light" panose="020B0502040204020203" pitchFamily="34" charset="-122"/>
            </a:endParaRPr>
          </a:p>
        </p:txBody>
      </p:sp>
      <p:sp>
        <p:nvSpPr>
          <p:cNvPr id="7" name="TextBox 1214">
            <a:extLst>
              <a:ext uri="{FF2B5EF4-FFF2-40B4-BE49-F238E27FC236}">
                <a16:creationId xmlns:a16="http://schemas.microsoft.com/office/drawing/2014/main" id="{288788B3-79F6-4747-A76B-06C74A66C66D}"/>
              </a:ext>
            </a:extLst>
          </p:cNvPr>
          <p:cNvSpPr txBox="1"/>
          <p:nvPr/>
        </p:nvSpPr>
        <p:spPr>
          <a:xfrm>
            <a:off x="2302015" y="2629625"/>
            <a:ext cx="3262432" cy="830997"/>
          </a:xfrm>
          <a:prstGeom prst="rect">
            <a:avLst/>
          </a:prstGeom>
          <a:noFill/>
        </p:spPr>
        <p:txBody>
          <a:bodyPr wrap="none" rtlCol="0" anchor="ctr" anchorCtr="0">
            <a:spAutoFit/>
          </a:bodyPr>
          <a:lstStyle/>
          <a:p>
            <a:pPr algn="r"/>
            <a:r>
              <a:rPr lang="zh-CN" altLang="en-US" sz="4800" dirty="0">
                <a:latin typeface="微软雅黑" panose="020B0503020204020204" pitchFamily="34" charset="-122"/>
                <a:ea typeface="微软雅黑" panose="020B0503020204020204" pitchFamily="34" charset="-122"/>
                <a:cs typeface="Montserrat Semi" charset="0"/>
              </a:rPr>
              <a:t>点对点协议</a:t>
            </a:r>
            <a:endParaRPr lang="en-US" sz="4800" dirty="0">
              <a:latin typeface="微软雅黑" panose="020B0503020204020204" pitchFamily="34" charset="-122"/>
              <a:ea typeface="微软雅黑" panose="020B0503020204020204" pitchFamily="34" charset="-122"/>
              <a:cs typeface="Montserrat Semi" charset="0"/>
            </a:endParaRPr>
          </a:p>
        </p:txBody>
      </p:sp>
      <p:sp>
        <p:nvSpPr>
          <p:cNvPr id="8" name="TextBox 1215">
            <a:extLst>
              <a:ext uri="{FF2B5EF4-FFF2-40B4-BE49-F238E27FC236}">
                <a16:creationId xmlns:a16="http://schemas.microsoft.com/office/drawing/2014/main" id="{2C038011-0FD5-4AF7-B3EA-2A7275010D8C}"/>
              </a:ext>
            </a:extLst>
          </p:cNvPr>
          <p:cNvSpPr txBox="1"/>
          <p:nvPr/>
        </p:nvSpPr>
        <p:spPr>
          <a:xfrm>
            <a:off x="4292945" y="1879184"/>
            <a:ext cx="1271502" cy="830997"/>
          </a:xfrm>
          <a:prstGeom prst="rect">
            <a:avLst/>
          </a:prstGeom>
          <a:noFill/>
        </p:spPr>
        <p:txBody>
          <a:bodyPr wrap="none" rtlCol="0" anchor="ctr" anchorCtr="0">
            <a:spAutoFit/>
          </a:bodyPr>
          <a:lstStyle/>
          <a:p>
            <a:pPr algn="r"/>
            <a:r>
              <a:rPr lang="en-US" altLang="zh-CN" sz="4800" dirty="0">
                <a:latin typeface="微软雅黑 Light" panose="020B0502040204020203" pitchFamily="34" charset="-122"/>
                <a:ea typeface="Microsoft YaHei Light" panose="020B0502040204020203" pitchFamily="34" charset="-122"/>
                <a:cs typeface="Courier New" panose="02070309020205020404" pitchFamily="49" charset="0"/>
              </a:rPr>
              <a:t>PPP</a:t>
            </a:r>
            <a:endParaRPr lang="en-US" sz="4800" dirty="0">
              <a:latin typeface="微软雅黑 Light" panose="020B0502040204020203" pitchFamily="34" charset="-122"/>
              <a:ea typeface="Microsoft YaHei Light" panose="020B0502040204020203" pitchFamily="34" charset="-122"/>
              <a:cs typeface="Courier New" panose="02070309020205020404" pitchFamily="49" charset="0"/>
            </a:endParaRPr>
          </a:p>
        </p:txBody>
      </p:sp>
      <p:cxnSp>
        <p:nvCxnSpPr>
          <p:cNvPr id="9" name="Straight Connector 3">
            <a:extLst>
              <a:ext uri="{FF2B5EF4-FFF2-40B4-BE49-F238E27FC236}">
                <a16:creationId xmlns:a16="http://schemas.microsoft.com/office/drawing/2014/main" id="{EE20A837-24F5-4F47-B175-4874DB01ACFA}"/>
              </a:ext>
            </a:extLst>
          </p:cNvPr>
          <p:cNvCxnSpPr>
            <a:cxnSpLocks/>
          </p:cNvCxnSpPr>
          <p:nvPr/>
        </p:nvCxnSpPr>
        <p:spPr>
          <a:xfrm>
            <a:off x="1052093" y="3460622"/>
            <a:ext cx="4512354" cy="0"/>
          </a:xfrm>
          <a:prstGeom prst="line">
            <a:avLst/>
          </a:prstGeom>
          <a:ln w="317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 name="文本框 1">
            <a:extLst>
              <a:ext uri="{FF2B5EF4-FFF2-40B4-BE49-F238E27FC236}">
                <a16:creationId xmlns:a16="http://schemas.microsoft.com/office/drawing/2014/main" id="{BE7B3A57-F336-4E14-9A57-34076BFB4713}"/>
              </a:ext>
            </a:extLst>
          </p:cNvPr>
          <p:cNvSpPr txBox="1"/>
          <p:nvPr/>
        </p:nvSpPr>
        <p:spPr>
          <a:xfrm>
            <a:off x="2721681" y="3460622"/>
            <a:ext cx="2842766" cy="1886607"/>
          </a:xfrm>
          <a:prstGeom prst="rect">
            <a:avLst/>
          </a:prstGeom>
          <a:noFill/>
        </p:spPr>
        <p:txBody>
          <a:bodyPr wrap="none" lIns="91440" tIns="45720" rIns="91440" bIns="45720" rtlCol="0">
            <a:spAutoFit/>
          </a:bodyPr>
          <a:lstStyle/>
          <a:p>
            <a:pPr algn="r">
              <a:lnSpc>
                <a:spcPct val="150000"/>
              </a:lnSpc>
            </a:pPr>
            <a:r>
              <a:rPr lang="en-US" altLang="zh-CN" sz="2000" dirty="0">
                <a:solidFill>
                  <a:schemeClr val="tx1"/>
                </a:solidFill>
                <a:latin typeface="微软雅黑 Light" panose="020B0502040204020203" pitchFamily="34" charset="-122"/>
                <a:ea typeface="微软雅黑 Light" panose="020B0502040204020203" pitchFamily="34" charset="-122"/>
              </a:rPr>
              <a:t>Point to Point Protocol </a:t>
            </a:r>
          </a:p>
          <a:p>
            <a:pPr algn="r">
              <a:lnSpc>
                <a:spcPct val="150000"/>
              </a:lnSpc>
            </a:pPr>
            <a:r>
              <a:rPr lang="en-US" altLang="zh-CN" sz="2000" dirty="0">
                <a:solidFill>
                  <a:schemeClr val="tx1"/>
                </a:solidFill>
                <a:latin typeface="微软雅黑 Light" panose="020B0502040204020203" pitchFamily="34" charset="-122"/>
                <a:ea typeface="微软雅黑 Light" panose="020B0502040204020203" pitchFamily="34" charset="-122"/>
              </a:rPr>
              <a:t>[RFC 1661]</a:t>
            </a:r>
          </a:p>
          <a:p>
            <a:pPr algn="r">
              <a:lnSpc>
                <a:spcPct val="150000"/>
              </a:lnSpc>
            </a:pPr>
            <a:r>
              <a:rPr lang="en-US" altLang="zh-CN" sz="2000" dirty="0">
                <a:latin typeface="微软雅黑 Light" panose="020B0502040204020203" pitchFamily="34" charset="-122"/>
                <a:ea typeface="微软雅黑 Light" panose="020B0502040204020203" pitchFamily="34" charset="-122"/>
              </a:rPr>
              <a:t>[RFC 1662]</a:t>
            </a:r>
            <a:endParaRPr lang="en-US" altLang="zh-CN" sz="2000" dirty="0">
              <a:solidFill>
                <a:schemeClr val="tx1"/>
              </a:solidFill>
              <a:latin typeface="微软雅黑 Light" panose="020B0502040204020203" pitchFamily="34" charset="-122"/>
              <a:ea typeface="微软雅黑 Light" panose="020B0502040204020203" pitchFamily="34" charset="-122"/>
            </a:endParaRPr>
          </a:p>
          <a:p>
            <a:pPr algn="r">
              <a:lnSpc>
                <a:spcPct val="150000"/>
              </a:lnSpc>
            </a:pPr>
            <a:r>
              <a:rPr lang="en-US" altLang="zh-CN" sz="2000" dirty="0">
                <a:latin typeface="微软雅黑 Light" panose="020B0502040204020203" pitchFamily="34" charset="-122"/>
                <a:ea typeface="微软雅黑 Light" panose="020B0502040204020203" pitchFamily="34" charset="-122"/>
              </a:rPr>
              <a:t>[RFC 2516]</a:t>
            </a:r>
            <a:endParaRPr lang="en-US" altLang="zh-CN" sz="2000" dirty="0">
              <a:solidFill>
                <a:schemeClr val="tx1"/>
              </a:solidFill>
              <a:latin typeface="微软雅黑 Light" panose="020B0502040204020203" pitchFamily="34" charset="-122"/>
              <a:ea typeface="微软雅黑 Light" panose="020B0502040204020203" pitchFamily="34" charset="-122"/>
            </a:endParaRPr>
          </a:p>
        </p:txBody>
      </p:sp>
    </p:spTree>
    <p:extLst>
      <p:ext uri="{BB962C8B-B14F-4D97-AF65-F5344CB8AC3E}">
        <p14:creationId xmlns:p14="http://schemas.microsoft.com/office/powerpoint/2010/main" val="156090935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Char"/>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a:extLst>
              <a:ext uri="{FF2B5EF4-FFF2-40B4-BE49-F238E27FC236}">
                <a16:creationId xmlns:a16="http://schemas.microsoft.com/office/drawing/2014/main" id="{680003E4-6F4B-42ED-B3A5-B7B93BFB7B8B}"/>
              </a:ext>
            </a:extLst>
          </p:cNvPr>
          <p:cNvSpPr>
            <a:spLocks noGrp="1"/>
          </p:cNvSpPr>
          <p:nvPr>
            <p:ph type="title"/>
          </p:nvPr>
        </p:nvSpPr>
        <p:spPr/>
        <p:txBody>
          <a:bodyPr/>
          <a:lstStyle/>
          <a:p>
            <a:r>
              <a:rPr lang="en-US" altLang="zh-CN" dirty="0"/>
              <a:t>PPP</a:t>
            </a:r>
            <a:r>
              <a:rPr lang="zh-CN" altLang="en-US" dirty="0"/>
              <a:t>的特点</a:t>
            </a:r>
          </a:p>
        </p:txBody>
      </p:sp>
      <p:sp>
        <p:nvSpPr>
          <p:cNvPr id="4" name="文本占位符 3">
            <a:extLst>
              <a:ext uri="{FF2B5EF4-FFF2-40B4-BE49-F238E27FC236}">
                <a16:creationId xmlns:a16="http://schemas.microsoft.com/office/drawing/2014/main" id="{D81DE4BE-D5F7-4413-B006-C7ED23CA6945}"/>
              </a:ext>
            </a:extLst>
          </p:cNvPr>
          <p:cNvSpPr>
            <a:spLocks noGrp="1"/>
          </p:cNvSpPr>
          <p:nvPr>
            <p:ph type="body" sz="quarter" idx="11"/>
          </p:nvPr>
        </p:nvSpPr>
        <p:spPr/>
        <p:txBody>
          <a:bodyPr/>
          <a:lstStyle/>
          <a:p>
            <a:r>
              <a:rPr lang="en-US" altLang="zh-CN" dirty="0"/>
              <a:t>Point to Point Protocol </a:t>
            </a:r>
          </a:p>
        </p:txBody>
      </p:sp>
      <p:sp>
        <p:nvSpPr>
          <p:cNvPr id="3" name="文本占位符 2">
            <a:extLst>
              <a:ext uri="{FF2B5EF4-FFF2-40B4-BE49-F238E27FC236}">
                <a16:creationId xmlns:a16="http://schemas.microsoft.com/office/drawing/2014/main" id="{20AA8CDF-E629-424B-BA0A-F3F50A349EB3}"/>
              </a:ext>
            </a:extLst>
          </p:cNvPr>
          <p:cNvSpPr>
            <a:spLocks noGrp="1"/>
          </p:cNvSpPr>
          <p:nvPr>
            <p:ph type="body" sz="quarter" idx="12"/>
          </p:nvPr>
        </p:nvSpPr>
        <p:spPr>
          <a:xfrm>
            <a:off x="336000" y="1152526"/>
            <a:ext cx="11520000" cy="5040000"/>
          </a:xfrm>
        </p:spPr>
        <p:txBody>
          <a:bodyPr/>
          <a:lstStyle/>
          <a:p>
            <a:r>
              <a:rPr lang="zh-CN" altLang="en-US" dirty="0"/>
              <a:t>简单</a:t>
            </a:r>
          </a:p>
          <a:p>
            <a:r>
              <a:rPr lang="zh-CN" altLang="en-US" dirty="0"/>
              <a:t>封装成帧</a:t>
            </a:r>
          </a:p>
          <a:p>
            <a:r>
              <a:rPr lang="zh-CN" altLang="en-US" dirty="0"/>
              <a:t>透明</a:t>
            </a:r>
          </a:p>
          <a:p>
            <a:r>
              <a:rPr lang="zh-CN" altLang="en-US" dirty="0"/>
              <a:t>差错检测</a:t>
            </a:r>
            <a:endParaRPr lang="en-US" altLang="zh-CN" dirty="0"/>
          </a:p>
          <a:p>
            <a:r>
              <a:rPr lang="zh-CN" altLang="en-US" dirty="0"/>
              <a:t>其它</a:t>
            </a:r>
          </a:p>
          <a:p>
            <a:pPr lvl="1"/>
            <a:r>
              <a:rPr lang="zh-CN" altLang="en-US" dirty="0"/>
              <a:t>多种网络协议</a:t>
            </a:r>
          </a:p>
          <a:p>
            <a:pPr lvl="1"/>
            <a:r>
              <a:rPr lang="zh-CN" altLang="en-US" dirty="0"/>
              <a:t>多种类型链路</a:t>
            </a:r>
          </a:p>
          <a:p>
            <a:pPr lvl="1"/>
            <a:r>
              <a:rPr lang="zh-CN" altLang="en-US" dirty="0"/>
              <a:t>检测连接状态</a:t>
            </a:r>
          </a:p>
          <a:p>
            <a:pPr lvl="1"/>
            <a:r>
              <a:rPr lang="zh-CN" altLang="en-US" dirty="0"/>
              <a:t>最大传输单元</a:t>
            </a:r>
          </a:p>
          <a:p>
            <a:pPr lvl="1"/>
            <a:r>
              <a:rPr lang="zh-CN" altLang="en-US" dirty="0"/>
              <a:t>网络地址协商</a:t>
            </a:r>
          </a:p>
          <a:p>
            <a:pPr lvl="1"/>
            <a:r>
              <a:rPr lang="zh-CN" altLang="en-US" dirty="0"/>
              <a:t>数据压缩协商</a:t>
            </a:r>
            <a:endParaRPr lang="en-US" altLang="zh-CN" dirty="0"/>
          </a:p>
          <a:p>
            <a:r>
              <a:rPr lang="zh-CN" altLang="en-US" dirty="0"/>
              <a:t>多应用于广域网</a:t>
            </a:r>
          </a:p>
        </p:txBody>
      </p:sp>
      <p:sp>
        <p:nvSpPr>
          <p:cNvPr id="14" name="文本框 13">
            <a:extLst>
              <a:ext uri="{FF2B5EF4-FFF2-40B4-BE49-F238E27FC236}">
                <a16:creationId xmlns:a16="http://schemas.microsoft.com/office/drawing/2014/main" id="{ECFE1C18-CEDD-471B-A869-BC54801382A7}"/>
              </a:ext>
            </a:extLst>
          </p:cNvPr>
          <p:cNvSpPr txBox="1"/>
          <p:nvPr/>
        </p:nvSpPr>
        <p:spPr>
          <a:xfrm>
            <a:off x="5581650" y="1152526"/>
            <a:ext cx="4288353" cy="1323439"/>
          </a:xfrm>
          <a:prstGeom prst="rect">
            <a:avLst/>
          </a:prstGeom>
          <a:solidFill>
            <a:schemeClr val="accent6">
              <a:lumMod val="20000"/>
              <a:lumOff val="80000"/>
            </a:schemeClr>
          </a:solidFill>
        </p:spPr>
        <p:txBody>
          <a:bodyPr wrap="none" lIns="91440" tIns="45720" rIns="91440" bIns="45720" rtlCol="0">
            <a:spAutoFit/>
          </a:bodyPr>
          <a:lstStyle/>
          <a:p>
            <a:pPr algn="l"/>
            <a:r>
              <a:rPr lang="zh-CN" altLang="en-US" sz="1600" dirty="0">
                <a:solidFill>
                  <a:schemeClr val="tx1"/>
                </a:solidFill>
                <a:latin typeface="微软雅黑 Light" panose="020B0502040204020203" pitchFamily="34" charset="-122"/>
                <a:ea typeface="微软雅黑 Light" panose="020B0502040204020203" pitchFamily="34" charset="-122"/>
              </a:rPr>
              <a:t>不需要</a:t>
            </a:r>
            <a:r>
              <a:rPr lang="zh-CN" altLang="en-US" sz="1600" dirty="0">
                <a:latin typeface="微软雅黑 Light" panose="020B0502040204020203" pitchFamily="34" charset="-122"/>
                <a:ea typeface="微软雅黑 Light" panose="020B0502040204020203" pitchFamily="34" charset="-122"/>
              </a:rPr>
              <a:t>纠错</a:t>
            </a:r>
            <a:r>
              <a:rPr lang="zh-CN" altLang="en-US" sz="1600" dirty="0">
                <a:solidFill>
                  <a:schemeClr val="tx1"/>
                </a:solidFill>
                <a:latin typeface="微软雅黑 Light" panose="020B0502040204020203" pitchFamily="34" charset="-122"/>
                <a:ea typeface="微软雅黑 Light" panose="020B0502040204020203" pitchFamily="34" charset="-122"/>
              </a:rPr>
              <a:t>：由传输层实现</a:t>
            </a:r>
          </a:p>
          <a:p>
            <a:pPr algn="l"/>
            <a:r>
              <a:rPr lang="zh-CN" altLang="en-US" sz="1600" dirty="0">
                <a:solidFill>
                  <a:schemeClr val="tx1"/>
                </a:solidFill>
                <a:latin typeface="微软雅黑 Light" panose="020B0502040204020203" pitchFamily="34" charset="-122"/>
                <a:ea typeface="微软雅黑 Light" panose="020B0502040204020203" pitchFamily="34" charset="-122"/>
              </a:rPr>
              <a:t>不需要流量控制：由传输层实现</a:t>
            </a:r>
          </a:p>
          <a:p>
            <a:pPr algn="l"/>
            <a:r>
              <a:rPr lang="zh-CN" altLang="en-US" sz="1600" dirty="0">
                <a:solidFill>
                  <a:schemeClr val="tx1"/>
                </a:solidFill>
                <a:latin typeface="微软雅黑 Light" panose="020B0502040204020203" pitchFamily="34" charset="-122"/>
                <a:ea typeface="微软雅黑 Light" panose="020B0502040204020203" pitchFamily="34" charset="-122"/>
              </a:rPr>
              <a:t>不需要帧序号</a:t>
            </a:r>
          </a:p>
          <a:p>
            <a:pPr algn="l"/>
            <a:r>
              <a:rPr lang="zh-CN" altLang="en-US" sz="1600" dirty="0">
                <a:solidFill>
                  <a:schemeClr val="tx1"/>
                </a:solidFill>
                <a:latin typeface="微软雅黑 Light" panose="020B0502040204020203" pitchFamily="34" charset="-122"/>
                <a:ea typeface="微软雅黑 Light" panose="020B0502040204020203" pitchFamily="34" charset="-122"/>
              </a:rPr>
              <a:t>仅支持点对点链路，不支持点到多点链路</a:t>
            </a:r>
          </a:p>
          <a:p>
            <a:pPr algn="l"/>
            <a:r>
              <a:rPr lang="zh-CN" altLang="en-US" sz="1600" dirty="0">
                <a:solidFill>
                  <a:schemeClr val="tx1"/>
                </a:solidFill>
                <a:latin typeface="微软雅黑 Light" panose="020B0502040204020203" pitchFamily="34" charset="-122"/>
                <a:ea typeface="微软雅黑 Light" panose="020B0502040204020203" pitchFamily="34" charset="-122"/>
              </a:rPr>
              <a:t>仅支持全双工链路，不支持单工和半双工链路</a:t>
            </a:r>
          </a:p>
        </p:txBody>
      </p:sp>
      <p:cxnSp>
        <p:nvCxnSpPr>
          <p:cNvPr id="21" name="直接箭头连接符 20">
            <a:extLst>
              <a:ext uri="{FF2B5EF4-FFF2-40B4-BE49-F238E27FC236}">
                <a16:creationId xmlns:a16="http://schemas.microsoft.com/office/drawing/2014/main" id="{F98A1E8E-22F8-425C-B873-D15D922D9D2F}"/>
              </a:ext>
            </a:extLst>
          </p:cNvPr>
          <p:cNvCxnSpPr>
            <a:cxnSpLocks/>
          </p:cNvCxnSpPr>
          <p:nvPr/>
        </p:nvCxnSpPr>
        <p:spPr>
          <a:xfrm flipH="1" flipV="1">
            <a:off x="1190920" y="1292394"/>
            <a:ext cx="4333875" cy="1"/>
          </a:xfrm>
          <a:prstGeom prst="straightConnector1">
            <a:avLst/>
          </a:prstGeom>
          <a:ln w="12700">
            <a:solidFill>
              <a:schemeClr val="bg1">
                <a:lumMod val="50000"/>
              </a:schemeClr>
            </a:solidFill>
            <a:headEnd type="triangle"/>
            <a:tailEnd type="none"/>
          </a:ln>
        </p:spPr>
        <p:style>
          <a:lnRef idx="1">
            <a:schemeClr val="dk1"/>
          </a:lnRef>
          <a:fillRef idx="0">
            <a:schemeClr val="dk1"/>
          </a:fillRef>
          <a:effectRef idx="0">
            <a:schemeClr val="dk1"/>
          </a:effectRef>
          <a:fontRef idx="minor">
            <a:schemeClr val="tx1"/>
          </a:fontRef>
        </p:style>
      </p:cxnSp>
      <p:grpSp>
        <p:nvGrpSpPr>
          <p:cNvPr id="23" name="组合 22">
            <a:extLst>
              <a:ext uri="{FF2B5EF4-FFF2-40B4-BE49-F238E27FC236}">
                <a16:creationId xmlns:a16="http://schemas.microsoft.com/office/drawing/2014/main" id="{6E8A3FC7-1685-4E7C-B617-28CBD810D79A}"/>
              </a:ext>
            </a:extLst>
          </p:cNvPr>
          <p:cNvGrpSpPr>
            <a:grpSpLocks noChangeAspect="1"/>
          </p:cNvGrpSpPr>
          <p:nvPr/>
        </p:nvGrpSpPr>
        <p:grpSpPr>
          <a:xfrm>
            <a:off x="238125" y="5229959"/>
            <a:ext cx="429262" cy="1080000"/>
            <a:chOff x="2502883" y="745871"/>
            <a:chExt cx="1886020" cy="4745130"/>
          </a:xfrm>
        </p:grpSpPr>
        <p:sp>
          <p:nvSpPr>
            <p:cNvPr id="24" name="任意多边形: 形状 23">
              <a:extLst>
                <a:ext uri="{FF2B5EF4-FFF2-40B4-BE49-F238E27FC236}">
                  <a16:creationId xmlns:a16="http://schemas.microsoft.com/office/drawing/2014/main" id="{EA6D852C-7424-415E-BCCF-F33FF122366D}"/>
                </a:ext>
              </a:extLst>
            </p:cNvPr>
            <p:cNvSpPr/>
            <p:nvPr/>
          </p:nvSpPr>
          <p:spPr>
            <a:xfrm>
              <a:off x="2502883" y="745871"/>
              <a:ext cx="1886020" cy="4734469"/>
            </a:xfrm>
            <a:custGeom>
              <a:avLst/>
              <a:gdLst>
                <a:gd name="connsiteX0" fmla="*/ 1884245 w 1886020"/>
                <a:gd name="connsiteY0" fmla="*/ 523393 h 4734469"/>
                <a:gd name="connsiteX1" fmla="*/ 1874265 w 1886020"/>
                <a:gd name="connsiteY1" fmla="*/ 495786 h 4734469"/>
                <a:gd name="connsiteX2" fmla="*/ 1867783 w 1886020"/>
                <a:gd name="connsiteY2" fmla="*/ 465103 h 4734469"/>
                <a:gd name="connsiteX3" fmla="*/ 1850007 w 1886020"/>
                <a:gd name="connsiteY3" fmla="*/ 460490 h 4734469"/>
                <a:gd name="connsiteX4" fmla="*/ 1844762 w 1886020"/>
                <a:gd name="connsiteY4" fmla="*/ 448260 h 4734469"/>
                <a:gd name="connsiteX5" fmla="*/ 1805863 w 1886020"/>
                <a:gd name="connsiteY5" fmla="*/ 417944 h 4734469"/>
                <a:gd name="connsiteX6" fmla="*/ 1870331 w 1886020"/>
                <a:gd name="connsiteY6" fmla="*/ 358921 h 4734469"/>
                <a:gd name="connsiteX7" fmla="*/ 1861299 w 1886020"/>
                <a:gd name="connsiteY7" fmla="*/ 324137 h 4734469"/>
                <a:gd name="connsiteX8" fmla="*/ 1851393 w 1886020"/>
                <a:gd name="connsiteY8" fmla="*/ 326774 h 4734469"/>
                <a:gd name="connsiteX9" fmla="*/ 1796830 w 1886020"/>
                <a:gd name="connsiteY9" fmla="*/ 349255 h 4734469"/>
                <a:gd name="connsiteX10" fmla="*/ 1765943 w 1886020"/>
                <a:gd name="connsiteY10" fmla="*/ 363534 h 4734469"/>
                <a:gd name="connsiteX11" fmla="*/ 1693315 w 1886020"/>
                <a:gd name="connsiteY11" fmla="*/ 436543 h 4734469"/>
                <a:gd name="connsiteX12" fmla="*/ 1648150 w 1886020"/>
                <a:gd name="connsiteY12" fmla="*/ 518706 h 4734469"/>
                <a:gd name="connsiteX13" fmla="*/ 1638535 w 1886020"/>
                <a:gd name="connsiteY13" fmla="*/ 574946 h 4734469"/>
                <a:gd name="connsiteX14" fmla="*/ 1638663 w 1886020"/>
                <a:gd name="connsiteY14" fmla="*/ 580662 h 4734469"/>
                <a:gd name="connsiteX15" fmla="*/ 1613134 w 1886020"/>
                <a:gd name="connsiteY15" fmla="*/ 587941 h 4734469"/>
                <a:gd name="connsiteX16" fmla="*/ 1591981 w 1886020"/>
                <a:gd name="connsiteY16" fmla="*/ 643937 h 4734469"/>
                <a:gd name="connsiteX17" fmla="*/ 1578159 w 1886020"/>
                <a:gd name="connsiteY17" fmla="*/ 669479 h 4734469"/>
                <a:gd name="connsiteX18" fmla="*/ 1563141 w 1886020"/>
                <a:gd name="connsiteY18" fmla="*/ 681284 h 4734469"/>
                <a:gd name="connsiteX19" fmla="*/ 1533375 w 1886020"/>
                <a:gd name="connsiteY19" fmla="*/ 756751 h 4734469"/>
                <a:gd name="connsiteX20" fmla="*/ 1485671 w 1886020"/>
                <a:gd name="connsiteY20" fmla="*/ 856861 h 4734469"/>
                <a:gd name="connsiteX21" fmla="*/ 1415921 w 1886020"/>
                <a:gd name="connsiteY21" fmla="*/ 918590 h 4734469"/>
                <a:gd name="connsiteX22" fmla="*/ 1406812 w 1886020"/>
                <a:gd name="connsiteY22" fmla="*/ 937801 h 4734469"/>
                <a:gd name="connsiteX23" fmla="*/ 1382456 w 1886020"/>
                <a:gd name="connsiteY23" fmla="*/ 945325 h 4734469"/>
                <a:gd name="connsiteX24" fmla="*/ 1315988 w 1886020"/>
                <a:gd name="connsiteY24" fmla="*/ 955470 h 4734469"/>
                <a:gd name="connsiteX25" fmla="*/ 1237040 w 1886020"/>
                <a:gd name="connsiteY25" fmla="*/ 944378 h 4734469"/>
                <a:gd name="connsiteX26" fmla="*/ 1220194 w 1886020"/>
                <a:gd name="connsiteY26" fmla="*/ 945880 h 4734469"/>
                <a:gd name="connsiteX27" fmla="*/ 1206377 w 1886020"/>
                <a:gd name="connsiteY27" fmla="*/ 941040 h 4734469"/>
                <a:gd name="connsiteX28" fmla="*/ 1175042 w 1886020"/>
                <a:gd name="connsiteY28" fmla="*/ 928647 h 4734469"/>
                <a:gd name="connsiteX29" fmla="*/ 1145313 w 1886020"/>
                <a:gd name="connsiteY29" fmla="*/ 940191 h 4734469"/>
                <a:gd name="connsiteX30" fmla="*/ 1126295 w 1886020"/>
                <a:gd name="connsiteY30" fmla="*/ 912187 h 4734469"/>
                <a:gd name="connsiteX31" fmla="*/ 1097455 w 1886020"/>
                <a:gd name="connsiteY31" fmla="*/ 898352 h 4734469"/>
                <a:gd name="connsiteX32" fmla="*/ 1087927 w 1886020"/>
                <a:gd name="connsiteY32" fmla="*/ 876721 h 4734469"/>
                <a:gd name="connsiteX33" fmla="*/ 1059155 w 1886020"/>
                <a:gd name="connsiteY33" fmla="*/ 877769 h 4734469"/>
                <a:gd name="connsiteX34" fmla="*/ 990638 w 1886020"/>
                <a:gd name="connsiteY34" fmla="*/ 848823 h 4734469"/>
                <a:gd name="connsiteX35" fmla="*/ 927078 w 1886020"/>
                <a:gd name="connsiteY35" fmla="*/ 829834 h 4734469"/>
                <a:gd name="connsiteX36" fmla="*/ 917154 w 1886020"/>
                <a:gd name="connsiteY36" fmla="*/ 810211 h 4734469"/>
                <a:gd name="connsiteX37" fmla="*/ 909914 w 1886020"/>
                <a:gd name="connsiteY37" fmla="*/ 795381 h 4734469"/>
                <a:gd name="connsiteX38" fmla="*/ 871407 w 1886020"/>
                <a:gd name="connsiteY38" fmla="*/ 783885 h 4734469"/>
                <a:gd name="connsiteX39" fmla="*/ 826658 w 1886020"/>
                <a:gd name="connsiteY39" fmla="*/ 791587 h 4734469"/>
                <a:gd name="connsiteX40" fmla="*/ 825164 w 1886020"/>
                <a:gd name="connsiteY40" fmla="*/ 785828 h 4734469"/>
                <a:gd name="connsiteX41" fmla="*/ 775558 w 1886020"/>
                <a:gd name="connsiteY41" fmla="*/ 724921 h 4734469"/>
                <a:gd name="connsiteX42" fmla="*/ 716782 w 1886020"/>
                <a:gd name="connsiteY42" fmla="*/ 701026 h 4734469"/>
                <a:gd name="connsiteX43" fmla="*/ 716446 w 1886020"/>
                <a:gd name="connsiteY43" fmla="*/ 695553 h 4734469"/>
                <a:gd name="connsiteX44" fmla="*/ 728319 w 1886020"/>
                <a:gd name="connsiteY44" fmla="*/ 619469 h 4734469"/>
                <a:gd name="connsiteX45" fmla="*/ 731107 w 1886020"/>
                <a:gd name="connsiteY45" fmla="*/ 611455 h 4734469"/>
                <a:gd name="connsiteX46" fmla="*/ 925349 w 1886020"/>
                <a:gd name="connsiteY46" fmla="*/ 278594 h 4734469"/>
                <a:gd name="connsiteX47" fmla="*/ 853616 w 1886020"/>
                <a:gd name="connsiteY47" fmla="*/ 154334 h 4734469"/>
                <a:gd name="connsiteX48" fmla="*/ 851478 w 1886020"/>
                <a:gd name="connsiteY48" fmla="*/ 137960 h 4734469"/>
                <a:gd name="connsiteX49" fmla="*/ 835001 w 1886020"/>
                <a:gd name="connsiteY49" fmla="*/ 106065 h 4734469"/>
                <a:gd name="connsiteX50" fmla="*/ 778219 w 1886020"/>
                <a:gd name="connsiteY50" fmla="*/ 54216 h 4734469"/>
                <a:gd name="connsiteX51" fmla="*/ 755492 w 1886020"/>
                <a:gd name="connsiteY51" fmla="*/ 43891 h 4734469"/>
                <a:gd name="connsiteX52" fmla="*/ 632527 w 1886020"/>
                <a:gd name="connsiteY52" fmla="*/ -120 h 4734469"/>
                <a:gd name="connsiteX53" fmla="*/ 511529 w 1886020"/>
                <a:gd name="connsiteY53" fmla="*/ 21702 h 4734469"/>
                <a:gd name="connsiteX54" fmla="*/ 508469 w 1886020"/>
                <a:gd name="connsiteY54" fmla="*/ 21555 h 4734469"/>
                <a:gd name="connsiteX55" fmla="*/ 505410 w 1886020"/>
                <a:gd name="connsiteY55" fmla="*/ 21409 h 4734469"/>
                <a:gd name="connsiteX56" fmla="*/ 501768 w 1886020"/>
                <a:gd name="connsiteY56" fmla="*/ 21043 h 4734469"/>
                <a:gd name="connsiteX57" fmla="*/ 469278 w 1886020"/>
                <a:gd name="connsiteY57" fmla="*/ 25730 h 4734469"/>
                <a:gd name="connsiteX58" fmla="*/ 463524 w 1886020"/>
                <a:gd name="connsiteY58" fmla="*/ 36933 h 4734469"/>
                <a:gd name="connsiteX59" fmla="*/ 461484 w 1886020"/>
                <a:gd name="connsiteY59" fmla="*/ 40668 h 4734469"/>
                <a:gd name="connsiteX60" fmla="*/ 461484 w 1886020"/>
                <a:gd name="connsiteY60" fmla="*/ 40668 h 4734469"/>
                <a:gd name="connsiteX61" fmla="*/ 456312 w 1886020"/>
                <a:gd name="connsiteY61" fmla="*/ 47698 h 4734469"/>
                <a:gd name="connsiteX62" fmla="*/ 456312 w 1886020"/>
                <a:gd name="connsiteY62" fmla="*/ 47698 h 4734469"/>
                <a:gd name="connsiteX63" fmla="*/ 403061 w 1886020"/>
                <a:gd name="connsiteY63" fmla="*/ 77869 h 4734469"/>
                <a:gd name="connsiteX64" fmla="*/ 324532 w 1886020"/>
                <a:gd name="connsiteY64" fmla="*/ 186540 h 4734469"/>
                <a:gd name="connsiteX65" fmla="*/ 325625 w 1886020"/>
                <a:gd name="connsiteY65" fmla="*/ 324210 h 4734469"/>
                <a:gd name="connsiteX66" fmla="*/ 354726 w 1886020"/>
                <a:gd name="connsiteY66" fmla="*/ 387041 h 4734469"/>
                <a:gd name="connsiteX67" fmla="*/ 354729 w 1886020"/>
                <a:gd name="connsiteY67" fmla="*/ 387125 h 4734469"/>
                <a:gd name="connsiteX68" fmla="*/ 354368 w 1886020"/>
                <a:gd name="connsiteY68" fmla="*/ 386850 h 4734469"/>
                <a:gd name="connsiteX69" fmla="*/ 242435 w 1886020"/>
                <a:gd name="connsiteY69" fmla="*/ 498129 h 4734469"/>
                <a:gd name="connsiteX70" fmla="*/ 361648 w 1886020"/>
                <a:gd name="connsiteY70" fmla="*/ 435424 h 4734469"/>
                <a:gd name="connsiteX71" fmla="*/ 363141 w 1886020"/>
                <a:gd name="connsiteY71" fmla="*/ 441669 h 4734469"/>
                <a:gd name="connsiteX72" fmla="*/ 385505 w 1886020"/>
                <a:gd name="connsiteY72" fmla="*/ 505671 h 4734469"/>
                <a:gd name="connsiteX73" fmla="*/ 435987 w 1886020"/>
                <a:gd name="connsiteY73" fmla="*/ 563961 h 4734469"/>
                <a:gd name="connsiteX74" fmla="*/ 453319 w 1886020"/>
                <a:gd name="connsiteY74" fmla="*/ 565943 h 4734469"/>
                <a:gd name="connsiteX75" fmla="*/ 457839 w 1886020"/>
                <a:gd name="connsiteY75" fmla="*/ 565708 h 4734469"/>
                <a:gd name="connsiteX76" fmla="*/ 446055 w 1886020"/>
                <a:gd name="connsiteY76" fmla="*/ 677019 h 4734469"/>
                <a:gd name="connsiteX77" fmla="*/ 404147 w 1886020"/>
                <a:gd name="connsiteY77" fmla="*/ 688604 h 4734469"/>
                <a:gd name="connsiteX78" fmla="*/ 387200 w 1886020"/>
                <a:gd name="connsiteY78" fmla="*/ 697652 h 4734469"/>
                <a:gd name="connsiteX79" fmla="*/ 369682 w 1886020"/>
                <a:gd name="connsiteY79" fmla="*/ 689015 h 4734469"/>
                <a:gd name="connsiteX80" fmla="*/ 245299 w 1886020"/>
                <a:gd name="connsiteY80" fmla="*/ 695605 h 4734469"/>
                <a:gd name="connsiteX81" fmla="*/ 143191 w 1886020"/>
                <a:gd name="connsiteY81" fmla="*/ 869154 h 4734469"/>
                <a:gd name="connsiteX82" fmla="*/ 97334 w 1886020"/>
                <a:gd name="connsiteY82" fmla="*/ 900423 h 4734469"/>
                <a:gd name="connsiteX83" fmla="*/ 89426 w 1886020"/>
                <a:gd name="connsiteY83" fmla="*/ 915458 h 4734469"/>
                <a:gd name="connsiteX84" fmla="*/ 75452 w 1886020"/>
                <a:gd name="connsiteY84" fmla="*/ 925468 h 4734469"/>
                <a:gd name="connsiteX85" fmla="*/ 27541 w 1886020"/>
                <a:gd name="connsiteY85" fmla="*/ 953154 h 4734469"/>
                <a:gd name="connsiteX86" fmla="*/ -34 w 1886020"/>
                <a:gd name="connsiteY86" fmla="*/ 999620 h 4734469"/>
                <a:gd name="connsiteX87" fmla="*/ 8434 w 1886020"/>
                <a:gd name="connsiteY87" fmla="*/ 1038698 h 4734469"/>
                <a:gd name="connsiteX88" fmla="*/ 40317 w 1886020"/>
                <a:gd name="connsiteY88" fmla="*/ 1099798 h 4734469"/>
                <a:gd name="connsiteX89" fmla="*/ 27433 w 1886020"/>
                <a:gd name="connsiteY89" fmla="*/ 1130006 h 4734469"/>
                <a:gd name="connsiteX90" fmla="*/ 38612 w 1886020"/>
                <a:gd name="connsiteY90" fmla="*/ 1216252 h 4734469"/>
                <a:gd name="connsiteX91" fmla="*/ 27292 w 1886020"/>
                <a:gd name="connsiteY91" fmla="*/ 1291511 h 4734469"/>
                <a:gd name="connsiteX92" fmla="*/ 78979 w 1886020"/>
                <a:gd name="connsiteY92" fmla="*/ 1580927 h 4734469"/>
                <a:gd name="connsiteX93" fmla="*/ 91251 w 1886020"/>
                <a:gd name="connsiteY93" fmla="*/ 1628525 h 4734469"/>
                <a:gd name="connsiteX94" fmla="*/ 70077 w 1886020"/>
                <a:gd name="connsiteY94" fmla="*/ 1716517 h 4734469"/>
                <a:gd name="connsiteX95" fmla="*/ 107198 w 1886020"/>
                <a:gd name="connsiteY95" fmla="*/ 1902274 h 4734469"/>
                <a:gd name="connsiteX96" fmla="*/ 105750 w 1886020"/>
                <a:gd name="connsiteY96" fmla="*/ 1989837 h 4734469"/>
                <a:gd name="connsiteX97" fmla="*/ 130737 w 1886020"/>
                <a:gd name="connsiteY97" fmla="*/ 2042751 h 4734469"/>
                <a:gd name="connsiteX98" fmla="*/ 163624 w 1886020"/>
                <a:gd name="connsiteY98" fmla="*/ 2141265 h 4734469"/>
                <a:gd name="connsiteX99" fmla="*/ 236572 w 1886020"/>
                <a:gd name="connsiteY99" fmla="*/ 2228163 h 4734469"/>
                <a:gd name="connsiteX100" fmla="*/ 236300 w 1886020"/>
                <a:gd name="connsiteY100" fmla="*/ 2412053 h 4734469"/>
                <a:gd name="connsiteX101" fmla="*/ 265444 w 1886020"/>
                <a:gd name="connsiteY101" fmla="*/ 2401299 h 4734469"/>
                <a:gd name="connsiteX102" fmla="*/ 330016 w 1886020"/>
                <a:gd name="connsiteY102" fmla="*/ 2655748 h 4734469"/>
                <a:gd name="connsiteX103" fmla="*/ 376474 w 1886020"/>
                <a:gd name="connsiteY103" fmla="*/ 2730632 h 4734469"/>
                <a:gd name="connsiteX104" fmla="*/ 394604 w 1886020"/>
                <a:gd name="connsiteY104" fmla="*/ 2789975 h 4734469"/>
                <a:gd name="connsiteX105" fmla="*/ 446089 w 1886020"/>
                <a:gd name="connsiteY105" fmla="*/ 3004200 h 4734469"/>
                <a:gd name="connsiteX106" fmla="*/ 469814 w 1886020"/>
                <a:gd name="connsiteY106" fmla="*/ 3180333 h 4734469"/>
                <a:gd name="connsiteX107" fmla="*/ 481889 w 1886020"/>
                <a:gd name="connsiteY107" fmla="*/ 3300881 h 4734469"/>
                <a:gd name="connsiteX108" fmla="*/ 497206 w 1886020"/>
                <a:gd name="connsiteY108" fmla="*/ 3322008 h 4734469"/>
                <a:gd name="connsiteX109" fmla="*/ 497458 w 1886020"/>
                <a:gd name="connsiteY109" fmla="*/ 3349846 h 4734469"/>
                <a:gd name="connsiteX110" fmla="*/ 472035 w 1886020"/>
                <a:gd name="connsiteY110" fmla="*/ 3558699 h 4734469"/>
                <a:gd name="connsiteX111" fmla="*/ 455363 w 1886020"/>
                <a:gd name="connsiteY111" fmla="*/ 3581867 h 4734469"/>
                <a:gd name="connsiteX112" fmla="*/ 376617 w 1886020"/>
                <a:gd name="connsiteY112" fmla="*/ 3789983 h 4734469"/>
                <a:gd name="connsiteX113" fmla="*/ 323803 w 1886020"/>
                <a:gd name="connsiteY113" fmla="*/ 4224670 h 4734469"/>
                <a:gd name="connsiteX114" fmla="*/ 269897 w 1886020"/>
                <a:gd name="connsiteY114" fmla="*/ 4290356 h 4734469"/>
                <a:gd name="connsiteX115" fmla="*/ 242653 w 1886020"/>
                <a:gd name="connsiteY115" fmla="*/ 4425902 h 4734469"/>
                <a:gd name="connsiteX116" fmla="*/ 245130 w 1886020"/>
                <a:gd name="connsiteY116" fmla="*/ 4448237 h 4734469"/>
                <a:gd name="connsiteX117" fmla="*/ 268367 w 1886020"/>
                <a:gd name="connsiteY117" fmla="*/ 4467643 h 4734469"/>
                <a:gd name="connsiteX118" fmla="*/ 281062 w 1886020"/>
                <a:gd name="connsiteY118" fmla="*/ 4473643 h 4734469"/>
                <a:gd name="connsiteX119" fmla="*/ 273678 w 1886020"/>
                <a:gd name="connsiteY119" fmla="*/ 4504884 h 4734469"/>
                <a:gd name="connsiteX120" fmla="*/ 223785 w 1886020"/>
                <a:gd name="connsiteY120" fmla="*/ 4478920 h 4734469"/>
                <a:gd name="connsiteX121" fmla="*/ 197562 w 1886020"/>
                <a:gd name="connsiteY121" fmla="*/ 4694067 h 4734469"/>
                <a:gd name="connsiteX122" fmla="*/ 200110 w 1886020"/>
                <a:gd name="connsiteY122" fmla="*/ 4707613 h 4734469"/>
                <a:gd name="connsiteX123" fmla="*/ 217011 w 1886020"/>
                <a:gd name="connsiteY123" fmla="*/ 4715815 h 4734469"/>
                <a:gd name="connsiteX124" fmla="*/ 430232 w 1886020"/>
                <a:gd name="connsiteY124" fmla="*/ 4734343 h 4734469"/>
                <a:gd name="connsiteX125" fmla="*/ 603607 w 1886020"/>
                <a:gd name="connsiteY125" fmla="*/ 4725262 h 4734469"/>
                <a:gd name="connsiteX126" fmla="*/ 662684 w 1886020"/>
                <a:gd name="connsiteY126" fmla="*/ 4720722 h 4734469"/>
                <a:gd name="connsiteX127" fmla="*/ 843635 w 1886020"/>
                <a:gd name="connsiteY127" fmla="*/ 4698241 h 4734469"/>
                <a:gd name="connsiteX128" fmla="*/ 916335 w 1886020"/>
                <a:gd name="connsiteY128" fmla="*/ 4666093 h 4734469"/>
                <a:gd name="connsiteX129" fmla="*/ 932144 w 1886020"/>
                <a:gd name="connsiteY129" fmla="*/ 4593231 h 4734469"/>
                <a:gd name="connsiteX130" fmla="*/ 932070 w 1886020"/>
                <a:gd name="connsiteY130" fmla="*/ 4593011 h 4734469"/>
                <a:gd name="connsiteX131" fmla="*/ 844873 w 1886020"/>
                <a:gd name="connsiteY131" fmla="*/ 4558374 h 4734469"/>
                <a:gd name="connsiteX132" fmla="*/ 753524 w 1886020"/>
                <a:gd name="connsiteY132" fmla="*/ 4529302 h 4734469"/>
                <a:gd name="connsiteX133" fmla="*/ 734593 w 1886020"/>
                <a:gd name="connsiteY133" fmla="*/ 4518606 h 4734469"/>
                <a:gd name="connsiteX134" fmla="*/ 739537 w 1886020"/>
                <a:gd name="connsiteY134" fmla="*/ 4517219 h 4734469"/>
                <a:gd name="connsiteX135" fmla="*/ 815225 w 1886020"/>
                <a:gd name="connsiteY135" fmla="*/ 4473721 h 4734469"/>
                <a:gd name="connsiteX136" fmla="*/ 913204 w 1886020"/>
                <a:gd name="connsiteY136" fmla="*/ 4451240 h 4734469"/>
                <a:gd name="connsiteX137" fmla="*/ 1008777 w 1886020"/>
                <a:gd name="connsiteY137" fmla="*/ 4421948 h 4734469"/>
                <a:gd name="connsiteX138" fmla="*/ 1047167 w 1886020"/>
                <a:gd name="connsiteY138" fmla="*/ 4341177 h 4734469"/>
                <a:gd name="connsiteX139" fmla="*/ 1045565 w 1886020"/>
                <a:gd name="connsiteY139" fmla="*/ 4334806 h 4734469"/>
                <a:gd name="connsiteX140" fmla="*/ 966018 w 1886020"/>
                <a:gd name="connsiteY140" fmla="*/ 4275418 h 4734469"/>
                <a:gd name="connsiteX141" fmla="*/ 869350 w 1886020"/>
                <a:gd name="connsiteY141" fmla="*/ 4240780 h 4734469"/>
                <a:gd name="connsiteX142" fmla="*/ 865416 w 1886020"/>
                <a:gd name="connsiteY142" fmla="*/ 4237558 h 4734469"/>
                <a:gd name="connsiteX143" fmla="*/ 858312 w 1886020"/>
                <a:gd name="connsiteY143" fmla="*/ 4231890 h 4734469"/>
                <a:gd name="connsiteX144" fmla="*/ 866202 w 1886020"/>
                <a:gd name="connsiteY144" fmla="*/ 4198483 h 4734469"/>
                <a:gd name="connsiteX145" fmla="*/ 846828 w 1886020"/>
                <a:gd name="connsiteY145" fmla="*/ 4146993 h 4734469"/>
                <a:gd name="connsiteX146" fmla="*/ 827606 w 1886020"/>
                <a:gd name="connsiteY146" fmla="*/ 4040589 h 4734469"/>
                <a:gd name="connsiteX147" fmla="*/ 769290 w 1886020"/>
                <a:gd name="connsiteY147" fmla="*/ 3774485 h 4734469"/>
                <a:gd name="connsiteX148" fmla="*/ 762475 w 1886020"/>
                <a:gd name="connsiteY148" fmla="*/ 3744253 h 4734469"/>
                <a:gd name="connsiteX149" fmla="*/ 836934 w 1886020"/>
                <a:gd name="connsiteY149" fmla="*/ 3624999 h 4734469"/>
                <a:gd name="connsiteX150" fmla="*/ 908250 w 1886020"/>
                <a:gd name="connsiteY150" fmla="*/ 3483961 h 4734469"/>
                <a:gd name="connsiteX151" fmla="*/ 919032 w 1886020"/>
                <a:gd name="connsiteY151" fmla="*/ 3436142 h 4734469"/>
                <a:gd name="connsiteX152" fmla="*/ 1024295 w 1886020"/>
                <a:gd name="connsiteY152" fmla="*/ 2880409 h 4734469"/>
                <a:gd name="connsiteX153" fmla="*/ 1033661 w 1886020"/>
                <a:gd name="connsiteY153" fmla="*/ 2800068 h 4734469"/>
                <a:gd name="connsiteX154" fmla="*/ 1047473 w 1886020"/>
                <a:gd name="connsiteY154" fmla="*/ 2724013 h 4734469"/>
                <a:gd name="connsiteX155" fmla="*/ 1058970 w 1886020"/>
                <a:gd name="connsiteY155" fmla="*/ 2622350 h 4734469"/>
                <a:gd name="connsiteX156" fmla="*/ 1047617 w 1886020"/>
                <a:gd name="connsiteY156" fmla="*/ 2488368 h 4734469"/>
                <a:gd name="connsiteX157" fmla="*/ 1042031 w 1886020"/>
                <a:gd name="connsiteY157" fmla="*/ 2396930 h 4734469"/>
                <a:gd name="connsiteX158" fmla="*/ 1038963 w 1886020"/>
                <a:gd name="connsiteY158" fmla="*/ 2381416 h 4734469"/>
                <a:gd name="connsiteX159" fmla="*/ 1037129 w 1886020"/>
                <a:gd name="connsiteY159" fmla="*/ 2373822 h 4734469"/>
                <a:gd name="connsiteX160" fmla="*/ 1019095 w 1886020"/>
                <a:gd name="connsiteY160" fmla="*/ 2324047 h 4734469"/>
                <a:gd name="connsiteX161" fmla="*/ 1005573 w 1886020"/>
                <a:gd name="connsiteY161" fmla="*/ 2296263 h 4734469"/>
                <a:gd name="connsiteX162" fmla="*/ 995240 w 1886020"/>
                <a:gd name="connsiteY162" fmla="*/ 2281142 h 4734469"/>
                <a:gd name="connsiteX163" fmla="*/ 1058914 w 1886020"/>
                <a:gd name="connsiteY163" fmla="*/ 2287002 h 4734469"/>
                <a:gd name="connsiteX164" fmla="*/ 1073548 w 1886020"/>
                <a:gd name="connsiteY164" fmla="*/ 2283943 h 4734469"/>
                <a:gd name="connsiteX165" fmla="*/ 1075497 w 1886020"/>
                <a:gd name="connsiteY165" fmla="*/ 2276255 h 4734469"/>
                <a:gd name="connsiteX166" fmla="*/ 1058910 w 1886020"/>
                <a:gd name="connsiteY166" fmla="*/ 2207029 h 4734469"/>
                <a:gd name="connsiteX167" fmla="*/ 1039680 w 1886020"/>
                <a:gd name="connsiteY167" fmla="*/ 2161643 h 4734469"/>
                <a:gd name="connsiteX168" fmla="*/ 1045298 w 1886020"/>
                <a:gd name="connsiteY168" fmla="*/ 2139108 h 4734469"/>
                <a:gd name="connsiteX169" fmla="*/ 1073729 w 1886020"/>
                <a:gd name="connsiteY169" fmla="*/ 2062887 h 4734469"/>
                <a:gd name="connsiteX170" fmla="*/ 1098774 w 1886020"/>
                <a:gd name="connsiteY170" fmla="*/ 1856238 h 4734469"/>
                <a:gd name="connsiteX171" fmla="*/ 1117459 w 1886020"/>
                <a:gd name="connsiteY171" fmla="*/ 1696376 h 4734469"/>
                <a:gd name="connsiteX172" fmla="*/ 1090811 w 1886020"/>
                <a:gd name="connsiteY172" fmla="*/ 1564235 h 4734469"/>
                <a:gd name="connsiteX173" fmla="*/ 1070016 w 1886020"/>
                <a:gd name="connsiteY173" fmla="*/ 1535166 h 4734469"/>
                <a:gd name="connsiteX174" fmla="*/ 1065064 w 1886020"/>
                <a:gd name="connsiteY174" fmla="*/ 1500401 h 4734469"/>
                <a:gd name="connsiteX175" fmla="*/ 1069409 w 1886020"/>
                <a:gd name="connsiteY175" fmla="*/ 1285230 h 4734469"/>
                <a:gd name="connsiteX176" fmla="*/ 1428401 w 1886020"/>
                <a:gd name="connsiteY176" fmla="*/ 1244648 h 4734469"/>
                <a:gd name="connsiteX177" fmla="*/ 1469267 w 1886020"/>
                <a:gd name="connsiteY177" fmla="*/ 1233637 h 4734469"/>
                <a:gd name="connsiteX178" fmla="*/ 1510569 w 1886020"/>
                <a:gd name="connsiteY178" fmla="*/ 1207741 h 4734469"/>
                <a:gd name="connsiteX179" fmla="*/ 1622232 w 1886020"/>
                <a:gd name="connsiteY179" fmla="*/ 1109831 h 4734469"/>
                <a:gd name="connsiteX180" fmla="*/ 1688425 w 1886020"/>
                <a:gd name="connsiteY180" fmla="*/ 946642 h 4734469"/>
                <a:gd name="connsiteX181" fmla="*/ 1747562 w 1886020"/>
                <a:gd name="connsiteY181" fmla="*/ 844368 h 4734469"/>
                <a:gd name="connsiteX182" fmla="*/ 1761043 w 1886020"/>
                <a:gd name="connsiteY182" fmla="*/ 794696 h 4734469"/>
                <a:gd name="connsiteX183" fmla="*/ 1753437 w 1886020"/>
                <a:gd name="connsiteY183" fmla="*/ 741358 h 4734469"/>
                <a:gd name="connsiteX184" fmla="*/ 1796361 w 1886020"/>
                <a:gd name="connsiteY184" fmla="*/ 663739 h 4734469"/>
                <a:gd name="connsiteX185" fmla="*/ 1806570 w 1886020"/>
                <a:gd name="connsiteY185" fmla="*/ 650101 h 4734469"/>
                <a:gd name="connsiteX186" fmla="*/ 1804140 w 1886020"/>
                <a:gd name="connsiteY186" fmla="*/ 636808 h 4734469"/>
                <a:gd name="connsiteX187" fmla="*/ 1803307 w 1886020"/>
                <a:gd name="connsiteY187" fmla="*/ 635266 h 4734469"/>
                <a:gd name="connsiteX188" fmla="*/ 1811545 w 1886020"/>
                <a:gd name="connsiteY188" fmla="*/ 629796 h 4734469"/>
                <a:gd name="connsiteX189" fmla="*/ 1839081 w 1886020"/>
                <a:gd name="connsiteY189" fmla="*/ 608266 h 4734469"/>
                <a:gd name="connsiteX190" fmla="*/ 1874848 w 1886020"/>
                <a:gd name="connsiteY190" fmla="*/ 572018 h 4734469"/>
                <a:gd name="connsiteX191" fmla="*/ 1884245 w 1886020"/>
                <a:gd name="connsiteY191" fmla="*/ 523393 h 4734469"/>
                <a:gd name="connsiteX192" fmla="*/ 570346 w 1886020"/>
                <a:gd name="connsiteY192" fmla="*/ 4449227 h 4734469"/>
                <a:gd name="connsiteX193" fmla="*/ 563104 w 1886020"/>
                <a:gd name="connsiteY193" fmla="*/ 4449848 h 4734469"/>
                <a:gd name="connsiteX194" fmla="*/ 537097 w 1886020"/>
                <a:gd name="connsiteY194" fmla="*/ 4457317 h 4734469"/>
                <a:gd name="connsiteX195" fmla="*/ 535135 w 1886020"/>
                <a:gd name="connsiteY195" fmla="*/ 4458333 h 4734469"/>
                <a:gd name="connsiteX196" fmla="*/ 566672 w 1886020"/>
                <a:gd name="connsiteY196" fmla="*/ 4383942 h 4734469"/>
                <a:gd name="connsiteX197" fmla="*/ 570026 w 1886020"/>
                <a:gd name="connsiteY197" fmla="*/ 4374975 h 4734469"/>
                <a:gd name="connsiteX198" fmla="*/ 568786 w 1886020"/>
                <a:gd name="connsiteY198" fmla="*/ 4391777 h 4734469"/>
                <a:gd name="connsiteX199" fmla="*/ 570346 w 1886020"/>
                <a:gd name="connsiteY199" fmla="*/ 4449227 h 4734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1886020" h="4734469">
                  <a:moveTo>
                    <a:pt x="1884245" y="523393"/>
                  </a:moveTo>
                  <a:cubicBezTo>
                    <a:pt x="1879987" y="514554"/>
                    <a:pt x="1876643" y="505304"/>
                    <a:pt x="1874265" y="495786"/>
                  </a:cubicBezTo>
                  <a:cubicBezTo>
                    <a:pt x="1873246" y="484801"/>
                    <a:pt x="1877470" y="470302"/>
                    <a:pt x="1867783" y="465103"/>
                  </a:cubicBezTo>
                  <a:cubicBezTo>
                    <a:pt x="1862319" y="462173"/>
                    <a:pt x="1854816" y="464370"/>
                    <a:pt x="1850007" y="460490"/>
                  </a:cubicBezTo>
                  <a:cubicBezTo>
                    <a:pt x="1847008" y="457071"/>
                    <a:pt x="1845172" y="452789"/>
                    <a:pt x="1844762" y="448260"/>
                  </a:cubicBezTo>
                  <a:cubicBezTo>
                    <a:pt x="1839748" y="430784"/>
                    <a:pt x="1824034" y="418538"/>
                    <a:pt x="1805863" y="417944"/>
                  </a:cubicBezTo>
                  <a:cubicBezTo>
                    <a:pt x="1816353" y="390189"/>
                    <a:pt x="1853722" y="383379"/>
                    <a:pt x="1870331" y="358921"/>
                  </a:cubicBezTo>
                  <a:cubicBezTo>
                    <a:pt x="1878637" y="346765"/>
                    <a:pt x="1875941" y="324284"/>
                    <a:pt x="1861299" y="324137"/>
                  </a:cubicBezTo>
                  <a:cubicBezTo>
                    <a:pt x="1857855" y="324356"/>
                    <a:pt x="1854489" y="325252"/>
                    <a:pt x="1851393" y="326774"/>
                  </a:cubicBezTo>
                  <a:cubicBezTo>
                    <a:pt x="1833181" y="334243"/>
                    <a:pt x="1815041" y="341785"/>
                    <a:pt x="1796830" y="349255"/>
                  </a:cubicBezTo>
                  <a:cubicBezTo>
                    <a:pt x="1786256" y="353386"/>
                    <a:pt x="1775941" y="358155"/>
                    <a:pt x="1765943" y="363534"/>
                  </a:cubicBezTo>
                  <a:cubicBezTo>
                    <a:pt x="1735930" y="380596"/>
                    <a:pt x="1713493" y="408351"/>
                    <a:pt x="1693315" y="436543"/>
                  </a:cubicBezTo>
                  <a:cubicBezTo>
                    <a:pt x="1674232" y="461516"/>
                    <a:pt x="1659007" y="489212"/>
                    <a:pt x="1648150" y="518706"/>
                  </a:cubicBezTo>
                  <a:cubicBezTo>
                    <a:pt x="1642068" y="536846"/>
                    <a:pt x="1638825" y="555816"/>
                    <a:pt x="1638535" y="574946"/>
                  </a:cubicBezTo>
                  <a:cubicBezTo>
                    <a:pt x="1638535" y="576864"/>
                    <a:pt x="1638578" y="578769"/>
                    <a:pt x="1638663" y="580662"/>
                  </a:cubicBezTo>
                  <a:cubicBezTo>
                    <a:pt x="1629777" y="582164"/>
                    <a:pt x="1622481" y="586062"/>
                    <a:pt x="1613134" y="587941"/>
                  </a:cubicBezTo>
                  <a:cubicBezTo>
                    <a:pt x="1606083" y="606606"/>
                    <a:pt x="1599032" y="625271"/>
                    <a:pt x="1591981" y="643937"/>
                  </a:cubicBezTo>
                  <a:cubicBezTo>
                    <a:pt x="1589143" y="653296"/>
                    <a:pt x="1584441" y="661984"/>
                    <a:pt x="1578159" y="669479"/>
                  </a:cubicBezTo>
                  <a:cubicBezTo>
                    <a:pt x="1573450" y="673778"/>
                    <a:pt x="1568430" y="677724"/>
                    <a:pt x="1563141" y="681284"/>
                  </a:cubicBezTo>
                  <a:cubicBezTo>
                    <a:pt x="1541319" y="699947"/>
                    <a:pt x="1530169" y="728216"/>
                    <a:pt x="1533375" y="756751"/>
                  </a:cubicBezTo>
                  <a:cubicBezTo>
                    <a:pt x="1493619" y="772381"/>
                    <a:pt x="1472768" y="816138"/>
                    <a:pt x="1485671" y="856861"/>
                  </a:cubicBezTo>
                  <a:cubicBezTo>
                    <a:pt x="1453258" y="863888"/>
                    <a:pt x="1426836" y="887272"/>
                    <a:pt x="1415921" y="918590"/>
                  </a:cubicBezTo>
                  <a:cubicBezTo>
                    <a:pt x="1414418" y="925614"/>
                    <a:pt x="1411299" y="932192"/>
                    <a:pt x="1406812" y="937801"/>
                  </a:cubicBezTo>
                  <a:cubicBezTo>
                    <a:pt x="1399842" y="943118"/>
                    <a:pt x="1391210" y="945785"/>
                    <a:pt x="1382456" y="945325"/>
                  </a:cubicBezTo>
                  <a:cubicBezTo>
                    <a:pt x="1358552" y="946811"/>
                    <a:pt x="1337650" y="965736"/>
                    <a:pt x="1315988" y="955470"/>
                  </a:cubicBezTo>
                  <a:cubicBezTo>
                    <a:pt x="1291397" y="943879"/>
                    <a:pt x="1263872" y="940012"/>
                    <a:pt x="1237040" y="944378"/>
                  </a:cubicBezTo>
                  <a:cubicBezTo>
                    <a:pt x="1231525" y="945684"/>
                    <a:pt x="1225852" y="946189"/>
                    <a:pt x="1220194" y="945880"/>
                  </a:cubicBezTo>
                  <a:cubicBezTo>
                    <a:pt x="1215352" y="945044"/>
                    <a:pt x="1210682" y="943408"/>
                    <a:pt x="1206377" y="941040"/>
                  </a:cubicBezTo>
                  <a:cubicBezTo>
                    <a:pt x="1196629" y="935328"/>
                    <a:pt x="1186061" y="931148"/>
                    <a:pt x="1175042" y="928647"/>
                  </a:cubicBezTo>
                  <a:cubicBezTo>
                    <a:pt x="1163722" y="926283"/>
                    <a:pt x="1152072" y="930807"/>
                    <a:pt x="1145313" y="940191"/>
                  </a:cubicBezTo>
                  <a:cubicBezTo>
                    <a:pt x="1137727" y="931829"/>
                    <a:pt x="1133206" y="921120"/>
                    <a:pt x="1126295" y="912187"/>
                  </a:cubicBezTo>
                  <a:cubicBezTo>
                    <a:pt x="1120075" y="902489"/>
                    <a:pt x="1108911" y="897134"/>
                    <a:pt x="1097455" y="898352"/>
                  </a:cubicBezTo>
                  <a:cubicBezTo>
                    <a:pt x="1104657" y="891903"/>
                    <a:pt x="1097285" y="879067"/>
                    <a:pt x="1087927" y="876721"/>
                  </a:cubicBezTo>
                  <a:cubicBezTo>
                    <a:pt x="1078328" y="875928"/>
                    <a:pt x="1068670" y="876280"/>
                    <a:pt x="1059155" y="877769"/>
                  </a:cubicBezTo>
                  <a:cubicBezTo>
                    <a:pt x="1034136" y="877636"/>
                    <a:pt x="1014940" y="854801"/>
                    <a:pt x="990638" y="848823"/>
                  </a:cubicBezTo>
                  <a:cubicBezTo>
                    <a:pt x="968301" y="843330"/>
                    <a:pt x="938529" y="849881"/>
                    <a:pt x="927078" y="829834"/>
                  </a:cubicBezTo>
                  <a:cubicBezTo>
                    <a:pt x="923420" y="823430"/>
                    <a:pt x="922372" y="815007"/>
                    <a:pt x="917154" y="810211"/>
                  </a:cubicBezTo>
                  <a:cubicBezTo>
                    <a:pt x="915923" y="804773"/>
                    <a:pt x="913444" y="799696"/>
                    <a:pt x="909914" y="795381"/>
                  </a:cubicBezTo>
                  <a:cubicBezTo>
                    <a:pt x="900747" y="784944"/>
                    <a:pt x="885250" y="783451"/>
                    <a:pt x="871407" y="783885"/>
                  </a:cubicBezTo>
                  <a:cubicBezTo>
                    <a:pt x="856196" y="784264"/>
                    <a:pt x="841121" y="786859"/>
                    <a:pt x="826658" y="791587"/>
                  </a:cubicBezTo>
                  <a:cubicBezTo>
                    <a:pt x="826254" y="789776"/>
                    <a:pt x="825774" y="787879"/>
                    <a:pt x="825164" y="785828"/>
                  </a:cubicBezTo>
                  <a:cubicBezTo>
                    <a:pt x="816394" y="760275"/>
                    <a:pt x="798807" y="738682"/>
                    <a:pt x="775558" y="724921"/>
                  </a:cubicBezTo>
                  <a:cubicBezTo>
                    <a:pt x="757304" y="713996"/>
                    <a:pt x="737481" y="705937"/>
                    <a:pt x="716782" y="701026"/>
                  </a:cubicBezTo>
                  <a:cubicBezTo>
                    <a:pt x="716686" y="699200"/>
                    <a:pt x="716492" y="697384"/>
                    <a:pt x="716446" y="695553"/>
                  </a:cubicBezTo>
                  <a:cubicBezTo>
                    <a:pt x="716110" y="669706"/>
                    <a:pt x="720123" y="643985"/>
                    <a:pt x="728319" y="619469"/>
                  </a:cubicBezTo>
                  <a:cubicBezTo>
                    <a:pt x="729178" y="616782"/>
                    <a:pt x="730174" y="614126"/>
                    <a:pt x="731107" y="611455"/>
                  </a:cubicBezTo>
                  <a:cubicBezTo>
                    <a:pt x="876662" y="573177"/>
                    <a:pt x="963628" y="424150"/>
                    <a:pt x="925349" y="278594"/>
                  </a:cubicBezTo>
                  <a:cubicBezTo>
                    <a:pt x="912967" y="231510"/>
                    <a:pt x="888197" y="188603"/>
                    <a:pt x="853616" y="154334"/>
                  </a:cubicBezTo>
                  <a:cubicBezTo>
                    <a:pt x="853487" y="148816"/>
                    <a:pt x="852771" y="143327"/>
                    <a:pt x="851478" y="137960"/>
                  </a:cubicBezTo>
                  <a:cubicBezTo>
                    <a:pt x="848482" y="126214"/>
                    <a:pt x="842847" y="115306"/>
                    <a:pt x="835001" y="106065"/>
                  </a:cubicBezTo>
                  <a:cubicBezTo>
                    <a:pt x="822561" y="78154"/>
                    <a:pt x="803054" y="65842"/>
                    <a:pt x="778219" y="54216"/>
                  </a:cubicBezTo>
                  <a:cubicBezTo>
                    <a:pt x="771081" y="50848"/>
                    <a:pt x="763505" y="47552"/>
                    <a:pt x="755492" y="43891"/>
                  </a:cubicBezTo>
                  <a:cubicBezTo>
                    <a:pt x="715863" y="26023"/>
                    <a:pt x="677545" y="-193"/>
                    <a:pt x="632527" y="-120"/>
                  </a:cubicBezTo>
                  <a:cubicBezTo>
                    <a:pt x="591441" y="-120"/>
                    <a:pt x="552104" y="22581"/>
                    <a:pt x="511529" y="21702"/>
                  </a:cubicBezTo>
                  <a:lnTo>
                    <a:pt x="508469" y="21555"/>
                  </a:lnTo>
                  <a:cubicBezTo>
                    <a:pt x="507449" y="21510"/>
                    <a:pt x="506430" y="21519"/>
                    <a:pt x="505410" y="21409"/>
                  </a:cubicBezTo>
                  <a:cubicBezTo>
                    <a:pt x="504172" y="21336"/>
                    <a:pt x="503006" y="21189"/>
                    <a:pt x="501768" y="21043"/>
                  </a:cubicBezTo>
                  <a:cubicBezTo>
                    <a:pt x="490404" y="19652"/>
                    <a:pt x="476781" y="17016"/>
                    <a:pt x="469278" y="25730"/>
                  </a:cubicBezTo>
                  <a:cubicBezTo>
                    <a:pt x="466903" y="29211"/>
                    <a:pt x="464970" y="32975"/>
                    <a:pt x="463524" y="36933"/>
                  </a:cubicBezTo>
                  <a:cubicBezTo>
                    <a:pt x="462960" y="38238"/>
                    <a:pt x="462278" y="39488"/>
                    <a:pt x="461484" y="40668"/>
                  </a:cubicBezTo>
                  <a:lnTo>
                    <a:pt x="461484" y="40668"/>
                  </a:lnTo>
                  <a:cubicBezTo>
                    <a:pt x="460036" y="43203"/>
                    <a:pt x="458300" y="45562"/>
                    <a:pt x="456312" y="47698"/>
                  </a:cubicBezTo>
                  <a:lnTo>
                    <a:pt x="456312" y="47698"/>
                  </a:lnTo>
                  <a:cubicBezTo>
                    <a:pt x="443200" y="62124"/>
                    <a:pt x="421200" y="68495"/>
                    <a:pt x="403061" y="77869"/>
                  </a:cubicBezTo>
                  <a:cubicBezTo>
                    <a:pt x="362121" y="98885"/>
                    <a:pt x="335241" y="141651"/>
                    <a:pt x="324532" y="186540"/>
                  </a:cubicBezTo>
                  <a:cubicBezTo>
                    <a:pt x="313824" y="231503"/>
                    <a:pt x="317613" y="278735"/>
                    <a:pt x="325625" y="324210"/>
                  </a:cubicBezTo>
                  <a:cubicBezTo>
                    <a:pt x="329668" y="346953"/>
                    <a:pt x="338554" y="372769"/>
                    <a:pt x="354726" y="387041"/>
                  </a:cubicBezTo>
                  <a:lnTo>
                    <a:pt x="354729" y="387125"/>
                  </a:lnTo>
                  <a:lnTo>
                    <a:pt x="354368" y="386850"/>
                  </a:lnTo>
                  <a:cubicBezTo>
                    <a:pt x="354368" y="386850"/>
                    <a:pt x="217449" y="484288"/>
                    <a:pt x="242435" y="498129"/>
                  </a:cubicBezTo>
                  <a:cubicBezTo>
                    <a:pt x="256026" y="505640"/>
                    <a:pt x="312750" y="469721"/>
                    <a:pt x="361648" y="435424"/>
                  </a:cubicBezTo>
                  <a:cubicBezTo>
                    <a:pt x="362144" y="437506"/>
                    <a:pt x="362603" y="439595"/>
                    <a:pt x="363141" y="441669"/>
                  </a:cubicBezTo>
                  <a:cubicBezTo>
                    <a:pt x="369008" y="463526"/>
                    <a:pt x="376482" y="484918"/>
                    <a:pt x="385505" y="505671"/>
                  </a:cubicBezTo>
                  <a:cubicBezTo>
                    <a:pt x="395922" y="530203"/>
                    <a:pt x="410492" y="556639"/>
                    <a:pt x="435987" y="563961"/>
                  </a:cubicBezTo>
                  <a:cubicBezTo>
                    <a:pt x="441630" y="565500"/>
                    <a:pt x="447474" y="566168"/>
                    <a:pt x="453319" y="565943"/>
                  </a:cubicBezTo>
                  <a:cubicBezTo>
                    <a:pt x="454827" y="565930"/>
                    <a:pt x="456330" y="565808"/>
                    <a:pt x="457839" y="565708"/>
                  </a:cubicBezTo>
                  <a:cubicBezTo>
                    <a:pt x="459132" y="603180"/>
                    <a:pt x="455165" y="640648"/>
                    <a:pt x="446055" y="677019"/>
                  </a:cubicBezTo>
                  <a:cubicBezTo>
                    <a:pt x="431197" y="676210"/>
                    <a:pt x="416481" y="680278"/>
                    <a:pt x="404147" y="688604"/>
                  </a:cubicBezTo>
                  <a:cubicBezTo>
                    <a:pt x="399500" y="693206"/>
                    <a:pt x="393610" y="696350"/>
                    <a:pt x="387200" y="697652"/>
                  </a:cubicBezTo>
                  <a:cubicBezTo>
                    <a:pt x="380552" y="696839"/>
                    <a:pt x="374375" y="693794"/>
                    <a:pt x="369682" y="689015"/>
                  </a:cubicBezTo>
                  <a:cubicBezTo>
                    <a:pt x="331815" y="661741"/>
                    <a:pt x="280072" y="664482"/>
                    <a:pt x="245299" y="695605"/>
                  </a:cubicBezTo>
                  <a:cubicBezTo>
                    <a:pt x="195703" y="742353"/>
                    <a:pt x="201316" y="833697"/>
                    <a:pt x="143191" y="869154"/>
                  </a:cubicBezTo>
                  <a:cubicBezTo>
                    <a:pt x="127169" y="878928"/>
                    <a:pt x="106687" y="884098"/>
                    <a:pt x="97334" y="900423"/>
                  </a:cubicBezTo>
                  <a:cubicBezTo>
                    <a:pt x="95070" y="905622"/>
                    <a:pt x="92427" y="910647"/>
                    <a:pt x="89426" y="915458"/>
                  </a:cubicBezTo>
                  <a:cubicBezTo>
                    <a:pt x="85537" y="919756"/>
                    <a:pt x="80772" y="923169"/>
                    <a:pt x="75452" y="925468"/>
                  </a:cubicBezTo>
                  <a:cubicBezTo>
                    <a:pt x="58580" y="933039"/>
                    <a:pt x="42526" y="942316"/>
                    <a:pt x="27541" y="953154"/>
                  </a:cubicBezTo>
                  <a:cubicBezTo>
                    <a:pt x="12411" y="964246"/>
                    <a:pt x="2454" y="981025"/>
                    <a:pt x="-34" y="999620"/>
                  </a:cubicBezTo>
                  <a:cubicBezTo>
                    <a:pt x="-249" y="1013123"/>
                    <a:pt x="2648" y="1026495"/>
                    <a:pt x="8434" y="1038698"/>
                  </a:cubicBezTo>
                  <a:cubicBezTo>
                    <a:pt x="17108" y="1060026"/>
                    <a:pt x="27783" y="1080484"/>
                    <a:pt x="40317" y="1099798"/>
                  </a:cubicBezTo>
                  <a:cubicBezTo>
                    <a:pt x="33548" y="1108622"/>
                    <a:pt x="29116" y="1119012"/>
                    <a:pt x="27433" y="1130006"/>
                  </a:cubicBezTo>
                  <a:cubicBezTo>
                    <a:pt x="23297" y="1158835"/>
                    <a:pt x="37087" y="1187166"/>
                    <a:pt x="38612" y="1216252"/>
                  </a:cubicBezTo>
                  <a:cubicBezTo>
                    <a:pt x="39943" y="1241665"/>
                    <a:pt x="31896" y="1266487"/>
                    <a:pt x="27292" y="1291511"/>
                  </a:cubicBezTo>
                  <a:cubicBezTo>
                    <a:pt x="9324" y="1389174"/>
                    <a:pt x="43846" y="1488100"/>
                    <a:pt x="78979" y="1580927"/>
                  </a:cubicBezTo>
                  <a:cubicBezTo>
                    <a:pt x="85663" y="1596009"/>
                    <a:pt x="89810" y="1612092"/>
                    <a:pt x="91251" y="1628525"/>
                  </a:cubicBezTo>
                  <a:cubicBezTo>
                    <a:pt x="92190" y="1658823"/>
                    <a:pt x="74830" y="1686583"/>
                    <a:pt x="70077" y="1716517"/>
                  </a:cubicBezTo>
                  <a:cubicBezTo>
                    <a:pt x="60087" y="1779417"/>
                    <a:pt x="106242" y="1838585"/>
                    <a:pt x="107198" y="1902274"/>
                  </a:cubicBezTo>
                  <a:cubicBezTo>
                    <a:pt x="107638" y="1931597"/>
                    <a:pt x="98452" y="1961442"/>
                    <a:pt x="105750" y="1989837"/>
                  </a:cubicBezTo>
                  <a:cubicBezTo>
                    <a:pt x="110621" y="2008787"/>
                    <a:pt x="122387" y="2025071"/>
                    <a:pt x="130737" y="2042751"/>
                  </a:cubicBezTo>
                  <a:cubicBezTo>
                    <a:pt x="145532" y="2074080"/>
                    <a:pt x="149501" y="2109624"/>
                    <a:pt x="163624" y="2141265"/>
                  </a:cubicBezTo>
                  <a:cubicBezTo>
                    <a:pt x="180520" y="2175727"/>
                    <a:pt x="205558" y="2205553"/>
                    <a:pt x="236572" y="2228163"/>
                  </a:cubicBezTo>
                  <a:cubicBezTo>
                    <a:pt x="254350" y="2284370"/>
                    <a:pt x="229127" y="2352240"/>
                    <a:pt x="236300" y="2412053"/>
                  </a:cubicBezTo>
                  <a:cubicBezTo>
                    <a:pt x="245952" y="2408302"/>
                    <a:pt x="255679" y="2404746"/>
                    <a:pt x="265444" y="2401299"/>
                  </a:cubicBezTo>
                  <a:cubicBezTo>
                    <a:pt x="259340" y="2490826"/>
                    <a:pt x="281961" y="2579965"/>
                    <a:pt x="330016" y="2655748"/>
                  </a:cubicBezTo>
                  <a:cubicBezTo>
                    <a:pt x="345907" y="2680498"/>
                    <a:pt x="364528" y="2703733"/>
                    <a:pt x="376474" y="2730632"/>
                  </a:cubicBezTo>
                  <a:cubicBezTo>
                    <a:pt x="384304" y="2749822"/>
                    <a:pt x="390373" y="2769685"/>
                    <a:pt x="394604" y="2789975"/>
                  </a:cubicBezTo>
                  <a:cubicBezTo>
                    <a:pt x="411766" y="2861384"/>
                    <a:pt x="428928" y="2932792"/>
                    <a:pt x="446089" y="3004200"/>
                  </a:cubicBezTo>
                  <a:cubicBezTo>
                    <a:pt x="459988" y="3062033"/>
                    <a:pt x="473988" y="3120985"/>
                    <a:pt x="469814" y="3180333"/>
                  </a:cubicBezTo>
                  <a:cubicBezTo>
                    <a:pt x="466905" y="3221687"/>
                    <a:pt x="456536" y="3268184"/>
                    <a:pt x="481889" y="3300881"/>
                  </a:cubicBezTo>
                  <a:cubicBezTo>
                    <a:pt x="488006" y="3307131"/>
                    <a:pt x="493168" y="3314250"/>
                    <a:pt x="497206" y="3322008"/>
                  </a:cubicBezTo>
                  <a:cubicBezTo>
                    <a:pt x="499734" y="3331104"/>
                    <a:pt x="499821" y="3340705"/>
                    <a:pt x="497458" y="3349846"/>
                  </a:cubicBezTo>
                  <a:cubicBezTo>
                    <a:pt x="485085" y="3418933"/>
                    <a:pt x="476597" y="3488660"/>
                    <a:pt x="472035" y="3558699"/>
                  </a:cubicBezTo>
                  <a:cubicBezTo>
                    <a:pt x="466299" y="3566438"/>
                    <a:pt x="460633" y="3574145"/>
                    <a:pt x="455363" y="3581867"/>
                  </a:cubicBezTo>
                  <a:cubicBezTo>
                    <a:pt x="413258" y="3643453"/>
                    <a:pt x="393008" y="3717121"/>
                    <a:pt x="376617" y="3789983"/>
                  </a:cubicBezTo>
                  <a:cubicBezTo>
                    <a:pt x="344710" y="3932487"/>
                    <a:pt x="330360" y="4078724"/>
                    <a:pt x="323803" y="4224670"/>
                  </a:cubicBezTo>
                  <a:cubicBezTo>
                    <a:pt x="302695" y="4243788"/>
                    <a:pt x="284530" y="4265923"/>
                    <a:pt x="269897" y="4290356"/>
                  </a:cubicBezTo>
                  <a:cubicBezTo>
                    <a:pt x="247824" y="4331217"/>
                    <a:pt x="244984" y="4379402"/>
                    <a:pt x="242653" y="4425902"/>
                  </a:cubicBezTo>
                  <a:cubicBezTo>
                    <a:pt x="241667" y="4433438"/>
                    <a:pt x="242517" y="4441101"/>
                    <a:pt x="245130" y="4448237"/>
                  </a:cubicBezTo>
                  <a:cubicBezTo>
                    <a:pt x="250425" y="4457176"/>
                    <a:pt x="258628" y="4464027"/>
                    <a:pt x="268367" y="4467643"/>
                  </a:cubicBezTo>
                  <a:cubicBezTo>
                    <a:pt x="272570" y="4469705"/>
                    <a:pt x="276802" y="4471705"/>
                    <a:pt x="281062" y="4473643"/>
                  </a:cubicBezTo>
                  <a:cubicBezTo>
                    <a:pt x="278285" y="4483867"/>
                    <a:pt x="275855" y="4494348"/>
                    <a:pt x="273678" y="4504884"/>
                  </a:cubicBezTo>
                  <a:cubicBezTo>
                    <a:pt x="257530" y="4486659"/>
                    <a:pt x="228677" y="4457757"/>
                    <a:pt x="223785" y="4478920"/>
                  </a:cubicBezTo>
                  <a:cubicBezTo>
                    <a:pt x="207600" y="4549531"/>
                    <a:pt x="198812" y="4621636"/>
                    <a:pt x="197562" y="4694067"/>
                  </a:cubicBezTo>
                  <a:cubicBezTo>
                    <a:pt x="197053" y="4698735"/>
                    <a:pt x="197940" y="4703449"/>
                    <a:pt x="200110" y="4707613"/>
                  </a:cubicBezTo>
                  <a:cubicBezTo>
                    <a:pt x="204357" y="4712580"/>
                    <a:pt x="210482" y="4715552"/>
                    <a:pt x="217011" y="4715815"/>
                  </a:cubicBezTo>
                  <a:cubicBezTo>
                    <a:pt x="287384" y="4728385"/>
                    <a:pt x="358747" y="4734586"/>
                    <a:pt x="430232" y="4734343"/>
                  </a:cubicBezTo>
                  <a:cubicBezTo>
                    <a:pt x="488145" y="4734123"/>
                    <a:pt x="545912" y="4729656"/>
                    <a:pt x="603607" y="4725262"/>
                  </a:cubicBezTo>
                  <a:cubicBezTo>
                    <a:pt x="623275" y="4723724"/>
                    <a:pt x="643016" y="4722186"/>
                    <a:pt x="662684" y="4720722"/>
                  </a:cubicBezTo>
                  <a:cubicBezTo>
                    <a:pt x="723452" y="4717460"/>
                    <a:pt x="783917" y="4709948"/>
                    <a:pt x="843635" y="4698241"/>
                  </a:cubicBezTo>
                  <a:cubicBezTo>
                    <a:pt x="869788" y="4692529"/>
                    <a:pt x="896740" y="4684474"/>
                    <a:pt x="916335" y="4666093"/>
                  </a:cubicBezTo>
                  <a:cubicBezTo>
                    <a:pt x="935858" y="4647786"/>
                    <a:pt x="945693" y="4616444"/>
                    <a:pt x="932144" y="4593231"/>
                  </a:cubicBezTo>
                  <a:cubicBezTo>
                    <a:pt x="932154" y="4593150"/>
                    <a:pt x="932127" y="4593070"/>
                    <a:pt x="932070" y="4593011"/>
                  </a:cubicBezTo>
                  <a:cubicBezTo>
                    <a:pt x="915534" y="4564965"/>
                    <a:pt x="877072" y="4562840"/>
                    <a:pt x="844873" y="4558374"/>
                  </a:cubicBezTo>
                  <a:cubicBezTo>
                    <a:pt x="813002" y="4553903"/>
                    <a:pt x="782117" y="4544074"/>
                    <a:pt x="753524" y="4529302"/>
                  </a:cubicBezTo>
                  <a:cubicBezTo>
                    <a:pt x="747087" y="4525966"/>
                    <a:pt x="740813" y="4522336"/>
                    <a:pt x="734593" y="4518606"/>
                  </a:cubicBezTo>
                  <a:cubicBezTo>
                    <a:pt x="736242" y="4518148"/>
                    <a:pt x="737907" y="4517766"/>
                    <a:pt x="739537" y="4517219"/>
                  </a:cubicBezTo>
                  <a:cubicBezTo>
                    <a:pt x="767146" y="4507919"/>
                    <a:pt x="789146" y="4486683"/>
                    <a:pt x="815225" y="4473721"/>
                  </a:cubicBezTo>
                  <a:cubicBezTo>
                    <a:pt x="845456" y="4458783"/>
                    <a:pt x="879766" y="4455488"/>
                    <a:pt x="913204" y="4451240"/>
                  </a:cubicBezTo>
                  <a:cubicBezTo>
                    <a:pt x="946567" y="4446919"/>
                    <a:pt x="981023" y="4440988"/>
                    <a:pt x="1008777" y="4421948"/>
                  </a:cubicBezTo>
                  <a:cubicBezTo>
                    <a:pt x="1034784" y="4404081"/>
                    <a:pt x="1053214" y="4371640"/>
                    <a:pt x="1047167" y="4341177"/>
                  </a:cubicBezTo>
                  <a:cubicBezTo>
                    <a:pt x="1046772" y="4339021"/>
                    <a:pt x="1046236" y="4336893"/>
                    <a:pt x="1045565" y="4334806"/>
                  </a:cubicBezTo>
                  <a:cubicBezTo>
                    <a:pt x="1035222" y="4301707"/>
                    <a:pt x="999454" y="4284132"/>
                    <a:pt x="966018" y="4275418"/>
                  </a:cubicBezTo>
                  <a:cubicBezTo>
                    <a:pt x="932654" y="4266703"/>
                    <a:pt x="896376" y="4262310"/>
                    <a:pt x="869350" y="4240780"/>
                  </a:cubicBezTo>
                  <a:cubicBezTo>
                    <a:pt x="868039" y="4239755"/>
                    <a:pt x="866727" y="4238657"/>
                    <a:pt x="865416" y="4237558"/>
                  </a:cubicBezTo>
                  <a:cubicBezTo>
                    <a:pt x="863105" y="4235668"/>
                    <a:pt x="860725" y="4233748"/>
                    <a:pt x="858312" y="4231890"/>
                  </a:cubicBezTo>
                  <a:cubicBezTo>
                    <a:pt x="864279" y="4221816"/>
                    <a:pt x="867032" y="4210162"/>
                    <a:pt x="866202" y="4198483"/>
                  </a:cubicBezTo>
                  <a:cubicBezTo>
                    <a:pt x="864780" y="4180079"/>
                    <a:pt x="854086" y="4163949"/>
                    <a:pt x="846828" y="4146993"/>
                  </a:cubicBezTo>
                  <a:cubicBezTo>
                    <a:pt x="832591" y="4113737"/>
                    <a:pt x="831447" y="4076588"/>
                    <a:pt x="827606" y="4040589"/>
                  </a:cubicBezTo>
                  <a:cubicBezTo>
                    <a:pt x="817962" y="3950199"/>
                    <a:pt x="790241" y="3862921"/>
                    <a:pt x="769290" y="3774485"/>
                  </a:cubicBezTo>
                  <a:cubicBezTo>
                    <a:pt x="766914" y="3764457"/>
                    <a:pt x="764642" y="3754380"/>
                    <a:pt x="762475" y="3744253"/>
                  </a:cubicBezTo>
                  <a:cubicBezTo>
                    <a:pt x="782857" y="3701898"/>
                    <a:pt x="807827" y="3661907"/>
                    <a:pt x="836934" y="3624999"/>
                  </a:cubicBezTo>
                  <a:cubicBezTo>
                    <a:pt x="870118" y="3583369"/>
                    <a:pt x="894392" y="3535363"/>
                    <a:pt x="908250" y="3483961"/>
                  </a:cubicBezTo>
                  <a:cubicBezTo>
                    <a:pt x="912548" y="3468216"/>
                    <a:pt x="915754" y="3452179"/>
                    <a:pt x="919032" y="3436142"/>
                  </a:cubicBezTo>
                  <a:cubicBezTo>
                    <a:pt x="956256" y="3251313"/>
                    <a:pt x="991344" y="3066068"/>
                    <a:pt x="1024295" y="2880409"/>
                  </a:cubicBezTo>
                  <a:cubicBezTo>
                    <a:pt x="1029738" y="2853950"/>
                    <a:pt x="1032871" y="2827069"/>
                    <a:pt x="1033661" y="2800068"/>
                  </a:cubicBezTo>
                  <a:cubicBezTo>
                    <a:pt x="1042279" y="2775612"/>
                    <a:pt x="1046942" y="2749937"/>
                    <a:pt x="1047473" y="2724013"/>
                  </a:cubicBezTo>
                  <a:cubicBezTo>
                    <a:pt x="1057058" y="2686426"/>
                    <a:pt x="1066821" y="2647000"/>
                    <a:pt x="1058970" y="2622350"/>
                  </a:cubicBezTo>
                  <a:cubicBezTo>
                    <a:pt x="1053417" y="2604945"/>
                    <a:pt x="1050620" y="2545408"/>
                    <a:pt x="1047617" y="2488368"/>
                  </a:cubicBezTo>
                  <a:cubicBezTo>
                    <a:pt x="1048457" y="2457784"/>
                    <a:pt x="1046588" y="2427185"/>
                    <a:pt x="1042031" y="2396930"/>
                  </a:cubicBezTo>
                  <a:cubicBezTo>
                    <a:pt x="1041176" y="2391759"/>
                    <a:pt x="1040122" y="2386584"/>
                    <a:pt x="1038963" y="2381416"/>
                  </a:cubicBezTo>
                  <a:cubicBezTo>
                    <a:pt x="1038502" y="2378851"/>
                    <a:pt x="1037890" y="2376315"/>
                    <a:pt x="1037129" y="2373822"/>
                  </a:cubicBezTo>
                  <a:cubicBezTo>
                    <a:pt x="1032796" y="2356670"/>
                    <a:pt x="1026755" y="2339994"/>
                    <a:pt x="1019095" y="2324047"/>
                  </a:cubicBezTo>
                  <a:cubicBezTo>
                    <a:pt x="1015187" y="2314505"/>
                    <a:pt x="1010671" y="2305225"/>
                    <a:pt x="1005573" y="2296263"/>
                  </a:cubicBezTo>
                  <a:cubicBezTo>
                    <a:pt x="1002505" y="2290975"/>
                    <a:pt x="999051" y="2285921"/>
                    <a:pt x="995240" y="2281142"/>
                  </a:cubicBezTo>
                  <a:cubicBezTo>
                    <a:pt x="1016552" y="2281989"/>
                    <a:pt x="1037805" y="2283945"/>
                    <a:pt x="1058914" y="2287002"/>
                  </a:cubicBezTo>
                  <a:cubicBezTo>
                    <a:pt x="1064109" y="2287780"/>
                    <a:pt x="1070438" y="2288199"/>
                    <a:pt x="1073548" y="2283943"/>
                  </a:cubicBezTo>
                  <a:cubicBezTo>
                    <a:pt x="1074935" y="2281626"/>
                    <a:pt x="1075613" y="2278953"/>
                    <a:pt x="1075497" y="2276255"/>
                  </a:cubicBezTo>
                  <a:cubicBezTo>
                    <a:pt x="1076487" y="2252089"/>
                    <a:pt x="1070744" y="2228123"/>
                    <a:pt x="1058910" y="2207029"/>
                  </a:cubicBezTo>
                  <a:cubicBezTo>
                    <a:pt x="1050730" y="2192516"/>
                    <a:pt x="1039366" y="2178321"/>
                    <a:pt x="1039680" y="2161643"/>
                  </a:cubicBezTo>
                  <a:cubicBezTo>
                    <a:pt x="1040270" y="2153869"/>
                    <a:pt x="1042170" y="2146250"/>
                    <a:pt x="1045298" y="2139108"/>
                  </a:cubicBezTo>
                  <a:cubicBezTo>
                    <a:pt x="1054776" y="2113701"/>
                    <a:pt x="1064253" y="2088294"/>
                    <a:pt x="1073729" y="2062887"/>
                  </a:cubicBezTo>
                  <a:cubicBezTo>
                    <a:pt x="1097730" y="1998543"/>
                    <a:pt x="1086309" y="1923804"/>
                    <a:pt x="1098774" y="1856238"/>
                  </a:cubicBezTo>
                  <a:cubicBezTo>
                    <a:pt x="1108515" y="1803420"/>
                    <a:pt x="1114758" y="1750016"/>
                    <a:pt x="1117459" y="1696376"/>
                  </a:cubicBezTo>
                  <a:cubicBezTo>
                    <a:pt x="1119767" y="1650525"/>
                    <a:pt x="1118332" y="1600871"/>
                    <a:pt x="1090811" y="1564235"/>
                  </a:cubicBezTo>
                  <a:cubicBezTo>
                    <a:pt x="1082759" y="1555397"/>
                    <a:pt x="1075779" y="1545640"/>
                    <a:pt x="1070016" y="1535166"/>
                  </a:cubicBezTo>
                  <a:cubicBezTo>
                    <a:pt x="1066065" y="1524024"/>
                    <a:pt x="1064381" y="1512204"/>
                    <a:pt x="1065064" y="1500401"/>
                  </a:cubicBezTo>
                  <a:cubicBezTo>
                    <a:pt x="1064584" y="1428655"/>
                    <a:pt x="1066033" y="1356931"/>
                    <a:pt x="1069409" y="1285230"/>
                  </a:cubicBezTo>
                  <a:cubicBezTo>
                    <a:pt x="1190013" y="1281985"/>
                    <a:pt x="1310117" y="1268408"/>
                    <a:pt x="1428401" y="1244648"/>
                  </a:cubicBezTo>
                  <a:cubicBezTo>
                    <a:pt x="1442332" y="1242237"/>
                    <a:pt x="1456011" y="1238551"/>
                    <a:pt x="1469267" y="1233637"/>
                  </a:cubicBezTo>
                  <a:cubicBezTo>
                    <a:pt x="1483972" y="1226598"/>
                    <a:pt x="1497828" y="1217910"/>
                    <a:pt x="1510569" y="1207741"/>
                  </a:cubicBezTo>
                  <a:cubicBezTo>
                    <a:pt x="1550814" y="1178656"/>
                    <a:pt x="1591632" y="1149028"/>
                    <a:pt x="1622232" y="1109831"/>
                  </a:cubicBezTo>
                  <a:cubicBezTo>
                    <a:pt x="1658666" y="1062432"/>
                    <a:pt x="1681545" y="1006028"/>
                    <a:pt x="1688425" y="946642"/>
                  </a:cubicBezTo>
                  <a:cubicBezTo>
                    <a:pt x="1717534" y="919682"/>
                    <a:pt x="1732990" y="881361"/>
                    <a:pt x="1747562" y="844368"/>
                  </a:cubicBezTo>
                  <a:cubicBezTo>
                    <a:pt x="1754761" y="828666"/>
                    <a:pt x="1759316" y="811883"/>
                    <a:pt x="1761043" y="794696"/>
                  </a:cubicBezTo>
                  <a:cubicBezTo>
                    <a:pt x="1761825" y="777107"/>
                    <a:pt x="1750231" y="758668"/>
                    <a:pt x="1753437" y="741358"/>
                  </a:cubicBezTo>
                  <a:cubicBezTo>
                    <a:pt x="1759034" y="711546"/>
                    <a:pt x="1774085" y="684329"/>
                    <a:pt x="1796361" y="663739"/>
                  </a:cubicBezTo>
                  <a:cubicBezTo>
                    <a:pt x="1801084" y="660350"/>
                    <a:pt x="1804649" y="655588"/>
                    <a:pt x="1806570" y="650101"/>
                  </a:cubicBezTo>
                  <a:cubicBezTo>
                    <a:pt x="1807169" y="645525"/>
                    <a:pt x="1806319" y="640877"/>
                    <a:pt x="1804140" y="636808"/>
                  </a:cubicBezTo>
                  <a:cubicBezTo>
                    <a:pt x="1803900" y="636270"/>
                    <a:pt x="1803559" y="635797"/>
                    <a:pt x="1803307" y="635266"/>
                  </a:cubicBezTo>
                  <a:cubicBezTo>
                    <a:pt x="1806083" y="633507"/>
                    <a:pt x="1808835" y="631696"/>
                    <a:pt x="1811545" y="629796"/>
                  </a:cubicBezTo>
                  <a:cubicBezTo>
                    <a:pt x="1821087" y="623058"/>
                    <a:pt x="1830193" y="615589"/>
                    <a:pt x="1839081" y="608266"/>
                  </a:cubicBezTo>
                  <a:cubicBezTo>
                    <a:pt x="1852739" y="598028"/>
                    <a:pt x="1864794" y="585811"/>
                    <a:pt x="1874848" y="572018"/>
                  </a:cubicBezTo>
                  <a:cubicBezTo>
                    <a:pt x="1884973" y="557978"/>
                    <a:pt x="1888409" y="540195"/>
                    <a:pt x="1884245" y="523393"/>
                  </a:cubicBezTo>
                  <a:close/>
                  <a:moveTo>
                    <a:pt x="570346" y="4449227"/>
                  </a:moveTo>
                  <a:cubicBezTo>
                    <a:pt x="567928" y="4449397"/>
                    <a:pt x="565501" y="4449516"/>
                    <a:pt x="563104" y="4449848"/>
                  </a:cubicBezTo>
                  <a:cubicBezTo>
                    <a:pt x="554121" y="4451073"/>
                    <a:pt x="545361" y="4453589"/>
                    <a:pt x="537097" y="4457317"/>
                  </a:cubicBezTo>
                  <a:cubicBezTo>
                    <a:pt x="536428" y="4457626"/>
                    <a:pt x="535797" y="4458009"/>
                    <a:pt x="535135" y="4458333"/>
                  </a:cubicBezTo>
                  <a:cubicBezTo>
                    <a:pt x="546450" y="4433898"/>
                    <a:pt x="557033" y="4409119"/>
                    <a:pt x="566672" y="4383942"/>
                  </a:cubicBezTo>
                  <a:cubicBezTo>
                    <a:pt x="567820" y="4380970"/>
                    <a:pt x="568903" y="4377961"/>
                    <a:pt x="570026" y="4374975"/>
                  </a:cubicBezTo>
                  <a:cubicBezTo>
                    <a:pt x="569608" y="4380572"/>
                    <a:pt x="569207" y="4386185"/>
                    <a:pt x="568786" y="4391777"/>
                  </a:cubicBezTo>
                  <a:cubicBezTo>
                    <a:pt x="566614" y="4410906"/>
                    <a:pt x="567139" y="4430245"/>
                    <a:pt x="570346" y="4449227"/>
                  </a:cubicBezTo>
                  <a:close/>
                </a:path>
              </a:pathLst>
            </a:custGeom>
            <a:solidFill>
              <a:srgbClr val="808080"/>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25" name="任意多边形: 形状 24">
              <a:extLst>
                <a:ext uri="{FF2B5EF4-FFF2-40B4-BE49-F238E27FC236}">
                  <a16:creationId xmlns:a16="http://schemas.microsoft.com/office/drawing/2014/main" id="{B135EA10-D109-4B3F-B2DD-B747CEBB89E1}"/>
                </a:ext>
              </a:extLst>
            </p:cNvPr>
            <p:cNvSpPr/>
            <p:nvPr/>
          </p:nvSpPr>
          <p:spPr>
            <a:xfrm>
              <a:off x="2887339" y="1216911"/>
              <a:ext cx="400727" cy="364159"/>
            </a:xfrm>
            <a:custGeom>
              <a:avLst/>
              <a:gdLst>
                <a:gd name="connsiteX0" fmla="*/ 331989 w 400727"/>
                <a:gd name="connsiteY0" fmla="*/ 245607 h 364159"/>
                <a:gd name="connsiteX1" fmla="*/ 348598 w 400727"/>
                <a:gd name="connsiteY1" fmla="*/ 363618 h 364159"/>
                <a:gd name="connsiteX2" fmla="*/ -45 w 400727"/>
                <a:gd name="connsiteY2" fmla="*/ 330036 h 364159"/>
                <a:gd name="connsiteX3" fmla="*/ 59907 w 400727"/>
                <a:gd name="connsiteY3" fmla="*/ 234024 h 364159"/>
                <a:gd name="connsiteX4" fmla="*/ 71344 w 400727"/>
                <a:gd name="connsiteY4" fmla="*/ 86511 h 364159"/>
                <a:gd name="connsiteX5" fmla="*/ 69888 w 400727"/>
                <a:gd name="connsiteY5" fmla="*/ 78352 h 364159"/>
                <a:gd name="connsiteX6" fmla="*/ 57431 w 400727"/>
                <a:gd name="connsiteY6" fmla="*/ 16068 h 364159"/>
                <a:gd name="connsiteX7" fmla="*/ 97642 w 400727"/>
                <a:gd name="connsiteY7" fmla="*/ 989 h 364159"/>
                <a:gd name="connsiteX8" fmla="*/ 253971 w 400727"/>
                <a:gd name="connsiteY8" fmla="*/ 21167 h 364159"/>
                <a:gd name="connsiteX9" fmla="*/ 400683 w 400727"/>
                <a:gd name="connsiteY9" fmla="*/ 52856 h 364159"/>
                <a:gd name="connsiteX10" fmla="*/ 343863 w 400727"/>
                <a:gd name="connsiteY10" fmla="*/ 169920 h 364159"/>
                <a:gd name="connsiteX11" fmla="*/ 331989 w 400727"/>
                <a:gd name="connsiteY11" fmla="*/ 245607 h 364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0727" h="364159">
                  <a:moveTo>
                    <a:pt x="331989" y="245607"/>
                  </a:moveTo>
                  <a:cubicBezTo>
                    <a:pt x="333009" y="285382"/>
                    <a:pt x="346486" y="323917"/>
                    <a:pt x="348598" y="363618"/>
                  </a:cubicBezTo>
                  <a:cubicBezTo>
                    <a:pt x="231461" y="369446"/>
                    <a:pt x="115927" y="312626"/>
                    <a:pt x="-45" y="330036"/>
                  </a:cubicBezTo>
                  <a:cubicBezTo>
                    <a:pt x="32371" y="309057"/>
                    <a:pt x="49710" y="271249"/>
                    <a:pt x="59907" y="234024"/>
                  </a:cubicBezTo>
                  <a:cubicBezTo>
                    <a:pt x="72902" y="186000"/>
                    <a:pt x="76782" y="135964"/>
                    <a:pt x="71344" y="86511"/>
                  </a:cubicBezTo>
                  <a:cubicBezTo>
                    <a:pt x="71033" y="83763"/>
                    <a:pt x="70547" y="81038"/>
                    <a:pt x="69888" y="78352"/>
                  </a:cubicBezTo>
                  <a:cubicBezTo>
                    <a:pt x="65589" y="58902"/>
                    <a:pt x="54444" y="31366"/>
                    <a:pt x="57431" y="16068"/>
                  </a:cubicBezTo>
                  <a:cubicBezTo>
                    <a:pt x="61365" y="-4183"/>
                    <a:pt x="80451" y="-176"/>
                    <a:pt x="97642" y="989"/>
                  </a:cubicBezTo>
                  <a:cubicBezTo>
                    <a:pt x="150068" y="4982"/>
                    <a:pt x="202249" y="11718"/>
                    <a:pt x="253971" y="21167"/>
                  </a:cubicBezTo>
                  <a:cubicBezTo>
                    <a:pt x="267447" y="23499"/>
                    <a:pt x="398716" y="56280"/>
                    <a:pt x="400683" y="52856"/>
                  </a:cubicBezTo>
                  <a:cubicBezTo>
                    <a:pt x="377674" y="89768"/>
                    <a:pt x="358628" y="129007"/>
                    <a:pt x="343863" y="169920"/>
                  </a:cubicBezTo>
                  <a:cubicBezTo>
                    <a:pt x="335668" y="194300"/>
                    <a:pt x="331654" y="219889"/>
                    <a:pt x="331989" y="245607"/>
                  </a:cubicBezTo>
                  <a:close/>
                </a:path>
              </a:pathLst>
            </a:custGeom>
            <a:solidFill>
              <a:srgbClr val="A0616A"/>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26" name="任意多边形: 形状 25">
              <a:extLst>
                <a:ext uri="{FF2B5EF4-FFF2-40B4-BE49-F238E27FC236}">
                  <a16:creationId xmlns:a16="http://schemas.microsoft.com/office/drawing/2014/main" id="{B030B22A-14E1-41F4-A148-424A252F0A60}"/>
                </a:ext>
              </a:extLst>
            </p:cNvPr>
            <p:cNvSpPr/>
            <p:nvPr/>
          </p:nvSpPr>
          <p:spPr>
            <a:xfrm>
              <a:off x="4141347" y="1093162"/>
              <a:ext cx="247553" cy="328030"/>
            </a:xfrm>
            <a:custGeom>
              <a:avLst/>
              <a:gdLst>
                <a:gd name="connsiteX0" fmla="*/ 236384 w 247553"/>
                <a:gd name="connsiteY0" fmla="*/ 246465 h 328030"/>
                <a:gd name="connsiteX1" fmla="*/ 200617 w 247553"/>
                <a:gd name="connsiteY1" fmla="*/ 282524 h 328030"/>
                <a:gd name="connsiteX2" fmla="*/ 173080 w 247553"/>
                <a:gd name="connsiteY2" fmla="*/ 303941 h 328030"/>
                <a:gd name="connsiteX3" fmla="*/ 114512 w 247553"/>
                <a:gd name="connsiteY3" fmla="*/ 327761 h 328030"/>
                <a:gd name="connsiteX4" fmla="*/ 10050 w 247553"/>
                <a:gd name="connsiteY4" fmla="*/ 289371 h 328030"/>
                <a:gd name="connsiteX5" fmla="*/ 70 w 247553"/>
                <a:gd name="connsiteY5" fmla="*/ 249379 h 328030"/>
                <a:gd name="connsiteX6" fmla="*/ 9685 w 247553"/>
                <a:gd name="connsiteY6" fmla="*/ 193432 h 328030"/>
                <a:gd name="connsiteX7" fmla="*/ 54850 w 247553"/>
                <a:gd name="connsiteY7" fmla="*/ 111699 h 328030"/>
                <a:gd name="connsiteX8" fmla="*/ 127478 w 247553"/>
                <a:gd name="connsiteY8" fmla="*/ 39071 h 328030"/>
                <a:gd name="connsiteX9" fmla="*/ 158364 w 247553"/>
                <a:gd name="connsiteY9" fmla="*/ 24866 h 328030"/>
                <a:gd name="connsiteX10" fmla="*/ 212927 w 247553"/>
                <a:gd name="connsiteY10" fmla="*/ 2503 h 328030"/>
                <a:gd name="connsiteX11" fmla="*/ 222833 w 247553"/>
                <a:gd name="connsiteY11" fmla="*/ -120 h 328030"/>
                <a:gd name="connsiteX12" fmla="*/ 231866 w 247553"/>
                <a:gd name="connsiteY12" fmla="*/ 34482 h 328030"/>
                <a:gd name="connsiteX13" fmla="*/ 167398 w 247553"/>
                <a:gd name="connsiteY13" fmla="*/ 93196 h 328030"/>
                <a:gd name="connsiteX14" fmla="*/ 206297 w 247553"/>
                <a:gd name="connsiteY14" fmla="*/ 123354 h 328030"/>
                <a:gd name="connsiteX15" fmla="*/ 211543 w 247553"/>
                <a:gd name="connsiteY15" fmla="*/ 135520 h 328030"/>
                <a:gd name="connsiteX16" fmla="*/ 229318 w 247553"/>
                <a:gd name="connsiteY16" fmla="*/ 140109 h 328030"/>
                <a:gd name="connsiteX17" fmla="*/ 235800 w 247553"/>
                <a:gd name="connsiteY17" fmla="*/ 170632 h 328030"/>
                <a:gd name="connsiteX18" fmla="*/ 245780 w 247553"/>
                <a:gd name="connsiteY18" fmla="*/ 198095 h 328030"/>
                <a:gd name="connsiteX19" fmla="*/ 236384 w 247553"/>
                <a:gd name="connsiteY19" fmla="*/ 246465 h 328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47553" h="328030">
                  <a:moveTo>
                    <a:pt x="236384" y="246465"/>
                  </a:moveTo>
                  <a:cubicBezTo>
                    <a:pt x="226320" y="260196"/>
                    <a:pt x="214265" y="272349"/>
                    <a:pt x="200617" y="282524"/>
                  </a:cubicBezTo>
                  <a:cubicBezTo>
                    <a:pt x="191728" y="289809"/>
                    <a:pt x="182622" y="297239"/>
                    <a:pt x="173080" y="303941"/>
                  </a:cubicBezTo>
                  <a:cubicBezTo>
                    <a:pt x="156086" y="317057"/>
                    <a:pt x="135837" y="325293"/>
                    <a:pt x="114512" y="327761"/>
                  </a:cubicBezTo>
                  <a:cubicBezTo>
                    <a:pt x="86611" y="329655"/>
                    <a:pt x="27387" y="313265"/>
                    <a:pt x="10050" y="289371"/>
                  </a:cubicBezTo>
                  <a:cubicBezTo>
                    <a:pt x="2741" y="277362"/>
                    <a:pt x="-740" y="263414"/>
                    <a:pt x="70" y="249379"/>
                  </a:cubicBezTo>
                  <a:cubicBezTo>
                    <a:pt x="361" y="230345"/>
                    <a:pt x="3605" y="211471"/>
                    <a:pt x="9685" y="193432"/>
                  </a:cubicBezTo>
                  <a:cubicBezTo>
                    <a:pt x="20552" y="164075"/>
                    <a:pt x="35778" y="136522"/>
                    <a:pt x="54850" y="111699"/>
                  </a:cubicBezTo>
                  <a:cubicBezTo>
                    <a:pt x="75028" y="83653"/>
                    <a:pt x="97465" y="56045"/>
                    <a:pt x="127478" y="39071"/>
                  </a:cubicBezTo>
                  <a:cubicBezTo>
                    <a:pt x="137478" y="33719"/>
                    <a:pt x="147792" y="28975"/>
                    <a:pt x="158364" y="24866"/>
                  </a:cubicBezTo>
                  <a:cubicBezTo>
                    <a:pt x="176577" y="17436"/>
                    <a:pt x="194716" y="9932"/>
                    <a:pt x="212927" y="2503"/>
                  </a:cubicBezTo>
                  <a:cubicBezTo>
                    <a:pt x="216026" y="988"/>
                    <a:pt x="219392" y="97"/>
                    <a:pt x="222833" y="-120"/>
                  </a:cubicBezTo>
                  <a:cubicBezTo>
                    <a:pt x="237476" y="25"/>
                    <a:pt x="240172" y="22389"/>
                    <a:pt x="231866" y="34482"/>
                  </a:cubicBezTo>
                  <a:cubicBezTo>
                    <a:pt x="215257" y="58812"/>
                    <a:pt x="177888" y="65587"/>
                    <a:pt x="167398" y="93196"/>
                  </a:cubicBezTo>
                  <a:cubicBezTo>
                    <a:pt x="185530" y="93757"/>
                    <a:pt x="201236" y="105934"/>
                    <a:pt x="206297" y="123354"/>
                  </a:cubicBezTo>
                  <a:cubicBezTo>
                    <a:pt x="206709" y="127864"/>
                    <a:pt x="208546" y="132125"/>
                    <a:pt x="211543" y="135520"/>
                  </a:cubicBezTo>
                  <a:cubicBezTo>
                    <a:pt x="216351" y="139381"/>
                    <a:pt x="223854" y="137195"/>
                    <a:pt x="229318" y="140109"/>
                  </a:cubicBezTo>
                  <a:cubicBezTo>
                    <a:pt x="239005" y="145281"/>
                    <a:pt x="234781" y="159705"/>
                    <a:pt x="235800" y="170632"/>
                  </a:cubicBezTo>
                  <a:cubicBezTo>
                    <a:pt x="238179" y="180103"/>
                    <a:pt x="241523" y="189306"/>
                    <a:pt x="245780" y="198095"/>
                  </a:cubicBezTo>
                  <a:cubicBezTo>
                    <a:pt x="249943" y="214815"/>
                    <a:pt x="246503" y="232519"/>
                    <a:pt x="236384" y="246465"/>
                  </a:cubicBezTo>
                  <a:close/>
                </a:path>
              </a:pathLst>
            </a:custGeom>
            <a:solidFill>
              <a:srgbClr val="A0616A"/>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27" name="任意多边形: 形状 26">
              <a:extLst>
                <a:ext uri="{FF2B5EF4-FFF2-40B4-BE49-F238E27FC236}">
                  <a16:creationId xmlns:a16="http://schemas.microsoft.com/office/drawing/2014/main" id="{BDD0D382-0306-418F-BC81-E5CDD2C3232F}"/>
                </a:ext>
              </a:extLst>
            </p:cNvPr>
            <p:cNvSpPr/>
            <p:nvPr/>
          </p:nvSpPr>
          <p:spPr>
            <a:xfrm>
              <a:off x="2763102" y="5142476"/>
              <a:ext cx="242428" cy="196149"/>
            </a:xfrm>
            <a:custGeom>
              <a:avLst/>
              <a:gdLst>
                <a:gd name="connsiteX0" fmla="*/ -45 w 242428"/>
                <a:gd name="connsiteY0" fmla="*/ 184990 h 196149"/>
                <a:gd name="connsiteX1" fmla="*/ 36294 w 242428"/>
                <a:gd name="connsiteY1" fmla="*/ 179502 h 196149"/>
                <a:gd name="connsiteX2" fmla="*/ 240613 w 242428"/>
                <a:gd name="connsiteY2" fmla="*/ 196030 h 196149"/>
                <a:gd name="connsiteX3" fmla="*/ 216299 w 242428"/>
                <a:gd name="connsiteY3" fmla="*/ 71594 h 196149"/>
                <a:gd name="connsiteX4" fmla="*/ 208206 w 242428"/>
                <a:gd name="connsiteY4" fmla="*/ 40131 h 196149"/>
                <a:gd name="connsiteX5" fmla="*/ 156434 w 242428"/>
                <a:gd name="connsiteY5" fmla="*/ 8883 h 196149"/>
                <a:gd name="connsiteX6" fmla="*/ 41493 w 242428"/>
                <a:gd name="connsiteY6" fmla="*/ 24640 h 196149"/>
                <a:gd name="connsiteX7" fmla="*/ -45 w 242428"/>
                <a:gd name="connsiteY7" fmla="*/ 184990 h 196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2428" h="196149">
                  <a:moveTo>
                    <a:pt x="-45" y="184990"/>
                  </a:moveTo>
                  <a:cubicBezTo>
                    <a:pt x="8972" y="175980"/>
                    <a:pt x="23703" y="177511"/>
                    <a:pt x="36294" y="179502"/>
                  </a:cubicBezTo>
                  <a:cubicBezTo>
                    <a:pt x="103882" y="190188"/>
                    <a:pt x="172186" y="195713"/>
                    <a:pt x="240613" y="196030"/>
                  </a:cubicBezTo>
                  <a:cubicBezTo>
                    <a:pt x="249179" y="154196"/>
                    <a:pt x="224310" y="113537"/>
                    <a:pt x="216299" y="71594"/>
                  </a:cubicBezTo>
                  <a:cubicBezTo>
                    <a:pt x="215141" y="60769"/>
                    <a:pt x="212415" y="50171"/>
                    <a:pt x="208206" y="40131"/>
                  </a:cubicBezTo>
                  <a:cubicBezTo>
                    <a:pt x="198571" y="21643"/>
                    <a:pt x="176834" y="13186"/>
                    <a:pt x="156434" y="8883"/>
                  </a:cubicBezTo>
                  <a:cubicBezTo>
                    <a:pt x="119614" y="1117"/>
                    <a:pt x="62057" y="-12587"/>
                    <a:pt x="41493" y="24640"/>
                  </a:cubicBezTo>
                  <a:cubicBezTo>
                    <a:pt x="16818" y="69307"/>
                    <a:pt x="8924" y="135279"/>
                    <a:pt x="-45" y="184990"/>
                  </a:cubicBezTo>
                  <a:close/>
                </a:path>
              </a:pathLst>
            </a:custGeom>
            <a:solidFill>
              <a:srgbClr val="65617D"/>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28" name="任意多边形: 形状 27">
              <a:extLst>
                <a:ext uri="{FF2B5EF4-FFF2-40B4-BE49-F238E27FC236}">
                  <a16:creationId xmlns:a16="http://schemas.microsoft.com/office/drawing/2014/main" id="{EC41E42B-4ABE-4593-9CEB-851A8F476A7A}"/>
                </a:ext>
              </a:extLst>
            </p:cNvPr>
            <p:cNvSpPr/>
            <p:nvPr/>
          </p:nvSpPr>
          <p:spPr>
            <a:xfrm>
              <a:off x="3070415" y="4969907"/>
              <a:ext cx="480833" cy="300051"/>
            </a:xfrm>
            <a:custGeom>
              <a:avLst/>
              <a:gdLst>
                <a:gd name="connsiteX0" fmla="*/ 441245 w 480833"/>
                <a:gd name="connsiteY0" fmla="*/ 199544 h 300051"/>
                <a:gd name="connsiteX1" fmla="*/ 345671 w 480833"/>
                <a:gd name="connsiteY1" fmla="*/ 228682 h 300051"/>
                <a:gd name="connsiteX2" fmla="*/ 247692 w 480833"/>
                <a:gd name="connsiteY2" fmla="*/ 251046 h 300051"/>
                <a:gd name="connsiteX3" fmla="*/ 172004 w 480833"/>
                <a:gd name="connsiteY3" fmla="*/ 294317 h 300051"/>
                <a:gd name="connsiteX4" fmla="*/ 93403 w 480833"/>
                <a:gd name="connsiteY4" fmla="*/ 295555 h 300051"/>
                <a:gd name="connsiteX5" fmla="*/ 12545 w 480833"/>
                <a:gd name="connsiteY5" fmla="*/ 251629 h 300051"/>
                <a:gd name="connsiteX6" fmla="*/ 1253 w 480833"/>
                <a:gd name="connsiteY6" fmla="*/ 169531 h 300051"/>
                <a:gd name="connsiteX7" fmla="*/ 8319 w 480833"/>
                <a:gd name="connsiteY7" fmla="*/ 74321 h 300051"/>
                <a:gd name="connsiteX8" fmla="*/ 14220 w 480833"/>
                <a:gd name="connsiteY8" fmla="*/ 51301 h 300051"/>
                <a:gd name="connsiteX9" fmla="*/ 120429 w 480833"/>
                <a:gd name="connsiteY9" fmla="*/ 64924 h 300051"/>
                <a:gd name="connsiteX10" fmla="*/ 249731 w 480833"/>
                <a:gd name="connsiteY10" fmla="*/ 9123 h 300051"/>
                <a:gd name="connsiteX11" fmla="*/ 259784 w 480833"/>
                <a:gd name="connsiteY11" fmla="*/ 1547 h 300051"/>
                <a:gd name="connsiteX12" fmla="*/ 297883 w 480833"/>
                <a:gd name="connsiteY12" fmla="*/ 16117 h 300051"/>
                <a:gd name="connsiteX13" fmla="*/ 301817 w 480833"/>
                <a:gd name="connsiteY13" fmla="*/ 19322 h 300051"/>
                <a:gd name="connsiteX14" fmla="*/ 398484 w 480833"/>
                <a:gd name="connsiteY14" fmla="*/ 53778 h 300051"/>
                <a:gd name="connsiteX15" fmla="*/ 478032 w 480833"/>
                <a:gd name="connsiteY15" fmla="*/ 112857 h 300051"/>
                <a:gd name="connsiteX16" fmla="*/ 479634 w 480833"/>
                <a:gd name="connsiteY16" fmla="*/ 119194 h 300051"/>
                <a:gd name="connsiteX17" fmla="*/ 441245 w 480833"/>
                <a:gd name="connsiteY17" fmla="*/ 199544 h 3000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80833" h="300051">
                  <a:moveTo>
                    <a:pt x="441245" y="199544"/>
                  </a:moveTo>
                  <a:cubicBezTo>
                    <a:pt x="413491" y="218484"/>
                    <a:pt x="379035" y="224385"/>
                    <a:pt x="345671" y="228682"/>
                  </a:cubicBezTo>
                  <a:cubicBezTo>
                    <a:pt x="312233" y="232907"/>
                    <a:pt x="277923" y="236186"/>
                    <a:pt x="247692" y="251046"/>
                  </a:cubicBezTo>
                  <a:cubicBezTo>
                    <a:pt x="221613" y="263940"/>
                    <a:pt x="199614" y="285065"/>
                    <a:pt x="172004" y="294317"/>
                  </a:cubicBezTo>
                  <a:cubicBezTo>
                    <a:pt x="146329" y="301358"/>
                    <a:pt x="119288" y="301784"/>
                    <a:pt x="93403" y="295555"/>
                  </a:cubicBezTo>
                  <a:cubicBezTo>
                    <a:pt x="62371" y="289727"/>
                    <a:pt x="29299" y="278436"/>
                    <a:pt x="12545" y="251629"/>
                  </a:cubicBezTo>
                  <a:cubicBezTo>
                    <a:pt x="-2389" y="227808"/>
                    <a:pt x="-787" y="197577"/>
                    <a:pt x="1253" y="169531"/>
                  </a:cubicBezTo>
                  <a:cubicBezTo>
                    <a:pt x="3656" y="137843"/>
                    <a:pt x="6012" y="106107"/>
                    <a:pt x="8319" y="74321"/>
                  </a:cubicBezTo>
                  <a:cubicBezTo>
                    <a:pt x="8204" y="66260"/>
                    <a:pt x="10241" y="58313"/>
                    <a:pt x="14220" y="51301"/>
                  </a:cubicBezTo>
                  <a:cubicBezTo>
                    <a:pt x="36656" y="18594"/>
                    <a:pt x="91218" y="64997"/>
                    <a:pt x="120429" y="64924"/>
                  </a:cubicBezTo>
                  <a:cubicBezTo>
                    <a:pt x="166687" y="64851"/>
                    <a:pt x="216368" y="39792"/>
                    <a:pt x="249731" y="9123"/>
                  </a:cubicBezTo>
                  <a:cubicBezTo>
                    <a:pt x="252653" y="6073"/>
                    <a:pt x="256047" y="3515"/>
                    <a:pt x="259784" y="1547"/>
                  </a:cubicBezTo>
                  <a:cubicBezTo>
                    <a:pt x="272970" y="-4353"/>
                    <a:pt x="286155" y="6574"/>
                    <a:pt x="297883" y="16117"/>
                  </a:cubicBezTo>
                  <a:cubicBezTo>
                    <a:pt x="299194" y="17210"/>
                    <a:pt x="300505" y="18302"/>
                    <a:pt x="301817" y="19322"/>
                  </a:cubicBezTo>
                  <a:cubicBezTo>
                    <a:pt x="328842" y="40739"/>
                    <a:pt x="365120" y="45109"/>
                    <a:pt x="398484" y="53778"/>
                  </a:cubicBezTo>
                  <a:cubicBezTo>
                    <a:pt x="431920" y="62447"/>
                    <a:pt x="467688" y="79930"/>
                    <a:pt x="478032" y="112857"/>
                  </a:cubicBezTo>
                  <a:cubicBezTo>
                    <a:pt x="478702" y="114932"/>
                    <a:pt x="479238" y="117049"/>
                    <a:pt x="479634" y="119194"/>
                  </a:cubicBezTo>
                  <a:cubicBezTo>
                    <a:pt x="485682" y="149498"/>
                    <a:pt x="467251" y="181769"/>
                    <a:pt x="441245" y="199544"/>
                  </a:cubicBezTo>
                  <a:close/>
                </a:path>
              </a:pathLst>
            </a:custGeom>
            <a:solidFill>
              <a:srgbClr val="3F3D56"/>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29" name="任意多边形: 形状 28">
              <a:extLst>
                <a:ext uri="{FF2B5EF4-FFF2-40B4-BE49-F238E27FC236}">
                  <a16:creationId xmlns:a16="http://schemas.microsoft.com/office/drawing/2014/main" id="{60B6F9AE-A73E-4A00-A798-ADB008D30381}"/>
                </a:ext>
              </a:extLst>
            </p:cNvPr>
            <p:cNvSpPr/>
            <p:nvPr/>
          </p:nvSpPr>
          <p:spPr>
            <a:xfrm>
              <a:off x="3070415" y="4969907"/>
              <a:ext cx="480833" cy="300051"/>
            </a:xfrm>
            <a:custGeom>
              <a:avLst/>
              <a:gdLst>
                <a:gd name="connsiteX0" fmla="*/ 441245 w 480833"/>
                <a:gd name="connsiteY0" fmla="*/ 199544 h 300051"/>
                <a:gd name="connsiteX1" fmla="*/ 345671 w 480833"/>
                <a:gd name="connsiteY1" fmla="*/ 228682 h 300051"/>
                <a:gd name="connsiteX2" fmla="*/ 247692 w 480833"/>
                <a:gd name="connsiteY2" fmla="*/ 251046 h 300051"/>
                <a:gd name="connsiteX3" fmla="*/ 172004 w 480833"/>
                <a:gd name="connsiteY3" fmla="*/ 294317 h 300051"/>
                <a:gd name="connsiteX4" fmla="*/ 93403 w 480833"/>
                <a:gd name="connsiteY4" fmla="*/ 295555 h 300051"/>
                <a:gd name="connsiteX5" fmla="*/ 12545 w 480833"/>
                <a:gd name="connsiteY5" fmla="*/ 251629 h 300051"/>
                <a:gd name="connsiteX6" fmla="*/ 1253 w 480833"/>
                <a:gd name="connsiteY6" fmla="*/ 169531 h 300051"/>
                <a:gd name="connsiteX7" fmla="*/ 8319 w 480833"/>
                <a:gd name="connsiteY7" fmla="*/ 74321 h 300051"/>
                <a:gd name="connsiteX8" fmla="*/ 14220 w 480833"/>
                <a:gd name="connsiteY8" fmla="*/ 51301 h 300051"/>
                <a:gd name="connsiteX9" fmla="*/ 120429 w 480833"/>
                <a:gd name="connsiteY9" fmla="*/ 64924 h 300051"/>
                <a:gd name="connsiteX10" fmla="*/ 249731 w 480833"/>
                <a:gd name="connsiteY10" fmla="*/ 9123 h 300051"/>
                <a:gd name="connsiteX11" fmla="*/ 259784 w 480833"/>
                <a:gd name="connsiteY11" fmla="*/ 1547 h 300051"/>
                <a:gd name="connsiteX12" fmla="*/ 297883 w 480833"/>
                <a:gd name="connsiteY12" fmla="*/ 16117 h 300051"/>
                <a:gd name="connsiteX13" fmla="*/ 301817 w 480833"/>
                <a:gd name="connsiteY13" fmla="*/ 19322 h 300051"/>
                <a:gd name="connsiteX14" fmla="*/ 398484 w 480833"/>
                <a:gd name="connsiteY14" fmla="*/ 53778 h 300051"/>
                <a:gd name="connsiteX15" fmla="*/ 478032 w 480833"/>
                <a:gd name="connsiteY15" fmla="*/ 112857 h 300051"/>
                <a:gd name="connsiteX16" fmla="*/ 479634 w 480833"/>
                <a:gd name="connsiteY16" fmla="*/ 119194 h 300051"/>
                <a:gd name="connsiteX17" fmla="*/ 441245 w 480833"/>
                <a:gd name="connsiteY17" fmla="*/ 199544 h 3000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80833" h="300051">
                  <a:moveTo>
                    <a:pt x="441245" y="199544"/>
                  </a:moveTo>
                  <a:cubicBezTo>
                    <a:pt x="413491" y="218484"/>
                    <a:pt x="379035" y="224385"/>
                    <a:pt x="345671" y="228682"/>
                  </a:cubicBezTo>
                  <a:cubicBezTo>
                    <a:pt x="312233" y="232907"/>
                    <a:pt x="277923" y="236186"/>
                    <a:pt x="247692" y="251046"/>
                  </a:cubicBezTo>
                  <a:cubicBezTo>
                    <a:pt x="221613" y="263940"/>
                    <a:pt x="199614" y="285065"/>
                    <a:pt x="172004" y="294317"/>
                  </a:cubicBezTo>
                  <a:cubicBezTo>
                    <a:pt x="146329" y="301358"/>
                    <a:pt x="119288" y="301784"/>
                    <a:pt x="93403" y="295555"/>
                  </a:cubicBezTo>
                  <a:cubicBezTo>
                    <a:pt x="62371" y="289727"/>
                    <a:pt x="29299" y="278436"/>
                    <a:pt x="12545" y="251629"/>
                  </a:cubicBezTo>
                  <a:cubicBezTo>
                    <a:pt x="-2389" y="227808"/>
                    <a:pt x="-787" y="197577"/>
                    <a:pt x="1253" y="169531"/>
                  </a:cubicBezTo>
                  <a:cubicBezTo>
                    <a:pt x="3656" y="137843"/>
                    <a:pt x="6012" y="106107"/>
                    <a:pt x="8319" y="74321"/>
                  </a:cubicBezTo>
                  <a:cubicBezTo>
                    <a:pt x="8204" y="66260"/>
                    <a:pt x="10241" y="58313"/>
                    <a:pt x="14220" y="51301"/>
                  </a:cubicBezTo>
                  <a:cubicBezTo>
                    <a:pt x="36656" y="18594"/>
                    <a:pt x="91218" y="64997"/>
                    <a:pt x="120429" y="64924"/>
                  </a:cubicBezTo>
                  <a:cubicBezTo>
                    <a:pt x="166687" y="64851"/>
                    <a:pt x="216368" y="39792"/>
                    <a:pt x="249731" y="9123"/>
                  </a:cubicBezTo>
                  <a:cubicBezTo>
                    <a:pt x="252653" y="6073"/>
                    <a:pt x="256047" y="3515"/>
                    <a:pt x="259784" y="1547"/>
                  </a:cubicBezTo>
                  <a:cubicBezTo>
                    <a:pt x="272970" y="-4353"/>
                    <a:pt x="286155" y="6574"/>
                    <a:pt x="297883" y="16117"/>
                  </a:cubicBezTo>
                  <a:cubicBezTo>
                    <a:pt x="299194" y="17210"/>
                    <a:pt x="300505" y="18302"/>
                    <a:pt x="301817" y="19322"/>
                  </a:cubicBezTo>
                  <a:cubicBezTo>
                    <a:pt x="328842" y="40739"/>
                    <a:pt x="365120" y="45109"/>
                    <a:pt x="398484" y="53778"/>
                  </a:cubicBezTo>
                  <a:cubicBezTo>
                    <a:pt x="431920" y="62447"/>
                    <a:pt x="467688" y="79930"/>
                    <a:pt x="478032" y="112857"/>
                  </a:cubicBezTo>
                  <a:cubicBezTo>
                    <a:pt x="478702" y="114932"/>
                    <a:pt x="479238" y="117049"/>
                    <a:pt x="479634" y="119194"/>
                  </a:cubicBezTo>
                  <a:cubicBezTo>
                    <a:pt x="485682" y="149498"/>
                    <a:pt x="467251" y="181769"/>
                    <a:pt x="441245" y="199544"/>
                  </a:cubicBezTo>
                  <a:close/>
                </a:path>
              </a:pathLst>
            </a:custGeom>
            <a:solidFill>
              <a:srgbClr val="2F2E41"/>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30" name="任意多边形: 形状 29">
              <a:extLst>
                <a:ext uri="{FF2B5EF4-FFF2-40B4-BE49-F238E27FC236}">
                  <a16:creationId xmlns:a16="http://schemas.microsoft.com/office/drawing/2014/main" id="{8E6C2FD4-9C6F-4E32-BEEB-7221453DE598}"/>
                </a:ext>
              </a:extLst>
            </p:cNvPr>
            <p:cNvSpPr/>
            <p:nvPr/>
          </p:nvSpPr>
          <p:spPr>
            <a:xfrm>
              <a:off x="3070415" y="4969907"/>
              <a:ext cx="483817" cy="310713"/>
            </a:xfrm>
            <a:custGeom>
              <a:avLst/>
              <a:gdLst>
                <a:gd name="connsiteX0" fmla="*/ 441245 w 483817"/>
                <a:gd name="connsiteY0" fmla="*/ 210205 h 310713"/>
                <a:gd name="connsiteX1" fmla="*/ 345671 w 483817"/>
                <a:gd name="connsiteY1" fmla="*/ 239344 h 310713"/>
                <a:gd name="connsiteX2" fmla="*/ 247692 w 483817"/>
                <a:gd name="connsiteY2" fmla="*/ 261708 h 310713"/>
                <a:gd name="connsiteX3" fmla="*/ 172004 w 483817"/>
                <a:gd name="connsiteY3" fmla="*/ 304978 h 310713"/>
                <a:gd name="connsiteX4" fmla="*/ 93403 w 483817"/>
                <a:gd name="connsiteY4" fmla="*/ 306217 h 310713"/>
                <a:gd name="connsiteX5" fmla="*/ 12544 w 483817"/>
                <a:gd name="connsiteY5" fmla="*/ 251629 h 310713"/>
                <a:gd name="connsiteX6" fmla="*/ 1253 w 483817"/>
                <a:gd name="connsiteY6" fmla="*/ 169531 h 310713"/>
                <a:gd name="connsiteX7" fmla="*/ 8319 w 483817"/>
                <a:gd name="connsiteY7" fmla="*/ 74321 h 310713"/>
                <a:gd name="connsiteX8" fmla="*/ 14220 w 483817"/>
                <a:gd name="connsiteY8" fmla="*/ 51301 h 310713"/>
                <a:gd name="connsiteX9" fmla="*/ 120430 w 483817"/>
                <a:gd name="connsiteY9" fmla="*/ 64924 h 310713"/>
                <a:gd name="connsiteX10" fmla="*/ 249732 w 483817"/>
                <a:gd name="connsiteY10" fmla="*/ 9123 h 310713"/>
                <a:gd name="connsiteX11" fmla="*/ 259784 w 483817"/>
                <a:gd name="connsiteY11" fmla="*/ 1547 h 310713"/>
                <a:gd name="connsiteX12" fmla="*/ 297883 w 483817"/>
                <a:gd name="connsiteY12" fmla="*/ 16116 h 310713"/>
                <a:gd name="connsiteX13" fmla="*/ 265393 w 483817"/>
                <a:gd name="connsiteY13" fmla="*/ 83280 h 310713"/>
                <a:gd name="connsiteX14" fmla="*/ 163482 w 483817"/>
                <a:gd name="connsiteY14" fmla="*/ 147021 h 310713"/>
                <a:gd name="connsiteX15" fmla="*/ 101562 w 483817"/>
                <a:gd name="connsiteY15" fmla="*/ 149790 h 310713"/>
                <a:gd name="connsiteX16" fmla="*/ 70019 w 483817"/>
                <a:gd name="connsiteY16" fmla="*/ 195027 h 310713"/>
                <a:gd name="connsiteX17" fmla="*/ 121595 w 483817"/>
                <a:gd name="connsiteY17" fmla="*/ 219212 h 310713"/>
                <a:gd name="connsiteX18" fmla="*/ 205660 w 483817"/>
                <a:gd name="connsiteY18" fmla="*/ 213312 h 310713"/>
                <a:gd name="connsiteX19" fmla="*/ 253010 w 483817"/>
                <a:gd name="connsiteY19" fmla="*/ 192186 h 310713"/>
                <a:gd name="connsiteX20" fmla="*/ 462516 w 483817"/>
                <a:gd name="connsiteY20" fmla="*/ 132307 h 310713"/>
                <a:gd name="connsiteX21" fmla="*/ 479634 w 483817"/>
                <a:gd name="connsiteY21" fmla="*/ 119194 h 310713"/>
                <a:gd name="connsiteX22" fmla="*/ 441245 w 483817"/>
                <a:gd name="connsiteY22" fmla="*/ 210205 h 310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83817" h="310713">
                  <a:moveTo>
                    <a:pt x="441245" y="210205"/>
                  </a:moveTo>
                  <a:cubicBezTo>
                    <a:pt x="413491" y="229146"/>
                    <a:pt x="379035" y="235047"/>
                    <a:pt x="345671" y="239344"/>
                  </a:cubicBezTo>
                  <a:cubicBezTo>
                    <a:pt x="312234" y="243569"/>
                    <a:pt x="277923" y="246847"/>
                    <a:pt x="247692" y="261708"/>
                  </a:cubicBezTo>
                  <a:cubicBezTo>
                    <a:pt x="221613" y="274602"/>
                    <a:pt x="199614" y="295727"/>
                    <a:pt x="172004" y="304978"/>
                  </a:cubicBezTo>
                  <a:cubicBezTo>
                    <a:pt x="146329" y="312020"/>
                    <a:pt x="119288" y="312446"/>
                    <a:pt x="93403" y="306217"/>
                  </a:cubicBezTo>
                  <a:cubicBezTo>
                    <a:pt x="60376" y="299230"/>
                    <a:pt x="31372" y="279649"/>
                    <a:pt x="12544" y="251629"/>
                  </a:cubicBezTo>
                  <a:cubicBezTo>
                    <a:pt x="-2389" y="227808"/>
                    <a:pt x="-787" y="197577"/>
                    <a:pt x="1253" y="169531"/>
                  </a:cubicBezTo>
                  <a:cubicBezTo>
                    <a:pt x="3656" y="137843"/>
                    <a:pt x="6012" y="106106"/>
                    <a:pt x="8319" y="74321"/>
                  </a:cubicBezTo>
                  <a:cubicBezTo>
                    <a:pt x="8204" y="66260"/>
                    <a:pt x="10241" y="58314"/>
                    <a:pt x="14220" y="51301"/>
                  </a:cubicBezTo>
                  <a:cubicBezTo>
                    <a:pt x="36656" y="18593"/>
                    <a:pt x="91219" y="64996"/>
                    <a:pt x="120430" y="64924"/>
                  </a:cubicBezTo>
                  <a:cubicBezTo>
                    <a:pt x="166687" y="64851"/>
                    <a:pt x="216368" y="39792"/>
                    <a:pt x="249732" y="9123"/>
                  </a:cubicBezTo>
                  <a:cubicBezTo>
                    <a:pt x="252653" y="6073"/>
                    <a:pt x="256047" y="3515"/>
                    <a:pt x="259784" y="1547"/>
                  </a:cubicBezTo>
                  <a:cubicBezTo>
                    <a:pt x="272970" y="-4353"/>
                    <a:pt x="286155" y="6574"/>
                    <a:pt x="297883" y="16116"/>
                  </a:cubicBezTo>
                  <a:cubicBezTo>
                    <a:pt x="290170" y="39882"/>
                    <a:pt x="279238" y="62480"/>
                    <a:pt x="265393" y="83280"/>
                  </a:cubicBezTo>
                  <a:cubicBezTo>
                    <a:pt x="242759" y="118795"/>
                    <a:pt x="205320" y="142212"/>
                    <a:pt x="163482" y="147021"/>
                  </a:cubicBezTo>
                  <a:cubicBezTo>
                    <a:pt x="142793" y="148551"/>
                    <a:pt x="121595" y="144472"/>
                    <a:pt x="101562" y="149790"/>
                  </a:cubicBezTo>
                  <a:cubicBezTo>
                    <a:pt x="81602" y="155108"/>
                    <a:pt x="62953" y="175577"/>
                    <a:pt x="70019" y="195027"/>
                  </a:cubicBezTo>
                  <a:cubicBezTo>
                    <a:pt x="76939" y="213967"/>
                    <a:pt x="101417" y="218119"/>
                    <a:pt x="121595" y="219212"/>
                  </a:cubicBezTo>
                  <a:cubicBezTo>
                    <a:pt x="149859" y="220742"/>
                    <a:pt x="178852" y="222126"/>
                    <a:pt x="205660" y="213312"/>
                  </a:cubicBezTo>
                  <a:cubicBezTo>
                    <a:pt x="222051" y="207848"/>
                    <a:pt x="237056" y="198815"/>
                    <a:pt x="253010" y="192186"/>
                  </a:cubicBezTo>
                  <a:cubicBezTo>
                    <a:pt x="320830" y="164067"/>
                    <a:pt x="406497" y="179802"/>
                    <a:pt x="462516" y="132307"/>
                  </a:cubicBezTo>
                  <a:cubicBezTo>
                    <a:pt x="467830" y="127447"/>
                    <a:pt x="473558" y="123060"/>
                    <a:pt x="479634" y="119194"/>
                  </a:cubicBezTo>
                  <a:cubicBezTo>
                    <a:pt x="494301" y="149898"/>
                    <a:pt x="467251" y="192431"/>
                    <a:pt x="441245" y="210205"/>
                  </a:cubicBezTo>
                  <a:close/>
                </a:path>
              </a:pathLst>
            </a:custGeom>
            <a:solidFill>
              <a:srgbClr val="E8EAF2"/>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31" name="任意多边形: 形状 30">
              <a:extLst>
                <a:ext uri="{FF2B5EF4-FFF2-40B4-BE49-F238E27FC236}">
                  <a16:creationId xmlns:a16="http://schemas.microsoft.com/office/drawing/2014/main" id="{82A47739-8CEF-4720-BD50-5251DAC4758E}"/>
                </a:ext>
              </a:extLst>
            </p:cNvPr>
            <p:cNvSpPr/>
            <p:nvPr/>
          </p:nvSpPr>
          <p:spPr>
            <a:xfrm>
              <a:off x="3070415" y="4969907"/>
              <a:ext cx="483817" cy="310713"/>
            </a:xfrm>
            <a:custGeom>
              <a:avLst/>
              <a:gdLst>
                <a:gd name="connsiteX0" fmla="*/ 441245 w 483817"/>
                <a:gd name="connsiteY0" fmla="*/ 210205 h 310713"/>
                <a:gd name="connsiteX1" fmla="*/ 345671 w 483817"/>
                <a:gd name="connsiteY1" fmla="*/ 239344 h 310713"/>
                <a:gd name="connsiteX2" fmla="*/ 247692 w 483817"/>
                <a:gd name="connsiteY2" fmla="*/ 261708 h 310713"/>
                <a:gd name="connsiteX3" fmla="*/ 172004 w 483817"/>
                <a:gd name="connsiteY3" fmla="*/ 304978 h 310713"/>
                <a:gd name="connsiteX4" fmla="*/ 93403 w 483817"/>
                <a:gd name="connsiteY4" fmla="*/ 306217 h 310713"/>
                <a:gd name="connsiteX5" fmla="*/ 12544 w 483817"/>
                <a:gd name="connsiteY5" fmla="*/ 251629 h 310713"/>
                <a:gd name="connsiteX6" fmla="*/ 1253 w 483817"/>
                <a:gd name="connsiteY6" fmla="*/ 169531 h 310713"/>
                <a:gd name="connsiteX7" fmla="*/ 8319 w 483817"/>
                <a:gd name="connsiteY7" fmla="*/ 74321 h 310713"/>
                <a:gd name="connsiteX8" fmla="*/ 14220 w 483817"/>
                <a:gd name="connsiteY8" fmla="*/ 51301 h 310713"/>
                <a:gd name="connsiteX9" fmla="*/ 120430 w 483817"/>
                <a:gd name="connsiteY9" fmla="*/ 64924 h 310713"/>
                <a:gd name="connsiteX10" fmla="*/ 249732 w 483817"/>
                <a:gd name="connsiteY10" fmla="*/ 9123 h 310713"/>
                <a:gd name="connsiteX11" fmla="*/ 259784 w 483817"/>
                <a:gd name="connsiteY11" fmla="*/ 1547 h 310713"/>
                <a:gd name="connsiteX12" fmla="*/ 297883 w 483817"/>
                <a:gd name="connsiteY12" fmla="*/ 16116 h 310713"/>
                <a:gd name="connsiteX13" fmla="*/ 265393 w 483817"/>
                <a:gd name="connsiteY13" fmla="*/ 83280 h 310713"/>
                <a:gd name="connsiteX14" fmla="*/ 163482 w 483817"/>
                <a:gd name="connsiteY14" fmla="*/ 147021 h 310713"/>
                <a:gd name="connsiteX15" fmla="*/ 101562 w 483817"/>
                <a:gd name="connsiteY15" fmla="*/ 149790 h 310713"/>
                <a:gd name="connsiteX16" fmla="*/ 70019 w 483817"/>
                <a:gd name="connsiteY16" fmla="*/ 195027 h 310713"/>
                <a:gd name="connsiteX17" fmla="*/ 121595 w 483817"/>
                <a:gd name="connsiteY17" fmla="*/ 219212 h 310713"/>
                <a:gd name="connsiteX18" fmla="*/ 205660 w 483817"/>
                <a:gd name="connsiteY18" fmla="*/ 213312 h 310713"/>
                <a:gd name="connsiteX19" fmla="*/ 253010 w 483817"/>
                <a:gd name="connsiteY19" fmla="*/ 192186 h 310713"/>
                <a:gd name="connsiteX20" fmla="*/ 462516 w 483817"/>
                <a:gd name="connsiteY20" fmla="*/ 132307 h 310713"/>
                <a:gd name="connsiteX21" fmla="*/ 479634 w 483817"/>
                <a:gd name="connsiteY21" fmla="*/ 119194 h 310713"/>
                <a:gd name="connsiteX22" fmla="*/ 441245 w 483817"/>
                <a:gd name="connsiteY22" fmla="*/ 210205 h 310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83817" h="310713">
                  <a:moveTo>
                    <a:pt x="441245" y="210205"/>
                  </a:moveTo>
                  <a:cubicBezTo>
                    <a:pt x="413491" y="229146"/>
                    <a:pt x="379035" y="235047"/>
                    <a:pt x="345671" y="239344"/>
                  </a:cubicBezTo>
                  <a:cubicBezTo>
                    <a:pt x="312234" y="243569"/>
                    <a:pt x="277923" y="246847"/>
                    <a:pt x="247692" y="261708"/>
                  </a:cubicBezTo>
                  <a:cubicBezTo>
                    <a:pt x="221613" y="274602"/>
                    <a:pt x="199614" y="295727"/>
                    <a:pt x="172004" y="304978"/>
                  </a:cubicBezTo>
                  <a:cubicBezTo>
                    <a:pt x="146329" y="312020"/>
                    <a:pt x="119288" y="312446"/>
                    <a:pt x="93403" y="306217"/>
                  </a:cubicBezTo>
                  <a:cubicBezTo>
                    <a:pt x="60376" y="299230"/>
                    <a:pt x="31372" y="279649"/>
                    <a:pt x="12544" y="251629"/>
                  </a:cubicBezTo>
                  <a:cubicBezTo>
                    <a:pt x="-2389" y="227808"/>
                    <a:pt x="-787" y="197577"/>
                    <a:pt x="1253" y="169531"/>
                  </a:cubicBezTo>
                  <a:cubicBezTo>
                    <a:pt x="3656" y="137843"/>
                    <a:pt x="6012" y="106106"/>
                    <a:pt x="8319" y="74321"/>
                  </a:cubicBezTo>
                  <a:cubicBezTo>
                    <a:pt x="8204" y="66260"/>
                    <a:pt x="10241" y="58314"/>
                    <a:pt x="14220" y="51301"/>
                  </a:cubicBezTo>
                  <a:cubicBezTo>
                    <a:pt x="36656" y="18593"/>
                    <a:pt x="91219" y="64996"/>
                    <a:pt x="120430" y="64924"/>
                  </a:cubicBezTo>
                  <a:cubicBezTo>
                    <a:pt x="166687" y="64851"/>
                    <a:pt x="216368" y="39792"/>
                    <a:pt x="249732" y="9123"/>
                  </a:cubicBezTo>
                  <a:cubicBezTo>
                    <a:pt x="252653" y="6073"/>
                    <a:pt x="256047" y="3515"/>
                    <a:pt x="259784" y="1547"/>
                  </a:cubicBezTo>
                  <a:cubicBezTo>
                    <a:pt x="272970" y="-4353"/>
                    <a:pt x="286155" y="6574"/>
                    <a:pt x="297883" y="16116"/>
                  </a:cubicBezTo>
                  <a:cubicBezTo>
                    <a:pt x="290170" y="39882"/>
                    <a:pt x="279238" y="62480"/>
                    <a:pt x="265393" y="83280"/>
                  </a:cubicBezTo>
                  <a:cubicBezTo>
                    <a:pt x="242759" y="118795"/>
                    <a:pt x="205320" y="142212"/>
                    <a:pt x="163482" y="147021"/>
                  </a:cubicBezTo>
                  <a:cubicBezTo>
                    <a:pt x="142793" y="148551"/>
                    <a:pt x="121595" y="144472"/>
                    <a:pt x="101562" y="149790"/>
                  </a:cubicBezTo>
                  <a:cubicBezTo>
                    <a:pt x="81602" y="155108"/>
                    <a:pt x="62953" y="175577"/>
                    <a:pt x="70019" y="195027"/>
                  </a:cubicBezTo>
                  <a:cubicBezTo>
                    <a:pt x="76939" y="213967"/>
                    <a:pt x="101417" y="218119"/>
                    <a:pt x="121595" y="219212"/>
                  </a:cubicBezTo>
                  <a:cubicBezTo>
                    <a:pt x="149859" y="220742"/>
                    <a:pt x="178852" y="222126"/>
                    <a:pt x="205660" y="213312"/>
                  </a:cubicBezTo>
                  <a:cubicBezTo>
                    <a:pt x="222051" y="207848"/>
                    <a:pt x="237056" y="198815"/>
                    <a:pt x="253010" y="192186"/>
                  </a:cubicBezTo>
                  <a:cubicBezTo>
                    <a:pt x="320830" y="164067"/>
                    <a:pt x="406497" y="179802"/>
                    <a:pt x="462516" y="132307"/>
                  </a:cubicBezTo>
                  <a:cubicBezTo>
                    <a:pt x="467830" y="127447"/>
                    <a:pt x="473558" y="123060"/>
                    <a:pt x="479634" y="119194"/>
                  </a:cubicBezTo>
                  <a:cubicBezTo>
                    <a:pt x="494301" y="149898"/>
                    <a:pt x="467251" y="192431"/>
                    <a:pt x="441245" y="210205"/>
                  </a:cubicBezTo>
                  <a:close/>
                </a:path>
              </a:pathLst>
            </a:custGeom>
            <a:solidFill>
              <a:srgbClr val="000000">
                <a:alpha val="5000"/>
              </a:srgbClr>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32" name="任意多边形: 形状 31">
              <a:extLst>
                <a:ext uri="{FF2B5EF4-FFF2-40B4-BE49-F238E27FC236}">
                  <a16:creationId xmlns:a16="http://schemas.microsoft.com/office/drawing/2014/main" id="{35D423FE-999F-48C7-8601-60EB852AC013}"/>
                </a:ext>
              </a:extLst>
            </p:cNvPr>
            <p:cNvSpPr/>
            <p:nvPr/>
          </p:nvSpPr>
          <p:spPr>
            <a:xfrm>
              <a:off x="2767389" y="2982388"/>
              <a:ext cx="783410" cy="2077996"/>
            </a:xfrm>
            <a:custGeom>
              <a:avLst/>
              <a:gdLst>
                <a:gd name="connsiteX0" fmla="*/ 8352 w 783410"/>
                <a:gd name="connsiteY0" fmla="*/ 122376 h 2077996"/>
                <a:gd name="connsiteX1" fmla="*/ 65510 w 783410"/>
                <a:gd name="connsiteY1" fmla="*/ 430087 h 2077996"/>
                <a:gd name="connsiteX2" fmla="*/ 111968 w 783410"/>
                <a:gd name="connsiteY2" fmla="*/ 504580 h 2077996"/>
                <a:gd name="connsiteX3" fmla="*/ 130098 w 783410"/>
                <a:gd name="connsiteY3" fmla="*/ 563613 h 2077996"/>
                <a:gd name="connsiteX4" fmla="*/ 181583 w 783410"/>
                <a:gd name="connsiteY4" fmla="*/ 776720 h 2077996"/>
                <a:gd name="connsiteX5" fmla="*/ 205308 w 783410"/>
                <a:gd name="connsiteY5" fmla="*/ 951933 h 2077996"/>
                <a:gd name="connsiteX6" fmla="*/ 217383 w 783410"/>
                <a:gd name="connsiteY6" fmla="*/ 1071851 h 2077996"/>
                <a:gd name="connsiteX7" fmla="*/ 232700 w 783410"/>
                <a:gd name="connsiteY7" fmla="*/ 1092867 h 2077996"/>
                <a:gd name="connsiteX8" fmla="*/ 232952 w 783410"/>
                <a:gd name="connsiteY8" fmla="*/ 1120560 h 2077996"/>
                <a:gd name="connsiteX9" fmla="*/ 234639 w 783410"/>
                <a:gd name="connsiteY9" fmla="*/ 1586713 h 2077996"/>
                <a:gd name="connsiteX10" fmla="*/ 315977 w 783410"/>
                <a:gd name="connsiteY10" fmla="*/ 2010202 h 2077996"/>
                <a:gd name="connsiteX11" fmla="*/ 338500 w 783410"/>
                <a:gd name="connsiteY11" fmla="*/ 2057167 h 2077996"/>
                <a:gd name="connsiteX12" fmla="*/ 372270 w 783410"/>
                <a:gd name="connsiteY12" fmla="*/ 2073214 h 2077996"/>
                <a:gd name="connsiteX13" fmla="*/ 531966 w 783410"/>
                <a:gd name="connsiteY13" fmla="*/ 2047940 h 2077996"/>
                <a:gd name="connsiteX14" fmla="*/ 601698 w 783410"/>
                <a:gd name="connsiteY14" fmla="*/ 1964765 h 2077996"/>
                <a:gd name="connsiteX15" fmla="*/ 582321 w 783410"/>
                <a:gd name="connsiteY15" fmla="*/ 1913544 h 2077996"/>
                <a:gd name="connsiteX16" fmla="*/ 563101 w 783410"/>
                <a:gd name="connsiteY16" fmla="*/ 1807696 h 2077996"/>
                <a:gd name="connsiteX17" fmla="*/ 504784 w 783410"/>
                <a:gd name="connsiteY17" fmla="*/ 1542981 h 2077996"/>
                <a:gd name="connsiteX18" fmla="*/ 487319 w 783410"/>
                <a:gd name="connsiteY18" fmla="*/ 1274398 h 2077996"/>
                <a:gd name="connsiteX19" fmla="*/ 660111 w 783410"/>
                <a:gd name="connsiteY19" fmla="*/ 742829 h 2077996"/>
                <a:gd name="connsiteX20" fmla="*/ 675937 w 783410"/>
                <a:gd name="connsiteY20" fmla="*/ 719025 h 2077996"/>
                <a:gd name="connsiteX21" fmla="*/ 698339 w 783410"/>
                <a:gd name="connsiteY21" fmla="*/ 703733 h 2077996"/>
                <a:gd name="connsiteX22" fmla="*/ 708587 w 783410"/>
                <a:gd name="connsiteY22" fmla="*/ 675866 h 2077996"/>
                <a:gd name="connsiteX23" fmla="*/ 755048 w 783410"/>
                <a:gd name="connsiteY23" fmla="*/ 602438 h 2077996"/>
                <a:gd name="connsiteX24" fmla="*/ 780362 w 783410"/>
                <a:gd name="connsiteY24" fmla="*/ 386863 h 2077996"/>
                <a:gd name="connsiteX25" fmla="*/ 777525 w 783410"/>
                <a:gd name="connsiteY25" fmla="*/ 172621 h 2077996"/>
                <a:gd name="connsiteX26" fmla="*/ 657355 w 783410"/>
                <a:gd name="connsiteY26" fmla="*/ 7826 h 2077996"/>
                <a:gd name="connsiteX27" fmla="*/ 551970 w 783410"/>
                <a:gd name="connsiteY27" fmla="*/ 2848 h 2077996"/>
                <a:gd name="connsiteX28" fmla="*/ 8352 w 783410"/>
                <a:gd name="connsiteY28" fmla="*/ 122376 h 2077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783410" h="2077996">
                  <a:moveTo>
                    <a:pt x="8352" y="122376"/>
                  </a:moveTo>
                  <a:cubicBezTo>
                    <a:pt x="-13266" y="228477"/>
                    <a:pt x="7232" y="338827"/>
                    <a:pt x="65510" y="430087"/>
                  </a:cubicBezTo>
                  <a:cubicBezTo>
                    <a:pt x="81401" y="454708"/>
                    <a:pt x="100022" y="477822"/>
                    <a:pt x="111968" y="504580"/>
                  </a:cubicBezTo>
                  <a:cubicBezTo>
                    <a:pt x="119797" y="523664"/>
                    <a:pt x="125866" y="543424"/>
                    <a:pt x="130098" y="563613"/>
                  </a:cubicBezTo>
                  <a:lnTo>
                    <a:pt x="181583" y="776720"/>
                  </a:lnTo>
                  <a:cubicBezTo>
                    <a:pt x="195482" y="834250"/>
                    <a:pt x="209483" y="892894"/>
                    <a:pt x="205308" y="951933"/>
                  </a:cubicBezTo>
                  <a:cubicBezTo>
                    <a:pt x="202399" y="993070"/>
                    <a:pt x="192030" y="1039324"/>
                    <a:pt x="217383" y="1071851"/>
                  </a:cubicBezTo>
                  <a:cubicBezTo>
                    <a:pt x="223497" y="1078063"/>
                    <a:pt x="228658" y="1085145"/>
                    <a:pt x="232700" y="1092867"/>
                  </a:cubicBezTo>
                  <a:cubicBezTo>
                    <a:pt x="235227" y="1101914"/>
                    <a:pt x="235315" y="1111468"/>
                    <a:pt x="232952" y="1120560"/>
                  </a:cubicBezTo>
                  <a:cubicBezTo>
                    <a:pt x="206905" y="1275281"/>
                    <a:pt x="187588" y="1437034"/>
                    <a:pt x="234639" y="1586713"/>
                  </a:cubicBezTo>
                  <a:cubicBezTo>
                    <a:pt x="277283" y="1722375"/>
                    <a:pt x="279717" y="1872696"/>
                    <a:pt x="315977" y="2010202"/>
                  </a:cubicBezTo>
                  <a:cubicBezTo>
                    <a:pt x="320467" y="2027229"/>
                    <a:pt x="325602" y="2045178"/>
                    <a:pt x="338500" y="2057167"/>
                  </a:cubicBezTo>
                  <a:cubicBezTo>
                    <a:pt x="348193" y="2065325"/>
                    <a:pt x="359823" y="2070852"/>
                    <a:pt x="372270" y="2073214"/>
                  </a:cubicBezTo>
                  <a:cubicBezTo>
                    <a:pt x="425704" y="2085927"/>
                    <a:pt x="482130" y="2071033"/>
                    <a:pt x="531966" y="2047940"/>
                  </a:cubicBezTo>
                  <a:cubicBezTo>
                    <a:pt x="566990" y="2031711"/>
                    <a:pt x="604689" y="2003251"/>
                    <a:pt x="601698" y="1964765"/>
                  </a:cubicBezTo>
                  <a:cubicBezTo>
                    <a:pt x="600274" y="1946457"/>
                    <a:pt x="589580" y="1930412"/>
                    <a:pt x="582321" y="1913544"/>
                  </a:cubicBezTo>
                  <a:cubicBezTo>
                    <a:pt x="568086" y="1880462"/>
                    <a:pt x="566942" y="1843506"/>
                    <a:pt x="563101" y="1807696"/>
                  </a:cubicBezTo>
                  <a:cubicBezTo>
                    <a:pt x="553456" y="1717777"/>
                    <a:pt x="525735" y="1630955"/>
                    <a:pt x="504784" y="1542981"/>
                  </a:cubicBezTo>
                  <a:cubicBezTo>
                    <a:pt x="483832" y="1455007"/>
                    <a:pt x="469599" y="1363080"/>
                    <a:pt x="487319" y="1274398"/>
                  </a:cubicBezTo>
                  <a:cubicBezTo>
                    <a:pt x="523559" y="1090964"/>
                    <a:pt x="581567" y="912511"/>
                    <a:pt x="660111" y="742829"/>
                  </a:cubicBezTo>
                  <a:cubicBezTo>
                    <a:pt x="663528" y="733804"/>
                    <a:pt x="668938" y="725667"/>
                    <a:pt x="675937" y="719025"/>
                  </a:cubicBezTo>
                  <a:cubicBezTo>
                    <a:pt x="683815" y="714557"/>
                    <a:pt x="691308" y="709442"/>
                    <a:pt x="698339" y="703733"/>
                  </a:cubicBezTo>
                  <a:cubicBezTo>
                    <a:pt x="703778" y="695319"/>
                    <a:pt x="707278" y="685800"/>
                    <a:pt x="708587" y="675866"/>
                  </a:cubicBezTo>
                  <a:cubicBezTo>
                    <a:pt x="716380" y="647799"/>
                    <a:pt x="739529" y="627090"/>
                    <a:pt x="755048" y="602438"/>
                  </a:cubicBezTo>
                  <a:cubicBezTo>
                    <a:pt x="794231" y="540191"/>
                    <a:pt x="781814" y="460401"/>
                    <a:pt x="780362" y="386863"/>
                  </a:cubicBezTo>
                  <a:cubicBezTo>
                    <a:pt x="778951" y="315349"/>
                    <a:pt x="789248" y="243181"/>
                    <a:pt x="777525" y="172621"/>
                  </a:cubicBezTo>
                  <a:cubicBezTo>
                    <a:pt x="765802" y="102061"/>
                    <a:pt x="725379" y="29935"/>
                    <a:pt x="657355" y="7826"/>
                  </a:cubicBezTo>
                  <a:cubicBezTo>
                    <a:pt x="623658" y="-3126"/>
                    <a:pt x="587229" y="-642"/>
                    <a:pt x="551970" y="2848"/>
                  </a:cubicBezTo>
                  <a:cubicBezTo>
                    <a:pt x="365171" y="21338"/>
                    <a:pt x="183659" y="55270"/>
                    <a:pt x="8352" y="122376"/>
                  </a:cubicBezTo>
                  <a:close/>
                </a:path>
              </a:pathLst>
            </a:custGeom>
            <a:solidFill>
              <a:srgbClr val="2F2E41"/>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33" name="任意多边形: 形状 32">
              <a:extLst>
                <a:ext uri="{FF2B5EF4-FFF2-40B4-BE49-F238E27FC236}">
                  <a16:creationId xmlns:a16="http://schemas.microsoft.com/office/drawing/2014/main" id="{E340B1FB-8B2A-404D-806F-C448CED5D9DE}"/>
                </a:ext>
              </a:extLst>
            </p:cNvPr>
            <p:cNvSpPr/>
            <p:nvPr/>
          </p:nvSpPr>
          <p:spPr>
            <a:xfrm>
              <a:off x="2767389" y="2982388"/>
              <a:ext cx="783410" cy="2077996"/>
            </a:xfrm>
            <a:custGeom>
              <a:avLst/>
              <a:gdLst>
                <a:gd name="connsiteX0" fmla="*/ 8352 w 783410"/>
                <a:gd name="connsiteY0" fmla="*/ 122376 h 2077996"/>
                <a:gd name="connsiteX1" fmla="*/ 65510 w 783410"/>
                <a:gd name="connsiteY1" fmla="*/ 430087 h 2077996"/>
                <a:gd name="connsiteX2" fmla="*/ 111968 w 783410"/>
                <a:gd name="connsiteY2" fmla="*/ 504580 h 2077996"/>
                <a:gd name="connsiteX3" fmla="*/ 130098 w 783410"/>
                <a:gd name="connsiteY3" fmla="*/ 563613 h 2077996"/>
                <a:gd name="connsiteX4" fmla="*/ 181583 w 783410"/>
                <a:gd name="connsiteY4" fmla="*/ 776720 h 2077996"/>
                <a:gd name="connsiteX5" fmla="*/ 205308 w 783410"/>
                <a:gd name="connsiteY5" fmla="*/ 951933 h 2077996"/>
                <a:gd name="connsiteX6" fmla="*/ 217383 w 783410"/>
                <a:gd name="connsiteY6" fmla="*/ 1071851 h 2077996"/>
                <a:gd name="connsiteX7" fmla="*/ 232700 w 783410"/>
                <a:gd name="connsiteY7" fmla="*/ 1092867 h 2077996"/>
                <a:gd name="connsiteX8" fmla="*/ 232952 w 783410"/>
                <a:gd name="connsiteY8" fmla="*/ 1120560 h 2077996"/>
                <a:gd name="connsiteX9" fmla="*/ 234639 w 783410"/>
                <a:gd name="connsiteY9" fmla="*/ 1586713 h 2077996"/>
                <a:gd name="connsiteX10" fmla="*/ 315977 w 783410"/>
                <a:gd name="connsiteY10" fmla="*/ 2010202 h 2077996"/>
                <a:gd name="connsiteX11" fmla="*/ 338500 w 783410"/>
                <a:gd name="connsiteY11" fmla="*/ 2057167 h 2077996"/>
                <a:gd name="connsiteX12" fmla="*/ 372270 w 783410"/>
                <a:gd name="connsiteY12" fmla="*/ 2073214 h 2077996"/>
                <a:gd name="connsiteX13" fmla="*/ 531966 w 783410"/>
                <a:gd name="connsiteY13" fmla="*/ 2047940 h 2077996"/>
                <a:gd name="connsiteX14" fmla="*/ 601698 w 783410"/>
                <a:gd name="connsiteY14" fmla="*/ 1964765 h 2077996"/>
                <a:gd name="connsiteX15" fmla="*/ 582321 w 783410"/>
                <a:gd name="connsiteY15" fmla="*/ 1913544 h 2077996"/>
                <a:gd name="connsiteX16" fmla="*/ 563101 w 783410"/>
                <a:gd name="connsiteY16" fmla="*/ 1807696 h 2077996"/>
                <a:gd name="connsiteX17" fmla="*/ 504784 w 783410"/>
                <a:gd name="connsiteY17" fmla="*/ 1542981 h 2077996"/>
                <a:gd name="connsiteX18" fmla="*/ 487319 w 783410"/>
                <a:gd name="connsiteY18" fmla="*/ 1274398 h 2077996"/>
                <a:gd name="connsiteX19" fmla="*/ 660111 w 783410"/>
                <a:gd name="connsiteY19" fmla="*/ 742829 h 2077996"/>
                <a:gd name="connsiteX20" fmla="*/ 675937 w 783410"/>
                <a:gd name="connsiteY20" fmla="*/ 719025 h 2077996"/>
                <a:gd name="connsiteX21" fmla="*/ 698339 w 783410"/>
                <a:gd name="connsiteY21" fmla="*/ 703733 h 2077996"/>
                <a:gd name="connsiteX22" fmla="*/ 708587 w 783410"/>
                <a:gd name="connsiteY22" fmla="*/ 675866 h 2077996"/>
                <a:gd name="connsiteX23" fmla="*/ 755048 w 783410"/>
                <a:gd name="connsiteY23" fmla="*/ 602438 h 2077996"/>
                <a:gd name="connsiteX24" fmla="*/ 780362 w 783410"/>
                <a:gd name="connsiteY24" fmla="*/ 386863 h 2077996"/>
                <a:gd name="connsiteX25" fmla="*/ 777525 w 783410"/>
                <a:gd name="connsiteY25" fmla="*/ 172621 h 2077996"/>
                <a:gd name="connsiteX26" fmla="*/ 657355 w 783410"/>
                <a:gd name="connsiteY26" fmla="*/ 7826 h 2077996"/>
                <a:gd name="connsiteX27" fmla="*/ 551970 w 783410"/>
                <a:gd name="connsiteY27" fmla="*/ 2848 h 2077996"/>
                <a:gd name="connsiteX28" fmla="*/ 8352 w 783410"/>
                <a:gd name="connsiteY28" fmla="*/ 122376 h 2077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783410" h="2077996">
                  <a:moveTo>
                    <a:pt x="8352" y="122376"/>
                  </a:moveTo>
                  <a:cubicBezTo>
                    <a:pt x="-13266" y="228477"/>
                    <a:pt x="7232" y="338827"/>
                    <a:pt x="65510" y="430087"/>
                  </a:cubicBezTo>
                  <a:cubicBezTo>
                    <a:pt x="81401" y="454708"/>
                    <a:pt x="100022" y="477822"/>
                    <a:pt x="111968" y="504580"/>
                  </a:cubicBezTo>
                  <a:cubicBezTo>
                    <a:pt x="119797" y="523664"/>
                    <a:pt x="125866" y="543424"/>
                    <a:pt x="130098" y="563613"/>
                  </a:cubicBezTo>
                  <a:lnTo>
                    <a:pt x="181583" y="776720"/>
                  </a:lnTo>
                  <a:cubicBezTo>
                    <a:pt x="195482" y="834250"/>
                    <a:pt x="209483" y="892894"/>
                    <a:pt x="205308" y="951933"/>
                  </a:cubicBezTo>
                  <a:cubicBezTo>
                    <a:pt x="202399" y="993070"/>
                    <a:pt x="192030" y="1039324"/>
                    <a:pt x="217383" y="1071851"/>
                  </a:cubicBezTo>
                  <a:cubicBezTo>
                    <a:pt x="223497" y="1078063"/>
                    <a:pt x="228658" y="1085145"/>
                    <a:pt x="232700" y="1092867"/>
                  </a:cubicBezTo>
                  <a:cubicBezTo>
                    <a:pt x="235227" y="1101914"/>
                    <a:pt x="235315" y="1111468"/>
                    <a:pt x="232952" y="1120560"/>
                  </a:cubicBezTo>
                  <a:cubicBezTo>
                    <a:pt x="206905" y="1275281"/>
                    <a:pt x="187588" y="1437034"/>
                    <a:pt x="234639" y="1586713"/>
                  </a:cubicBezTo>
                  <a:cubicBezTo>
                    <a:pt x="277283" y="1722375"/>
                    <a:pt x="279717" y="1872696"/>
                    <a:pt x="315977" y="2010202"/>
                  </a:cubicBezTo>
                  <a:cubicBezTo>
                    <a:pt x="320467" y="2027229"/>
                    <a:pt x="325602" y="2045178"/>
                    <a:pt x="338500" y="2057167"/>
                  </a:cubicBezTo>
                  <a:cubicBezTo>
                    <a:pt x="348193" y="2065325"/>
                    <a:pt x="359823" y="2070852"/>
                    <a:pt x="372270" y="2073214"/>
                  </a:cubicBezTo>
                  <a:cubicBezTo>
                    <a:pt x="425704" y="2085927"/>
                    <a:pt x="482130" y="2071033"/>
                    <a:pt x="531966" y="2047940"/>
                  </a:cubicBezTo>
                  <a:cubicBezTo>
                    <a:pt x="566990" y="2031711"/>
                    <a:pt x="604689" y="2003251"/>
                    <a:pt x="601698" y="1964765"/>
                  </a:cubicBezTo>
                  <a:cubicBezTo>
                    <a:pt x="600274" y="1946457"/>
                    <a:pt x="589580" y="1930412"/>
                    <a:pt x="582321" y="1913544"/>
                  </a:cubicBezTo>
                  <a:cubicBezTo>
                    <a:pt x="568086" y="1880462"/>
                    <a:pt x="566942" y="1843506"/>
                    <a:pt x="563101" y="1807696"/>
                  </a:cubicBezTo>
                  <a:cubicBezTo>
                    <a:pt x="553456" y="1717777"/>
                    <a:pt x="525735" y="1630955"/>
                    <a:pt x="504784" y="1542981"/>
                  </a:cubicBezTo>
                  <a:cubicBezTo>
                    <a:pt x="483832" y="1455007"/>
                    <a:pt x="469599" y="1363080"/>
                    <a:pt x="487319" y="1274398"/>
                  </a:cubicBezTo>
                  <a:cubicBezTo>
                    <a:pt x="523559" y="1090964"/>
                    <a:pt x="581567" y="912511"/>
                    <a:pt x="660111" y="742829"/>
                  </a:cubicBezTo>
                  <a:cubicBezTo>
                    <a:pt x="663528" y="733804"/>
                    <a:pt x="668938" y="725667"/>
                    <a:pt x="675937" y="719025"/>
                  </a:cubicBezTo>
                  <a:cubicBezTo>
                    <a:pt x="683815" y="714557"/>
                    <a:pt x="691308" y="709442"/>
                    <a:pt x="698339" y="703733"/>
                  </a:cubicBezTo>
                  <a:cubicBezTo>
                    <a:pt x="703778" y="695319"/>
                    <a:pt x="707278" y="685800"/>
                    <a:pt x="708587" y="675866"/>
                  </a:cubicBezTo>
                  <a:cubicBezTo>
                    <a:pt x="716380" y="647799"/>
                    <a:pt x="739529" y="627090"/>
                    <a:pt x="755048" y="602438"/>
                  </a:cubicBezTo>
                  <a:cubicBezTo>
                    <a:pt x="794231" y="540191"/>
                    <a:pt x="781814" y="460401"/>
                    <a:pt x="780362" y="386863"/>
                  </a:cubicBezTo>
                  <a:cubicBezTo>
                    <a:pt x="778951" y="315349"/>
                    <a:pt x="789248" y="243181"/>
                    <a:pt x="777525" y="172621"/>
                  </a:cubicBezTo>
                  <a:cubicBezTo>
                    <a:pt x="765802" y="102061"/>
                    <a:pt x="725379" y="29935"/>
                    <a:pt x="657355" y="7826"/>
                  </a:cubicBezTo>
                  <a:cubicBezTo>
                    <a:pt x="623658" y="-3126"/>
                    <a:pt x="587229" y="-642"/>
                    <a:pt x="551970" y="2848"/>
                  </a:cubicBezTo>
                  <a:cubicBezTo>
                    <a:pt x="365171" y="21338"/>
                    <a:pt x="183659" y="55270"/>
                    <a:pt x="8352" y="122376"/>
                  </a:cubicBezTo>
                  <a:close/>
                </a:path>
              </a:pathLst>
            </a:custGeom>
            <a:solidFill>
              <a:srgbClr val="000000">
                <a:alpha val="10000"/>
              </a:srgbClr>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34" name="任意多边形: 形状 33">
              <a:extLst>
                <a:ext uri="{FF2B5EF4-FFF2-40B4-BE49-F238E27FC236}">
                  <a16:creationId xmlns:a16="http://schemas.microsoft.com/office/drawing/2014/main" id="{80794C7C-16FF-4A5A-9DE6-D6423376027C}"/>
                </a:ext>
              </a:extLst>
            </p:cNvPr>
            <p:cNvSpPr/>
            <p:nvPr/>
          </p:nvSpPr>
          <p:spPr>
            <a:xfrm>
              <a:off x="2745182" y="3016810"/>
              <a:ext cx="819579" cy="2248079"/>
            </a:xfrm>
            <a:custGeom>
              <a:avLst/>
              <a:gdLst>
                <a:gd name="connsiteX0" fmla="*/ 791393 w 819579"/>
                <a:gd name="connsiteY0" fmla="*/ 536471 h 2248079"/>
                <a:gd name="connsiteX1" fmla="*/ 781995 w 819579"/>
                <a:gd name="connsiteY1" fmla="*/ 619152 h 2248079"/>
                <a:gd name="connsiteX2" fmla="*/ 676732 w 819579"/>
                <a:gd name="connsiteY2" fmla="*/ 1171983 h 2248079"/>
                <a:gd name="connsiteX3" fmla="*/ 665951 w 819579"/>
                <a:gd name="connsiteY3" fmla="*/ 1219552 h 2248079"/>
                <a:gd name="connsiteX4" fmla="*/ 594635 w 819579"/>
                <a:gd name="connsiteY4" fmla="*/ 1359854 h 2248079"/>
                <a:gd name="connsiteX5" fmla="*/ 341784 w 819579"/>
                <a:gd name="connsiteY5" fmla="*/ 2067629 h 2248079"/>
                <a:gd name="connsiteX6" fmla="*/ 324374 w 819579"/>
                <a:gd name="connsiteY6" fmla="*/ 2114833 h 2248079"/>
                <a:gd name="connsiteX7" fmla="*/ 272434 w 819579"/>
                <a:gd name="connsiteY7" fmla="*/ 2230732 h 2248079"/>
                <a:gd name="connsiteX8" fmla="*/ 261726 w 819579"/>
                <a:gd name="connsiteY8" fmla="*/ 2244572 h 2248079"/>
                <a:gd name="connsiteX9" fmla="*/ 244826 w 819579"/>
                <a:gd name="connsiteY9" fmla="*/ 2247851 h 2248079"/>
                <a:gd name="connsiteX10" fmla="*/ 26068 w 819579"/>
                <a:gd name="connsiteY10" fmla="*/ 2198097 h 2248079"/>
                <a:gd name="connsiteX11" fmla="*/ 2831 w 819579"/>
                <a:gd name="connsiteY11" fmla="*/ 2178793 h 2248079"/>
                <a:gd name="connsiteX12" fmla="*/ 354 w 819579"/>
                <a:gd name="connsiteY12" fmla="*/ 2156574 h 2248079"/>
                <a:gd name="connsiteX13" fmla="*/ 27598 w 819579"/>
                <a:gd name="connsiteY13" fmla="*/ 2021736 h 2248079"/>
                <a:gd name="connsiteX14" fmla="*/ 81504 w 819579"/>
                <a:gd name="connsiteY14" fmla="*/ 1956392 h 2248079"/>
                <a:gd name="connsiteX15" fmla="*/ 134317 w 819579"/>
                <a:gd name="connsiteY15" fmla="*/ 1523976 h 2248079"/>
                <a:gd name="connsiteX16" fmla="*/ 213064 w 819579"/>
                <a:gd name="connsiteY16" fmla="*/ 1316947 h 2248079"/>
                <a:gd name="connsiteX17" fmla="*/ 283143 w 819579"/>
                <a:gd name="connsiteY17" fmla="*/ 1172493 h 2248079"/>
                <a:gd name="connsiteX18" fmla="*/ 290209 w 819579"/>
                <a:gd name="connsiteY18" fmla="*/ 1104600 h 2248079"/>
                <a:gd name="connsiteX19" fmla="*/ 317088 w 819579"/>
                <a:gd name="connsiteY19" fmla="*/ 1088792 h 2248079"/>
                <a:gd name="connsiteX20" fmla="*/ 320876 w 819579"/>
                <a:gd name="connsiteY20" fmla="*/ 1075243 h 2248079"/>
                <a:gd name="connsiteX21" fmla="*/ 313957 w 819579"/>
                <a:gd name="connsiteY21" fmla="*/ 963278 h 2248079"/>
                <a:gd name="connsiteX22" fmla="*/ 297274 w 819579"/>
                <a:gd name="connsiteY22" fmla="*/ 890286 h 2248079"/>
                <a:gd name="connsiteX23" fmla="*/ 315632 w 819579"/>
                <a:gd name="connsiteY23" fmla="*/ 819771 h 2248079"/>
                <a:gd name="connsiteX24" fmla="*/ 316287 w 819579"/>
                <a:gd name="connsiteY24" fmla="*/ 668469 h 2248079"/>
                <a:gd name="connsiteX25" fmla="*/ 309293 w 819579"/>
                <a:gd name="connsiteY25" fmla="*/ 583967 h 2248079"/>
                <a:gd name="connsiteX26" fmla="*/ 296837 w 819579"/>
                <a:gd name="connsiteY26" fmla="*/ 545140 h 2248079"/>
                <a:gd name="connsiteX27" fmla="*/ 281467 w 819579"/>
                <a:gd name="connsiteY27" fmla="*/ 401997 h 2248079"/>
                <a:gd name="connsiteX28" fmla="*/ 231786 w 819579"/>
                <a:gd name="connsiteY28" fmla="*/ 367030 h 2248079"/>
                <a:gd name="connsiteX29" fmla="*/ 163601 w 819579"/>
                <a:gd name="connsiteY29" fmla="*/ 268979 h 2248079"/>
                <a:gd name="connsiteX30" fmla="*/ 144297 w 819579"/>
                <a:gd name="connsiteY30" fmla="*/ 148929 h 2248079"/>
                <a:gd name="connsiteX31" fmla="*/ 144005 w 819579"/>
                <a:gd name="connsiteY31" fmla="*/ 122995 h 2248079"/>
                <a:gd name="connsiteX32" fmla="*/ 147502 w 819579"/>
                <a:gd name="connsiteY32" fmla="*/ 110029 h 2248079"/>
                <a:gd name="connsiteX33" fmla="*/ 205998 w 819579"/>
                <a:gd name="connsiteY33" fmla="*/ 74480 h 2248079"/>
                <a:gd name="connsiteX34" fmla="*/ 652692 w 819579"/>
                <a:gd name="connsiteY34" fmla="*/ 22249 h 2248079"/>
                <a:gd name="connsiteX35" fmla="*/ 763272 w 819579"/>
                <a:gd name="connsiteY35" fmla="*/ 38057 h 2248079"/>
                <a:gd name="connsiteX36" fmla="*/ 794743 w 819579"/>
                <a:gd name="connsiteY36" fmla="*/ 114910 h 2248079"/>
                <a:gd name="connsiteX37" fmla="*/ 816669 w 819579"/>
                <a:gd name="connsiteY37" fmla="*/ 362441 h 2248079"/>
                <a:gd name="connsiteX38" fmla="*/ 791393 w 819579"/>
                <a:gd name="connsiteY38" fmla="*/ 536471 h 2248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819579" h="2248079">
                  <a:moveTo>
                    <a:pt x="791393" y="536471"/>
                  </a:moveTo>
                  <a:cubicBezTo>
                    <a:pt x="790840" y="564264"/>
                    <a:pt x="787694" y="591944"/>
                    <a:pt x="781995" y="619152"/>
                  </a:cubicBezTo>
                  <a:cubicBezTo>
                    <a:pt x="749069" y="803818"/>
                    <a:pt x="713981" y="988095"/>
                    <a:pt x="676732" y="1171983"/>
                  </a:cubicBezTo>
                  <a:cubicBezTo>
                    <a:pt x="673454" y="1187936"/>
                    <a:pt x="670249" y="1203890"/>
                    <a:pt x="665951" y="1219552"/>
                  </a:cubicBezTo>
                  <a:cubicBezTo>
                    <a:pt x="652073" y="1270723"/>
                    <a:pt x="627796" y="1318484"/>
                    <a:pt x="594635" y="1359854"/>
                  </a:cubicBezTo>
                  <a:cubicBezTo>
                    <a:pt x="439399" y="1553334"/>
                    <a:pt x="425994" y="1834302"/>
                    <a:pt x="341784" y="2067629"/>
                  </a:cubicBezTo>
                  <a:cubicBezTo>
                    <a:pt x="336103" y="2083436"/>
                    <a:pt x="330421" y="2099244"/>
                    <a:pt x="324374" y="2114833"/>
                  </a:cubicBezTo>
                  <a:cubicBezTo>
                    <a:pt x="309156" y="2154372"/>
                    <a:pt x="291817" y="2193060"/>
                    <a:pt x="272434" y="2230732"/>
                  </a:cubicBezTo>
                  <a:cubicBezTo>
                    <a:pt x="270170" y="2236222"/>
                    <a:pt x="266472" y="2241002"/>
                    <a:pt x="261726" y="2244572"/>
                  </a:cubicBezTo>
                  <a:cubicBezTo>
                    <a:pt x="256502" y="2247200"/>
                    <a:pt x="250654" y="2248335"/>
                    <a:pt x="244826" y="2247851"/>
                  </a:cubicBezTo>
                  <a:cubicBezTo>
                    <a:pt x="169053" y="2248286"/>
                    <a:pt x="94198" y="2231262"/>
                    <a:pt x="26068" y="2198097"/>
                  </a:cubicBezTo>
                  <a:cubicBezTo>
                    <a:pt x="16342" y="2194510"/>
                    <a:pt x="8140" y="2187697"/>
                    <a:pt x="2831" y="2178793"/>
                  </a:cubicBezTo>
                  <a:cubicBezTo>
                    <a:pt x="218" y="2171697"/>
                    <a:pt x="-632" y="2164071"/>
                    <a:pt x="354" y="2156574"/>
                  </a:cubicBezTo>
                  <a:cubicBezTo>
                    <a:pt x="2685" y="2110317"/>
                    <a:pt x="5525" y="2062384"/>
                    <a:pt x="27598" y="2021736"/>
                  </a:cubicBezTo>
                  <a:cubicBezTo>
                    <a:pt x="42245" y="1997415"/>
                    <a:pt x="60410" y="1975395"/>
                    <a:pt x="81504" y="1956392"/>
                  </a:cubicBezTo>
                  <a:cubicBezTo>
                    <a:pt x="88060" y="1811210"/>
                    <a:pt x="102411" y="1665736"/>
                    <a:pt x="134317" y="1523976"/>
                  </a:cubicBezTo>
                  <a:cubicBezTo>
                    <a:pt x="150708" y="1451494"/>
                    <a:pt x="170959" y="1378211"/>
                    <a:pt x="213064" y="1316947"/>
                  </a:cubicBezTo>
                  <a:cubicBezTo>
                    <a:pt x="244097" y="1271710"/>
                    <a:pt x="288607" y="1227055"/>
                    <a:pt x="283143" y="1172493"/>
                  </a:cubicBezTo>
                  <a:cubicBezTo>
                    <a:pt x="280739" y="1148526"/>
                    <a:pt x="270686" y="1118659"/>
                    <a:pt x="290209" y="1104600"/>
                  </a:cubicBezTo>
                  <a:cubicBezTo>
                    <a:pt x="298731" y="1098409"/>
                    <a:pt x="311334" y="1097607"/>
                    <a:pt x="317088" y="1088792"/>
                  </a:cubicBezTo>
                  <a:cubicBezTo>
                    <a:pt x="319407" y="1084640"/>
                    <a:pt x="320706" y="1079996"/>
                    <a:pt x="320876" y="1075243"/>
                  </a:cubicBezTo>
                  <a:cubicBezTo>
                    <a:pt x="324888" y="1037798"/>
                    <a:pt x="322548" y="999944"/>
                    <a:pt x="313957" y="963278"/>
                  </a:cubicBezTo>
                  <a:cubicBezTo>
                    <a:pt x="306858" y="939325"/>
                    <a:pt x="301286" y="914945"/>
                    <a:pt x="297274" y="890286"/>
                  </a:cubicBezTo>
                  <a:cubicBezTo>
                    <a:pt x="294797" y="865372"/>
                    <a:pt x="299023" y="838420"/>
                    <a:pt x="315632" y="819771"/>
                  </a:cubicBezTo>
                  <a:cubicBezTo>
                    <a:pt x="316651" y="769944"/>
                    <a:pt x="315267" y="718223"/>
                    <a:pt x="316287" y="668469"/>
                  </a:cubicBezTo>
                  <a:cubicBezTo>
                    <a:pt x="318250" y="640110"/>
                    <a:pt x="315892" y="611618"/>
                    <a:pt x="309293" y="583967"/>
                  </a:cubicBezTo>
                  <a:cubicBezTo>
                    <a:pt x="305506" y="570927"/>
                    <a:pt x="299751" y="558471"/>
                    <a:pt x="296837" y="545140"/>
                  </a:cubicBezTo>
                  <a:cubicBezTo>
                    <a:pt x="286420" y="497280"/>
                    <a:pt x="312427" y="439950"/>
                    <a:pt x="281467" y="401997"/>
                  </a:cubicBezTo>
                  <a:cubicBezTo>
                    <a:pt x="268573" y="386262"/>
                    <a:pt x="248687" y="378395"/>
                    <a:pt x="231786" y="367030"/>
                  </a:cubicBezTo>
                  <a:cubicBezTo>
                    <a:pt x="198058" y="344521"/>
                    <a:pt x="175912" y="307661"/>
                    <a:pt x="163601" y="268979"/>
                  </a:cubicBezTo>
                  <a:cubicBezTo>
                    <a:pt x="152677" y="229815"/>
                    <a:pt x="146201" y="189544"/>
                    <a:pt x="144297" y="148929"/>
                  </a:cubicBezTo>
                  <a:cubicBezTo>
                    <a:pt x="143290" y="140318"/>
                    <a:pt x="143193" y="131626"/>
                    <a:pt x="144005" y="122995"/>
                  </a:cubicBezTo>
                  <a:cubicBezTo>
                    <a:pt x="144551" y="118529"/>
                    <a:pt x="145728" y="114164"/>
                    <a:pt x="147502" y="110029"/>
                  </a:cubicBezTo>
                  <a:cubicBezTo>
                    <a:pt x="157118" y="88393"/>
                    <a:pt x="182979" y="80015"/>
                    <a:pt x="205998" y="74480"/>
                  </a:cubicBezTo>
                  <a:cubicBezTo>
                    <a:pt x="352294" y="39393"/>
                    <a:pt x="502248" y="21859"/>
                    <a:pt x="652692" y="22249"/>
                  </a:cubicBezTo>
                  <a:cubicBezTo>
                    <a:pt x="708346" y="-15631"/>
                    <a:pt x="739670" y="-2082"/>
                    <a:pt x="763272" y="38057"/>
                  </a:cubicBezTo>
                  <a:cubicBezTo>
                    <a:pt x="776307" y="62557"/>
                    <a:pt x="786850" y="88304"/>
                    <a:pt x="794743" y="114910"/>
                  </a:cubicBezTo>
                  <a:cubicBezTo>
                    <a:pt x="805524" y="147472"/>
                    <a:pt x="806179" y="329733"/>
                    <a:pt x="816669" y="362441"/>
                  </a:cubicBezTo>
                  <a:cubicBezTo>
                    <a:pt x="830292" y="404984"/>
                    <a:pt x="790883" y="491816"/>
                    <a:pt x="791393" y="536471"/>
                  </a:cubicBezTo>
                  <a:close/>
                </a:path>
              </a:pathLst>
            </a:custGeom>
            <a:solidFill>
              <a:srgbClr val="2F2E41"/>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35" name="任意多边形: 形状 34">
              <a:extLst>
                <a:ext uri="{FF2B5EF4-FFF2-40B4-BE49-F238E27FC236}">
                  <a16:creationId xmlns:a16="http://schemas.microsoft.com/office/drawing/2014/main" id="{4AA64C12-F69F-40BB-A948-3644F099F003}"/>
                </a:ext>
              </a:extLst>
            </p:cNvPr>
            <p:cNvSpPr/>
            <p:nvPr/>
          </p:nvSpPr>
          <p:spPr>
            <a:xfrm>
              <a:off x="2525307" y="1835495"/>
              <a:ext cx="376115" cy="1193453"/>
            </a:xfrm>
            <a:custGeom>
              <a:avLst/>
              <a:gdLst>
                <a:gd name="connsiteX0" fmla="*/ 5009 w 376115"/>
                <a:gd name="connsiteY0" fmla="*/ 59208 h 1193453"/>
                <a:gd name="connsiteX1" fmla="*/ 16187 w 376115"/>
                <a:gd name="connsiteY1" fmla="*/ 145003 h 1193453"/>
                <a:gd name="connsiteX2" fmla="*/ 4868 w 376115"/>
                <a:gd name="connsiteY2" fmla="*/ 219869 h 1193453"/>
                <a:gd name="connsiteX3" fmla="*/ 56556 w 376115"/>
                <a:gd name="connsiteY3" fmla="*/ 507773 h 1193453"/>
                <a:gd name="connsiteX4" fmla="*/ 68827 w 376115"/>
                <a:gd name="connsiteY4" fmla="*/ 555123 h 1193453"/>
                <a:gd name="connsiteX5" fmla="*/ 47653 w 376115"/>
                <a:gd name="connsiteY5" fmla="*/ 642655 h 1193453"/>
                <a:gd name="connsiteX6" fmla="*/ 84774 w 376115"/>
                <a:gd name="connsiteY6" fmla="*/ 827442 h 1193453"/>
                <a:gd name="connsiteX7" fmla="*/ 83326 w 376115"/>
                <a:gd name="connsiteY7" fmla="*/ 914547 h 1193453"/>
                <a:gd name="connsiteX8" fmla="*/ 108313 w 376115"/>
                <a:gd name="connsiteY8" fmla="*/ 967186 h 1193453"/>
                <a:gd name="connsiteX9" fmla="*/ 141200 w 376115"/>
                <a:gd name="connsiteY9" fmla="*/ 1065185 h 1193453"/>
                <a:gd name="connsiteX10" fmla="*/ 273728 w 376115"/>
                <a:gd name="connsiteY10" fmla="*/ 1193333 h 1193453"/>
                <a:gd name="connsiteX11" fmla="*/ 351803 w 376115"/>
                <a:gd name="connsiteY11" fmla="*/ 1144973 h 1193453"/>
                <a:gd name="connsiteX12" fmla="*/ 365431 w 376115"/>
                <a:gd name="connsiteY12" fmla="*/ 1102565 h 1193453"/>
                <a:gd name="connsiteX13" fmla="*/ 375899 w 376115"/>
                <a:gd name="connsiteY13" fmla="*/ 905799 h 1193453"/>
                <a:gd name="connsiteX14" fmla="*/ 366896 w 376115"/>
                <a:gd name="connsiteY14" fmla="*/ 736426 h 1193453"/>
                <a:gd name="connsiteX15" fmla="*/ 316536 w 376115"/>
                <a:gd name="connsiteY15" fmla="*/ 525764 h 1193453"/>
                <a:gd name="connsiteX16" fmla="*/ 252131 w 376115"/>
                <a:gd name="connsiteY16" fmla="*/ 260461 h 1193453"/>
                <a:gd name="connsiteX17" fmla="*/ 131615 w 376115"/>
                <a:gd name="connsiteY17" fmla="*/ 54389 h 1193453"/>
                <a:gd name="connsiteX18" fmla="*/ 64611 w 376115"/>
                <a:gd name="connsiteY18" fmla="*/ 489 h 1193453"/>
                <a:gd name="connsiteX19" fmla="*/ 5010 w 376115"/>
                <a:gd name="connsiteY19" fmla="*/ 59208 h 1193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76115" h="1193453">
                  <a:moveTo>
                    <a:pt x="5009" y="59208"/>
                  </a:moveTo>
                  <a:cubicBezTo>
                    <a:pt x="874" y="87886"/>
                    <a:pt x="14663" y="116069"/>
                    <a:pt x="16187" y="145003"/>
                  </a:cubicBezTo>
                  <a:cubicBezTo>
                    <a:pt x="17519" y="170284"/>
                    <a:pt x="9472" y="194976"/>
                    <a:pt x="4868" y="219869"/>
                  </a:cubicBezTo>
                  <a:cubicBezTo>
                    <a:pt x="-13100" y="317022"/>
                    <a:pt x="21423" y="415431"/>
                    <a:pt x="56556" y="507773"/>
                  </a:cubicBezTo>
                  <a:cubicBezTo>
                    <a:pt x="63237" y="522769"/>
                    <a:pt x="67384" y="538769"/>
                    <a:pt x="68827" y="555123"/>
                  </a:cubicBezTo>
                  <a:cubicBezTo>
                    <a:pt x="69766" y="585263"/>
                    <a:pt x="52407" y="612878"/>
                    <a:pt x="47653" y="642655"/>
                  </a:cubicBezTo>
                  <a:cubicBezTo>
                    <a:pt x="37663" y="705227"/>
                    <a:pt x="83818" y="764085"/>
                    <a:pt x="84774" y="827442"/>
                  </a:cubicBezTo>
                  <a:cubicBezTo>
                    <a:pt x="85215" y="856612"/>
                    <a:pt x="76028" y="886301"/>
                    <a:pt x="83326" y="914547"/>
                  </a:cubicBezTo>
                  <a:cubicBezTo>
                    <a:pt x="88196" y="933398"/>
                    <a:pt x="99963" y="949597"/>
                    <a:pt x="108313" y="967186"/>
                  </a:cubicBezTo>
                  <a:cubicBezTo>
                    <a:pt x="123108" y="998350"/>
                    <a:pt x="127078" y="1033709"/>
                    <a:pt x="141200" y="1065185"/>
                  </a:cubicBezTo>
                  <a:cubicBezTo>
                    <a:pt x="166721" y="1122068"/>
                    <a:pt x="221549" y="1159210"/>
                    <a:pt x="273728" y="1193333"/>
                  </a:cubicBezTo>
                  <a:cubicBezTo>
                    <a:pt x="303413" y="1183437"/>
                    <a:pt x="335507" y="1171687"/>
                    <a:pt x="351803" y="1144973"/>
                  </a:cubicBezTo>
                  <a:cubicBezTo>
                    <a:pt x="358957" y="1131813"/>
                    <a:pt x="363579" y="1117428"/>
                    <a:pt x="365431" y="1102565"/>
                  </a:cubicBezTo>
                  <a:cubicBezTo>
                    <a:pt x="376714" y="1037765"/>
                    <a:pt x="376322" y="971572"/>
                    <a:pt x="375899" y="905799"/>
                  </a:cubicBezTo>
                  <a:cubicBezTo>
                    <a:pt x="376853" y="849200"/>
                    <a:pt x="373844" y="792604"/>
                    <a:pt x="366896" y="736426"/>
                  </a:cubicBezTo>
                  <a:cubicBezTo>
                    <a:pt x="356356" y="664963"/>
                    <a:pt x="333170" y="596059"/>
                    <a:pt x="316536" y="525764"/>
                  </a:cubicBezTo>
                  <a:cubicBezTo>
                    <a:pt x="295556" y="437107"/>
                    <a:pt x="284806" y="345506"/>
                    <a:pt x="252131" y="260461"/>
                  </a:cubicBezTo>
                  <a:cubicBezTo>
                    <a:pt x="223417" y="185727"/>
                    <a:pt x="178691" y="118644"/>
                    <a:pt x="131615" y="54389"/>
                  </a:cubicBezTo>
                  <a:cubicBezTo>
                    <a:pt x="113653" y="29873"/>
                    <a:pt x="99473" y="-5172"/>
                    <a:pt x="64611" y="489"/>
                  </a:cubicBezTo>
                  <a:cubicBezTo>
                    <a:pt x="34399" y="5632"/>
                    <a:pt x="10603" y="29076"/>
                    <a:pt x="5010" y="59208"/>
                  </a:cubicBezTo>
                  <a:close/>
                </a:path>
              </a:pathLst>
            </a:custGeom>
            <a:solidFill>
              <a:srgbClr val="3F3D56"/>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36" name="任意多边形: 形状 35">
              <a:extLst>
                <a:ext uri="{FF2B5EF4-FFF2-40B4-BE49-F238E27FC236}">
                  <a16:creationId xmlns:a16="http://schemas.microsoft.com/office/drawing/2014/main" id="{C107E5A5-E142-4203-B6A8-6C1BAA23A205}"/>
                </a:ext>
              </a:extLst>
            </p:cNvPr>
            <p:cNvSpPr/>
            <p:nvPr/>
          </p:nvSpPr>
          <p:spPr>
            <a:xfrm>
              <a:off x="2525307" y="1835495"/>
              <a:ext cx="376115" cy="1193453"/>
            </a:xfrm>
            <a:custGeom>
              <a:avLst/>
              <a:gdLst>
                <a:gd name="connsiteX0" fmla="*/ 5009 w 376115"/>
                <a:gd name="connsiteY0" fmla="*/ 59208 h 1193453"/>
                <a:gd name="connsiteX1" fmla="*/ 16187 w 376115"/>
                <a:gd name="connsiteY1" fmla="*/ 145003 h 1193453"/>
                <a:gd name="connsiteX2" fmla="*/ 4868 w 376115"/>
                <a:gd name="connsiteY2" fmla="*/ 219869 h 1193453"/>
                <a:gd name="connsiteX3" fmla="*/ 56556 w 376115"/>
                <a:gd name="connsiteY3" fmla="*/ 507773 h 1193453"/>
                <a:gd name="connsiteX4" fmla="*/ 68827 w 376115"/>
                <a:gd name="connsiteY4" fmla="*/ 555123 h 1193453"/>
                <a:gd name="connsiteX5" fmla="*/ 47653 w 376115"/>
                <a:gd name="connsiteY5" fmla="*/ 642655 h 1193453"/>
                <a:gd name="connsiteX6" fmla="*/ 84774 w 376115"/>
                <a:gd name="connsiteY6" fmla="*/ 827442 h 1193453"/>
                <a:gd name="connsiteX7" fmla="*/ 83326 w 376115"/>
                <a:gd name="connsiteY7" fmla="*/ 914547 h 1193453"/>
                <a:gd name="connsiteX8" fmla="*/ 108313 w 376115"/>
                <a:gd name="connsiteY8" fmla="*/ 967186 h 1193453"/>
                <a:gd name="connsiteX9" fmla="*/ 141200 w 376115"/>
                <a:gd name="connsiteY9" fmla="*/ 1065185 h 1193453"/>
                <a:gd name="connsiteX10" fmla="*/ 273728 w 376115"/>
                <a:gd name="connsiteY10" fmla="*/ 1193333 h 1193453"/>
                <a:gd name="connsiteX11" fmla="*/ 351803 w 376115"/>
                <a:gd name="connsiteY11" fmla="*/ 1144973 h 1193453"/>
                <a:gd name="connsiteX12" fmla="*/ 365431 w 376115"/>
                <a:gd name="connsiteY12" fmla="*/ 1102565 h 1193453"/>
                <a:gd name="connsiteX13" fmla="*/ 375899 w 376115"/>
                <a:gd name="connsiteY13" fmla="*/ 905799 h 1193453"/>
                <a:gd name="connsiteX14" fmla="*/ 366896 w 376115"/>
                <a:gd name="connsiteY14" fmla="*/ 736426 h 1193453"/>
                <a:gd name="connsiteX15" fmla="*/ 316536 w 376115"/>
                <a:gd name="connsiteY15" fmla="*/ 525764 h 1193453"/>
                <a:gd name="connsiteX16" fmla="*/ 252131 w 376115"/>
                <a:gd name="connsiteY16" fmla="*/ 260461 h 1193453"/>
                <a:gd name="connsiteX17" fmla="*/ 131615 w 376115"/>
                <a:gd name="connsiteY17" fmla="*/ 54389 h 1193453"/>
                <a:gd name="connsiteX18" fmla="*/ 64611 w 376115"/>
                <a:gd name="connsiteY18" fmla="*/ 489 h 1193453"/>
                <a:gd name="connsiteX19" fmla="*/ 5010 w 376115"/>
                <a:gd name="connsiteY19" fmla="*/ 59208 h 1193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76115" h="1193453">
                  <a:moveTo>
                    <a:pt x="5009" y="59208"/>
                  </a:moveTo>
                  <a:cubicBezTo>
                    <a:pt x="874" y="87886"/>
                    <a:pt x="14663" y="116069"/>
                    <a:pt x="16187" y="145003"/>
                  </a:cubicBezTo>
                  <a:cubicBezTo>
                    <a:pt x="17519" y="170284"/>
                    <a:pt x="9472" y="194976"/>
                    <a:pt x="4868" y="219869"/>
                  </a:cubicBezTo>
                  <a:cubicBezTo>
                    <a:pt x="-13100" y="317022"/>
                    <a:pt x="21423" y="415431"/>
                    <a:pt x="56556" y="507773"/>
                  </a:cubicBezTo>
                  <a:cubicBezTo>
                    <a:pt x="63237" y="522769"/>
                    <a:pt x="67384" y="538769"/>
                    <a:pt x="68827" y="555123"/>
                  </a:cubicBezTo>
                  <a:cubicBezTo>
                    <a:pt x="69766" y="585263"/>
                    <a:pt x="52407" y="612878"/>
                    <a:pt x="47653" y="642655"/>
                  </a:cubicBezTo>
                  <a:cubicBezTo>
                    <a:pt x="37663" y="705227"/>
                    <a:pt x="83818" y="764085"/>
                    <a:pt x="84774" y="827442"/>
                  </a:cubicBezTo>
                  <a:cubicBezTo>
                    <a:pt x="85215" y="856612"/>
                    <a:pt x="76028" y="886301"/>
                    <a:pt x="83326" y="914547"/>
                  </a:cubicBezTo>
                  <a:cubicBezTo>
                    <a:pt x="88196" y="933398"/>
                    <a:pt x="99963" y="949597"/>
                    <a:pt x="108313" y="967186"/>
                  </a:cubicBezTo>
                  <a:cubicBezTo>
                    <a:pt x="123108" y="998350"/>
                    <a:pt x="127078" y="1033709"/>
                    <a:pt x="141200" y="1065185"/>
                  </a:cubicBezTo>
                  <a:cubicBezTo>
                    <a:pt x="166721" y="1122068"/>
                    <a:pt x="221549" y="1159210"/>
                    <a:pt x="273728" y="1193333"/>
                  </a:cubicBezTo>
                  <a:cubicBezTo>
                    <a:pt x="303413" y="1183437"/>
                    <a:pt x="335507" y="1171687"/>
                    <a:pt x="351803" y="1144973"/>
                  </a:cubicBezTo>
                  <a:cubicBezTo>
                    <a:pt x="358957" y="1131813"/>
                    <a:pt x="363579" y="1117428"/>
                    <a:pt x="365431" y="1102565"/>
                  </a:cubicBezTo>
                  <a:cubicBezTo>
                    <a:pt x="376714" y="1037765"/>
                    <a:pt x="376322" y="971572"/>
                    <a:pt x="375899" y="905799"/>
                  </a:cubicBezTo>
                  <a:cubicBezTo>
                    <a:pt x="376853" y="849200"/>
                    <a:pt x="373844" y="792604"/>
                    <a:pt x="366896" y="736426"/>
                  </a:cubicBezTo>
                  <a:cubicBezTo>
                    <a:pt x="356356" y="664963"/>
                    <a:pt x="333170" y="596059"/>
                    <a:pt x="316536" y="525764"/>
                  </a:cubicBezTo>
                  <a:cubicBezTo>
                    <a:pt x="295556" y="437107"/>
                    <a:pt x="284806" y="345506"/>
                    <a:pt x="252131" y="260461"/>
                  </a:cubicBezTo>
                  <a:cubicBezTo>
                    <a:pt x="223417" y="185727"/>
                    <a:pt x="178691" y="118644"/>
                    <a:pt x="131615" y="54389"/>
                  </a:cubicBezTo>
                  <a:cubicBezTo>
                    <a:pt x="113653" y="29873"/>
                    <a:pt x="99473" y="-5172"/>
                    <a:pt x="64611" y="489"/>
                  </a:cubicBezTo>
                  <a:cubicBezTo>
                    <a:pt x="34399" y="5632"/>
                    <a:pt x="10603" y="29076"/>
                    <a:pt x="5010" y="59208"/>
                  </a:cubicBezTo>
                  <a:close/>
                </a:path>
              </a:pathLst>
            </a:custGeom>
            <a:solidFill>
              <a:srgbClr val="000000">
                <a:alpha val="5000"/>
              </a:srgbClr>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37" name="任意多边形: 形状 36">
              <a:extLst>
                <a:ext uri="{FF2B5EF4-FFF2-40B4-BE49-F238E27FC236}">
                  <a16:creationId xmlns:a16="http://schemas.microsoft.com/office/drawing/2014/main" id="{32DBC2E4-E6FA-4F48-AF17-87F91852642E}"/>
                </a:ext>
              </a:extLst>
            </p:cNvPr>
            <p:cNvSpPr/>
            <p:nvPr/>
          </p:nvSpPr>
          <p:spPr>
            <a:xfrm>
              <a:off x="2944583" y="1216911"/>
              <a:ext cx="343483" cy="177834"/>
            </a:xfrm>
            <a:custGeom>
              <a:avLst/>
              <a:gdLst>
                <a:gd name="connsiteX0" fmla="*/ 343439 w 343483"/>
                <a:gd name="connsiteY0" fmla="*/ 52856 h 177834"/>
                <a:gd name="connsiteX1" fmla="*/ 286619 w 343483"/>
                <a:gd name="connsiteY1" fmla="*/ 169920 h 177834"/>
                <a:gd name="connsiteX2" fmla="*/ 222078 w 343483"/>
                <a:gd name="connsiteY2" fmla="*/ 177714 h 177834"/>
                <a:gd name="connsiteX3" fmla="*/ 28239 w 343483"/>
                <a:gd name="connsiteY3" fmla="*/ 68993 h 177834"/>
                <a:gd name="connsiteX4" fmla="*/ 187 w 343483"/>
                <a:gd name="connsiteY4" fmla="*/ 16068 h 177834"/>
                <a:gd name="connsiteX5" fmla="*/ 40399 w 343483"/>
                <a:gd name="connsiteY5" fmla="*/ 989 h 177834"/>
                <a:gd name="connsiteX6" fmla="*/ 196728 w 343483"/>
                <a:gd name="connsiteY6" fmla="*/ 21167 h 177834"/>
                <a:gd name="connsiteX7" fmla="*/ 343439 w 343483"/>
                <a:gd name="connsiteY7" fmla="*/ 52856 h 177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483" h="177834">
                  <a:moveTo>
                    <a:pt x="343439" y="52856"/>
                  </a:moveTo>
                  <a:cubicBezTo>
                    <a:pt x="320430" y="89768"/>
                    <a:pt x="301385" y="129007"/>
                    <a:pt x="286619" y="169920"/>
                  </a:cubicBezTo>
                  <a:cubicBezTo>
                    <a:pt x="265498" y="175113"/>
                    <a:pt x="243827" y="177730"/>
                    <a:pt x="222078" y="177714"/>
                  </a:cubicBezTo>
                  <a:cubicBezTo>
                    <a:pt x="137648" y="177714"/>
                    <a:pt x="77847" y="129674"/>
                    <a:pt x="28239" y="68993"/>
                  </a:cubicBezTo>
                  <a:cubicBezTo>
                    <a:pt x="23940" y="49543"/>
                    <a:pt x="-2800" y="31366"/>
                    <a:pt x="187" y="16068"/>
                  </a:cubicBezTo>
                  <a:cubicBezTo>
                    <a:pt x="4121" y="-4183"/>
                    <a:pt x="23207" y="-176"/>
                    <a:pt x="40399" y="989"/>
                  </a:cubicBezTo>
                  <a:cubicBezTo>
                    <a:pt x="92825" y="4982"/>
                    <a:pt x="145006" y="11718"/>
                    <a:pt x="196728" y="21167"/>
                  </a:cubicBezTo>
                  <a:cubicBezTo>
                    <a:pt x="210203" y="23499"/>
                    <a:pt x="341472" y="56280"/>
                    <a:pt x="343439" y="52856"/>
                  </a:cubicBezTo>
                  <a:close/>
                </a:path>
              </a:pathLst>
            </a:custGeom>
            <a:solidFill>
              <a:srgbClr val="000000">
                <a:alpha val="10000"/>
              </a:srgbClr>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38" name="任意多边形: 形状 37">
              <a:extLst>
                <a:ext uri="{FF2B5EF4-FFF2-40B4-BE49-F238E27FC236}">
                  <a16:creationId xmlns:a16="http://schemas.microsoft.com/office/drawing/2014/main" id="{CC250162-C302-4BD1-8D0C-D41E6620688A}"/>
                </a:ext>
              </a:extLst>
            </p:cNvPr>
            <p:cNvSpPr/>
            <p:nvPr/>
          </p:nvSpPr>
          <p:spPr>
            <a:xfrm>
              <a:off x="2896225" y="846413"/>
              <a:ext cx="541013" cy="541013"/>
            </a:xfrm>
            <a:custGeom>
              <a:avLst/>
              <a:gdLst>
                <a:gd name="connsiteX0" fmla="*/ 541013 w 541013"/>
                <a:gd name="connsiteY0" fmla="*/ 270507 h 541013"/>
                <a:gd name="connsiteX1" fmla="*/ 270507 w 541013"/>
                <a:gd name="connsiteY1" fmla="*/ 541013 h 541013"/>
                <a:gd name="connsiteX2" fmla="*/ 0 w 541013"/>
                <a:gd name="connsiteY2" fmla="*/ 270507 h 541013"/>
                <a:gd name="connsiteX3" fmla="*/ 270507 w 541013"/>
                <a:gd name="connsiteY3" fmla="*/ 0 h 541013"/>
                <a:gd name="connsiteX4" fmla="*/ 541013 w 541013"/>
                <a:gd name="connsiteY4" fmla="*/ 270507 h 5410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1013" h="541013">
                  <a:moveTo>
                    <a:pt x="541013" y="270507"/>
                  </a:moveTo>
                  <a:cubicBezTo>
                    <a:pt x="541013" y="419903"/>
                    <a:pt x="419903" y="541013"/>
                    <a:pt x="270507" y="541013"/>
                  </a:cubicBezTo>
                  <a:cubicBezTo>
                    <a:pt x="121110" y="541013"/>
                    <a:pt x="0" y="419903"/>
                    <a:pt x="0" y="270507"/>
                  </a:cubicBezTo>
                  <a:cubicBezTo>
                    <a:pt x="0" y="121110"/>
                    <a:pt x="121110" y="0"/>
                    <a:pt x="270507" y="0"/>
                  </a:cubicBezTo>
                  <a:cubicBezTo>
                    <a:pt x="419903" y="0"/>
                    <a:pt x="541013" y="121110"/>
                    <a:pt x="541013" y="270507"/>
                  </a:cubicBezTo>
                  <a:close/>
                </a:path>
              </a:pathLst>
            </a:custGeom>
            <a:solidFill>
              <a:srgbClr val="A0616A"/>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39" name="任意多边形: 形状 38">
              <a:extLst>
                <a:ext uri="{FF2B5EF4-FFF2-40B4-BE49-F238E27FC236}">
                  <a16:creationId xmlns:a16="http://schemas.microsoft.com/office/drawing/2014/main" id="{88C8BAE5-D51C-46B0-B326-D9DEF894AA74}"/>
                </a:ext>
              </a:extLst>
            </p:cNvPr>
            <p:cNvSpPr/>
            <p:nvPr/>
          </p:nvSpPr>
          <p:spPr>
            <a:xfrm>
              <a:off x="2889233" y="3016810"/>
              <a:ext cx="619266" cy="123114"/>
            </a:xfrm>
            <a:custGeom>
              <a:avLst/>
              <a:gdLst>
                <a:gd name="connsiteX0" fmla="*/ 619222 w 619266"/>
                <a:gd name="connsiteY0" fmla="*/ 38057 h 123114"/>
                <a:gd name="connsiteX1" fmla="*/ 478265 w 619266"/>
                <a:gd name="connsiteY1" fmla="*/ 39076 h 123114"/>
                <a:gd name="connsiteX2" fmla="*/ 390777 w 619266"/>
                <a:gd name="connsiteY2" fmla="*/ 48036 h 123114"/>
                <a:gd name="connsiteX3" fmla="*/ 286970 w 619266"/>
                <a:gd name="connsiteY3" fmla="*/ 82420 h 123114"/>
                <a:gd name="connsiteX4" fmla="*/ 113523 w 619266"/>
                <a:gd name="connsiteY4" fmla="*/ 105220 h 123114"/>
                <a:gd name="connsiteX5" fmla="*/ -45 w 619266"/>
                <a:gd name="connsiteY5" fmla="*/ 122995 h 123114"/>
                <a:gd name="connsiteX6" fmla="*/ 3451 w 619266"/>
                <a:gd name="connsiteY6" fmla="*/ 110028 h 123114"/>
                <a:gd name="connsiteX7" fmla="*/ 61947 w 619266"/>
                <a:gd name="connsiteY7" fmla="*/ 74479 h 123114"/>
                <a:gd name="connsiteX8" fmla="*/ 508641 w 619266"/>
                <a:gd name="connsiteY8" fmla="*/ 22248 h 123114"/>
                <a:gd name="connsiteX9" fmla="*/ 619222 w 619266"/>
                <a:gd name="connsiteY9" fmla="*/ 38057 h 123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9266" h="123114">
                  <a:moveTo>
                    <a:pt x="619222" y="38057"/>
                  </a:moveTo>
                  <a:cubicBezTo>
                    <a:pt x="572382" y="35288"/>
                    <a:pt x="525251" y="37182"/>
                    <a:pt x="478265" y="39076"/>
                  </a:cubicBezTo>
                  <a:cubicBezTo>
                    <a:pt x="448888" y="39355"/>
                    <a:pt x="419600" y="42355"/>
                    <a:pt x="390777" y="48036"/>
                  </a:cubicBezTo>
                  <a:cubicBezTo>
                    <a:pt x="355227" y="56122"/>
                    <a:pt x="322009" y="72293"/>
                    <a:pt x="286970" y="82420"/>
                  </a:cubicBezTo>
                  <a:cubicBezTo>
                    <a:pt x="230877" y="98737"/>
                    <a:pt x="171654" y="99466"/>
                    <a:pt x="113523" y="105220"/>
                  </a:cubicBezTo>
                  <a:cubicBezTo>
                    <a:pt x="75352" y="108921"/>
                    <a:pt x="37431" y="114856"/>
                    <a:pt x="-45" y="122995"/>
                  </a:cubicBezTo>
                  <a:cubicBezTo>
                    <a:pt x="501" y="118529"/>
                    <a:pt x="1678" y="114164"/>
                    <a:pt x="3451" y="110028"/>
                  </a:cubicBezTo>
                  <a:cubicBezTo>
                    <a:pt x="13068" y="88393"/>
                    <a:pt x="38929" y="80015"/>
                    <a:pt x="61947" y="74479"/>
                  </a:cubicBezTo>
                  <a:cubicBezTo>
                    <a:pt x="208243" y="39392"/>
                    <a:pt x="358197" y="21859"/>
                    <a:pt x="508641" y="22248"/>
                  </a:cubicBezTo>
                  <a:cubicBezTo>
                    <a:pt x="564296" y="-15631"/>
                    <a:pt x="595620" y="-2082"/>
                    <a:pt x="619222" y="38057"/>
                  </a:cubicBezTo>
                  <a:close/>
                </a:path>
              </a:pathLst>
            </a:custGeom>
            <a:solidFill>
              <a:srgbClr val="000000">
                <a:alpha val="10000"/>
              </a:srgbClr>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40" name="任意多边形: 形状 39">
              <a:extLst>
                <a:ext uri="{FF2B5EF4-FFF2-40B4-BE49-F238E27FC236}">
                  <a16:creationId xmlns:a16="http://schemas.microsoft.com/office/drawing/2014/main" id="{C1CB9A4C-323F-494D-9004-90FDB35B07A2}"/>
                </a:ext>
              </a:extLst>
            </p:cNvPr>
            <p:cNvSpPr/>
            <p:nvPr/>
          </p:nvSpPr>
          <p:spPr>
            <a:xfrm>
              <a:off x="2566790" y="1481999"/>
              <a:ext cx="1054353" cy="1688174"/>
            </a:xfrm>
            <a:custGeom>
              <a:avLst/>
              <a:gdLst>
                <a:gd name="connsiteX0" fmla="*/ 757318 w 1054353"/>
                <a:gd name="connsiteY0" fmla="*/ 77622 h 1688174"/>
                <a:gd name="connsiteX1" fmla="*/ 712210 w 1054353"/>
                <a:gd name="connsiteY1" fmla="*/ 101906 h 1688174"/>
                <a:gd name="connsiteX2" fmla="*/ 694656 w 1054353"/>
                <a:gd name="connsiteY2" fmla="*/ 92510 h 1688174"/>
                <a:gd name="connsiteX3" fmla="*/ 588514 w 1054353"/>
                <a:gd name="connsiteY3" fmla="*/ 62170 h 1688174"/>
                <a:gd name="connsiteX4" fmla="*/ 369922 w 1054353"/>
                <a:gd name="connsiteY4" fmla="*/ 13026 h 1688174"/>
                <a:gd name="connsiteX5" fmla="*/ 305267 w 1054353"/>
                <a:gd name="connsiteY5" fmla="*/ -120 h 1688174"/>
                <a:gd name="connsiteX6" fmla="*/ 190055 w 1054353"/>
                <a:gd name="connsiteY6" fmla="*/ 66323 h 1688174"/>
                <a:gd name="connsiteX7" fmla="*/ 112774 w 1054353"/>
                <a:gd name="connsiteY7" fmla="*/ 180016 h 1688174"/>
                <a:gd name="connsiteX8" fmla="*/ 50006 w 1054353"/>
                <a:gd name="connsiteY8" fmla="*/ 255218 h 1688174"/>
                <a:gd name="connsiteX9" fmla="*/ 4693 w 1054353"/>
                <a:gd name="connsiteY9" fmla="*/ 492376 h 1688174"/>
                <a:gd name="connsiteX10" fmla="*/ 81795 w 1054353"/>
                <a:gd name="connsiteY10" fmla="*/ 726721 h 1688174"/>
                <a:gd name="connsiteX11" fmla="*/ 144747 w 1054353"/>
                <a:gd name="connsiteY11" fmla="*/ 853648 h 1688174"/>
                <a:gd name="connsiteX12" fmla="*/ 169069 w 1054353"/>
                <a:gd name="connsiteY12" fmla="*/ 1042073 h 1688174"/>
                <a:gd name="connsiteX13" fmla="*/ 193599 w 1054353"/>
                <a:gd name="connsiteY13" fmla="*/ 1098076 h 1688174"/>
                <a:gd name="connsiteX14" fmla="*/ 191899 w 1054353"/>
                <a:gd name="connsiteY14" fmla="*/ 1139148 h 1688174"/>
                <a:gd name="connsiteX15" fmla="*/ 178131 w 1054353"/>
                <a:gd name="connsiteY15" fmla="*/ 1237082 h 1688174"/>
                <a:gd name="connsiteX16" fmla="*/ 164316 w 1054353"/>
                <a:gd name="connsiteY16" fmla="*/ 1326355 h 1688174"/>
                <a:gd name="connsiteX17" fmla="*/ 166004 w 1054353"/>
                <a:gd name="connsiteY17" fmla="*/ 1488469 h 1688174"/>
                <a:gd name="connsiteX18" fmla="*/ 172392 w 1054353"/>
                <a:gd name="connsiteY18" fmla="*/ 1688054 h 1688174"/>
                <a:gd name="connsiteX19" fmla="*/ 435986 w 1054353"/>
                <a:gd name="connsiteY19" fmla="*/ 1625429 h 1688174"/>
                <a:gd name="connsiteX20" fmla="*/ 609413 w 1054353"/>
                <a:gd name="connsiteY20" fmla="*/ 1602692 h 1688174"/>
                <a:gd name="connsiteX21" fmla="*/ 713216 w 1054353"/>
                <a:gd name="connsiteY21" fmla="*/ 1568243 h 1688174"/>
                <a:gd name="connsiteX22" fmla="*/ 800744 w 1054353"/>
                <a:gd name="connsiteY22" fmla="*/ 1559308 h 1688174"/>
                <a:gd name="connsiteX23" fmla="*/ 995006 w 1054353"/>
                <a:gd name="connsiteY23" fmla="*/ 1563656 h 1688174"/>
                <a:gd name="connsiteX24" fmla="*/ 1009640 w 1054353"/>
                <a:gd name="connsiteY24" fmla="*/ 1560613 h 1688174"/>
                <a:gd name="connsiteX25" fmla="*/ 1011589 w 1054353"/>
                <a:gd name="connsiteY25" fmla="*/ 1552965 h 1688174"/>
                <a:gd name="connsiteX26" fmla="*/ 995002 w 1054353"/>
                <a:gd name="connsiteY26" fmla="*/ 1484101 h 1688174"/>
                <a:gd name="connsiteX27" fmla="*/ 975772 w 1054353"/>
                <a:gd name="connsiteY27" fmla="*/ 1438952 h 1688174"/>
                <a:gd name="connsiteX28" fmla="*/ 981391 w 1054353"/>
                <a:gd name="connsiteY28" fmla="*/ 1416534 h 1688174"/>
                <a:gd name="connsiteX29" fmla="*/ 1009822 w 1054353"/>
                <a:gd name="connsiteY29" fmla="*/ 1340712 h 1688174"/>
                <a:gd name="connsiteX30" fmla="*/ 1034865 w 1054353"/>
                <a:gd name="connsiteY30" fmla="*/ 1135142 h 1688174"/>
                <a:gd name="connsiteX31" fmla="*/ 1053551 w 1054353"/>
                <a:gd name="connsiteY31" fmla="*/ 976114 h 1688174"/>
                <a:gd name="connsiteX32" fmla="*/ 1026902 w 1054353"/>
                <a:gd name="connsiteY32" fmla="*/ 844663 h 1688174"/>
                <a:gd name="connsiteX33" fmla="*/ 1006107 w 1054353"/>
                <a:gd name="connsiteY33" fmla="*/ 815745 h 1688174"/>
                <a:gd name="connsiteX34" fmla="*/ 1001155 w 1054353"/>
                <a:gd name="connsiteY34" fmla="*/ 781163 h 1688174"/>
                <a:gd name="connsiteX35" fmla="*/ 1008667 w 1054353"/>
                <a:gd name="connsiteY35" fmla="*/ 507496 h 1688174"/>
                <a:gd name="connsiteX36" fmla="*/ 935645 w 1054353"/>
                <a:gd name="connsiteY36" fmla="*/ 377204 h 1688174"/>
                <a:gd name="connsiteX37" fmla="*/ 868116 w 1054353"/>
                <a:gd name="connsiteY37" fmla="*/ 219544 h 1688174"/>
                <a:gd name="connsiteX38" fmla="*/ 855570 w 1054353"/>
                <a:gd name="connsiteY38" fmla="*/ 106277 h 1688174"/>
                <a:gd name="connsiteX39" fmla="*/ 846005 w 1054353"/>
                <a:gd name="connsiteY39" fmla="*/ 79826 h 1688174"/>
                <a:gd name="connsiteX40" fmla="*/ 807500 w 1054353"/>
                <a:gd name="connsiteY40" fmla="*/ 68390 h 1688174"/>
                <a:gd name="connsiteX41" fmla="*/ 757318 w 1054353"/>
                <a:gd name="connsiteY41" fmla="*/ 77622 h 16881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054353" h="1688174">
                  <a:moveTo>
                    <a:pt x="757318" y="77622"/>
                  </a:moveTo>
                  <a:cubicBezTo>
                    <a:pt x="745525" y="91268"/>
                    <a:pt x="729701" y="106306"/>
                    <a:pt x="712210" y="101906"/>
                  </a:cubicBezTo>
                  <a:cubicBezTo>
                    <a:pt x="705888" y="99746"/>
                    <a:pt x="699960" y="96573"/>
                    <a:pt x="694656" y="92510"/>
                  </a:cubicBezTo>
                  <a:cubicBezTo>
                    <a:pt x="663473" y="72413"/>
                    <a:pt x="625198" y="67697"/>
                    <a:pt x="588514" y="62170"/>
                  </a:cubicBezTo>
                  <a:cubicBezTo>
                    <a:pt x="514570" y="51028"/>
                    <a:pt x="441519" y="34605"/>
                    <a:pt x="369922" y="13026"/>
                  </a:cubicBezTo>
                  <a:cubicBezTo>
                    <a:pt x="349141" y="5462"/>
                    <a:pt x="327351" y="1031"/>
                    <a:pt x="305267" y="-120"/>
                  </a:cubicBezTo>
                  <a:cubicBezTo>
                    <a:pt x="259418" y="117"/>
                    <a:pt x="218786" y="30594"/>
                    <a:pt x="190055" y="66323"/>
                  </a:cubicBezTo>
                  <a:cubicBezTo>
                    <a:pt x="161323" y="102052"/>
                    <a:pt x="140968" y="143860"/>
                    <a:pt x="112774" y="180016"/>
                  </a:cubicBezTo>
                  <a:cubicBezTo>
                    <a:pt x="92686" y="205776"/>
                    <a:pt x="68765" y="228475"/>
                    <a:pt x="50006" y="255218"/>
                  </a:cubicBezTo>
                  <a:cubicBezTo>
                    <a:pt x="2646" y="322734"/>
                    <a:pt x="-7533" y="410817"/>
                    <a:pt x="4693" y="492376"/>
                  </a:cubicBezTo>
                  <a:cubicBezTo>
                    <a:pt x="16920" y="573934"/>
                    <a:pt x="49505" y="650836"/>
                    <a:pt x="81795" y="726721"/>
                  </a:cubicBezTo>
                  <a:cubicBezTo>
                    <a:pt x="99052" y="770778"/>
                    <a:pt x="120115" y="813248"/>
                    <a:pt x="144747" y="853648"/>
                  </a:cubicBezTo>
                  <a:cubicBezTo>
                    <a:pt x="133854" y="915615"/>
                    <a:pt x="139603" y="986481"/>
                    <a:pt x="169069" y="1042073"/>
                  </a:cubicBezTo>
                  <a:cubicBezTo>
                    <a:pt x="178666" y="1060178"/>
                    <a:pt x="190426" y="1077833"/>
                    <a:pt x="193599" y="1098076"/>
                  </a:cubicBezTo>
                  <a:cubicBezTo>
                    <a:pt x="195053" y="1111776"/>
                    <a:pt x="194481" y="1125615"/>
                    <a:pt x="191899" y="1139148"/>
                  </a:cubicBezTo>
                  <a:lnTo>
                    <a:pt x="178131" y="1237082"/>
                  </a:lnTo>
                  <a:cubicBezTo>
                    <a:pt x="173939" y="1266903"/>
                    <a:pt x="169745" y="1296735"/>
                    <a:pt x="164316" y="1326355"/>
                  </a:cubicBezTo>
                  <a:cubicBezTo>
                    <a:pt x="154379" y="1380568"/>
                    <a:pt x="140898" y="1439404"/>
                    <a:pt x="166004" y="1488469"/>
                  </a:cubicBezTo>
                  <a:cubicBezTo>
                    <a:pt x="196071" y="1547226"/>
                    <a:pt x="164492" y="1622526"/>
                    <a:pt x="172392" y="1688054"/>
                  </a:cubicBezTo>
                  <a:cubicBezTo>
                    <a:pt x="257023" y="1655365"/>
                    <a:pt x="345695" y="1634298"/>
                    <a:pt x="435986" y="1625429"/>
                  </a:cubicBezTo>
                  <a:cubicBezTo>
                    <a:pt x="494116" y="1619730"/>
                    <a:pt x="553331" y="1619010"/>
                    <a:pt x="609413" y="1602692"/>
                  </a:cubicBezTo>
                  <a:cubicBezTo>
                    <a:pt x="644439" y="1592501"/>
                    <a:pt x="677654" y="1576368"/>
                    <a:pt x="713216" y="1568243"/>
                  </a:cubicBezTo>
                  <a:cubicBezTo>
                    <a:pt x="742055" y="1562583"/>
                    <a:pt x="771355" y="1559592"/>
                    <a:pt x="800744" y="1559308"/>
                  </a:cubicBezTo>
                  <a:cubicBezTo>
                    <a:pt x="865563" y="1556693"/>
                    <a:pt x="930841" y="1554101"/>
                    <a:pt x="995006" y="1563656"/>
                  </a:cubicBezTo>
                  <a:cubicBezTo>
                    <a:pt x="1000202" y="1564429"/>
                    <a:pt x="1006531" y="1564847"/>
                    <a:pt x="1009640" y="1560613"/>
                  </a:cubicBezTo>
                  <a:cubicBezTo>
                    <a:pt x="1011027" y="1558311"/>
                    <a:pt x="1011705" y="1555651"/>
                    <a:pt x="1011589" y="1552965"/>
                  </a:cubicBezTo>
                  <a:cubicBezTo>
                    <a:pt x="1012575" y="1528914"/>
                    <a:pt x="1006831" y="1505065"/>
                    <a:pt x="995002" y="1484101"/>
                  </a:cubicBezTo>
                  <a:cubicBezTo>
                    <a:pt x="986822" y="1469664"/>
                    <a:pt x="975457" y="1455542"/>
                    <a:pt x="975772" y="1438952"/>
                  </a:cubicBezTo>
                  <a:cubicBezTo>
                    <a:pt x="976364" y="1431215"/>
                    <a:pt x="978264" y="1423635"/>
                    <a:pt x="981391" y="1416534"/>
                  </a:cubicBezTo>
                  <a:lnTo>
                    <a:pt x="1009822" y="1340712"/>
                  </a:lnTo>
                  <a:cubicBezTo>
                    <a:pt x="1033822" y="1276704"/>
                    <a:pt x="1022401" y="1202355"/>
                    <a:pt x="1034865" y="1135142"/>
                  </a:cubicBezTo>
                  <a:cubicBezTo>
                    <a:pt x="1044607" y="1082605"/>
                    <a:pt x="1050849" y="1029479"/>
                    <a:pt x="1053551" y="976114"/>
                  </a:cubicBezTo>
                  <a:cubicBezTo>
                    <a:pt x="1055859" y="930503"/>
                    <a:pt x="1054425" y="881109"/>
                    <a:pt x="1026902" y="844663"/>
                  </a:cubicBezTo>
                  <a:cubicBezTo>
                    <a:pt x="1018855" y="835878"/>
                    <a:pt x="1011875" y="826171"/>
                    <a:pt x="1006107" y="815745"/>
                  </a:cubicBezTo>
                  <a:cubicBezTo>
                    <a:pt x="1002156" y="804666"/>
                    <a:pt x="1000472" y="792906"/>
                    <a:pt x="1001155" y="781163"/>
                  </a:cubicBezTo>
                  <a:cubicBezTo>
                    <a:pt x="1000542" y="689891"/>
                    <a:pt x="1003046" y="598668"/>
                    <a:pt x="1008667" y="507496"/>
                  </a:cubicBezTo>
                  <a:cubicBezTo>
                    <a:pt x="984667" y="464392"/>
                    <a:pt x="959644" y="420309"/>
                    <a:pt x="935645" y="377204"/>
                  </a:cubicBezTo>
                  <a:cubicBezTo>
                    <a:pt x="907713" y="327040"/>
                    <a:pt x="879393" y="275842"/>
                    <a:pt x="868116" y="219544"/>
                  </a:cubicBezTo>
                  <a:cubicBezTo>
                    <a:pt x="860651" y="182279"/>
                    <a:pt x="860910" y="143905"/>
                    <a:pt x="855570" y="106277"/>
                  </a:cubicBezTo>
                  <a:cubicBezTo>
                    <a:pt x="855009" y="96720"/>
                    <a:pt x="851686" y="87532"/>
                    <a:pt x="846005" y="79826"/>
                  </a:cubicBezTo>
                  <a:cubicBezTo>
                    <a:pt x="836840" y="69444"/>
                    <a:pt x="821342" y="67958"/>
                    <a:pt x="807500" y="68390"/>
                  </a:cubicBezTo>
                  <a:cubicBezTo>
                    <a:pt x="790404" y="68932"/>
                    <a:pt x="773487" y="72044"/>
                    <a:pt x="757318" y="77622"/>
                  </a:cubicBezTo>
                  <a:close/>
                </a:path>
              </a:pathLst>
            </a:custGeom>
            <a:solidFill>
              <a:srgbClr val="3F3D56"/>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41" name="任意多边形: 形状 40">
              <a:extLst>
                <a:ext uri="{FF2B5EF4-FFF2-40B4-BE49-F238E27FC236}">
                  <a16:creationId xmlns:a16="http://schemas.microsoft.com/office/drawing/2014/main" id="{D87A066D-C959-4704-80C6-85663FA777F5}"/>
                </a:ext>
              </a:extLst>
            </p:cNvPr>
            <p:cNvSpPr/>
            <p:nvPr/>
          </p:nvSpPr>
          <p:spPr>
            <a:xfrm>
              <a:off x="4141347" y="1338559"/>
              <a:ext cx="173124" cy="82633"/>
            </a:xfrm>
            <a:custGeom>
              <a:avLst/>
              <a:gdLst>
                <a:gd name="connsiteX0" fmla="*/ 173080 w 173124"/>
                <a:gd name="connsiteY0" fmla="*/ 58544 h 82633"/>
                <a:gd name="connsiteX1" fmla="*/ 114512 w 173124"/>
                <a:gd name="connsiteY1" fmla="*/ 82364 h 82633"/>
                <a:gd name="connsiteX2" fmla="*/ 10050 w 173124"/>
                <a:gd name="connsiteY2" fmla="*/ 43975 h 82633"/>
                <a:gd name="connsiteX3" fmla="*/ 70 w 173124"/>
                <a:gd name="connsiteY3" fmla="*/ 3982 h 82633"/>
                <a:gd name="connsiteX4" fmla="*/ 11725 w 173124"/>
                <a:gd name="connsiteY4" fmla="*/ 1724 h 82633"/>
                <a:gd name="connsiteX5" fmla="*/ 102491 w 173124"/>
                <a:gd name="connsiteY5" fmla="*/ 5366 h 82633"/>
                <a:gd name="connsiteX6" fmla="*/ 172934 w 173124"/>
                <a:gd name="connsiteY6" fmla="*/ 58252 h 82633"/>
                <a:gd name="connsiteX7" fmla="*/ 173080 w 173124"/>
                <a:gd name="connsiteY7" fmla="*/ 58544 h 82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124" h="82633">
                  <a:moveTo>
                    <a:pt x="173080" y="58544"/>
                  </a:moveTo>
                  <a:cubicBezTo>
                    <a:pt x="156086" y="71660"/>
                    <a:pt x="135837" y="79896"/>
                    <a:pt x="114512" y="82364"/>
                  </a:cubicBezTo>
                  <a:cubicBezTo>
                    <a:pt x="86611" y="84259"/>
                    <a:pt x="27386" y="67868"/>
                    <a:pt x="10050" y="43975"/>
                  </a:cubicBezTo>
                  <a:cubicBezTo>
                    <a:pt x="2741" y="31966"/>
                    <a:pt x="-740" y="18017"/>
                    <a:pt x="70" y="3982"/>
                  </a:cubicBezTo>
                  <a:cubicBezTo>
                    <a:pt x="3848" y="2756"/>
                    <a:pt x="7763" y="1998"/>
                    <a:pt x="11725" y="1724"/>
                  </a:cubicBezTo>
                  <a:cubicBezTo>
                    <a:pt x="41992" y="-1631"/>
                    <a:pt x="72591" y="-403"/>
                    <a:pt x="102491" y="5366"/>
                  </a:cubicBezTo>
                  <a:cubicBezTo>
                    <a:pt x="131994" y="12578"/>
                    <a:pt x="160478" y="30498"/>
                    <a:pt x="172934" y="58252"/>
                  </a:cubicBezTo>
                  <a:cubicBezTo>
                    <a:pt x="173007" y="58325"/>
                    <a:pt x="173007" y="58471"/>
                    <a:pt x="173080" y="58544"/>
                  </a:cubicBezTo>
                  <a:close/>
                </a:path>
              </a:pathLst>
            </a:custGeom>
            <a:solidFill>
              <a:srgbClr val="000000">
                <a:alpha val="10000"/>
              </a:srgbClr>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42" name="任意多边形: 形状 41">
              <a:extLst>
                <a:ext uri="{FF2B5EF4-FFF2-40B4-BE49-F238E27FC236}">
                  <a16:creationId xmlns:a16="http://schemas.microsoft.com/office/drawing/2014/main" id="{8B46A674-74C5-4E89-9450-DECB830D5B7A}"/>
                </a:ext>
              </a:extLst>
            </p:cNvPr>
            <p:cNvSpPr/>
            <p:nvPr/>
          </p:nvSpPr>
          <p:spPr>
            <a:xfrm>
              <a:off x="3344611" y="1345824"/>
              <a:ext cx="965073" cy="703983"/>
            </a:xfrm>
            <a:custGeom>
              <a:avLst/>
              <a:gdLst>
                <a:gd name="connsiteX0" fmla="*/ 69846 w 965073"/>
                <a:gd name="connsiteY0" fmla="*/ 636299 h 703983"/>
                <a:gd name="connsiteX1" fmla="*/ 126827 w 965073"/>
                <a:gd name="connsiteY1" fmla="*/ 690058 h 703983"/>
                <a:gd name="connsiteX2" fmla="*/ 215622 w 965073"/>
                <a:gd name="connsiteY2" fmla="*/ 703680 h 703983"/>
                <a:gd name="connsiteX3" fmla="*/ 586674 w 965073"/>
                <a:gd name="connsiteY3" fmla="*/ 662920 h 703983"/>
                <a:gd name="connsiteX4" fmla="*/ 627540 w 965073"/>
                <a:gd name="connsiteY4" fmla="*/ 651966 h 703983"/>
                <a:gd name="connsiteX5" fmla="*/ 668842 w 965073"/>
                <a:gd name="connsiteY5" fmla="*/ 626206 h 703983"/>
                <a:gd name="connsiteX6" fmla="*/ 780505 w 965073"/>
                <a:gd name="connsiteY6" fmla="*/ 528808 h 703983"/>
                <a:gd name="connsiteX7" fmla="*/ 846698 w 965073"/>
                <a:gd name="connsiteY7" fmla="*/ 366471 h 703983"/>
                <a:gd name="connsiteX8" fmla="*/ 905835 w 965073"/>
                <a:gd name="connsiteY8" fmla="*/ 264731 h 703983"/>
                <a:gd name="connsiteX9" fmla="*/ 919315 w 965073"/>
                <a:gd name="connsiteY9" fmla="*/ 215319 h 703983"/>
                <a:gd name="connsiteX10" fmla="*/ 911710 w 965073"/>
                <a:gd name="connsiteY10" fmla="*/ 162260 h 703983"/>
                <a:gd name="connsiteX11" fmla="*/ 954633 w 965073"/>
                <a:gd name="connsiteY11" fmla="*/ 85046 h 703983"/>
                <a:gd name="connsiteX12" fmla="*/ 964842 w 965073"/>
                <a:gd name="connsiteY12" fmla="*/ 71479 h 703983"/>
                <a:gd name="connsiteX13" fmla="*/ 962411 w 965073"/>
                <a:gd name="connsiteY13" fmla="*/ 58255 h 703983"/>
                <a:gd name="connsiteX14" fmla="*/ 891942 w 965073"/>
                <a:gd name="connsiteY14" fmla="*/ 5350 h 703983"/>
                <a:gd name="connsiteX15" fmla="*/ 801146 w 965073"/>
                <a:gd name="connsiteY15" fmla="*/ 1745 h 703983"/>
                <a:gd name="connsiteX16" fmla="*/ 771406 w 965073"/>
                <a:gd name="connsiteY16" fmla="*/ 9644 h 703983"/>
                <a:gd name="connsiteX17" fmla="*/ 750252 w 965073"/>
                <a:gd name="connsiteY17" fmla="*/ 65347 h 703983"/>
                <a:gd name="connsiteX18" fmla="*/ 736430 w 965073"/>
                <a:gd name="connsiteY18" fmla="*/ 90757 h 703983"/>
                <a:gd name="connsiteX19" fmla="*/ 721412 w 965073"/>
                <a:gd name="connsiteY19" fmla="*/ 102500 h 703983"/>
                <a:gd name="connsiteX20" fmla="*/ 691646 w 965073"/>
                <a:gd name="connsiteY20" fmla="*/ 177573 h 703983"/>
                <a:gd name="connsiteX21" fmla="*/ 643943 w 965073"/>
                <a:gd name="connsiteY21" fmla="*/ 277160 h 703983"/>
                <a:gd name="connsiteX22" fmla="*/ 574192 w 965073"/>
                <a:gd name="connsiteY22" fmla="*/ 338566 h 703983"/>
                <a:gd name="connsiteX23" fmla="*/ 565082 w 965073"/>
                <a:gd name="connsiteY23" fmla="*/ 357678 h 703983"/>
                <a:gd name="connsiteX24" fmla="*/ 540727 w 965073"/>
                <a:gd name="connsiteY24" fmla="*/ 365162 h 703983"/>
                <a:gd name="connsiteX25" fmla="*/ 474259 w 965073"/>
                <a:gd name="connsiteY25" fmla="*/ 375254 h 703983"/>
                <a:gd name="connsiteX26" fmla="*/ 395312 w 965073"/>
                <a:gd name="connsiteY26" fmla="*/ 364220 h 703983"/>
                <a:gd name="connsiteX27" fmla="*/ 378466 w 965073"/>
                <a:gd name="connsiteY27" fmla="*/ 365714 h 703983"/>
                <a:gd name="connsiteX28" fmla="*/ 364650 w 965073"/>
                <a:gd name="connsiteY28" fmla="*/ 360899 h 703983"/>
                <a:gd name="connsiteX29" fmla="*/ 333314 w 965073"/>
                <a:gd name="connsiteY29" fmla="*/ 348571 h 703983"/>
                <a:gd name="connsiteX30" fmla="*/ 303585 w 965073"/>
                <a:gd name="connsiteY30" fmla="*/ 360054 h 703983"/>
                <a:gd name="connsiteX31" fmla="*/ 284567 w 965073"/>
                <a:gd name="connsiteY31" fmla="*/ 332197 h 703983"/>
                <a:gd name="connsiteX32" fmla="*/ 255727 w 965073"/>
                <a:gd name="connsiteY32" fmla="*/ 318435 h 703983"/>
                <a:gd name="connsiteX33" fmla="*/ 246199 w 965073"/>
                <a:gd name="connsiteY33" fmla="*/ 296916 h 703983"/>
                <a:gd name="connsiteX34" fmla="*/ 217426 w 965073"/>
                <a:gd name="connsiteY34" fmla="*/ 297958 h 703983"/>
                <a:gd name="connsiteX35" fmla="*/ 148910 w 965073"/>
                <a:gd name="connsiteY35" fmla="*/ 269165 h 703983"/>
                <a:gd name="connsiteX36" fmla="*/ 85350 w 965073"/>
                <a:gd name="connsiteY36" fmla="*/ 250274 h 703983"/>
                <a:gd name="connsiteX37" fmla="*/ 73587 w 965073"/>
                <a:gd name="connsiteY37" fmla="*/ 229286 h 703983"/>
                <a:gd name="connsiteX38" fmla="*/ 58495 w 965073"/>
                <a:gd name="connsiteY38" fmla="*/ 227537 h 703983"/>
                <a:gd name="connsiteX39" fmla="*/ 12854 w 965073"/>
                <a:gd name="connsiteY39" fmla="*/ 241389 h 703983"/>
                <a:gd name="connsiteX40" fmla="*/ 19568 w 965073"/>
                <a:gd name="connsiteY40" fmla="*/ 521032 h 703983"/>
                <a:gd name="connsiteX41" fmla="*/ 69846 w 965073"/>
                <a:gd name="connsiteY41" fmla="*/ 636299 h 703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965073" h="703983">
                  <a:moveTo>
                    <a:pt x="69846" y="636299"/>
                  </a:moveTo>
                  <a:cubicBezTo>
                    <a:pt x="86311" y="656826"/>
                    <a:pt x="103471" y="677935"/>
                    <a:pt x="126827" y="690058"/>
                  </a:cubicBezTo>
                  <a:cubicBezTo>
                    <a:pt x="153699" y="704006"/>
                    <a:pt x="185352" y="704324"/>
                    <a:pt x="215622" y="703680"/>
                  </a:cubicBezTo>
                  <a:cubicBezTo>
                    <a:pt x="340263" y="701021"/>
                    <a:pt x="464427" y="687381"/>
                    <a:pt x="586674" y="662920"/>
                  </a:cubicBezTo>
                  <a:cubicBezTo>
                    <a:pt x="600602" y="660522"/>
                    <a:pt x="614280" y="656856"/>
                    <a:pt x="627540" y="651966"/>
                  </a:cubicBezTo>
                  <a:cubicBezTo>
                    <a:pt x="642237" y="644969"/>
                    <a:pt x="656093" y="636327"/>
                    <a:pt x="668842" y="626206"/>
                  </a:cubicBezTo>
                  <a:cubicBezTo>
                    <a:pt x="709086" y="597273"/>
                    <a:pt x="749903" y="567799"/>
                    <a:pt x="780505" y="528808"/>
                  </a:cubicBezTo>
                  <a:cubicBezTo>
                    <a:pt x="816913" y="481717"/>
                    <a:pt x="839797" y="425593"/>
                    <a:pt x="846698" y="366471"/>
                  </a:cubicBezTo>
                  <a:cubicBezTo>
                    <a:pt x="875806" y="339652"/>
                    <a:pt x="891263" y="301531"/>
                    <a:pt x="905835" y="264731"/>
                  </a:cubicBezTo>
                  <a:cubicBezTo>
                    <a:pt x="913031" y="249120"/>
                    <a:pt x="917586" y="232422"/>
                    <a:pt x="919315" y="215319"/>
                  </a:cubicBezTo>
                  <a:cubicBezTo>
                    <a:pt x="920098" y="197822"/>
                    <a:pt x="908503" y="179479"/>
                    <a:pt x="911710" y="162260"/>
                  </a:cubicBezTo>
                  <a:cubicBezTo>
                    <a:pt x="917325" y="132569"/>
                    <a:pt x="932380" y="105487"/>
                    <a:pt x="954633" y="85046"/>
                  </a:cubicBezTo>
                  <a:cubicBezTo>
                    <a:pt x="959351" y="81681"/>
                    <a:pt x="962917" y="76944"/>
                    <a:pt x="964842" y="71479"/>
                  </a:cubicBezTo>
                  <a:cubicBezTo>
                    <a:pt x="965441" y="66925"/>
                    <a:pt x="964590" y="62298"/>
                    <a:pt x="962411" y="58255"/>
                  </a:cubicBezTo>
                  <a:cubicBezTo>
                    <a:pt x="949955" y="30510"/>
                    <a:pt x="921473" y="12621"/>
                    <a:pt x="891942" y="5350"/>
                  </a:cubicBezTo>
                  <a:cubicBezTo>
                    <a:pt x="862031" y="-418"/>
                    <a:pt x="831420" y="-1633"/>
                    <a:pt x="801146" y="1745"/>
                  </a:cubicBezTo>
                  <a:cubicBezTo>
                    <a:pt x="791054" y="3655"/>
                    <a:pt x="781116" y="6295"/>
                    <a:pt x="771406" y="9644"/>
                  </a:cubicBezTo>
                  <a:lnTo>
                    <a:pt x="750252" y="65347"/>
                  </a:lnTo>
                  <a:cubicBezTo>
                    <a:pt x="747410" y="74664"/>
                    <a:pt x="742708" y="83308"/>
                    <a:pt x="736430" y="90757"/>
                  </a:cubicBezTo>
                  <a:cubicBezTo>
                    <a:pt x="731719" y="95034"/>
                    <a:pt x="726700" y="98959"/>
                    <a:pt x="721412" y="102500"/>
                  </a:cubicBezTo>
                  <a:cubicBezTo>
                    <a:pt x="699612" y="121010"/>
                    <a:pt x="688453" y="149154"/>
                    <a:pt x="691646" y="177573"/>
                  </a:cubicBezTo>
                  <a:cubicBezTo>
                    <a:pt x="651958" y="192980"/>
                    <a:pt x="631074" y="236577"/>
                    <a:pt x="643943" y="277160"/>
                  </a:cubicBezTo>
                  <a:cubicBezTo>
                    <a:pt x="611591" y="284096"/>
                    <a:pt x="585173" y="307354"/>
                    <a:pt x="574192" y="338566"/>
                  </a:cubicBezTo>
                  <a:cubicBezTo>
                    <a:pt x="572686" y="345559"/>
                    <a:pt x="569566" y="352104"/>
                    <a:pt x="565082" y="357678"/>
                  </a:cubicBezTo>
                  <a:cubicBezTo>
                    <a:pt x="558102" y="362970"/>
                    <a:pt x="549474" y="365621"/>
                    <a:pt x="540727" y="365162"/>
                  </a:cubicBezTo>
                  <a:cubicBezTo>
                    <a:pt x="516823" y="366641"/>
                    <a:pt x="495922" y="385466"/>
                    <a:pt x="474259" y="375254"/>
                  </a:cubicBezTo>
                  <a:cubicBezTo>
                    <a:pt x="449651" y="363721"/>
                    <a:pt x="422139" y="359876"/>
                    <a:pt x="395312" y="364220"/>
                  </a:cubicBezTo>
                  <a:cubicBezTo>
                    <a:pt x="389796" y="365518"/>
                    <a:pt x="384123" y="366021"/>
                    <a:pt x="378466" y="365714"/>
                  </a:cubicBezTo>
                  <a:cubicBezTo>
                    <a:pt x="373626" y="364883"/>
                    <a:pt x="368958" y="363256"/>
                    <a:pt x="364650" y="360899"/>
                  </a:cubicBezTo>
                  <a:cubicBezTo>
                    <a:pt x="354895" y="355214"/>
                    <a:pt x="344327" y="351056"/>
                    <a:pt x="333314" y="348571"/>
                  </a:cubicBezTo>
                  <a:cubicBezTo>
                    <a:pt x="322007" y="346213"/>
                    <a:pt x="310370" y="350708"/>
                    <a:pt x="303585" y="360054"/>
                  </a:cubicBezTo>
                  <a:cubicBezTo>
                    <a:pt x="295999" y="351736"/>
                    <a:pt x="291479" y="341083"/>
                    <a:pt x="284567" y="332197"/>
                  </a:cubicBezTo>
                  <a:cubicBezTo>
                    <a:pt x="278319" y="322537"/>
                    <a:pt x="267167" y="317215"/>
                    <a:pt x="255727" y="318435"/>
                  </a:cubicBezTo>
                  <a:cubicBezTo>
                    <a:pt x="262928" y="312019"/>
                    <a:pt x="255557" y="299250"/>
                    <a:pt x="246199" y="296916"/>
                  </a:cubicBezTo>
                  <a:cubicBezTo>
                    <a:pt x="236600" y="296127"/>
                    <a:pt x="226942" y="296477"/>
                    <a:pt x="217426" y="297958"/>
                  </a:cubicBezTo>
                  <a:cubicBezTo>
                    <a:pt x="192408" y="297827"/>
                    <a:pt x="173212" y="275111"/>
                    <a:pt x="148910" y="269165"/>
                  </a:cubicBezTo>
                  <a:cubicBezTo>
                    <a:pt x="126573" y="263699"/>
                    <a:pt x="96801" y="270217"/>
                    <a:pt x="85350" y="250274"/>
                  </a:cubicBezTo>
                  <a:cubicBezTo>
                    <a:pt x="81291" y="243204"/>
                    <a:pt x="80497" y="233615"/>
                    <a:pt x="73587" y="229286"/>
                  </a:cubicBezTo>
                  <a:cubicBezTo>
                    <a:pt x="68907" y="226987"/>
                    <a:pt x="63577" y="226369"/>
                    <a:pt x="58495" y="227537"/>
                  </a:cubicBezTo>
                  <a:cubicBezTo>
                    <a:pt x="42631" y="229648"/>
                    <a:pt x="27216" y="234327"/>
                    <a:pt x="12854" y="241389"/>
                  </a:cubicBezTo>
                  <a:cubicBezTo>
                    <a:pt x="-10569" y="333011"/>
                    <a:pt x="1720" y="428162"/>
                    <a:pt x="19568" y="521032"/>
                  </a:cubicBezTo>
                  <a:cubicBezTo>
                    <a:pt x="26089" y="563152"/>
                    <a:pt x="43411" y="602865"/>
                    <a:pt x="69846" y="636299"/>
                  </a:cubicBezTo>
                  <a:close/>
                </a:path>
              </a:pathLst>
            </a:custGeom>
            <a:solidFill>
              <a:srgbClr val="3F3D56"/>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43" name="任意多边形: 形状 42">
              <a:extLst>
                <a:ext uri="{FF2B5EF4-FFF2-40B4-BE49-F238E27FC236}">
                  <a16:creationId xmlns:a16="http://schemas.microsoft.com/office/drawing/2014/main" id="{DC87019F-71BC-491B-830B-75A4E99F4976}"/>
                </a:ext>
              </a:extLst>
            </p:cNvPr>
            <p:cNvSpPr/>
            <p:nvPr/>
          </p:nvSpPr>
          <p:spPr>
            <a:xfrm>
              <a:off x="3297316" y="2279710"/>
              <a:ext cx="143431" cy="265743"/>
            </a:xfrm>
            <a:custGeom>
              <a:avLst/>
              <a:gdLst>
                <a:gd name="connsiteX0" fmla="*/ 116437 w 143431"/>
                <a:gd name="connsiteY0" fmla="*/ 30743 h 265743"/>
                <a:gd name="connsiteX1" fmla="*/ -45 w 143431"/>
                <a:gd name="connsiteY1" fmla="*/ 265623 h 265743"/>
                <a:gd name="connsiteX2" fmla="*/ 60036 w 143431"/>
                <a:gd name="connsiteY2" fmla="*/ 221538 h 265743"/>
                <a:gd name="connsiteX3" fmla="*/ 117520 w 143431"/>
                <a:gd name="connsiteY3" fmla="*/ 144315 h 265743"/>
                <a:gd name="connsiteX4" fmla="*/ 139516 w 143431"/>
                <a:gd name="connsiteY4" fmla="*/ 49171 h 265743"/>
                <a:gd name="connsiteX5" fmla="*/ 139630 w 143431"/>
                <a:gd name="connsiteY5" fmla="*/ -120 h 265743"/>
                <a:gd name="connsiteX6" fmla="*/ 116437 w 143431"/>
                <a:gd name="connsiteY6" fmla="*/ 30743 h 265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3431" h="265743">
                  <a:moveTo>
                    <a:pt x="116437" y="30743"/>
                  </a:moveTo>
                  <a:lnTo>
                    <a:pt x="-45" y="265623"/>
                  </a:lnTo>
                  <a:cubicBezTo>
                    <a:pt x="12544" y="243859"/>
                    <a:pt x="39095" y="235455"/>
                    <a:pt x="60036" y="221538"/>
                  </a:cubicBezTo>
                  <a:cubicBezTo>
                    <a:pt x="86706" y="202345"/>
                    <a:pt x="106785" y="175371"/>
                    <a:pt x="117520" y="144315"/>
                  </a:cubicBezTo>
                  <a:cubicBezTo>
                    <a:pt x="128105" y="113442"/>
                    <a:pt x="135476" y="81558"/>
                    <a:pt x="139516" y="49171"/>
                  </a:cubicBezTo>
                  <a:cubicBezTo>
                    <a:pt x="141897" y="34264"/>
                    <a:pt x="146825" y="13378"/>
                    <a:pt x="139630" y="-120"/>
                  </a:cubicBezTo>
                  <a:cubicBezTo>
                    <a:pt x="126240" y="2634"/>
                    <a:pt x="121910" y="19708"/>
                    <a:pt x="116437" y="30743"/>
                  </a:cubicBezTo>
                  <a:close/>
                </a:path>
              </a:pathLst>
            </a:custGeom>
            <a:solidFill>
              <a:srgbClr val="000000">
                <a:alpha val="10000"/>
              </a:srgbClr>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44" name="任意多边形: 形状 43">
              <a:extLst>
                <a:ext uri="{FF2B5EF4-FFF2-40B4-BE49-F238E27FC236}">
                  <a16:creationId xmlns:a16="http://schemas.microsoft.com/office/drawing/2014/main" id="{45F45ABC-D570-4761-AF1C-BE0638124B3E}"/>
                </a:ext>
              </a:extLst>
            </p:cNvPr>
            <p:cNvSpPr/>
            <p:nvPr/>
          </p:nvSpPr>
          <p:spPr>
            <a:xfrm>
              <a:off x="2795254" y="2464108"/>
              <a:ext cx="331780" cy="376626"/>
            </a:xfrm>
            <a:custGeom>
              <a:avLst/>
              <a:gdLst>
                <a:gd name="connsiteX0" fmla="*/ 283330 w 331780"/>
                <a:gd name="connsiteY0" fmla="*/ 45739 h 376626"/>
                <a:gd name="connsiteX1" fmla="*/ 195944 w 331780"/>
                <a:gd name="connsiteY1" fmla="*/ 113931 h 376626"/>
                <a:gd name="connsiteX2" fmla="*/ 33208 w 331780"/>
                <a:gd name="connsiteY2" fmla="*/ 314007 h 376626"/>
                <a:gd name="connsiteX3" fmla="*/ -45 w 331780"/>
                <a:gd name="connsiteY3" fmla="*/ 374593 h 376626"/>
                <a:gd name="connsiteX4" fmla="*/ 19143 w 331780"/>
                <a:gd name="connsiteY4" fmla="*/ 369628 h 376626"/>
                <a:gd name="connsiteX5" fmla="*/ 110616 w 331780"/>
                <a:gd name="connsiteY5" fmla="*/ 289238 h 376626"/>
                <a:gd name="connsiteX6" fmla="*/ 141123 w 331780"/>
                <a:gd name="connsiteY6" fmla="*/ 258364 h 376626"/>
                <a:gd name="connsiteX7" fmla="*/ 178461 w 331780"/>
                <a:gd name="connsiteY7" fmla="*/ 187884 h 376626"/>
                <a:gd name="connsiteX8" fmla="*/ 234049 w 331780"/>
                <a:gd name="connsiteY8" fmla="*/ 131233 h 376626"/>
                <a:gd name="connsiteX9" fmla="*/ 328064 w 331780"/>
                <a:gd name="connsiteY9" fmla="*/ -120 h 376626"/>
                <a:gd name="connsiteX10" fmla="*/ 283330 w 331780"/>
                <a:gd name="connsiteY10" fmla="*/ 45739 h 376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31780" h="376626">
                  <a:moveTo>
                    <a:pt x="283330" y="45739"/>
                  </a:moveTo>
                  <a:cubicBezTo>
                    <a:pt x="257049" y="71756"/>
                    <a:pt x="224865" y="90883"/>
                    <a:pt x="195944" y="113931"/>
                  </a:cubicBezTo>
                  <a:cubicBezTo>
                    <a:pt x="128403" y="167757"/>
                    <a:pt x="80209" y="241550"/>
                    <a:pt x="33208" y="314007"/>
                  </a:cubicBezTo>
                  <a:cubicBezTo>
                    <a:pt x="19932" y="332919"/>
                    <a:pt x="8780" y="353238"/>
                    <a:pt x="-45" y="374593"/>
                  </a:cubicBezTo>
                  <a:cubicBezTo>
                    <a:pt x="5456" y="379306"/>
                    <a:pt x="13703" y="374410"/>
                    <a:pt x="19143" y="369628"/>
                  </a:cubicBezTo>
                  <a:lnTo>
                    <a:pt x="110616" y="289238"/>
                  </a:lnTo>
                  <a:cubicBezTo>
                    <a:pt x="121843" y="280049"/>
                    <a:pt x="132069" y="269700"/>
                    <a:pt x="141123" y="258364"/>
                  </a:cubicBezTo>
                  <a:cubicBezTo>
                    <a:pt x="156995" y="236983"/>
                    <a:pt x="164037" y="210267"/>
                    <a:pt x="178461" y="187884"/>
                  </a:cubicBezTo>
                  <a:cubicBezTo>
                    <a:pt x="194167" y="166423"/>
                    <a:pt x="212889" y="147343"/>
                    <a:pt x="234049" y="131233"/>
                  </a:cubicBezTo>
                  <a:cubicBezTo>
                    <a:pt x="255037" y="113224"/>
                    <a:pt x="351609" y="31576"/>
                    <a:pt x="328064" y="-120"/>
                  </a:cubicBezTo>
                  <a:cubicBezTo>
                    <a:pt x="311090" y="8432"/>
                    <a:pt x="297217" y="31992"/>
                    <a:pt x="283330" y="45739"/>
                  </a:cubicBezTo>
                  <a:close/>
                </a:path>
              </a:pathLst>
            </a:custGeom>
            <a:solidFill>
              <a:srgbClr val="000000">
                <a:alpha val="10000"/>
              </a:srgbClr>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45" name="任意多边形: 形状 44">
              <a:extLst>
                <a:ext uri="{FF2B5EF4-FFF2-40B4-BE49-F238E27FC236}">
                  <a16:creationId xmlns:a16="http://schemas.microsoft.com/office/drawing/2014/main" id="{80E52D9B-2B49-4537-8647-B5D010ECD018}"/>
                </a:ext>
              </a:extLst>
            </p:cNvPr>
            <p:cNvSpPr/>
            <p:nvPr/>
          </p:nvSpPr>
          <p:spPr>
            <a:xfrm>
              <a:off x="2502883" y="1437489"/>
              <a:ext cx="827987" cy="593550"/>
            </a:xfrm>
            <a:custGeom>
              <a:avLst/>
              <a:gdLst>
                <a:gd name="connsiteX0" fmla="*/ 775558 w 827987"/>
                <a:gd name="connsiteY0" fmla="*/ 54245 h 593550"/>
                <a:gd name="connsiteX1" fmla="*/ 678746 w 827987"/>
                <a:gd name="connsiteY1" fmla="*/ 22378 h 593550"/>
                <a:gd name="connsiteX2" fmla="*/ 617146 w 827987"/>
                <a:gd name="connsiteY2" fmla="*/ 17948 h 593550"/>
                <a:gd name="connsiteX3" fmla="*/ 560666 w 827987"/>
                <a:gd name="connsiteY3" fmla="*/ 28744 h 593550"/>
                <a:gd name="connsiteX4" fmla="*/ 482009 w 827987"/>
                <a:gd name="connsiteY4" fmla="*/ 12224 h 593550"/>
                <a:gd name="connsiteX5" fmla="*/ 404147 w 827987"/>
                <a:gd name="connsiteY5" fmla="*/ 18116 h 593550"/>
                <a:gd name="connsiteX6" fmla="*/ 387199 w 827987"/>
                <a:gd name="connsiteY6" fmla="*/ 27118 h 593550"/>
                <a:gd name="connsiteX7" fmla="*/ 369681 w 827987"/>
                <a:gd name="connsiteY7" fmla="*/ 18526 h 593550"/>
                <a:gd name="connsiteX8" fmla="*/ 245299 w 827987"/>
                <a:gd name="connsiteY8" fmla="*/ 25081 h 593550"/>
                <a:gd name="connsiteX9" fmla="*/ 143191 w 827987"/>
                <a:gd name="connsiteY9" fmla="*/ 197725 h 593550"/>
                <a:gd name="connsiteX10" fmla="*/ 97333 w 827987"/>
                <a:gd name="connsiteY10" fmla="*/ 228830 h 593550"/>
                <a:gd name="connsiteX11" fmla="*/ 89426 w 827987"/>
                <a:gd name="connsiteY11" fmla="*/ 243787 h 593550"/>
                <a:gd name="connsiteX12" fmla="*/ 75452 w 827987"/>
                <a:gd name="connsiteY12" fmla="*/ 253745 h 593550"/>
                <a:gd name="connsiteX13" fmla="*/ 27541 w 827987"/>
                <a:gd name="connsiteY13" fmla="*/ 281286 h 593550"/>
                <a:gd name="connsiteX14" fmla="*/ -34 w 827987"/>
                <a:gd name="connsiteY14" fmla="*/ 327509 h 593550"/>
                <a:gd name="connsiteX15" fmla="*/ 8434 w 827987"/>
                <a:gd name="connsiteY15" fmla="*/ 366383 h 593550"/>
                <a:gd name="connsiteX16" fmla="*/ 362899 w 827987"/>
                <a:gd name="connsiteY16" fmla="*/ 593045 h 593550"/>
                <a:gd name="connsiteX17" fmla="*/ 400031 w 827987"/>
                <a:gd name="connsiteY17" fmla="*/ 581456 h 593550"/>
                <a:gd name="connsiteX18" fmla="*/ 413046 w 827987"/>
                <a:gd name="connsiteY18" fmla="*/ 560020 h 593550"/>
                <a:gd name="connsiteX19" fmla="*/ 524281 w 827987"/>
                <a:gd name="connsiteY19" fmla="*/ 405958 h 593550"/>
                <a:gd name="connsiteX20" fmla="*/ 576390 w 827987"/>
                <a:gd name="connsiteY20" fmla="*/ 305207 h 593550"/>
                <a:gd name="connsiteX21" fmla="*/ 699275 w 827987"/>
                <a:gd name="connsiteY21" fmla="*/ 186177 h 593550"/>
                <a:gd name="connsiteX22" fmla="*/ 785966 w 827987"/>
                <a:gd name="connsiteY22" fmla="*/ 147391 h 593550"/>
                <a:gd name="connsiteX23" fmla="*/ 825165 w 827987"/>
                <a:gd name="connsiteY23" fmla="*/ 114834 h 593550"/>
                <a:gd name="connsiteX24" fmla="*/ 775558 w 827987"/>
                <a:gd name="connsiteY24" fmla="*/ 54245 h 593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827987" h="593550">
                  <a:moveTo>
                    <a:pt x="775558" y="54245"/>
                  </a:moveTo>
                  <a:cubicBezTo>
                    <a:pt x="746537" y="36180"/>
                    <a:pt x="712373" y="28520"/>
                    <a:pt x="678746" y="22378"/>
                  </a:cubicBezTo>
                  <a:cubicBezTo>
                    <a:pt x="658557" y="17783"/>
                    <a:pt x="637785" y="16290"/>
                    <a:pt x="617146" y="17948"/>
                  </a:cubicBezTo>
                  <a:cubicBezTo>
                    <a:pt x="598104" y="20324"/>
                    <a:pt x="579827" y="27677"/>
                    <a:pt x="560666" y="28744"/>
                  </a:cubicBezTo>
                  <a:cubicBezTo>
                    <a:pt x="533772" y="30243"/>
                    <a:pt x="507989" y="19334"/>
                    <a:pt x="482009" y="12224"/>
                  </a:cubicBezTo>
                  <a:cubicBezTo>
                    <a:pt x="456030" y="5114"/>
                    <a:pt x="426019" y="2397"/>
                    <a:pt x="404147" y="18116"/>
                  </a:cubicBezTo>
                  <a:cubicBezTo>
                    <a:pt x="399492" y="22699"/>
                    <a:pt x="393603" y="25827"/>
                    <a:pt x="387199" y="27118"/>
                  </a:cubicBezTo>
                  <a:cubicBezTo>
                    <a:pt x="380557" y="26312"/>
                    <a:pt x="374384" y="23284"/>
                    <a:pt x="369681" y="18526"/>
                  </a:cubicBezTo>
                  <a:cubicBezTo>
                    <a:pt x="331777" y="-8604"/>
                    <a:pt x="280141" y="-5882"/>
                    <a:pt x="245299" y="25081"/>
                  </a:cubicBezTo>
                  <a:cubicBezTo>
                    <a:pt x="195702" y="71586"/>
                    <a:pt x="201315" y="162453"/>
                    <a:pt x="143191" y="197725"/>
                  </a:cubicBezTo>
                  <a:cubicBezTo>
                    <a:pt x="127169" y="207447"/>
                    <a:pt x="106687" y="212591"/>
                    <a:pt x="97333" y="228830"/>
                  </a:cubicBezTo>
                  <a:cubicBezTo>
                    <a:pt x="95068" y="234004"/>
                    <a:pt x="92426" y="239003"/>
                    <a:pt x="89426" y="243787"/>
                  </a:cubicBezTo>
                  <a:cubicBezTo>
                    <a:pt x="85532" y="248066"/>
                    <a:pt x="80767" y="251461"/>
                    <a:pt x="75452" y="253745"/>
                  </a:cubicBezTo>
                  <a:cubicBezTo>
                    <a:pt x="58586" y="261272"/>
                    <a:pt x="42533" y="270500"/>
                    <a:pt x="27541" y="281286"/>
                  </a:cubicBezTo>
                  <a:cubicBezTo>
                    <a:pt x="12429" y="292288"/>
                    <a:pt x="2468" y="308985"/>
                    <a:pt x="-34" y="327509"/>
                  </a:cubicBezTo>
                  <a:cubicBezTo>
                    <a:pt x="-248" y="340947"/>
                    <a:pt x="2650" y="354252"/>
                    <a:pt x="8434" y="366383"/>
                  </a:cubicBezTo>
                  <a:cubicBezTo>
                    <a:pt x="66717" y="509337"/>
                    <a:pt x="208684" y="600116"/>
                    <a:pt x="362899" y="593045"/>
                  </a:cubicBezTo>
                  <a:cubicBezTo>
                    <a:pt x="376262" y="593733"/>
                    <a:pt x="389431" y="589623"/>
                    <a:pt x="400031" y="581456"/>
                  </a:cubicBezTo>
                  <a:cubicBezTo>
                    <a:pt x="405623" y="575152"/>
                    <a:pt x="410032" y="567890"/>
                    <a:pt x="413046" y="560020"/>
                  </a:cubicBezTo>
                  <a:cubicBezTo>
                    <a:pt x="440371" y="502726"/>
                    <a:pt x="491692" y="460431"/>
                    <a:pt x="524281" y="405958"/>
                  </a:cubicBezTo>
                  <a:cubicBezTo>
                    <a:pt x="543703" y="373493"/>
                    <a:pt x="556171" y="337182"/>
                    <a:pt x="576390" y="305207"/>
                  </a:cubicBezTo>
                  <a:cubicBezTo>
                    <a:pt x="607039" y="256734"/>
                    <a:pt x="653651" y="220926"/>
                    <a:pt x="699275" y="186177"/>
                  </a:cubicBezTo>
                  <a:cubicBezTo>
                    <a:pt x="725002" y="166582"/>
                    <a:pt x="753645" y="146018"/>
                    <a:pt x="785966" y="147391"/>
                  </a:cubicBezTo>
                  <a:cubicBezTo>
                    <a:pt x="814773" y="148618"/>
                    <a:pt x="835725" y="150164"/>
                    <a:pt x="825165" y="114834"/>
                  </a:cubicBezTo>
                  <a:cubicBezTo>
                    <a:pt x="816365" y="89379"/>
                    <a:pt x="798776" y="67896"/>
                    <a:pt x="775558" y="54245"/>
                  </a:cubicBezTo>
                  <a:close/>
                </a:path>
              </a:pathLst>
            </a:custGeom>
            <a:solidFill>
              <a:srgbClr val="3F3D56"/>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46" name="任意多边形: 形状 45">
              <a:extLst>
                <a:ext uri="{FF2B5EF4-FFF2-40B4-BE49-F238E27FC236}">
                  <a16:creationId xmlns:a16="http://schemas.microsoft.com/office/drawing/2014/main" id="{004CE1D3-9462-4B87-9E10-865DCC6B59AA}"/>
                </a:ext>
              </a:extLst>
            </p:cNvPr>
            <p:cNvSpPr/>
            <p:nvPr/>
          </p:nvSpPr>
          <p:spPr>
            <a:xfrm>
              <a:off x="2502883" y="1437489"/>
              <a:ext cx="827987" cy="593550"/>
            </a:xfrm>
            <a:custGeom>
              <a:avLst/>
              <a:gdLst>
                <a:gd name="connsiteX0" fmla="*/ 775558 w 827987"/>
                <a:gd name="connsiteY0" fmla="*/ 54245 h 593550"/>
                <a:gd name="connsiteX1" fmla="*/ 678746 w 827987"/>
                <a:gd name="connsiteY1" fmla="*/ 22378 h 593550"/>
                <a:gd name="connsiteX2" fmla="*/ 617146 w 827987"/>
                <a:gd name="connsiteY2" fmla="*/ 17948 h 593550"/>
                <a:gd name="connsiteX3" fmla="*/ 560666 w 827987"/>
                <a:gd name="connsiteY3" fmla="*/ 28744 h 593550"/>
                <a:gd name="connsiteX4" fmla="*/ 482009 w 827987"/>
                <a:gd name="connsiteY4" fmla="*/ 12224 h 593550"/>
                <a:gd name="connsiteX5" fmla="*/ 404147 w 827987"/>
                <a:gd name="connsiteY5" fmla="*/ 18116 h 593550"/>
                <a:gd name="connsiteX6" fmla="*/ 387199 w 827987"/>
                <a:gd name="connsiteY6" fmla="*/ 27118 h 593550"/>
                <a:gd name="connsiteX7" fmla="*/ 369681 w 827987"/>
                <a:gd name="connsiteY7" fmla="*/ 18526 h 593550"/>
                <a:gd name="connsiteX8" fmla="*/ 245299 w 827987"/>
                <a:gd name="connsiteY8" fmla="*/ 25081 h 593550"/>
                <a:gd name="connsiteX9" fmla="*/ 143191 w 827987"/>
                <a:gd name="connsiteY9" fmla="*/ 197725 h 593550"/>
                <a:gd name="connsiteX10" fmla="*/ 97333 w 827987"/>
                <a:gd name="connsiteY10" fmla="*/ 228830 h 593550"/>
                <a:gd name="connsiteX11" fmla="*/ 89426 w 827987"/>
                <a:gd name="connsiteY11" fmla="*/ 243787 h 593550"/>
                <a:gd name="connsiteX12" fmla="*/ 75452 w 827987"/>
                <a:gd name="connsiteY12" fmla="*/ 253745 h 593550"/>
                <a:gd name="connsiteX13" fmla="*/ 27541 w 827987"/>
                <a:gd name="connsiteY13" fmla="*/ 281286 h 593550"/>
                <a:gd name="connsiteX14" fmla="*/ -34 w 827987"/>
                <a:gd name="connsiteY14" fmla="*/ 327509 h 593550"/>
                <a:gd name="connsiteX15" fmla="*/ 8434 w 827987"/>
                <a:gd name="connsiteY15" fmla="*/ 366383 h 593550"/>
                <a:gd name="connsiteX16" fmla="*/ 362899 w 827987"/>
                <a:gd name="connsiteY16" fmla="*/ 593045 h 593550"/>
                <a:gd name="connsiteX17" fmla="*/ 400031 w 827987"/>
                <a:gd name="connsiteY17" fmla="*/ 581456 h 593550"/>
                <a:gd name="connsiteX18" fmla="*/ 413046 w 827987"/>
                <a:gd name="connsiteY18" fmla="*/ 560020 h 593550"/>
                <a:gd name="connsiteX19" fmla="*/ 524281 w 827987"/>
                <a:gd name="connsiteY19" fmla="*/ 405958 h 593550"/>
                <a:gd name="connsiteX20" fmla="*/ 576390 w 827987"/>
                <a:gd name="connsiteY20" fmla="*/ 305207 h 593550"/>
                <a:gd name="connsiteX21" fmla="*/ 699275 w 827987"/>
                <a:gd name="connsiteY21" fmla="*/ 186177 h 593550"/>
                <a:gd name="connsiteX22" fmla="*/ 785966 w 827987"/>
                <a:gd name="connsiteY22" fmla="*/ 147391 h 593550"/>
                <a:gd name="connsiteX23" fmla="*/ 825165 w 827987"/>
                <a:gd name="connsiteY23" fmla="*/ 114834 h 593550"/>
                <a:gd name="connsiteX24" fmla="*/ 775558 w 827987"/>
                <a:gd name="connsiteY24" fmla="*/ 54245 h 593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827987" h="593550">
                  <a:moveTo>
                    <a:pt x="775558" y="54245"/>
                  </a:moveTo>
                  <a:cubicBezTo>
                    <a:pt x="746537" y="36180"/>
                    <a:pt x="712373" y="28520"/>
                    <a:pt x="678746" y="22378"/>
                  </a:cubicBezTo>
                  <a:cubicBezTo>
                    <a:pt x="658557" y="17783"/>
                    <a:pt x="637785" y="16290"/>
                    <a:pt x="617146" y="17948"/>
                  </a:cubicBezTo>
                  <a:cubicBezTo>
                    <a:pt x="598104" y="20324"/>
                    <a:pt x="579827" y="27677"/>
                    <a:pt x="560666" y="28744"/>
                  </a:cubicBezTo>
                  <a:cubicBezTo>
                    <a:pt x="533772" y="30243"/>
                    <a:pt x="507989" y="19334"/>
                    <a:pt x="482009" y="12224"/>
                  </a:cubicBezTo>
                  <a:cubicBezTo>
                    <a:pt x="456030" y="5114"/>
                    <a:pt x="426019" y="2397"/>
                    <a:pt x="404147" y="18116"/>
                  </a:cubicBezTo>
                  <a:cubicBezTo>
                    <a:pt x="399492" y="22699"/>
                    <a:pt x="393603" y="25827"/>
                    <a:pt x="387199" y="27118"/>
                  </a:cubicBezTo>
                  <a:cubicBezTo>
                    <a:pt x="380557" y="26312"/>
                    <a:pt x="374384" y="23284"/>
                    <a:pt x="369681" y="18526"/>
                  </a:cubicBezTo>
                  <a:cubicBezTo>
                    <a:pt x="331777" y="-8604"/>
                    <a:pt x="280141" y="-5882"/>
                    <a:pt x="245299" y="25081"/>
                  </a:cubicBezTo>
                  <a:cubicBezTo>
                    <a:pt x="195702" y="71586"/>
                    <a:pt x="201315" y="162453"/>
                    <a:pt x="143191" y="197725"/>
                  </a:cubicBezTo>
                  <a:cubicBezTo>
                    <a:pt x="127169" y="207447"/>
                    <a:pt x="106687" y="212591"/>
                    <a:pt x="97333" y="228830"/>
                  </a:cubicBezTo>
                  <a:cubicBezTo>
                    <a:pt x="95068" y="234004"/>
                    <a:pt x="92426" y="239003"/>
                    <a:pt x="89426" y="243787"/>
                  </a:cubicBezTo>
                  <a:cubicBezTo>
                    <a:pt x="85532" y="248066"/>
                    <a:pt x="80767" y="251461"/>
                    <a:pt x="75452" y="253745"/>
                  </a:cubicBezTo>
                  <a:cubicBezTo>
                    <a:pt x="58586" y="261272"/>
                    <a:pt x="42533" y="270500"/>
                    <a:pt x="27541" y="281286"/>
                  </a:cubicBezTo>
                  <a:cubicBezTo>
                    <a:pt x="12429" y="292288"/>
                    <a:pt x="2468" y="308985"/>
                    <a:pt x="-34" y="327509"/>
                  </a:cubicBezTo>
                  <a:cubicBezTo>
                    <a:pt x="-248" y="340947"/>
                    <a:pt x="2650" y="354252"/>
                    <a:pt x="8434" y="366383"/>
                  </a:cubicBezTo>
                  <a:cubicBezTo>
                    <a:pt x="66717" y="509337"/>
                    <a:pt x="208684" y="600116"/>
                    <a:pt x="362899" y="593045"/>
                  </a:cubicBezTo>
                  <a:cubicBezTo>
                    <a:pt x="376262" y="593733"/>
                    <a:pt x="389431" y="589623"/>
                    <a:pt x="400031" y="581456"/>
                  </a:cubicBezTo>
                  <a:cubicBezTo>
                    <a:pt x="405623" y="575152"/>
                    <a:pt x="410032" y="567890"/>
                    <a:pt x="413046" y="560020"/>
                  </a:cubicBezTo>
                  <a:cubicBezTo>
                    <a:pt x="440371" y="502726"/>
                    <a:pt x="491692" y="460431"/>
                    <a:pt x="524281" y="405958"/>
                  </a:cubicBezTo>
                  <a:cubicBezTo>
                    <a:pt x="543703" y="373493"/>
                    <a:pt x="556171" y="337182"/>
                    <a:pt x="576390" y="305207"/>
                  </a:cubicBezTo>
                  <a:cubicBezTo>
                    <a:pt x="607039" y="256734"/>
                    <a:pt x="653651" y="220926"/>
                    <a:pt x="699275" y="186177"/>
                  </a:cubicBezTo>
                  <a:cubicBezTo>
                    <a:pt x="725002" y="166582"/>
                    <a:pt x="753645" y="146018"/>
                    <a:pt x="785966" y="147391"/>
                  </a:cubicBezTo>
                  <a:cubicBezTo>
                    <a:pt x="814773" y="148618"/>
                    <a:pt x="835725" y="150164"/>
                    <a:pt x="825165" y="114834"/>
                  </a:cubicBezTo>
                  <a:cubicBezTo>
                    <a:pt x="816365" y="89379"/>
                    <a:pt x="798776" y="67896"/>
                    <a:pt x="775558" y="54245"/>
                  </a:cubicBezTo>
                  <a:close/>
                </a:path>
              </a:pathLst>
            </a:custGeom>
            <a:solidFill>
              <a:srgbClr val="000000">
                <a:alpha val="5000"/>
              </a:srgbClr>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47" name="任意多边形: 形状 46">
              <a:extLst>
                <a:ext uri="{FF2B5EF4-FFF2-40B4-BE49-F238E27FC236}">
                  <a16:creationId xmlns:a16="http://schemas.microsoft.com/office/drawing/2014/main" id="{20AF054D-65B4-4400-A1B9-DC33665CC1DB}"/>
                </a:ext>
              </a:extLst>
            </p:cNvPr>
            <p:cNvSpPr/>
            <p:nvPr/>
          </p:nvSpPr>
          <p:spPr>
            <a:xfrm>
              <a:off x="2700122" y="5196663"/>
              <a:ext cx="741221" cy="283677"/>
            </a:xfrm>
            <a:custGeom>
              <a:avLst/>
              <a:gdLst>
                <a:gd name="connsiteX0" fmla="*/ 719097 w 741221"/>
                <a:gd name="connsiteY0" fmla="*/ 215658 h 283677"/>
                <a:gd name="connsiteX1" fmla="*/ 646396 w 741221"/>
                <a:gd name="connsiteY1" fmla="*/ 247637 h 283677"/>
                <a:gd name="connsiteX2" fmla="*/ 465445 w 741221"/>
                <a:gd name="connsiteY2" fmla="*/ 270001 h 283677"/>
                <a:gd name="connsiteX3" fmla="*/ 406367 w 741221"/>
                <a:gd name="connsiteY3" fmla="*/ 274517 h 283677"/>
                <a:gd name="connsiteX4" fmla="*/ 232993 w 741221"/>
                <a:gd name="connsiteY4" fmla="*/ 283551 h 283677"/>
                <a:gd name="connsiteX5" fmla="*/ 19772 w 741221"/>
                <a:gd name="connsiteY5" fmla="*/ 265120 h 283677"/>
                <a:gd name="connsiteX6" fmla="*/ 38 w 741221"/>
                <a:gd name="connsiteY6" fmla="*/ 248840 h 283677"/>
                <a:gd name="connsiteX7" fmla="*/ 322 w 741221"/>
                <a:gd name="connsiteY7" fmla="*/ 243486 h 283677"/>
                <a:gd name="connsiteX8" fmla="*/ 26546 w 741221"/>
                <a:gd name="connsiteY8" fmla="*/ 29463 h 283677"/>
                <a:gd name="connsiteX9" fmla="*/ 87300 w 741221"/>
                <a:gd name="connsiteY9" fmla="*/ 67998 h 283677"/>
                <a:gd name="connsiteX10" fmla="*/ 134286 w 741221"/>
                <a:gd name="connsiteY10" fmla="*/ 92984 h 283677"/>
                <a:gd name="connsiteX11" fmla="*/ 307733 w 741221"/>
                <a:gd name="connsiteY11" fmla="*/ 27860 h 283677"/>
                <a:gd name="connsiteX12" fmla="*/ 339858 w 741221"/>
                <a:gd name="connsiteY12" fmla="*/ 7973 h 283677"/>
                <a:gd name="connsiteX13" fmla="*/ 365865 w 741221"/>
                <a:gd name="connsiteY13" fmla="*/ 543 h 283677"/>
                <a:gd name="connsiteX14" fmla="*/ 454373 w 741221"/>
                <a:gd name="connsiteY14" fmla="*/ 18463 h 283677"/>
                <a:gd name="connsiteX15" fmla="*/ 556285 w 741221"/>
                <a:gd name="connsiteY15" fmla="*/ 79581 h 283677"/>
                <a:gd name="connsiteX16" fmla="*/ 647634 w 741221"/>
                <a:gd name="connsiteY16" fmla="*/ 108501 h 283677"/>
                <a:gd name="connsiteX17" fmla="*/ 734832 w 741221"/>
                <a:gd name="connsiteY17" fmla="*/ 142957 h 283677"/>
                <a:gd name="connsiteX18" fmla="*/ 734905 w 741221"/>
                <a:gd name="connsiteY18" fmla="*/ 143176 h 283677"/>
                <a:gd name="connsiteX19" fmla="*/ 719097 w 741221"/>
                <a:gd name="connsiteY19" fmla="*/ 215658 h 283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41221" h="283677">
                  <a:moveTo>
                    <a:pt x="719097" y="215658"/>
                  </a:moveTo>
                  <a:cubicBezTo>
                    <a:pt x="699501" y="233943"/>
                    <a:pt x="672548" y="241955"/>
                    <a:pt x="646396" y="247637"/>
                  </a:cubicBezTo>
                  <a:cubicBezTo>
                    <a:pt x="586671" y="259284"/>
                    <a:pt x="526208" y="266757"/>
                    <a:pt x="465445" y="270001"/>
                  </a:cubicBezTo>
                  <a:cubicBezTo>
                    <a:pt x="445777" y="271458"/>
                    <a:pt x="426035" y="272988"/>
                    <a:pt x="406367" y="274517"/>
                  </a:cubicBezTo>
                  <a:cubicBezTo>
                    <a:pt x="348673" y="278889"/>
                    <a:pt x="290905" y="283332"/>
                    <a:pt x="232993" y="283551"/>
                  </a:cubicBezTo>
                  <a:cubicBezTo>
                    <a:pt x="161511" y="283793"/>
                    <a:pt x="90152" y="277625"/>
                    <a:pt x="19772" y="265120"/>
                  </a:cubicBezTo>
                  <a:cubicBezTo>
                    <a:pt x="9827" y="266074"/>
                    <a:pt x="991" y="258785"/>
                    <a:pt x="38" y="248840"/>
                  </a:cubicBezTo>
                  <a:cubicBezTo>
                    <a:pt x="-134" y="247051"/>
                    <a:pt x="-38" y="245246"/>
                    <a:pt x="322" y="243486"/>
                  </a:cubicBezTo>
                  <a:cubicBezTo>
                    <a:pt x="1574" y="171425"/>
                    <a:pt x="10363" y="99694"/>
                    <a:pt x="26546" y="29463"/>
                  </a:cubicBezTo>
                  <a:cubicBezTo>
                    <a:pt x="33249" y="616"/>
                    <a:pt x="84968" y="65303"/>
                    <a:pt x="87300" y="67998"/>
                  </a:cubicBezTo>
                  <a:cubicBezTo>
                    <a:pt x="101651" y="84316"/>
                    <a:pt x="112505" y="91819"/>
                    <a:pt x="134286" y="92984"/>
                  </a:cubicBezTo>
                  <a:cubicBezTo>
                    <a:pt x="193801" y="96263"/>
                    <a:pt x="260456" y="60058"/>
                    <a:pt x="307733" y="27860"/>
                  </a:cubicBezTo>
                  <a:cubicBezTo>
                    <a:pt x="317857" y="20330"/>
                    <a:pt x="328604" y="13677"/>
                    <a:pt x="339858" y="7973"/>
                  </a:cubicBezTo>
                  <a:cubicBezTo>
                    <a:pt x="348126" y="4263"/>
                    <a:pt x="356884" y="1761"/>
                    <a:pt x="365865" y="543"/>
                  </a:cubicBezTo>
                  <a:cubicBezTo>
                    <a:pt x="396486" y="-2280"/>
                    <a:pt x="427262" y="3952"/>
                    <a:pt x="454373" y="18463"/>
                  </a:cubicBezTo>
                  <a:cubicBezTo>
                    <a:pt x="489922" y="36091"/>
                    <a:pt x="521101" y="61442"/>
                    <a:pt x="556285" y="79581"/>
                  </a:cubicBezTo>
                  <a:cubicBezTo>
                    <a:pt x="584895" y="94281"/>
                    <a:pt x="615776" y="104058"/>
                    <a:pt x="647634" y="108501"/>
                  </a:cubicBezTo>
                  <a:cubicBezTo>
                    <a:pt x="679833" y="112944"/>
                    <a:pt x="718295" y="115057"/>
                    <a:pt x="734832" y="142957"/>
                  </a:cubicBezTo>
                  <a:cubicBezTo>
                    <a:pt x="734888" y="143015"/>
                    <a:pt x="734915" y="143096"/>
                    <a:pt x="734905" y="143176"/>
                  </a:cubicBezTo>
                  <a:cubicBezTo>
                    <a:pt x="748454" y="166268"/>
                    <a:pt x="738619" y="197446"/>
                    <a:pt x="719097" y="215658"/>
                  </a:cubicBezTo>
                  <a:close/>
                </a:path>
              </a:pathLst>
            </a:custGeom>
            <a:solidFill>
              <a:srgbClr val="2F2E41"/>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48" name="任意多边形: 形状 47">
              <a:extLst>
                <a:ext uri="{FF2B5EF4-FFF2-40B4-BE49-F238E27FC236}">
                  <a16:creationId xmlns:a16="http://schemas.microsoft.com/office/drawing/2014/main" id="{EFC78AE2-2980-447A-B75D-F29B38FE3E2B}"/>
                </a:ext>
              </a:extLst>
            </p:cNvPr>
            <p:cNvSpPr/>
            <p:nvPr/>
          </p:nvSpPr>
          <p:spPr>
            <a:xfrm>
              <a:off x="2689828" y="5197325"/>
              <a:ext cx="755498" cy="293676"/>
            </a:xfrm>
            <a:custGeom>
              <a:avLst/>
              <a:gdLst>
                <a:gd name="connsiteX0" fmla="*/ 729391 w 755498"/>
                <a:gd name="connsiteY0" fmla="*/ 225656 h 293676"/>
                <a:gd name="connsiteX1" fmla="*/ 656690 w 755498"/>
                <a:gd name="connsiteY1" fmla="*/ 257636 h 293676"/>
                <a:gd name="connsiteX2" fmla="*/ 475739 w 755498"/>
                <a:gd name="connsiteY2" fmla="*/ 280000 h 293676"/>
                <a:gd name="connsiteX3" fmla="*/ 416662 w 755498"/>
                <a:gd name="connsiteY3" fmla="*/ 284516 h 293676"/>
                <a:gd name="connsiteX4" fmla="*/ 243287 w 755498"/>
                <a:gd name="connsiteY4" fmla="*/ 293549 h 293676"/>
                <a:gd name="connsiteX5" fmla="*/ 30066 w 755498"/>
                <a:gd name="connsiteY5" fmla="*/ 275119 h 293676"/>
                <a:gd name="connsiteX6" fmla="*/ 13165 w 755498"/>
                <a:gd name="connsiteY6" fmla="*/ 266960 h 293676"/>
                <a:gd name="connsiteX7" fmla="*/ -45 w 755498"/>
                <a:gd name="connsiteY7" fmla="*/ 242822 h 293676"/>
                <a:gd name="connsiteX8" fmla="*/ 36840 w 755498"/>
                <a:gd name="connsiteY8" fmla="*/ 28800 h 293676"/>
                <a:gd name="connsiteX9" fmla="*/ 97594 w 755498"/>
                <a:gd name="connsiteY9" fmla="*/ 67335 h 293676"/>
                <a:gd name="connsiteX10" fmla="*/ 144580 w 755498"/>
                <a:gd name="connsiteY10" fmla="*/ 92321 h 293676"/>
                <a:gd name="connsiteX11" fmla="*/ 318027 w 755498"/>
                <a:gd name="connsiteY11" fmla="*/ 27197 h 293676"/>
                <a:gd name="connsiteX12" fmla="*/ 350152 w 755498"/>
                <a:gd name="connsiteY12" fmla="*/ 7310 h 293676"/>
                <a:gd name="connsiteX13" fmla="*/ 376159 w 755498"/>
                <a:gd name="connsiteY13" fmla="*/ -120 h 293676"/>
                <a:gd name="connsiteX14" fmla="*/ 275411 w 755498"/>
                <a:gd name="connsiteY14" fmla="*/ 110169 h 293676"/>
                <a:gd name="connsiteX15" fmla="*/ 63576 w 755498"/>
                <a:gd name="connsiteY15" fmla="*/ 129838 h 293676"/>
                <a:gd name="connsiteX16" fmla="*/ 48569 w 755498"/>
                <a:gd name="connsiteY16" fmla="*/ 133480 h 293676"/>
                <a:gd name="connsiteX17" fmla="*/ 39755 w 755498"/>
                <a:gd name="connsiteY17" fmla="*/ 161599 h 293676"/>
                <a:gd name="connsiteX18" fmla="*/ 57310 w 755498"/>
                <a:gd name="connsiteY18" fmla="*/ 207346 h 293676"/>
                <a:gd name="connsiteX19" fmla="*/ 81058 w 755498"/>
                <a:gd name="connsiteY19" fmla="*/ 212300 h 293676"/>
                <a:gd name="connsiteX20" fmla="*/ 609267 w 755498"/>
                <a:gd name="connsiteY20" fmla="*/ 193796 h 293676"/>
                <a:gd name="connsiteX21" fmla="*/ 695299 w 755498"/>
                <a:gd name="connsiteY21" fmla="*/ 174637 h 293676"/>
                <a:gd name="connsiteX22" fmla="*/ 745198 w 755498"/>
                <a:gd name="connsiteY22" fmla="*/ 142513 h 293676"/>
                <a:gd name="connsiteX23" fmla="*/ 729391 w 755498"/>
                <a:gd name="connsiteY23" fmla="*/ 225656 h 293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755498" h="293676">
                  <a:moveTo>
                    <a:pt x="729391" y="225656"/>
                  </a:moveTo>
                  <a:cubicBezTo>
                    <a:pt x="709795" y="243941"/>
                    <a:pt x="682842" y="251954"/>
                    <a:pt x="656690" y="257636"/>
                  </a:cubicBezTo>
                  <a:cubicBezTo>
                    <a:pt x="596965" y="269283"/>
                    <a:pt x="536502" y="276756"/>
                    <a:pt x="475739" y="280000"/>
                  </a:cubicBezTo>
                  <a:cubicBezTo>
                    <a:pt x="456071" y="281457"/>
                    <a:pt x="436330" y="282987"/>
                    <a:pt x="416662" y="284516"/>
                  </a:cubicBezTo>
                  <a:cubicBezTo>
                    <a:pt x="358967" y="288887"/>
                    <a:pt x="301199" y="293331"/>
                    <a:pt x="243287" y="293549"/>
                  </a:cubicBezTo>
                  <a:cubicBezTo>
                    <a:pt x="171806" y="293792"/>
                    <a:pt x="100446" y="287623"/>
                    <a:pt x="30066" y="275119"/>
                  </a:cubicBezTo>
                  <a:cubicBezTo>
                    <a:pt x="23544" y="274861"/>
                    <a:pt x="17423" y="271906"/>
                    <a:pt x="13165" y="266960"/>
                  </a:cubicBezTo>
                  <a:cubicBezTo>
                    <a:pt x="7608" y="259602"/>
                    <a:pt x="3158" y="251469"/>
                    <a:pt x="-45" y="242822"/>
                  </a:cubicBezTo>
                  <a:cubicBezTo>
                    <a:pt x="1193" y="170850"/>
                    <a:pt x="20668" y="98951"/>
                    <a:pt x="36840" y="28800"/>
                  </a:cubicBezTo>
                  <a:cubicBezTo>
                    <a:pt x="43543" y="-47"/>
                    <a:pt x="95263" y="64640"/>
                    <a:pt x="97594" y="67335"/>
                  </a:cubicBezTo>
                  <a:cubicBezTo>
                    <a:pt x="111945" y="83653"/>
                    <a:pt x="122799" y="91156"/>
                    <a:pt x="144580" y="92321"/>
                  </a:cubicBezTo>
                  <a:cubicBezTo>
                    <a:pt x="204095" y="95600"/>
                    <a:pt x="270750" y="59395"/>
                    <a:pt x="318027" y="27197"/>
                  </a:cubicBezTo>
                  <a:cubicBezTo>
                    <a:pt x="328151" y="19667"/>
                    <a:pt x="338898" y="13014"/>
                    <a:pt x="350152" y="7310"/>
                  </a:cubicBezTo>
                  <a:cubicBezTo>
                    <a:pt x="358420" y="3600"/>
                    <a:pt x="367179" y="1098"/>
                    <a:pt x="376159" y="-120"/>
                  </a:cubicBezTo>
                  <a:cubicBezTo>
                    <a:pt x="368509" y="42713"/>
                    <a:pt x="307100" y="94434"/>
                    <a:pt x="275411" y="110169"/>
                  </a:cubicBezTo>
                  <a:cubicBezTo>
                    <a:pt x="211307" y="142003"/>
                    <a:pt x="135110" y="126122"/>
                    <a:pt x="63576" y="129838"/>
                  </a:cubicBezTo>
                  <a:cubicBezTo>
                    <a:pt x="58339" y="129700"/>
                    <a:pt x="53160" y="130957"/>
                    <a:pt x="48569" y="133480"/>
                  </a:cubicBezTo>
                  <a:cubicBezTo>
                    <a:pt x="39973" y="139162"/>
                    <a:pt x="39463" y="151327"/>
                    <a:pt x="39755" y="161599"/>
                  </a:cubicBezTo>
                  <a:cubicBezTo>
                    <a:pt x="40337" y="178645"/>
                    <a:pt x="42522" y="198677"/>
                    <a:pt x="57310" y="207346"/>
                  </a:cubicBezTo>
                  <a:cubicBezTo>
                    <a:pt x="64708" y="210897"/>
                    <a:pt x="72858" y="212597"/>
                    <a:pt x="81058" y="212300"/>
                  </a:cubicBezTo>
                  <a:cubicBezTo>
                    <a:pt x="257340" y="220017"/>
                    <a:pt x="433957" y="213830"/>
                    <a:pt x="609267" y="193796"/>
                  </a:cubicBezTo>
                  <a:cubicBezTo>
                    <a:pt x="638752" y="191824"/>
                    <a:pt x="667764" y="185363"/>
                    <a:pt x="695299" y="174637"/>
                  </a:cubicBezTo>
                  <a:cubicBezTo>
                    <a:pt x="713291" y="166204"/>
                    <a:pt x="730073" y="155399"/>
                    <a:pt x="745198" y="142513"/>
                  </a:cubicBezTo>
                  <a:cubicBezTo>
                    <a:pt x="767717" y="160206"/>
                    <a:pt x="748913" y="207445"/>
                    <a:pt x="729391" y="225656"/>
                  </a:cubicBezTo>
                  <a:close/>
                </a:path>
              </a:pathLst>
            </a:custGeom>
            <a:solidFill>
              <a:srgbClr val="E8EAF2"/>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49" name="任意多边形: 形状 48">
              <a:extLst>
                <a:ext uri="{FF2B5EF4-FFF2-40B4-BE49-F238E27FC236}">
                  <a16:creationId xmlns:a16="http://schemas.microsoft.com/office/drawing/2014/main" id="{A414C388-B6FA-4F4E-8DF7-F4D0569013D8}"/>
                </a:ext>
              </a:extLst>
            </p:cNvPr>
            <p:cNvSpPr/>
            <p:nvPr/>
          </p:nvSpPr>
          <p:spPr>
            <a:xfrm>
              <a:off x="2857280" y="828932"/>
              <a:ext cx="498126" cy="504805"/>
            </a:xfrm>
            <a:custGeom>
              <a:avLst/>
              <a:gdLst>
                <a:gd name="connsiteX0" fmla="*/ 414644 w 498126"/>
                <a:gd name="connsiteY0" fmla="*/ 284945 h 504805"/>
                <a:gd name="connsiteX1" fmla="*/ 380406 w 498126"/>
                <a:gd name="connsiteY1" fmla="*/ 352036 h 504805"/>
                <a:gd name="connsiteX2" fmla="*/ 300857 w 498126"/>
                <a:gd name="connsiteY2" fmla="*/ 314301 h 504805"/>
                <a:gd name="connsiteX3" fmla="*/ 238793 w 498126"/>
                <a:gd name="connsiteY3" fmla="*/ 403174 h 504805"/>
                <a:gd name="connsiteX4" fmla="*/ 115536 w 498126"/>
                <a:gd name="connsiteY4" fmla="*/ 502755 h 504805"/>
                <a:gd name="connsiteX5" fmla="*/ 81591 w 498126"/>
                <a:gd name="connsiteY5" fmla="*/ 502682 h 504805"/>
                <a:gd name="connsiteX6" fmla="*/ 31108 w 498126"/>
                <a:gd name="connsiteY6" fmla="*/ 444696 h 504805"/>
                <a:gd name="connsiteX7" fmla="*/ 8744 w 498126"/>
                <a:gd name="connsiteY7" fmla="*/ 381029 h 504805"/>
                <a:gd name="connsiteX8" fmla="*/ 657 w 498126"/>
                <a:gd name="connsiteY8" fmla="*/ 334334 h 504805"/>
                <a:gd name="connsiteX9" fmla="*/ 658 w 498126"/>
                <a:gd name="connsiteY9" fmla="*/ 334261 h 504805"/>
                <a:gd name="connsiteX10" fmla="*/ 512 w 498126"/>
                <a:gd name="connsiteY10" fmla="*/ 301990 h 504805"/>
                <a:gd name="connsiteX11" fmla="*/ 87783 w 498126"/>
                <a:gd name="connsiteY11" fmla="*/ 136557 h 504805"/>
                <a:gd name="connsiteX12" fmla="*/ 246004 w 498126"/>
                <a:gd name="connsiteY12" fmla="*/ 29764 h 504805"/>
                <a:gd name="connsiteX13" fmla="*/ 304354 w 498126"/>
                <a:gd name="connsiteY13" fmla="*/ 3757 h 504805"/>
                <a:gd name="connsiteX14" fmla="*/ 365983 w 498126"/>
                <a:gd name="connsiteY14" fmla="*/ 1208 h 504805"/>
                <a:gd name="connsiteX15" fmla="*/ 444366 w 498126"/>
                <a:gd name="connsiteY15" fmla="*/ 19638 h 504805"/>
                <a:gd name="connsiteX16" fmla="*/ 471974 w 498126"/>
                <a:gd name="connsiteY16" fmla="*/ 39015 h 504805"/>
                <a:gd name="connsiteX17" fmla="*/ 495867 w 498126"/>
                <a:gd name="connsiteY17" fmla="*/ 78935 h 504805"/>
                <a:gd name="connsiteX18" fmla="*/ 458425 w 498126"/>
                <a:gd name="connsiteY18" fmla="*/ 189515 h 504805"/>
                <a:gd name="connsiteX19" fmla="*/ 414644 w 498126"/>
                <a:gd name="connsiteY19" fmla="*/ 284945 h 504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98126" h="504805">
                  <a:moveTo>
                    <a:pt x="414644" y="284945"/>
                  </a:moveTo>
                  <a:cubicBezTo>
                    <a:pt x="413623" y="312917"/>
                    <a:pt x="432709" y="367188"/>
                    <a:pt x="380406" y="352036"/>
                  </a:cubicBezTo>
                  <a:cubicBezTo>
                    <a:pt x="349227" y="343003"/>
                    <a:pt x="340413" y="306070"/>
                    <a:pt x="300857" y="314301"/>
                  </a:cubicBezTo>
                  <a:cubicBezTo>
                    <a:pt x="260937" y="322679"/>
                    <a:pt x="252196" y="371267"/>
                    <a:pt x="238793" y="403174"/>
                  </a:cubicBezTo>
                  <a:cubicBezTo>
                    <a:pt x="216626" y="454650"/>
                    <a:pt x="170521" y="491899"/>
                    <a:pt x="115536" y="502755"/>
                  </a:cubicBezTo>
                  <a:cubicBezTo>
                    <a:pt x="104367" y="505354"/>
                    <a:pt x="92748" y="505329"/>
                    <a:pt x="81591" y="502682"/>
                  </a:cubicBezTo>
                  <a:cubicBezTo>
                    <a:pt x="56094" y="495398"/>
                    <a:pt x="41525" y="469100"/>
                    <a:pt x="31108" y="444696"/>
                  </a:cubicBezTo>
                  <a:cubicBezTo>
                    <a:pt x="22087" y="424057"/>
                    <a:pt x="14612" y="402776"/>
                    <a:pt x="8744" y="381029"/>
                  </a:cubicBezTo>
                  <a:cubicBezTo>
                    <a:pt x="4679" y="365732"/>
                    <a:pt x="1973" y="350107"/>
                    <a:pt x="657" y="334334"/>
                  </a:cubicBezTo>
                  <a:lnTo>
                    <a:pt x="658" y="334261"/>
                  </a:lnTo>
                  <a:cubicBezTo>
                    <a:pt x="-228" y="323524"/>
                    <a:pt x="-277" y="312735"/>
                    <a:pt x="512" y="301990"/>
                  </a:cubicBezTo>
                  <a:cubicBezTo>
                    <a:pt x="5248" y="238396"/>
                    <a:pt x="41452" y="180410"/>
                    <a:pt x="87783" y="136557"/>
                  </a:cubicBezTo>
                  <a:cubicBezTo>
                    <a:pt x="134112" y="92703"/>
                    <a:pt x="190423" y="61015"/>
                    <a:pt x="246004" y="29764"/>
                  </a:cubicBezTo>
                  <a:cubicBezTo>
                    <a:pt x="264156" y="18435"/>
                    <a:pt x="283794" y="9682"/>
                    <a:pt x="304354" y="3757"/>
                  </a:cubicBezTo>
                  <a:cubicBezTo>
                    <a:pt x="324634" y="-334"/>
                    <a:pt x="345434" y="-1194"/>
                    <a:pt x="365983" y="1208"/>
                  </a:cubicBezTo>
                  <a:cubicBezTo>
                    <a:pt x="393038" y="2363"/>
                    <a:pt x="419631" y="8616"/>
                    <a:pt x="444366" y="19638"/>
                  </a:cubicBezTo>
                  <a:cubicBezTo>
                    <a:pt x="454507" y="24645"/>
                    <a:pt x="463818" y="31180"/>
                    <a:pt x="471974" y="39015"/>
                  </a:cubicBezTo>
                  <a:cubicBezTo>
                    <a:pt x="483581" y="49772"/>
                    <a:pt x="491871" y="63623"/>
                    <a:pt x="495867" y="78935"/>
                  </a:cubicBezTo>
                  <a:cubicBezTo>
                    <a:pt x="505921" y="120020"/>
                    <a:pt x="479695" y="157026"/>
                    <a:pt x="458425" y="189515"/>
                  </a:cubicBezTo>
                  <a:cubicBezTo>
                    <a:pt x="439483" y="218363"/>
                    <a:pt x="416027" y="248958"/>
                    <a:pt x="414644" y="284945"/>
                  </a:cubicBezTo>
                  <a:close/>
                </a:path>
              </a:pathLst>
            </a:custGeom>
            <a:solidFill>
              <a:srgbClr val="2F2E41"/>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0" name="任意多边形: 形状 49">
              <a:extLst>
                <a:ext uri="{FF2B5EF4-FFF2-40B4-BE49-F238E27FC236}">
                  <a16:creationId xmlns:a16="http://schemas.microsoft.com/office/drawing/2014/main" id="{BEC86654-3D74-4DFE-B54F-CBF6275080B1}"/>
                </a:ext>
              </a:extLst>
            </p:cNvPr>
            <p:cNvSpPr/>
            <p:nvPr/>
          </p:nvSpPr>
          <p:spPr>
            <a:xfrm>
              <a:off x="4105167" y="1581430"/>
              <a:ext cx="47026" cy="132906"/>
            </a:xfrm>
            <a:custGeom>
              <a:avLst/>
              <a:gdLst>
                <a:gd name="connsiteX0" fmla="*/ 46981 w 47026"/>
                <a:gd name="connsiteY0" fmla="*/ 132786 h 132906"/>
                <a:gd name="connsiteX1" fmla="*/ 2402 w 47026"/>
                <a:gd name="connsiteY1" fmla="*/ -120 h 132906"/>
                <a:gd name="connsiteX2" fmla="*/ 38146 w 47026"/>
                <a:gd name="connsiteY2" fmla="*/ 63809 h 132906"/>
                <a:gd name="connsiteX3" fmla="*/ 46981 w 47026"/>
                <a:gd name="connsiteY3" fmla="*/ 132786 h 132906"/>
              </a:gdLst>
              <a:ahLst/>
              <a:cxnLst>
                <a:cxn ang="0">
                  <a:pos x="connsiteX0" y="connsiteY0"/>
                </a:cxn>
                <a:cxn ang="0">
                  <a:pos x="connsiteX1" y="connsiteY1"/>
                </a:cxn>
                <a:cxn ang="0">
                  <a:pos x="connsiteX2" y="connsiteY2"/>
                </a:cxn>
                <a:cxn ang="0">
                  <a:pos x="connsiteX3" y="connsiteY3"/>
                </a:cxn>
              </a:cxnLst>
              <a:rect l="l" t="t" r="r" b="b"/>
              <a:pathLst>
                <a:path w="47026" h="132906">
                  <a:moveTo>
                    <a:pt x="46981" y="132786"/>
                  </a:moveTo>
                  <a:cubicBezTo>
                    <a:pt x="35786" y="104594"/>
                    <a:pt x="-11194" y="26680"/>
                    <a:pt x="2402" y="-120"/>
                  </a:cubicBezTo>
                  <a:cubicBezTo>
                    <a:pt x="16515" y="19884"/>
                    <a:pt x="28495" y="41310"/>
                    <a:pt x="38146" y="63809"/>
                  </a:cubicBezTo>
                  <a:cubicBezTo>
                    <a:pt x="47024" y="85604"/>
                    <a:pt x="39772" y="114826"/>
                    <a:pt x="46981" y="132786"/>
                  </a:cubicBezTo>
                  <a:close/>
                </a:path>
              </a:pathLst>
            </a:custGeom>
            <a:solidFill>
              <a:srgbClr val="000000">
                <a:alpha val="10000"/>
              </a:srgbClr>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1" name="任意多边形: 形状 50">
              <a:extLst>
                <a:ext uri="{FF2B5EF4-FFF2-40B4-BE49-F238E27FC236}">
                  <a16:creationId xmlns:a16="http://schemas.microsoft.com/office/drawing/2014/main" id="{7BD1765A-D83C-4204-ADA6-C3BE5DE2977C}"/>
                </a:ext>
              </a:extLst>
            </p:cNvPr>
            <p:cNvSpPr/>
            <p:nvPr/>
          </p:nvSpPr>
          <p:spPr>
            <a:xfrm>
              <a:off x="2901409" y="862431"/>
              <a:ext cx="455206" cy="471307"/>
            </a:xfrm>
            <a:custGeom>
              <a:avLst/>
              <a:gdLst>
                <a:gd name="connsiteX0" fmla="*/ 415455 w 455206"/>
                <a:gd name="connsiteY0" fmla="*/ 156005 h 471307"/>
                <a:gd name="connsiteX1" fmla="*/ 452952 w 455206"/>
                <a:gd name="connsiteY1" fmla="*/ 45406 h 471307"/>
                <a:gd name="connsiteX2" fmla="*/ 422529 w 455206"/>
                <a:gd name="connsiteY2" fmla="*/ -120 h 471307"/>
                <a:gd name="connsiteX3" fmla="*/ 430238 w 455206"/>
                <a:gd name="connsiteY3" fmla="*/ 19073 h 471307"/>
                <a:gd name="connsiteX4" fmla="*/ 392740 w 455206"/>
                <a:gd name="connsiteY4" fmla="*/ 129671 h 471307"/>
                <a:gd name="connsiteX5" fmla="*/ 349002 w 455206"/>
                <a:gd name="connsiteY5" fmla="*/ 225110 h 471307"/>
                <a:gd name="connsiteX6" fmla="*/ 314720 w 455206"/>
                <a:gd name="connsiteY6" fmla="*/ 292210 h 471307"/>
                <a:gd name="connsiteX7" fmla="*/ 235189 w 455206"/>
                <a:gd name="connsiteY7" fmla="*/ 254483 h 471307"/>
                <a:gd name="connsiteX8" fmla="*/ 173143 w 455206"/>
                <a:gd name="connsiteY8" fmla="*/ 343349 h 471307"/>
                <a:gd name="connsiteX9" fmla="*/ 49860 w 455206"/>
                <a:gd name="connsiteY9" fmla="*/ 442937 h 471307"/>
                <a:gd name="connsiteX10" fmla="*/ 15938 w 455206"/>
                <a:gd name="connsiteY10" fmla="*/ 442853 h 471307"/>
                <a:gd name="connsiteX11" fmla="*/ -45 w 455206"/>
                <a:gd name="connsiteY11" fmla="*/ 435005 h 471307"/>
                <a:gd name="connsiteX12" fmla="*/ 38652 w 455206"/>
                <a:gd name="connsiteY12" fmla="*/ 469187 h 471307"/>
                <a:gd name="connsiteX13" fmla="*/ 72574 w 455206"/>
                <a:gd name="connsiteY13" fmla="*/ 469271 h 471307"/>
                <a:gd name="connsiteX14" fmla="*/ 195859 w 455206"/>
                <a:gd name="connsiteY14" fmla="*/ 369683 h 471307"/>
                <a:gd name="connsiteX15" fmla="*/ 257904 w 455206"/>
                <a:gd name="connsiteY15" fmla="*/ 280817 h 471307"/>
                <a:gd name="connsiteX16" fmla="*/ 337434 w 455206"/>
                <a:gd name="connsiteY16" fmla="*/ 318544 h 471307"/>
                <a:gd name="connsiteX17" fmla="*/ 371717 w 455206"/>
                <a:gd name="connsiteY17" fmla="*/ 251443 h 471307"/>
                <a:gd name="connsiteX18" fmla="*/ 415455 w 455206"/>
                <a:gd name="connsiteY18" fmla="*/ 156005 h 4713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55206" h="471307">
                  <a:moveTo>
                    <a:pt x="415455" y="156005"/>
                  </a:moveTo>
                  <a:cubicBezTo>
                    <a:pt x="436766" y="123497"/>
                    <a:pt x="462992" y="86495"/>
                    <a:pt x="452952" y="45406"/>
                  </a:cubicBezTo>
                  <a:cubicBezTo>
                    <a:pt x="448026" y="27329"/>
                    <a:pt x="437346" y="11348"/>
                    <a:pt x="422529" y="-120"/>
                  </a:cubicBezTo>
                  <a:cubicBezTo>
                    <a:pt x="425969" y="5893"/>
                    <a:pt x="428563" y="12351"/>
                    <a:pt x="430238" y="19073"/>
                  </a:cubicBezTo>
                  <a:cubicBezTo>
                    <a:pt x="440278" y="60161"/>
                    <a:pt x="414052" y="97164"/>
                    <a:pt x="392740" y="129671"/>
                  </a:cubicBezTo>
                  <a:cubicBezTo>
                    <a:pt x="373828" y="158519"/>
                    <a:pt x="350352" y="189147"/>
                    <a:pt x="349002" y="225110"/>
                  </a:cubicBezTo>
                  <a:cubicBezTo>
                    <a:pt x="347953" y="253061"/>
                    <a:pt x="367073" y="307371"/>
                    <a:pt x="314720" y="292210"/>
                  </a:cubicBezTo>
                  <a:cubicBezTo>
                    <a:pt x="283575" y="283192"/>
                    <a:pt x="274765" y="246230"/>
                    <a:pt x="235189" y="254483"/>
                  </a:cubicBezTo>
                  <a:cubicBezTo>
                    <a:pt x="195265" y="262810"/>
                    <a:pt x="186549" y="311412"/>
                    <a:pt x="173143" y="343349"/>
                  </a:cubicBezTo>
                  <a:cubicBezTo>
                    <a:pt x="150950" y="394817"/>
                    <a:pt x="104843" y="432062"/>
                    <a:pt x="49860" y="442937"/>
                  </a:cubicBezTo>
                  <a:cubicBezTo>
                    <a:pt x="38697" y="445521"/>
                    <a:pt x="27088" y="445492"/>
                    <a:pt x="15938" y="442853"/>
                  </a:cubicBezTo>
                  <a:cubicBezTo>
                    <a:pt x="10194" y="441187"/>
                    <a:pt x="4786" y="438531"/>
                    <a:pt x="-45" y="435005"/>
                  </a:cubicBezTo>
                  <a:cubicBezTo>
                    <a:pt x="7942" y="450980"/>
                    <a:pt x="21814" y="463233"/>
                    <a:pt x="38652" y="469187"/>
                  </a:cubicBezTo>
                  <a:cubicBezTo>
                    <a:pt x="49802" y="471826"/>
                    <a:pt x="61411" y="471855"/>
                    <a:pt x="72574" y="469271"/>
                  </a:cubicBezTo>
                  <a:cubicBezTo>
                    <a:pt x="127558" y="458396"/>
                    <a:pt x="173665" y="421151"/>
                    <a:pt x="195859" y="369683"/>
                  </a:cubicBezTo>
                  <a:cubicBezTo>
                    <a:pt x="209263" y="337746"/>
                    <a:pt x="217978" y="289144"/>
                    <a:pt x="257904" y="280817"/>
                  </a:cubicBezTo>
                  <a:cubicBezTo>
                    <a:pt x="297480" y="272563"/>
                    <a:pt x="306291" y="309526"/>
                    <a:pt x="337434" y="318544"/>
                  </a:cubicBezTo>
                  <a:cubicBezTo>
                    <a:pt x="389788" y="333704"/>
                    <a:pt x="370668" y="279395"/>
                    <a:pt x="371717" y="251443"/>
                  </a:cubicBezTo>
                  <a:cubicBezTo>
                    <a:pt x="373067" y="215481"/>
                    <a:pt x="396543" y="184853"/>
                    <a:pt x="415455" y="156005"/>
                  </a:cubicBezTo>
                  <a:close/>
                </a:path>
              </a:pathLst>
            </a:custGeom>
            <a:solidFill>
              <a:srgbClr val="000000">
                <a:alpha val="10000"/>
              </a:srgbClr>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2" name="任意多边形: 形状 51">
              <a:extLst>
                <a:ext uri="{FF2B5EF4-FFF2-40B4-BE49-F238E27FC236}">
                  <a16:creationId xmlns:a16="http://schemas.microsoft.com/office/drawing/2014/main" id="{DC0B30A9-4CB1-4144-A37D-DACF71754A67}"/>
                </a:ext>
              </a:extLst>
            </p:cNvPr>
            <p:cNvSpPr/>
            <p:nvPr/>
          </p:nvSpPr>
          <p:spPr>
            <a:xfrm>
              <a:off x="2857279" y="828932"/>
              <a:ext cx="488172" cy="381148"/>
            </a:xfrm>
            <a:custGeom>
              <a:avLst/>
              <a:gdLst>
                <a:gd name="connsiteX0" fmla="*/ 471173 w 488172"/>
                <a:gd name="connsiteY0" fmla="*/ 133934 h 381148"/>
                <a:gd name="connsiteX1" fmla="*/ 455147 w 488172"/>
                <a:gd name="connsiteY1" fmla="*/ 156808 h 381148"/>
                <a:gd name="connsiteX2" fmla="*/ 418140 w 488172"/>
                <a:gd name="connsiteY2" fmla="*/ 195125 h 381148"/>
                <a:gd name="connsiteX3" fmla="*/ 393155 w 488172"/>
                <a:gd name="connsiteY3" fmla="*/ 214720 h 381148"/>
                <a:gd name="connsiteX4" fmla="*/ 342672 w 488172"/>
                <a:gd name="connsiteY4" fmla="*/ 244879 h 381148"/>
                <a:gd name="connsiteX5" fmla="*/ 181098 w 488172"/>
                <a:gd name="connsiteY5" fmla="*/ 302792 h 381148"/>
                <a:gd name="connsiteX6" fmla="*/ 73068 w 488172"/>
                <a:gd name="connsiteY6" fmla="*/ 334189 h 381148"/>
                <a:gd name="connsiteX7" fmla="*/ 8744 w 488172"/>
                <a:gd name="connsiteY7" fmla="*/ 381029 h 381148"/>
                <a:gd name="connsiteX8" fmla="*/ 658 w 488172"/>
                <a:gd name="connsiteY8" fmla="*/ 334334 h 381148"/>
                <a:gd name="connsiteX9" fmla="*/ 658 w 488172"/>
                <a:gd name="connsiteY9" fmla="*/ 334261 h 381148"/>
                <a:gd name="connsiteX10" fmla="*/ 512 w 488172"/>
                <a:gd name="connsiteY10" fmla="*/ 301990 h 381148"/>
                <a:gd name="connsiteX11" fmla="*/ 87783 w 488172"/>
                <a:gd name="connsiteY11" fmla="*/ 136557 h 381148"/>
                <a:gd name="connsiteX12" fmla="*/ 246005 w 488172"/>
                <a:gd name="connsiteY12" fmla="*/ 29764 h 381148"/>
                <a:gd name="connsiteX13" fmla="*/ 304355 w 488172"/>
                <a:gd name="connsiteY13" fmla="*/ 3757 h 381148"/>
                <a:gd name="connsiteX14" fmla="*/ 365984 w 488172"/>
                <a:gd name="connsiteY14" fmla="*/ 1208 h 381148"/>
                <a:gd name="connsiteX15" fmla="*/ 444367 w 488172"/>
                <a:gd name="connsiteY15" fmla="*/ 19638 h 381148"/>
                <a:gd name="connsiteX16" fmla="*/ 471975 w 488172"/>
                <a:gd name="connsiteY16" fmla="*/ 39015 h 381148"/>
                <a:gd name="connsiteX17" fmla="*/ 485816 w 488172"/>
                <a:gd name="connsiteY17" fmla="*/ 68300 h 381148"/>
                <a:gd name="connsiteX18" fmla="*/ 471173 w 488172"/>
                <a:gd name="connsiteY18" fmla="*/ 133934 h 381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88172" h="381148">
                  <a:moveTo>
                    <a:pt x="471173" y="133934"/>
                  </a:moveTo>
                  <a:cubicBezTo>
                    <a:pt x="466282" y="141865"/>
                    <a:pt x="460931" y="149503"/>
                    <a:pt x="455147" y="156808"/>
                  </a:cubicBezTo>
                  <a:cubicBezTo>
                    <a:pt x="444102" y="170766"/>
                    <a:pt x="431706" y="183601"/>
                    <a:pt x="418140" y="195125"/>
                  </a:cubicBezTo>
                  <a:cubicBezTo>
                    <a:pt x="410154" y="202082"/>
                    <a:pt x="401815" y="208623"/>
                    <a:pt x="393155" y="214720"/>
                  </a:cubicBezTo>
                  <a:cubicBezTo>
                    <a:pt x="377103" y="226019"/>
                    <a:pt x="360229" y="236100"/>
                    <a:pt x="342672" y="244879"/>
                  </a:cubicBezTo>
                  <a:cubicBezTo>
                    <a:pt x="291534" y="270666"/>
                    <a:pt x="236171" y="286839"/>
                    <a:pt x="181098" y="302792"/>
                  </a:cubicBezTo>
                  <a:cubicBezTo>
                    <a:pt x="145113" y="313282"/>
                    <a:pt x="109103" y="323747"/>
                    <a:pt x="73068" y="334189"/>
                  </a:cubicBezTo>
                  <a:cubicBezTo>
                    <a:pt x="59810" y="344242"/>
                    <a:pt x="35552" y="362307"/>
                    <a:pt x="8744" y="381029"/>
                  </a:cubicBezTo>
                  <a:cubicBezTo>
                    <a:pt x="4680" y="365732"/>
                    <a:pt x="1973" y="350107"/>
                    <a:pt x="658" y="334334"/>
                  </a:cubicBezTo>
                  <a:lnTo>
                    <a:pt x="658" y="334261"/>
                  </a:lnTo>
                  <a:cubicBezTo>
                    <a:pt x="-228" y="323524"/>
                    <a:pt x="-277" y="312735"/>
                    <a:pt x="512" y="301990"/>
                  </a:cubicBezTo>
                  <a:cubicBezTo>
                    <a:pt x="5248" y="238396"/>
                    <a:pt x="41452" y="180410"/>
                    <a:pt x="87783" y="136557"/>
                  </a:cubicBezTo>
                  <a:cubicBezTo>
                    <a:pt x="134113" y="92703"/>
                    <a:pt x="190423" y="61015"/>
                    <a:pt x="246005" y="29764"/>
                  </a:cubicBezTo>
                  <a:cubicBezTo>
                    <a:pt x="264157" y="18435"/>
                    <a:pt x="283795" y="9682"/>
                    <a:pt x="304355" y="3757"/>
                  </a:cubicBezTo>
                  <a:cubicBezTo>
                    <a:pt x="324635" y="-334"/>
                    <a:pt x="345434" y="-1194"/>
                    <a:pt x="365984" y="1208"/>
                  </a:cubicBezTo>
                  <a:cubicBezTo>
                    <a:pt x="393038" y="2363"/>
                    <a:pt x="419632" y="8616"/>
                    <a:pt x="444367" y="19638"/>
                  </a:cubicBezTo>
                  <a:cubicBezTo>
                    <a:pt x="454507" y="24645"/>
                    <a:pt x="463819" y="31180"/>
                    <a:pt x="471975" y="39015"/>
                  </a:cubicBezTo>
                  <a:cubicBezTo>
                    <a:pt x="478071" y="48005"/>
                    <a:pt x="482740" y="57883"/>
                    <a:pt x="485816" y="68300"/>
                  </a:cubicBezTo>
                  <a:cubicBezTo>
                    <a:pt x="492662" y="90445"/>
                    <a:pt x="483264" y="114265"/>
                    <a:pt x="471173" y="133934"/>
                  </a:cubicBezTo>
                  <a:close/>
                </a:path>
              </a:pathLst>
            </a:custGeom>
            <a:solidFill>
              <a:srgbClr val="000000">
                <a:alpha val="10000"/>
              </a:srgbClr>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3" name="任意多边形: 形状 52">
              <a:extLst>
                <a:ext uri="{FF2B5EF4-FFF2-40B4-BE49-F238E27FC236}">
                  <a16:creationId xmlns:a16="http://schemas.microsoft.com/office/drawing/2014/main" id="{612E7F94-03F1-442F-A12E-14DB77C40EB3}"/>
                </a:ext>
              </a:extLst>
            </p:cNvPr>
            <p:cNvSpPr/>
            <p:nvPr/>
          </p:nvSpPr>
          <p:spPr>
            <a:xfrm>
              <a:off x="2742316" y="770599"/>
              <a:ext cx="603135" cy="496646"/>
            </a:xfrm>
            <a:custGeom>
              <a:avLst/>
              <a:gdLst>
                <a:gd name="connsiteX0" fmla="*/ 586136 w 603135"/>
                <a:gd name="connsiteY0" fmla="*/ 184982 h 496646"/>
                <a:gd name="connsiteX1" fmla="*/ 570110 w 603135"/>
                <a:gd name="connsiteY1" fmla="*/ 207856 h 496646"/>
                <a:gd name="connsiteX2" fmla="*/ 533104 w 603135"/>
                <a:gd name="connsiteY2" fmla="*/ 246173 h 496646"/>
                <a:gd name="connsiteX3" fmla="*/ 508118 w 603135"/>
                <a:gd name="connsiteY3" fmla="*/ 265769 h 496646"/>
                <a:gd name="connsiteX4" fmla="*/ 457636 w 603135"/>
                <a:gd name="connsiteY4" fmla="*/ 295927 h 496646"/>
                <a:gd name="connsiteX5" fmla="*/ 296062 w 603135"/>
                <a:gd name="connsiteY5" fmla="*/ 353840 h 496646"/>
                <a:gd name="connsiteX6" fmla="*/ 188031 w 603135"/>
                <a:gd name="connsiteY6" fmla="*/ 385237 h 496646"/>
                <a:gd name="connsiteX7" fmla="*/ 3001 w 603135"/>
                <a:gd name="connsiteY7" fmla="*/ 495526 h 496646"/>
                <a:gd name="connsiteX8" fmla="*/ 114935 w 603135"/>
                <a:gd name="connsiteY8" fmla="*/ 384829 h 496646"/>
                <a:gd name="connsiteX9" fmla="*/ 121231 w 603135"/>
                <a:gd name="connsiteY9" fmla="*/ 389608 h 496646"/>
                <a:gd name="connsiteX10" fmla="*/ 86192 w 603135"/>
                <a:gd name="connsiteY10" fmla="*/ 322516 h 496646"/>
                <a:gd name="connsiteX11" fmla="*/ 85099 w 603135"/>
                <a:gd name="connsiteY11" fmla="*/ 185565 h 496646"/>
                <a:gd name="connsiteX12" fmla="*/ 163628 w 603135"/>
                <a:gd name="connsiteY12" fmla="*/ 77461 h 496646"/>
                <a:gd name="connsiteX13" fmla="*/ 216879 w 603135"/>
                <a:gd name="connsiteY13" fmla="*/ 47448 h 496646"/>
                <a:gd name="connsiteX14" fmla="*/ 222051 w 603135"/>
                <a:gd name="connsiteY14" fmla="*/ 40455 h 496646"/>
                <a:gd name="connsiteX15" fmla="*/ 224091 w 603135"/>
                <a:gd name="connsiteY15" fmla="*/ 36740 h 496646"/>
                <a:gd name="connsiteX16" fmla="*/ 229846 w 603135"/>
                <a:gd name="connsiteY16" fmla="*/ 25595 h 496646"/>
                <a:gd name="connsiteX17" fmla="*/ 262335 w 603135"/>
                <a:gd name="connsiteY17" fmla="*/ 20933 h 496646"/>
                <a:gd name="connsiteX18" fmla="*/ 265977 w 603135"/>
                <a:gd name="connsiteY18" fmla="*/ 21297 h 496646"/>
                <a:gd name="connsiteX19" fmla="*/ 272095 w 603135"/>
                <a:gd name="connsiteY19" fmla="*/ 21588 h 496646"/>
                <a:gd name="connsiteX20" fmla="*/ 393094 w 603135"/>
                <a:gd name="connsiteY20" fmla="*/ -120 h 496646"/>
                <a:gd name="connsiteX21" fmla="*/ 516058 w 603135"/>
                <a:gd name="connsiteY21" fmla="*/ 43661 h 496646"/>
                <a:gd name="connsiteX22" fmla="*/ 538787 w 603135"/>
                <a:gd name="connsiteY22" fmla="*/ 53932 h 496646"/>
                <a:gd name="connsiteX23" fmla="*/ 600779 w 603135"/>
                <a:gd name="connsiteY23" fmla="*/ 119348 h 496646"/>
                <a:gd name="connsiteX24" fmla="*/ 586136 w 603135"/>
                <a:gd name="connsiteY24" fmla="*/ 184982 h 4966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03135" h="496646">
                  <a:moveTo>
                    <a:pt x="586136" y="184982"/>
                  </a:moveTo>
                  <a:cubicBezTo>
                    <a:pt x="581246" y="192913"/>
                    <a:pt x="575895" y="200551"/>
                    <a:pt x="570110" y="207856"/>
                  </a:cubicBezTo>
                  <a:cubicBezTo>
                    <a:pt x="559065" y="221814"/>
                    <a:pt x="546669" y="234649"/>
                    <a:pt x="533104" y="246173"/>
                  </a:cubicBezTo>
                  <a:cubicBezTo>
                    <a:pt x="525118" y="253130"/>
                    <a:pt x="516778" y="259671"/>
                    <a:pt x="508118" y="265769"/>
                  </a:cubicBezTo>
                  <a:cubicBezTo>
                    <a:pt x="492067" y="277067"/>
                    <a:pt x="475192" y="287148"/>
                    <a:pt x="457636" y="295927"/>
                  </a:cubicBezTo>
                  <a:cubicBezTo>
                    <a:pt x="406497" y="321715"/>
                    <a:pt x="351134" y="337887"/>
                    <a:pt x="296062" y="353840"/>
                  </a:cubicBezTo>
                  <a:cubicBezTo>
                    <a:pt x="260076" y="364330"/>
                    <a:pt x="224066" y="374796"/>
                    <a:pt x="188031" y="385237"/>
                  </a:cubicBezTo>
                  <a:cubicBezTo>
                    <a:pt x="150369" y="413720"/>
                    <a:pt x="24199" y="507182"/>
                    <a:pt x="3001" y="495526"/>
                  </a:cubicBezTo>
                  <a:cubicBezTo>
                    <a:pt x="-21984" y="481758"/>
                    <a:pt x="114935" y="384829"/>
                    <a:pt x="114935" y="384829"/>
                  </a:cubicBezTo>
                  <a:lnTo>
                    <a:pt x="121231" y="389608"/>
                  </a:lnTo>
                  <a:cubicBezTo>
                    <a:pt x="101198" y="377005"/>
                    <a:pt x="90709" y="347794"/>
                    <a:pt x="86192" y="322516"/>
                  </a:cubicBezTo>
                  <a:cubicBezTo>
                    <a:pt x="78179" y="277279"/>
                    <a:pt x="74391" y="230293"/>
                    <a:pt x="85099" y="185565"/>
                  </a:cubicBezTo>
                  <a:cubicBezTo>
                    <a:pt x="95807" y="140910"/>
                    <a:pt x="122688" y="98368"/>
                    <a:pt x="163628" y="77461"/>
                  </a:cubicBezTo>
                  <a:cubicBezTo>
                    <a:pt x="181767" y="68136"/>
                    <a:pt x="203766" y="61799"/>
                    <a:pt x="216879" y="47448"/>
                  </a:cubicBezTo>
                  <a:cubicBezTo>
                    <a:pt x="218866" y="45324"/>
                    <a:pt x="220602" y="42978"/>
                    <a:pt x="222051" y="40455"/>
                  </a:cubicBezTo>
                  <a:cubicBezTo>
                    <a:pt x="222844" y="39282"/>
                    <a:pt x="223527" y="38039"/>
                    <a:pt x="224091" y="36740"/>
                  </a:cubicBezTo>
                  <a:cubicBezTo>
                    <a:pt x="225538" y="32800"/>
                    <a:pt x="227471" y="29056"/>
                    <a:pt x="229846" y="25595"/>
                  </a:cubicBezTo>
                  <a:cubicBezTo>
                    <a:pt x="237349" y="16926"/>
                    <a:pt x="250971" y="19549"/>
                    <a:pt x="262335" y="20933"/>
                  </a:cubicBezTo>
                  <a:cubicBezTo>
                    <a:pt x="263573" y="21078"/>
                    <a:pt x="264738" y="21224"/>
                    <a:pt x="265977" y="21297"/>
                  </a:cubicBezTo>
                  <a:cubicBezTo>
                    <a:pt x="268010" y="21503"/>
                    <a:pt x="270052" y="21600"/>
                    <a:pt x="272095" y="21588"/>
                  </a:cubicBezTo>
                  <a:cubicBezTo>
                    <a:pt x="312671" y="22462"/>
                    <a:pt x="352009" y="-120"/>
                    <a:pt x="393094" y="-120"/>
                  </a:cubicBezTo>
                  <a:cubicBezTo>
                    <a:pt x="438113" y="-193"/>
                    <a:pt x="476429" y="25886"/>
                    <a:pt x="516058" y="43661"/>
                  </a:cubicBezTo>
                  <a:cubicBezTo>
                    <a:pt x="524071" y="47303"/>
                    <a:pt x="531648" y="50581"/>
                    <a:pt x="538787" y="53932"/>
                  </a:cubicBezTo>
                  <a:cubicBezTo>
                    <a:pt x="567415" y="67263"/>
                    <a:pt x="588977" y="81468"/>
                    <a:pt x="600779" y="119348"/>
                  </a:cubicBezTo>
                  <a:cubicBezTo>
                    <a:pt x="607626" y="141493"/>
                    <a:pt x="598228" y="165314"/>
                    <a:pt x="586136" y="184982"/>
                  </a:cubicBezTo>
                  <a:close/>
                </a:path>
              </a:pathLst>
            </a:custGeom>
            <a:solidFill>
              <a:srgbClr val="3F3D56"/>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4" name="任意多边形: 形状 53">
              <a:extLst>
                <a:ext uri="{FF2B5EF4-FFF2-40B4-BE49-F238E27FC236}">
                  <a16:creationId xmlns:a16="http://schemas.microsoft.com/office/drawing/2014/main" id="{D74C3FA2-ACF1-4903-B0E4-2FB2E18DDA69}"/>
                </a:ext>
              </a:extLst>
            </p:cNvPr>
            <p:cNvSpPr/>
            <p:nvPr/>
          </p:nvSpPr>
          <p:spPr>
            <a:xfrm>
              <a:off x="2959239" y="792015"/>
              <a:ext cx="57769" cy="31222"/>
            </a:xfrm>
            <a:custGeom>
              <a:avLst/>
              <a:gdLst>
                <a:gd name="connsiteX0" fmla="*/ 55173 w 57769"/>
                <a:gd name="connsiteY0" fmla="*/ 172 h 31222"/>
                <a:gd name="connsiteX1" fmla="*/ 50875 w 57769"/>
                <a:gd name="connsiteY1" fmla="*/ 23920 h 31222"/>
                <a:gd name="connsiteX2" fmla="*/ 33829 w 57769"/>
                <a:gd name="connsiteY2" fmla="*/ 29966 h 31222"/>
                <a:gd name="connsiteX3" fmla="*/ 20571 w 57769"/>
                <a:gd name="connsiteY3" fmla="*/ 30986 h 31222"/>
                <a:gd name="connsiteX4" fmla="*/ 3015 w 57769"/>
                <a:gd name="connsiteY4" fmla="*/ 27999 h 31222"/>
                <a:gd name="connsiteX5" fmla="*/ -45 w 57769"/>
                <a:gd name="connsiteY5" fmla="*/ 26032 h 31222"/>
                <a:gd name="connsiteX6" fmla="*/ 5127 w 57769"/>
                <a:gd name="connsiteY6" fmla="*/ 19039 h 31222"/>
                <a:gd name="connsiteX7" fmla="*/ 11246 w 57769"/>
                <a:gd name="connsiteY7" fmla="*/ 19330 h 31222"/>
                <a:gd name="connsiteX8" fmla="*/ 33100 w 57769"/>
                <a:gd name="connsiteY8" fmla="*/ 15615 h 31222"/>
                <a:gd name="connsiteX9" fmla="*/ 41332 w 57769"/>
                <a:gd name="connsiteY9" fmla="*/ 11682 h 31222"/>
                <a:gd name="connsiteX10" fmla="*/ 49053 w 57769"/>
                <a:gd name="connsiteY10" fmla="*/ -120 h 312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769" h="31222">
                  <a:moveTo>
                    <a:pt x="55173" y="172"/>
                  </a:moveTo>
                  <a:cubicBezTo>
                    <a:pt x="59809" y="8062"/>
                    <a:pt x="57982" y="18155"/>
                    <a:pt x="50875" y="23920"/>
                  </a:cubicBezTo>
                  <a:cubicBezTo>
                    <a:pt x="45862" y="27473"/>
                    <a:pt x="39961" y="29567"/>
                    <a:pt x="33829" y="29966"/>
                  </a:cubicBezTo>
                  <a:cubicBezTo>
                    <a:pt x="29433" y="30562"/>
                    <a:pt x="25006" y="30902"/>
                    <a:pt x="20571" y="30986"/>
                  </a:cubicBezTo>
                  <a:cubicBezTo>
                    <a:pt x="14561" y="31470"/>
                    <a:pt x="8526" y="30443"/>
                    <a:pt x="3015" y="27999"/>
                  </a:cubicBezTo>
                  <a:cubicBezTo>
                    <a:pt x="1942" y="27429"/>
                    <a:pt x="919" y="26771"/>
                    <a:pt x="-45" y="26032"/>
                  </a:cubicBezTo>
                  <a:cubicBezTo>
                    <a:pt x="1943" y="23908"/>
                    <a:pt x="3678" y="21561"/>
                    <a:pt x="5127" y="19039"/>
                  </a:cubicBezTo>
                  <a:cubicBezTo>
                    <a:pt x="6147" y="19840"/>
                    <a:pt x="7167" y="19622"/>
                    <a:pt x="11246" y="19330"/>
                  </a:cubicBezTo>
                  <a:cubicBezTo>
                    <a:pt x="18653" y="18970"/>
                    <a:pt x="25990" y="17723"/>
                    <a:pt x="33100" y="15615"/>
                  </a:cubicBezTo>
                  <a:cubicBezTo>
                    <a:pt x="36066" y="14830"/>
                    <a:pt x="38858" y="13496"/>
                    <a:pt x="41332" y="11682"/>
                  </a:cubicBezTo>
                  <a:cubicBezTo>
                    <a:pt x="44977" y="8563"/>
                    <a:pt x="47656" y="4469"/>
                    <a:pt x="49053" y="-120"/>
                  </a:cubicBezTo>
                  <a:close/>
                </a:path>
              </a:pathLst>
            </a:custGeom>
            <a:solidFill>
              <a:srgbClr val="000000">
                <a:alpha val="10000"/>
              </a:srgbClr>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5" name="任意多边形: 形状 54">
              <a:extLst>
                <a:ext uri="{FF2B5EF4-FFF2-40B4-BE49-F238E27FC236}">
                  <a16:creationId xmlns:a16="http://schemas.microsoft.com/office/drawing/2014/main" id="{3F27BED4-5788-4229-8F79-733F4173DBA6}"/>
                </a:ext>
              </a:extLst>
            </p:cNvPr>
            <p:cNvSpPr/>
            <p:nvPr/>
          </p:nvSpPr>
          <p:spPr>
            <a:xfrm>
              <a:off x="2859995" y="1153962"/>
              <a:ext cx="68540" cy="9864"/>
            </a:xfrm>
            <a:custGeom>
              <a:avLst/>
              <a:gdLst>
                <a:gd name="connsiteX0" fmla="*/ -45 w 68540"/>
                <a:gd name="connsiteY0" fmla="*/ 393 h 9864"/>
                <a:gd name="connsiteX1" fmla="*/ 18643 w 68540"/>
                <a:gd name="connsiteY1" fmla="*/ 7350 h 9864"/>
                <a:gd name="connsiteX2" fmla="*/ 68495 w 68540"/>
                <a:gd name="connsiteY2" fmla="*/ -120 h 9864"/>
              </a:gdLst>
              <a:ahLst/>
              <a:cxnLst>
                <a:cxn ang="0">
                  <a:pos x="connsiteX0" y="connsiteY0"/>
                </a:cxn>
                <a:cxn ang="0">
                  <a:pos x="connsiteX1" y="connsiteY1"/>
                </a:cxn>
                <a:cxn ang="0">
                  <a:pos x="connsiteX2" y="connsiteY2"/>
                </a:cxn>
              </a:cxnLst>
              <a:rect l="l" t="t" r="r" b="b"/>
              <a:pathLst>
                <a:path w="68540" h="9864">
                  <a:moveTo>
                    <a:pt x="-45" y="393"/>
                  </a:moveTo>
                  <a:cubicBezTo>
                    <a:pt x="5654" y="3944"/>
                    <a:pt x="12009" y="6310"/>
                    <a:pt x="18643" y="7350"/>
                  </a:cubicBezTo>
                  <a:cubicBezTo>
                    <a:pt x="35553" y="12266"/>
                    <a:pt x="53768" y="9536"/>
                    <a:pt x="68495" y="-120"/>
                  </a:cubicBezTo>
                </a:path>
              </a:pathLst>
            </a:custGeom>
            <a:solidFill>
              <a:srgbClr val="000000">
                <a:alpha val="10000"/>
              </a:srgbClr>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grpSp>
      <p:sp>
        <p:nvSpPr>
          <p:cNvPr id="59" name="文本框 58">
            <a:extLst>
              <a:ext uri="{FF2B5EF4-FFF2-40B4-BE49-F238E27FC236}">
                <a16:creationId xmlns:a16="http://schemas.microsoft.com/office/drawing/2014/main" id="{B5E92D72-C1EE-4F32-963C-DFA2E159A3AA}"/>
              </a:ext>
            </a:extLst>
          </p:cNvPr>
          <p:cNvSpPr txBox="1"/>
          <p:nvPr/>
        </p:nvSpPr>
        <p:spPr>
          <a:xfrm>
            <a:off x="542580" y="5971405"/>
            <a:ext cx="1457450" cy="338554"/>
          </a:xfrm>
          <a:prstGeom prst="rect">
            <a:avLst/>
          </a:prstGeom>
          <a:noFill/>
        </p:spPr>
        <p:txBody>
          <a:bodyPr wrap="square" lIns="91440" tIns="45720" rIns="91440" bIns="45720" rtlCol="0">
            <a:spAutoFit/>
          </a:bodyPr>
          <a:lstStyle>
            <a:defPPr>
              <a:defRPr lang="zh-CN"/>
            </a:defPPr>
            <a:lvl1pPr algn="just">
              <a:defRPr sz="1600">
                <a:solidFill>
                  <a:schemeClr val="bg2">
                    <a:lumMod val="50000"/>
                  </a:schemeClr>
                </a:solidFill>
                <a:latin typeface="IBM Plex Sans Light" panose="020B0403050203000203" pitchFamily="34" charset="0"/>
                <a:ea typeface="微软雅黑 Light" panose="020B0502040204020203" pitchFamily="34" charset="-122"/>
                <a:cs typeface="Calibri"/>
              </a:defRPr>
            </a:lvl1pPr>
          </a:lstStyle>
          <a:p>
            <a:r>
              <a:rPr lang="zh-CN" altLang="en-US" dirty="0">
                <a:latin typeface="微软雅黑 Light" panose="020B0502040204020203" pitchFamily="34" charset="-122"/>
              </a:rPr>
              <a:t>检错</a:t>
            </a:r>
            <a:r>
              <a:rPr lang="en-US" altLang="zh-CN" dirty="0">
                <a:latin typeface="微软雅黑 Light" panose="020B0502040204020203" pitchFamily="34" charset="-122"/>
              </a:rPr>
              <a:t>==</a:t>
            </a:r>
            <a:r>
              <a:rPr lang="zh-CN" altLang="en-US" dirty="0">
                <a:latin typeface="微软雅黑 Light" panose="020B0502040204020203" pitchFamily="34" charset="-122"/>
              </a:rPr>
              <a:t>纠错？</a:t>
            </a:r>
          </a:p>
        </p:txBody>
      </p:sp>
    </p:spTree>
    <p:extLst>
      <p:ext uri="{BB962C8B-B14F-4D97-AF65-F5344CB8AC3E}">
        <p14:creationId xmlns:p14="http://schemas.microsoft.com/office/powerpoint/2010/main" val="33084796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Char"/>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a:extLst>
              <a:ext uri="{FF2B5EF4-FFF2-40B4-BE49-F238E27FC236}">
                <a16:creationId xmlns:a16="http://schemas.microsoft.com/office/drawing/2014/main" id="{680003E4-6F4B-42ED-B3A5-B7B93BFB7B8B}"/>
              </a:ext>
            </a:extLst>
          </p:cNvPr>
          <p:cNvSpPr>
            <a:spLocks noGrp="1"/>
          </p:cNvSpPr>
          <p:nvPr>
            <p:ph type="title"/>
          </p:nvPr>
        </p:nvSpPr>
        <p:spPr/>
        <p:txBody>
          <a:bodyPr/>
          <a:lstStyle/>
          <a:p>
            <a:r>
              <a:rPr lang="en-US" altLang="zh-CN" dirty="0"/>
              <a:t>PPP</a:t>
            </a:r>
            <a:r>
              <a:rPr lang="zh-CN" altLang="en-US" dirty="0"/>
              <a:t>的协议组成要素</a:t>
            </a:r>
          </a:p>
        </p:txBody>
      </p:sp>
      <p:sp>
        <p:nvSpPr>
          <p:cNvPr id="4" name="文本占位符 3">
            <a:extLst>
              <a:ext uri="{FF2B5EF4-FFF2-40B4-BE49-F238E27FC236}">
                <a16:creationId xmlns:a16="http://schemas.microsoft.com/office/drawing/2014/main" id="{D81DE4BE-D5F7-4413-B006-C7ED23CA6945}"/>
              </a:ext>
            </a:extLst>
          </p:cNvPr>
          <p:cNvSpPr>
            <a:spLocks noGrp="1"/>
          </p:cNvSpPr>
          <p:nvPr>
            <p:ph type="body" sz="quarter" idx="11"/>
          </p:nvPr>
        </p:nvSpPr>
        <p:spPr/>
        <p:txBody>
          <a:bodyPr/>
          <a:lstStyle/>
          <a:p>
            <a:r>
              <a:rPr lang="en-US" altLang="zh-CN" dirty="0"/>
              <a:t>Point to Point Protocol </a:t>
            </a:r>
          </a:p>
        </p:txBody>
      </p:sp>
      <p:sp>
        <p:nvSpPr>
          <p:cNvPr id="3" name="文本占位符 2">
            <a:extLst>
              <a:ext uri="{FF2B5EF4-FFF2-40B4-BE49-F238E27FC236}">
                <a16:creationId xmlns:a16="http://schemas.microsoft.com/office/drawing/2014/main" id="{20AA8CDF-E629-424B-BA0A-F3F50A349EB3}"/>
              </a:ext>
            </a:extLst>
          </p:cNvPr>
          <p:cNvSpPr>
            <a:spLocks noGrp="1"/>
          </p:cNvSpPr>
          <p:nvPr>
            <p:ph type="body" sz="quarter" idx="12"/>
          </p:nvPr>
        </p:nvSpPr>
        <p:spPr/>
        <p:txBody>
          <a:bodyPr/>
          <a:lstStyle/>
          <a:p>
            <a:r>
              <a:rPr lang="zh-CN" altLang="en-US" dirty="0"/>
              <a:t>封帧</a:t>
            </a:r>
          </a:p>
          <a:p>
            <a:r>
              <a:rPr lang="zh-CN" altLang="en-US" dirty="0"/>
              <a:t>链路控制协议</a:t>
            </a:r>
            <a:r>
              <a:rPr lang="en-US" altLang="zh-CN" dirty="0"/>
              <a:t>LCP</a:t>
            </a:r>
          </a:p>
          <a:p>
            <a:r>
              <a:rPr lang="zh-CN" altLang="en-US" dirty="0"/>
              <a:t>网络控制协议</a:t>
            </a:r>
            <a:r>
              <a:rPr lang="en-US" altLang="zh-CN" dirty="0"/>
              <a:t>NCP</a:t>
            </a:r>
            <a:endParaRPr lang="zh-CN" altLang="en-US" dirty="0"/>
          </a:p>
        </p:txBody>
      </p:sp>
    </p:spTree>
    <p:extLst>
      <p:ext uri="{BB962C8B-B14F-4D97-AF65-F5344CB8AC3E}">
        <p14:creationId xmlns:p14="http://schemas.microsoft.com/office/powerpoint/2010/main" val="3163673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Char"/>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a:extLst>
              <a:ext uri="{FF2B5EF4-FFF2-40B4-BE49-F238E27FC236}">
                <a16:creationId xmlns:a16="http://schemas.microsoft.com/office/drawing/2014/main" id="{680003E4-6F4B-42ED-B3A5-B7B93BFB7B8B}"/>
              </a:ext>
            </a:extLst>
          </p:cNvPr>
          <p:cNvSpPr>
            <a:spLocks noGrp="1"/>
          </p:cNvSpPr>
          <p:nvPr>
            <p:ph type="title"/>
          </p:nvPr>
        </p:nvSpPr>
        <p:spPr/>
        <p:txBody>
          <a:bodyPr/>
          <a:lstStyle/>
          <a:p>
            <a:r>
              <a:rPr lang="en-US" altLang="zh-CN" dirty="0"/>
              <a:t>PPP</a:t>
            </a:r>
            <a:r>
              <a:rPr lang="zh-CN" altLang="en-US" dirty="0"/>
              <a:t>的帧格式</a:t>
            </a:r>
          </a:p>
        </p:txBody>
      </p:sp>
      <p:sp>
        <p:nvSpPr>
          <p:cNvPr id="4" name="文本占位符 3">
            <a:extLst>
              <a:ext uri="{FF2B5EF4-FFF2-40B4-BE49-F238E27FC236}">
                <a16:creationId xmlns:a16="http://schemas.microsoft.com/office/drawing/2014/main" id="{D81DE4BE-D5F7-4413-B006-C7ED23CA6945}"/>
              </a:ext>
            </a:extLst>
          </p:cNvPr>
          <p:cNvSpPr>
            <a:spLocks noGrp="1"/>
          </p:cNvSpPr>
          <p:nvPr>
            <p:ph type="body" sz="quarter" idx="11"/>
          </p:nvPr>
        </p:nvSpPr>
        <p:spPr/>
        <p:txBody>
          <a:bodyPr/>
          <a:lstStyle/>
          <a:p>
            <a:r>
              <a:rPr lang="en-US" altLang="zh-CN" dirty="0"/>
              <a:t>Point to Point Protocol </a:t>
            </a:r>
          </a:p>
        </p:txBody>
      </p:sp>
      <p:sp>
        <p:nvSpPr>
          <p:cNvPr id="3" name="文本占位符 2">
            <a:extLst>
              <a:ext uri="{FF2B5EF4-FFF2-40B4-BE49-F238E27FC236}">
                <a16:creationId xmlns:a16="http://schemas.microsoft.com/office/drawing/2014/main" id="{20AA8CDF-E629-424B-BA0A-F3F50A349EB3}"/>
              </a:ext>
            </a:extLst>
          </p:cNvPr>
          <p:cNvSpPr>
            <a:spLocks noGrp="1"/>
          </p:cNvSpPr>
          <p:nvPr>
            <p:ph type="body" sz="quarter" idx="12"/>
          </p:nvPr>
        </p:nvSpPr>
        <p:spPr/>
        <p:txBody>
          <a:bodyPr/>
          <a:lstStyle/>
          <a:p>
            <a:r>
              <a:rPr lang="en-US" altLang="zh-CN" dirty="0"/>
              <a:t>F</a:t>
            </a:r>
            <a:r>
              <a:rPr lang="zh-CN" altLang="en-US" dirty="0"/>
              <a:t>字段：</a:t>
            </a:r>
            <a:r>
              <a:rPr lang="en-US" altLang="zh-CN" dirty="0"/>
              <a:t>0x7E</a:t>
            </a:r>
            <a:r>
              <a:rPr lang="zh-CN" altLang="en-US" dirty="0"/>
              <a:t>，即：</a:t>
            </a:r>
            <a:r>
              <a:rPr lang="en-US" altLang="zh-CN" dirty="0"/>
              <a:t>0111 1110</a:t>
            </a:r>
            <a:r>
              <a:rPr lang="zh-CN" altLang="en-US" dirty="0"/>
              <a:t>，标记一个</a:t>
            </a:r>
            <a:r>
              <a:rPr lang="en-US" altLang="zh-CN" dirty="0"/>
              <a:t>PP</a:t>
            </a:r>
            <a:r>
              <a:rPr lang="zh-CN" altLang="en-US" dirty="0"/>
              <a:t>帧的开始和结束，帧界定符</a:t>
            </a:r>
            <a:endParaRPr lang="en-US" altLang="zh-CN" dirty="0"/>
          </a:p>
          <a:p>
            <a:r>
              <a:rPr lang="en-US" altLang="zh-CN" dirty="0"/>
              <a:t>A</a:t>
            </a:r>
            <a:r>
              <a:rPr lang="zh-CN" altLang="en-US" dirty="0"/>
              <a:t>字段：没有指定</a:t>
            </a:r>
            <a:endParaRPr lang="en-US" altLang="zh-CN" dirty="0"/>
          </a:p>
          <a:p>
            <a:r>
              <a:rPr lang="en-US" altLang="zh-CN" dirty="0"/>
              <a:t>C</a:t>
            </a:r>
            <a:r>
              <a:rPr lang="zh-CN" altLang="en-US" dirty="0"/>
              <a:t>字段：没有指定</a:t>
            </a:r>
            <a:endParaRPr lang="en-US" altLang="zh-CN" dirty="0"/>
          </a:p>
          <a:p>
            <a:r>
              <a:rPr lang="zh-CN" altLang="en-US" dirty="0"/>
              <a:t>协议字段：</a:t>
            </a:r>
            <a:r>
              <a:rPr lang="en-US" altLang="zh-CN" dirty="0"/>
              <a:t>ox0021</a:t>
            </a:r>
            <a:r>
              <a:rPr lang="zh-CN" altLang="en-US" dirty="0"/>
              <a:t>（</a:t>
            </a:r>
            <a:r>
              <a:rPr lang="en-US" altLang="zh-CN" dirty="0"/>
              <a:t>IP</a:t>
            </a:r>
            <a:r>
              <a:rPr lang="zh-CN" altLang="en-US" dirty="0"/>
              <a:t>数据报）、</a:t>
            </a:r>
            <a:r>
              <a:rPr lang="en-US" altLang="zh-CN" dirty="0"/>
              <a:t>oxC021</a:t>
            </a:r>
            <a:r>
              <a:rPr lang="zh-CN" altLang="en-US" dirty="0"/>
              <a:t>（链路控制协议）、</a:t>
            </a:r>
            <a:r>
              <a:rPr lang="en-US" altLang="zh-CN" dirty="0"/>
              <a:t>ox8021</a:t>
            </a:r>
            <a:r>
              <a:rPr lang="zh-CN" altLang="en-US" dirty="0"/>
              <a:t>（网络层控制数据）</a:t>
            </a:r>
            <a:endParaRPr lang="en-US" altLang="zh-CN" dirty="0"/>
          </a:p>
          <a:p>
            <a:r>
              <a:rPr lang="en-US" altLang="zh-CN" dirty="0"/>
              <a:t>FCS</a:t>
            </a:r>
            <a:r>
              <a:rPr lang="zh-CN" altLang="en-US" dirty="0"/>
              <a:t>：帧校验序列</a:t>
            </a:r>
          </a:p>
        </p:txBody>
      </p:sp>
      <p:graphicFrame>
        <p:nvGraphicFramePr>
          <p:cNvPr id="5" name="表格 4">
            <a:extLst>
              <a:ext uri="{FF2B5EF4-FFF2-40B4-BE49-F238E27FC236}">
                <a16:creationId xmlns:a16="http://schemas.microsoft.com/office/drawing/2014/main" id="{D66C2F70-9781-4DF9-A9F3-0305BF8980AB}"/>
              </a:ext>
            </a:extLst>
          </p:cNvPr>
          <p:cNvGraphicFramePr>
            <a:graphicFrameLocks noGrp="1" noChangeAspect="1"/>
          </p:cNvGraphicFramePr>
          <p:nvPr>
            <p:extLst>
              <p:ext uri="{D42A27DB-BD31-4B8C-83A1-F6EECF244321}">
                <p14:modId xmlns:p14="http://schemas.microsoft.com/office/powerpoint/2010/main" val="2899944814"/>
              </p:ext>
            </p:extLst>
          </p:nvPr>
        </p:nvGraphicFramePr>
        <p:xfrm>
          <a:off x="4026000" y="3658425"/>
          <a:ext cx="5039400" cy="1439999"/>
        </p:xfrm>
        <a:graphic>
          <a:graphicData uri="http://schemas.openxmlformats.org/drawingml/2006/table">
            <a:tbl>
              <a:tblPr firstRow="1" firstCol="1" bandRow="1"/>
              <a:tblGrid>
                <a:gridCol w="468000">
                  <a:extLst>
                    <a:ext uri="{9D8B030D-6E8A-4147-A177-3AD203B41FA5}">
                      <a16:colId xmlns:a16="http://schemas.microsoft.com/office/drawing/2014/main" val="2259479152"/>
                    </a:ext>
                  </a:extLst>
                </a:gridCol>
                <a:gridCol w="468000">
                  <a:extLst>
                    <a:ext uri="{9D8B030D-6E8A-4147-A177-3AD203B41FA5}">
                      <a16:colId xmlns:a16="http://schemas.microsoft.com/office/drawing/2014/main" val="1750968587"/>
                    </a:ext>
                  </a:extLst>
                </a:gridCol>
                <a:gridCol w="468000">
                  <a:extLst>
                    <a:ext uri="{9D8B030D-6E8A-4147-A177-3AD203B41FA5}">
                      <a16:colId xmlns:a16="http://schemas.microsoft.com/office/drawing/2014/main" val="2609119287"/>
                    </a:ext>
                  </a:extLst>
                </a:gridCol>
                <a:gridCol w="936000">
                  <a:extLst>
                    <a:ext uri="{9D8B030D-6E8A-4147-A177-3AD203B41FA5}">
                      <a16:colId xmlns:a16="http://schemas.microsoft.com/office/drawing/2014/main" val="2482875602"/>
                    </a:ext>
                  </a:extLst>
                </a:gridCol>
                <a:gridCol w="1295400">
                  <a:extLst>
                    <a:ext uri="{9D8B030D-6E8A-4147-A177-3AD203B41FA5}">
                      <a16:colId xmlns:a16="http://schemas.microsoft.com/office/drawing/2014/main" val="3206019414"/>
                    </a:ext>
                  </a:extLst>
                </a:gridCol>
                <a:gridCol w="936000">
                  <a:extLst>
                    <a:ext uri="{9D8B030D-6E8A-4147-A177-3AD203B41FA5}">
                      <a16:colId xmlns:a16="http://schemas.microsoft.com/office/drawing/2014/main" val="3303275222"/>
                    </a:ext>
                  </a:extLst>
                </a:gridCol>
                <a:gridCol w="468000">
                  <a:extLst>
                    <a:ext uri="{9D8B030D-6E8A-4147-A177-3AD203B41FA5}">
                      <a16:colId xmlns:a16="http://schemas.microsoft.com/office/drawing/2014/main" val="1685930520"/>
                    </a:ext>
                  </a:extLst>
                </a:gridCol>
              </a:tblGrid>
              <a:tr h="205711">
                <a:tc gridSpan="4">
                  <a:txBody>
                    <a:bodyPr/>
                    <a:lstStyle/>
                    <a:p>
                      <a:pPr algn="ctr"/>
                      <a:r>
                        <a:rPr lang="zh-CN" altLang="en-US" sz="1200" b="0" kern="100" baseline="0" dirty="0">
                          <a:effectLst/>
                          <a:latin typeface="Courier New" panose="02070309020205020404" pitchFamily="49" charset="0"/>
                          <a:ea typeface="微软雅黑" panose="020B0503020204020204" pitchFamily="34" charset="-122"/>
                          <a:cs typeface="Poppins Light" panose="00000400000000000000" pitchFamily="2" charset="0"/>
                          <a:sym typeface="Wingdings 3" panose="05040102010807070707" pitchFamily="18" charset="2"/>
                        </a:rPr>
                        <a:t></a:t>
                      </a:r>
                      <a:r>
                        <a:rPr lang="en-US" altLang="zh-CN" sz="1200" b="0" kern="100" baseline="0" dirty="0">
                          <a:effectLst/>
                          <a:latin typeface="Courier New" panose="02070309020205020404" pitchFamily="49" charset="0"/>
                          <a:ea typeface="微软雅黑" panose="020B0503020204020204" pitchFamily="34" charset="-122"/>
                          <a:cs typeface="Poppins Light" panose="00000400000000000000" pitchFamily="2" charset="0"/>
                          <a:sym typeface="Wingdings 3" panose="05040102010807070707" pitchFamily="18" charset="2"/>
                        </a:rPr>
                        <a:t>Header</a:t>
                      </a:r>
                      <a:r>
                        <a:rPr lang="zh-CN" altLang="en-US" sz="1200" b="0" kern="100" baseline="0" dirty="0">
                          <a:effectLst/>
                          <a:latin typeface="Courier New" panose="02070309020205020404" pitchFamily="49" charset="0"/>
                          <a:ea typeface="微软雅黑" panose="020B0503020204020204" pitchFamily="34" charset="-122"/>
                          <a:cs typeface="Poppins Light" panose="00000400000000000000" pitchFamily="2" charset="0"/>
                          <a:sym typeface="Wingdings 3" panose="05040102010807070707" pitchFamily="18" charset="2"/>
                        </a:rPr>
                        <a:t></a:t>
                      </a:r>
                      <a:endParaRPr lang="zh-CN" sz="1200" b="0" kern="100" baseline="0" dirty="0">
                        <a:effectLst/>
                        <a:latin typeface="Courier New" panose="02070309020205020404" pitchFamily="49" charset="0"/>
                        <a:ea typeface="微软雅黑" panose="020B0503020204020204" pitchFamily="34" charset="-122"/>
                        <a:cs typeface="Poppins Light" panose="00000400000000000000" pitchFamily="2"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a:txBody>
                    <a:bodyPr/>
                    <a:lstStyle/>
                    <a:p>
                      <a:pPr algn="ctr"/>
                      <a:r>
                        <a:rPr lang="zh-CN" altLang="en-US" sz="1200" b="0" kern="100" baseline="0" dirty="0">
                          <a:effectLst/>
                          <a:latin typeface="Courier New" panose="02070309020205020404" pitchFamily="49" charset="0"/>
                          <a:ea typeface="微软雅黑" panose="020B0503020204020204" pitchFamily="34" charset="-122"/>
                          <a:cs typeface="Poppins Light" panose="00000400000000000000" pitchFamily="2" charset="0"/>
                          <a:sym typeface="Wingdings 3" panose="05040102010807070707" pitchFamily="18" charset="2"/>
                        </a:rPr>
                        <a:t></a:t>
                      </a:r>
                      <a:r>
                        <a:rPr lang="en-US" altLang="zh-CN" sz="1200" b="0" kern="100" baseline="0" dirty="0">
                          <a:effectLst/>
                          <a:latin typeface="Courier New" panose="02070309020205020404" pitchFamily="49" charset="0"/>
                          <a:ea typeface="微软雅黑" panose="020B0503020204020204" pitchFamily="34" charset="-122"/>
                          <a:cs typeface="Poppins Light" panose="00000400000000000000" pitchFamily="2" charset="0"/>
                          <a:sym typeface="Wingdings 3" panose="05040102010807070707" pitchFamily="18" charset="2"/>
                        </a:rPr>
                        <a:t>Data</a:t>
                      </a:r>
                      <a:r>
                        <a:rPr lang="zh-CN" altLang="en-US" sz="1200" b="0" kern="100" baseline="0" dirty="0">
                          <a:effectLst/>
                          <a:latin typeface="Courier New" panose="02070309020205020404" pitchFamily="49" charset="0"/>
                          <a:ea typeface="微软雅黑" panose="020B0503020204020204" pitchFamily="34" charset="-122"/>
                          <a:cs typeface="Poppins Light" panose="00000400000000000000" pitchFamily="2" charset="0"/>
                          <a:sym typeface="Wingdings 3" panose="05040102010807070707" pitchFamily="18" charset="2"/>
                        </a:rPr>
                        <a:t></a:t>
                      </a:r>
                      <a:endParaRPr lang="zh-CN" sz="1200" b="0" kern="100" baseline="0" dirty="0">
                        <a:effectLst/>
                        <a:latin typeface="Courier New" panose="02070309020205020404" pitchFamily="49" charset="0"/>
                        <a:ea typeface="微软雅黑" panose="020B0503020204020204" pitchFamily="34" charset="-122"/>
                        <a:cs typeface="Poppins Light" panose="00000400000000000000" pitchFamily="2"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gridSpan="2">
                  <a:txBody>
                    <a:bodyPr/>
                    <a:lstStyle/>
                    <a:p>
                      <a:pPr algn="ctr"/>
                      <a:r>
                        <a:rPr lang="zh-CN" altLang="en-US" sz="1200" b="0" kern="100" baseline="0" dirty="0">
                          <a:effectLst/>
                          <a:latin typeface="Courier New" panose="02070309020205020404" pitchFamily="49" charset="0"/>
                          <a:ea typeface="微软雅黑" panose="020B0503020204020204" pitchFamily="34" charset="-122"/>
                          <a:cs typeface="Poppins Light" panose="00000400000000000000" pitchFamily="2" charset="0"/>
                          <a:sym typeface="Wingdings 3" panose="05040102010807070707" pitchFamily="18" charset="2"/>
                        </a:rPr>
                        <a:t></a:t>
                      </a:r>
                      <a:r>
                        <a:rPr lang="en-US" altLang="zh-CN" sz="1200" b="0" kern="100" baseline="0" dirty="0">
                          <a:effectLst/>
                          <a:latin typeface="Courier New" panose="02070309020205020404" pitchFamily="49" charset="0"/>
                          <a:ea typeface="微软雅黑" panose="020B0503020204020204" pitchFamily="34" charset="-122"/>
                          <a:cs typeface="Poppins Light" panose="00000400000000000000" pitchFamily="2" charset="0"/>
                          <a:sym typeface="Wingdings 3" panose="05040102010807070707" pitchFamily="18" charset="2"/>
                        </a:rPr>
                        <a:t>Tail</a:t>
                      </a:r>
                      <a:r>
                        <a:rPr lang="zh-CN" altLang="en-US" sz="1200" b="0" kern="100" baseline="0" dirty="0">
                          <a:effectLst/>
                          <a:latin typeface="Courier New" panose="02070309020205020404" pitchFamily="49" charset="0"/>
                          <a:ea typeface="微软雅黑" panose="020B0503020204020204" pitchFamily="34" charset="-122"/>
                          <a:cs typeface="Poppins Light" panose="00000400000000000000" pitchFamily="2" charset="0"/>
                          <a:sym typeface="Wingdings 3" panose="05040102010807070707" pitchFamily="18" charset="2"/>
                        </a:rPr>
                        <a:t></a:t>
                      </a:r>
                      <a:endParaRPr lang="zh-CN" sz="1200" b="0" kern="100" baseline="0" dirty="0">
                        <a:effectLst/>
                        <a:latin typeface="Courier New" panose="02070309020205020404" pitchFamily="49" charset="0"/>
                        <a:ea typeface="微软雅黑" panose="020B0503020204020204" pitchFamily="34" charset="-122"/>
                        <a:cs typeface="Poppins Light" panose="00000400000000000000" pitchFamily="2"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zh-CN" altLang="en-US"/>
                    </a:p>
                  </a:txBody>
                  <a:tcPr/>
                </a:tc>
                <a:extLst>
                  <a:ext uri="{0D108BD9-81ED-4DB2-BD59-A6C34878D82A}">
                    <a16:rowId xmlns:a16="http://schemas.microsoft.com/office/drawing/2014/main" val="1786751167"/>
                  </a:ext>
                </a:extLst>
              </a:tr>
              <a:tr h="205711">
                <a:tc gridSpan="4">
                  <a:txBody>
                    <a:bodyPr/>
                    <a:lstStyle/>
                    <a:p>
                      <a:pPr algn="ctr"/>
                      <a:endParaRPr lang="zh-CN" sz="1200" b="0" kern="100" baseline="0" dirty="0">
                        <a:effectLst/>
                        <a:latin typeface="Courier New" panose="02070309020205020404" pitchFamily="49" charset="0"/>
                        <a:ea typeface="微软雅黑" panose="020B0503020204020204" pitchFamily="34" charset="-122"/>
                        <a:cs typeface="Poppins Light" panose="00000400000000000000" pitchFamily="2"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a:txBody>
                    <a:bodyPr/>
                    <a:lstStyle/>
                    <a:p>
                      <a:pPr algn="ctr"/>
                      <a:endParaRPr lang="zh-CN" sz="1200" b="0" kern="100" baseline="0" dirty="0">
                        <a:effectLst/>
                        <a:latin typeface="Courier New" panose="02070309020205020404" pitchFamily="49" charset="0"/>
                        <a:ea typeface="微软雅黑" panose="020B0503020204020204" pitchFamily="34" charset="-122"/>
                        <a:cs typeface="Poppins Light" panose="00000400000000000000" pitchFamily="2"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algn="ctr"/>
                      <a:endParaRPr lang="zh-CN" sz="1200" b="0" kern="100" baseline="0" dirty="0">
                        <a:effectLst/>
                        <a:latin typeface="Courier New" panose="02070309020205020404" pitchFamily="49" charset="0"/>
                        <a:ea typeface="微软雅黑" panose="020B0503020204020204" pitchFamily="34" charset="-122"/>
                        <a:cs typeface="Poppins Light" panose="00000400000000000000" pitchFamily="2"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extLst>
                  <a:ext uri="{0D108BD9-81ED-4DB2-BD59-A6C34878D82A}">
                    <a16:rowId xmlns:a16="http://schemas.microsoft.com/office/drawing/2014/main" val="3719236443"/>
                  </a:ext>
                </a:extLst>
              </a:tr>
              <a:tr h="411433">
                <a:tc>
                  <a:txBody>
                    <a:bodyPr/>
                    <a:lstStyle/>
                    <a:p>
                      <a:pPr algn="ctr"/>
                      <a:r>
                        <a:rPr lang="en-US" altLang="zh-CN" sz="1200" b="1" kern="100" baseline="0" dirty="0">
                          <a:effectLst/>
                          <a:latin typeface="Courier New" panose="02070309020205020404" pitchFamily="49" charset="0"/>
                          <a:ea typeface="微软雅黑" panose="020B0503020204020204" pitchFamily="34" charset="-122"/>
                          <a:cs typeface="Poppins Light" panose="00000400000000000000" pitchFamily="2" charset="0"/>
                        </a:rPr>
                        <a:t>F</a:t>
                      </a:r>
                      <a:endParaRPr lang="zh-CN" sz="1200" b="1" kern="100" baseline="0" dirty="0">
                        <a:effectLst/>
                        <a:latin typeface="Courier New" panose="02070309020205020404" pitchFamily="49" charset="0"/>
                        <a:ea typeface="微软雅黑" panose="020B0503020204020204" pitchFamily="34" charset="-122"/>
                        <a:cs typeface="Poppins Light" panose="00000400000000000000" pitchFamily="2"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altLang="zh-CN" sz="1200" b="1" kern="100" baseline="0" dirty="0">
                          <a:effectLst/>
                          <a:latin typeface="Courier New" panose="02070309020205020404" pitchFamily="49" charset="0"/>
                          <a:ea typeface="微软雅黑" panose="020B0503020204020204" pitchFamily="34" charset="-122"/>
                          <a:cs typeface="Poppins Light" panose="00000400000000000000" pitchFamily="2" charset="0"/>
                        </a:rPr>
                        <a:t>A</a:t>
                      </a:r>
                      <a:endParaRPr lang="zh-CN" sz="1200" b="1" kern="100" baseline="0" dirty="0">
                        <a:effectLst/>
                        <a:latin typeface="Courier New" panose="02070309020205020404" pitchFamily="49" charset="0"/>
                        <a:ea typeface="微软雅黑" panose="020B0503020204020204" pitchFamily="34" charset="-122"/>
                        <a:cs typeface="Poppins Light" panose="00000400000000000000" pitchFamily="2"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altLang="zh-CN" sz="1200" b="1" kern="100" baseline="0" dirty="0">
                          <a:effectLst/>
                          <a:latin typeface="Courier New" panose="02070309020205020404" pitchFamily="49" charset="0"/>
                          <a:ea typeface="微软雅黑" panose="020B0503020204020204" pitchFamily="34" charset="-122"/>
                          <a:cs typeface="Poppins Light" panose="00000400000000000000" pitchFamily="2" charset="0"/>
                        </a:rPr>
                        <a:t>C</a:t>
                      </a:r>
                      <a:endParaRPr lang="zh-CN" sz="1200" b="1" kern="100" baseline="0" dirty="0">
                        <a:effectLst/>
                        <a:latin typeface="Courier New" panose="02070309020205020404" pitchFamily="49" charset="0"/>
                        <a:ea typeface="微软雅黑" panose="020B0503020204020204" pitchFamily="34" charset="-122"/>
                        <a:cs typeface="Poppins Light" panose="00000400000000000000" pitchFamily="2"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altLang="zh-CN" sz="1200" b="1" kern="100" baseline="0" dirty="0">
                          <a:effectLst/>
                          <a:latin typeface="Courier New" panose="02070309020205020404" pitchFamily="49" charset="0"/>
                          <a:ea typeface="微软雅黑" panose="020B0503020204020204" pitchFamily="34" charset="-122"/>
                          <a:cs typeface="Poppins Light" panose="00000400000000000000" pitchFamily="2" charset="0"/>
                        </a:rPr>
                        <a:t>Protocol</a:t>
                      </a:r>
                      <a:endParaRPr lang="zh-CN" sz="1200" b="1" kern="100" baseline="0" dirty="0">
                        <a:effectLst/>
                        <a:latin typeface="Courier New" panose="02070309020205020404" pitchFamily="49" charset="0"/>
                        <a:ea typeface="微软雅黑" panose="020B0503020204020204" pitchFamily="34" charset="-122"/>
                        <a:cs typeface="Poppins Light" panose="00000400000000000000" pitchFamily="2"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altLang="zh-CN" sz="1200" b="1" kern="100" baseline="0" dirty="0">
                          <a:effectLst/>
                          <a:latin typeface="Courier New" panose="02070309020205020404" pitchFamily="49" charset="0"/>
                          <a:ea typeface="微软雅黑" panose="020B0503020204020204" pitchFamily="34" charset="-122"/>
                          <a:cs typeface="Poppins Light" panose="00000400000000000000" pitchFamily="2" charset="0"/>
                        </a:rPr>
                        <a:t>Data</a:t>
                      </a:r>
                      <a:endParaRPr lang="zh-CN" sz="1200" b="1" kern="100" baseline="0" dirty="0">
                        <a:effectLst/>
                        <a:latin typeface="Courier New" panose="02070309020205020404" pitchFamily="49" charset="0"/>
                        <a:ea typeface="微软雅黑" panose="020B0503020204020204" pitchFamily="34" charset="-122"/>
                        <a:cs typeface="Poppins Light" panose="00000400000000000000" pitchFamily="2"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altLang="zh-CN" sz="1200" b="1" kern="100" baseline="0" dirty="0">
                          <a:effectLst/>
                          <a:latin typeface="Courier New" panose="02070309020205020404" pitchFamily="49" charset="0"/>
                          <a:ea typeface="微软雅黑" panose="020B0503020204020204" pitchFamily="34" charset="-122"/>
                          <a:cs typeface="Poppins Light" panose="00000400000000000000" pitchFamily="2" charset="0"/>
                        </a:rPr>
                        <a:t>FCS</a:t>
                      </a:r>
                      <a:endParaRPr lang="zh-CN" sz="1200" b="1" kern="100" baseline="0" dirty="0">
                        <a:effectLst/>
                        <a:latin typeface="Courier New" panose="02070309020205020404" pitchFamily="49" charset="0"/>
                        <a:ea typeface="微软雅黑" panose="020B0503020204020204" pitchFamily="34" charset="-122"/>
                        <a:cs typeface="Poppins Light" panose="00000400000000000000" pitchFamily="2"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altLang="zh-CN" sz="1200" b="1" kern="100" baseline="0" dirty="0">
                          <a:solidFill>
                            <a:sysClr val="windowText" lastClr="000000"/>
                          </a:solidFill>
                          <a:effectLst/>
                          <a:latin typeface="Courier New" panose="02070309020205020404" pitchFamily="49" charset="0"/>
                          <a:ea typeface="微软雅黑" panose="020B0503020204020204" pitchFamily="34" charset="-122"/>
                          <a:cs typeface="Poppins Light" panose="00000400000000000000" pitchFamily="2" charset="0"/>
                        </a:rPr>
                        <a:t>F</a:t>
                      </a:r>
                      <a:endParaRPr lang="zh-CN" sz="1200" b="1" kern="100" baseline="0" dirty="0">
                        <a:solidFill>
                          <a:sysClr val="windowText" lastClr="000000"/>
                        </a:solidFill>
                        <a:effectLst/>
                        <a:latin typeface="Courier New" panose="02070309020205020404" pitchFamily="49" charset="0"/>
                        <a:ea typeface="微软雅黑" panose="020B0503020204020204" pitchFamily="34" charset="-122"/>
                        <a:cs typeface="Poppins Light" panose="00000400000000000000" pitchFamily="2"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85812481"/>
                  </a:ext>
                </a:extLst>
              </a:tr>
              <a:tr h="411433">
                <a:tc>
                  <a:txBody>
                    <a:bodyPr/>
                    <a:lstStyle/>
                    <a:p>
                      <a:pPr algn="ctr"/>
                      <a:r>
                        <a:rPr lang="en-US" sz="1200" b="0" kern="100" baseline="0" dirty="0">
                          <a:effectLst/>
                          <a:latin typeface="Courier New" panose="02070309020205020404" pitchFamily="49" charset="0"/>
                          <a:ea typeface="微软雅黑" panose="020B0503020204020204" pitchFamily="34" charset="-122"/>
                          <a:cs typeface="Poppins Light" panose="00000400000000000000" pitchFamily="2" charset="0"/>
                        </a:rPr>
                        <a:t>7E</a:t>
                      </a:r>
                      <a:endParaRPr lang="zh-CN" sz="1200" b="0" kern="100" baseline="0" dirty="0">
                        <a:effectLst/>
                        <a:latin typeface="Courier New" panose="02070309020205020404" pitchFamily="49" charset="0"/>
                        <a:ea typeface="微软雅黑" panose="020B0503020204020204" pitchFamily="34" charset="-122"/>
                        <a:cs typeface="Poppins Light" panose="00000400000000000000" pitchFamily="2"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sz="1200" b="0" kern="100" baseline="0" dirty="0">
                          <a:effectLst/>
                          <a:latin typeface="Courier New" panose="02070309020205020404" pitchFamily="49" charset="0"/>
                          <a:ea typeface="微软雅黑" panose="020B0503020204020204" pitchFamily="34" charset="-122"/>
                          <a:cs typeface="Poppins Light" panose="00000400000000000000" pitchFamily="2" charset="0"/>
                        </a:rPr>
                        <a:t>FF</a:t>
                      </a:r>
                      <a:endParaRPr lang="zh-CN" sz="1200" b="0" kern="100" baseline="0" dirty="0">
                        <a:effectLst/>
                        <a:latin typeface="Courier New" panose="02070309020205020404" pitchFamily="49" charset="0"/>
                        <a:ea typeface="微软雅黑" panose="020B0503020204020204" pitchFamily="34" charset="-122"/>
                        <a:cs typeface="Poppins Light" panose="00000400000000000000" pitchFamily="2"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sz="1200" b="0" kern="100" baseline="0" dirty="0">
                          <a:effectLst/>
                          <a:latin typeface="Courier New" panose="02070309020205020404" pitchFamily="49" charset="0"/>
                          <a:ea typeface="微软雅黑" panose="020B0503020204020204" pitchFamily="34" charset="-122"/>
                          <a:cs typeface="Poppins Light" panose="00000400000000000000" pitchFamily="2" charset="0"/>
                        </a:rPr>
                        <a:t>03</a:t>
                      </a:r>
                      <a:endParaRPr lang="zh-CN" sz="1200" b="0" kern="100" baseline="0" dirty="0">
                        <a:effectLst/>
                        <a:latin typeface="Courier New" panose="02070309020205020404" pitchFamily="49" charset="0"/>
                        <a:ea typeface="微软雅黑" panose="020B0503020204020204" pitchFamily="34" charset="-122"/>
                        <a:cs typeface="Poppins Light" panose="00000400000000000000" pitchFamily="2"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endParaRPr lang="zh-CN" sz="1200" b="0" kern="100" baseline="0" dirty="0">
                        <a:effectLst/>
                        <a:latin typeface="Courier New" panose="02070309020205020404" pitchFamily="49" charset="0"/>
                        <a:ea typeface="微软雅黑" panose="020B0503020204020204" pitchFamily="34" charset="-122"/>
                        <a:cs typeface="Poppins Light" panose="00000400000000000000" pitchFamily="2"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endParaRPr lang="zh-CN" sz="1200" b="0" kern="100" baseline="0" dirty="0">
                        <a:effectLst/>
                        <a:latin typeface="Courier New" panose="02070309020205020404" pitchFamily="49" charset="0"/>
                        <a:ea typeface="微软雅黑" panose="020B0503020204020204" pitchFamily="34" charset="-122"/>
                        <a:cs typeface="Poppins Light" panose="00000400000000000000" pitchFamily="2"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endParaRPr lang="zh-CN" sz="1200" b="0" kern="100" baseline="0" dirty="0">
                        <a:effectLst/>
                        <a:latin typeface="Courier New" panose="02070309020205020404" pitchFamily="49" charset="0"/>
                        <a:ea typeface="微软雅黑" panose="020B0503020204020204" pitchFamily="34" charset="-122"/>
                        <a:cs typeface="Poppins Light" panose="00000400000000000000" pitchFamily="2"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sz="1200" b="0" kern="100" baseline="0" dirty="0">
                          <a:solidFill>
                            <a:sysClr val="windowText" lastClr="000000"/>
                          </a:solidFill>
                          <a:effectLst/>
                          <a:latin typeface="Courier New" panose="02070309020205020404" pitchFamily="49" charset="0"/>
                          <a:ea typeface="微软雅黑" panose="020B0503020204020204" pitchFamily="34" charset="-122"/>
                          <a:cs typeface="Poppins Light" panose="00000400000000000000" pitchFamily="2" charset="0"/>
                        </a:rPr>
                        <a:t>7E</a:t>
                      </a:r>
                      <a:endParaRPr lang="zh-CN" sz="1200" b="0" kern="100" baseline="0" dirty="0">
                        <a:solidFill>
                          <a:sysClr val="windowText" lastClr="000000"/>
                        </a:solidFill>
                        <a:effectLst/>
                        <a:latin typeface="Courier New" panose="02070309020205020404" pitchFamily="49" charset="0"/>
                        <a:ea typeface="微软雅黑" panose="020B0503020204020204" pitchFamily="34" charset="-122"/>
                        <a:cs typeface="Poppins Light" panose="00000400000000000000" pitchFamily="2"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90558345"/>
                  </a:ext>
                </a:extLst>
              </a:tr>
              <a:tr h="205711">
                <a:tc>
                  <a:txBody>
                    <a:bodyPr/>
                    <a:lstStyle/>
                    <a:p>
                      <a:pPr algn="ctr"/>
                      <a:r>
                        <a:rPr lang="en-US" sz="1200" b="0" kern="100" baseline="0" dirty="0">
                          <a:effectLst/>
                          <a:latin typeface="Courier New" panose="02070309020205020404" pitchFamily="49" charset="0"/>
                          <a:ea typeface="微软雅黑" panose="020B0503020204020204" pitchFamily="34" charset="-122"/>
                          <a:cs typeface="Poppins Light" panose="00000400000000000000" pitchFamily="2" charset="0"/>
                        </a:rPr>
                        <a:t>1</a:t>
                      </a:r>
                      <a:endParaRPr lang="zh-CN" sz="1200" b="0" kern="100" baseline="0" dirty="0">
                        <a:effectLst/>
                        <a:latin typeface="Courier New" panose="02070309020205020404" pitchFamily="49" charset="0"/>
                        <a:ea typeface="微软雅黑" panose="020B0503020204020204" pitchFamily="34" charset="-122"/>
                        <a:cs typeface="Poppins Light" panose="00000400000000000000" pitchFamily="2"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a:r>
                        <a:rPr lang="en-US" sz="1200" b="0" kern="100" baseline="0" dirty="0">
                          <a:effectLst/>
                          <a:latin typeface="Courier New" panose="02070309020205020404" pitchFamily="49" charset="0"/>
                          <a:ea typeface="微软雅黑" panose="020B0503020204020204" pitchFamily="34" charset="-122"/>
                          <a:cs typeface="Poppins Light" panose="00000400000000000000" pitchFamily="2" charset="0"/>
                        </a:rPr>
                        <a:t>1</a:t>
                      </a:r>
                      <a:endParaRPr lang="zh-CN" sz="1200" b="0" kern="100" baseline="0" dirty="0">
                        <a:effectLst/>
                        <a:latin typeface="Courier New" panose="02070309020205020404" pitchFamily="49" charset="0"/>
                        <a:ea typeface="微软雅黑" panose="020B0503020204020204" pitchFamily="34" charset="-122"/>
                        <a:cs typeface="Poppins Light" panose="00000400000000000000" pitchFamily="2"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a:r>
                        <a:rPr lang="en-US" sz="1200" b="0" kern="100" baseline="0" dirty="0">
                          <a:effectLst/>
                          <a:latin typeface="Courier New" panose="02070309020205020404" pitchFamily="49" charset="0"/>
                          <a:ea typeface="微软雅黑" panose="020B0503020204020204" pitchFamily="34" charset="-122"/>
                          <a:cs typeface="Poppins Light" panose="00000400000000000000" pitchFamily="2" charset="0"/>
                        </a:rPr>
                        <a:t>1</a:t>
                      </a:r>
                      <a:endParaRPr lang="zh-CN" sz="1200" b="0" kern="100" baseline="0" dirty="0">
                        <a:effectLst/>
                        <a:latin typeface="Courier New" panose="02070309020205020404" pitchFamily="49" charset="0"/>
                        <a:ea typeface="微软雅黑" panose="020B0503020204020204" pitchFamily="34" charset="-122"/>
                        <a:cs typeface="Poppins Light" panose="00000400000000000000" pitchFamily="2"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a:r>
                        <a:rPr lang="en-US" sz="1200" b="0" kern="100" baseline="0" dirty="0">
                          <a:effectLst/>
                          <a:latin typeface="Courier New" panose="02070309020205020404" pitchFamily="49" charset="0"/>
                          <a:ea typeface="微软雅黑" panose="020B0503020204020204" pitchFamily="34" charset="-122"/>
                          <a:cs typeface="Poppins Light" panose="00000400000000000000" pitchFamily="2" charset="0"/>
                        </a:rPr>
                        <a:t>2</a:t>
                      </a:r>
                      <a:endParaRPr lang="zh-CN" sz="1200" b="0" kern="100" baseline="0" dirty="0">
                        <a:effectLst/>
                        <a:latin typeface="Courier New" panose="02070309020205020404" pitchFamily="49" charset="0"/>
                        <a:ea typeface="微软雅黑" panose="020B0503020204020204" pitchFamily="34" charset="-122"/>
                        <a:cs typeface="Poppins Light" panose="00000400000000000000" pitchFamily="2"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a:r>
                        <a:rPr lang="zh-CN" sz="1200" b="0" kern="100" baseline="0" dirty="0">
                          <a:effectLst/>
                          <a:latin typeface="Courier New" panose="02070309020205020404" pitchFamily="49" charset="0"/>
                          <a:ea typeface="微软雅黑" panose="020B0503020204020204" pitchFamily="34" charset="-122"/>
                          <a:cs typeface="Poppins Light" panose="00000400000000000000" pitchFamily="2" charset="0"/>
                        </a:rPr>
                        <a:t>≤</a:t>
                      </a:r>
                      <a:r>
                        <a:rPr lang="en-US" sz="1200" b="0" kern="100" baseline="0" dirty="0">
                          <a:effectLst/>
                          <a:latin typeface="Courier New" panose="02070309020205020404" pitchFamily="49" charset="0"/>
                          <a:ea typeface="微软雅黑" panose="020B0503020204020204" pitchFamily="34" charset="-122"/>
                          <a:cs typeface="Poppins Light" panose="00000400000000000000" pitchFamily="2" charset="0"/>
                        </a:rPr>
                        <a:t>1500</a:t>
                      </a:r>
                      <a:endParaRPr lang="zh-CN" sz="1200" b="0" kern="100" baseline="0" dirty="0">
                        <a:effectLst/>
                        <a:latin typeface="Courier New" panose="02070309020205020404" pitchFamily="49" charset="0"/>
                        <a:ea typeface="微软雅黑" panose="020B0503020204020204" pitchFamily="34" charset="-122"/>
                        <a:cs typeface="Poppins Light" panose="00000400000000000000" pitchFamily="2"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a:r>
                        <a:rPr lang="en-US" sz="1200" b="0" kern="100" baseline="0" dirty="0">
                          <a:effectLst/>
                          <a:latin typeface="Courier New" panose="02070309020205020404" pitchFamily="49" charset="0"/>
                          <a:ea typeface="微软雅黑" panose="020B0503020204020204" pitchFamily="34" charset="-122"/>
                          <a:cs typeface="Poppins Light" panose="00000400000000000000" pitchFamily="2" charset="0"/>
                        </a:rPr>
                        <a:t>2</a:t>
                      </a:r>
                      <a:endParaRPr lang="zh-CN" sz="1200" b="0" kern="100" baseline="0" dirty="0">
                        <a:effectLst/>
                        <a:latin typeface="Courier New" panose="02070309020205020404" pitchFamily="49" charset="0"/>
                        <a:ea typeface="微软雅黑" panose="020B0503020204020204" pitchFamily="34" charset="-122"/>
                        <a:cs typeface="Poppins Light" panose="00000400000000000000" pitchFamily="2"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a:r>
                        <a:rPr lang="en-US" sz="1200" b="0" kern="100" baseline="0" dirty="0">
                          <a:effectLst/>
                          <a:latin typeface="Courier New" panose="02070309020205020404" pitchFamily="49" charset="0"/>
                          <a:ea typeface="微软雅黑" panose="020B0503020204020204" pitchFamily="34" charset="-122"/>
                          <a:cs typeface="Poppins Light" panose="00000400000000000000" pitchFamily="2" charset="0"/>
                        </a:rPr>
                        <a:t>1</a:t>
                      </a:r>
                      <a:endParaRPr lang="zh-CN" sz="1200" b="0" kern="100" baseline="0" dirty="0">
                        <a:effectLst/>
                        <a:latin typeface="Courier New" panose="02070309020205020404" pitchFamily="49" charset="0"/>
                        <a:ea typeface="微软雅黑" panose="020B0503020204020204" pitchFamily="34" charset="-122"/>
                        <a:cs typeface="Poppins Light" panose="00000400000000000000" pitchFamily="2"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565131128"/>
                  </a:ext>
                </a:extLst>
              </a:tr>
            </a:tbl>
          </a:graphicData>
        </a:graphic>
      </p:graphicFrame>
      <p:grpSp>
        <p:nvGrpSpPr>
          <p:cNvPr id="6" name="组合 5">
            <a:extLst>
              <a:ext uri="{FF2B5EF4-FFF2-40B4-BE49-F238E27FC236}">
                <a16:creationId xmlns:a16="http://schemas.microsoft.com/office/drawing/2014/main" id="{7A08F072-9B45-4E11-964E-3AB1882ACA28}"/>
              </a:ext>
            </a:extLst>
          </p:cNvPr>
          <p:cNvGrpSpPr>
            <a:grpSpLocks noChangeAspect="1"/>
          </p:cNvGrpSpPr>
          <p:nvPr/>
        </p:nvGrpSpPr>
        <p:grpSpPr>
          <a:xfrm>
            <a:off x="238125" y="5229959"/>
            <a:ext cx="429262" cy="1080000"/>
            <a:chOff x="2502883" y="745871"/>
            <a:chExt cx="1886020" cy="4745130"/>
          </a:xfrm>
        </p:grpSpPr>
        <p:sp>
          <p:nvSpPr>
            <p:cNvPr id="7" name="任意多边形: 形状 6">
              <a:extLst>
                <a:ext uri="{FF2B5EF4-FFF2-40B4-BE49-F238E27FC236}">
                  <a16:creationId xmlns:a16="http://schemas.microsoft.com/office/drawing/2014/main" id="{A46053DD-C9ED-4E5F-A901-F2D21DEE298F}"/>
                </a:ext>
              </a:extLst>
            </p:cNvPr>
            <p:cNvSpPr/>
            <p:nvPr/>
          </p:nvSpPr>
          <p:spPr>
            <a:xfrm>
              <a:off x="2502883" y="745871"/>
              <a:ext cx="1886020" cy="4734469"/>
            </a:xfrm>
            <a:custGeom>
              <a:avLst/>
              <a:gdLst>
                <a:gd name="connsiteX0" fmla="*/ 1884245 w 1886020"/>
                <a:gd name="connsiteY0" fmla="*/ 523393 h 4734469"/>
                <a:gd name="connsiteX1" fmla="*/ 1874265 w 1886020"/>
                <a:gd name="connsiteY1" fmla="*/ 495786 h 4734469"/>
                <a:gd name="connsiteX2" fmla="*/ 1867783 w 1886020"/>
                <a:gd name="connsiteY2" fmla="*/ 465103 h 4734469"/>
                <a:gd name="connsiteX3" fmla="*/ 1850007 w 1886020"/>
                <a:gd name="connsiteY3" fmla="*/ 460490 h 4734469"/>
                <a:gd name="connsiteX4" fmla="*/ 1844762 w 1886020"/>
                <a:gd name="connsiteY4" fmla="*/ 448260 h 4734469"/>
                <a:gd name="connsiteX5" fmla="*/ 1805863 w 1886020"/>
                <a:gd name="connsiteY5" fmla="*/ 417944 h 4734469"/>
                <a:gd name="connsiteX6" fmla="*/ 1870331 w 1886020"/>
                <a:gd name="connsiteY6" fmla="*/ 358921 h 4734469"/>
                <a:gd name="connsiteX7" fmla="*/ 1861299 w 1886020"/>
                <a:gd name="connsiteY7" fmla="*/ 324137 h 4734469"/>
                <a:gd name="connsiteX8" fmla="*/ 1851393 w 1886020"/>
                <a:gd name="connsiteY8" fmla="*/ 326774 h 4734469"/>
                <a:gd name="connsiteX9" fmla="*/ 1796830 w 1886020"/>
                <a:gd name="connsiteY9" fmla="*/ 349255 h 4734469"/>
                <a:gd name="connsiteX10" fmla="*/ 1765943 w 1886020"/>
                <a:gd name="connsiteY10" fmla="*/ 363534 h 4734469"/>
                <a:gd name="connsiteX11" fmla="*/ 1693315 w 1886020"/>
                <a:gd name="connsiteY11" fmla="*/ 436543 h 4734469"/>
                <a:gd name="connsiteX12" fmla="*/ 1648150 w 1886020"/>
                <a:gd name="connsiteY12" fmla="*/ 518706 h 4734469"/>
                <a:gd name="connsiteX13" fmla="*/ 1638535 w 1886020"/>
                <a:gd name="connsiteY13" fmla="*/ 574946 h 4734469"/>
                <a:gd name="connsiteX14" fmla="*/ 1638663 w 1886020"/>
                <a:gd name="connsiteY14" fmla="*/ 580662 h 4734469"/>
                <a:gd name="connsiteX15" fmla="*/ 1613134 w 1886020"/>
                <a:gd name="connsiteY15" fmla="*/ 587941 h 4734469"/>
                <a:gd name="connsiteX16" fmla="*/ 1591981 w 1886020"/>
                <a:gd name="connsiteY16" fmla="*/ 643937 h 4734469"/>
                <a:gd name="connsiteX17" fmla="*/ 1578159 w 1886020"/>
                <a:gd name="connsiteY17" fmla="*/ 669479 h 4734469"/>
                <a:gd name="connsiteX18" fmla="*/ 1563141 w 1886020"/>
                <a:gd name="connsiteY18" fmla="*/ 681284 h 4734469"/>
                <a:gd name="connsiteX19" fmla="*/ 1533375 w 1886020"/>
                <a:gd name="connsiteY19" fmla="*/ 756751 h 4734469"/>
                <a:gd name="connsiteX20" fmla="*/ 1485671 w 1886020"/>
                <a:gd name="connsiteY20" fmla="*/ 856861 h 4734469"/>
                <a:gd name="connsiteX21" fmla="*/ 1415921 w 1886020"/>
                <a:gd name="connsiteY21" fmla="*/ 918590 h 4734469"/>
                <a:gd name="connsiteX22" fmla="*/ 1406812 w 1886020"/>
                <a:gd name="connsiteY22" fmla="*/ 937801 h 4734469"/>
                <a:gd name="connsiteX23" fmla="*/ 1382456 w 1886020"/>
                <a:gd name="connsiteY23" fmla="*/ 945325 h 4734469"/>
                <a:gd name="connsiteX24" fmla="*/ 1315988 w 1886020"/>
                <a:gd name="connsiteY24" fmla="*/ 955470 h 4734469"/>
                <a:gd name="connsiteX25" fmla="*/ 1237040 w 1886020"/>
                <a:gd name="connsiteY25" fmla="*/ 944378 h 4734469"/>
                <a:gd name="connsiteX26" fmla="*/ 1220194 w 1886020"/>
                <a:gd name="connsiteY26" fmla="*/ 945880 h 4734469"/>
                <a:gd name="connsiteX27" fmla="*/ 1206377 w 1886020"/>
                <a:gd name="connsiteY27" fmla="*/ 941040 h 4734469"/>
                <a:gd name="connsiteX28" fmla="*/ 1175042 w 1886020"/>
                <a:gd name="connsiteY28" fmla="*/ 928647 h 4734469"/>
                <a:gd name="connsiteX29" fmla="*/ 1145313 w 1886020"/>
                <a:gd name="connsiteY29" fmla="*/ 940191 h 4734469"/>
                <a:gd name="connsiteX30" fmla="*/ 1126295 w 1886020"/>
                <a:gd name="connsiteY30" fmla="*/ 912187 h 4734469"/>
                <a:gd name="connsiteX31" fmla="*/ 1097455 w 1886020"/>
                <a:gd name="connsiteY31" fmla="*/ 898352 h 4734469"/>
                <a:gd name="connsiteX32" fmla="*/ 1087927 w 1886020"/>
                <a:gd name="connsiteY32" fmla="*/ 876721 h 4734469"/>
                <a:gd name="connsiteX33" fmla="*/ 1059155 w 1886020"/>
                <a:gd name="connsiteY33" fmla="*/ 877769 h 4734469"/>
                <a:gd name="connsiteX34" fmla="*/ 990638 w 1886020"/>
                <a:gd name="connsiteY34" fmla="*/ 848823 h 4734469"/>
                <a:gd name="connsiteX35" fmla="*/ 927078 w 1886020"/>
                <a:gd name="connsiteY35" fmla="*/ 829834 h 4734469"/>
                <a:gd name="connsiteX36" fmla="*/ 917154 w 1886020"/>
                <a:gd name="connsiteY36" fmla="*/ 810211 h 4734469"/>
                <a:gd name="connsiteX37" fmla="*/ 909914 w 1886020"/>
                <a:gd name="connsiteY37" fmla="*/ 795381 h 4734469"/>
                <a:gd name="connsiteX38" fmla="*/ 871407 w 1886020"/>
                <a:gd name="connsiteY38" fmla="*/ 783885 h 4734469"/>
                <a:gd name="connsiteX39" fmla="*/ 826658 w 1886020"/>
                <a:gd name="connsiteY39" fmla="*/ 791587 h 4734469"/>
                <a:gd name="connsiteX40" fmla="*/ 825164 w 1886020"/>
                <a:gd name="connsiteY40" fmla="*/ 785828 h 4734469"/>
                <a:gd name="connsiteX41" fmla="*/ 775558 w 1886020"/>
                <a:gd name="connsiteY41" fmla="*/ 724921 h 4734469"/>
                <a:gd name="connsiteX42" fmla="*/ 716782 w 1886020"/>
                <a:gd name="connsiteY42" fmla="*/ 701026 h 4734469"/>
                <a:gd name="connsiteX43" fmla="*/ 716446 w 1886020"/>
                <a:gd name="connsiteY43" fmla="*/ 695553 h 4734469"/>
                <a:gd name="connsiteX44" fmla="*/ 728319 w 1886020"/>
                <a:gd name="connsiteY44" fmla="*/ 619469 h 4734469"/>
                <a:gd name="connsiteX45" fmla="*/ 731107 w 1886020"/>
                <a:gd name="connsiteY45" fmla="*/ 611455 h 4734469"/>
                <a:gd name="connsiteX46" fmla="*/ 925349 w 1886020"/>
                <a:gd name="connsiteY46" fmla="*/ 278594 h 4734469"/>
                <a:gd name="connsiteX47" fmla="*/ 853616 w 1886020"/>
                <a:gd name="connsiteY47" fmla="*/ 154334 h 4734469"/>
                <a:gd name="connsiteX48" fmla="*/ 851478 w 1886020"/>
                <a:gd name="connsiteY48" fmla="*/ 137960 h 4734469"/>
                <a:gd name="connsiteX49" fmla="*/ 835001 w 1886020"/>
                <a:gd name="connsiteY49" fmla="*/ 106065 h 4734469"/>
                <a:gd name="connsiteX50" fmla="*/ 778219 w 1886020"/>
                <a:gd name="connsiteY50" fmla="*/ 54216 h 4734469"/>
                <a:gd name="connsiteX51" fmla="*/ 755492 w 1886020"/>
                <a:gd name="connsiteY51" fmla="*/ 43891 h 4734469"/>
                <a:gd name="connsiteX52" fmla="*/ 632527 w 1886020"/>
                <a:gd name="connsiteY52" fmla="*/ -120 h 4734469"/>
                <a:gd name="connsiteX53" fmla="*/ 511529 w 1886020"/>
                <a:gd name="connsiteY53" fmla="*/ 21702 h 4734469"/>
                <a:gd name="connsiteX54" fmla="*/ 508469 w 1886020"/>
                <a:gd name="connsiteY54" fmla="*/ 21555 h 4734469"/>
                <a:gd name="connsiteX55" fmla="*/ 505410 w 1886020"/>
                <a:gd name="connsiteY55" fmla="*/ 21409 h 4734469"/>
                <a:gd name="connsiteX56" fmla="*/ 501768 w 1886020"/>
                <a:gd name="connsiteY56" fmla="*/ 21043 h 4734469"/>
                <a:gd name="connsiteX57" fmla="*/ 469278 w 1886020"/>
                <a:gd name="connsiteY57" fmla="*/ 25730 h 4734469"/>
                <a:gd name="connsiteX58" fmla="*/ 463524 w 1886020"/>
                <a:gd name="connsiteY58" fmla="*/ 36933 h 4734469"/>
                <a:gd name="connsiteX59" fmla="*/ 461484 w 1886020"/>
                <a:gd name="connsiteY59" fmla="*/ 40668 h 4734469"/>
                <a:gd name="connsiteX60" fmla="*/ 461484 w 1886020"/>
                <a:gd name="connsiteY60" fmla="*/ 40668 h 4734469"/>
                <a:gd name="connsiteX61" fmla="*/ 456312 w 1886020"/>
                <a:gd name="connsiteY61" fmla="*/ 47698 h 4734469"/>
                <a:gd name="connsiteX62" fmla="*/ 456312 w 1886020"/>
                <a:gd name="connsiteY62" fmla="*/ 47698 h 4734469"/>
                <a:gd name="connsiteX63" fmla="*/ 403061 w 1886020"/>
                <a:gd name="connsiteY63" fmla="*/ 77869 h 4734469"/>
                <a:gd name="connsiteX64" fmla="*/ 324532 w 1886020"/>
                <a:gd name="connsiteY64" fmla="*/ 186540 h 4734469"/>
                <a:gd name="connsiteX65" fmla="*/ 325625 w 1886020"/>
                <a:gd name="connsiteY65" fmla="*/ 324210 h 4734469"/>
                <a:gd name="connsiteX66" fmla="*/ 354726 w 1886020"/>
                <a:gd name="connsiteY66" fmla="*/ 387041 h 4734469"/>
                <a:gd name="connsiteX67" fmla="*/ 354729 w 1886020"/>
                <a:gd name="connsiteY67" fmla="*/ 387125 h 4734469"/>
                <a:gd name="connsiteX68" fmla="*/ 354368 w 1886020"/>
                <a:gd name="connsiteY68" fmla="*/ 386850 h 4734469"/>
                <a:gd name="connsiteX69" fmla="*/ 242435 w 1886020"/>
                <a:gd name="connsiteY69" fmla="*/ 498129 h 4734469"/>
                <a:gd name="connsiteX70" fmla="*/ 361648 w 1886020"/>
                <a:gd name="connsiteY70" fmla="*/ 435424 h 4734469"/>
                <a:gd name="connsiteX71" fmla="*/ 363141 w 1886020"/>
                <a:gd name="connsiteY71" fmla="*/ 441669 h 4734469"/>
                <a:gd name="connsiteX72" fmla="*/ 385505 w 1886020"/>
                <a:gd name="connsiteY72" fmla="*/ 505671 h 4734469"/>
                <a:gd name="connsiteX73" fmla="*/ 435987 w 1886020"/>
                <a:gd name="connsiteY73" fmla="*/ 563961 h 4734469"/>
                <a:gd name="connsiteX74" fmla="*/ 453319 w 1886020"/>
                <a:gd name="connsiteY74" fmla="*/ 565943 h 4734469"/>
                <a:gd name="connsiteX75" fmla="*/ 457839 w 1886020"/>
                <a:gd name="connsiteY75" fmla="*/ 565708 h 4734469"/>
                <a:gd name="connsiteX76" fmla="*/ 446055 w 1886020"/>
                <a:gd name="connsiteY76" fmla="*/ 677019 h 4734469"/>
                <a:gd name="connsiteX77" fmla="*/ 404147 w 1886020"/>
                <a:gd name="connsiteY77" fmla="*/ 688604 h 4734469"/>
                <a:gd name="connsiteX78" fmla="*/ 387200 w 1886020"/>
                <a:gd name="connsiteY78" fmla="*/ 697652 h 4734469"/>
                <a:gd name="connsiteX79" fmla="*/ 369682 w 1886020"/>
                <a:gd name="connsiteY79" fmla="*/ 689015 h 4734469"/>
                <a:gd name="connsiteX80" fmla="*/ 245299 w 1886020"/>
                <a:gd name="connsiteY80" fmla="*/ 695605 h 4734469"/>
                <a:gd name="connsiteX81" fmla="*/ 143191 w 1886020"/>
                <a:gd name="connsiteY81" fmla="*/ 869154 h 4734469"/>
                <a:gd name="connsiteX82" fmla="*/ 97334 w 1886020"/>
                <a:gd name="connsiteY82" fmla="*/ 900423 h 4734469"/>
                <a:gd name="connsiteX83" fmla="*/ 89426 w 1886020"/>
                <a:gd name="connsiteY83" fmla="*/ 915458 h 4734469"/>
                <a:gd name="connsiteX84" fmla="*/ 75452 w 1886020"/>
                <a:gd name="connsiteY84" fmla="*/ 925468 h 4734469"/>
                <a:gd name="connsiteX85" fmla="*/ 27541 w 1886020"/>
                <a:gd name="connsiteY85" fmla="*/ 953154 h 4734469"/>
                <a:gd name="connsiteX86" fmla="*/ -34 w 1886020"/>
                <a:gd name="connsiteY86" fmla="*/ 999620 h 4734469"/>
                <a:gd name="connsiteX87" fmla="*/ 8434 w 1886020"/>
                <a:gd name="connsiteY87" fmla="*/ 1038698 h 4734469"/>
                <a:gd name="connsiteX88" fmla="*/ 40317 w 1886020"/>
                <a:gd name="connsiteY88" fmla="*/ 1099798 h 4734469"/>
                <a:gd name="connsiteX89" fmla="*/ 27433 w 1886020"/>
                <a:gd name="connsiteY89" fmla="*/ 1130006 h 4734469"/>
                <a:gd name="connsiteX90" fmla="*/ 38612 w 1886020"/>
                <a:gd name="connsiteY90" fmla="*/ 1216252 h 4734469"/>
                <a:gd name="connsiteX91" fmla="*/ 27292 w 1886020"/>
                <a:gd name="connsiteY91" fmla="*/ 1291511 h 4734469"/>
                <a:gd name="connsiteX92" fmla="*/ 78979 w 1886020"/>
                <a:gd name="connsiteY92" fmla="*/ 1580927 h 4734469"/>
                <a:gd name="connsiteX93" fmla="*/ 91251 w 1886020"/>
                <a:gd name="connsiteY93" fmla="*/ 1628525 h 4734469"/>
                <a:gd name="connsiteX94" fmla="*/ 70077 w 1886020"/>
                <a:gd name="connsiteY94" fmla="*/ 1716517 h 4734469"/>
                <a:gd name="connsiteX95" fmla="*/ 107198 w 1886020"/>
                <a:gd name="connsiteY95" fmla="*/ 1902274 h 4734469"/>
                <a:gd name="connsiteX96" fmla="*/ 105750 w 1886020"/>
                <a:gd name="connsiteY96" fmla="*/ 1989837 h 4734469"/>
                <a:gd name="connsiteX97" fmla="*/ 130737 w 1886020"/>
                <a:gd name="connsiteY97" fmla="*/ 2042751 h 4734469"/>
                <a:gd name="connsiteX98" fmla="*/ 163624 w 1886020"/>
                <a:gd name="connsiteY98" fmla="*/ 2141265 h 4734469"/>
                <a:gd name="connsiteX99" fmla="*/ 236572 w 1886020"/>
                <a:gd name="connsiteY99" fmla="*/ 2228163 h 4734469"/>
                <a:gd name="connsiteX100" fmla="*/ 236300 w 1886020"/>
                <a:gd name="connsiteY100" fmla="*/ 2412053 h 4734469"/>
                <a:gd name="connsiteX101" fmla="*/ 265444 w 1886020"/>
                <a:gd name="connsiteY101" fmla="*/ 2401299 h 4734469"/>
                <a:gd name="connsiteX102" fmla="*/ 330016 w 1886020"/>
                <a:gd name="connsiteY102" fmla="*/ 2655748 h 4734469"/>
                <a:gd name="connsiteX103" fmla="*/ 376474 w 1886020"/>
                <a:gd name="connsiteY103" fmla="*/ 2730632 h 4734469"/>
                <a:gd name="connsiteX104" fmla="*/ 394604 w 1886020"/>
                <a:gd name="connsiteY104" fmla="*/ 2789975 h 4734469"/>
                <a:gd name="connsiteX105" fmla="*/ 446089 w 1886020"/>
                <a:gd name="connsiteY105" fmla="*/ 3004200 h 4734469"/>
                <a:gd name="connsiteX106" fmla="*/ 469814 w 1886020"/>
                <a:gd name="connsiteY106" fmla="*/ 3180333 h 4734469"/>
                <a:gd name="connsiteX107" fmla="*/ 481889 w 1886020"/>
                <a:gd name="connsiteY107" fmla="*/ 3300881 h 4734469"/>
                <a:gd name="connsiteX108" fmla="*/ 497206 w 1886020"/>
                <a:gd name="connsiteY108" fmla="*/ 3322008 h 4734469"/>
                <a:gd name="connsiteX109" fmla="*/ 497458 w 1886020"/>
                <a:gd name="connsiteY109" fmla="*/ 3349846 h 4734469"/>
                <a:gd name="connsiteX110" fmla="*/ 472035 w 1886020"/>
                <a:gd name="connsiteY110" fmla="*/ 3558699 h 4734469"/>
                <a:gd name="connsiteX111" fmla="*/ 455363 w 1886020"/>
                <a:gd name="connsiteY111" fmla="*/ 3581867 h 4734469"/>
                <a:gd name="connsiteX112" fmla="*/ 376617 w 1886020"/>
                <a:gd name="connsiteY112" fmla="*/ 3789983 h 4734469"/>
                <a:gd name="connsiteX113" fmla="*/ 323803 w 1886020"/>
                <a:gd name="connsiteY113" fmla="*/ 4224670 h 4734469"/>
                <a:gd name="connsiteX114" fmla="*/ 269897 w 1886020"/>
                <a:gd name="connsiteY114" fmla="*/ 4290356 h 4734469"/>
                <a:gd name="connsiteX115" fmla="*/ 242653 w 1886020"/>
                <a:gd name="connsiteY115" fmla="*/ 4425902 h 4734469"/>
                <a:gd name="connsiteX116" fmla="*/ 245130 w 1886020"/>
                <a:gd name="connsiteY116" fmla="*/ 4448237 h 4734469"/>
                <a:gd name="connsiteX117" fmla="*/ 268367 w 1886020"/>
                <a:gd name="connsiteY117" fmla="*/ 4467643 h 4734469"/>
                <a:gd name="connsiteX118" fmla="*/ 281062 w 1886020"/>
                <a:gd name="connsiteY118" fmla="*/ 4473643 h 4734469"/>
                <a:gd name="connsiteX119" fmla="*/ 273678 w 1886020"/>
                <a:gd name="connsiteY119" fmla="*/ 4504884 h 4734469"/>
                <a:gd name="connsiteX120" fmla="*/ 223785 w 1886020"/>
                <a:gd name="connsiteY120" fmla="*/ 4478920 h 4734469"/>
                <a:gd name="connsiteX121" fmla="*/ 197562 w 1886020"/>
                <a:gd name="connsiteY121" fmla="*/ 4694067 h 4734469"/>
                <a:gd name="connsiteX122" fmla="*/ 200110 w 1886020"/>
                <a:gd name="connsiteY122" fmla="*/ 4707613 h 4734469"/>
                <a:gd name="connsiteX123" fmla="*/ 217011 w 1886020"/>
                <a:gd name="connsiteY123" fmla="*/ 4715815 h 4734469"/>
                <a:gd name="connsiteX124" fmla="*/ 430232 w 1886020"/>
                <a:gd name="connsiteY124" fmla="*/ 4734343 h 4734469"/>
                <a:gd name="connsiteX125" fmla="*/ 603607 w 1886020"/>
                <a:gd name="connsiteY125" fmla="*/ 4725262 h 4734469"/>
                <a:gd name="connsiteX126" fmla="*/ 662684 w 1886020"/>
                <a:gd name="connsiteY126" fmla="*/ 4720722 h 4734469"/>
                <a:gd name="connsiteX127" fmla="*/ 843635 w 1886020"/>
                <a:gd name="connsiteY127" fmla="*/ 4698241 h 4734469"/>
                <a:gd name="connsiteX128" fmla="*/ 916335 w 1886020"/>
                <a:gd name="connsiteY128" fmla="*/ 4666093 h 4734469"/>
                <a:gd name="connsiteX129" fmla="*/ 932144 w 1886020"/>
                <a:gd name="connsiteY129" fmla="*/ 4593231 h 4734469"/>
                <a:gd name="connsiteX130" fmla="*/ 932070 w 1886020"/>
                <a:gd name="connsiteY130" fmla="*/ 4593011 h 4734469"/>
                <a:gd name="connsiteX131" fmla="*/ 844873 w 1886020"/>
                <a:gd name="connsiteY131" fmla="*/ 4558374 h 4734469"/>
                <a:gd name="connsiteX132" fmla="*/ 753524 w 1886020"/>
                <a:gd name="connsiteY132" fmla="*/ 4529302 h 4734469"/>
                <a:gd name="connsiteX133" fmla="*/ 734593 w 1886020"/>
                <a:gd name="connsiteY133" fmla="*/ 4518606 h 4734469"/>
                <a:gd name="connsiteX134" fmla="*/ 739537 w 1886020"/>
                <a:gd name="connsiteY134" fmla="*/ 4517219 h 4734469"/>
                <a:gd name="connsiteX135" fmla="*/ 815225 w 1886020"/>
                <a:gd name="connsiteY135" fmla="*/ 4473721 h 4734469"/>
                <a:gd name="connsiteX136" fmla="*/ 913204 w 1886020"/>
                <a:gd name="connsiteY136" fmla="*/ 4451240 h 4734469"/>
                <a:gd name="connsiteX137" fmla="*/ 1008777 w 1886020"/>
                <a:gd name="connsiteY137" fmla="*/ 4421948 h 4734469"/>
                <a:gd name="connsiteX138" fmla="*/ 1047167 w 1886020"/>
                <a:gd name="connsiteY138" fmla="*/ 4341177 h 4734469"/>
                <a:gd name="connsiteX139" fmla="*/ 1045565 w 1886020"/>
                <a:gd name="connsiteY139" fmla="*/ 4334806 h 4734469"/>
                <a:gd name="connsiteX140" fmla="*/ 966018 w 1886020"/>
                <a:gd name="connsiteY140" fmla="*/ 4275418 h 4734469"/>
                <a:gd name="connsiteX141" fmla="*/ 869350 w 1886020"/>
                <a:gd name="connsiteY141" fmla="*/ 4240780 h 4734469"/>
                <a:gd name="connsiteX142" fmla="*/ 865416 w 1886020"/>
                <a:gd name="connsiteY142" fmla="*/ 4237558 h 4734469"/>
                <a:gd name="connsiteX143" fmla="*/ 858312 w 1886020"/>
                <a:gd name="connsiteY143" fmla="*/ 4231890 h 4734469"/>
                <a:gd name="connsiteX144" fmla="*/ 866202 w 1886020"/>
                <a:gd name="connsiteY144" fmla="*/ 4198483 h 4734469"/>
                <a:gd name="connsiteX145" fmla="*/ 846828 w 1886020"/>
                <a:gd name="connsiteY145" fmla="*/ 4146993 h 4734469"/>
                <a:gd name="connsiteX146" fmla="*/ 827606 w 1886020"/>
                <a:gd name="connsiteY146" fmla="*/ 4040589 h 4734469"/>
                <a:gd name="connsiteX147" fmla="*/ 769290 w 1886020"/>
                <a:gd name="connsiteY147" fmla="*/ 3774485 h 4734469"/>
                <a:gd name="connsiteX148" fmla="*/ 762475 w 1886020"/>
                <a:gd name="connsiteY148" fmla="*/ 3744253 h 4734469"/>
                <a:gd name="connsiteX149" fmla="*/ 836934 w 1886020"/>
                <a:gd name="connsiteY149" fmla="*/ 3624999 h 4734469"/>
                <a:gd name="connsiteX150" fmla="*/ 908250 w 1886020"/>
                <a:gd name="connsiteY150" fmla="*/ 3483961 h 4734469"/>
                <a:gd name="connsiteX151" fmla="*/ 919032 w 1886020"/>
                <a:gd name="connsiteY151" fmla="*/ 3436142 h 4734469"/>
                <a:gd name="connsiteX152" fmla="*/ 1024295 w 1886020"/>
                <a:gd name="connsiteY152" fmla="*/ 2880409 h 4734469"/>
                <a:gd name="connsiteX153" fmla="*/ 1033661 w 1886020"/>
                <a:gd name="connsiteY153" fmla="*/ 2800068 h 4734469"/>
                <a:gd name="connsiteX154" fmla="*/ 1047473 w 1886020"/>
                <a:gd name="connsiteY154" fmla="*/ 2724013 h 4734469"/>
                <a:gd name="connsiteX155" fmla="*/ 1058970 w 1886020"/>
                <a:gd name="connsiteY155" fmla="*/ 2622350 h 4734469"/>
                <a:gd name="connsiteX156" fmla="*/ 1047617 w 1886020"/>
                <a:gd name="connsiteY156" fmla="*/ 2488368 h 4734469"/>
                <a:gd name="connsiteX157" fmla="*/ 1042031 w 1886020"/>
                <a:gd name="connsiteY157" fmla="*/ 2396930 h 4734469"/>
                <a:gd name="connsiteX158" fmla="*/ 1038963 w 1886020"/>
                <a:gd name="connsiteY158" fmla="*/ 2381416 h 4734469"/>
                <a:gd name="connsiteX159" fmla="*/ 1037129 w 1886020"/>
                <a:gd name="connsiteY159" fmla="*/ 2373822 h 4734469"/>
                <a:gd name="connsiteX160" fmla="*/ 1019095 w 1886020"/>
                <a:gd name="connsiteY160" fmla="*/ 2324047 h 4734469"/>
                <a:gd name="connsiteX161" fmla="*/ 1005573 w 1886020"/>
                <a:gd name="connsiteY161" fmla="*/ 2296263 h 4734469"/>
                <a:gd name="connsiteX162" fmla="*/ 995240 w 1886020"/>
                <a:gd name="connsiteY162" fmla="*/ 2281142 h 4734469"/>
                <a:gd name="connsiteX163" fmla="*/ 1058914 w 1886020"/>
                <a:gd name="connsiteY163" fmla="*/ 2287002 h 4734469"/>
                <a:gd name="connsiteX164" fmla="*/ 1073548 w 1886020"/>
                <a:gd name="connsiteY164" fmla="*/ 2283943 h 4734469"/>
                <a:gd name="connsiteX165" fmla="*/ 1075497 w 1886020"/>
                <a:gd name="connsiteY165" fmla="*/ 2276255 h 4734469"/>
                <a:gd name="connsiteX166" fmla="*/ 1058910 w 1886020"/>
                <a:gd name="connsiteY166" fmla="*/ 2207029 h 4734469"/>
                <a:gd name="connsiteX167" fmla="*/ 1039680 w 1886020"/>
                <a:gd name="connsiteY167" fmla="*/ 2161643 h 4734469"/>
                <a:gd name="connsiteX168" fmla="*/ 1045298 w 1886020"/>
                <a:gd name="connsiteY168" fmla="*/ 2139108 h 4734469"/>
                <a:gd name="connsiteX169" fmla="*/ 1073729 w 1886020"/>
                <a:gd name="connsiteY169" fmla="*/ 2062887 h 4734469"/>
                <a:gd name="connsiteX170" fmla="*/ 1098774 w 1886020"/>
                <a:gd name="connsiteY170" fmla="*/ 1856238 h 4734469"/>
                <a:gd name="connsiteX171" fmla="*/ 1117459 w 1886020"/>
                <a:gd name="connsiteY171" fmla="*/ 1696376 h 4734469"/>
                <a:gd name="connsiteX172" fmla="*/ 1090811 w 1886020"/>
                <a:gd name="connsiteY172" fmla="*/ 1564235 h 4734469"/>
                <a:gd name="connsiteX173" fmla="*/ 1070016 w 1886020"/>
                <a:gd name="connsiteY173" fmla="*/ 1535166 h 4734469"/>
                <a:gd name="connsiteX174" fmla="*/ 1065064 w 1886020"/>
                <a:gd name="connsiteY174" fmla="*/ 1500401 h 4734469"/>
                <a:gd name="connsiteX175" fmla="*/ 1069409 w 1886020"/>
                <a:gd name="connsiteY175" fmla="*/ 1285230 h 4734469"/>
                <a:gd name="connsiteX176" fmla="*/ 1428401 w 1886020"/>
                <a:gd name="connsiteY176" fmla="*/ 1244648 h 4734469"/>
                <a:gd name="connsiteX177" fmla="*/ 1469267 w 1886020"/>
                <a:gd name="connsiteY177" fmla="*/ 1233637 h 4734469"/>
                <a:gd name="connsiteX178" fmla="*/ 1510569 w 1886020"/>
                <a:gd name="connsiteY178" fmla="*/ 1207741 h 4734469"/>
                <a:gd name="connsiteX179" fmla="*/ 1622232 w 1886020"/>
                <a:gd name="connsiteY179" fmla="*/ 1109831 h 4734469"/>
                <a:gd name="connsiteX180" fmla="*/ 1688425 w 1886020"/>
                <a:gd name="connsiteY180" fmla="*/ 946642 h 4734469"/>
                <a:gd name="connsiteX181" fmla="*/ 1747562 w 1886020"/>
                <a:gd name="connsiteY181" fmla="*/ 844368 h 4734469"/>
                <a:gd name="connsiteX182" fmla="*/ 1761043 w 1886020"/>
                <a:gd name="connsiteY182" fmla="*/ 794696 h 4734469"/>
                <a:gd name="connsiteX183" fmla="*/ 1753437 w 1886020"/>
                <a:gd name="connsiteY183" fmla="*/ 741358 h 4734469"/>
                <a:gd name="connsiteX184" fmla="*/ 1796361 w 1886020"/>
                <a:gd name="connsiteY184" fmla="*/ 663739 h 4734469"/>
                <a:gd name="connsiteX185" fmla="*/ 1806570 w 1886020"/>
                <a:gd name="connsiteY185" fmla="*/ 650101 h 4734469"/>
                <a:gd name="connsiteX186" fmla="*/ 1804140 w 1886020"/>
                <a:gd name="connsiteY186" fmla="*/ 636808 h 4734469"/>
                <a:gd name="connsiteX187" fmla="*/ 1803307 w 1886020"/>
                <a:gd name="connsiteY187" fmla="*/ 635266 h 4734469"/>
                <a:gd name="connsiteX188" fmla="*/ 1811545 w 1886020"/>
                <a:gd name="connsiteY188" fmla="*/ 629796 h 4734469"/>
                <a:gd name="connsiteX189" fmla="*/ 1839081 w 1886020"/>
                <a:gd name="connsiteY189" fmla="*/ 608266 h 4734469"/>
                <a:gd name="connsiteX190" fmla="*/ 1874848 w 1886020"/>
                <a:gd name="connsiteY190" fmla="*/ 572018 h 4734469"/>
                <a:gd name="connsiteX191" fmla="*/ 1884245 w 1886020"/>
                <a:gd name="connsiteY191" fmla="*/ 523393 h 4734469"/>
                <a:gd name="connsiteX192" fmla="*/ 570346 w 1886020"/>
                <a:gd name="connsiteY192" fmla="*/ 4449227 h 4734469"/>
                <a:gd name="connsiteX193" fmla="*/ 563104 w 1886020"/>
                <a:gd name="connsiteY193" fmla="*/ 4449848 h 4734469"/>
                <a:gd name="connsiteX194" fmla="*/ 537097 w 1886020"/>
                <a:gd name="connsiteY194" fmla="*/ 4457317 h 4734469"/>
                <a:gd name="connsiteX195" fmla="*/ 535135 w 1886020"/>
                <a:gd name="connsiteY195" fmla="*/ 4458333 h 4734469"/>
                <a:gd name="connsiteX196" fmla="*/ 566672 w 1886020"/>
                <a:gd name="connsiteY196" fmla="*/ 4383942 h 4734469"/>
                <a:gd name="connsiteX197" fmla="*/ 570026 w 1886020"/>
                <a:gd name="connsiteY197" fmla="*/ 4374975 h 4734469"/>
                <a:gd name="connsiteX198" fmla="*/ 568786 w 1886020"/>
                <a:gd name="connsiteY198" fmla="*/ 4391777 h 4734469"/>
                <a:gd name="connsiteX199" fmla="*/ 570346 w 1886020"/>
                <a:gd name="connsiteY199" fmla="*/ 4449227 h 4734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1886020" h="4734469">
                  <a:moveTo>
                    <a:pt x="1884245" y="523393"/>
                  </a:moveTo>
                  <a:cubicBezTo>
                    <a:pt x="1879987" y="514554"/>
                    <a:pt x="1876643" y="505304"/>
                    <a:pt x="1874265" y="495786"/>
                  </a:cubicBezTo>
                  <a:cubicBezTo>
                    <a:pt x="1873246" y="484801"/>
                    <a:pt x="1877470" y="470302"/>
                    <a:pt x="1867783" y="465103"/>
                  </a:cubicBezTo>
                  <a:cubicBezTo>
                    <a:pt x="1862319" y="462173"/>
                    <a:pt x="1854816" y="464370"/>
                    <a:pt x="1850007" y="460490"/>
                  </a:cubicBezTo>
                  <a:cubicBezTo>
                    <a:pt x="1847008" y="457071"/>
                    <a:pt x="1845172" y="452789"/>
                    <a:pt x="1844762" y="448260"/>
                  </a:cubicBezTo>
                  <a:cubicBezTo>
                    <a:pt x="1839748" y="430784"/>
                    <a:pt x="1824034" y="418538"/>
                    <a:pt x="1805863" y="417944"/>
                  </a:cubicBezTo>
                  <a:cubicBezTo>
                    <a:pt x="1816353" y="390189"/>
                    <a:pt x="1853722" y="383379"/>
                    <a:pt x="1870331" y="358921"/>
                  </a:cubicBezTo>
                  <a:cubicBezTo>
                    <a:pt x="1878637" y="346765"/>
                    <a:pt x="1875941" y="324284"/>
                    <a:pt x="1861299" y="324137"/>
                  </a:cubicBezTo>
                  <a:cubicBezTo>
                    <a:pt x="1857855" y="324356"/>
                    <a:pt x="1854489" y="325252"/>
                    <a:pt x="1851393" y="326774"/>
                  </a:cubicBezTo>
                  <a:cubicBezTo>
                    <a:pt x="1833181" y="334243"/>
                    <a:pt x="1815041" y="341785"/>
                    <a:pt x="1796830" y="349255"/>
                  </a:cubicBezTo>
                  <a:cubicBezTo>
                    <a:pt x="1786256" y="353386"/>
                    <a:pt x="1775941" y="358155"/>
                    <a:pt x="1765943" y="363534"/>
                  </a:cubicBezTo>
                  <a:cubicBezTo>
                    <a:pt x="1735930" y="380596"/>
                    <a:pt x="1713493" y="408351"/>
                    <a:pt x="1693315" y="436543"/>
                  </a:cubicBezTo>
                  <a:cubicBezTo>
                    <a:pt x="1674232" y="461516"/>
                    <a:pt x="1659007" y="489212"/>
                    <a:pt x="1648150" y="518706"/>
                  </a:cubicBezTo>
                  <a:cubicBezTo>
                    <a:pt x="1642068" y="536846"/>
                    <a:pt x="1638825" y="555816"/>
                    <a:pt x="1638535" y="574946"/>
                  </a:cubicBezTo>
                  <a:cubicBezTo>
                    <a:pt x="1638535" y="576864"/>
                    <a:pt x="1638578" y="578769"/>
                    <a:pt x="1638663" y="580662"/>
                  </a:cubicBezTo>
                  <a:cubicBezTo>
                    <a:pt x="1629777" y="582164"/>
                    <a:pt x="1622481" y="586062"/>
                    <a:pt x="1613134" y="587941"/>
                  </a:cubicBezTo>
                  <a:cubicBezTo>
                    <a:pt x="1606083" y="606606"/>
                    <a:pt x="1599032" y="625271"/>
                    <a:pt x="1591981" y="643937"/>
                  </a:cubicBezTo>
                  <a:cubicBezTo>
                    <a:pt x="1589143" y="653296"/>
                    <a:pt x="1584441" y="661984"/>
                    <a:pt x="1578159" y="669479"/>
                  </a:cubicBezTo>
                  <a:cubicBezTo>
                    <a:pt x="1573450" y="673778"/>
                    <a:pt x="1568430" y="677724"/>
                    <a:pt x="1563141" y="681284"/>
                  </a:cubicBezTo>
                  <a:cubicBezTo>
                    <a:pt x="1541319" y="699947"/>
                    <a:pt x="1530169" y="728216"/>
                    <a:pt x="1533375" y="756751"/>
                  </a:cubicBezTo>
                  <a:cubicBezTo>
                    <a:pt x="1493619" y="772381"/>
                    <a:pt x="1472768" y="816138"/>
                    <a:pt x="1485671" y="856861"/>
                  </a:cubicBezTo>
                  <a:cubicBezTo>
                    <a:pt x="1453258" y="863888"/>
                    <a:pt x="1426836" y="887272"/>
                    <a:pt x="1415921" y="918590"/>
                  </a:cubicBezTo>
                  <a:cubicBezTo>
                    <a:pt x="1414418" y="925614"/>
                    <a:pt x="1411299" y="932192"/>
                    <a:pt x="1406812" y="937801"/>
                  </a:cubicBezTo>
                  <a:cubicBezTo>
                    <a:pt x="1399842" y="943118"/>
                    <a:pt x="1391210" y="945785"/>
                    <a:pt x="1382456" y="945325"/>
                  </a:cubicBezTo>
                  <a:cubicBezTo>
                    <a:pt x="1358552" y="946811"/>
                    <a:pt x="1337650" y="965736"/>
                    <a:pt x="1315988" y="955470"/>
                  </a:cubicBezTo>
                  <a:cubicBezTo>
                    <a:pt x="1291397" y="943879"/>
                    <a:pt x="1263872" y="940012"/>
                    <a:pt x="1237040" y="944378"/>
                  </a:cubicBezTo>
                  <a:cubicBezTo>
                    <a:pt x="1231525" y="945684"/>
                    <a:pt x="1225852" y="946189"/>
                    <a:pt x="1220194" y="945880"/>
                  </a:cubicBezTo>
                  <a:cubicBezTo>
                    <a:pt x="1215352" y="945044"/>
                    <a:pt x="1210682" y="943408"/>
                    <a:pt x="1206377" y="941040"/>
                  </a:cubicBezTo>
                  <a:cubicBezTo>
                    <a:pt x="1196629" y="935328"/>
                    <a:pt x="1186061" y="931148"/>
                    <a:pt x="1175042" y="928647"/>
                  </a:cubicBezTo>
                  <a:cubicBezTo>
                    <a:pt x="1163722" y="926283"/>
                    <a:pt x="1152072" y="930807"/>
                    <a:pt x="1145313" y="940191"/>
                  </a:cubicBezTo>
                  <a:cubicBezTo>
                    <a:pt x="1137727" y="931829"/>
                    <a:pt x="1133206" y="921120"/>
                    <a:pt x="1126295" y="912187"/>
                  </a:cubicBezTo>
                  <a:cubicBezTo>
                    <a:pt x="1120075" y="902489"/>
                    <a:pt x="1108911" y="897134"/>
                    <a:pt x="1097455" y="898352"/>
                  </a:cubicBezTo>
                  <a:cubicBezTo>
                    <a:pt x="1104657" y="891903"/>
                    <a:pt x="1097285" y="879067"/>
                    <a:pt x="1087927" y="876721"/>
                  </a:cubicBezTo>
                  <a:cubicBezTo>
                    <a:pt x="1078328" y="875928"/>
                    <a:pt x="1068670" y="876280"/>
                    <a:pt x="1059155" y="877769"/>
                  </a:cubicBezTo>
                  <a:cubicBezTo>
                    <a:pt x="1034136" y="877636"/>
                    <a:pt x="1014940" y="854801"/>
                    <a:pt x="990638" y="848823"/>
                  </a:cubicBezTo>
                  <a:cubicBezTo>
                    <a:pt x="968301" y="843330"/>
                    <a:pt x="938529" y="849881"/>
                    <a:pt x="927078" y="829834"/>
                  </a:cubicBezTo>
                  <a:cubicBezTo>
                    <a:pt x="923420" y="823430"/>
                    <a:pt x="922372" y="815007"/>
                    <a:pt x="917154" y="810211"/>
                  </a:cubicBezTo>
                  <a:cubicBezTo>
                    <a:pt x="915923" y="804773"/>
                    <a:pt x="913444" y="799696"/>
                    <a:pt x="909914" y="795381"/>
                  </a:cubicBezTo>
                  <a:cubicBezTo>
                    <a:pt x="900747" y="784944"/>
                    <a:pt x="885250" y="783451"/>
                    <a:pt x="871407" y="783885"/>
                  </a:cubicBezTo>
                  <a:cubicBezTo>
                    <a:pt x="856196" y="784264"/>
                    <a:pt x="841121" y="786859"/>
                    <a:pt x="826658" y="791587"/>
                  </a:cubicBezTo>
                  <a:cubicBezTo>
                    <a:pt x="826254" y="789776"/>
                    <a:pt x="825774" y="787879"/>
                    <a:pt x="825164" y="785828"/>
                  </a:cubicBezTo>
                  <a:cubicBezTo>
                    <a:pt x="816394" y="760275"/>
                    <a:pt x="798807" y="738682"/>
                    <a:pt x="775558" y="724921"/>
                  </a:cubicBezTo>
                  <a:cubicBezTo>
                    <a:pt x="757304" y="713996"/>
                    <a:pt x="737481" y="705937"/>
                    <a:pt x="716782" y="701026"/>
                  </a:cubicBezTo>
                  <a:cubicBezTo>
                    <a:pt x="716686" y="699200"/>
                    <a:pt x="716492" y="697384"/>
                    <a:pt x="716446" y="695553"/>
                  </a:cubicBezTo>
                  <a:cubicBezTo>
                    <a:pt x="716110" y="669706"/>
                    <a:pt x="720123" y="643985"/>
                    <a:pt x="728319" y="619469"/>
                  </a:cubicBezTo>
                  <a:cubicBezTo>
                    <a:pt x="729178" y="616782"/>
                    <a:pt x="730174" y="614126"/>
                    <a:pt x="731107" y="611455"/>
                  </a:cubicBezTo>
                  <a:cubicBezTo>
                    <a:pt x="876662" y="573177"/>
                    <a:pt x="963628" y="424150"/>
                    <a:pt x="925349" y="278594"/>
                  </a:cubicBezTo>
                  <a:cubicBezTo>
                    <a:pt x="912967" y="231510"/>
                    <a:pt x="888197" y="188603"/>
                    <a:pt x="853616" y="154334"/>
                  </a:cubicBezTo>
                  <a:cubicBezTo>
                    <a:pt x="853487" y="148816"/>
                    <a:pt x="852771" y="143327"/>
                    <a:pt x="851478" y="137960"/>
                  </a:cubicBezTo>
                  <a:cubicBezTo>
                    <a:pt x="848482" y="126214"/>
                    <a:pt x="842847" y="115306"/>
                    <a:pt x="835001" y="106065"/>
                  </a:cubicBezTo>
                  <a:cubicBezTo>
                    <a:pt x="822561" y="78154"/>
                    <a:pt x="803054" y="65842"/>
                    <a:pt x="778219" y="54216"/>
                  </a:cubicBezTo>
                  <a:cubicBezTo>
                    <a:pt x="771081" y="50848"/>
                    <a:pt x="763505" y="47552"/>
                    <a:pt x="755492" y="43891"/>
                  </a:cubicBezTo>
                  <a:cubicBezTo>
                    <a:pt x="715863" y="26023"/>
                    <a:pt x="677545" y="-193"/>
                    <a:pt x="632527" y="-120"/>
                  </a:cubicBezTo>
                  <a:cubicBezTo>
                    <a:pt x="591441" y="-120"/>
                    <a:pt x="552104" y="22581"/>
                    <a:pt x="511529" y="21702"/>
                  </a:cubicBezTo>
                  <a:lnTo>
                    <a:pt x="508469" y="21555"/>
                  </a:lnTo>
                  <a:cubicBezTo>
                    <a:pt x="507449" y="21510"/>
                    <a:pt x="506430" y="21519"/>
                    <a:pt x="505410" y="21409"/>
                  </a:cubicBezTo>
                  <a:cubicBezTo>
                    <a:pt x="504172" y="21336"/>
                    <a:pt x="503006" y="21189"/>
                    <a:pt x="501768" y="21043"/>
                  </a:cubicBezTo>
                  <a:cubicBezTo>
                    <a:pt x="490404" y="19652"/>
                    <a:pt x="476781" y="17016"/>
                    <a:pt x="469278" y="25730"/>
                  </a:cubicBezTo>
                  <a:cubicBezTo>
                    <a:pt x="466903" y="29211"/>
                    <a:pt x="464970" y="32975"/>
                    <a:pt x="463524" y="36933"/>
                  </a:cubicBezTo>
                  <a:cubicBezTo>
                    <a:pt x="462960" y="38238"/>
                    <a:pt x="462278" y="39488"/>
                    <a:pt x="461484" y="40668"/>
                  </a:cubicBezTo>
                  <a:lnTo>
                    <a:pt x="461484" y="40668"/>
                  </a:lnTo>
                  <a:cubicBezTo>
                    <a:pt x="460036" y="43203"/>
                    <a:pt x="458300" y="45562"/>
                    <a:pt x="456312" y="47698"/>
                  </a:cubicBezTo>
                  <a:lnTo>
                    <a:pt x="456312" y="47698"/>
                  </a:lnTo>
                  <a:cubicBezTo>
                    <a:pt x="443200" y="62124"/>
                    <a:pt x="421200" y="68495"/>
                    <a:pt x="403061" y="77869"/>
                  </a:cubicBezTo>
                  <a:cubicBezTo>
                    <a:pt x="362121" y="98885"/>
                    <a:pt x="335241" y="141651"/>
                    <a:pt x="324532" y="186540"/>
                  </a:cubicBezTo>
                  <a:cubicBezTo>
                    <a:pt x="313824" y="231503"/>
                    <a:pt x="317613" y="278735"/>
                    <a:pt x="325625" y="324210"/>
                  </a:cubicBezTo>
                  <a:cubicBezTo>
                    <a:pt x="329668" y="346953"/>
                    <a:pt x="338554" y="372769"/>
                    <a:pt x="354726" y="387041"/>
                  </a:cubicBezTo>
                  <a:lnTo>
                    <a:pt x="354729" y="387125"/>
                  </a:lnTo>
                  <a:lnTo>
                    <a:pt x="354368" y="386850"/>
                  </a:lnTo>
                  <a:cubicBezTo>
                    <a:pt x="354368" y="386850"/>
                    <a:pt x="217449" y="484288"/>
                    <a:pt x="242435" y="498129"/>
                  </a:cubicBezTo>
                  <a:cubicBezTo>
                    <a:pt x="256026" y="505640"/>
                    <a:pt x="312750" y="469721"/>
                    <a:pt x="361648" y="435424"/>
                  </a:cubicBezTo>
                  <a:cubicBezTo>
                    <a:pt x="362144" y="437506"/>
                    <a:pt x="362603" y="439595"/>
                    <a:pt x="363141" y="441669"/>
                  </a:cubicBezTo>
                  <a:cubicBezTo>
                    <a:pt x="369008" y="463526"/>
                    <a:pt x="376482" y="484918"/>
                    <a:pt x="385505" y="505671"/>
                  </a:cubicBezTo>
                  <a:cubicBezTo>
                    <a:pt x="395922" y="530203"/>
                    <a:pt x="410492" y="556639"/>
                    <a:pt x="435987" y="563961"/>
                  </a:cubicBezTo>
                  <a:cubicBezTo>
                    <a:pt x="441630" y="565500"/>
                    <a:pt x="447474" y="566168"/>
                    <a:pt x="453319" y="565943"/>
                  </a:cubicBezTo>
                  <a:cubicBezTo>
                    <a:pt x="454827" y="565930"/>
                    <a:pt x="456330" y="565808"/>
                    <a:pt x="457839" y="565708"/>
                  </a:cubicBezTo>
                  <a:cubicBezTo>
                    <a:pt x="459132" y="603180"/>
                    <a:pt x="455165" y="640648"/>
                    <a:pt x="446055" y="677019"/>
                  </a:cubicBezTo>
                  <a:cubicBezTo>
                    <a:pt x="431197" y="676210"/>
                    <a:pt x="416481" y="680278"/>
                    <a:pt x="404147" y="688604"/>
                  </a:cubicBezTo>
                  <a:cubicBezTo>
                    <a:pt x="399500" y="693206"/>
                    <a:pt x="393610" y="696350"/>
                    <a:pt x="387200" y="697652"/>
                  </a:cubicBezTo>
                  <a:cubicBezTo>
                    <a:pt x="380552" y="696839"/>
                    <a:pt x="374375" y="693794"/>
                    <a:pt x="369682" y="689015"/>
                  </a:cubicBezTo>
                  <a:cubicBezTo>
                    <a:pt x="331815" y="661741"/>
                    <a:pt x="280072" y="664482"/>
                    <a:pt x="245299" y="695605"/>
                  </a:cubicBezTo>
                  <a:cubicBezTo>
                    <a:pt x="195703" y="742353"/>
                    <a:pt x="201316" y="833697"/>
                    <a:pt x="143191" y="869154"/>
                  </a:cubicBezTo>
                  <a:cubicBezTo>
                    <a:pt x="127169" y="878928"/>
                    <a:pt x="106687" y="884098"/>
                    <a:pt x="97334" y="900423"/>
                  </a:cubicBezTo>
                  <a:cubicBezTo>
                    <a:pt x="95070" y="905622"/>
                    <a:pt x="92427" y="910647"/>
                    <a:pt x="89426" y="915458"/>
                  </a:cubicBezTo>
                  <a:cubicBezTo>
                    <a:pt x="85537" y="919756"/>
                    <a:pt x="80772" y="923169"/>
                    <a:pt x="75452" y="925468"/>
                  </a:cubicBezTo>
                  <a:cubicBezTo>
                    <a:pt x="58580" y="933039"/>
                    <a:pt x="42526" y="942316"/>
                    <a:pt x="27541" y="953154"/>
                  </a:cubicBezTo>
                  <a:cubicBezTo>
                    <a:pt x="12411" y="964246"/>
                    <a:pt x="2454" y="981025"/>
                    <a:pt x="-34" y="999620"/>
                  </a:cubicBezTo>
                  <a:cubicBezTo>
                    <a:pt x="-249" y="1013123"/>
                    <a:pt x="2648" y="1026495"/>
                    <a:pt x="8434" y="1038698"/>
                  </a:cubicBezTo>
                  <a:cubicBezTo>
                    <a:pt x="17108" y="1060026"/>
                    <a:pt x="27783" y="1080484"/>
                    <a:pt x="40317" y="1099798"/>
                  </a:cubicBezTo>
                  <a:cubicBezTo>
                    <a:pt x="33548" y="1108622"/>
                    <a:pt x="29116" y="1119012"/>
                    <a:pt x="27433" y="1130006"/>
                  </a:cubicBezTo>
                  <a:cubicBezTo>
                    <a:pt x="23297" y="1158835"/>
                    <a:pt x="37087" y="1187166"/>
                    <a:pt x="38612" y="1216252"/>
                  </a:cubicBezTo>
                  <a:cubicBezTo>
                    <a:pt x="39943" y="1241665"/>
                    <a:pt x="31896" y="1266487"/>
                    <a:pt x="27292" y="1291511"/>
                  </a:cubicBezTo>
                  <a:cubicBezTo>
                    <a:pt x="9324" y="1389174"/>
                    <a:pt x="43846" y="1488100"/>
                    <a:pt x="78979" y="1580927"/>
                  </a:cubicBezTo>
                  <a:cubicBezTo>
                    <a:pt x="85663" y="1596009"/>
                    <a:pt x="89810" y="1612092"/>
                    <a:pt x="91251" y="1628525"/>
                  </a:cubicBezTo>
                  <a:cubicBezTo>
                    <a:pt x="92190" y="1658823"/>
                    <a:pt x="74830" y="1686583"/>
                    <a:pt x="70077" y="1716517"/>
                  </a:cubicBezTo>
                  <a:cubicBezTo>
                    <a:pt x="60087" y="1779417"/>
                    <a:pt x="106242" y="1838585"/>
                    <a:pt x="107198" y="1902274"/>
                  </a:cubicBezTo>
                  <a:cubicBezTo>
                    <a:pt x="107638" y="1931597"/>
                    <a:pt x="98452" y="1961442"/>
                    <a:pt x="105750" y="1989837"/>
                  </a:cubicBezTo>
                  <a:cubicBezTo>
                    <a:pt x="110621" y="2008787"/>
                    <a:pt x="122387" y="2025071"/>
                    <a:pt x="130737" y="2042751"/>
                  </a:cubicBezTo>
                  <a:cubicBezTo>
                    <a:pt x="145532" y="2074080"/>
                    <a:pt x="149501" y="2109624"/>
                    <a:pt x="163624" y="2141265"/>
                  </a:cubicBezTo>
                  <a:cubicBezTo>
                    <a:pt x="180520" y="2175727"/>
                    <a:pt x="205558" y="2205553"/>
                    <a:pt x="236572" y="2228163"/>
                  </a:cubicBezTo>
                  <a:cubicBezTo>
                    <a:pt x="254350" y="2284370"/>
                    <a:pt x="229127" y="2352240"/>
                    <a:pt x="236300" y="2412053"/>
                  </a:cubicBezTo>
                  <a:cubicBezTo>
                    <a:pt x="245952" y="2408302"/>
                    <a:pt x="255679" y="2404746"/>
                    <a:pt x="265444" y="2401299"/>
                  </a:cubicBezTo>
                  <a:cubicBezTo>
                    <a:pt x="259340" y="2490826"/>
                    <a:pt x="281961" y="2579965"/>
                    <a:pt x="330016" y="2655748"/>
                  </a:cubicBezTo>
                  <a:cubicBezTo>
                    <a:pt x="345907" y="2680498"/>
                    <a:pt x="364528" y="2703733"/>
                    <a:pt x="376474" y="2730632"/>
                  </a:cubicBezTo>
                  <a:cubicBezTo>
                    <a:pt x="384304" y="2749822"/>
                    <a:pt x="390373" y="2769685"/>
                    <a:pt x="394604" y="2789975"/>
                  </a:cubicBezTo>
                  <a:cubicBezTo>
                    <a:pt x="411766" y="2861384"/>
                    <a:pt x="428928" y="2932792"/>
                    <a:pt x="446089" y="3004200"/>
                  </a:cubicBezTo>
                  <a:cubicBezTo>
                    <a:pt x="459988" y="3062033"/>
                    <a:pt x="473988" y="3120985"/>
                    <a:pt x="469814" y="3180333"/>
                  </a:cubicBezTo>
                  <a:cubicBezTo>
                    <a:pt x="466905" y="3221687"/>
                    <a:pt x="456536" y="3268184"/>
                    <a:pt x="481889" y="3300881"/>
                  </a:cubicBezTo>
                  <a:cubicBezTo>
                    <a:pt x="488006" y="3307131"/>
                    <a:pt x="493168" y="3314250"/>
                    <a:pt x="497206" y="3322008"/>
                  </a:cubicBezTo>
                  <a:cubicBezTo>
                    <a:pt x="499734" y="3331104"/>
                    <a:pt x="499821" y="3340705"/>
                    <a:pt x="497458" y="3349846"/>
                  </a:cubicBezTo>
                  <a:cubicBezTo>
                    <a:pt x="485085" y="3418933"/>
                    <a:pt x="476597" y="3488660"/>
                    <a:pt x="472035" y="3558699"/>
                  </a:cubicBezTo>
                  <a:cubicBezTo>
                    <a:pt x="466299" y="3566438"/>
                    <a:pt x="460633" y="3574145"/>
                    <a:pt x="455363" y="3581867"/>
                  </a:cubicBezTo>
                  <a:cubicBezTo>
                    <a:pt x="413258" y="3643453"/>
                    <a:pt x="393008" y="3717121"/>
                    <a:pt x="376617" y="3789983"/>
                  </a:cubicBezTo>
                  <a:cubicBezTo>
                    <a:pt x="344710" y="3932487"/>
                    <a:pt x="330360" y="4078724"/>
                    <a:pt x="323803" y="4224670"/>
                  </a:cubicBezTo>
                  <a:cubicBezTo>
                    <a:pt x="302695" y="4243788"/>
                    <a:pt x="284530" y="4265923"/>
                    <a:pt x="269897" y="4290356"/>
                  </a:cubicBezTo>
                  <a:cubicBezTo>
                    <a:pt x="247824" y="4331217"/>
                    <a:pt x="244984" y="4379402"/>
                    <a:pt x="242653" y="4425902"/>
                  </a:cubicBezTo>
                  <a:cubicBezTo>
                    <a:pt x="241667" y="4433438"/>
                    <a:pt x="242517" y="4441101"/>
                    <a:pt x="245130" y="4448237"/>
                  </a:cubicBezTo>
                  <a:cubicBezTo>
                    <a:pt x="250425" y="4457176"/>
                    <a:pt x="258628" y="4464027"/>
                    <a:pt x="268367" y="4467643"/>
                  </a:cubicBezTo>
                  <a:cubicBezTo>
                    <a:pt x="272570" y="4469705"/>
                    <a:pt x="276802" y="4471705"/>
                    <a:pt x="281062" y="4473643"/>
                  </a:cubicBezTo>
                  <a:cubicBezTo>
                    <a:pt x="278285" y="4483867"/>
                    <a:pt x="275855" y="4494348"/>
                    <a:pt x="273678" y="4504884"/>
                  </a:cubicBezTo>
                  <a:cubicBezTo>
                    <a:pt x="257530" y="4486659"/>
                    <a:pt x="228677" y="4457757"/>
                    <a:pt x="223785" y="4478920"/>
                  </a:cubicBezTo>
                  <a:cubicBezTo>
                    <a:pt x="207600" y="4549531"/>
                    <a:pt x="198812" y="4621636"/>
                    <a:pt x="197562" y="4694067"/>
                  </a:cubicBezTo>
                  <a:cubicBezTo>
                    <a:pt x="197053" y="4698735"/>
                    <a:pt x="197940" y="4703449"/>
                    <a:pt x="200110" y="4707613"/>
                  </a:cubicBezTo>
                  <a:cubicBezTo>
                    <a:pt x="204357" y="4712580"/>
                    <a:pt x="210482" y="4715552"/>
                    <a:pt x="217011" y="4715815"/>
                  </a:cubicBezTo>
                  <a:cubicBezTo>
                    <a:pt x="287384" y="4728385"/>
                    <a:pt x="358747" y="4734586"/>
                    <a:pt x="430232" y="4734343"/>
                  </a:cubicBezTo>
                  <a:cubicBezTo>
                    <a:pt x="488145" y="4734123"/>
                    <a:pt x="545912" y="4729656"/>
                    <a:pt x="603607" y="4725262"/>
                  </a:cubicBezTo>
                  <a:cubicBezTo>
                    <a:pt x="623275" y="4723724"/>
                    <a:pt x="643016" y="4722186"/>
                    <a:pt x="662684" y="4720722"/>
                  </a:cubicBezTo>
                  <a:cubicBezTo>
                    <a:pt x="723452" y="4717460"/>
                    <a:pt x="783917" y="4709948"/>
                    <a:pt x="843635" y="4698241"/>
                  </a:cubicBezTo>
                  <a:cubicBezTo>
                    <a:pt x="869788" y="4692529"/>
                    <a:pt x="896740" y="4684474"/>
                    <a:pt x="916335" y="4666093"/>
                  </a:cubicBezTo>
                  <a:cubicBezTo>
                    <a:pt x="935858" y="4647786"/>
                    <a:pt x="945693" y="4616444"/>
                    <a:pt x="932144" y="4593231"/>
                  </a:cubicBezTo>
                  <a:cubicBezTo>
                    <a:pt x="932154" y="4593150"/>
                    <a:pt x="932127" y="4593070"/>
                    <a:pt x="932070" y="4593011"/>
                  </a:cubicBezTo>
                  <a:cubicBezTo>
                    <a:pt x="915534" y="4564965"/>
                    <a:pt x="877072" y="4562840"/>
                    <a:pt x="844873" y="4558374"/>
                  </a:cubicBezTo>
                  <a:cubicBezTo>
                    <a:pt x="813002" y="4553903"/>
                    <a:pt x="782117" y="4544074"/>
                    <a:pt x="753524" y="4529302"/>
                  </a:cubicBezTo>
                  <a:cubicBezTo>
                    <a:pt x="747087" y="4525966"/>
                    <a:pt x="740813" y="4522336"/>
                    <a:pt x="734593" y="4518606"/>
                  </a:cubicBezTo>
                  <a:cubicBezTo>
                    <a:pt x="736242" y="4518148"/>
                    <a:pt x="737907" y="4517766"/>
                    <a:pt x="739537" y="4517219"/>
                  </a:cubicBezTo>
                  <a:cubicBezTo>
                    <a:pt x="767146" y="4507919"/>
                    <a:pt x="789146" y="4486683"/>
                    <a:pt x="815225" y="4473721"/>
                  </a:cubicBezTo>
                  <a:cubicBezTo>
                    <a:pt x="845456" y="4458783"/>
                    <a:pt x="879766" y="4455488"/>
                    <a:pt x="913204" y="4451240"/>
                  </a:cubicBezTo>
                  <a:cubicBezTo>
                    <a:pt x="946567" y="4446919"/>
                    <a:pt x="981023" y="4440988"/>
                    <a:pt x="1008777" y="4421948"/>
                  </a:cubicBezTo>
                  <a:cubicBezTo>
                    <a:pt x="1034784" y="4404081"/>
                    <a:pt x="1053214" y="4371640"/>
                    <a:pt x="1047167" y="4341177"/>
                  </a:cubicBezTo>
                  <a:cubicBezTo>
                    <a:pt x="1046772" y="4339021"/>
                    <a:pt x="1046236" y="4336893"/>
                    <a:pt x="1045565" y="4334806"/>
                  </a:cubicBezTo>
                  <a:cubicBezTo>
                    <a:pt x="1035222" y="4301707"/>
                    <a:pt x="999454" y="4284132"/>
                    <a:pt x="966018" y="4275418"/>
                  </a:cubicBezTo>
                  <a:cubicBezTo>
                    <a:pt x="932654" y="4266703"/>
                    <a:pt x="896376" y="4262310"/>
                    <a:pt x="869350" y="4240780"/>
                  </a:cubicBezTo>
                  <a:cubicBezTo>
                    <a:pt x="868039" y="4239755"/>
                    <a:pt x="866727" y="4238657"/>
                    <a:pt x="865416" y="4237558"/>
                  </a:cubicBezTo>
                  <a:cubicBezTo>
                    <a:pt x="863105" y="4235668"/>
                    <a:pt x="860725" y="4233748"/>
                    <a:pt x="858312" y="4231890"/>
                  </a:cubicBezTo>
                  <a:cubicBezTo>
                    <a:pt x="864279" y="4221816"/>
                    <a:pt x="867032" y="4210162"/>
                    <a:pt x="866202" y="4198483"/>
                  </a:cubicBezTo>
                  <a:cubicBezTo>
                    <a:pt x="864780" y="4180079"/>
                    <a:pt x="854086" y="4163949"/>
                    <a:pt x="846828" y="4146993"/>
                  </a:cubicBezTo>
                  <a:cubicBezTo>
                    <a:pt x="832591" y="4113737"/>
                    <a:pt x="831447" y="4076588"/>
                    <a:pt x="827606" y="4040589"/>
                  </a:cubicBezTo>
                  <a:cubicBezTo>
                    <a:pt x="817962" y="3950199"/>
                    <a:pt x="790241" y="3862921"/>
                    <a:pt x="769290" y="3774485"/>
                  </a:cubicBezTo>
                  <a:cubicBezTo>
                    <a:pt x="766914" y="3764457"/>
                    <a:pt x="764642" y="3754380"/>
                    <a:pt x="762475" y="3744253"/>
                  </a:cubicBezTo>
                  <a:cubicBezTo>
                    <a:pt x="782857" y="3701898"/>
                    <a:pt x="807827" y="3661907"/>
                    <a:pt x="836934" y="3624999"/>
                  </a:cubicBezTo>
                  <a:cubicBezTo>
                    <a:pt x="870118" y="3583369"/>
                    <a:pt x="894392" y="3535363"/>
                    <a:pt x="908250" y="3483961"/>
                  </a:cubicBezTo>
                  <a:cubicBezTo>
                    <a:pt x="912548" y="3468216"/>
                    <a:pt x="915754" y="3452179"/>
                    <a:pt x="919032" y="3436142"/>
                  </a:cubicBezTo>
                  <a:cubicBezTo>
                    <a:pt x="956256" y="3251313"/>
                    <a:pt x="991344" y="3066068"/>
                    <a:pt x="1024295" y="2880409"/>
                  </a:cubicBezTo>
                  <a:cubicBezTo>
                    <a:pt x="1029738" y="2853950"/>
                    <a:pt x="1032871" y="2827069"/>
                    <a:pt x="1033661" y="2800068"/>
                  </a:cubicBezTo>
                  <a:cubicBezTo>
                    <a:pt x="1042279" y="2775612"/>
                    <a:pt x="1046942" y="2749937"/>
                    <a:pt x="1047473" y="2724013"/>
                  </a:cubicBezTo>
                  <a:cubicBezTo>
                    <a:pt x="1057058" y="2686426"/>
                    <a:pt x="1066821" y="2647000"/>
                    <a:pt x="1058970" y="2622350"/>
                  </a:cubicBezTo>
                  <a:cubicBezTo>
                    <a:pt x="1053417" y="2604945"/>
                    <a:pt x="1050620" y="2545408"/>
                    <a:pt x="1047617" y="2488368"/>
                  </a:cubicBezTo>
                  <a:cubicBezTo>
                    <a:pt x="1048457" y="2457784"/>
                    <a:pt x="1046588" y="2427185"/>
                    <a:pt x="1042031" y="2396930"/>
                  </a:cubicBezTo>
                  <a:cubicBezTo>
                    <a:pt x="1041176" y="2391759"/>
                    <a:pt x="1040122" y="2386584"/>
                    <a:pt x="1038963" y="2381416"/>
                  </a:cubicBezTo>
                  <a:cubicBezTo>
                    <a:pt x="1038502" y="2378851"/>
                    <a:pt x="1037890" y="2376315"/>
                    <a:pt x="1037129" y="2373822"/>
                  </a:cubicBezTo>
                  <a:cubicBezTo>
                    <a:pt x="1032796" y="2356670"/>
                    <a:pt x="1026755" y="2339994"/>
                    <a:pt x="1019095" y="2324047"/>
                  </a:cubicBezTo>
                  <a:cubicBezTo>
                    <a:pt x="1015187" y="2314505"/>
                    <a:pt x="1010671" y="2305225"/>
                    <a:pt x="1005573" y="2296263"/>
                  </a:cubicBezTo>
                  <a:cubicBezTo>
                    <a:pt x="1002505" y="2290975"/>
                    <a:pt x="999051" y="2285921"/>
                    <a:pt x="995240" y="2281142"/>
                  </a:cubicBezTo>
                  <a:cubicBezTo>
                    <a:pt x="1016552" y="2281989"/>
                    <a:pt x="1037805" y="2283945"/>
                    <a:pt x="1058914" y="2287002"/>
                  </a:cubicBezTo>
                  <a:cubicBezTo>
                    <a:pt x="1064109" y="2287780"/>
                    <a:pt x="1070438" y="2288199"/>
                    <a:pt x="1073548" y="2283943"/>
                  </a:cubicBezTo>
                  <a:cubicBezTo>
                    <a:pt x="1074935" y="2281626"/>
                    <a:pt x="1075613" y="2278953"/>
                    <a:pt x="1075497" y="2276255"/>
                  </a:cubicBezTo>
                  <a:cubicBezTo>
                    <a:pt x="1076487" y="2252089"/>
                    <a:pt x="1070744" y="2228123"/>
                    <a:pt x="1058910" y="2207029"/>
                  </a:cubicBezTo>
                  <a:cubicBezTo>
                    <a:pt x="1050730" y="2192516"/>
                    <a:pt x="1039366" y="2178321"/>
                    <a:pt x="1039680" y="2161643"/>
                  </a:cubicBezTo>
                  <a:cubicBezTo>
                    <a:pt x="1040270" y="2153869"/>
                    <a:pt x="1042170" y="2146250"/>
                    <a:pt x="1045298" y="2139108"/>
                  </a:cubicBezTo>
                  <a:cubicBezTo>
                    <a:pt x="1054776" y="2113701"/>
                    <a:pt x="1064253" y="2088294"/>
                    <a:pt x="1073729" y="2062887"/>
                  </a:cubicBezTo>
                  <a:cubicBezTo>
                    <a:pt x="1097730" y="1998543"/>
                    <a:pt x="1086309" y="1923804"/>
                    <a:pt x="1098774" y="1856238"/>
                  </a:cubicBezTo>
                  <a:cubicBezTo>
                    <a:pt x="1108515" y="1803420"/>
                    <a:pt x="1114758" y="1750016"/>
                    <a:pt x="1117459" y="1696376"/>
                  </a:cubicBezTo>
                  <a:cubicBezTo>
                    <a:pt x="1119767" y="1650525"/>
                    <a:pt x="1118332" y="1600871"/>
                    <a:pt x="1090811" y="1564235"/>
                  </a:cubicBezTo>
                  <a:cubicBezTo>
                    <a:pt x="1082759" y="1555397"/>
                    <a:pt x="1075779" y="1545640"/>
                    <a:pt x="1070016" y="1535166"/>
                  </a:cubicBezTo>
                  <a:cubicBezTo>
                    <a:pt x="1066065" y="1524024"/>
                    <a:pt x="1064381" y="1512204"/>
                    <a:pt x="1065064" y="1500401"/>
                  </a:cubicBezTo>
                  <a:cubicBezTo>
                    <a:pt x="1064584" y="1428655"/>
                    <a:pt x="1066033" y="1356931"/>
                    <a:pt x="1069409" y="1285230"/>
                  </a:cubicBezTo>
                  <a:cubicBezTo>
                    <a:pt x="1190013" y="1281985"/>
                    <a:pt x="1310117" y="1268408"/>
                    <a:pt x="1428401" y="1244648"/>
                  </a:cubicBezTo>
                  <a:cubicBezTo>
                    <a:pt x="1442332" y="1242237"/>
                    <a:pt x="1456011" y="1238551"/>
                    <a:pt x="1469267" y="1233637"/>
                  </a:cubicBezTo>
                  <a:cubicBezTo>
                    <a:pt x="1483972" y="1226598"/>
                    <a:pt x="1497828" y="1217910"/>
                    <a:pt x="1510569" y="1207741"/>
                  </a:cubicBezTo>
                  <a:cubicBezTo>
                    <a:pt x="1550814" y="1178656"/>
                    <a:pt x="1591632" y="1149028"/>
                    <a:pt x="1622232" y="1109831"/>
                  </a:cubicBezTo>
                  <a:cubicBezTo>
                    <a:pt x="1658666" y="1062432"/>
                    <a:pt x="1681545" y="1006028"/>
                    <a:pt x="1688425" y="946642"/>
                  </a:cubicBezTo>
                  <a:cubicBezTo>
                    <a:pt x="1717534" y="919682"/>
                    <a:pt x="1732990" y="881361"/>
                    <a:pt x="1747562" y="844368"/>
                  </a:cubicBezTo>
                  <a:cubicBezTo>
                    <a:pt x="1754761" y="828666"/>
                    <a:pt x="1759316" y="811883"/>
                    <a:pt x="1761043" y="794696"/>
                  </a:cubicBezTo>
                  <a:cubicBezTo>
                    <a:pt x="1761825" y="777107"/>
                    <a:pt x="1750231" y="758668"/>
                    <a:pt x="1753437" y="741358"/>
                  </a:cubicBezTo>
                  <a:cubicBezTo>
                    <a:pt x="1759034" y="711546"/>
                    <a:pt x="1774085" y="684329"/>
                    <a:pt x="1796361" y="663739"/>
                  </a:cubicBezTo>
                  <a:cubicBezTo>
                    <a:pt x="1801084" y="660350"/>
                    <a:pt x="1804649" y="655588"/>
                    <a:pt x="1806570" y="650101"/>
                  </a:cubicBezTo>
                  <a:cubicBezTo>
                    <a:pt x="1807169" y="645525"/>
                    <a:pt x="1806319" y="640877"/>
                    <a:pt x="1804140" y="636808"/>
                  </a:cubicBezTo>
                  <a:cubicBezTo>
                    <a:pt x="1803900" y="636270"/>
                    <a:pt x="1803559" y="635797"/>
                    <a:pt x="1803307" y="635266"/>
                  </a:cubicBezTo>
                  <a:cubicBezTo>
                    <a:pt x="1806083" y="633507"/>
                    <a:pt x="1808835" y="631696"/>
                    <a:pt x="1811545" y="629796"/>
                  </a:cubicBezTo>
                  <a:cubicBezTo>
                    <a:pt x="1821087" y="623058"/>
                    <a:pt x="1830193" y="615589"/>
                    <a:pt x="1839081" y="608266"/>
                  </a:cubicBezTo>
                  <a:cubicBezTo>
                    <a:pt x="1852739" y="598028"/>
                    <a:pt x="1864794" y="585811"/>
                    <a:pt x="1874848" y="572018"/>
                  </a:cubicBezTo>
                  <a:cubicBezTo>
                    <a:pt x="1884973" y="557978"/>
                    <a:pt x="1888409" y="540195"/>
                    <a:pt x="1884245" y="523393"/>
                  </a:cubicBezTo>
                  <a:close/>
                  <a:moveTo>
                    <a:pt x="570346" y="4449227"/>
                  </a:moveTo>
                  <a:cubicBezTo>
                    <a:pt x="567928" y="4449397"/>
                    <a:pt x="565501" y="4449516"/>
                    <a:pt x="563104" y="4449848"/>
                  </a:cubicBezTo>
                  <a:cubicBezTo>
                    <a:pt x="554121" y="4451073"/>
                    <a:pt x="545361" y="4453589"/>
                    <a:pt x="537097" y="4457317"/>
                  </a:cubicBezTo>
                  <a:cubicBezTo>
                    <a:pt x="536428" y="4457626"/>
                    <a:pt x="535797" y="4458009"/>
                    <a:pt x="535135" y="4458333"/>
                  </a:cubicBezTo>
                  <a:cubicBezTo>
                    <a:pt x="546450" y="4433898"/>
                    <a:pt x="557033" y="4409119"/>
                    <a:pt x="566672" y="4383942"/>
                  </a:cubicBezTo>
                  <a:cubicBezTo>
                    <a:pt x="567820" y="4380970"/>
                    <a:pt x="568903" y="4377961"/>
                    <a:pt x="570026" y="4374975"/>
                  </a:cubicBezTo>
                  <a:cubicBezTo>
                    <a:pt x="569608" y="4380572"/>
                    <a:pt x="569207" y="4386185"/>
                    <a:pt x="568786" y="4391777"/>
                  </a:cubicBezTo>
                  <a:cubicBezTo>
                    <a:pt x="566614" y="4410906"/>
                    <a:pt x="567139" y="4430245"/>
                    <a:pt x="570346" y="4449227"/>
                  </a:cubicBezTo>
                  <a:close/>
                </a:path>
              </a:pathLst>
            </a:custGeom>
            <a:solidFill>
              <a:srgbClr val="808080"/>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9" name="任意多边形: 形状 8">
              <a:extLst>
                <a:ext uri="{FF2B5EF4-FFF2-40B4-BE49-F238E27FC236}">
                  <a16:creationId xmlns:a16="http://schemas.microsoft.com/office/drawing/2014/main" id="{98CFCDA8-BDE4-41BF-9CC2-B33E29D13401}"/>
                </a:ext>
              </a:extLst>
            </p:cNvPr>
            <p:cNvSpPr/>
            <p:nvPr/>
          </p:nvSpPr>
          <p:spPr>
            <a:xfrm>
              <a:off x="2887339" y="1216911"/>
              <a:ext cx="400727" cy="364159"/>
            </a:xfrm>
            <a:custGeom>
              <a:avLst/>
              <a:gdLst>
                <a:gd name="connsiteX0" fmla="*/ 331989 w 400727"/>
                <a:gd name="connsiteY0" fmla="*/ 245607 h 364159"/>
                <a:gd name="connsiteX1" fmla="*/ 348598 w 400727"/>
                <a:gd name="connsiteY1" fmla="*/ 363618 h 364159"/>
                <a:gd name="connsiteX2" fmla="*/ -45 w 400727"/>
                <a:gd name="connsiteY2" fmla="*/ 330036 h 364159"/>
                <a:gd name="connsiteX3" fmla="*/ 59907 w 400727"/>
                <a:gd name="connsiteY3" fmla="*/ 234024 h 364159"/>
                <a:gd name="connsiteX4" fmla="*/ 71344 w 400727"/>
                <a:gd name="connsiteY4" fmla="*/ 86511 h 364159"/>
                <a:gd name="connsiteX5" fmla="*/ 69888 w 400727"/>
                <a:gd name="connsiteY5" fmla="*/ 78352 h 364159"/>
                <a:gd name="connsiteX6" fmla="*/ 57431 w 400727"/>
                <a:gd name="connsiteY6" fmla="*/ 16068 h 364159"/>
                <a:gd name="connsiteX7" fmla="*/ 97642 w 400727"/>
                <a:gd name="connsiteY7" fmla="*/ 989 h 364159"/>
                <a:gd name="connsiteX8" fmla="*/ 253971 w 400727"/>
                <a:gd name="connsiteY8" fmla="*/ 21167 h 364159"/>
                <a:gd name="connsiteX9" fmla="*/ 400683 w 400727"/>
                <a:gd name="connsiteY9" fmla="*/ 52856 h 364159"/>
                <a:gd name="connsiteX10" fmla="*/ 343863 w 400727"/>
                <a:gd name="connsiteY10" fmla="*/ 169920 h 364159"/>
                <a:gd name="connsiteX11" fmla="*/ 331989 w 400727"/>
                <a:gd name="connsiteY11" fmla="*/ 245607 h 364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0727" h="364159">
                  <a:moveTo>
                    <a:pt x="331989" y="245607"/>
                  </a:moveTo>
                  <a:cubicBezTo>
                    <a:pt x="333009" y="285382"/>
                    <a:pt x="346486" y="323917"/>
                    <a:pt x="348598" y="363618"/>
                  </a:cubicBezTo>
                  <a:cubicBezTo>
                    <a:pt x="231461" y="369446"/>
                    <a:pt x="115927" y="312626"/>
                    <a:pt x="-45" y="330036"/>
                  </a:cubicBezTo>
                  <a:cubicBezTo>
                    <a:pt x="32371" y="309057"/>
                    <a:pt x="49710" y="271249"/>
                    <a:pt x="59907" y="234024"/>
                  </a:cubicBezTo>
                  <a:cubicBezTo>
                    <a:pt x="72902" y="186000"/>
                    <a:pt x="76782" y="135964"/>
                    <a:pt x="71344" y="86511"/>
                  </a:cubicBezTo>
                  <a:cubicBezTo>
                    <a:pt x="71033" y="83763"/>
                    <a:pt x="70547" y="81038"/>
                    <a:pt x="69888" y="78352"/>
                  </a:cubicBezTo>
                  <a:cubicBezTo>
                    <a:pt x="65589" y="58902"/>
                    <a:pt x="54444" y="31366"/>
                    <a:pt x="57431" y="16068"/>
                  </a:cubicBezTo>
                  <a:cubicBezTo>
                    <a:pt x="61365" y="-4183"/>
                    <a:pt x="80451" y="-176"/>
                    <a:pt x="97642" y="989"/>
                  </a:cubicBezTo>
                  <a:cubicBezTo>
                    <a:pt x="150068" y="4982"/>
                    <a:pt x="202249" y="11718"/>
                    <a:pt x="253971" y="21167"/>
                  </a:cubicBezTo>
                  <a:cubicBezTo>
                    <a:pt x="267447" y="23499"/>
                    <a:pt x="398716" y="56280"/>
                    <a:pt x="400683" y="52856"/>
                  </a:cubicBezTo>
                  <a:cubicBezTo>
                    <a:pt x="377674" y="89768"/>
                    <a:pt x="358628" y="129007"/>
                    <a:pt x="343863" y="169920"/>
                  </a:cubicBezTo>
                  <a:cubicBezTo>
                    <a:pt x="335668" y="194300"/>
                    <a:pt x="331654" y="219889"/>
                    <a:pt x="331989" y="245607"/>
                  </a:cubicBezTo>
                  <a:close/>
                </a:path>
              </a:pathLst>
            </a:custGeom>
            <a:solidFill>
              <a:srgbClr val="A0616A"/>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10" name="任意多边形: 形状 9">
              <a:extLst>
                <a:ext uri="{FF2B5EF4-FFF2-40B4-BE49-F238E27FC236}">
                  <a16:creationId xmlns:a16="http://schemas.microsoft.com/office/drawing/2014/main" id="{89728BCD-A254-447E-96A2-27386F65007A}"/>
                </a:ext>
              </a:extLst>
            </p:cNvPr>
            <p:cNvSpPr/>
            <p:nvPr/>
          </p:nvSpPr>
          <p:spPr>
            <a:xfrm>
              <a:off x="4141347" y="1093162"/>
              <a:ext cx="247553" cy="328030"/>
            </a:xfrm>
            <a:custGeom>
              <a:avLst/>
              <a:gdLst>
                <a:gd name="connsiteX0" fmla="*/ 236384 w 247553"/>
                <a:gd name="connsiteY0" fmla="*/ 246465 h 328030"/>
                <a:gd name="connsiteX1" fmla="*/ 200617 w 247553"/>
                <a:gd name="connsiteY1" fmla="*/ 282524 h 328030"/>
                <a:gd name="connsiteX2" fmla="*/ 173080 w 247553"/>
                <a:gd name="connsiteY2" fmla="*/ 303941 h 328030"/>
                <a:gd name="connsiteX3" fmla="*/ 114512 w 247553"/>
                <a:gd name="connsiteY3" fmla="*/ 327761 h 328030"/>
                <a:gd name="connsiteX4" fmla="*/ 10050 w 247553"/>
                <a:gd name="connsiteY4" fmla="*/ 289371 h 328030"/>
                <a:gd name="connsiteX5" fmla="*/ 70 w 247553"/>
                <a:gd name="connsiteY5" fmla="*/ 249379 h 328030"/>
                <a:gd name="connsiteX6" fmla="*/ 9685 w 247553"/>
                <a:gd name="connsiteY6" fmla="*/ 193432 h 328030"/>
                <a:gd name="connsiteX7" fmla="*/ 54850 w 247553"/>
                <a:gd name="connsiteY7" fmla="*/ 111699 h 328030"/>
                <a:gd name="connsiteX8" fmla="*/ 127478 w 247553"/>
                <a:gd name="connsiteY8" fmla="*/ 39071 h 328030"/>
                <a:gd name="connsiteX9" fmla="*/ 158364 w 247553"/>
                <a:gd name="connsiteY9" fmla="*/ 24866 h 328030"/>
                <a:gd name="connsiteX10" fmla="*/ 212927 w 247553"/>
                <a:gd name="connsiteY10" fmla="*/ 2503 h 328030"/>
                <a:gd name="connsiteX11" fmla="*/ 222833 w 247553"/>
                <a:gd name="connsiteY11" fmla="*/ -120 h 328030"/>
                <a:gd name="connsiteX12" fmla="*/ 231866 w 247553"/>
                <a:gd name="connsiteY12" fmla="*/ 34482 h 328030"/>
                <a:gd name="connsiteX13" fmla="*/ 167398 w 247553"/>
                <a:gd name="connsiteY13" fmla="*/ 93196 h 328030"/>
                <a:gd name="connsiteX14" fmla="*/ 206297 w 247553"/>
                <a:gd name="connsiteY14" fmla="*/ 123354 h 328030"/>
                <a:gd name="connsiteX15" fmla="*/ 211543 w 247553"/>
                <a:gd name="connsiteY15" fmla="*/ 135520 h 328030"/>
                <a:gd name="connsiteX16" fmla="*/ 229318 w 247553"/>
                <a:gd name="connsiteY16" fmla="*/ 140109 h 328030"/>
                <a:gd name="connsiteX17" fmla="*/ 235800 w 247553"/>
                <a:gd name="connsiteY17" fmla="*/ 170632 h 328030"/>
                <a:gd name="connsiteX18" fmla="*/ 245780 w 247553"/>
                <a:gd name="connsiteY18" fmla="*/ 198095 h 328030"/>
                <a:gd name="connsiteX19" fmla="*/ 236384 w 247553"/>
                <a:gd name="connsiteY19" fmla="*/ 246465 h 328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47553" h="328030">
                  <a:moveTo>
                    <a:pt x="236384" y="246465"/>
                  </a:moveTo>
                  <a:cubicBezTo>
                    <a:pt x="226320" y="260196"/>
                    <a:pt x="214265" y="272349"/>
                    <a:pt x="200617" y="282524"/>
                  </a:cubicBezTo>
                  <a:cubicBezTo>
                    <a:pt x="191728" y="289809"/>
                    <a:pt x="182622" y="297239"/>
                    <a:pt x="173080" y="303941"/>
                  </a:cubicBezTo>
                  <a:cubicBezTo>
                    <a:pt x="156086" y="317057"/>
                    <a:pt x="135837" y="325293"/>
                    <a:pt x="114512" y="327761"/>
                  </a:cubicBezTo>
                  <a:cubicBezTo>
                    <a:pt x="86611" y="329655"/>
                    <a:pt x="27387" y="313265"/>
                    <a:pt x="10050" y="289371"/>
                  </a:cubicBezTo>
                  <a:cubicBezTo>
                    <a:pt x="2741" y="277362"/>
                    <a:pt x="-740" y="263414"/>
                    <a:pt x="70" y="249379"/>
                  </a:cubicBezTo>
                  <a:cubicBezTo>
                    <a:pt x="361" y="230345"/>
                    <a:pt x="3605" y="211471"/>
                    <a:pt x="9685" y="193432"/>
                  </a:cubicBezTo>
                  <a:cubicBezTo>
                    <a:pt x="20552" y="164075"/>
                    <a:pt x="35778" y="136522"/>
                    <a:pt x="54850" y="111699"/>
                  </a:cubicBezTo>
                  <a:cubicBezTo>
                    <a:pt x="75028" y="83653"/>
                    <a:pt x="97465" y="56045"/>
                    <a:pt x="127478" y="39071"/>
                  </a:cubicBezTo>
                  <a:cubicBezTo>
                    <a:pt x="137478" y="33719"/>
                    <a:pt x="147792" y="28975"/>
                    <a:pt x="158364" y="24866"/>
                  </a:cubicBezTo>
                  <a:cubicBezTo>
                    <a:pt x="176577" y="17436"/>
                    <a:pt x="194716" y="9932"/>
                    <a:pt x="212927" y="2503"/>
                  </a:cubicBezTo>
                  <a:cubicBezTo>
                    <a:pt x="216026" y="988"/>
                    <a:pt x="219392" y="97"/>
                    <a:pt x="222833" y="-120"/>
                  </a:cubicBezTo>
                  <a:cubicBezTo>
                    <a:pt x="237476" y="25"/>
                    <a:pt x="240172" y="22389"/>
                    <a:pt x="231866" y="34482"/>
                  </a:cubicBezTo>
                  <a:cubicBezTo>
                    <a:pt x="215257" y="58812"/>
                    <a:pt x="177888" y="65587"/>
                    <a:pt x="167398" y="93196"/>
                  </a:cubicBezTo>
                  <a:cubicBezTo>
                    <a:pt x="185530" y="93757"/>
                    <a:pt x="201236" y="105934"/>
                    <a:pt x="206297" y="123354"/>
                  </a:cubicBezTo>
                  <a:cubicBezTo>
                    <a:pt x="206709" y="127864"/>
                    <a:pt x="208546" y="132125"/>
                    <a:pt x="211543" y="135520"/>
                  </a:cubicBezTo>
                  <a:cubicBezTo>
                    <a:pt x="216351" y="139381"/>
                    <a:pt x="223854" y="137195"/>
                    <a:pt x="229318" y="140109"/>
                  </a:cubicBezTo>
                  <a:cubicBezTo>
                    <a:pt x="239005" y="145281"/>
                    <a:pt x="234781" y="159705"/>
                    <a:pt x="235800" y="170632"/>
                  </a:cubicBezTo>
                  <a:cubicBezTo>
                    <a:pt x="238179" y="180103"/>
                    <a:pt x="241523" y="189306"/>
                    <a:pt x="245780" y="198095"/>
                  </a:cubicBezTo>
                  <a:cubicBezTo>
                    <a:pt x="249943" y="214815"/>
                    <a:pt x="246503" y="232519"/>
                    <a:pt x="236384" y="246465"/>
                  </a:cubicBezTo>
                  <a:close/>
                </a:path>
              </a:pathLst>
            </a:custGeom>
            <a:solidFill>
              <a:srgbClr val="A0616A"/>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11" name="任意多边形: 形状 10">
              <a:extLst>
                <a:ext uri="{FF2B5EF4-FFF2-40B4-BE49-F238E27FC236}">
                  <a16:creationId xmlns:a16="http://schemas.microsoft.com/office/drawing/2014/main" id="{DA8E551F-CDAD-44B8-AEA5-BF621A72B280}"/>
                </a:ext>
              </a:extLst>
            </p:cNvPr>
            <p:cNvSpPr/>
            <p:nvPr/>
          </p:nvSpPr>
          <p:spPr>
            <a:xfrm>
              <a:off x="2763102" y="5142476"/>
              <a:ext cx="242428" cy="196149"/>
            </a:xfrm>
            <a:custGeom>
              <a:avLst/>
              <a:gdLst>
                <a:gd name="connsiteX0" fmla="*/ -45 w 242428"/>
                <a:gd name="connsiteY0" fmla="*/ 184990 h 196149"/>
                <a:gd name="connsiteX1" fmla="*/ 36294 w 242428"/>
                <a:gd name="connsiteY1" fmla="*/ 179502 h 196149"/>
                <a:gd name="connsiteX2" fmla="*/ 240613 w 242428"/>
                <a:gd name="connsiteY2" fmla="*/ 196030 h 196149"/>
                <a:gd name="connsiteX3" fmla="*/ 216299 w 242428"/>
                <a:gd name="connsiteY3" fmla="*/ 71594 h 196149"/>
                <a:gd name="connsiteX4" fmla="*/ 208206 w 242428"/>
                <a:gd name="connsiteY4" fmla="*/ 40131 h 196149"/>
                <a:gd name="connsiteX5" fmla="*/ 156434 w 242428"/>
                <a:gd name="connsiteY5" fmla="*/ 8883 h 196149"/>
                <a:gd name="connsiteX6" fmla="*/ 41493 w 242428"/>
                <a:gd name="connsiteY6" fmla="*/ 24640 h 196149"/>
                <a:gd name="connsiteX7" fmla="*/ -45 w 242428"/>
                <a:gd name="connsiteY7" fmla="*/ 184990 h 196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2428" h="196149">
                  <a:moveTo>
                    <a:pt x="-45" y="184990"/>
                  </a:moveTo>
                  <a:cubicBezTo>
                    <a:pt x="8972" y="175980"/>
                    <a:pt x="23703" y="177511"/>
                    <a:pt x="36294" y="179502"/>
                  </a:cubicBezTo>
                  <a:cubicBezTo>
                    <a:pt x="103882" y="190188"/>
                    <a:pt x="172186" y="195713"/>
                    <a:pt x="240613" y="196030"/>
                  </a:cubicBezTo>
                  <a:cubicBezTo>
                    <a:pt x="249179" y="154196"/>
                    <a:pt x="224310" y="113537"/>
                    <a:pt x="216299" y="71594"/>
                  </a:cubicBezTo>
                  <a:cubicBezTo>
                    <a:pt x="215141" y="60769"/>
                    <a:pt x="212415" y="50171"/>
                    <a:pt x="208206" y="40131"/>
                  </a:cubicBezTo>
                  <a:cubicBezTo>
                    <a:pt x="198571" y="21643"/>
                    <a:pt x="176834" y="13186"/>
                    <a:pt x="156434" y="8883"/>
                  </a:cubicBezTo>
                  <a:cubicBezTo>
                    <a:pt x="119614" y="1117"/>
                    <a:pt x="62057" y="-12587"/>
                    <a:pt x="41493" y="24640"/>
                  </a:cubicBezTo>
                  <a:cubicBezTo>
                    <a:pt x="16818" y="69307"/>
                    <a:pt x="8924" y="135279"/>
                    <a:pt x="-45" y="184990"/>
                  </a:cubicBezTo>
                  <a:close/>
                </a:path>
              </a:pathLst>
            </a:custGeom>
            <a:solidFill>
              <a:srgbClr val="65617D"/>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12" name="任意多边形: 形状 11">
              <a:extLst>
                <a:ext uri="{FF2B5EF4-FFF2-40B4-BE49-F238E27FC236}">
                  <a16:creationId xmlns:a16="http://schemas.microsoft.com/office/drawing/2014/main" id="{B895E2C8-B3D4-4028-A66E-333771969B14}"/>
                </a:ext>
              </a:extLst>
            </p:cNvPr>
            <p:cNvSpPr/>
            <p:nvPr/>
          </p:nvSpPr>
          <p:spPr>
            <a:xfrm>
              <a:off x="3070415" y="4969907"/>
              <a:ext cx="480833" cy="300051"/>
            </a:xfrm>
            <a:custGeom>
              <a:avLst/>
              <a:gdLst>
                <a:gd name="connsiteX0" fmla="*/ 441245 w 480833"/>
                <a:gd name="connsiteY0" fmla="*/ 199544 h 300051"/>
                <a:gd name="connsiteX1" fmla="*/ 345671 w 480833"/>
                <a:gd name="connsiteY1" fmla="*/ 228682 h 300051"/>
                <a:gd name="connsiteX2" fmla="*/ 247692 w 480833"/>
                <a:gd name="connsiteY2" fmla="*/ 251046 h 300051"/>
                <a:gd name="connsiteX3" fmla="*/ 172004 w 480833"/>
                <a:gd name="connsiteY3" fmla="*/ 294317 h 300051"/>
                <a:gd name="connsiteX4" fmla="*/ 93403 w 480833"/>
                <a:gd name="connsiteY4" fmla="*/ 295555 h 300051"/>
                <a:gd name="connsiteX5" fmla="*/ 12545 w 480833"/>
                <a:gd name="connsiteY5" fmla="*/ 251629 h 300051"/>
                <a:gd name="connsiteX6" fmla="*/ 1253 w 480833"/>
                <a:gd name="connsiteY6" fmla="*/ 169531 h 300051"/>
                <a:gd name="connsiteX7" fmla="*/ 8319 w 480833"/>
                <a:gd name="connsiteY7" fmla="*/ 74321 h 300051"/>
                <a:gd name="connsiteX8" fmla="*/ 14220 w 480833"/>
                <a:gd name="connsiteY8" fmla="*/ 51301 h 300051"/>
                <a:gd name="connsiteX9" fmla="*/ 120429 w 480833"/>
                <a:gd name="connsiteY9" fmla="*/ 64924 h 300051"/>
                <a:gd name="connsiteX10" fmla="*/ 249731 w 480833"/>
                <a:gd name="connsiteY10" fmla="*/ 9123 h 300051"/>
                <a:gd name="connsiteX11" fmla="*/ 259784 w 480833"/>
                <a:gd name="connsiteY11" fmla="*/ 1547 h 300051"/>
                <a:gd name="connsiteX12" fmla="*/ 297883 w 480833"/>
                <a:gd name="connsiteY12" fmla="*/ 16117 h 300051"/>
                <a:gd name="connsiteX13" fmla="*/ 301817 w 480833"/>
                <a:gd name="connsiteY13" fmla="*/ 19322 h 300051"/>
                <a:gd name="connsiteX14" fmla="*/ 398484 w 480833"/>
                <a:gd name="connsiteY14" fmla="*/ 53778 h 300051"/>
                <a:gd name="connsiteX15" fmla="*/ 478032 w 480833"/>
                <a:gd name="connsiteY15" fmla="*/ 112857 h 300051"/>
                <a:gd name="connsiteX16" fmla="*/ 479634 w 480833"/>
                <a:gd name="connsiteY16" fmla="*/ 119194 h 300051"/>
                <a:gd name="connsiteX17" fmla="*/ 441245 w 480833"/>
                <a:gd name="connsiteY17" fmla="*/ 199544 h 3000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80833" h="300051">
                  <a:moveTo>
                    <a:pt x="441245" y="199544"/>
                  </a:moveTo>
                  <a:cubicBezTo>
                    <a:pt x="413491" y="218484"/>
                    <a:pt x="379035" y="224385"/>
                    <a:pt x="345671" y="228682"/>
                  </a:cubicBezTo>
                  <a:cubicBezTo>
                    <a:pt x="312233" y="232907"/>
                    <a:pt x="277923" y="236186"/>
                    <a:pt x="247692" y="251046"/>
                  </a:cubicBezTo>
                  <a:cubicBezTo>
                    <a:pt x="221613" y="263940"/>
                    <a:pt x="199614" y="285065"/>
                    <a:pt x="172004" y="294317"/>
                  </a:cubicBezTo>
                  <a:cubicBezTo>
                    <a:pt x="146329" y="301358"/>
                    <a:pt x="119288" y="301784"/>
                    <a:pt x="93403" y="295555"/>
                  </a:cubicBezTo>
                  <a:cubicBezTo>
                    <a:pt x="62371" y="289727"/>
                    <a:pt x="29299" y="278436"/>
                    <a:pt x="12545" y="251629"/>
                  </a:cubicBezTo>
                  <a:cubicBezTo>
                    <a:pt x="-2389" y="227808"/>
                    <a:pt x="-787" y="197577"/>
                    <a:pt x="1253" y="169531"/>
                  </a:cubicBezTo>
                  <a:cubicBezTo>
                    <a:pt x="3656" y="137843"/>
                    <a:pt x="6012" y="106107"/>
                    <a:pt x="8319" y="74321"/>
                  </a:cubicBezTo>
                  <a:cubicBezTo>
                    <a:pt x="8204" y="66260"/>
                    <a:pt x="10241" y="58313"/>
                    <a:pt x="14220" y="51301"/>
                  </a:cubicBezTo>
                  <a:cubicBezTo>
                    <a:pt x="36656" y="18594"/>
                    <a:pt x="91218" y="64997"/>
                    <a:pt x="120429" y="64924"/>
                  </a:cubicBezTo>
                  <a:cubicBezTo>
                    <a:pt x="166687" y="64851"/>
                    <a:pt x="216368" y="39792"/>
                    <a:pt x="249731" y="9123"/>
                  </a:cubicBezTo>
                  <a:cubicBezTo>
                    <a:pt x="252653" y="6073"/>
                    <a:pt x="256047" y="3515"/>
                    <a:pt x="259784" y="1547"/>
                  </a:cubicBezTo>
                  <a:cubicBezTo>
                    <a:pt x="272970" y="-4353"/>
                    <a:pt x="286155" y="6574"/>
                    <a:pt x="297883" y="16117"/>
                  </a:cubicBezTo>
                  <a:cubicBezTo>
                    <a:pt x="299194" y="17210"/>
                    <a:pt x="300505" y="18302"/>
                    <a:pt x="301817" y="19322"/>
                  </a:cubicBezTo>
                  <a:cubicBezTo>
                    <a:pt x="328842" y="40739"/>
                    <a:pt x="365120" y="45109"/>
                    <a:pt x="398484" y="53778"/>
                  </a:cubicBezTo>
                  <a:cubicBezTo>
                    <a:pt x="431920" y="62447"/>
                    <a:pt x="467688" y="79930"/>
                    <a:pt x="478032" y="112857"/>
                  </a:cubicBezTo>
                  <a:cubicBezTo>
                    <a:pt x="478702" y="114932"/>
                    <a:pt x="479238" y="117049"/>
                    <a:pt x="479634" y="119194"/>
                  </a:cubicBezTo>
                  <a:cubicBezTo>
                    <a:pt x="485682" y="149498"/>
                    <a:pt x="467251" y="181769"/>
                    <a:pt x="441245" y="199544"/>
                  </a:cubicBezTo>
                  <a:close/>
                </a:path>
              </a:pathLst>
            </a:custGeom>
            <a:solidFill>
              <a:srgbClr val="3F3D56"/>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13" name="任意多边形: 形状 12">
              <a:extLst>
                <a:ext uri="{FF2B5EF4-FFF2-40B4-BE49-F238E27FC236}">
                  <a16:creationId xmlns:a16="http://schemas.microsoft.com/office/drawing/2014/main" id="{A89F0EEC-AD3C-49D9-AE37-D2E5B9A87801}"/>
                </a:ext>
              </a:extLst>
            </p:cNvPr>
            <p:cNvSpPr/>
            <p:nvPr/>
          </p:nvSpPr>
          <p:spPr>
            <a:xfrm>
              <a:off x="3070415" y="4969907"/>
              <a:ext cx="480833" cy="300051"/>
            </a:xfrm>
            <a:custGeom>
              <a:avLst/>
              <a:gdLst>
                <a:gd name="connsiteX0" fmla="*/ 441245 w 480833"/>
                <a:gd name="connsiteY0" fmla="*/ 199544 h 300051"/>
                <a:gd name="connsiteX1" fmla="*/ 345671 w 480833"/>
                <a:gd name="connsiteY1" fmla="*/ 228682 h 300051"/>
                <a:gd name="connsiteX2" fmla="*/ 247692 w 480833"/>
                <a:gd name="connsiteY2" fmla="*/ 251046 h 300051"/>
                <a:gd name="connsiteX3" fmla="*/ 172004 w 480833"/>
                <a:gd name="connsiteY3" fmla="*/ 294317 h 300051"/>
                <a:gd name="connsiteX4" fmla="*/ 93403 w 480833"/>
                <a:gd name="connsiteY4" fmla="*/ 295555 h 300051"/>
                <a:gd name="connsiteX5" fmla="*/ 12545 w 480833"/>
                <a:gd name="connsiteY5" fmla="*/ 251629 h 300051"/>
                <a:gd name="connsiteX6" fmla="*/ 1253 w 480833"/>
                <a:gd name="connsiteY6" fmla="*/ 169531 h 300051"/>
                <a:gd name="connsiteX7" fmla="*/ 8319 w 480833"/>
                <a:gd name="connsiteY7" fmla="*/ 74321 h 300051"/>
                <a:gd name="connsiteX8" fmla="*/ 14220 w 480833"/>
                <a:gd name="connsiteY8" fmla="*/ 51301 h 300051"/>
                <a:gd name="connsiteX9" fmla="*/ 120429 w 480833"/>
                <a:gd name="connsiteY9" fmla="*/ 64924 h 300051"/>
                <a:gd name="connsiteX10" fmla="*/ 249731 w 480833"/>
                <a:gd name="connsiteY10" fmla="*/ 9123 h 300051"/>
                <a:gd name="connsiteX11" fmla="*/ 259784 w 480833"/>
                <a:gd name="connsiteY11" fmla="*/ 1547 h 300051"/>
                <a:gd name="connsiteX12" fmla="*/ 297883 w 480833"/>
                <a:gd name="connsiteY12" fmla="*/ 16117 h 300051"/>
                <a:gd name="connsiteX13" fmla="*/ 301817 w 480833"/>
                <a:gd name="connsiteY13" fmla="*/ 19322 h 300051"/>
                <a:gd name="connsiteX14" fmla="*/ 398484 w 480833"/>
                <a:gd name="connsiteY14" fmla="*/ 53778 h 300051"/>
                <a:gd name="connsiteX15" fmla="*/ 478032 w 480833"/>
                <a:gd name="connsiteY15" fmla="*/ 112857 h 300051"/>
                <a:gd name="connsiteX16" fmla="*/ 479634 w 480833"/>
                <a:gd name="connsiteY16" fmla="*/ 119194 h 300051"/>
                <a:gd name="connsiteX17" fmla="*/ 441245 w 480833"/>
                <a:gd name="connsiteY17" fmla="*/ 199544 h 3000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80833" h="300051">
                  <a:moveTo>
                    <a:pt x="441245" y="199544"/>
                  </a:moveTo>
                  <a:cubicBezTo>
                    <a:pt x="413491" y="218484"/>
                    <a:pt x="379035" y="224385"/>
                    <a:pt x="345671" y="228682"/>
                  </a:cubicBezTo>
                  <a:cubicBezTo>
                    <a:pt x="312233" y="232907"/>
                    <a:pt x="277923" y="236186"/>
                    <a:pt x="247692" y="251046"/>
                  </a:cubicBezTo>
                  <a:cubicBezTo>
                    <a:pt x="221613" y="263940"/>
                    <a:pt x="199614" y="285065"/>
                    <a:pt x="172004" y="294317"/>
                  </a:cubicBezTo>
                  <a:cubicBezTo>
                    <a:pt x="146329" y="301358"/>
                    <a:pt x="119288" y="301784"/>
                    <a:pt x="93403" y="295555"/>
                  </a:cubicBezTo>
                  <a:cubicBezTo>
                    <a:pt x="62371" y="289727"/>
                    <a:pt x="29299" y="278436"/>
                    <a:pt x="12545" y="251629"/>
                  </a:cubicBezTo>
                  <a:cubicBezTo>
                    <a:pt x="-2389" y="227808"/>
                    <a:pt x="-787" y="197577"/>
                    <a:pt x="1253" y="169531"/>
                  </a:cubicBezTo>
                  <a:cubicBezTo>
                    <a:pt x="3656" y="137843"/>
                    <a:pt x="6012" y="106107"/>
                    <a:pt x="8319" y="74321"/>
                  </a:cubicBezTo>
                  <a:cubicBezTo>
                    <a:pt x="8204" y="66260"/>
                    <a:pt x="10241" y="58313"/>
                    <a:pt x="14220" y="51301"/>
                  </a:cubicBezTo>
                  <a:cubicBezTo>
                    <a:pt x="36656" y="18594"/>
                    <a:pt x="91218" y="64997"/>
                    <a:pt x="120429" y="64924"/>
                  </a:cubicBezTo>
                  <a:cubicBezTo>
                    <a:pt x="166687" y="64851"/>
                    <a:pt x="216368" y="39792"/>
                    <a:pt x="249731" y="9123"/>
                  </a:cubicBezTo>
                  <a:cubicBezTo>
                    <a:pt x="252653" y="6073"/>
                    <a:pt x="256047" y="3515"/>
                    <a:pt x="259784" y="1547"/>
                  </a:cubicBezTo>
                  <a:cubicBezTo>
                    <a:pt x="272970" y="-4353"/>
                    <a:pt x="286155" y="6574"/>
                    <a:pt x="297883" y="16117"/>
                  </a:cubicBezTo>
                  <a:cubicBezTo>
                    <a:pt x="299194" y="17210"/>
                    <a:pt x="300505" y="18302"/>
                    <a:pt x="301817" y="19322"/>
                  </a:cubicBezTo>
                  <a:cubicBezTo>
                    <a:pt x="328842" y="40739"/>
                    <a:pt x="365120" y="45109"/>
                    <a:pt x="398484" y="53778"/>
                  </a:cubicBezTo>
                  <a:cubicBezTo>
                    <a:pt x="431920" y="62447"/>
                    <a:pt x="467688" y="79930"/>
                    <a:pt x="478032" y="112857"/>
                  </a:cubicBezTo>
                  <a:cubicBezTo>
                    <a:pt x="478702" y="114932"/>
                    <a:pt x="479238" y="117049"/>
                    <a:pt x="479634" y="119194"/>
                  </a:cubicBezTo>
                  <a:cubicBezTo>
                    <a:pt x="485682" y="149498"/>
                    <a:pt x="467251" y="181769"/>
                    <a:pt x="441245" y="199544"/>
                  </a:cubicBezTo>
                  <a:close/>
                </a:path>
              </a:pathLst>
            </a:custGeom>
            <a:solidFill>
              <a:srgbClr val="2F2E41"/>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14" name="任意多边形: 形状 13">
              <a:extLst>
                <a:ext uri="{FF2B5EF4-FFF2-40B4-BE49-F238E27FC236}">
                  <a16:creationId xmlns:a16="http://schemas.microsoft.com/office/drawing/2014/main" id="{554379C1-C6E7-4BED-93BB-4F821E6B9B4F}"/>
                </a:ext>
              </a:extLst>
            </p:cNvPr>
            <p:cNvSpPr/>
            <p:nvPr/>
          </p:nvSpPr>
          <p:spPr>
            <a:xfrm>
              <a:off x="3070415" y="4969907"/>
              <a:ext cx="483817" cy="310713"/>
            </a:xfrm>
            <a:custGeom>
              <a:avLst/>
              <a:gdLst>
                <a:gd name="connsiteX0" fmla="*/ 441245 w 483817"/>
                <a:gd name="connsiteY0" fmla="*/ 210205 h 310713"/>
                <a:gd name="connsiteX1" fmla="*/ 345671 w 483817"/>
                <a:gd name="connsiteY1" fmla="*/ 239344 h 310713"/>
                <a:gd name="connsiteX2" fmla="*/ 247692 w 483817"/>
                <a:gd name="connsiteY2" fmla="*/ 261708 h 310713"/>
                <a:gd name="connsiteX3" fmla="*/ 172004 w 483817"/>
                <a:gd name="connsiteY3" fmla="*/ 304978 h 310713"/>
                <a:gd name="connsiteX4" fmla="*/ 93403 w 483817"/>
                <a:gd name="connsiteY4" fmla="*/ 306217 h 310713"/>
                <a:gd name="connsiteX5" fmla="*/ 12544 w 483817"/>
                <a:gd name="connsiteY5" fmla="*/ 251629 h 310713"/>
                <a:gd name="connsiteX6" fmla="*/ 1253 w 483817"/>
                <a:gd name="connsiteY6" fmla="*/ 169531 h 310713"/>
                <a:gd name="connsiteX7" fmla="*/ 8319 w 483817"/>
                <a:gd name="connsiteY7" fmla="*/ 74321 h 310713"/>
                <a:gd name="connsiteX8" fmla="*/ 14220 w 483817"/>
                <a:gd name="connsiteY8" fmla="*/ 51301 h 310713"/>
                <a:gd name="connsiteX9" fmla="*/ 120430 w 483817"/>
                <a:gd name="connsiteY9" fmla="*/ 64924 h 310713"/>
                <a:gd name="connsiteX10" fmla="*/ 249732 w 483817"/>
                <a:gd name="connsiteY10" fmla="*/ 9123 h 310713"/>
                <a:gd name="connsiteX11" fmla="*/ 259784 w 483817"/>
                <a:gd name="connsiteY11" fmla="*/ 1547 h 310713"/>
                <a:gd name="connsiteX12" fmla="*/ 297883 w 483817"/>
                <a:gd name="connsiteY12" fmla="*/ 16116 h 310713"/>
                <a:gd name="connsiteX13" fmla="*/ 265393 w 483817"/>
                <a:gd name="connsiteY13" fmla="*/ 83280 h 310713"/>
                <a:gd name="connsiteX14" fmla="*/ 163482 w 483817"/>
                <a:gd name="connsiteY14" fmla="*/ 147021 h 310713"/>
                <a:gd name="connsiteX15" fmla="*/ 101562 w 483817"/>
                <a:gd name="connsiteY15" fmla="*/ 149790 h 310713"/>
                <a:gd name="connsiteX16" fmla="*/ 70019 w 483817"/>
                <a:gd name="connsiteY16" fmla="*/ 195027 h 310713"/>
                <a:gd name="connsiteX17" fmla="*/ 121595 w 483817"/>
                <a:gd name="connsiteY17" fmla="*/ 219212 h 310713"/>
                <a:gd name="connsiteX18" fmla="*/ 205660 w 483817"/>
                <a:gd name="connsiteY18" fmla="*/ 213312 h 310713"/>
                <a:gd name="connsiteX19" fmla="*/ 253010 w 483817"/>
                <a:gd name="connsiteY19" fmla="*/ 192186 h 310713"/>
                <a:gd name="connsiteX20" fmla="*/ 462516 w 483817"/>
                <a:gd name="connsiteY20" fmla="*/ 132307 h 310713"/>
                <a:gd name="connsiteX21" fmla="*/ 479634 w 483817"/>
                <a:gd name="connsiteY21" fmla="*/ 119194 h 310713"/>
                <a:gd name="connsiteX22" fmla="*/ 441245 w 483817"/>
                <a:gd name="connsiteY22" fmla="*/ 210205 h 310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83817" h="310713">
                  <a:moveTo>
                    <a:pt x="441245" y="210205"/>
                  </a:moveTo>
                  <a:cubicBezTo>
                    <a:pt x="413491" y="229146"/>
                    <a:pt x="379035" y="235047"/>
                    <a:pt x="345671" y="239344"/>
                  </a:cubicBezTo>
                  <a:cubicBezTo>
                    <a:pt x="312234" y="243569"/>
                    <a:pt x="277923" y="246847"/>
                    <a:pt x="247692" y="261708"/>
                  </a:cubicBezTo>
                  <a:cubicBezTo>
                    <a:pt x="221613" y="274602"/>
                    <a:pt x="199614" y="295727"/>
                    <a:pt x="172004" y="304978"/>
                  </a:cubicBezTo>
                  <a:cubicBezTo>
                    <a:pt x="146329" y="312020"/>
                    <a:pt x="119288" y="312446"/>
                    <a:pt x="93403" y="306217"/>
                  </a:cubicBezTo>
                  <a:cubicBezTo>
                    <a:pt x="60376" y="299230"/>
                    <a:pt x="31372" y="279649"/>
                    <a:pt x="12544" y="251629"/>
                  </a:cubicBezTo>
                  <a:cubicBezTo>
                    <a:pt x="-2389" y="227808"/>
                    <a:pt x="-787" y="197577"/>
                    <a:pt x="1253" y="169531"/>
                  </a:cubicBezTo>
                  <a:cubicBezTo>
                    <a:pt x="3656" y="137843"/>
                    <a:pt x="6012" y="106106"/>
                    <a:pt x="8319" y="74321"/>
                  </a:cubicBezTo>
                  <a:cubicBezTo>
                    <a:pt x="8204" y="66260"/>
                    <a:pt x="10241" y="58314"/>
                    <a:pt x="14220" y="51301"/>
                  </a:cubicBezTo>
                  <a:cubicBezTo>
                    <a:pt x="36656" y="18593"/>
                    <a:pt x="91219" y="64996"/>
                    <a:pt x="120430" y="64924"/>
                  </a:cubicBezTo>
                  <a:cubicBezTo>
                    <a:pt x="166687" y="64851"/>
                    <a:pt x="216368" y="39792"/>
                    <a:pt x="249732" y="9123"/>
                  </a:cubicBezTo>
                  <a:cubicBezTo>
                    <a:pt x="252653" y="6073"/>
                    <a:pt x="256047" y="3515"/>
                    <a:pt x="259784" y="1547"/>
                  </a:cubicBezTo>
                  <a:cubicBezTo>
                    <a:pt x="272970" y="-4353"/>
                    <a:pt x="286155" y="6574"/>
                    <a:pt x="297883" y="16116"/>
                  </a:cubicBezTo>
                  <a:cubicBezTo>
                    <a:pt x="290170" y="39882"/>
                    <a:pt x="279238" y="62480"/>
                    <a:pt x="265393" y="83280"/>
                  </a:cubicBezTo>
                  <a:cubicBezTo>
                    <a:pt x="242759" y="118795"/>
                    <a:pt x="205320" y="142212"/>
                    <a:pt x="163482" y="147021"/>
                  </a:cubicBezTo>
                  <a:cubicBezTo>
                    <a:pt x="142793" y="148551"/>
                    <a:pt x="121595" y="144472"/>
                    <a:pt x="101562" y="149790"/>
                  </a:cubicBezTo>
                  <a:cubicBezTo>
                    <a:pt x="81602" y="155108"/>
                    <a:pt x="62953" y="175577"/>
                    <a:pt x="70019" y="195027"/>
                  </a:cubicBezTo>
                  <a:cubicBezTo>
                    <a:pt x="76939" y="213967"/>
                    <a:pt x="101417" y="218119"/>
                    <a:pt x="121595" y="219212"/>
                  </a:cubicBezTo>
                  <a:cubicBezTo>
                    <a:pt x="149859" y="220742"/>
                    <a:pt x="178852" y="222126"/>
                    <a:pt x="205660" y="213312"/>
                  </a:cubicBezTo>
                  <a:cubicBezTo>
                    <a:pt x="222051" y="207848"/>
                    <a:pt x="237056" y="198815"/>
                    <a:pt x="253010" y="192186"/>
                  </a:cubicBezTo>
                  <a:cubicBezTo>
                    <a:pt x="320830" y="164067"/>
                    <a:pt x="406497" y="179802"/>
                    <a:pt x="462516" y="132307"/>
                  </a:cubicBezTo>
                  <a:cubicBezTo>
                    <a:pt x="467830" y="127447"/>
                    <a:pt x="473558" y="123060"/>
                    <a:pt x="479634" y="119194"/>
                  </a:cubicBezTo>
                  <a:cubicBezTo>
                    <a:pt x="494301" y="149898"/>
                    <a:pt x="467251" y="192431"/>
                    <a:pt x="441245" y="210205"/>
                  </a:cubicBezTo>
                  <a:close/>
                </a:path>
              </a:pathLst>
            </a:custGeom>
            <a:solidFill>
              <a:srgbClr val="E8EAF2"/>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15" name="任意多边形: 形状 14">
              <a:extLst>
                <a:ext uri="{FF2B5EF4-FFF2-40B4-BE49-F238E27FC236}">
                  <a16:creationId xmlns:a16="http://schemas.microsoft.com/office/drawing/2014/main" id="{5E3D8BB8-77FA-4A9B-85C6-98BA027A3CDD}"/>
                </a:ext>
              </a:extLst>
            </p:cNvPr>
            <p:cNvSpPr/>
            <p:nvPr/>
          </p:nvSpPr>
          <p:spPr>
            <a:xfrm>
              <a:off x="3070415" y="4969907"/>
              <a:ext cx="483817" cy="310713"/>
            </a:xfrm>
            <a:custGeom>
              <a:avLst/>
              <a:gdLst>
                <a:gd name="connsiteX0" fmla="*/ 441245 w 483817"/>
                <a:gd name="connsiteY0" fmla="*/ 210205 h 310713"/>
                <a:gd name="connsiteX1" fmla="*/ 345671 w 483817"/>
                <a:gd name="connsiteY1" fmla="*/ 239344 h 310713"/>
                <a:gd name="connsiteX2" fmla="*/ 247692 w 483817"/>
                <a:gd name="connsiteY2" fmla="*/ 261708 h 310713"/>
                <a:gd name="connsiteX3" fmla="*/ 172004 w 483817"/>
                <a:gd name="connsiteY3" fmla="*/ 304978 h 310713"/>
                <a:gd name="connsiteX4" fmla="*/ 93403 w 483817"/>
                <a:gd name="connsiteY4" fmla="*/ 306217 h 310713"/>
                <a:gd name="connsiteX5" fmla="*/ 12544 w 483817"/>
                <a:gd name="connsiteY5" fmla="*/ 251629 h 310713"/>
                <a:gd name="connsiteX6" fmla="*/ 1253 w 483817"/>
                <a:gd name="connsiteY6" fmla="*/ 169531 h 310713"/>
                <a:gd name="connsiteX7" fmla="*/ 8319 w 483817"/>
                <a:gd name="connsiteY7" fmla="*/ 74321 h 310713"/>
                <a:gd name="connsiteX8" fmla="*/ 14220 w 483817"/>
                <a:gd name="connsiteY8" fmla="*/ 51301 h 310713"/>
                <a:gd name="connsiteX9" fmla="*/ 120430 w 483817"/>
                <a:gd name="connsiteY9" fmla="*/ 64924 h 310713"/>
                <a:gd name="connsiteX10" fmla="*/ 249732 w 483817"/>
                <a:gd name="connsiteY10" fmla="*/ 9123 h 310713"/>
                <a:gd name="connsiteX11" fmla="*/ 259784 w 483817"/>
                <a:gd name="connsiteY11" fmla="*/ 1547 h 310713"/>
                <a:gd name="connsiteX12" fmla="*/ 297883 w 483817"/>
                <a:gd name="connsiteY12" fmla="*/ 16116 h 310713"/>
                <a:gd name="connsiteX13" fmla="*/ 265393 w 483817"/>
                <a:gd name="connsiteY13" fmla="*/ 83280 h 310713"/>
                <a:gd name="connsiteX14" fmla="*/ 163482 w 483817"/>
                <a:gd name="connsiteY14" fmla="*/ 147021 h 310713"/>
                <a:gd name="connsiteX15" fmla="*/ 101562 w 483817"/>
                <a:gd name="connsiteY15" fmla="*/ 149790 h 310713"/>
                <a:gd name="connsiteX16" fmla="*/ 70019 w 483817"/>
                <a:gd name="connsiteY16" fmla="*/ 195027 h 310713"/>
                <a:gd name="connsiteX17" fmla="*/ 121595 w 483817"/>
                <a:gd name="connsiteY17" fmla="*/ 219212 h 310713"/>
                <a:gd name="connsiteX18" fmla="*/ 205660 w 483817"/>
                <a:gd name="connsiteY18" fmla="*/ 213312 h 310713"/>
                <a:gd name="connsiteX19" fmla="*/ 253010 w 483817"/>
                <a:gd name="connsiteY19" fmla="*/ 192186 h 310713"/>
                <a:gd name="connsiteX20" fmla="*/ 462516 w 483817"/>
                <a:gd name="connsiteY20" fmla="*/ 132307 h 310713"/>
                <a:gd name="connsiteX21" fmla="*/ 479634 w 483817"/>
                <a:gd name="connsiteY21" fmla="*/ 119194 h 310713"/>
                <a:gd name="connsiteX22" fmla="*/ 441245 w 483817"/>
                <a:gd name="connsiteY22" fmla="*/ 210205 h 310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83817" h="310713">
                  <a:moveTo>
                    <a:pt x="441245" y="210205"/>
                  </a:moveTo>
                  <a:cubicBezTo>
                    <a:pt x="413491" y="229146"/>
                    <a:pt x="379035" y="235047"/>
                    <a:pt x="345671" y="239344"/>
                  </a:cubicBezTo>
                  <a:cubicBezTo>
                    <a:pt x="312234" y="243569"/>
                    <a:pt x="277923" y="246847"/>
                    <a:pt x="247692" y="261708"/>
                  </a:cubicBezTo>
                  <a:cubicBezTo>
                    <a:pt x="221613" y="274602"/>
                    <a:pt x="199614" y="295727"/>
                    <a:pt x="172004" y="304978"/>
                  </a:cubicBezTo>
                  <a:cubicBezTo>
                    <a:pt x="146329" y="312020"/>
                    <a:pt x="119288" y="312446"/>
                    <a:pt x="93403" y="306217"/>
                  </a:cubicBezTo>
                  <a:cubicBezTo>
                    <a:pt x="60376" y="299230"/>
                    <a:pt x="31372" y="279649"/>
                    <a:pt x="12544" y="251629"/>
                  </a:cubicBezTo>
                  <a:cubicBezTo>
                    <a:pt x="-2389" y="227808"/>
                    <a:pt x="-787" y="197577"/>
                    <a:pt x="1253" y="169531"/>
                  </a:cubicBezTo>
                  <a:cubicBezTo>
                    <a:pt x="3656" y="137843"/>
                    <a:pt x="6012" y="106106"/>
                    <a:pt x="8319" y="74321"/>
                  </a:cubicBezTo>
                  <a:cubicBezTo>
                    <a:pt x="8204" y="66260"/>
                    <a:pt x="10241" y="58314"/>
                    <a:pt x="14220" y="51301"/>
                  </a:cubicBezTo>
                  <a:cubicBezTo>
                    <a:pt x="36656" y="18593"/>
                    <a:pt x="91219" y="64996"/>
                    <a:pt x="120430" y="64924"/>
                  </a:cubicBezTo>
                  <a:cubicBezTo>
                    <a:pt x="166687" y="64851"/>
                    <a:pt x="216368" y="39792"/>
                    <a:pt x="249732" y="9123"/>
                  </a:cubicBezTo>
                  <a:cubicBezTo>
                    <a:pt x="252653" y="6073"/>
                    <a:pt x="256047" y="3515"/>
                    <a:pt x="259784" y="1547"/>
                  </a:cubicBezTo>
                  <a:cubicBezTo>
                    <a:pt x="272970" y="-4353"/>
                    <a:pt x="286155" y="6574"/>
                    <a:pt x="297883" y="16116"/>
                  </a:cubicBezTo>
                  <a:cubicBezTo>
                    <a:pt x="290170" y="39882"/>
                    <a:pt x="279238" y="62480"/>
                    <a:pt x="265393" y="83280"/>
                  </a:cubicBezTo>
                  <a:cubicBezTo>
                    <a:pt x="242759" y="118795"/>
                    <a:pt x="205320" y="142212"/>
                    <a:pt x="163482" y="147021"/>
                  </a:cubicBezTo>
                  <a:cubicBezTo>
                    <a:pt x="142793" y="148551"/>
                    <a:pt x="121595" y="144472"/>
                    <a:pt x="101562" y="149790"/>
                  </a:cubicBezTo>
                  <a:cubicBezTo>
                    <a:pt x="81602" y="155108"/>
                    <a:pt x="62953" y="175577"/>
                    <a:pt x="70019" y="195027"/>
                  </a:cubicBezTo>
                  <a:cubicBezTo>
                    <a:pt x="76939" y="213967"/>
                    <a:pt x="101417" y="218119"/>
                    <a:pt x="121595" y="219212"/>
                  </a:cubicBezTo>
                  <a:cubicBezTo>
                    <a:pt x="149859" y="220742"/>
                    <a:pt x="178852" y="222126"/>
                    <a:pt x="205660" y="213312"/>
                  </a:cubicBezTo>
                  <a:cubicBezTo>
                    <a:pt x="222051" y="207848"/>
                    <a:pt x="237056" y="198815"/>
                    <a:pt x="253010" y="192186"/>
                  </a:cubicBezTo>
                  <a:cubicBezTo>
                    <a:pt x="320830" y="164067"/>
                    <a:pt x="406497" y="179802"/>
                    <a:pt x="462516" y="132307"/>
                  </a:cubicBezTo>
                  <a:cubicBezTo>
                    <a:pt x="467830" y="127447"/>
                    <a:pt x="473558" y="123060"/>
                    <a:pt x="479634" y="119194"/>
                  </a:cubicBezTo>
                  <a:cubicBezTo>
                    <a:pt x="494301" y="149898"/>
                    <a:pt x="467251" y="192431"/>
                    <a:pt x="441245" y="210205"/>
                  </a:cubicBezTo>
                  <a:close/>
                </a:path>
              </a:pathLst>
            </a:custGeom>
            <a:solidFill>
              <a:srgbClr val="000000">
                <a:alpha val="5000"/>
              </a:srgbClr>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16" name="任意多边形: 形状 15">
              <a:extLst>
                <a:ext uri="{FF2B5EF4-FFF2-40B4-BE49-F238E27FC236}">
                  <a16:creationId xmlns:a16="http://schemas.microsoft.com/office/drawing/2014/main" id="{FF97EC4D-A61A-483C-A5AA-61ABF16DBBF0}"/>
                </a:ext>
              </a:extLst>
            </p:cNvPr>
            <p:cNvSpPr/>
            <p:nvPr/>
          </p:nvSpPr>
          <p:spPr>
            <a:xfrm>
              <a:off x="2767389" y="2982388"/>
              <a:ext cx="783410" cy="2077996"/>
            </a:xfrm>
            <a:custGeom>
              <a:avLst/>
              <a:gdLst>
                <a:gd name="connsiteX0" fmla="*/ 8352 w 783410"/>
                <a:gd name="connsiteY0" fmla="*/ 122376 h 2077996"/>
                <a:gd name="connsiteX1" fmla="*/ 65510 w 783410"/>
                <a:gd name="connsiteY1" fmla="*/ 430087 h 2077996"/>
                <a:gd name="connsiteX2" fmla="*/ 111968 w 783410"/>
                <a:gd name="connsiteY2" fmla="*/ 504580 h 2077996"/>
                <a:gd name="connsiteX3" fmla="*/ 130098 w 783410"/>
                <a:gd name="connsiteY3" fmla="*/ 563613 h 2077996"/>
                <a:gd name="connsiteX4" fmla="*/ 181583 w 783410"/>
                <a:gd name="connsiteY4" fmla="*/ 776720 h 2077996"/>
                <a:gd name="connsiteX5" fmla="*/ 205308 w 783410"/>
                <a:gd name="connsiteY5" fmla="*/ 951933 h 2077996"/>
                <a:gd name="connsiteX6" fmla="*/ 217383 w 783410"/>
                <a:gd name="connsiteY6" fmla="*/ 1071851 h 2077996"/>
                <a:gd name="connsiteX7" fmla="*/ 232700 w 783410"/>
                <a:gd name="connsiteY7" fmla="*/ 1092867 h 2077996"/>
                <a:gd name="connsiteX8" fmla="*/ 232952 w 783410"/>
                <a:gd name="connsiteY8" fmla="*/ 1120560 h 2077996"/>
                <a:gd name="connsiteX9" fmla="*/ 234639 w 783410"/>
                <a:gd name="connsiteY9" fmla="*/ 1586713 h 2077996"/>
                <a:gd name="connsiteX10" fmla="*/ 315977 w 783410"/>
                <a:gd name="connsiteY10" fmla="*/ 2010202 h 2077996"/>
                <a:gd name="connsiteX11" fmla="*/ 338500 w 783410"/>
                <a:gd name="connsiteY11" fmla="*/ 2057167 h 2077996"/>
                <a:gd name="connsiteX12" fmla="*/ 372270 w 783410"/>
                <a:gd name="connsiteY12" fmla="*/ 2073214 h 2077996"/>
                <a:gd name="connsiteX13" fmla="*/ 531966 w 783410"/>
                <a:gd name="connsiteY13" fmla="*/ 2047940 h 2077996"/>
                <a:gd name="connsiteX14" fmla="*/ 601698 w 783410"/>
                <a:gd name="connsiteY14" fmla="*/ 1964765 h 2077996"/>
                <a:gd name="connsiteX15" fmla="*/ 582321 w 783410"/>
                <a:gd name="connsiteY15" fmla="*/ 1913544 h 2077996"/>
                <a:gd name="connsiteX16" fmla="*/ 563101 w 783410"/>
                <a:gd name="connsiteY16" fmla="*/ 1807696 h 2077996"/>
                <a:gd name="connsiteX17" fmla="*/ 504784 w 783410"/>
                <a:gd name="connsiteY17" fmla="*/ 1542981 h 2077996"/>
                <a:gd name="connsiteX18" fmla="*/ 487319 w 783410"/>
                <a:gd name="connsiteY18" fmla="*/ 1274398 h 2077996"/>
                <a:gd name="connsiteX19" fmla="*/ 660111 w 783410"/>
                <a:gd name="connsiteY19" fmla="*/ 742829 h 2077996"/>
                <a:gd name="connsiteX20" fmla="*/ 675937 w 783410"/>
                <a:gd name="connsiteY20" fmla="*/ 719025 h 2077996"/>
                <a:gd name="connsiteX21" fmla="*/ 698339 w 783410"/>
                <a:gd name="connsiteY21" fmla="*/ 703733 h 2077996"/>
                <a:gd name="connsiteX22" fmla="*/ 708587 w 783410"/>
                <a:gd name="connsiteY22" fmla="*/ 675866 h 2077996"/>
                <a:gd name="connsiteX23" fmla="*/ 755048 w 783410"/>
                <a:gd name="connsiteY23" fmla="*/ 602438 h 2077996"/>
                <a:gd name="connsiteX24" fmla="*/ 780362 w 783410"/>
                <a:gd name="connsiteY24" fmla="*/ 386863 h 2077996"/>
                <a:gd name="connsiteX25" fmla="*/ 777525 w 783410"/>
                <a:gd name="connsiteY25" fmla="*/ 172621 h 2077996"/>
                <a:gd name="connsiteX26" fmla="*/ 657355 w 783410"/>
                <a:gd name="connsiteY26" fmla="*/ 7826 h 2077996"/>
                <a:gd name="connsiteX27" fmla="*/ 551970 w 783410"/>
                <a:gd name="connsiteY27" fmla="*/ 2848 h 2077996"/>
                <a:gd name="connsiteX28" fmla="*/ 8352 w 783410"/>
                <a:gd name="connsiteY28" fmla="*/ 122376 h 2077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783410" h="2077996">
                  <a:moveTo>
                    <a:pt x="8352" y="122376"/>
                  </a:moveTo>
                  <a:cubicBezTo>
                    <a:pt x="-13266" y="228477"/>
                    <a:pt x="7232" y="338827"/>
                    <a:pt x="65510" y="430087"/>
                  </a:cubicBezTo>
                  <a:cubicBezTo>
                    <a:pt x="81401" y="454708"/>
                    <a:pt x="100022" y="477822"/>
                    <a:pt x="111968" y="504580"/>
                  </a:cubicBezTo>
                  <a:cubicBezTo>
                    <a:pt x="119797" y="523664"/>
                    <a:pt x="125866" y="543424"/>
                    <a:pt x="130098" y="563613"/>
                  </a:cubicBezTo>
                  <a:lnTo>
                    <a:pt x="181583" y="776720"/>
                  </a:lnTo>
                  <a:cubicBezTo>
                    <a:pt x="195482" y="834250"/>
                    <a:pt x="209483" y="892894"/>
                    <a:pt x="205308" y="951933"/>
                  </a:cubicBezTo>
                  <a:cubicBezTo>
                    <a:pt x="202399" y="993070"/>
                    <a:pt x="192030" y="1039324"/>
                    <a:pt x="217383" y="1071851"/>
                  </a:cubicBezTo>
                  <a:cubicBezTo>
                    <a:pt x="223497" y="1078063"/>
                    <a:pt x="228658" y="1085145"/>
                    <a:pt x="232700" y="1092867"/>
                  </a:cubicBezTo>
                  <a:cubicBezTo>
                    <a:pt x="235227" y="1101914"/>
                    <a:pt x="235315" y="1111468"/>
                    <a:pt x="232952" y="1120560"/>
                  </a:cubicBezTo>
                  <a:cubicBezTo>
                    <a:pt x="206905" y="1275281"/>
                    <a:pt x="187588" y="1437034"/>
                    <a:pt x="234639" y="1586713"/>
                  </a:cubicBezTo>
                  <a:cubicBezTo>
                    <a:pt x="277283" y="1722375"/>
                    <a:pt x="279717" y="1872696"/>
                    <a:pt x="315977" y="2010202"/>
                  </a:cubicBezTo>
                  <a:cubicBezTo>
                    <a:pt x="320467" y="2027229"/>
                    <a:pt x="325602" y="2045178"/>
                    <a:pt x="338500" y="2057167"/>
                  </a:cubicBezTo>
                  <a:cubicBezTo>
                    <a:pt x="348193" y="2065325"/>
                    <a:pt x="359823" y="2070852"/>
                    <a:pt x="372270" y="2073214"/>
                  </a:cubicBezTo>
                  <a:cubicBezTo>
                    <a:pt x="425704" y="2085927"/>
                    <a:pt x="482130" y="2071033"/>
                    <a:pt x="531966" y="2047940"/>
                  </a:cubicBezTo>
                  <a:cubicBezTo>
                    <a:pt x="566990" y="2031711"/>
                    <a:pt x="604689" y="2003251"/>
                    <a:pt x="601698" y="1964765"/>
                  </a:cubicBezTo>
                  <a:cubicBezTo>
                    <a:pt x="600274" y="1946457"/>
                    <a:pt x="589580" y="1930412"/>
                    <a:pt x="582321" y="1913544"/>
                  </a:cubicBezTo>
                  <a:cubicBezTo>
                    <a:pt x="568086" y="1880462"/>
                    <a:pt x="566942" y="1843506"/>
                    <a:pt x="563101" y="1807696"/>
                  </a:cubicBezTo>
                  <a:cubicBezTo>
                    <a:pt x="553456" y="1717777"/>
                    <a:pt x="525735" y="1630955"/>
                    <a:pt x="504784" y="1542981"/>
                  </a:cubicBezTo>
                  <a:cubicBezTo>
                    <a:pt x="483832" y="1455007"/>
                    <a:pt x="469599" y="1363080"/>
                    <a:pt x="487319" y="1274398"/>
                  </a:cubicBezTo>
                  <a:cubicBezTo>
                    <a:pt x="523559" y="1090964"/>
                    <a:pt x="581567" y="912511"/>
                    <a:pt x="660111" y="742829"/>
                  </a:cubicBezTo>
                  <a:cubicBezTo>
                    <a:pt x="663528" y="733804"/>
                    <a:pt x="668938" y="725667"/>
                    <a:pt x="675937" y="719025"/>
                  </a:cubicBezTo>
                  <a:cubicBezTo>
                    <a:pt x="683815" y="714557"/>
                    <a:pt x="691308" y="709442"/>
                    <a:pt x="698339" y="703733"/>
                  </a:cubicBezTo>
                  <a:cubicBezTo>
                    <a:pt x="703778" y="695319"/>
                    <a:pt x="707278" y="685800"/>
                    <a:pt x="708587" y="675866"/>
                  </a:cubicBezTo>
                  <a:cubicBezTo>
                    <a:pt x="716380" y="647799"/>
                    <a:pt x="739529" y="627090"/>
                    <a:pt x="755048" y="602438"/>
                  </a:cubicBezTo>
                  <a:cubicBezTo>
                    <a:pt x="794231" y="540191"/>
                    <a:pt x="781814" y="460401"/>
                    <a:pt x="780362" y="386863"/>
                  </a:cubicBezTo>
                  <a:cubicBezTo>
                    <a:pt x="778951" y="315349"/>
                    <a:pt x="789248" y="243181"/>
                    <a:pt x="777525" y="172621"/>
                  </a:cubicBezTo>
                  <a:cubicBezTo>
                    <a:pt x="765802" y="102061"/>
                    <a:pt x="725379" y="29935"/>
                    <a:pt x="657355" y="7826"/>
                  </a:cubicBezTo>
                  <a:cubicBezTo>
                    <a:pt x="623658" y="-3126"/>
                    <a:pt x="587229" y="-642"/>
                    <a:pt x="551970" y="2848"/>
                  </a:cubicBezTo>
                  <a:cubicBezTo>
                    <a:pt x="365171" y="21338"/>
                    <a:pt x="183659" y="55270"/>
                    <a:pt x="8352" y="122376"/>
                  </a:cubicBezTo>
                  <a:close/>
                </a:path>
              </a:pathLst>
            </a:custGeom>
            <a:solidFill>
              <a:srgbClr val="2F2E41"/>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17" name="任意多边形: 形状 16">
              <a:extLst>
                <a:ext uri="{FF2B5EF4-FFF2-40B4-BE49-F238E27FC236}">
                  <a16:creationId xmlns:a16="http://schemas.microsoft.com/office/drawing/2014/main" id="{C991BB5E-F65E-471E-8A79-A192CF0413A2}"/>
                </a:ext>
              </a:extLst>
            </p:cNvPr>
            <p:cNvSpPr/>
            <p:nvPr/>
          </p:nvSpPr>
          <p:spPr>
            <a:xfrm>
              <a:off x="2767389" y="2982388"/>
              <a:ext cx="783410" cy="2077996"/>
            </a:xfrm>
            <a:custGeom>
              <a:avLst/>
              <a:gdLst>
                <a:gd name="connsiteX0" fmla="*/ 8352 w 783410"/>
                <a:gd name="connsiteY0" fmla="*/ 122376 h 2077996"/>
                <a:gd name="connsiteX1" fmla="*/ 65510 w 783410"/>
                <a:gd name="connsiteY1" fmla="*/ 430087 h 2077996"/>
                <a:gd name="connsiteX2" fmla="*/ 111968 w 783410"/>
                <a:gd name="connsiteY2" fmla="*/ 504580 h 2077996"/>
                <a:gd name="connsiteX3" fmla="*/ 130098 w 783410"/>
                <a:gd name="connsiteY3" fmla="*/ 563613 h 2077996"/>
                <a:gd name="connsiteX4" fmla="*/ 181583 w 783410"/>
                <a:gd name="connsiteY4" fmla="*/ 776720 h 2077996"/>
                <a:gd name="connsiteX5" fmla="*/ 205308 w 783410"/>
                <a:gd name="connsiteY5" fmla="*/ 951933 h 2077996"/>
                <a:gd name="connsiteX6" fmla="*/ 217383 w 783410"/>
                <a:gd name="connsiteY6" fmla="*/ 1071851 h 2077996"/>
                <a:gd name="connsiteX7" fmla="*/ 232700 w 783410"/>
                <a:gd name="connsiteY7" fmla="*/ 1092867 h 2077996"/>
                <a:gd name="connsiteX8" fmla="*/ 232952 w 783410"/>
                <a:gd name="connsiteY8" fmla="*/ 1120560 h 2077996"/>
                <a:gd name="connsiteX9" fmla="*/ 234639 w 783410"/>
                <a:gd name="connsiteY9" fmla="*/ 1586713 h 2077996"/>
                <a:gd name="connsiteX10" fmla="*/ 315977 w 783410"/>
                <a:gd name="connsiteY10" fmla="*/ 2010202 h 2077996"/>
                <a:gd name="connsiteX11" fmla="*/ 338500 w 783410"/>
                <a:gd name="connsiteY11" fmla="*/ 2057167 h 2077996"/>
                <a:gd name="connsiteX12" fmla="*/ 372270 w 783410"/>
                <a:gd name="connsiteY12" fmla="*/ 2073214 h 2077996"/>
                <a:gd name="connsiteX13" fmla="*/ 531966 w 783410"/>
                <a:gd name="connsiteY13" fmla="*/ 2047940 h 2077996"/>
                <a:gd name="connsiteX14" fmla="*/ 601698 w 783410"/>
                <a:gd name="connsiteY14" fmla="*/ 1964765 h 2077996"/>
                <a:gd name="connsiteX15" fmla="*/ 582321 w 783410"/>
                <a:gd name="connsiteY15" fmla="*/ 1913544 h 2077996"/>
                <a:gd name="connsiteX16" fmla="*/ 563101 w 783410"/>
                <a:gd name="connsiteY16" fmla="*/ 1807696 h 2077996"/>
                <a:gd name="connsiteX17" fmla="*/ 504784 w 783410"/>
                <a:gd name="connsiteY17" fmla="*/ 1542981 h 2077996"/>
                <a:gd name="connsiteX18" fmla="*/ 487319 w 783410"/>
                <a:gd name="connsiteY18" fmla="*/ 1274398 h 2077996"/>
                <a:gd name="connsiteX19" fmla="*/ 660111 w 783410"/>
                <a:gd name="connsiteY19" fmla="*/ 742829 h 2077996"/>
                <a:gd name="connsiteX20" fmla="*/ 675937 w 783410"/>
                <a:gd name="connsiteY20" fmla="*/ 719025 h 2077996"/>
                <a:gd name="connsiteX21" fmla="*/ 698339 w 783410"/>
                <a:gd name="connsiteY21" fmla="*/ 703733 h 2077996"/>
                <a:gd name="connsiteX22" fmla="*/ 708587 w 783410"/>
                <a:gd name="connsiteY22" fmla="*/ 675866 h 2077996"/>
                <a:gd name="connsiteX23" fmla="*/ 755048 w 783410"/>
                <a:gd name="connsiteY23" fmla="*/ 602438 h 2077996"/>
                <a:gd name="connsiteX24" fmla="*/ 780362 w 783410"/>
                <a:gd name="connsiteY24" fmla="*/ 386863 h 2077996"/>
                <a:gd name="connsiteX25" fmla="*/ 777525 w 783410"/>
                <a:gd name="connsiteY25" fmla="*/ 172621 h 2077996"/>
                <a:gd name="connsiteX26" fmla="*/ 657355 w 783410"/>
                <a:gd name="connsiteY26" fmla="*/ 7826 h 2077996"/>
                <a:gd name="connsiteX27" fmla="*/ 551970 w 783410"/>
                <a:gd name="connsiteY27" fmla="*/ 2848 h 2077996"/>
                <a:gd name="connsiteX28" fmla="*/ 8352 w 783410"/>
                <a:gd name="connsiteY28" fmla="*/ 122376 h 2077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783410" h="2077996">
                  <a:moveTo>
                    <a:pt x="8352" y="122376"/>
                  </a:moveTo>
                  <a:cubicBezTo>
                    <a:pt x="-13266" y="228477"/>
                    <a:pt x="7232" y="338827"/>
                    <a:pt x="65510" y="430087"/>
                  </a:cubicBezTo>
                  <a:cubicBezTo>
                    <a:pt x="81401" y="454708"/>
                    <a:pt x="100022" y="477822"/>
                    <a:pt x="111968" y="504580"/>
                  </a:cubicBezTo>
                  <a:cubicBezTo>
                    <a:pt x="119797" y="523664"/>
                    <a:pt x="125866" y="543424"/>
                    <a:pt x="130098" y="563613"/>
                  </a:cubicBezTo>
                  <a:lnTo>
                    <a:pt x="181583" y="776720"/>
                  </a:lnTo>
                  <a:cubicBezTo>
                    <a:pt x="195482" y="834250"/>
                    <a:pt x="209483" y="892894"/>
                    <a:pt x="205308" y="951933"/>
                  </a:cubicBezTo>
                  <a:cubicBezTo>
                    <a:pt x="202399" y="993070"/>
                    <a:pt x="192030" y="1039324"/>
                    <a:pt x="217383" y="1071851"/>
                  </a:cubicBezTo>
                  <a:cubicBezTo>
                    <a:pt x="223497" y="1078063"/>
                    <a:pt x="228658" y="1085145"/>
                    <a:pt x="232700" y="1092867"/>
                  </a:cubicBezTo>
                  <a:cubicBezTo>
                    <a:pt x="235227" y="1101914"/>
                    <a:pt x="235315" y="1111468"/>
                    <a:pt x="232952" y="1120560"/>
                  </a:cubicBezTo>
                  <a:cubicBezTo>
                    <a:pt x="206905" y="1275281"/>
                    <a:pt x="187588" y="1437034"/>
                    <a:pt x="234639" y="1586713"/>
                  </a:cubicBezTo>
                  <a:cubicBezTo>
                    <a:pt x="277283" y="1722375"/>
                    <a:pt x="279717" y="1872696"/>
                    <a:pt x="315977" y="2010202"/>
                  </a:cubicBezTo>
                  <a:cubicBezTo>
                    <a:pt x="320467" y="2027229"/>
                    <a:pt x="325602" y="2045178"/>
                    <a:pt x="338500" y="2057167"/>
                  </a:cubicBezTo>
                  <a:cubicBezTo>
                    <a:pt x="348193" y="2065325"/>
                    <a:pt x="359823" y="2070852"/>
                    <a:pt x="372270" y="2073214"/>
                  </a:cubicBezTo>
                  <a:cubicBezTo>
                    <a:pt x="425704" y="2085927"/>
                    <a:pt x="482130" y="2071033"/>
                    <a:pt x="531966" y="2047940"/>
                  </a:cubicBezTo>
                  <a:cubicBezTo>
                    <a:pt x="566990" y="2031711"/>
                    <a:pt x="604689" y="2003251"/>
                    <a:pt x="601698" y="1964765"/>
                  </a:cubicBezTo>
                  <a:cubicBezTo>
                    <a:pt x="600274" y="1946457"/>
                    <a:pt x="589580" y="1930412"/>
                    <a:pt x="582321" y="1913544"/>
                  </a:cubicBezTo>
                  <a:cubicBezTo>
                    <a:pt x="568086" y="1880462"/>
                    <a:pt x="566942" y="1843506"/>
                    <a:pt x="563101" y="1807696"/>
                  </a:cubicBezTo>
                  <a:cubicBezTo>
                    <a:pt x="553456" y="1717777"/>
                    <a:pt x="525735" y="1630955"/>
                    <a:pt x="504784" y="1542981"/>
                  </a:cubicBezTo>
                  <a:cubicBezTo>
                    <a:pt x="483832" y="1455007"/>
                    <a:pt x="469599" y="1363080"/>
                    <a:pt x="487319" y="1274398"/>
                  </a:cubicBezTo>
                  <a:cubicBezTo>
                    <a:pt x="523559" y="1090964"/>
                    <a:pt x="581567" y="912511"/>
                    <a:pt x="660111" y="742829"/>
                  </a:cubicBezTo>
                  <a:cubicBezTo>
                    <a:pt x="663528" y="733804"/>
                    <a:pt x="668938" y="725667"/>
                    <a:pt x="675937" y="719025"/>
                  </a:cubicBezTo>
                  <a:cubicBezTo>
                    <a:pt x="683815" y="714557"/>
                    <a:pt x="691308" y="709442"/>
                    <a:pt x="698339" y="703733"/>
                  </a:cubicBezTo>
                  <a:cubicBezTo>
                    <a:pt x="703778" y="695319"/>
                    <a:pt x="707278" y="685800"/>
                    <a:pt x="708587" y="675866"/>
                  </a:cubicBezTo>
                  <a:cubicBezTo>
                    <a:pt x="716380" y="647799"/>
                    <a:pt x="739529" y="627090"/>
                    <a:pt x="755048" y="602438"/>
                  </a:cubicBezTo>
                  <a:cubicBezTo>
                    <a:pt x="794231" y="540191"/>
                    <a:pt x="781814" y="460401"/>
                    <a:pt x="780362" y="386863"/>
                  </a:cubicBezTo>
                  <a:cubicBezTo>
                    <a:pt x="778951" y="315349"/>
                    <a:pt x="789248" y="243181"/>
                    <a:pt x="777525" y="172621"/>
                  </a:cubicBezTo>
                  <a:cubicBezTo>
                    <a:pt x="765802" y="102061"/>
                    <a:pt x="725379" y="29935"/>
                    <a:pt x="657355" y="7826"/>
                  </a:cubicBezTo>
                  <a:cubicBezTo>
                    <a:pt x="623658" y="-3126"/>
                    <a:pt x="587229" y="-642"/>
                    <a:pt x="551970" y="2848"/>
                  </a:cubicBezTo>
                  <a:cubicBezTo>
                    <a:pt x="365171" y="21338"/>
                    <a:pt x="183659" y="55270"/>
                    <a:pt x="8352" y="122376"/>
                  </a:cubicBezTo>
                  <a:close/>
                </a:path>
              </a:pathLst>
            </a:custGeom>
            <a:solidFill>
              <a:srgbClr val="000000">
                <a:alpha val="10000"/>
              </a:srgbClr>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18" name="任意多边形: 形状 17">
              <a:extLst>
                <a:ext uri="{FF2B5EF4-FFF2-40B4-BE49-F238E27FC236}">
                  <a16:creationId xmlns:a16="http://schemas.microsoft.com/office/drawing/2014/main" id="{6156EAA0-9CE5-4CCC-AB9C-E7D5B81CFA9C}"/>
                </a:ext>
              </a:extLst>
            </p:cNvPr>
            <p:cNvSpPr/>
            <p:nvPr/>
          </p:nvSpPr>
          <p:spPr>
            <a:xfrm>
              <a:off x="2745182" y="3016810"/>
              <a:ext cx="819579" cy="2248079"/>
            </a:xfrm>
            <a:custGeom>
              <a:avLst/>
              <a:gdLst>
                <a:gd name="connsiteX0" fmla="*/ 791393 w 819579"/>
                <a:gd name="connsiteY0" fmla="*/ 536471 h 2248079"/>
                <a:gd name="connsiteX1" fmla="*/ 781995 w 819579"/>
                <a:gd name="connsiteY1" fmla="*/ 619152 h 2248079"/>
                <a:gd name="connsiteX2" fmla="*/ 676732 w 819579"/>
                <a:gd name="connsiteY2" fmla="*/ 1171983 h 2248079"/>
                <a:gd name="connsiteX3" fmla="*/ 665951 w 819579"/>
                <a:gd name="connsiteY3" fmla="*/ 1219552 h 2248079"/>
                <a:gd name="connsiteX4" fmla="*/ 594635 w 819579"/>
                <a:gd name="connsiteY4" fmla="*/ 1359854 h 2248079"/>
                <a:gd name="connsiteX5" fmla="*/ 341784 w 819579"/>
                <a:gd name="connsiteY5" fmla="*/ 2067629 h 2248079"/>
                <a:gd name="connsiteX6" fmla="*/ 324374 w 819579"/>
                <a:gd name="connsiteY6" fmla="*/ 2114833 h 2248079"/>
                <a:gd name="connsiteX7" fmla="*/ 272434 w 819579"/>
                <a:gd name="connsiteY7" fmla="*/ 2230732 h 2248079"/>
                <a:gd name="connsiteX8" fmla="*/ 261726 w 819579"/>
                <a:gd name="connsiteY8" fmla="*/ 2244572 h 2248079"/>
                <a:gd name="connsiteX9" fmla="*/ 244826 w 819579"/>
                <a:gd name="connsiteY9" fmla="*/ 2247851 h 2248079"/>
                <a:gd name="connsiteX10" fmla="*/ 26068 w 819579"/>
                <a:gd name="connsiteY10" fmla="*/ 2198097 h 2248079"/>
                <a:gd name="connsiteX11" fmla="*/ 2831 w 819579"/>
                <a:gd name="connsiteY11" fmla="*/ 2178793 h 2248079"/>
                <a:gd name="connsiteX12" fmla="*/ 354 w 819579"/>
                <a:gd name="connsiteY12" fmla="*/ 2156574 h 2248079"/>
                <a:gd name="connsiteX13" fmla="*/ 27598 w 819579"/>
                <a:gd name="connsiteY13" fmla="*/ 2021736 h 2248079"/>
                <a:gd name="connsiteX14" fmla="*/ 81504 w 819579"/>
                <a:gd name="connsiteY14" fmla="*/ 1956392 h 2248079"/>
                <a:gd name="connsiteX15" fmla="*/ 134317 w 819579"/>
                <a:gd name="connsiteY15" fmla="*/ 1523976 h 2248079"/>
                <a:gd name="connsiteX16" fmla="*/ 213064 w 819579"/>
                <a:gd name="connsiteY16" fmla="*/ 1316947 h 2248079"/>
                <a:gd name="connsiteX17" fmla="*/ 283143 w 819579"/>
                <a:gd name="connsiteY17" fmla="*/ 1172493 h 2248079"/>
                <a:gd name="connsiteX18" fmla="*/ 290209 w 819579"/>
                <a:gd name="connsiteY18" fmla="*/ 1104600 h 2248079"/>
                <a:gd name="connsiteX19" fmla="*/ 317088 w 819579"/>
                <a:gd name="connsiteY19" fmla="*/ 1088792 h 2248079"/>
                <a:gd name="connsiteX20" fmla="*/ 320876 w 819579"/>
                <a:gd name="connsiteY20" fmla="*/ 1075243 h 2248079"/>
                <a:gd name="connsiteX21" fmla="*/ 313957 w 819579"/>
                <a:gd name="connsiteY21" fmla="*/ 963278 h 2248079"/>
                <a:gd name="connsiteX22" fmla="*/ 297274 w 819579"/>
                <a:gd name="connsiteY22" fmla="*/ 890286 h 2248079"/>
                <a:gd name="connsiteX23" fmla="*/ 315632 w 819579"/>
                <a:gd name="connsiteY23" fmla="*/ 819771 h 2248079"/>
                <a:gd name="connsiteX24" fmla="*/ 316287 w 819579"/>
                <a:gd name="connsiteY24" fmla="*/ 668469 h 2248079"/>
                <a:gd name="connsiteX25" fmla="*/ 309293 w 819579"/>
                <a:gd name="connsiteY25" fmla="*/ 583967 h 2248079"/>
                <a:gd name="connsiteX26" fmla="*/ 296837 w 819579"/>
                <a:gd name="connsiteY26" fmla="*/ 545140 h 2248079"/>
                <a:gd name="connsiteX27" fmla="*/ 281467 w 819579"/>
                <a:gd name="connsiteY27" fmla="*/ 401997 h 2248079"/>
                <a:gd name="connsiteX28" fmla="*/ 231786 w 819579"/>
                <a:gd name="connsiteY28" fmla="*/ 367030 h 2248079"/>
                <a:gd name="connsiteX29" fmla="*/ 163601 w 819579"/>
                <a:gd name="connsiteY29" fmla="*/ 268979 h 2248079"/>
                <a:gd name="connsiteX30" fmla="*/ 144297 w 819579"/>
                <a:gd name="connsiteY30" fmla="*/ 148929 h 2248079"/>
                <a:gd name="connsiteX31" fmla="*/ 144005 w 819579"/>
                <a:gd name="connsiteY31" fmla="*/ 122995 h 2248079"/>
                <a:gd name="connsiteX32" fmla="*/ 147502 w 819579"/>
                <a:gd name="connsiteY32" fmla="*/ 110029 h 2248079"/>
                <a:gd name="connsiteX33" fmla="*/ 205998 w 819579"/>
                <a:gd name="connsiteY33" fmla="*/ 74480 h 2248079"/>
                <a:gd name="connsiteX34" fmla="*/ 652692 w 819579"/>
                <a:gd name="connsiteY34" fmla="*/ 22249 h 2248079"/>
                <a:gd name="connsiteX35" fmla="*/ 763272 w 819579"/>
                <a:gd name="connsiteY35" fmla="*/ 38057 h 2248079"/>
                <a:gd name="connsiteX36" fmla="*/ 794743 w 819579"/>
                <a:gd name="connsiteY36" fmla="*/ 114910 h 2248079"/>
                <a:gd name="connsiteX37" fmla="*/ 816669 w 819579"/>
                <a:gd name="connsiteY37" fmla="*/ 362441 h 2248079"/>
                <a:gd name="connsiteX38" fmla="*/ 791393 w 819579"/>
                <a:gd name="connsiteY38" fmla="*/ 536471 h 2248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819579" h="2248079">
                  <a:moveTo>
                    <a:pt x="791393" y="536471"/>
                  </a:moveTo>
                  <a:cubicBezTo>
                    <a:pt x="790840" y="564264"/>
                    <a:pt x="787694" y="591944"/>
                    <a:pt x="781995" y="619152"/>
                  </a:cubicBezTo>
                  <a:cubicBezTo>
                    <a:pt x="749069" y="803818"/>
                    <a:pt x="713981" y="988095"/>
                    <a:pt x="676732" y="1171983"/>
                  </a:cubicBezTo>
                  <a:cubicBezTo>
                    <a:pt x="673454" y="1187936"/>
                    <a:pt x="670249" y="1203890"/>
                    <a:pt x="665951" y="1219552"/>
                  </a:cubicBezTo>
                  <a:cubicBezTo>
                    <a:pt x="652073" y="1270723"/>
                    <a:pt x="627796" y="1318484"/>
                    <a:pt x="594635" y="1359854"/>
                  </a:cubicBezTo>
                  <a:cubicBezTo>
                    <a:pt x="439399" y="1553334"/>
                    <a:pt x="425994" y="1834302"/>
                    <a:pt x="341784" y="2067629"/>
                  </a:cubicBezTo>
                  <a:cubicBezTo>
                    <a:pt x="336103" y="2083436"/>
                    <a:pt x="330421" y="2099244"/>
                    <a:pt x="324374" y="2114833"/>
                  </a:cubicBezTo>
                  <a:cubicBezTo>
                    <a:pt x="309156" y="2154372"/>
                    <a:pt x="291817" y="2193060"/>
                    <a:pt x="272434" y="2230732"/>
                  </a:cubicBezTo>
                  <a:cubicBezTo>
                    <a:pt x="270170" y="2236222"/>
                    <a:pt x="266472" y="2241002"/>
                    <a:pt x="261726" y="2244572"/>
                  </a:cubicBezTo>
                  <a:cubicBezTo>
                    <a:pt x="256502" y="2247200"/>
                    <a:pt x="250654" y="2248335"/>
                    <a:pt x="244826" y="2247851"/>
                  </a:cubicBezTo>
                  <a:cubicBezTo>
                    <a:pt x="169053" y="2248286"/>
                    <a:pt x="94198" y="2231262"/>
                    <a:pt x="26068" y="2198097"/>
                  </a:cubicBezTo>
                  <a:cubicBezTo>
                    <a:pt x="16342" y="2194510"/>
                    <a:pt x="8140" y="2187697"/>
                    <a:pt x="2831" y="2178793"/>
                  </a:cubicBezTo>
                  <a:cubicBezTo>
                    <a:pt x="218" y="2171697"/>
                    <a:pt x="-632" y="2164071"/>
                    <a:pt x="354" y="2156574"/>
                  </a:cubicBezTo>
                  <a:cubicBezTo>
                    <a:pt x="2685" y="2110317"/>
                    <a:pt x="5525" y="2062384"/>
                    <a:pt x="27598" y="2021736"/>
                  </a:cubicBezTo>
                  <a:cubicBezTo>
                    <a:pt x="42245" y="1997415"/>
                    <a:pt x="60410" y="1975395"/>
                    <a:pt x="81504" y="1956392"/>
                  </a:cubicBezTo>
                  <a:cubicBezTo>
                    <a:pt x="88060" y="1811210"/>
                    <a:pt x="102411" y="1665736"/>
                    <a:pt x="134317" y="1523976"/>
                  </a:cubicBezTo>
                  <a:cubicBezTo>
                    <a:pt x="150708" y="1451494"/>
                    <a:pt x="170959" y="1378211"/>
                    <a:pt x="213064" y="1316947"/>
                  </a:cubicBezTo>
                  <a:cubicBezTo>
                    <a:pt x="244097" y="1271710"/>
                    <a:pt x="288607" y="1227055"/>
                    <a:pt x="283143" y="1172493"/>
                  </a:cubicBezTo>
                  <a:cubicBezTo>
                    <a:pt x="280739" y="1148526"/>
                    <a:pt x="270686" y="1118659"/>
                    <a:pt x="290209" y="1104600"/>
                  </a:cubicBezTo>
                  <a:cubicBezTo>
                    <a:pt x="298731" y="1098409"/>
                    <a:pt x="311334" y="1097607"/>
                    <a:pt x="317088" y="1088792"/>
                  </a:cubicBezTo>
                  <a:cubicBezTo>
                    <a:pt x="319407" y="1084640"/>
                    <a:pt x="320706" y="1079996"/>
                    <a:pt x="320876" y="1075243"/>
                  </a:cubicBezTo>
                  <a:cubicBezTo>
                    <a:pt x="324888" y="1037798"/>
                    <a:pt x="322548" y="999944"/>
                    <a:pt x="313957" y="963278"/>
                  </a:cubicBezTo>
                  <a:cubicBezTo>
                    <a:pt x="306858" y="939325"/>
                    <a:pt x="301286" y="914945"/>
                    <a:pt x="297274" y="890286"/>
                  </a:cubicBezTo>
                  <a:cubicBezTo>
                    <a:pt x="294797" y="865372"/>
                    <a:pt x="299023" y="838420"/>
                    <a:pt x="315632" y="819771"/>
                  </a:cubicBezTo>
                  <a:cubicBezTo>
                    <a:pt x="316651" y="769944"/>
                    <a:pt x="315267" y="718223"/>
                    <a:pt x="316287" y="668469"/>
                  </a:cubicBezTo>
                  <a:cubicBezTo>
                    <a:pt x="318250" y="640110"/>
                    <a:pt x="315892" y="611618"/>
                    <a:pt x="309293" y="583967"/>
                  </a:cubicBezTo>
                  <a:cubicBezTo>
                    <a:pt x="305506" y="570927"/>
                    <a:pt x="299751" y="558471"/>
                    <a:pt x="296837" y="545140"/>
                  </a:cubicBezTo>
                  <a:cubicBezTo>
                    <a:pt x="286420" y="497280"/>
                    <a:pt x="312427" y="439950"/>
                    <a:pt x="281467" y="401997"/>
                  </a:cubicBezTo>
                  <a:cubicBezTo>
                    <a:pt x="268573" y="386262"/>
                    <a:pt x="248687" y="378395"/>
                    <a:pt x="231786" y="367030"/>
                  </a:cubicBezTo>
                  <a:cubicBezTo>
                    <a:pt x="198058" y="344521"/>
                    <a:pt x="175912" y="307661"/>
                    <a:pt x="163601" y="268979"/>
                  </a:cubicBezTo>
                  <a:cubicBezTo>
                    <a:pt x="152677" y="229815"/>
                    <a:pt x="146201" y="189544"/>
                    <a:pt x="144297" y="148929"/>
                  </a:cubicBezTo>
                  <a:cubicBezTo>
                    <a:pt x="143290" y="140318"/>
                    <a:pt x="143193" y="131626"/>
                    <a:pt x="144005" y="122995"/>
                  </a:cubicBezTo>
                  <a:cubicBezTo>
                    <a:pt x="144551" y="118529"/>
                    <a:pt x="145728" y="114164"/>
                    <a:pt x="147502" y="110029"/>
                  </a:cubicBezTo>
                  <a:cubicBezTo>
                    <a:pt x="157118" y="88393"/>
                    <a:pt x="182979" y="80015"/>
                    <a:pt x="205998" y="74480"/>
                  </a:cubicBezTo>
                  <a:cubicBezTo>
                    <a:pt x="352294" y="39393"/>
                    <a:pt x="502248" y="21859"/>
                    <a:pt x="652692" y="22249"/>
                  </a:cubicBezTo>
                  <a:cubicBezTo>
                    <a:pt x="708346" y="-15631"/>
                    <a:pt x="739670" y="-2082"/>
                    <a:pt x="763272" y="38057"/>
                  </a:cubicBezTo>
                  <a:cubicBezTo>
                    <a:pt x="776307" y="62557"/>
                    <a:pt x="786850" y="88304"/>
                    <a:pt x="794743" y="114910"/>
                  </a:cubicBezTo>
                  <a:cubicBezTo>
                    <a:pt x="805524" y="147472"/>
                    <a:pt x="806179" y="329733"/>
                    <a:pt x="816669" y="362441"/>
                  </a:cubicBezTo>
                  <a:cubicBezTo>
                    <a:pt x="830292" y="404984"/>
                    <a:pt x="790883" y="491816"/>
                    <a:pt x="791393" y="536471"/>
                  </a:cubicBezTo>
                  <a:close/>
                </a:path>
              </a:pathLst>
            </a:custGeom>
            <a:solidFill>
              <a:srgbClr val="2F2E41"/>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19" name="任意多边形: 形状 18">
              <a:extLst>
                <a:ext uri="{FF2B5EF4-FFF2-40B4-BE49-F238E27FC236}">
                  <a16:creationId xmlns:a16="http://schemas.microsoft.com/office/drawing/2014/main" id="{5BBF7525-2466-44C6-8F6E-4C7269A4EC4F}"/>
                </a:ext>
              </a:extLst>
            </p:cNvPr>
            <p:cNvSpPr/>
            <p:nvPr/>
          </p:nvSpPr>
          <p:spPr>
            <a:xfrm>
              <a:off x="2525307" y="1835495"/>
              <a:ext cx="376115" cy="1193453"/>
            </a:xfrm>
            <a:custGeom>
              <a:avLst/>
              <a:gdLst>
                <a:gd name="connsiteX0" fmla="*/ 5009 w 376115"/>
                <a:gd name="connsiteY0" fmla="*/ 59208 h 1193453"/>
                <a:gd name="connsiteX1" fmla="*/ 16187 w 376115"/>
                <a:gd name="connsiteY1" fmla="*/ 145003 h 1193453"/>
                <a:gd name="connsiteX2" fmla="*/ 4868 w 376115"/>
                <a:gd name="connsiteY2" fmla="*/ 219869 h 1193453"/>
                <a:gd name="connsiteX3" fmla="*/ 56556 w 376115"/>
                <a:gd name="connsiteY3" fmla="*/ 507773 h 1193453"/>
                <a:gd name="connsiteX4" fmla="*/ 68827 w 376115"/>
                <a:gd name="connsiteY4" fmla="*/ 555123 h 1193453"/>
                <a:gd name="connsiteX5" fmla="*/ 47653 w 376115"/>
                <a:gd name="connsiteY5" fmla="*/ 642655 h 1193453"/>
                <a:gd name="connsiteX6" fmla="*/ 84774 w 376115"/>
                <a:gd name="connsiteY6" fmla="*/ 827442 h 1193453"/>
                <a:gd name="connsiteX7" fmla="*/ 83326 w 376115"/>
                <a:gd name="connsiteY7" fmla="*/ 914547 h 1193453"/>
                <a:gd name="connsiteX8" fmla="*/ 108313 w 376115"/>
                <a:gd name="connsiteY8" fmla="*/ 967186 h 1193453"/>
                <a:gd name="connsiteX9" fmla="*/ 141200 w 376115"/>
                <a:gd name="connsiteY9" fmla="*/ 1065185 h 1193453"/>
                <a:gd name="connsiteX10" fmla="*/ 273728 w 376115"/>
                <a:gd name="connsiteY10" fmla="*/ 1193333 h 1193453"/>
                <a:gd name="connsiteX11" fmla="*/ 351803 w 376115"/>
                <a:gd name="connsiteY11" fmla="*/ 1144973 h 1193453"/>
                <a:gd name="connsiteX12" fmla="*/ 365431 w 376115"/>
                <a:gd name="connsiteY12" fmla="*/ 1102565 h 1193453"/>
                <a:gd name="connsiteX13" fmla="*/ 375899 w 376115"/>
                <a:gd name="connsiteY13" fmla="*/ 905799 h 1193453"/>
                <a:gd name="connsiteX14" fmla="*/ 366896 w 376115"/>
                <a:gd name="connsiteY14" fmla="*/ 736426 h 1193453"/>
                <a:gd name="connsiteX15" fmla="*/ 316536 w 376115"/>
                <a:gd name="connsiteY15" fmla="*/ 525764 h 1193453"/>
                <a:gd name="connsiteX16" fmla="*/ 252131 w 376115"/>
                <a:gd name="connsiteY16" fmla="*/ 260461 h 1193453"/>
                <a:gd name="connsiteX17" fmla="*/ 131615 w 376115"/>
                <a:gd name="connsiteY17" fmla="*/ 54389 h 1193453"/>
                <a:gd name="connsiteX18" fmla="*/ 64611 w 376115"/>
                <a:gd name="connsiteY18" fmla="*/ 489 h 1193453"/>
                <a:gd name="connsiteX19" fmla="*/ 5010 w 376115"/>
                <a:gd name="connsiteY19" fmla="*/ 59208 h 1193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76115" h="1193453">
                  <a:moveTo>
                    <a:pt x="5009" y="59208"/>
                  </a:moveTo>
                  <a:cubicBezTo>
                    <a:pt x="874" y="87886"/>
                    <a:pt x="14663" y="116069"/>
                    <a:pt x="16187" y="145003"/>
                  </a:cubicBezTo>
                  <a:cubicBezTo>
                    <a:pt x="17519" y="170284"/>
                    <a:pt x="9472" y="194976"/>
                    <a:pt x="4868" y="219869"/>
                  </a:cubicBezTo>
                  <a:cubicBezTo>
                    <a:pt x="-13100" y="317022"/>
                    <a:pt x="21423" y="415431"/>
                    <a:pt x="56556" y="507773"/>
                  </a:cubicBezTo>
                  <a:cubicBezTo>
                    <a:pt x="63237" y="522769"/>
                    <a:pt x="67384" y="538769"/>
                    <a:pt x="68827" y="555123"/>
                  </a:cubicBezTo>
                  <a:cubicBezTo>
                    <a:pt x="69766" y="585263"/>
                    <a:pt x="52407" y="612878"/>
                    <a:pt x="47653" y="642655"/>
                  </a:cubicBezTo>
                  <a:cubicBezTo>
                    <a:pt x="37663" y="705227"/>
                    <a:pt x="83818" y="764085"/>
                    <a:pt x="84774" y="827442"/>
                  </a:cubicBezTo>
                  <a:cubicBezTo>
                    <a:pt x="85215" y="856612"/>
                    <a:pt x="76028" y="886301"/>
                    <a:pt x="83326" y="914547"/>
                  </a:cubicBezTo>
                  <a:cubicBezTo>
                    <a:pt x="88196" y="933398"/>
                    <a:pt x="99963" y="949597"/>
                    <a:pt x="108313" y="967186"/>
                  </a:cubicBezTo>
                  <a:cubicBezTo>
                    <a:pt x="123108" y="998350"/>
                    <a:pt x="127078" y="1033709"/>
                    <a:pt x="141200" y="1065185"/>
                  </a:cubicBezTo>
                  <a:cubicBezTo>
                    <a:pt x="166721" y="1122068"/>
                    <a:pt x="221549" y="1159210"/>
                    <a:pt x="273728" y="1193333"/>
                  </a:cubicBezTo>
                  <a:cubicBezTo>
                    <a:pt x="303413" y="1183437"/>
                    <a:pt x="335507" y="1171687"/>
                    <a:pt x="351803" y="1144973"/>
                  </a:cubicBezTo>
                  <a:cubicBezTo>
                    <a:pt x="358957" y="1131813"/>
                    <a:pt x="363579" y="1117428"/>
                    <a:pt x="365431" y="1102565"/>
                  </a:cubicBezTo>
                  <a:cubicBezTo>
                    <a:pt x="376714" y="1037765"/>
                    <a:pt x="376322" y="971572"/>
                    <a:pt x="375899" y="905799"/>
                  </a:cubicBezTo>
                  <a:cubicBezTo>
                    <a:pt x="376853" y="849200"/>
                    <a:pt x="373844" y="792604"/>
                    <a:pt x="366896" y="736426"/>
                  </a:cubicBezTo>
                  <a:cubicBezTo>
                    <a:pt x="356356" y="664963"/>
                    <a:pt x="333170" y="596059"/>
                    <a:pt x="316536" y="525764"/>
                  </a:cubicBezTo>
                  <a:cubicBezTo>
                    <a:pt x="295556" y="437107"/>
                    <a:pt x="284806" y="345506"/>
                    <a:pt x="252131" y="260461"/>
                  </a:cubicBezTo>
                  <a:cubicBezTo>
                    <a:pt x="223417" y="185727"/>
                    <a:pt x="178691" y="118644"/>
                    <a:pt x="131615" y="54389"/>
                  </a:cubicBezTo>
                  <a:cubicBezTo>
                    <a:pt x="113653" y="29873"/>
                    <a:pt x="99473" y="-5172"/>
                    <a:pt x="64611" y="489"/>
                  </a:cubicBezTo>
                  <a:cubicBezTo>
                    <a:pt x="34399" y="5632"/>
                    <a:pt x="10603" y="29076"/>
                    <a:pt x="5010" y="59208"/>
                  </a:cubicBezTo>
                  <a:close/>
                </a:path>
              </a:pathLst>
            </a:custGeom>
            <a:solidFill>
              <a:srgbClr val="3F3D56"/>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20" name="任意多边形: 形状 19">
              <a:extLst>
                <a:ext uri="{FF2B5EF4-FFF2-40B4-BE49-F238E27FC236}">
                  <a16:creationId xmlns:a16="http://schemas.microsoft.com/office/drawing/2014/main" id="{E0B32EFC-5E12-47E1-B2AF-7C02B12EE537}"/>
                </a:ext>
              </a:extLst>
            </p:cNvPr>
            <p:cNvSpPr/>
            <p:nvPr/>
          </p:nvSpPr>
          <p:spPr>
            <a:xfrm>
              <a:off x="2525307" y="1835495"/>
              <a:ext cx="376115" cy="1193453"/>
            </a:xfrm>
            <a:custGeom>
              <a:avLst/>
              <a:gdLst>
                <a:gd name="connsiteX0" fmla="*/ 5009 w 376115"/>
                <a:gd name="connsiteY0" fmla="*/ 59208 h 1193453"/>
                <a:gd name="connsiteX1" fmla="*/ 16187 w 376115"/>
                <a:gd name="connsiteY1" fmla="*/ 145003 h 1193453"/>
                <a:gd name="connsiteX2" fmla="*/ 4868 w 376115"/>
                <a:gd name="connsiteY2" fmla="*/ 219869 h 1193453"/>
                <a:gd name="connsiteX3" fmla="*/ 56556 w 376115"/>
                <a:gd name="connsiteY3" fmla="*/ 507773 h 1193453"/>
                <a:gd name="connsiteX4" fmla="*/ 68827 w 376115"/>
                <a:gd name="connsiteY4" fmla="*/ 555123 h 1193453"/>
                <a:gd name="connsiteX5" fmla="*/ 47653 w 376115"/>
                <a:gd name="connsiteY5" fmla="*/ 642655 h 1193453"/>
                <a:gd name="connsiteX6" fmla="*/ 84774 w 376115"/>
                <a:gd name="connsiteY6" fmla="*/ 827442 h 1193453"/>
                <a:gd name="connsiteX7" fmla="*/ 83326 w 376115"/>
                <a:gd name="connsiteY7" fmla="*/ 914547 h 1193453"/>
                <a:gd name="connsiteX8" fmla="*/ 108313 w 376115"/>
                <a:gd name="connsiteY8" fmla="*/ 967186 h 1193453"/>
                <a:gd name="connsiteX9" fmla="*/ 141200 w 376115"/>
                <a:gd name="connsiteY9" fmla="*/ 1065185 h 1193453"/>
                <a:gd name="connsiteX10" fmla="*/ 273728 w 376115"/>
                <a:gd name="connsiteY10" fmla="*/ 1193333 h 1193453"/>
                <a:gd name="connsiteX11" fmla="*/ 351803 w 376115"/>
                <a:gd name="connsiteY11" fmla="*/ 1144973 h 1193453"/>
                <a:gd name="connsiteX12" fmla="*/ 365431 w 376115"/>
                <a:gd name="connsiteY12" fmla="*/ 1102565 h 1193453"/>
                <a:gd name="connsiteX13" fmla="*/ 375899 w 376115"/>
                <a:gd name="connsiteY13" fmla="*/ 905799 h 1193453"/>
                <a:gd name="connsiteX14" fmla="*/ 366896 w 376115"/>
                <a:gd name="connsiteY14" fmla="*/ 736426 h 1193453"/>
                <a:gd name="connsiteX15" fmla="*/ 316536 w 376115"/>
                <a:gd name="connsiteY15" fmla="*/ 525764 h 1193453"/>
                <a:gd name="connsiteX16" fmla="*/ 252131 w 376115"/>
                <a:gd name="connsiteY16" fmla="*/ 260461 h 1193453"/>
                <a:gd name="connsiteX17" fmla="*/ 131615 w 376115"/>
                <a:gd name="connsiteY17" fmla="*/ 54389 h 1193453"/>
                <a:gd name="connsiteX18" fmla="*/ 64611 w 376115"/>
                <a:gd name="connsiteY18" fmla="*/ 489 h 1193453"/>
                <a:gd name="connsiteX19" fmla="*/ 5010 w 376115"/>
                <a:gd name="connsiteY19" fmla="*/ 59208 h 1193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76115" h="1193453">
                  <a:moveTo>
                    <a:pt x="5009" y="59208"/>
                  </a:moveTo>
                  <a:cubicBezTo>
                    <a:pt x="874" y="87886"/>
                    <a:pt x="14663" y="116069"/>
                    <a:pt x="16187" y="145003"/>
                  </a:cubicBezTo>
                  <a:cubicBezTo>
                    <a:pt x="17519" y="170284"/>
                    <a:pt x="9472" y="194976"/>
                    <a:pt x="4868" y="219869"/>
                  </a:cubicBezTo>
                  <a:cubicBezTo>
                    <a:pt x="-13100" y="317022"/>
                    <a:pt x="21423" y="415431"/>
                    <a:pt x="56556" y="507773"/>
                  </a:cubicBezTo>
                  <a:cubicBezTo>
                    <a:pt x="63237" y="522769"/>
                    <a:pt x="67384" y="538769"/>
                    <a:pt x="68827" y="555123"/>
                  </a:cubicBezTo>
                  <a:cubicBezTo>
                    <a:pt x="69766" y="585263"/>
                    <a:pt x="52407" y="612878"/>
                    <a:pt x="47653" y="642655"/>
                  </a:cubicBezTo>
                  <a:cubicBezTo>
                    <a:pt x="37663" y="705227"/>
                    <a:pt x="83818" y="764085"/>
                    <a:pt x="84774" y="827442"/>
                  </a:cubicBezTo>
                  <a:cubicBezTo>
                    <a:pt x="85215" y="856612"/>
                    <a:pt x="76028" y="886301"/>
                    <a:pt x="83326" y="914547"/>
                  </a:cubicBezTo>
                  <a:cubicBezTo>
                    <a:pt x="88196" y="933398"/>
                    <a:pt x="99963" y="949597"/>
                    <a:pt x="108313" y="967186"/>
                  </a:cubicBezTo>
                  <a:cubicBezTo>
                    <a:pt x="123108" y="998350"/>
                    <a:pt x="127078" y="1033709"/>
                    <a:pt x="141200" y="1065185"/>
                  </a:cubicBezTo>
                  <a:cubicBezTo>
                    <a:pt x="166721" y="1122068"/>
                    <a:pt x="221549" y="1159210"/>
                    <a:pt x="273728" y="1193333"/>
                  </a:cubicBezTo>
                  <a:cubicBezTo>
                    <a:pt x="303413" y="1183437"/>
                    <a:pt x="335507" y="1171687"/>
                    <a:pt x="351803" y="1144973"/>
                  </a:cubicBezTo>
                  <a:cubicBezTo>
                    <a:pt x="358957" y="1131813"/>
                    <a:pt x="363579" y="1117428"/>
                    <a:pt x="365431" y="1102565"/>
                  </a:cubicBezTo>
                  <a:cubicBezTo>
                    <a:pt x="376714" y="1037765"/>
                    <a:pt x="376322" y="971572"/>
                    <a:pt x="375899" y="905799"/>
                  </a:cubicBezTo>
                  <a:cubicBezTo>
                    <a:pt x="376853" y="849200"/>
                    <a:pt x="373844" y="792604"/>
                    <a:pt x="366896" y="736426"/>
                  </a:cubicBezTo>
                  <a:cubicBezTo>
                    <a:pt x="356356" y="664963"/>
                    <a:pt x="333170" y="596059"/>
                    <a:pt x="316536" y="525764"/>
                  </a:cubicBezTo>
                  <a:cubicBezTo>
                    <a:pt x="295556" y="437107"/>
                    <a:pt x="284806" y="345506"/>
                    <a:pt x="252131" y="260461"/>
                  </a:cubicBezTo>
                  <a:cubicBezTo>
                    <a:pt x="223417" y="185727"/>
                    <a:pt x="178691" y="118644"/>
                    <a:pt x="131615" y="54389"/>
                  </a:cubicBezTo>
                  <a:cubicBezTo>
                    <a:pt x="113653" y="29873"/>
                    <a:pt x="99473" y="-5172"/>
                    <a:pt x="64611" y="489"/>
                  </a:cubicBezTo>
                  <a:cubicBezTo>
                    <a:pt x="34399" y="5632"/>
                    <a:pt x="10603" y="29076"/>
                    <a:pt x="5010" y="59208"/>
                  </a:cubicBezTo>
                  <a:close/>
                </a:path>
              </a:pathLst>
            </a:custGeom>
            <a:solidFill>
              <a:srgbClr val="000000">
                <a:alpha val="5000"/>
              </a:srgbClr>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21" name="任意多边形: 形状 20">
              <a:extLst>
                <a:ext uri="{FF2B5EF4-FFF2-40B4-BE49-F238E27FC236}">
                  <a16:creationId xmlns:a16="http://schemas.microsoft.com/office/drawing/2014/main" id="{7B90B47A-6F6C-4728-9846-E43986ADD04B}"/>
                </a:ext>
              </a:extLst>
            </p:cNvPr>
            <p:cNvSpPr/>
            <p:nvPr/>
          </p:nvSpPr>
          <p:spPr>
            <a:xfrm>
              <a:off x="2944583" y="1216911"/>
              <a:ext cx="343483" cy="177834"/>
            </a:xfrm>
            <a:custGeom>
              <a:avLst/>
              <a:gdLst>
                <a:gd name="connsiteX0" fmla="*/ 343439 w 343483"/>
                <a:gd name="connsiteY0" fmla="*/ 52856 h 177834"/>
                <a:gd name="connsiteX1" fmla="*/ 286619 w 343483"/>
                <a:gd name="connsiteY1" fmla="*/ 169920 h 177834"/>
                <a:gd name="connsiteX2" fmla="*/ 222078 w 343483"/>
                <a:gd name="connsiteY2" fmla="*/ 177714 h 177834"/>
                <a:gd name="connsiteX3" fmla="*/ 28239 w 343483"/>
                <a:gd name="connsiteY3" fmla="*/ 68993 h 177834"/>
                <a:gd name="connsiteX4" fmla="*/ 187 w 343483"/>
                <a:gd name="connsiteY4" fmla="*/ 16068 h 177834"/>
                <a:gd name="connsiteX5" fmla="*/ 40399 w 343483"/>
                <a:gd name="connsiteY5" fmla="*/ 989 h 177834"/>
                <a:gd name="connsiteX6" fmla="*/ 196728 w 343483"/>
                <a:gd name="connsiteY6" fmla="*/ 21167 h 177834"/>
                <a:gd name="connsiteX7" fmla="*/ 343439 w 343483"/>
                <a:gd name="connsiteY7" fmla="*/ 52856 h 177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483" h="177834">
                  <a:moveTo>
                    <a:pt x="343439" y="52856"/>
                  </a:moveTo>
                  <a:cubicBezTo>
                    <a:pt x="320430" y="89768"/>
                    <a:pt x="301385" y="129007"/>
                    <a:pt x="286619" y="169920"/>
                  </a:cubicBezTo>
                  <a:cubicBezTo>
                    <a:pt x="265498" y="175113"/>
                    <a:pt x="243827" y="177730"/>
                    <a:pt x="222078" y="177714"/>
                  </a:cubicBezTo>
                  <a:cubicBezTo>
                    <a:pt x="137648" y="177714"/>
                    <a:pt x="77847" y="129674"/>
                    <a:pt x="28239" y="68993"/>
                  </a:cubicBezTo>
                  <a:cubicBezTo>
                    <a:pt x="23940" y="49543"/>
                    <a:pt x="-2800" y="31366"/>
                    <a:pt x="187" y="16068"/>
                  </a:cubicBezTo>
                  <a:cubicBezTo>
                    <a:pt x="4121" y="-4183"/>
                    <a:pt x="23207" y="-176"/>
                    <a:pt x="40399" y="989"/>
                  </a:cubicBezTo>
                  <a:cubicBezTo>
                    <a:pt x="92825" y="4982"/>
                    <a:pt x="145006" y="11718"/>
                    <a:pt x="196728" y="21167"/>
                  </a:cubicBezTo>
                  <a:cubicBezTo>
                    <a:pt x="210203" y="23499"/>
                    <a:pt x="341472" y="56280"/>
                    <a:pt x="343439" y="52856"/>
                  </a:cubicBezTo>
                  <a:close/>
                </a:path>
              </a:pathLst>
            </a:custGeom>
            <a:solidFill>
              <a:srgbClr val="000000">
                <a:alpha val="10000"/>
              </a:srgbClr>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22" name="任意多边形: 形状 21">
              <a:extLst>
                <a:ext uri="{FF2B5EF4-FFF2-40B4-BE49-F238E27FC236}">
                  <a16:creationId xmlns:a16="http://schemas.microsoft.com/office/drawing/2014/main" id="{6FCF0F4A-44B1-4748-8FCE-CA7F08E686E1}"/>
                </a:ext>
              </a:extLst>
            </p:cNvPr>
            <p:cNvSpPr/>
            <p:nvPr/>
          </p:nvSpPr>
          <p:spPr>
            <a:xfrm>
              <a:off x="2896225" y="846413"/>
              <a:ext cx="541013" cy="541013"/>
            </a:xfrm>
            <a:custGeom>
              <a:avLst/>
              <a:gdLst>
                <a:gd name="connsiteX0" fmla="*/ 541013 w 541013"/>
                <a:gd name="connsiteY0" fmla="*/ 270507 h 541013"/>
                <a:gd name="connsiteX1" fmla="*/ 270507 w 541013"/>
                <a:gd name="connsiteY1" fmla="*/ 541013 h 541013"/>
                <a:gd name="connsiteX2" fmla="*/ 0 w 541013"/>
                <a:gd name="connsiteY2" fmla="*/ 270507 h 541013"/>
                <a:gd name="connsiteX3" fmla="*/ 270507 w 541013"/>
                <a:gd name="connsiteY3" fmla="*/ 0 h 541013"/>
                <a:gd name="connsiteX4" fmla="*/ 541013 w 541013"/>
                <a:gd name="connsiteY4" fmla="*/ 270507 h 5410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1013" h="541013">
                  <a:moveTo>
                    <a:pt x="541013" y="270507"/>
                  </a:moveTo>
                  <a:cubicBezTo>
                    <a:pt x="541013" y="419903"/>
                    <a:pt x="419903" y="541013"/>
                    <a:pt x="270507" y="541013"/>
                  </a:cubicBezTo>
                  <a:cubicBezTo>
                    <a:pt x="121110" y="541013"/>
                    <a:pt x="0" y="419903"/>
                    <a:pt x="0" y="270507"/>
                  </a:cubicBezTo>
                  <a:cubicBezTo>
                    <a:pt x="0" y="121110"/>
                    <a:pt x="121110" y="0"/>
                    <a:pt x="270507" y="0"/>
                  </a:cubicBezTo>
                  <a:cubicBezTo>
                    <a:pt x="419903" y="0"/>
                    <a:pt x="541013" y="121110"/>
                    <a:pt x="541013" y="270507"/>
                  </a:cubicBezTo>
                  <a:close/>
                </a:path>
              </a:pathLst>
            </a:custGeom>
            <a:solidFill>
              <a:srgbClr val="A0616A"/>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23" name="任意多边形: 形状 22">
              <a:extLst>
                <a:ext uri="{FF2B5EF4-FFF2-40B4-BE49-F238E27FC236}">
                  <a16:creationId xmlns:a16="http://schemas.microsoft.com/office/drawing/2014/main" id="{8CACE788-F5A8-4878-A224-240D0F12C9D1}"/>
                </a:ext>
              </a:extLst>
            </p:cNvPr>
            <p:cNvSpPr/>
            <p:nvPr/>
          </p:nvSpPr>
          <p:spPr>
            <a:xfrm>
              <a:off x="2889233" y="3016810"/>
              <a:ext cx="619266" cy="123114"/>
            </a:xfrm>
            <a:custGeom>
              <a:avLst/>
              <a:gdLst>
                <a:gd name="connsiteX0" fmla="*/ 619222 w 619266"/>
                <a:gd name="connsiteY0" fmla="*/ 38057 h 123114"/>
                <a:gd name="connsiteX1" fmla="*/ 478265 w 619266"/>
                <a:gd name="connsiteY1" fmla="*/ 39076 h 123114"/>
                <a:gd name="connsiteX2" fmla="*/ 390777 w 619266"/>
                <a:gd name="connsiteY2" fmla="*/ 48036 h 123114"/>
                <a:gd name="connsiteX3" fmla="*/ 286970 w 619266"/>
                <a:gd name="connsiteY3" fmla="*/ 82420 h 123114"/>
                <a:gd name="connsiteX4" fmla="*/ 113523 w 619266"/>
                <a:gd name="connsiteY4" fmla="*/ 105220 h 123114"/>
                <a:gd name="connsiteX5" fmla="*/ -45 w 619266"/>
                <a:gd name="connsiteY5" fmla="*/ 122995 h 123114"/>
                <a:gd name="connsiteX6" fmla="*/ 3451 w 619266"/>
                <a:gd name="connsiteY6" fmla="*/ 110028 h 123114"/>
                <a:gd name="connsiteX7" fmla="*/ 61947 w 619266"/>
                <a:gd name="connsiteY7" fmla="*/ 74479 h 123114"/>
                <a:gd name="connsiteX8" fmla="*/ 508641 w 619266"/>
                <a:gd name="connsiteY8" fmla="*/ 22248 h 123114"/>
                <a:gd name="connsiteX9" fmla="*/ 619222 w 619266"/>
                <a:gd name="connsiteY9" fmla="*/ 38057 h 123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9266" h="123114">
                  <a:moveTo>
                    <a:pt x="619222" y="38057"/>
                  </a:moveTo>
                  <a:cubicBezTo>
                    <a:pt x="572382" y="35288"/>
                    <a:pt x="525251" y="37182"/>
                    <a:pt x="478265" y="39076"/>
                  </a:cubicBezTo>
                  <a:cubicBezTo>
                    <a:pt x="448888" y="39355"/>
                    <a:pt x="419600" y="42355"/>
                    <a:pt x="390777" y="48036"/>
                  </a:cubicBezTo>
                  <a:cubicBezTo>
                    <a:pt x="355227" y="56122"/>
                    <a:pt x="322009" y="72293"/>
                    <a:pt x="286970" y="82420"/>
                  </a:cubicBezTo>
                  <a:cubicBezTo>
                    <a:pt x="230877" y="98737"/>
                    <a:pt x="171654" y="99466"/>
                    <a:pt x="113523" y="105220"/>
                  </a:cubicBezTo>
                  <a:cubicBezTo>
                    <a:pt x="75352" y="108921"/>
                    <a:pt x="37431" y="114856"/>
                    <a:pt x="-45" y="122995"/>
                  </a:cubicBezTo>
                  <a:cubicBezTo>
                    <a:pt x="501" y="118529"/>
                    <a:pt x="1678" y="114164"/>
                    <a:pt x="3451" y="110028"/>
                  </a:cubicBezTo>
                  <a:cubicBezTo>
                    <a:pt x="13068" y="88393"/>
                    <a:pt x="38929" y="80015"/>
                    <a:pt x="61947" y="74479"/>
                  </a:cubicBezTo>
                  <a:cubicBezTo>
                    <a:pt x="208243" y="39392"/>
                    <a:pt x="358197" y="21859"/>
                    <a:pt x="508641" y="22248"/>
                  </a:cubicBezTo>
                  <a:cubicBezTo>
                    <a:pt x="564296" y="-15631"/>
                    <a:pt x="595620" y="-2082"/>
                    <a:pt x="619222" y="38057"/>
                  </a:cubicBezTo>
                  <a:close/>
                </a:path>
              </a:pathLst>
            </a:custGeom>
            <a:solidFill>
              <a:srgbClr val="000000">
                <a:alpha val="10000"/>
              </a:srgbClr>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24" name="任意多边形: 形状 23">
              <a:extLst>
                <a:ext uri="{FF2B5EF4-FFF2-40B4-BE49-F238E27FC236}">
                  <a16:creationId xmlns:a16="http://schemas.microsoft.com/office/drawing/2014/main" id="{C9901CDE-0530-4676-9673-E4564D1DFA80}"/>
                </a:ext>
              </a:extLst>
            </p:cNvPr>
            <p:cNvSpPr/>
            <p:nvPr/>
          </p:nvSpPr>
          <p:spPr>
            <a:xfrm>
              <a:off x="2566790" y="1481999"/>
              <a:ext cx="1054353" cy="1688174"/>
            </a:xfrm>
            <a:custGeom>
              <a:avLst/>
              <a:gdLst>
                <a:gd name="connsiteX0" fmla="*/ 757318 w 1054353"/>
                <a:gd name="connsiteY0" fmla="*/ 77622 h 1688174"/>
                <a:gd name="connsiteX1" fmla="*/ 712210 w 1054353"/>
                <a:gd name="connsiteY1" fmla="*/ 101906 h 1688174"/>
                <a:gd name="connsiteX2" fmla="*/ 694656 w 1054353"/>
                <a:gd name="connsiteY2" fmla="*/ 92510 h 1688174"/>
                <a:gd name="connsiteX3" fmla="*/ 588514 w 1054353"/>
                <a:gd name="connsiteY3" fmla="*/ 62170 h 1688174"/>
                <a:gd name="connsiteX4" fmla="*/ 369922 w 1054353"/>
                <a:gd name="connsiteY4" fmla="*/ 13026 h 1688174"/>
                <a:gd name="connsiteX5" fmla="*/ 305267 w 1054353"/>
                <a:gd name="connsiteY5" fmla="*/ -120 h 1688174"/>
                <a:gd name="connsiteX6" fmla="*/ 190055 w 1054353"/>
                <a:gd name="connsiteY6" fmla="*/ 66323 h 1688174"/>
                <a:gd name="connsiteX7" fmla="*/ 112774 w 1054353"/>
                <a:gd name="connsiteY7" fmla="*/ 180016 h 1688174"/>
                <a:gd name="connsiteX8" fmla="*/ 50006 w 1054353"/>
                <a:gd name="connsiteY8" fmla="*/ 255218 h 1688174"/>
                <a:gd name="connsiteX9" fmla="*/ 4693 w 1054353"/>
                <a:gd name="connsiteY9" fmla="*/ 492376 h 1688174"/>
                <a:gd name="connsiteX10" fmla="*/ 81795 w 1054353"/>
                <a:gd name="connsiteY10" fmla="*/ 726721 h 1688174"/>
                <a:gd name="connsiteX11" fmla="*/ 144747 w 1054353"/>
                <a:gd name="connsiteY11" fmla="*/ 853648 h 1688174"/>
                <a:gd name="connsiteX12" fmla="*/ 169069 w 1054353"/>
                <a:gd name="connsiteY12" fmla="*/ 1042073 h 1688174"/>
                <a:gd name="connsiteX13" fmla="*/ 193599 w 1054353"/>
                <a:gd name="connsiteY13" fmla="*/ 1098076 h 1688174"/>
                <a:gd name="connsiteX14" fmla="*/ 191899 w 1054353"/>
                <a:gd name="connsiteY14" fmla="*/ 1139148 h 1688174"/>
                <a:gd name="connsiteX15" fmla="*/ 178131 w 1054353"/>
                <a:gd name="connsiteY15" fmla="*/ 1237082 h 1688174"/>
                <a:gd name="connsiteX16" fmla="*/ 164316 w 1054353"/>
                <a:gd name="connsiteY16" fmla="*/ 1326355 h 1688174"/>
                <a:gd name="connsiteX17" fmla="*/ 166004 w 1054353"/>
                <a:gd name="connsiteY17" fmla="*/ 1488469 h 1688174"/>
                <a:gd name="connsiteX18" fmla="*/ 172392 w 1054353"/>
                <a:gd name="connsiteY18" fmla="*/ 1688054 h 1688174"/>
                <a:gd name="connsiteX19" fmla="*/ 435986 w 1054353"/>
                <a:gd name="connsiteY19" fmla="*/ 1625429 h 1688174"/>
                <a:gd name="connsiteX20" fmla="*/ 609413 w 1054353"/>
                <a:gd name="connsiteY20" fmla="*/ 1602692 h 1688174"/>
                <a:gd name="connsiteX21" fmla="*/ 713216 w 1054353"/>
                <a:gd name="connsiteY21" fmla="*/ 1568243 h 1688174"/>
                <a:gd name="connsiteX22" fmla="*/ 800744 w 1054353"/>
                <a:gd name="connsiteY22" fmla="*/ 1559308 h 1688174"/>
                <a:gd name="connsiteX23" fmla="*/ 995006 w 1054353"/>
                <a:gd name="connsiteY23" fmla="*/ 1563656 h 1688174"/>
                <a:gd name="connsiteX24" fmla="*/ 1009640 w 1054353"/>
                <a:gd name="connsiteY24" fmla="*/ 1560613 h 1688174"/>
                <a:gd name="connsiteX25" fmla="*/ 1011589 w 1054353"/>
                <a:gd name="connsiteY25" fmla="*/ 1552965 h 1688174"/>
                <a:gd name="connsiteX26" fmla="*/ 995002 w 1054353"/>
                <a:gd name="connsiteY26" fmla="*/ 1484101 h 1688174"/>
                <a:gd name="connsiteX27" fmla="*/ 975772 w 1054353"/>
                <a:gd name="connsiteY27" fmla="*/ 1438952 h 1688174"/>
                <a:gd name="connsiteX28" fmla="*/ 981391 w 1054353"/>
                <a:gd name="connsiteY28" fmla="*/ 1416534 h 1688174"/>
                <a:gd name="connsiteX29" fmla="*/ 1009822 w 1054353"/>
                <a:gd name="connsiteY29" fmla="*/ 1340712 h 1688174"/>
                <a:gd name="connsiteX30" fmla="*/ 1034865 w 1054353"/>
                <a:gd name="connsiteY30" fmla="*/ 1135142 h 1688174"/>
                <a:gd name="connsiteX31" fmla="*/ 1053551 w 1054353"/>
                <a:gd name="connsiteY31" fmla="*/ 976114 h 1688174"/>
                <a:gd name="connsiteX32" fmla="*/ 1026902 w 1054353"/>
                <a:gd name="connsiteY32" fmla="*/ 844663 h 1688174"/>
                <a:gd name="connsiteX33" fmla="*/ 1006107 w 1054353"/>
                <a:gd name="connsiteY33" fmla="*/ 815745 h 1688174"/>
                <a:gd name="connsiteX34" fmla="*/ 1001155 w 1054353"/>
                <a:gd name="connsiteY34" fmla="*/ 781163 h 1688174"/>
                <a:gd name="connsiteX35" fmla="*/ 1008667 w 1054353"/>
                <a:gd name="connsiteY35" fmla="*/ 507496 h 1688174"/>
                <a:gd name="connsiteX36" fmla="*/ 935645 w 1054353"/>
                <a:gd name="connsiteY36" fmla="*/ 377204 h 1688174"/>
                <a:gd name="connsiteX37" fmla="*/ 868116 w 1054353"/>
                <a:gd name="connsiteY37" fmla="*/ 219544 h 1688174"/>
                <a:gd name="connsiteX38" fmla="*/ 855570 w 1054353"/>
                <a:gd name="connsiteY38" fmla="*/ 106277 h 1688174"/>
                <a:gd name="connsiteX39" fmla="*/ 846005 w 1054353"/>
                <a:gd name="connsiteY39" fmla="*/ 79826 h 1688174"/>
                <a:gd name="connsiteX40" fmla="*/ 807500 w 1054353"/>
                <a:gd name="connsiteY40" fmla="*/ 68390 h 1688174"/>
                <a:gd name="connsiteX41" fmla="*/ 757318 w 1054353"/>
                <a:gd name="connsiteY41" fmla="*/ 77622 h 16881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054353" h="1688174">
                  <a:moveTo>
                    <a:pt x="757318" y="77622"/>
                  </a:moveTo>
                  <a:cubicBezTo>
                    <a:pt x="745525" y="91268"/>
                    <a:pt x="729701" y="106306"/>
                    <a:pt x="712210" y="101906"/>
                  </a:cubicBezTo>
                  <a:cubicBezTo>
                    <a:pt x="705888" y="99746"/>
                    <a:pt x="699960" y="96573"/>
                    <a:pt x="694656" y="92510"/>
                  </a:cubicBezTo>
                  <a:cubicBezTo>
                    <a:pt x="663473" y="72413"/>
                    <a:pt x="625198" y="67697"/>
                    <a:pt x="588514" y="62170"/>
                  </a:cubicBezTo>
                  <a:cubicBezTo>
                    <a:pt x="514570" y="51028"/>
                    <a:pt x="441519" y="34605"/>
                    <a:pt x="369922" y="13026"/>
                  </a:cubicBezTo>
                  <a:cubicBezTo>
                    <a:pt x="349141" y="5462"/>
                    <a:pt x="327351" y="1031"/>
                    <a:pt x="305267" y="-120"/>
                  </a:cubicBezTo>
                  <a:cubicBezTo>
                    <a:pt x="259418" y="117"/>
                    <a:pt x="218786" y="30594"/>
                    <a:pt x="190055" y="66323"/>
                  </a:cubicBezTo>
                  <a:cubicBezTo>
                    <a:pt x="161323" y="102052"/>
                    <a:pt x="140968" y="143860"/>
                    <a:pt x="112774" y="180016"/>
                  </a:cubicBezTo>
                  <a:cubicBezTo>
                    <a:pt x="92686" y="205776"/>
                    <a:pt x="68765" y="228475"/>
                    <a:pt x="50006" y="255218"/>
                  </a:cubicBezTo>
                  <a:cubicBezTo>
                    <a:pt x="2646" y="322734"/>
                    <a:pt x="-7533" y="410817"/>
                    <a:pt x="4693" y="492376"/>
                  </a:cubicBezTo>
                  <a:cubicBezTo>
                    <a:pt x="16920" y="573934"/>
                    <a:pt x="49505" y="650836"/>
                    <a:pt x="81795" y="726721"/>
                  </a:cubicBezTo>
                  <a:cubicBezTo>
                    <a:pt x="99052" y="770778"/>
                    <a:pt x="120115" y="813248"/>
                    <a:pt x="144747" y="853648"/>
                  </a:cubicBezTo>
                  <a:cubicBezTo>
                    <a:pt x="133854" y="915615"/>
                    <a:pt x="139603" y="986481"/>
                    <a:pt x="169069" y="1042073"/>
                  </a:cubicBezTo>
                  <a:cubicBezTo>
                    <a:pt x="178666" y="1060178"/>
                    <a:pt x="190426" y="1077833"/>
                    <a:pt x="193599" y="1098076"/>
                  </a:cubicBezTo>
                  <a:cubicBezTo>
                    <a:pt x="195053" y="1111776"/>
                    <a:pt x="194481" y="1125615"/>
                    <a:pt x="191899" y="1139148"/>
                  </a:cubicBezTo>
                  <a:lnTo>
                    <a:pt x="178131" y="1237082"/>
                  </a:lnTo>
                  <a:cubicBezTo>
                    <a:pt x="173939" y="1266903"/>
                    <a:pt x="169745" y="1296735"/>
                    <a:pt x="164316" y="1326355"/>
                  </a:cubicBezTo>
                  <a:cubicBezTo>
                    <a:pt x="154379" y="1380568"/>
                    <a:pt x="140898" y="1439404"/>
                    <a:pt x="166004" y="1488469"/>
                  </a:cubicBezTo>
                  <a:cubicBezTo>
                    <a:pt x="196071" y="1547226"/>
                    <a:pt x="164492" y="1622526"/>
                    <a:pt x="172392" y="1688054"/>
                  </a:cubicBezTo>
                  <a:cubicBezTo>
                    <a:pt x="257023" y="1655365"/>
                    <a:pt x="345695" y="1634298"/>
                    <a:pt x="435986" y="1625429"/>
                  </a:cubicBezTo>
                  <a:cubicBezTo>
                    <a:pt x="494116" y="1619730"/>
                    <a:pt x="553331" y="1619010"/>
                    <a:pt x="609413" y="1602692"/>
                  </a:cubicBezTo>
                  <a:cubicBezTo>
                    <a:pt x="644439" y="1592501"/>
                    <a:pt x="677654" y="1576368"/>
                    <a:pt x="713216" y="1568243"/>
                  </a:cubicBezTo>
                  <a:cubicBezTo>
                    <a:pt x="742055" y="1562583"/>
                    <a:pt x="771355" y="1559592"/>
                    <a:pt x="800744" y="1559308"/>
                  </a:cubicBezTo>
                  <a:cubicBezTo>
                    <a:pt x="865563" y="1556693"/>
                    <a:pt x="930841" y="1554101"/>
                    <a:pt x="995006" y="1563656"/>
                  </a:cubicBezTo>
                  <a:cubicBezTo>
                    <a:pt x="1000202" y="1564429"/>
                    <a:pt x="1006531" y="1564847"/>
                    <a:pt x="1009640" y="1560613"/>
                  </a:cubicBezTo>
                  <a:cubicBezTo>
                    <a:pt x="1011027" y="1558311"/>
                    <a:pt x="1011705" y="1555651"/>
                    <a:pt x="1011589" y="1552965"/>
                  </a:cubicBezTo>
                  <a:cubicBezTo>
                    <a:pt x="1012575" y="1528914"/>
                    <a:pt x="1006831" y="1505065"/>
                    <a:pt x="995002" y="1484101"/>
                  </a:cubicBezTo>
                  <a:cubicBezTo>
                    <a:pt x="986822" y="1469664"/>
                    <a:pt x="975457" y="1455542"/>
                    <a:pt x="975772" y="1438952"/>
                  </a:cubicBezTo>
                  <a:cubicBezTo>
                    <a:pt x="976364" y="1431215"/>
                    <a:pt x="978264" y="1423635"/>
                    <a:pt x="981391" y="1416534"/>
                  </a:cubicBezTo>
                  <a:lnTo>
                    <a:pt x="1009822" y="1340712"/>
                  </a:lnTo>
                  <a:cubicBezTo>
                    <a:pt x="1033822" y="1276704"/>
                    <a:pt x="1022401" y="1202355"/>
                    <a:pt x="1034865" y="1135142"/>
                  </a:cubicBezTo>
                  <a:cubicBezTo>
                    <a:pt x="1044607" y="1082605"/>
                    <a:pt x="1050849" y="1029479"/>
                    <a:pt x="1053551" y="976114"/>
                  </a:cubicBezTo>
                  <a:cubicBezTo>
                    <a:pt x="1055859" y="930503"/>
                    <a:pt x="1054425" y="881109"/>
                    <a:pt x="1026902" y="844663"/>
                  </a:cubicBezTo>
                  <a:cubicBezTo>
                    <a:pt x="1018855" y="835878"/>
                    <a:pt x="1011875" y="826171"/>
                    <a:pt x="1006107" y="815745"/>
                  </a:cubicBezTo>
                  <a:cubicBezTo>
                    <a:pt x="1002156" y="804666"/>
                    <a:pt x="1000472" y="792906"/>
                    <a:pt x="1001155" y="781163"/>
                  </a:cubicBezTo>
                  <a:cubicBezTo>
                    <a:pt x="1000542" y="689891"/>
                    <a:pt x="1003046" y="598668"/>
                    <a:pt x="1008667" y="507496"/>
                  </a:cubicBezTo>
                  <a:cubicBezTo>
                    <a:pt x="984667" y="464392"/>
                    <a:pt x="959644" y="420309"/>
                    <a:pt x="935645" y="377204"/>
                  </a:cubicBezTo>
                  <a:cubicBezTo>
                    <a:pt x="907713" y="327040"/>
                    <a:pt x="879393" y="275842"/>
                    <a:pt x="868116" y="219544"/>
                  </a:cubicBezTo>
                  <a:cubicBezTo>
                    <a:pt x="860651" y="182279"/>
                    <a:pt x="860910" y="143905"/>
                    <a:pt x="855570" y="106277"/>
                  </a:cubicBezTo>
                  <a:cubicBezTo>
                    <a:pt x="855009" y="96720"/>
                    <a:pt x="851686" y="87532"/>
                    <a:pt x="846005" y="79826"/>
                  </a:cubicBezTo>
                  <a:cubicBezTo>
                    <a:pt x="836840" y="69444"/>
                    <a:pt x="821342" y="67958"/>
                    <a:pt x="807500" y="68390"/>
                  </a:cubicBezTo>
                  <a:cubicBezTo>
                    <a:pt x="790404" y="68932"/>
                    <a:pt x="773487" y="72044"/>
                    <a:pt x="757318" y="77622"/>
                  </a:cubicBezTo>
                  <a:close/>
                </a:path>
              </a:pathLst>
            </a:custGeom>
            <a:solidFill>
              <a:srgbClr val="3F3D56"/>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25" name="任意多边形: 形状 24">
              <a:extLst>
                <a:ext uri="{FF2B5EF4-FFF2-40B4-BE49-F238E27FC236}">
                  <a16:creationId xmlns:a16="http://schemas.microsoft.com/office/drawing/2014/main" id="{D289B5C6-260D-42AE-96CC-3F20728B5DEC}"/>
                </a:ext>
              </a:extLst>
            </p:cNvPr>
            <p:cNvSpPr/>
            <p:nvPr/>
          </p:nvSpPr>
          <p:spPr>
            <a:xfrm>
              <a:off x="4141347" y="1338559"/>
              <a:ext cx="173124" cy="82633"/>
            </a:xfrm>
            <a:custGeom>
              <a:avLst/>
              <a:gdLst>
                <a:gd name="connsiteX0" fmla="*/ 173080 w 173124"/>
                <a:gd name="connsiteY0" fmla="*/ 58544 h 82633"/>
                <a:gd name="connsiteX1" fmla="*/ 114512 w 173124"/>
                <a:gd name="connsiteY1" fmla="*/ 82364 h 82633"/>
                <a:gd name="connsiteX2" fmla="*/ 10050 w 173124"/>
                <a:gd name="connsiteY2" fmla="*/ 43975 h 82633"/>
                <a:gd name="connsiteX3" fmla="*/ 70 w 173124"/>
                <a:gd name="connsiteY3" fmla="*/ 3982 h 82633"/>
                <a:gd name="connsiteX4" fmla="*/ 11725 w 173124"/>
                <a:gd name="connsiteY4" fmla="*/ 1724 h 82633"/>
                <a:gd name="connsiteX5" fmla="*/ 102491 w 173124"/>
                <a:gd name="connsiteY5" fmla="*/ 5366 h 82633"/>
                <a:gd name="connsiteX6" fmla="*/ 172934 w 173124"/>
                <a:gd name="connsiteY6" fmla="*/ 58252 h 82633"/>
                <a:gd name="connsiteX7" fmla="*/ 173080 w 173124"/>
                <a:gd name="connsiteY7" fmla="*/ 58544 h 82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124" h="82633">
                  <a:moveTo>
                    <a:pt x="173080" y="58544"/>
                  </a:moveTo>
                  <a:cubicBezTo>
                    <a:pt x="156086" y="71660"/>
                    <a:pt x="135837" y="79896"/>
                    <a:pt x="114512" y="82364"/>
                  </a:cubicBezTo>
                  <a:cubicBezTo>
                    <a:pt x="86611" y="84259"/>
                    <a:pt x="27386" y="67868"/>
                    <a:pt x="10050" y="43975"/>
                  </a:cubicBezTo>
                  <a:cubicBezTo>
                    <a:pt x="2741" y="31966"/>
                    <a:pt x="-740" y="18017"/>
                    <a:pt x="70" y="3982"/>
                  </a:cubicBezTo>
                  <a:cubicBezTo>
                    <a:pt x="3848" y="2756"/>
                    <a:pt x="7763" y="1998"/>
                    <a:pt x="11725" y="1724"/>
                  </a:cubicBezTo>
                  <a:cubicBezTo>
                    <a:pt x="41992" y="-1631"/>
                    <a:pt x="72591" y="-403"/>
                    <a:pt x="102491" y="5366"/>
                  </a:cubicBezTo>
                  <a:cubicBezTo>
                    <a:pt x="131994" y="12578"/>
                    <a:pt x="160478" y="30498"/>
                    <a:pt x="172934" y="58252"/>
                  </a:cubicBezTo>
                  <a:cubicBezTo>
                    <a:pt x="173007" y="58325"/>
                    <a:pt x="173007" y="58471"/>
                    <a:pt x="173080" y="58544"/>
                  </a:cubicBezTo>
                  <a:close/>
                </a:path>
              </a:pathLst>
            </a:custGeom>
            <a:solidFill>
              <a:srgbClr val="000000">
                <a:alpha val="10000"/>
              </a:srgbClr>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26" name="任意多边形: 形状 25">
              <a:extLst>
                <a:ext uri="{FF2B5EF4-FFF2-40B4-BE49-F238E27FC236}">
                  <a16:creationId xmlns:a16="http://schemas.microsoft.com/office/drawing/2014/main" id="{42A1EB1B-8027-4951-97CC-EA1659CB6D95}"/>
                </a:ext>
              </a:extLst>
            </p:cNvPr>
            <p:cNvSpPr/>
            <p:nvPr/>
          </p:nvSpPr>
          <p:spPr>
            <a:xfrm>
              <a:off x="3344611" y="1345824"/>
              <a:ext cx="965073" cy="703983"/>
            </a:xfrm>
            <a:custGeom>
              <a:avLst/>
              <a:gdLst>
                <a:gd name="connsiteX0" fmla="*/ 69846 w 965073"/>
                <a:gd name="connsiteY0" fmla="*/ 636299 h 703983"/>
                <a:gd name="connsiteX1" fmla="*/ 126827 w 965073"/>
                <a:gd name="connsiteY1" fmla="*/ 690058 h 703983"/>
                <a:gd name="connsiteX2" fmla="*/ 215622 w 965073"/>
                <a:gd name="connsiteY2" fmla="*/ 703680 h 703983"/>
                <a:gd name="connsiteX3" fmla="*/ 586674 w 965073"/>
                <a:gd name="connsiteY3" fmla="*/ 662920 h 703983"/>
                <a:gd name="connsiteX4" fmla="*/ 627540 w 965073"/>
                <a:gd name="connsiteY4" fmla="*/ 651966 h 703983"/>
                <a:gd name="connsiteX5" fmla="*/ 668842 w 965073"/>
                <a:gd name="connsiteY5" fmla="*/ 626206 h 703983"/>
                <a:gd name="connsiteX6" fmla="*/ 780505 w 965073"/>
                <a:gd name="connsiteY6" fmla="*/ 528808 h 703983"/>
                <a:gd name="connsiteX7" fmla="*/ 846698 w 965073"/>
                <a:gd name="connsiteY7" fmla="*/ 366471 h 703983"/>
                <a:gd name="connsiteX8" fmla="*/ 905835 w 965073"/>
                <a:gd name="connsiteY8" fmla="*/ 264731 h 703983"/>
                <a:gd name="connsiteX9" fmla="*/ 919315 w 965073"/>
                <a:gd name="connsiteY9" fmla="*/ 215319 h 703983"/>
                <a:gd name="connsiteX10" fmla="*/ 911710 w 965073"/>
                <a:gd name="connsiteY10" fmla="*/ 162260 h 703983"/>
                <a:gd name="connsiteX11" fmla="*/ 954633 w 965073"/>
                <a:gd name="connsiteY11" fmla="*/ 85046 h 703983"/>
                <a:gd name="connsiteX12" fmla="*/ 964842 w 965073"/>
                <a:gd name="connsiteY12" fmla="*/ 71479 h 703983"/>
                <a:gd name="connsiteX13" fmla="*/ 962411 w 965073"/>
                <a:gd name="connsiteY13" fmla="*/ 58255 h 703983"/>
                <a:gd name="connsiteX14" fmla="*/ 891942 w 965073"/>
                <a:gd name="connsiteY14" fmla="*/ 5350 h 703983"/>
                <a:gd name="connsiteX15" fmla="*/ 801146 w 965073"/>
                <a:gd name="connsiteY15" fmla="*/ 1745 h 703983"/>
                <a:gd name="connsiteX16" fmla="*/ 771406 w 965073"/>
                <a:gd name="connsiteY16" fmla="*/ 9644 h 703983"/>
                <a:gd name="connsiteX17" fmla="*/ 750252 w 965073"/>
                <a:gd name="connsiteY17" fmla="*/ 65347 h 703983"/>
                <a:gd name="connsiteX18" fmla="*/ 736430 w 965073"/>
                <a:gd name="connsiteY18" fmla="*/ 90757 h 703983"/>
                <a:gd name="connsiteX19" fmla="*/ 721412 w 965073"/>
                <a:gd name="connsiteY19" fmla="*/ 102500 h 703983"/>
                <a:gd name="connsiteX20" fmla="*/ 691646 w 965073"/>
                <a:gd name="connsiteY20" fmla="*/ 177573 h 703983"/>
                <a:gd name="connsiteX21" fmla="*/ 643943 w 965073"/>
                <a:gd name="connsiteY21" fmla="*/ 277160 h 703983"/>
                <a:gd name="connsiteX22" fmla="*/ 574192 w 965073"/>
                <a:gd name="connsiteY22" fmla="*/ 338566 h 703983"/>
                <a:gd name="connsiteX23" fmla="*/ 565082 w 965073"/>
                <a:gd name="connsiteY23" fmla="*/ 357678 h 703983"/>
                <a:gd name="connsiteX24" fmla="*/ 540727 w 965073"/>
                <a:gd name="connsiteY24" fmla="*/ 365162 h 703983"/>
                <a:gd name="connsiteX25" fmla="*/ 474259 w 965073"/>
                <a:gd name="connsiteY25" fmla="*/ 375254 h 703983"/>
                <a:gd name="connsiteX26" fmla="*/ 395312 w 965073"/>
                <a:gd name="connsiteY26" fmla="*/ 364220 h 703983"/>
                <a:gd name="connsiteX27" fmla="*/ 378466 w 965073"/>
                <a:gd name="connsiteY27" fmla="*/ 365714 h 703983"/>
                <a:gd name="connsiteX28" fmla="*/ 364650 w 965073"/>
                <a:gd name="connsiteY28" fmla="*/ 360899 h 703983"/>
                <a:gd name="connsiteX29" fmla="*/ 333314 w 965073"/>
                <a:gd name="connsiteY29" fmla="*/ 348571 h 703983"/>
                <a:gd name="connsiteX30" fmla="*/ 303585 w 965073"/>
                <a:gd name="connsiteY30" fmla="*/ 360054 h 703983"/>
                <a:gd name="connsiteX31" fmla="*/ 284567 w 965073"/>
                <a:gd name="connsiteY31" fmla="*/ 332197 h 703983"/>
                <a:gd name="connsiteX32" fmla="*/ 255727 w 965073"/>
                <a:gd name="connsiteY32" fmla="*/ 318435 h 703983"/>
                <a:gd name="connsiteX33" fmla="*/ 246199 w 965073"/>
                <a:gd name="connsiteY33" fmla="*/ 296916 h 703983"/>
                <a:gd name="connsiteX34" fmla="*/ 217426 w 965073"/>
                <a:gd name="connsiteY34" fmla="*/ 297958 h 703983"/>
                <a:gd name="connsiteX35" fmla="*/ 148910 w 965073"/>
                <a:gd name="connsiteY35" fmla="*/ 269165 h 703983"/>
                <a:gd name="connsiteX36" fmla="*/ 85350 w 965073"/>
                <a:gd name="connsiteY36" fmla="*/ 250274 h 703983"/>
                <a:gd name="connsiteX37" fmla="*/ 73587 w 965073"/>
                <a:gd name="connsiteY37" fmla="*/ 229286 h 703983"/>
                <a:gd name="connsiteX38" fmla="*/ 58495 w 965073"/>
                <a:gd name="connsiteY38" fmla="*/ 227537 h 703983"/>
                <a:gd name="connsiteX39" fmla="*/ 12854 w 965073"/>
                <a:gd name="connsiteY39" fmla="*/ 241389 h 703983"/>
                <a:gd name="connsiteX40" fmla="*/ 19568 w 965073"/>
                <a:gd name="connsiteY40" fmla="*/ 521032 h 703983"/>
                <a:gd name="connsiteX41" fmla="*/ 69846 w 965073"/>
                <a:gd name="connsiteY41" fmla="*/ 636299 h 703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965073" h="703983">
                  <a:moveTo>
                    <a:pt x="69846" y="636299"/>
                  </a:moveTo>
                  <a:cubicBezTo>
                    <a:pt x="86311" y="656826"/>
                    <a:pt x="103471" y="677935"/>
                    <a:pt x="126827" y="690058"/>
                  </a:cubicBezTo>
                  <a:cubicBezTo>
                    <a:pt x="153699" y="704006"/>
                    <a:pt x="185352" y="704324"/>
                    <a:pt x="215622" y="703680"/>
                  </a:cubicBezTo>
                  <a:cubicBezTo>
                    <a:pt x="340263" y="701021"/>
                    <a:pt x="464427" y="687381"/>
                    <a:pt x="586674" y="662920"/>
                  </a:cubicBezTo>
                  <a:cubicBezTo>
                    <a:pt x="600602" y="660522"/>
                    <a:pt x="614280" y="656856"/>
                    <a:pt x="627540" y="651966"/>
                  </a:cubicBezTo>
                  <a:cubicBezTo>
                    <a:pt x="642237" y="644969"/>
                    <a:pt x="656093" y="636327"/>
                    <a:pt x="668842" y="626206"/>
                  </a:cubicBezTo>
                  <a:cubicBezTo>
                    <a:pt x="709086" y="597273"/>
                    <a:pt x="749903" y="567799"/>
                    <a:pt x="780505" y="528808"/>
                  </a:cubicBezTo>
                  <a:cubicBezTo>
                    <a:pt x="816913" y="481717"/>
                    <a:pt x="839797" y="425593"/>
                    <a:pt x="846698" y="366471"/>
                  </a:cubicBezTo>
                  <a:cubicBezTo>
                    <a:pt x="875806" y="339652"/>
                    <a:pt x="891263" y="301531"/>
                    <a:pt x="905835" y="264731"/>
                  </a:cubicBezTo>
                  <a:cubicBezTo>
                    <a:pt x="913031" y="249120"/>
                    <a:pt x="917586" y="232422"/>
                    <a:pt x="919315" y="215319"/>
                  </a:cubicBezTo>
                  <a:cubicBezTo>
                    <a:pt x="920098" y="197822"/>
                    <a:pt x="908503" y="179479"/>
                    <a:pt x="911710" y="162260"/>
                  </a:cubicBezTo>
                  <a:cubicBezTo>
                    <a:pt x="917325" y="132569"/>
                    <a:pt x="932380" y="105487"/>
                    <a:pt x="954633" y="85046"/>
                  </a:cubicBezTo>
                  <a:cubicBezTo>
                    <a:pt x="959351" y="81681"/>
                    <a:pt x="962917" y="76944"/>
                    <a:pt x="964842" y="71479"/>
                  </a:cubicBezTo>
                  <a:cubicBezTo>
                    <a:pt x="965441" y="66925"/>
                    <a:pt x="964590" y="62298"/>
                    <a:pt x="962411" y="58255"/>
                  </a:cubicBezTo>
                  <a:cubicBezTo>
                    <a:pt x="949955" y="30510"/>
                    <a:pt x="921473" y="12621"/>
                    <a:pt x="891942" y="5350"/>
                  </a:cubicBezTo>
                  <a:cubicBezTo>
                    <a:pt x="862031" y="-418"/>
                    <a:pt x="831420" y="-1633"/>
                    <a:pt x="801146" y="1745"/>
                  </a:cubicBezTo>
                  <a:cubicBezTo>
                    <a:pt x="791054" y="3655"/>
                    <a:pt x="781116" y="6295"/>
                    <a:pt x="771406" y="9644"/>
                  </a:cubicBezTo>
                  <a:lnTo>
                    <a:pt x="750252" y="65347"/>
                  </a:lnTo>
                  <a:cubicBezTo>
                    <a:pt x="747410" y="74664"/>
                    <a:pt x="742708" y="83308"/>
                    <a:pt x="736430" y="90757"/>
                  </a:cubicBezTo>
                  <a:cubicBezTo>
                    <a:pt x="731719" y="95034"/>
                    <a:pt x="726700" y="98959"/>
                    <a:pt x="721412" y="102500"/>
                  </a:cubicBezTo>
                  <a:cubicBezTo>
                    <a:pt x="699612" y="121010"/>
                    <a:pt x="688453" y="149154"/>
                    <a:pt x="691646" y="177573"/>
                  </a:cubicBezTo>
                  <a:cubicBezTo>
                    <a:pt x="651958" y="192980"/>
                    <a:pt x="631074" y="236577"/>
                    <a:pt x="643943" y="277160"/>
                  </a:cubicBezTo>
                  <a:cubicBezTo>
                    <a:pt x="611591" y="284096"/>
                    <a:pt x="585173" y="307354"/>
                    <a:pt x="574192" y="338566"/>
                  </a:cubicBezTo>
                  <a:cubicBezTo>
                    <a:pt x="572686" y="345559"/>
                    <a:pt x="569566" y="352104"/>
                    <a:pt x="565082" y="357678"/>
                  </a:cubicBezTo>
                  <a:cubicBezTo>
                    <a:pt x="558102" y="362970"/>
                    <a:pt x="549474" y="365621"/>
                    <a:pt x="540727" y="365162"/>
                  </a:cubicBezTo>
                  <a:cubicBezTo>
                    <a:pt x="516823" y="366641"/>
                    <a:pt x="495922" y="385466"/>
                    <a:pt x="474259" y="375254"/>
                  </a:cubicBezTo>
                  <a:cubicBezTo>
                    <a:pt x="449651" y="363721"/>
                    <a:pt x="422139" y="359876"/>
                    <a:pt x="395312" y="364220"/>
                  </a:cubicBezTo>
                  <a:cubicBezTo>
                    <a:pt x="389796" y="365518"/>
                    <a:pt x="384123" y="366021"/>
                    <a:pt x="378466" y="365714"/>
                  </a:cubicBezTo>
                  <a:cubicBezTo>
                    <a:pt x="373626" y="364883"/>
                    <a:pt x="368958" y="363256"/>
                    <a:pt x="364650" y="360899"/>
                  </a:cubicBezTo>
                  <a:cubicBezTo>
                    <a:pt x="354895" y="355214"/>
                    <a:pt x="344327" y="351056"/>
                    <a:pt x="333314" y="348571"/>
                  </a:cubicBezTo>
                  <a:cubicBezTo>
                    <a:pt x="322007" y="346213"/>
                    <a:pt x="310370" y="350708"/>
                    <a:pt x="303585" y="360054"/>
                  </a:cubicBezTo>
                  <a:cubicBezTo>
                    <a:pt x="295999" y="351736"/>
                    <a:pt x="291479" y="341083"/>
                    <a:pt x="284567" y="332197"/>
                  </a:cubicBezTo>
                  <a:cubicBezTo>
                    <a:pt x="278319" y="322537"/>
                    <a:pt x="267167" y="317215"/>
                    <a:pt x="255727" y="318435"/>
                  </a:cubicBezTo>
                  <a:cubicBezTo>
                    <a:pt x="262928" y="312019"/>
                    <a:pt x="255557" y="299250"/>
                    <a:pt x="246199" y="296916"/>
                  </a:cubicBezTo>
                  <a:cubicBezTo>
                    <a:pt x="236600" y="296127"/>
                    <a:pt x="226942" y="296477"/>
                    <a:pt x="217426" y="297958"/>
                  </a:cubicBezTo>
                  <a:cubicBezTo>
                    <a:pt x="192408" y="297827"/>
                    <a:pt x="173212" y="275111"/>
                    <a:pt x="148910" y="269165"/>
                  </a:cubicBezTo>
                  <a:cubicBezTo>
                    <a:pt x="126573" y="263699"/>
                    <a:pt x="96801" y="270217"/>
                    <a:pt x="85350" y="250274"/>
                  </a:cubicBezTo>
                  <a:cubicBezTo>
                    <a:pt x="81291" y="243204"/>
                    <a:pt x="80497" y="233615"/>
                    <a:pt x="73587" y="229286"/>
                  </a:cubicBezTo>
                  <a:cubicBezTo>
                    <a:pt x="68907" y="226987"/>
                    <a:pt x="63577" y="226369"/>
                    <a:pt x="58495" y="227537"/>
                  </a:cubicBezTo>
                  <a:cubicBezTo>
                    <a:pt x="42631" y="229648"/>
                    <a:pt x="27216" y="234327"/>
                    <a:pt x="12854" y="241389"/>
                  </a:cubicBezTo>
                  <a:cubicBezTo>
                    <a:pt x="-10569" y="333011"/>
                    <a:pt x="1720" y="428162"/>
                    <a:pt x="19568" y="521032"/>
                  </a:cubicBezTo>
                  <a:cubicBezTo>
                    <a:pt x="26089" y="563152"/>
                    <a:pt x="43411" y="602865"/>
                    <a:pt x="69846" y="636299"/>
                  </a:cubicBezTo>
                  <a:close/>
                </a:path>
              </a:pathLst>
            </a:custGeom>
            <a:solidFill>
              <a:srgbClr val="3F3D56"/>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27" name="任意多边形: 形状 26">
              <a:extLst>
                <a:ext uri="{FF2B5EF4-FFF2-40B4-BE49-F238E27FC236}">
                  <a16:creationId xmlns:a16="http://schemas.microsoft.com/office/drawing/2014/main" id="{20A259C1-D568-4DDA-9A19-A0C68AC3561A}"/>
                </a:ext>
              </a:extLst>
            </p:cNvPr>
            <p:cNvSpPr/>
            <p:nvPr/>
          </p:nvSpPr>
          <p:spPr>
            <a:xfrm>
              <a:off x="3297316" y="2279710"/>
              <a:ext cx="143431" cy="265743"/>
            </a:xfrm>
            <a:custGeom>
              <a:avLst/>
              <a:gdLst>
                <a:gd name="connsiteX0" fmla="*/ 116437 w 143431"/>
                <a:gd name="connsiteY0" fmla="*/ 30743 h 265743"/>
                <a:gd name="connsiteX1" fmla="*/ -45 w 143431"/>
                <a:gd name="connsiteY1" fmla="*/ 265623 h 265743"/>
                <a:gd name="connsiteX2" fmla="*/ 60036 w 143431"/>
                <a:gd name="connsiteY2" fmla="*/ 221538 h 265743"/>
                <a:gd name="connsiteX3" fmla="*/ 117520 w 143431"/>
                <a:gd name="connsiteY3" fmla="*/ 144315 h 265743"/>
                <a:gd name="connsiteX4" fmla="*/ 139516 w 143431"/>
                <a:gd name="connsiteY4" fmla="*/ 49171 h 265743"/>
                <a:gd name="connsiteX5" fmla="*/ 139630 w 143431"/>
                <a:gd name="connsiteY5" fmla="*/ -120 h 265743"/>
                <a:gd name="connsiteX6" fmla="*/ 116437 w 143431"/>
                <a:gd name="connsiteY6" fmla="*/ 30743 h 265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3431" h="265743">
                  <a:moveTo>
                    <a:pt x="116437" y="30743"/>
                  </a:moveTo>
                  <a:lnTo>
                    <a:pt x="-45" y="265623"/>
                  </a:lnTo>
                  <a:cubicBezTo>
                    <a:pt x="12544" y="243859"/>
                    <a:pt x="39095" y="235455"/>
                    <a:pt x="60036" y="221538"/>
                  </a:cubicBezTo>
                  <a:cubicBezTo>
                    <a:pt x="86706" y="202345"/>
                    <a:pt x="106785" y="175371"/>
                    <a:pt x="117520" y="144315"/>
                  </a:cubicBezTo>
                  <a:cubicBezTo>
                    <a:pt x="128105" y="113442"/>
                    <a:pt x="135476" y="81558"/>
                    <a:pt x="139516" y="49171"/>
                  </a:cubicBezTo>
                  <a:cubicBezTo>
                    <a:pt x="141897" y="34264"/>
                    <a:pt x="146825" y="13378"/>
                    <a:pt x="139630" y="-120"/>
                  </a:cubicBezTo>
                  <a:cubicBezTo>
                    <a:pt x="126240" y="2634"/>
                    <a:pt x="121910" y="19708"/>
                    <a:pt x="116437" y="30743"/>
                  </a:cubicBezTo>
                  <a:close/>
                </a:path>
              </a:pathLst>
            </a:custGeom>
            <a:solidFill>
              <a:srgbClr val="000000">
                <a:alpha val="10000"/>
              </a:srgbClr>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28" name="任意多边形: 形状 27">
              <a:extLst>
                <a:ext uri="{FF2B5EF4-FFF2-40B4-BE49-F238E27FC236}">
                  <a16:creationId xmlns:a16="http://schemas.microsoft.com/office/drawing/2014/main" id="{5C6203A9-772B-4731-AAEB-CD6C9C837188}"/>
                </a:ext>
              </a:extLst>
            </p:cNvPr>
            <p:cNvSpPr/>
            <p:nvPr/>
          </p:nvSpPr>
          <p:spPr>
            <a:xfrm>
              <a:off x="2795254" y="2464108"/>
              <a:ext cx="331780" cy="376626"/>
            </a:xfrm>
            <a:custGeom>
              <a:avLst/>
              <a:gdLst>
                <a:gd name="connsiteX0" fmla="*/ 283330 w 331780"/>
                <a:gd name="connsiteY0" fmla="*/ 45739 h 376626"/>
                <a:gd name="connsiteX1" fmla="*/ 195944 w 331780"/>
                <a:gd name="connsiteY1" fmla="*/ 113931 h 376626"/>
                <a:gd name="connsiteX2" fmla="*/ 33208 w 331780"/>
                <a:gd name="connsiteY2" fmla="*/ 314007 h 376626"/>
                <a:gd name="connsiteX3" fmla="*/ -45 w 331780"/>
                <a:gd name="connsiteY3" fmla="*/ 374593 h 376626"/>
                <a:gd name="connsiteX4" fmla="*/ 19143 w 331780"/>
                <a:gd name="connsiteY4" fmla="*/ 369628 h 376626"/>
                <a:gd name="connsiteX5" fmla="*/ 110616 w 331780"/>
                <a:gd name="connsiteY5" fmla="*/ 289238 h 376626"/>
                <a:gd name="connsiteX6" fmla="*/ 141123 w 331780"/>
                <a:gd name="connsiteY6" fmla="*/ 258364 h 376626"/>
                <a:gd name="connsiteX7" fmla="*/ 178461 w 331780"/>
                <a:gd name="connsiteY7" fmla="*/ 187884 h 376626"/>
                <a:gd name="connsiteX8" fmla="*/ 234049 w 331780"/>
                <a:gd name="connsiteY8" fmla="*/ 131233 h 376626"/>
                <a:gd name="connsiteX9" fmla="*/ 328064 w 331780"/>
                <a:gd name="connsiteY9" fmla="*/ -120 h 376626"/>
                <a:gd name="connsiteX10" fmla="*/ 283330 w 331780"/>
                <a:gd name="connsiteY10" fmla="*/ 45739 h 376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31780" h="376626">
                  <a:moveTo>
                    <a:pt x="283330" y="45739"/>
                  </a:moveTo>
                  <a:cubicBezTo>
                    <a:pt x="257049" y="71756"/>
                    <a:pt x="224865" y="90883"/>
                    <a:pt x="195944" y="113931"/>
                  </a:cubicBezTo>
                  <a:cubicBezTo>
                    <a:pt x="128403" y="167757"/>
                    <a:pt x="80209" y="241550"/>
                    <a:pt x="33208" y="314007"/>
                  </a:cubicBezTo>
                  <a:cubicBezTo>
                    <a:pt x="19932" y="332919"/>
                    <a:pt x="8780" y="353238"/>
                    <a:pt x="-45" y="374593"/>
                  </a:cubicBezTo>
                  <a:cubicBezTo>
                    <a:pt x="5456" y="379306"/>
                    <a:pt x="13703" y="374410"/>
                    <a:pt x="19143" y="369628"/>
                  </a:cubicBezTo>
                  <a:lnTo>
                    <a:pt x="110616" y="289238"/>
                  </a:lnTo>
                  <a:cubicBezTo>
                    <a:pt x="121843" y="280049"/>
                    <a:pt x="132069" y="269700"/>
                    <a:pt x="141123" y="258364"/>
                  </a:cubicBezTo>
                  <a:cubicBezTo>
                    <a:pt x="156995" y="236983"/>
                    <a:pt x="164037" y="210267"/>
                    <a:pt x="178461" y="187884"/>
                  </a:cubicBezTo>
                  <a:cubicBezTo>
                    <a:pt x="194167" y="166423"/>
                    <a:pt x="212889" y="147343"/>
                    <a:pt x="234049" y="131233"/>
                  </a:cubicBezTo>
                  <a:cubicBezTo>
                    <a:pt x="255037" y="113224"/>
                    <a:pt x="351609" y="31576"/>
                    <a:pt x="328064" y="-120"/>
                  </a:cubicBezTo>
                  <a:cubicBezTo>
                    <a:pt x="311090" y="8432"/>
                    <a:pt x="297217" y="31992"/>
                    <a:pt x="283330" y="45739"/>
                  </a:cubicBezTo>
                  <a:close/>
                </a:path>
              </a:pathLst>
            </a:custGeom>
            <a:solidFill>
              <a:srgbClr val="000000">
                <a:alpha val="10000"/>
              </a:srgbClr>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29" name="任意多边形: 形状 28">
              <a:extLst>
                <a:ext uri="{FF2B5EF4-FFF2-40B4-BE49-F238E27FC236}">
                  <a16:creationId xmlns:a16="http://schemas.microsoft.com/office/drawing/2014/main" id="{35A95108-AD1C-4A3E-A28C-A2987BA29E08}"/>
                </a:ext>
              </a:extLst>
            </p:cNvPr>
            <p:cNvSpPr/>
            <p:nvPr/>
          </p:nvSpPr>
          <p:spPr>
            <a:xfrm>
              <a:off x="2502883" y="1437489"/>
              <a:ext cx="827987" cy="593550"/>
            </a:xfrm>
            <a:custGeom>
              <a:avLst/>
              <a:gdLst>
                <a:gd name="connsiteX0" fmla="*/ 775558 w 827987"/>
                <a:gd name="connsiteY0" fmla="*/ 54245 h 593550"/>
                <a:gd name="connsiteX1" fmla="*/ 678746 w 827987"/>
                <a:gd name="connsiteY1" fmla="*/ 22378 h 593550"/>
                <a:gd name="connsiteX2" fmla="*/ 617146 w 827987"/>
                <a:gd name="connsiteY2" fmla="*/ 17948 h 593550"/>
                <a:gd name="connsiteX3" fmla="*/ 560666 w 827987"/>
                <a:gd name="connsiteY3" fmla="*/ 28744 h 593550"/>
                <a:gd name="connsiteX4" fmla="*/ 482009 w 827987"/>
                <a:gd name="connsiteY4" fmla="*/ 12224 h 593550"/>
                <a:gd name="connsiteX5" fmla="*/ 404147 w 827987"/>
                <a:gd name="connsiteY5" fmla="*/ 18116 h 593550"/>
                <a:gd name="connsiteX6" fmla="*/ 387199 w 827987"/>
                <a:gd name="connsiteY6" fmla="*/ 27118 h 593550"/>
                <a:gd name="connsiteX7" fmla="*/ 369681 w 827987"/>
                <a:gd name="connsiteY7" fmla="*/ 18526 h 593550"/>
                <a:gd name="connsiteX8" fmla="*/ 245299 w 827987"/>
                <a:gd name="connsiteY8" fmla="*/ 25081 h 593550"/>
                <a:gd name="connsiteX9" fmla="*/ 143191 w 827987"/>
                <a:gd name="connsiteY9" fmla="*/ 197725 h 593550"/>
                <a:gd name="connsiteX10" fmla="*/ 97333 w 827987"/>
                <a:gd name="connsiteY10" fmla="*/ 228830 h 593550"/>
                <a:gd name="connsiteX11" fmla="*/ 89426 w 827987"/>
                <a:gd name="connsiteY11" fmla="*/ 243787 h 593550"/>
                <a:gd name="connsiteX12" fmla="*/ 75452 w 827987"/>
                <a:gd name="connsiteY12" fmla="*/ 253745 h 593550"/>
                <a:gd name="connsiteX13" fmla="*/ 27541 w 827987"/>
                <a:gd name="connsiteY13" fmla="*/ 281286 h 593550"/>
                <a:gd name="connsiteX14" fmla="*/ -34 w 827987"/>
                <a:gd name="connsiteY14" fmla="*/ 327509 h 593550"/>
                <a:gd name="connsiteX15" fmla="*/ 8434 w 827987"/>
                <a:gd name="connsiteY15" fmla="*/ 366383 h 593550"/>
                <a:gd name="connsiteX16" fmla="*/ 362899 w 827987"/>
                <a:gd name="connsiteY16" fmla="*/ 593045 h 593550"/>
                <a:gd name="connsiteX17" fmla="*/ 400031 w 827987"/>
                <a:gd name="connsiteY17" fmla="*/ 581456 h 593550"/>
                <a:gd name="connsiteX18" fmla="*/ 413046 w 827987"/>
                <a:gd name="connsiteY18" fmla="*/ 560020 h 593550"/>
                <a:gd name="connsiteX19" fmla="*/ 524281 w 827987"/>
                <a:gd name="connsiteY19" fmla="*/ 405958 h 593550"/>
                <a:gd name="connsiteX20" fmla="*/ 576390 w 827987"/>
                <a:gd name="connsiteY20" fmla="*/ 305207 h 593550"/>
                <a:gd name="connsiteX21" fmla="*/ 699275 w 827987"/>
                <a:gd name="connsiteY21" fmla="*/ 186177 h 593550"/>
                <a:gd name="connsiteX22" fmla="*/ 785966 w 827987"/>
                <a:gd name="connsiteY22" fmla="*/ 147391 h 593550"/>
                <a:gd name="connsiteX23" fmla="*/ 825165 w 827987"/>
                <a:gd name="connsiteY23" fmla="*/ 114834 h 593550"/>
                <a:gd name="connsiteX24" fmla="*/ 775558 w 827987"/>
                <a:gd name="connsiteY24" fmla="*/ 54245 h 593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827987" h="593550">
                  <a:moveTo>
                    <a:pt x="775558" y="54245"/>
                  </a:moveTo>
                  <a:cubicBezTo>
                    <a:pt x="746537" y="36180"/>
                    <a:pt x="712373" y="28520"/>
                    <a:pt x="678746" y="22378"/>
                  </a:cubicBezTo>
                  <a:cubicBezTo>
                    <a:pt x="658557" y="17783"/>
                    <a:pt x="637785" y="16290"/>
                    <a:pt x="617146" y="17948"/>
                  </a:cubicBezTo>
                  <a:cubicBezTo>
                    <a:pt x="598104" y="20324"/>
                    <a:pt x="579827" y="27677"/>
                    <a:pt x="560666" y="28744"/>
                  </a:cubicBezTo>
                  <a:cubicBezTo>
                    <a:pt x="533772" y="30243"/>
                    <a:pt x="507989" y="19334"/>
                    <a:pt x="482009" y="12224"/>
                  </a:cubicBezTo>
                  <a:cubicBezTo>
                    <a:pt x="456030" y="5114"/>
                    <a:pt x="426019" y="2397"/>
                    <a:pt x="404147" y="18116"/>
                  </a:cubicBezTo>
                  <a:cubicBezTo>
                    <a:pt x="399492" y="22699"/>
                    <a:pt x="393603" y="25827"/>
                    <a:pt x="387199" y="27118"/>
                  </a:cubicBezTo>
                  <a:cubicBezTo>
                    <a:pt x="380557" y="26312"/>
                    <a:pt x="374384" y="23284"/>
                    <a:pt x="369681" y="18526"/>
                  </a:cubicBezTo>
                  <a:cubicBezTo>
                    <a:pt x="331777" y="-8604"/>
                    <a:pt x="280141" y="-5882"/>
                    <a:pt x="245299" y="25081"/>
                  </a:cubicBezTo>
                  <a:cubicBezTo>
                    <a:pt x="195702" y="71586"/>
                    <a:pt x="201315" y="162453"/>
                    <a:pt x="143191" y="197725"/>
                  </a:cubicBezTo>
                  <a:cubicBezTo>
                    <a:pt x="127169" y="207447"/>
                    <a:pt x="106687" y="212591"/>
                    <a:pt x="97333" y="228830"/>
                  </a:cubicBezTo>
                  <a:cubicBezTo>
                    <a:pt x="95068" y="234004"/>
                    <a:pt x="92426" y="239003"/>
                    <a:pt x="89426" y="243787"/>
                  </a:cubicBezTo>
                  <a:cubicBezTo>
                    <a:pt x="85532" y="248066"/>
                    <a:pt x="80767" y="251461"/>
                    <a:pt x="75452" y="253745"/>
                  </a:cubicBezTo>
                  <a:cubicBezTo>
                    <a:pt x="58586" y="261272"/>
                    <a:pt x="42533" y="270500"/>
                    <a:pt x="27541" y="281286"/>
                  </a:cubicBezTo>
                  <a:cubicBezTo>
                    <a:pt x="12429" y="292288"/>
                    <a:pt x="2468" y="308985"/>
                    <a:pt x="-34" y="327509"/>
                  </a:cubicBezTo>
                  <a:cubicBezTo>
                    <a:pt x="-248" y="340947"/>
                    <a:pt x="2650" y="354252"/>
                    <a:pt x="8434" y="366383"/>
                  </a:cubicBezTo>
                  <a:cubicBezTo>
                    <a:pt x="66717" y="509337"/>
                    <a:pt x="208684" y="600116"/>
                    <a:pt x="362899" y="593045"/>
                  </a:cubicBezTo>
                  <a:cubicBezTo>
                    <a:pt x="376262" y="593733"/>
                    <a:pt x="389431" y="589623"/>
                    <a:pt x="400031" y="581456"/>
                  </a:cubicBezTo>
                  <a:cubicBezTo>
                    <a:pt x="405623" y="575152"/>
                    <a:pt x="410032" y="567890"/>
                    <a:pt x="413046" y="560020"/>
                  </a:cubicBezTo>
                  <a:cubicBezTo>
                    <a:pt x="440371" y="502726"/>
                    <a:pt x="491692" y="460431"/>
                    <a:pt x="524281" y="405958"/>
                  </a:cubicBezTo>
                  <a:cubicBezTo>
                    <a:pt x="543703" y="373493"/>
                    <a:pt x="556171" y="337182"/>
                    <a:pt x="576390" y="305207"/>
                  </a:cubicBezTo>
                  <a:cubicBezTo>
                    <a:pt x="607039" y="256734"/>
                    <a:pt x="653651" y="220926"/>
                    <a:pt x="699275" y="186177"/>
                  </a:cubicBezTo>
                  <a:cubicBezTo>
                    <a:pt x="725002" y="166582"/>
                    <a:pt x="753645" y="146018"/>
                    <a:pt x="785966" y="147391"/>
                  </a:cubicBezTo>
                  <a:cubicBezTo>
                    <a:pt x="814773" y="148618"/>
                    <a:pt x="835725" y="150164"/>
                    <a:pt x="825165" y="114834"/>
                  </a:cubicBezTo>
                  <a:cubicBezTo>
                    <a:pt x="816365" y="89379"/>
                    <a:pt x="798776" y="67896"/>
                    <a:pt x="775558" y="54245"/>
                  </a:cubicBezTo>
                  <a:close/>
                </a:path>
              </a:pathLst>
            </a:custGeom>
            <a:solidFill>
              <a:srgbClr val="3F3D56"/>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30" name="任意多边形: 形状 29">
              <a:extLst>
                <a:ext uri="{FF2B5EF4-FFF2-40B4-BE49-F238E27FC236}">
                  <a16:creationId xmlns:a16="http://schemas.microsoft.com/office/drawing/2014/main" id="{E15EF483-BB8F-4988-A107-3304B48123C2}"/>
                </a:ext>
              </a:extLst>
            </p:cNvPr>
            <p:cNvSpPr/>
            <p:nvPr/>
          </p:nvSpPr>
          <p:spPr>
            <a:xfrm>
              <a:off x="2502883" y="1437489"/>
              <a:ext cx="827987" cy="593550"/>
            </a:xfrm>
            <a:custGeom>
              <a:avLst/>
              <a:gdLst>
                <a:gd name="connsiteX0" fmla="*/ 775558 w 827987"/>
                <a:gd name="connsiteY0" fmla="*/ 54245 h 593550"/>
                <a:gd name="connsiteX1" fmla="*/ 678746 w 827987"/>
                <a:gd name="connsiteY1" fmla="*/ 22378 h 593550"/>
                <a:gd name="connsiteX2" fmla="*/ 617146 w 827987"/>
                <a:gd name="connsiteY2" fmla="*/ 17948 h 593550"/>
                <a:gd name="connsiteX3" fmla="*/ 560666 w 827987"/>
                <a:gd name="connsiteY3" fmla="*/ 28744 h 593550"/>
                <a:gd name="connsiteX4" fmla="*/ 482009 w 827987"/>
                <a:gd name="connsiteY4" fmla="*/ 12224 h 593550"/>
                <a:gd name="connsiteX5" fmla="*/ 404147 w 827987"/>
                <a:gd name="connsiteY5" fmla="*/ 18116 h 593550"/>
                <a:gd name="connsiteX6" fmla="*/ 387199 w 827987"/>
                <a:gd name="connsiteY6" fmla="*/ 27118 h 593550"/>
                <a:gd name="connsiteX7" fmla="*/ 369681 w 827987"/>
                <a:gd name="connsiteY7" fmla="*/ 18526 h 593550"/>
                <a:gd name="connsiteX8" fmla="*/ 245299 w 827987"/>
                <a:gd name="connsiteY8" fmla="*/ 25081 h 593550"/>
                <a:gd name="connsiteX9" fmla="*/ 143191 w 827987"/>
                <a:gd name="connsiteY9" fmla="*/ 197725 h 593550"/>
                <a:gd name="connsiteX10" fmla="*/ 97333 w 827987"/>
                <a:gd name="connsiteY10" fmla="*/ 228830 h 593550"/>
                <a:gd name="connsiteX11" fmla="*/ 89426 w 827987"/>
                <a:gd name="connsiteY11" fmla="*/ 243787 h 593550"/>
                <a:gd name="connsiteX12" fmla="*/ 75452 w 827987"/>
                <a:gd name="connsiteY12" fmla="*/ 253745 h 593550"/>
                <a:gd name="connsiteX13" fmla="*/ 27541 w 827987"/>
                <a:gd name="connsiteY13" fmla="*/ 281286 h 593550"/>
                <a:gd name="connsiteX14" fmla="*/ -34 w 827987"/>
                <a:gd name="connsiteY14" fmla="*/ 327509 h 593550"/>
                <a:gd name="connsiteX15" fmla="*/ 8434 w 827987"/>
                <a:gd name="connsiteY15" fmla="*/ 366383 h 593550"/>
                <a:gd name="connsiteX16" fmla="*/ 362899 w 827987"/>
                <a:gd name="connsiteY16" fmla="*/ 593045 h 593550"/>
                <a:gd name="connsiteX17" fmla="*/ 400031 w 827987"/>
                <a:gd name="connsiteY17" fmla="*/ 581456 h 593550"/>
                <a:gd name="connsiteX18" fmla="*/ 413046 w 827987"/>
                <a:gd name="connsiteY18" fmla="*/ 560020 h 593550"/>
                <a:gd name="connsiteX19" fmla="*/ 524281 w 827987"/>
                <a:gd name="connsiteY19" fmla="*/ 405958 h 593550"/>
                <a:gd name="connsiteX20" fmla="*/ 576390 w 827987"/>
                <a:gd name="connsiteY20" fmla="*/ 305207 h 593550"/>
                <a:gd name="connsiteX21" fmla="*/ 699275 w 827987"/>
                <a:gd name="connsiteY21" fmla="*/ 186177 h 593550"/>
                <a:gd name="connsiteX22" fmla="*/ 785966 w 827987"/>
                <a:gd name="connsiteY22" fmla="*/ 147391 h 593550"/>
                <a:gd name="connsiteX23" fmla="*/ 825165 w 827987"/>
                <a:gd name="connsiteY23" fmla="*/ 114834 h 593550"/>
                <a:gd name="connsiteX24" fmla="*/ 775558 w 827987"/>
                <a:gd name="connsiteY24" fmla="*/ 54245 h 593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827987" h="593550">
                  <a:moveTo>
                    <a:pt x="775558" y="54245"/>
                  </a:moveTo>
                  <a:cubicBezTo>
                    <a:pt x="746537" y="36180"/>
                    <a:pt x="712373" y="28520"/>
                    <a:pt x="678746" y="22378"/>
                  </a:cubicBezTo>
                  <a:cubicBezTo>
                    <a:pt x="658557" y="17783"/>
                    <a:pt x="637785" y="16290"/>
                    <a:pt x="617146" y="17948"/>
                  </a:cubicBezTo>
                  <a:cubicBezTo>
                    <a:pt x="598104" y="20324"/>
                    <a:pt x="579827" y="27677"/>
                    <a:pt x="560666" y="28744"/>
                  </a:cubicBezTo>
                  <a:cubicBezTo>
                    <a:pt x="533772" y="30243"/>
                    <a:pt x="507989" y="19334"/>
                    <a:pt x="482009" y="12224"/>
                  </a:cubicBezTo>
                  <a:cubicBezTo>
                    <a:pt x="456030" y="5114"/>
                    <a:pt x="426019" y="2397"/>
                    <a:pt x="404147" y="18116"/>
                  </a:cubicBezTo>
                  <a:cubicBezTo>
                    <a:pt x="399492" y="22699"/>
                    <a:pt x="393603" y="25827"/>
                    <a:pt x="387199" y="27118"/>
                  </a:cubicBezTo>
                  <a:cubicBezTo>
                    <a:pt x="380557" y="26312"/>
                    <a:pt x="374384" y="23284"/>
                    <a:pt x="369681" y="18526"/>
                  </a:cubicBezTo>
                  <a:cubicBezTo>
                    <a:pt x="331777" y="-8604"/>
                    <a:pt x="280141" y="-5882"/>
                    <a:pt x="245299" y="25081"/>
                  </a:cubicBezTo>
                  <a:cubicBezTo>
                    <a:pt x="195702" y="71586"/>
                    <a:pt x="201315" y="162453"/>
                    <a:pt x="143191" y="197725"/>
                  </a:cubicBezTo>
                  <a:cubicBezTo>
                    <a:pt x="127169" y="207447"/>
                    <a:pt x="106687" y="212591"/>
                    <a:pt x="97333" y="228830"/>
                  </a:cubicBezTo>
                  <a:cubicBezTo>
                    <a:pt x="95068" y="234004"/>
                    <a:pt x="92426" y="239003"/>
                    <a:pt x="89426" y="243787"/>
                  </a:cubicBezTo>
                  <a:cubicBezTo>
                    <a:pt x="85532" y="248066"/>
                    <a:pt x="80767" y="251461"/>
                    <a:pt x="75452" y="253745"/>
                  </a:cubicBezTo>
                  <a:cubicBezTo>
                    <a:pt x="58586" y="261272"/>
                    <a:pt x="42533" y="270500"/>
                    <a:pt x="27541" y="281286"/>
                  </a:cubicBezTo>
                  <a:cubicBezTo>
                    <a:pt x="12429" y="292288"/>
                    <a:pt x="2468" y="308985"/>
                    <a:pt x="-34" y="327509"/>
                  </a:cubicBezTo>
                  <a:cubicBezTo>
                    <a:pt x="-248" y="340947"/>
                    <a:pt x="2650" y="354252"/>
                    <a:pt x="8434" y="366383"/>
                  </a:cubicBezTo>
                  <a:cubicBezTo>
                    <a:pt x="66717" y="509337"/>
                    <a:pt x="208684" y="600116"/>
                    <a:pt x="362899" y="593045"/>
                  </a:cubicBezTo>
                  <a:cubicBezTo>
                    <a:pt x="376262" y="593733"/>
                    <a:pt x="389431" y="589623"/>
                    <a:pt x="400031" y="581456"/>
                  </a:cubicBezTo>
                  <a:cubicBezTo>
                    <a:pt x="405623" y="575152"/>
                    <a:pt x="410032" y="567890"/>
                    <a:pt x="413046" y="560020"/>
                  </a:cubicBezTo>
                  <a:cubicBezTo>
                    <a:pt x="440371" y="502726"/>
                    <a:pt x="491692" y="460431"/>
                    <a:pt x="524281" y="405958"/>
                  </a:cubicBezTo>
                  <a:cubicBezTo>
                    <a:pt x="543703" y="373493"/>
                    <a:pt x="556171" y="337182"/>
                    <a:pt x="576390" y="305207"/>
                  </a:cubicBezTo>
                  <a:cubicBezTo>
                    <a:pt x="607039" y="256734"/>
                    <a:pt x="653651" y="220926"/>
                    <a:pt x="699275" y="186177"/>
                  </a:cubicBezTo>
                  <a:cubicBezTo>
                    <a:pt x="725002" y="166582"/>
                    <a:pt x="753645" y="146018"/>
                    <a:pt x="785966" y="147391"/>
                  </a:cubicBezTo>
                  <a:cubicBezTo>
                    <a:pt x="814773" y="148618"/>
                    <a:pt x="835725" y="150164"/>
                    <a:pt x="825165" y="114834"/>
                  </a:cubicBezTo>
                  <a:cubicBezTo>
                    <a:pt x="816365" y="89379"/>
                    <a:pt x="798776" y="67896"/>
                    <a:pt x="775558" y="54245"/>
                  </a:cubicBezTo>
                  <a:close/>
                </a:path>
              </a:pathLst>
            </a:custGeom>
            <a:solidFill>
              <a:srgbClr val="000000">
                <a:alpha val="5000"/>
              </a:srgbClr>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31" name="任意多边形: 形状 30">
              <a:extLst>
                <a:ext uri="{FF2B5EF4-FFF2-40B4-BE49-F238E27FC236}">
                  <a16:creationId xmlns:a16="http://schemas.microsoft.com/office/drawing/2014/main" id="{5122AC3C-56AE-401A-8BC2-733DE018D934}"/>
                </a:ext>
              </a:extLst>
            </p:cNvPr>
            <p:cNvSpPr/>
            <p:nvPr/>
          </p:nvSpPr>
          <p:spPr>
            <a:xfrm>
              <a:off x="2700122" y="5196663"/>
              <a:ext cx="741221" cy="283677"/>
            </a:xfrm>
            <a:custGeom>
              <a:avLst/>
              <a:gdLst>
                <a:gd name="connsiteX0" fmla="*/ 719097 w 741221"/>
                <a:gd name="connsiteY0" fmla="*/ 215658 h 283677"/>
                <a:gd name="connsiteX1" fmla="*/ 646396 w 741221"/>
                <a:gd name="connsiteY1" fmla="*/ 247637 h 283677"/>
                <a:gd name="connsiteX2" fmla="*/ 465445 w 741221"/>
                <a:gd name="connsiteY2" fmla="*/ 270001 h 283677"/>
                <a:gd name="connsiteX3" fmla="*/ 406367 w 741221"/>
                <a:gd name="connsiteY3" fmla="*/ 274517 h 283677"/>
                <a:gd name="connsiteX4" fmla="*/ 232993 w 741221"/>
                <a:gd name="connsiteY4" fmla="*/ 283551 h 283677"/>
                <a:gd name="connsiteX5" fmla="*/ 19772 w 741221"/>
                <a:gd name="connsiteY5" fmla="*/ 265120 h 283677"/>
                <a:gd name="connsiteX6" fmla="*/ 38 w 741221"/>
                <a:gd name="connsiteY6" fmla="*/ 248840 h 283677"/>
                <a:gd name="connsiteX7" fmla="*/ 322 w 741221"/>
                <a:gd name="connsiteY7" fmla="*/ 243486 h 283677"/>
                <a:gd name="connsiteX8" fmla="*/ 26546 w 741221"/>
                <a:gd name="connsiteY8" fmla="*/ 29463 h 283677"/>
                <a:gd name="connsiteX9" fmla="*/ 87300 w 741221"/>
                <a:gd name="connsiteY9" fmla="*/ 67998 h 283677"/>
                <a:gd name="connsiteX10" fmla="*/ 134286 w 741221"/>
                <a:gd name="connsiteY10" fmla="*/ 92984 h 283677"/>
                <a:gd name="connsiteX11" fmla="*/ 307733 w 741221"/>
                <a:gd name="connsiteY11" fmla="*/ 27860 h 283677"/>
                <a:gd name="connsiteX12" fmla="*/ 339858 w 741221"/>
                <a:gd name="connsiteY12" fmla="*/ 7973 h 283677"/>
                <a:gd name="connsiteX13" fmla="*/ 365865 w 741221"/>
                <a:gd name="connsiteY13" fmla="*/ 543 h 283677"/>
                <a:gd name="connsiteX14" fmla="*/ 454373 w 741221"/>
                <a:gd name="connsiteY14" fmla="*/ 18463 h 283677"/>
                <a:gd name="connsiteX15" fmla="*/ 556285 w 741221"/>
                <a:gd name="connsiteY15" fmla="*/ 79581 h 283677"/>
                <a:gd name="connsiteX16" fmla="*/ 647634 w 741221"/>
                <a:gd name="connsiteY16" fmla="*/ 108501 h 283677"/>
                <a:gd name="connsiteX17" fmla="*/ 734832 w 741221"/>
                <a:gd name="connsiteY17" fmla="*/ 142957 h 283677"/>
                <a:gd name="connsiteX18" fmla="*/ 734905 w 741221"/>
                <a:gd name="connsiteY18" fmla="*/ 143176 h 283677"/>
                <a:gd name="connsiteX19" fmla="*/ 719097 w 741221"/>
                <a:gd name="connsiteY19" fmla="*/ 215658 h 283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41221" h="283677">
                  <a:moveTo>
                    <a:pt x="719097" y="215658"/>
                  </a:moveTo>
                  <a:cubicBezTo>
                    <a:pt x="699501" y="233943"/>
                    <a:pt x="672548" y="241955"/>
                    <a:pt x="646396" y="247637"/>
                  </a:cubicBezTo>
                  <a:cubicBezTo>
                    <a:pt x="586671" y="259284"/>
                    <a:pt x="526208" y="266757"/>
                    <a:pt x="465445" y="270001"/>
                  </a:cubicBezTo>
                  <a:cubicBezTo>
                    <a:pt x="445777" y="271458"/>
                    <a:pt x="426035" y="272988"/>
                    <a:pt x="406367" y="274517"/>
                  </a:cubicBezTo>
                  <a:cubicBezTo>
                    <a:pt x="348673" y="278889"/>
                    <a:pt x="290905" y="283332"/>
                    <a:pt x="232993" y="283551"/>
                  </a:cubicBezTo>
                  <a:cubicBezTo>
                    <a:pt x="161511" y="283793"/>
                    <a:pt x="90152" y="277625"/>
                    <a:pt x="19772" y="265120"/>
                  </a:cubicBezTo>
                  <a:cubicBezTo>
                    <a:pt x="9827" y="266074"/>
                    <a:pt x="991" y="258785"/>
                    <a:pt x="38" y="248840"/>
                  </a:cubicBezTo>
                  <a:cubicBezTo>
                    <a:pt x="-134" y="247051"/>
                    <a:pt x="-38" y="245246"/>
                    <a:pt x="322" y="243486"/>
                  </a:cubicBezTo>
                  <a:cubicBezTo>
                    <a:pt x="1574" y="171425"/>
                    <a:pt x="10363" y="99694"/>
                    <a:pt x="26546" y="29463"/>
                  </a:cubicBezTo>
                  <a:cubicBezTo>
                    <a:pt x="33249" y="616"/>
                    <a:pt x="84968" y="65303"/>
                    <a:pt x="87300" y="67998"/>
                  </a:cubicBezTo>
                  <a:cubicBezTo>
                    <a:pt x="101651" y="84316"/>
                    <a:pt x="112505" y="91819"/>
                    <a:pt x="134286" y="92984"/>
                  </a:cubicBezTo>
                  <a:cubicBezTo>
                    <a:pt x="193801" y="96263"/>
                    <a:pt x="260456" y="60058"/>
                    <a:pt x="307733" y="27860"/>
                  </a:cubicBezTo>
                  <a:cubicBezTo>
                    <a:pt x="317857" y="20330"/>
                    <a:pt x="328604" y="13677"/>
                    <a:pt x="339858" y="7973"/>
                  </a:cubicBezTo>
                  <a:cubicBezTo>
                    <a:pt x="348126" y="4263"/>
                    <a:pt x="356884" y="1761"/>
                    <a:pt x="365865" y="543"/>
                  </a:cubicBezTo>
                  <a:cubicBezTo>
                    <a:pt x="396486" y="-2280"/>
                    <a:pt x="427262" y="3952"/>
                    <a:pt x="454373" y="18463"/>
                  </a:cubicBezTo>
                  <a:cubicBezTo>
                    <a:pt x="489922" y="36091"/>
                    <a:pt x="521101" y="61442"/>
                    <a:pt x="556285" y="79581"/>
                  </a:cubicBezTo>
                  <a:cubicBezTo>
                    <a:pt x="584895" y="94281"/>
                    <a:pt x="615776" y="104058"/>
                    <a:pt x="647634" y="108501"/>
                  </a:cubicBezTo>
                  <a:cubicBezTo>
                    <a:pt x="679833" y="112944"/>
                    <a:pt x="718295" y="115057"/>
                    <a:pt x="734832" y="142957"/>
                  </a:cubicBezTo>
                  <a:cubicBezTo>
                    <a:pt x="734888" y="143015"/>
                    <a:pt x="734915" y="143096"/>
                    <a:pt x="734905" y="143176"/>
                  </a:cubicBezTo>
                  <a:cubicBezTo>
                    <a:pt x="748454" y="166268"/>
                    <a:pt x="738619" y="197446"/>
                    <a:pt x="719097" y="215658"/>
                  </a:cubicBezTo>
                  <a:close/>
                </a:path>
              </a:pathLst>
            </a:custGeom>
            <a:solidFill>
              <a:srgbClr val="2F2E41"/>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32" name="任意多边形: 形状 31">
              <a:extLst>
                <a:ext uri="{FF2B5EF4-FFF2-40B4-BE49-F238E27FC236}">
                  <a16:creationId xmlns:a16="http://schemas.microsoft.com/office/drawing/2014/main" id="{4EB164A7-9836-4918-91E4-C81C18B6965E}"/>
                </a:ext>
              </a:extLst>
            </p:cNvPr>
            <p:cNvSpPr/>
            <p:nvPr/>
          </p:nvSpPr>
          <p:spPr>
            <a:xfrm>
              <a:off x="2689828" y="5197325"/>
              <a:ext cx="755498" cy="293676"/>
            </a:xfrm>
            <a:custGeom>
              <a:avLst/>
              <a:gdLst>
                <a:gd name="connsiteX0" fmla="*/ 729391 w 755498"/>
                <a:gd name="connsiteY0" fmla="*/ 225656 h 293676"/>
                <a:gd name="connsiteX1" fmla="*/ 656690 w 755498"/>
                <a:gd name="connsiteY1" fmla="*/ 257636 h 293676"/>
                <a:gd name="connsiteX2" fmla="*/ 475739 w 755498"/>
                <a:gd name="connsiteY2" fmla="*/ 280000 h 293676"/>
                <a:gd name="connsiteX3" fmla="*/ 416662 w 755498"/>
                <a:gd name="connsiteY3" fmla="*/ 284516 h 293676"/>
                <a:gd name="connsiteX4" fmla="*/ 243287 w 755498"/>
                <a:gd name="connsiteY4" fmla="*/ 293549 h 293676"/>
                <a:gd name="connsiteX5" fmla="*/ 30066 w 755498"/>
                <a:gd name="connsiteY5" fmla="*/ 275119 h 293676"/>
                <a:gd name="connsiteX6" fmla="*/ 13165 w 755498"/>
                <a:gd name="connsiteY6" fmla="*/ 266960 h 293676"/>
                <a:gd name="connsiteX7" fmla="*/ -45 w 755498"/>
                <a:gd name="connsiteY7" fmla="*/ 242822 h 293676"/>
                <a:gd name="connsiteX8" fmla="*/ 36840 w 755498"/>
                <a:gd name="connsiteY8" fmla="*/ 28800 h 293676"/>
                <a:gd name="connsiteX9" fmla="*/ 97594 w 755498"/>
                <a:gd name="connsiteY9" fmla="*/ 67335 h 293676"/>
                <a:gd name="connsiteX10" fmla="*/ 144580 w 755498"/>
                <a:gd name="connsiteY10" fmla="*/ 92321 h 293676"/>
                <a:gd name="connsiteX11" fmla="*/ 318027 w 755498"/>
                <a:gd name="connsiteY11" fmla="*/ 27197 h 293676"/>
                <a:gd name="connsiteX12" fmla="*/ 350152 w 755498"/>
                <a:gd name="connsiteY12" fmla="*/ 7310 h 293676"/>
                <a:gd name="connsiteX13" fmla="*/ 376159 w 755498"/>
                <a:gd name="connsiteY13" fmla="*/ -120 h 293676"/>
                <a:gd name="connsiteX14" fmla="*/ 275411 w 755498"/>
                <a:gd name="connsiteY14" fmla="*/ 110169 h 293676"/>
                <a:gd name="connsiteX15" fmla="*/ 63576 w 755498"/>
                <a:gd name="connsiteY15" fmla="*/ 129838 h 293676"/>
                <a:gd name="connsiteX16" fmla="*/ 48569 w 755498"/>
                <a:gd name="connsiteY16" fmla="*/ 133480 h 293676"/>
                <a:gd name="connsiteX17" fmla="*/ 39755 w 755498"/>
                <a:gd name="connsiteY17" fmla="*/ 161599 h 293676"/>
                <a:gd name="connsiteX18" fmla="*/ 57310 w 755498"/>
                <a:gd name="connsiteY18" fmla="*/ 207346 h 293676"/>
                <a:gd name="connsiteX19" fmla="*/ 81058 w 755498"/>
                <a:gd name="connsiteY19" fmla="*/ 212300 h 293676"/>
                <a:gd name="connsiteX20" fmla="*/ 609267 w 755498"/>
                <a:gd name="connsiteY20" fmla="*/ 193796 h 293676"/>
                <a:gd name="connsiteX21" fmla="*/ 695299 w 755498"/>
                <a:gd name="connsiteY21" fmla="*/ 174637 h 293676"/>
                <a:gd name="connsiteX22" fmla="*/ 745198 w 755498"/>
                <a:gd name="connsiteY22" fmla="*/ 142513 h 293676"/>
                <a:gd name="connsiteX23" fmla="*/ 729391 w 755498"/>
                <a:gd name="connsiteY23" fmla="*/ 225656 h 293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755498" h="293676">
                  <a:moveTo>
                    <a:pt x="729391" y="225656"/>
                  </a:moveTo>
                  <a:cubicBezTo>
                    <a:pt x="709795" y="243941"/>
                    <a:pt x="682842" y="251954"/>
                    <a:pt x="656690" y="257636"/>
                  </a:cubicBezTo>
                  <a:cubicBezTo>
                    <a:pt x="596965" y="269283"/>
                    <a:pt x="536502" y="276756"/>
                    <a:pt x="475739" y="280000"/>
                  </a:cubicBezTo>
                  <a:cubicBezTo>
                    <a:pt x="456071" y="281457"/>
                    <a:pt x="436330" y="282987"/>
                    <a:pt x="416662" y="284516"/>
                  </a:cubicBezTo>
                  <a:cubicBezTo>
                    <a:pt x="358967" y="288887"/>
                    <a:pt x="301199" y="293331"/>
                    <a:pt x="243287" y="293549"/>
                  </a:cubicBezTo>
                  <a:cubicBezTo>
                    <a:pt x="171806" y="293792"/>
                    <a:pt x="100446" y="287623"/>
                    <a:pt x="30066" y="275119"/>
                  </a:cubicBezTo>
                  <a:cubicBezTo>
                    <a:pt x="23544" y="274861"/>
                    <a:pt x="17423" y="271906"/>
                    <a:pt x="13165" y="266960"/>
                  </a:cubicBezTo>
                  <a:cubicBezTo>
                    <a:pt x="7608" y="259602"/>
                    <a:pt x="3158" y="251469"/>
                    <a:pt x="-45" y="242822"/>
                  </a:cubicBezTo>
                  <a:cubicBezTo>
                    <a:pt x="1193" y="170850"/>
                    <a:pt x="20668" y="98951"/>
                    <a:pt x="36840" y="28800"/>
                  </a:cubicBezTo>
                  <a:cubicBezTo>
                    <a:pt x="43543" y="-47"/>
                    <a:pt x="95263" y="64640"/>
                    <a:pt x="97594" y="67335"/>
                  </a:cubicBezTo>
                  <a:cubicBezTo>
                    <a:pt x="111945" y="83653"/>
                    <a:pt x="122799" y="91156"/>
                    <a:pt x="144580" y="92321"/>
                  </a:cubicBezTo>
                  <a:cubicBezTo>
                    <a:pt x="204095" y="95600"/>
                    <a:pt x="270750" y="59395"/>
                    <a:pt x="318027" y="27197"/>
                  </a:cubicBezTo>
                  <a:cubicBezTo>
                    <a:pt x="328151" y="19667"/>
                    <a:pt x="338898" y="13014"/>
                    <a:pt x="350152" y="7310"/>
                  </a:cubicBezTo>
                  <a:cubicBezTo>
                    <a:pt x="358420" y="3600"/>
                    <a:pt x="367179" y="1098"/>
                    <a:pt x="376159" y="-120"/>
                  </a:cubicBezTo>
                  <a:cubicBezTo>
                    <a:pt x="368509" y="42713"/>
                    <a:pt x="307100" y="94434"/>
                    <a:pt x="275411" y="110169"/>
                  </a:cubicBezTo>
                  <a:cubicBezTo>
                    <a:pt x="211307" y="142003"/>
                    <a:pt x="135110" y="126122"/>
                    <a:pt x="63576" y="129838"/>
                  </a:cubicBezTo>
                  <a:cubicBezTo>
                    <a:pt x="58339" y="129700"/>
                    <a:pt x="53160" y="130957"/>
                    <a:pt x="48569" y="133480"/>
                  </a:cubicBezTo>
                  <a:cubicBezTo>
                    <a:pt x="39973" y="139162"/>
                    <a:pt x="39463" y="151327"/>
                    <a:pt x="39755" y="161599"/>
                  </a:cubicBezTo>
                  <a:cubicBezTo>
                    <a:pt x="40337" y="178645"/>
                    <a:pt x="42522" y="198677"/>
                    <a:pt x="57310" y="207346"/>
                  </a:cubicBezTo>
                  <a:cubicBezTo>
                    <a:pt x="64708" y="210897"/>
                    <a:pt x="72858" y="212597"/>
                    <a:pt x="81058" y="212300"/>
                  </a:cubicBezTo>
                  <a:cubicBezTo>
                    <a:pt x="257340" y="220017"/>
                    <a:pt x="433957" y="213830"/>
                    <a:pt x="609267" y="193796"/>
                  </a:cubicBezTo>
                  <a:cubicBezTo>
                    <a:pt x="638752" y="191824"/>
                    <a:pt x="667764" y="185363"/>
                    <a:pt x="695299" y="174637"/>
                  </a:cubicBezTo>
                  <a:cubicBezTo>
                    <a:pt x="713291" y="166204"/>
                    <a:pt x="730073" y="155399"/>
                    <a:pt x="745198" y="142513"/>
                  </a:cubicBezTo>
                  <a:cubicBezTo>
                    <a:pt x="767717" y="160206"/>
                    <a:pt x="748913" y="207445"/>
                    <a:pt x="729391" y="225656"/>
                  </a:cubicBezTo>
                  <a:close/>
                </a:path>
              </a:pathLst>
            </a:custGeom>
            <a:solidFill>
              <a:srgbClr val="E8EAF2"/>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33" name="任意多边形: 形状 32">
              <a:extLst>
                <a:ext uri="{FF2B5EF4-FFF2-40B4-BE49-F238E27FC236}">
                  <a16:creationId xmlns:a16="http://schemas.microsoft.com/office/drawing/2014/main" id="{453238A4-C24A-4A7A-A65E-B8B1D0F2C07D}"/>
                </a:ext>
              </a:extLst>
            </p:cNvPr>
            <p:cNvSpPr/>
            <p:nvPr/>
          </p:nvSpPr>
          <p:spPr>
            <a:xfrm>
              <a:off x="2857280" y="828932"/>
              <a:ext cx="498126" cy="504805"/>
            </a:xfrm>
            <a:custGeom>
              <a:avLst/>
              <a:gdLst>
                <a:gd name="connsiteX0" fmla="*/ 414644 w 498126"/>
                <a:gd name="connsiteY0" fmla="*/ 284945 h 504805"/>
                <a:gd name="connsiteX1" fmla="*/ 380406 w 498126"/>
                <a:gd name="connsiteY1" fmla="*/ 352036 h 504805"/>
                <a:gd name="connsiteX2" fmla="*/ 300857 w 498126"/>
                <a:gd name="connsiteY2" fmla="*/ 314301 h 504805"/>
                <a:gd name="connsiteX3" fmla="*/ 238793 w 498126"/>
                <a:gd name="connsiteY3" fmla="*/ 403174 h 504805"/>
                <a:gd name="connsiteX4" fmla="*/ 115536 w 498126"/>
                <a:gd name="connsiteY4" fmla="*/ 502755 h 504805"/>
                <a:gd name="connsiteX5" fmla="*/ 81591 w 498126"/>
                <a:gd name="connsiteY5" fmla="*/ 502682 h 504805"/>
                <a:gd name="connsiteX6" fmla="*/ 31108 w 498126"/>
                <a:gd name="connsiteY6" fmla="*/ 444696 h 504805"/>
                <a:gd name="connsiteX7" fmla="*/ 8744 w 498126"/>
                <a:gd name="connsiteY7" fmla="*/ 381029 h 504805"/>
                <a:gd name="connsiteX8" fmla="*/ 657 w 498126"/>
                <a:gd name="connsiteY8" fmla="*/ 334334 h 504805"/>
                <a:gd name="connsiteX9" fmla="*/ 658 w 498126"/>
                <a:gd name="connsiteY9" fmla="*/ 334261 h 504805"/>
                <a:gd name="connsiteX10" fmla="*/ 512 w 498126"/>
                <a:gd name="connsiteY10" fmla="*/ 301990 h 504805"/>
                <a:gd name="connsiteX11" fmla="*/ 87783 w 498126"/>
                <a:gd name="connsiteY11" fmla="*/ 136557 h 504805"/>
                <a:gd name="connsiteX12" fmla="*/ 246004 w 498126"/>
                <a:gd name="connsiteY12" fmla="*/ 29764 h 504805"/>
                <a:gd name="connsiteX13" fmla="*/ 304354 w 498126"/>
                <a:gd name="connsiteY13" fmla="*/ 3757 h 504805"/>
                <a:gd name="connsiteX14" fmla="*/ 365983 w 498126"/>
                <a:gd name="connsiteY14" fmla="*/ 1208 h 504805"/>
                <a:gd name="connsiteX15" fmla="*/ 444366 w 498126"/>
                <a:gd name="connsiteY15" fmla="*/ 19638 h 504805"/>
                <a:gd name="connsiteX16" fmla="*/ 471974 w 498126"/>
                <a:gd name="connsiteY16" fmla="*/ 39015 h 504805"/>
                <a:gd name="connsiteX17" fmla="*/ 495867 w 498126"/>
                <a:gd name="connsiteY17" fmla="*/ 78935 h 504805"/>
                <a:gd name="connsiteX18" fmla="*/ 458425 w 498126"/>
                <a:gd name="connsiteY18" fmla="*/ 189515 h 504805"/>
                <a:gd name="connsiteX19" fmla="*/ 414644 w 498126"/>
                <a:gd name="connsiteY19" fmla="*/ 284945 h 504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98126" h="504805">
                  <a:moveTo>
                    <a:pt x="414644" y="284945"/>
                  </a:moveTo>
                  <a:cubicBezTo>
                    <a:pt x="413623" y="312917"/>
                    <a:pt x="432709" y="367188"/>
                    <a:pt x="380406" y="352036"/>
                  </a:cubicBezTo>
                  <a:cubicBezTo>
                    <a:pt x="349227" y="343003"/>
                    <a:pt x="340413" y="306070"/>
                    <a:pt x="300857" y="314301"/>
                  </a:cubicBezTo>
                  <a:cubicBezTo>
                    <a:pt x="260937" y="322679"/>
                    <a:pt x="252196" y="371267"/>
                    <a:pt x="238793" y="403174"/>
                  </a:cubicBezTo>
                  <a:cubicBezTo>
                    <a:pt x="216626" y="454650"/>
                    <a:pt x="170521" y="491899"/>
                    <a:pt x="115536" y="502755"/>
                  </a:cubicBezTo>
                  <a:cubicBezTo>
                    <a:pt x="104367" y="505354"/>
                    <a:pt x="92748" y="505329"/>
                    <a:pt x="81591" y="502682"/>
                  </a:cubicBezTo>
                  <a:cubicBezTo>
                    <a:pt x="56094" y="495398"/>
                    <a:pt x="41525" y="469100"/>
                    <a:pt x="31108" y="444696"/>
                  </a:cubicBezTo>
                  <a:cubicBezTo>
                    <a:pt x="22087" y="424057"/>
                    <a:pt x="14612" y="402776"/>
                    <a:pt x="8744" y="381029"/>
                  </a:cubicBezTo>
                  <a:cubicBezTo>
                    <a:pt x="4679" y="365732"/>
                    <a:pt x="1973" y="350107"/>
                    <a:pt x="657" y="334334"/>
                  </a:cubicBezTo>
                  <a:lnTo>
                    <a:pt x="658" y="334261"/>
                  </a:lnTo>
                  <a:cubicBezTo>
                    <a:pt x="-228" y="323524"/>
                    <a:pt x="-277" y="312735"/>
                    <a:pt x="512" y="301990"/>
                  </a:cubicBezTo>
                  <a:cubicBezTo>
                    <a:pt x="5248" y="238396"/>
                    <a:pt x="41452" y="180410"/>
                    <a:pt x="87783" y="136557"/>
                  </a:cubicBezTo>
                  <a:cubicBezTo>
                    <a:pt x="134112" y="92703"/>
                    <a:pt x="190423" y="61015"/>
                    <a:pt x="246004" y="29764"/>
                  </a:cubicBezTo>
                  <a:cubicBezTo>
                    <a:pt x="264156" y="18435"/>
                    <a:pt x="283794" y="9682"/>
                    <a:pt x="304354" y="3757"/>
                  </a:cubicBezTo>
                  <a:cubicBezTo>
                    <a:pt x="324634" y="-334"/>
                    <a:pt x="345434" y="-1194"/>
                    <a:pt x="365983" y="1208"/>
                  </a:cubicBezTo>
                  <a:cubicBezTo>
                    <a:pt x="393038" y="2363"/>
                    <a:pt x="419631" y="8616"/>
                    <a:pt x="444366" y="19638"/>
                  </a:cubicBezTo>
                  <a:cubicBezTo>
                    <a:pt x="454507" y="24645"/>
                    <a:pt x="463818" y="31180"/>
                    <a:pt x="471974" y="39015"/>
                  </a:cubicBezTo>
                  <a:cubicBezTo>
                    <a:pt x="483581" y="49772"/>
                    <a:pt x="491871" y="63623"/>
                    <a:pt x="495867" y="78935"/>
                  </a:cubicBezTo>
                  <a:cubicBezTo>
                    <a:pt x="505921" y="120020"/>
                    <a:pt x="479695" y="157026"/>
                    <a:pt x="458425" y="189515"/>
                  </a:cubicBezTo>
                  <a:cubicBezTo>
                    <a:pt x="439483" y="218363"/>
                    <a:pt x="416027" y="248958"/>
                    <a:pt x="414644" y="284945"/>
                  </a:cubicBezTo>
                  <a:close/>
                </a:path>
              </a:pathLst>
            </a:custGeom>
            <a:solidFill>
              <a:srgbClr val="2F2E41"/>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34" name="任意多边形: 形状 33">
              <a:extLst>
                <a:ext uri="{FF2B5EF4-FFF2-40B4-BE49-F238E27FC236}">
                  <a16:creationId xmlns:a16="http://schemas.microsoft.com/office/drawing/2014/main" id="{3189A541-33B4-4A24-A45D-B97F367CBA89}"/>
                </a:ext>
              </a:extLst>
            </p:cNvPr>
            <p:cNvSpPr/>
            <p:nvPr/>
          </p:nvSpPr>
          <p:spPr>
            <a:xfrm>
              <a:off x="4105167" y="1581430"/>
              <a:ext cx="47026" cy="132906"/>
            </a:xfrm>
            <a:custGeom>
              <a:avLst/>
              <a:gdLst>
                <a:gd name="connsiteX0" fmla="*/ 46981 w 47026"/>
                <a:gd name="connsiteY0" fmla="*/ 132786 h 132906"/>
                <a:gd name="connsiteX1" fmla="*/ 2402 w 47026"/>
                <a:gd name="connsiteY1" fmla="*/ -120 h 132906"/>
                <a:gd name="connsiteX2" fmla="*/ 38146 w 47026"/>
                <a:gd name="connsiteY2" fmla="*/ 63809 h 132906"/>
                <a:gd name="connsiteX3" fmla="*/ 46981 w 47026"/>
                <a:gd name="connsiteY3" fmla="*/ 132786 h 132906"/>
              </a:gdLst>
              <a:ahLst/>
              <a:cxnLst>
                <a:cxn ang="0">
                  <a:pos x="connsiteX0" y="connsiteY0"/>
                </a:cxn>
                <a:cxn ang="0">
                  <a:pos x="connsiteX1" y="connsiteY1"/>
                </a:cxn>
                <a:cxn ang="0">
                  <a:pos x="connsiteX2" y="connsiteY2"/>
                </a:cxn>
                <a:cxn ang="0">
                  <a:pos x="connsiteX3" y="connsiteY3"/>
                </a:cxn>
              </a:cxnLst>
              <a:rect l="l" t="t" r="r" b="b"/>
              <a:pathLst>
                <a:path w="47026" h="132906">
                  <a:moveTo>
                    <a:pt x="46981" y="132786"/>
                  </a:moveTo>
                  <a:cubicBezTo>
                    <a:pt x="35786" y="104594"/>
                    <a:pt x="-11194" y="26680"/>
                    <a:pt x="2402" y="-120"/>
                  </a:cubicBezTo>
                  <a:cubicBezTo>
                    <a:pt x="16515" y="19884"/>
                    <a:pt x="28495" y="41310"/>
                    <a:pt x="38146" y="63809"/>
                  </a:cubicBezTo>
                  <a:cubicBezTo>
                    <a:pt x="47024" y="85604"/>
                    <a:pt x="39772" y="114826"/>
                    <a:pt x="46981" y="132786"/>
                  </a:cubicBezTo>
                  <a:close/>
                </a:path>
              </a:pathLst>
            </a:custGeom>
            <a:solidFill>
              <a:srgbClr val="000000">
                <a:alpha val="10000"/>
              </a:srgbClr>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35" name="任意多边形: 形状 34">
              <a:extLst>
                <a:ext uri="{FF2B5EF4-FFF2-40B4-BE49-F238E27FC236}">
                  <a16:creationId xmlns:a16="http://schemas.microsoft.com/office/drawing/2014/main" id="{2A7EF4F5-55C4-428C-A158-CFE4F62DED79}"/>
                </a:ext>
              </a:extLst>
            </p:cNvPr>
            <p:cNvSpPr/>
            <p:nvPr/>
          </p:nvSpPr>
          <p:spPr>
            <a:xfrm>
              <a:off x="2901409" y="862431"/>
              <a:ext cx="455206" cy="471307"/>
            </a:xfrm>
            <a:custGeom>
              <a:avLst/>
              <a:gdLst>
                <a:gd name="connsiteX0" fmla="*/ 415455 w 455206"/>
                <a:gd name="connsiteY0" fmla="*/ 156005 h 471307"/>
                <a:gd name="connsiteX1" fmla="*/ 452952 w 455206"/>
                <a:gd name="connsiteY1" fmla="*/ 45406 h 471307"/>
                <a:gd name="connsiteX2" fmla="*/ 422529 w 455206"/>
                <a:gd name="connsiteY2" fmla="*/ -120 h 471307"/>
                <a:gd name="connsiteX3" fmla="*/ 430238 w 455206"/>
                <a:gd name="connsiteY3" fmla="*/ 19073 h 471307"/>
                <a:gd name="connsiteX4" fmla="*/ 392740 w 455206"/>
                <a:gd name="connsiteY4" fmla="*/ 129671 h 471307"/>
                <a:gd name="connsiteX5" fmla="*/ 349002 w 455206"/>
                <a:gd name="connsiteY5" fmla="*/ 225110 h 471307"/>
                <a:gd name="connsiteX6" fmla="*/ 314720 w 455206"/>
                <a:gd name="connsiteY6" fmla="*/ 292210 h 471307"/>
                <a:gd name="connsiteX7" fmla="*/ 235189 w 455206"/>
                <a:gd name="connsiteY7" fmla="*/ 254483 h 471307"/>
                <a:gd name="connsiteX8" fmla="*/ 173143 w 455206"/>
                <a:gd name="connsiteY8" fmla="*/ 343349 h 471307"/>
                <a:gd name="connsiteX9" fmla="*/ 49860 w 455206"/>
                <a:gd name="connsiteY9" fmla="*/ 442937 h 471307"/>
                <a:gd name="connsiteX10" fmla="*/ 15938 w 455206"/>
                <a:gd name="connsiteY10" fmla="*/ 442853 h 471307"/>
                <a:gd name="connsiteX11" fmla="*/ -45 w 455206"/>
                <a:gd name="connsiteY11" fmla="*/ 435005 h 471307"/>
                <a:gd name="connsiteX12" fmla="*/ 38652 w 455206"/>
                <a:gd name="connsiteY12" fmla="*/ 469187 h 471307"/>
                <a:gd name="connsiteX13" fmla="*/ 72574 w 455206"/>
                <a:gd name="connsiteY13" fmla="*/ 469271 h 471307"/>
                <a:gd name="connsiteX14" fmla="*/ 195859 w 455206"/>
                <a:gd name="connsiteY14" fmla="*/ 369683 h 471307"/>
                <a:gd name="connsiteX15" fmla="*/ 257904 w 455206"/>
                <a:gd name="connsiteY15" fmla="*/ 280817 h 471307"/>
                <a:gd name="connsiteX16" fmla="*/ 337434 w 455206"/>
                <a:gd name="connsiteY16" fmla="*/ 318544 h 471307"/>
                <a:gd name="connsiteX17" fmla="*/ 371717 w 455206"/>
                <a:gd name="connsiteY17" fmla="*/ 251443 h 471307"/>
                <a:gd name="connsiteX18" fmla="*/ 415455 w 455206"/>
                <a:gd name="connsiteY18" fmla="*/ 156005 h 4713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55206" h="471307">
                  <a:moveTo>
                    <a:pt x="415455" y="156005"/>
                  </a:moveTo>
                  <a:cubicBezTo>
                    <a:pt x="436766" y="123497"/>
                    <a:pt x="462992" y="86495"/>
                    <a:pt x="452952" y="45406"/>
                  </a:cubicBezTo>
                  <a:cubicBezTo>
                    <a:pt x="448026" y="27329"/>
                    <a:pt x="437346" y="11348"/>
                    <a:pt x="422529" y="-120"/>
                  </a:cubicBezTo>
                  <a:cubicBezTo>
                    <a:pt x="425969" y="5893"/>
                    <a:pt x="428563" y="12351"/>
                    <a:pt x="430238" y="19073"/>
                  </a:cubicBezTo>
                  <a:cubicBezTo>
                    <a:pt x="440278" y="60161"/>
                    <a:pt x="414052" y="97164"/>
                    <a:pt x="392740" y="129671"/>
                  </a:cubicBezTo>
                  <a:cubicBezTo>
                    <a:pt x="373828" y="158519"/>
                    <a:pt x="350352" y="189147"/>
                    <a:pt x="349002" y="225110"/>
                  </a:cubicBezTo>
                  <a:cubicBezTo>
                    <a:pt x="347953" y="253061"/>
                    <a:pt x="367073" y="307371"/>
                    <a:pt x="314720" y="292210"/>
                  </a:cubicBezTo>
                  <a:cubicBezTo>
                    <a:pt x="283575" y="283192"/>
                    <a:pt x="274765" y="246230"/>
                    <a:pt x="235189" y="254483"/>
                  </a:cubicBezTo>
                  <a:cubicBezTo>
                    <a:pt x="195265" y="262810"/>
                    <a:pt x="186549" y="311412"/>
                    <a:pt x="173143" y="343349"/>
                  </a:cubicBezTo>
                  <a:cubicBezTo>
                    <a:pt x="150950" y="394817"/>
                    <a:pt x="104843" y="432062"/>
                    <a:pt x="49860" y="442937"/>
                  </a:cubicBezTo>
                  <a:cubicBezTo>
                    <a:pt x="38697" y="445521"/>
                    <a:pt x="27088" y="445492"/>
                    <a:pt x="15938" y="442853"/>
                  </a:cubicBezTo>
                  <a:cubicBezTo>
                    <a:pt x="10194" y="441187"/>
                    <a:pt x="4786" y="438531"/>
                    <a:pt x="-45" y="435005"/>
                  </a:cubicBezTo>
                  <a:cubicBezTo>
                    <a:pt x="7942" y="450980"/>
                    <a:pt x="21814" y="463233"/>
                    <a:pt x="38652" y="469187"/>
                  </a:cubicBezTo>
                  <a:cubicBezTo>
                    <a:pt x="49802" y="471826"/>
                    <a:pt x="61411" y="471855"/>
                    <a:pt x="72574" y="469271"/>
                  </a:cubicBezTo>
                  <a:cubicBezTo>
                    <a:pt x="127558" y="458396"/>
                    <a:pt x="173665" y="421151"/>
                    <a:pt x="195859" y="369683"/>
                  </a:cubicBezTo>
                  <a:cubicBezTo>
                    <a:pt x="209263" y="337746"/>
                    <a:pt x="217978" y="289144"/>
                    <a:pt x="257904" y="280817"/>
                  </a:cubicBezTo>
                  <a:cubicBezTo>
                    <a:pt x="297480" y="272563"/>
                    <a:pt x="306291" y="309526"/>
                    <a:pt x="337434" y="318544"/>
                  </a:cubicBezTo>
                  <a:cubicBezTo>
                    <a:pt x="389788" y="333704"/>
                    <a:pt x="370668" y="279395"/>
                    <a:pt x="371717" y="251443"/>
                  </a:cubicBezTo>
                  <a:cubicBezTo>
                    <a:pt x="373067" y="215481"/>
                    <a:pt x="396543" y="184853"/>
                    <a:pt x="415455" y="156005"/>
                  </a:cubicBezTo>
                  <a:close/>
                </a:path>
              </a:pathLst>
            </a:custGeom>
            <a:solidFill>
              <a:srgbClr val="000000">
                <a:alpha val="10000"/>
              </a:srgbClr>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36" name="任意多边形: 形状 35">
              <a:extLst>
                <a:ext uri="{FF2B5EF4-FFF2-40B4-BE49-F238E27FC236}">
                  <a16:creationId xmlns:a16="http://schemas.microsoft.com/office/drawing/2014/main" id="{61087E32-A084-4105-AF65-2D10F5F44218}"/>
                </a:ext>
              </a:extLst>
            </p:cNvPr>
            <p:cNvSpPr/>
            <p:nvPr/>
          </p:nvSpPr>
          <p:spPr>
            <a:xfrm>
              <a:off x="2857279" y="828932"/>
              <a:ext cx="488172" cy="381148"/>
            </a:xfrm>
            <a:custGeom>
              <a:avLst/>
              <a:gdLst>
                <a:gd name="connsiteX0" fmla="*/ 471173 w 488172"/>
                <a:gd name="connsiteY0" fmla="*/ 133934 h 381148"/>
                <a:gd name="connsiteX1" fmla="*/ 455147 w 488172"/>
                <a:gd name="connsiteY1" fmla="*/ 156808 h 381148"/>
                <a:gd name="connsiteX2" fmla="*/ 418140 w 488172"/>
                <a:gd name="connsiteY2" fmla="*/ 195125 h 381148"/>
                <a:gd name="connsiteX3" fmla="*/ 393155 w 488172"/>
                <a:gd name="connsiteY3" fmla="*/ 214720 h 381148"/>
                <a:gd name="connsiteX4" fmla="*/ 342672 w 488172"/>
                <a:gd name="connsiteY4" fmla="*/ 244879 h 381148"/>
                <a:gd name="connsiteX5" fmla="*/ 181098 w 488172"/>
                <a:gd name="connsiteY5" fmla="*/ 302792 h 381148"/>
                <a:gd name="connsiteX6" fmla="*/ 73068 w 488172"/>
                <a:gd name="connsiteY6" fmla="*/ 334189 h 381148"/>
                <a:gd name="connsiteX7" fmla="*/ 8744 w 488172"/>
                <a:gd name="connsiteY7" fmla="*/ 381029 h 381148"/>
                <a:gd name="connsiteX8" fmla="*/ 658 w 488172"/>
                <a:gd name="connsiteY8" fmla="*/ 334334 h 381148"/>
                <a:gd name="connsiteX9" fmla="*/ 658 w 488172"/>
                <a:gd name="connsiteY9" fmla="*/ 334261 h 381148"/>
                <a:gd name="connsiteX10" fmla="*/ 512 w 488172"/>
                <a:gd name="connsiteY10" fmla="*/ 301990 h 381148"/>
                <a:gd name="connsiteX11" fmla="*/ 87783 w 488172"/>
                <a:gd name="connsiteY11" fmla="*/ 136557 h 381148"/>
                <a:gd name="connsiteX12" fmla="*/ 246005 w 488172"/>
                <a:gd name="connsiteY12" fmla="*/ 29764 h 381148"/>
                <a:gd name="connsiteX13" fmla="*/ 304355 w 488172"/>
                <a:gd name="connsiteY13" fmla="*/ 3757 h 381148"/>
                <a:gd name="connsiteX14" fmla="*/ 365984 w 488172"/>
                <a:gd name="connsiteY14" fmla="*/ 1208 h 381148"/>
                <a:gd name="connsiteX15" fmla="*/ 444367 w 488172"/>
                <a:gd name="connsiteY15" fmla="*/ 19638 h 381148"/>
                <a:gd name="connsiteX16" fmla="*/ 471975 w 488172"/>
                <a:gd name="connsiteY16" fmla="*/ 39015 h 381148"/>
                <a:gd name="connsiteX17" fmla="*/ 485816 w 488172"/>
                <a:gd name="connsiteY17" fmla="*/ 68300 h 381148"/>
                <a:gd name="connsiteX18" fmla="*/ 471173 w 488172"/>
                <a:gd name="connsiteY18" fmla="*/ 133934 h 381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88172" h="381148">
                  <a:moveTo>
                    <a:pt x="471173" y="133934"/>
                  </a:moveTo>
                  <a:cubicBezTo>
                    <a:pt x="466282" y="141865"/>
                    <a:pt x="460931" y="149503"/>
                    <a:pt x="455147" y="156808"/>
                  </a:cubicBezTo>
                  <a:cubicBezTo>
                    <a:pt x="444102" y="170766"/>
                    <a:pt x="431706" y="183601"/>
                    <a:pt x="418140" y="195125"/>
                  </a:cubicBezTo>
                  <a:cubicBezTo>
                    <a:pt x="410154" y="202082"/>
                    <a:pt x="401815" y="208623"/>
                    <a:pt x="393155" y="214720"/>
                  </a:cubicBezTo>
                  <a:cubicBezTo>
                    <a:pt x="377103" y="226019"/>
                    <a:pt x="360229" y="236100"/>
                    <a:pt x="342672" y="244879"/>
                  </a:cubicBezTo>
                  <a:cubicBezTo>
                    <a:pt x="291534" y="270666"/>
                    <a:pt x="236171" y="286839"/>
                    <a:pt x="181098" y="302792"/>
                  </a:cubicBezTo>
                  <a:cubicBezTo>
                    <a:pt x="145113" y="313282"/>
                    <a:pt x="109103" y="323747"/>
                    <a:pt x="73068" y="334189"/>
                  </a:cubicBezTo>
                  <a:cubicBezTo>
                    <a:pt x="59810" y="344242"/>
                    <a:pt x="35552" y="362307"/>
                    <a:pt x="8744" y="381029"/>
                  </a:cubicBezTo>
                  <a:cubicBezTo>
                    <a:pt x="4680" y="365732"/>
                    <a:pt x="1973" y="350107"/>
                    <a:pt x="658" y="334334"/>
                  </a:cubicBezTo>
                  <a:lnTo>
                    <a:pt x="658" y="334261"/>
                  </a:lnTo>
                  <a:cubicBezTo>
                    <a:pt x="-228" y="323524"/>
                    <a:pt x="-277" y="312735"/>
                    <a:pt x="512" y="301990"/>
                  </a:cubicBezTo>
                  <a:cubicBezTo>
                    <a:pt x="5248" y="238396"/>
                    <a:pt x="41452" y="180410"/>
                    <a:pt x="87783" y="136557"/>
                  </a:cubicBezTo>
                  <a:cubicBezTo>
                    <a:pt x="134113" y="92703"/>
                    <a:pt x="190423" y="61015"/>
                    <a:pt x="246005" y="29764"/>
                  </a:cubicBezTo>
                  <a:cubicBezTo>
                    <a:pt x="264157" y="18435"/>
                    <a:pt x="283795" y="9682"/>
                    <a:pt x="304355" y="3757"/>
                  </a:cubicBezTo>
                  <a:cubicBezTo>
                    <a:pt x="324635" y="-334"/>
                    <a:pt x="345434" y="-1194"/>
                    <a:pt x="365984" y="1208"/>
                  </a:cubicBezTo>
                  <a:cubicBezTo>
                    <a:pt x="393038" y="2363"/>
                    <a:pt x="419632" y="8616"/>
                    <a:pt x="444367" y="19638"/>
                  </a:cubicBezTo>
                  <a:cubicBezTo>
                    <a:pt x="454507" y="24645"/>
                    <a:pt x="463819" y="31180"/>
                    <a:pt x="471975" y="39015"/>
                  </a:cubicBezTo>
                  <a:cubicBezTo>
                    <a:pt x="478071" y="48005"/>
                    <a:pt x="482740" y="57883"/>
                    <a:pt x="485816" y="68300"/>
                  </a:cubicBezTo>
                  <a:cubicBezTo>
                    <a:pt x="492662" y="90445"/>
                    <a:pt x="483264" y="114265"/>
                    <a:pt x="471173" y="133934"/>
                  </a:cubicBezTo>
                  <a:close/>
                </a:path>
              </a:pathLst>
            </a:custGeom>
            <a:solidFill>
              <a:srgbClr val="000000">
                <a:alpha val="10000"/>
              </a:srgbClr>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37" name="任意多边形: 形状 36">
              <a:extLst>
                <a:ext uri="{FF2B5EF4-FFF2-40B4-BE49-F238E27FC236}">
                  <a16:creationId xmlns:a16="http://schemas.microsoft.com/office/drawing/2014/main" id="{BBD32ADD-5AA5-4CB9-B7B7-933F4D25F300}"/>
                </a:ext>
              </a:extLst>
            </p:cNvPr>
            <p:cNvSpPr/>
            <p:nvPr/>
          </p:nvSpPr>
          <p:spPr>
            <a:xfrm>
              <a:off x="2742316" y="770599"/>
              <a:ext cx="603135" cy="496646"/>
            </a:xfrm>
            <a:custGeom>
              <a:avLst/>
              <a:gdLst>
                <a:gd name="connsiteX0" fmla="*/ 586136 w 603135"/>
                <a:gd name="connsiteY0" fmla="*/ 184982 h 496646"/>
                <a:gd name="connsiteX1" fmla="*/ 570110 w 603135"/>
                <a:gd name="connsiteY1" fmla="*/ 207856 h 496646"/>
                <a:gd name="connsiteX2" fmla="*/ 533104 w 603135"/>
                <a:gd name="connsiteY2" fmla="*/ 246173 h 496646"/>
                <a:gd name="connsiteX3" fmla="*/ 508118 w 603135"/>
                <a:gd name="connsiteY3" fmla="*/ 265769 h 496646"/>
                <a:gd name="connsiteX4" fmla="*/ 457636 w 603135"/>
                <a:gd name="connsiteY4" fmla="*/ 295927 h 496646"/>
                <a:gd name="connsiteX5" fmla="*/ 296062 w 603135"/>
                <a:gd name="connsiteY5" fmla="*/ 353840 h 496646"/>
                <a:gd name="connsiteX6" fmla="*/ 188031 w 603135"/>
                <a:gd name="connsiteY6" fmla="*/ 385237 h 496646"/>
                <a:gd name="connsiteX7" fmla="*/ 3001 w 603135"/>
                <a:gd name="connsiteY7" fmla="*/ 495526 h 496646"/>
                <a:gd name="connsiteX8" fmla="*/ 114935 w 603135"/>
                <a:gd name="connsiteY8" fmla="*/ 384829 h 496646"/>
                <a:gd name="connsiteX9" fmla="*/ 121231 w 603135"/>
                <a:gd name="connsiteY9" fmla="*/ 389608 h 496646"/>
                <a:gd name="connsiteX10" fmla="*/ 86192 w 603135"/>
                <a:gd name="connsiteY10" fmla="*/ 322516 h 496646"/>
                <a:gd name="connsiteX11" fmla="*/ 85099 w 603135"/>
                <a:gd name="connsiteY11" fmla="*/ 185565 h 496646"/>
                <a:gd name="connsiteX12" fmla="*/ 163628 w 603135"/>
                <a:gd name="connsiteY12" fmla="*/ 77461 h 496646"/>
                <a:gd name="connsiteX13" fmla="*/ 216879 w 603135"/>
                <a:gd name="connsiteY13" fmla="*/ 47448 h 496646"/>
                <a:gd name="connsiteX14" fmla="*/ 222051 w 603135"/>
                <a:gd name="connsiteY14" fmla="*/ 40455 h 496646"/>
                <a:gd name="connsiteX15" fmla="*/ 224091 w 603135"/>
                <a:gd name="connsiteY15" fmla="*/ 36740 h 496646"/>
                <a:gd name="connsiteX16" fmla="*/ 229846 w 603135"/>
                <a:gd name="connsiteY16" fmla="*/ 25595 h 496646"/>
                <a:gd name="connsiteX17" fmla="*/ 262335 w 603135"/>
                <a:gd name="connsiteY17" fmla="*/ 20933 h 496646"/>
                <a:gd name="connsiteX18" fmla="*/ 265977 w 603135"/>
                <a:gd name="connsiteY18" fmla="*/ 21297 h 496646"/>
                <a:gd name="connsiteX19" fmla="*/ 272095 w 603135"/>
                <a:gd name="connsiteY19" fmla="*/ 21588 h 496646"/>
                <a:gd name="connsiteX20" fmla="*/ 393094 w 603135"/>
                <a:gd name="connsiteY20" fmla="*/ -120 h 496646"/>
                <a:gd name="connsiteX21" fmla="*/ 516058 w 603135"/>
                <a:gd name="connsiteY21" fmla="*/ 43661 h 496646"/>
                <a:gd name="connsiteX22" fmla="*/ 538787 w 603135"/>
                <a:gd name="connsiteY22" fmla="*/ 53932 h 496646"/>
                <a:gd name="connsiteX23" fmla="*/ 600779 w 603135"/>
                <a:gd name="connsiteY23" fmla="*/ 119348 h 496646"/>
                <a:gd name="connsiteX24" fmla="*/ 586136 w 603135"/>
                <a:gd name="connsiteY24" fmla="*/ 184982 h 4966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03135" h="496646">
                  <a:moveTo>
                    <a:pt x="586136" y="184982"/>
                  </a:moveTo>
                  <a:cubicBezTo>
                    <a:pt x="581246" y="192913"/>
                    <a:pt x="575895" y="200551"/>
                    <a:pt x="570110" y="207856"/>
                  </a:cubicBezTo>
                  <a:cubicBezTo>
                    <a:pt x="559065" y="221814"/>
                    <a:pt x="546669" y="234649"/>
                    <a:pt x="533104" y="246173"/>
                  </a:cubicBezTo>
                  <a:cubicBezTo>
                    <a:pt x="525118" y="253130"/>
                    <a:pt x="516778" y="259671"/>
                    <a:pt x="508118" y="265769"/>
                  </a:cubicBezTo>
                  <a:cubicBezTo>
                    <a:pt x="492067" y="277067"/>
                    <a:pt x="475192" y="287148"/>
                    <a:pt x="457636" y="295927"/>
                  </a:cubicBezTo>
                  <a:cubicBezTo>
                    <a:pt x="406497" y="321715"/>
                    <a:pt x="351134" y="337887"/>
                    <a:pt x="296062" y="353840"/>
                  </a:cubicBezTo>
                  <a:cubicBezTo>
                    <a:pt x="260076" y="364330"/>
                    <a:pt x="224066" y="374796"/>
                    <a:pt x="188031" y="385237"/>
                  </a:cubicBezTo>
                  <a:cubicBezTo>
                    <a:pt x="150369" y="413720"/>
                    <a:pt x="24199" y="507182"/>
                    <a:pt x="3001" y="495526"/>
                  </a:cubicBezTo>
                  <a:cubicBezTo>
                    <a:pt x="-21984" y="481758"/>
                    <a:pt x="114935" y="384829"/>
                    <a:pt x="114935" y="384829"/>
                  </a:cubicBezTo>
                  <a:lnTo>
                    <a:pt x="121231" y="389608"/>
                  </a:lnTo>
                  <a:cubicBezTo>
                    <a:pt x="101198" y="377005"/>
                    <a:pt x="90709" y="347794"/>
                    <a:pt x="86192" y="322516"/>
                  </a:cubicBezTo>
                  <a:cubicBezTo>
                    <a:pt x="78179" y="277279"/>
                    <a:pt x="74391" y="230293"/>
                    <a:pt x="85099" y="185565"/>
                  </a:cubicBezTo>
                  <a:cubicBezTo>
                    <a:pt x="95807" y="140910"/>
                    <a:pt x="122688" y="98368"/>
                    <a:pt x="163628" y="77461"/>
                  </a:cubicBezTo>
                  <a:cubicBezTo>
                    <a:pt x="181767" y="68136"/>
                    <a:pt x="203766" y="61799"/>
                    <a:pt x="216879" y="47448"/>
                  </a:cubicBezTo>
                  <a:cubicBezTo>
                    <a:pt x="218866" y="45324"/>
                    <a:pt x="220602" y="42978"/>
                    <a:pt x="222051" y="40455"/>
                  </a:cubicBezTo>
                  <a:cubicBezTo>
                    <a:pt x="222844" y="39282"/>
                    <a:pt x="223527" y="38039"/>
                    <a:pt x="224091" y="36740"/>
                  </a:cubicBezTo>
                  <a:cubicBezTo>
                    <a:pt x="225538" y="32800"/>
                    <a:pt x="227471" y="29056"/>
                    <a:pt x="229846" y="25595"/>
                  </a:cubicBezTo>
                  <a:cubicBezTo>
                    <a:pt x="237349" y="16926"/>
                    <a:pt x="250971" y="19549"/>
                    <a:pt x="262335" y="20933"/>
                  </a:cubicBezTo>
                  <a:cubicBezTo>
                    <a:pt x="263573" y="21078"/>
                    <a:pt x="264738" y="21224"/>
                    <a:pt x="265977" y="21297"/>
                  </a:cubicBezTo>
                  <a:cubicBezTo>
                    <a:pt x="268010" y="21503"/>
                    <a:pt x="270052" y="21600"/>
                    <a:pt x="272095" y="21588"/>
                  </a:cubicBezTo>
                  <a:cubicBezTo>
                    <a:pt x="312671" y="22462"/>
                    <a:pt x="352009" y="-120"/>
                    <a:pt x="393094" y="-120"/>
                  </a:cubicBezTo>
                  <a:cubicBezTo>
                    <a:pt x="438113" y="-193"/>
                    <a:pt x="476429" y="25886"/>
                    <a:pt x="516058" y="43661"/>
                  </a:cubicBezTo>
                  <a:cubicBezTo>
                    <a:pt x="524071" y="47303"/>
                    <a:pt x="531648" y="50581"/>
                    <a:pt x="538787" y="53932"/>
                  </a:cubicBezTo>
                  <a:cubicBezTo>
                    <a:pt x="567415" y="67263"/>
                    <a:pt x="588977" y="81468"/>
                    <a:pt x="600779" y="119348"/>
                  </a:cubicBezTo>
                  <a:cubicBezTo>
                    <a:pt x="607626" y="141493"/>
                    <a:pt x="598228" y="165314"/>
                    <a:pt x="586136" y="184982"/>
                  </a:cubicBezTo>
                  <a:close/>
                </a:path>
              </a:pathLst>
            </a:custGeom>
            <a:solidFill>
              <a:srgbClr val="3F3D56"/>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38" name="任意多边形: 形状 37">
              <a:extLst>
                <a:ext uri="{FF2B5EF4-FFF2-40B4-BE49-F238E27FC236}">
                  <a16:creationId xmlns:a16="http://schemas.microsoft.com/office/drawing/2014/main" id="{CE76A2BB-65A5-4D67-A0D4-E1129BBEC632}"/>
                </a:ext>
              </a:extLst>
            </p:cNvPr>
            <p:cNvSpPr/>
            <p:nvPr/>
          </p:nvSpPr>
          <p:spPr>
            <a:xfrm>
              <a:off x="2959239" y="792015"/>
              <a:ext cx="57769" cy="31222"/>
            </a:xfrm>
            <a:custGeom>
              <a:avLst/>
              <a:gdLst>
                <a:gd name="connsiteX0" fmla="*/ 55173 w 57769"/>
                <a:gd name="connsiteY0" fmla="*/ 172 h 31222"/>
                <a:gd name="connsiteX1" fmla="*/ 50875 w 57769"/>
                <a:gd name="connsiteY1" fmla="*/ 23920 h 31222"/>
                <a:gd name="connsiteX2" fmla="*/ 33829 w 57769"/>
                <a:gd name="connsiteY2" fmla="*/ 29966 h 31222"/>
                <a:gd name="connsiteX3" fmla="*/ 20571 w 57769"/>
                <a:gd name="connsiteY3" fmla="*/ 30986 h 31222"/>
                <a:gd name="connsiteX4" fmla="*/ 3015 w 57769"/>
                <a:gd name="connsiteY4" fmla="*/ 27999 h 31222"/>
                <a:gd name="connsiteX5" fmla="*/ -45 w 57769"/>
                <a:gd name="connsiteY5" fmla="*/ 26032 h 31222"/>
                <a:gd name="connsiteX6" fmla="*/ 5127 w 57769"/>
                <a:gd name="connsiteY6" fmla="*/ 19039 h 31222"/>
                <a:gd name="connsiteX7" fmla="*/ 11246 w 57769"/>
                <a:gd name="connsiteY7" fmla="*/ 19330 h 31222"/>
                <a:gd name="connsiteX8" fmla="*/ 33100 w 57769"/>
                <a:gd name="connsiteY8" fmla="*/ 15615 h 31222"/>
                <a:gd name="connsiteX9" fmla="*/ 41332 w 57769"/>
                <a:gd name="connsiteY9" fmla="*/ 11682 h 31222"/>
                <a:gd name="connsiteX10" fmla="*/ 49053 w 57769"/>
                <a:gd name="connsiteY10" fmla="*/ -120 h 312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769" h="31222">
                  <a:moveTo>
                    <a:pt x="55173" y="172"/>
                  </a:moveTo>
                  <a:cubicBezTo>
                    <a:pt x="59809" y="8062"/>
                    <a:pt x="57982" y="18155"/>
                    <a:pt x="50875" y="23920"/>
                  </a:cubicBezTo>
                  <a:cubicBezTo>
                    <a:pt x="45862" y="27473"/>
                    <a:pt x="39961" y="29567"/>
                    <a:pt x="33829" y="29966"/>
                  </a:cubicBezTo>
                  <a:cubicBezTo>
                    <a:pt x="29433" y="30562"/>
                    <a:pt x="25006" y="30902"/>
                    <a:pt x="20571" y="30986"/>
                  </a:cubicBezTo>
                  <a:cubicBezTo>
                    <a:pt x="14561" y="31470"/>
                    <a:pt x="8526" y="30443"/>
                    <a:pt x="3015" y="27999"/>
                  </a:cubicBezTo>
                  <a:cubicBezTo>
                    <a:pt x="1942" y="27429"/>
                    <a:pt x="919" y="26771"/>
                    <a:pt x="-45" y="26032"/>
                  </a:cubicBezTo>
                  <a:cubicBezTo>
                    <a:pt x="1943" y="23908"/>
                    <a:pt x="3678" y="21561"/>
                    <a:pt x="5127" y="19039"/>
                  </a:cubicBezTo>
                  <a:cubicBezTo>
                    <a:pt x="6147" y="19840"/>
                    <a:pt x="7167" y="19622"/>
                    <a:pt x="11246" y="19330"/>
                  </a:cubicBezTo>
                  <a:cubicBezTo>
                    <a:pt x="18653" y="18970"/>
                    <a:pt x="25990" y="17723"/>
                    <a:pt x="33100" y="15615"/>
                  </a:cubicBezTo>
                  <a:cubicBezTo>
                    <a:pt x="36066" y="14830"/>
                    <a:pt x="38858" y="13496"/>
                    <a:pt x="41332" y="11682"/>
                  </a:cubicBezTo>
                  <a:cubicBezTo>
                    <a:pt x="44977" y="8563"/>
                    <a:pt x="47656" y="4469"/>
                    <a:pt x="49053" y="-120"/>
                  </a:cubicBezTo>
                  <a:close/>
                </a:path>
              </a:pathLst>
            </a:custGeom>
            <a:solidFill>
              <a:srgbClr val="000000">
                <a:alpha val="10000"/>
              </a:srgbClr>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39" name="任意多边形: 形状 38">
              <a:extLst>
                <a:ext uri="{FF2B5EF4-FFF2-40B4-BE49-F238E27FC236}">
                  <a16:creationId xmlns:a16="http://schemas.microsoft.com/office/drawing/2014/main" id="{FC5B858F-BB7B-4273-8C66-936BA1C20398}"/>
                </a:ext>
              </a:extLst>
            </p:cNvPr>
            <p:cNvSpPr/>
            <p:nvPr/>
          </p:nvSpPr>
          <p:spPr>
            <a:xfrm>
              <a:off x="2859995" y="1153962"/>
              <a:ext cx="68540" cy="9864"/>
            </a:xfrm>
            <a:custGeom>
              <a:avLst/>
              <a:gdLst>
                <a:gd name="connsiteX0" fmla="*/ -45 w 68540"/>
                <a:gd name="connsiteY0" fmla="*/ 393 h 9864"/>
                <a:gd name="connsiteX1" fmla="*/ 18643 w 68540"/>
                <a:gd name="connsiteY1" fmla="*/ 7350 h 9864"/>
                <a:gd name="connsiteX2" fmla="*/ 68495 w 68540"/>
                <a:gd name="connsiteY2" fmla="*/ -120 h 9864"/>
              </a:gdLst>
              <a:ahLst/>
              <a:cxnLst>
                <a:cxn ang="0">
                  <a:pos x="connsiteX0" y="connsiteY0"/>
                </a:cxn>
                <a:cxn ang="0">
                  <a:pos x="connsiteX1" y="connsiteY1"/>
                </a:cxn>
                <a:cxn ang="0">
                  <a:pos x="connsiteX2" y="connsiteY2"/>
                </a:cxn>
              </a:cxnLst>
              <a:rect l="l" t="t" r="r" b="b"/>
              <a:pathLst>
                <a:path w="68540" h="9864">
                  <a:moveTo>
                    <a:pt x="-45" y="393"/>
                  </a:moveTo>
                  <a:cubicBezTo>
                    <a:pt x="5654" y="3944"/>
                    <a:pt x="12009" y="6310"/>
                    <a:pt x="18643" y="7350"/>
                  </a:cubicBezTo>
                  <a:cubicBezTo>
                    <a:pt x="35553" y="12266"/>
                    <a:pt x="53768" y="9536"/>
                    <a:pt x="68495" y="-120"/>
                  </a:cubicBezTo>
                </a:path>
              </a:pathLst>
            </a:custGeom>
            <a:solidFill>
              <a:srgbClr val="000000">
                <a:alpha val="10000"/>
              </a:srgbClr>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grpSp>
      <p:sp>
        <p:nvSpPr>
          <p:cNvPr id="41" name="文本框 40">
            <a:extLst>
              <a:ext uri="{FF2B5EF4-FFF2-40B4-BE49-F238E27FC236}">
                <a16:creationId xmlns:a16="http://schemas.microsoft.com/office/drawing/2014/main" id="{FA95ABE4-F209-49FB-8F4A-C91463BB21AE}"/>
              </a:ext>
            </a:extLst>
          </p:cNvPr>
          <p:cNvSpPr txBox="1"/>
          <p:nvPr/>
        </p:nvSpPr>
        <p:spPr>
          <a:xfrm>
            <a:off x="542580" y="5971405"/>
            <a:ext cx="2592376" cy="338554"/>
          </a:xfrm>
          <a:prstGeom prst="rect">
            <a:avLst/>
          </a:prstGeom>
          <a:noFill/>
        </p:spPr>
        <p:txBody>
          <a:bodyPr wrap="none" lIns="91440" tIns="45720" rIns="91440" bIns="45720" rtlCol="0">
            <a:spAutoFit/>
          </a:bodyPr>
          <a:lstStyle/>
          <a:p>
            <a:pPr algn="l"/>
            <a:r>
              <a:rPr lang="zh-CN" altLang="en-US" sz="1600" dirty="0">
                <a:solidFill>
                  <a:schemeClr val="tx1"/>
                </a:solidFill>
                <a:latin typeface="微软雅黑 Light" panose="020B0502040204020203" pitchFamily="34" charset="-122"/>
                <a:ea typeface="微软雅黑 Light" panose="020B0502040204020203" pitchFamily="34" charset="-122"/>
              </a:rPr>
              <a:t>当数据中出现标记</a:t>
            </a:r>
            <a:r>
              <a:rPr lang="en-US" altLang="zh-CN" sz="1600" dirty="0">
                <a:solidFill>
                  <a:schemeClr val="tx1"/>
                </a:solidFill>
                <a:latin typeface="微软雅黑 Light" panose="020B0502040204020203" pitchFamily="34" charset="-122"/>
                <a:ea typeface="微软雅黑 Light" panose="020B0502040204020203" pitchFamily="34" charset="-122"/>
              </a:rPr>
              <a:t>0x7E</a:t>
            </a:r>
            <a:r>
              <a:rPr lang="zh-CN" altLang="en-US" sz="1600" dirty="0">
                <a:solidFill>
                  <a:schemeClr val="tx1"/>
                </a:solidFill>
                <a:latin typeface="微软雅黑 Light" panose="020B0502040204020203" pitchFamily="34" charset="-122"/>
                <a:ea typeface="微软雅黑 Light" panose="020B0502040204020203" pitchFamily="34" charset="-122"/>
              </a:rPr>
              <a:t>时</a:t>
            </a:r>
            <a:r>
              <a:rPr lang="en-US" altLang="zh-CN" sz="1600" dirty="0">
                <a:solidFill>
                  <a:schemeClr val="tx1"/>
                </a:solidFill>
                <a:latin typeface="微软雅黑 Light" panose="020B0502040204020203" pitchFamily="34" charset="-122"/>
                <a:ea typeface="微软雅黑 Light" panose="020B0502040204020203" pitchFamily="34" charset="-122"/>
              </a:rPr>
              <a:t>?</a:t>
            </a:r>
            <a:endParaRPr lang="zh-CN" altLang="en-US" sz="1600" dirty="0">
              <a:solidFill>
                <a:schemeClr val="tx1"/>
              </a:solidFill>
              <a:latin typeface="微软雅黑 Light" panose="020B0502040204020203" pitchFamily="34" charset="-122"/>
              <a:ea typeface="微软雅黑 Light" panose="020B0502040204020203" pitchFamily="34" charset="-122"/>
            </a:endParaRPr>
          </a:p>
        </p:txBody>
      </p:sp>
    </p:spTree>
    <p:extLst>
      <p:ext uri="{BB962C8B-B14F-4D97-AF65-F5344CB8AC3E}">
        <p14:creationId xmlns:p14="http://schemas.microsoft.com/office/powerpoint/2010/main" val="11370816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Char"/>
      </p:transition>
    </mc:Choice>
    <mc:Fallback xmlns="">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a:extLst>
              <a:ext uri="{FF2B5EF4-FFF2-40B4-BE49-F238E27FC236}">
                <a16:creationId xmlns:a16="http://schemas.microsoft.com/office/drawing/2014/main" id="{680003E4-6F4B-42ED-B3A5-B7B93BFB7B8B}"/>
              </a:ext>
            </a:extLst>
          </p:cNvPr>
          <p:cNvSpPr>
            <a:spLocks noGrp="1"/>
          </p:cNvSpPr>
          <p:nvPr>
            <p:ph type="title"/>
          </p:nvPr>
        </p:nvSpPr>
        <p:spPr/>
        <p:txBody>
          <a:bodyPr/>
          <a:lstStyle/>
          <a:p>
            <a:r>
              <a:rPr lang="en-US" altLang="zh-CN" dirty="0"/>
              <a:t>PPP</a:t>
            </a:r>
            <a:r>
              <a:rPr lang="zh-CN" altLang="en-US" dirty="0"/>
              <a:t>之字节填充</a:t>
            </a:r>
          </a:p>
        </p:txBody>
      </p:sp>
      <p:sp>
        <p:nvSpPr>
          <p:cNvPr id="4" name="文本占位符 3">
            <a:extLst>
              <a:ext uri="{FF2B5EF4-FFF2-40B4-BE49-F238E27FC236}">
                <a16:creationId xmlns:a16="http://schemas.microsoft.com/office/drawing/2014/main" id="{D81DE4BE-D5F7-4413-B006-C7ED23CA6945}"/>
              </a:ext>
            </a:extLst>
          </p:cNvPr>
          <p:cNvSpPr>
            <a:spLocks noGrp="1"/>
          </p:cNvSpPr>
          <p:nvPr>
            <p:ph type="body" sz="quarter" idx="11"/>
          </p:nvPr>
        </p:nvSpPr>
        <p:spPr/>
        <p:txBody>
          <a:bodyPr/>
          <a:lstStyle/>
          <a:p>
            <a:r>
              <a:rPr lang="en-US" altLang="zh-CN" dirty="0"/>
              <a:t>Byte stuffing</a:t>
            </a:r>
            <a:endParaRPr lang="zh-CN" altLang="en-US" dirty="0"/>
          </a:p>
        </p:txBody>
      </p:sp>
      <p:sp>
        <p:nvSpPr>
          <p:cNvPr id="3" name="文本占位符 2">
            <a:extLst>
              <a:ext uri="{FF2B5EF4-FFF2-40B4-BE49-F238E27FC236}">
                <a16:creationId xmlns:a16="http://schemas.microsoft.com/office/drawing/2014/main" id="{20AA8CDF-E629-424B-BA0A-F3F50A349EB3}"/>
              </a:ext>
            </a:extLst>
          </p:cNvPr>
          <p:cNvSpPr>
            <a:spLocks noGrp="1"/>
          </p:cNvSpPr>
          <p:nvPr>
            <p:ph type="body" sz="quarter" idx="12"/>
          </p:nvPr>
        </p:nvSpPr>
        <p:spPr/>
        <p:txBody>
          <a:bodyPr/>
          <a:lstStyle/>
          <a:p>
            <a:r>
              <a:rPr lang="zh-CN" altLang="en-US" dirty="0"/>
              <a:t>使用转义符号</a:t>
            </a:r>
            <a:r>
              <a:rPr lang="en-US" altLang="zh-CN" dirty="0"/>
              <a:t>0x7D</a:t>
            </a:r>
            <a:r>
              <a:rPr lang="zh-CN" altLang="en-US" dirty="0"/>
              <a:t>（</a:t>
            </a:r>
            <a:r>
              <a:rPr lang="en-US" altLang="zh-CN" dirty="0"/>
              <a:t>0111 1101</a:t>
            </a:r>
            <a:r>
              <a:rPr lang="zh-CN" altLang="en-US" dirty="0"/>
              <a:t>）进行字节填充，以保障透明传输</a:t>
            </a:r>
            <a:endParaRPr lang="en-US" altLang="zh-CN" dirty="0"/>
          </a:p>
          <a:p>
            <a:r>
              <a:rPr lang="zh-CN" altLang="en-US" dirty="0"/>
              <a:t>适用于异步传输</a:t>
            </a:r>
            <a:endParaRPr lang="en-US" altLang="zh-CN" dirty="0"/>
          </a:p>
          <a:p>
            <a:endParaRPr lang="en-US" altLang="zh-CN" dirty="0"/>
          </a:p>
          <a:p>
            <a:pPr lvl="1"/>
            <a:r>
              <a:rPr lang="zh-CN" altLang="en-US" dirty="0"/>
              <a:t>情况</a:t>
            </a:r>
            <a:r>
              <a:rPr lang="en-US" altLang="zh-CN" dirty="0"/>
              <a:t>1</a:t>
            </a:r>
            <a:r>
              <a:rPr lang="zh-CN" altLang="en-US" dirty="0"/>
              <a:t>：出现帧定界符</a:t>
            </a:r>
            <a:r>
              <a:rPr lang="en-US" altLang="zh-CN" dirty="0"/>
              <a:t>0x7E</a:t>
            </a:r>
            <a:r>
              <a:rPr lang="zh-CN" altLang="en-US" dirty="0"/>
              <a:t>，将其转变为</a:t>
            </a:r>
            <a:r>
              <a:rPr lang="en-US" altLang="zh-CN" dirty="0"/>
              <a:t>2</a:t>
            </a:r>
            <a:r>
              <a:rPr lang="zh-CN" altLang="en-US" dirty="0"/>
              <a:t>个字节：</a:t>
            </a:r>
            <a:r>
              <a:rPr lang="en-US" altLang="zh-CN" dirty="0"/>
              <a:t>0x7D</a:t>
            </a:r>
            <a:r>
              <a:rPr lang="zh-CN" altLang="en-US" dirty="0"/>
              <a:t>和</a:t>
            </a:r>
            <a:r>
              <a:rPr lang="en-US" altLang="zh-CN" dirty="0"/>
              <a:t>0x5E</a:t>
            </a:r>
          </a:p>
          <a:p>
            <a:pPr lvl="1"/>
            <a:endParaRPr lang="en-US" altLang="zh-CN" dirty="0"/>
          </a:p>
          <a:p>
            <a:pPr lvl="1"/>
            <a:r>
              <a:rPr lang="zh-CN" altLang="en-US" dirty="0"/>
              <a:t>情况</a:t>
            </a:r>
            <a:r>
              <a:rPr lang="en-US" altLang="zh-CN" dirty="0"/>
              <a:t>2</a:t>
            </a:r>
            <a:r>
              <a:rPr lang="zh-CN" altLang="en-US" dirty="0"/>
              <a:t>：出现转义字符</a:t>
            </a:r>
            <a:r>
              <a:rPr lang="en-US" altLang="zh-CN" dirty="0"/>
              <a:t>0x7D</a:t>
            </a:r>
            <a:r>
              <a:rPr lang="zh-CN" altLang="en-US" dirty="0"/>
              <a:t>，将其转变为</a:t>
            </a:r>
            <a:r>
              <a:rPr lang="en-US" altLang="zh-CN" dirty="0"/>
              <a:t>2</a:t>
            </a:r>
            <a:r>
              <a:rPr lang="zh-CN" altLang="en-US" dirty="0"/>
              <a:t>个字节：</a:t>
            </a:r>
            <a:r>
              <a:rPr lang="en-US" altLang="zh-CN" dirty="0"/>
              <a:t>0x7D</a:t>
            </a:r>
            <a:r>
              <a:rPr lang="zh-CN" altLang="en-US" dirty="0"/>
              <a:t>和</a:t>
            </a:r>
            <a:r>
              <a:rPr lang="en-US" altLang="zh-CN" dirty="0"/>
              <a:t>0x5D</a:t>
            </a:r>
          </a:p>
          <a:p>
            <a:pPr lvl="1"/>
            <a:endParaRPr lang="en-US" altLang="zh-CN" dirty="0"/>
          </a:p>
          <a:p>
            <a:pPr lvl="1"/>
            <a:r>
              <a:rPr lang="zh-CN" altLang="en-US" dirty="0"/>
              <a:t>情况</a:t>
            </a:r>
            <a:r>
              <a:rPr lang="en-US" altLang="zh-CN" dirty="0"/>
              <a:t>3</a:t>
            </a:r>
            <a:r>
              <a:rPr lang="zh-CN" altLang="en-US" dirty="0"/>
              <a:t>：其它</a:t>
            </a:r>
            <a:r>
              <a:rPr lang="en-US" altLang="zh-CN" dirty="0">
                <a:hlinkClick r:id="rId2"/>
              </a:rPr>
              <a:t>ASCII</a:t>
            </a:r>
            <a:r>
              <a:rPr lang="zh-CN" altLang="en-US" dirty="0">
                <a:hlinkClick r:id="rId2"/>
              </a:rPr>
              <a:t>控制字符</a:t>
            </a:r>
            <a:r>
              <a:rPr lang="zh-CN" altLang="en-US" dirty="0"/>
              <a:t>（</a:t>
            </a:r>
            <a:r>
              <a:rPr lang="en-US" altLang="zh-CN" dirty="0"/>
              <a:t>&lt;0x20</a:t>
            </a:r>
            <a:r>
              <a:rPr lang="zh-CN" altLang="en-US" dirty="0"/>
              <a:t>），在其前面加上</a:t>
            </a:r>
            <a:r>
              <a:rPr lang="en-US" altLang="zh-CN" dirty="0"/>
              <a:t>0x7D</a:t>
            </a:r>
            <a:r>
              <a:rPr lang="zh-CN" altLang="en-US" dirty="0"/>
              <a:t>，同时调整该字符的编码</a:t>
            </a:r>
          </a:p>
        </p:txBody>
      </p:sp>
      <p:graphicFrame>
        <p:nvGraphicFramePr>
          <p:cNvPr id="2" name="表格 4">
            <a:extLst>
              <a:ext uri="{FF2B5EF4-FFF2-40B4-BE49-F238E27FC236}">
                <a16:creationId xmlns:a16="http://schemas.microsoft.com/office/drawing/2014/main" id="{A2993FE5-3A45-484A-86F7-99E9136EBB3E}"/>
              </a:ext>
            </a:extLst>
          </p:cNvPr>
          <p:cNvGraphicFramePr>
            <a:graphicFrameLocks noGrp="1"/>
          </p:cNvGraphicFramePr>
          <p:nvPr>
            <p:extLst>
              <p:ext uri="{D42A27DB-BD31-4B8C-83A1-F6EECF244321}">
                <p14:modId xmlns:p14="http://schemas.microsoft.com/office/powerpoint/2010/main" val="490439758"/>
              </p:ext>
            </p:extLst>
          </p:nvPr>
        </p:nvGraphicFramePr>
        <p:xfrm>
          <a:off x="1786886" y="4249447"/>
          <a:ext cx="8128000" cy="370840"/>
        </p:xfrm>
        <a:graphic>
          <a:graphicData uri="http://schemas.openxmlformats.org/drawingml/2006/table">
            <a:tbl>
              <a:tblPr bandRow="1">
                <a:tableStyleId>{21E4AEA4-8DFA-4A89-87EB-49C32662AFE0}</a:tableStyleId>
              </a:tblPr>
              <a:tblGrid>
                <a:gridCol w="2032000">
                  <a:extLst>
                    <a:ext uri="{9D8B030D-6E8A-4147-A177-3AD203B41FA5}">
                      <a16:colId xmlns:a16="http://schemas.microsoft.com/office/drawing/2014/main" val="92464180"/>
                    </a:ext>
                  </a:extLst>
                </a:gridCol>
                <a:gridCol w="2032000">
                  <a:extLst>
                    <a:ext uri="{9D8B030D-6E8A-4147-A177-3AD203B41FA5}">
                      <a16:colId xmlns:a16="http://schemas.microsoft.com/office/drawing/2014/main" val="4132671842"/>
                    </a:ext>
                  </a:extLst>
                </a:gridCol>
                <a:gridCol w="2032000">
                  <a:extLst>
                    <a:ext uri="{9D8B030D-6E8A-4147-A177-3AD203B41FA5}">
                      <a16:colId xmlns:a16="http://schemas.microsoft.com/office/drawing/2014/main" val="3229837781"/>
                    </a:ext>
                  </a:extLst>
                </a:gridCol>
                <a:gridCol w="2032000">
                  <a:extLst>
                    <a:ext uri="{9D8B030D-6E8A-4147-A177-3AD203B41FA5}">
                      <a16:colId xmlns:a16="http://schemas.microsoft.com/office/drawing/2014/main" val="1651333603"/>
                    </a:ext>
                  </a:extLst>
                </a:gridCol>
              </a:tblGrid>
              <a:tr h="370840">
                <a:tc>
                  <a:txBody>
                    <a:bodyPr/>
                    <a:lstStyle/>
                    <a:p>
                      <a:pPr algn="ctr"/>
                      <a:r>
                        <a:rPr lang="en-US" altLang="zh-CN" dirty="0">
                          <a:latin typeface="微软雅黑 Light" panose="020B0502040204020203" pitchFamily="34" charset="-122"/>
                          <a:ea typeface="微软雅黑 Light" panose="020B0502040204020203" pitchFamily="34" charset="-122"/>
                        </a:rPr>
                        <a:t>0x03</a:t>
                      </a:r>
                      <a:endParaRPr lang="zh-CN" altLang="en-US" dirty="0">
                        <a:latin typeface="微软雅黑 Light" panose="020B0502040204020203" pitchFamily="34" charset="-122"/>
                      </a:endParaRPr>
                    </a:p>
                  </a:txBody>
                  <a:tcPr anchor="ctr"/>
                </a:tc>
                <a:tc>
                  <a:txBody>
                    <a:bodyPr/>
                    <a:lstStyle/>
                    <a:p>
                      <a:pPr algn="ctr"/>
                      <a:r>
                        <a:rPr lang="zh-CN" altLang="en-US" dirty="0">
                          <a:latin typeface="微软雅黑 Light" panose="020B0502040204020203" pitchFamily="34" charset="-122"/>
                          <a:ea typeface="微软雅黑 Light" panose="020B0502040204020203" pitchFamily="34" charset="-122"/>
                          <a:sym typeface="Wingdings 3" panose="05040102010807070707" pitchFamily="18" charset="2"/>
                        </a:rPr>
                        <a:t></a:t>
                      </a:r>
                      <a:endParaRPr lang="zh-CN" altLang="en-US" dirty="0">
                        <a:latin typeface="微软雅黑 Light" panose="020B0502040204020203" pitchFamily="34" charset="-122"/>
                      </a:endParaRPr>
                    </a:p>
                  </a:txBody>
                  <a:tcPr anchor="ctr">
                    <a:noFill/>
                  </a:tcPr>
                </a:tc>
                <a:tc>
                  <a:txBody>
                    <a:bodyPr/>
                    <a:lstStyle/>
                    <a:p>
                      <a:pPr algn="ctr"/>
                      <a:r>
                        <a:rPr lang="en-US" altLang="zh-CN" dirty="0">
                          <a:latin typeface="微软雅黑 Light" panose="020B0502040204020203" pitchFamily="34" charset="-122"/>
                          <a:ea typeface="微软雅黑 Light" panose="020B0502040204020203" pitchFamily="34" charset="-122"/>
                        </a:rPr>
                        <a:t>0x7D</a:t>
                      </a:r>
                      <a:endParaRPr lang="zh-CN" altLang="en-US" dirty="0">
                        <a:latin typeface="微软雅黑 Light" panose="020B0502040204020203" pitchFamily="34" charset="-122"/>
                      </a:endParaRPr>
                    </a:p>
                  </a:txBody>
                  <a:tcPr anchor="ctr"/>
                </a:tc>
                <a:tc>
                  <a:txBody>
                    <a:bodyPr/>
                    <a:lstStyle/>
                    <a:p>
                      <a:pPr algn="ctr"/>
                      <a:r>
                        <a:rPr lang="en-US" altLang="zh-CN" dirty="0">
                          <a:latin typeface="微软雅黑 Light" panose="020B0502040204020203" pitchFamily="34" charset="-122"/>
                          <a:ea typeface="微软雅黑 Light" panose="020B0502040204020203" pitchFamily="34" charset="-122"/>
                        </a:rPr>
                        <a:t>0x23</a:t>
                      </a:r>
                      <a:endParaRPr lang="zh-CN" altLang="en-US" dirty="0">
                        <a:latin typeface="微软雅黑 Light" panose="020B0502040204020203" pitchFamily="34" charset="-122"/>
                      </a:endParaRPr>
                    </a:p>
                  </a:txBody>
                  <a:tcPr anchor="ctr"/>
                </a:tc>
                <a:extLst>
                  <a:ext uri="{0D108BD9-81ED-4DB2-BD59-A6C34878D82A}">
                    <a16:rowId xmlns:a16="http://schemas.microsoft.com/office/drawing/2014/main" val="807532734"/>
                  </a:ext>
                </a:extLst>
              </a:tr>
            </a:tbl>
          </a:graphicData>
        </a:graphic>
      </p:graphicFrame>
    </p:spTree>
    <p:extLst>
      <p:ext uri="{BB962C8B-B14F-4D97-AF65-F5344CB8AC3E}">
        <p14:creationId xmlns:p14="http://schemas.microsoft.com/office/powerpoint/2010/main" val="6779079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Char"/>
      </p:transition>
    </mc:Choice>
    <mc:Fallback xmlns="">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a:extLst>
              <a:ext uri="{FF2B5EF4-FFF2-40B4-BE49-F238E27FC236}">
                <a16:creationId xmlns:a16="http://schemas.microsoft.com/office/drawing/2014/main" id="{680003E4-6F4B-42ED-B3A5-B7B93BFB7B8B}"/>
              </a:ext>
            </a:extLst>
          </p:cNvPr>
          <p:cNvSpPr>
            <a:spLocks noGrp="1"/>
          </p:cNvSpPr>
          <p:nvPr>
            <p:ph type="title"/>
          </p:nvPr>
        </p:nvSpPr>
        <p:spPr/>
        <p:txBody>
          <a:bodyPr/>
          <a:lstStyle/>
          <a:p>
            <a:r>
              <a:rPr lang="en-US" altLang="zh-CN" dirty="0"/>
              <a:t>PPP</a:t>
            </a:r>
            <a:r>
              <a:rPr lang="zh-CN" altLang="en-US" dirty="0"/>
              <a:t>之</a:t>
            </a:r>
            <a:r>
              <a:rPr lang="en-US" altLang="zh-CN" dirty="0"/>
              <a:t>0bit</a:t>
            </a:r>
            <a:r>
              <a:rPr lang="zh-CN" altLang="en-US" dirty="0"/>
              <a:t>填充</a:t>
            </a:r>
          </a:p>
        </p:txBody>
      </p:sp>
      <p:sp>
        <p:nvSpPr>
          <p:cNvPr id="4" name="文本占位符 3">
            <a:extLst>
              <a:ext uri="{FF2B5EF4-FFF2-40B4-BE49-F238E27FC236}">
                <a16:creationId xmlns:a16="http://schemas.microsoft.com/office/drawing/2014/main" id="{D81DE4BE-D5F7-4413-B006-C7ED23CA6945}"/>
              </a:ext>
            </a:extLst>
          </p:cNvPr>
          <p:cNvSpPr>
            <a:spLocks noGrp="1"/>
          </p:cNvSpPr>
          <p:nvPr>
            <p:ph type="body" sz="quarter" idx="11"/>
          </p:nvPr>
        </p:nvSpPr>
        <p:spPr/>
        <p:txBody>
          <a:bodyPr/>
          <a:lstStyle/>
          <a:p>
            <a:r>
              <a:rPr lang="en-US" altLang="zh-CN" dirty="0"/>
              <a:t>0 bit stuffing</a:t>
            </a:r>
            <a:endParaRPr lang="zh-CN" altLang="en-US" dirty="0"/>
          </a:p>
        </p:txBody>
      </p:sp>
      <p:sp>
        <p:nvSpPr>
          <p:cNvPr id="3" name="文本占位符 2">
            <a:extLst>
              <a:ext uri="{FF2B5EF4-FFF2-40B4-BE49-F238E27FC236}">
                <a16:creationId xmlns:a16="http://schemas.microsoft.com/office/drawing/2014/main" id="{20AA8CDF-E629-424B-BA0A-F3F50A349EB3}"/>
              </a:ext>
            </a:extLst>
          </p:cNvPr>
          <p:cNvSpPr>
            <a:spLocks noGrp="1"/>
          </p:cNvSpPr>
          <p:nvPr>
            <p:ph type="body" sz="quarter" idx="12"/>
          </p:nvPr>
        </p:nvSpPr>
        <p:spPr/>
        <p:txBody>
          <a:bodyPr/>
          <a:lstStyle/>
          <a:p>
            <a:r>
              <a:rPr lang="zh-CN" altLang="en-US" dirty="0"/>
              <a:t>使用</a:t>
            </a:r>
            <a:r>
              <a:rPr lang="en-US" altLang="zh-CN" dirty="0"/>
              <a:t>0</a:t>
            </a:r>
            <a:r>
              <a:rPr lang="zh-CN" altLang="en-US" dirty="0"/>
              <a:t>比特进行填充，以保障透明传输</a:t>
            </a:r>
            <a:endParaRPr lang="en-US" altLang="zh-CN" dirty="0"/>
          </a:p>
          <a:p>
            <a:r>
              <a:rPr lang="zh-CN" altLang="en-US" dirty="0"/>
              <a:t>适用于同步传输</a:t>
            </a:r>
            <a:endParaRPr lang="en-US" altLang="zh-CN" dirty="0"/>
          </a:p>
          <a:p>
            <a:pPr lvl="1"/>
            <a:r>
              <a:rPr lang="zh-CN" altLang="en-US" dirty="0"/>
              <a:t>发端：每发现连续</a:t>
            </a:r>
            <a:r>
              <a:rPr lang="en-US" altLang="zh-CN" dirty="0"/>
              <a:t>5</a:t>
            </a:r>
            <a:r>
              <a:rPr lang="zh-CN" altLang="en-US" dirty="0"/>
              <a:t>个</a:t>
            </a:r>
            <a:r>
              <a:rPr lang="en-US" altLang="zh-CN" dirty="0"/>
              <a:t>1</a:t>
            </a:r>
            <a:r>
              <a:rPr lang="zh-CN" altLang="en-US" dirty="0"/>
              <a:t>，就填充</a:t>
            </a:r>
            <a:r>
              <a:rPr lang="en-US" altLang="zh-CN" dirty="0"/>
              <a:t>1</a:t>
            </a:r>
            <a:r>
              <a:rPr lang="zh-CN" altLang="en-US" dirty="0"/>
              <a:t>个</a:t>
            </a:r>
            <a:r>
              <a:rPr lang="en-US" altLang="zh-CN" dirty="0"/>
              <a:t>0</a:t>
            </a:r>
          </a:p>
          <a:p>
            <a:pPr lvl="1"/>
            <a:r>
              <a:rPr lang="zh-CN" altLang="en-US" dirty="0"/>
              <a:t>收端：每发现连续</a:t>
            </a:r>
            <a:r>
              <a:rPr lang="en-US" altLang="zh-CN" dirty="0"/>
              <a:t>5</a:t>
            </a:r>
            <a:r>
              <a:rPr lang="zh-CN" altLang="en-US" dirty="0"/>
              <a:t>个</a:t>
            </a:r>
            <a:r>
              <a:rPr lang="en-US" altLang="zh-CN" dirty="0"/>
              <a:t>1</a:t>
            </a:r>
            <a:r>
              <a:rPr lang="zh-CN" altLang="en-US" dirty="0"/>
              <a:t>，就删除其后面的</a:t>
            </a:r>
            <a:r>
              <a:rPr lang="en-US" altLang="zh-CN" dirty="0"/>
              <a:t>0</a:t>
            </a:r>
            <a:endParaRPr lang="zh-CN" altLang="en-US" dirty="0"/>
          </a:p>
        </p:txBody>
      </p:sp>
      <p:graphicFrame>
        <p:nvGraphicFramePr>
          <p:cNvPr id="5" name="表格 5">
            <a:extLst>
              <a:ext uri="{FF2B5EF4-FFF2-40B4-BE49-F238E27FC236}">
                <a16:creationId xmlns:a16="http://schemas.microsoft.com/office/drawing/2014/main" id="{6D897E67-43F9-40FB-A37C-88B615BF1A3A}"/>
              </a:ext>
            </a:extLst>
          </p:cNvPr>
          <p:cNvGraphicFramePr>
            <a:graphicFrameLocks noGrp="1"/>
          </p:cNvGraphicFramePr>
          <p:nvPr>
            <p:extLst>
              <p:ext uri="{D42A27DB-BD31-4B8C-83A1-F6EECF244321}">
                <p14:modId xmlns:p14="http://schemas.microsoft.com/office/powerpoint/2010/main" val="3756638696"/>
              </p:ext>
            </p:extLst>
          </p:nvPr>
        </p:nvGraphicFramePr>
        <p:xfrm>
          <a:off x="3612000" y="2763137"/>
          <a:ext cx="4428000" cy="1002890"/>
        </p:xfrm>
        <a:graphic>
          <a:graphicData uri="http://schemas.openxmlformats.org/drawingml/2006/table">
            <a:tbl>
              <a:tblPr bandRow="1">
                <a:tableStyleId>{21E4AEA4-8DFA-4A89-87EB-49C32662AFE0}</a:tableStyleId>
              </a:tblPr>
              <a:tblGrid>
                <a:gridCol w="913108">
                  <a:extLst>
                    <a:ext uri="{9D8B030D-6E8A-4147-A177-3AD203B41FA5}">
                      <a16:colId xmlns:a16="http://schemas.microsoft.com/office/drawing/2014/main" val="1493986673"/>
                    </a:ext>
                  </a:extLst>
                </a:gridCol>
                <a:gridCol w="3514892">
                  <a:extLst>
                    <a:ext uri="{9D8B030D-6E8A-4147-A177-3AD203B41FA5}">
                      <a16:colId xmlns:a16="http://schemas.microsoft.com/office/drawing/2014/main" val="188974079"/>
                    </a:ext>
                  </a:extLst>
                </a:gridCol>
              </a:tblGrid>
              <a:tr h="50144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200" b="0" i="0" baseline="0" dirty="0">
                        <a:solidFill>
                          <a:schemeClr val="tx1"/>
                        </a:solidFill>
                        <a:latin typeface="Courier New" panose="02070309020205020404" pitchFamily="49" charset="0"/>
                        <a:ea typeface="微软雅黑" panose="020B0503020204020204" pitchFamily="34" charset="-122"/>
                        <a:cs typeface="Courier New" panose="02070309020205020404" pitchFamily="49" charset="0"/>
                      </a:endParaRPr>
                    </a:p>
                  </a:txBody>
                  <a:tcPr anchor="ctr"/>
                </a:tc>
                <a:tc>
                  <a:txBody>
                    <a:bodyPr/>
                    <a:lstStyle/>
                    <a:p>
                      <a:pPr algn="dist"/>
                      <a:r>
                        <a:rPr lang="en-US" altLang="zh-CN" sz="1200" b="0" i="0" baseline="0" dirty="0">
                          <a:solidFill>
                            <a:schemeClr val="tx1"/>
                          </a:solidFill>
                          <a:latin typeface="Courier New" panose="02070309020205020404" pitchFamily="49" charset="0"/>
                          <a:ea typeface="微软雅黑" panose="020B0503020204020204" pitchFamily="34" charset="-122"/>
                        </a:rPr>
                        <a:t>1011111100111</a:t>
                      </a:r>
                      <a:r>
                        <a:rPr lang="en-US" altLang="zh-CN" sz="1200" b="0" i="0" baseline="0" dirty="0">
                          <a:solidFill>
                            <a:srgbClr val="F8D7CD"/>
                          </a:solidFill>
                          <a:latin typeface="Courier New" panose="02070309020205020404" pitchFamily="49" charset="0"/>
                          <a:ea typeface="微软雅黑" panose="020B0503020204020204" pitchFamily="34" charset="-122"/>
                        </a:rPr>
                        <a:t>0</a:t>
                      </a:r>
                      <a:endParaRPr lang="zh-CN" altLang="en-US" sz="1200" b="0" i="0" baseline="0" dirty="0">
                        <a:solidFill>
                          <a:srgbClr val="F8D7CD"/>
                        </a:solidFill>
                        <a:latin typeface="Courier New" panose="02070309020205020404" pitchFamily="49" charset="0"/>
                        <a:ea typeface="微软雅黑" panose="020B0503020204020204" pitchFamily="34" charset="-122"/>
                        <a:cs typeface="Courier New" panose="02070309020205020404" pitchFamily="49" charset="0"/>
                      </a:endParaRPr>
                    </a:p>
                  </a:txBody>
                  <a:tcPr anchor="ctr"/>
                </a:tc>
                <a:extLst>
                  <a:ext uri="{0D108BD9-81ED-4DB2-BD59-A6C34878D82A}">
                    <a16:rowId xmlns:a16="http://schemas.microsoft.com/office/drawing/2014/main" val="1058761828"/>
                  </a:ext>
                </a:extLst>
              </a:tr>
              <a:tr h="501445">
                <a:tc>
                  <a:txBody>
                    <a:bodyPr/>
                    <a:lstStyle/>
                    <a:p>
                      <a:pPr algn="ctr"/>
                      <a:r>
                        <a:rPr lang="en-US" altLang="zh-CN" sz="1200" b="0" i="0" baseline="0" dirty="0">
                          <a:latin typeface="Courier New" panose="02070309020205020404" pitchFamily="49" charset="0"/>
                          <a:ea typeface="微软雅黑" panose="020B0503020204020204" pitchFamily="34" charset="-122"/>
                          <a:cs typeface="Courier New" panose="02070309020205020404" pitchFamily="49" charset="0"/>
                        </a:rPr>
                        <a:t>Padding</a:t>
                      </a:r>
                      <a:endParaRPr lang="zh-CN" altLang="en-US" sz="1200" b="0" i="0" baseline="0" dirty="0">
                        <a:latin typeface="Courier New" panose="02070309020205020404" pitchFamily="49" charset="0"/>
                        <a:ea typeface="微软雅黑" panose="020B0503020204020204" pitchFamily="34" charset="-122"/>
                        <a:cs typeface="Courier New" panose="02070309020205020404" pitchFamily="49" charset="0"/>
                      </a:endParaRPr>
                    </a:p>
                  </a:txBody>
                  <a:tcPr anchor="ctr"/>
                </a:tc>
                <a:tc>
                  <a:txBody>
                    <a:bodyPr/>
                    <a:lstStyle/>
                    <a:p>
                      <a:pPr algn="dist"/>
                      <a:r>
                        <a:rPr lang="en-US" altLang="zh-CN" sz="1200" b="0" i="0" baseline="0" dirty="0">
                          <a:solidFill>
                            <a:schemeClr val="tx1"/>
                          </a:solidFill>
                          <a:latin typeface="Courier New" panose="02070309020205020404" pitchFamily="49" charset="0"/>
                          <a:ea typeface="微软雅黑" panose="020B0503020204020204" pitchFamily="34" charset="-122"/>
                        </a:rPr>
                        <a:t>1011111</a:t>
                      </a:r>
                      <a:r>
                        <a:rPr lang="en-US" altLang="zh-CN" sz="1200" b="0" i="0" baseline="0" dirty="0">
                          <a:solidFill>
                            <a:srgbClr val="FF0000"/>
                          </a:solidFill>
                          <a:latin typeface="Courier New" panose="02070309020205020404" pitchFamily="49" charset="0"/>
                          <a:ea typeface="微软雅黑" panose="020B0503020204020204" pitchFamily="34" charset="-122"/>
                        </a:rPr>
                        <a:t>0</a:t>
                      </a:r>
                      <a:r>
                        <a:rPr lang="en-US" altLang="zh-CN" sz="1200" b="0" i="0" baseline="0" dirty="0">
                          <a:solidFill>
                            <a:schemeClr val="tx1"/>
                          </a:solidFill>
                          <a:latin typeface="Courier New" panose="02070309020205020404" pitchFamily="49" charset="0"/>
                          <a:ea typeface="微软雅黑" panose="020B0503020204020204" pitchFamily="34" charset="-122"/>
                        </a:rPr>
                        <a:t>100111</a:t>
                      </a:r>
                      <a:endParaRPr lang="zh-CN" altLang="en-US" sz="1200" b="0" i="0" baseline="0" dirty="0">
                        <a:latin typeface="Courier New" panose="02070309020205020404" pitchFamily="49" charset="0"/>
                        <a:ea typeface="微软雅黑" panose="020B0503020204020204" pitchFamily="34" charset="-122"/>
                        <a:cs typeface="Courier New" panose="02070309020205020404" pitchFamily="49" charset="0"/>
                      </a:endParaRPr>
                    </a:p>
                  </a:txBody>
                  <a:tcPr anchor="ctr"/>
                </a:tc>
                <a:extLst>
                  <a:ext uri="{0D108BD9-81ED-4DB2-BD59-A6C34878D82A}">
                    <a16:rowId xmlns:a16="http://schemas.microsoft.com/office/drawing/2014/main" val="1462141686"/>
                  </a:ext>
                </a:extLst>
              </a:tr>
            </a:tbl>
          </a:graphicData>
        </a:graphic>
      </p:graphicFrame>
    </p:spTree>
    <p:extLst>
      <p:ext uri="{BB962C8B-B14F-4D97-AF65-F5344CB8AC3E}">
        <p14:creationId xmlns:p14="http://schemas.microsoft.com/office/powerpoint/2010/main" val="3918062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Char"/>
      </p:transition>
    </mc:Choice>
    <mc:Fallback xmlns="">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a:extLst>
              <a:ext uri="{FF2B5EF4-FFF2-40B4-BE49-F238E27FC236}">
                <a16:creationId xmlns:a16="http://schemas.microsoft.com/office/drawing/2014/main" id="{680003E4-6F4B-42ED-B3A5-B7B93BFB7B8B}"/>
              </a:ext>
            </a:extLst>
          </p:cNvPr>
          <p:cNvSpPr>
            <a:spLocks noGrp="1"/>
          </p:cNvSpPr>
          <p:nvPr>
            <p:ph type="title"/>
          </p:nvPr>
        </p:nvSpPr>
        <p:spPr/>
        <p:txBody>
          <a:bodyPr/>
          <a:lstStyle/>
          <a:p>
            <a:r>
              <a:rPr lang="en-US" altLang="zh-CN" dirty="0"/>
              <a:t>PPP</a:t>
            </a:r>
            <a:r>
              <a:rPr lang="zh-CN" altLang="en-US" dirty="0"/>
              <a:t>协议解读</a:t>
            </a:r>
          </a:p>
        </p:txBody>
      </p:sp>
      <p:sp>
        <p:nvSpPr>
          <p:cNvPr id="4" name="文本占位符 3">
            <a:extLst>
              <a:ext uri="{FF2B5EF4-FFF2-40B4-BE49-F238E27FC236}">
                <a16:creationId xmlns:a16="http://schemas.microsoft.com/office/drawing/2014/main" id="{D81DE4BE-D5F7-4413-B006-C7ED23CA6945}"/>
              </a:ext>
            </a:extLst>
          </p:cNvPr>
          <p:cNvSpPr>
            <a:spLocks noGrp="1"/>
          </p:cNvSpPr>
          <p:nvPr>
            <p:ph type="body" sz="quarter" idx="11"/>
          </p:nvPr>
        </p:nvSpPr>
        <p:spPr/>
        <p:txBody>
          <a:bodyPr/>
          <a:lstStyle/>
          <a:p>
            <a:r>
              <a:rPr lang="en-US" altLang="zh-CN" dirty="0"/>
              <a:t>PPP – RFC 1661</a:t>
            </a:r>
            <a:endParaRPr lang="zh-CN" altLang="en-US" dirty="0"/>
          </a:p>
        </p:txBody>
      </p:sp>
      <p:sp>
        <p:nvSpPr>
          <p:cNvPr id="3" name="文本占位符 2">
            <a:extLst>
              <a:ext uri="{FF2B5EF4-FFF2-40B4-BE49-F238E27FC236}">
                <a16:creationId xmlns:a16="http://schemas.microsoft.com/office/drawing/2014/main" id="{20AA8CDF-E629-424B-BA0A-F3F50A349EB3}"/>
              </a:ext>
            </a:extLst>
          </p:cNvPr>
          <p:cNvSpPr>
            <a:spLocks noGrp="1"/>
          </p:cNvSpPr>
          <p:nvPr>
            <p:ph type="body" sz="quarter" idx="12"/>
          </p:nvPr>
        </p:nvSpPr>
        <p:spPr/>
        <p:txBody>
          <a:bodyPr>
            <a:normAutofit/>
          </a:bodyPr>
          <a:lstStyle/>
          <a:p>
            <a:r>
              <a:rPr lang="en-US" altLang="zh-CN" dirty="0"/>
              <a:t>Overview</a:t>
            </a:r>
          </a:p>
          <a:p>
            <a:pPr lvl="1"/>
            <a:r>
              <a:rPr lang="en-US" altLang="zh-CN" dirty="0"/>
              <a:t>The Point-to-Point Protocol is designed for simple links which transport packets between two peers. These links provide </a:t>
            </a:r>
            <a:r>
              <a:rPr lang="en-US" altLang="zh-CN" dirty="0">
                <a:solidFill>
                  <a:srgbClr val="FF0000"/>
                </a:solidFill>
              </a:rPr>
              <a:t>full-duplex simultaneous bi-directional operation</a:t>
            </a:r>
            <a:r>
              <a:rPr lang="en-US" altLang="zh-CN" dirty="0"/>
              <a:t>, and are assumed to </a:t>
            </a:r>
            <a:r>
              <a:rPr lang="en-US" altLang="zh-CN" dirty="0">
                <a:solidFill>
                  <a:srgbClr val="FF0000"/>
                </a:solidFill>
              </a:rPr>
              <a:t>deliver packets in order</a:t>
            </a:r>
            <a:r>
              <a:rPr lang="en-US" altLang="zh-CN" dirty="0"/>
              <a:t>. It is intended that PPP provide a common solution for easy connection of a wide variety of hosts, bridges and routers.</a:t>
            </a:r>
          </a:p>
        </p:txBody>
      </p:sp>
    </p:spTree>
    <p:extLst>
      <p:ext uri="{BB962C8B-B14F-4D97-AF65-F5344CB8AC3E}">
        <p14:creationId xmlns:p14="http://schemas.microsoft.com/office/powerpoint/2010/main" val="86373106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Char"/>
      </p:transition>
    </mc:Choice>
    <mc:Fallback xmlns="">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a:extLst>
              <a:ext uri="{FF2B5EF4-FFF2-40B4-BE49-F238E27FC236}">
                <a16:creationId xmlns:a16="http://schemas.microsoft.com/office/drawing/2014/main" id="{680003E4-6F4B-42ED-B3A5-B7B93BFB7B8B}"/>
              </a:ext>
            </a:extLst>
          </p:cNvPr>
          <p:cNvSpPr>
            <a:spLocks noGrp="1"/>
          </p:cNvSpPr>
          <p:nvPr>
            <p:ph type="title"/>
          </p:nvPr>
        </p:nvSpPr>
        <p:spPr/>
        <p:txBody>
          <a:bodyPr/>
          <a:lstStyle/>
          <a:p>
            <a:r>
              <a:rPr lang="en-US" altLang="zh-CN" dirty="0"/>
              <a:t>PPP</a:t>
            </a:r>
            <a:r>
              <a:rPr lang="zh-CN" altLang="en-US" dirty="0"/>
              <a:t>协议解读</a:t>
            </a:r>
          </a:p>
        </p:txBody>
      </p:sp>
      <p:sp>
        <p:nvSpPr>
          <p:cNvPr id="4" name="文本占位符 3">
            <a:extLst>
              <a:ext uri="{FF2B5EF4-FFF2-40B4-BE49-F238E27FC236}">
                <a16:creationId xmlns:a16="http://schemas.microsoft.com/office/drawing/2014/main" id="{D81DE4BE-D5F7-4413-B006-C7ED23CA6945}"/>
              </a:ext>
            </a:extLst>
          </p:cNvPr>
          <p:cNvSpPr>
            <a:spLocks noGrp="1"/>
          </p:cNvSpPr>
          <p:nvPr>
            <p:ph type="body" sz="quarter" idx="11"/>
          </p:nvPr>
        </p:nvSpPr>
        <p:spPr/>
        <p:txBody>
          <a:bodyPr/>
          <a:lstStyle/>
          <a:p>
            <a:r>
              <a:rPr lang="en-US" altLang="zh-CN" dirty="0"/>
              <a:t>PPP – RFC 1661</a:t>
            </a:r>
            <a:endParaRPr lang="zh-CN" altLang="en-US" dirty="0"/>
          </a:p>
        </p:txBody>
      </p:sp>
      <p:sp>
        <p:nvSpPr>
          <p:cNvPr id="3" name="文本占位符 2">
            <a:extLst>
              <a:ext uri="{FF2B5EF4-FFF2-40B4-BE49-F238E27FC236}">
                <a16:creationId xmlns:a16="http://schemas.microsoft.com/office/drawing/2014/main" id="{20AA8CDF-E629-424B-BA0A-F3F50A349EB3}"/>
              </a:ext>
            </a:extLst>
          </p:cNvPr>
          <p:cNvSpPr>
            <a:spLocks noGrp="1"/>
          </p:cNvSpPr>
          <p:nvPr>
            <p:ph type="body" sz="quarter" idx="12"/>
          </p:nvPr>
        </p:nvSpPr>
        <p:spPr/>
        <p:txBody>
          <a:bodyPr>
            <a:normAutofit fontScale="77500" lnSpcReduction="20000"/>
          </a:bodyPr>
          <a:lstStyle/>
          <a:p>
            <a:pPr>
              <a:lnSpc>
                <a:spcPct val="110000"/>
              </a:lnSpc>
            </a:pPr>
            <a:r>
              <a:rPr lang="en-US" altLang="zh-CN" dirty="0"/>
              <a:t>Encapsulation</a:t>
            </a:r>
            <a:endParaRPr lang="zh-CN" altLang="zh-CN" dirty="0"/>
          </a:p>
          <a:p>
            <a:pPr lvl="1">
              <a:lnSpc>
                <a:spcPct val="110000"/>
              </a:lnSpc>
            </a:pPr>
            <a:r>
              <a:rPr lang="en-US" altLang="zh-CN" dirty="0"/>
              <a:t>The PPP encapsulation provides for multiplexing of different network-layer protocols simultaneously over the same link. The PPP encapsulation has been carefully designed to retain compatibility with most commonly used supporting hardware.</a:t>
            </a:r>
            <a:endParaRPr lang="zh-CN" altLang="zh-CN" dirty="0"/>
          </a:p>
          <a:p>
            <a:pPr lvl="1">
              <a:lnSpc>
                <a:spcPct val="110000"/>
              </a:lnSpc>
            </a:pPr>
            <a:r>
              <a:rPr lang="en-US" altLang="zh-CN" dirty="0"/>
              <a:t>Only 8 additional octets are necessary to form the encapsulation when used within the default HDLC-like framing. In environments where bandwidth is at a premium, the encapsulation and framing may be shortened to 2 or 4 octets.</a:t>
            </a:r>
            <a:endParaRPr lang="zh-CN" altLang="zh-CN" dirty="0"/>
          </a:p>
          <a:p>
            <a:pPr lvl="1">
              <a:lnSpc>
                <a:spcPct val="110000"/>
              </a:lnSpc>
            </a:pPr>
            <a:r>
              <a:rPr lang="en-US" altLang="zh-CN" dirty="0"/>
              <a:t>To support high speed implementations, the default encapsulation uses only simple fields, only one of which needs to be examined for demultiplexing. The default header and information fields fall on 32-bit boundaries, and the trailer may be padded to an arbitrary boundary.</a:t>
            </a:r>
          </a:p>
          <a:p>
            <a:pPr>
              <a:lnSpc>
                <a:spcPct val="110000"/>
              </a:lnSpc>
            </a:pPr>
            <a:r>
              <a:rPr lang="en-US" altLang="zh-CN" dirty="0"/>
              <a:t>LCP-link control protocol</a:t>
            </a:r>
            <a:endParaRPr lang="zh-CN" altLang="zh-CN" dirty="0"/>
          </a:p>
          <a:p>
            <a:pPr lvl="1">
              <a:lnSpc>
                <a:spcPct val="110000"/>
              </a:lnSpc>
            </a:pPr>
            <a:r>
              <a:rPr lang="en-US" altLang="zh-CN" dirty="0"/>
              <a:t>The LCP is used to automatically agree upon the encapsulation format options, handle varying limits on sizes of packets, detect a looped-back link and other common misconfiguration errors, and terminate the link. Other optional facilities provided are authentication of the identity of its peer on the link, and determination when a link is functioning properly and when it is failing.</a:t>
            </a:r>
          </a:p>
          <a:p>
            <a:pPr>
              <a:lnSpc>
                <a:spcPct val="110000"/>
              </a:lnSpc>
            </a:pPr>
            <a:r>
              <a:rPr lang="en-US" altLang="zh-CN" dirty="0"/>
              <a:t>NCP-network control protocol</a:t>
            </a:r>
            <a:endParaRPr lang="zh-CN" altLang="zh-CN" dirty="0"/>
          </a:p>
          <a:p>
            <a:pPr lvl="1">
              <a:lnSpc>
                <a:spcPct val="110000"/>
              </a:lnSpc>
            </a:pPr>
            <a:r>
              <a:rPr lang="en-US" altLang="zh-CN" dirty="0"/>
              <a:t>Point-to-Point links tend to exacerbate many problems with the current family of network protocols. For instance, assignment and management of IP addresses , which is a problem even in LAN environments, is especially difficult over circuit-switched point-to-point links (such as dial-up modem servers). These problems are handled by a family of Network Control Protocols (NCPs), which each manage the specific needs required by their respective network-layer protocols. These NCPs are defined in companion documents.</a:t>
            </a:r>
            <a:endParaRPr lang="zh-CN" altLang="zh-CN" dirty="0"/>
          </a:p>
          <a:p>
            <a:pPr lvl="1">
              <a:lnSpc>
                <a:spcPct val="110000"/>
              </a:lnSpc>
            </a:pPr>
            <a:endParaRPr lang="zh-CN" altLang="en-US" dirty="0"/>
          </a:p>
        </p:txBody>
      </p:sp>
    </p:spTree>
    <p:extLst>
      <p:ext uri="{BB962C8B-B14F-4D97-AF65-F5344CB8AC3E}">
        <p14:creationId xmlns:p14="http://schemas.microsoft.com/office/powerpoint/2010/main" val="38693157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Char"/>
      </p:transition>
    </mc:Choice>
    <mc:Fallback xmlns="">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a:extLst>
              <a:ext uri="{FF2B5EF4-FFF2-40B4-BE49-F238E27FC236}">
                <a16:creationId xmlns:a16="http://schemas.microsoft.com/office/drawing/2014/main" id="{680003E4-6F4B-42ED-B3A5-B7B93BFB7B8B}"/>
              </a:ext>
            </a:extLst>
          </p:cNvPr>
          <p:cNvSpPr>
            <a:spLocks noGrp="1"/>
          </p:cNvSpPr>
          <p:nvPr>
            <p:ph type="title"/>
          </p:nvPr>
        </p:nvSpPr>
        <p:spPr/>
        <p:txBody>
          <a:bodyPr/>
          <a:lstStyle/>
          <a:p>
            <a:r>
              <a:rPr lang="en-US" altLang="zh-CN" dirty="0"/>
              <a:t>PPP</a:t>
            </a:r>
            <a:r>
              <a:rPr lang="zh-CN" altLang="en-US" dirty="0"/>
              <a:t>协议解读</a:t>
            </a:r>
          </a:p>
        </p:txBody>
      </p:sp>
      <p:sp>
        <p:nvSpPr>
          <p:cNvPr id="4" name="文本占位符 3">
            <a:extLst>
              <a:ext uri="{FF2B5EF4-FFF2-40B4-BE49-F238E27FC236}">
                <a16:creationId xmlns:a16="http://schemas.microsoft.com/office/drawing/2014/main" id="{D81DE4BE-D5F7-4413-B006-C7ED23CA6945}"/>
              </a:ext>
            </a:extLst>
          </p:cNvPr>
          <p:cNvSpPr>
            <a:spLocks noGrp="1"/>
          </p:cNvSpPr>
          <p:nvPr>
            <p:ph type="body" sz="quarter" idx="11"/>
          </p:nvPr>
        </p:nvSpPr>
        <p:spPr/>
        <p:txBody>
          <a:bodyPr/>
          <a:lstStyle/>
          <a:p>
            <a:r>
              <a:rPr lang="en-US" altLang="zh-CN" dirty="0"/>
              <a:t>PPP – RFC 1661</a:t>
            </a:r>
            <a:endParaRPr lang="zh-CN" altLang="en-US" dirty="0"/>
          </a:p>
        </p:txBody>
      </p:sp>
      <p:sp>
        <p:nvSpPr>
          <p:cNvPr id="3" name="文本占位符 2">
            <a:extLst>
              <a:ext uri="{FF2B5EF4-FFF2-40B4-BE49-F238E27FC236}">
                <a16:creationId xmlns:a16="http://schemas.microsoft.com/office/drawing/2014/main" id="{20AA8CDF-E629-424B-BA0A-F3F50A349EB3}"/>
              </a:ext>
            </a:extLst>
          </p:cNvPr>
          <p:cNvSpPr>
            <a:spLocks noGrp="1"/>
          </p:cNvSpPr>
          <p:nvPr>
            <p:ph type="body" sz="quarter" idx="12"/>
          </p:nvPr>
        </p:nvSpPr>
        <p:spPr/>
        <p:txBody>
          <a:bodyPr>
            <a:normAutofit fontScale="77500" lnSpcReduction="20000"/>
          </a:bodyPr>
          <a:lstStyle/>
          <a:p>
            <a:r>
              <a:rPr lang="en-US" altLang="zh-CN" dirty="0"/>
              <a:t>Protocol field</a:t>
            </a:r>
            <a:endParaRPr lang="zh-CN" altLang="zh-CN" dirty="0"/>
          </a:p>
          <a:p>
            <a:pPr lvl="1"/>
            <a:r>
              <a:rPr lang="en-US" altLang="zh-CN" dirty="0"/>
              <a:t>The Protocol field is one or two octets, and its value identifies the datagram encapsulated in the Information field of the packet. All Protocols MUST be odd; Also, all Protocols MUST be assigned such that the least significant bit (LSB) of the most significant octet equals "0". Frames received which don't comply with these rules MUST be treated as having an unrecognized Protocol.</a:t>
            </a:r>
            <a:endParaRPr lang="zh-CN" altLang="zh-CN" dirty="0"/>
          </a:p>
          <a:p>
            <a:pPr lvl="1"/>
            <a:r>
              <a:rPr lang="en-US" altLang="zh-CN" dirty="0"/>
              <a:t>values in the "0***" to "3***" range identify the network-layer protocol of specific packets</a:t>
            </a:r>
            <a:endParaRPr lang="zh-CN" altLang="zh-CN" dirty="0"/>
          </a:p>
          <a:p>
            <a:pPr lvl="1"/>
            <a:r>
              <a:rPr lang="en-US" altLang="zh-CN" dirty="0"/>
              <a:t>values in the "8***" to "b***" range identify packets belonging to the associated Network Control Protocols (NCPs), if any.</a:t>
            </a:r>
            <a:endParaRPr lang="zh-CN" altLang="zh-CN" dirty="0"/>
          </a:p>
          <a:p>
            <a:pPr lvl="1"/>
            <a:r>
              <a:rPr lang="en-US" altLang="zh-CN" dirty="0"/>
              <a:t>values in the "4***" to "7***" range are used for protocols with low volume traffic which have no associated NCP.</a:t>
            </a:r>
            <a:endParaRPr lang="zh-CN" altLang="zh-CN" dirty="0"/>
          </a:p>
          <a:p>
            <a:pPr lvl="1"/>
            <a:r>
              <a:rPr lang="en-US" altLang="zh-CN" dirty="0"/>
              <a:t>values in the "c***" to "f***" range identify packets as link-layer Control Protocols (such as LCP).</a:t>
            </a:r>
          </a:p>
          <a:p>
            <a:r>
              <a:rPr lang="en-US" altLang="zh-CN" dirty="0"/>
              <a:t>Information Field</a:t>
            </a:r>
            <a:endParaRPr lang="zh-CN" altLang="zh-CN" dirty="0"/>
          </a:p>
          <a:p>
            <a:pPr lvl="1"/>
            <a:r>
              <a:rPr lang="en-US" altLang="zh-CN" dirty="0"/>
              <a:t>The Information field is zero or more octets. The Information field contains the datagram for the protocol specified in the Protocol field.</a:t>
            </a:r>
            <a:endParaRPr lang="zh-CN" altLang="zh-CN" dirty="0"/>
          </a:p>
          <a:p>
            <a:pPr lvl="1"/>
            <a:r>
              <a:rPr lang="en-US" altLang="zh-CN" dirty="0"/>
              <a:t>The maximum length for the Information field, including Padding, but not including the Protocol field, is termed the Maximum Receive Unit (MRU), which defaults to 1500 octets. By negotiation, consenting PPP implementations may use other values for the MRU.</a:t>
            </a:r>
          </a:p>
          <a:p>
            <a:r>
              <a:rPr lang="en-US" altLang="zh-CN" dirty="0"/>
              <a:t>Padding</a:t>
            </a:r>
            <a:endParaRPr lang="zh-CN" altLang="zh-CN" dirty="0"/>
          </a:p>
          <a:p>
            <a:pPr lvl="1"/>
            <a:r>
              <a:rPr lang="en-US" altLang="zh-CN" dirty="0"/>
              <a:t>On transmission, the Information field MAY be padded with an arbitrary number of octets up to the MRU. It is the responsibility of each protocol to distinguish padding octets from real information.</a:t>
            </a:r>
            <a:endParaRPr lang="zh-CN" altLang="zh-CN" dirty="0"/>
          </a:p>
          <a:p>
            <a:pPr lvl="1"/>
            <a:endParaRPr lang="en-US" altLang="zh-CN" dirty="0"/>
          </a:p>
          <a:p>
            <a:pPr lvl="1"/>
            <a:endParaRPr lang="zh-CN" altLang="zh-CN" dirty="0"/>
          </a:p>
          <a:p>
            <a:pPr lvl="1"/>
            <a:endParaRPr lang="zh-CN" altLang="en-US" dirty="0"/>
          </a:p>
        </p:txBody>
      </p:sp>
    </p:spTree>
    <p:extLst>
      <p:ext uri="{BB962C8B-B14F-4D97-AF65-F5344CB8AC3E}">
        <p14:creationId xmlns:p14="http://schemas.microsoft.com/office/powerpoint/2010/main" val="26716839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Char"/>
      </p:transition>
    </mc:Choice>
    <mc:Fallback xmlns="">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1213">
            <a:extLst>
              <a:ext uri="{FF2B5EF4-FFF2-40B4-BE49-F238E27FC236}">
                <a16:creationId xmlns:a16="http://schemas.microsoft.com/office/drawing/2014/main" id="{D007A6D3-F146-4331-8961-8EF90075628A}"/>
              </a:ext>
            </a:extLst>
          </p:cNvPr>
          <p:cNvSpPr>
            <a:spLocks noChangeAspect="1" noChangeArrowheads="1"/>
          </p:cNvSpPr>
          <p:nvPr/>
        </p:nvSpPr>
        <p:spPr bwMode="auto">
          <a:xfrm>
            <a:off x="5933379" y="1066981"/>
            <a:ext cx="6074982" cy="4550534"/>
          </a:xfrm>
          <a:custGeom>
            <a:avLst/>
            <a:gdLst>
              <a:gd name="connsiteX0" fmla="*/ 1776545 w 6501199"/>
              <a:gd name="connsiteY0" fmla="*/ 6193964 h 6382977"/>
              <a:gd name="connsiteX1" fmla="*/ 1788065 w 6501199"/>
              <a:gd name="connsiteY1" fmla="*/ 6217006 h 6382977"/>
              <a:gd name="connsiteX2" fmla="*/ 1776545 w 6501199"/>
              <a:gd name="connsiteY2" fmla="*/ 6193964 h 6382977"/>
              <a:gd name="connsiteX3" fmla="*/ 1428422 w 6501199"/>
              <a:gd name="connsiteY3" fmla="*/ 5800457 h 6382977"/>
              <a:gd name="connsiteX4" fmla="*/ 1417261 w 6501199"/>
              <a:gd name="connsiteY4" fmla="*/ 5816298 h 6382977"/>
              <a:gd name="connsiteX5" fmla="*/ 1437782 w 6501199"/>
              <a:gd name="connsiteY5" fmla="*/ 5818818 h 6382977"/>
              <a:gd name="connsiteX6" fmla="*/ 1428422 w 6501199"/>
              <a:gd name="connsiteY6" fmla="*/ 5800457 h 6382977"/>
              <a:gd name="connsiteX7" fmla="*/ 1974546 w 6501199"/>
              <a:gd name="connsiteY7" fmla="*/ 5798297 h 6382977"/>
              <a:gd name="connsiteX8" fmla="*/ 1981386 w 6501199"/>
              <a:gd name="connsiteY8" fmla="*/ 5811978 h 6382977"/>
              <a:gd name="connsiteX9" fmla="*/ 1983546 w 6501199"/>
              <a:gd name="connsiteY9" fmla="*/ 5802977 h 6382977"/>
              <a:gd name="connsiteX10" fmla="*/ 1974546 w 6501199"/>
              <a:gd name="connsiteY10" fmla="*/ 5798297 h 6382977"/>
              <a:gd name="connsiteX11" fmla="*/ 1951866 w 6501199"/>
              <a:gd name="connsiteY11" fmla="*/ 5791456 h 6382977"/>
              <a:gd name="connsiteX12" fmla="*/ 1942866 w 6501199"/>
              <a:gd name="connsiteY12" fmla="*/ 5811978 h 6382977"/>
              <a:gd name="connsiteX13" fmla="*/ 1929186 w 6501199"/>
              <a:gd name="connsiteY13" fmla="*/ 5805138 h 6382977"/>
              <a:gd name="connsiteX14" fmla="*/ 1924506 w 6501199"/>
              <a:gd name="connsiteY14" fmla="*/ 5855181 h 6382977"/>
              <a:gd name="connsiteX15" fmla="*/ 1972386 w 6501199"/>
              <a:gd name="connsiteY15" fmla="*/ 5855181 h 6382977"/>
              <a:gd name="connsiteX16" fmla="*/ 1940346 w 6501199"/>
              <a:gd name="connsiteY16" fmla="*/ 5850500 h 6382977"/>
              <a:gd name="connsiteX17" fmla="*/ 1970226 w 6501199"/>
              <a:gd name="connsiteY17" fmla="*/ 5839340 h 6382977"/>
              <a:gd name="connsiteX18" fmla="*/ 1972386 w 6501199"/>
              <a:gd name="connsiteY18" fmla="*/ 5823138 h 6382977"/>
              <a:gd name="connsiteX19" fmla="*/ 1951866 w 6501199"/>
              <a:gd name="connsiteY19" fmla="*/ 5791456 h 6382977"/>
              <a:gd name="connsiteX20" fmla="*/ 1933506 w 6501199"/>
              <a:gd name="connsiteY20" fmla="*/ 5782456 h 6382977"/>
              <a:gd name="connsiteX21" fmla="*/ 1929186 w 6501199"/>
              <a:gd name="connsiteY21" fmla="*/ 5800457 h 6382977"/>
              <a:gd name="connsiteX22" fmla="*/ 1933506 w 6501199"/>
              <a:gd name="connsiteY22" fmla="*/ 5782456 h 6382977"/>
              <a:gd name="connsiteX23" fmla="*/ 1653783 w 6501199"/>
              <a:gd name="connsiteY23" fmla="*/ 5770935 h 6382977"/>
              <a:gd name="connsiteX24" fmla="*/ 1658463 w 6501199"/>
              <a:gd name="connsiteY24" fmla="*/ 5789296 h 6382977"/>
              <a:gd name="connsiteX25" fmla="*/ 1653783 w 6501199"/>
              <a:gd name="connsiteY25" fmla="*/ 5770935 h 6382977"/>
              <a:gd name="connsiteX26" fmla="*/ 1681143 w 6501199"/>
              <a:gd name="connsiteY26" fmla="*/ 5750414 h 6382977"/>
              <a:gd name="connsiteX27" fmla="*/ 1662783 w 6501199"/>
              <a:gd name="connsiteY27" fmla="*/ 5759414 h 6382977"/>
              <a:gd name="connsiteX28" fmla="*/ 1676463 w 6501199"/>
              <a:gd name="connsiteY28" fmla="*/ 5777776 h 6382977"/>
              <a:gd name="connsiteX29" fmla="*/ 1681143 w 6501199"/>
              <a:gd name="connsiteY29" fmla="*/ 5770935 h 6382977"/>
              <a:gd name="connsiteX30" fmla="*/ 1699144 w 6501199"/>
              <a:gd name="connsiteY30" fmla="*/ 5768775 h 6382977"/>
              <a:gd name="connsiteX31" fmla="*/ 1681143 w 6501199"/>
              <a:gd name="connsiteY31" fmla="*/ 5750414 h 6382977"/>
              <a:gd name="connsiteX32" fmla="*/ 1947186 w 6501199"/>
              <a:gd name="connsiteY32" fmla="*/ 5718732 h 6382977"/>
              <a:gd name="connsiteX33" fmla="*/ 1945026 w 6501199"/>
              <a:gd name="connsiteY33" fmla="*/ 5755094 h 6382977"/>
              <a:gd name="connsiteX34" fmla="*/ 1947186 w 6501199"/>
              <a:gd name="connsiteY34" fmla="*/ 5718732 h 6382977"/>
              <a:gd name="connsiteX35" fmla="*/ 1967706 w 6501199"/>
              <a:gd name="connsiteY35" fmla="*/ 5673008 h 6382977"/>
              <a:gd name="connsiteX36" fmla="*/ 1963386 w 6501199"/>
              <a:gd name="connsiteY36" fmla="*/ 5689210 h 6382977"/>
              <a:gd name="connsiteX37" fmla="*/ 1967706 w 6501199"/>
              <a:gd name="connsiteY37" fmla="*/ 5673008 h 6382977"/>
              <a:gd name="connsiteX38" fmla="*/ 1467302 w 6501199"/>
              <a:gd name="connsiteY38" fmla="*/ 5581922 h 6382977"/>
              <a:gd name="connsiteX39" fmla="*/ 1453622 w 6501199"/>
              <a:gd name="connsiteY39" fmla="*/ 5591282 h 6382977"/>
              <a:gd name="connsiteX40" fmla="*/ 1485662 w 6501199"/>
              <a:gd name="connsiteY40" fmla="*/ 5643486 h 6382977"/>
              <a:gd name="connsiteX41" fmla="*/ 1467302 w 6501199"/>
              <a:gd name="connsiteY41" fmla="*/ 5581922 h 6382977"/>
              <a:gd name="connsiteX42" fmla="*/ 2454663 w 6501199"/>
              <a:gd name="connsiteY42" fmla="*/ 5568266 h 6382977"/>
              <a:gd name="connsiteX43" fmla="*/ 2434388 w 6501199"/>
              <a:gd name="connsiteY43" fmla="*/ 5583921 h 6382977"/>
              <a:gd name="connsiteX44" fmla="*/ 2454663 w 6501199"/>
              <a:gd name="connsiteY44" fmla="*/ 5568266 h 6382977"/>
              <a:gd name="connsiteX45" fmla="*/ 2549669 w 6501199"/>
              <a:gd name="connsiteY45" fmla="*/ 5543550 h 6382977"/>
              <a:gd name="connsiteX46" fmla="*/ 2558587 w 6501199"/>
              <a:gd name="connsiteY46" fmla="*/ 5572478 h 6382977"/>
              <a:gd name="connsiteX47" fmla="*/ 2513638 w 6501199"/>
              <a:gd name="connsiteY47" fmla="*/ 5556956 h 6382977"/>
              <a:gd name="connsiteX48" fmla="*/ 2545031 w 6501199"/>
              <a:gd name="connsiteY48" fmla="*/ 5563658 h 6382977"/>
              <a:gd name="connsiteX49" fmla="*/ 2549669 w 6501199"/>
              <a:gd name="connsiteY49" fmla="*/ 5543550 h 6382977"/>
              <a:gd name="connsiteX50" fmla="*/ 1460462 w 6501199"/>
              <a:gd name="connsiteY50" fmla="*/ 5522878 h 6382977"/>
              <a:gd name="connsiteX51" fmla="*/ 1458302 w 6501199"/>
              <a:gd name="connsiteY51" fmla="*/ 5572922 h 6382977"/>
              <a:gd name="connsiteX52" fmla="*/ 1476302 w 6501199"/>
              <a:gd name="connsiteY52" fmla="*/ 5568601 h 6382977"/>
              <a:gd name="connsiteX53" fmla="*/ 1460462 w 6501199"/>
              <a:gd name="connsiteY53" fmla="*/ 5522878 h 6382977"/>
              <a:gd name="connsiteX54" fmla="*/ 2191815 w 6501199"/>
              <a:gd name="connsiteY54" fmla="*/ 5490491 h 6382977"/>
              <a:gd name="connsiteX55" fmla="*/ 2200671 w 6501199"/>
              <a:gd name="connsiteY55" fmla="*/ 5499435 h 6382977"/>
              <a:gd name="connsiteX56" fmla="*/ 2158163 w 6501199"/>
              <a:gd name="connsiteY56" fmla="*/ 5499435 h 6382977"/>
              <a:gd name="connsiteX57" fmla="*/ 2191815 w 6501199"/>
              <a:gd name="connsiteY57" fmla="*/ 5490491 h 6382977"/>
              <a:gd name="connsiteX58" fmla="*/ 2223615 w 6501199"/>
              <a:gd name="connsiteY58" fmla="*/ 5485713 h 6382977"/>
              <a:gd name="connsiteX59" fmla="*/ 2233422 w 6501199"/>
              <a:gd name="connsiteY59" fmla="*/ 5492248 h 6382977"/>
              <a:gd name="connsiteX60" fmla="*/ 2234454 w 6501199"/>
              <a:gd name="connsiteY60" fmla="*/ 5491038 h 6382977"/>
              <a:gd name="connsiteX61" fmla="*/ 2648288 w 6501199"/>
              <a:gd name="connsiteY61" fmla="*/ 5462587 h 6382977"/>
              <a:gd name="connsiteX62" fmla="*/ 2661607 w 6501199"/>
              <a:gd name="connsiteY62" fmla="*/ 5485447 h 6382977"/>
              <a:gd name="connsiteX63" fmla="*/ 2648288 w 6501199"/>
              <a:gd name="connsiteY63" fmla="*/ 5462587 h 6382977"/>
              <a:gd name="connsiteX64" fmla="*/ 1469462 w 6501199"/>
              <a:gd name="connsiteY64" fmla="*/ 5445472 h 6382977"/>
              <a:gd name="connsiteX65" fmla="*/ 1455782 w 6501199"/>
              <a:gd name="connsiteY65" fmla="*/ 5447993 h 6382977"/>
              <a:gd name="connsiteX66" fmla="*/ 1465142 w 6501199"/>
              <a:gd name="connsiteY66" fmla="*/ 5495516 h 6382977"/>
              <a:gd name="connsiteX67" fmla="*/ 1489982 w 6501199"/>
              <a:gd name="connsiteY67" fmla="*/ 5504876 h 6382977"/>
              <a:gd name="connsiteX68" fmla="*/ 1469462 w 6501199"/>
              <a:gd name="connsiteY68" fmla="*/ 5445472 h 6382977"/>
              <a:gd name="connsiteX69" fmla="*/ 2559622 w 6501199"/>
              <a:gd name="connsiteY69" fmla="*/ 5434012 h 6382977"/>
              <a:gd name="connsiteX70" fmla="*/ 2543925 w 6501199"/>
              <a:gd name="connsiteY70" fmla="*/ 5458196 h 6382977"/>
              <a:gd name="connsiteX71" fmla="*/ 2559622 w 6501199"/>
              <a:gd name="connsiteY71" fmla="*/ 5434012 h 6382977"/>
              <a:gd name="connsiteX72" fmla="*/ 2553087 w 6501199"/>
              <a:gd name="connsiteY72" fmla="*/ 5413341 h 6382977"/>
              <a:gd name="connsiteX73" fmla="*/ 2548726 w 6501199"/>
              <a:gd name="connsiteY73" fmla="*/ 5443173 h 6382977"/>
              <a:gd name="connsiteX74" fmla="*/ 2528012 w 6501199"/>
              <a:gd name="connsiteY74" fmla="*/ 5436261 h 6382977"/>
              <a:gd name="connsiteX75" fmla="*/ 2523288 w 6501199"/>
              <a:gd name="connsiteY75" fmla="*/ 5431895 h 6382977"/>
              <a:gd name="connsiteX76" fmla="*/ 2553087 w 6501199"/>
              <a:gd name="connsiteY76" fmla="*/ 5413341 h 6382977"/>
              <a:gd name="connsiteX77" fmla="*/ 2613743 w 6501199"/>
              <a:gd name="connsiteY77" fmla="*/ 5395731 h 6382977"/>
              <a:gd name="connsiteX78" fmla="*/ 2697554 w 6501199"/>
              <a:gd name="connsiteY78" fmla="*/ 5404848 h 6382977"/>
              <a:gd name="connsiteX79" fmla="*/ 2640751 w 6501199"/>
              <a:gd name="connsiteY79" fmla="*/ 5448391 h 6382977"/>
              <a:gd name="connsiteX80" fmla="*/ 2558782 w 6501199"/>
              <a:gd name="connsiteY80" fmla="*/ 5429885 h 6382977"/>
              <a:gd name="connsiteX81" fmla="*/ 2613743 w 6501199"/>
              <a:gd name="connsiteY81" fmla="*/ 5395731 h 6382977"/>
              <a:gd name="connsiteX82" fmla="*/ 2488206 w 6501199"/>
              <a:gd name="connsiteY82" fmla="*/ 5304197 h 6382977"/>
              <a:gd name="connsiteX83" fmla="*/ 2484143 w 6501199"/>
              <a:gd name="connsiteY83" fmla="*/ 5306138 h 6382977"/>
              <a:gd name="connsiteX84" fmla="*/ 2458972 w 6501199"/>
              <a:gd name="connsiteY84" fmla="*/ 5350103 h 6382977"/>
              <a:gd name="connsiteX85" fmla="*/ 2465524 w 6501199"/>
              <a:gd name="connsiteY85" fmla="*/ 5361080 h 6382977"/>
              <a:gd name="connsiteX86" fmla="*/ 2477045 w 6501199"/>
              <a:gd name="connsiteY86" fmla="*/ 5335878 h 6382977"/>
              <a:gd name="connsiteX87" fmla="*/ 2499727 w 6501199"/>
              <a:gd name="connsiteY87" fmla="*/ 5356400 h 6382977"/>
              <a:gd name="connsiteX88" fmla="*/ 2529250 w 6501199"/>
              <a:gd name="connsiteY88" fmla="*/ 5335878 h 6382977"/>
              <a:gd name="connsiteX89" fmla="*/ 2547612 w 6501199"/>
              <a:gd name="connsiteY89" fmla="*/ 5304197 h 6382977"/>
              <a:gd name="connsiteX90" fmla="*/ 2515569 w 6501199"/>
              <a:gd name="connsiteY90" fmla="*/ 5306357 h 6382977"/>
              <a:gd name="connsiteX91" fmla="*/ 2520249 w 6501199"/>
              <a:gd name="connsiteY91" fmla="*/ 5326878 h 6382977"/>
              <a:gd name="connsiteX92" fmla="*/ 2497567 w 6501199"/>
              <a:gd name="connsiteY92" fmla="*/ 5333718 h 6382977"/>
              <a:gd name="connsiteX93" fmla="*/ 2488206 w 6501199"/>
              <a:gd name="connsiteY93" fmla="*/ 5304197 h 6382977"/>
              <a:gd name="connsiteX94" fmla="*/ 2586136 w 6501199"/>
              <a:gd name="connsiteY94" fmla="*/ 5294837 h 6382977"/>
              <a:gd name="connsiteX95" fmla="*/ 2558773 w 6501199"/>
              <a:gd name="connsiteY95" fmla="*/ 5301677 h 6382977"/>
              <a:gd name="connsiteX96" fmla="*/ 2570295 w 6501199"/>
              <a:gd name="connsiteY96" fmla="*/ 5315358 h 6382977"/>
              <a:gd name="connsiteX97" fmla="*/ 2586136 w 6501199"/>
              <a:gd name="connsiteY97" fmla="*/ 5294837 h 6382977"/>
              <a:gd name="connsiteX98" fmla="*/ 2795926 w 6501199"/>
              <a:gd name="connsiteY98" fmla="*/ 5115905 h 6382977"/>
              <a:gd name="connsiteX99" fmla="*/ 2813450 w 6501199"/>
              <a:gd name="connsiteY99" fmla="*/ 5117819 h 6382977"/>
              <a:gd name="connsiteX100" fmla="*/ 2800132 w 6501199"/>
              <a:gd name="connsiteY100" fmla="*/ 5132013 h 6382977"/>
              <a:gd name="connsiteX101" fmla="*/ 2786813 w 6501199"/>
              <a:gd name="connsiteY101" fmla="*/ 5122675 h 6382977"/>
              <a:gd name="connsiteX102" fmla="*/ 2795926 w 6501199"/>
              <a:gd name="connsiteY102" fmla="*/ 5115905 h 6382977"/>
              <a:gd name="connsiteX103" fmla="*/ 2805134 w 6501199"/>
              <a:gd name="connsiteY103" fmla="*/ 5051425 h 6382977"/>
              <a:gd name="connsiteX104" fmla="*/ 2777777 w 6501199"/>
              <a:gd name="connsiteY104" fmla="*/ 5060374 h 6382977"/>
              <a:gd name="connsiteX105" fmla="*/ 2805134 w 6501199"/>
              <a:gd name="connsiteY105" fmla="*/ 5051425 h 6382977"/>
              <a:gd name="connsiteX106" fmla="*/ 2691234 w 6501199"/>
              <a:gd name="connsiteY106" fmla="*/ 4998292 h 6382977"/>
              <a:gd name="connsiteX107" fmla="*/ 2691133 w 6501199"/>
              <a:gd name="connsiteY107" fmla="*/ 5000874 h 6382977"/>
              <a:gd name="connsiteX108" fmla="*/ 2695228 w 6501199"/>
              <a:gd name="connsiteY108" fmla="*/ 4999262 h 6382977"/>
              <a:gd name="connsiteX109" fmla="*/ 2622500 w 6501199"/>
              <a:gd name="connsiteY109" fmla="*/ 4871816 h 6382977"/>
              <a:gd name="connsiteX110" fmla="*/ 2604498 w 6501199"/>
              <a:gd name="connsiteY110" fmla="*/ 4885497 h 6382977"/>
              <a:gd name="connsiteX111" fmla="*/ 2622500 w 6501199"/>
              <a:gd name="connsiteY111" fmla="*/ 4871816 h 6382977"/>
              <a:gd name="connsiteX112" fmla="*/ 2734112 w 6501199"/>
              <a:gd name="connsiteY112" fmla="*/ 4858136 h 6382977"/>
              <a:gd name="connsiteX113" fmla="*/ 2727271 w 6501199"/>
              <a:gd name="connsiteY113" fmla="*/ 4883337 h 6382977"/>
              <a:gd name="connsiteX114" fmla="*/ 2734112 w 6501199"/>
              <a:gd name="connsiteY114" fmla="*/ 4858136 h 6382977"/>
              <a:gd name="connsiteX115" fmla="*/ 2643976 w 6501199"/>
              <a:gd name="connsiteY115" fmla="*/ 4840208 h 6382977"/>
              <a:gd name="connsiteX116" fmla="*/ 2638342 w 6501199"/>
              <a:gd name="connsiteY116" fmla="*/ 4846976 h 6382977"/>
              <a:gd name="connsiteX117" fmla="*/ 2644706 w 6501199"/>
              <a:gd name="connsiteY117" fmla="*/ 4846976 h 6382977"/>
              <a:gd name="connsiteX118" fmla="*/ 2701570 w 6501199"/>
              <a:gd name="connsiteY118" fmla="*/ 4836655 h 6382977"/>
              <a:gd name="connsiteX119" fmla="*/ 2701288 w 6501199"/>
              <a:gd name="connsiteY119" fmla="*/ 4840353 h 6382977"/>
              <a:gd name="connsiteX120" fmla="*/ 2704589 w 6501199"/>
              <a:gd name="connsiteY120" fmla="*/ 4840135 h 6382977"/>
              <a:gd name="connsiteX121" fmla="*/ 2720430 w 6501199"/>
              <a:gd name="connsiteY121" fmla="*/ 4867136 h 6382977"/>
              <a:gd name="connsiteX122" fmla="*/ 2713590 w 6501199"/>
              <a:gd name="connsiteY122" fmla="*/ 4853456 h 6382977"/>
              <a:gd name="connsiteX123" fmla="*/ 2720430 w 6501199"/>
              <a:gd name="connsiteY123" fmla="*/ 4844455 h 6382977"/>
              <a:gd name="connsiteX124" fmla="*/ 2708099 w 6501199"/>
              <a:gd name="connsiteY124" fmla="*/ 4837390 h 6382977"/>
              <a:gd name="connsiteX125" fmla="*/ 2734112 w 6501199"/>
              <a:gd name="connsiteY125" fmla="*/ 4833295 h 6382977"/>
              <a:gd name="connsiteX126" fmla="*/ 2758954 w 6501199"/>
              <a:gd name="connsiteY126" fmla="*/ 4842295 h 6382977"/>
              <a:gd name="connsiteX127" fmla="*/ 2734112 w 6501199"/>
              <a:gd name="connsiteY127" fmla="*/ 4833295 h 6382977"/>
              <a:gd name="connsiteX128" fmla="*/ 2641267 w 6501199"/>
              <a:gd name="connsiteY128" fmla="*/ 4797518 h 6382977"/>
              <a:gd name="connsiteX129" fmla="*/ 2629341 w 6501199"/>
              <a:gd name="connsiteY129" fmla="*/ 4805933 h 6382977"/>
              <a:gd name="connsiteX130" fmla="*/ 2656704 w 6501199"/>
              <a:gd name="connsiteY130" fmla="*/ 4801253 h 6382977"/>
              <a:gd name="connsiteX131" fmla="*/ 2641267 w 6501199"/>
              <a:gd name="connsiteY131" fmla="*/ 4797518 h 6382977"/>
              <a:gd name="connsiteX132" fmla="*/ 2778352 w 6501199"/>
              <a:gd name="connsiteY132" fmla="*/ 4792753 h 6382977"/>
              <a:gd name="connsiteX133" fmla="*/ 2785302 w 6501199"/>
              <a:gd name="connsiteY133" fmla="*/ 4808174 h 6382977"/>
              <a:gd name="connsiteX134" fmla="*/ 2764588 w 6501199"/>
              <a:gd name="connsiteY134" fmla="*/ 4801280 h 6382977"/>
              <a:gd name="connsiteX135" fmla="*/ 2778352 w 6501199"/>
              <a:gd name="connsiteY135" fmla="*/ 4792753 h 6382977"/>
              <a:gd name="connsiteX136" fmla="*/ 2786317 w 6501199"/>
              <a:gd name="connsiteY136" fmla="*/ 4694328 h 6382977"/>
              <a:gd name="connsiteX137" fmla="*/ 2754634 w 6501199"/>
              <a:gd name="connsiteY137" fmla="*/ 4730690 h 6382977"/>
              <a:gd name="connsiteX138" fmla="*/ 2786317 w 6501199"/>
              <a:gd name="connsiteY138" fmla="*/ 4714849 h 6382977"/>
              <a:gd name="connsiteX139" fmla="*/ 2793158 w 6501199"/>
              <a:gd name="connsiteY139" fmla="*/ 4714849 h 6382977"/>
              <a:gd name="connsiteX140" fmla="*/ 2786317 w 6501199"/>
              <a:gd name="connsiteY140" fmla="*/ 4694328 h 6382977"/>
              <a:gd name="connsiteX141" fmla="*/ 2813680 w 6501199"/>
              <a:gd name="connsiteY141" fmla="*/ 4657966 h 6382977"/>
              <a:gd name="connsiteX142" fmla="*/ 2795318 w 6501199"/>
              <a:gd name="connsiteY142" fmla="*/ 4664807 h 6382977"/>
              <a:gd name="connsiteX143" fmla="*/ 2802159 w 6501199"/>
              <a:gd name="connsiteY143" fmla="*/ 4676327 h 6382977"/>
              <a:gd name="connsiteX144" fmla="*/ 2813680 w 6501199"/>
              <a:gd name="connsiteY144" fmla="*/ 4657966 h 6382977"/>
              <a:gd name="connsiteX145" fmla="*/ 1253460 w 6501199"/>
              <a:gd name="connsiteY145" fmla="*/ 4581053 h 6382977"/>
              <a:gd name="connsiteX146" fmla="*/ 1241940 w 6501199"/>
              <a:gd name="connsiteY146" fmla="*/ 4585734 h 6382977"/>
              <a:gd name="connsiteX147" fmla="*/ 1248780 w 6501199"/>
              <a:gd name="connsiteY147" fmla="*/ 4596894 h 6382977"/>
              <a:gd name="connsiteX148" fmla="*/ 1253460 w 6501199"/>
              <a:gd name="connsiteY148" fmla="*/ 4581053 h 6382977"/>
              <a:gd name="connsiteX149" fmla="*/ 1237620 w 6501199"/>
              <a:gd name="connsiteY149" fmla="*/ 4553692 h 6382977"/>
              <a:gd name="connsiteX150" fmla="*/ 1230780 w 6501199"/>
              <a:gd name="connsiteY150" fmla="*/ 4574213 h 6382977"/>
              <a:gd name="connsiteX151" fmla="*/ 1258140 w 6501199"/>
              <a:gd name="connsiteY151" fmla="*/ 4576733 h 6382977"/>
              <a:gd name="connsiteX152" fmla="*/ 1237620 w 6501199"/>
              <a:gd name="connsiteY152" fmla="*/ 4553692 h 6382977"/>
              <a:gd name="connsiteX153" fmla="*/ 1255620 w 6501199"/>
              <a:gd name="connsiteY153" fmla="*/ 4515169 h 6382977"/>
              <a:gd name="connsiteX154" fmla="*/ 1237620 w 6501199"/>
              <a:gd name="connsiteY154" fmla="*/ 4528850 h 6382977"/>
              <a:gd name="connsiteX155" fmla="*/ 1269300 w 6501199"/>
              <a:gd name="connsiteY155" fmla="*/ 4537850 h 6382977"/>
              <a:gd name="connsiteX156" fmla="*/ 1255620 w 6501199"/>
              <a:gd name="connsiteY156" fmla="*/ 4515169 h 6382977"/>
              <a:gd name="connsiteX157" fmla="*/ 1237620 w 6501199"/>
              <a:gd name="connsiteY157" fmla="*/ 4480966 h 6382977"/>
              <a:gd name="connsiteX158" fmla="*/ 1253460 w 6501199"/>
              <a:gd name="connsiteY158" fmla="*/ 4496808 h 6382977"/>
              <a:gd name="connsiteX159" fmla="*/ 1246620 w 6501199"/>
              <a:gd name="connsiteY159" fmla="*/ 4506168 h 6382977"/>
              <a:gd name="connsiteX160" fmla="*/ 1273980 w 6501199"/>
              <a:gd name="connsiteY160" fmla="*/ 4515169 h 6382977"/>
              <a:gd name="connsiteX161" fmla="*/ 1255620 w 6501199"/>
              <a:gd name="connsiteY161" fmla="*/ 4483487 h 6382977"/>
              <a:gd name="connsiteX162" fmla="*/ 1237620 w 6501199"/>
              <a:gd name="connsiteY162" fmla="*/ 4480966 h 6382977"/>
              <a:gd name="connsiteX163" fmla="*/ 2928150 w 6501199"/>
              <a:gd name="connsiteY163" fmla="*/ 4465086 h 6382977"/>
              <a:gd name="connsiteX164" fmla="*/ 2912225 w 6501199"/>
              <a:gd name="connsiteY164" fmla="*/ 4471634 h 6382977"/>
              <a:gd name="connsiteX165" fmla="*/ 2928150 w 6501199"/>
              <a:gd name="connsiteY165" fmla="*/ 4465086 h 6382977"/>
              <a:gd name="connsiteX166" fmla="*/ 2971294 w 6501199"/>
              <a:gd name="connsiteY166" fmla="*/ 4314555 h 6382977"/>
              <a:gd name="connsiteX167" fmla="*/ 2975313 w 6501199"/>
              <a:gd name="connsiteY167" fmla="*/ 4318794 h 6382977"/>
              <a:gd name="connsiteX168" fmla="*/ 2992838 w 6501199"/>
              <a:gd name="connsiteY168" fmla="*/ 4320924 h 6382977"/>
              <a:gd name="connsiteX169" fmla="*/ 2986178 w 6501199"/>
              <a:gd name="connsiteY169" fmla="*/ 4331932 h 6382977"/>
              <a:gd name="connsiteX170" fmla="*/ 2971294 w 6501199"/>
              <a:gd name="connsiteY170" fmla="*/ 4314555 h 6382977"/>
              <a:gd name="connsiteX171" fmla="*/ 2909090 w 6501199"/>
              <a:gd name="connsiteY171" fmla="*/ 4312350 h 6382977"/>
              <a:gd name="connsiteX172" fmla="*/ 2922772 w 6501199"/>
              <a:gd name="connsiteY172" fmla="*/ 4330351 h 6382977"/>
              <a:gd name="connsiteX173" fmla="*/ 2909090 w 6501199"/>
              <a:gd name="connsiteY173" fmla="*/ 4312350 h 6382977"/>
              <a:gd name="connsiteX174" fmla="*/ 933197 w 6501199"/>
              <a:gd name="connsiteY174" fmla="*/ 4310062 h 6382977"/>
              <a:gd name="connsiteX175" fmla="*/ 971938 w 6501199"/>
              <a:gd name="connsiteY175" fmla="*/ 4330344 h 6382977"/>
              <a:gd name="connsiteX176" fmla="*/ 933197 w 6501199"/>
              <a:gd name="connsiteY176" fmla="*/ 4310062 h 6382977"/>
              <a:gd name="connsiteX177" fmla="*/ 297727 w 6501199"/>
              <a:gd name="connsiteY177" fmla="*/ 4273550 h 6382977"/>
              <a:gd name="connsiteX178" fmla="*/ 311536 w 6501199"/>
              <a:gd name="connsiteY178" fmla="*/ 4280619 h 6382977"/>
              <a:gd name="connsiteX179" fmla="*/ 281738 w 6501199"/>
              <a:gd name="connsiteY179" fmla="*/ 4289921 h 6382977"/>
              <a:gd name="connsiteX180" fmla="*/ 297727 w 6501199"/>
              <a:gd name="connsiteY180" fmla="*/ 4273550 h 6382977"/>
              <a:gd name="connsiteX181" fmla="*/ 838950 w 6501199"/>
              <a:gd name="connsiteY181" fmla="*/ 4219575 h 6382977"/>
              <a:gd name="connsiteX182" fmla="*/ 862391 w 6501199"/>
              <a:gd name="connsiteY182" fmla="*/ 4238259 h 6382977"/>
              <a:gd name="connsiteX183" fmla="*/ 838950 w 6501199"/>
              <a:gd name="connsiteY183" fmla="*/ 4219575 h 6382977"/>
              <a:gd name="connsiteX184" fmla="*/ 3063649 w 6501199"/>
              <a:gd name="connsiteY184" fmla="*/ 4203700 h 6382977"/>
              <a:gd name="connsiteX185" fmla="*/ 3075372 w 6501199"/>
              <a:gd name="connsiteY185" fmla="*/ 4215423 h 6382977"/>
              <a:gd name="connsiteX186" fmla="*/ 3068411 w 6501199"/>
              <a:gd name="connsiteY186" fmla="*/ 4222384 h 6382977"/>
              <a:gd name="connsiteX187" fmla="*/ 3063649 w 6501199"/>
              <a:gd name="connsiteY187" fmla="*/ 4203700 h 6382977"/>
              <a:gd name="connsiteX188" fmla="*/ 2917287 w 6501199"/>
              <a:gd name="connsiteY188" fmla="*/ 4202047 h 6382977"/>
              <a:gd name="connsiteX189" fmla="*/ 2915641 w 6501199"/>
              <a:gd name="connsiteY189" fmla="*/ 4205166 h 6382977"/>
              <a:gd name="connsiteX190" fmla="*/ 2920656 w 6501199"/>
              <a:gd name="connsiteY190" fmla="*/ 4211230 h 6382977"/>
              <a:gd name="connsiteX191" fmla="*/ 2913771 w 6501199"/>
              <a:gd name="connsiteY191" fmla="*/ 4214425 h 6382977"/>
              <a:gd name="connsiteX192" fmla="*/ 2929612 w 6501199"/>
              <a:gd name="connsiteY192" fmla="*/ 4207585 h 6382977"/>
              <a:gd name="connsiteX193" fmla="*/ 2922828 w 6501199"/>
              <a:gd name="connsiteY193" fmla="*/ 4208256 h 6382977"/>
              <a:gd name="connsiteX194" fmla="*/ 3034046 w 6501199"/>
              <a:gd name="connsiteY194" fmla="*/ 4201602 h 6382977"/>
              <a:gd name="connsiteX195" fmla="*/ 3045213 w 6501199"/>
              <a:gd name="connsiteY195" fmla="*/ 4208553 h 6382977"/>
              <a:gd name="connsiteX196" fmla="*/ 3040869 w 6501199"/>
              <a:gd name="connsiteY196" fmla="*/ 4217624 h 6382977"/>
              <a:gd name="connsiteX197" fmla="*/ 3034046 w 6501199"/>
              <a:gd name="connsiteY197" fmla="*/ 4201602 h 6382977"/>
              <a:gd name="connsiteX198" fmla="*/ 2945454 w 6501199"/>
              <a:gd name="connsiteY198" fmla="*/ 4200745 h 6382977"/>
              <a:gd name="connsiteX199" fmla="*/ 2963816 w 6501199"/>
              <a:gd name="connsiteY199" fmla="*/ 4218746 h 6382977"/>
              <a:gd name="connsiteX200" fmla="*/ 2947974 w 6501199"/>
              <a:gd name="connsiteY200" fmla="*/ 4218746 h 6382977"/>
              <a:gd name="connsiteX201" fmla="*/ 2965976 w 6501199"/>
              <a:gd name="connsiteY201" fmla="*/ 4218746 h 6382977"/>
              <a:gd name="connsiteX202" fmla="*/ 2945454 w 6501199"/>
              <a:gd name="connsiteY202" fmla="*/ 4200745 h 6382977"/>
              <a:gd name="connsiteX203" fmla="*/ 1175120 w 6501199"/>
              <a:gd name="connsiteY203" fmla="*/ 4194394 h 6382977"/>
              <a:gd name="connsiteX204" fmla="*/ 1166731 w 6501199"/>
              <a:gd name="connsiteY204" fmla="*/ 4198180 h 6382977"/>
              <a:gd name="connsiteX205" fmla="*/ 1180414 w 6501199"/>
              <a:gd name="connsiteY205" fmla="*/ 4216540 h 6382977"/>
              <a:gd name="connsiteX206" fmla="*/ 1168892 w 6501199"/>
              <a:gd name="connsiteY206" fmla="*/ 4218700 h 6382977"/>
              <a:gd name="connsiteX207" fmla="*/ 1191576 w 6501199"/>
              <a:gd name="connsiteY207" fmla="*/ 4211860 h 6382977"/>
              <a:gd name="connsiteX208" fmla="*/ 1175120 w 6501199"/>
              <a:gd name="connsiteY208" fmla="*/ 4194394 h 6382977"/>
              <a:gd name="connsiteX209" fmla="*/ 3072053 w 6501199"/>
              <a:gd name="connsiteY209" fmla="*/ 4190684 h 6382977"/>
              <a:gd name="connsiteX210" fmla="*/ 3081732 w 6501199"/>
              <a:gd name="connsiteY210" fmla="*/ 4196583 h 6382977"/>
              <a:gd name="connsiteX211" fmla="*/ 3077107 w 6501199"/>
              <a:gd name="connsiteY211" fmla="*/ 4203344 h 6382977"/>
              <a:gd name="connsiteX212" fmla="*/ 3072053 w 6501199"/>
              <a:gd name="connsiteY212" fmla="*/ 4190684 h 6382977"/>
              <a:gd name="connsiteX213" fmla="*/ 3057099 w 6501199"/>
              <a:gd name="connsiteY213" fmla="*/ 4158307 h 6382977"/>
              <a:gd name="connsiteX214" fmla="*/ 3070619 w 6501199"/>
              <a:gd name="connsiteY214" fmla="*/ 4172446 h 6382977"/>
              <a:gd name="connsiteX215" fmla="*/ 3059234 w 6501199"/>
              <a:gd name="connsiteY215" fmla="*/ 4176910 h 6382977"/>
              <a:gd name="connsiteX216" fmla="*/ 3057099 w 6501199"/>
              <a:gd name="connsiteY216" fmla="*/ 4158307 h 6382977"/>
              <a:gd name="connsiteX217" fmla="*/ 3089320 w 6501199"/>
              <a:gd name="connsiteY217" fmla="*/ 4125912 h 6382977"/>
              <a:gd name="connsiteX218" fmla="*/ 3093553 w 6501199"/>
              <a:gd name="connsiteY218" fmla="*/ 4141924 h 6382977"/>
              <a:gd name="connsiteX219" fmla="*/ 3089320 w 6501199"/>
              <a:gd name="connsiteY219" fmla="*/ 4125912 h 6382977"/>
              <a:gd name="connsiteX220" fmla="*/ 3078871 w 6501199"/>
              <a:gd name="connsiteY220" fmla="*/ 4105495 h 6382977"/>
              <a:gd name="connsiteX221" fmla="*/ 3086484 w 6501199"/>
              <a:gd name="connsiteY221" fmla="*/ 4108261 h 6382977"/>
              <a:gd name="connsiteX222" fmla="*/ 3077326 w 6501199"/>
              <a:gd name="connsiteY222" fmla="*/ 4121906 h 6382977"/>
              <a:gd name="connsiteX223" fmla="*/ 3078871 w 6501199"/>
              <a:gd name="connsiteY223" fmla="*/ 4105495 h 6382977"/>
              <a:gd name="connsiteX224" fmla="*/ 870815 w 6501199"/>
              <a:gd name="connsiteY224" fmla="*/ 4083050 h 6382977"/>
              <a:gd name="connsiteX225" fmla="*/ 884624 w 6501199"/>
              <a:gd name="connsiteY225" fmla="*/ 4087701 h 6382977"/>
              <a:gd name="connsiteX226" fmla="*/ 875539 w 6501199"/>
              <a:gd name="connsiteY226" fmla="*/ 4108092 h 6382977"/>
              <a:gd name="connsiteX227" fmla="*/ 857005 w 6501199"/>
              <a:gd name="connsiteY227" fmla="*/ 4094498 h 6382977"/>
              <a:gd name="connsiteX228" fmla="*/ 870815 w 6501199"/>
              <a:gd name="connsiteY228" fmla="*/ 4083050 h 6382977"/>
              <a:gd name="connsiteX229" fmla="*/ 3022840 w 6501199"/>
              <a:gd name="connsiteY229" fmla="*/ 4062104 h 6382977"/>
              <a:gd name="connsiteX230" fmla="*/ 3020702 w 6501199"/>
              <a:gd name="connsiteY230" fmla="*/ 4064298 h 6382977"/>
              <a:gd name="connsiteX231" fmla="*/ 3034383 w 6501199"/>
              <a:gd name="connsiteY231" fmla="*/ 4080139 h 6382977"/>
              <a:gd name="connsiteX232" fmla="*/ 3034383 w 6501199"/>
              <a:gd name="connsiteY232" fmla="*/ 4066458 h 6382977"/>
              <a:gd name="connsiteX233" fmla="*/ 3022840 w 6501199"/>
              <a:gd name="connsiteY233" fmla="*/ 4062104 h 6382977"/>
              <a:gd name="connsiteX234" fmla="*/ 958236 w 6501199"/>
              <a:gd name="connsiteY234" fmla="*/ 4046646 h 6382977"/>
              <a:gd name="connsiteX235" fmla="*/ 955587 w 6501199"/>
              <a:gd name="connsiteY235" fmla="*/ 4052001 h 6382977"/>
              <a:gd name="connsiteX236" fmla="*/ 952853 w 6501199"/>
              <a:gd name="connsiteY236" fmla="*/ 4064253 h 6382977"/>
              <a:gd name="connsiteX237" fmla="*/ 950332 w 6501199"/>
              <a:gd name="connsiteY237" fmla="*/ 4084774 h 6382977"/>
              <a:gd name="connsiteX238" fmla="*/ 982378 w 6501199"/>
              <a:gd name="connsiteY238" fmla="*/ 4084774 h 6382977"/>
              <a:gd name="connsiteX239" fmla="*/ 966985 w 6501199"/>
              <a:gd name="connsiteY239" fmla="*/ 4058701 h 6382977"/>
              <a:gd name="connsiteX240" fmla="*/ 968257 w 6501199"/>
              <a:gd name="connsiteY240" fmla="*/ 4047574 h 6382977"/>
              <a:gd name="connsiteX241" fmla="*/ 960243 w 6501199"/>
              <a:gd name="connsiteY241" fmla="*/ 4050940 h 6382977"/>
              <a:gd name="connsiteX242" fmla="*/ 3093102 w 6501199"/>
              <a:gd name="connsiteY242" fmla="*/ 4039061 h 6382977"/>
              <a:gd name="connsiteX243" fmla="*/ 3107565 w 6501199"/>
              <a:gd name="connsiteY243" fmla="*/ 4048124 h 6382977"/>
              <a:gd name="connsiteX244" fmla="*/ 3100660 w 6501199"/>
              <a:gd name="connsiteY244" fmla="*/ 4068400 h 6382977"/>
              <a:gd name="connsiteX245" fmla="*/ 3096299 w 6501199"/>
              <a:gd name="connsiteY245" fmla="*/ 4057176 h 6382977"/>
              <a:gd name="connsiteX246" fmla="*/ 3102840 w 6501199"/>
              <a:gd name="connsiteY246" fmla="*/ 4048124 h 6382977"/>
              <a:gd name="connsiteX247" fmla="*/ 3096299 w 6501199"/>
              <a:gd name="connsiteY247" fmla="*/ 4048124 h 6382977"/>
              <a:gd name="connsiteX248" fmla="*/ 3093102 w 6501199"/>
              <a:gd name="connsiteY248" fmla="*/ 4039061 h 6382977"/>
              <a:gd name="connsiteX249" fmla="*/ 1034432 w 6501199"/>
              <a:gd name="connsiteY249" fmla="*/ 4034878 h 6382977"/>
              <a:gd name="connsiteX250" fmla="*/ 1030361 w 6501199"/>
              <a:gd name="connsiteY250" fmla="*/ 4036992 h 6382977"/>
              <a:gd name="connsiteX251" fmla="*/ 1026494 w 6501199"/>
              <a:gd name="connsiteY251" fmla="*/ 4038699 h 6382977"/>
              <a:gd name="connsiteX252" fmla="*/ 1050655 w 6501199"/>
              <a:gd name="connsiteY252" fmla="*/ 4052193 h 6382977"/>
              <a:gd name="connsiteX253" fmla="*/ 1089317 w 6501199"/>
              <a:gd name="connsiteY253" fmla="*/ 4073254 h 6382977"/>
              <a:gd name="connsiteX254" fmla="*/ 1093998 w 6501199"/>
              <a:gd name="connsiteY254" fmla="*/ 4050572 h 6382977"/>
              <a:gd name="connsiteX255" fmla="*/ 1040731 w 6501199"/>
              <a:gd name="connsiteY255" fmla="*/ 4035081 h 6382977"/>
              <a:gd name="connsiteX256" fmla="*/ 3004860 w 6501199"/>
              <a:gd name="connsiteY256" fmla="*/ 4032257 h 6382977"/>
              <a:gd name="connsiteX257" fmla="*/ 3002340 w 6501199"/>
              <a:gd name="connsiteY257" fmla="*/ 4041617 h 6382977"/>
              <a:gd name="connsiteX258" fmla="*/ 3027543 w 6501199"/>
              <a:gd name="connsiteY258" fmla="*/ 4052778 h 6382977"/>
              <a:gd name="connsiteX259" fmla="*/ 3004860 w 6501199"/>
              <a:gd name="connsiteY259" fmla="*/ 4032257 h 6382977"/>
              <a:gd name="connsiteX260" fmla="*/ 2943294 w 6501199"/>
              <a:gd name="connsiteY260" fmla="*/ 4027936 h 6382977"/>
              <a:gd name="connsiteX261" fmla="*/ 2936453 w 6501199"/>
              <a:gd name="connsiteY261" fmla="*/ 4048458 h 6382977"/>
              <a:gd name="connsiteX262" fmla="*/ 2943294 w 6501199"/>
              <a:gd name="connsiteY262" fmla="*/ 4027936 h 6382977"/>
              <a:gd name="connsiteX263" fmla="*/ 3082909 w 6501199"/>
              <a:gd name="connsiteY263" fmla="*/ 4016449 h 6382977"/>
              <a:gd name="connsiteX264" fmla="*/ 3080418 w 6501199"/>
              <a:gd name="connsiteY264" fmla="*/ 4035053 h 6382977"/>
              <a:gd name="connsiteX265" fmla="*/ 3082909 w 6501199"/>
              <a:gd name="connsiteY265" fmla="*/ 4016449 h 6382977"/>
              <a:gd name="connsiteX266" fmla="*/ 3000180 w 6501199"/>
              <a:gd name="connsiteY266" fmla="*/ 4016416 h 6382977"/>
              <a:gd name="connsiteX267" fmla="*/ 3018542 w 6501199"/>
              <a:gd name="connsiteY267" fmla="*/ 4039097 h 6382977"/>
              <a:gd name="connsiteX268" fmla="*/ 3000180 w 6501199"/>
              <a:gd name="connsiteY268" fmla="*/ 4016416 h 6382977"/>
              <a:gd name="connsiteX269" fmla="*/ 786503 w 6501199"/>
              <a:gd name="connsiteY269" fmla="*/ 3998010 h 6382977"/>
              <a:gd name="connsiteX270" fmla="*/ 765979 w 6501199"/>
              <a:gd name="connsiteY270" fmla="*/ 4014211 h 6382977"/>
              <a:gd name="connsiteX271" fmla="*/ 782182 w 6501199"/>
              <a:gd name="connsiteY271" fmla="*/ 4014211 h 6382977"/>
              <a:gd name="connsiteX272" fmla="*/ 786503 w 6501199"/>
              <a:gd name="connsiteY272" fmla="*/ 3998010 h 6382977"/>
              <a:gd name="connsiteX273" fmla="*/ 477862 w 6501199"/>
              <a:gd name="connsiteY273" fmla="*/ 3973512 h 6382977"/>
              <a:gd name="connsiteX274" fmla="*/ 436832 w 6501199"/>
              <a:gd name="connsiteY274" fmla="*/ 4078026 h 6382977"/>
              <a:gd name="connsiteX275" fmla="*/ 407319 w 6501199"/>
              <a:gd name="connsiteY275" fmla="*/ 4104962 h 6382977"/>
              <a:gd name="connsiteX276" fmla="*/ 384645 w 6501199"/>
              <a:gd name="connsiteY276" fmla="*/ 4109631 h 6382977"/>
              <a:gd name="connsiteX277" fmla="*/ 375647 w 6501199"/>
              <a:gd name="connsiteY277" fmla="*/ 4134772 h 6382977"/>
              <a:gd name="connsiteX278" fmla="*/ 423155 w 6501199"/>
              <a:gd name="connsiteY278" fmla="*/ 4227793 h 6382977"/>
              <a:gd name="connsiteX279" fmla="*/ 409479 w 6501199"/>
              <a:gd name="connsiteY279" fmla="*/ 4238927 h 6382977"/>
              <a:gd name="connsiteX280" fmla="*/ 370968 w 6501199"/>
              <a:gd name="connsiteY280" fmla="*/ 4207321 h 6382977"/>
              <a:gd name="connsiteX281" fmla="*/ 343615 w 6501199"/>
              <a:gd name="connsiteY281" fmla="*/ 4207321 h 6382977"/>
              <a:gd name="connsiteX282" fmla="*/ 332458 w 6501199"/>
              <a:gd name="connsiteY282" fmla="*/ 4204807 h 6382977"/>
              <a:gd name="connsiteX283" fmla="*/ 339296 w 6501199"/>
              <a:gd name="connsiteY283" fmla="*/ 4236772 h 6382977"/>
              <a:gd name="connsiteX284" fmla="*/ 314102 w 6501199"/>
              <a:gd name="connsiteY284" fmla="*/ 4238927 h 6382977"/>
              <a:gd name="connsiteX285" fmla="*/ 305105 w 6501199"/>
              <a:gd name="connsiteY285" fmla="*/ 4211631 h 6382977"/>
              <a:gd name="connsiteX286" fmla="*/ 289269 w 6501199"/>
              <a:gd name="connsiteY286" fmla="*/ 4139082 h 6382977"/>
              <a:gd name="connsiteX287" fmla="*/ 273073 w 6501199"/>
              <a:gd name="connsiteY287" fmla="*/ 4189004 h 6382977"/>
              <a:gd name="connsiteX288" fmla="*/ 252558 w 6501199"/>
              <a:gd name="connsiteY288" fmla="*/ 4195828 h 6382977"/>
              <a:gd name="connsiteX289" fmla="*/ 264075 w 6501199"/>
              <a:gd name="connsiteY289" fmla="*/ 4127948 h 6382977"/>
              <a:gd name="connsiteX290" fmla="*/ 282430 w 6501199"/>
              <a:gd name="connsiteY290" fmla="*/ 4132258 h 6382977"/>
              <a:gd name="connsiteX291" fmla="*/ 357292 w 6501199"/>
              <a:gd name="connsiteY291" fmla="*/ 4087005 h 6382977"/>
              <a:gd name="connsiteX292" fmla="*/ 355132 w 6501199"/>
              <a:gd name="connsiteY292" fmla="*/ 4073357 h 6382977"/>
              <a:gd name="connsiteX293" fmla="*/ 375647 w 6501199"/>
              <a:gd name="connsiteY293" fmla="*/ 4073357 h 6382977"/>
              <a:gd name="connsiteX294" fmla="*/ 389324 w 6501199"/>
              <a:gd name="connsiteY294" fmla="*/ 4057554 h 6382977"/>
              <a:gd name="connsiteX295" fmla="*/ 382485 w 6501199"/>
              <a:gd name="connsiteY295" fmla="*/ 4046061 h 6382977"/>
              <a:gd name="connsiteX296" fmla="*/ 405160 w 6501199"/>
              <a:gd name="connsiteY296" fmla="*/ 4037082 h 6382977"/>
              <a:gd name="connsiteX297" fmla="*/ 398321 w 6501199"/>
              <a:gd name="connsiteY297" fmla="*/ 4023434 h 6382977"/>
              <a:gd name="connsiteX298" fmla="*/ 436832 w 6501199"/>
              <a:gd name="connsiteY298" fmla="*/ 4005118 h 6382977"/>
              <a:gd name="connsiteX299" fmla="*/ 477862 w 6501199"/>
              <a:gd name="connsiteY299" fmla="*/ 3973512 h 6382977"/>
              <a:gd name="connsiteX300" fmla="*/ 3197641 w 6501199"/>
              <a:gd name="connsiteY300" fmla="*/ 3949049 h 6382977"/>
              <a:gd name="connsiteX301" fmla="*/ 3211906 w 6501199"/>
              <a:gd name="connsiteY301" fmla="*/ 3955381 h 6382977"/>
              <a:gd name="connsiteX302" fmla="*/ 3205108 w 6501199"/>
              <a:gd name="connsiteY302" fmla="*/ 3984782 h 6382977"/>
              <a:gd name="connsiteX303" fmla="*/ 3193660 w 6501199"/>
              <a:gd name="connsiteY303" fmla="*/ 3982302 h 6382977"/>
              <a:gd name="connsiteX304" fmla="*/ 3196165 w 6501199"/>
              <a:gd name="connsiteY304" fmla="*/ 3964591 h 6382977"/>
              <a:gd name="connsiteX305" fmla="*/ 3186863 w 6501199"/>
              <a:gd name="connsiteY305" fmla="*/ 3957860 h 6382977"/>
              <a:gd name="connsiteX306" fmla="*/ 3197641 w 6501199"/>
              <a:gd name="connsiteY306" fmla="*/ 3949049 h 6382977"/>
              <a:gd name="connsiteX307" fmla="*/ 3149995 w 6501199"/>
              <a:gd name="connsiteY307" fmla="*/ 3940664 h 6382977"/>
              <a:gd name="connsiteX308" fmla="*/ 3143242 w 6501199"/>
              <a:gd name="connsiteY308" fmla="*/ 3995377 h 6382977"/>
              <a:gd name="connsiteX309" fmla="*/ 3141110 w 6501199"/>
              <a:gd name="connsiteY309" fmla="*/ 3961181 h 6382977"/>
              <a:gd name="connsiteX310" fmla="*/ 3132224 w 6501199"/>
              <a:gd name="connsiteY310" fmla="*/ 3954342 h 6382977"/>
              <a:gd name="connsiteX311" fmla="*/ 3127604 w 6501199"/>
              <a:gd name="connsiteY311" fmla="*/ 3974860 h 6382977"/>
              <a:gd name="connsiteX312" fmla="*/ 3109478 w 6501199"/>
              <a:gd name="connsiteY312" fmla="*/ 3968021 h 6382977"/>
              <a:gd name="connsiteX313" fmla="*/ 3107346 w 6501199"/>
              <a:gd name="connsiteY313" fmla="*/ 3952183 h 6382977"/>
              <a:gd name="connsiteX314" fmla="*/ 3129736 w 6501199"/>
              <a:gd name="connsiteY314" fmla="*/ 3950023 h 6382977"/>
              <a:gd name="connsiteX315" fmla="*/ 3122984 w 6501199"/>
              <a:gd name="connsiteY315" fmla="*/ 3947503 h 6382977"/>
              <a:gd name="connsiteX316" fmla="*/ 3149995 w 6501199"/>
              <a:gd name="connsiteY316" fmla="*/ 3940664 h 6382977"/>
              <a:gd name="connsiteX317" fmla="*/ 3086589 w 6501199"/>
              <a:gd name="connsiteY317" fmla="*/ 3900490 h 6382977"/>
              <a:gd name="connsiteX318" fmla="*/ 3079748 w 6501199"/>
              <a:gd name="connsiteY318" fmla="*/ 3909491 h 6382977"/>
              <a:gd name="connsiteX319" fmla="*/ 3091269 w 6501199"/>
              <a:gd name="connsiteY319" fmla="*/ 3925332 h 6382977"/>
              <a:gd name="connsiteX320" fmla="*/ 3086589 w 6501199"/>
              <a:gd name="connsiteY320" fmla="*/ 3900490 h 6382977"/>
              <a:gd name="connsiteX321" fmla="*/ 283987 w 6501199"/>
              <a:gd name="connsiteY321" fmla="*/ 3894137 h 6382977"/>
              <a:gd name="connsiteX322" fmla="*/ 263250 w 6501199"/>
              <a:gd name="connsiteY322" fmla="*/ 3936646 h 6382977"/>
              <a:gd name="connsiteX323" fmla="*/ 283987 w 6501199"/>
              <a:gd name="connsiteY323" fmla="*/ 3894137 h 6382977"/>
              <a:gd name="connsiteX324" fmla="*/ 3250186 w 6501199"/>
              <a:gd name="connsiteY324" fmla="*/ 3890962 h 6382977"/>
              <a:gd name="connsiteX325" fmla="*/ 3241367 w 6501199"/>
              <a:gd name="connsiteY325" fmla="*/ 3904359 h 6382977"/>
              <a:gd name="connsiteX326" fmla="*/ 3250186 w 6501199"/>
              <a:gd name="connsiteY326" fmla="*/ 3890962 h 6382977"/>
              <a:gd name="connsiteX327" fmla="*/ 336840 w 6501199"/>
              <a:gd name="connsiteY327" fmla="*/ 3886200 h 6382977"/>
              <a:gd name="connsiteX328" fmla="*/ 369115 w 6501199"/>
              <a:gd name="connsiteY328" fmla="*/ 3886200 h 6382977"/>
              <a:gd name="connsiteX329" fmla="*/ 398850 w 6501199"/>
              <a:gd name="connsiteY329" fmla="*/ 3897136 h 6382977"/>
              <a:gd name="connsiteX330" fmla="*/ 369115 w 6501199"/>
              <a:gd name="connsiteY330" fmla="*/ 3923947 h 6382977"/>
              <a:gd name="connsiteX331" fmla="*/ 341555 w 6501199"/>
              <a:gd name="connsiteY331" fmla="*/ 3901722 h 6382977"/>
              <a:gd name="connsiteX332" fmla="*/ 343730 w 6501199"/>
              <a:gd name="connsiteY332" fmla="*/ 3913011 h 6382977"/>
              <a:gd name="connsiteX333" fmla="*/ 336840 w 6501199"/>
              <a:gd name="connsiteY333" fmla="*/ 3886200 h 6382977"/>
              <a:gd name="connsiteX334" fmla="*/ 3209495 w 6501199"/>
              <a:gd name="connsiteY334" fmla="*/ 3884432 h 6382977"/>
              <a:gd name="connsiteX335" fmla="*/ 3218705 w 6501199"/>
              <a:gd name="connsiteY335" fmla="*/ 3891262 h 6382977"/>
              <a:gd name="connsiteX336" fmla="*/ 3218705 w 6501199"/>
              <a:gd name="connsiteY336" fmla="*/ 3907077 h 6382977"/>
              <a:gd name="connsiteX337" fmla="*/ 3238896 w 6501199"/>
              <a:gd name="connsiteY337" fmla="*/ 3931878 h 6382977"/>
              <a:gd name="connsiteX338" fmla="*/ 3216225 w 6501199"/>
              <a:gd name="connsiteY338" fmla="*/ 3920735 h 6382977"/>
              <a:gd name="connsiteX339" fmla="*/ 3198514 w 6501199"/>
              <a:gd name="connsiteY339" fmla="*/ 3893418 h 6382977"/>
              <a:gd name="connsiteX340" fmla="*/ 3209495 w 6501199"/>
              <a:gd name="connsiteY340" fmla="*/ 3884432 h 6382977"/>
              <a:gd name="connsiteX341" fmla="*/ 3143475 w 6501199"/>
              <a:gd name="connsiteY341" fmla="*/ 3882130 h 6382977"/>
              <a:gd name="connsiteX342" fmla="*/ 3163997 w 6501199"/>
              <a:gd name="connsiteY342" fmla="*/ 3900490 h 6382977"/>
              <a:gd name="connsiteX343" fmla="*/ 3163997 w 6501199"/>
              <a:gd name="connsiteY343" fmla="*/ 3884650 h 6382977"/>
              <a:gd name="connsiteX344" fmla="*/ 3143475 w 6501199"/>
              <a:gd name="connsiteY344" fmla="*/ 3882130 h 6382977"/>
              <a:gd name="connsiteX345" fmla="*/ 3102430 w 6501199"/>
              <a:gd name="connsiteY345" fmla="*/ 3873129 h 6382977"/>
              <a:gd name="connsiteX346" fmla="*/ 3091269 w 6501199"/>
              <a:gd name="connsiteY346" fmla="*/ 3879970 h 6382977"/>
              <a:gd name="connsiteX347" fmla="*/ 3102430 w 6501199"/>
              <a:gd name="connsiteY347" fmla="*/ 3902650 h 6382977"/>
              <a:gd name="connsiteX348" fmla="*/ 3116112 w 6501199"/>
              <a:gd name="connsiteY348" fmla="*/ 3900490 h 6382977"/>
              <a:gd name="connsiteX349" fmla="*/ 3102430 w 6501199"/>
              <a:gd name="connsiteY349" fmla="*/ 3873129 h 6382977"/>
              <a:gd name="connsiteX350" fmla="*/ 3223830 w 6501199"/>
              <a:gd name="connsiteY350" fmla="*/ 3872518 h 6382977"/>
              <a:gd name="connsiteX351" fmla="*/ 3237307 w 6501199"/>
              <a:gd name="connsiteY351" fmla="*/ 3874840 h 6382977"/>
              <a:gd name="connsiteX352" fmla="*/ 3221651 w 6501199"/>
              <a:gd name="connsiteY352" fmla="*/ 3890612 h 6382977"/>
              <a:gd name="connsiteX353" fmla="*/ 3217025 w 6501199"/>
              <a:gd name="connsiteY353" fmla="*/ 3881499 h 6382977"/>
              <a:gd name="connsiteX354" fmla="*/ 3223830 w 6501199"/>
              <a:gd name="connsiteY354" fmla="*/ 3872518 h 6382977"/>
              <a:gd name="connsiteX355" fmla="*/ 3163997 w 6501199"/>
              <a:gd name="connsiteY355" fmla="*/ 3857288 h 6382977"/>
              <a:gd name="connsiteX356" fmla="*/ 3159676 w 6501199"/>
              <a:gd name="connsiteY356" fmla="*/ 3870969 h 6382977"/>
              <a:gd name="connsiteX357" fmla="*/ 3168677 w 6501199"/>
              <a:gd name="connsiteY357" fmla="*/ 3893650 h 6382977"/>
              <a:gd name="connsiteX358" fmla="*/ 3163997 w 6501199"/>
              <a:gd name="connsiteY358" fmla="*/ 3857288 h 6382977"/>
              <a:gd name="connsiteX359" fmla="*/ 3134474 w 6501199"/>
              <a:gd name="connsiteY359" fmla="*/ 3825247 h 6382977"/>
              <a:gd name="connsiteX360" fmla="*/ 3132314 w 6501199"/>
              <a:gd name="connsiteY360" fmla="*/ 3836767 h 6382977"/>
              <a:gd name="connsiteX361" fmla="*/ 3132314 w 6501199"/>
              <a:gd name="connsiteY361" fmla="*/ 3850448 h 6382977"/>
              <a:gd name="connsiteX362" fmla="*/ 3148155 w 6501199"/>
              <a:gd name="connsiteY362" fmla="*/ 3870969 h 6382977"/>
              <a:gd name="connsiteX363" fmla="*/ 3154996 w 6501199"/>
              <a:gd name="connsiteY363" fmla="*/ 3854768 h 6382977"/>
              <a:gd name="connsiteX364" fmla="*/ 3134474 w 6501199"/>
              <a:gd name="connsiteY364" fmla="*/ 3825247 h 6382977"/>
              <a:gd name="connsiteX365" fmla="*/ 3112208 w 6501199"/>
              <a:gd name="connsiteY365" fmla="*/ 3818277 h 6382977"/>
              <a:gd name="connsiteX366" fmla="*/ 3109271 w 6501199"/>
              <a:gd name="connsiteY366" fmla="*/ 3825247 h 6382977"/>
              <a:gd name="connsiteX367" fmla="*/ 3125473 w 6501199"/>
              <a:gd name="connsiteY367" fmla="*/ 3845768 h 6382977"/>
              <a:gd name="connsiteX368" fmla="*/ 3112208 w 6501199"/>
              <a:gd name="connsiteY368" fmla="*/ 3818277 h 6382977"/>
              <a:gd name="connsiteX369" fmla="*/ 3214485 w 6501199"/>
              <a:gd name="connsiteY369" fmla="*/ 3816350 h 6382977"/>
              <a:gd name="connsiteX370" fmla="*/ 3242062 w 6501199"/>
              <a:gd name="connsiteY370" fmla="*/ 3825320 h 6382977"/>
              <a:gd name="connsiteX371" fmla="*/ 3205414 w 6501199"/>
              <a:gd name="connsiteY371" fmla="*/ 3868378 h 6382977"/>
              <a:gd name="connsiteX372" fmla="*/ 3196342 w 6501199"/>
              <a:gd name="connsiteY372" fmla="*/ 3845773 h 6382977"/>
              <a:gd name="connsiteX373" fmla="*/ 3191625 w 6501199"/>
              <a:gd name="connsiteY373" fmla="*/ 3847926 h 6382977"/>
              <a:gd name="connsiteX374" fmla="*/ 3214485 w 6501199"/>
              <a:gd name="connsiteY374" fmla="*/ 3816350 h 6382977"/>
              <a:gd name="connsiteX375" fmla="*/ 3389293 w 6501199"/>
              <a:gd name="connsiteY375" fmla="*/ 3814091 h 6382977"/>
              <a:gd name="connsiteX376" fmla="*/ 3382895 w 6501199"/>
              <a:gd name="connsiteY376" fmla="*/ 3834125 h 6382977"/>
              <a:gd name="connsiteX377" fmla="*/ 3389293 w 6501199"/>
              <a:gd name="connsiteY377" fmla="*/ 3814091 h 6382977"/>
              <a:gd name="connsiteX378" fmla="*/ 3435242 w 6501199"/>
              <a:gd name="connsiteY378" fmla="*/ 3811331 h 6382977"/>
              <a:gd name="connsiteX379" fmla="*/ 3445275 w 6501199"/>
              <a:gd name="connsiteY379" fmla="*/ 3823369 h 6382977"/>
              <a:gd name="connsiteX380" fmla="*/ 3423194 w 6501199"/>
              <a:gd name="connsiteY380" fmla="*/ 3830274 h 6382977"/>
              <a:gd name="connsiteX381" fmla="*/ 3418638 w 6501199"/>
              <a:gd name="connsiteY381" fmla="*/ 3816464 h 6382977"/>
              <a:gd name="connsiteX382" fmla="*/ 3435242 w 6501199"/>
              <a:gd name="connsiteY382" fmla="*/ 3811331 h 6382977"/>
              <a:gd name="connsiteX383" fmla="*/ 3344611 w 6501199"/>
              <a:gd name="connsiteY383" fmla="*/ 3806825 h 6382977"/>
              <a:gd name="connsiteX384" fmla="*/ 3344611 w 6501199"/>
              <a:gd name="connsiteY384" fmla="*/ 3811086 h 6382977"/>
              <a:gd name="connsiteX385" fmla="*/ 3351596 w 6501199"/>
              <a:gd name="connsiteY385" fmla="*/ 3820318 h 6382977"/>
              <a:gd name="connsiteX386" fmla="*/ 3317038 w 6501199"/>
              <a:gd name="connsiteY386" fmla="*/ 3831326 h 6382977"/>
              <a:gd name="connsiteX387" fmla="*/ 3344611 w 6501199"/>
              <a:gd name="connsiteY387" fmla="*/ 3806825 h 6382977"/>
              <a:gd name="connsiteX388" fmla="*/ 3285972 w 6501199"/>
              <a:gd name="connsiteY388" fmla="*/ 3802590 h 6382977"/>
              <a:gd name="connsiteX389" fmla="*/ 3296036 w 6501199"/>
              <a:gd name="connsiteY389" fmla="*/ 3811753 h 6382977"/>
              <a:gd name="connsiteX390" fmla="*/ 3277467 w 6501199"/>
              <a:gd name="connsiteY390" fmla="*/ 3832011 h 6382977"/>
              <a:gd name="connsiteX391" fmla="*/ 3261447 w 6501199"/>
              <a:gd name="connsiteY391" fmla="*/ 3829879 h 6382977"/>
              <a:gd name="connsiteX392" fmla="*/ 3285972 w 6501199"/>
              <a:gd name="connsiteY392" fmla="*/ 3802590 h 6382977"/>
              <a:gd name="connsiteX393" fmla="*/ 3136634 w 6501199"/>
              <a:gd name="connsiteY393" fmla="*/ 3795726 h 6382977"/>
              <a:gd name="connsiteX394" fmla="*/ 3163997 w 6501199"/>
              <a:gd name="connsiteY394" fmla="*/ 3845768 h 6382977"/>
              <a:gd name="connsiteX395" fmla="*/ 3175518 w 6501199"/>
              <a:gd name="connsiteY395" fmla="*/ 3843608 h 6382977"/>
              <a:gd name="connsiteX396" fmla="*/ 3157156 w 6501199"/>
              <a:gd name="connsiteY396" fmla="*/ 3800406 h 6382977"/>
              <a:gd name="connsiteX397" fmla="*/ 3136634 w 6501199"/>
              <a:gd name="connsiteY397" fmla="*/ 3795726 h 6382977"/>
              <a:gd name="connsiteX398" fmla="*/ 3345766 w 6501199"/>
              <a:gd name="connsiteY398" fmla="*/ 3792420 h 6382977"/>
              <a:gd name="connsiteX399" fmla="*/ 3344025 w 6501199"/>
              <a:gd name="connsiteY399" fmla="*/ 3796593 h 6382977"/>
              <a:gd name="connsiteX400" fmla="*/ 3344341 w 6501199"/>
              <a:gd name="connsiteY400" fmla="*/ 3792682 h 6382977"/>
              <a:gd name="connsiteX401" fmla="*/ 3184519 w 6501199"/>
              <a:gd name="connsiteY401" fmla="*/ 3779885 h 6382977"/>
              <a:gd name="connsiteX402" fmla="*/ 3186679 w 6501199"/>
              <a:gd name="connsiteY402" fmla="*/ 3793565 h 6382977"/>
              <a:gd name="connsiteX403" fmla="*/ 3202521 w 6501199"/>
              <a:gd name="connsiteY403" fmla="*/ 3782045 h 6382977"/>
              <a:gd name="connsiteX404" fmla="*/ 3184519 w 6501199"/>
              <a:gd name="connsiteY404" fmla="*/ 3779885 h 6382977"/>
              <a:gd name="connsiteX405" fmla="*/ 3389806 w 6501199"/>
              <a:gd name="connsiteY405" fmla="*/ 3778250 h 6382977"/>
              <a:gd name="connsiteX406" fmla="*/ 3385120 w 6501199"/>
              <a:gd name="connsiteY406" fmla="*/ 3801268 h 6382977"/>
              <a:gd name="connsiteX407" fmla="*/ 3391969 w 6501199"/>
              <a:gd name="connsiteY407" fmla="*/ 3782926 h 6382977"/>
              <a:gd name="connsiteX408" fmla="*/ 3426215 w 6501199"/>
              <a:gd name="connsiteY408" fmla="*/ 3794435 h 6382977"/>
              <a:gd name="connsiteX409" fmla="*/ 3389806 w 6501199"/>
              <a:gd name="connsiteY409" fmla="*/ 3798751 h 6382977"/>
              <a:gd name="connsiteX410" fmla="*/ 3396655 w 6501199"/>
              <a:gd name="connsiteY410" fmla="*/ 3808102 h 6382977"/>
              <a:gd name="connsiteX411" fmla="*/ 3369259 w 6501199"/>
              <a:gd name="connsiteY411" fmla="*/ 3796593 h 6382977"/>
              <a:gd name="connsiteX412" fmla="*/ 3357724 w 6501199"/>
              <a:gd name="connsiteY412" fmla="*/ 3810260 h 6382977"/>
              <a:gd name="connsiteX413" fmla="*/ 3344025 w 6501199"/>
              <a:gd name="connsiteY413" fmla="*/ 3801268 h 6382977"/>
              <a:gd name="connsiteX414" fmla="*/ 3346549 w 6501199"/>
              <a:gd name="connsiteY414" fmla="*/ 3792277 h 6382977"/>
              <a:gd name="connsiteX415" fmla="*/ 3345766 w 6501199"/>
              <a:gd name="connsiteY415" fmla="*/ 3792420 h 6382977"/>
              <a:gd name="connsiteX416" fmla="*/ 3348621 w 6501199"/>
              <a:gd name="connsiteY416" fmla="*/ 3785578 h 6382977"/>
              <a:gd name="connsiteX417" fmla="*/ 3360247 w 6501199"/>
              <a:gd name="connsiteY417" fmla="*/ 3782926 h 6382977"/>
              <a:gd name="connsiteX418" fmla="*/ 3389806 w 6501199"/>
              <a:gd name="connsiteY418" fmla="*/ 3778250 h 6382977"/>
              <a:gd name="connsiteX419" fmla="*/ 3429387 w 6501199"/>
              <a:gd name="connsiteY419" fmla="*/ 3750072 h 6382977"/>
              <a:gd name="connsiteX420" fmla="*/ 3404350 w 6501199"/>
              <a:gd name="connsiteY420" fmla="*/ 3769957 h 6382977"/>
              <a:gd name="connsiteX421" fmla="*/ 3429387 w 6501199"/>
              <a:gd name="connsiteY421" fmla="*/ 3750072 h 6382977"/>
              <a:gd name="connsiteX422" fmla="*/ 3447952 w 6501199"/>
              <a:gd name="connsiteY422" fmla="*/ 3748432 h 6382977"/>
              <a:gd name="connsiteX423" fmla="*/ 3472260 w 6501199"/>
              <a:gd name="connsiteY423" fmla="*/ 3757846 h 6382977"/>
              <a:gd name="connsiteX424" fmla="*/ 3447566 w 6501199"/>
              <a:gd name="connsiteY424" fmla="*/ 3753192 h 6382977"/>
              <a:gd name="connsiteX425" fmla="*/ 3447952 w 6501199"/>
              <a:gd name="connsiteY425" fmla="*/ 3748432 h 6382977"/>
              <a:gd name="connsiteX426" fmla="*/ 4356488 w 6501199"/>
              <a:gd name="connsiteY426" fmla="*/ 3736304 h 6382977"/>
              <a:gd name="connsiteX427" fmla="*/ 4310813 w 6501199"/>
              <a:gd name="connsiteY427" fmla="*/ 3752045 h 6382977"/>
              <a:gd name="connsiteX428" fmla="*/ 4356488 w 6501199"/>
              <a:gd name="connsiteY428" fmla="*/ 3736304 h 6382977"/>
              <a:gd name="connsiteX429" fmla="*/ 4426341 w 6501199"/>
              <a:gd name="connsiteY429" fmla="*/ 3729581 h 6382977"/>
              <a:gd name="connsiteX430" fmla="*/ 4369550 w 6501199"/>
              <a:gd name="connsiteY430" fmla="*/ 3747724 h 6382977"/>
              <a:gd name="connsiteX431" fmla="*/ 4426341 w 6501199"/>
              <a:gd name="connsiteY431" fmla="*/ 3729581 h 6382977"/>
              <a:gd name="connsiteX432" fmla="*/ 3909785 w 6501199"/>
              <a:gd name="connsiteY432" fmla="*/ 3704880 h 6382977"/>
              <a:gd name="connsiteX433" fmla="*/ 3932634 w 6501199"/>
              <a:gd name="connsiteY433" fmla="*/ 3714601 h 6382977"/>
              <a:gd name="connsiteX434" fmla="*/ 3914922 w 6501199"/>
              <a:gd name="connsiteY434" fmla="*/ 3719066 h 6382977"/>
              <a:gd name="connsiteX435" fmla="*/ 3890125 w 6501199"/>
              <a:gd name="connsiteY435" fmla="*/ 3721670 h 6382977"/>
              <a:gd name="connsiteX436" fmla="*/ 3909785 w 6501199"/>
              <a:gd name="connsiteY436" fmla="*/ 3704880 h 6382977"/>
              <a:gd name="connsiteX437" fmla="*/ 110597 w 6501199"/>
              <a:gd name="connsiteY437" fmla="*/ 3681412 h 6382977"/>
              <a:gd name="connsiteX438" fmla="*/ 130574 w 6501199"/>
              <a:gd name="connsiteY438" fmla="*/ 3700096 h 6382977"/>
              <a:gd name="connsiteX439" fmla="*/ 103938 w 6501199"/>
              <a:gd name="connsiteY439" fmla="*/ 3693135 h 6382977"/>
              <a:gd name="connsiteX440" fmla="*/ 110597 w 6501199"/>
              <a:gd name="connsiteY440" fmla="*/ 3681412 h 6382977"/>
              <a:gd name="connsiteX441" fmla="*/ 4488713 w 6501199"/>
              <a:gd name="connsiteY441" fmla="*/ 3680970 h 6382977"/>
              <a:gd name="connsiteX442" fmla="*/ 4486301 w 6501199"/>
              <a:gd name="connsiteY442" fmla="*/ 3682688 h 6382977"/>
              <a:gd name="connsiteX443" fmla="*/ 4488406 w 6501199"/>
              <a:gd name="connsiteY443" fmla="*/ 3685009 h 6382977"/>
              <a:gd name="connsiteX444" fmla="*/ 4491195 w 6501199"/>
              <a:gd name="connsiteY444" fmla="*/ 3681126 h 6382977"/>
              <a:gd name="connsiteX445" fmla="*/ 4962922 w 6501199"/>
              <a:gd name="connsiteY445" fmla="*/ 3652837 h 6382977"/>
              <a:gd name="connsiteX446" fmla="*/ 4933994 w 6501199"/>
              <a:gd name="connsiteY446" fmla="*/ 3680043 h 6382977"/>
              <a:gd name="connsiteX447" fmla="*/ 4962922 w 6501199"/>
              <a:gd name="connsiteY447" fmla="*/ 3652837 h 6382977"/>
              <a:gd name="connsiteX448" fmla="*/ 589713 w 6501199"/>
              <a:gd name="connsiteY448" fmla="*/ 3652837 h 6382977"/>
              <a:gd name="connsiteX449" fmla="*/ 605678 w 6501199"/>
              <a:gd name="connsiteY449" fmla="*/ 3654953 h 6382977"/>
              <a:gd name="connsiteX450" fmla="*/ 598784 w 6501199"/>
              <a:gd name="connsiteY450" fmla="*/ 3668359 h 6382977"/>
              <a:gd name="connsiteX451" fmla="*/ 589713 w 6501199"/>
              <a:gd name="connsiteY451" fmla="*/ 3652837 h 6382977"/>
              <a:gd name="connsiteX452" fmla="*/ 3518747 w 6501199"/>
              <a:gd name="connsiteY452" fmla="*/ 3652365 h 6382977"/>
              <a:gd name="connsiteX453" fmla="*/ 3509633 w 6501199"/>
              <a:gd name="connsiteY453" fmla="*/ 3670440 h 6382977"/>
              <a:gd name="connsiteX454" fmla="*/ 3500272 w 6501199"/>
              <a:gd name="connsiteY454" fmla="*/ 3677280 h 6382977"/>
              <a:gd name="connsiteX455" fmla="*/ 3527635 w 6501199"/>
              <a:gd name="connsiteY455" fmla="*/ 3652438 h 6382977"/>
              <a:gd name="connsiteX456" fmla="*/ 3518747 w 6501199"/>
              <a:gd name="connsiteY456" fmla="*/ 3652365 h 6382977"/>
              <a:gd name="connsiteX457" fmla="*/ 3450227 w 6501199"/>
              <a:gd name="connsiteY457" fmla="*/ 3647758 h 6382977"/>
              <a:gd name="connsiteX458" fmla="*/ 3450902 w 6501199"/>
              <a:gd name="connsiteY458" fmla="*/ 3665534 h 6382977"/>
              <a:gd name="connsiteX459" fmla="*/ 3450366 w 6501199"/>
              <a:gd name="connsiteY459" fmla="*/ 3668232 h 6382977"/>
              <a:gd name="connsiteX460" fmla="*/ 3455888 w 6501199"/>
              <a:gd name="connsiteY460" fmla="*/ 3675867 h 6382977"/>
              <a:gd name="connsiteX461" fmla="*/ 3456663 w 6501199"/>
              <a:gd name="connsiteY461" fmla="*/ 3674310 h 6382977"/>
              <a:gd name="connsiteX462" fmla="*/ 3461748 w 6501199"/>
              <a:gd name="connsiteY462" fmla="*/ 3663959 h 6382977"/>
              <a:gd name="connsiteX463" fmla="*/ 3466429 w 6501199"/>
              <a:gd name="connsiteY463" fmla="*/ 3663959 h 6382977"/>
              <a:gd name="connsiteX464" fmla="*/ 3450227 w 6501199"/>
              <a:gd name="connsiteY464" fmla="*/ 3647758 h 6382977"/>
              <a:gd name="connsiteX465" fmla="*/ 15732 w 6501199"/>
              <a:gd name="connsiteY465" fmla="*/ 3643312 h 6382977"/>
              <a:gd name="connsiteX466" fmla="*/ 4454 w 6501199"/>
              <a:gd name="connsiteY466" fmla="*/ 3660951 h 6382977"/>
              <a:gd name="connsiteX467" fmla="*/ 15732 w 6501199"/>
              <a:gd name="connsiteY467" fmla="*/ 3643312 h 6382977"/>
              <a:gd name="connsiteX468" fmla="*/ 4713676 w 6501199"/>
              <a:gd name="connsiteY468" fmla="*/ 3641725 h 6382977"/>
              <a:gd name="connsiteX469" fmla="*/ 4693400 w 6501199"/>
              <a:gd name="connsiteY469" fmla="*/ 3665171 h 6382977"/>
              <a:gd name="connsiteX470" fmla="*/ 4693400 w 6501199"/>
              <a:gd name="connsiteY470" fmla="*/ 3644289 h 6382977"/>
              <a:gd name="connsiteX471" fmla="*/ 4713676 w 6501199"/>
              <a:gd name="connsiteY471" fmla="*/ 3641725 h 6382977"/>
              <a:gd name="connsiteX472" fmla="*/ 3866283 w 6501199"/>
              <a:gd name="connsiteY472" fmla="*/ 3638734 h 6382977"/>
              <a:gd name="connsiteX473" fmla="*/ 3865514 w 6501199"/>
              <a:gd name="connsiteY473" fmla="*/ 3645784 h 6382977"/>
              <a:gd name="connsiteX474" fmla="*/ 3853109 w 6501199"/>
              <a:gd name="connsiteY474" fmla="*/ 3663959 h 6382977"/>
              <a:gd name="connsiteX475" fmla="*/ 3887313 w 6501199"/>
              <a:gd name="connsiteY475" fmla="*/ 3657119 h 6382977"/>
              <a:gd name="connsiteX476" fmla="*/ 3874082 w 6501199"/>
              <a:gd name="connsiteY476" fmla="*/ 3642808 h 6382977"/>
              <a:gd name="connsiteX477" fmla="*/ 3873702 w 6501199"/>
              <a:gd name="connsiteY477" fmla="*/ 3639666 h 6382977"/>
              <a:gd name="connsiteX478" fmla="*/ 57528 w 6501199"/>
              <a:gd name="connsiteY478" fmla="*/ 3638550 h 6382977"/>
              <a:gd name="connsiteX479" fmla="*/ 34088 w 6501199"/>
              <a:gd name="connsiteY479" fmla="*/ 3665187 h 6382977"/>
              <a:gd name="connsiteX480" fmla="*/ 57528 w 6501199"/>
              <a:gd name="connsiteY480" fmla="*/ 3638550 h 6382977"/>
              <a:gd name="connsiteX481" fmla="*/ 3757295 w 6501199"/>
              <a:gd name="connsiteY481" fmla="*/ 3627393 h 6382977"/>
              <a:gd name="connsiteX482" fmla="*/ 3757339 w 6501199"/>
              <a:gd name="connsiteY482" fmla="*/ 3627597 h 6382977"/>
              <a:gd name="connsiteX483" fmla="*/ 3759464 w 6501199"/>
              <a:gd name="connsiteY483" fmla="*/ 3627543 h 6382977"/>
              <a:gd name="connsiteX484" fmla="*/ 3737419 w 6501199"/>
              <a:gd name="connsiteY484" fmla="*/ 3623937 h 6382977"/>
              <a:gd name="connsiteX485" fmla="*/ 3737177 w 6501199"/>
              <a:gd name="connsiteY485" fmla="*/ 3625077 h 6382977"/>
              <a:gd name="connsiteX486" fmla="*/ 3741065 w 6501199"/>
              <a:gd name="connsiteY486" fmla="*/ 3624634 h 6382977"/>
              <a:gd name="connsiteX487" fmla="*/ 3712143 w 6501199"/>
              <a:gd name="connsiteY487" fmla="*/ 3619108 h 6382977"/>
              <a:gd name="connsiteX488" fmla="*/ 3711974 w 6501199"/>
              <a:gd name="connsiteY488" fmla="*/ 3620757 h 6382977"/>
              <a:gd name="connsiteX489" fmla="*/ 3725656 w 6501199"/>
              <a:gd name="connsiteY489" fmla="*/ 3625077 h 6382977"/>
              <a:gd name="connsiteX490" fmla="*/ 3726465 w 6501199"/>
              <a:gd name="connsiteY490" fmla="*/ 3621844 h 6382977"/>
              <a:gd name="connsiteX491" fmla="*/ 4663092 w 6501199"/>
              <a:gd name="connsiteY491" fmla="*/ 3617429 h 6382977"/>
              <a:gd name="connsiteX492" fmla="*/ 4702565 w 6501199"/>
              <a:gd name="connsiteY492" fmla="*/ 3621566 h 6382977"/>
              <a:gd name="connsiteX493" fmla="*/ 4605899 w 6501199"/>
              <a:gd name="connsiteY493" fmla="*/ 3683731 h 6382977"/>
              <a:gd name="connsiteX494" fmla="*/ 4596660 w 6501199"/>
              <a:gd name="connsiteY494" fmla="*/ 3683843 h 6382977"/>
              <a:gd name="connsiteX495" fmla="*/ 4595002 w 6501199"/>
              <a:gd name="connsiteY495" fmla="*/ 3684234 h 6382977"/>
              <a:gd name="connsiteX496" fmla="*/ 4542588 w 6501199"/>
              <a:gd name="connsiteY496" fmla="*/ 3690584 h 6382977"/>
              <a:gd name="connsiteX497" fmla="*/ 4542588 w 6501199"/>
              <a:gd name="connsiteY497" fmla="*/ 3684353 h 6382977"/>
              <a:gd name="connsiteX498" fmla="*/ 4505490 w 6501199"/>
              <a:gd name="connsiteY498" fmla="*/ 3682023 h 6382977"/>
              <a:gd name="connsiteX499" fmla="*/ 4505537 w 6501199"/>
              <a:gd name="connsiteY499" fmla="*/ 3682265 h 6382977"/>
              <a:gd name="connsiteX500" fmla="*/ 4503828 w 6501199"/>
              <a:gd name="connsiteY500" fmla="*/ 3694683 h 6382977"/>
              <a:gd name="connsiteX501" fmla="*/ 4488406 w 6501199"/>
              <a:gd name="connsiteY501" fmla="*/ 3696915 h 6382977"/>
              <a:gd name="connsiteX502" fmla="*/ 4483850 w 6501199"/>
              <a:gd name="connsiteY502" fmla="*/ 3685009 h 6382977"/>
              <a:gd name="connsiteX503" fmla="*/ 4485326 w 6501199"/>
              <a:gd name="connsiteY503" fmla="*/ 3683382 h 6382977"/>
              <a:gd name="connsiteX504" fmla="*/ 4456671 w 6501199"/>
              <a:gd name="connsiteY504" fmla="*/ 3703789 h 6382977"/>
              <a:gd name="connsiteX505" fmla="*/ 4331743 w 6501199"/>
              <a:gd name="connsiteY505" fmla="*/ 3708498 h 6382977"/>
              <a:gd name="connsiteX506" fmla="*/ 4220137 w 6501199"/>
              <a:gd name="connsiteY506" fmla="*/ 3726609 h 6382977"/>
              <a:gd name="connsiteX507" fmla="*/ 4015645 w 6501199"/>
              <a:gd name="connsiteY507" fmla="*/ 3694734 h 6382977"/>
              <a:gd name="connsiteX508" fmla="*/ 3942561 w 6501199"/>
              <a:gd name="connsiteY508" fmla="*/ 3703789 h 6382977"/>
              <a:gd name="connsiteX509" fmla="*/ 3935721 w 6501199"/>
              <a:gd name="connsiteY509" fmla="*/ 3692198 h 6382977"/>
              <a:gd name="connsiteX510" fmla="*/ 3947241 w 6501199"/>
              <a:gd name="connsiteY510" fmla="*/ 3655614 h 6382977"/>
              <a:gd name="connsiteX511" fmla="*/ 3983603 w 6501199"/>
              <a:gd name="connsiteY511" fmla="*/ 3671552 h 6382977"/>
              <a:gd name="connsiteX512" fmla="*/ 4105160 w 6501199"/>
              <a:gd name="connsiteY512" fmla="*/ 3675882 h 6382977"/>
              <a:gd name="connsiteX513" fmla="*/ 4119537 w 6501199"/>
              <a:gd name="connsiteY513" fmla="*/ 3676018 h 6382977"/>
              <a:gd name="connsiteX514" fmla="*/ 4119505 w 6501199"/>
              <a:gd name="connsiteY514" fmla="*/ 3674963 h 6382977"/>
              <a:gd name="connsiteX515" fmla="*/ 4156463 w 6501199"/>
              <a:gd name="connsiteY515" fmla="*/ 3670300 h 6382977"/>
              <a:gd name="connsiteX516" fmla="*/ 4155331 w 6501199"/>
              <a:gd name="connsiteY516" fmla="*/ 3673285 h 6382977"/>
              <a:gd name="connsiteX517" fmla="*/ 4180670 w 6501199"/>
              <a:gd name="connsiteY517" fmla="*/ 3665802 h 6382977"/>
              <a:gd name="connsiteX518" fmla="*/ 4217977 w 6501199"/>
              <a:gd name="connsiteY518" fmla="*/ 3653441 h 6382977"/>
              <a:gd name="connsiteX519" fmla="*/ 4295787 w 6501199"/>
              <a:gd name="connsiteY519" fmla="*/ 3642438 h 6382977"/>
              <a:gd name="connsiteX520" fmla="*/ 4308531 w 6501199"/>
              <a:gd name="connsiteY520" fmla="*/ 3641673 h 6382977"/>
              <a:gd name="connsiteX521" fmla="*/ 4308821 w 6501199"/>
              <a:gd name="connsiteY521" fmla="*/ 3641596 h 6382977"/>
              <a:gd name="connsiteX522" fmla="*/ 4379313 w 6501199"/>
              <a:gd name="connsiteY522" fmla="*/ 3632200 h 6382977"/>
              <a:gd name="connsiteX523" fmla="*/ 4380579 w 6501199"/>
              <a:gd name="connsiteY523" fmla="*/ 3637431 h 6382977"/>
              <a:gd name="connsiteX524" fmla="*/ 4531915 w 6501199"/>
              <a:gd name="connsiteY524" fmla="*/ 3630621 h 6382977"/>
              <a:gd name="connsiteX525" fmla="*/ 4663092 w 6501199"/>
              <a:gd name="connsiteY525" fmla="*/ 3617429 h 6382977"/>
              <a:gd name="connsiteX526" fmla="*/ 3690114 w 6501199"/>
              <a:gd name="connsiteY526" fmla="*/ 3612038 h 6382977"/>
              <a:gd name="connsiteX527" fmla="*/ 3689292 w 6501199"/>
              <a:gd name="connsiteY527" fmla="*/ 3613917 h 6382977"/>
              <a:gd name="connsiteX528" fmla="*/ 3691452 w 6501199"/>
              <a:gd name="connsiteY528" fmla="*/ 3625077 h 6382977"/>
              <a:gd name="connsiteX529" fmla="*/ 3703586 w 6501199"/>
              <a:gd name="connsiteY529" fmla="*/ 3616529 h 6382977"/>
              <a:gd name="connsiteX530" fmla="*/ 4858141 w 6501199"/>
              <a:gd name="connsiteY530" fmla="*/ 3608924 h 6382977"/>
              <a:gd name="connsiteX531" fmla="*/ 4737850 w 6501199"/>
              <a:gd name="connsiteY531" fmla="*/ 3640825 h 6382977"/>
              <a:gd name="connsiteX532" fmla="*/ 4858141 w 6501199"/>
              <a:gd name="connsiteY532" fmla="*/ 3608924 h 6382977"/>
              <a:gd name="connsiteX533" fmla="*/ 3616991 w 6501199"/>
              <a:gd name="connsiteY533" fmla="*/ 3602900 h 6382977"/>
              <a:gd name="connsiteX534" fmla="*/ 3606663 w 6501199"/>
              <a:gd name="connsiteY534" fmla="*/ 3609381 h 6382977"/>
              <a:gd name="connsiteX535" fmla="*/ 3606281 w 6501199"/>
              <a:gd name="connsiteY535" fmla="*/ 3614316 h 6382977"/>
              <a:gd name="connsiteX536" fmla="*/ 3609724 w 6501199"/>
              <a:gd name="connsiteY536" fmla="*/ 3629757 h 6382977"/>
              <a:gd name="connsiteX537" fmla="*/ 3639247 w 6501199"/>
              <a:gd name="connsiteY537" fmla="*/ 3629757 h 6382977"/>
              <a:gd name="connsiteX538" fmla="*/ 3648248 w 6501199"/>
              <a:gd name="connsiteY538" fmla="*/ 3607076 h 6382977"/>
              <a:gd name="connsiteX539" fmla="*/ 3616564 w 6501199"/>
              <a:gd name="connsiteY539" fmla="*/ 3625077 h 6382977"/>
              <a:gd name="connsiteX540" fmla="*/ 3625374 w 6501199"/>
              <a:gd name="connsiteY540" fmla="*/ 3611053 h 6382977"/>
              <a:gd name="connsiteX541" fmla="*/ 3625546 w 6501199"/>
              <a:gd name="connsiteY541" fmla="*/ 3603254 h 6382977"/>
              <a:gd name="connsiteX542" fmla="*/ 3857430 w 6501199"/>
              <a:gd name="connsiteY542" fmla="*/ 3595556 h 6382977"/>
              <a:gd name="connsiteX543" fmla="*/ 3846268 w 6501199"/>
              <a:gd name="connsiteY543" fmla="*/ 3620757 h 6382977"/>
              <a:gd name="connsiteX544" fmla="*/ 3839428 w 6501199"/>
              <a:gd name="connsiteY544" fmla="*/ 3609236 h 6382977"/>
              <a:gd name="connsiteX545" fmla="*/ 3837267 w 6501199"/>
              <a:gd name="connsiteY545" fmla="*/ 3625077 h 6382977"/>
              <a:gd name="connsiteX546" fmla="*/ 3856215 w 6501199"/>
              <a:gd name="connsiteY546" fmla="*/ 3627147 h 6382977"/>
              <a:gd name="connsiteX547" fmla="*/ 3861385 w 6501199"/>
              <a:gd name="connsiteY547" fmla="*/ 3630535 h 6382977"/>
              <a:gd name="connsiteX548" fmla="*/ 3872614 w 6501199"/>
              <a:gd name="connsiteY548" fmla="*/ 3630666 h 6382977"/>
              <a:gd name="connsiteX549" fmla="*/ 3871111 w 6501199"/>
              <a:gd name="connsiteY549" fmla="*/ 3618237 h 6382977"/>
              <a:gd name="connsiteX550" fmla="*/ 3887313 w 6501199"/>
              <a:gd name="connsiteY550" fmla="*/ 3629757 h 6382977"/>
              <a:gd name="connsiteX551" fmla="*/ 3857430 w 6501199"/>
              <a:gd name="connsiteY551" fmla="*/ 3595556 h 6382977"/>
              <a:gd name="connsiteX552" fmla="*/ 3718815 w 6501199"/>
              <a:gd name="connsiteY552" fmla="*/ 3593396 h 6382977"/>
              <a:gd name="connsiteX553" fmla="*/ 3716294 w 6501199"/>
              <a:gd name="connsiteY553" fmla="*/ 3598810 h 6382977"/>
              <a:gd name="connsiteX554" fmla="*/ 3731841 w 6501199"/>
              <a:gd name="connsiteY554" fmla="*/ 3601150 h 6382977"/>
              <a:gd name="connsiteX555" fmla="*/ 3729886 w 6501199"/>
              <a:gd name="connsiteY555" fmla="*/ 3598166 h 6382977"/>
              <a:gd name="connsiteX556" fmla="*/ 3718815 w 6501199"/>
              <a:gd name="connsiteY556" fmla="*/ 3593396 h 6382977"/>
              <a:gd name="connsiteX557" fmla="*/ 3750858 w 6501199"/>
              <a:gd name="connsiteY557" fmla="*/ 3584035 h 6382977"/>
              <a:gd name="connsiteX558" fmla="*/ 3745908 w 6501199"/>
              <a:gd name="connsiteY558" fmla="*/ 3595241 h 6382977"/>
              <a:gd name="connsiteX559" fmla="*/ 3740789 w 6501199"/>
              <a:gd name="connsiteY559" fmla="*/ 3602498 h 6382977"/>
              <a:gd name="connsiteX560" fmla="*/ 3758967 w 6501199"/>
              <a:gd name="connsiteY560" fmla="*/ 3605235 h 6382977"/>
              <a:gd name="connsiteX561" fmla="*/ 3759859 w 6501199"/>
              <a:gd name="connsiteY561" fmla="*/ 3604556 h 6382977"/>
              <a:gd name="connsiteX562" fmla="*/ 3759649 w 6501199"/>
              <a:gd name="connsiteY562" fmla="*/ 3605337 h 6382977"/>
              <a:gd name="connsiteX563" fmla="*/ 3767275 w 6501199"/>
              <a:gd name="connsiteY563" fmla="*/ 3606485 h 6382977"/>
              <a:gd name="connsiteX564" fmla="*/ 3767555 w 6501199"/>
              <a:gd name="connsiteY564" fmla="*/ 3601811 h 6382977"/>
              <a:gd name="connsiteX565" fmla="*/ 3773541 w 6501199"/>
              <a:gd name="connsiteY565" fmla="*/ 3584035 h 6382977"/>
              <a:gd name="connsiteX566" fmla="*/ 3753019 w 6501199"/>
              <a:gd name="connsiteY566" fmla="*/ 3600236 h 6382977"/>
              <a:gd name="connsiteX567" fmla="*/ 3750858 w 6501199"/>
              <a:gd name="connsiteY567" fmla="*/ 3584035 h 6382977"/>
              <a:gd name="connsiteX568" fmla="*/ 59130 w 6501199"/>
              <a:gd name="connsiteY568" fmla="*/ 3581400 h 6382977"/>
              <a:gd name="connsiteX569" fmla="*/ 11863 w 6501199"/>
              <a:gd name="connsiteY569" fmla="*/ 3642952 h 6382977"/>
              <a:gd name="connsiteX570" fmla="*/ 59130 w 6501199"/>
              <a:gd name="connsiteY570" fmla="*/ 3581400 h 6382977"/>
              <a:gd name="connsiteX571" fmla="*/ 3800544 w 6501199"/>
              <a:gd name="connsiteY571" fmla="*/ 3579715 h 6382977"/>
              <a:gd name="connsiteX572" fmla="*/ 3796223 w 6501199"/>
              <a:gd name="connsiteY572" fmla="*/ 3611396 h 6382977"/>
              <a:gd name="connsiteX573" fmla="*/ 3782272 w 6501199"/>
              <a:gd name="connsiteY573" fmla="*/ 3604286 h 6382977"/>
              <a:gd name="connsiteX574" fmla="*/ 3777362 w 6501199"/>
              <a:gd name="connsiteY574" fmla="*/ 3608004 h 6382977"/>
              <a:gd name="connsiteX575" fmla="*/ 3779325 w 6501199"/>
              <a:gd name="connsiteY575" fmla="*/ 3608300 h 6382977"/>
              <a:gd name="connsiteX576" fmla="*/ 3811382 w 6501199"/>
              <a:gd name="connsiteY576" fmla="*/ 3617254 h 6382977"/>
              <a:gd name="connsiteX577" fmla="*/ 3811861 w 6501199"/>
              <a:gd name="connsiteY577" fmla="*/ 3617492 h 6382977"/>
              <a:gd name="connsiteX578" fmla="*/ 3812813 w 6501199"/>
              <a:gd name="connsiteY578" fmla="*/ 3614850 h 6382977"/>
              <a:gd name="connsiteX579" fmla="*/ 3814585 w 6501199"/>
              <a:gd name="connsiteY579" fmla="*/ 3602396 h 6382977"/>
              <a:gd name="connsiteX580" fmla="*/ 3820166 w 6501199"/>
              <a:gd name="connsiteY580" fmla="*/ 3613736 h 6382977"/>
              <a:gd name="connsiteX581" fmla="*/ 3819231 w 6501199"/>
              <a:gd name="connsiteY581" fmla="*/ 3621143 h 6382977"/>
              <a:gd name="connsiteX582" fmla="*/ 3825745 w 6501199"/>
              <a:gd name="connsiteY582" fmla="*/ 3624369 h 6382977"/>
              <a:gd name="connsiteX583" fmla="*/ 3825701 w 6501199"/>
              <a:gd name="connsiteY583" fmla="*/ 3605861 h 6382977"/>
              <a:gd name="connsiteX584" fmla="*/ 3818906 w 6501199"/>
              <a:gd name="connsiteY584" fmla="*/ 3593396 h 6382977"/>
              <a:gd name="connsiteX585" fmla="*/ 3800544 w 6501199"/>
              <a:gd name="connsiteY585" fmla="*/ 3579715 h 6382977"/>
              <a:gd name="connsiteX586" fmla="*/ 79218 w 6501199"/>
              <a:gd name="connsiteY586" fmla="*/ 3576637 h 6382977"/>
              <a:gd name="connsiteX587" fmla="*/ 74863 w 6501199"/>
              <a:gd name="connsiteY587" fmla="*/ 3608034 h 6382977"/>
              <a:gd name="connsiteX588" fmla="*/ 74863 w 6501199"/>
              <a:gd name="connsiteY588" fmla="*/ 3599215 h 6382977"/>
              <a:gd name="connsiteX589" fmla="*/ 61075 w 6501199"/>
              <a:gd name="connsiteY589" fmla="*/ 3587926 h 6382977"/>
              <a:gd name="connsiteX590" fmla="*/ 79218 w 6501199"/>
              <a:gd name="connsiteY590" fmla="*/ 3576637 h 6382977"/>
              <a:gd name="connsiteX591" fmla="*/ 4430970 w 6501199"/>
              <a:gd name="connsiteY591" fmla="*/ 3568194 h 6382977"/>
              <a:gd name="connsiteX592" fmla="*/ 4401447 w 6501199"/>
              <a:gd name="connsiteY592" fmla="*/ 3579715 h 6382977"/>
              <a:gd name="connsiteX593" fmla="*/ 4430970 w 6501199"/>
              <a:gd name="connsiteY593" fmla="*/ 3568194 h 6382977"/>
              <a:gd name="connsiteX594" fmla="*/ 4953239 w 6501199"/>
              <a:gd name="connsiteY594" fmla="*/ 3565966 h 6382977"/>
              <a:gd name="connsiteX595" fmla="*/ 4937473 w 6501199"/>
              <a:gd name="connsiteY595" fmla="*/ 3568177 h 6382977"/>
              <a:gd name="connsiteX596" fmla="*/ 4906686 w 6501199"/>
              <a:gd name="connsiteY596" fmla="*/ 3583651 h 6382977"/>
              <a:gd name="connsiteX597" fmla="*/ 4892302 w 6501199"/>
              <a:gd name="connsiteY597" fmla="*/ 3587255 h 6382977"/>
              <a:gd name="connsiteX598" fmla="*/ 4899824 w 6501199"/>
              <a:gd name="connsiteY598" fmla="*/ 3586835 h 6382977"/>
              <a:gd name="connsiteX599" fmla="*/ 4941192 w 6501199"/>
              <a:gd name="connsiteY599" fmla="*/ 3569546 h 6382977"/>
              <a:gd name="connsiteX600" fmla="*/ 4462653 w 6501199"/>
              <a:gd name="connsiteY600" fmla="*/ 3559194 h 6382977"/>
              <a:gd name="connsiteX601" fmla="*/ 4448971 w 6501199"/>
              <a:gd name="connsiteY601" fmla="*/ 3581875 h 6382977"/>
              <a:gd name="connsiteX602" fmla="*/ 4462653 w 6501199"/>
              <a:gd name="connsiteY602" fmla="*/ 3559194 h 6382977"/>
              <a:gd name="connsiteX603" fmla="*/ 114686 w 6501199"/>
              <a:gd name="connsiteY603" fmla="*/ 3547085 h 6382977"/>
              <a:gd name="connsiteX604" fmla="*/ 87068 w 6501199"/>
              <a:gd name="connsiteY604" fmla="*/ 3563570 h 6382977"/>
              <a:gd name="connsiteX605" fmla="*/ 114686 w 6501199"/>
              <a:gd name="connsiteY605" fmla="*/ 3547085 h 6382977"/>
              <a:gd name="connsiteX606" fmla="*/ 4547685 w 6501199"/>
              <a:gd name="connsiteY606" fmla="*/ 3537100 h 6382977"/>
              <a:gd name="connsiteX607" fmla="*/ 4544741 w 6501199"/>
              <a:gd name="connsiteY607" fmla="*/ 3538673 h 6382977"/>
              <a:gd name="connsiteX608" fmla="*/ 4547086 w 6501199"/>
              <a:gd name="connsiteY608" fmla="*/ 3544706 h 6382977"/>
              <a:gd name="connsiteX609" fmla="*/ 4547458 w 6501199"/>
              <a:gd name="connsiteY609" fmla="*/ 3538077 h 6382977"/>
              <a:gd name="connsiteX610" fmla="*/ 4119881 w 6501199"/>
              <a:gd name="connsiteY610" fmla="*/ 3529194 h 6382977"/>
              <a:gd name="connsiteX611" fmla="*/ 4114857 w 6501199"/>
              <a:gd name="connsiteY611" fmla="*/ 3531833 h 6382977"/>
              <a:gd name="connsiteX612" fmla="*/ 4114857 w 6501199"/>
              <a:gd name="connsiteY612" fmla="*/ 3552354 h 6382977"/>
              <a:gd name="connsiteX613" fmla="*/ 4135019 w 6501199"/>
              <a:gd name="connsiteY613" fmla="*/ 3547673 h 6382977"/>
              <a:gd name="connsiteX614" fmla="*/ 4128313 w 6501199"/>
              <a:gd name="connsiteY614" fmla="*/ 3531248 h 6382977"/>
              <a:gd name="connsiteX615" fmla="*/ 4119881 w 6501199"/>
              <a:gd name="connsiteY615" fmla="*/ 3529194 h 6382977"/>
              <a:gd name="connsiteX616" fmla="*/ 4652146 w 6501199"/>
              <a:gd name="connsiteY616" fmla="*/ 3511662 h 6382977"/>
              <a:gd name="connsiteX617" fmla="*/ 4649286 w 6501199"/>
              <a:gd name="connsiteY617" fmla="*/ 3516513 h 6382977"/>
              <a:gd name="connsiteX618" fmla="*/ 4649335 w 6501199"/>
              <a:gd name="connsiteY618" fmla="*/ 3516996 h 6382977"/>
              <a:gd name="connsiteX619" fmla="*/ 4655723 w 6501199"/>
              <a:gd name="connsiteY619" fmla="*/ 3515986 h 6382977"/>
              <a:gd name="connsiteX620" fmla="*/ 4658476 w 6501199"/>
              <a:gd name="connsiteY620" fmla="*/ 3516600 h 6382977"/>
              <a:gd name="connsiteX621" fmla="*/ 4169222 w 6501199"/>
              <a:gd name="connsiteY621" fmla="*/ 3506631 h 6382977"/>
              <a:gd name="connsiteX622" fmla="*/ 4144379 w 6501199"/>
              <a:gd name="connsiteY622" fmla="*/ 3518152 h 6382977"/>
              <a:gd name="connsiteX623" fmla="*/ 4171743 w 6501199"/>
              <a:gd name="connsiteY623" fmla="*/ 3545513 h 6382977"/>
              <a:gd name="connsiteX624" fmla="*/ 4169222 w 6501199"/>
              <a:gd name="connsiteY624" fmla="*/ 3506631 h 6382977"/>
              <a:gd name="connsiteX625" fmla="*/ 4064811 w 6501199"/>
              <a:gd name="connsiteY625" fmla="*/ 3502311 h 6382977"/>
              <a:gd name="connsiteX626" fmla="*/ 4064811 w 6501199"/>
              <a:gd name="connsiteY626" fmla="*/ 3533993 h 6382977"/>
              <a:gd name="connsiteX627" fmla="*/ 4064811 w 6501199"/>
              <a:gd name="connsiteY627" fmla="*/ 3502311 h 6382977"/>
              <a:gd name="connsiteX628" fmla="*/ 4005405 w 6501199"/>
              <a:gd name="connsiteY628" fmla="*/ 3502311 h 6382977"/>
              <a:gd name="connsiteX629" fmla="*/ 3987403 w 6501199"/>
              <a:gd name="connsiteY629" fmla="*/ 3531833 h 6382977"/>
              <a:gd name="connsiteX630" fmla="*/ 3975882 w 6501199"/>
              <a:gd name="connsiteY630" fmla="*/ 3515992 h 6382977"/>
              <a:gd name="connsiteX631" fmla="*/ 3998564 w 6501199"/>
              <a:gd name="connsiteY631" fmla="*/ 3538673 h 6382977"/>
              <a:gd name="connsiteX632" fmla="*/ 4005405 w 6501199"/>
              <a:gd name="connsiteY632" fmla="*/ 3502311 h 6382977"/>
              <a:gd name="connsiteX633" fmla="*/ 4255631 w 6501199"/>
              <a:gd name="connsiteY633" fmla="*/ 3500151 h 6382977"/>
              <a:gd name="connsiteX634" fmla="*/ 4258151 w 6501199"/>
              <a:gd name="connsiteY634" fmla="*/ 3527152 h 6382977"/>
              <a:gd name="connsiteX635" fmla="*/ 4271833 w 6501199"/>
              <a:gd name="connsiteY635" fmla="*/ 3511312 h 6382977"/>
              <a:gd name="connsiteX636" fmla="*/ 4298836 w 6501199"/>
              <a:gd name="connsiteY636" fmla="*/ 3531833 h 6382977"/>
              <a:gd name="connsiteX637" fmla="*/ 4255631 w 6501199"/>
              <a:gd name="connsiteY637" fmla="*/ 3500151 h 6382977"/>
              <a:gd name="connsiteX638" fmla="*/ 4319358 w 6501199"/>
              <a:gd name="connsiteY638" fmla="*/ 3495471 h 6382977"/>
              <a:gd name="connsiteX639" fmla="*/ 4326199 w 6501199"/>
              <a:gd name="connsiteY639" fmla="*/ 3527152 h 6382977"/>
              <a:gd name="connsiteX640" fmla="*/ 4335560 w 6501199"/>
              <a:gd name="connsiteY640" fmla="*/ 3538673 h 6382977"/>
              <a:gd name="connsiteX641" fmla="*/ 4342400 w 6501199"/>
              <a:gd name="connsiteY641" fmla="*/ 3506631 h 6382977"/>
              <a:gd name="connsiteX642" fmla="*/ 4360402 w 6501199"/>
              <a:gd name="connsiteY642" fmla="*/ 3495471 h 6382977"/>
              <a:gd name="connsiteX643" fmla="*/ 4319358 w 6501199"/>
              <a:gd name="connsiteY643" fmla="*/ 3495471 h 6382977"/>
              <a:gd name="connsiteX644" fmla="*/ 4108016 w 6501199"/>
              <a:gd name="connsiteY644" fmla="*/ 3493311 h 6382977"/>
              <a:gd name="connsiteX645" fmla="*/ 4089654 w 6501199"/>
              <a:gd name="connsiteY645" fmla="*/ 3520312 h 6382977"/>
              <a:gd name="connsiteX646" fmla="*/ 4108016 w 6501199"/>
              <a:gd name="connsiteY646" fmla="*/ 3493311 h 6382977"/>
              <a:gd name="connsiteX647" fmla="*/ 4226028 w 6501199"/>
              <a:gd name="connsiteY647" fmla="*/ 3493131 h 6382977"/>
              <a:gd name="connsiteX648" fmla="*/ 4237429 w 6501199"/>
              <a:gd name="connsiteY648" fmla="*/ 3496017 h 6382977"/>
              <a:gd name="connsiteX649" fmla="*/ 4203282 w 6501199"/>
              <a:gd name="connsiteY649" fmla="*/ 3520717 h 6382977"/>
              <a:gd name="connsiteX650" fmla="*/ 4226028 w 6501199"/>
              <a:gd name="connsiteY650" fmla="*/ 3493131 h 6382977"/>
              <a:gd name="connsiteX651" fmla="*/ 4610629 w 6501199"/>
              <a:gd name="connsiteY651" fmla="*/ 3490791 h 6382977"/>
              <a:gd name="connsiteX652" fmla="*/ 4615309 w 6501199"/>
              <a:gd name="connsiteY652" fmla="*/ 3515992 h 6382977"/>
              <a:gd name="connsiteX653" fmla="*/ 4610629 w 6501199"/>
              <a:gd name="connsiteY653" fmla="*/ 3490791 h 6382977"/>
              <a:gd name="connsiteX654" fmla="*/ 4558423 w 6501199"/>
              <a:gd name="connsiteY654" fmla="*/ 3490791 h 6382977"/>
              <a:gd name="connsiteX655" fmla="*/ 4540061 w 6501199"/>
              <a:gd name="connsiteY655" fmla="*/ 3524992 h 6382977"/>
              <a:gd name="connsiteX656" fmla="*/ 4551013 w 6501199"/>
              <a:gd name="connsiteY656" fmla="*/ 3522763 h 6382977"/>
              <a:gd name="connsiteX657" fmla="*/ 4553171 w 6501199"/>
              <a:gd name="connsiteY657" fmla="*/ 3513467 h 6382977"/>
              <a:gd name="connsiteX658" fmla="*/ 4558709 w 6501199"/>
              <a:gd name="connsiteY658" fmla="*/ 3511752 h 6382977"/>
              <a:gd name="connsiteX659" fmla="*/ 4556983 w 6501199"/>
              <a:gd name="connsiteY659" fmla="*/ 3511638 h 6382977"/>
              <a:gd name="connsiteX660" fmla="*/ 4553743 w 6501199"/>
              <a:gd name="connsiteY660" fmla="*/ 3506631 h 6382977"/>
              <a:gd name="connsiteX661" fmla="*/ 4558423 w 6501199"/>
              <a:gd name="connsiteY661" fmla="*/ 3490791 h 6382977"/>
              <a:gd name="connsiteX662" fmla="*/ 4589481 w 6501199"/>
              <a:gd name="connsiteY662" fmla="*/ 3487163 h 6382977"/>
              <a:gd name="connsiteX663" fmla="*/ 4583479 w 6501199"/>
              <a:gd name="connsiteY663" fmla="*/ 3488767 h 6382977"/>
              <a:gd name="connsiteX664" fmla="*/ 4580284 w 6501199"/>
              <a:gd name="connsiteY664" fmla="*/ 3488574 h 6382977"/>
              <a:gd name="connsiteX665" fmla="*/ 4580284 w 6501199"/>
              <a:gd name="connsiteY665" fmla="*/ 3488580 h 6382977"/>
              <a:gd name="connsiteX666" fmla="*/ 4576425 w 6501199"/>
              <a:gd name="connsiteY666" fmla="*/ 3495471 h 6382977"/>
              <a:gd name="connsiteX667" fmla="*/ 4760064 w 6501199"/>
              <a:gd name="connsiteY667" fmla="*/ 3484562 h 6382977"/>
              <a:gd name="connsiteX668" fmla="*/ 4794081 w 6501199"/>
              <a:gd name="connsiteY668" fmla="*/ 3484562 h 6382977"/>
              <a:gd name="connsiteX669" fmla="*/ 4748963 w 6501199"/>
              <a:gd name="connsiteY669" fmla="*/ 3519123 h 6382977"/>
              <a:gd name="connsiteX670" fmla="*/ 4760064 w 6501199"/>
              <a:gd name="connsiteY670" fmla="*/ 3484562 h 6382977"/>
              <a:gd name="connsiteX671" fmla="*/ 4126018 w 6501199"/>
              <a:gd name="connsiteY671" fmla="*/ 3483950 h 6382977"/>
              <a:gd name="connsiteX672" fmla="*/ 4121337 w 6501199"/>
              <a:gd name="connsiteY672" fmla="*/ 3515992 h 6382977"/>
              <a:gd name="connsiteX673" fmla="*/ 4141859 w 6501199"/>
              <a:gd name="connsiteY673" fmla="*/ 3502311 h 6382977"/>
              <a:gd name="connsiteX674" fmla="*/ 4128178 w 6501199"/>
              <a:gd name="connsiteY674" fmla="*/ 3495471 h 6382977"/>
              <a:gd name="connsiteX675" fmla="*/ 4126018 w 6501199"/>
              <a:gd name="connsiteY675" fmla="*/ 3483950 h 6382977"/>
              <a:gd name="connsiteX676" fmla="*/ 5228024 w 6501199"/>
              <a:gd name="connsiteY676" fmla="*/ 3477656 h 6382977"/>
              <a:gd name="connsiteX677" fmla="*/ 5193463 w 6501199"/>
              <a:gd name="connsiteY677" fmla="*/ 3495530 h 6382977"/>
              <a:gd name="connsiteX678" fmla="*/ 5228024 w 6501199"/>
              <a:gd name="connsiteY678" fmla="*/ 3477656 h 6382977"/>
              <a:gd name="connsiteX679" fmla="*/ 4467333 w 6501199"/>
              <a:gd name="connsiteY679" fmla="*/ 3477110 h 6382977"/>
              <a:gd name="connsiteX680" fmla="*/ 4465173 w 6501199"/>
              <a:gd name="connsiteY680" fmla="*/ 3497631 h 6382977"/>
              <a:gd name="connsiteX681" fmla="*/ 4476335 w 6501199"/>
              <a:gd name="connsiteY681" fmla="*/ 3486471 h 6382977"/>
              <a:gd name="connsiteX682" fmla="*/ 4490016 w 6501199"/>
              <a:gd name="connsiteY682" fmla="*/ 3490791 h 6382977"/>
              <a:gd name="connsiteX683" fmla="*/ 4467333 w 6501199"/>
              <a:gd name="connsiteY683" fmla="*/ 3477110 h 6382977"/>
              <a:gd name="connsiteX684" fmla="*/ 4399286 w 6501199"/>
              <a:gd name="connsiteY684" fmla="*/ 3474950 h 6382977"/>
              <a:gd name="connsiteX685" fmla="*/ 4371923 w 6501199"/>
              <a:gd name="connsiteY685" fmla="*/ 3483950 h 6382977"/>
              <a:gd name="connsiteX686" fmla="*/ 4362563 w 6501199"/>
              <a:gd name="connsiteY686" fmla="*/ 3527152 h 6382977"/>
              <a:gd name="connsiteX687" fmla="*/ 4383085 w 6501199"/>
              <a:gd name="connsiteY687" fmla="*/ 3500151 h 6382977"/>
              <a:gd name="connsiteX688" fmla="*/ 4380925 w 6501199"/>
              <a:gd name="connsiteY688" fmla="*/ 3520312 h 6382977"/>
              <a:gd name="connsiteX689" fmla="*/ 4399286 w 6501199"/>
              <a:gd name="connsiteY689" fmla="*/ 3474950 h 6382977"/>
              <a:gd name="connsiteX690" fmla="*/ 4164423 w 6501199"/>
              <a:gd name="connsiteY690" fmla="*/ 3473111 h 6382977"/>
              <a:gd name="connsiteX691" fmla="*/ 4160221 w 6501199"/>
              <a:gd name="connsiteY691" fmla="*/ 3474950 h 6382977"/>
              <a:gd name="connsiteX692" fmla="*/ 4155541 w 6501199"/>
              <a:gd name="connsiteY692" fmla="*/ 3506631 h 6382977"/>
              <a:gd name="connsiteX693" fmla="*/ 4182903 w 6501199"/>
              <a:gd name="connsiteY693" fmla="*/ 3477110 h 6382977"/>
              <a:gd name="connsiteX694" fmla="*/ 4164423 w 6501199"/>
              <a:gd name="connsiteY694" fmla="*/ 3473111 h 6382977"/>
              <a:gd name="connsiteX695" fmla="*/ 4519113 w 6501199"/>
              <a:gd name="connsiteY695" fmla="*/ 3469494 h 6382977"/>
              <a:gd name="connsiteX696" fmla="*/ 4519342 w 6501199"/>
              <a:gd name="connsiteY696" fmla="*/ 3471153 h 6382977"/>
              <a:gd name="connsiteX697" fmla="*/ 4503697 w 6501199"/>
              <a:gd name="connsiteY697" fmla="*/ 3474950 h 6382977"/>
              <a:gd name="connsiteX698" fmla="*/ 4535741 w 6501199"/>
              <a:gd name="connsiteY698" fmla="*/ 3497631 h 6382977"/>
              <a:gd name="connsiteX699" fmla="*/ 4535741 w 6501199"/>
              <a:gd name="connsiteY699" fmla="*/ 3481790 h 6382977"/>
              <a:gd name="connsiteX700" fmla="*/ 4548882 w 6501199"/>
              <a:gd name="connsiteY700" fmla="*/ 3489216 h 6382977"/>
              <a:gd name="connsiteX701" fmla="*/ 4553503 w 6501199"/>
              <a:gd name="connsiteY701" fmla="*/ 3486827 h 6382977"/>
              <a:gd name="connsiteX702" fmla="*/ 4536338 w 6501199"/>
              <a:gd name="connsiteY702" fmla="*/ 3480358 h 6382977"/>
              <a:gd name="connsiteX703" fmla="*/ 4520175 w 6501199"/>
              <a:gd name="connsiteY703" fmla="*/ 3470154 h 6382977"/>
              <a:gd name="connsiteX704" fmla="*/ 4237629 w 6501199"/>
              <a:gd name="connsiteY704" fmla="*/ 3468110 h 6382977"/>
              <a:gd name="connsiteX705" fmla="*/ 4182903 w 6501199"/>
              <a:gd name="connsiteY705" fmla="*/ 3502311 h 6382977"/>
              <a:gd name="connsiteX706" fmla="*/ 4196585 w 6501199"/>
              <a:gd name="connsiteY706" fmla="*/ 3536513 h 6382977"/>
              <a:gd name="connsiteX707" fmla="*/ 4232949 w 6501199"/>
              <a:gd name="connsiteY707" fmla="*/ 3511312 h 6382977"/>
              <a:gd name="connsiteX708" fmla="*/ 4228629 w 6501199"/>
              <a:gd name="connsiteY708" fmla="*/ 3531833 h 6382977"/>
              <a:gd name="connsiteX709" fmla="*/ 4258151 w 6501199"/>
              <a:gd name="connsiteY709" fmla="*/ 3490791 h 6382977"/>
              <a:gd name="connsiteX710" fmla="*/ 4237629 w 6501199"/>
              <a:gd name="connsiteY710" fmla="*/ 3468110 h 6382977"/>
              <a:gd name="connsiteX711" fmla="*/ 4448769 w 6501199"/>
              <a:gd name="connsiteY711" fmla="*/ 3462794 h 6382977"/>
              <a:gd name="connsiteX712" fmla="*/ 4426289 w 6501199"/>
              <a:gd name="connsiteY712" fmla="*/ 3468110 h 6382977"/>
              <a:gd name="connsiteX713" fmla="*/ 4424129 w 6501199"/>
              <a:gd name="connsiteY713" fmla="*/ 3488631 h 6382977"/>
              <a:gd name="connsiteX714" fmla="*/ 4412608 w 6501199"/>
              <a:gd name="connsiteY714" fmla="*/ 3479630 h 6382977"/>
              <a:gd name="connsiteX715" fmla="*/ 4406127 w 6501199"/>
              <a:gd name="connsiteY715" fmla="*/ 3500151 h 6382977"/>
              <a:gd name="connsiteX716" fmla="*/ 4451492 w 6501199"/>
              <a:gd name="connsiteY716" fmla="*/ 3493311 h 6382977"/>
              <a:gd name="connsiteX717" fmla="*/ 4453652 w 6501199"/>
              <a:gd name="connsiteY717" fmla="*/ 3465950 h 6382977"/>
              <a:gd name="connsiteX718" fmla="*/ 4448769 w 6501199"/>
              <a:gd name="connsiteY718" fmla="*/ 3462794 h 6382977"/>
              <a:gd name="connsiteX719" fmla="*/ 4845390 w 6501199"/>
              <a:gd name="connsiteY719" fmla="*/ 3459697 h 6382977"/>
              <a:gd name="connsiteX720" fmla="*/ 4852201 w 6501199"/>
              <a:gd name="connsiteY720" fmla="*/ 3482526 h 6382977"/>
              <a:gd name="connsiteX721" fmla="*/ 4863672 w 6501199"/>
              <a:gd name="connsiteY721" fmla="*/ 3480351 h 6382977"/>
              <a:gd name="connsiteX722" fmla="*/ 4865823 w 6501199"/>
              <a:gd name="connsiteY722" fmla="*/ 3464407 h 6382977"/>
              <a:gd name="connsiteX723" fmla="*/ 4870483 w 6501199"/>
              <a:gd name="connsiteY723" fmla="*/ 3501006 h 6382977"/>
              <a:gd name="connsiteX724" fmla="*/ 4822807 w 6501199"/>
              <a:gd name="connsiteY724" fmla="*/ 3516950 h 6382977"/>
              <a:gd name="connsiteX725" fmla="*/ 4804525 w 6501199"/>
              <a:gd name="connsiteY725" fmla="*/ 3482526 h 6382977"/>
              <a:gd name="connsiteX726" fmla="*/ 4836429 w 6501199"/>
              <a:gd name="connsiteY726" fmla="*/ 3475641 h 6382977"/>
              <a:gd name="connsiteX727" fmla="*/ 4827467 w 6501199"/>
              <a:gd name="connsiteY727" fmla="*/ 3473467 h 6382977"/>
              <a:gd name="connsiteX728" fmla="*/ 4845390 w 6501199"/>
              <a:gd name="connsiteY728" fmla="*/ 3459697 h 6382977"/>
              <a:gd name="connsiteX729" fmla="*/ 4473929 w 6501199"/>
              <a:gd name="connsiteY729" fmla="*/ 3456325 h 6382977"/>
              <a:gd name="connsiteX730" fmla="*/ 4455724 w 6501199"/>
              <a:gd name="connsiteY730" fmla="*/ 3458104 h 6382977"/>
              <a:gd name="connsiteX731" fmla="*/ 4453652 w 6501199"/>
              <a:gd name="connsiteY731" fmla="*/ 3461269 h 6382977"/>
              <a:gd name="connsiteX732" fmla="*/ 4476335 w 6501199"/>
              <a:gd name="connsiteY732" fmla="*/ 3470270 h 6382977"/>
              <a:gd name="connsiteX733" fmla="*/ 4475119 w 6501199"/>
              <a:gd name="connsiteY733" fmla="*/ 3460189 h 6382977"/>
              <a:gd name="connsiteX734" fmla="*/ 4488050 w 6501199"/>
              <a:gd name="connsiteY734" fmla="*/ 3454945 h 6382977"/>
              <a:gd name="connsiteX735" fmla="*/ 4481267 w 6501199"/>
              <a:gd name="connsiteY735" fmla="*/ 3455608 h 6382977"/>
              <a:gd name="connsiteX736" fmla="*/ 4481251 w 6501199"/>
              <a:gd name="connsiteY736" fmla="*/ 3456904 h 6382977"/>
              <a:gd name="connsiteX737" fmla="*/ 4490016 w 6501199"/>
              <a:gd name="connsiteY737" fmla="*/ 3470270 h 6382977"/>
              <a:gd name="connsiteX738" fmla="*/ 4490944 w 6501199"/>
              <a:gd name="connsiteY738" fmla="*/ 3455901 h 6382977"/>
              <a:gd name="connsiteX739" fmla="*/ 4771866 w 6501199"/>
              <a:gd name="connsiteY739" fmla="*/ 3451814 h 6382977"/>
              <a:gd name="connsiteX740" fmla="*/ 4774006 w 6501199"/>
              <a:gd name="connsiteY740" fmla="*/ 3465602 h 6382977"/>
              <a:gd name="connsiteX741" fmla="*/ 4753672 w 6501199"/>
              <a:gd name="connsiteY741" fmla="*/ 3474674 h 6382977"/>
              <a:gd name="connsiteX742" fmla="*/ 4744753 w 6501199"/>
              <a:gd name="connsiteY742" fmla="*/ 3472497 h 6382977"/>
              <a:gd name="connsiteX743" fmla="*/ 4749391 w 6501199"/>
              <a:gd name="connsiteY743" fmla="*/ 3453991 h 6382977"/>
              <a:gd name="connsiteX744" fmla="*/ 4753672 w 6501199"/>
              <a:gd name="connsiteY744" fmla="*/ 3465602 h 6382977"/>
              <a:gd name="connsiteX745" fmla="*/ 4771866 w 6501199"/>
              <a:gd name="connsiteY745" fmla="*/ 3451814 h 6382977"/>
              <a:gd name="connsiteX746" fmla="*/ 4422635 w 6501199"/>
              <a:gd name="connsiteY746" fmla="*/ 3450793 h 6382977"/>
              <a:gd name="connsiteX747" fmla="*/ 4420945 w 6501199"/>
              <a:gd name="connsiteY747" fmla="*/ 3451505 h 6382977"/>
              <a:gd name="connsiteX748" fmla="*/ 4421969 w 6501199"/>
              <a:gd name="connsiteY748" fmla="*/ 3452269 h 6382977"/>
              <a:gd name="connsiteX749" fmla="*/ 4389447 w 6501199"/>
              <a:gd name="connsiteY749" fmla="*/ 3450421 h 6382977"/>
              <a:gd name="connsiteX750" fmla="*/ 4394606 w 6501199"/>
              <a:gd name="connsiteY750" fmla="*/ 3459109 h 6382977"/>
              <a:gd name="connsiteX751" fmla="*/ 4398986 w 6501199"/>
              <a:gd name="connsiteY751" fmla="*/ 3457608 h 6382977"/>
              <a:gd name="connsiteX752" fmla="*/ 5193107 w 6501199"/>
              <a:gd name="connsiteY752" fmla="*/ 3449637 h 6382977"/>
              <a:gd name="connsiteX753" fmla="*/ 5145761 w 6501199"/>
              <a:gd name="connsiteY753" fmla="*/ 3481030 h 6382977"/>
              <a:gd name="connsiteX754" fmla="*/ 5193107 w 6501199"/>
              <a:gd name="connsiteY754" fmla="*/ 3449637 h 6382977"/>
              <a:gd name="connsiteX755" fmla="*/ 4066026 w 6501199"/>
              <a:gd name="connsiteY755" fmla="*/ 3449434 h 6382977"/>
              <a:gd name="connsiteX756" fmla="*/ 4060131 w 6501199"/>
              <a:gd name="connsiteY756" fmla="*/ 3452269 h 6382977"/>
              <a:gd name="connsiteX757" fmla="*/ 4055450 w 6501199"/>
              <a:gd name="connsiteY757" fmla="*/ 3479630 h 6382977"/>
              <a:gd name="connsiteX758" fmla="*/ 4078493 w 6501199"/>
              <a:gd name="connsiteY758" fmla="*/ 3454429 h 6382977"/>
              <a:gd name="connsiteX759" fmla="*/ 4073812 w 6501199"/>
              <a:gd name="connsiteY759" fmla="*/ 3450109 h 6382977"/>
              <a:gd name="connsiteX760" fmla="*/ 4066026 w 6501199"/>
              <a:gd name="connsiteY760" fmla="*/ 3449434 h 6382977"/>
              <a:gd name="connsiteX761" fmla="*/ 5292556 w 6501199"/>
              <a:gd name="connsiteY761" fmla="*/ 3438525 h 6382977"/>
              <a:gd name="connsiteX762" fmla="*/ 5258539 w 6501199"/>
              <a:gd name="connsiteY762" fmla="*/ 3468357 h 6382977"/>
              <a:gd name="connsiteX763" fmla="*/ 5292556 w 6501199"/>
              <a:gd name="connsiteY763" fmla="*/ 3438525 h 6382977"/>
              <a:gd name="connsiteX764" fmla="*/ 4369674 w 6501199"/>
              <a:gd name="connsiteY764" fmla="*/ 3438464 h 6382977"/>
              <a:gd name="connsiteX765" fmla="*/ 4363208 w 6501199"/>
              <a:gd name="connsiteY765" fmla="*/ 3438725 h 6382977"/>
              <a:gd name="connsiteX766" fmla="*/ 4366928 w 6501199"/>
              <a:gd name="connsiteY766" fmla="*/ 3438768 h 6382977"/>
              <a:gd name="connsiteX767" fmla="*/ 4374084 w 6501199"/>
              <a:gd name="connsiteY767" fmla="*/ 3447589 h 6382977"/>
              <a:gd name="connsiteX768" fmla="*/ 4375838 w 6501199"/>
              <a:gd name="connsiteY768" fmla="*/ 3441541 h 6382977"/>
              <a:gd name="connsiteX769" fmla="*/ 4352276 w 6501199"/>
              <a:gd name="connsiteY769" fmla="*/ 3436255 h 6382977"/>
              <a:gd name="connsiteX770" fmla="*/ 4351401 w 6501199"/>
              <a:gd name="connsiteY770" fmla="*/ 3438588 h 6382977"/>
              <a:gd name="connsiteX771" fmla="*/ 4353529 w 6501199"/>
              <a:gd name="connsiteY771" fmla="*/ 3438613 h 6382977"/>
              <a:gd name="connsiteX772" fmla="*/ 4988317 w 6501199"/>
              <a:gd name="connsiteY772" fmla="*/ 3432175 h 6382977"/>
              <a:gd name="connsiteX773" fmla="*/ 4956772 w 6501199"/>
              <a:gd name="connsiteY773" fmla="*/ 3447900 h 6382977"/>
              <a:gd name="connsiteX774" fmla="*/ 4949961 w 6501199"/>
              <a:gd name="connsiteY774" fmla="*/ 3470416 h 6382977"/>
              <a:gd name="connsiteX775" fmla="*/ 4888663 w 6501199"/>
              <a:gd name="connsiteY775" fmla="*/ 3490787 h 6382977"/>
              <a:gd name="connsiteX776" fmla="*/ 4888663 w 6501199"/>
              <a:gd name="connsiteY776" fmla="*/ 3463983 h 6382977"/>
              <a:gd name="connsiteX777" fmla="*/ 4988317 w 6501199"/>
              <a:gd name="connsiteY777" fmla="*/ 3432175 h 6382977"/>
              <a:gd name="connsiteX778" fmla="*/ 4324573 w 6501199"/>
              <a:gd name="connsiteY778" fmla="*/ 3423091 h 6382977"/>
              <a:gd name="connsiteX779" fmla="*/ 4317198 w 6501199"/>
              <a:gd name="connsiteY779" fmla="*/ 3427068 h 6382977"/>
              <a:gd name="connsiteX780" fmla="*/ 4321878 w 6501199"/>
              <a:gd name="connsiteY780" fmla="*/ 3438588 h 6382977"/>
              <a:gd name="connsiteX781" fmla="*/ 4303516 w 6501199"/>
              <a:gd name="connsiteY781" fmla="*/ 3443268 h 6382977"/>
              <a:gd name="connsiteX782" fmla="*/ 4298836 w 6501199"/>
              <a:gd name="connsiteY782" fmla="*/ 3431748 h 6382977"/>
              <a:gd name="connsiteX783" fmla="*/ 4296675 w 6501199"/>
              <a:gd name="connsiteY783" fmla="*/ 3454429 h 6382977"/>
              <a:gd name="connsiteX784" fmla="*/ 4319358 w 6501199"/>
              <a:gd name="connsiteY784" fmla="*/ 3454429 h 6382977"/>
              <a:gd name="connsiteX785" fmla="*/ 4324573 w 6501199"/>
              <a:gd name="connsiteY785" fmla="*/ 3423091 h 6382977"/>
              <a:gd name="connsiteX786" fmla="*/ 4185064 w 6501199"/>
              <a:gd name="connsiteY786" fmla="*/ 3418067 h 6382977"/>
              <a:gd name="connsiteX787" fmla="*/ 4167062 w 6501199"/>
              <a:gd name="connsiteY787" fmla="*/ 3454429 h 6382977"/>
              <a:gd name="connsiteX788" fmla="*/ 4169222 w 6501199"/>
              <a:gd name="connsiteY788" fmla="*/ 3465950 h 6382977"/>
              <a:gd name="connsiteX789" fmla="*/ 4194425 w 6501199"/>
              <a:gd name="connsiteY789" fmla="*/ 3424908 h 6382977"/>
              <a:gd name="connsiteX790" fmla="*/ 4185064 w 6501199"/>
              <a:gd name="connsiteY790" fmla="*/ 3418067 h 6382977"/>
              <a:gd name="connsiteX791" fmla="*/ 4519539 w 6501199"/>
              <a:gd name="connsiteY791" fmla="*/ 3415907 h 6382977"/>
              <a:gd name="connsiteX792" fmla="*/ 4518731 w 6501199"/>
              <a:gd name="connsiteY792" fmla="*/ 3417383 h 6382977"/>
              <a:gd name="connsiteX793" fmla="*/ 4531243 w 6501199"/>
              <a:gd name="connsiteY793" fmla="*/ 3416426 h 6382977"/>
              <a:gd name="connsiteX794" fmla="*/ 4530973 w 6501199"/>
              <a:gd name="connsiteY794" fmla="*/ 3418406 h 6382977"/>
              <a:gd name="connsiteX795" fmla="*/ 4529869 w 6501199"/>
              <a:gd name="connsiteY795" fmla="*/ 3426499 h 6382977"/>
              <a:gd name="connsiteX796" fmla="*/ 4539071 w 6501199"/>
              <a:gd name="connsiteY796" fmla="*/ 3428373 h 6382977"/>
              <a:gd name="connsiteX797" fmla="*/ 4549062 w 6501199"/>
              <a:gd name="connsiteY797" fmla="*/ 3418067 h 6382977"/>
              <a:gd name="connsiteX798" fmla="*/ 4519539 w 6501199"/>
              <a:gd name="connsiteY798" fmla="*/ 3415907 h 6382977"/>
              <a:gd name="connsiteX799" fmla="*/ 518836 w 6501199"/>
              <a:gd name="connsiteY799" fmla="*/ 3413832 h 6382977"/>
              <a:gd name="connsiteX800" fmla="*/ 493634 w 6501199"/>
              <a:gd name="connsiteY800" fmla="*/ 3420671 h 6382977"/>
              <a:gd name="connsiteX801" fmla="*/ 511996 w 6501199"/>
              <a:gd name="connsiteY801" fmla="*/ 3425351 h 6382977"/>
              <a:gd name="connsiteX802" fmla="*/ 518836 w 6501199"/>
              <a:gd name="connsiteY802" fmla="*/ 3413832 h 6382977"/>
              <a:gd name="connsiteX803" fmla="*/ 5203774 w 6501199"/>
              <a:gd name="connsiteY803" fmla="*/ 3413125 h 6382977"/>
              <a:gd name="connsiteX804" fmla="*/ 5210567 w 6501199"/>
              <a:gd name="connsiteY804" fmla="*/ 3433661 h 6382977"/>
              <a:gd name="connsiteX805" fmla="*/ 5131550 w 6501199"/>
              <a:gd name="connsiteY805" fmla="*/ 3463564 h 6382977"/>
              <a:gd name="connsiteX806" fmla="*/ 5203774 w 6501199"/>
              <a:gd name="connsiteY806" fmla="*/ 3413125 h 6382977"/>
              <a:gd name="connsiteX807" fmla="*/ 5395854 w 6501199"/>
              <a:gd name="connsiteY807" fmla="*/ 3409228 h 6382977"/>
              <a:gd name="connsiteX808" fmla="*/ 5371154 w 6501199"/>
              <a:gd name="connsiteY808" fmla="*/ 3433411 h 6382977"/>
              <a:gd name="connsiteX809" fmla="*/ 5395854 w 6501199"/>
              <a:gd name="connsiteY809" fmla="*/ 3409228 h 6382977"/>
              <a:gd name="connsiteX810" fmla="*/ 5344314 w 6501199"/>
              <a:gd name="connsiteY810" fmla="*/ 3408962 h 6382977"/>
              <a:gd name="connsiteX811" fmla="*/ 5351860 w 6501199"/>
              <a:gd name="connsiteY811" fmla="*/ 3422910 h 6382977"/>
              <a:gd name="connsiteX812" fmla="*/ 5322932 w 6501199"/>
              <a:gd name="connsiteY812" fmla="*/ 3436577 h 6382977"/>
              <a:gd name="connsiteX813" fmla="*/ 5344314 w 6501199"/>
              <a:gd name="connsiteY813" fmla="*/ 3408962 h 6382977"/>
              <a:gd name="connsiteX814" fmla="*/ 4861312 w 6501199"/>
              <a:gd name="connsiteY814" fmla="*/ 3406775 h 6382977"/>
              <a:gd name="connsiteX815" fmla="*/ 4836275 w 6501199"/>
              <a:gd name="connsiteY815" fmla="*/ 3422786 h 6382977"/>
              <a:gd name="connsiteX816" fmla="*/ 4861312 w 6501199"/>
              <a:gd name="connsiteY816" fmla="*/ 3406775 h 6382977"/>
              <a:gd name="connsiteX817" fmla="*/ 4483175 w 6501199"/>
              <a:gd name="connsiteY817" fmla="*/ 3402227 h 6382977"/>
              <a:gd name="connsiteX818" fmla="*/ 4484244 w 6501199"/>
              <a:gd name="connsiteY818" fmla="*/ 3419643 h 6382977"/>
              <a:gd name="connsiteX819" fmla="*/ 4484233 w 6501199"/>
              <a:gd name="connsiteY819" fmla="*/ 3419718 h 6382977"/>
              <a:gd name="connsiteX820" fmla="*/ 4485344 w 6501199"/>
              <a:gd name="connsiteY820" fmla="*/ 3419936 h 6382977"/>
              <a:gd name="connsiteX821" fmla="*/ 4503021 w 6501199"/>
              <a:gd name="connsiteY821" fmla="*/ 3418584 h 6382977"/>
              <a:gd name="connsiteX822" fmla="*/ 4506217 w 6501199"/>
              <a:gd name="connsiteY822" fmla="*/ 3415907 h 6382977"/>
              <a:gd name="connsiteX823" fmla="*/ 4506217 w 6501199"/>
              <a:gd name="connsiteY823" fmla="*/ 3406547 h 6382977"/>
              <a:gd name="connsiteX824" fmla="*/ 4487855 w 6501199"/>
              <a:gd name="connsiteY824" fmla="*/ 3411227 h 6382977"/>
              <a:gd name="connsiteX825" fmla="*/ 4483175 w 6501199"/>
              <a:gd name="connsiteY825" fmla="*/ 3402227 h 6382977"/>
              <a:gd name="connsiteX826" fmla="*/ 5456641 w 6501199"/>
              <a:gd name="connsiteY826" fmla="*/ 3390900 h 6382977"/>
              <a:gd name="connsiteX827" fmla="*/ 5467742 w 6501199"/>
              <a:gd name="connsiteY827" fmla="*/ 3409243 h 6382977"/>
              <a:gd name="connsiteX828" fmla="*/ 5422623 w 6501199"/>
              <a:gd name="connsiteY828" fmla="*/ 3434059 h 6382977"/>
              <a:gd name="connsiteX829" fmla="*/ 5456641 w 6501199"/>
              <a:gd name="connsiteY829" fmla="*/ 3390900 h 6382977"/>
              <a:gd name="connsiteX830" fmla="*/ 5155701 w 6501199"/>
              <a:gd name="connsiteY830" fmla="*/ 3387620 h 6382977"/>
              <a:gd name="connsiteX831" fmla="*/ 5166799 w 6501199"/>
              <a:gd name="connsiteY831" fmla="*/ 3388078 h 6382977"/>
              <a:gd name="connsiteX832" fmla="*/ 5117263 w 6501199"/>
              <a:gd name="connsiteY832" fmla="*/ 3419122 h 6382977"/>
              <a:gd name="connsiteX833" fmla="*/ 5155701 w 6501199"/>
              <a:gd name="connsiteY833" fmla="*/ 3387620 h 6382977"/>
              <a:gd name="connsiteX834" fmla="*/ 4553743 w 6501199"/>
              <a:gd name="connsiteY834" fmla="*/ 3386386 h 6382977"/>
              <a:gd name="connsiteX835" fmla="*/ 4576425 w 6501199"/>
              <a:gd name="connsiteY835" fmla="*/ 3411227 h 6382977"/>
              <a:gd name="connsiteX836" fmla="*/ 4553743 w 6501199"/>
              <a:gd name="connsiteY836" fmla="*/ 3386386 h 6382977"/>
              <a:gd name="connsiteX837" fmla="*/ 4836335 w 6501199"/>
              <a:gd name="connsiteY837" fmla="*/ 3386137 h 6382977"/>
              <a:gd name="connsiteX838" fmla="*/ 4763250 w 6501199"/>
              <a:gd name="connsiteY838" fmla="*/ 3404078 h 6382977"/>
              <a:gd name="connsiteX839" fmla="*/ 4781340 w 6501199"/>
              <a:gd name="connsiteY839" fmla="*/ 3397260 h 6382977"/>
              <a:gd name="connsiteX840" fmla="*/ 4795089 w 6501199"/>
              <a:gd name="connsiteY840" fmla="*/ 3410895 h 6382977"/>
              <a:gd name="connsiteX841" fmla="*/ 4836335 w 6501199"/>
              <a:gd name="connsiteY841" fmla="*/ 3386137 h 6382977"/>
              <a:gd name="connsiteX842" fmla="*/ 5475584 w 6501199"/>
              <a:gd name="connsiteY842" fmla="*/ 3385887 h 6382977"/>
              <a:gd name="connsiteX843" fmla="*/ 5476023 w 6501199"/>
              <a:gd name="connsiteY843" fmla="*/ 3385908 h 6382977"/>
              <a:gd name="connsiteX844" fmla="*/ 5473407 w 6501199"/>
              <a:gd name="connsiteY844" fmla="*/ 3394764 h 6382977"/>
              <a:gd name="connsiteX845" fmla="*/ 5475584 w 6501199"/>
              <a:gd name="connsiteY845" fmla="*/ 3385887 h 6382977"/>
              <a:gd name="connsiteX846" fmla="*/ 5089913 w 6501199"/>
              <a:gd name="connsiteY846" fmla="*/ 3357562 h 6382977"/>
              <a:gd name="connsiteX847" fmla="*/ 5060208 w 6501199"/>
              <a:gd name="connsiteY847" fmla="*/ 3409657 h 6382977"/>
              <a:gd name="connsiteX848" fmla="*/ 4984861 w 6501199"/>
              <a:gd name="connsiteY848" fmla="*/ 3411813 h 6382977"/>
              <a:gd name="connsiteX849" fmla="*/ 4982325 w 6501199"/>
              <a:gd name="connsiteY849" fmla="*/ 3398160 h 6382977"/>
              <a:gd name="connsiteX850" fmla="*/ 5089913 w 6501199"/>
              <a:gd name="connsiteY850" fmla="*/ 3357562 h 6382977"/>
              <a:gd name="connsiteX851" fmla="*/ 5320102 w 6501199"/>
              <a:gd name="connsiteY851" fmla="*/ 3352800 h 6382977"/>
              <a:gd name="connsiteX852" fmla="*/ 5228888 w 6501199"/>
              <a:gd name="connsiteY852" fmla="*/ 3420702 h 6382977"/>
              <a:gd name="connsiteX853" fmla="*/ 5222038 w 6501199"/>
              <a:gd name="connsiteY853" fmla="*/ 3404894 h 6382977"/>
              <a:gd name="connsiteX854" fmla="*/ 5320102 w 6501199"/>
              <a:gd name="connsiteY854" fmla="*/ 3352800 h 6382977"/>
              <a:gd name="connsiteX855" fmla="*/ 4166262 w 6501199"/>
              <a:gd name="connsiteY855" fmla="*/ 3350709 h 6382977"/>
              <a:gd name="connsiteX856" fmla="*/ 4156354 w 6501199"/>
              <a:gd name="connsiteY856" fmla="*/ 3351203 h 6382977"/>
              <a:gd name="connsiteX857" fmla="*/ 4148557 w 6501199"/>
              <a:gd name="connsiteY857" fmla="*/ 3357644 h 6382977"/>
              <a:gd name="connsiteX858" fmla="*/ 4137688 w 6501199"/>
              <a:gd name="connsiteY858" fmla="*/ 3357295 h 6382977"/>
              <a:gd name="connsiteX859" fmla="*/ 4134132 w 6501199"/>
              <a:gd name="connsiteY859" fmla="*/ 3352311 h 6382977"/>
              <a:gd name="connsiteX860" fmla="*/ 4111866 w 6501199"/>
              <a:gd name="connsiteY860" fmla="*/ 3353420 h 6382977"/>
              <a:gd name="connsiteX861" fmla="*/ 4110311 w 6501199"/>
              <a:gd name="connsiteY861" fmla="*/ 3357157 h 6382977"/>
              <a:gd name="connsiteX862" fmla="*/ 4103335 w 6501199"/>
              <a:gd name="connsiteY862" fmla="*/ 3377025 h 6382977"/>
              <a:gd name="connsiteX863" fmla="*/ 4130698 w 6501199"/>
              <a:gd name="connsiteY863" fmla="*/ 3379545 h 6382977"/>
              <a:gd name="connsiteX864" fmla="*/ 4137539 w 6501199"/>
              <a:gd name="connsiteY864" fmla="*/ 3363705 h 6382977"/>
              <a:gd name="connsiteX865" fmla="*/ 4154730 w 6501199"/>
              <a:gd name="connsiteY865" fmla="*/ 3370281 h 6382977"/>
              <a:gd name="connsiteX866" fmla="*/ 4172256 w 6501199"/>
              <a:gd name="connsiteY866" fmla="*/ 3368851 h 6382977"/>
              <a:gd name="connsiteX867" fmla="*/ 4171616 w 6501199"/>
              <a:gd name="connsiteY867" fmla="*/ 3364317 h 6382977"/>
              <a:gd name="connsiteX868" fmla="*/ 4170174 w 6501199"/>
              <a:gd name="connsiteY868" fmla="*/ 3354931 h 6382977"/>
              <a:gd name="connsiteX869" fmla="*/ 4165217 w 6501199"/>
              <a:gd name="connsiteY869" fmla="*/ 3354532 h 6382977"/>
              <a:gd name="connsiteX870" fmla="*/ 5542350 w 6501199"/>
              <a:gd name="connsiteY870" fmla="*/ 3350022 h 6382977"/>
              <a:gd name="connsiteX871" fmla="*/ 5495048 w 6501199"/>
              <a:gd name="connsiteY871" fmla="*/ 3386824 h 6382977"/>
              <a:gd name="connsiteX872" fmla="*/ 5476023 w 6501199"/>
              <a:gd name="connsiteY872" fmla="*/ 3385908 h 6382977"/>
              <a:gd name="connsiteX873" fmla="*/ 5477699 w 6501199"/>
              <a:gd name="connsiteY873" fmla="*/ 3380233 h 6382977"/>
              <a:gd name="connsiteX874" fmla="*/ 5542350 w 6501199"/>
              <a:gd name="connsiteY874" fmla="*/ 3350022 h 6382977"/>
              <a:gd name="connsiteX875" fmla="*/ 5220150 w 6501199"/>
              <a:gd name="connsiteY875" fmla="*/ 3349625 h 6382977"/>
              <a:gd name="connsiteX876" fmla="*/ 5229136 w 6501199"/>
              <a:gd name="connsiteY876" fmla="*/ 3351773 h 6382977"/>
              <a:gd name="connsiteX877" fmla="*/ 5235966 w 6501199"/>
              <a:gd name="connsiteY877" fmla="*/ 3353920 h 6382977"/>
              <a:gd name="connsiteX878" fmla="*/ 5186004 w 6501199"/>
              <a:gd name="connsiteY878" fmla="*/ 3381125 h 6382977"/>
              <a:gd name="connsiteX879" fmla="*/ 5220150 w 6501199"/>
              <a:gd name="connsiteY879" fmla="*/ 3349625 h 6382977"/>
              <a:gd name="connsiteX880" fmla="*/ 486793 w 6501199"/>
              <a:gd name="connsiteY880" fmla="*/ 3347962 h 6382977"/>
              <a:gd name="connsiteX881" fmla="*/ 475632 w 6501199"/>
              <a:gd name="connsiteY881" fmla="*/ 3361640 h 6382977"/>
              <a:gd name="connsiteX882" fmla="*/ 486793 w 6501199"/>
              <a:gd name="connsiteY882" fmla="*/ 3386836 h 6382977"/>
              <a:gd name="connsiteX883" fmla="*/ 546199 w 6501199"/>
              <a:gd name="connsiteY883" fmla="*/ 3402674 h 6382977"/>
              <a:gd name="connsiteX884" fmla="*/ 562041 w 6501199"/>
              <a:gd name="connsiteY884" fmla="*/ 3382157 h 6382977"/>
              <a:gd name="connsiteX885" fmla="*/ 507315 w 6501199"/>
              <a:gd name="connsiteY885" fmla="*/ 3370639 h 6382977"/>
              <a:gd name="connsiteX886" fmla="*/ 486793 w 6501199"/>
              <a:gd name="connsiteY886" fmla="*/ 3347962 h 6382977"/>
              <a:gd name="connsiteX887" fmla="*/ 4034470 w 6501199"/>
              <a:gd name="connsiteY887" fmla="*/ 3347780 h 6382977"/>
              <a:gd name="connsiteX888" fmla="*/ 4034073 w 6501199"/>
              <a:gd name="connsiteY888" fmla="*/ 3349889 h 6382977"/>
              <a:gd name="connsiteX889" fmla="*/ 4028087 w 6501199"/>
              <a:gd name="connsiteY889" fmla="*/ 3381706 h 6382977"/>
              <a:gd name="connsiteX890" fmla="*/ 4055450 w 6501199"/>
              <a:gd name="connsiteY890" fmla="*/ 3383866 h 6382977"/>
              <a:gd name="connsiteX891" fmla="*/ 4069132 w 6501199"/>
              <a:gd name="connsiteY891" fmla="*/ 3356864 h 6382977"/>
              <a:gd name="connsiteX892" fmla="*/ 4069132 w 6501199"/>
              <a:gd name="connsiteY892" fmla="*/ 3379545 h 6382977"/>
              <a:gd name="connsiteX893" fmla="*/ 4103335 w 6501199"/>
              <a:gd name="connsiteY893" fmla="*/ 3361185 h 6382977"/>
              <a:gd name="connsiteX894" fmla="*/ 4096686 w 6501199"/>
              <a:gd name="connsiteY894" fmla="*/ 3356105 h 6382977"/>
              <a:gd name="connsiteX895" fmla="*/ 4095682 w 6501199"/>
              <a:gd name="connsiteY895" fmla="*/ 3354037 h 6382977"/>
              <a:gd name="connsiteX896" fmla="*/ 3947979 w 6501199"/>
              <a:gd name="connsiteY896" fmla="*/ 3339194 h 6382977"/>
              <a:gd name="connsiteX897" fmla="*/ 3953200 w 6501199"/>
              <a:gd name="connsiteY897" fmla="*/ 3370185 h 6382977"/>
              <a:gd name="connsiteX898" fmla="*/ 3971202 w 6501199"/>
              <a:gd name="connsiteY898" fmla="*/ 3365865 h 6382977"/>
              <a:gd name="connsiteX899" fmla="*/ 3962201 w 6501199"/>
              <a:gd name="connsiteY899" fmla="*/ 3386386 h 6382977"/>
              <a:gd name="connsiteX900" fmla="*/ 3994244 w 6501199"/>
              <a:gd name="connsiteY900" fmla="*/ 3361185 h 6382977"/>
              <a:gd name="connsiteX901" fmla="*/ 3978402 w 6501199"/>
              <a:gd name="connsiteY901" fmla="*/ 3393226 h 6382977"/>
              <a:gd name="connsiteX902" fmla="*/ 4020071 w 6501199"/>
              <a:gd name="connsiteY902" fmla="*/ 3355357 h 6382977"/>
              <a:gd name="connsiteX903" fmla="*/ 4031729 w 6501199"/>
              <a:gd name="connsiteY903" fmla="*/ 3347500 h 6382977"/>
              <a:gd name="connsiteX904" fmla="*/ 4030294 w 6501199"/>
              <a:gd name="connsiteY904" fmla="*/ 3347353 h 6382977"/>
              <a:gd name="connsiteX905" fmla="*/ 3998480 w 6501199"/>
              <a:gd name="connsiteY905" fmla="*/ 3343334 h 6382977"/>
              <a:gd name="connsiteX906" fmla="*/ 3997101 w 6501199"/>
              <a:gd name="connsiteY906" fmla="*/ 3344505 h 6382977"/>
              <a:gd name="connsiteX907" fmla="*/ 3996352 w 6501199"/>
              <a:gd name="connsiteY907" fmla="*/ 3343065 h 6382977"/>
              <a:gd name="connsiteX908" fmla="*/ 3966224 w 6501199"/>
              <a:gd name="connsiteY908" fmla="*/ 3339259 h 6382977"/>
              <a:gd name="connsiteX909" fmla="*/ 3926085 w 6501199"/>
              <a:gd name="connsiteY909" fmla="*/ 3339117 h 6382977"/>
              <a:gd name="connsiteX910" fmla="*/ 3927277 w 6501199"/>
              <a:gd name="connsiteY910" fmla="*/ 3352454 h 6382977"/>
              <a:gd name="connsiteX911" fmla="*/ 3937358 w 6501199"/>
              <a:gd name="connsiteY911" fmla="*/ 3363705 h 6382977"/>
              <a:gd name="connsiteX912" fmla="*/ 3941678 w 6501199"/>
              <a:gd name="connsiteY912" fmla="*/ 3340664 h 6382977"/>
              <a:gd name="connsiteX913" fmla="*/ 3936137 w 6501199"/>
              <a:gd name="connsiteY913" fmla="*/ 3339152 h 6382977"/>
              <a:gd name="connsiteX914" fmla="*/ 3916700 w 6501199"/>
              <a:gd name="connsiteY914" fmla="*/ 3339083 h 6382977"/>
              <a:gd name="connsiteX915" fmla="*/ 3913776 w 6501199"/>
              <a:gd name="connsiteY915" fmla="*/ 3351554 h 6382977"/>
              <a:gd name="connsiteX916" fmla="*/ 3905315 w 6501199"/>
              <a:gd name="connsiteY916" fmla="*/ 3354344 h 6382977"/>
              <a:gd name="connsiteX917" fmla="*/ 3909995 w 6501199"/>
              <a:gd name="connsiteY917" fmla="*/ 3345344 h 6382977"/>
              <a:gd name="connsiteX918" fmla="*/ 3900243 w 6501199"/>
              <a:gd name="connsiteY918" fmla="*/ 3342445 h 6382977"/>
              <a:gd name="connsiteX919" fmla="*/ 3896854 w 6501199"/>
              <a:gd name="connsiteY919" fmla="*/ 3339701 h 6382977"/>
              <a:gd name="connsiteX920" fmla="*/ 3891531 w 6501199"/>
              <a:gd name="connsiteY920" fmla="*/ 3340497 h 6382977"/>
              <a:gd name="connsiteX921" fmla="*/ 3889473 w 6501199"/>
              <a:gd name="connsiteY921" fmla="*/ 3343184 h 6382977"/>
              <a:gd name="connsiteX922" fmla="*/ 3891633 w 6501199"/>
              <a:gd name="connsiteY922" fmla="*/ 3359024 h 6382977"/>
              <a:gd name="connsiteX923" fmla="*/ 3918996 w 6501199"/>
              <a:gd name="connsiteY923" fmla="*/ 3365865 h 6382977"/>
              <a:gd name="connsiteX924" fmla="*/ 3923047 w 6501199"/>
              <a:gd name="connsiteY924" fmla="*/ 3352184 h 6382977"/>
              <a:gd name="connsiteX925" fmla="*/ 3917100 w 6501199"/>
              <a:gd name="connsiteY925" fmla="*/ 3339085 h 6382977"/>
              <a:gd name="connsiteX926" fmla="*/ 5460913 w 6501199"/>
              <a:gd name="connsiteY926" fmla="*/ 3328987 h 6382977"/>
              <a:gd name="connsiteX927" fmla="*/ 5478854 w 6501199"/>
              <a:gd name="connsiteY927" fmla="*/ 3360898 h 6382977"/>
              <a:gd name="connsiteX928" fmla="*/ 5460913 w 6501199"/>
              <a:gd name="connsiteY928" fmla="*/ 3383744 h 6382977"/>
              <a:gd name="connsiteX929" fmla="*/ 5435796 w 6501199"/>
              <a:gd name="connsiteY929" fmla="*/ 3363437 h 6382977"/>
              <a:gd name="connsiteX930" fmla="*/ 5374438 w 6501199"/>
              <a:gd name="connsiteY930" fmla="*/ 3390634 h 6382977"/>
              <a:gd name="connsiteX931" fmla="*/ 5460913 w 6501199"/>
              <a:gd name="connsiteY931" fmla="*/ 3328987 h 6382977"/>
              <a:gd name="connsiteX932" fmla="*/ 4539656 w 6501199"/>
              <a:gd name="connsiteY932" fmla="*/ 3328918 h 6382977"/>
              <a:gd name="connsiteX933" fmla="*/ 4533221 w 6501199"/>
              <a:gd name="connsiteY933" fmla="*/ 3345344 h 6382977"/>
              <a:gd name="connsiteX934" fmla="*/ 4558423 w 6501199"/>
              <a:gd name="connsiteY934" fmla="*/ 3354344 h 6382977"/>
              <a:gd name="connsiteX935" fmla="*/ 4563103 w 6501199"/>
              <a:gd name="connsiteY935" fmla="*/ 3329503 h 6382977"/>
              <a:gd name="connsiteX936" fmla="*/ 4539656 w 6501199"/>
              <a:gd name="connsiteY936" fmla="*/ 3328918 h 6382977"/>
              <a:gd name="connsiteX937" fmla="*/ 4766807 w 6501199"/>
              <a:gd name="connsiteY937" fmla="*/ 3327850 h 6382977"/>
              <a:gd name="connsiteX938" fmla="*/ 4778759 w 6501199"/>
              <a:gd name="connsiteY938" fmla="*/ 3329296 h 6382977"/>
              <a:gd name="connsiteX939" fmla="*/ 4778759 w 6501199"/>
              <a:gd name="connsiteY939" fmla="*/ 3338058 h 6382977"/>
              <a:gd name="connsiteX940" fmla="*/ 4760075 w 6501199"/>
              <a:gd name="connsiteY940" fmla="*/ 3342615 h 6382977"/>
              <a:gd name="connsiteX941" fmla="*/ 4760075 w 6501199"/>
              <a:gd name="connsiteY941" fmla="*/ 3331399 h 6382977"/>
              <a:gd name="connsiteX942" fmla="*/ 4766807 w 6501199"/>
              <a:gd name="connsiteY942" fmla="*/ 3327850 h 6382977"/>
              <a:gd name="connsiteX943" fmla="*/ 4637991 w 6501199"/>
              <a:gd name="connsiteY943" fmla="*/ 3324823 h 6382977"/>
              <a:gd name="connsiteX944" fmla="*/ 4642672 w 6501199"/>
              <a:gd name="connsiteY944" fmla="*/ 3345344 h 6382977"/>
              <a:gd name="connsiteX945" fmla="*/ 4663194 w 6501199"/>
              <a:gd name="connsiteY945" fmla="*/ 3331663 h 6382977"/>
              <a:gd name="connsiteX946" fmla="*/ 4642672 w 6501199"/>
              <a:gd name="connsiteY946" fmla="*/ 3329503 h 6382977"/>
              <a:gd name="connsiteX947" fmla="*/ 4637991 w 6501199"/>
              <a:gd name="connsiteY947" fmla="*/ 3324823 h 6382977"/>
              <a:gd name="connsiteX948" fmla="*/ 5524897 w 6501199"/>
              <a:gd name="connsiteY948" fmla="*/ 3324817 h 6382977"/>
              <a:gd name="connsiteX949" fmla="*/ 5493500 w 6501199"/>
              <a:gd name="connsiteY949" fmla="*/ 3350256 h 6382977"/>
              <a:gd name="connsiteX950" fmla="*/ 5524897 w 6501199"/>
              <a:gd name="connsiteY950" fmla="*/ 3324817 h 6382977"/>
              <a:gd name="connsiteX951" fmla="*/ 4484076 w 6501199"/>
              <a:gd name="connsiteY951" fmla="*/ 3316633 h 6382977"/>
              <a:gd name="connsiteX952" fmla="*/ 4474174 w 6501199"/>
              <a:gd name="connsiteY952" fmla="*/ 3329503 h 6382977"/>
              <a:gd name="connsiteX953" fmla="*/ 4494696 w 6501199"/>
              <a:gd name="connsiteY953" fmla="*/ 3333823 h 6382977"/>
              <a:gd name="connsiteX954" fmla="*/ 4476335 w 6501199"/>
              <a:gd name="connsiteY954" fmla="*/ 3345344 h 6382977"/>
              <a:gd name="connsiteX955" fmla="*/ 4446811 w 6501199"/>
              <a:gd name="connsiteY955" fmla="*/ 3340664 h 6382977"/>
              <a:gd name="connsiteX956" fmla="*/ 4433130 w 6501199"/>
              <a:gd name="connsiteY956" fmla="*/ 3352184 h 6382977"/>
              <a:gd name="connsiteX957" fmla="*/ 4444651 w 6501199"/>
              <a:gd name="connsiteY957" fmla="*/ 3377025 h 6382977"/>
              <a:gd name="connsiteX958" fmla="*/ 4453652 w 6501199"/>
              <a:gd name="connsiteY958" fmla="*/ 3361185 h 6382977"/>
              <a:gd name="connsiteX959" fmla="*/ 4481015 w 6501199"/>
              <a:gd name="connsiteY959" fmla="*/ 3374865 h 6382977"/>
              <a:gd name="connsiteX960" fmla="*/ 4506217 w 6501199"/>
              <a:gd name="connsiteY960" fmla="*/ 3374865 h 6382977"/>
              <a:gd name="connsiteX961" fmla="*/ 4515219 w 6501199"/>
              <a:gd name="connsiteY961" fmla="*/ 3336343 h 6382977"/>
              <a:gd name="connsiteX962" fmla="*/ 4499377 w 6501199"/>
              <a:gd name="connsiteY962" fmla="*/ 3322663 h 6382977"/>
              <a:gd name="connsiteX963" fmla="*/ 4484076 w 6501199"/>
              <a:gd name="connsiteY963" fmla="*/ 3316633 h 6382977"/>
              <a:gd name="connsiteX964" fmla="*/ 5384073 w 6501199"/>
              <a:gd name="connsiteY964" fmla="*/ 3312512 h 6382977"/>
              <a:gd name="connsiteX965" fmla="*/ 5399479 w 6501199"/>
              <a:gd name="connsiteY965" fmla="*/ 3319639 h 6382977"/>
              <a:gd name="connsiteX966" fmla="*/ 5351674 w 6501199"/>
              <a:gd name="connsiteY966" fmla="*/ 3339747 h 6382977"/>
              <a:gd name="connsiteX967" fmla="*/ 5384073 w 6501199"/>
              <a:gd name="connsiteY967" fmla="*/ 3312512 h 6382977"/>
              <a:gd name="connsiteX968" fmla="*/ 4774918 w 6501199"/>
              <a:gd name="connsiteY968" fmla="*/ 3307453 h 6382977"/>
              <a:gd name="connsiteX969" fmla="*/ 4785116 w 6501199"/>
              <a:gd name="connsiteY969" fmla="*/ 3318164 h 6382977"/>
              <a:gd name="connsiteX970" fmla="*/ 4733088 w 6501199"/>
              <a:gd name="connsiteY970" fmla="*/ 3327137 h 6382977"/>
              <a:gd name="connsiteX971" fmla="*/ 4774918 w 6501199"/>
              <a:gd name="connsiteY971" fmla="*/ 3307453 h 6382977"/>
              <a:gd name="connsiteX972" fmla="*/ 4264743 w 6501199"/>
              <a:gd name="connsiteY972" fmla="*/ 3304985 h 6382977"/>
              <a:gd name="connsiteX973" fmla="*/ 4259667 w 6501199"/>
              <a:gd name="connsiteY973" fmla="*/ 3309839 h 6382977"/>
              <a:gd name="connsiteX974" fmla="*/ 4269313 w 6501199"/>
              <a:gd name="connsiteY974" fmla="*/ 3311142 h 6382977"/>
              <a:gd name="connsiteX975" fmla="*/ 4263919 w 6501199"/>
              <a:gd name="connsiteY975" fmla="*/ 3322722 h 6382977"/>
              <a:gd name="connsiteX976" fmla="*/ 4272298 w 6501199"/>
              <a:gd name="connsiteY976" fmla="*/ 3323245 h 6382977"/>
              <a:gd name="connsiteX977" fmla="*/ 4272690 w 6501199"/>
              <a:gd name="connsiteY977" fmla="*/ 3323375 h 6382977"/>
              <a:gd name="connsiteX978" fmla="*/ 4273099 w 6501199"/>
              <a:gd name="connsiteY978" fmla="*/ 3321279 h 6382977"/>
              <a:gd name="connsiteX979" fmla="*/ 4278674 w 6501199"/>
              <a:gd name="connsiteY979" fmla="*/ 3311142 h 6382977"/>
              <a:gd name="connsiteX980" fmla="*/ 4271113 w 6501199"/>
              <a:gd name="connsiteY980" fmla="*/ 3305967 h 6382977"/>
              <a:gd name="connsiteX981" fmla="*/ 5497747 w 6501199"/>
              <a:gd name="connsiteY981" fmla="*/ 3302625 h 6382977"/>
              <a:gd name="connsiteX982" fmla="*/ 5509231 w 6501199"/>
              <a:gd name="connsiteY982" fmla="*/ 3323415 h 6382977"/>
              <a:gd name="connsiteX983" fmla="*/ 5487150 w 6501199"/>
              <a:gd name="connsiteY983" fmla="*/ 3307307 h 6382977"/>
              <a:gd name="connsiteX984" fmla="*/ 5497747 w 6501199"/>
              <a:gd name="connsiteY984" fmla="*/ 3302625 h 6382977"/>
              <a:gd name="connsiteX985" fmla="*/ 4239375 w 6501199"/>
              <a:gd name="connsiteY985" fmla="*/ 3300412 h 6382977"/>
              <a:gd name="connsiteX986" fmla="*/ 4244905 w 6501199"/>
              <a:gd name="connsiteY986" fmla="*/ 3301926 h 6382977"/>
              <a:gd name="connsiteX987" fmla="*/ 4246873 w 6501199"/>
              <a:gd name="connsiteY987" fmla="*/ 3302465 h 6382977"/>
              <a:gd name="connsiteX988" fmla="*/ 4635831 w 6501199"/>
              <a:gd name="connsiteY988" fmla="*/ 3288461 h 6382977"/>
              <a:gd name="connsiteX989" fmla="*/ 4596947 w 6501199"/>
              <a:gd name="connsiteY989" fmla="*/ 3324823 h 6382977"/>
              <a:gd name="connsiteX990" fmla="*/ 4610629 w 6501199"/>
              <a:gd name="connsiteY990" fmla="*/ 3338504 h 6382977"/>
              <a:gd name="connsiteX991" fmla="*/ 4635831 w 6501199"/>
              <a:gd name="connsiteY991" fmla="*/ 3288461 h 6382977"/>
              <a:gd name="connsiteX992" fmla="*/ 4459654 w 6501199"/>
              <a:gd name="connsiteY992" fmla="*/ 3286717 h 6382977"/>
              <a:gd name="connsiteX993" fmla="*/ 4448971 w 6501199"/>
              <a:gd name="connsiteY993" fmla="*/ 3299982 h 6382977"/>
              <a:gd name="connsiteX994" fmla="*/ 4439971 w 6501199"/>
              <a:gd name="connsiteY994" fmla="*/ 3295301 h 6382977"/>
              <a:gd name="connsiteX995" fmla="*/ 4448971 w 6501199"/>
              <a:gd name="connsiteY995" fmla="*/ 3315822 h 6382977"/>
              <a:gd name="connsiteX996" fmla="*/ 4460493 w 6501199"/>
              <a:gd name="connsiteY996" fmla="*/ 3313302 h 6382977"/>
              <a:gd name="connsiteX997" fmla="*/ 4467333 w 6501199"/>
              <a:gd name="connsiteY997" fmla="*/ 3288461 h 6382977"/>
              <a:gd name="connsiteX998" fmla="*/ 4459654 w 6501199"/>
              <a:gd name="connsiteY998" fmla="*/ 3286717 h 6382977"/>
              <a:gd name="connsiteX999" fmla="*/ 4474174 w 6501199"/>
              <a:gd name="connsiteY999" fmla="*/ 3286301 h 6382977"/>
              <a:gd name="connsiteX1000" fmla="*/ 4478855 w 6501199"/>
              <a:gd name="connsiteY1000" fmla="*/ 3313302 h 6382977"/>
              <a:gd name="connsiteX1001" fmla="*/ 4485020 w 6501199"/>
              <a:gd name="connsiteY1001" fmla="*/ 3298181 h 6382977"/>
              <a:gd name="connsiteX1002" fmla="*/ 4477860 w 6501199"/>
              <a:gd name="connsiteY1002" fmla="*/ 3290339 h 6382977"/>
              <a:gd name="connsiteX1003" fmla="*/ 4474325 w 6501199"/>
              <a:gd name="connsiteY1003" fmla="*/ 3290660 h 6382977"/>
              <a:gd name="connsiteX1004" fmla="*/ 4476610 w 6501199"/>
              <a:gd name="connsiteY1004" fmla="*/ 3288969 h 6382977"/>
              <a:gd name="connsiteX1005" fmla="*/ 4963307 w 6501199"/>
              <a:gd name="connsiteY1005" fmla="*/ 3284590 h 6382977"/>
              <a:gd name="connsiteX1006" fmla="*/ 4970253 w 6501199"/>
              <a:gd name="connsiteY1006" fmla="*/ 3286124 h 6382977"/>
              <a:gd name="connsiteX1007" fmla="*/ 4944787 w 6501199"/>
              <a:gd name="connsiteY1007" fmla="*/ 3300045 h 6382977"/>
              <a:gd name="connsiteX1008" fmla="*/ 4963307 w 6501199"/>
              <a:gd name="connsiteY1008" fmla="*/ 3284590 h 6382977"/>
              <a:gd name="connsiteX1009" fmla="*/ 4523497 w 6501199"/>
              <a:gd name="connsiteY1009" fmla="*/ 3281828 h 6382977"/>
              <a:gd name="connsiteX1010" fmla="*/ 4508378 w 6501199"/>
              <a:gd name="connsiteY1010" fmla="*/ 3295301 h 6382977"/>
              <a:gd name="connsiteX1011" fmla="*/ 4529665 w 6501199"/>
              <a:gd name="connsiteY1011" fmla="*/ 3291251 h 6382977"/>
              <a:gd name="connsiteX1012" fmla="*/ 4535529 w 6501199"/>
              <a:gd name="connsiteY1012" fmla="*/ 3284754 h 6382977"/>
              <a:gd name="connsiteX1013" fmla="*/ 4542581 w 6501199"/>
              <a:gd name="connsiteY1013" fmla="*/ 3276941 h 6382977"/>
              <a:gd name="connsiteX1014" fmla="*/ 4538738 w 6501199"/>
              <a:gd name="connsiteY1014" fmla="*/ 3277663 h 6382977"/>
              <a:gd name="connsiteX1015" fmla="*/ 4539719 w 6501199"/>
              <a:gd name="connsiteY1015" fmla="*/ 3280112 h 6382977"/>
              <a:gd name="connsiteX1016" fmla="*/ 4506768 w 6501199"/>
              <a:gd name="connsiteY1016" fmla="*/ 3267169 h 6382977"/>
              <a:gd name="connsiteX1017" fmla="*/ 4506217 w 6501199"/>
              <a:gd name="connsiteY1017" fmla="*/ 3270100 h 6382977"/>
              <a:gd name="connsiteX1018" fmla="*/ 4510990 w 6501199"/>
              <a:gd name="connsiteY1018" fmla="*/ 3268465 h 6382977"/>
              <a:gd name="connsiteX1019" fmla="*/ 4510690 w 6501199"/>
              <a:gd name="connsiteY1019" fmla="*/ 3267986 h 6382977"/>
              <a:gd name="connsiteX1020" fmla="*/ 4598938 w 6501199"/>
              <a:gd name="connsiteY1020" fmla="*/ 3265718 h 6382977"/>
              <a:gd name="connsiteX1021" fmla="*/ 4572105 w 6501199"/>
              <a:gd name="connsiteY1021" fmla="*/ 3274780 h 6382977"/>
              <a:gd name="connsiteX1022" fmla="*/ 4572105 w 6501199"/>
              <a:gd name="connsiteY1022" fmla="*/ 3290621 h 6382977"/>
              <a:gd name="connsiteX1023" fmla="*/ 4606308 w 6501199"/>
              <a:gd name="connsiteY1023" fmla="*/ 3270100 h 6382977"/>
              <a:gd name="connsiteX1024" fmla="*/ 4598938 w 6501199"/>
              <a:gd name="connsiteY1024" fmla="*/ 3265718 h 6382977"/>
              <a:gd name="connsiteX1025" fmla="*/ 4572105 w 6501199"/>
              <a:gd name="connsiteY1025" fmla="*/ 3258940 h 6382977"/>
              <a:gd name="connsiteX1026" fmla="*/ 4571947 w 6501199"/>
              <a:gd name="connsiteY1026" fmla="*/ 3259446 h 6382977"/>
              <a:gd name="connsiteX1027" fmla="*/ 4563103 w 6501199"/>
              <a:gd name="connsiteY1027" fmla="*/ 3261100 h 6382977"/>
              <a:gd name="connsiteX1028" fmla="*/ 4572105 w 6501199"/>
              <a:gd name="connsiteY1028" fmla="*/ 3258940 h 6382977"/>
              <a:gd name="connsiteX1029" fmla="*/ 4388005 w 6501199"/>
              <a:gd name="connsiteY1029" fmla="*/ 3252562 h 6382977"/>
              <a:gd name="connsiteX1030" fmla="*/ 4319604 w 6501199"/>
              <a:gd name="connsiteY1030" fmla="*/ 3270563 h 6382977"/>
              <a:gd name="connsiteX1031" fmla="*/ 4290084 w 6501199"/>
              <a:gd name="connsiteY1031" fmla="*/ 3273083 h 6382977"/>
              <a:gd name="connsiteX1032" fmla="*/ 4269563 w 6501199"/>
              <a:gd name="connsiteY1032" fmla="*/ 3254722 h 6382977"/>
              <a:gd name="connsiteX1033" fmla="*/ 4240043 w 6501199"/>
              <a:gd name="connsiteY1033" fmla="*/ 3293605 h 6382977"/>
              <a:gd name="connsiteX1034" fmla="*/ 4222043 w 6501199"/>
              <a:gd name="connsiteY1034" fmla="*/ 3277404 h 6382977"/>
              <a:gd name="connsiteX1035" fmla="*/ 4235723 w 6501199"/>
              <a:gd name="connsiteY1035" fmla="*/ 3261563 h 6382977"/>
              <a:gd name="connsiteX1036" fmla="*/ 4195223 w 6501199"/>
              <a:gd name="connsiteY1036" fmla="*/ 3268549 h 6382977"/>
              <a:gd name="connsiteX1037" fmla="*/ 4189006 w 6501199"/>
              <a:gd name="connsiteY1037" fmla="*/ 3276008 h 6382977"/>
              <a:gd name="connsiteX1038" fmla="*/ 4189964 w 6501199"/>
              <a:gd name="connsiteY1038" fmla="*/ 3277410 h 6382977"/>
              <a:gd name="connsiteX1039" fmla="*/ 4202558 w 6501199"/>
              <a:gd name="connsiteY1039" fmla="*/ 3277449 h 6382977"/>
              <a:gd name="connsiteX1040" fmla="*/ 4210523 w 6501199"/>
              <a:gd name="connsiteY1040" fmla="*/ 3284244 h 6382977"/>
              <a:gd name="connsiteX1041" fmla="*/ 4198426 w 6501199"/>
              <a:gd name="connsiteY1041" fmla="*/ 3287166 h 6382977"/>
              <a:gd name="connsiteX1042" fmla="*/ 4213088 w 6501199"/>
              <a:gd name="connsiteY1042" fmla="*/ 3302223 h 6382977"/>
              <a:gd name="connsiteX1043" fmla="*/ 4214947 w 6501199"/>
              <a:gd name="connsiteY1043" fmla="*/ 3297462 h 6382977"/>
              <a:gd name="connsiteX1044" fmla="*/ 4235351 w 6501199"/>
              <a:gd name="connsiteY1044" fmla="*/ 3308346 h 6382977"/>
              <a:gd name="connsiteX1045" fmla="*/ 4236772 w 6501199"/>
              <a:gd name="connsiteY1045" fmla="*/ 3315704 h 6382977"/>
              <a:gd name="connsiteX1046" fmla="*/ 4237523 w 6501199"/>
              <a:gd name="connsiteY1046" fmla="*/ 3315840 h 6382977"/>
              <a:gd name="connsiteX1047" fmla="*/ 4240761 w 6501199"/>
              <a:gd name="connsiteY1047" fmla="*/ 3317798 h 6382977"/>
              <a:gd name="connsiteX1048" fmla="*/ 4252661 w 6501199"/>
              <a:gd name="connsiteY1048" fmla="*/ 3308892 h 6382977"/>
              <a:gd name="connsiteX1049" fmla="*/ 4255483 w 6501199"/>
              <a:gd name="connsiteY1049" fmla="*/ 3309273 h 6382977"/>
              <a:gd name="connsiteX1050" fmla="*/ 4249952 w 6501199"/>
              <a:gd name="connsiteY1050" fmla="*/ 3305520 h 6382977"/>
              <a:gd name="connsiteX1051" fmla="*/ 4249356 w 6501199"/>
              <a:gd name="connsiteY1051" fmla="*/ 3303144 h 6382977"/>
              <a:gd name="connsiteX1052" fmla="*/ 4248603 w 6501199"/>
              <a:gd name="connsiteY1052" fmla="*/ 3300138 h 6382977"/>
              <a:gd name="connsiteX1053" fmla="*/ 4258276 w 6501199"/>
              <a:gd name="connsiteY1053" fmla="*/ 3290887 h 6382977"/>
              <a:gd name="connsiteX1054" fmla="*/ 4262927 w 6501199"/>
              <a:gd name="connsiteY1054" fmla="*/ 3295779 h 6382977"/>
              <a:gd name="connsiteX1055" fmla="*/ 4265712 w 6501199"/>
              <a:gd name="connsiteY1055" fmla="*/ 3299667 h 6382977"/>
              <a:gd name="connsiteX1056" fmla="*/ 4276829 w 6501199"/>
              <a:gd name="connsiteY1056" fmla="*/ 3290126 h 6382977"/>
              <a:gd name="connsiteX1057" fmla="*/ 4269313 w 6501199"/>
              <a:gd name="connsiteY1057" fmla="*/ 3279461 h 6382977"/>
              <a:gd name="connsiteX1058" fmla="*/ 4295505 w 6501199"/>
              <a:gd name="connsiteY1058" fmla="*/ 3281666 h 6382977"/>
              <a:gd name="connsiteX1059" fmla="*/ 4300366 w 6501199"/>
              <a:gd name="connsiteY1059" fmla="*/ 3287858 h 6382977"/>
              <a:gd name="connsiteX1060" fmla="*/ 4309800 w 6501199"/>
              <a:gd name="connsiteY1060" fmla="*/ 3282973 h 6382977"/>
              <a:gd name="connsiteX1061" fmla="*/ 4324663 w 6501199"/>
              <a:gd name="connsiteY1061" fmla="*/ 3275012 h 6382977"/>
              <a:gd name="connsiteX1062" fmla="*/ 4336263 w 6501199"/>
              <a:gd name="connsiteY1062" fmla="*/ 3293159 h 6382977"/>
              <a:gd name="connsiteX1063" fmla="*/ 4305269 w 6501199"/>
              <a:gd name="connsiteY1063" fmla="*/ 3291107 h 6382977"/>
              <a:gd name="connsiteX1064" fmla="*/ 4302836 w 6501199"/>
              <a:gd name="connsiteY1064" fmla="*/ 3291004 h 6382977"/>
              <a:gd name="connsiteX1065" fmla="*/ 4305260 w 6501199"/>
              <a:gd name="connsiteY1065" fmla="*/ 3294092 h 6382977"/>
              <a:gd name="connsiteX1066" fmla="*/ 4308197 w 6501199"/>
              <a:gd name="connsiteY1066" fmla="*/ 3311142 h 6382977"/>
              <a:gd name="connsiteX1067" fmla="*/ 4290735 w 6501199"/>
              <a:gd name="connsiteY1067" fmla="*/ 3323968 h 6382977"/>
              <a:gd name="connsiteX1068" fmla="*/ 4288527 w 6501199"/>
              <a:gd name="connsiteY1068" fmla="*/ 3328609 h 6382977"/>
              <a:gd name="connsiteX1069" fmla="*/ 4308889 w 6501199"/>
              <a:gd name="connsiteY1069" fmla="*/ 3335339 h 6382977"/>
              <a:gd name="connsiteX1070" fmla="*/ 4342944 w 6501199"/>
              <a:gd name="connsiteY1070" fmla="*/ 3355520 h 6382977"/>
              <a:gd name="connsiteX1071" fmla="*/ 4351401 w 6501199"/>
              <a:gd name="connsiteY1071" fmla="*/ 3354344 h 6382977"/>
              <a:gd name="connsiteX1072" fmla="*/ 4352890 w 6501199"/>
              <a:gd name="connsiteY1072" fmla="*/ 3361414 h 6382977"/>
              <a:gd name="connsiteX1073" fmla="*/ 4365069 w 6501199"/>
              <a:gd name="connsiteY1073" fmla="*/ 3368632 h 6382977"/>
              <a:gd name="connsiteX1074" fmla="*/ 4367243 w 6501199"/>
              <a:gd name="connsiteY1074" fmla="*/ 3368025 h 6382977"/>
              <a:gd name="connsiteX1075" fmla="*/ 4369403 w 6501199"/>
              <a:gd name="connsiteY1075" fmla="*/ 3338504 h 6382977"/>
              <a:gd name="connsiteX1076" fmla="*/ 4385605 w 6501199"/>
              <a:gd name="connsiteY1076" fmla="*/ 3352184 h 6382977"/>
              <a:gd name="connsiteX1077" fmla="*/ 4376244 w 6501199"/>
              <a:gd name="connsiteY1077" fmla="*/ 3363705 h 6382977"/>
              <a:gd name="connsiteX1078" fmla="*/ 4383085 w 6501199"/>
              <a:gd name="connsiteY1078" fmla="*/ 3374865 h 6382977"/>
              <a:gd name="connsiteX1079" fmla="*/ 4394606 w 6501199"/>
              <a:gd name="connsiteY1079" fmla="*/ 3352184 h 6382977"/>
              <a:gd name="connsiteX1080" fmla="*/ 4394606 w 6501199"/>
              <a:gd name="connsiteY1080" fmla="*/ 3331663 h 6382977"/>
              <a:gd name="connsiteX1081" fmla="*/ 4374084 w 6501199"/>
              <a:gd name="connsiteY1081" fmla="*/ 3331663 h 6382977"/>
              <a:gd name="connsiteX1082" fmla="*/ 4370933 w 6501199"/>
              <a:gd name="connsiteY1082" fmla="*/ 3309387 h 6382977"/>
              <a:gd name="connsiteX1083" fmla="*/ 4370918 w 6501199"/>
              <a:gd name="connsiteY1083" fmla="*/ 3309200 h 6382977"/>
              <a:gd name="connsiteX1084" fmla="*/ 4367200 w 6501199"/>
              <a:gd name="connsiteY1084" fmla="*/ 3311168 h 6382977"/>
              <a:gd name="connsiteX1085" fmla="*/ 4358438 w 6501199"/>
              <a:gd name="connsiteY1085" fmla="*/ 3304390 h 6382977"/>
              <a:gd name="connsiteX1086" fmla="*/ 4369434 w 6501199"/>
              <a:gd name="connsiteY1086" fmla="*/ 3291280 h 6382977"/>
              <a:gd name="connsiteX1087" fmla="*/ 4369453 w 6501199"/>
              <a:gd name="connsiteY1087" fmla="*/ 3291231 h 6382977"/>
              <a:gd name="connsiteX1088" fmla="*/ 4369403 w 6501199"/>
              <a:gd name="connsiteY1088" fmla="*/ 3290621 h 6382977"/>
              <a:gd name="connsiteX1089" fmla="*/ 4369654 w 6501199"/>
              <a:gd name="connsiteY1089" fmla="*/ 3290707 h 6382977"/>
              <a:gd name="connsiteX1090" fmla="*/ 4373859 w 6501199"/>
              <a:gd name="connsiteY1090" fmla="*/ 3279775 h 6382977"/>
              <a:gd name="connsiteX1091" fmla="*/ 4385075 w 6501199"/>
              <a:gd name="connsiteY1091" fmla="*/ 3290834 h 6382977"/>
              <a:gd name="connsiteX1092" fmla="*/ 4377488 w 6501199"/>
              <a:gd name="connsiteY1092" fmla="*/ 3296537 h 6382977"/>
              <a:gd name="connsiteX1093" fmla="*/ 4378809 w 6501199"/>
              <a:gd name="connsiteY1093" fmla="*/ 3300657 h 6382977"/>
              <a:gd name="connsiteX1094" fmla="*/ 4383085 w 6501199"/>
              <a:gd name="connsiteY1094" fmla="*/ 3315822 h 6382977"/>
              <a:gd name="connsiteX1095" fmla="*/ 4415128 w 6501199"/>
              <a:gd name="connsiteY1095" fmla="*/ 3299982 h 6382977"/>
              <a:gd name="connsiteX1096" fmla="*/ 4387765 w 6501199"/>
              <a:gd name="connsiteY1096" fmla="*/ 3279461 h 6382977"/>
              <a:gd name="connsiteX1097" fmla="*/ 4399151 w 6501199"/>
              <a:gd name="connsiteY1097" fmla="*/ 3276895 h 6382977"/>
              <a:gd name="connsiteX1098" fmla="*/ 4398840 w 6501199"/>
              <a:gd name="connsiteY1098" fmla="*/ 3270712 h 6382977"/>
              <a:gd name="connsiteX1099" fmla="*/ 4392685 w 6501199"/>
              <a:gd name="connsiteY1099" fmla="*/ 3277404 h 6382977"/>
              <a:gd name="connsiteX1100" fmla="*/ 4388410 w 6501199"/>
              <a:gd name="connsiteY1100" fmla="*/ 3271598 h 6382977"/>
              <a:gd name="connsiteX1101" fmla="*/ 4390153 w 6501199"/>
              <a:gd name="connsiteY1101" fmla="*/ 3267397 h 6382977"/>
              <a:gd name="connsiteX1102" fmla="*/ 4384911 w 6501199"/>
              <a:gd name="connsiteY1102" fmla="*/ 3275228 h 6382977"/>
              <a:gd name="connsiteX1103" fmla="*/ 4370109 w 6501199"/>
              <a:gd name="connsiteY1103" fmla="*/ 3278908 h 6382977"/>
              <a:gd name="connsiteX1104" fmla="*/ 4371211 w 6501199"/>
              <a:gd name="connsiteY1104" fmla="*/ 3271124 h 6382977"/>
              <a:gd name="connsiteX1105" fmla="*/ 4368384 w 6501199"/>
              <a:gd name="connsiteY1105" fmla="*/ 3273667 h 6382977"/>
              <a:gd name="connsiteX1106" fmla="*/ 4348483 w 6501199"/>
              <a:gd name="connsiteY1106" fmla="*/ 3284184 h 6382977"/>
              <a:gd name="connsiteX1107" fmla="*/ 4339388 w 6501199"/>
              <a:gd name="connsiteY1107" fmla="*/ 3277481 h 6382977"/>
              <a:gd name="connsiteX1108" fmla="*/ 4359261 w 6501199"/>
              <a:gd name="connsiteY1108" fmla="*/ 3271484 h 6382977"/>
              <a:gd name="connsiteX1109" fmla="*/ 4371493 w 6501199"/>
              <a:gd name="connsiteY1109" fmla="*/ 3269134 h 6382977"/>
              <a:gd name="connsiteX1110" fmla="*/ 4371825 w 6501199"/>
              <a:gd name="connsiteY1110" fmla="*/ 3266784 h 6382977"/>
              <a:gd name="connsiteX1111" fmla="*/ 4378203 w 6501199"/>
              <a:gd name="connsiteY1111" fmla="*/ 3260245 h 6382977"/>
              <a:gd name="connsiteX1112" fmla="*/ 4391885 w 6501199"/>
              <a:gd name="connsiteY1112" fmla="*/ 3262918 h 6382977"/>
              <a:gd name="connsiteX1113" fmla="*/ 4393495 w 6501199"/>
              <a:gd name="connsiteY1113" fmla="*/ 3258367 h 6382977"/>
              <a:gd name="connsiteX1114" fmla="*/ 4388005 w 6501199"/>
              <a:gd name="connsiteY1114" fmla="*/ 3252562 h 6382977"/>
              <a:gd name="connsiteX1115" fmla="*/ 4522059 w 6501199"/>
              <a:gd name="connsiteY1115" fmla="*/ 3252099 h 6382977"/>
              <a:gd name="connsiteX1116" fmla="*/ 4520644 w 6501199"/>
              <a:gd name="connsiteY1116" fmla="*/ 3252515 h 6382977"/>
              <a:gd name="connsiteX1117" fmla="*/ 4516453 w 6501199"/>
              <a:gd name="connsiteY1117" fmla="*/ 3254933 h 6382977"/>
              <a:gd name="connsiteX1118" fmla="*/ 4512567 w 6501199"/>
              <a:gd name="connsiteY1118" fmla="*/ 3263575 h 6382977"/>
              <a:gd name="connsiteX1119" fmla="*/ 4518091 w 6501199"/>
              <a:gd name="connsiteY1119" fmla="*/ 3264434 h 6382977"/>
              <a:gd name="connsiteX1120" fmla="*/ 4778762 w 6501199"/>
              <a:gd name="connsiteY1120" fmla="*/ 3249612 h 6382977"/>
              <a:gd name="connsiteX1121" fmla="*/ 4760228 w 6501199"/>
              <a:gd name="connsiteY1121" fmla="*/ 3279416 h 6382977"/>
              <a:gd name="connsiteX1122" fmla="*/ 4748963 w 6501199"/>
              <a:gd name="connsiteY1122" fmla="*/ 3261102 h 6382977"/>
              <a:gd name="connsiteX1123" fmla="*/ 4778762 w 6501199"/>
              <a:gd name="connsiteY1123" fmla="*/ 3249612 h 6382977"/>
              <a:gd name="connsiteX1124" fmla="*/ 4551738 w 6501199"/>
              <a:gd name="connsiteY1124" fmla="*/ 3249209 h 6382977"/>
              <a:gd name="connsiteX1125" fmla="*/ 4552438 w 6501199"/>
              <a:gd name="connsiteY1125" fmla="*/ 3255430 h 6382977"/>
              <a:gd name="connsiteX1126" fmla="*/ 4555903 w 6501199"/>
              <a:gd name="connsiteY1126" fmla="*/ 3293141 h 6382977"/>
              <a:gd name="connsiteX1127" fmla="*/ 4563103 w 6501199"/>
              <a:gd name="connsiteY1127" fmla="*/ 3290621 h 6382977"/>
              <a:gd name="connsiteX1128" fmla="*/ 4566659 w 6501199"/>
              <a:gd name="connsiteY1128" fmla="*/ 3276401 h 6382977"/>
              <a:gd name="connsiteX1129" fmla="*/ 4571947 w 6501199"/>
              <a:gd name="connsiteY1129" fmla="*/ 3259446 h 6382977"/>
              <a:gd name="connsiteX1130" fmla="*/ 4595430 w 6501199"/>
              <a:gd name="connsiteY1130" fmla="*/ 3255055 h 6382977"/>
              <a:gd name="connsiteX1131" fmla="*/ 4588166 w 6501199"/>
              <a:gd name="connsiteY1131" fmla="*/ 3250042 h 6382977"/>
              <a:gd name="connsiteX1132" fmla="*/ 4564226 w 6501199"/>
              <a:gd name="connsiteY1132" fmla="*/ 3253012 h 6382977"/>
              <a:gd name="connsiteX1133" fmla="*/ 4410072 w 6501199"/>
              <a:gd name="connsiteY1133" fmla="*/ 3248152 h 6382977"/>
              <a:gd name="connsiteX1134" fmla="*/ 4401685 w 6501199"/>
              <a:gd name="connsiteY1134" fmla="*/ 3250042 h 6382977"/>
              <a:gd name="connsiteX1135" fmla="*/ 4396128 w 6501199"/>
              <a:gd name="connsiteY1135" fmla="*/ 3257608 h 6382977"/>
              <a:gd name="connsiteX1136" fmla="*/ 4397653 w 6501199"/>
              <a:gd name="connsiteY1136" fmla="*/ 3262715 h 6382977"/>
              <a:gd name="connsiteX1137" fmla="*/ 4396766 w 6501199"/>
              <a:gd name="connsiteY1137" fmla="*/ 3258940 h 6382977"/>
              <a:gd name="connsiteX1138" fmla="*/ 4401447 w 6501199"/>
              <a:gd name="connsiteY1138" fmla="*/ 3258940 h 6382977"/>
              <a:gd name="connsiteX1139" fmla="*/ 4406127 w 6501199"/>
              <a:gd name="connsiteY1139" fmla="*/ 3252099 h 6382977"/>
              <a:gd name="connsiteX1140" fmla="*/ 4404001 w 6501199"/>
              <a:gd name="connsiteY1140" fmla="*/ 3279489 h 6382977"/>
              <a:gd name="connsiteX1141" fmla="*/ 4405290 w 6501199"/>
              <a:gd name="connsiteY1141" fmla="*/ 3279986 h 6382977"/>
              <a:gd name="connsiteX1142" fmla="*/ 4409352 w 6501199"/>
              <a:gd name="connsiteY1142" fmla="*/ 3276600 h 6382977"/>
              <a:gd name="connsiteX1143" fmla="*/ 4411078 w 6501199"/>
              <a:gd name="connsiteY1143" fmla="*/ 3277432 h 6382977"/>
              <a:gd name="connsiteX1144" fmla="*/ 4416525 w 6501199"/>
              <a:gd name="connsiteY1144" fmla="*/ 3280058 h 6382977"/>
              <a:gd name="connsiteX1145" fmla="*/ 4422853 w 6501199"/>
              <a:gd name="connsiteY1145" fmla="*/ 3263197 h 6382977"/>
              <a:gd name="connsiteX1146" fmla="*/ 4415860 w 6501199"/>
              <a:gd name="connsiteY1146" fmla="*/ 3253282 h 6382977"/>
              <a:gd name="connsiteX1147" fmla="*/ 4410072 w 6501199"/>
              <a:gd name="connsiteY1147" fmla="*/ 3248152 h 6382977"/>
              <a:gd name="connsiteX1148" fmla="*/ 5340940 w 6501199"/>
              <a:gd name="connsiteY1148" fmla="*/ 3247180 h 6382977"/>
              <a:gd name="connsiteX1149" fmla="*/ 5350253 w 6501199"/>
              <a:gd name="connsiteY1149" fmla="*/ 3256676 h 6382977"/>
              <a:gd name="connsiteX1150" fmla="*/ 5326813 w 6501199"/>
              <a:gd name="connsiteY1150" fmla="*/ 3268327 h 6382977"/>
              <a:gd name="connsiteX1151" fmla="*/ 5340940 w 6501199"/>
              <a:gd name="connsiteY1151" fmla="*/ 3247180 h 6382977"/>
              <a:gd name="connsiteX1152" fmla="*/ 4207868 w 6501199"/>
              <a:gd name="connsiteY1152" fmla="*/ 3241401 h 6382977"/>
              <a:gd name="connsiteX1153" fmla="*/ 4192163 w 6501199"/>
              <a:gd name="connsiteY1153" fmla="*/ 3247882 h 6382977"/>
              <a:gd name="connsiteX1154" fmla="*/ 4215203 w 6501199"/>
              <a:gd name="connsiteY1154" fmla="*/ 3250042 h 6382977"/>
              <a:gd name="connsiteX1155" fmla="*/ 4207868 w 6501199"/>
              <a:gd name="connsiteY1155" fmla="*/ 3241401 h 6382977"/>
              <a:gd name="connsiteX1156" fmla="*/ 4178865 w 6501199"/>
              <a:gd name="connsiteY1156" fmla="*/ 3233854 h 6382977"/>
              <a:gd name="connsiteX1157" fmla="*/ 4172540 w 6501199"/>
              <a:gd name="connsiteY1157" fmla="*/ 3233998 h 6382977"/>
              <a:gd name="connsiteX1158" fmla="*/ 4173981 w 6501199"/>
              <a:gd name="connsiteY1158" fmla="*/ 3241233 h 6382977"/>
              <a:gd name="connsiteX1159" fmla="*/ 4489454 w 6501199"/>
              <a:gd name="connsiteY1159" fmla="*/ 3227209 h 6382977"/>
              <a:gd name="connsiteX1160" fmla="*/ 4487179 w 6501199"/>
              <a:gd name="connsiteY1160" fmla="*/ 3232986 h 6382977"/>
              <a:gd name="connsiteX1161" fmla="*/ 4472245 w 6501199"/>
              <a:gd name="connsiteY1161" fmla="*/ 3234201 h 6382977"/>
              <a:gd name="connsiteX1162" fmla="*/ 4472245 w 6501199"/>
              <a:gd name="connsiteY1162" fmla="*/ 3254722 h 6382977"/>
              <a:gd name="connsiteX1163" fmla="*/ 4488085 w 6501199"/>
              <a:gd name="connsiteY1163" fmla="*/ 3259403 h 6382977"/>
              <a:gd name="connsiteX1164" fmla="*/ 4479389 w 6501199"/>
              <a:gd name="connsiteY1164" fmla="*/ 3258089 h 6382977"/>
              <a:gd name="connsiteX1165" fmla="*/ 4487855 w 6501199"/>
              <a:gd name="connsiteY1165" fmla="*/ 3270100 h 6382977"/>
              <a:gd name="connsiteX1166" fmla="*/ 4506217 w 6501199"/>
              <a:gd name="connsiteY1166" fmla="*/ 3231578 h 6382977"/>
              <a:gd name="connsiteX1167" fmla="*/ 4503124 w 6501199"/>
              <a:gd name="connsiteY1167" fmla="*/ 3230728 h 6382977"/>
              <a:gd name="connsiteX1168" fmla="*/ 4500595 w 6501199"/>
              <a:gd name="connsiteY1168" fmla="*/ 3241356 h 6382977"/>
              <a:gd name="connsiteX1169" fmla="*/ 4490245 w 6501199"/>
              <a:gd name="connsiteY1169" fmla="*/ 3243201 h 6382977"/>
              <a:gd name="connsiteX1170" fmla="*/ 4496776 w 6501199"/>
              <a:gd name="connsiteY1170" fmla="*/ 3230544 h 6382977"/>
              <a:gd name="connsiteX1171" fmla="*/ 4493904 w 6501199"/>
              <a:gd name="connsiteY1171" fmla="*/ 3228194 h 6382977"/>
              <a:gd name="connsiteX1172" fmla="*/ 4490826 w 6501199"/>
              <a:gd name="connsiteY1172" fmla="*/ 3227348 h 6382977"/>
              <a:gd name="connsiteX1173" fmla="*/ 4204452 w 6501199"/>
              <a:gd name="connsiteY1173" fmla="*/ 3227018 h 6382977"/>
              <a:gd name="connsiteX1174" fmla="*/ 4189813 w 6501199"/>
              <a:gd name="connsiteY1174" fmla="*/ 3232378 h 6382977"/>
              <a:gd name="connsiteX1175" fmla="*/ 4185323 w 6501199"/>
              <a:gd name="connsiteY1175" fmla="*/ 3236721 h 6382977"/>
              <a:gd name="connsiteX1176" fmla="*/ 4215203 w 6501199"/>
              <a:gd name="connsiteY1176" fmla="*/ 3227360 h 6382977"/>
              <a:gd name="connsiteX1177" fmla="*/ 4547126 w 6501199"/>
              <a:gd name="connsiteY1177" fmla="*/ 3218360 h 6382977"/>
              <a:gd name="connsiteX1178" fmla="*/ 4541760 w 6501199"/>
              <a:gd name="connsiteY1178" fmla="*/ 3219478 h 6382977"/>
              <a:gd name="connsiteX1179" fmla="*/ 4540061 w 6501199"/>
              <a:gd name="connsiteY1179" fmla="*/ 3236259 h 6382977"/>
              <a:gd name="connsiteX1180" fmla="*/ 4543285 w 6501199"/>
              <a:gd name="connsiteY1180" fmla="*/ 3235447 h 6382977"/>
              <a:gd name="connsiteX1181" fmla="*/ 4544516 w 6501199"/>
              <a:gd name="connsiteY1181" fmla="*/ 3231230 h 6382977"/>
              <a:gd name="connsiteX1182" fmla="*/ 4547126 w 6501199"/>
              <a:gd name="connsiteY1182" fmla="*/ 3218360 h 6382977"/>
              <a:gd name="connsiteX1183" fmla="*/ 5648500 w 6501199"/>
              <a:gd name="connsiteY1183" fmla="*/ 3213687 h 6382977"/>
              <a:gd name="connsiteX1184" fmla="*/ 5614493 w 6501199"/>
              <a:gd name="connsiteY1184" fmla="*/ 3255012 h 6382977"/>
              <a:gd name="connsiteX1185" fmla="*/ 5648500 w 6501199"/>
              <a:gd name="connsiteY1185" fmla="*/ 3213687 h 6382977"/>
              <a:gd name="connsiteX1186" fmla="*/ 4595554 w 6501199"/>
              <a:gd name="connsiteY1186" fmla="*/ 3213435 h 6382977"/>
              <a:gd name="connsiteX1187" fmla="*/ 4585516 w 6501199"/>
              <a:gd name="connsiteY1187" fmla="*/ 3217673 h 6382977"/>
              <a:gd name="connsiteX1188" fmla="*/ 4584652 w 6501199"/>
              <a:gd name="connsiteY1188" fmla="*/ 3217707 h 6382977"/>
              <a:gd name="connsiteX1189" fmla="*/ 4584476 w 6501199"/>
              <a:gd name="connsiteY1189" fmla="*/ 3218045 h 6382977"/>
              <a:gd name="connsiteX1190" fmla="*/ 4583486 w 6501199"/>
              <a:gd name="connsiteY1190" fmla="*/ 3227360 h 6382977"/>
              <a:gd name="connsiteX1191" fmla="*/ 4578266 w 6501199"/>
              <a:gd name="connsiteY1191" fmla="*/ 3221735 h 6382977"/>
              <a:gd name="connsiteX1192" fmla="*/ 4577310 w 6501199"/>
              <a:gd name="connsiteY1192" fmla="*/ 3218000 h 6382977"/>
              <a:gd name="connsiteX1193" fmla="*/ 4563373 w 6501199"/>
              <a:gd name="connsiteY1193" fmla="*/ 3218556 h 6382977"/>
              <a:gd name="connsiteX1194" fmla="*/ 4560550 w 6501199"/>
              <a:gd name="connsiteY1194" fmla="*/ 3216098 h 6382977"/>
              <a:gd name="connsiteX1195" fmla="*/ 4558331 w 6501199"/>
              <a:gd name="connsiteY1195" fmla="*/ 3223175 h 6382977"/>
              <a:gd name="connsiteX1196" fmla="*/ 4557766 w 6501199"/>
              <a:gd name="connsiteY1196" fmla="*/ 3224788 h 6382977"/>
              <a:gd name="connsiteX1197" fmla="*/ 4560583 w 6501199"/>
              <a:gd name="connsiteY1197" fmla="*/ 3224738 h 6382977"/>
              <a:gd name="connsiteX1198" fmla="*/ 4550850 w 6501199"/>
              <a:gd name="connsiteY1198" fmla="*/ 3239633 h 6382977"/>
              <a:gd name="connsiteX1199" fmla="*/ 4560463 w 6501199"/>
              <a:gd name="connsiteY1199" fmla="*/ 3241575 h 6382977"/>
              <a:gd name="connsiteX1200" fmla="*/ 4573091 w 6501199"/>
              <a:gd name="connsiteY1200" fmla="*/ 3238566 h 6382977"/>
              <a:gd name="connsiteX1201" fmla="*/ 4578485 w 6501199"/>
              <a:gd name="connsiteY1201" fmla="*/ 3236620 h 6382977"/>
              <a:gd name="connsiteX1202" fmla="*/ 4567988 w 6501199"/>
              <a:gd name="connsiteY1202" fmla="*/ 3234112 h 6382977"/>
              <a:gd name="connsiteX1203" fmla="*/ 4581812 w 6501199"/>
              <a:gd name="connsiteY1203" fmla="*/ 3231971 h 6382977"/>
              <a:gd name="connsiteX1204" fmla="*/ 4587224 w 6501199"/>
              <a:gd name="connsiteY1204" fmla="*/ 3223855 h 6382977"/>
              <a:gd name="connsiteX1205" fmla="*/ 4597798 w 6501199"/>
              <a:gd name="connsiteY1205" fmla="*/ 3220563 h 6382977"/>
              <a:gd name="connsiteX1206" fmla="*/ 4598066 w 6501199"/>
              <a:gd name="connsiteY1206" fmla="*/ 3216604 h 6382977"/>
              <a:gd name="connsiteX1207" fmla="*/ 4718444 w 6501199"/>
              <a:gd name="connsiteY1207" fmla="*/ 3208337 h 6382977"/>
              <a:gd name="connsiteX1208" fmla="*/ 4648950 w 6501199"/>
              <a:gd name="connsiteY1208" fmla="*/ 3219561 h 6382977"/>
              <a:gd name="connsiteX1209" fmla="*/ 4718444 w 6501199"/>
              <a:gd name="connsiteY1209" fmla="*/ 3208337 h 6382977"/>
              <a:gd name="connsiteX1210" fmla="*/ 4546902 w 6501199"/>
              <a:gd name="connsiteY1210" fmla="*/ 3204217 h 6382977"/>
              <a:gd name="connsiteX1211" fmla="*/ 4546791 w 6501199"/>
              <a:gd name="connsiteY1211" fmla="*/ 3204531 h 6382977"/>
              <a:gd name="connsiteX1212" fmla="*/ 4547126 w 6501199"/>
              <a:gd name="connsiteY1212" fmla="*/ 3204679 h 6382977"/>
              <a:gd name="connsiteX1213" fmla="*/ 4547269 w 6501199"/>
              <a:gd name="connsiteY1213" fmla="*/ 3204536 h 6382977"/>
              <a:gd name="connsiteX1214" fmla="*/ 5365205 w 6501199"/>
              <a:gd name="connsiteY1214" fmla="*/ 3203575 h 6382977"/>
              <a:gd name="connsiteX1215" fmla="*/ 5371952 w 6501199"/>
              <a:gd name="connsiteY1215" fmla="*/ 3224288 h 6382977"/>
              <a:gd name="connsiteX1216" fmla="*/ 5347450 w 6501199"/>
              <a:gd name="connsiteY1216" fmla="*/ 3222108 h 6382977"/>
              <a:gd name="connsiteX1217" fmla="*/ 5365205 w 6501199"/>
              <a:gd name="connsiteY1217" fmla="*/ 3203575 h 6382977"/>
              <a:gd name="connsiteX1218" fmla="*/ 4913134 w 6501199"/>
              <a:gd name="connsiteY1218" fmla="*/ 3201513 h 6382977"/>
              <a:gd name="connsiteX1219" fmla="*/ 4870002 w 6501199"/>
              <a:gd name="connsiteY1219" fmla="*/ 3233375 h 6382977"/>
              <a:gd name="connsiteX1220" fmla="*/ 4863173 w 6501199"/>
              <a:gd name="connsiteY1220" fmla="*/ 3215272 h 6382977"/>
              <a:gd name="connsiteX1221" fmla="*/ 4896959 w 6501199"/>
              <a:gd name="connsiteY1221" fmla="*/ 3217444 h 6382977"/>
              <a:gd name="connsiteX1222" fmla="*/ 4913134 w 6501199"/>
              <a:gd name="connsiteY1222" fmla="*/ 3201513 h 6382977"/>
              <a:gd name="connsiteX1223" fmla="*/ 4523653 w 6501199"/>
              <a:gd name="connsiteY1223" fmla="*/ 3199423 h 6382977"/>
              <a:gd name="connsiteX1224" fmla="*/ 4520691 w 6501199"/>
              <a:gd name="connsiteY1224" fmla="*/ 3205346 h 6382977"/>
              <a:gd name="connsiteX1225" fmla="*/ 4524219 w 6501199"/>
              <a:gd name="connsiteY1225" fmla="*/ 3199897 h 6382977"/>
              <a:gd name="connsiteX1226" fmla="*/ 4835505 w 6501199"/>
              <a:gd name="connsiteY1226" fmla="*/ 3198393 h 6382977"/>
              <a:gd name="connsiteX1227" fmla="*/ 4842265 w 6501199"/>
              <a:gd name="connsiteY1227" fmla="*/ 3203111 h 6382977"/>
              <a:gd name="connsiteX1228" fmla="*/ 4828643 w 6501199"/>
              <a:gd name="connsiteY1228" fmla="*/ 3205112 h 6382977"/>
              <a:gd name="connsiteX1229" fmla="*/ 4822487 w 6501199"/>
              <a:gd name="connsiteY1229" fmla="*/ 3217647 h 6382977"/>
              <a:gd name="connsiteX1230" fmla="*/ 4827972 w 6501199"/>
              <a:gd name="connsiteY1230" fmla="*/ 3219853 h 6382977"/>
              <a:gd name="connsiteX1231" fmla="*/ 4827972 w 6501199"/>
              <a:gd name="connsiteY1231" fmla="*/ 3248996 h 6382977"/>
              <a:gd name="connsiteX1232" fmla="*/ 4809288 w 6501199"/>
              <a:gd name="connsiteY1232" fmla="*/ 3222340 h 6382977"/>
              <a:gd name="connsiteX1233" fmla="*/ 4814050 w 6501199"/>
              <a:gd name="connsiteY1233" fmla="*/ 3217720 h 6382977"/>
              <a:gd name="connsiteX1234" fmla="*/ 4818093 w 6501199"/>
              <a:gd name="connsiteY1234" fmla="*/ 3217333 h 6382977"/>
              <a:gd name="connsiteX1235" fmla="*/ 4815021 w 6501199"/>
              <a:gd name="connsiteY1235" fmla="*/ 3215839 h 6382977"/>
              <a:gd name="connsiteX1236" fmla="*/ 4801264 w 6501199"/>
              <a:gd name="connsiteY1236" fmla="*/ 3212206 h 6382977"/>
              <a:gd name="connsiteX1237" fmla="*/ 4835505 w 6501199"/>
              <a:gd name="connsiteY1237" fmla="*/ 3198393 h 6382977"/>
              <a:gd name="connsiteX1238" fmla="*/ 4625264 w 6501199"/>
              <a:gd name="connsiteY1238" fmla="*/ 3182161 h 6382977"/>
              <a:gd name="connsiteX1239" fmla="*/ 4619371 w 6501199"/>
              <a:gd name="connsiteY1239" fmla="*/ 3186261 h 6382977"/>
              <a:gd name="connsiteX1240" fmla="*/ 4619621 w 6501199"/>
              <a:gd name="connsiteY1240" fmla="*/ 3186678 h 6382977"/>
              <a:gd name="connsiteX1241" fmla="*/ 4622366 w 6501199"/>
              <a:gd name="connsiteY1241" fmla="*/ 3193518 h 6382977"/>
              <a:gd name="connsiteX1242" fmla="*/ 4632627 w 6501199"/>
              <a:gd name="connsiteY1242" fmla="*/ 3190053 h 6382977"/>
              <a:gd name="connsiteX1243" fmla="*/ 4639150 w 6501199"/>
              <a:gd name="connsiteY1243" fmla="*/ 3183558 h 6382977"/>
              <a:gd name="connsiteX1244" fmla="*/ 457270 w 6501199"/>
              <a:gd name="connsiteY1244" fmla="*/ 3182026 h 6382977"/>
              <a:gd name="connsiteX1245" fmla="*/ 441428 w 6501199"/>
              <a:gd name="connsiteY1245" fmla="*/ 3220541 h 6382977"/>
              <a:gd name="connsiteX1246" fmla="*/ 457270 w 6501199"/>
              <a:gd name="connsiteY1246" fmla="*/ 3182026 h 6382977"/>
              <a:gd name="connsiteX1247" fmla="*/ 4829564 w 6501199"/>
              <a:gd name="connsiteY1247" fmla="*/ 3179666 h 6382977"/>
              <a:gd name="connsiteX1248" fmla="*/ 4813689 w 6501199"/>
              <a:gd name="connsiteY1248" fmla="*/ 3200124 h 6382977"/>
              <a:gd name="connsiteX1249" fmla="*/ 4799979 w 6501199"/>
              <a:gd name="connsiteY1249" fmla="*/ 3186485 h 6382977"/>
              <a:gd name="connsiteX1250" fmla="*/ 4763539 w 6501199"/>
              <a:gd name="connsiteY1250" fmla="*/ 3211250 h 6382977"/>
              <a:gd name="connsiteX1251" fmla="*/ 4726738 w 6501199"/>
              <a:gd name="connsiteY1251" fmla="*/ 3206584 h 6382977"/>
              <a:gd name="connsiteX1252" fmla="*/ 4829564 w 6501199"/>
              <a:gd name="connsiteY1252" fmla="*/ 3179666 h 6382977"/>
              <a:gd name="connsiteX1253" fmla="*/ 4618098 w 6501199"/>
              <a:gd name="connsiteY1253" fmla="*/ 3179455 h 6382977"/>
              <a:gd name="connsiteX1254" fmla="*/ 4615526 w 6501199"/>
              <a:gd name="connsiteY1254" fmla="*/ 3179837 h 6382977"/>
              <a:gd name="connsiteX1255" fmla="*/ 4616282 w 6501199"/>
              <a:gd name="connsiteY1255" fmla="*/ 3181101 h 6382977"/>
              <a:gd name="connsiteX1256" fmla="*/ 4617919 w 6501199"/>
              <a:gd name="connsiteY1256" fmla="*/ 3179670 h 6382977"/>
              <a:gd name="connsiteX1257" fmla="*/ 4701927 w 6501199"/>
              <a:gd name="connsiteY1257" fmla="*/ 3163636 h 6382977"/>
              <a:gd name="connsiteX1258" fmla="*/ 4673487 w 6501199"/>
              <a:gd name="connsiteY1258" fmla="*/ 3169981 h 6382977"/>
              <a:gd name="connsiteX1259" fmla="*/ 4658345 w 6501199"/>
              <a:gd name="connsiteY1259" fmla="*/ 3175229 h 6382977"/>
              <a:gd name="connsiteX1260" fmla="*/ 4656300 w 6501199"/>
              <a:gd name="connsiteY1260" fmla="*/ 3178784 h 6382977"/>
              <a:gd name="connsiteX1261" fmla="*/ 4670067 w 6501199"/>
              <a:gd name="connsiteY1261" fmla="*/ 3177497 h 6382977"/>
              <a:gd name="connsiteX1262" fmla="*/ 4695087 w 6501199"/>
              <a:gd name="connsiteY1262" fmla="*/ 3175157 h 6382977"/>
              <a:gd name="connsiteX1263" fmla="*/ 4701927 w 6501199"/>
              <a:gd name="connsiteY1263" fmla="*/ 3163636 h 6382977"/>
              <a:gd name="connsiteX1264" fmla="*/ 4856705 w 6501199"/>
              <a:gd name="connsiteY1264" fmla="*/ 3157405 h 6382977"/>
              <a:gd name="connsiteX1265" fmla="*/ 4869263 w 6501199"/>
              <a:gd name="connsiteY1265" fmla="*/ 3159059 h 6382977"/>
              <a:gd name="connsiteX1266" fmla="*/ 4844728 w 6501199"/>
              <a:gd name="connsiteY1266" fmla="*/ 3184161 h 6382977"/>
              <a:gd name="connsiteX1267" fmla="*/ 4856705 w 6501199"/>
              <a:gd name="connsiteY1267" fmla="*/ 3157405 h 6382977"/>
              <a:gd name="connsiteX1268" fmla="*/ 4741437 w 6501199"/>
              <a:gd name="connsiteY1268" fmla="*/ 3152019 h 6382977"/>
              <a:gd name="connsiteX1269" fmla="*/ 4713087 w 6501199"/>
              <a:gd name="connsiteY1269" fmla="*/ 3152475 h 6382977"/>
              <a:gd name="connsiteX1270" fmla="*/ 4710927 w 6501199"/>
              <a:gd name="connsiteY1270" fmla="*/ 3166156 h 6382977"/>
              <a:gd name="connsiteX1271" fmla="*/ 4745127 w 6501199"/>
              <a:gd name="connsiteY1271" fmla="*/ 3156795 h 6382977"/>
              <a:gd name="connsiteX1272" fmla="*/ 4741437 w 6501199"/>
              <a:gd name="connsiteY1272" fmla="*/ 3152019 h 6382977"/>
              <a:gd name="connsiteX1273" fmla="*/ 5809050 w 6501199"/>
              <a:gd name="connsiteY1273" fmla="*/ 3140075 h 6382977"/>
              <a:gd name="connsiteX1274" fmla="*/ 5790907 w 6501199"/>
              <a:gd name="connsiteY1274" fmla="*/ 3171472 h 6382977"/>
              <a:gd name="connsiteX1275" fmla="*/ 5809050 w 6501199"/>
              <a:gd name="connsiteY1275" fmla="*/ 3140075 h 6382977"/>
              <a:gd name="connsiteX1276" fmla="*/ 4785211 w 6501199"/>
              <a:gd name="connsiteY1276" fmla="*/ 3139863 h 6382977"/>
              <a:gd name="connsiteX1277" fmla="*/ 4754127 w 6501199"/>
              <a:gd name="connsiteY1277" fmla="*/ 3145635 h 6382977"/>
              <a:gd name="connsiteX1278" fmla="*/ 4765647 w 6501199"/>
              <a:gd name="connsiteY1278" fmla="*/ 3154635 h 6382977"/>
              <a:gd name="connsiteX1279" fmla="*/ 4747287 w 6501199"/>
              <a:gd name="connsiteY1279" fmla="*/ 3175157 h 6382977"/>
              <a:gd name="connsiteX1280" fmla="*/ 4773342 w 6501199"/>
              <a:gd name="connsiteY1280" fmla="*/ 3166336 h 6382977"/>
              <a:gd name="connsiteX1281" fmla="*/ 4788476 w 6501199"/>
              <a:gd name="connsiteY1281" fmla="*/ 3148062 h 6382977"/>
              <a:gd name="connsiteX1282" fmla="*/ 4783447 w 6501199"/>
              <a:gd name="connsiteY1282" fmla="*/ 3145174 h 6382977"/>
              <a:gd name="connsiteX1283" fmla="*/ 4785213 w 6501199"/>
              <a:gd name="connsiteY1283" fmla="*/ 3140708 h 6382977"/>
              <a:gd name="connsiteX1284" fmla="*/ 4785994 w 6501199"/>
              <a:gd name="connsiteY1284" fmla="*/ 3140720 h 6382977"/>
              <a:gd name="connsiteX1285" fmla="*/ 4865656 w 6501199"/>
              <a:gd name="connsiteY1285" fmla="*/ 3139353 h 6382977"/>
              <a:gd name="connsiteX1286" fmla="*/ 4868608 w 6501199"/>
              <a:gd name="connsiteY1286" fmla="*/ 3140144 h 6382977"/>
              <a:gd name="connsiteX1287" fmla="*/ 4870408 w 6501199"/>
              <a:gd name="connsiteY1287" fmla="*/ 3143115 h 6382977"/>
              <a:gd name="connsiteX1288" fmla="*/ 4864177 w 6501199"/>
              <a:gd name="connsiteY1288" fmla="*/ 3138183 h 6382977"/>
              <a:gd name="connsiteX1289" fmla="*/ 4865656 w 6501199"/>
              <a:gd name="connsiteY1289" fmla="*/ 3139353 h 6382977"/>
              <a:gd name="connsiteX1290" fmla="*/ 4863568 w 6501199"/>
              <a:gd name="connsiteY1290" fmla="*/ 3138794 h 6382977"/>
              <a:gd name="connsiteX1291" fmla="*/ 307698 w 6501199"/>
              <a:gd name="connsiteY1291" fmla="*/ 3133323 h 6382977"/>
              <a:gd name="connsiteX1292" fmla="*/ 341705 w 6501199"/>
              <a:gd name="connsiteY1292" fmla="*/ 3133323 h 6382977"/>
              <a:gd name="connsiteX1293" fmla="*/ 312351 w 6501199"/>
              <a:gd name="connsiteY1293" fmla="*/ 3154037 h 6382977"/>
              <a:gd name="connsiteX1294" fmla="*/ 307698 w 6501199"/>
              <a:gd name="connsiteY1294" fmla="*/ 3133323 h 6382977"/>
              <a:gd name="connsiteX1295" fmla="*/ 5251836 w 6501199"/>
              <a:gd name="connsiteY1295" fmla="*/ 3124200 h 6382977"/>
              <a:gd name="connsiteX1296" fmla="*/ 5217275 w 6501199"/>
              <a:gd name="connsiteY1296" fmla="*/ 3149274 h 6382977"/>
              <a:gd name="connsiteX1297" fmla="*/ 5251836 w 6501199"/>
              <a:gd name="connsiteY1297" fmla="*/ 3124200 h 6382977"/>
              <a:gd name="connsiteX1298" fmla="*/ 4829368 w 6501199"/>
              <a:gd name="connsiteY1298" fmla="*/ 3118273 h 6382977"/>
              <a:gd name="connsiteX1299" fmla="*/ 4821943 w 6501199"/>
              <a:gd name="connsiteY1299" fmla="*/ 3129974 h 6382977"/>
              <a:gd name="connsiteX1300" fmla="*/ 4819751 w 6501199"/>
              <a:gd name="connsiteY1300" fmla="*/ 3131249 h 6382977"/>
              <a:gd name="connsiteX1301" fmla="*/ 4819546 w 6501199"/>
              <a:gd name="connsiteY1301" fmla="*/ 3136770 h 6382977"/>
              <a:gd name="connsiteX1302" fmla="*/ 4808694 w 6501199"/>
              <a:gd name="connsiteY1302" fmla="*/ 3147965 h 6382977"/>
              <a:gd name="connsiteX1303" fmla="*/ 4800899 w 6501199"/>
              <a:gd name="connsiteY1303" fmla="*/ 3149873 h 6382977"/>
              <a:gd name="connsiteX1304" fmla="*/ 4799313 w 6501199"/>
              <a:gd name="connsiteY1304" fmla="*/ 3155260 h 6382977"/>
              <a:gd name="connsiteX1305" fmla="*/ 4806688 w 6501199"/>
              <a:gd name="connsiteY1305" fmla="*/ 3161476 h 6382977"/>
              <a:gd name="connsiteX1306" fmla="*/ 4840528 w 6501199"/>
              <a:gd name="connsiteY1306" fmla="*/ 3129794 h 6382977"/>
              <a:gd name="connsiteX1307" fmla="*/ 4839623 w 6501199"/>
              <a:gd name="connsiteY1307" fmla="*/ 3124398 h 6382977"/>
              <a:gd name="connsiteX1308" fmla="*/ 4836450 w 6501199"/>
              <a:gd name="connsiteY1308" fmla="*/ 3123947 h 6382977"/>
              <a:gd name="connsiteX1309" fmla="*/ 4830628 w 6501199"/>
              <a:gd name="connsiteY1309" fmla="*/ 3118783 h 6382977"/>
              <a:gd name="connsiteX1310" fmla="*/ 5750351 w 6501199"/>
              <a:gd name="connsiteY1310" fmla="*/ 3106737 h 6382977"/>
              <a:gd name="connsiteX1311" fmla="*/ 5750351 w 6501199"/>
              <a:gd name="connsiteY1311" fmla="*/ 3122730 h 6382977"/>
              <a:gd name="connsiteX1312" fmla="*/ 5772803 w 6501199"/>
              <a:gd name="connsiteY1312" fmla="*/ 3120242 h 6382977"/>
              <a:gd name="connsiteX1313" fmla="*/ 5770665 w 6501199"/>
              <a:gd name="connsiteY1313" fmla="*/ 3145121 h 6382977"/>
              <a:gd name="connsiteX1314" fmla="*/ 5736809 w 6501199"/>
              <a:gd name="connsiteY1314" fmla="*/ 3142633 h 6382977"/>
              <a:gd name="connsiteX1315" fmla="*/ 5750351 w 6501199"/>
              <a:gd name="connsiteY1315" fmla="*/ 3106737 h 6382977"/>
              <a:gd name="connsiteX1316" fmla="*/ 5484769 w 6501199"/>
              <a:gd name="connsiteY1316" fmla="*/ 3106737 h 6382977"/>
              <a:gd name="connsiteX1317" fmla="*/ 5484769 w 6501199"/>
              <a:gd name="connsiteY1317" fmla="*/ 3131779 h 6382977"/>
              <a:gd name="connsiteX1318" fmla="*/ 5484769 w 6501199"/>
              <a:gd name="connsiteY1318" fmla="*/ 3106737 h 6382977"/>
              <a:gd name="connsiteX1319" fmla="*/ 4924008 w 6501199"/>
              <a:gd name="connsiteY1319" fmla="*/ 3097051 h 6382977"/>
              <a:gd name="connsiteX1320" fmla="*/ 4910710 w 6501199"/>
              <a:gd name="connsiteY1320" fmla="*/ 3097739 h 6382977"/>
              <a:gd name="connsiteX1321" fmla="*/ 4902350 w 6501199"/>
              <a:gd name="connsiteY1321" fmla="*/ 3103403 h 6382977"/>
              <a:gd name="connsiteX1322" fmla="*/ 4902135 w 6501199"/>
              <a:gd name="connsiteY1322" fmla="*/ 3105321 h 6382977"/>
              <a:gd name="connsiteX1323" fmla="*/ 4912776 w 6501199"/>
              <a:gd name="connsiteY1323" fmla="*/ 3102100 h 6382977"/>
              <a:gd name="connsiteX1324" fmla="*/ 5508494 w 6501199"/>
              <a:gd name="connsiteY1324" fmla="*/ 3087687 h 6382977"/>
              <a:gd name="connsiteX1325" fmla="*/ 5513080 w 6501199"/>
              <a:gd name="connsiteY1325" fmla="*/ 3101826 h 6382977"/>
              <a:gd name="connsiteX1326" fmla="*/ 5519782 w 6501199"/>
              <a:gd name="connsiteY1326" fmla="*/ 3094756 h 6382977"/>
              <a:gd name="connsiteX1327" fmla="*/ 5504260 w 6501199"/>
              <a:gd name="connsiteY1327" fmla="*/ 3108895 h 6382977"/>
              <a:gd name="connsiteX1328" fmla="*/ 5495088 w 6501199"/>
              <a:gd name="connsiteY1328" fmla="*/ 3096989 h 6382977"/>
              <a:gd name="connsiteX1329" fmla="*/ 5508494 w 6501199"/>
              <a:gd name="connsiteY1329" fmla="*/ 3087687 h 6382977"/>
              <a:gd name="connsiteX1330" fmla="*/ 236622 w 6501199"/>
              <a:gd name="connsiteY1330" fmla="*/ 3068637 h 6382977"/>
              <a:gd name="connsiteX1331" fmla="*/ 257055 w 6501199"/>
              <a:gd name="connsiteY1331" fmla="*/ 3125043 h 6382977"/>
              <a:gd name="connsiteX1332" fmla="*/ 268526 w 6501199"/>
              <a:gd name="connsiteY1332" fmla="*/ 3122901 h 6382977"/>
              <a:gd name="connsiteX1333" fmla="*/ 266016 w 6501199"/>
              <a:gd name="connsiteY1333" fmla="*/ 3093627 h 6382977"/>
              <a:gd name="connsiteX1334" fmla="*/ 306882 w 6501199"/>
              <a:gd name="connsiteY1334" fmla="*/ 3086844 h 6382977"/>
              <a:gd name="connsiteX1335" fmla="*/ 270676 w 6501199"/>
              <a:gd name="connsiteY1335" fmla="*/ 3133968 h 6382977"/>
              <a:gd name="connsiteX1336" fmla="*/ 232320 w 6501199"/>
              <a:gd name="connsiteY1336" fmla="*/ 3142893 h 6382977"/>
              <a:gd name="connsiteX1337" fmla="*/ 211888 w 6501199"/>
              <a:gd name="connsiteY1337" fmla="*/ 3111477 h 6382977"/>
              <a:gd name="connsiteX1338" fmla="*/ 234471 w 6501199"/>
              <a:gd name="connsiteY1338" fmla="*/ 3093627 h 6382977"/>
              <a:gd name="connsiteX1339" fmla="*/ 236622 w 6501199"/>
              <a:gd name="connsiteY1339" fmla="*/ 3068637 h 6382977"/>
              <a:gd name="connsiteX1340" fmla="*/ 272159 w 6501199"/>
              <a:gd name="connsiteY1340" fmla="*/ 3056008 h 6382977"/>
              <a:gd name="connsiteX1341" fmla="*/ 288212 w 6501199"/>
              <a:gd name="connsiteY1341" fmla="*/ 3080980 h 6382977"/>
              <a:gd name="connsiteX1342" fmla="*/ 270018 w 6501199"/>
              <a:gd name="connsiteY1342" fmla="*/ 3076342 h 6382977"/>
              <a:gd name="connsiteX1343" fmla="*/ 272159 w 6501199"/>
              <a:gd name="connsiteY1343" fmla="*/ 3056008 h 6382977"/>
              <a:gd name="connsiteX1344" fmla="*/ 4215383 w 6501199"/>
              <a:gd name="connsiteY1344" fmla="*/ 3048428 h 6382977"/>
              <a:gd name="connsiteX1345" fmla="*/ 4196573 w 6501199"/>
              <a:gd name="connsiteY1345" fmla="*/ 3051972 h 6382977"/>
              <a:gd name="connsiteX1346" fmla="*/ 4192107 w 6501199"/>
              <a:gd name="connsiteY1346" fmla="*/ 3052195 h 6382977"/>
              <a:gd name="connsiteX1347" fmla="*/ 4192450 w 6501199"/>
              <a:gd name="connsiteY1347" fmla="*/ 3054006 h 6382977"/>
              <a:gd name="connsiteX1348" fmla="*/ 4201265 w 6501199"/>
              <a:gd name="connsiteY1348" fmla="*/ 3054090 h 6382977"/>
              <a:gd name="connsiteX1349" fmla="*/ 4199927 w 6501199"/>
              <a:gd name="connsiteY1349" fmla="*/ 3058818 h 6382977"/>
              <a:gd name="connsiteX1350" fmla="*/ 4205123 w 6501199"/>
              <a:gd name="connsiteY1350" fmla="*/ 3058689 h 6382977"/>
              <a:gd name="connsiteX1351" fmla="*/ 4237883 w 6501199"/>
              <a:gd name="connsiteY1351" fmla="*/ 3061389 h 6382977"/>
              <a:gd name="connsiteX1352" fmla="*/ 4215383 w 6501199"/>
              <a:gd name="connsiteY1352" fmla="*/ 3048428 h 6382977"/>
              <a:gd name="connsiteX1353" fmla="*/ 4388844 w 6501199"/>
              <a:gd name="connsiteY1353" fmla="*/ 3045528 h 6382977"/>
              <a:gd name="connsiteX1354" fmla="*/ 4383325 w 6501199"/>
              <a:gd name="connsiteY1354" fmla="*/ 3048068 h 6382977"/>
              <a:gd name="connsiteX1355" fmla="*/ 4388506 w 6501199"/>
              <a:gd name="connsiteY1355" fmla="*/ 3047689 h 6382977"/>
              <a:gd name="connsiteX1356" fmla="*/ 4306351 w 6501199"/>
              <a:gd name="connsiteY1356" fmla="*/ 3042775 h 6382977"/>
              <a:gd name="connsiteX1357" fmla="*/ 4293955 w 6501199"/>
              <a:gd name="connsiteY1357" fmla="*/ 3045572 h 6382977"/>
              <a:gd name="connsiteX1358" fmla="*/ 4292058 w 6501199"/>
              <a:gd name="connsiteY1358" fmla="*/ 3047264 h 6382977"/>
              <a:gd name="connsiteX1359" fmla="*/ 4288455 w 6501199"/>
              <a:gd name="connsiteY1359" fmla="*/ 3048398 h 6382977"/>
              <a:gd name="connsiteX1360" fmla="*/ 4278406 w 6501199"/>
              <a:gd name="connsiteY1360" fmla="*/ 3053609 h 6382977"/>
              <a:gd name="connsiteX1361" fmla="*/ 4265243 w 6501199"/>
              <a:gd name="connsiteY1361" fmla="*/ 3059229 h 6382977"/>
              <a:gd name="connsiteX1362" fmla="*/ 4310604 w 6501199"/>
              <a:gd name="connsiteY1362" fmla="*/ 3052748 h 6382977"/>
              <a:gd name="connsiteX1363" fmla="*/ 4308468 w 6501199"/>
              <a:gd name="connsiteY1363" fmla="*/ 3047738 h 6382977"/>
              <a:gd name="connsiteX1364" fmla="*/ 4308197 w 6501199"/>
              <a:gd name="connsiteY1364" fmla="*/ 3047610 h 6382977"/>
              <a:gd name="connsiteX1365" fmla="*/ 4308331 w 6501199"/>
              <a:gd name="connsiteY1365" fmla="*/ 3047416 h 6382977"/>
              <a:gd name="connsiteX1366" fmla="*/ 5868122 w 6501199"/>
              <a:gd name="connsiteY1366" fmla="*/ 3040271 h 6382977"/>
              <a:gd name="connsiteX1367" fmla="*/ 5877321 w 6501199"/>
              <a:gd name="connsiteY1367" fmla="*/ 3045827 h 6382977"/>
              <a:gd name="connsiteX1368" fmla="*/ 5852879 w 6501199"/>
              <a:gd name="connsiteY1368" fmla="*/ 3068275 h 6382977"/>
              <a:gd name="connsiteX1369" fmla="*/ 5868122 w 6501199"/>
              <a:gd name="connsiteY1369" fmla="*/ 3040271 h 6382977"/>
              <a:gd name="connsiteX1370" fmla="*/ 4407815 w 6501199"/>
              <a:gd name="connsiteY1370" fmla="*/ 3036798 h 6382977"/>
              <a:gd name="connsiteX1371" fmla="*/ 4405764 w 6501199"/>
              <a:gd name="connsiteY1371" fmla="*/ 3037741 h 6382977"/>
              <a:gd name="connsiteX1372" fmla="*/ 4408287 w 6501199"/>
              <a:gd name="connsiteY1372" fmla="*/ 3038609 h 6382977"/>
              <a:gd name="connsiteX1373" fmla="*/ 4095727 w 6501199"/>
              <a:gd name="connsiteY1373" fmla="*/ 3030787 h 6382977"/>
              <a:gd name="connsiteX1374" fmla="*/ 4078762 w 6501199"/>
              <a:gd name="connsiteY1374" fmla="*/ 3032227 h 6382977"/>
              <a:gd name="connsiteX1375" fmla="*/ 4078350 w 6501199"/>
              <a:gd name="connsiteY1375" fmla="*/ 3033432 h 6382977"/>
              <a:gd name="connsiteX1376" fmla="*/ 4078493 w 6501199"/>
              <a:gd name="connsiteY1376" fmla="*/ 3033929 h 6382977"/>
              <a:gd name="connsiteX1377" fmla="*/ 4078252 w 6501199"/>
              <a:gd name="connsiteY1377" fmla="*/ 3033717 h 6382977"/>
              <a:gd name="connsiteX1378" fmla="*/ 4075297 w 6501199"/>
              <a:gd name="connsiteY1378" fmla="*/ 3042353 h 6382977"/>
              <a:gd name="connsiteX1379" fmla="*/ 4072940 w 6501199"/>
              <a:gd name="connsiteY1379" fmla="*/ 3046251 h 6382977"/>
              <a:gd name="connsiteX1380" fmla="*/ 4071466 w 6501199"/>
              <a:gd name="connsiteY1380" fmla="*/ 3047470 h 6382977"/>
              <a:gd name="connsiteX1381" fmla="*/ 4070645 w 6501199"/>
              <a:gd name="connsiteY1381" fmla="*/ 3052611 h 6382977"/>
              <a:gd name="connsiteX1382" fmla="*/ 4067967 w 6501199"/>
              <a:gd name="connsiteY1382" fmla="*/ 3052987 h 6382977"/>
              <a:gd name="connsiteX1383" fmla="*/ 4075128 w 6501199"/>
              <a:gd name="connsiteY1383" fmla="*/ 3053581 h 6382977"/>
              <a:gd name="connsiteX1384" fmla="*/ 4098922 w 6501199"/>
              <a:gd name="connsiteY1384" fmla="*/ 3041228 h 6382977"/>
              <a:gd name="connsiteX1385" fmla="*/ 4100954 w 6501199"/>
              <a:gd name="connsiteY1385" fmla="*/ 3033265 h 6382977"/>
              <a:gd name="connsiteX1386" fmla="*/ 4100871 w 6501199"/>
              <a:gd name="connsiteY1386" fmla="*/ 3033087 h 6382977"/>
              <a:gd name="connsiteX1387" fmla="*/ 4032443 w 6501199"/>
              <a:gd name="connsiteY1387" fmla="*/ 3029717 h 6382977"/>
              <a:gd name="connsiteX1388" fmla="*/ 4031748 w 6501199"/>
              <a:gd name="connsiteY1388" fmla="*/ 3034279 h 6382977"/>
              <a:gd name="connsiteX1389" fmla="*/ 4035202 w 6501199"/>
              <a:gd name="connsiteY1389" fmla="*/ 3030067 h 6382977"/>
              <a:gd name="connsiteX1390" fmla="*/ 4335804 w 6501199"/>
              <a:gd name="connsiteY1390" fmla="*/ 3027547 h 6382977"/>
              <a:gd name="connsiteX1391" fmla="*/ 4335394 w 6501199"/>
              <a:gd name="connsiteY1391" fmla="*/ 3028367 h 6382977"/>
              <a:gd name="connsiteX1392" fmla="*/ 4336572 w 6501199"/>
              <a:gd name="connsiteY1392" fmla="*/ 3028072 h 6382977"/>
              <a:gd name="connsiteX1393" fmla="*/ 5916912 w 6501199"/>
              <a:gd name="connsiteY1393" fmla="*/ 3025775 h 6382977"/>
              <a:gd name="connsiteX1394" fmla="*/ 5894001 w 6501199"/>
              <a:gd name="connsiteY1394" fmla="*/ 3060332 h 6382977"/>
              <a:gd name="connsiteX1395" fmla="*/ 5916912 w 6501199"/>
              <a:gd name="connsiteY1395" fmla="*/ 3025775 h 6382977"/>
              <a:gd name="connsiteX1396" fmla="*/ 4193693 w 6501199"/>
              <a:gd name="connsiteY1396" fmla="*/ 3015486 h 6382977"/>
              <a:gd name="connsiteX1397" fmla="*/ 4183163 w 6501199"/>
              <a:gd name="connsiteY1397" fmla="*/ 3023226 h 6382977"/>
              <a:gd name="connsiteX1398" fmla="*/ 4192937 w 6501199"/>
              <a:gd name="connsiteY1398" fmla="*/ 3024900 h 6382977"/>
              <a:gd name="connsiteX1399" fmla="*/ 4194425 w 6501199"/>
              <a:gd name="connsiteY1399" fmla="*/ 3022768 h 6382977"/>
              <a:gd name="connsiteX1400" fmla="*/ 4194080 w 6501199"/>
              <a:gd name="connsiteY1400" fmla="*/ 3025096 h 6382977"/>
              <a:gd name="connsiteX1401" fmla="*/ 4197878 w 6501199"/>
              <a:gd name="connsiteY1401" fmla="*/ 3025746 h 6382977"/>
              <a:gd name="connsiteX1402" fmla="*/ 4205843 w 6501199"/>
              <a:gd name="connsiteY1402" fmla="*/ 3016386 h 6382977"/>
              <a:gd name="connsiteX1403" fmla="*/ 4193693 w 6501199"/>
              <a:gd name="connsiteY1403" fmla="*/ 3015486 h 6382977"/>
              <a:gd name="connsiteX1404" fmla="*/ 4361576 w 6501199"/>
              <a:gd name="connsiteY1404" fmla="*/ 3011879 h 6382977"/>
              <a:gd name="connsiteX1405" fmla="*/ 4357928 w 6501199"/>
              <a:gd name="connsiteY1405" fmla="*/ 3015297 h 6382977"/>
              <a:gd name="connsiteX1406" fmla="*/ 4360644 w 6501199"/>
              <a:gd name="connsiteY1406" fmla="*/ 3016386 h 6382977"/>
              <a:gd name="connsiteX1407" fmla="*/ 4072727 w 6501199"/>
              <a:gd name="connsiteY1407" fmla="*/ 3011063 h 6382977"/>
              <a:gd name="connsiteX1408" fmla="*/ 4071568 w 6501199"/>
              <a:gd name="connsiteY1408" fmla="*/ 3011132 h 6382977"/>
              <a:gd name="connsiteX1409" fmla="*/ 4071111 w 6501199"/>
              <a:gd name="connsiteY1409" fmla="*/ 3011435 h 6382977"/>
              <a:gd name="connsiteX1410" fmla="*/ 4072102 w 6501199"/>
              <a:gd name="connsiteY1410" fmla="*/ 3011743 h 6382977"/>
              <a:gd name="connsiteX1411" fmla="*/ 4074764 w 6501199"/>
              <a:gd name="connsiteY1411" fmla="*/ 3020983 h 6382977"/>
              <a:gd name="connsiteX1412" fmla="*/ 4083892 w 6501199"/>
              <a:gd name="connsiteY1412" fmla="*/ 3019986 h 6382977"/>
              <a:gd name="connsiteX1413" fmla="*/ 4095131 w 6501199"/>
              <a:gd name="connsiteY1413" fmla="*/ 3020875 h 6382977"/>
              <a:gd name="connsiteX1414" fmla="*/ 4095170 w 6501199"/>
              <a:gd name="connsiteY1414" fmla="*/ 3020909 h 6382977"/>
              <a:gd name="connsiteX1415" fmla="*/ 4094913 w 6501199"/>
              <a:gd name="connsiteY1415" fmla="*/ 3020360 h 6382977"/>
              <a:gd name="connsiteX1416" fmla="*/ 4110618 w 6501199"/>
              <a:gd name="connsiteY1416" fmla="*/ 3016099 h 6382977"/>
              <a:gd name="connsiteX1417" fmla="*/ 4116136 w 6501199"/>
              <a:gd name="connsiteY1417" fmla="*/ 3015796 h 6382977"/>
              <a:gd name="connsiteX1418" fmla="*/ 4117283 w 6501199"/>
              <a:gd name="connsiteY1418" fmla="*/ 3013866 h 6382977"/>
              <a:gd name="connsiteX1419" fmla="*/ 4093482 w 6501199"/>
              <a:gd name="connsiteY1419" fmla="*/ 3011102 h 6382977"/>
              <a:gd name="connsiteX1420" fmla="*/ 4091641 w 6501199"/>
              <a:gd name="connsiteY1420" fmla="*/ 3011720 h 6382977"/>
              <a:gd name="connsiteX1421" fmla="*/ 4076380 w 6501199"/>
              <a:gd name="connsiteY1421" fmla="*/ 3012563 h 6382977"/>
              <a:gd name="connsiteX1422" fmla="*/ 4367008 w 6501199"/>
              <a:gd name="connsiteY1422" fmla="*/ 3006788 h 6382977"/>
              <a:gd name="connsiteX1423" fmla="*/ 4366487 w 6501199"/>
              <a:gd name="connsiteY1423" fmla="*/ 3007276 h 6382977"/>
              <a:gd name="connsiteX1424" fmla="*/ 4367461 w 6501199"/>
              <a:gd name="connsiteY1424" fmla="*/ 3007031 h 6382977"/>
              <a:gd name="connsiteX1425" fmla="*/ 4367450 w 6501199"/>
              <a:gd name="connsiteY1425" fmla="*/ 3007008 h 6382977"/>
              <a:gd name="connsiteX1426" fmla="*/ 4324238 w 6501199"/>
              <a:gd name="connsiteY1426" fmla="*/ 3006301 h 6382977"/>
              <a:gd name="connsiteX1427" fmla="*/ 4315284 w 6501199"/>
              <a:gd name="connsiteY1427" fmla="*/ 3011706 h 6382977"/>
              <a:gd name="connsiteX1428" fmla="*/ 4337964 w 6501199"/>
              <a:gd name="connsiteY1428" fmla="*/ 3012290 h 6382977"/>
              <a:gd name="connsiteX1429" fmla="*/ 4338159 w 6501199"/>
              <a:gd name="connsiteY1429" fmla="*/ 3012281 h 6382977"/>
              <a:gd name="connsiteX1430" fmla="*/ 4324039 w 6501199"/>
              <a:gd name="connsiteY1430" fmla="*/ 3006568 h 6382977"/>
              <a:gd name="connsiteX1431" fmla="*/ 5786830 w 6501199"/>
              <a:gd name="connsiteY1431" fmla="*/ 2997200 h 6382977"/>
              <a:gd name="connsiteX1432" fmla="*/ 5739563 w 6501199"/>
              <a:gd name="connsiteY1432" fmla="*/ 3055579 h 6382977"/>
              <a:gd name="connsiteX1433" fmla="*/ 5786830 w 6501199"/>
              <a:gd name="connsiteY1433" fmla="*/ 2997200 h 6382977"/>
              <a:gd name="connsiteX1434" fmla="*/ 3630322 w 6501199"/>
              <a:gd name="connsiteY1434" fmla="*/ 2994339 h 6382977"/>
              <a:gd name="connsiteX1435" fmla="*/ 3621390 w 6501199"/>
              <a:gd name="connsiteY1435" fmla="*/ 3001287 h 6382977"/>
              <a:gd name="connsiteX1436" fmla="*/ 3621348 w 6501199"/>
              <a:gd name="connsiteY1436" fmla="*/ 3004042 h 6382977"/>
              <a:gd name="connsiteX1437" fmla="*/ 3627725 w 6501199"/>
              <a:gd name="connsiteY1437" fmla="*/ 3009088 h 6382977"/>
              <a:gd name="connsiteX1438" fmla="*/ 4547065 w 6501199"/>
              <a:gd name="connsiteY1438" fmla="*/ 2992982 h 6382977"/>
              <a:gd name="connsiteX1439" fmla="*/ 4537162 w 6501199"/>
              <a:gd name="connsiteY1439" fmla="*/ 2993210 h 6382977"/>
              <a:gd name="connsiteX1440" fmla="*/ 4540466 w 6501199"/>
              <a:gd name="connsiteY1440" fmla="*/ 3003373 h 6382977"/>
              <a:gd name="connsiteX1441" fmla="*/ 4544423 w 6501199"/>
              <a:gd name="connsiteY1441" fmla="*/ 3006464 h 6382977"/>
              <a:gd name="connsiteX1442" fmla="*/ 4545360 w 6501199"/>
              <a:gd name="connsiteY1442" fmla="*/ 3005810 h 6382977"/>
              <a:gd name="connsiteX1443" fmla="*/ 4547126 w 6501199"/>
              <a:gd name="connsiteY1443" fmla="*/ 2998025 h 6382977"/>
              <a:gd name="connsiteX1444" fmla="*/ 4547711 w 6501199"/>
              <a:gd name="connsiteY1444" fmla="*/ 3004865 h 6382977"/>
              <a:gd name="connsiteX1445" fmla="*/ 4550589 w 6501199"/>
              <a:gd name="connsiteY1445" fmla="*/ 3009673 h 6382977"/>
              <a:gd name="connsiteX1446" fmla="*/ 4560583 w 6501199"/>
              <a:gd name="connsiteY1446" fmla="*/ 3004408 h 6382977"/>
              <a:gd name="connsiteX1447" fmla="*/ 4551447 w 6501199"/>
              <a:gd name="connsiteY1447" fmla="*/ 2997297 h 6382977"/>
              <a:gd name="connsiteX1448" fmla="*/ 4603788 w 6501199"/>
              <a:gd name="connsiteY1448" fmla="*/ 2992887 h 6382977"/>
              <a:gd name="connsiteX1449" fmla="*/ 4603654 w 6501199"/>
              <a:gd name="connsiteY1449" fmla="*/ 2993581 h 6382977"/>
              <a:gd name="connsiteX1450" fmla="*/ 4605583 w 6501199"/>
              <a:gd name="connsiteY1450" fmla="*/ 2993342 h 6382977"/>
              <a:gd name="connsiteX1451" fmla="*/ 538976 w 6501199"/>
              <a:gd name="connsiteY1451" fmla="*/ 2991057 h 6382977"/>
              <a:gd name="connsiteX1452" fmla="*/ 505155 w 6501199"/>
              <a:gd name="connsiteY1452" fmla="*/ 3020769 h 6382977"/>
              <a:gd name="connsiteX1453" fmla="*/ 566361 w 6501199"/>
              <a:gd name="connsiteY1453" fmla="*/ 3018610 h 6382977"/>
              <a:gd name="connsiteX1454" fmla="*/ 555200 w 6501199"/>
              <a:gd name="connsiteY1454" fmla="*/ 2991254 h 6382977"/>
              <a:gd name="connsiteX1455" fmla="*/ 538976 w 6501199"/>
              <a:gd name="connsiteY1455" fmla="*/ 2991057 h 6382977"/>
              <a:gd name="connsiteX1456" fmla="*/ 5461339 w 6501199"/>
              <a:gd name="connsiteY1456" fmla="*/ 2990762 h 6382977"/>
              <a:gd name="connsiteX1457" fmla="*/ 5415602 w 6501199"/>
              <a:gd name="connsiteY1457" fmla="*/ 3031765 h 6382977"/>
              <a:gd name="connsiteX1458" fmla="*/ 5408760 w 6501199"/>
              <a:gd name="connsiteY1458" fmla="*/ 3018098 h 6382977"/>
              <a:gd name="connsiteX1459" fmla="*/ 5395075 w 6501199"/>
              <a:gd name="connsiteY1459" fmla="*/ 3022773 h 6382977"/>
              <a:gd name="connsiteX1460" fmla="*/ 5461339 w 6501199"/>
              <a:gd name="connsiteY1460" fmla="*/ 2990762 h 6382977"/>
              <a:gd name="connsiteX1461" fmla="*/ 4622150 w 6501199"/>
              <a:gd name="connsiteY1461" fmla="*/ 2990727 h 6382977"/>
              <a:gd name="connsiteX1462" fmla="*/ 4622069 w 6501199"/>
              <a:gd name="connsiteY1462" fmla="*/ 2991295 h 6382977"/>
              <a:gd name="connsiteX1463" fmla="*/ 4622890 w 6501199"/>
              <a:gd name="connsiteY1463" fmla="*/ 2991193 h 6382977"/>
              <a:gd name="connsiteX1464" fmla="*/ 3933222 w 6501199"/>
              <a:gd name="connsiteY1464" fmla="*/ 2990008 h 6382977"/>
              <a:gd name="connsiteX1465" fmla="*/ 3933123 w 6501199"/>
              <a:gd name="connsiteY1465" fmla="*/ 2990039 h 6382977"/>
              <a:gd name="connsiteX1466" fmla="*/ 3921218 w 6501199"/>
              <a:gd name="connsiteY1466" fmla="*/ 2993671 h 6382977"/>
              <a:gd name="connsiteX1467" fmla="*/ 3923123 w 6501199"/>
              <a:gd name="connsiteY1467" fmla="*/ 2996117 h 6382977"/>
              <a:gd name="connsiteX1468" fmla="*/ 3927336 w 6501199"/>
              <a:gd name="connsiteY1468" fmla="*/ 2996089 h 6382977"/>
              <a:gd name="connsiteX1469" fmla="*/ 3932141 w 6501199"/>
              <a:gd name="connsiteY1469" fmla="*/ 2995950 h 6382977"/>
              <a:gd name="connsiteX1470" fmla="*/ 3933578 w 6501199"/>
              <a:gd name="connsiteY1470" fmla="*/ 2991132 h 6382977"/>
              <a:gd name="connsiteX1471" fmla="*/ 4691017 w 6501199"/>
              <a:gd name="connsiteY1471" fmla="*/ 2986554 h 6382977"/>
              <a:gd name="connsiteX1472" fmla="*/ 4673534 w 6501199"/>
              <a:gd name="connsiteY1472" fmla="*/ 2992381 h 6382977"/>
              <a:gd name="connsiteX1473" fmla="*/ 4672894 w 6501199"/>
              <a:gd name="connsiteY1473" fmla="*/ 2992111 h 6382977"/>
              <a:gd name="connsiteX1474" fmla="*/ 4668329 w 6501199"/>
              <a:gd name="connsiteY1474" fmla="*/ 2994998 h 6382977"/>
              <a:gd name="connsiteX1475" fmla="*/ 4658727 w 6501199"/>
              <a:gd name="connsiteY1475" fmla="*/ 2998025 h 6382977"/>
              <a:gd name="connsiteX1476" fmla="*/ 4670247 w 6501199"/>
              <a:gd name="connsiteY1476" fmla="*/ 3007025 h 6382977"/>
              <a:gd name="connsiteX1477" fmla="*/ 4672623 w 6501199"/>
              <a:gd name="connsiteY1477" fmla="*/ 3004262 h 6382977"/>
              <a:gd name="connsiteX1478" fmla="*/ 4672837 w 6501199"/>
              <a:gd name="connsiteY1478" fmla="*/ 3001962 h 6382977"/>
              <a:gd name="connsiteX1479" fmla="*/ 4673723 w 6501199"/>
              <a:gd name="connsiteY1479" fmla="*/ 3002982 h 6382977"/>
              <a:gd name="connsiteX1480" fmla="*/ 4675973 w 6501199"/>
              <a:gd name="connsiteY1480" fmla="*/ 3000365 h 6382977"/>
              <a:gd name="connsiteX1481" fmla="*/ 4699767 w 6501199"/>
              <a:gd name="connsiteY1481" fmla="*/ 2989024 h 6382977"/>
              <a:gd name="connsiteX1482" fmla="*/ 4711900 w 6501199"/>
              <a:gd name="connsiteY1482" fmla="*/ 2983694 h 6382977"/>
              <a:gd name="connsiteX1483" fmla="*/ 4710927 w 6501199"/>
              <a:gd name="connsiteY1483" fmla="*/ 2984344 h 6382977"/>
              <a:gd name="connsiteX1484" fmla="*/ 4712850 w 6501199"/>
              <a:gd name="connsiteY1484" fmla="*/ 2984539 h 6382977"/>
              <a:gd name="connsiteX1485" fmla="*/ 4607966 w 6501199"/>
              <a:gd name="connsiteY1485" fmla="*/ 2978493 h 6382977"/>
              <a:gd name="connsiteX1486" fmla="*/ 4596786 w 6501199"/>
              <a:gd name="connsiteY1486" fmla="*/ 2983152 h 6382977"/>
              <a:gd name="connsiteX1487" fmla="*/ 4612789 w 6501199"/>
              <a:gd name="connsiteY1487" fmla="*/ 2988567 h 6382977"/>
              <a:gd name="connsiteX1488" fmla="*/ 4622363 w 6501199"/>
              <a:gd name="connsiteY1488" fmla="*/ 2980040 h 6382977"/>
              <a:gd name="connsiteX1489" fmla="*/ 5805651 w 6501199"/>
              <a:gd name="connsiteY1489" fmla="*/ 2971949 h 6382977"/>
              <a:gd name="connsiteX1490" fmla="*/ 5812230 w 6501199"/>
              <a:gd name="connsiteY1490" fmla="*/ 2976509 h 6382977"/>
              <a:gd name="connsiteX1491" fmla="*/ 5793985 w 6501199"/>
              <a:gd name="connsiteY1491" fmla="*/ 2996843 h 6382977"/>
              <a:gd name="connsiteX1492" fmla="*/ 5787188 w 6501199"/>
              <a:gd name="connsiteY1492" fmla="*/ 2983287 h 6382977"/>
              <a:gd name="connsiteX1493" fmla="*/ 5805651 w 6501199"/>
              <a:gd name="connsiteY1493" fmla="*/ 2971949 h 6382977"/>
              <a:gd name="connsiteX1494" fmla="*/ 4783185 w 6501199"/>
              <a:gd name="connsiteY1494" fmla="*/ 2971087 h 6382977"/>
              <a:gd name="connsiteX1495" fmla="*/ 4765025 w 6501199"/>
              <a:gd name="connsiteY1495" fmla="*/ 2971576 h 6382977"/>
              <a:gd name="connsiteX1496" fmla="*/ 4762734 w 6501199"/>
              <a:gd name="connsiteY1496" fmla="*/ 2971131 h 6382977"/>
              <a:gd name="connsiteX1497" fmla="*/ 4756512 w 6501199"/>
              <a:gd name="connsiteY1497" fmla="*/ 2978713 h 6382977"/>
              <a:gd name="connsiteX1498" fmla="*/ 4745127 w 6501199"/>
              <a:gd name="connsiteY1498" fmla="*/ 2982183 h 6382977"/>
              <a:gd name="connsiteX1499" fmla="*/ 4774945 w 6501199"/>
              <a:gd name="connsiteY1499" fmla="*/ 2976665 h 6382977"/>
              <a:gd name="connsiteX1500" fmla="*/ 4778028 w 6501199"/>
              <a:gd name="connsiteY1500" fmla="*/ 2976302 h 6382977"/>
              <a:gd name="connsiteX1501" fmla="*/ 4783666 w 6501199"/>
              <a:gd name="connsiteY1501" fmla="*/ 2971773 h 6382977"/>
              <a:gd name="connsiteX1502" fmla="*/ 4743012 w 6501199"/>
              <a:gd name="connsiteY1502" fmla="*/ 2969355 h 6382977"/>
              <a:gd name="connsiteX1503" fmla="*/ 4737297 w 6501199"/>
              <a:gd name="connsiteY1503" fmla="*/ 2970496 h 6382977"/>
              <a:gd name="connsiteX1504" fmla="*/ 4735607 w 6501199"/>
              <a:gd name="connsiteY1504" fmla="*/ 2975775 h 6382977"/>
              <a:gd name="connsiteX1505" fmla="*/ 4724715 w 6501199"/>
              <a:gd name="connsiteY1505" fmla="*/ 2982728 h 6382977"/>
              <a:gd name="connsiteX1506" fmla="*/ 4723999 w 6501199"/>
              <a:gd name="connsiteY1506" fmla="*/ 2985668 h 6382977"/>
              <a:gd name="connsiteX1507" fmla="*/ 4724697 w 6501199"/>
              <a:gd name="connsiteY1507" fmla="*/ 2985739 h 6382977"/>
              <a:gd name="connsiteX1508" fmla="*/ 4731447 w 6501199"/>
              <a:gd name="connsiteY1508" fmla="*/ 2989024 h 6382977"/>
              <a:gd name="connsiteX1509" fmla="*/ 4743687 w 6501199"/>
              <a:gd name="connsiteY1509" fmla="*/ 2980383 h 6382977"/>
              <a:gd name="connsiteX1510" fmla="*/ 4746729 w 6501199"/>
              <a:gd name="connsiteY1510" fmla="*/ 2970342 h 6382977"/>
              <a:gd name="connsiteX1511" fmla="*/ 6013275 w 6501199"/>
              <a:gd name="connsiteY1511" fmla="*/ 2966567 h 6382977"/>
              <a:gd name="connsiteX1512" fmla="*/ 6023371 w 6501199"/>
              <a:gd name="connsiteY1512" fmla="*/ 2970365 h 6382977"/>
              <a:gd name="connsiteX1513" fmla="*/ 5998929 w 6501199"/>
              <a:gd name="connsiteY1513" fmla="*/ 2988898 h 6382977"/>
              <a:gd name="connsiteX1514" fmla="*/ 6013275 w 6501199"/>
              <a:gd name="connsiteY1514" fmla="*/ 2966567 h 6382977"/>
              <a:gd name="connsiteX1515" fmla="*/ 4686087 w 6501199"/>
              <a:gd name="connsiteY1515" fmla="*/ 2959502 h 6382977"/>
              <a:gd name="connsiteX1516" fmla="*/ 4674342 w 6501199"/>
              <a:gd name="connsiteY1516" fmla="*/ 2967332 h 6382977"/>
              <a:gd name="connsiteX1517" fmla="*/ 4672135 w 6501199"/>
              <a:gd name="connsiteY1517" fmla="*/ 2972286 h 6382977"/>
              <a:gd name="connsiteX1518" fmla="*/ 4691039 w 6501199"/>
              <a:gd name="connsiteY1518" fmla="*/ 2970486 h 6382977"/>
              <a:gd name="connsiteX1519" fmla="*/ 4691951 w 6501199"/>
              <a:gd name="connsiteY1519" fmla="*/ 2970023 h 6382977"/>
              <a:gd name="connsiteX1520" fmla="*/ 4689057 w 6501199"/>
              <a:gd name="connsiteY1520" fmla="*/ 2966612 h 6382977"/>
              <a:gd name="connsiteX1521" fmla="*/ 4686087 w 6501199"/>
              <a:gd name="connsiteY1521" fmla="*/ 2959502 h 6382977"/>
              <a:gd name="connsiteX1522" fmla="*/ 5443824 w 6501199"/>
              <a:gd name="connsiteY1522" fmla="*/ 2959100 h 6382977"/>
              <a:gd name="connsiteX1523" fmla="*/ 5464561 w 6501199"/>
              <a:gd name="connsiteY1523" fmla="*/ 2970348 h 6382977"/>
              <a:gd name="connsiteX1524" fmla="*/ 5439095 w 6501199"/>
              <a:gd name="connsiteY1524" fmla="*/ 2981960 h 6382977"/>
              <a:gd name="connsiteX1525" fmla="*/ 5443824 w 6501199"/>
              <a:gd name="connsiteY1525" fmla="*/ 2959100 h 6382977"/>
              <a:gd name="connsiteX1526" fmla="*/ 5499752 w 6501199"/>
              <a:gd name="connsiteY1526" fmla="*/ 2943378 h 6382977"/>
              <a:gd name="connsiteX1527" fmla="*/ 5481725 w 6501199"/>
              <a:gd name="connsiteY1527" fmla="*/ 2966320 h 6382977"/>
              <a:gd name="connsiteX1528" fmla="*/ 5499752 w 6501199"/>
              <a:gd name="connsiteY1528" fmla="*/ 2943378 h 6382977"/>
              <a:gd name="connsiteX1529" fmla="*/ 5832167 w 6501199"/>
              <a:gd name="connsiteY1529" fmla="*/ 2936875 h 6382977"/>
              <a:gd name="connsiteX1530" fmla="*/ 5815825 w 6501199"/>
              <a:gd name="connsiteY1530" fmla="*/ 2973029 h 6382977"/>
              <a:gd name="connsiteX1531" fmla="*/ 5832167 w 6501199"/>
              <a:gd name="connsiteY1531" fmla="*/ 2936875 h 6382977"/>
              <a:gd name="connsiteX1532" fmla="*/ 4636269 w 6501199"/>
              <a:gd name="connsiteY1532" fmla="*/ 2936119 h 6382977"/>
              <a:gd name="connsiteX1533" fmla="*/ 4632906 w 6501199"/>
              <a:gd name="connsiteY1533" fmla="*/ 2944780 h 6382977"/>
              <a:gd name="connsiteX1534" fmla="*/ 4624310 w 6501199"/>
              <a:gd name="connsiteY1534" fmla="*/ 2954365 h 6382977"/>
              <a:gd name="connsiteX1535" fmla="*/ 4621790 w 6501199"/>
              <a:gd name="connsiteY1535" fmla="*/ 2938255 h 6382977"/>
              <a:gd name="connsiteX1536" fmla="*/ 4622524 w 6501199"/>
              <a:gd name="connsiteY1536" fmla="*/ 2936362 h 6382977"/>
              <a:gd name="connsiteX1537" fmla="*/ 4619846 w 6501199"/>
              <a:gd name="connsiteY1537" fmla="*/ 2936820 h 6382977"/>
              <a:gd name="connsiteX1538" fmla="*/ 4613006 w 6501199"/>
              <a:gd name="connsiteY1538" fmla="*/ 2954822 h 6382977"/>
              <a:gd name="connsiteX1539" fmla="*/ 4613006 w 6501199"/>
              <a:gd name="connsiteY1539" fmla="*/ 2961662 h 6382977"/>
              <a:gd name="connsiteX1540" fmla="*/ 4608686 w 6501199"/>
              <a:gd name="connsiteY1540" fmla="*/ 2968502 h 6382977"/>
              <a:gd name="connsiteX1541" fmla="*/ 4624526 w 6501199"/>
              <a:gd name="connsiteY1541" fmla="*/ 2970663 h 6382977"/>
              <a:gd name="connsiteX1542" fmla="*/ 4640367 w 6501199"/>
              <a:gd name="connsiteY1542" fmla="*/ 2936820 h 6382977"/>
              <a:gd name="connsiteX1543" fmla="*/ 252025 w 6501199"/>
              <a:gd name="connsiteY1543" fmla="*/ 2928937 h 6382977"/>
              <a:gd name="connsiteX1544" fmla="*/ 258854 w 6501199"/>
              <a:gd name="connsiteY1544" fmla="*/ 2958290 h 6382977"/>
              <a:gd name="connsiteX1545" fmla="*/ 227224 w 6501199"/>
              <a:gd name="connsiteY1545" fmla="*/ 2955785 h 6382977"/>
              <a:gd name="connsiteX1546" fmla="*/ 252025 w 6501199"/>
              <a:gd name="connsiteY1546" fmla="*/ 2928937 h 6382977"/>
              <a:gd name="connsiteX1547" fmla="*/ 5626997 w 6501199"/>
              <a:gd name="connsiteY1547" fmla="*/ 2925762 h 6382977"/>
              <a:gd name="connsiteX1548" fmla="*/ 5624866 w 6501199"/>
              <a:gd name="connsiteY1548" fmla="*/ 2934847 h 6382977"/>
              <a:gd name="connsiteX1549" fmla="*/ 5631258 w 6501199"/>
              <a:gd name="connsiteY1549" fmla="*/ 2948657 h 6382977"/>
              <a:gd name="connsiteX1550" fmla="*/ 5618119 w 6501199"/>
              <a:gd name="connsiteY1550" fmla="*/ 2955561 h 6382977"/>
              <a:gd name="connsiteX1551" fmla="*/ 5626997 w 6501199"/>
              <a:gd name="connsiteY1551" fmla="*/ 2925762 h 6382977"/>
              <a:gd name="connsiteX1552" fmla="*/ 5569016 w 6501199"/>
              <a:gd name="connsiteY1552" fmla="*/ 2913062 h 6382977"/>
              <a:gd name="connsiteX1553" fmla="*/ 5557561 w 6501199"/>
              <a:gd name="connsiteY1553" fmla="*/ 2938104 h 6382977"/>
              <a:gd name="connsiteX1554" fmla="*/ 5569016 w 6501199"/>
              <a:gd name="connsiteY1554" fmla="*/ 2913062 h 6382977"/>
              <a:gd name="connsiteX1555" fmla="*/ 4963533 w 6501199"/>
              <a:gd name="connsiteY1555" fmla="*/ 2909563 h 6382977"/>
              <a:gd name="connsiteX1556" fmla="*/ 4956803 w 6501199"/>
              <a:gd name="connsiteY1556" fmla="*/ 2913035 h 6382977"/>
              <a:gd name="connsiteX1557" fmla="*/ 4961344 w 6501199"/>
              <a:gd name="connsiteY1557" fmla="*/ 2914170 h 6382977"/>
              <a:gd name="connsiteX1558" fmla="*/ 5951087 w 6501199"/>
              <a:gd name="connsiteY1558" fmla="*/ 2906294 h 6382977"/>
              <a:gd name="connsiteX1559" fmla="*/ 5955752 w 6501199"/>
              <a:gd name="connsiteY1559" fmla="*/ 2942863 h 6382977"/>
              <a:gd name="connsiteX1560" fmla="*/ 5951087 w 6501199"/>
              <a:gd name="connsiteY1560" fmla="*/ 2906294 h 6382977"/>
              <a:gd name="connsiteX1561" fmla="*/ 5529315 w 6501199"/>
              <a:gd name="connsiteY1561" fmla="*/ 2889250 h 6382977"/>
              <a:gd name="connsiteX1562" fmla="*/ 5495065 w 6501199"/>
              <a:gd name="connsiteY1562" fmla="*/ 2934416 h 6382977"/>
              <a:gd name="connsiteX1563" fmla="*/ 5556716 w 6501199"/>
              <a:gd name="connsiteY1563" fmla="*/ 2889250 h 6382977"/>
              <a:gd name="connsiteX1564" fmla="*/ 5554552 w 6501199"/>
              <a:gd name="connsiteY1564" fmla="*/ 2900362 h 6382977"/>
              <a:gd name="connsiteX1565" fmla="*/ 5558879 w 6501199"/>
              <a:gd name="connsiteY1565" fmla="*/ 2916493 h 6382977"/>
              <a:gd name="connsiteX1566" fmla="*/ 5472351 w 6501199"/>
              <a:gd name="connsiteY1566" fmla="*/ 2988903 h 6382977"/>
              <a:gd name="connsiteX1567" fmla="*/ 5463338 w 6501199"/>
              <a:gd name="connsiteY1567" fmla="*/ 2963811 h 6382977"/>
              <a:gd name="connsiteX1568" fmla="*/ 5529315 w 6501199"/>
              <a:gd name="connsiteY1568" fmla="*/ 2889250 h 6382977"/>
              <a:gd name="connsiteX1569" fmla="*/ 5027369 w 6501199"/>
              <a:gd name="connsiteY1569" fmla="*/ 2856895 h 6382977"/>
              <a:gd name="connsiteX1570" fmla="*/ 5026514 w 6501199"/>
              <a:gd name="connsiteY1570" fmla="*/ 2858920 h 6382977"/>
              <a:gd name="connsiteX1571" fmla="*/ 5024078 w 6501199"/>
              <a:gd name="connsiteY1571" fmla="*/ 2864691 h 6382977"/>
              <a:gd name="connsiteX1572" fmla="*/ 5024153 w 6501199"/>
              <a:gd name="connsiteY1572" fmla="*/ 2865133 h 6382977"/>
              <a:gd name="connsiteX1573" fmla="*/ 5025260 w 6501199"/>
              <a:gd name="connsiteY1573" fmla="*/ 2871928 h 6382977"/>
              <a:gd name="connsiteX1574" fmla="*/ 5031284 w 6501199"/>
              <a:gd name="connsiteY1574" fmla="*/ 2870441 h 6382977"/>
              <a:gd name="connsiteX1575" fmla="*/ 5038529 w 6501199"/>
              <a:gd name="connsiteY1575" fmla="*/ 2859415 h 6382977"/>
              <a:gd name="connsiteX1576" fmla="*/ 5027369 w 6501199"/>
              <a:gd name="connsiteY1576" fmla="*/ 2856895 h 6382977"/>
              <a:gd name="connsiteX1577" fmla="*/ 5886913 w 6501199"/>
              <a:gd name="connsiteY1577" fmla="*/ 2855912 h 6382977"/>
              <a:gd name="connsiteX1578" fmla="*/ 5850209 w 6501199"/>
              <a:gd name="connsiteY1578" fmla="*/ 2928579 h 6382977"/>
              <a:gd name="connsiteX1579" fmla="*/ 5836400 w 6501199"/>
              <a:gd name="connsiteY1579" fmla="*/ 2912470 h 6382977"/>
              <a:gd name="connsiteX1580" fmla="*/ 5886913 w 6501199"/>
              <a:gd name="connsiteY1580" fmla="*/ 2855912 h 6382977"/>
              <a:gd name="connsiteX1581" fmla="*/ 6090037 w 6501199"/>
              <a:gd name="connsiteY1581" fmla="*/ 2844800 h 6382977"/>
              <a:gd name="connsiteX1582" fmla="*/ 6071503 w 6501199"/>
              <a:gd name="connsiteY1582" fmla="*/ 2890150 h 6382977"/>
              <a:gd name="connsiteX1583" fmla="*/ 6043884 w 6501199"/>
              <a:gd name="connsiteY1583" fmla="*/ 2933340 h 6382977"/>
              <a:gd name="connsiteX1584" fmla="*/ 6030075 w 6501199"/>
              <a:gd name="connsiteY1584" fmla="*/ 2924342 h 6382977"/>
              <a:gd name="connsiteX1585" fmla="*/ 6090037 w 6501199"/>
              <a:gd name="connsiteY1585" fmla="*/ 2844800 h 6382977"/>
              <a:gd name="connsiteX1586" fmla="*/ 4907326 w 6501199"/>
              <a:gd name="connsiteY1586" fmla="*/ 2837622 h 6382977"/>
              <a:gd name="connsiteX1587" fmla="*/ 4900963 w 6501199"/>
              <a:gd name="connsiteY1587" fmla="*/ 2839524 h 6382977"/>
              <a:gd name="connsiteX1588" fmla="*/ 4892787 w 6501199"/>
              <a:gd name="connsiteY1588" fmla="*/ 2851488 h 6382977"/>
              <a:gd name="connsiteX1589" fmla="*/ 4910108 w 6501199"/>
              <a:gd name="connsiteY1589" fmla="*/ 2841756 h 6382977"/>
              <a:gd name="connsiteX1590" fmla="*/ 5011169 w 6501199"/>
              <a:gd name="connsiteY1590" fmla="*/ 2834213 h 6382977"/>
              <a:gd name="connsiteX1591" fmla="*/ 5008857 w 6501199"/>
              <a:gd name="connsiteY1591" fmla="*/ 2834951 h 6382977"/>
              <a:gd name="connsiteX1592" fmla="*/ 5006753 w 6501199"/>
              <a:gd name="connsiteY1592" fmla="*/ 2840377 h 6382977"/>
              <a:gd name="connsiteX1593" fmla="*/ 5011494 w 6501199"/>
              <a:gd name="connsiteY1593" fmla="*/ 2834925 h 6382977"/>
              <a:gd name="connsiteX1594" fmla="*/ 5045369 w 6501199"/>
              <a:gd name="connsiteY1594" fmla="*/ 2829533 h 6382977"/>
              <a:gd name="connsiteX1595" fmla="*/ 5036369 w 6501199"/>
              <a:gd name="connsiteY1595" fmla="*/ 2841054 h 6382977"/>
              <a:gd name="connsiteX1596" fmla="*/ 5045369 w 6501199"/>
              <a:gd name="connsiteY1596" fmla="*/ 2861575 h 6382977"/>
              <a:gd name="connsiteX1597" fmla="*/ 5063280 w 6501199"/>
              <a:gd name="connsiteY1597" fmla="*/ 2848434 h 6382977"/>
              <a:gd name="connsiteX1598" fmla="*/ 5067179 w 6501199"/>
              <a:gd name="connsiteY1598" fmla="*/ 2845884 h 6382977"/>
              <a:gd name="connsiteX1599" fmla="*/ 5060844 w 6501199"/>
              <a:gd name="connsiteY1599" fmla="*/ 2837060 h 6382977"/>
              <a:gd name="connsiteX1600" fmla="*/ 5060472 w 6501199"/>
              <a:gd name="connsiteY1600" fmla="*/ 2836427 h 6382977"/>
              <a:gd name="connsiteX1601" fmla="*/ 5052209 w 6501199"/>
              <a:gd name="connsiteY1601" fmla="*/ 2845734 h 6382977"/>
              <a:gd name="connsiteX1602" fmla="*/ 5045369 w 6501199"/>
              <a:gd name="connsiteY1602" fmla="*/ 2829533 h 6382977"/>
              <a:gd name="connsiteX1603" fmla="*/ 4822528 w 6501199"/>
              <a:gd name="connsiteY1603" fmla="*/ 2829533 h 6382977"/>
              <a:gd name="connsiteX1604" fmla="*/ 4813528 w 6501199"/>
              <a:gd name="connsiteY1604" fmla="*/ 2843214 h 6382977"/>
              <a:gd name="connsiteX1605" fmla="*/ 4825093 w 6501199"/>
              <a:gd name="connsiteY1605" fmla="*/ 2843574 h 6382977"/>
              <a:gd name="connsiteX1606" fmla="*/ 4827313 w 6501199"/>
              <a:gd name="connsiteY1606" fmla="*/ 2839600 h 6382977"/>
              <a:gd name="connsiteX1607" fmla="*/ 4824325 w 6501199"/>
              <a:gd name="connsiteY1607" fmla="*/ 2834394 h 6382977"/>
              <a:gd name="connsiteX1608" fmla="*/ 4822687 w 6501199"/>
              <a:gd name="connsiteY1608" fmla="*/ 2829577 h 6382977"/>
              <a:gd name="connsiteX1609" fmla="*/ 5698288 w 6501199"/>
              <a:gd name="connsiteY1609" fmla="*/ 2828925 h 6382977"/>
              <a:gd name="connsiteX1610" fmla="*/ 5725210 w 6501199"/>
              <a:gd name="connsiteY1610" fmla="*/ 2868248 h 6382977"/>
              <a:gd name="connsiteX1611" fmla="*/ 5698288 w 6501199"/>
              <a:gd name="connsiteY1611" fmla="*/ 2828925 h 6382977"/>
              <a:gd name="connsiteX1612" fmla="*/ 5051945 w 6501199"/>
              <a:gd name="connsiteY1612" fmla="*/ 2821928 h 6382977"/>
              <a:gd name="connsiteX1613" fmla="*/ 5051669 w 6501199"/>
              <a:gd name="connsiteY1613" fmla="*/ 2822288 h 6382977"/>
              <a:gd name="connsiteX1614" fmla="*/ 5050049 w 6501199"/>
              <a:gd name="connsiteY1614" fmla="*/ 2827373 h 6382977"/>
              <a:gd name="connsiteX1615" fmla="*/ 5053874 w 6501199"/>
              <a:gd name="connsiteY1615" fmla="*/ 2825208 h 6382977"/>
              <a:gd name="connsiteX1616" fmla="*/ 5027369 w 6501199"/>
              <a:gd name="connsiteY1616" fmla="*/ 2818372 h 6382977"/>
              <a:gd name="connsiteX1617" fmla="*/ 5016394 w 6501199"/>
              <a:gd name="connsiteY1617" fmla="*/ 2820268 h 6382977"/>
              <a:gd name="connsiteX1618" fmla="*/ 5013565 w 6501199"/>
              <a:gd name="connsiteY1618" fmla="*/ 2822805 h 6382977"/>
              <a:gd name="connsiteX1619" fmla="*/ 5010575 w 6501199"/>
              <a:gd name="connsiteY1619" fmla="*/ 2830519 h 6382977"/>
              <a:gd name="connsiteX1620" fmla="*/ 5013314 w 6501199"/>
              <a:gd name="connsiteY1620" fmla="*/ 2832832 h 6382977"/>
              <a:gd name="connsiteX1621" fmla="*/ 5013951 w 6501199"/>
              <a:gd name="connsiteY1621" fmla="*/ 2832100 h 6382977"/>
              <a:gd name="connsiteX1622" fmla="*/ 5014416 w 6501199"/>
              <a:gd name="connsiteY1622" fmla="*/ 2833762 h 6382977"/>
              <a:gd name="connsiteX1623" fmla="*/ 5016389 w 6501199"/>
              <a:gd name="connsiteY1623" fmla="*/ 2835428 h 6382977"/>
              <a:gd name="connsiteX1624" fmla="*/ 5022689 w 6501199"/>
              <a:gd name="connsiteY1624" fmla="*/ 2843214 h 6382977"/>
              <a:gd name="connsiteX1625" fmla="*/ 5027369 w 6501199"/>
              <a:gd name="connsiteY1625" fmla="*/ 2818372 h 6382977"/>
              <a:gd name="connsiteX1626" fmla="*/ 6101820 w 6501199"/>
              <a:gd name="connsiteY1626" fmla="*/ 2814889 h 6382977"/>
              <a:gd name="connsiteX1627" fmla="*/ 6112267 w 6501199"/>
              <a:gd name="connsiteY1627" fmla="*/ 2818715 h 6382977"/>
              <a:gd name="connsiteX1628" fmla="*/ 6094022 w 6501199"/>
              <a:gd name="connsiteY1628" fmla="*/ 2841267 h 6382977"/>
              <a:gd name="connsiteX1629" fmla="*/ 6101820 w 6501199"/>
              <a:gd name="connsiteY1629" fmla="*/ 2814889 h 6382977"/>
              <a:gd name="connsiteX1630" fmla="*/ 5026984 w 6501199"/>
              <a:gd name="connsiteY1630" fmla="*/ 2810769 h 6382977"/>
              <a:gd name="connsiteX1631" fmla="*/ 5026115 w 6501199"/>
              <a:gd name="connsiteY1631" fmla="*/ 2811549 h 6382977"/>
              <a:gd name="connsiteX1632" fmla="*/ 5027369 w 6501199"/>
              <a:gd name="connsiteY1632" fmla="*/ 2811532 h 6382977"/>
              <a:gd name="connsiteX1633" fmla="*/ 5073081 w 6501199"/>
              <a:gd name="connsiteY1633" fmla="*/ 2809378 h 6382977"/>
              <a:gd name="connsiteX1634" fmla="*/ 5068419 w 6501199"/>
              <a:gd name="connsiteY1634" fmla="*/ 2815828 h 6382977"/>
              <a:gd name="connsiteX1635" fmla="*/ 5068875 w 6501199"/>
              <a:gd name="connsiteY1635" fmla="*/ 2816738 h 6382977"/>
              <a:gd name="connsiteX1636" fmla="*/ 5079066 w 6501199"/>
              <a:gd name="connsiteY1636" fmla="*/ 2814350 h 6382977"/>
              <a:gd name="connsiteX1637" fmla="*/ 5104636 w 6501199"/>
              <a:gd name="connsiteY1637" fmla="*/ 2806870 h 6382977"/>
              <a:gd name="connsiteX1638" fmla="*/ 5107146 w 6501199"/>
              <a:gd name="connsiteY1638" fmla="*/ 2825145 h 6382977"/>
              <a:gd name="connsiteX1639" fmla="*/ 5082538 w 6501199"/>
              <a:gd name="connsiteY1639" fmla="*/ 2817234 h 6382977"/>
              <a:gd name="connsiteX1640" fmla="*/ 5081692 w 6501199"/>
              <a:gd name="connsiteY1640" fmla="*/ 2816531 h 6382977"/>
              <a:gd name="connsiteX1641" fmla="*/ 5077522 w 6501199"/>
              <a:gd name="connsiteY1641" fmla="*/ 2818749 h 6382977"/>
              <a:gd name="connsiteX1642" fmla="*/ 5072346 w 6501199"/>
              <a:gd name="connsiteY1642" fmla="*/ 2823658 h 6382977"/>
              <a:gd name="connsiteX1643" fmla="*/ 5073053 w 6501199"/>
              <a:gd name="connsiteY1643" fmla="*/ 2825067 h 6382977"/>
              <a:gd name="connsiteX1644" fmla="*/ 5070487 w 6501199"/>
              <a:gd name="connsiteY1644" fmla="*/ 2841931 h 6382977"/>
              <a:gd name="connsiteX1645" fmla="*/ 5071342 w 6501199"/>
              <a:gd name="connsiteY1645" fmla="*/ 2843163 h 6382977"/>
              <a:gd name="connsiteX1646" fmla="*/ 5072606 w 6501199"/>
              <a:gd name="connsiteY1646" fmla="*/ 2842336 h 6382977"/>
              <a:gd name="connsiteX1647" fmla="*/ 5079570 w 6501199"/>
              <a:gd name="connsiteY1647" fmla="*/ 2832053 h 6382977"/>
              <a:gd name="connsiteX1648" fmla="*/ 5102250 w 6501199"/>
              <a:gd name="connsiteY1648" fmla="*/ 2838894 h 6382977"/>
              <a:gd name="connsiteX1649" fmla="*/ 5113916 w 6501199"/>
              <a:gd name="connsiteY1649" fmla="*/ 2823092 h 6382977"/>
              <a:gd name="connsiteX1650" fmla="*/ 5115415 w 6501199"/>
              <a:gd name="connsiteY1650" fmla="*/ 2820404 h 6382977"/>
              <a:gd name="connsiteX1651" fmla="*/ 5108625 w 6501199"/>
              <a:gd name="connsiteY1651" fmla="*/ 2819591 h 6382977"/>
              <a:gd name="connsiteX1652" fmla="*/ 5104636 w 6501199"/>
              <a:gd name="connsiteY1652" fmla="*/ 2806870 h 6382977"/>
              <a:gd name="connsiteX1653" fmla="*/ 5922755 w 6501199"/>
              <a:gd name="connsiteY1653" fmla="*/ 2806700 h 6382977"/>
              <a:gd name="connsiteX1654" fmla="*/ 5907169 w 6501199"/>
              <a:gd name="connsiteY1654" fmla="*/ 2846023 h 6382977"/>
              <a:gd name="connsiteX1655" fmla="*/ 5922755 w 6501199"/>
              <a:gd name="connsiteY1655" fmla="*/ 2806700 h 6382977"/>
              <a:gd name="connsiteX1656" fmla="*/ 5090882 w 6501199"/>
              <a:gd name="connsiteY1656" fmla="*/ 2782623 h 6382977"/>
              <a:gd name="connsiteX1657" fmla="*/ 5089062 w 6501199"/>
              <a:gd name="connsiteY1657" fmla="*/ 2784132 h 6382977"/>
              <a:gd name="connsiteX1658" fmla="*/ 5091368 w 6501199"/>
              <a:gd name="connsiteY1658" fmla="*/ 2793253 h 6382977"/>
              <a:gd name="connsiteX1659" fmla="*/ 5099372 w 6501199"/>
              <a:gd name="connsiteY1659" fmla="*/ 2788369 h 6382977"/>
              <a:gd name="connsiteX1660" fmla="*/ 5094915 w 6501199"/>
              <a:gd name="connsiteY1660" fmla="*/ 2785025 h 6382977"/>
              <a:gd name="connsiteX1661" fmla="*/ 5090882 w 6501199"/>
              <a:gd name="connsiteY1661" fmla="*/ 2782623 h 6382977"/>
              <a:gd name="connsiteX1662" fmla="*/ 4145654 w 6501199"/>
              <a:gd name="connsiteY1662" fmla="*/ 2779378 h 6382977"/>
              <a:gd name="connsiteX1663" fmla="*/ 4139110 w 6501199"/>
              <a:gd name="connsiteY1663" fmla="*/ 2787143 h 6382977"/>
              <a:gd name="connsiteX1664" fmla="*/ 4138936 w 6501199"/>
              <a:gd name="connsiteY1664" fmla="*/ 2787586 h 6382977"/>
              <a:gd name="connsiteX1665" fmla="*/ 4144643 w 6501199"/>
              <a:gd name="connsiteY1665" fmla="*/ 2791010 h 6382977"/>
              <a:gd name="connsiteX1666" fmla="*/ 4145968 w 6501199"/>
              <a:gd name="connsiteY1666" fmla="*/ 2779784 h 6382977"/>
              <a:gd name="connsiteX1667" fmla="*/ 4147508 w 6501199"/>
              <a:gd name="connsiteY1667" fmla="*/ 2762344 h 6382977"/>
              <a:gd name="connsiteX1668" fmla="*/ 4144282 w 6501199"/>
              <a:gd name="connsiteY1668" fmla="*/ 2763601 h 6382977"/>
              <a:gd name="connsiteX1669" fmla="*/ 4134878 w 6501199"/>
              <a:gd name="connsiteY1669" fmla="*/ 2769094 h 6382977"/>
              <a:gd name="connsiteX1670" fmla="*/ 4134345 w 6501199"/>
              <a:gd name="connsiteY1670" fmla="*/ 2769913 h 6382977"/>
              <a:gd name="connsiteX1671" fmla="*/ 4143502 w 6501199"/>
              <a:gd name="connsiteY1671" fmla="*/ 2772952 h 6382977"/>
              <a:gd name="connsiteX1672" fmla="*/ 4149060 w 6501199"/>
              <a:gd name="connsiteY1672" fmla="*/ 2762911 h 6382977"/>
              <a:gd name="connsiteX1673" fmla="*/ 4149124 w 6501199"/>
              <a:gd name="connsiteY1673" fmla="*/ 2762539 h 6382977"/>
              <a:gd name="connsiteX1674" fmla="*/ 6156896 w 6501199"/>
              <a:gd name="connsiteY1674" fmla="*/ 2749550 h 6382977"/>
              <a:gd name="connsiteX1675" fmla="*/ 6177354 w 6501199"/>
              <a:gd name="connsiteY1675" fmla="*/ 2765921 h 6382977"/>
              <a:gd name="connsiteX1676" fmla="*/ 6138950 w 6501199"/>
              <a:gd name="connsiteY1676" fmla="*/ 2784111 h 6382977"/>
              <a:gd name="connsiteX1677" fmla="*/ 6156896 w 6501199"/>
              <a:gd name="connsiteY1677" fmla="*/ 2749550 h 6382977"/>
              <a:gd name="connsiteX1678" fmla="*/ 4302588 w 6501199"/>
              <a:gd name="connsiteY1678" fmla="*/ 2745985 h 6382977"/>
              <a:gd name="connsiteX1679" fmla="*/ 4297779 w 6501199"/>
              <a:gd name="connsiteY1679" fmla="*/ 2751588 h 6382977"/>
              <a:gd name="connsiteX1680" fmla="*/ 4290880 w 6501199"/>
              <a:gd name="connsiteY1680" fmla="*/ 2768533 h 6382977"/>
              <a:gd name="connsiteX1681" fmla="*/ 4305181 w 6501199"/>
              <a:gd name="connsiteY1681" fmla="*/ 2773097 h 6382977"/>
              <a:gd name="connsiteX1682" fmla="*/ 4301418 w 6501199"/>
              <a:gd name="connsiteY1682" fmla="*/ 2775776 h 6382977"/>
              <a:gd name="connsiteX1683" fmla="*/ 4303494 w 6501199"/>
              <a:gd name="connsiteY1683" fmla="*/ 2776744 h 6382977"/>
              <a:gd name="connsiteX1684" fmla="*/ 4315284 w 6501199"/>
              <a:gd name="connsiteY1684" fmla="*/ 2773009 h 6382977"/>
              <a:gd name="connsiteX1685" fmla="*/ 4310604 w 6501199"/>
              <a:gd name="connsiteY1685" fmla="*/ 2747807 h 6382977"/>
              <a:gd name="connsiteX1686" fmla="*/ 4302588 w 6501199"/>
              <a:gd name="connsiteY1686" fmla="*/ 2745985 h 6382977"/>
              <a:gd name="connsiteX1687" fmla="*/ 5120174 w 6501199"/>
              <a:gd name="connsiteY1687" fmla="*/ 2743881 h 6382977"/>
              <a:gd name="connsiteX1688" fmla="*/ 5120610 w 6501199"/>
              <a:gd name="connsiteY1688" fmla="*/ 2747807 h 6382977"/>
              <a:gd name="connsiteX1689" fmla="*/ 5125554 w 6501199"/>
              <a:gd name="connsiteY1689" fmla="*/ 2745782 h 6382977"/>
              <a:gd name="connsiteX1690" fmla="*/ 5152290 w 6501199"/>
              <a:gd name="connsiteY1690" fmla="*/ 2738807 h 6382977"/>
              <a:gd name="connsiteX1691" fmla="*/ 5116144 w 6501199"/>
              <a:gd name="connsiteY1691" fmla="*/ 2763615 h 6382977"/>
              <a:gd name="connsiteX1692" fmla="*/ 5118040 w 6501199"/>
              <a:gd name="connsiteY1692" fmla="*/ 2776978 h 6382977"/>
              <a:gd name="connsiteX1693" fmla="*/ 5131888 w 6501199"/>
              <a:gd name="connsiteY1693" fmla="*/ 2768528 h 6382977"/>
              <a:gd name="connsiteX1694" fmla="*/ 5168406 w 6501199"/>
              <a:gd name="connsiteY1694" fmla="*/ 2744200 h 6382977"/>
              <a:gd name="connsiteX1695" fmla="*/ 5164542 w 6501199"/>
              <a:gd name="connsiteY1695" fmla="*/ 2746047 h 6382977"/>
              <a:gd name="connsiteX1696" fmla="*/ 5152290 w 6501199"/>
              <a:gd name="connsiteY1696" fmla="*/ 2738807 h 6382977"/>
              <a:gd name="connsiteX1697" fmla="*/ 5178063 w 6501199"/>
              <a:gd name="connsiteY1697" fmla="*/ 2724707 h 6382977"/>
              <a:gd name="connsiteX1698" fmla="*/ 5169869 w 6501199"/>
              <a:gd name="connsiteY1698" fmla="*/ 2729479 h 6382977"/>
              <a:gd name="connsiteX1699" fmla="*/ 5166045 w 6501199"/>
              <a:gd name="connsiteY1699" fmla="*/ 2731324 h 6382977"/>
              <a:gd name="connsiteX1700" fmla="*/ 5170520 w 6501199"/>
              <a:gd name="connsiteY1700" fmla="*/ 2742792 h 6382977"/>
              <a:gd name="connsiteX1701" fmla="*/ 5172766 w 6501199"/>
              <a:gd name="connsiteY1701" fmla="*/ 2741295 h 6382977"/>
              <a:gd name="connsiteX1702" fmla="*/ 5177307 w 6501199"/>
              <a:gd name="connsiteY1702" fmla="*/ 2736081 h 6382977"/>
              <a:gd name="connsiteX1703" fmla="*/ 5176904 w 6501199"/>
              <a:gd name="connsiteY1703" fmla="*/ 2736482 h 6382977"/>
              <a:gd name="connsiteX1704" fmla="*/ 4438045 w 6501199"/>
              <a:gd name="connsiteY1704" fmla="*/ 2720445 h 6382977"/>
              <a:gd name="connsiteX1705" fmla="*/ 4422205 w 6501199"/>
              <a:gd name="connsiteY1705" fmla="*/ 2745647 h 6382977"/>
              <a:gd name="connsiteX1706" fmla="*/ 4424640 w 6501199"/>
              <a:gd name="connsiteY1706" fmla="*/ 2744875 h 6382977"/>
              <a:gd name="connsiteX1707" fmla="*/ 4424776 w 6501199"/>
              <a:gd name="connsiteY1707" fmla="*/ 2743195 h 6382977"/>
              <a:gd name="connsiteX1708" fmla="*/ 4430124 w 6501199"/>
              <a:gd name="connsiteY1708" fmla="*/ 2743134 h 6382977"/>
              <a:gd name="connsiteX1709" fmla="*/ 4436245 w 6501199"/>
              <a:gd name="connsiteY1709" fmla="*/ 2741192 h 6382977"/>
              <a:gd name="connsiteX1710" fmla="*/ 4442387 w 6501199"/>
              <a:gd name="connsiteY1710" fmla="*/ 2732055 h 6382977"/>
              <a:gd name="connsiteX1711" fmla="*/ 4442510 w 6501199"/>
              <a:gd name="connsiteY1711" fmla="*/ 2727325 h 6382977"/>
              <a:gd name="connsiteX1712" fmla="*/ 4445567 w 6501199"/>
              <a:gd name="connsiteY1712" fmla="*/ 2727325 h 6382977"/>
              <a:gd name="connsiteX1713" fmla="*/ 4447045 w 6501199"/>
              <a:gd name="connsiteY1713" fmla="*/ 2725126 h 6382977"/>
              <a:gd name="connsiteX1714" fmla="*/ 4438045 w 6501199"/>
              <a:gd name="connsiteY1714" fmla="*/ 2720445 h 6382977"/>
              <a:gd name="connsiteX1715" fmla="*/ 4456045 w 6501199"/>
              <a:gd name="connsiteY1715" fmla="*/ 2715765 h 6382977"/>
              <a:gd name="connsiteX1716" fmla="*/ 4457862 w 6501199"/>
              <a:gd name="connsiteY1716" fmla="*/ 2724237 h 6382977"/>
              <a:gd name="connsiteX1717" fmla="*/ 4455619 w 6501199"/>
              <a:gd name="connsiteY1717" fmla="*/ 2727325 h 6382977"/>
              <a:gd name="connsiteX1718" fmla="*/ 4456148 w 6501199"/>
              <a:gd name="connsiteY1718" fmla="*/ 2727325 h 6382977"/>
              <a:gd name="connsiteX1719" fmla="*/ 4458096 w 6501199"/>
              <a:gd name="connsiteY1719" fmla="*/ 2727325 h 6382977"/>
              <a:gd name="connsiteX1720" fmla="*/ 4456883 w 6501199"/>
              <a:gd name="connsiteY1720" fmla="*/ 2733989 h 6382977"/>
              <a:gd name="connsiteX1721" fmla="*/ 4460320 w 6501199"/>
              <a:gd name="connsiteY1721" fmla="*/ 2729536 h 6382977"/>
              <a:gd name="connsiteX1722" fmla="*/ 4456045 w 6501199"/>
              <a:gd name="connsiteY1722" fmla="*/ 2715765 h 6382977"/>
              <a:gd name="connsiteX1723" fmla="*/ 4629542 w 6501199"/>
              <a:gd name="connsiteY1723" fmla="*/ 2709558 h 6382977"/>
              <a:gd name="connsiteX1724" fmla="*/ 4626478 w 6501199"/>
              <a:gd name="connsiteY1724" fmla="*/ 2709798 h 6382977"/>
              <a:gd name="connsiteX1725" fmla="*/ 4626729 w 6501199"/>
              <a:gd name="connsiteY1725" fmla="*/ 2713865 h 6382977"/>
              <a:gd name="connsiteX1726" fmla="*/ 4629656 w 6501199"/>
              <a:gd name="connsiteY1726" fmla="*/ 2711985 h 6382977"/>
              <a:gd name="connsiteX1727" fmla="*/ 5220553 w 6501199"/>
              <a:gd name="connsiteY1727" fmla="*/ 2700337 h 6382977"/>
              <a:gd name="connsiteX1728" fmla="*/ 5222727 w 6501199"/>
              <a:gd name="connsiteY1728" fmla="*/ 2709574 h 6382977"/>
              <a:gd name="connsiteX1729" fmla="*/ 5224507 w 6501199"/>
              <a:gd name="connsiteY1729" fmla="*/ 2709291 h 6382977"/>
              <a:gd name="connsiteX1730" fmla="*/ 5224713 w 6501199"/>
              <a:gd name="connsiteY1730" fmla="*/ 2718017 h 6382977"/>
              <a:gd name="connsiteX1731" fmla="*/ 5224759 w 6501199"/>
              <a:gd name="connsiteY1731" fmla="*/ 2718212 h 6382977"/>
              <a:gd name="connsiteX1732" fmla="*/ 5227213 w 6501199"/>
              <a:gd name="connsiteY1732" fmla="*/ 2718212 h 6382977"/>
              <a:gd name="connsiteX1733" fmla="*/ 5222656 w 6501199"/>
              <a:gd name="connsiteY1733" fmla="*/ 2724871 h 6382977"/>
              <a:gd name="connsiteX1734" fmla="*/ 5217566 w 6501199"/>
              <a:gd name="connsiteY1734" fmla="*/ 2723312 h 6382977"/>
              <a:gd name="connsiteX1735" fmla="*/ 5198049 w 6501199"/>
              <a:gd name="connsiteY1735" fmla="*/ 2730128 h 6382977"/>
              <a:gd name="connsiteX1736" fmla="*/ 5203738 w 6501199"/>
              <a:gd name="connsiteY1736" fmla="*/ 2712594 h 6382977"/>
              <a:gd name="connsiteX1737" fmla="*/ 5214755 w 6501199"/>
              <a:gd name="connsiteY1737" fmla="*/ 2710842 h 6382977"/>
              <a:gd name="connsiteX1738" fmla="*/ 4544966 w 6501199"/>
              <a:gd name="connsiteY1738" fmla="*/ 2686243 h 6382977"/>
              <a:gd name="connsiteX1739" fmla="*/ 4547126 w 6501199"/>
              <a:gd name="connsiteY1739" fmla="*/ 2704604 h 6382977"/>
              <a:gd name="connsiteX1740" fmla="*/ 4533445 w 6501199"/>
              <a:gd name="connsiteY1740" fmla="*/ 2693084 h 6382977"/>
              <a:gd name="connsiteX1741" fmla="*/ 4522285 w 6501199"/>
              <a:gd name="connsiteY1741" fmla="*/ 2706765 h 6382977"/>
              <a:gd name="connsiteX1742" fmla="*/ 4542806 w 6501199"/>
              <a:gd name="connsiteY1742" fmla="*/ 2711445 h 6382977"/>
              <a:gd name="connsiteX1743" fmla="*/ 4515445 w 6501199"/>
              <a:gd name="connsiteY1743" fmla="*/ 2727286 h 6382977"/>
              <a:gd name="connsiteX1744" fmla="*/ 4494925 w 6501199"/>
              <a:gd name="connsiteY1744" fmla="*/ 2713605 h 6382977"/>
              <a:gd name="connsiteX1745" fmla="*/ 4503925 w 6501199"/>
              <a:gd name="connsiteY1745" fmla="*/ 2725126 h 6382977"/>
              <a:gd name="connsiteX1746" fmla="*/ 4476565 w 6501199"/>
              <a:gd name="connsiteY1746" fmla="*/ 2738807 h 6382977"/>
              <a:gd name="connsiteX1747" fmla="*/ 4478403 w 6501199"/>
              <a:gd name="connsiteY1747" fmla="*/ 2738640 h 6382977"/>
              <a:gd name="connsiteX1748" fmla="*/ 4480320 w 6501199"/>
              <a:gd name="connsiteY1748" fmla="*/ 2736427 h 6382977"/>
              <a:gd name="connsiteX1749" fmla="*/ 4486945 w 6501199"/>
              <a:gd name="connsiteY1749" fmla="*/ 2737702 h 6382977"/>
              <a:gd name="connsiteX1750" fmla="*/ 4487022 w 6501199"/>
              <a:gd name="connsiteY1750" fmla="*/ 2737856 h 6382977"/>
              <a:gd name="connsiteX1751" fmla="*/ 4527551 w 6501199"/>
              <a:gd name="connsiteY1751" fmla="*/ 2734171 h 6382977"/>
              <a:gd name="connsiteX1752" fmla="*/ 4576646 w 6501199"/>
              <a:gd name="connsiteY1752" fmla="*/ 2715765 h 6382977"/>
              <a:gd name="connsiteX1753" fmla="*/ 4558646 w 6501199"/>
              <a:gd name="connsiteY1753" fmla="*/ 2713605 h 6382977"/>
              <a:gd name="connsiteX1754" fmla="*/ 4560806 w 6501199"/>
              <a:gd name="connsiteY1754" fmla="*/ 2686243 h 6382977"/>
              <a:gd name="connsiteX1755" fmla="*/ 4544966 w 6501199"/>
              <a:gd name="connsiteY1755" fmla="*/ 2686243 h 6382977"/>
              <a:gd name="connsiteX1756" fmla="*/ 4638207 w 6501199"/>
              <a:gd name="connsiteY1756" fmla="*/ 2663562 h 6382977"/>
              <a:gd name="connsiteX1757" fmla="*/ 4633526 w 6501199"/>
              <a:gd name="connsiteY1757" fmla="*/ 2684083 h 6382977"/>
              <a:gd name="connsiteX1758" fmla="*/ 4638207 w 6501199"/>
              <a:gd name="connsiteY1758" fmla="*/ 2663562 h 6382977"/>
              <a:gd name="connsiteX1759" fmla="*/ 4623581 w 6501199"/>
              <a:gd name="connsiteY1759" fmla="*/ 2647901 h 6382977"/>
              <a:gd name="connsiteX1760" fmla="*/ 4613006 w 6501199"/>
              <a:gd name="connsiteY1760" fmla="*/ 2654561 h 6382977"/>
              <a:gd name="connsiteX1761" fmla="*/ 4599686 w 6501199"/>
              <a:gd name="connsiteY1761" fmla="*/ 2672562 h 6382977"/>
              <a:gd name="connsiteX1762" fmla="*/ 4597166 w 6501199"/>
              <a:gd name="connsiteY1762" fmla="*/ 2652401 h 6382977"/>
              <a:gd name="connsiteX1763" fmla="*/ 4588166 w 6501199"/>
              <a:gd name="connsiteY1763" fmla="*/ 2672562 h 6382977"/>
              <a:gd name="connsiteX1764" fmla="*/ 4606526 w 6501199"/>
              <a:gd name="connsiteY1764" fmla="*/ 2679403 h 6382977"/>
              <a:gd name="connsiteX1765" fmla="*/ 4581326 w 6501199"/>
              <a:gd name="connsiteY1765" fmla="*/ 2686243 h 6382977"/>
              <a:gd name="connsiteX1766" fmla="*/ 4576646 w 6501199"/>
              <a:gd name="connsiteY1766" fmla="*/ 2702444 h 6382977"/>
              <a:gd name="connsiteX1767" fmla="*/ 4599686 w 6501199"/>
              <a:gd name="connsiteY1767" fmla="*/ 2697764 h 6382977"/>
              <a:gd name="connsiteX1768" fmla="*/ 4586006 w 6501199"/>
              <a:gd name="connsiteY1768" fmla="*/ 2715765 h 6382977"/>
              <a:gd name="connsiteX1769" fmla="*/ 4603241 w 6501199"/>
              <a:gd name="connsiteY1769" fmla="*/ 2711265 h 6382977"/>
              <a:gd name="connsiteX1770" fmla="*/ 4621790 w 6501199"/>
              <a:gd name="connsiteY1770" fmla="*/ 2706900 h 6382977"/>
              <a:gd name="connsiteX1771" fmla="*/ 4623158 w 6501199"/>
              <a:gd name="connsiteY1771" fmla="*/ 2698283 h 6382977"/>
              <a:gd name="connsiteX1772" fmla="*/ 4621190 w 6501199"/>
              <a:gd name="connsiteY1772" fmla="*/ 2699086 h 6382977"/>
              <a:gd name="connsiteX1773" fmla="*/ 4608686 w 6501199"/>
              <a:gd name="connsiteY1773" fmla="*/ 2699924 h 6382977"/>
              <a:gd name="connsiteX1774" fmla="*/ 4619846 w 6501199"/>
              <a:gd name="connsiteY1774" fmla="*/ 2695604 h 6382977"/>
              <a:gd name="connsiteX1775" fmla="*/ 4610846 w 6501199"/>
              <a:gd name="connsiteY1775" fmla="*/ 2681923 h 6382977"/>
              <a:gd name="connsiteX1776" fmla="*/ 4619846 w 6501199"/>
              <a:gd name="connsiteY1776" fmla="*/ 2688763 h 6382977"/>
              <a:gd name="connsiteX1777" fmla="*/ 4615526 w 6501199"/>
              <a:gd name="connsiteY1777" fmla="*/ 2672562 h 6382977"/>
              <a:gd name="connsiteX1778" fmla="*/ 4636047 w 6501199"/>
              <a:gd name="connsiteY1778" fmla="*/ 2649881 h 6382977"/>
              <a:gd name="connsiteX1779" fmla="*/ 4623581 w 6501199"/>
              <a:gd name="connsiteY1779" fmla="*/ 2647901 h 6382977"/>
              <a:gd name="connsiteX1780" fmla="*/ 4747084 w 6501199"/>
              <a:gd name="connsiteY1780" fmla="*/ 2646790 h 6382977"/>
              <a:gd name="connsiteX1781" fmla="*/ 4762900 w 6501199"/>
              <a:gd name="connsiteY1781" fmla="*/ 2646973 h 6382977"/>
              <a:gd name="connsiteX1782" fmla="*/ 4758343 w 6501199"/>
              <a:gd name="connsiteY1782" fmla="*/ 2658695 h 6382977"/>
              <a:gd name="connsiteX1783" fmla="*/ 4736263 w 6501199"/>
              <a:gd name="connsiteY1783" fmla="*/ 2658695 h 6382977"/>
              <a:gd name="connsiteX1784" fmla="*/ 4747084 w 6501199"/>
              <a:gd name="connsiteY1784" fmla="*/ 2646790 h 6382977"/>
              <a:gd name="connsiteX1785" fmla="*/ 5285941 w 6501199"/>
              <a:gd name="connsiteY1785" fmla="*/ 2635750 h 6382977"/>
              <a:gd name="connsiteX1786" fmla="*/ 5277571 w 6501199"/>
              <a:gd name="connsiteY1786" fmla="*/ 2645560 h 6382977"/>
              <a:gd name="connsiteX1787" fmla="*/ 5304571 w 6501199"/>
              <a:gd name="connsiteY1787" fmla="*/ 2636200 h 6382977"/>
              <a:gd name="connsiteX1788" fmla="*/ 5285941 w 6501199"/>
              <a:gd name="connsiteY1788" fmla="*/ 2635750 h 6382977"/>
              <a:gd name="connsiteX1789" fmla="*/ 5383618 w 6501199"/>
              <a:gd name="connsiteY1789" fmla="*/ 2622550 h 6382977"/>
              <a:gd name="connsiteX1790" fmla="*/ 5368088 w 6501199"/>
              <a:gd name="connsiteY1790" fmla="*/ 2649186 h 6382977"/>
              <a:gd name="connsiteX1791" fmla="*/ 5383618 w 6501199"/>
              <a:gd name="connsiteY1791" fmla="*/ 2622550 h 6382977"/>
              <a:gd name="connsiteX1792" fmla="*/ 4780467 w 6501199"/>
              <a:gd name="connsiteY1792" fmla="*/ 2613540 h 6382977"/>
              <a:gd name="connsiteX1793" fmla="*/ 4782613 w 6501199"/>
              <a:gd name="connsiteY1793" fmla="*/ 2622302 h 6382977"/>
              <a:gd name="connsiteX1794" fmla="*/ 4760075 w 6501199"/>
              <a:gd name="connsiteY1794" fmla="*/ 2628961 h 6382977"/>
              <a:gd name="connsiteX1795" fmla="*/ 4778320 w 6501199"/>
              <a:gd name="connsiteY1795" fmla="*/ 2615643 h 6382977"/>
              <a:gd name="connsiteX1796" fmla="*/ 4780467 w 6501199"/>
              <a:gd name="connsiteY1796" fmla="*/ 2613540 h 6382977"/>
              <a:gd name="connsiteX1797" fmla="*/ 5326870 w 6501199"/>
              <a:gd name="connsiteY1797" fmla="*/ 2612231 h 6382977"/>
              <a:gd name="connsiteX1798" fmla="*/ 5327264 w 6501199"/>
              <a:gd name="connsiteY1798" fmla="*/ 2613476 h 6382977"/>
              <a:gd name="connsiteX1799" fmla="*/ 5329833 w 6501199"/>
              <a:gd name="connsiteY1799" fmla="*/ 2612887 h 6382977"/>
              <a:gd name="connsiteX1800" fmla="*/ 5459373 w 6501199"/>
              <a:gd name="connsiteY1800" fmla="*/ 2604518 h 6382977"/>
              <a:gd name="connsiteX1801" fmla="*/ 5445693 w 6501199"/>
              <a:gd name="connsiteY1801" fmla="*/ 2611358 h 6382977"/>
              <a:gd name="connsiteX1802" fmla="*/ 5446053 w 6501199"/>
              <a:gd name="connsiteY1802" fmla="*/ 2622384 h 6382977"/>
              <a:gd name="connsiteX1803" fmla="*/ 5454847 w 6501199"/>
              <a:gd name="connsiteY1803" fmla="*/ 2624978 h 6382977"/>
              <a:gd name="connsiteX1804" fmla="*/ 5455183 w 6501199"/>
              <a:gd name="connsiteY1804" fmla="*/ 2624420 h 6382977"/>
              <a:gd name="connsiteX1805" fmla="*/ 5390725 w 6501199"/>
              <a:gd name="connsiteY1805" fmla="*/ 2603500 h 6382977"/>
              <a:gd name="connsiteX1806" fmla="*/ 5388272 w 6501199"/>
              <a:gd name="connsiteY1806" fmla="*/ 2624236 h 6382977"/>
              <a:gd name="connsiteX1807" fmla="*/ 5390725 w 6501199"/>
              <a:gd name="connsiteY1807" fmla="*/ 2603500 h 6382977"/>
              <a:gd name="connsiteX1808" fmla="*/ 4790767 w 6501199"/>
              <a:gd name="connsiteY1808" fmla="*/ 2603500 h 6382977"/>
              <a:gd name="connsiteX1809" fmla="*/ 4804172 w 6501199"/>
              <a:gd name="connsiteY1809" fmla="*/ 2608086 h 6382977"/>
              <a:gd name="connsiteX1810" fmla="*/ 4788650 w 6501199"/>
              <a:gd name="connsiteY1810" fmla="*/ 2619022 h 6382977"/>
              <a:gd name="connsiteX1811" fmla="*/ 4790767 w 6501199"/>
              <a:gd name="connsiteY1811" fmla="*/ 2603500 h 6382977"/>
              <a:gd name="connsiteX1812" fmla="*/ 5327655 w 6501199"/>
              <a:gd name="connsiteY1812" fmla="*/ 2586160 h 6382977"/>
              <a:gd name="connsiteX1813" fmla="*/ 5327613 w 6501199"/>
              <a:gd name="connsiteY1813" fmla="*/ 2586185 h 6382977"/>
              <a:gd name="connsiteX1814" fmla="*/ 5327724 w 6501199"/>
              <a:gd name="connsiteY1814" fmla="*/ 2589899 h 6382977"/>
              <a:gd name="connsiteX1815" fmla="*/ 5330806 w 6501199"/>
              <a:gd name="connsiteY1815" fmla="*/ 2587321 h 6382977"/>
              <a:gd name="connsiteX1816" fmla="*/ 5331571 w 6501199"/>
              <a:gd name="connsiteY1816" fmla="*/ 2586486 h 6382977"/>
              <a:gd name="connsiteX1817" fmla="*/ 5395212 w 6501199"/>
              <a:gd name="connsiteY1817" fmla="*/ 2579687 h 6382977"/>
              <a:gd name="connsiteX1818" fmla="*/ 5406823 w 6501199"/>
              <a:gd name="connsiteY1818" fmla="*/ 2579687 h 6382977"/>
              <a:gd name="connsiteX1819" fmla="*/ 5397752 w 6501199"/>
              <a:gd name="connsiteY1819" fmla="*/ 2598370 h 6382977"/>
              <a:gd name="connsiteX1820" fmla="*/ 5383963 w 6501199"/>
              <a:gd name="connsiteY1820" fmla="*/ 2589212 h 6382977"/>
              <a:gd name="connsiteX1821" fmla="*/ 5395212 w 6501199"/>
              <a:gd name="connsiteY1821" fmla="*/ 2579687 h 6382977"/>
              <a:gd name="connsiteX1822" fmla="*/ 5356394 w 6501199"/>
              <a:gd name="connsiteY1822" fmla="*/ 2569242 h 6382977"/>
              <a:gd name="connsiteX1823" fmla="*/ 5352919 w 6501199"/>
              <a:gd name="connsiteY1823" fmla="*/ 2571173 h 6382977"/>
              <a:gd name="connsiteX1824" fmla="*/ 5350205 w 6501199"/>
              <a:gd name="connsiteY1824" fmla="*/ 2583548 h 6382977"/>
              <a:gd name="connsiteX1825" fmla="*/ 5353196 w 6501199"/>
              <a:gd name="connsiteY1825" fmla="*/ 2584172 h 6382977"/>
              <a:gd name="connsiteX1826" fmla="*/ 5355543 w 6501199"/>
              <a:gd name="connsiteY1826" fmla="*/ 2573647 h 6382977"/>
              <a:gd name="connsiteX1827" fmla="*/ 5451949 w 6501199"/>
              <a:gd name="connsiteY1827" fmla="*/ 2555069 h 6382977"/>
              <a:gd name="connsiteX1828" fmla="*/ 5440827 w 6501199"/>
              <a:gd name="connsiteY1828" fmla="*/ 2559400 h 6382977"/>
              <a:gd name="connsiteX1829" fmla="*/ 5445805 w 6501199"/>
              <a:gd name="connsiteY1829" fmla="*/ 2567251 h 6382977"/>
              <a:gd name="connsiteX1830" fmla="*/ 5446081 w 6501199"/>
              <a:gd name="connsiteY1830" fmla="*/ 2567841 h 6382977"/>
              <a:gd name="connsiteX1831" fmla="*/ 5457842 w 6501199"/>
              <a:gd name="connsiteY1831" fmla="*/ 2558326 h 6382977"/>
              <a:gd name="connsiteX1832" fmla="*/ 4943920 w 6501199"/>
              <a:gd name="connsiteY1832" fmla="*/ 2548497 h 6382977"/>
              <a:gd name="connsiteX1833" fmla="*/ 4953994 w 6501199"/>
              <a:gd name="connsiteY1833" fmla="*/ 2551485 h 6382977"/>
              <a:gd name="connsiteX1834" fmla="*/ 4942637 w 6501199"/>
              <a:gd name="connsiteY1834" fmla="*/ 2561197 h 6382977"/>
              <a:gd name="connsiteX1835" fmla="*/ 4943920 w 6501199"/>
              <a:gd name="connsiteY1835" fmla="*/ 2548497 h 6382977"/>
              <a:gd name="connsiteX1836" fmla="*/ 4895084 w 6501199"/>
              <a:gd name="connsiteY1836" fmla="*/ 2533650 h 6382977"/>
              <a:gd name="connsiteX1837" fmla="*/ 4909384 w 6501199"/>
              <a:gd name="connsiteY1837" fmla="*/ 2547141 h 6382977"/>
              <a:gd name="connsiteX1838" fmla="*/ 4919673 w 6501199"/>
              <a:gd name="connsiteY1838" fmla="*/ 2540000 h 6382977"/>
              <a:gd name="connsiteX1839" fmla="*/ 4890250 w 6501199"/>
              <a:gd name="connsiteY1839" fmla="*/ 2558170 h 6382977"/>
              <a:gd name="connsiteX1840" fmla="*/ 4902060 w 6501199"/>
              <a:gd name="connsiteY1840" fmla="*/ 2551902 h 6382977"/>
              <a:gd name="connsiteX1841" fmla="*/ 4899722 w 6501199"/>
              <a:gd name="connsiteY1841" fmla="*/ 2547285 h 6382977"/>
              <a:gd name="connsiteX1842" fmla="*/ 4856913 w 6501199"/>
              <a:gd name="connsiteY1842" fmla="*/ 2585678 h 6382977"/>
              <a:gd name="connsiteX1843" fmla="*/ 4857138 w 6501199"/>
              <a:gd name="connsiteY1843" fmla="*/ 2584945 h 6382977"/>
              <a:gd name="connsiteX1844" fmla="*/ 4855897 w 6501199"/>
              <a:gd name="connsiteY1844" fmla="*/ 2586908 h 6382977"/>
              <a:gd name="connsiteX1845" fmla="*/ 4837863 w 6501199"/>
              <a:gd name="connsiteY1845" fmla="*/ 2598386 h 6382977"/>
              <a:gd name="connsiteX1846" fmla="*/ 4849901 w 6501199"/>
              <a:gd name="connsiteY1846" fmla="*/ 2584411 h 6382977"/>
              <a:gd name="connsiteX1847" fmla="*/ 4859764 w 6501199"/>
              <a:gd name="connsiteY1847" fmla="*/ 2576396 h 6382977"/>
              <a:gd name="connsiteX1848" fmla="*/ 4861874 w 6501199"/>
              <a:gd name="connsiteY1848" fmla="*/ 2569526 h 6382977"/>
              <a:gd name="connsiteX1849" fmla="*/ 4895084 w 6501199"/>
              <a:gd name="connsiteY1849" fmla="*/ 2533650 h 6382977"/>
              <a:gd name="connsiteX1850" fmla="*/ 264714 w 6501199"/>
              <a:gd name="connsiteY1850" fmla="*/ 2532062 h 6382977"/>
              <a:gd name="connsiteX1851" fmla="*/ 278208 w 6501199"/>
              <a:gd name="connsiteY1851" fmla="*/ 2543070 h 6382977"/>
              <a:gd name="connsiteX1852" fmla="*/ 249090 w 6501199"/>
              <a:gd name="connsiteY1852" fmla="*/ 2578935 h 6382977"/>
              <a:gd name="connsiteX1853" fmla="*/ 235596 w 6501199"/>
              <a:gd name="connsiteY1853" fmla="*/ 2585682 h 6382977"/>
              <a:gd name="connsiteX1854" fmla="*/ 244473 w 6501199"/>
              <a:gd name="connsiteY1854" fmla="*/ 2554433 h 6382977"/>
              <a:gd name="connsiteX1855" fmla="*/ 264714 w 6501199"/>
              <a:gd name="connsiteY1855" fmla="*/ 2532062 h 6382977"/>
              <a:gd name="connsiteX1856" fmla="*/ 518836 w 6501199"/>
              <a:gd name="connsiteY1856" fmla="*/ 2525121 h 6382977"/>
              <a:gd name="connsiteX1857" fmla="*/ 486793 w 6501199"/>
              <a:gd name="connsiteY1857" fmla="*/ 2561476 h 6382977"/>
              <a:gd name="connsiteX1858" fmla="*/ 468791 w 6501199"/>
              <a:gd name="connsiteY1858" fmla="*/ 2554637 h 6382977"/>
              <a:gd name="connsiteX1859" fmla="*/ 450429 w 6501199"/>
              <a:gd name="connsiteY1859" fmla="*/ 2625187 h 6382977"/>
              <a:gd name="connsiteX1860" fmla="*/ 464110 w 6501199"/>
              <a:gd name="connsiteY1860" fmla="*/ 2629506 h 6382977"/>
              <a:gd name="connsiteX1861" fmla="*/ 491473 w 6501199"/>
              <a:gd name="connsiteY1861" fmla="*/ 2606830 h 6382977"/>
              <a:gd name="connsiteX1862" fmla="*/ 518836 w 6501199"/>
              <a:gd name="connsiteY1862" fmla="*/ 2525121 h 6382977"/>
              <a:gd name="connsiteX1863" fmla="*/ 4944402 w 6501199"/>
              <a:gd name="connsiteY1863" fmla="*/ 2523999 h 6382977"/>
              <a:gd name="connsiteX1864" fmla="*/ 4926763 w 6501199"/>
              <a:gd name="connsiteY1864" fmla="*/ 2535058 h 6382977"/>
              <a:gd name="connsiteX1865" fmla="*/ 4944402 w 6501199"/>
              <a:gd name="connsiteY1865" fmla="*/ 2523999 h 6382977"/>
              <a:gd name="connsiteX1866" fmla="*/ 5006822 w 6501199"/>
              <a:gd name="connsiteY1866" fmla="*/ 2513012 h 6382977"/>
              <a:gd name="connsiteX1867" fmla="*/ 5000061 w 6501199"/>
              <a:gd name="connsiteY1867" fmla="*/ 2528534 h 6382977"/>
              <a:gd name="connsiteX1868" fmla="*/ 5006822 w 6501199"/>
              <a:gd name="connsiteY1868" fmla="*/ 2513012 h 6382977"/>
              <a:gd name="connsiteX1869" fmla="*/ 6100714 w 6501199"/>
              <a:gd name="connsiteY1869" fmla="*/ 2503487 h 6382977"/>
              <a:gd name="connsiteX1870" fmla="*/ 6087044 w 6501199"/>
              <a:gd name="connsiteY1870" fmla="*/ 2524018 h 6382977"/>
              <a:gd name="connsiteX1871" fmla="*/ 6082727 w 6501199"/>
              <a:gd name="connsiteY1871" fmla="*/ 2544550 h 6382977"/>
              <a:gd name="connsiteX1872" fmla="*/ 6116903 w 6501199"/>
              <a:gd name="connsiteY1872" fmla="*/ 2530862 h 6382977"/>
              <a:gd name="connsiteX1873" fmla="*/ 6121220 w 6501199"/>
              <a:gd name="connsiteY1873" fmla="*/ 2546711 h 6382977"/>
              <a:gd name="connsiteX1874" fmla="*/ 6091721 w 6501199"/>
              <a:gd name="connsiteY1874" fmla="*/ 2551034 h 6382977"/>
              <a:gd name="connsiteX1875" fmla="*/ 6089562 w 6501199"/>
              <a:gd name="connsiteY1875" fmla="*/ 2614790 h 6382977"/>
              <a:gd name="connsiteX1876" fmla="*/ 6046393 w 6501199"/>
              <a:gd name="connsiteY1876" fmla="*/ 2687911 h 6382977"/>
              <a:gd name="connsiteX1877" fmla="*/ 6014375 w 6501199"/>
              <a:gd name="connsiteY1877" fmla="*/ 2762833 h 6382977"/>
              <a:gd name="connsiteX1878" fmla="*/ 5980199 w 6501199"/>
              <a:gd name="connsiteY1878" fmla="*/ 2853965 h 6382977"/>
              <a:gd name="connsiteX1879" fmla="*/ 5987034 w 6501199"/>
              <a:gd name="connsiteY1879" fmla="*/ 2788047 h 6382977"/>
              <a:gd name="connsiteX1880" fmla="*/ 6007540 w 6501199"/>
              <a:gd name="connsiteY1880" fmla="*/ 2708442 h 6382977"/>
              <a:gd name="connsiteX1881" fmla="*/ 6024493 w 6501199"/>
              <a:gd name="connsiteY1881" fmla="*/ 2667920 h 6382977"/>
              <a:gd name="connsiteX1882" fmla="*/ 6031927 w 6501199"/>
              <a:gd name="connsiteY1882" fmla="*/ 2646322 h 6382977"/>
              <a:gd name="connsiteX1883" fmla="*/ 6032010 w 6501199"/>
              <a:gd name="connsiteY1883" fmla="*/ 2638643 h 6382977"/>
              <a:gd name="connsiteX1884" fmla="*/ 6043470 w 6501199"/>
              <a:gd name="connsiteY1884" fmla="*/ 2614612 h 6382977"/>
              <a:gd name="connsiteX1885" fmla="*/ 6048771 w 6501199"/>
              <a:gd name="connsiteY1885" fmla="*/ 2626550 h 6382977"/>
              <a:gd name="connsiteX1886" fmla="*/ 6051682 w 6501199"/>
              <a:gd name="connsiteY1886" fmla="*/ 2627307 h 6382977"/>
              <a:gd name="connsiteX1887" fmla="*/ 6064380 w 6501199"/>
              <a:gd name="connsiteY1887" fmla="*/ 2598941 h 6382977"/>
              <a:gd name="connsiteX1888" fmla="*/ 6048551 w 6501199"/>
              <a:gd name="connsiteY1888" fmla="*/ 2608306 h 6382977"/>
              <a:gd name="connsiteX1889" fmla="*/ 6078050 w 6501199"/>
              <a:gd name="connsiteY1889" fmla="*/ 2505648 h 6382977"/>
              <a:gd name="connsiteX1890" fmla="*/ 6091721 w 6501199"/>
              <a:gd name="connsiteY1890" fmla="*/ 2514653 h 6382977"/>
              <a:gd name="connsiteX1891" fmla="*/ 6100714 w 6501199"/>
              <a:gd name="connsiteY1891" fmla="*/ 2503487 h 6382977"/>
              <a:gd name="connsiteX1892" fmla="*/ 5026516 w 6501199"/>
              <a:gd name="connsiteY1892" fmla="*/ 2502944 h 6382977"/>
              <a:gd name="connsiteX1893" fmla="*/ 5031212 w 6501199"/>
              <a:gd name="connsiteY1893" fmla="*/ 2503350 h 6382977"/>
              <a:gd name="connsiteX1894" fmla="*/ 5015223 w 6501199"/>
              <a:gd name="connsiteY1894" fmla="*/ 2519006 h 6382977"/>
              <a:gd name="connsiteX1895" fmla="*/ 5026516 w 6501199"/>
              <a:gd name="connsiteY1895" fmla="*/ 2502944 h 6382977"/>
              <a:gd name="connsiteX1896" fmla="*/ 5010538 w 6501199"/>
              <a:gd name="connsiteY1896" fmla="*/ 2482850 h 6382977"/>
              <a:gd name="connsiteX1897" fmla="*/ 4990263 w 6501199"/>
              <a:gd name="connsiteY1897" fmla="*/ 2498372 h 6382977"/>
              <a:gd name="connsiteX1898" fmla="*/ 5010538 w 6501199"/>
              <a:gd name="connsiteY1898" fmla="*/ 2482850 h 6382977"/>
              <a:gd name="connsiteX1899" fmla="*/ 6100537 w 6501199"/>
              <a:gd name="connsiteY1899" fmla="*/ 2481081 h 6382977"/>
              <a:gd name="connsiteX1900" fmla="*/ 6115437 w 6501199"/>
              <a:gd name="connsiteY1900" fmla="*/ 2487886 h 6382977"/>
              <a:gd name="connsiteX1901" fmla="*/ 6085638 w 6501199"/>
              <a:gd name="connsiteY1901" fmla="*/ 2487886 h 6382977"/>
              <a:gd name="connsiteX1902" fmla="*/ 6100537 w 6501199"/>
              <a:gd name="connsiteY1902" fmla="*/ 2481081 h 6382977"/>
              <a:gd name="connsiteX1903" fmla="*/ 5540857 w 6501199"/>
              <a:gd name="connsiteY1903" fmla="*/ 2478548 h 6382977"/>
              <a:gd name="connsiteX1904" fmla="*/ 5533750 w 6501199"/>
              <a:gd name="connsiteY1904" fmla="*/ 2486489 h 6382977"/>
              <a:gd name="connsiteX1905" fmla="*/ 5508635 w 6501199"/>
              <a:gd name="connsiteY1905" fmla="*/ 2495873 h 6382977"/>
              <a:gd name="connsiteX1906" fmla="*/ 5488544 w 6501199"/>
              <a:gd name="connsiteY1906" fmla="*/ 2516086 h 6382977"/>
              <a:gd name="connsiteX1907" fmla="*/ 5495002 w 6501199"/>
              <a:gd name="connsiteY1907" fmla="*/ 2529802 h 6382977"/>
              <a:gd name="connsiteX1908" fmla="*/ 5481512 w 6501199"/>
              <a:gd name="connsiteY1908" fmla="*/ 2537874 h 6382977"/>
              <a:gd name="connsiteX1909" fmla="*/ 5484573 w 6501199"/>
              <a:gd name="connsiteY1909" fmla="*/ 2545473 h 6382977"/>
              <a:gd name="connsiteX1910" fmla="*/ 5511933 w 6501199"/>
              <a:gd name="connsiteY1910" fmla="*/ 2531793 h 6382977"/>
              <a:gd name="connsiteX1911" fmla="*/ 5498253 w 6501199"/>
              <a:gd name="connsiteY1911" fmla="*/ 2549794 h 6382977"/>
              <a:gd name="connsiteX1912" fmla="*/ 5527773 w 6501199"/>
              <a:gd name="connsiteY1912" fmla="*/ 2527112 h 6382977"/>
              <a:gd name="connsiteX1913" fmla="*/ 5527773 w 6501199"/>
              <a:gd name="connsiteY1913" fmla="*/ 2536113 h 6382977"/>
              <a:gd name="connsiteX1914" fmla="*/ 5532093 w 6501199"/>
              <a:gd name="connsiteY1914" fmla="*/ 2542953 h 6382977"/>
              <a:gd name="connsiteX1915" fmla="*/ 5514093 w 6501199"/>
              <a:gd name="connsiteY1915" fmla="*/ 2551954 h 6382977"/>
              <a:gd name="connsiteX1916" fmla="*/ 5516253 w 6501199"/>
              <a:gd name="connsiteY1916" fmla="*/ 2563475 h 6382977"/>
              <a:gd name="connsiteX1917" fmla="*/ 5537189 w 6501199"/>
              <a:gd name="connsiteY1917" fmla="*/ 2545289 h 6382977"/>
              <a:gd name="connsiteX1918" fmla="*/ 5537730 w 6501199"/>
              <a:gd name="connsiteY1918" fmla="*/ 2540575 h 6382977"/>
              <a:gd name="connsiteX1919" fmla="*/ 5536560 w 6501199"/>
              <a:gd name="connsiteY1919" fmla="*/ 2502416 h 6382977"/>
              <a:gd name="connsiteX1920" fmla="*/ 5725775 w 6501199"/>
              <a:gd name="connsiteY1920" fmla="*/ 2474909 h 6382977"/>
              <a:gd name="connsiteX1921" fmla="*/ 5706920 w 6501199"/>
              <a:gd name="connsiteY1921" fmla="*/ 2494440 h 6382977"/>
              <a:gd name="connsiteX1922" fmla="*/ 5695005 w 6501199"/>
              <a:gd name="connsiteY1922" fmla="*/ 2510863 h 6382977"/>
              <a:gd name="connsiteX1923" fmla="*/ 5695199 w 6501199"/>
              <a:gd name="connsiteY1923" fmla="*/ 2511241 h 6382977"/>
              <a:gd name="connsiteX1924" fmla="*/ 5695190 w 6501199"/>
              <a:gd name="connsiteY1924" fmla="*/ 2513057 h 6382977"/>
              <a:gd name="connsiteX1925" fmla="*/ 5714615 w 6501199"/>
              <a:gd name="connsiteY1925" fmla="*/ 2499435 h 6382977"/>
              <a:gd name="connsiteX1926" fmla="*/ 5725775 w 6501199"/>
              <a:gd name="connsiteY1926" fmla="*/ 2474909 h 6382977"/>
              <a:gd name="connsiteX1927" fmla="*/ 5100090 w 6501199"/>
              <a:gd name="connsiteY1927" fmla="*/ 2472388 h 6382977"/>
              <a:gd name="connsiteX1928" fmla="*/ 5084250 w 6501199"/>
              <a:gd name="connsiteY1928" fmla="*/ 2499750 h 6382977"/>
              <a:gd name="connsiteX1929" fmla="*/ 5089503 w 6501199"/>
              <a:gd name="connsiteY1929" fmla="*/ 2499466 h 6382977"/>
              <a:gd name="connsiteX1930" fmla="*/ 5091367 w 6501199"/>
              <a:gd name="connsiteY1930" fmla="*/ 2492375 h 6382977"/>
              <a:gd name="connsiteX1931" fmla="*/ 5094809 w 6501199"/>
              <a:gd name="connsiteY1931" fmla="*/ 2499178 h 6382977"/>
              <a:gd name="connsiteX1932" fmla="*/ 5094836 w 6501199"/>
              <a:gd name="connsiteY1932" fmla="*/ 2499177 h 6382977"/>
              <a:gd name="connsiteX1933" fmla="*/ 5113770 w 6501199"/>
              <a:gd name="connsiteY1933" fmla="*/ 2479229 h 6382977"/>
              <a:gd name="connsiteX1934" fmla="*/ 5100090 w 6501199"/>
              <a:gd name="connsiteY1934" fmla="*/ 2472388 h 6382977"/>
              <a:gd name="connsiteX1935" fmla="*/ 5821936 w 6501199"/>
              <a:gd name="connsiteY1935" fmla="*/ 2463800 h 6382977"/>
              <a:gd name="connsiteX1936" fmla="*/ 5811000 w 6501199"/>
              <a:gd name="connsiteY1936" fmla="*/ 2514237 h 6382977"/>
              <a:gd name="connsiteX1937" fmla="*/ 5821936 w 6501199"/>
              <a:gd name="connsiteY1937" fmla="*/ 2463800 h 6382977"/>
              <a:gd name="connsiteX1938" fmla="*/ 5504270 w 6501199"/>
              <a:gd name="connsiteY1938" fmla="*/ 2438400 h 6382977"/>
              <a:gd name="connsiteX1939" fmla="*/ 5513219 w 6501199"/>
              <a:gd name="connsiteY1939" fmla="*/ 2468198 h 6382977"/>
              <a:gd name="connsiteX1940" fmla="*/ 5504270 w 6501199"/>
              <a:gd name="connsiteY1940" fmla="*/ 2438400 h 6382977"/>
              <a:gd name="connsiteX1941" fmla="*/ 5015849 w 6501199"/>
              <a:gd name="connsiteY1941" fmla="*/ 2436026 h 6382977"/>
              <a:gd name="connsiteX1942" fmla="*/ 4993169 w 6501199"/>
              <a:gd name="connsiteY1942" fmla="*/ 2456547 h 6382977"/>
              <a:gd name="connsiteX1943" fmla="*/ 5015849 w 6501199"/>
              <a:gd name="connsiteY1943" fmla="*/ 2436026 h 6382977"/>
              <a:gd name="connsiteX1944" fmla="*/ 6105383 w 6501199"/>
              <a:gd name="connsiteY1944" fmla="*/ 2435225 h 6382977"/>
              <a:gd name="connsiteX1945" fmla="*/ 6082463 w 6501199"/>
              <a:gd name="connsiteY1945" fmla="*/ 2453470 h 6382977"/>
              <a:gd name="connsiteX1946" fmla="*/ 6105383 w 6501199"/>
              <a:gd name="connsiteY1946" fmla="*/ 2435225 h 6382977"/>
              <a:gd name="connsiteX1947" fmla="*/ 5067703 w 6501199"/>
              <a:gd name="connsiteY1947" fmla="*/ 2432050 h 6382977"/>
              <a:gd name="connsiteX1948" fmla="*/ 5056938 w 6501199"/>
              <a:gd name="connsiteY1948" fmla="*/ 2450152 h 6382977"/>
              <a:gd name="connsiteX1949" fmla="*/ 5067703 w 6501199"/>
              <a:gd name="connsiteY1949" fmla="*/ 2432050 h 6382977"/>
              <a:gd name="connsiteX1950" fmla="*/ 5147067 w 6501199"/>
              <a:gd name="connsiteY1950" fmla="*/ 2429422 h 6382977"/>
              <a:gd name="connsiteX1951" fmla="*/ 5142417 w 6501199"/>
              <a:gd name="connsiteY1951" fmla="*/ 2447569 h 6382977"/>
              <a:gd name="connsiteX1952" fmla="*/ 5124171 w 6501199"/>
              <a:gd name="connsiteY1952" fmla="*/ 2447569 h 6382977"/>
              <a:gd name="connsiteX1953" fmla="*/ 5128822 w 6501199"/>
              <a:gd name="connsiteY1953" fmla="*/ 2431913 h 6382977"/>
              <a:gd name="connsiteX1954" fmla="*/ 5140270 w 6501199"/>
              <a:gd name="connsiteY1954" fmla="*/ 2436182 h 6382977"/>
              <a:gd name="connsiteX1955" fmla="*/ 5147067 w 6501199"/>
              <a:gd name="connsiteY1955" fmla="*/ 2429422 h 6382977"/>
              <a:gd name="connsiteX1956" fmla="*/ 462355 w 6501199"/>
              <a:gd name="connsiteY1956" fmla="*/ 2426237 h 6382977"/>
              <a:gd name="connsiteX1957" fmla="*/ 448761 w 6501199"/>
              <a:gd name="connsiteY1957" fmla="*/ 2465024 h 6382977"/>
              <a:gd name="connsiteX1958" fmla="*/ 462355 w 6501199"/>
              <a:gd name="connsiteY1958" fmla="*/ 2426237 h 6382977"/>
              <a:gd name="connsiteX1959" fmla="*/ 6136018 w 6501199"/>
              <a:gd name="connsiteY1959" fmla="*/ 2411412 h 6382977"/>
              <a:gd name="connsiteX1960" fmla="*/ 6125037 w 6501199"/>
              <a:gd name="connsiteY1960" fmla="*/ 2526941 h 6382977"/>
              <a:gd name="connsiteX1961" fmla="*/ 6136018 w 6501199"/>
              <a:gd name="connsiteY1961" fmla="*/ 2411412 h 6382977"/>
              <a:gd name="connsiteX1962" fmla="*/ 6250376 w 6501199"/>
              <a:gd name="connsiteY1962" fmla="*/ 2403475 h 6382977"/>
              <a:gd name="connsiteX1963" fmla="*/ 6209463 w 6501199"/>
              <a:gd name="connsiteY1963" fmla="*/ 2477730 h 6382977"/>
              <a:gd name="connsiteX1964" fmla="*/ 6250376 w 6501199"/>
              <a:gd name="connsiteY1964" fmla="*/ 2403475 h 6382977"/>
              <a:gd name="connsiteX1965" fmla="*/ 5191627 w 6501199"/>
              <a:gd name="connsiteY1965" fmla="*/ 2401613 h 6382977"/>
              <a:gd name="connsiteX1966" fmla="*/ 5190496 w 6501199"/>
              <a:gd name="connsiteY1966" fmla="*/ 2402724 h 6382977"/>
              <a:gd name="connsiteX1967" fmla="*/ 5188389 w 6501199"/>
              <a:gd name="connsiteY1967" fmla="*/ 2408310 h 6382977"/>
              <a:gd name="connsiteX1968" fmla="*/ 5190882 w 6501199"/>
              <a:gd name="connsiteY1968" fmla="*/ 2410985 h 6382977"/>
              <a:gd name="connsiteX1969" fmla="*/ 5193470 w 6501199"/>
              <a:gd name="connsiteY1969" fmla="*/ 2409595 h 6382977"/>
              <a:gd name="connsiteX1970" fmla="*/ 6055590 w 6501199"/>
              <a:gd name="connsiteY1970" fmla="*/ 2397125 h 6382977"/>
              <a:gd name="connsiteX1971" fmla="*/ 6050866 w 6501199"/>
              <a:gd name="connsiteY1971" fmla="*/ 2426923 h 6382977"/>
              <a:gd name="connsiteX1972" fmla="*/ 6055590 w 6501199"/>
              <a:gd name="connsiteY1972" fmla="*/ 2397125 h 6382977"/>
              <a:gd name="connsiteX1973" fmla="*/ 5157467 w 6501199"/>
              <a:gd name="connsiteY1973" fmla="*/ 2394874 h 6382977"/>
              <a:gd name="connsiteX1974" fmla="*/ 5159647 w 6501199"/>
              <a:gd name="connsiteY1974" fmla="*/ 2424305 h 6382977"/>
              <a:gd name="connsiteX1975" fmla="*/ 5148382 w 6501199"/>
              <a:gd name="connsiteY1975" fmla="*/ 2419639 h 6382977"/>
              <a:gd name="connsiteX1976" fmla="*/ 5148382 w 6501199"/>
              <a:gd name="connsiteY1976" fmla="*/ 2401693 h 6382977"/>
              <a:gd name="connsiteX1977" fmla="*/ 5159647 w 6501199"/>
              <a:gd name="connsiteY1977" fmla="*/ 2399181 h 6382977"/>
              <a:gd name="connsiteX1978" fmla="*/ 5157467 w 6501199"/>
              <a:gd name="connsiteY1978" fmla="*/ 2394874 h 6382977"/>
              <a:gd name="connsiteX1979" fmla="*/ 5520933 w 6501199"/>
              <a:gd name="connsiteY1979" fmla="*/ 2392823 h 6382977"/>
              <a:gd name="connsiteX1980" fmla="*/ 5514093 w 6501199"/>
              <a:gd name="connsiteY1980" fmla="*/ 2404344 h 6382977"/>
              <a:gd name="connsiteX1981" fmla="*/ 5518773 w 6501199"/>
              <a:gd name="connsiteY1981" fmla="*/ 2429185 h 6382977"/>
              <a:gd name="connsiteX1982" fmla="*/ 5514844 w 6501199"/>
              <a:gd name="connsiteY1982" fmla="*/ 2428778 h 6382977"/>
              <a:gd name="connsiteX1983" fmla="*/ 5513771 w 6501199"/>
              <a:gd name="connsiteY1983" fmla="*/ 2433270 h 6382977"/>
              <a:gd name="connsiteX1984" fmla="*/ 5504613 w 6501199"/>
              <a:gd name="connsiteY1984" fmla="*/ 2414587 h 6382977"/>
              <a:gd name="connsiteX1985" fmla="*/ 5506152 w 6501199"/>
              <a:gd name="connsiteY1985" fmla="*/ 2415718 h 6382977"/>
              <a:gd name="connsiteX1986" fmla="*/ 5505864 w 6501199"/>
              <a:gd name="connsiteY1986" fmla="*/ 2414655 h 6382977"/>
              <a:gd name="connsiteX1987" fmla="*/ 5500895 w 6501199"/>
              <a:gd name="connsiteY1987" fmla="*/ 2411491 h 6382977"/>
              <a:gd name="connsiteX1988" fmla="*/ 5498047 w 6501199"/>
              <a:gd name="connsiteY1988" fmla="*/ 2447698 h 6382977"/>
              <a:gd name="connsiteX1989" fmla="*/ 5472356 w 6501199"/>
              <a:gd name="connsiteY1989" fmla="*/ 2467272 h 6382977"/>
              <a:gd name="connsiteX1990" fmla="*/ 5450404 w 6501199"/>
              <a:gd name="connsiteY1990" fmla="*/ 2488514 h 6382977"/>
              <a:gd name="connsiteX1991" fmla="*/ 5450373 w 6501199"/>
              <a:gd name="connsiteY1991" fmla="*/ 2490750 h 6382977"/>
              <a:gd name="connsiteX1992" fmla="*/ 5479893 w 6501199"/>
              <a:gd name="connsiteY1992" fmla="*/ 2490750 h 6382977"/>
              <a:gd name="connsiteX1993" fmla="*/ 5427693 w 6501199"/>
              <a:gd name="connsiteY1993" fmla="*/ 2545473 h 6382977"/>
              <a:gd name="connsiteX1994" fmla="*/ 5434533 w 6501199"/>
              <a:gd name="connsiteY1994" fmla="*/ 2549794 h 6382977"/>
              <a:gd name="connsiteX1995" fmla="*/ 5420043 w 6501199"/>
              <a:gd name="connsiteY1995" fmla="*/ 2541603 h 6382977"/>
              <a:gd name="connsiteX1996" fmla="*/ 5416662 w 6501199"/>
              <a:gd name="connsiteY1996" fmla="*/ 2534352 h 6382977"/>
              <a:gd name="connsiteX1997" fmla="*/ 5410253 w 6501199"/>
              <a:gd name="connsiteY1997" fmla="*/ 2549986 h 6382977"/>
              <a:gd name="connsiteX1998" fmla="*/ 5410253 w 6501199"/>
              <a:gd name="connsiteY1998" fmla="*/ 2534152 h 6382977"/>
              <a:gd name="connsiteX1999" fmla="*/ 5406528 w 6501199"/>
              <a:gd name="connsiteY1999" fmla="*/ 2535076 h 6382977"/>
              <a:gd name="connsiteX2000" fmla="*/ 5405176 w 6501199"/>
              <a:gd name="connsiteY2000" fmla="*/ 2541952 h 6382977"/>
              <a:gd name="connsiteX2001" fmla="*/ 5402308 w 6501199"/>
              <a:gd name="connsiteY2001" fmla="*/ 2543173 h 6382977"/>
              <a:gd name="connsiteX2002" fmla="*/ 5402579 w 6501199"/>
              <a:gd name="connsiteY2002" fmla="*/ 2545218 h 6382977"/>
              <a:gd name="connsiteX2003" fmla="*/ 5404159 w 6501199"/>
              <a:gd name="connsiteY2003" fmla="*/ 2553686 h 6382977"/>
              <a:gd name="connsiteX2004" fmla="*/ 5400608 w 6501199"/>
              <a:gd name="connsiteY2004" fmla="*/ 2554141 h 6382977"/>
              <a:gd name="connsiteX2005" fmla="*/ 5404518 w 6501199"/>
              <a:gd name="connsiteY2005" fmla="*/ 2554964 h 6382977"/>
              <a:gd name="connsiteX2006" fmla="*/ 5407122 w 6501199"/>
              <a:gd name="connsiteY2006" fmla="*/ 2560735 h 6382977"/>
              <a:gd name="connsiteX2007" fmla="*/ 5408871 w 6501199"/>
              <a:gd name="connsiteY2007" fmla="*/ 2560939 h 6382977"/>
              <a:gd name="connsiteX2008" fmla="*/ 5412781 w 6501199"/>
              <a:gd name="connsiteY2008" fmla="*/ 2565820 h 6382977"/>
              <a:gd name="connsiteX2009" fmla="*/ 5390166 w 6501199"/>
              <a:gd name="connsiteY2009" fmla="*/ 2570852 h 6382977"/>
              <a:gd name="connsiteX2010" fmla="*/ 5377427 w 6501199"/>
              <a:gd name="connsiteY2010" fmla="*/ 2578519 h 6382977"/>
              <a:gd name="connsiteX2011" fmla="*/ 5375132 w 6501199"/>
              <a:gd name="connsiteY2011" fmla="*/ 2592997 h 6382977"/>
              <a:gd name="connsiteX2012" fmla="*/ 5358855 w 6501199"/>
              <a:gd name="connsiteY2012" fmla="*/ 2604646 h 6382977"/>
              <a:gd name="connsiteX2013" fmla="*/ 5353196 w 6501199"/>
              <a:gd name="connsiteY2013" fmla="*/ 2615840 h 6382977"/>
              <a:gd name="connsiteX2014" fmla="*/ 5348309 w 6501199"/>
              <a:gd name="connsiteY2014" fmla="*/ 2612040 h 6382977"/>
              <a:gd name="connsiteX2015" fmla="*/ 5342991 w 6501199"/>
              <a:gd name="connsiteY2015" fmla="*/ 2615567 h 6382977"/>
              <a:gd name="connsiteX2016" fmla="*/ 5346661 w 6501199"/>
              <a:gd name="connsiteY2016" fmla="*/ 2619181 h 6382977"/>
              <a:gd name="connsiteX2017" fmla="*/ 5347668 w 6501199"/>
              <a:gd name="connsiteY2017" fmla="*/ 2633880 h 6382977"/>
              <a:gd name="connsiteX2018" fmla="*/ 5336258 w 6501199"/>
              <a:gd name="connsiteY2018" fmla="*/ 2628958 h 6382977"/>
              <a:gd name="connsiteX2019" fmla="*/ 5330838 w 6501199"/>
              <a:gd name="connsiteY2019" fmla="*/ 2623627 h 6382977"/>
              <a:gd name="connsiteX2020" fmla="*/ 5325452 w 6501199"/>
              <a:gd name="connsiteY2020" fmla="*/ 2627199 h 6382977"/>
              <a:gd name="connsiteX2021" fmla="*/ 5326346 w 6501199"/>
              <a:gd name="connsiteY2021" fmla="*/ 2622472 h 6382977"/>
              <a:gd name="connsiteX2022" fmla="*/ 5325116 w 6501199"/>
              <a:gd name="connsiteY2022" fmla="*/ 2622425 h 6382977"/>
              <a:gd name="connsiteX2023" fmla="*/ 5322432 w 6501199"/>
              <a:gd name="connsiteY2023" fmla="*/ 2613745 h 6382977"/>
              <a:gd name="connsiteX2024" fmla="*/ 5322846 w 6501199"/>
              <a:gd name="connsiteY2024" fmla="*/ 2612655 h 6382977"/>
              <a:gd name="connsiteX2025" fmla="*/ 5322217 w 6501199"/>
              <a:gd name="connsiteY2025" fmla="*/ 2613149 h 6382977"/>
              <a:gd name="connsiteX2026" fmla="*/ 5311367 w 6501199"/>
              <a:gd name="connsiteY2026" fmla="*/ 2640340 h 6382977"/>
              <a:gd name="connsiteX2027" fmla="*/ 5284411 w 6501199"/>
              <a:gd name="connsiteY2027" fmla="*/ 2666082 h 6382977"/>
              <a:gd name="connsiteX2028" fmla="*/ 5266051 w 6501199"/>
              <a:gd name="connsiteY2028" fmla="*/ 2659241 h 6382977"/>
              <a:gd name="connsiteX2029" fmla="*/ 5248051 w 6501199"/>
              <a:gd name="connsiteY2029" fmla="*/ 2684083 h 6382977"/>
              <a:gd name="connsiteX2030" fmla="*/ 5235361 w 6501199"/>
              <a:gd name="connsiteY2030" fmla="*/ 2680753 h 6382977"/>
              <a:gd name="connsiteX2031" fmla="*/ 5234338 w 6501199"/>
              <a:gd name="connsiteY2031" fmla="*/ 2678886 h 6382977"/>
              <a:gd name="connsiteX2032" fmla="*/ 5204334 w 6501199"/>
              <a:gd name="connsiteY2032" fmla="*/ 2709409 h 6382977"/>
              <a:gd name="connsiteX2033" fmla="*/ 5188157 w 6501199"/>
              <a:gd name="connsiteY2033" fmla="*/ 2718829 h 6382977"/>
              <a:gd name="connsiteX2034" fmla="*/ 5185071 w 6501199"/>
              <a:gd name="connsiteY2034" fmla="*/ 2728348 h 6382977"/>
              <a:gd name="connsiteX2035" fmla="*/ 5180074 w 6501199"/>
              <a:gd name="connsiteY2035" fmla="*/ 2733325 h 6382977"/>
              <a:gd name="connsiteX2036" fmla="*/ 5188095 w 6501199"/>
              <a:gd name="connsiteY2036" fmla="*/ 2729504 h 6382977"/>
              <a:gd name="connsiteX2037" fmla="*/ 5197866 w 6501199"/>
              <a:gd name="connsiteY2037" fmla="*/ 2739145 h 6382977"/>
              <a:gd name="connsiteX2038" fmla="*/ 5129439 w 6501199"/>
              <a:gd name="connsiteY2038" fmla="*/ 2790644 h 6382977"/>
              <a:gd name="connsiteX2039" fmla="*/ 5119104 w 6501199"/>
              <a:gd name="connsiteY2039" fmla="*/ 2813785 h 6382977"/>
              <a:gd name="connsiteX2040" fmla="*/ 5122140 w 6501199"/>
              <a:gd name="connsiteY2040" fmla="*/ 2808337 h 6382977"/>
              <a:gd name="connsiteX2041" fmla="*/ 5152290 w 6501199"/>
              <a:gd name="connsiteY2041" fmla="*/ 2793170 h 6382977"/>
              <a:gd name="connsiteX2042" fmla="*/ 5154810 w 6501199"/>
              <a:gd name="connsiteY2042" fmla="*/ 2811532 h 6382977"/>
              <a:gd name="connsiteX2043" fmla="*/ 5172811 w 6501199"/>
              <a:gd name="connsiteY2043" fmla="*/ 2782010 h 6382977"/>
              <a:gd name="connsiteX2044" fmla="*/ 5172811 w 6501199"/>
              <a:gd name="connsiteY2044" fmla="*/ 2806851 h 6382977"/>
              <a:gd name="connsiteX2045" fmla="*/ 5179651 w 6501199"/>
              <a:gd name="connsiteY2045" fmla="*/ 2770489 h 6382977"/>
              <a:gd name="connsiteX2046" fmla="*/ 5195491 w 6501199"/>
              <a:gd name="connsiteY2046" fmla="*/ 2791010 h 6382977"/>
              <a:gd name="connsiteX2047" fmla="*/ 5200171 w 6501199"/>
              <a:gd name="connsiteY2047" fmla="*/ 2761488 h 6382977"/>
              <a:gd name="connsiteX2048" fmla="*/ 5227531 w 6501199"/>
              <a:gd name="connsiteY2048" fmla="*/ 2743127 h 6382977"/>
              <a:gd name="connsiteX2049" fmla="*/ 5236531 w 6501199"/>
              <a:gd name="connsiteY2049" fmla="*/ 2734126 h 6382977"/>
              <a:gd name="connsiteX2050" fmla="*/ 5261731 w 6501199"/>
              <a:gd name="connsiteY2050" fmla="*/ 2738807 h 6382977"/>
              <a:gd name="connsiteX2051" fmla="*/ 5252371 w 6501199"/>
              <a:gd name="connsiteY2051" fmla="*/ 2718285 h 6382977"/>
              <a:gd name="connsiteX2052" fmla="*/ 5286571 w 6501199"/>
              <a:gd name="connsiteY2052" fmla="*/ 2699924 h 6382977"/>
              <a:gd name="connsiteX2053" fmla="*/ 5261731 w 6501199"/>
              <a:gd name="connsiteY2053" fmla="*/ 2718285 h 6382977"/>
              <a:gd name="connsiteX2054" fmla="*/ 5329772 w 6501199"/>
              <a:gd name="connsiteY2054" fmla="*/ 2697764 h 6382977"/>
              <a:gd name="connsiteX2055" fmla="*/ 5361812 w 6501199"/>
              <a:gd name="connsiteY2055" fmla="*/ 2661401 h 6382977"/>
              <a:gd name="connsiteX2056" fmla="*/ 5331932 w 6501199"/>
              <a:gd name="connsiteY2056" fmla="*/ 2686243 h 6382977"/>
              <a:gd name="connsiteX2057" fmla="*/ 5313931 w 6501199"/>
              <a:gd name="connsiteY2057" fmla="*/ 2686243 h 6382977"/>
              <a:gd name="connsiteX2058" fmla="*/ 5318611 w 6501199"/>
              <a:gd name="connsiteY2058" fmla="*/ 2670402 h 6382977"/>
              <a:gd name="connsiteX2059" fmla="*/ 5363972 w 6501199"/>
              <a:gd name="connsiteY2059" fmla="*/ 2649881 h 6382977"/>
              <a:gd name="connsiteX2060" fmla="*/ 5377652 w 6501199"/>
              <a:gd name="connsiteY2060" fmla="*/ 2666082 h 6382977"/>
              <a:gd name="connsiteX2061" fmla="*/ 5420853 w 6501199"/>
              <a:gd name="connsiteY2061" fmla="*/ 2627199 h 6382977"/>
              <a:gd name="connsiteX2062" fmla="*/ 5418693 w 6501199"/>
              <a:gd name="connsiteY2062" fmla="*/ 2592997 h 6382977"/>
              <a:gd name="connsiteX2063" fmla="*/ 5423013 w 6501199"/>
              <a:gd name="connsiteY2063" fmla="*/ 2583996 h 6382977"/>
              <a:gd name="connsiteX2064" fmla="*/ 5450373 w 6501199"/>
              <a:gd name="connsiteY2064" fmla="*/ 2597677 h 6382977"/>
              <a:gd name="connsiteX2065" fmla="*/ 5454918 w 6501199"/>
              <a:gd name="connsiteY2065" fmla="*/ 2580216 h 6382977"/>
              <a:gd name="connsiteX2066" fmla="*/ 5447075 w 6501199"/>
              <a:gd name="connsiteY2066" fmla="*/ 2569962 h 6382977"/>
              <a:gd name="connsiteX2067" fmla="*/ 5447739 w 6501199"/>
              <a:gd name="connsiteY2067" fmla="*/ 2571379 h 6382977"/>
              <a:gd name="connsiteX2068" fmla="*/ 5440827 w 6501199"/>
              <a:gd name="connsiteY2068" fmla="*/ 2579974 h 6382977"/>
              <a:gd name="connsiteX2069" fmla="*/ 5415713 w 6501199"/>
              <a:gd name="connsiteY2069" fmla="*/ 2582501 h 6382977"/>
              <a:gd name="connsiteX2070" fmla="*/ 5495002 w 6501199"/>
              <a:gd name="connsiteY2070" fmla="*/ 2489015 h 6382977"/>
              <a:gd name="connsiteX2071" fmla="*/ 5515452 w 6501199"/>
              <a:gd name="connsiteY2071" fmla="*/ 2489015 h 6382977"/>
              <a:gd name="connsiteX2072" fmla="*/ 5511147 w 6501199"/>
              <a:gd name="connsiteY2072" fmla="*/ 2477465 h 6382977"/>
              <a:gd name="connsiteX2073" fmla="*/ 5528267 w 6501199"/>
              <a:gd name="connsiteY2073" fmla="*/ 2464161 h 6382977"/>
              <a:gd name="connsiteX2074" fmla="*/ 5544975 w 6501199"/>
              <a:gd name="connsiteY2074" fmla="*/ 2455796 h 6382977"/>
              <a:gd name="connsiteX2075" fmla="*/ 5548079 w 6501199"/>
              <a:gd name="connsiteY2075" fmla="*/ 2438698 h 6382977"/>
              <a:gd name="connsiteX2076" fmla="*/ 5544851 w 6501199"/>
              <a:gd name="connsiteY2076" fmla="*/ 2417717 h 6382977"/>
              <a:gd name="connsiteX2077" fmla="*/ 5542509 w 6501199"/>
              <a:gd name="connsiteY2077" fmla="*/ 2407883 h 6382977"/>
              <a:gd name="connsiteX2078" fmla="*/ 5536188 w 6501199"/>
              <a:gd name="connsiteY2078" fmla="*/ 2410166 h 6382977"/>
              <a:gd name="connsiteX2079" fmla="*/ 5529933 w 6501199"/>
              <a:gd name="connsiteY2079" fmla="*/ 2418025 h 6382977"/>
              <a:gd name="connsiteX2080" fmla="*/ 5520933 w 6501199"/>
              <a:gd name="connsiteY2080" fmla="*/ 2392823 h 6382977"/>
              <a:gd name="connsiteX2081" fmla="*/ 4899929 w 6501199"/>
              <a:gd name="connsiteY2081" fmla="*/ 2388143 h 6382977"/>
              <a:gd name="connsiteX2082" fmla="*/ 4897409 w 6501199"/>
              <a:gd name="connsiteY2082" fmla="*/ 2413344 h 6382977"/>
              <a:gd name="connsiteX2083" fmla="*/ 4911089 w 6501199"/>
              <a:gd name="connsiteY2083" fmla="*/ 2388143 h 6382977"/>
              <a:gd name="connsiteX2084" fmla="*/ 4906769 w 6501199"/>
              <a:gd name="connsiteY2084" fmla="*/ 2390663 h 6382977"/>
              <a:gd name="connsiteX2085" fmla="*/ 4899929 w 6501199"/>
              <a:gd name="connsiteY2085" fmla="*/ 2388143 h 6382977"/>
              <a:gd name="connsiteX2086" fmla="*/ 5864190 w 6501199"/>
              <a:gd name="connsiteY2086" fmla="*/ 2379662 h 6382977"/>
              <a:gd name="connsiteX2087" fmla="*/ 5862050 w 6501199"/>
              <a:gd name="connsiteY2087" fmla="*/ 2411521 h 6382977"/>
              <a:gd name="connsiteX2088" fmla="*/ 5839575 w 6501199"/>
              <a:gd name="connsiteY2088" fmla="*/ 2404720 h 6382977"/>
              <a:gd name="connsiteX2089" fmla="*/ 5864190 w 6501199"/>
              <a:gd name="connsiteY2089" fmla="*/ 2379662 h 6382977"/>
              <a:gd name="connsiteX2090" fmla="*/ 5243371 w 6501199"/>
              <a:gd name="connsiteY2090" fmla="*/ 2376982 h 6382977"/>
              <a:gd name="connsiteX2091" fmla="*/ 5220691 w 6501199"/>
              <a:gd name="connsiteY2091" fmla="*/ 2413344 h 6382977"/>
              <a:gd name="connsiteX2092" fmla="*/ 5243371 w 6501199"/>
              <a:gd name="connsiteY2092" fmla="*/ 2376982 h 6382977"/>
              <a:gd name="connsiteX2093" fmla="*/ 5123178 w 6501199"/>
              <a:gd name="connsiteY2093" fmla="*/ 2375380 h 6382977"/>
              <a:gd name="connsiteX2094" fmla="*/ 5137544 w 6501199"/>
              <a:gd name="connsiteY2094" fmla="*/ 2383333 h 6382977"/>
              <a:gd name="connsiteX2095" fmla="*/ 5124023 w 6501199"/>
              <a:gd name="connsiteY2095" fmla="*/ 2383333 h 6382977"/>
              <a:gd name="connsiteX2096" fmla="*/ 5123178 w 6501199"/>
              <a:gd name="connsiteY2096" fmla="*/ 2375380 h 6382977"/>
              <a:gd name="connsiteX2097" fmla="*/ 553040 w 6501199"/>
              <a:gd name="connsiteY2097" fmla="*/ 2361345 h 6382977"/>
              <a:gd name="connsiteX2098" fmla="*/ 532518 w 6501199"/>
              <a:gd name="connsiteY2098" fmla="*/ 2372504 h 6382977"/>
              <a:gd name="connsiteX2099" fmla="*/ 527837 w 6501199"/>
              <a:gd name="connsiteY2099" fmla="*/ 2399860 h 6382977"/>
              <a:gd name="connsiteX2100" fmla="*/ 553040 w 6501199"/>
              <a:gd name="connsiteY2100" fmla="*/ 2361345 h 6382977"/>
              <a:gd name="connsiteX2101" fmla="*/ 5739455 w 6501199"/>
              <a:gd name="connsiteY2101" fmla="*/ 2358621 h 6382977"/>
              <a:gd name="connsiteX2102" fmla="*/ 5709575 w 6501199"/>
              <a:gd name="connsiteY2102" fmla="*/ 2372302 h 6382977"/>
              <a:gd name="connsiteX2103" fmla="*/ 5732615 w 6501199"/>
              <a:gd name="connsiteY2103" fmla="*/ 2374822 h 6382977"/>
              <a:gd name="connsiteX2104" fmla="*/ 5707415 w 6501199"/>
              <a:gd name="connsiteY2104" fmla="*/ 2399663 h 6382977"/>
              <a:gd name="connsiteX2105" fmla="*/ 5707415 w 6501199"/>
              <a:gd name="connsiteY2105" fmla="*/ 2413344 h 6382977"/>
              <a:gd name="connsiteX2106" fmla="*/ 5739455 w 6501199"/>
              <a:gd name="connsiteY2106" fmla="*/ 2358621 h 6382977"/>
              <a:gd name="connsiteX2107" fmla="*/ 6312121 w 6501199"/>
              <a:gd name="connsiteY2107" fmla="*/ 2347912 h 6382977"/>
              <a:gd name="connsiteX2108" fmla="*/ 6312121 w 6501199"/>
              <a:gd name="connsiteY2108" fmla="*/ 2382469 h 6382977"/>
              <a:gd name="connsiteX2109" fmla="*/ 6312121 w 6501199"/>
              <a:gd name="connsiteY2109" fmla="*/ 2347912 h 6382977"/>
              <a:gd name="connsiteX2110" fmla="*/ 6164649 w 6501199"/>
              <a:gd name="connsiteY2110" fmla="*/ 2335212 h 6382977"/>
              <a:gd name="connsiteX2111" fmla="*/ 6157555 w 6501199"/>
              <a:gd name="connsiteY2111" fmla="*/ 2364855 h 6382977"/>
              <a:gd name="connsiteX2112" fmla="*/ 6142086 w 6501199"/>
              <a:gd name="connsiteY2112" fmla="*/ 2400701 h 6382977"/>
              <a:gd name="connsiteX2113" fmla="*/ 6141817 w 6501199"/>
              <a:gd name="connsiteY2113" fmla="*/ 2401528 h 6382977"/>
              <a:gd name="connsiteX2114" fmla="*/ 6141758 w 6501199"/>
              <a:gd name="connsiteY2114" fmla="*/ 2401462 h 6382977"/>
              <a:gd name="connsiteX2115" fmla="*/ 6141730 w 6501199"/>
              <a:gd name="connsiteY2115" fmla="*/ 2401526 h 6382977"/>
              <a:gd name="connsiteX2116" fmla="*/ 6141724 w 6501199"/>
              <a:gd name="connsiteY2116" fmla="*/ 2401425 h 6382977"/>
              <a:gd name="connsiteX2117" fmla="*/ 6135469 w 6501199"/>
              <a:gd name="connsiteY2117" fmla="*/ 2394478 h 6382977"/>
              <a:gd name="connsiteX2118" fmla="*/ 6138627 w 6501199"/>
              <a:gd name="connsiteY2118" fmla="*/ 2384435 h 6382977"/>
              <a:gd name="connsiteX2119" fmla="*/ 6140477 w 6501199"/>
              <a:gd name="connsiteY2119" fmla="*/ 2380328 h 6382977"/>
              <a:gd name="connsiteX2120" fmla="*/ 6139411 w 6501199"/>
              <a:gd name="connsiteY2120" fmla="*/ 2362287 h 6382977"/>
              <a:gd name="connsiteX2121" fmla="*/ 6164649 w 6501199"/>
              <a:gd name="connsiteY2121" fmla="*/ 2335212 h 6382977"/>
              <a:gd name="connsiteX2122" fmla="*/ 6085280 w 6501199"/>
              <a:gd name="connsiteY2122" fmla="*/ 2330839 h 6382977"/>
              <a:gd name="connsiteX2123" fmla="*/ 6069539 w 6501199"/>
              <a:gd name="connsiteY2123" fmla="*/ 2376127 h 6382977"/>
              <a:gd name="connsiteX2124" fmla="*/ 6085280 w 6501199"/>
              <a:gd name="connsiteY2124" fmla="*/ 2330839 h 6382977"/>
              <a:gd name="connsiteX2125" fmla="*/ 5232290 w 6501199"/>
              <a:gd name="connsiteY2125" fmla="*/ 2324100 h 6382977"/>
              <a:gd name="connsiteX2126" fmla="*/ 5214100 w 6501199"/>
              <a:gd name="connsiteY2126" fmla="*/ 2361847 h 6382977"/>
              <a:gd name="connsiteX2127" fmla="*/ 5232290 w 6501199"/>
              <a:gd name="connsiteY2127" fmla="*/ 2324100 h 6382977"/>
              <a:gd name="connsiteX2128" fmla="*/ 3777806 w 6501199"/>
              <a:gd name="connsiteY2128" fmla="*/ 2318660 h 6382977"/>
              <a:gd name="connsiteX2129" fmla="*/ 3777885 w 6501199"/>
              <a:gd name="connsiteY2129" fmla="*/ 2319422 h 6382977"/>
              <a:gd name="connsiteX2130" fmla="*/ 3783336 w 6501199"/>
              <a:gd name="connsiteY2130" fmla="*/ 2319715 h 6382977"/>
              <a:gd name="connsiteX2131" fmla="*/ 3783152 w 6501199"/>
              <a:gd name="connsiteY2131" fmla="*/ 2319677 h 6382977"/>
              <a:gd name="connsiteX2132" fmla="*/ 5529933 w 6501199"/>
              <a:gd name="connsiteY2132" fmla="*/ 2317938 h 6382977"/>
              <a:gd name="connsiteX2133" fmla="*/ 5525613 w 6501199"/>
              <a:gd name="connsiteY2133" fmla="*/ 2326938 h 6382977"/>
              <a:gd name="connsiteX2134" fmla="*/ 5505093 w 6501199"/>
              <a:gd name="connsiteY2134" fmla="*/ 2376982 h 6382977"/>
              <a:gd name="connsiteX2135" fmla="*/ 5534613 w 6501199"/>
              <a:gd name="connsiteY2135" fmla="*/ 2335939 h 6382977"/>
              <a:gd name="connsiteX2136" fmla="*/ 5529933 w 6501199"/>
              <a:gd name="connsiteY2136" fmla="*/ 2317938 h 6382977"/>
              <a:gd name="connsiteX2137" fmla="*/ 3786078 w 6501199"/>
              <a:gd name="connsiteY2137" fmla="*/ 2314247 h 6382977"/>
              <a:gd name="connsiteX2138" fmla="*/ 3786179 w 6501199"/>
              <a:gd name="connsiteY2138" fmla="*/ 2315627 h 6382977"/>
              <a:gd name="connsiteX2139" fmla="*/ 3786725 w 6501199"/>
              <a:gd name="connsiteY2139" fmla="*/ 2319897 h 6382977"/>
              <a:gd name="connsiteX2140" fmla="*/ 3800850 w 6501199"/>
              <a:gd name="connsiteY2140" fmla="*/ 2320655 h 6382977"/>
              <a:gd name="connsiteX2141" fmla="*/ 3800764 w 6501199"/>
              <a:gd name="connsiteY2141" fmla="*/ 2319016 h 6382977"/>
              <a:gd name="connsiteX2142" fmla="*/ 3787381 w 6501199"/>
              <a:gd name="connsiteY2142" fmla="*/ 2316807 h 6382977"/>
              <a:gd name="connsiteX2143" fmla="*/ 5713309 w 6501199"/>
              <a:gd name="connsiteY2143" fmla="*/ 2313143 h 6382977"/>
              <a:gd name="connsiteX2144" fmla="*/ 5708208 w 6501199"/>
              <a:gd name="connsiteY2144" fmla="*/ 2318325 h 6382977"/>
              <a:gd name="connsiteX2145" fmla="*/ 5692864 w 6501199"/>
              <a:gd name="connsiteY2145" fmla="*/ 2342787 h 6382977"/>
              <a:gd name="connsiteX2146" fmla="*/ 5685201 w 6501199"/>
              <a:gd name="connsiteY2146" fmla="*/ 2341919 h 6382977"/>
              <a:gd name="connsiteX2147" fmla="*/ 5686794 w 6501199"/>
              <a:gd name="connsiteY2147" fmla="*/ 2361573 h 6382977"/>
              <a:gd name="connsiteX2148" fmla="*/ 5701430 w 6501199"/>
              <a:gd name="connsiteY2148" fmla="*/ 2344928 h 6382977"/>
              <a:gd name="connsiteX2149" fmla="*/ 5715355 w 6501199"/>
              <a:gd name="connsiteY2149" fmla="*/ 2336059 h 6382977"/>
              <a:gd name="connsiteX2150" fmla="*/ 5708266 w 6501199"/>
              <a:gd name="connsiteY2150" fmla="*/ 2332576 h 6382977"/>
              <a:gd name="connsiteX2151" fmla="*/ 5709959 w 6501199"/>
              <a:gd name="connsiteY2151" fmla="*/ 2321778 h 6382977"/>
              <a:gd name="connsiteX2152" fmla="*/ 3857860 w 6501199"/>
              <a:gd name="connsiteY2152" fmla="*/ 2310610 h 6382977"/>
              <a:gd name="connsiteX2153" fmla="*/ 3850361 w 6501199"/>
              <a:gd name="connsiteY2153" fmla="*/ 2313501 h 6382977"/>
              <a:gd name="connsiteX2154" fmla="*/ 3849086 w 6501199"/>
              <a:gd name="connsiteY2154" fmla="*/ 2320269 h 6382977"/>
              <a:gd name="connsiteX2155" fmla="*/ 3849189 w 6501199"/>
              <a:gd name="connsiteY2155" fmla="*/ 2320311 h 6382977"/>
              <a:gd name="connsiteX2156" fmla="*/ 3849070 w 6501199"/>
              <a:gd name="connsiteY2156" fmla="*/ 2320355 h 6382977"/>
              <a:gd name="connsiteX2157" fmla="*/ 3848772 w 6501199"/>
              <a:gd name="connsiteY2157" fmla="*/ 2321934 h 6382977"/>
              <a:gd name="connsiteX2158" fmla="*/ 3857673 w 6501199"/>
              <a:gd name="connsiteY2158" fmla="*/ 2315978 h 6382977"/>
              <a:gd name="connsiteX2159" fmla="*/ 6141201 w 6501199"/>
              <a:gd name="connsiteY2159" fmla="*/ 2301875 h 6382977"/>
              <a:gd name="connsiteX2160" fmla="*/ 6152924 w 6501199"/>
              <a:gd name="connsiteY2160" fmla="*/ 2333272 h 6382977"/>
              <a:gd name="connsiteX2161" fmla="*/ 6141201 w 6501199"/>
              <a:gd name="connsiteY2161" fmla="*/ 2301875 h 6382977"/>
              <a:gd name="connsiteX2162" fmla="*/ 3921795 w 6501199"/>
              <a:gd name="connsiteY2162" fmla="*/ 2296189 h 6382977"/>
              <a:gd name="connsiteX2163" fmla="*/ 3921532 w 6501199"/>
              <a:gd name="connsiteY2163" fmla="*/ 2299589 h 6382977"/>
              <a:gd name="connsiteX2164" fmla="*/ 3930507 w 6501199"/>
              <a:gd name="connsiteY2164" fmla="*/ 2296940 h 6382977"/>
              <a:gd name="connsiteX2165" fmla="*/ 3838715 w 6501199"/>
              <a:gd name="connsiteY2165" fmla="*/ 2295193 h 6382977"/>
              <a:gd name="connsiteX2166" fmla="*/ 3838548 w 6501199"/>
              <a:gd name="connsiteY2166" fmla="*/ 2295215 h 6382977"/>
              <a:gd name="connsiteX2167" fmla="*/ 3830720 w 6501199"/>
              <a:gd name="connsiteY2167" fmla="*/ 2299577 h 6382977"/>
              <a:gd name="connsiteX2168" fmla="*/ 3831365 w 6501199"/>
              <a:gd name="connsiteY2168" fmla="*/ 2296135 h 6382977"/>
              <a:gd name="connsiteX2169" fmla="*/ 3819666 w 6501199"/>
              <a:gd name="connsiteY2169" fmla="*/ 2297635 h 6382977"/>
              <a:gd name="connsiteX2170" fmla="*/ 3819666 w 6501199"/>
              <a:gd name="connsiteY2170" fmla="*/ 2301954 h 6382977"/>
              <a:gd name="connsiteX2171" fmla="*/ 3805917 w 6501199"/>
              <a:gd name="connsiteY2171" fmla="*/ 2299417 h 6382977"/>
              <a:gd name="connsiteX2172" fmla="*/ 3804159 w 6501199"/>
              <a:gd name="connsiteY2172" fmla="*/ 2298074 h 6382977"/>
              <a:gd name="connsiteX2173" fmla="*/ 3797740 w 6501199"/>
              <a:gd name="connsiteY2173" fmla="*/ 2302993 h 6382977"/>
              <a:gd name="connsiteX2174" fmla="*/ 3785127 w 6501199"/>
              <a:gd name="connsiteY2174" fmla="*/ 2301249 h 6382977"/>
              <a:gd name="connsiteX2175" fmla="*/ 3785325 w 6501199"/>
              <a:gd name="connsiteY2175" fmla="*/ 2303953 h 6382977"/>
              <a:gd name="connsiteX2176" fmla="*/ 3789867 w 6501199"/>
              <a:gd name="connsiteY2176" fmla="*/ 2303619 h 6382977"/>
              <a:gd name="connsiteX2177" fmla="*/ 3801304 w 6501199"/>
              <a:gd name="connsiteY2177" fmla="*/ 2306633 h 6382977"/>
              <a:gd name="connsiteX2178" fmla="*/ 3804935 w 6501199"/>
              <a:gd name="connsiteY2178" fmla="*/ 2320874 h 6382977"/>
              <a:gd name="connsiteX2179" fmla="*/ 3824106 w 6501199"/>
              <a:gd name="connsiteY2179" fmla="*/ 2321903 h 6382977"/>
              <a:gd name="connsiteX2180" fmla="*/ 3829342 w 6501199"/>
              <a:gd name="connsiteY2180" fmla="*/ 2319951 h 6382977"/>
              <a:gd name="connsiteX2181" fmla="*/ 3833799 w 6501199"/>
              <a:gd name="connsiteY2181" fmla="*/ 2318696 h 6382977"/>
              <a:gd name="connsiteX2182" fmla="*/ 3831575 w 6501199"/>
              <a:gd name="connsiteY2182" fmla="*/ 2309665 h 6382977"/>
              <a:gd name="connsiteX2183" fmla="*/ 3839857 w 6501199"/>
              <a:gd name="connsiteY2183" fmla="*/ 2296929 h 6382977"/>
              <a:gd name="connsiteX2184" fmla="*/ 3908217 w 6501199"/>
              <a:gd name="connsiteY2184" fmla="*/ 2294334 h 6382977"/>
              <a:gd name="connsiteX2185" fmla="*/ 3898761 w 6501199"/>
              <a:gd name="connsiteY2185" fmla="*/ 2301737 h 6382977"/>
              <a:gd name="connsiteX2186" fmla="*/ 3897551 w 6501199"/>
              <a:gd name="connsiteY2186" fmla="*/ 2297904 h 6382977"/>
              <a:gd name="connsiteX2187" fmla="*/ 3890228 w 6501199"/>
              <a:gd name="connsiteY2187" fmla="*/ 2307751 h 6382977"/>
              <a:gd name="connsiteX2188" fmla="*/ 3912151 w 6501199"/>
              <a:gd name="connsiteY2188" fmla="*/ 2302359 h 6382977"/>
              <a:gd name="connsiteX2189" fmla="*/ 3918957 w 6501199"/>
              <a:gd name="connsiteY2189" fmla="*/ 2300349 h 6382977"/>
              <a:gd name="connsiteX2190" fmla="*/ 3914737 w 6501199"/>
              <a:gd name="connsiteY2190" fmla="*/ 2295298 h 6382977"/>
              <a:gd name="connsiteX2191" fmla="*/ 5163811 w 6501199"/>
              <a:gd name="connsiteY2191" fmla="*/ 2292736 h 6382977"/>
              <a:gd name="connsiteX2192" fmla="*/ 5138610 w 6501199"/>
              <a:gd name="connsiteY2192" fmla="*/ 2299577 h 6382977"/>
              <a:gd name="connsiteX2193" fmla="*/ 5159131 w 6501199"/>
              <a:gd name="connsiteY2193" fmla="*/ 2315418 h 6382977"/>
              <a:gd name="connsiteX2194" fmla="*/ 5163811 w 6501199"/>
              <a:gd name="connsiteY2194" fmla="*/ 2292736 h 6382977"/>
              <a:gd name="connsiteX2195" fmla="*/ 3869118 w 6501199"/>
              <a:gd name="connsiteY2195" fmla="*/ 2291003 h 6382977"/>
              <a:gd name="connsiteX2196" fmla="*/ 3865060 w 6501199"/>
              <a:gd name="connsiteY2196" fmla="*/ 2291365 h 6382977"/>
              <a:gd name="connsiteX2197" fmla="*/ 3869652 w 6501199"/>
              <a:gd name="connsiteY2197" fmla="*/ 2297919 h 6382977"/>
              <a:gd name="connsiteX2198" fmla="*/ 3864860 w 6501199"/>
              <a:gd name="connsiteY2198" fmla="*/ 2313991 h 6382977"/>
              <a:gd name="connsiteX2199" fmla="*/ 3888685 w 6501199"/>
              <a:gd name="connsiteY2199" fmla="*/ 2308131 h 6382977"/>
              <a:gd name="connsiteX2200" fmla="*/ 3883967 w 6501199"/>
              <a:gd name="connsiteY2200" fmla="*/ 2306431 h 6382977"/>
              <a:gd name="connsiteX2201" fmla="*/ 3881965 w 6501199"/>
              <a:gd name="connsiteY2201" fmla="*/ 2301280 h 6382977"/>
              <a:gd name="connsiteX2202" fmla="*/ 3877363 w 6501199"/>
              <a:gd name="connsiteY2202" fmla="*/ 2299082 h 6382977"/>
              <a:gd name="connsiteX2203" fmla="*/ 3872998 w 6501199"/>
              <a:gd name="connsiteY2203" fmla="*/ 2299712 h 6382977"/>
              <a:gd name="connsiteX2204" fmla="*/ 3873519 w 6501199"/>
              <a:gd name="connsiteY2204" fmla="*/ 2294555 h 6382977"/>
              <a:gd name="connsiteX2205" fmla="*/ 3871614 w 6501199"/>
              <a:gd name="connsiteY2205" fmla="*/ 2294665 h 6382977"/>
              <a:gd name="connsiteX2206" fmla="*/ 3871919 w 6501199"/>
              <a:gd name="connsiteY2206" fmla="*/ 2292873 h 6382977"/>
              <a:gd name="connsiteX2207" fmla="*/ 3789107 w 6501199"/>
              <a:gd name="connsiteY2207" fmla="*/ 2290129 h 6382977"/>
              <a:gd name="connsiteX2208" fmla="*/ 3789260 w 6501199"/>
              <a:gd name="connsiteY2208" fmla="*/ 2290956 h 6382977"/>
              <a:gd name="connsiteX2209" fmla="*/ 3791240 w 6501199"/>
              <a:gd name="connsiteY2209" fmla="*/ 2290818 h 6382977"/>
              <a:gd name="connsiteX2210" fmla="*/ 3815780 w 6501199"/>
              <a:gd name="connsiteY2210" fmla="*/ 2289046 h 6382977"/>
              <a:gd name="connsiteX2211" fmla="*/ 3814512 w 6501199"/>
              <a:gd name="connsiteY2211" fmla="*/ 2289066 h 6382977"/>
              <a:gd name="connsiteX2212" fmla="*/ 3811171 w 6501199"/>
              <a:gd name="connsiteY2212" fmla="*/ 2292116 h 6382977"/>
              <a:gd name="connsiteX2213" fmla="*/ 3817675 w 6501199"/>
              <a:gd name="connsiteY2213" fmla="*/ 2293771 h 6382977"/>
              <a:gd name="connsiteX2214" fmla="*/ 3825172 w 6501199"/>
              <a:gd name="connsiteY2214" fmla="*/ 2289801 h 6382977"/>
              <a:gd name="connsiteX2215" fmla="*/ 3823689 w 6501199"/>
              <a:gd name="connsiteY2215" fmla="*/ 2290137 h 6382977"/>
              <a:gd name="connsiteX2216" fmla="*/ 3815780 w 6501199"/>
              <a:gd name="connsiteY2216" fmla="*/ 2289046 h 6382977"/>
              <a:gd name="connsiteX2217" fmla="*/ 5263688 w 6501199"/>
              <a:gd name="connsiteY2217" fmla="*/ 2288656 h 6382977"/>
              <a:gd name="connsiteX2218" fmla="*/ 5268319 w 6501199"/>
              <a:gd name="connsiteY2218" fmla="*/ 2292296 h 6382977"/>
              <a:gd name="connsiteX2219" fmla="*/ 5263923 w 6501199"/>
              <a:gd name="connsiteY2219" fmla="*/ 2301214 h 6382977"/>
              <a:gd name="connsiteX2220" fmla="*/ 5263923 w 6501199"/>
              <a:gd name="connsiteY2220" fmla="*/ 2310490 h 6382977"/>
              <a:gd name="connsiteX2221" fmla="*/ 5256963 w 6501199"/>
              <a:gd name="connsiteY2221" fmla="*/ 2312630 h 6382977"/>
              <a:gd name="connsiteX2222" fmla="*/ 5252200 w 6501199"/>
              <a:gd name="connsiteY2222" fmla="*/ 2307992 h 6382977"/>
              <a:gd name="connsiteX2223" fmla="*/ 5252200 w 6501199"/>
              <a:gd name="connsiteY2223" fmla="*/ 2296933 h 6382977"/>
              <a:gd name="connsiteX2224" fmla="*/ 5263688 w 6501199"/>
              <a:gd name="connsiteY2224" fmla="*/ 2288656 h 6382977"/>
              <a:gd name="connsiteX2225" fmla="*/ 3946641 w 6501199"/>
              <a:gd name="connsiteY2225" fmla="*/ 2288056 h 6382977"/>
              <a:gd name="connsiteX2226" fmla="*/ 3934012 w 6501199"/>
              <a:gd name="connsiteY2226" fmla="*/ 2295905 h 6382977"/>
              <a:gd name="connsiteX2227" fmla="*/ 3947263 w 6501199"/>
              <a:gd name="connsiteY2227" fmla="*/ 2291993 h 6382977"/>
              <a:gd name="connsiteX2228" fmla="*/ 3894441 w 6501199"/>
              <a:gd name="connsiteY2228" fmla="*/ 2288056 h 6382977"/>
              <a:gd name="connsiteX2229" fmla="*/ 3894326 w 6501199"/>
              <a:gd name="connsiteY2229" fmla="*/ 2288129 h 6382977"/>
              <a:gd name="connsiteX2230" fmla="*/ 3893869 w 6501199"/>
              <a:gd name="connsiteY2230" fmla="*/ 2290782 h 6382977"/>
              <a:gd name="connsiteX2231" fmla="*/ 3897184 w 6501199"/>
              <a:gd name="connsiteY2231" fmla="*/ 2296742 h 6382977"/>
              <a:gd name="connsiteX2232" fmla="*/ 5823335 w 6501199"/>
              <a:gd name="connsiteY2232" fmla="*/ 2285896 h 6382977"/>
              <a:gd name="connsiteX2233" fmla="*/ 5798495 w 6501199"/>
              <a:gd name="connsiteY2233" fmla="*/ 2308577 h 6382977"/>
              <a:gd name="connsiteX2234" fmla="*/ 5823335 w 6501199"/>
              <a:gd name="connsiteY2234" fmla="*/ 2285896 h 6382977"/>
              <a:gd name="connsiteX2235" fmla="*/ 3940263 w 6501199"/>
              <a:gd name="connsiteY2235" fmla="*/ 2269509 h 6382977"/>
              <a:gd name="connsiteX2236" fmla="*/ 3938901 w 6501199"/>
              <a:gd name="connsiteY2236" fmla="*/ 2271315 h 6382977"/>
              <a:gd name="connsiteX2237" fmla="*/ 3939801 w 6501199"/>
              <a:gd name="connsiteY2237" fmla="*/ 2281575 h 6382977"/>
              <a:gd name="connsiteX2238" fmla="*/ 3949206 w 6501199"/>
              <a:gd name="connsiteY2238" fmla="*/ 2278110 h 6382977"/>
              <a:gd name="connsiteX2239" fmla="*/ 3950995 w 6501199"/>
              <a:gd name="connsiteY2239" fmla="*/ 2273835 h 6382977"/>
              <a:gd name="connsiteX2240" fmla="*/ 3943252 w 6501199"/>
              <a:gd name="connsiteY2240" fmla="*/ 2271610 h 6382977"/>
              <a:gd name="connsiteX2241" fmla="*/ 5720925 w 6501199"/>
              <a:gd name="connsiteY2241" fmla="*/ 2266950 h 6382977"/>
              <a:gd name="connsiteX2242" fmla="*/ 5703050 w 6501199"/>
              <a:gd name="connsiteY2242" fmla="*/ 2286835 h 6382977"/>
              <a:gd name="connsiteX2243" fmla="*/ 5720925 w 6501199"/>
              <a:gd name="connsiteY2243" fmla="*/ 2266950 h 6382977"/>
              <a:gd name="connsiteX2244" fmla="*/ 5834855 w 6501199"/>
              <a:gd name="connsiteY2244" fmla="*/ 2256374 h 6382977"/>
              <a:gd name="connsiteX2245" fmla="*/ 5825855 w 6501199"/>
              <a:gd name="connsiteY2245" fmla="*/ 2283736 h 6382977"/>
              <a:gd name="connsiteX2246" fmla="*/ 5855375 w 6501199"/>
              <a:gd name="connsiteY2246" fmla="*/ 2274735 h 6382977"/>
              <a:gd name="connsiteX2247" fmla="*/ 5834855 w 6501199"/>
              <a:gd name="connsiteY2247" fmla="*/ 2256374 h 6382977"/>
              <a:gd name="connsiteX2248" fmla="*/ 5254891 w 6501199"/>
              <a:gd name="connsiteY2248" fmla="*/ 2256374 h 6382977"/>
              <a:gd name="connsiteX2249" fmla="*/ 5254647 w 6501199"/>
              <a:gd name="connsiteY2249" fmla="*/ 2256827 h 6382977"/>
              <a:gd name="connsiteX2250" fmla="*/ 5254969 w 6501199"/>
              <a:gd name="connsiteY2250" fmla="*/ 2256374 h 6382977"/>
              <a:gd name="connsiteX2251" fmla="*/ 5800655 w 6501199"/>
              <a:gd name="connsiteY2251" fmla="*/ 2249533 h 6382977"/>
              <a:gd name="connsiteX2252" fmla="*/ 5786975 w 6501199"/>
              <a:gd name="connsiteY2252" fmla="*/ 2281575 h 6382977"/>
              <a:gd name="connsiteX2253" fmla="*/ 5800655 w 6501199"/>
              <a:gd name="connsiteY2253" fmla="*/ 2285896 h 6382977"/>
              <a:gd name="connsiteX2254" fmla="*/ 5828015 w 6501199"/>
              <a:gd name="connsiteY2254" fmla="*/ 2256374 h 6382977"/>
              <a:gd name="connsiteX2255" fmla="*/ 5802815 w 6501199"/>
              <a:gd name="connsiteY2255" fmla="*/ 2274735 h 6382977"/>
              <a:gd name="connsiteX2256" fmla="*/ 5800655 w 6501199"/>
              <a:gd name="connsiteY2256" fmla="*/ 2249533 h 6382977"/>
              <a:gd name="connsiteX2257" fmla="*/ 6293228 w 6501199"/>
              <a:gd name="connsiteY2257" fmla="*/ 2247900 h 6382977"/>
              <a:gd name="connsiteX2258" fmla="*/ 6276857 w 6501199"/>
              <a:gd name="connsiteY2258" fmla="*/ 2285647 h 6382977"/>
              <a:gd name="connsiteX2259" fmla="*/ 6293228 w 6501199"/>
              <a:gd name="connsiteY2259" fmla="*/ 2247900 h 6382977"/>
              <a:gd name="connsiteX2260" fmla="*/ 5225011 w 6501199"/>
              <a:gd name="connsiteY2260" fmla="*/ 2231532 h 6382977"/>
              <a:gd name="connsiteX2261" fmla="*/ 5222851 w 6501199"/>
              <a:gd name="connsiteY2261" fmla="*/ 2261054 h 6382977"/>
              <a:gd name="connsiteX2262" fmla="*/ 5200171 w 6501199"/>
              <a:gd name="connsiteY2262" fmla="*/ 2306417 h 6382977"/>
              <a:gd name="connsiteX2263" fmla="*/ 5174971 w 6501199"/>
              <a:gd name="connsiteY2263" fmla="*/ 2285896 h 6382977"/>
              <a:gd name="connsiteX2264" fmla="*/ 5184331 w 6501199"/>
              <a:gd name="connsiteY2264" fmla="*/ 2313258 h 6382977"/>
              <a:gd name="connsiteX2265" fmla="*/ 5163811 w 6501199"/>
              <a:gd name="connsiteY2265" fmla="*/ 2340619 h 6382977"/>
              <a:gd name="connsiteX2266" fmla="*/ 5141130 w 6501199"/>
              <a:gd name="connsiteY2266" fmla="*/ 2326938 h 6382977"/>
              <a:gd name="connsiteX2267" fmla="*/ 5141130 w 6501199"/>
              <a:gd name="connsiteY2267" fmla="*/ 2351780 h 6382977"/>
              <a:gd name="connsiteX2268" fmla="*/ 5109090 w 6501199"/>
              <a:gd name="connsiteY2268" fmla="*/ 2356461 h 6382977"/>
              <a:gd name="connsiteX2269" fmla="*/ 5111250 w 6501199"/>
              <a:gd name="connsiteY2269" fmla="*/ 2367981 h 6382977"/>
              <a:gd name="connsiteX2270" fmla="*/ 5086410 w 6501199"/>
              <a:gd name="connsiteY2270" fmla="*/ 2411184 h 6382977"/>
              <a:gd name="connsiteX2271" fmla="*/ 5065890 w 6501199"/>
              <a:gd name="connsiteY2271" fmla="*/ 2427025 h 6382977"/>
              <a:gd name="connsiteX2272" fmla="*/ 5027369 w 6501199"/>
              <a:gd name="connsiteY2272" fmla="*/ 2449707 h 6382977"/>
              <a:gd name="connsiteX2273" fmla="*/ 5022689 w 6501199"/>
              <a:gd name="connsiteY2273" fmla="*/ 2458708 h 6382977"/>
              <a:gd name="connsiteX2274" fmla="*/ 5031689 w 6501199"/>
              <a:gd name="connsiteY2274" fmla="*/ 2465548 h 6382977"/>
              <a:gd name="connsiteX2275" fmla="*/ 5015849 w 6501199"/>
              <a:gd name="connsiteY2275" fmla="*/ 2486069 h 6382977"/>
              <a:gd name="connsiteX2276" fmla="*/ 5018009 w 6501199"/>
              <a:gd name="connsiteY2276" fmla="*/ 2463388 h 6382977"/>
              <a:gd name="connsiteX2277" fmla="*/ 4963649 w 6501199"/>
              <a:gd name="connsiteY2277" fmla="*/ 2486069 h 6382977"/>
              <a:gd name="connsiteX2278" fmla="*/ 4965809 w 6501199"/>
              <a:gd name="connsiteY2278" fmla="*/ 2508751 h 6382977"/>
              <a:gd name="connsiteX2279" fmla="*/ 4981649 w 6501199"/>
              <a:gd name="connsiteY2279" fmla="*/ 2486069 h 6382977"/>
              <a:gd name="connsiteX2280" fmla="*/ 4995329 w 6501199"/>
              <a:gd name="connsiteY2280" fmla="*/ 2515591 h 6382977"/>
              <a:gd name="connsiteX2281" fmla="*/ 4961129 w 6501199"/>
              <a:gd name="connsiteY2281" fmla="*/ 2520272 h 6382977"/>
              <a:gd name="connsiteX2282" fmla="*/ 4947449 w 6501199"/>
              <a:gd name="connsiteY2282" fmla="*/ 2497590 h 6382977"/>
              <a:gd name="connsiteX2283" fmla="*/ 4943129 w 6501199"/>
              <a:gd name="connsiteY2283" fmla="*/ 2515591 h 6382977"/>
              <a:gd name="connsiteX2284" fmla="*/ 4938449 w 6501199"/>
              <a:gd name="connsiteY2284" fmla="*/ 2504431 h 6382977"/>
              <a:gd name="connsiteX2285" fmla="*/ 4915769 w 6501199"/>
              <a:gd name="connsiteY2285" fmla="*/ 2529272 h 6382977"/>
              <a:gd name="connsiteX2286" fmla="*/ 4858888 w 6501199"/>
              <a:gd name="connsiteY2286" fmla="*/ 2549794 h 6382977"/>
              <a:gd name="connsiteX2287" fmla="*/ 4863568 w 6501199"/>
              <a:gd name="connsiteY2287" fmla="*/ 2563475 h 6382977"/>
              <a:gd name="connsiteX2288" fmla="*/ 4849888 w 6501199"/>
              <a:gd name="connsiteY2288" fmla="*/ 2574995 h 6382977"/>
              <a:gd name="connsiteX2289" fmla="*/ 4813528 w 6501199"/>
              <a:gd name="connsiteY2289" fmla="*/ 2592997 h 6382977"/>
              <a:gd name="connsiteX2290" fmla="*/ 4799848 w 6501199"/>
              <a:gd name="connsiteY2290" fmla="*/ 2583996 h 6382977"/>
              <a:gd name="connsiteX2291" fmla="*/ 4813528 w 6501199"/>
              <a:gd name="connsiteY2291" fmla="*/ 2565635 h 6382977"/>
              <a:gd name="connsiteX2292" fmla="*/ 4772487 w 6501199"/>
              <a:gd name="connsiteY2292" fmla="*/ 2581836 h 6382977"/>
              <a:gd name="connsiteX2293" fmla="*/ 4795167 w 6501199"/>
              <a:gd name="connsiteY2293" fmla="*/ 2579316 h 6382977"/>
              <a:gd name="connsiteX2294" fmla="*/ 4738287 w 6501199"/>
              <a:gd name="connsiteY2294" fmla="*/ 2625039 h 6382977"/>
              <a:gd name="connsiteX2295" fmla="*/ 4747287 w 6501199"/>
              <a:gd name="connsiteY2295" fmla="*/ 2631879 h 6382977"/>
              <a:gd name="connsiteX2296" fmla="*/ 4740447 w 6501199"/>
              <a:gd name="connsiteY2296" fmla="*/ 2649881 h 6382977"/>
              <a:gd name="connsiteX2297" fmla="*/ 4724607 w 6501199"/>
              <a:gd name="connsiteY2297" fmla="*/ 2629359 h 6382977"/>
              <a:gd name="connsiteX2298" fmla="*/ 4695087 w 6501199"/>
              <a:gd name="connsiteY2298" fmla="*/ 2638720 h 6382977"/>
              <a:gd name="connsiteX2299" fmla="*/ 4722447 w 6501199"/>
              <a:gd name="connsiteY2299" fmla="*/ 2647720 h 6382977"/>
              <a:gd name="connsiteX2300" fmla="*/ 4701927 w 6501199"/>
              <a:gd name="connsiteY2300" fmla="*/ 2668242 h 6382977"/>
              <a:gd name="connsiteX2301" fmla="*/ 4676727 w 6501199"/>
              <a:gd name="connsiteY2301" fmla="*/ 2634040 h 6382977"/>
              <a:gd name="connsiteX2302" fmla="*/ 4645047 w 6501199"/>
              <a:gd name="connsiteY2302" fmla="*/ 2684083 h 6382977"/>
              <a:gd name="connsiteX2303" fmla="*/ 4674567 w 6501199"/>
              <a:gd name="connsiteY2303" fmla="*/ 2661401 h 6382977"/>
              <a:gd name="connsiteX2304" fmla="*/ 4670247 w 6501199"/>
              <a:gd name="connsiteY2304" fmla="*/ 2681923 h 6382977"/>
              <a:gd name="connsiteX2305" fmla="*/ 4636901 w 6501199"/>
              <a:gd name="connsiteY2305" fmla="*/ 2692678 h 6382977"/>
              <a:gd name="connsiteX2306" fmla="*/ 4628304 w 6501199"/>
              <a:gd name="connsiteY2306" fmla="*/ 2696185 h 6382977"/>
              <a:gd name="connsiteX2307" fmla="*/ 4629977 w 6501199"/>
              <a:gd name="connsiteY2307" fmla="*/ 2698664 h 6382977"/>
              <a:gd name="connsiteX2308" fmla="*/ 4635284 w 6501199"/>
              <a:gd name="connsiteY2308" fmla="*/ 2700143 h 6382977"/>
              <a:gd name="connsiteX2309" fmla="*/ 4637518 w 6501199"/>
              <a:gd name="connsiteY2309" fmla="*/ 2701420 h 6382977"/>
              <a:gd name="connsiteX2310" fmla="*/ 4648557 w 6501199"/>
              <a:gd name="connsiteY2310" fmla="*/ 2700059 h 6382977"/>
              <a:gd name="connsiteX2311" fmla="*/ 4660887 w 6501199"/>
              <a:gd name="connsiteY2311" fmla="*/ 2690923 h 6382977"/>
              <a:gd name="connsiteX2312" fmla="*/ 4670247 w 6501199"/>
              <a:gd name="connsiteY2312" fmla="*/ 2686243 h 6382977"/>
              <a:gd name="connsiteX2313" fmla="*/ 4679247 w 6501199"/>
              <a:gd name="connsiteY2313" fmla="*/ 2695604 h 6382977"/>
              <a:gd name="connsiteX2314" fmla="*/ 4690407 w 6501199"/>
              <a:gd name="connsiteY2314" fmla="*/ 2679403 h 6382977"/>
              <a:gd name="connsiteX2315" fmla="*/ 4726767 w 6501199"/>
              <a:gd name="connsiteY2315" fmla="*/ 2666082 h 6382977"/>
              <a:gd name="connsiteX2316" fmla="*/ 4736127 w 6501199"/>
              <a:gd name="connsiteY2316" fmla="*/ 2679403 h 6382977"/>
              <a:gd name="connsiteX2317" fmla="*/ 4767807 w 6501199"/>
              <a:gd name="connsiteY2317" fmla="*/ 2663562 h 6382977"/>
              <a:gd name="connsiteX2318" fmla="*/ 4790487 w 6501199"/>
              <a:gd name="connsiteY2318" fmla="*/ 2640880 h 6382977"/>
              <a:gd name="connsiteX2319" fmla="*/ 4808848 w 6501199"/>
              <a:gd name="connsiteY2319" fmla="*/ 2627199 h 6382977"/>
              <a:gd name="connsiteX2320" fmla="*/ 4818574 w 6501199"/>
              <a:gd name="connsiteY2320" fmla="*/ 2632082 h 6382977"/>
              <a:gd name="connsiteX2321" fmla="*/ 4817225 w 6501199"/>
              <a:gd name="connsiteY2321" fmla="*/ 2627535 h 6382977"/>
              <a:gd name="connsiteX2322" fmla="*/ 4867662 w 6501199"/>
              <a:gd name="connsiteY2322" fmla="*/ 2600325 h 6382977"/>
              <a:gd name="connsiteX2323" fmla="*/ 4861431 w 6501199"/>
              <a:gd name="connsiteY2323" fmla="*/ 2620335 h 6382977"/>
              <a:gd name="connsiteX2324" fmla="*/ 4860096 w 6501199"/>
              <a:gd name="connsiteY2324" fmla="*/ 2621942 h 6382977"/>
              <a:gd name="connsiteX2325" fmla="*/ 4865514 w 6501199"/>
              <a:gd name="connsiteY2325" fmla="*/ 2621506 h 6382977"/>
              <a:gd name="connsiteX2326" fmla="*/ 4879408 w 6501199"/>
              <a:gd name="connsiteY2326" fmla="*/ 2615678 h 6382977"/>
              <a:gd name="connsiteX2327" fmla="*/ 4874728 w 6501199"/>
              <a:gd name="connsiteY2327" fmla="*/ 2602357 h 6382977"/>
              <a:gd name="connsiteX2328" fmla="*/ 4904249 w 6501199"/>
              <a:gd name="connsiteY2328" fmla="*/ 2586156 h 6382977"/>
              <a:gd name="connsiteX2329" fmla="*/ 4906769 w 6501199"/>
              <a:gd name="connsiteY2329" fmla="*/ 2606678 h 6382977"/>
              <a:gd name="connsiteX2330" fmla="*/ 4916123 w 6501199"/>
              <a:gd name="connsiteY2330" fmla="*/ 2582702 h 6382977"/>
              <a:gd name="connsiteX2331" fmla="*/ 4916553 w 6501199"/>
              <a:gd name="connsiteY2331" fmla="*/ 2582401 h 6382977"/>
              <a:gd name="connsiteX2332" fmla="*/ 4916926 w 6501199"/>
              <a:gd name="connsiteY2332" fmla="*/ 2574036 h 6382977"/>
              <a:gd name="connsiteX2333" fmla="*/ 4940695 w 6501199"/>
              <a:gd name="connsiteY2333" fmla="*/ 2555875 h 6382977"/>
              <a:gd name="connsiteX2334" fmla="*/ 4938110 w 6501199"/>
              <a:gd name="connsiteY2334" fmla="*/ 2567927 h 6382977"/>
              <a:gd name="connsiteX2335" fmla="*/ 4958862 w 6501199"/>
              <a:gd name="connsiteY2335" fmla="*/ 2559593 h 6382977"/>
              <a:gd name="connsiteX2336" fmla="*/ 4966610 w 6501199"/>
              <a:gd name="connsiteY2336" fmla="*/ 2555482 h 6382977"/>
              <a:gd name="connsiteX2337" fmla="*/ 4958513 w 6501199"/>
              <a:gd name="connsiteY2337" fmla="*/ 2547013 h 6382977"/>
              <a:gd name="connsiteX2338" fmla="*/ 4967332 w 6501199"/>
              <a:gd name="connsiteY2338" fmla="*/ 2538127 h 6382977"/>
              <a:gd name="connsiteX2339" fmla="*/ 4971093 w 6501199"/>
              <a:gd name="connsiteY2339" fmla="*/ 2542074 h 6382977"/>
              <a:gd name="connsiteX2340" fmla="*/ 4970489 w 6501199"/>
              <a:gd name="connsiteY2340" fmla="*/ 2533953 h 6382977"/>
              <a:gd name="connsiteX2341" fmla="*/ 4995329 w 6501199"/>
              <a:gd name="connsiteY2341" fmla="*/ 2518112 h 6382977"/>
              <a:gd name="connsiteX2342" fmla="*/ 4997849 w 6501199"/>
              <a:gd name="connsiteY2342" fmla="*/ 2542953 h 6382977"/>
              <a:gd name="connsiteX2343" fmla="*/ 5059364 w 6501199"/>
              <a:gd name="connsiteY2343" fmla="*/ 2492730 h 6382977"/>
              <a:gd name="connsiteX2344" fmla="*/ 5085382 w 6501199"/>
              <a:gd name="connsiteY2344" fmla="*/ 2471262 h 6382977"/>
              <a:gd name="connsiteX2345" fmla="*/ 5080515 w 6501199"/>
              <a:gd name="connsiteY2345" fmla="*/ 2465113 h 6382977"/>
              <a:gd name="connsiteX2346" fmla="*/ 5074385 w 6501199"/>
              <a:gd name="connsiteY2346" fmla="*/ 2467753 h 6382977"/>
              <a:gd name="connsiteX2347" fmla="*/ 5097294 w 6501199"/>
              <a:gd name="connsiteY2347" fmla="*/ 2438400 h 6382977"/>
              <a:gd name="connsiteX2348" fmla="*/ 5090493 w 6501199"/>
              <a:gd name="connsiteY2348" fmla="*/ 2456298 h 6382977"/>
              <a:gd name="connsiteX2349" fmla="*/ 5086690 w 6501199"/>
              <a:gd name="connsiteY2349" fmla="*/ 2463681 h 6382977"/>
              <a:gd name="connsiteX2350" fmla="*/ 5087396 w 6501199"/>
              <a:gd name="connsiteY2350" fmla="*/ 2469601 h 6382977"/>
              <a:gd name="connsiteX2351" fmla="*/ 5089430 w 6501199"/>
              <a:gd name="connsiteY2351" fmla="*/ 2467922 h 6382977"/>
              <a:gd name="connsiteX2352" fmla="*/ 5122770 w 6501199"/>
              <a:gd name="connsiteY2352" fmla="*/ 2454387 h 6382977"/>
              <a:gd name="connsiteX2353" fmla="*/ 5111250 w 6501199"/>
              <a:gd name="connsiteY2353" fmla="*/ 2468068 h 6382977"/>
              <a:gd name="connsiteX2354" fmla="*/ 5129610 w 6501199"/>
              <a:gd name="connsiteY2354" fmla="*/ 2472388 h 6382977"/>
              <a:gd name="connsiteX2355" fmla="*/ 5139645 w 6501199"/>
              <a:gd name="connsiteY2355" fmla="*/ 2458528 h 6382977"/>
              <a:gd name="connsiteX2356" fmla="*/ 5147964 w 6501199"/>
              <a:gd name="connsiteY2356" fmla="*/ 2458705 h 6382977"/>
              <a:gd name="connsiteX2357" fmla="*/ 5151722 w 6501199"/>
              <a:gd name="connsiteY2357" fmla="*/ 2451292 h 6382977"/>
              <a:gd name="connsiteX2358" fmla="*/ 5153522 w 6501199"/>
              <a:gd name="connsiteY2358" fmla="*/ 2448734 h 6382977"/>
              <a:gd name="connsiteX2359" fmla="*/ 5152740 w 6501199"/>
              <a:gd name="connsiteY2359" fmla="*/ 2443992 h 6382977"/>
              <a:gd name="connsiteX2360" fmla="*/ 5152290 w 6501199"/>
              <a:gd name="connsiteY2360" fmla="*/ 2431706 h 6382977"/>
              <a:gd name="connsiteX2361" fmla="*/ 5156567 w 6501199"/>
              <a:gd name="connsiteY2361" fmla="*/ 2432383 h 6382977"/>
              <a:gd name="connsiteX2362" fmla="*/ 5156433 w 6501199"/>
              <a:gd name="connsiteY2362" fmla="*/ 2431030 h 6382977"/>
              <a:gd name="connsiteX2363" fmla="*/ 5168768 w 6501199"/>
              <a:gd name="connsiteY2363" fmla="*/ 2432975 h 6382977"/>
              <a:gd name="connsiteX2364" fmla="*/ 5176405 w 6501199"/>
              <a:gd name="connsiteY2364" fmla="*/ 2429657 h 6382977"/>
              <a:gd name="connsiteX2365" fmla="*/ 5170203 w 6501199"/>
              <a:gd name="connsiteY2365" fmla="*/ 2424156 h 6382977"/>
              <a:gd name="connsiteX2366" fmla="*/ 5175016 w 6501199"/>
              <a:gd name="connsiteY2366" fmla="*/ 2422039 h 6382977"/>
              <a:gd name="connsiteX2367" fmla="*/ 5170651 w 6501199"/>
              <a:gd name="connsiteY2367" fmla="*/ 2418025 h 6382977"/>
              <a:gd name="connsiteX2368" fmla="*/ 5191357 w 6501199"/>
              <a:gd name="connsiteY2368" fmla="*/ 2394280 h 6382977"/>
              <a:gd name="connsiteX2369" fmla="*/ 5194116 w 6501199"/>
              <a:gd name="connsiteY2369" fmla="*/ 2394721 h 6382977"/>
              <a:gd name="connsiteX2370" fmla="*/ 5195998 w 6501199"/>
              <a:gd name="connsiteY2370" fmla="*/ 2391994 h 6382977"/>
              <a:gd name="connsiteX2371" fmla="*/ 5204902 w 6501199"/>
              <a:gd name="connsiteY2371" fmla="*/ 2376487 h 6382977"/>
              <a:gd name="connsiteX2372" fmla="*/ 5207005 w 6501199"/>
              <a:gd name="connsiteY2372" fmla="*/ 2396360 h 6382977"/>
              <a:gd name="connsiteX2373" fmla="*/ 5196538 w 6501199"/>
              <a:gd name="connsiteY2373" fmla="*/ 2408007 h 6382977"/>
              <a:gd name="connsiteX2374" fmla="*/ 5202061 w 6501199"/>
              <a:gd name="connsiteY2374" fmla="*/ 2409879 h 6382977"/>
              <a:gd name="connsiteX2375" fmla="*/ 5216011 w 6501199"/>
              <a:gd name="connsiteY2375" fmla="*/ 2420185 h 6382977"/>
              <a:gd name="connsiteX2376" fmla="*/ 5209171 w 6501199"/>
              <a:gd name="connsiteY2376" fmla="*/ 2402184 h 6382977"/>
              <a:gd name="connsiteX2377" fmla="*/ 5259211 w 6501199"/>
              <a:gd name="connsiteY2377" fmla="*/ 2356461 h 6382977"/>
              <a:gd name="connsiteX2378" fmla="*/ 5257051 w 6501199"/>
              <a:gd name="connsiteY2378" fmla="*/ 2326938 h 6382977"/>
              <a:gd name="connsiteX2379" fmla="*/ 5277571 w 6501199"/>
              <a:gd name="connsiteY2379" fmla="*/ 2335939 h 6382977"/>
              <a:gd name="connsiteX2380" fmla="*/ 5284411 w 6501199"/>
              <a:gd name="connsiteY2380" fmla="*/ 2299577 h 6382977"/>
              <a:gd name="connsiteX2381" fmla="*/ 5272891 w 6501199"/>
              <a:gd name="connsiteY2381" fmla="*/ 2299577 h 6382977"/>
              <a:gd name="connsiteX2382" fmla="*/ 5270731 w 6501199"/>
              <a:gd name="connsiteY2382" fmla="*/ 2281575 h 6382977"/>
              <a:gd name="connsiteX2383" fmla="*/ 5279236 w 6501199"/>
              <a:gd name="connsiteY2383" fmla="*/ 2272260 h 6382977"/>
              <a:gd name="connsiteX2384" fmla="*/ 5282361 w 6501199"/>
              <a:gd name="connsiteY2384" fmla="*/ 2269907 h 6382977"/>
              <a:gd name="connsiteX2385" fmla="*/ 5277905 w 6501199"/>
              <a:gd name="connsiteY2385" fmla="*/ 2267494 h 6382977"/>
              <a:gd name="connsiteX2386" fmla="*/ 5259559 w 6501199"/>
              <a:gd name="connsiteY2386" fmla="*/ 2285637 h 6382977"/>
              <a:gd name="connsiteX2387" fmla="*/ 5251420 w 6501199"/>
              <a:gd name="connsiteY2387" fmla="*/ 2261371 h 6382977"/>
              <a:gd name="connsiteX2388" fmla="*/ 5252212 w 6501199"/>
              <a:gd name="connsiteY2388" fmla="*/ 2260256 h 6382977"/>
              <a:gd name="connsiteX2389" fmla="*/ 5249356 w 6501199"/>
              <a:gd name="connsiteY2389" fmla="*/ 2245888 h 6382977"/>
              <a:gd name="connsiteX2390" fmla="*/ 5241211 w 6501199"/>
              <a:gd name="connsiteY2390" fmla="*/ 2235852 h 6382977"/>
              <a:gd name="connsiteX2391" fmla="*/ 5225011 w 6501199"/>
              <a:gd name="connsiteY2391" fmla="*/ 2231532 h 6382977"/>
              <a:gd name="connsiteX2392" fmla="*/ 5864315 w 6501199"/>
              <a:gd name="connsiteY2392" fmla="*/ 2222500 h 6382977"/>
              <a:gd name="connsiteX2393" fmla="*/ 5864315 w 6501199"/>
              <a:gd name="connsiteY2393" fmla="*/ 2257061 h 6382977"/>
              <a:gd name="connsiteX2394" fmla="*/ 5864315 w 6501199"/>
              <a:gd name="connsiteY2394" fmla="*/ 2222500 h 6382977"/>
              <a:gd name="connsiteX2395" fmla="*/ 5738681 w 6501199"/>
              <a:gd name="connsiteY2395" fmla="*/ 2222500 h 6382977"/>
              <a:gd name="connsiteX2396" fmla="*/ 5740797 w 6501199"/>
              <a:gd name="connsiteY2396" fmla="*/ 2238985 h 6382977"/>
              <a:gd name="connsiteX2397" fmla="*/ 5725275 w 6501199"/>
              <a:gd name="connsiteY2397" fmla="*/ 2241183 h 6382977"/>
              <a:gd name="connsiteX2398" fmla="*/ 5738681 w 6501199"/>
              <a:gd name="connsiteY2398" fmla="*/ 2222500 h 6382977"/>
              <a:gd name="connsiteX2399" fmla="*/ 5873376 w 6501199"/>
              <a:gd name="connsiteY2399" fmla="*/ 2213171 h 6382977"/>
              <a:gd name="connsiteX2400" fmla="*/ 5843855 w 6501199"/>
              <a:gd name="connsiteY2400" fmla="*/ 2231532 h 6382977"/>
              <a:gd name="connsiteX2401" fmla="*/ 5855375 w 6501199"/>
              <a:gd name="connsiteY2401" fmla="*/ 2267894 h 6382977"/>
              <a:gd name="connsiteX2402" fmla="*/ 5873376 w 6501199"/>
              <a:gd name="connsiteY2402" fmla="*/ 2213171 h 6382977"/>
              <a:gd name="connsiteX2403" fmla="*/ 5282057 w 6501199"/>
              <a:gd name="connsiteY2403" fmla="*/ 2212875 h 6382977"/>
              <a:gd name="connsiteX2404" fmla="*/ 5276631 w 6501199"/>
              <a:gd name="connsiteY2404" fmla="*/ 2218402 h 6382977"/>
              <a:gd name="connsiteX2405" fmla="*/ 5276929 w 6501199"/>
              <a:gd name="connsiteY2405" fmla="*/ 2224691 h 6382977"/>
              <a:gd name="connsiteX2406" fmla="*/ 5277571 w 6501199"/>
              <a:gd name="connsiteY2406" fmla="*/ 2224691 h 6382977"/>
              <a:gd name="connsiteX2407" fmla="*/ 5286207 w 6501199"/>
              <a:gd name="connsiteY2407" fmla="*/ 2208646 h 6382977"/>
              <a:gd name="connsiteX2408" fmla="*/ 5285490 w 6501199"/>
              <a:gd name="connsiteY2408" fmla="*/ 2209377 h 6382977"/>
              <a:gd name="connsiteX2409" fmla="*/ 5286319 w 6501199"/>
              <a:gd name="connsiteY2409" fmla="*/ 2209122 h 6382977"/>
              <a:gd name="connsiteX2410" fmla="*/ 6354040 w 6501199"/>
              <a:gd name="connsiteY2410" fmla="*/ 2198687 h 6382977"/>
              <a:gd name="connsiteX2411" fmla="*/ 6358401 w 6501199"/>
              <a:gd name="connsiteY2411" fmla="*/ 2226306 h 6382977"/>
              <a:gd name="connsiteX2412" fmla="*/ 6354040 w 6501199"/>
              <a:gd name="connsiteY2412" fmla="*/ 2198687 h 6382977"/>
              <a:gd name="connsiteX2413" fmla="*/ 5136450 w 6501199"/>
              <a:gd name="connsiteY2413" fmla="*/ 2185809 h 6382977"/>
              <a:gd name="connsiteX2414" fmla="*/ 5138610 w 6501199"/>
              <a:gd name="connsiteY2414" fmla="*/ 2199490 h 6382977"/>
              <a:gd name="connsiteX2415" fmla="*/ 5136450 w 6501199"/>
              <a:gd name="connsiteY2415" fmla="*/ 2185809 h 6382977"/>
              <a:gd name="connsiteX2416" fmla="*/ 5259211 w 6501199"/>
              <a:gd name="connsiteY2416" fmla="*/ 2183649 h 6382977"/>
              <a:gd name="connsiteX2417" fmla="*/ 5242111 w 6501199"/>
              <a:gd name="connsiteY2417" fmla="*/ 2202415 h 6382977"/>
              <a:gd name="connsiteX2418" fmla="*/ 5234310 w 6501199"/>
              <a:gd name="connsiteY2418" fmla="*/ 2212577 h 6382977"/>
              <a:gd name="connsiteX2419" fmla="*/ 5239790 w 6501199"/>
              <a:gd name="connsiteY2419" fmla="*/ 2213896 h 6382977"/>
              <a:gd name="connsiteX2420" fmla="*/ 5247376 w 6501199"/>
              <a:gd name="connsiteY2420" fmla="*/ 2208355 h 6382977"/>
              <a:gd name="connsiteX2421" fmla="*/ 5259211 w 6501199"/>
              <a:gd name="connsiteY2421" fmla="*/ 2183649 h 6382977"/>
              <a:gd name="connsiteX2422" fmla="*/ 6112501 w 6501199"/>
              <a:gd name="connsiteY2422" fmla="*/ 2176462 h 6382977"/>
              <a:gd name="connsiteX2423" fmla="*/ 6110353 w 6501199"/>
              <a:gd name="connsiteY2423" fmla="*/ 2223731 h 6382977"/>
              <a:gd name="connsiteX2424" fmla="*/ 6112501 w 6501199"/>
              <a:gd name="connsiteY2424" fmla="*/ 2176462 h 6382977"/>
              <a:gd name="connsiteX2425" fmla="*/ 5425527 w 6501199"/>
              <a:gd name="connsiteY2425" fmla="*/ 2170204 h 6382977"/>
              <a:gd name="connsiteX2426" fmla="*/ 5418693 w 6501199"/>
              <a:gd name="connsiteY2426" fmla="*/ 2172128 h 6382977"/>
              <a:gd name="connsiteX2427" fmla="*/ 5400332 w 6501199"/>
              <a:gd name="connsiteY2427" fmla="*/ 2201650 h 6382977"/>
              <a:gd name="connsiteX2428" fmla="*/ 5429853 w 6501199"/>
              <a:gd name="connsiteY2428" fmla="*/ 2172128 h 6382977"/>
              <a:gd name="connsiteX2429" fmla="*/ 5425527 w 6501199"/>
              <a:gd name="connsiteY2429" fmla="*/ 2170204 h 6382977"/>
              <a:gd name="connsiteX2430" fmla="*/ 6159281 w 6501199"/>
              <a:gd name="connsiteY2430" fmla="*/ 2165350 h 6382977"/>
              <a:gd name="connsiteX2431" fmla="*/ 6156828 w 6501199"/>
              <a:gd name="connsiteY2431" fmla="*/ 2195148 h 6382977"/>
              <a:gd name="connsiteX2432" fmla="*/ 6159281 w 6501199"/>
              <a:gd name="connsiteY2432" fmla="*/ 2165350 h 6382977"/>
              <a:gd name="connsiteX2433" fmla="*/ 5850695 w 6501199"/>
              <a:gd name="connsiteY2433" fmla="*/ 2165287 h 6382977"/>
              <a:gd name="connsiteX2434" fmla="*/ 5846375 w 6501199"/>
              <a:gd name="connsiteY2434" fmla="*/ 2204170 h 6382977"/>
              <a:gd name="connsiteX2435" fmla="*/ 5850695 w 6501199"/>
              <a:gd name="connsiteY2435" fmla="*/ 2165287 h 6382977"/>
              <a:gd name="connsiteX2436" fmla="*/ 5705255 w 6501199"/>
              <a:gd name="connsiteY2436" fmla="*/ 2154127 h 6382977"/>
              <a:gd name="connsiteX2437" fmla="*/ 5700505 w 6501199"/>
              <a:gd name="connsiteY2437" fmla="*/ 2156365 h 6382977"/>
              <a:gd name="connsiteX2438" fmla="*/ 5691245 w 6501199"/>
              <a:gd name="connsiteY2438" fmla="*/ 2181216 h 6382977"/>
              <a:gd name="connsiteX2439" fmla="*/ 5688196 w 6501199"/>
              <a:gd name="connsiteY2439" fmla="*/ 2195294 h 6382977"/>
              <a:gd name="connsiteX2440" fmla="*/ 5694005 w 6501199"/>
              <a:gd name="connsiteY2440" fmla="*/ 2190759 h 6382977"/>
              <a:gd name="connsiteX2441" fmla="*/ 5709575 w 6501199"/>
              <a:gd name="connsiteY2441" fmla="*/ 2181488 h 6382977"/>
              <a:gd name="connsiteX2442" fmla="*/ 5705255 w 6501199"/>
              <a:gd name="connsiteY2442" fmla="*/ 2154127 h 6382977"/>
              <a:gd name="connsiteX2443" fmla="*/ 3203455 w 6501199"/>
              <a:gd name="connsiteY2443" fmla="*/ 2146445 h 6382977"/>
              <a:gd name="connsiteX2444" fmla="*/ 3201514 w 6501199"/>
              <a:gd name="connsiteY2444" fmla="*/ 2150944 h 6382977"/>
              <a:gd name="connsiteX2445" fmla="*/ 3204174 w 6501199"/>
              <a:gd name="connsiteY2445" fmla="*/ 2148737 h 6382977"/>
              <a:gd name="connsiteX2446" fmla="*/ 6346164 w 6501199"/>
              <a:gd name="connsiteY2446" fmla="*/ 2143125 h 6382977"/>
              <a:gd name="connsiteX2447" fmla="*/ 6341578 w 6501199"/>
              <a:gd name="connsiteY2447" fmla="*/ 2184041 h 6382977"/>
              <a:gd name="connsiteX2448" fmla="*/ 6346164 w 6501199"/>
              <a:gd name="connsiteY2448" fmla="*/ 2143125 h 6382977"/>
              <a:gd name="connsiteX2449" fmla="*/ 6304064 w 6501199"/>
              <a:gd name="connsiteY2449" fmla="*/ 2143125 h 6382977"/>
              <a:gd name="connsiteX2450" fmla="*/ 6313037 w 6501199"/>
              <a:gd name="connsiteY2450" fmla="*/ 2195782 h 6382977"/>
              <a:gd name="connsiteX2451" fmla="*/ 6290425 w 6501199"/>
              <a:gd name="connsiteY2451" fmla="*/ 2195782 h 6382977"/>
              <a:gd name="connsiteX2452" fmla="*/ 6304064 w 6501199"/>
              <a:gd name="connsiteY2452" fmla="*/ 2143125 h 6382977"/>
              <a:gd name="connsiteX2453" fmla="*/ 3200741 w 6501199"/>
              <a:gd name="connsiteY2453" fmla="*/ 2137801 h 6382977"/>
              <a:gd name="connsiteX2454" fmla="*/ 3200615 w 6501199"/>
              <a:gd name="connsiteY2454" fmla="*/ 2139580 h 6382977"/>
              <a:gd name="connsiteX2455" fmla="*/ 3201207 w 6501199"/>
              <a:gd name="connsiteY2455" fmla="*/ 2139285 h 6382977"/>
              <a:gd name="connsiteX2456" fmla="*/ 3726543 w 6501199"/>
              <a:gd name="connsiteY2456" fmla="*/ 2131377 h 6382977"/>
              <a:gd name="connsiteX2457" fmla="*/ 3722056 w 6501199"/>
              <a:gd name="connsiteY2457" fmla="*/ 2137136 h 6382977"/>
              <a:gd name="connsiteX2458" fmla="*/ 3721736 w 6501199"/>
              <a:gd name="connsiteY2458" fmla="*/ 2137618 h 6382977"/>
              <a:gd name="connsiteX2459" fmla="*/ 3721736 w 6501199"/>
              <a:gd name="connsiteY2459" fmla="*/ 2142857 h 6382977"/>
              <a:gd name="connsiteX2460" fmla="*/ 3730062 w 6501199"/>
              <a:gd name="connsiteY2460" fmla="*/ 2140337 h 6382977"/>
              <a:gd name="connsiteX2461" fmla="*/ 3732186 w 6501199"/>
              <a:gd name="connsiteY2461" fmla="*/ 2132921 h 6382977"/>
              <a:gd name="connsiteX2462" fmla="*/ 5325889 w 6501199"/>
              <a:gd name="connsiteY2462" fmla="*/ 2128837 h 6382977"/>
              <a:gd name="connsiteX2463" fmla="*/ 5330154 w 6501199"/>
              <a:gd name="connsiteY2463" fmla="*/ 2152278 h 6382977"/>
              <a:gd name="connsiteX2464" fmla="*/ 5325889 w 6501199"/>
              <a:gd name="connsiteY2464" fmla="*/ 2128837 h 6382977"/>
              <a:gd name="connsiteX2465" fmla="*/ 3188159 w 6501199"/>
              <a:gd name="connsiteY2465" fmla="*/ 2127514 h 6382977"/>
              <a:gd name="connsiteX2466" fmla="*/ 3179473 w 6501199"/>
              <a:gd name="connsiteY2466" fmla="*/ 2131760 h 6382977"/>
              <a:gd name="connsiteX2467" fmla="*/ 3179083 w 6501199"/>
              <a:gd name="connsiteY2467" fmla="*/ 2132519 h 6382977"/>
              <a:gd name="connsiteX2468" fmla="*/ 3192234 w 6501199"/>
              <a:gd name="connsiteY2468" fmla="*/ 2129386 h 6382977"/>
              <a:gd name="connsiteX2469" fmla="*/ 3196071 w 6501199"/>
              <a:gd name="connsiteY2469" fmla="*/ 2128261 h 6382977"/>
              <a:gd name="connsiteX2470" fmla="*/ 5815407 w 6501199"/>
              <a:gd name="connsiteY2470" fmla="*/ 2127250 h 6382977"/>
              <a:gd name="connsiteX2471" fmla="*/ 5799751 w 6501199"/>
              <a:gd name="connsiteY2471" fmla="*/ 2157048 h 6382977"/>
              <a:gd name="connsiteX2472" fmla="*/ 5815407 w 6501199"/>
              <a:gd name="connsiteY2472" fmla="*/ 2127250 h 6382977"/>
              <a:gd name="connsiteX2473" fmla="*/ 713719 w 6501199"/>
              <a:gd name="connsiteY2473" fmla="*/ 2127250 h 6382977"/>
              <a:gd name="connsiteX2474" fmla="*/ 697753 w 6501199"/>
              <a:gd name="connsiteY2474" fmla="*/ 2163404 h 6382977"/>
              <a:gd name="connsiteX2475" fmla="*/ 713719 w 6501199"/>
              <a:gd name="connsiteY2475" fmla="*/ 2127250 h 6382977"/>
              <a:gd name="connsiteX2476" fmla="*/ 3603945 w 6501199"/>
              <a:gd name="connsiteY2476" fmla="*/ 2126439 h 6382977"/>
              <a:gd name="connsiteX2477" fmla="*/ 3612244 w 6501199"/>
              <a:gd name="connsiteY2477" fmla="*/ 2126796 h 6382977"/>
              <a:gd name="connsiteX2478" fmla="*/ 3614314 w 6501199"/>
              <a:gd name="connsiteY2478" fmla="*/ 2138408 h 6382977"/>
              <a:gd name="connsiteX2479" fmla="*/ 3601200 w 6501199"/>
              <a:gd name="connsiteY2479" fmla="*/ 2131150 h 6382977"/>
              <a:gd name="connsiteX2480" fmla="*/ 3603945 w 6501199"/>
              <a:gd name="connsiteY2480" fmla="*/ 2126439 h 6382977"/>
              <a:gd name="connsiteX2481" fmla="*/ 3335721 w 6501199"/>
              <a:gd name="connsiteY2481" fmla="*/ 2124685 h 6382977"/>
              <a:gd name="connsiteX2482" fmla="*/ 3301163 w 6501199"/>
              <a:gd name="connsiteY2482" fmla="*/ 2127249 h 6382977"/>
              <a:gd name="connsiteX2483" fmla="*/ 3335721 w 6501199"/>
              <a:gd name="connsiteY2483" fmla="*/ 2124685 h 6382977"/>
              <a:gd name="connsiteX2484" fmla="*/ 5735582 w 6501199"/>
              <a:gd name="connsiteY2484" fmla="*/ 2124475 h 6382977"/>
              <a:gd name="connsiteX2485" fmla="*/ 5722199 w 6501199"/>
              <a:gd name="connsiteY2485" fmla="*/ 2131067 h 6382977"/>
              <a:gd name="connsiteX2486" fmla="*/ 5722518 w 6501199"/>
              <a:gd name="connsiteY2486" fmla="*/ 2133246 h 6382977"/>
              <a:gd name="connsiteX2487" fmla="*/ 5728094 w 6501199"/>
              <a:gd name="connsiteY2487" fmla="*/ 2131557 h 6382977"/>
              <a:gd name="connsiteX2488" fmla="*/ 5727162 w 6501199"/>
              <a:gd name="connsiteY2488" fmla="*/ 2134894 h 6382977"/>
              <a:gd name="connsiteX2489" fmla="*/ 5733695 w 6501199"/>
              <a:gd name="connsiteY2489" fmla="*/ 2129223 h 6382977"/>
              <a:gd name="connsiteX2490" fmla="*/ 3805978 w 6501199"/>
              <a:gd name="connsiteY2490" fmla="*/ 2122425 h 6382977"/>
              <a:gd name="connsiteX2491" fmla="*/ 3793228 w 6501199"/>
              <a:gd name="connsiteY2491" fmla="*/ 2124841 h 6382977"/>
              <a:gd name="connsiteX2492" fmla="*/ 3790187 w 6501199"/>
              <a:gd name="connsiteY2492" fmla="*/ 2127530 h 6382977"/>
              <a:gd name="connsiteX2493" fmla="*/ 3802744 w 6501199"/>
              <a:gd name="connsiteY2493" fmla="*/ 2123510 h 6382977"/>
              <a:gd name="connsiteX2494" fmla="*/ 5479893 w 6501199"/>
              <a:gd name="connsiteY2494" fmla="*/ 2122084 h 6382977"/>
              <a:gd name="connsiteX2495" fmla="*/ 5479165 w 6501199"/>
              <a:gd name="connsiteY2495" fmla="*/ 2122413 h 6382977"/>
              <a:gd name="connsiteX2496" fmla="*/ 5477145 w 6501199"/>
              <a:gd name="connsiteY2496" fmla="*/ 2125311 h 6382977"/>
              <a:gd name="connsiteX2497" fmla="*/ 5475605 w 6501199"/>
              <a:gd name="connsiteY2497" fmla="*/ 2124019 h 6382977"/>
              <a:gd name="connsiteX2498" fmla="*/ 5467923 w 6501199"/>
              <a:gd name="connsiteY2498" fmla="*/ 2127485 h 6382977"/>
              <a:gd name="connsiteX2499" fmla="*/ 5466213 w 6501199"/>
              <a:gd name="connsiteY2499" fmla="*/ 2138286 h 6382977"/>
              <a:gd name="connsiteX2500" fmla="*/ 5479893 w 6501199"/>
              <a:gd name="connsiteY2500" fmla="*/ 2122084 h 6382977"/>
              <a:gd name="connsiteX2501" fmla="*/ 4619621 w 6501199"/>
              <a:gd name="connsiteY2501" fmla="*/ 2121319 h 6382977"/>
              <a:gd name="connsiteX2502" fmla="*/ 4613006 w 6501199"/>
              <a:gd name="connsiteY2502" fmla="*/ 2128925 h 6382977"/>
              <a:gd name="connsiteX2503" fmla="*/ 4631366 w 6501199"/>
              <a:gd name="connsiteY2503" fmla="*/ 2122084 h 6382977"/>
              <a:gd name="connsiteX2504" fmla="*/ 4619621 w 6501199"/>
              <a:gd name="connsiteY2504" fmla="*/ 2121319 h 6382977"/>
              <a:gd name="connsiteX2505" fmla="*/ 6123722 w 6501199"/>
              <a:gd name="connsiteY2505" fmla="*/ 2112962 h 6382977"/>
              <a:gd name="connsiteX2506" fmla="*/ 6130524 w 6501199"/>
              <a:gd name="connsiteY2506" fmla="*/ 2171344 h 6382977"/>
              <a:gd name="connsiteX2507" fmla="*/ 6114773 w 6501199"/>
              <a:gd name="connsiteY2507" fmla="*/ 2167072 h 6382977"/>
              <a:gd name="connsiteX2508" fmla="*/ 6123722 w 6501199"/>
              <a:gd name="connsiteY2508" fmla="*/ 2112962 h 6382977"/>
              <a:gd name="connsiteX2509" fmla="*/ 3438292 w 6501199"/>
              <a:gd name="connsiteY2509" fmla="*/ 2111497 h 6382977"/>
              <a:gd name="connsiteX2510" fmla="*/ 3445280 w 6501199"/>
              <a:gd name="connsiteY2510" fmla="*/ 2115160 h 6382977"/>
              <a:gd name="connsiteX2511" fmla="*/ 3434237 w 6501199"/>
              <a:gd name="connsiteY2511" fmla="*/ 2126883 h 6382977"/>
              <a:gd name="connsiteX2512" fmla="*/ 3432213 w 6501199"/>
              <a:gd name="connsiteY2512" fmla="*/ 2122230 h 6382977"/>
              <a:gd name="connsiteX2513" fmla="*/ 3402763 w 6501199"/>
              <a:gd name="connsiteY2513" fmla="*/ 2133244 h 6382977"/>
              <a:gd name="connsiteX2514" fmla="*/ 3430701 w 6501199"/>
              <a:gd name="connsiteY2514" fmla="*/ 2116131 h 6382977"/>
              <a:gd name="connsiteX2515" fmla="*/ 3432706 w 6501199"/>
              <a:gd name="connsiteY2515" fmla="*/ 2117007 h 6382977"/>
              <a:gd name="connsiteX2516" fmla="*/ 5416134 w 6501199"/>
              <a:gd name="connsiteY2516" fmla="*/ 2111375 h 6382977"/>
              <a:gd name="connsiteX2517" fmla="*/ 5428041 w 6501199"/>
              <a:gd name="connsiteY2517" fmla="*/ 2122598 h 6382977"/>
              <a:gd name="connsiteX2518" fmla="*/ 5406832 w 6501199"/>
              <a:gd name="connsiteY2518" fmla="*/ 2120426 h 6382977"/>
              <a:gd name="connsiteX2519" fmla="*/ 5416134 w 6501199"/>
              <a:gd name="connsiteY2519" fmla="*/ 2111375 h 6382977"/>
              <a:gd name="connsiteX2520" fmla="*/ 3351014 w 6501199"/>
              <a:gd name="connsiteY2520" fmla="*/ 2107543 h 6382977"/>
              <a:gd name="connsiteX2521" fmla="*/ 3359555 w 6501199"/>
              <a:gd name="connsiteY2521" fmla="*/ 2111101 h 6382977"/>
              <a:gd name="connsiteX2522" fmla="*/ 3357139 w 6501199"/>
              <a:gd name="connsiteY2522" fmla="*/ 2111101 h 6382977"/>
              <a:gd name="connsiteX2523" fmla="*/ 3344025 w 6501199"/>
              <a:gd name="connsiteY2523" fmla="*/ 2117861 h 6382977"/>
              <a:gd name="connsiteX2524" fmla="*/ 3351014 w 6501199"/>
              <a:gd name="connsiteY2524" fmla="*/ 2107543 h 6382977"/>
              <a:gd name="connsiteX2525" fmla="*/ 3644823 w 6501199"/>
              <a:gd name="connsiteY2525" fmla="*/ 2104501 h 6382977"/>
              <a:gd name="connsiteX2526" fmla="*/ 3659581 w 6501199"/>
              <a:gd name="connsiteY2526" fmla="*/ 2107437 h 6382977"/>
              <a:gd name="connsiteX2527" fmla="*/ 3637042 w 6501199"/>
              <a:gd name="connsiteY2527" fmla="*/ 2122858 h 6382977"/>
              <a:gd name="connsiteX2528" fmla="*/ 3644823 w 6501199"/>
              <a:gd name="connsiteY2528" fmla="*/ 2104501 h 6382977"/>
              <a:gd name="connsiteX2529" fmla="*/ 3839857 w 6501199"/>
              <a:gd name="connsiteY2529" fmla="*/ 2103600 h 6382977"/>
              <a:gd name="connsiteX2530" fmla="*/ 3839457 w 6501199"/>
              <a:gd name="connsiteY2530" fmla="*/ 2104159 h 6382977"/>
              <a:gd name="connsiteX2531" fmla="*/ 3830855 w 6501199"/>
              <a:gd name="connsiteY2531" fmla="*/ 2105760 h 6382977"/>
              <a:gd name="connsiteX2532" fmla="*/ 3839857 w 6501199"/>
              <a:gd name="connsiteY2532" fmla="*/ 2103600 h 6382977"/>
              <a:gd name="connsiteX2533" fmla="*/ 4725786 w 6501199"/>
              <a:gd name="connsiteY2533" fmla="*/ 2101577 h 6382977"/>
              <a:gd name="connsiteX2534" fmla="*/ 4722987 w 6501199"/>
              <a:gd name="connsiteY2534" fmla="*/ 2103363 h 6382977"/>
              <a:gd name="connsiteX2535" fmla="*/ 4688821 w 6501199"/>
              <a:gd name="connsiteY2535" fmla="*/ 2123900 h 6382977"/>
              <a:gd name="connsiteX2536" fmla="*/ 4694435 w 6501199"/>
              <a:gd name="connsiteY2536" fmla="*/ 2123752 h 6382977"/>
              <a:gd name="connsiteX2537" fmla="*/ 4718231 w 6501199"/>
              <a:gd name="connsiteY2537" fmla="*/ 2109337 h 6382977"/>
              <a:gd name="connsiteX2538" fmla="*/ 6406442 w 6501199"/>
              <a:gd name="connsiteY2538" fmla="*/ 2099311 h 6382977"/>
              <a:gd name="connsiteX2539" fmla="*/ 6423900 w 6501199"/>
              <a:gd name="connsiteY2539" fmla="*/ 2126886 h 6382977"/>
              <a:gd name="connsiteX2540" fmla="*/ 6408204 w 6501199"/>
              <a:gd name="connsiteY2540" fmla="*/ 2124339 h 6382977"/>
              <a:gd name="connsiteX2541" fmla="*/ 6396788 w 6501199"/>
              <a:gd name="connsiteY2541" fmla="*/ 2101420 h 6382977"/>
              <a:gd name="connsiteX2542" fmla="*/ 6406442 w 6501199"/>
              <a:gd name="connsiteY2542" fmla="*/ 2099311 h 6382977"/>
              <a:gd name="connsiteX2543" fmla="*/ 3789808 w 6501199"/>
              <a:gd name="connsiteY2543" fmla="*/ 2096759 h 6382977"/>
              <a:gd name="connsiteX2544" fmla="*/ 3771444 w 6501199"/>
              <a:gd name="connsiteY2544" fmla="*/ 2114760 h 6382977"/>
              <a:gd name="connsiteX2545" fmla="*/ 3789808 w 6501199"/>
              <a:gd name="connsiteY2545" fmla="*/ 2096759 h 6382977"/>
              <a:gd name="connsiteX2546" fmla="*/ 4686492 w 6501199"/>
              <a:gd name="connsiteY2546" fmla="*/ 2096028 h 6382977"/>
              <a:gd name="connsiteX2547" fmla="*/ 4683567 w 6501199"/>
              <a:gd name="connsiteY2547" fmla="*/ 2101563 h 6382977"/>
              <a:gd name="connsiteX2548" fmla="*/ 4692927 w 6501199"/>
              <a:gd name="connsiteY2548" fmla="*/ 2097243 h 6382977"/>
              <a:gd name="connsiteX2549" fmla="*/ 4686492 w 6501199"/>
              <a:gd name="connsiteY2549" fmla="*/ 2096028 h 6382977"/>
              <a:gd name="connsiteX2550" fmla="*/ 3717415 w 6501199"/>
              <a:gd name="connsiteY2550" fmla="*/ 2094984 h 6382977"/>
              <a:gd name="connsiteX2551" fmla="*/ 3718428 w 6501199"/>
              <a:gd name="connsiteY2551" fmla="*/ 2102491 h 6382977"/>
              <a:gd name="connsiteX2552" fmla="*/ 3723120 w 6501199"/>
              <a:gd name="connsiteY2552" fmla="*/ 2101845 h 6382977"/>
              <a:gd name="connsiteX2553" fmla="*/ 3722456 w 6501199"/>
              <a:gd name="connsiteY2553" fmla="*/ 2099123 h 6382977"/>
              <a:gd name="connsiteX2554" fmla="*/ 3717415 w 6501199"/>
              <a:gd name="connsiteY2554" fmla="*/ 2094984 h 6382977"/>
              <a:gd name="connsiteX2555" fmla="*/ 6378962 w 6501199"/>
              <a:gd name="connsiteY2555" fmla="*/ 2090737 h 6382977"/>
              <a:gd name="connsiteX2556" fmla="*/ 6360792 w 6501199"/>
              <a:gd name="connsiteY2556" fmla="*/ 2198325 h 6382977"/>
              <a:gd name="connsiteX2557" fmla="*/ 6378962 w 6501199"/>
              <a:gd name="connsiteY2557" fmla="*/ 2090737 h 6382977"/>
              <a:gd name="connsiteX2558" fmla="*/ 3676371 w 6501199"/>
              <a:gd name="connsiteY2558" fmla="*/ 2090665 h 6382977"/>
              <a:gd name="connsiteX2559" fmla="*/ 3674346 w 6501199"/>
              <a:gd name="connsiteY2559" fmla="*/ 2097999 h 6382977"/>
              <a:gd name="connsiteX2560" fmla="*/ 3674229 w 6501199"/>
              <a:gd name="connsiteY2560" fmla="*/ 2101295 h 6382977"/>
              <a:gd name="connsiteX2561" fmla="*/ 3674615 w 6501199"/>
              <a:gd name="connsiteY2561" fmla="*/ 2106114 h 6382977"/>
              <a:gd name="connsiteX2562" fmla="*/ 3682868 w 6501199"/>
              <a:gd name="connsiteY2562" fmla="*/ 2128441 h 6382977"/>
              <a:gd name="connsiteX2563" fmla="*/ 3694821 w 6501199"/>
              <a:gd name="connsiteY2563" fmla="*/ 2094846 h 6382977"/>
              <a:gd name="connsiteX2564" fmla="*/ 3694373 w 6501199"/>
              <a:gd name="connsiteY2564" fmla="*/ 2092824 h 6382977"/>
              <a:gd name="connsiteX2565" fmla="*/ 3676371 w 6501199"/>
              <a:gd name="connsiteY2565" fmla="*/ 2090665 h 6382977"/>
              <a:gd name="connsiteX2566" fmla="*/ 3486544 w 6501199"/>
              <a:gd name="connsiteY2566" fmla="*/ 2087562 h 6382977"/>
              <a:gd name="connsiteX2567" fmla="*/ 3466263 w 6501199"/>
              <a:gd name="connsiteY2567" fmla="*/ 2108444 h 6382977"/>
              <a:gd name="connsiteX2568" fmla="*/ 3486544 w 6501199"/>
              <a:gd name="connsiteY2568" fmla="*/ 2087562 h 6382977"/>
              <a:gd name="connsiteX2569" fmla="*/ 6135461 w 6501199"/>
              <a:gd name="connsiteY2569" fmla="*/ 2085975 h 6382977"/>
              <a:gd name="connsiteX2570" fmla="*/ 6147184 w 6501199"/>
              <a:gd name="connsiteY2570" fmla="*/ 2101716 h 6382977"/>
              <a:gd name="connsiteX2571" fmla="*/ 6123738 w 6501199"/>
              <a:gd name="connsiteY2571" fmla="*/ 2108513 h 6382977"/>
              <a:gd name="connsiteX2572" fmla="*/ 6135461 w 6501199"/>
              <a:gd name="connsiteY2572" fmla="*/ 2085975 h 6382977"/>
              <a:gd name="connsiteX2573" fmla="*/ 5333340 w 6501199"/>
              <a:gd name="connsiteY2573" fmla="*/ 2081487 h 6382977"/>
              <a:gd name="connsiteX2574" fmla="*/ 5332534 w 6501199"/>
              <a:gd name="connsiteY2574" fmla="*/ 2087348 h 6382977"/>
              <a:gd name="connsiteX2575" fmla="*/ 5327612 w 6501199"/>
              <a:gd name="connsiteY2575" fmla="*/ 2092562 h 6382977"/>
              <a:gd name="connsiteX2576" fmla="*/ 5340257 w 6501199"/>
              <a:gd name="connsiteY2576" fmla="*/ 2088107 h 6382977"/>
              <a:gd name="connsiteX2577" fmla="*/ 5340588 w 6501199"/>
              <a:gd name="connsiteY2577" fmla="*/ 2082283 h 6382977"/>
              <a:gd name="connsiteX2578" fmla="*/ 5340190 w 6501199"/>
              <a:gd name="connsiteY2578" fmla="*/ 2082240 h 6382977"/>
              <a:gd name="connsiteX2579" fmla="*/ 3553575 w 6501199"/>
              <a:gd name="connsiteY2579" fmla="*/ 2081212 h 6382977"/>
              <a:gd name="connsiteX2580" fmla="*/ 3567497 w 6501199"/>
              <a:gd name="connsiteY2580" fmla="*/ 2085557 h 6382977"/>
              <a:gd name="connsiteX2581" fmla="*/ 3553575 w 6501199"/>
              <a:gd name="connsiteY2581" fmla="*/ 2092436 h 6382977"/>
              <a:gd name="connsiteX2582" fmla="*/ 3553575 w 6501199"/>
              <a:gd name="connsiteY2582" fmla="*/ 2081212 h 6382977"/>
              <a:gd name="connsiteX2583" fmla="*/ 3441362 w 6501199"/>
              <a:gd name="connsiteY2583" fmla="*/ 2076199 h 6382977"/>
              <a:gd name="connsiteX2584" fmla="*/ 3439233 w 6501199"/>
              <a:gd name="connsiteY2584" fmla="*/ 2076613 h 6382977"/>
              <a:gd name="connsiteX2585" fmla="*/ 3441512 w 6501199"/>
              <a:gd name="connsiteY2585" fmla="*/ 2086374 h 6382977"/>
              <a:gd name="connsiteX2586" fmla="*/ 3441671 w 6501199"/>
              <a:gd name="connsiteY2586" fmla="*/ 2080946 h 6382977"/>
              <a:gd name="connsiteX2587" fmla="*/ 3441362 w 6501199"/>
              <a:gd name="connsiteY2587" fmla="*/ 2076199 h 6382977"/>
              <a:gd name="connsiteX2588" fmla="*/ 3844323 w 6501199"/>
              <a:gd name="connsiteY2588" fmla="*/ 2074304 h 6382977"/>
              <a:gd name="connsiteX2589" fmla="*/ 3841854 w 6501199"/>
              <a:gd name="connsiteY2589" fmla="*/ 2074794 h 6382977"/>
              <a:gd name="connsiteX2590" fmla="*/ 3848388 w 6501199"/>
              <a:gd name="connsiteY2590" fmla="*/ 2076564 h 6382977"/>
              <a:gd name="connsiteX2591" fmla="*/ 3848476 w 6501199"/>
              <a:gd name="connsiteY2591" fmla="*/ 2076410 h 6382977"/>
              <a:gd name="connsiteX2592" fmla="*/ 3726416 w 6501199"/>
              <a:gd name="connsiteY2592" fmla="*/ 2072307 h 6382977"/>
              <a:gd name="connsiteX2593" fmla="*/ 3727129 w 6501199"/>
              <a:gd name="connsiteY2593" fmla="*/ 2072427 h 6382977"/>
              <a:gd name="connsiteX2594" fmla="*/ 3726804 w 6501199"/>
              <a:gd name="connsiteY2594" fmla="*/ 2072791 h 6382977"/>
              <a:gd name="connsiteX2595" fmla="*/ 5341292 w 6501199"/>
              <a:gd name="connsiteY2595" fmla="*/ 2069881 h 6382977"/>
              <a:gd name="connsiteX2596" fmla="*/ 5334953 w 6501199"/>
              <a:gd name="connsiteY2596" fmla="*/ 2073678 h 6382977"/>
              <a:gd name="connsiteX2597" fmla="*/ 5333922 w 6501199"/>
              <a:gd name="connsiteY2597" fmla="*/ 2078382 h 6382977"/>
              <a:gd name="connsiteX2598" fmla="*/ 5338982 w 6501199"/>
              <a:gd name="connsiteY2598" fmla="*/ 2074862 h 6382977"/>
              <a:gd name="connsiteX2599" fmla="*/ 5341113 w 6501199"/>
              <a:gd name="connsiteY2599" fmla="*/ 2073036 h 6382977"/>
              <a:gd name="connsiteX2600" fmla="*/ 3735800 w 6501199"/>
              <a:gd name="connsiteY2600" fmla="*/ 2069692 h 6382977"/>
              <a:gd name="connsiteX2601" fmla="*/ 3755939 w 6501199"/>
              <a:gd name="connsiteY2601" fmla="*/ 2076987 h 6382977"/>
              <a:gd name="connsiteX2602" fmla="*/ 3741178 w 6501199"/>
              <a:gd name="connsiteY2602" fmla="*/ 2074782 h 6382977"/>
              <a:gd name="connsiteX2603" fmla="*/ 3732917 w 6501199"/>
              <a:gd name="connsiteY2603" fmla="*/ 2073397 h 6382977"/>
              <a:gd name="connsiteX2604" fmla="*/ 3732917 w 6501199"/>
              <a:gd name="connsiteY2604" fmla="*/ 2080428 h 6382977"/>
              <a:gd name="connsiteX2605" fmla="*/ 3733342 w 6501199"/>
              <a:gd name="connsiteY2605" fmla="*/ 2080957 h 6382977"/>
              <a:gd name="connsiteX2606" fmla="*/ 3758099 w 6501199"/>
              <a:gd name="connsiteY2606" fmla="*/ 2088145 h 6382977"/>
              <a:gd name="connsiteX2607" fmla="*/ 3746938 w 6501199"/>
              <a:gd name="connsiteY2607" fmla="*/ 2101823 h 6382977"/>
              <a:gd name="connsiteX2608" fmla="*/ 3735417 w 6501199"/>
              <a:gd name="connsiteY2608" fmla="*/ 2085985 h 6382977"/>
              <a:gd name="connsiteX2609" fmla="*/ 3727087 w 6501199"/>
              <a:gd name="connsiteY2609" fmla="*/ 2101298 h 6382977"/>
              <a:gd name="connsiteX2610" fmla="*/ 3730307 w 6501199"/>
              <a:gd name="connsiteY2610" fmla="*/ 2100855 h 6382977"/>
              <a:gd name="connsiteX2611" fmla="*/ 3755601 w 6501199"/>
              <a:gd name="connsiteY2611" fmla="*/ 2114760 h 6382977"/>
              <a:gd name="connsiteX2612" fmla="*/ 3773965 w 6501199"/>
              <a:gd name="connsiteY2612" fmla="*/ 2076238 h 6382977"/>
              <a:gd name="connsiteX2613" fmla="*/ 3762122 w 6501199"/>
              <a:gd name="connsiteY2613" fmla="*/ 2072984 h 6382977"/>
              <a:gd name="connsiteX2614" fmla="*/ 3758099 w 6501199"/>
              <a:gd name="connsiteY2614" fmla="*/ 2072307 h 6382977"/>
              <a:gd name="connsiteX2615" fmla="*/ 3758516 w 6501199"/>
              <a:gd name="connsiteY2615" fmla="*/ 2072002 h 6382977"/>
              <a:gd name="connsiteX2616" fmla="*/ 3687892 w 6501199"/>
              <a:gd name="connsiteY2616" fmla="*/ 2063309 h 6382977"/>
              <a:gd name="connsiteX2617" fmla="*/ 3690052 w 6501199"/>
              <a:gd name="connsiteY2617" fmla="*/ 2081666 h 6382977"/>
              <a:gd name="connsiteX2618" fmla="*/ 3696893 w 6501199"/>
              <a:gd name="connsiteY2618" fmla="*/ 2079146 h 6382977"/>
              <a:gd name="connsiteX2619" fmla="*/ 3687892 w 6501199"/>
              <a:gd name="connsiteY2619" fmla="*/ 2063309 h 6382977"/>
              <a:gd name="connsiteX2620" fmla="*/ 3707555 w 6501199"/>
              <a:gd name="connsiteY2620" fmla="*/ 2063032 h 6382977"/>
              <a:gd name="connsiteX2621" fmla="*/ 3707921 w 6501199"/>
              <a:gd name="connsiteY2621" fmla="*/ 2066486 h 6382977"/>
              <a:gd name="connsiteX2622" fmla="*/ 3708189 w 6501199"/>
              <a:gd name="connsiteY2622" fmla="*/ 2064479 h 6382977"/>
              <a:gd name="connsiteX2623" fmla="*/ 3660529 w 6501199"/>
              <a:gd name="connsiteY2623" fmla="*/ 2061149 h 6382977"/>
              <a:gd name="connsiteX2624" fmla="*/ 3658009 w 6501199"/>
              <a:gd name="connsiteY2624" fmla="*/ 2094984 h 6382977"/>
              <a:gd name="connsiteX2625" fmla="*/ 3646642 w 6501199"/>
              <a:gd name="connsiteY2625" fmla="*/ 2089150 h 6382977"/>
              <a:gd name="connsiteX2626" fmla="*/ 3646222 w 6501199"/>
              <a:gd name="connsiteY2626" fmla="*/ 2089473 h 6382977"/>
              <a:gd name="connsiteX2627" fmla="*/ 3641371 w 6501199"/>
              <a:gd name="connsiteY2627" fmla="*/ 2087955 h 6382977"/>
              <a:gd name="connsiteX2628" fmla="*/ 3638972 w 6501199"/>
              <a:gd name="connsiteY2628" fmla="*/ 2087847 h 6382977"/>
              <a:gd name="connsiteX2629" fmla="*/ 3630646 w 6501199"/>
              <a:gd name="connsiteY2629" fmla="*/ 2092824 h 6382977"/>
              <a:gd name="connsiteX2630" fmla="*/ 3634607 w 6501199"/>
              <a:gd name="connsiteY2630" fmla="*/ 2082701 h 6382977"/>
              <a:gd name="connsiteX2631" fmla="*/ 3633227 w 6501199"/>
              <a:gd name="connsiteY2631" fmla="*/ 2072747 h 6382977"/>
              <a:gd name="connsiteX2632" fmla="*/ 3633366 w 6501199"/>
              <a:gd name="connsiteY2632" fmla="*/ 2072501 h 6382977"/>
              <a:gd name="connsiteX2633" fmla="*/ 3639467 w 6501199"/>
              <a:gd name="connsiteY2633" fmla="*/ 2078426 h 6382977"/>
              <a:gd name="connsiteX2634" fmla="*/ 3641461 w 6501199"/>
              <a:gd name="connsiteY2634" fmla="*/ 2078577 h 6382977"/>
              <a:gd name="connsiteX2635" fmla="*/ 3644581 w 6501199"/>
              <a:gd name="connsiteY2635" fmla="*/ 2071722 h 6382977"/>
              <a:gd name="connsiteX2636" fmla="*/ 3642274 w 6501199"/>
              <a:gd name="connsiteY2636" fmla="*/ 2067853 h 6382977"/>
              <a:gd name="connsiteX2637" fmla="*/ 3634291 w 6501199"/>
              <a:gd name="connsiteY2637" fmla="*/ 2070868 h 6382977"/>
              <a:gd name="connsiteX2638" fmla="*/ 3633366 w 6501199"/>
              <a:gd name="connsiteY2638" fmla="*/ 2072501 h 6382977"/>
              <a:gd name="connsiteX2639" fmla="*/ 3633166 w 6501199"/>
              <a:gd name="connsiteY2639" fmla="*/ 2072307 h 6382977"/>
              <a:gd name="connsiteX2640" fmla="*/ 3633227 w 6501199"/>
              <a:gd name="connsiteY2640" fmla="*/ 2072747 h 6382977"/>
              <a:gd name="connsiteX2641" fmla="*/ 3627996 w 6501199"/>
              <a:gd name="connsiteY2641" fmla="*/ 2081981 h 6382977"/>
              <a:gd name="connsiteX2642" fmla="*/ 3626326 w 6501199"/>
              <a:gd name="connsiteY2642" fmla="*/ 2094984 h 6382977"/>
              <a:gd name="connsiteX2643" fmla="*/ 3607964 w 6501199"/>
              <a:gd name="connsiteY2643" fmla="*/ 2085985 h 6382977"/>
              <a:gd name="connsiteX2644" fmla="*/ 3603643 w 6501199"/>
              <a:gd name="connsiteY2644" fmla="*/ 2108662 h 6382977"/>
              <a:gd name="connsiteX2645" fmla="*/ 3610484 w 6501199"/>
              <a:gd name="connsiteY2645" fmla="*/ 2072307 h 6382977"/>
              <a:gd name="connsiteX2646" fmla="*/ 3587801 w 6501199"/>
              <a:gd name="connsiteY2646" fmla="*/ 2085985 h 6382977"/>
              <a:gd name="connsiteX2647" fmla="*/ 3585281 w 6501199"/>
              <a:gd name="connsiteY2647" fmla="*/ 2076987 h 6382977"/>
              <a:gd name="connsiteX2648" fmla="*/ 3583121 w 6501199"/>
              <a:gd name="connsiteY2648" fmla="*/ 2090665 h 6382977"/>
              <a:gd name="connsiteX2649" fmla="*/ 3544237 w 6501199"/>
              <a:gd name="connsiteY2649" fmla="*/ 2085985 h 6382977"/>
              <a:gd name="connsiteX2650" fmla="*/ 3528395 w 6501199"/>
              <a:gd name="connsiteY2650" fmla="*/ 2074827 h 6382977"/>
              <a:gd name="connsiteX2651" fmla="*/ 3521554 w 6501199"/>
              <a:gd name="connsiteY2651" fmla="*/ 2092824 h 6382977"/>
              <a:gd name="connsiteX2652" fmla="*/ 3444146 w 6501199"/>
              <a:gd name="connsiteY2652" fmla="*/ 2088145 h 6382977"/>
              <a:gd name="connsiteX2653" fmla="*/ 3441548 w 6501199"/>
              <a:gd name="connsiteY2653" fmla="*/ 2086527 h 6382977"/>
              <a:gd name="connsiteX2654" fmla="*/ 3443676 w 6501199"/>
              <a:gd name="connsiteY2654" fmla="*/ 2095644 h 6382977"/>
              <a:gd name="connsiteX2655" fmla="*/ 3432452 w 6501199"/>
              <a:gd name="connsiteY2655" fmla="*/ 2109424 h 6382977"/>
              <a:gd name="connsiteX2656" fmla="*/ 3430144 w 6501199"/>
              <a:gd name="connsiteY2656" fmla="*/ 2097458 h 6382977"/>
              <a:gd name="connsiteX2657" fmla="*/ 3414922 w 6501199"/>
              <a:gd name="connsiteY2657" fmla="*/ 2089258 h 6382977"/>
              <a:gd name="connsiteX2658" fmla="*/ 3413588 w 6501199"/>
              <a:gd name="connsiteY2658" fmla="*/ 2089990 h 6382977"/>
              <a:gd name="connsiteX2659" fmla="*/ 3412672 w 6501199"/>
              <a:gd name="connsiteY2659" fmla="*/ 2090182 h 6382977"/>
              <a:gd name="connsiteX2660" fmla="*/ 3409642 w 6501199"/>
              <a:gd name="connsiteY2660" fmla="*/ 2093469 h 6382977"/>
              <a:gd name="connsiteX2661" fmla="*/ 3409284 w 6501199"/>
              <a:gd name="connsiteY2661" fmla="*/ 2090891 h 6382977"/>
              <a:gd name="connsiteX2662" fmla="*/ 3402928 w 6501199"/>
              <a:gd name="connsiteY2662" fmla="*/ 2092222 h 6382977"/>
              <a:gd name="connsiteX2663" fmla="*/ 3396621 w 6501199"/>
              <a:gd name="connsiteY2663" fmla="*/ 2085985 h 6382977"/>
              <a:gd name="connsiteX2664" fmla="*/ 3410303 w 6501199"/>
              <a:gd name="connsiteY2664" fmla="*/ 2079146 h 6382977"/>
              <a:gd name="connsiteX2665" fmla="*/ 3387260 w 6501199"/>
              <a:gd name="connsiteY2665" fmla="*/ 2081666 h 6382977"/>
              <a:gd name="connsiteX2666" fmla="*/ 3373579 w 6501199"/>
              <a:gd name="connsiteY2666" fmla="*/ 2094984 h 6382977"/>
              <a:gd name="connsiteX2667" fmla="*/ 3382940 w 6501199"/>
              <a:gd name="connsiteY2667" fmla="*/ 2088145 h 6382977"/>
              <a:gd name="connsiteX2668" fmla="*/ 3382940 w 6501199"/>
              <a:gd name="connsiteY2668" fmla="*/ 2081666 h 6382977"/>
              <a:gd name="connsiteX2669" fmla="*/ 3317053 w 6501199"/>
              <a:gd name="connsiteY2669" fmla="*/ 2085985 h 6382977"/>
              <a:gd name="connsiteX2670" fmla="*/ 3330374 w 6501199"/>
              <a:gd name="connsiteY2670" fmla="*/ 2113341 h 6382977"/>
              <a:gd name="connsiteX2671" fmla="*/ 3277089 w 6501199"/>
              <a:gd name="connsiteY2671" fmla="*/ 2106772 h 6382977"/>
              <a:gd name="connsiteX2672" fmla="*/ 3221783 w 6501199"/>
              <a:gd name="connsiteY2672" fmla="*/ 2122300 h 6382977"/>
              <a:gd name="connsiteX2673" fmla="*/ 3221797 w 6501199"/>
              <a:gd name="connsiteY2673" fmla="*/ 2122372 h 6382977"/>
              <a:gd name="connsiteX2674" fmla="*/ 3241850 w 6501199"/>
              <a:gd name="connsiteY2674" fmla="*/ 2126614 h 6382977"/>
              <a:gd name="connsiteX2675" fmla="*/ 3253686 w 6501199"/>
              <a:gd name="connsiteY2675" fmla="*/ 2136018 h 6382977"/>
              <a:gd name="connsiteX2676" fmla="*/ 3231094 w 6501199"/>
              <a:gd name="connsiteY2676" fmla="*/ 2131204 h 6382977"/>
              <a:gd name="connsiteX2677" fmla="*/ 3222957 w 6501199"/>
              <a:gd name="connsiteY2677" fmla="*/ 2128603 h 6382977"/>
              <a:gd name="connsiteX2678" fmla="*/ 3225578 w 6501199"/>
              <a:gd name="connsiteY2678" fmla="*/ 2142672 h 6382977"/>
              <a:gd name="connsiteX2679" fmla="*/ 3228076 w 6501199"/>
              <a:gd name="connsiteY2679" fmla="*/ 2142606 h 6382977"/>
              <a:gd name="connsiteX2680" fmla="*/ 3225783 w 6501199"/>
              <a:gd name="connsiteY2680" fmla="*/ 2143769 h 6382977"/>
              <a:gd name="connsiteX2681" fmla="*/ 3225945 w 6501199"/>
              <a:gd name="connsiteY2681" fmla="*/ 2144642 h 6382977"/>
              <a:gd name="connsiteX2682" fmla="*/ 3220611 w 6501199"/>
              <a:gd name="connsiteY2682" fmla="*/ 2151977 h 6382977"/>
              <a:gd name="connsiteX2683" fmla="*/ 3228666 w 6501199"/>
              <a:gd name="connsiteY2683" fmla="*/ 2152715 h 6382977"/>
              <a:gd name="connsiteX2684" fmla="*/ 3246436 w 6501199"/>
              <a:gd name="connsiteY2684" fmla="*/ 2138286 h 6382977"/>
              <a:gd name="connsiteX2685" fmla="*/ 3260116 w 6501199"/>
              <a:gd name="connsiteY2685" fmla="*/ 2149446 h 6382977"/>
              <a:gd name="connsiteX2686" fmla="*/ 3269096 w 6501199"/>
              <a:gd name="connsiteY2686" fmla="*/ 2148525 h 6382977"/>
              <a:gd name="connsiteX2687" fmla="*/ 3269944 w 6501199"/>
              <a:gd name="connsiteY2687" fmla="*/ 2147761 h 6382977"/>
              <a:gd name="connsiteX2688" fmla="*/ 3275204 w 6501199"/>
              <a:gd name="connsiteY2688" fmla="*/ 2147300 h 6382977"/>
              <a:gd name="connsiteX2689" fmla="*/ 3275389 w 6501199"/>
              <a:gd name="connsiteY2689" fmla="*/ 2147879 h 6382977"/>
              <a:gd name="connsiteX2690" fmla="*/ 3368837 w 6501199"/>
              <a:gd name="connsiteY2690" fmla="*/ 2138286 h 6382977"/>
              <a:gd name="connsiteX2691" fmla="*/ 3454919 w 6501199"/>
              <a:gd name="connsiteY2691" fmla="*/ 2130594 h 6382977"/>
              <a:gd name="connsiteX2692" fmla="*/ 3452844 w 6501199"/>
              <a:gd name="connsiteY2692" fmla="*/ 2124106 h 6382977"/>
              <a:gd name="connsiteX2693" fmla="*/ 3448594 w 6501199"/>
              <a:gd name="connsiteY2693" fmla="*/ 2127175 h 6382977"/>
              <a:gd name="connsiteX2694" fmla="*/ 3450697 w 6501199"/>
              <a:gd name="connsiteY2694" fmla="*/ 2115269 h 6382977"/>
              <a:gd name="connsiteX2695" fmla="*/ 3455254 w 6501199"/>
              <a:gd name="connsiteY2695" fmla="*/ 2110804 h 6382977"/>
              <a:gd name="connsiteX2696" fmla="*/ 3466031 w 6501199"/>
              <a:gd name="connsiteY2696" fmla="*/ 2115920 h 6382977"/>
              <a:gd name="connsiteX2697" fmla="*/ 3456040 w 6501199"/>
              <a:gd name="connsiteY2697" fmla="*/ 2130494 h 6382977"/>
              <a:gd name="connsiteX2698" fmla="*/ 3473598 w 6501199"/>
              <a:gd name="connsiteY2698" fmla="*/ 2128925 h 6382977"/>
              <a:gd name="connsiteX2699" fmla="*/ 3475758 w 6501199"/>
              <a:gd name="connsiteY2699" fmla="*/ 2138286 h 6382977"/>
              <a:gd name="connsiteX2700" fmla="*/ 3491598 w 6501199"/>
              <a:gd name="connsiteY2700" fmla="*/ 2128925 h 6382977"/>
              <a:gd name="connsiteX2701" fmla="*/ 3544999 w 6501199"/>
              <a:gd name="connsiteY2701" fmla="*/ 2133697 h 6382977"/>
              <a:gd name="connsiteX2702" fmla="*/ 3547230 w 6501199"/>
              <a:gd name="connsiteY2702" fmla="*/ 2128407 h 6382977"/>
              <a:gd name="connsiteX2703" fmla="*/ 3537042 w 6501199"/>
              <a:gd name="connsiteY2703" fmla="*/ 2123761 h 6382977"/>
              <a:gd name="connsiteX2704" fmla="*/ 3563372 w 6501199"/>
              <a:gd name="connsiteY2704" fmla="*/ 2126146 h 6382977"/>
              <a:gd name="connsiteX2705" fmla="*/ 3567417 w 6501199"/>
              <a:gd name="connsiteY2705" fmla="*/ 2135700 h 6382977"/>
              <a:gd name="connsiteX2706" fmla="*/ 3596359 w 6501199"/>
              <a:gd name="connsiteY2706" fmla="*/ 2138286 h 6382977"/>
              <a:gd name="connsiteX2707" fmla="*/ 3619444 w 6501199"/>
              <a:gd name="connsiteY2707" fmla="*/ 2139197 h 6382977"/>
              <a:gd name="connsiteX2708" fmla="*/ 3637834 w 6501199"/>
              <a:gd name="connsiteY2708" fmla="*/ 2139923 h 6382977"/>
              <a:gd name="connsiteX2709" fmla="*/ 3637500 w 6501199"/>
              <a:gd name="connsiteY2709" fmla="*/ 2135281 h 6382977"/>
              <a:gd name="connsiteX2710" fmla="*/ 3644094 w 6501199"/>
              <a:gd name="connsiteY2710" fmla="*/ 2137650 h 6382977"/>
              <a:gd name="connsiteX2711" fmla="*/ 3644714 w 6501199"/>
              <a:gd name="connsiteY2711" fmla="*/ 2140195 h 6382977"/>
              <a:gd name="connsiteX2712" fmla="*/ 3651079 w 6501199"/>
              <a:gd name="connsiteY2712" fmla="*/ 2140446 h 6382977"/>
              <a:gd name="connsiteX2713" fmla="*/ 3655039 w 6501199"/>
              <a:gd name="connsiteY2713" fmla="*/ 2140446 h 6382977"/>
              <a:gd name="connsiteX2714" fmla="*/ 3663056 w 6501199"/>
              <a:gd name="connsiteY2714" fmla="*/ 2140446 h 6382977"/>
              <a:gd name="connsiteX2715" fmla="*/ 3656691 w 6501199"/>
              <a:gd name="connsiteY2715" fmla="*/ 2138010 h 6382977"/>
              <a:gd name="connsiteX2716" fmla="*/ 3653343 w 6501199"/>
              <a:gd name="connsiteY2716" fmla="*/ 2123761 h 6382977"/>
              <a:gd name="connsiteX2717" fmla="*/ 3664505 w 6501199"/>
              <a:gd name="connsiteY2717" fmla="*/ 2103600 h 6382977"/>
              <a:gd name="connsiteX2718" fmla="*/ 3669186 w 6501199"/>
              <a:gd name="connsiteY2718" fmla="*/ 2103600 h 6382977"/>
              <a:gd name="connsiteX2719" fmla="*/ 3672651 w 6501199"/>
              <a:gd name="connsiteY2719" fmla="*/ 2098536 h 6382977"/>
              <a:gd name="connsiteX2720" fmla="*/ 3669170 w 6501199"/>
              <a:gd name="connsiteY2720" fmla="*/ 2091205 h 6382977"/>
              <a:gd name="connsiteX2721" fmla="*/ 3669530 w 6501199"/>
              <a:gd name="connsiteY2721" fmla="*/ 2083826 h 6382977"/>
              <a:gd name="connsiteX2722" fmla="*/ 3685372 w 6501199"/>
              <a:gd name="connsiteY2722" fmla="*/ 2074827 h 6382977"/>
              <a:gd name="connsiteX2723" fmla="*/ 3660529 w 6501199"/>
              <a:gd name="connsiteY2723" fmla="*/ 2061149 h 6382977"/>
              <a:gd name="connsiteX2724" fmla="*/ 5277571 w 6501199"/>
              <a:gd name="connsiteY2724" fmla="*/ 2058360 h 6382977"/>
              <a:gd name="connsiteX2725" fmla="*/ 5270731 w 6501199"/>
              <a:gd name="connsiteY2725" fmla="*/ 2083562 h 6382977"/>
              <a:gd name="connsiteX2726" fmla="*/ 5275051 w 6501199"/>
              <a:gd name="connsiteY2726" fmla="*/ 2072041 h 6382977"/>
              <a:gd name="connsiteX2727" fmla="*/ 5279731 w 6501199"/>
              <a:gd name="connsiteY2727" fmla="*/ 2074561 h 6382977"/>
              <a:gd name="connsiteX2728" fmla="*/ 5277571 w 6501199"/>
              <a:gd name="connsiteY2728" fmla="*/ 2058360 h 6382977"/>
              <a:gd name="connsiteX2729" fmla="*/ 3731964 w 6501199"/>
              <a:gd name="connsiteY2729" fmla="*/ 2054861 h 6382977"/>
              <a:gd name="connsiteX2730" fmla="*/ 3714895 w 6501199"/>
              <a:gd name="connsiteY2730" fmla="*/ 2065468 h 6382977"/>
              <a:gd name="connsiteX2731" fmla="*/ 3721736 w 6501199"/>
              <a:gd name="connsiteY2731" fmla="*/ 2072307 h 6382977"/>
              <a:gd name="connsiteX2732" fmla="*/ 3707379 w 6501199"/>
              <a:gd name="connsiteY2732" fmla="*/ 2085491 h 6382977"/>
              <a:gd name="connsiteX2733" fmla="*/ 3703581 w 6501199"/>
              <a:gd name="connsiteY2733" fmla="*/ 2092257 h 6382977"/>
              <a:gd name="connsiteX2734" fmla="*/ 3710118 w 6501199"/>
              <a:gd name="connsiteY2734" fmla="*/ 2098390 h 6382977"/>
              <a:gd name="connsiteX2735" fmla="*/ 3717775 w 6501199"/>
              <a:gd name="connsiteY2735" fmla="*/ 2082892 h 6382977"/>
              <a:gd name="connsiteX2736" fmla="*/ 3726804 w 6501199"/>
              <a:gd name="connsiteY2736" fmla="*/ 2072791 h 6382977"/>
              <a:gd name="connsiteX2737" fmla="*/ 3730906 w 6501199"/>
              <a:gd name="connsiteY2737" fmla="*/ 2077915 h 6382977"/>
              <a:gd name="connsiteX2738" fmla="*/ 3729018 w 6501199"/>
              <a:gd name="connsiteY2738" fmla="*/ 2075097 h 6382977"/>
              <a:gd name="connsiteX2739" fmla="*/ 3729533 w 6501199"/>
              <a:gd name="connsiteY2739" fmla="*/ 2072830 h 6382977"/>
              <a:gd name="connsiteX2740" fmla="*/ 3727129 w 6501199"/>
              <a:gd name="connsiteY2740" fmla="*/ 2072427 h 6382977"/>
              <a:gd name="connsiteX2741" fmla="*/ 3730476 w 6501199"/>
              <a:gd name="connsiteY2741" fmla="*/ 2068682 h 6382977"/>
              <a:gd name="connsiteX2742" fmla="*/ 3731162 w 6501199"/>
              <a:gd name="connsiteY2742" fmla="*/ 2065663 h 6382977"/>
              <a:gd name="connsiteX2743" fmla="*/ 4745127 w 6501199"/>
              <a:gd name="connsiteY2743" fmla="*/ 2051520 h 6382977"/>
              <a:gd name="connsiteX2744" fmla="*/ 4724607 w 6501199"/>
              <a:gd name="connsiteY2744" fmla="*/ 2063040 h 6382977"/>
              <a:gd name="connsiteX2745" fmla="*/ 4731447 w 6501199"/>
              <a:gd name="connsiteY2745" fmla="*/ 2081402 h 6382977"/>
              <a:gd name="connsiteX2746" fmla="*/ 4738771 w 6501199"/>
              <a:gd name="connsiteY2746" fmla="*/ 2085716 h 6382977"/>
              <a:gd name="connsiteX2747" fmla="*/ 4742119 w 6501199"/>
              <a:gd name="connsiteY2747" fmla="*/ 2084378 h 6382977"/>
              <a:gd name="connsiteX2748" fmla="*/ 4748274 w 6501199"/>
              <a:gd name="connsiteY2748" fmla="*/ 2077408 h 6382977"/>
              <a:gd name="connsiteX2749" fmla="*/ 4740447 w 6501199"/>
              <a:gd name="connsiteY2749" fmla="*/ 2069881 h 6382977"/>
              <a:gd name="connsiteX2750" fmla="*/ 4751967 w 6501199"/>
              <a:gd name="connsiteY2750" fmla="*/ 2072041 h 6382977"/>
              <a:gd name="connsiteX2751" fmla="*/ 4745127 w 6501199"/>
              <a:gd name="connsiteY2751" fmla="*/ 2051520 h 6382977"/>
              <a:gd name="connsiteX2752" fmla="*/ 3817487 w 6501199"/>
              <a:gd name="connsiteY2752" fmla="*/ 2051108 h 6382977"/>
              <a:gd name="connsiteX2753" fmla="*/ 3812978 w 6501199"/>
              <a:gd name="connsiteY2753" fmla="*/ 2054163 h 6382977"/>
              <a:gd name="connsiteX2754" fmla="*/ 3809521 w 6501199"/>
              <a:gd name="connsiteY2754" fmla="*/ 2063143 h 6382977"/>
              <a:gd name="connsiteX2755" fmla="*/ 3805650 w 6501199"/>
              <a:gd name="connsiteY2755" fmla="*/ 2080919 h 6382977"/>
              <a:gd name="connsiteX2756" fmla="*/ 3808619 w 6501199"/>
              <a:gd name="connsiteY2756" fmla="*/ 2080299 h 6382977"/>
              <a:gd name="connsiteX2757" fmla="*/ 3816876 w 6501199"/>
              <a:gd name="connsiteY2757" fmla="*/ 2070507 h 6382977"/>
              <a:gd name="connsiteX2758" fmla="*/ 3819256 w 6501199"/>
              <a:gd name="connsiteY2758" fmla="*/ 2052702 h 6382977"/>
              <a:gd name="connsiteX2759" fmla="*/ 3738545 w 6501199"/>
              <a:gd name="connsiteY2759" fmla="*/ 2050772 h 6382977"/>
              <a:gd name="connsiteX2760" fmla="*/ 3734454 w 6501199"/>
              <a:gd name="connsiteY2760" fmla="*/ 2053315 h 6382977"/>
              <a:gd name="connsiteX2761" fmla="*/ 3737834 w 6501199"/>
              <a:gd name="connsiteY2761" fmla="*/ 2058176 h 6382977"/>
              <a:gd name="connsiteX2762" fmla="*/ 3762443 w 6501199"/>
              <a:gd name="connsiteY2762" fmla="*/ 2067238 h 6382977"/>
              <a:gd name="connsiteX2763" fmla="*/ 3767486 w 6501199"/>
              <a:gd name="connsiteY2763" fmla="*/ 2065434 h 6382977"/>
              <a:gd name="connsiteX2764" fmla="*/ 3770796 w 6501199"/>
              <a:gd name="connsiteY2764" fmla="*/ 2063011 h 6382977"/>
              <a:gd name="connsiteX2765" fmla="*/ 3774491 w 6501199"/>
              <a:gd name="connsiteY2765" fmla="*/ 2062929 h 6382977"/>
              <a:gd name="connsiteX2766" fmla="*/ 3780311 w 6501199"/>
              <a:gd name="connsiteY2766" fmla="*/ 2060848 h 6382977"/>
              <a:gd name="connsiteX2767" fmla="*/ 3784041 w 6501199"/>
              <a:gd name="connsiteY2767" fmla="*/ 2054308 h 6382977"/>
              <a:gd name="connsiteX2768" fmla="*/ 3763140 w 6501199"/>
              <a:gd name="connsiteY2768" fmla="*/ 2051835 h 6382977"/>
              <a:gd name="connsiteX2769" fmla="*/ 3738545 w 6501199"/>
              <a:gd name="connsiteY2769" fmla="*/ 2050772 h 6382977"/>
              <a:gd name="connsiteX2770" fmla="*/ 6132230 w 6501199"/>
              <a:gd name="connsiteY2770" fmla="*/ 2049462 h 6382977"/>
              <a:gd name="connsiteX2771" fmla="*/ 6155125 w 6501199"/>
              <a:gd name="connsiteY2771" fmla="*/ 2061103 h 6382977"/>
              <a:gd name="connsiteX2772" fmla="*/ 6139135 w 6501199"/>
              <a:gd name="connsiteY2772" fmla="*/ 2084023 h 6382977"/>
              <a:gd name="connsiteX2773" fmla="*/ 6139135 w 6501199"/>
              <a:gd name="connsiteY2773" fmla="*/ 2063286 h 6382977"/>
              <a:gd name="connsiteX2774" fmla="*/ 6132230 w 6501199"/>
              <a:gd name="connsiteY2774" fmla="*/ 2049462 h 6382977"/>
              <a:gd name="connsiteX2775" fmla="*/ 4074573 w 6501199"/>
              <a:gd name="connsiteY2775" fmla="*/ 2042792 h 6382977"/>
              <a:gd name="connsiteX2776" fmla="*/ 4004006 w 6501199"/>
              <a:gd name="connsiteY2776" fmla="*/ 2065468 h 6382977"/>
              <a:gd name="connsiteX2777" fmla="*/ 4004006 w 6501199"/>
              <a:gd name="connsiteY2777" fmla="*/ 2054310 h 6382977"/>
              <a:gd name="connsiteX2778" fmla="*/ 3951800 w 6501199"/>
              <a:gd name="connsiteY2778" fmla="*/ 2063309 h 6382977"/>
              <a:gd name="connsiteX2779" fmla="*/ 3897074 w 6501199"/>
              <a:gd name="connsiteY2779" fmla="*/ 2054310 h 6382977"/>
              <a:gd name="connsiteX2780" fmla="*/ 3881233 w 6501199"/>
              <a:gd name="connsiteY2780" fmla="*/ 2051790 h 6382977"/>
              <a:gd name="connsiteX2781" fmla="*/ 3865031 w 6501199"/>
              <a:gd name="connsiteY2781" fmla="*/ 2065468 h 6382977"/>
              <a:gd name="connsiteX2782" fmla="*/ 3871872 w 6501199"/>
              <a:gd name="connsiteY2782" fmla="*/ 2070148 h 6382977"/>
              <a:gd name="connsiteX2783" fmla="*/ 3865481 w 6501199"/>
              <a:gd name="connsiteY2783" fmla="*/ 2067583 h 6382977"/>
              <a:gd name="connsiteX2784" fmla="*/ 3864726 w 6501199"/>
              <a:gd name="connsiteY2784" fmla="*/ 2067129 h 6382977"/>
              <a:gd name="connsiteX2785" fmla="*/ 3865758 w 6501199"/>
              <a:gd name="connsiteY2785" fmla="*/ 2073983 h 6382977"/>
              <a:gd name="connsiteX2786" fmla="*/ 3869711 w 6501199"/>
              <a:gd name="connsiteY2786" fmla="*/ 2076987 h 6382977"/>
              <a:gd name="connsiteX2787" fmla="*/ 3866183 w 6501199"/>
              <a:gd name="connsiteY2787" fmla="*/ 2076804 h 6382977"/>
              <a:gd name="connsiteX2788" fmla="*/ 3866578 w 6501199"/>
              <a:gd name="connsiteY2788" fmla="*/ 2079426 h 6382977"/>
              <a:gd name="connsiteX2789" fmla="*/ 3860029 w 6501199"/>
              <a:gd name="connsiteY2789" fmla="*/ 2090373 h 6382977"/>
              <a:gd name="connsiteX2790" fmla="*/ 3834563 w 6501199"/>
              <a:gd name="connsiteY2790" fmla="*/ 2078745 h 6382977"/>
              <a:gd name="connsiteX2791" fmla="*/ 3838392 w 6501199"/>
              <a:gd name="connsiteY2791" fmla="*/ 2075481 h 6382977"/>
              <a:gd name="connsiteX2792" fmla="*/ 3834203 w 6501199"/>
              <a:gd name="connsiteY2792" fmla="*/ 2076312 h 6382977"/>
              <a:gd name="connsiteX2793" fmla="*/ 3825365 w 6501199"/>
              <a:gd name="connsiteY2793" fmla="*/ 2079197 h 6382977"/>
              <a:gd name="connsiteX2794" fmla="*/ 3821352 w 6501199"/>
              <a:gd name="connsiteY2794" fmla="*/ 2077641 h 6382977"/>
              <a:gd name="connsiteX2795" fmla="*/ 3819343 w 6501199"/>
              <a:gd name="connsiteY2795" fmla="*/ 2081075 h 6382977"/>
              <a:gd name="connsiteX2796" fmla="*/ 3818586 w 6501199"/>
              <a:gd name="connsiteY2796" fmla="*/ 2090665 h 6382977"/>
              <a:gd name="connsiteX2797" fmla="*/ 3818525 w 6501199"/>
              <a:gd name="connsiteY2797" fmla="*/ 2091439 h 6382977"/>
              <a:gd name="connsiteX2798" fmla="*/ 3819648 w 6501199"/>
              <a:gd name="connsiteY2798" fmla="*/ 2099280 h 6382977"/>
              <a:gd name="connsiteX2799" fmla="*/ 3823881 w 6501199"/>
              <a:gd name="connsiteY2799" fmla="*/ 2116423 h 6382977"/>
              <a:gd name="connsiteX2800" fmla="*/ 3833604 w 6501199"/>
              <a:gd name="connsiteY2800" fmla="*/ 2113163 h 6382977"/>
              <a:gd name="connsiteX2801" fmla="*/ 3833640 w 6501199"/>
              <a:gd name="connsiteY2801" fmla="*/ 2112296 h 6382977"/>
              <a:gd name="connsiteX2802" fmla="*/ 3839457 w 6501199"/>
              <a:gd name="connsiteY2802" fmla="*/ 2104159 h 6382977"/>
              <a:gd name="connsiteX2803" fmla="*/ 3871227 w 6501199"/>
              <a:gd name="connsiteY2803" fmla="*/ 2098245 h 6382977"/>
              <a:gd name="connsiteX2804" fmla="*/ 3915110 w 6501199"/>
              <a:gd name="connsiteY2804" fmla="*/ 2094239 h 6382977"/>
              <a:gd name="connsiteX2805" fmla="*/ 3917802 w 6501199"/>
              <a:gd name="connsiteY2805" fmla="*/ 2102792 h 6382977"/>
              <a:gd name="connsiteX2806" fmla="*/ 3923748 w 6501199"/>
              <a:gd name="connsiteY2806" fmla="*/ 2101258 h 6382977"/>
              <a:gd name="connsiteX2807" fmla="*/ 3919431 w 6501199"/>
              <a:gd name="connsiteY2807" fmla="*/ 2094239 h 6382977"/>
              <a:gd name="connsiteX2808" fmla="*/ 3925327 w 6501199"/>
              <a:gd name="connsiteY2808" fmla="*/ 2095274 h 6382977"/>
              <a:gd name="connsiteX2809" fmla="*/ 3927862 w 6501199"/>
              <a:gd name="connsiteY2809" fmla="*/ 2100196 h 6382977"/>
              <a:gd name="connsiteX2810" fmla="*/ 3936442 w 6501199"/>
              <a:gd name="connsiteY2810" fmla="*/ 2097982 h 6382977"/>
              <a:gd name="connsiteX2811" fmla="*/ 3958281 w 6501199"/>
              <a:gd name="connsiteY2811" fmla="*/ 2074827 h 6382977"/>
              <a:gd name="connsiteX2812" fmla="*/ 3971962 w 6501199"/>
              <a:gd name="connsiteY2812" fmla="*/ 2076987 h 6382977"/>
              <a:gd name="connsiteX2813" fmla="*/ 3958281 w 6501199"/>
              <a:gd name="connsiteY2813" fmla="*/ 2090665 h 6382977"/>
              <a:gd name="connsiteX2814" fmla="*/ 3999325 w 6501199"/>
              <a:gd name="connsiteY2814" fmla="*/ 2070148 h 6382977"/>
              <a:gd name="connsiteX2815" fmla="*/ 4074573 w 6501199"/>
              <a:gd name="connsiteY2815" fmla="*/ 2042792 h 6382977"/>
              <a:gd name="connsiteX2816" fmla="*/ 5268211 w 6501199"/>
              <a:gd name="connsiteY2816" fmla="*/ 2042519 h 6382977"/>
              <a:gd name="connsiteX2817" fmla="*/ 5257051 w 6501199"/>
              <a:gd name="connsiteY2817" fmla="*/ 2054040 h 6382977"/>
              <a:gd name="connsiteX2818" fmla="*/ 5272891 w 6501199"/>
              <a:gd name="connsiteY2818" fmla="*/ 2054040 h 6382977"/>
              <a:gd name="connsiteX2819" fmla="*/ 4807907 w 6501199"/>
              <a:gd name="connsiteY2819" fmla="*/ 2041313 h 6382977"/>
              <a:gd name="connsiteX2820" fmla="*/ 4786167 w 6501199"/>
              <a:gd name="connsiteY2820" fmla="*/ 2058360 h 6382977"/>
              <a:gd name="connsiteX2821" fmla="*/ 4786120 w 6501199"/>
              <a:gd name="connsiteY2821" fmla="*/ 2058410 h 6382977"/>
              <a:gd name="connsiteX2822" fmla="*/ 4806800 w 6501199"/>
              <a:gd name="connsiteY2822" fmla="*/ 2042477 h 6382977"/>
              <a:gd name="connsiteX2823" fmla="*/ 5386371 w 6501199"/>
              <a:gd name="connsiteY2823" fmla="*/ 2039937 h 6382977"/>
              <a:gd name="connsiteX2824" fmla="*/ 5372850 w 6501199"/>
              <a:gd name="connsiteY2824" fmla="*/ 2049275 h 6382977"/>
              <a:gd name="connsiteX2825" fmla="*/ 5372850 w 6501199"/>
              <a:gd name="connsiteY2825" fmla="*/ 2042178 h 6382977"/>
              <a:gd name="connsiteX2826" fmla="*/ 5386371 w 6501199"/>
              <a:gd name="connsiteY2826" fmla="*/ 2039937 h 6382977"/>
              <a:gd name="connsiteX2827" fmla="*/ 6328440 w 6501199"/>
              <a:gd name="connsiteY2827" fmla="*/ 2036329 h 6382977"/>
              <a:gd name="connsiteX2828" fmla="*/ 6328834 w 6501199"/>
              <a:gd name="connsiteY2828" fmla="*/ 2048966 h 6382977"/>
              <a:gd name="connsiteX2829" fmla="*/ 6348813 w 6501199"/>
              <a:gd name="connsiteY2829" fmla="*/ 2051148 h 6382977"/>
              <a:gd name="connsiteX2830" fmla="*/ 6326731 w 6501199"/>
              <a:gd name="connsiteY2830" fmla="*/ 2062790 h 6382977"/>
              <a:gd name="connsiteX2831" fmla="*/ 6324628 w 6501199"/>
              <a:gd name="connsiteY2831" fmla="*/ 2039871 h 6382977"/>
              <a:gd name="connsiteX2832" fmla="*/ 6328440 w 6501199"/>
              <a:gd name="connsiteY2832" fmla="*/ 2036329 h 6382977"/>
              <a:gd name="connsiteX2833" fmla="*/ 5915058 w 6501199"/>
              <a:gd name="connsiteY2833" fmla="*/ 2028494 h 6382977"/>
              <a:gd name="connsiteX2834" fmla="*/ 5908965 w 6501199"/>
              <a:gd name="connsiteY2834" fmla="*/ 2031347 h 6382977"/>
              <a:gd name="connsiteX2835" fmla="*/ 5907970 w 6501199"/>
              <a:gd name="connsiteY2835" fmla="*/ 2036399 h 6382977"/>
              <a:gd name="connsiteX2836" fmla="*/ 5905874 w 6501199"/>
              <a:gd name="connsiteY2836" fmla="*/ 2032793 h 6382977"/>
              <a:gd name="connsiteX2837" fmla="*/ 5889303 w 6501199"/>
              <a:gd name="connsiteY2837" fmla="*/ 2040551 h 6382977"/>
              <a:gd name="connsiteX2838" fmla="*/ 5799993 w 6501199"/>
              <a:gd name="connsiteY2838" fmla="*/ 2092749 h 6382977"/>
              <a:gd name="connsiteX2839" fmla="*/ 5797510 w 6501199"/>
              <a:gd name="connsiteY2839" fmla="*/ 2093972 h 6382977"/>
              <a:gd name="connsiteX2840" fmla="*/ 5798495 w 6501199"/>
              <a:gd name="connsiteY2840" fmla="*/ 2094723 h 6382977"/>
              <a:gd name="connsiteX2841" fmla="*/ 5796760 w 6501199"/>
              <a:gd name="connsiteY2841" fmla="*/ 2094342 h 6382977"/>
              <a:gd name="connsiteX2842" fmla="*/ 5747678 w 6501199"/>
              <a:gd name="connsiteY2842" fmla="*/ 2118517 h 6382977"/>
              <a:gd name="connsiteX2843" fmla="*/ 5746295 w 6501199"/>
              <a:gd name="connsiteY2843" fmla="*/ 2124245 h 6382977"/>
              <a:gd name="connsiteX2844" fmla="*/ 5759615 w 6501199"/>
              <a:gd name="connsiteY2844" fmla="*/ 2117764 h 6382977"/>
              <a:gd name="connsiteX2845" fmla="*/ 5741615 w 6501199"/>
              <a:gd name="connsiteY2845" fmla="*/ 2185809 h 6382977"/>
              <a:gd name="connsiteX2846" fmla="*/ 5686895 w 6501199"/>
              <a:gd name="connsiteY2846" fmla="*/ 2238372 h 6382977"/>
              <a:gd name="connsiteX2847" fmla="*/ 5683925 w 6501199"/>
              <a:gd name="connsiteY2847" fmla="*/ 2250928 h 6382977"/>
              <a:gd name="connsiteX2848" fmla="*/ 5682337 w 6501199"/>
              <a:gd name="connsiteY2848" fmla="*/ 2254225 h 6382977"/>
              <a:gd name="connsiteX2849" fmla="*/ 5682337 w 6501199"/>
              <a:gd name="connsiteY2849" fmla="*/ 2264083 h 6382977"/>
              <a:gd name="connsiteX2850" fmla="*/ 5682575 w 6501199"/>
              <a:gd name="connsiteY2850" fmla="*/ 2265374 h 6382977"/>
              <a:gd name="connsiteX2851" fmla="*/ 5695895 w 6501199"/>
              <a:gd name="connsiteY2851" fmla="*/ 2265374 h 6382977"/>
              <a:gd name="connsiteX2852" fmla="*/ 5682552 w 6501199"/>
              <a:gd name="connsiteY2852" fmla="*/ 2274921 h 6382977"/>
              <a:gd name="connsiteX2853" fmla="*/ 5682337 w 6501199"/>
              <a:gd name="connsiteY2853" fmla="*/ 2275399 h 6382977"/>
              <a:gd name="connsiteX2854" fmla="*/ 5682337 w 6501199"/>
              <a:gd name="connsiteY2854" fmla="*/ 2306582 h 6382977"/>
              <a:gd name="connsiteX2855" fmla="*/ 5683307 w 6501199"/>
              <a:gd name="connsiteY2855" fmla="*/ 2318545 h 6382977"/>
              <a:gd name="connsiteX2856" fmla="*/ 5692864 w 6501199"/>
              <a:gd name="connsiteY2856" fmla="*/ 2322087 h 6382977"/>
              <a:gd name="connsiteX2857" fmla="*/ 5724915 w 6501199"/>
              <a:gd name="connsiteY2857" fmla="*/ 2292308 h 6382977"/>
              <a:gd name="connsiteX2858" fmla="*/ 5720233 w 6501199"/>
              <a:gd name="connsiteY2858" fmla="*/ 2306108 h 6382977"/>
              <a:gd name="connsiteX2859" fmla="*/ 5714589 w 6501199"/>
              <a:gd name="connsiteY2859" fmla="*/ 2311842 h 6382977"/>
              <a:gd name="connsiteX2860" fmla="*/ 5721894 w 6501199"/>
              <a:gd name="connsiteY2860" fmla="*/ 2317200 h 6382977"/>
              <a:gd name="connsiteX2861" fmla="*/ 5723483 w 6501199"/>
              <a:gd name="connsiteY2861" fmla="*/ 2322149 h 6382977"/>
              <a:gd name="connsiteX2862" fmla="*/ 5716790 w 6501199"/>
              <a:gd name="connsiteY2862" fmla="*/ 2335145 h 6382977"/>
              <a:gd name="connsiteX2863" fmla="*/ 5718935 w 6501199"/>
              <a:gd name="connsiteY2863" fmla="*/ 2333779 h 6382977"/>
              <a:gd name="connsiteX2864" fmla="*/ 5721095 w 6501199"/>
              <a:gd name="connsiteY2864" fmla="*/ 2347460 h 6382977"/>
              <a:gd name="connsiteX2865" fmla="*/ 5746295 w 6501199"/>
              <a:gd name="connsiteY2865" fmla="*/ 2342780 h 6382977"/>
              <a:gd name="connsiteX2866" fmla="*/ 5727935 w 6501199"/>
              <a:gd name="connsiteY2866" fmla="*/ 2331619 h 6382977"/>
              <a:gd name="connsiteX2867" fmla="*/ 5753135 w 6501199"/>
              <a:gd name="connsiteY2867" fmla="*/ 2279055 h 6382977"/>
              <a:gd name="connsiteX2868" fmla="*/ 5727935 w 6501199"/>
              <a:gd name="connsiteY2868" fmla="*/ 2279055 h 6382977"/>
              <a:gd name="connsiteX2869" fmla="*/ 5748455 w 6501199"/>
              <a:gd name="connsiteY2869" fmla="*/ 2249533 h 6382977"/>
              <a:gd name="connsiteX2870" fmla="*/ 5762135 w 6501199"/>
              <a:gd name="connsiteY2870" fmla="*/ 2256374 h 6382977"/>
              <a:gd name="connsiteX2871" fmla="*/ 5734775 w 6501199"/>
              <a:gd name="connsiteY2871" fmla="*/ 2281575 h 6382977"/>
              <a:gd name="connsiteX2872" fmla="*/ 5757455 w 6501199"/>
              <a:gd name="connsiteY2872" fmla="*/ 2276895 h 6382977"/>
              <a:gd name="connsiteX2873" fmla="*/ 5777263 w 6501199"/>
              <a:gd name="connsiteY2873" fmla="*/ 2250051 h 6382977"/>
              <a:gd name="connsiteX2874" fmla="*/ 5770732 w 6501199"/>
              <a:gd name="connsiteY2874" fmla="*/ 2233433 h 6382977"/>
              <a:gd name="connsiteX2875" fmla="*/ 5776592 w 6501199"/>
              <a:gd name="connsiteY2875" fmla="*/ 2212975 h 6382977"/>
              <a:gd name="connsiteX2876" fmla="*/ 5785677 w 6501199"/>
              <a:gd name="connsiteY2876" fmla="*/ 2233433 h 6382977"/>
              <a:gd name="connsiteX2877" fmla="*/ 5782433 w 6501199"/>
              <a:gd name="connsiteY2877" fmla="*/ 2243044 h 6382977"/>
              <a:gd name="connsiteX2878" fmla="*/ 5795975 w 6501199"/>
              <a:gd name="connsiteY2878" fmla="*/ 2224691 h 6382977"/>
              <a:gd name="connsiteX2879" fmla="*/ 5823335 w 6501199"/>
              <a:gd name="connsiteY2879" fmla="*/ 2226852 h 6382977"/>
              <a:gd name="connsiteX2880" fmla="*/ 5809655 w 6501199"/>
              <a:gd name="connsiteY2880" fmla="*/ 2249533 h 6382977"/>
              <a:gd name="connsiteX2881" fmla="*/ 5837015 w 6501199"/>
              <a:gd name="connsiteY2881" fmla="*/ 2211011 h 6382977"/>
              <a:gd name="connsiteX2882" fmla="*/ 5819015 w 6501199"/>
              <a:gd name="connsiteY2882" fmla="*/ 2206330 h 6382977"/>
              <a:gd name="connsiteX2883" fmla="*/ 5805335 w 6501199"/>
              <a:gd name="connsiteY2883" fmla="*/ 2233692 h 6382977"/>
              <a:gd name="connsiteX2884" fmla="*/ 5805335 w 6501199"/>
              <a:gd name="connsiteY2884" fmla="*/ 2206330 h 6382977"/>
              <a:gd name="connsiteX2885" fmla="*/ 5853215 w 6501199"/>
              <a:gd name="connsiteY2885" fmla="*/ 2122084 h 6382977"/>
              <a:gd name="connsiteX2886" fmla="*/ 5878056 w 6501199"/>
              <a:gd name="connsiteY2886" fmla="*/ 2115244 h 6382977"/>
              <a:gd name="connsiteX2887" fmla="*/ 5880216 w 6501199"/>
              <a:gd name="connsiteY2887" fmla="*/ 2104083 h 6382977"/>
              <a:gd name="connsiteX2888" fmla="*/ 5875896 w 6501199"/>
              <a:gd name="connsiteY2888" fmla="*/ 2087882 h 6382977"/>
              <a:gd name="connsiteX2889" fmla="*/ 5916143 w 6501199"/>
              <a:gd name="connsiteY2889" fmla="*/ 2033659 h 6382977"/>
              <a:gd name="connsiteX2890" fmla="*/ 4149461 w 6501199"/>
              <a:gd name="connsiteY2890" fmla="*/ 2022274 h 6382977"/>
              <a:gd name="connsiteX2891" fmla="*/ 4076733 w 6501199"/>
              <a:gd name="connsiteY2891" fmla="*/ 2054310 h 6382977"/>
              <a:gd name="connsiteX2892" fmla="*/ 4149461 w 6501199"/>
              <a:gd name="connsiteY2892" fmla="*/ 2022274 h 6382977"/>
              <a:gd name="connsiteX2893" fmla="*/ 4742967 w 6501199"/>
              <a:gd name="connsiteY2893" fmla="*/ 2021998 h 6382977"/>
              <a:gd name="connsiteX2894" fmla="*/ 4760967 w 6501199"/>
              <a:gd name="connsiteY2894" fmla="*/ 2060880 h 6382977"/>
              <a:gd name="connsiteX2895" fmla="*/ 4772487 w 6501199"/>
              <a:gd name="connsiteY2895" fmla="*/ 2060880 h 6382977"/>
              <a:gd name="connsiteX2896" fmla="*/ 4760967 w 6501199"/>
              <a:gd name="connsiteY2896" fmla="*/ 2040359 h 6382977"/>
              <a:gd name="connsiteX2897" fmla="*/ 4772487 w 6501199"/>
              <a:gd name="connsiteY2897" fmla="*/ 2054040 h 6382977"/>
              <a:gd name="connsiteX2898" fmla="*/ 4779327 w 6501199"/>
              <a:gd name="connsiteY2898" fmla="*/ 2024158 h 6382977"/>
              <a:gd name="connsiteX2899" fmla="*/ 4742967 w 6501199"/>
              <a:gd name="connsiteY2899" fmla="*/ 2021998 h 6382977"/>
              <a:gd name="connsiteX2900" fmla="*/ 5291251 w 6501199"/>
              <a:gd name="connsiteY2900" fmla="*/ 2017677 h 6382977"/>
              <a:gd name="connsiteX2901" fmla="*/ 5286571 w 6501199"/>
              <a:gd name="connsiteY2901" fmla="*/ 2040359 h 6382977"/>
              <a:gd name="connsiteX2902" fmla="*/ 5291251 w 6501199"/>
              <a:gd name="connsiteY2902" fmla="*/ 2017677 h 6382977"/>
              <a:gd name="connsiteX2903" fmla="*/ 4811008 w 6501199"/>
              <a:gd name="connsiteY2903" fmla="*/ 2012997 h 6382977"/>
              <a:gd name="connsiteX2904" fmla="*/ 4808848 w 6501199"/>
              <a:gd name="connsiteY2904" fmla="*/ 2017677 h 6382977"/>
              <a:gd name="connsiteX2905" fmla="*/ 4813348 w 6501199"/>
              <a:gd name="connsiteY2905" fmla="*/ 2025463 h 6382977"/>
              <a:gd name="connsiteX2906" fmla="*/ 4816914 w 6501199"/>
              <a:gd name="connsiteY2906" fmla="*/ 2031847 h 6382977"/>
              <a:gd name="connsiteX2907" fmla="*/ 4828071 w 6501199"/>
              <a:gd name="connsiteY2907" fmla="*/ 2020123 h 6382977"/>
              <a:gd name="connsiteX2908" fmla="*/ 4822866 w 6501199"/>
              <a:gd name="connsiteY2908" fmla="*/ 2021801 h 6382977"/>
              <a:gd name="connsiteX2909" fmla="*/ 4811008 w 6501199"/>
              <a:gd name="connsiteY2909" fmla="*/ 2012997 h 6382977"/>
              <a:gd name="connsiteX2910" fmla="*/ 6387873 w 6501199"/>
              <a:gd name="connsiteY2910" fmla="*/ 2011186 h 6382977"/>
              <a:gd name="connsiteX2911" fmla="*/ 6392636 w 6501199"/>
              <a:gd name="connsiteY2911" fmla="*/ 2044347 h 6382977"/>
              <a:gd name="connsiteX2912" fmla="*/ 6387873 w 6501199"/>
              <a:gd name="connsiteY2912" fmla="*/ 2011186 h 6382977"/>
              <a:gd name="connsiteX2913" fmla="*/ 6085174 w 6501199"/>
              <a:gd name="connsiteY2913" fmla="*/ 2008187 h 6382977"/>
              <a:gd name="connsiteX2914" fmla="*/ 6085174 w 6501199"/>
              <a:gd name="connsiteY2914" fmla="*/ 2071330 h 6382977"/>
              <a:gd name="connsiteX2915" fmla="*/ 6085174 w 6501199"/>
              <a:gd name="connsiteY2915" fmla="*/ 2008187 h 6382977"/>
              <a:gd name="connsiteX2916" fmla="*/ 4240911 w 6501199"/>
              <a:gd name="connsiteY2916" fmla="*/ 2001308 h 6382977"/>
              <a:gd name="connsiteX2917" fmla="*/ 4238390 w 6501199"/>
              <a:gd name="connsiteY2917" fmla="*/ 2011116 h 6382977"/>
              <a:gd name="connsiteX2918" fmla="*/ 4252072 w 6501199"/>
              <a:gd name="connsiteY2918" fmla="*/ 2001757 h 6382977"/>
              <a:gd name="connsiteX2919" fmla="*/ 4240911 w 6501199"/>
              <a:gd name="connsiteY2919" fmla="*/ 2001308 h 6382977"/>
              <a:gd name="connsiteX2920" fmla="*/ 4804168 w 6501199"/>
              <a:gd name="connsiteY2920" fmla="*/ 1999316 h 6382977"/>
              <a:gd name="connsiteX2921" fmla="*/ 4799848 w 6501199"/>
              <a:gd name="connsiteY2921" fmla="*/ 2008317 h 6382977"/>
              <a:gd name="connsiteX2922" fmla="*/ 4804168 w 6501199"/>
              <a:gd name="connsiteY2922" fmla="*/ 1999316 h 6382977"/>
              <a:gd name="connsiteX2923" fmla="*/ 6026019 w 6501199"/>
              <a:gd name="connsiteY2923" fmla="*/ 1997075 h 6382977"/>
              <a:gd name="connsiteX2924" fmla="*/ 6017199 w 6501199"/>
              <a:gd name="connsiteY2924" fmla="*/ 2031632 h 6382977"/>
              <a:gd name="connsiteX2925" fmla="*/ 6026019 w 6501199"/>
              <a:gd name="connsiteY2925" fmla="*/ 1997075 h 6382977"/>
              <a:gd name="connsiteX2926" fmla="*/ 4831528 w 6501199"/>
              <a:gd name="connsiteY2926" fmla="*/ 1992476 h 6382977"/>
              <a:gd name="connsiteX2927" fmla="*/ 4834048 w 6501199"/>
              <a:gd name="connsiteY2927" fmla="*/ 2006156 h 6382977"/>
              <a:gd name="connsiteX2928" fmla="*/ 4842401 w 6501199"/>
              <a:gd name="connsiteY2928" fmla="*/ 2001954 h 6382977"/>
              <a:gd name="connsiteX2929" fmla="*/ 4844247 w 6501199"/>
              <a:gd name="connsiteY2929" fmla="*/ 2003516 h 6382977"/>
              <a:gd name="connsiteX2930" fmla="*/ 4854916 w 6501199"/>
              <a:gd name="connsiteY2930" fmla="*/ 1993632 h 6382977"/>
              <a:gd name="connsiteX2931" fmla="*/ 4851277 w 6501199"/>
              <a:gd name="connsiteY2931" fmla="*/ 1995699 h 6382977"/>
              <a:gd name="connsiteX2932" fmla="*/ 4831528 w 6501199"/>
              <a:gd name="connsiteY2932" fmla="*/ 1992476 h 6382977"/>
              <a:gd name="connsiteX2933" fmla="*/ 5307569 w 6501199"/>
              <a:gd name="connsiteY2933" fmla="*/ 1986501 h 6382977"/>
              <a:gd name="connsiteX2934" fmla="*/ 5295571 w 6501199"/>
              <a:gd name="connsiteY2934" fmla="*/ 2015157 h 6382977"/>
              <a:gd name="connsiteX2935" fmla="*/ 5318611 w 6501199"/>
              <a:gd name="connsiteY2935" fmla="*/ 1990315 h 6382977"/>
              <a:gd name="connsiteX2936" fmla="*/ 5307569 w 6501199"/>
              <a:gd name="connsiteY2936" fmla="*/ 1986501 h 6382977"/>
              <a:gd name="connsiteX2937" fmla="*/ 6139501 w 6501199"/>
              <a:gd name="connsiteY2937" fmla="*/ 1977027 h 6382977"/>
              <a:gd name="connsiteX2938" fmla="*/ 6134850 w 6501199"/>
              <a:gd name="connsiteY2938" fmla="*/ 1995170 h 6382977"/>
              <a:gd name="connsiteX2939" fmla="*/ 6139501 w 6501199"/>
              <a:gd name="connsiteY2939" fmla="*/ 1977027 h 6382977"/>
              <a:gd name="connsiteX2940" fmla="*/ 4329480 w 6501199"/>
              <a:gd name="connsiteY2940" fmla="*/ 1970082 h 6382977"/>
              <a:gd name="connsiteX2941" fmla="*/ 4325405 w 6501199"/>
              <a:gd name="connsiteY2941" fmla="*/ 1976741 h 6382977"/>
              <a:gd name="connsiteX2942" fmla="*/ 4324799 w 6501199"/>
              <a:gd name="connsiteY2942" fmla="*/ 1976921 h 6382977"/>
              <a:gd name="connsiteX2943" fmla="*/ 4329480 w 6501199"/>
              <a:gd name="connsiteY2943" fmla="*/ 1970082 h 6382977"/>
              <a:gd name="connsiteX2944" fmla="*/ 4941684 w 6501199"/>
              <a:gd name="connsiteY2944" fmla="*/ 1955823 h 6382977"/>
              <a:gd name="connsiteX2945" fmla="*/ 4940894 w 6501199"/>
              <a:gd name="connsiteY2945" fmla="*/ 1959116 h 6382977"/>
              <a:gd name="connsiteX2946" fmla="*/ 4943129 w 6501199"/>
              <a:gd name="connsiteY2946" fmla="*/ 1958273 h 6382977"/>
              <a:gd name="connsiteX2947" fmla="*/ 4858888 w 6501199"/>
              <a:gd name="connsiteY2947" fmla="*/ 1953953 h 6382977"/>
              <a:gd name="connsiteX2948" fmla="*/ 4854208 w 6501199"/>
              <a:gd name="connsiteY2948" fmla="*/ 1967634 h 6382977"/>
              <a:gd name="connsiteX2949" fmla="*/ 4858888 w 6501199"/>
              <a:gd name="connsiteY2949" fmla="*/ 1953953 h 6382977"/>
              <a:gd name="connsiteX2950" fmla="*/ 4539631 w 6501199"/>
              <a:gd name="connsiteY2950" fmla="*/ 1946275 h 6382977"/>
              <a:gd name="connsiteX2951" fmla="*/ 4532829 w 6501199"/>
              <a:gd name="connsiteY2951" fmla="*/ 1973893 h 6382977"/>
              <a:gd name="connsiteX2952" fmla="*/ 4522627 w 6501199"/>
              <a:gd name="connsiteY2952" fmla="*/ 1973847 h 6382977"/>
              <a:gd name="connsiteX2953" fmla="*/ 4517684 w 6501199"/>
              <a:gd name="connsiteY2953" fmla="*/ 1970524 h 6382977"/>
              <a:gd name="connsiteX2954" fmla="*/ 4515268 w 6501199"/>
              <a:gd name="connsiteY2954" fmla="*/ 1980495 h 6382977"/>
              <a:gd name="connsiteX2955" fmla="*/ 4485438 w 6501199"/>
              <a:gd name="connsiteY2955" fmla="*/ 1995162 h 6382977"/>
              <a:gd name="connsiteX2956" fmla="*/ 4498167 w 6501199"/>
              <a:gd name="connsiteY2956" fmla="*/ 1981807 h 6382977"/>
              <a:gd name="connsiteX2957" fmla="*/ 4517389 w 6501199"/>
              <a:gd name="connsiteY2957" fmla="*/ 1970326 h 6382977"/>
              <a:gd name="connsiteX2958" fmla="*/ 4512425 w 6501199"/>
              <a:gd name="connsiteY2958" fmla="*/ 1966988 h 6382977"/>
              <a:gd name="connsiteX2959" fmla="*/ 4539631 w 6501199"/>
              <a:gd name="connsiteY2959" fmla="*/ 1946275 h 6382977"/>
              <a:gd name="connsiteX2960" fmla="*/ 4977329 w 6501199"/>
              <a:gd name="connsiteY2960" fmla="*/ 1926591 h 6382977"/>
              <a:gd name="connsiteX2961" fmla="*/ 4958969 w 6501199"/>
              <a:gd name="connsiteY2961" fmla="*/ 1949273 h 6382977"/>
              <a:gd name="connsiteX2962" fmla="*/ 4977329 w 6501199"/>
              <a:gd name="connsiteY2962" fmla="*/ 1926591 h 6382977"/>
              <a:gd name="connsiteX2963" fmla="*/ 5350292 w 6501199"/>
              <a:gd name="connsiteY2963" fmla="*/ 1921911 h 6382977"/>
              <a:gd name="connsiteX2964" fmla="*/ 5343452 w 6501199"/>
              <a:gd name="connsiteY2964" fmla="*/ 1942432 h 6382977"/>
              <a:gd name="connsiteX2965" fmla="*/ 5350292 w 6501199"/>
              <a:gd name="connsiteY2965" fmla="*/ 1921911 h 6382977"/>
              <a:gd name="connsiteX2966" fmla="*/ 6150478 w 6501199"/>
              <a:gd name="connsiteY2966" fmla="*/ 1903412 h 6382977"/>
              <a:gd name="connsiteX2967" fmla="*/ 6163796 w 6501199"/>
              <a:gd name="connsiteY2967" fmla="*/ 1955507 h 6382977"/>
              <a:gd name="connsiteX2968" fmla="*/ 6146272 w 6501199"/>
              <a:gd name="connsiteY2968" fmla="*/ 1962333 h 6382977"/>
              <a:gd name="connsiteX2969" fmla="*/ 6150478 w 6501199"/>
              <a:gd name="connsiteY2969" fmla="*/ 1903412 h 6382977"/>
              <a:gd name="connsiteX2970" fmla="*/ 6452149 w 6501199"/>
              <a:gd name="connsiteY2970" fmla="*/ 1901973 h 6382977"/>
              <a:gd name="connsiteX2971" fmla="*/ 6471038 w 6501199"/>
              <a:gd name="connsiteY2971" fmla="*/ 1912937 h 6382977"/>
              <a:gd name="connsiteX2972" fmla="*/ 6468866 w 6501199"/>
              <a:gd name="connsiteY2972" fmla="*/ 1928459 h 6382977"/>
              <a:gd name="connsiteX2973" fmla="*/ 6430125 w 6501199"/>
              <a:gd name="connsiteY2973" fmla="*/ 1906234 h 6382977"/>
              <a:gd name="connsiteX2974" fmla="*/ 6446056 w 6501199"/>
              <a:gd name="connsiteY2974" fmla="*/ 1906234 h 6382977"/>
              <a:gd name="connsiteX2975" fmla="*/ 6452149 w 6501199"/>
              <a:gd name="connsiteY2975" fmla="*/ 1901973 h 6382977"/>
              <a:gd name="connsiteX2976" fmla="*/ 4648593 w 6501199"/>
              <a:gd name="connsiteY2976" fmla="*/ 1892300 h 6382977"/>
              <a:gd name="connsiteX2977" fmla="*/ 4548938 w 6501199"/>
              <a:gd name="connsiteY2977" fmla="*/ 1955443 h 6382977"/>
              <a:gd name="connsiteX2978" fmla="*/ 4648593 w 6501199"/>
              <a:gd name="connsiteY2978" fmla="*/ 1892300 h 6382977"/>
              <a:gd name="connsiteX2979" fmla="*/ 6117030 w 6501199"/>
              <a:gd name="connsiteY2979" fmla="*/ 1881187 h 6382977"/>
              <a:gd name="connsiteX2980" fmla="*/ 6107729 w 6501199"/>
              <a:gd name="connsiteY2980" fmla="*/ 1947501 h 6382977"/>
              <a:gd name="connsiteX2981" fmla="*/ 6117030 w 6501199"/>
              <a:gd name="connsiteY2981" fmla="*/ 1881187 h 6382977"/>
              <a:gd name="connsiteX2982" fmla="*/ 5470614 w 6501199"/>
              <a:gd name="connsiteY2982" fmla="*/ 1881187 h 6382977"/>
              <a:gd name="connsiteX2983" fmla="*/ 5495390 w 6501199"/>
              <a:gd name="connsiteY2983" fmla="*/ 1892910 h 6382977"/>
              <a:gd name="connsiteX2984" fmla="*/ 5474923 w 6501199"/>
              <a:gd name="connsiteY2984" fmla="*/ 1895108 h 6382977"/>
              <a:gd name="connsiteX2985" fmla="*/ 5470614 w 6501199"/>
              <a:gd name="connsiteY2985" fmla="*/ 1881187 h 6382977"/>
              <a:gd name="connsiteX2986" fmla="*/ 4951916 w 6501199"/>
              <a:gd name="connsiteY2986" fmla="*/ 1879033 h 6382977"/>
              <a:gd name="connsiteX2987" fmla="*/ 4962919 w 6501199"/>
              <a:gd name="connsiteY2987" fmla="*/ 1880741 h 6382977"/>
              <a:gd name="connsiteX2988" fmla="*/ 4959549 w 6501199"/>
              <a:gd name="connsiteY2988" fmla="*/ 1883087 h 6382977"/>
              <a:gd name="connsiteX2989" fmla="*/ 4962767 w 6501199"/>
              <a:gd name="connsiteY2989" fmla="*/ 1890140 h 6382977"/>
              <a:gd name="connsiteX2990" fmla="*/ 4951509 w 6501199"/>
              <a:gd name="connsiteY2990" fmla="*/ 1897896 h 6382977"/>
              <a:gd name="connsiteX2991" fmla="*/ 4948216 w 6501199"/>
              <a:gd name="connsiteY2991" fmla="*/ 1894531 h 6382977"/>
              <a:gd name="connsiteX2992" fmla="*/ 4944744 w 6501199"/>
              <a:gd name="connsiteY2992" fmla="*/ 1906162 h 6382977"/>
              <a:gd name="connsiteX2993" fmla="*/ 4931201 w 6501199"/>
              <a:gd name="connsiteY2993" fmla="*/ 1903983 h 6382977"/>
              <a:gd name="connsiteX2994" fmla="*/ 4935834 w 6501199"/>
              <a:gd name="connsiteY2994" fmla="*/ 1913062 h 6382977"/>
              <a:gd name="connsiteX2995" fmla="*/ 4920154 w 6501199"/>
              <a:gd name="connsiteY2995" fmla="*/ 1908341 h 6382977"/>
              <a:gd name="connsiteX2996" fmla="*/ 4920154 w 6501199"/>
              <a:gd name="connsiteY2996" fmla="*/ 1913062 h 6382977"/>
              <a:gd name="connsiteX2997" fmla="*/ 4929063 w 6501199"/>
              <a:gd name="connsiteY2997" fmla="*/ 1922141 h 6382977"/>
              <a:gd name="connsiteX2998" fmla="*/ 4920154 w 6501199"/>
              <a:gd name="connsiteY2998" fmla="*/ 1926862 h 6382977"/>
              <a:gd name="connsiteX2999" fmla="*/ 4913383 w 6501199"/>
              <a:gd name="connsiteY2999" fmla="*/ 1903983 h 6382977"/>
              <a:gd name="connsiteX3000" fmla="*/ 4929063 w 6501199"/>
              <a:gd name="connsiteY3000" fmla="*/ 1892362 h 6382977"/>
              <a:gd name="connsiteX3001" fmla="*/ 4951916 w 6501199"/>
              <a:gd name="connsiteY3001" fmla="*/ 1879033 h 6382977"/>
              <a:gd name="connsiteX3002" fmla="*/ 4938516 w 6501199"/>
              <a:gd name="connsiteY3002" fmla="*/ 1866900 h 6382977"/>
              <a:gd name="connsiteX3003" fmla="*/ 4934171 w 6501199"/>
              <a:gd name="connsiteY3003" fmla="*/ 1887291 h 6382977"/>
              <a:gd name="connsiteX3004" fmla="*/ 4920413 w 6501199"/>
              <a:gd name="connsiteY3004" fmla="*/ 1882998 h 6382977"/>
              <a:gd name="connsiteX3005" fmla="*/ 4938516 w 6501199"/>
              <a:gd name="connsiteY3005" fmla="*/ 1866900 h 6382977"/>
              <a:gd name="connsiteX3006" fmla="*/ 5366132 w 6501199"/>
              <a:gd name="connsiteY3006" fmla="*/ 1858186 h 6382977"/>
              <a:gd name="connsiteX3007" fmla="*/ 5345612 w 6501199"/>
              <a:gd name="connsiteY3007" fmla="*/ 1874027 h 6382977"/>
              <a:gd name="connsiteX3008" fmla="*/ 5368292 w 6501199"/>
              <a:gd name="connsiteY3008" fmla="*/ 1887708 h 6382977"/>
              <a:gd name="connsiteX3009" fmla="*/ 5354972 w 6501199"/>
              <a:gd name="connsiteY3009" fmla="*/ 1912910 h 6382977"/>
              <a:gd name="connsiteX3010" fmla="*/ 5368292 w 6501199"/>
              <a:gd name="connsiteY3010" fmla="*/ 1924071 h 6382977"/>
              <a:gd name="connsiteX3011" fmla="*/ 5375132 w 6501199"/>
              <a:gd name="connsiteY3011" fmla="*/ 1885548 h 6382977"/>
              <a:gd name="connsiteX3012" fmla="*/ 5393492 w 6501199"/>
              <a:gd name="connsiteY3012" fmla="*/ 1878708 h 6382977"/>
              <a:gd name="connsiteX3013" fmla="*/ 5395652 w 6501199"/>
              <a:gd name="connsiteY3013" fmla="*/ 1865027 h 6382977"/>
              <a:gd name="connsiteX3014" fmla="*/ 5370812 w 6501199"/>
              <a:gd name="connsiteY3014" fmla="*/ 1883388 h 6382977"/>
              <a:gd name="connsiteX3015" fmla="*/ 5366132 w 6501199"/>
              <a:gd name="connsiteY3015" fmla="*/ 1858186 h 6382977"/>
              <a:gd name="connsiteX3016" fmla="*/ 1221991 w 6501199"/>
              <a:gd name="connsiteY3016" fmla="*/ 1854179 h 6382977"/>
              <a:gd name="connsiteX3017" fmla="*/ 1198948 w 6501199"/>
              <a:gd name="connsiteY3017" fmla="*/ 1879015 h 6382977"/>
              <a:gd name="connsiteX3018" fmla="*/ 1205789 w 6501199"/>
              <a:gd name="connsiteY3018" fmla="*/ 1892693 h 6382977"/>
              <a:gd name="connsiteX3019" fmla="*/ 1221991 w 6501199"/>
              <a:gd name="connsiteY3019" fmla="*/ 1854179 h 6382977"/>
              <a:gd name="connsiteX3020" fmla="*/ 4822528 w 6501199"/>
              <a:gd name="connsiteY3020" fmla="*/ 1853866 h 6382977"/>
              <a:gd name="connsiteX3021" fmla="*/ 4822528 w 6501199"/>
              <a:gd name="connsiteY3021" fmla="*/ 1867187 h 6382977"/>
              <a:gd name="connsiteX3022" fmla="*/ 4822528 w 6501199"/>
              <a:gd name="connsiteY3022" fmla="*/ 1853866 h 6382977"/>
              <a:gd name="connsiteX3023" fmla="*/ 5385863 w 6501199"/>
              <a:gd name="connsiteY3023" fmla="*/ 1852245 h 6382977"/>
              <a:gd name="connsiteX3024" fmla="*/ 5380037 w 6501199"/>
              <a:gd name="connsiteY3024" fmla="*/ 1855351 h 6382977"/>
              <a:gd name="connsiteX3025" fmla="*/ 5379812 w 6501199"/>
              <a:gd name="connsiteY3025" fmla="*/ 1867187 h 6382977"/>
              <a:gd name="connsiteX3026" fmla="*/ 5391242 w 6501199"/>
              <a:gd name="connsiteY3026" fmla="*/ 1859672 h 6382977"/>
              <a:gd name="connsiteX3027" fmla="*/ 5392148 w 6501199"/>
              <a:gd name="connsiteY3027" fmla="*/ 1857074 h 6382977"/>
              <a:gd name="connsiteX3028" fmla="*/ 5387930 w 6501199"/>
              <a:gd name="connsiteY3028" fmla="*/ 1852300 h 6382977"/>
              <a:gd name="connsiteX3029" fmla="*/ 6405438 w 6501199"/>
              <a:gd name="connsiteY3029" fmla="*/ 1847212 h 6382977"/>
              <a:gd name="connsiteX3030" fmla="*/ 6400805 w 6501199"/>
              <a:gd name="connsiteY3030" fmla="*/ 1936387 h 6382977"/>
              <a:gd name="connsiteX3031" fmla="*/ 6405438 w 6501199"/>
              <a:gd name="connsiteY3031" fmla="*/ 1847212 h 6382977"/>
              <a:gd name="connsiteX3032" fmla="*/ 5771135 w 6501199"/>
              <a:gd name="connsiteY3032" fmla="*/ 1840185 h 6382977"/>
              <a:gd name="connsiteX3033" fmla="*/ 5762135 w 6501199"/>
              <a:gd name="connsiteY3033" fmla="*/ 1851346 h 6382977"/>
              <a:gd name="connsiteX3034" fmla="*/ 5775815 w 6501199"/>
              <a:gd name="connsiteY3034" fmla="*/ 1878708 h 6382977"/>
              <a:gd name="connsiteX3035" fmla="*/ 5771135 w 6501199"/>
              <a:gd name="connsiteY3035" fmla="*/ 1840185 h 6382977"/>
              <a:gd name="connsiteX3036" fmla="*/ 6501199 w 6501199"/>
              <a:gd name="connsiteY3036" fmla="*/ 1836737 h 6382977"/>
              <a:gd name="connsiteX3037" fmla="*/ 6466638 w 6501199"/>
              <a:gd name="connsiteY3037" fmla="*/ 1866536 h 6382977"/>
              <a:gd name="connsiteX3038" fmla="*/ 6501199 w 6501199"/>
              <a:gd name="connsiteY3038" fmla="*/ 1836737 h 6382977"/>
              <a:gd name="connsiteX3039" fmla="*/ 4956892 w 6501199"/>
              <a:gd name="connsiteY3039" fmla="*/ 1835739 h 6382977"/>
              <a:gd name="connsiteX3040" fmla="*/ 4984541 w 6501199"/>
              <a:gd name="connsiteY3040" fmla="*/ 1847350 h 6382977"/>
              <a:gd name="connsiteX3041" fmla="*/ 4975083 w 6501199"/>
              <a:gd name="connsiteY3041" fmla="*/ 1858599 h 6382977"/>
              <a:gd name="connsiteX3042" fmla="*/ 4965987 w 6501199"/>
              <a:gd name="connsiteY3042" fmla="*/ 1844810 h 6382977"/>
              <a:gd name="connsiteX3043" fmla="*/ 4952163 w 6501199"/>
              <a:gd name="connsiteY3043" fmla="*/ 1849527 h 6382977"/>
              <a:gd name="connsiteX3044" fmla="*/ 4956892 w 6501199"/>
              <a:gd name="connsiteY3044" fmla="*/ 1835739 h 6382977"/>
              <a:gd name="connsiteX3045" fmla="*/ 4729447 w 6501199"/>
              <a:gd name="connsiteY3045" fmla="*/ 1835062 h 6382977"/>
              <a:gd name="connsiteX3046" fmla="*/ 4681328 w 6501199"/>
              <a:gd name="connsiteY3046" fmla="*/ 1876065 h 6382977"/>
              <a:gd name="connsiteX3047" fmla="*/ 4676625 w 6501199"/>
              <a:gd name="connsiteY3047" fmla="*/ 1862398 h 6382977"/>
              <a:gd name="connsiteX3048" fmla="*/ 4663238 w 6501199"/>
              <a:gd name="connsiteY3048" fmla="*/ 1866714 h 6382977"/>
              <a:gd name="connsiteX3049" fmla="*/ 4729447 w 6501199"/>
              <a:gd name="connsiteY3049" fmla="*/ 1835062 h 6382977"/>
              <a:gd name="connsiteX3050" fmla="*/ 5601998 w 6501199"/>
              <a:gd name="connsiteY3050" fmla="*/ 1831222 h 6382977"/>
              <a:gd name="connsiteX3051" fmla="*/ 5597079 w 6501199"/>
              <a:gd name="connsiteY3051" fmla="*/ 1832494 h 6382977"/>
              <a:gd name="connsiteX3052" fmla="*/ 5594654 w 6501199"/>
              <a:gd name="connsiteY3052" fmla="*/ 1832407 h 6382977"/>
              <a:gd name="connsiteX3053" fmla="*/ 5596459 w 6501199"/>
              <a:gd name="connsiteY3053" fmla="*/ 1847106 h 6382977"/>
              <a:gd name="connsiteX3054" fmla="*/ 5599503 w 6501199"/>
              <a:gd name="connsiteY3054" fmla="*/ 1838610 h 6382977"/>
              <a:gd name="connsiteX3055" fmla="*/ 6370653 w 6501199"/>
              <a:gd name="connsiteY3055" fmla="*/ 1830387 h 6382977"/>
              <a:gd name="connsiteX3056" fmla="*/ 6357192 w 6501199"/>
              <a:gd name="connsiteY3056" fmla="*/ 1844054 h 6382977"/>
              <a:gd name="connsiteX3057" fmla="*/ 6377384 w 6501199"/>
              <a:gd name="connsiteY3057" fmla="*/ 1850888 h 6382977"/>
              <a:gd name="connsiteX3058" fmla="*/ 6370653 w 6501199"/>
              <a:gd name="connsiteY3058" fmla="*/ 1830387 h 6382977"/>
              <a:gd name="connsiteX3059" fmla="*/ 5955241 w 6501199"/>
              <a:gd name="connsiteY3059" fmla="*/ 1827540 h 6382977"/>
              <a:gd name="connsiteX3060" fmla="*/ 5945737 w 6501199"/>
              <a:gd name="connsiteY3060" fmla="*/ 1835662 h 6382977"/>
              <a:gd name="connsiteX3061" fmla="*/ 5910096 w 6501199"/>
              <a:gd name="connsiteY3061" fmla="*/ 1887708 h 6382977"/>
              <a:gd name="connsiteX3062" fmla="*/ 5907576 w 6501199"/>
              <a:gd name="connsiteY3062" fmla="*/ 1908230 h 6382977"/>
              <a:gd name="connsiteX3063" fmla="*/ 5889576 w 6501199"/>
              <a:gd name="connsiteY3063" fmla="*/ 1917590 h 6382977"/>
              <a:gd name="connsiteX3064" fmla="*/ 5866400 w 6501199"/>
              <a:gd name="connsiteY3064" fmla="*/ 1967814 h 6382977"/>
              <a:gd name="connsiteX3065" fmla="*/ 5848183 w 6501199"/>
              <a:gd name="connsiteY3065" fmla="*/ 1987437 h 6382977"/>
              <a:gd name="connsiteX3066" fmla="*/ 5888718 w 6501199"/>
              <a:gd name="connsiteY3066" fmla="*/ 1971028 h 6382977"/>
              <a:gd name="connsiteX3067" fmla="*/ 5969682 w 6501199"/>
              <a:gd name="connsiteY3067" fmla="*/ 1931682 h 6382977"/>
              <a:gd name="connsiteX3068" fmla="*/ 5969137 w 6501199"/>
              <a:gd name="connsiteY3068" fmla="*/ 1926591 h 6382977"/>
              <a:gd name="connsiteX3069" fmla="*/ 5974993 w 6501199"/>
              <a:gd name="connsiteY3069" fmla="*/ 1929101 h 6382977"/>
              <a:gd name="connsiteX3070" fmla="*/ 5980108 w 6501199"/>
              <a:gd name="connsiteY3070" fmla="*/ 1926615 h 6382977"/>
              <a:gd name="connsiteX3071" fmla="*/ 5983357 w 6501199"/>
              <a:gd name="connsiteY3071" fmla="*/ 1922541 h 6382977"/>
              <a:gd name="connsiteX3072" fmla="*/ 5990197 w 6501199"/>
              <a:gd name="connsiteY3072" fmla="*/ 1912415 h 6382977"/>
              <a:gd name="connsiteX3073" fmla="*/ 5991205 w 6501199"/>
              <a:gd name="connsiteY3073" fmla="*/ 1912018 h 6382977"/>
              <a:gd name="connsiteX3074" fmla="*/ 5993343 w 6501199"/>
              <a:gd name="connsiteY3074" fmla="*/ 1900274 h 6382977"/>
              <a:gd name="connsiteX3075" fmla="*/ 5984688 w 6501199"/>
              <a:gd name="connsiteY3075" fmla="*/ 1849397 h 6382977"/>
              <a:gd name="connsiteX3076" fmla="*/ 5979850 w 6501199"/>
              <a:gd name="connsiteY3076" fmla="*/ 1845612 h 6382977"/>
              <a:gd name="connsiteX3077" fmla="*/ 5979173 w 6501199"/>
              <a:gd name="connsiteY3077" fmla="*/ 1849713 h 6382977"/>
              <a:gd name="connsiteX3078" fmla="*/ 5985295 w 6501199"/>
              <a:gd name="connsiteY3078" fmla="*/ 1858600 h 6382977"/>
              <a:gd name="connsiteX3079" fmla="*/ 5973653 w 6501199"/>
              <a:gd name="connsiteY3079" fmla="*/ 1879238 h 6382977"/>
              <a:gd name="connsiteX3080" fmla="*/ 5973653 w 6501199"/>
              <a:gd name="connsiteY3080" fmla="*/ 1854255 h 6382977"/>
              <a:gd name="connsiteX3081" fmla="*/ 5955463 w 6501199"/>
              <a:gd name="connsiteY3081" fmla="*/ 1851721 h 6382977"/>
              <a:gd name="connsiteX3082" fmla="*/ 5969634 w 6501199"/>
              <a:gd name="connsiteY3082" fmla="*/ 1837617 h 6382977"/>
              <a:gd name="connsiteX3083" fmla="*/ 5959897 w 6501199"/>
              <a:gd name="connsiteY3083" fmla="*/ 1829997 h 6382977"/>
              <a:gd name="connsiteX3084" fmla="*/ 6050857 w 6501199"/>
              <a:gd name="connsiteY3084" fmla="*/ 1826504 h 6382977"/>
              <a:gd name="connsiteX3085" fmla="*/ 6037307 w 6501199"/>
              <a:gd name="connsiteY3085" fmla="*/ 1849305 h 6382977"/>
              <a:gd name="connsiteX3086" fmla="*/ 6044636 w 6501199"/>
              <a:gd name="connsiteY3086" fmla="*/ 1857037 h 6382977"/>
              <a:gd name="connsiteX3087" fmla="*/ 6057427 w 6501199"/>
              <a:gd name="connsiteY3087" fmla="*/ 1841805 h 6382977"/>
              <a:gd name="connsiteX3088" fmla="*/ 6050857 w 6501199"/>
              <a:gd name="connsiteY3088" fmla="*/ 1826504 h 6382977"/>
              <a:gd name="connsiteX3089" fmla="*/ 5707415 w 6501199"/>
              <a:gd name="connsiteY3089" fmla="*/ 1819664 h 6382977"/>
              <a:gd name="connsiteX3090" fmla="*/ 5689415 w 6501199"/>
              <a:gd name="connsiteY3090" fmla="*/ 1847026 h 6382977"/>
              <a:gd name="connsiteX3091" fmla="*/ 5707415 w 6501199"/>
              <a:gd name="connsiteY3091" fmla="*/ 1819664 h 6382977"/>
              <a:gd name="connsiteX3092" fmla="*/ 5782655 w 6501199"/>
              <a:gd name="connsiteY3092" fmla="*/ 1812823 h 6382977"/>
              <a:gd name="connsiteX3093" fmla="*/ 5805335 w 6501199"/>
              <a:gd name="connsiteY3093" fmla="*/ 1862867 h 6382977"/>
              <a:gd name="connsiteX3094" fmla="*/ 5786975 w 6501199"/>
              <a:gd name="connsiteY3094" fmla="*/ 1899229 h 6382977"/>
              <a:gd name="connsiteX3095" fmla="*/ 5809655 w 6501199"/>
              <a:gd name="connsiteY3095" fmla="*/ 1885548 h 6382977"/>
              <a:gd name="connsiteX3096" fmla="*/ 5832695 w 6501199"/>
              <a:gd name="connsiteY3096" fmla="*/ 1856026 h 6382977"/>
              <a:gd name="connsiteX3097" fmla="*/ 5828015 w 6501199"/>
              <a:gd name="connsiteY3097" fmla="*/ 1835505 h 6382977"/>
              <a:gd name="connsiteX3098" fmla="*/ 5782655 w 6501199"/>
              <a:gd name="connsiteY3098" fmla="*/ 1812823 h 6382977"/>
              <a:gd name="connsiteX3099" fmla="*/ 5009099 w 6501199"/>
              <a:gd name="connsiteY3099" fmla="*/ 1803400 h 6382977"/>
              <a:gd name="connsiteX3100" fmla="*/ 4986708 w 6501199"/>
              <a:gd name="connsiteY3100" fmla="*/ 1834444 h 6382977"/>
              <a:gd name="connsiteX3101" fmla="*/ 5000214 w 6501199"/>
              <a:gd name="connsiteY3101" fmla="*/ 1834444 h 6382977"/>
              <a:gd name="connsiteX3102" fmla="*/ 4979956 w 6501199"/>
              <a:gd name="connsiteY3102" fmla="*/ 1839030 h 6382977"/>
              <a:gd name="connsiteX3103" fmla="*/ 4979956 w 6501199"/>
              <a:gd name="connsiteY3103" fmla="*/ 1807633 h 6382977"/>
              <a:gd name="connsiteX3104" fmla="*/ 4993461 w 6501199"/>
              <a:gd name="connsiteY3104" fmla="*/ 1818922 h 6382977"/>
              <a:gd name="connsiteX3105" fmla="*/ 5009099 w 6501199"/>
              <a:gd name="connsiteY3105" fmla="*/ 1803400 h 6382977"/>
              <a:gd name="connsiteX3106" fmla="*/ 4710995 w 6501199"/>
              <a:gd name="connsiteY3106" fmla="*/ 1803400 h 6382977"/>
              <a:gd name="connsiteX3107" fmla="*/ 4729549 w 6501199"/>
              <a:gd name="connsiteY3107" fmla="*/ 1814648 h 6382977"/>
              <a:gd name="connsiteX3108" fmla="*/ 4706630 w 6501199"/>
              <a:gd name="connsiteY3108" fmla="*/ 1826260 h 6382977"/>
              <a:gd name="connsiteX3109" fmla="*/ 4710995 w 6501199"/>
              <a:gd name="connsiteY3109" fmla="*/ 1803400 h 6382977"/>
              <a:gd name="connsiteX3110" fmla="*/ 5420853 w 6501199"/>
              <a:gd name="connsiteY3110" fmla="*/ 1799142 h 6382977"/>
              <a:gd name="connsiteX3111" fmla="*/ 5411853 w 6501199"/>
              <a:gd name="connsiteY3111" fmla="*/ 1803823 h 6382977"/>
              <a:gd name="connsiteX3112" fmla="*/ 5402493 w 6501199"/>
              <a:gd name="connsiteY3112" fmla="*/ 1821824 h 6382977"/>
              <a:gd name="connsiteX3113" fmla="*/ 5409333 w 6501199"/>
              <a:gd name="connsiteY3113" fmla="*/ 1835505 h 6382977"/>
              <a:gd name="connsiteX3114" fmla="*/ 5420853 w 6501199"/>
              <a:gd name="connsiteY3114" fmla="*/ 1799142 h 6382977"/>
              <a:gd name="connsiteX3115" fmla="*/ 5899568 w 6501199"/>
              <a:gd name="connsiteY3115" fmla="*/ 1793955 h 6382977"/>
              <a:gd name="connsiteX3116" fmla="*/ 5898576 w 6501199"/>
              <a:gd name="connsiteY3116" fmla="*/ 1794462 h 6382977"/>
              <a:gd name="connsiteX3117" fmla="*/ 5903453 w 6501199"/>
              <a:gd name="connsiteY3117" fmla="*/ 1799643 h 6382977"/>
              <a:gd name="connsiteX3118" fmla="*/ 5906221 w 6501199"/>
              <a:gd name="connsiteY3118" fmla="*/ 1799562 h 6382977"/>
              <a:gd name="connsiteX3119" fmla="*/ 4766118 w 6501199"/>
              <a:gd name="connsiteY3119" fmla="*/ 1787678 h 6382977"/>
              <a:gd name="connsiteX3120" fmla="*/ 4750346 w 6501199"/>
              <a:gd name="connsiteY3120" fmla="*/ 1810620 h 6382977"/>
              <a:gd name="connsiteX3121" fmla="*/ 4766118 w 6501199"/>
              <a:gd name="connsiteY3121" fmla="*/ 1787678 h 6382977"/>
              <a:gd name="connsiteX3122" fmla="*/ 5484573 w 6501199"/>
              <a:gd name="connsiteY3122" fmla="*/ 1780781 h 6382977"/>
              <a:gd name="connsiteX3123" fmla="*/ 5466213 w 6501199"/>
              <a:gd name="connsiteY3123" fmla="*/ 1803823 h 6382977"/>
              <a:gd name="connsiteX3124" fmla="*/ 5484573 w 6501199"/>
              <a:gd name="connsiteY3124" fmla="*/ 1780781 h 6382977"/>
              <a:gd name="connsiteX3125" fmla="*/ 1303720 w 6501199"/>
              <a:gd name="connsiteY3125" fmla="*/ 1780249 h 6382977"/>
              <a:gd name="connsiteX3126" fmla="*/ 1296879 w 6501199"/>
              <a:gd name="connsiteY3126" fmla="*/ 1783629 h 6382977"/>
              <a:gd name="connsiteX3127" fmla="*/ 1301559 w 6501199"/>
              <a:gd name="connsiteY3127" fmla="*/ 1797307 h 6382977"/>
              <a:gd name="connsiteX3128" fmla="*/ 1285357 w 6501199"/>
              <a:gd name="connsiteY3128" fmla="*/ 1792628 h 6382977"/>
              <a:gd name="connsiteX3129" fmla="*/ 1228471 w 6501199"/>
              <a:gd name="connsiteY3129" fmla="*/ 1842661 h 6382977"/>
              <a:gd name="connsiteX3130" fmla="*/ 1239993 w 6501199"/>
              <a:gd name="connsiteY3130" fmla="*/ 1860658 h 6382977"/>
              <a:gd name="connsiteX3131" fmla="*/ 1326402 w 6501199"/>
              <a:gd name="connsiteY3131" fmla="*/ 1781110 h 6382977"/>
              <a:gd name="connsiteX3132" fmla="*/ 1303720 w 6501199"/>
              <a:gd name="connsiteY3132" fmla="*/ 1780249 h 6382977"/>
              <a:gd name="connsiteX3133" fmla="*/ 5643694 w 6501199"/>
              <a:gd name="connsiteY3133" fmla="*/ 1778621 h 6382977"/>
              <a:gd name="connsiteX3134" fmla="*/ 5627854 w 6501199"/>
              <a:gd name="connsiteY3134" fmla="*/ 1810663 h 6382977"/>
              <a:gd name="connsiteX3135" fmla="*/ 5643694 w 6501199"/>
              <a:gd name="connsiteY3135" fmla="*/ 1805983 h 6382977"/>
              <a:gd name="connsiteX3136" fmla="*/ 5643694 w 6501199"/>
              <a:gd name="connsiteY3136" fmla="*/ 1778621 h 6382977"/>
              <a:gd name="connsiteX3137" fmla="*/ 5095410 w 6501199"/>
              <a:gd name="connsiteY3137" fmla="*/ 1762780 h 6382977"/>
              <a:gd name="connsiteX3138" fmla="*/ 5095410 w 6501199"/>
              <a:gd name="connsiteY3138" fmla="*/ 1780781 h 6382977"/>
              <a:gd name="connsiteX3139" fmla="*/ 5095410 w 6501199"/>
              <a:gd name="connsiteY3139" fmla="*/ 1762780 h 6382977"/>
              <a:gd name="connsiteX3140" fmla="*/ 6271684 w 6501199"/>
              <a:gd name="connsiteY3140" fmla="*/ 1757362 h 6382977"/>
              <a:gd name="connsiteX3141" fmla="*/ 6282900 w 6501199"/>
              <a:gd name="connsiteY3141" fmla="*/ 1757362 h 6382977"/>
              <a:gd name="connsiteX3142" fmla="*/ 6287106 w 6501199"/>
              <a:gd name="connsiteY3142" fmla="*/ 1773383 h 6382977"/>
              <a:gd name="connsiteX3143" fmla="*/ 6274138 w 6501199"/>
              <a:gd name="connsiteY3143" fmla="*/ 1796686 h 6382977"/>
              <a:gd name="connsiteX3144" fmla="*/ 6271684 w 6501199"/>
              <a:gd name="connsiteY3144" fmla="*/ 1757362 h 6382977"/>
              <a:gd name="connsiteX3145" fmla="*/ 4835922 w 6501199"/>
              <a:gd name="connsiteY3145" fmla="*/ 1757362 h 6382977"/>
              <a:gd name="connsiteX3146" fmla="*/ 4824633 w 6501199"/>
              <a:gd name="connsiteY3146" fmla="*/ 1782404 h 6382977"/>
              <a:gd name="connsiteX3147" fmla="*/ 4835922 w 6501199"/>
              <a:gd name="connsiteY3147" fmla="*/ 1757362 h 6382977"/>
              <a:gd name="connsiteX3148" fmla="*/ 6226702 w 6501199"/>
              <a:gd name="connsiteY3148" fmla="*/ 1751012 h 6382977"/>
              <a:gd name="connsiteX3149" fmla="*/ 6228934 w 6501199"/>
              <a:gd name="connsiteY3149" fmla="*/ 1777649 h 6382977"/>
              <a:gd name="connsiteX3150" fmla="*/ 6226702 w 6501199"/>
              <a:gd name="connsiteY3150" fmla="*/ 1751012 h 6382977"/>
              <a:gd name="connsiteX3151" fmla="*/ 5777975 w 6501199"/>
              <a:gd name="connsiteY3151" fmla="*/ 1749099 h 6382977"/>
              <a:gd name="connsiteX3152" fmla="*/ 5771135 w 6501199"/>
              <a:gd name="connsiteY3152" fmla="*/ 1780781 h 6382977"/>
              <a:gd name="connsiteX3153" fmla="*/ 5777975 w 6501199"/>
              <a:gd name="connsiteY3153" fmla="*/ 1749099 h 6382977"/>
              <a:gd name="connsiteX3154" fmla="*/ 5037182 w 6501199"/>
              <a:gd name="connsiteY3154" fmla="*/ 1746250 h 6382977"/>
              <a:gd name="connsiteX3155" fmla="*/ 5041769 w 6501199"/>
              <a:gd name="connsiteY3155" fmla="*/ 1766570 h 6382977"/>
              <a:gd name="connsiteX3156" fmla="*/ 5014957 w 6501199"/>
              <a:gd name="connsiteY3156" fmla="*/ 1764393 h 6382977"/>
              <a:gd name="connsiteX3157" fmla="*/ 5037182 w 6501199"/>
              <a:gd name="connsiteY3157" fmla="*/ 1746250 h 6382977"/>
              <a:gd name="connsiteX3158" fmla="*/ 6390187 w 6501199"/>
              <a:gd name="connsiteY3158" fmla="*/ 1743648 h 6382977"/>
              <a:gd name="connsiteX3159" fmla="*/ 6421436 w 6501199"/>
              <a:gd name="connsiteY3159" fmla="*/ 1743648 h 6382977"/>
              <a:gd name="connsiteX3160" fmla="*/ 6423922 w 6501199"/>
              <a:gd name="connsiteY3160" fmla="*/ 1766343 h 6382977"/>
              <a:gd name="connsiteX3161" fmla="*/ 6399065 w 6501199"/>
              <a:gd name="connsiteY3161" fmla="*/ 1748331 h 6382977"/>
              <a:gd name="connsiteX3162" fmla="*/ 6408297 w 6501199"/>
              <a:gd name="connsiteY3162" fmla="*/ 1825783 h 6382977"/>
              <a:gd name="connsiteX3163" fmla="*/ 6403681 w 6501199"/>
              <a:gd name="connsiteY3163" fmla="*/ 1834790 h 6382977"/>
              <a:gd name="connsiteX3164" fmla="*/ 6383440 w 6501199"/>
              <a:gd name="connsiteY3164" fmla="*/ 1830106 h 6382977"/>
              <a:gd name="connsiteX3165" fmla="*/ 6390187 w 6501199"/>
              <a:gd name="connsiteY3165" fmla="*/ 1743648 h 6382977"/>
              <a:gd name="connsiteX3166" fmla="*/ 1458536 w 6501199"/>
              <a:gd name="connsiteY3166" fmla="*/ 1740435 h 6382977"/>
              <a:gd name="connsiteX3167" fmla="*/ 1419652 w 6501199"/>
              <a:gd name="connsiteY3167" fmla="*/ 1756273 h 6382977"/>
              <a:gd name="connsiteX3168" fmla="*/ 1458536 w 6501199"/>
              <a:gd name="connsiteY3168" fmla="*/ 1740435 h 6382977"/>
              <a:gd name="connsiteX3169" fmla="*/ 6353044 w 6501199"/>
              <a:gd name="connsiteY3169" fmla="*/ 1739900 h 6382977"/>
              <a:gd name="connsiteX3170" fmla="*/ 6368566 w 6501199"/>
              <a:gd name="connsiteY3170" fmla="*/ 1797105 h 6382977"/>
              <a:gd name="connsiteX3171" fmla="*/ 6366449 w 6501199"/>
              <a:gd name="connsiteY3171" fmla="*/ 1822088 h 6382977"/>
              <a:gd name="connsiteX3172" fmla="*/ 6339638 w 6501199"/>
              <a:gd name="connsiteY3172" fmla="*/ 1762710 h 6382977"/>
              <a:gd name="connsiteX3173" fmla="*/ 6353044 w 6501199"/>
              <a:gd name="connsiteY3173" fmla="*/ 1739900 h 6382977"/>
              <a:gd name="connsiteX3174" fmla="*/ 6105412 w 6501199"/>
              <a:gd name="connsiteY3174" fmla="*/ 1734498 h 6382977"/>
              <a:gd name="connsiteX3175" fmla="*/ 6104889 w 6501199"/>
              <a:gd name="connsiteY3175" fmla="*/ 1742394 h 6382977"/>
              <a:gd name="connsiteX3176" fmla="*/ 6112417 w 6501199"/>
              <a:gd name="connsiteY3176" fmla="*/ 1740098 h 6382977"/>
              <a:gd name="connsiteX3177" fmla="*/ 6107000 w 6501199"/>
              <a:gd name="connsiteY3177" fmla="*/ 1738281 h 6382977"/>
              <a:gd name="connsiteX3178" fmla="*/ 1364926 w 6501199"/>
              <a:gd name="connsiteY3178" fmla="*/ 1733596 h 6382977"/>
              <a:gd name="connsiteX3179" fmla="*/ 1322081 w 6501199"/>
              <a:gd name="connsiteY3179" fmla="*/ 1778950 h 6382977"/>
              <a:gd name="connsiteX3180" fmla="*/ 1371767 w 6501199"/>
              <a:gd name="connsiteY3180" fmla="*/ 1742595 h 6382977"/>
              <a:gd name="connsiteX3181" fmla="*/ 1364926 w 6501199"/>
              <a:gd name="connsiteY3181" fmla="*/ 1733596 h 6382977"/>
              <a:gd name="connsiteX3182" fmla="*/ 5947376 w 6501199"/>
              <a:gd name="connsiteY3182" fmla="*/ 1733550 h 6382977"/>
              <a:gd name="connsiteX3183" fmla="*/ 5951841 w 6501199"/>
              <a:gd name="connsiteY3183" fmla="*/ 1749539 h 6382977"/>
              <a:gd name="connsiteX3184" fmla="*/ 5933238 w 6501199"/>
              <a:gd name="connsiteY3184" fmla="*/ 1751720 h 6382977"/>
              <a:gd name="connsiteX3185" fmla="*/ 5947376 w 6501199"/>
              <a:gd name="connsiteY3185" fmla="*/ 1733550 h 6382977"/>
              <a:gd name="connsiteX3186" fmla="*/ 4797663 w 6501199"/>
              <a:gd name="connsiteY3186" fmla="*/ 1733550 h 6382977"/>
              <a:gd name="connsiteX3187" fmla="*/ 4763967 w 6501199"/>
              <a:gd name="connsiteY3187" fmla="*/ 1778716 h 6382977"/>
              <a:gd name="connsiteX3188" fmla="*/ 4824906 w 6501199"/>
              <a:gd name="connsiteY3188" fmla="*/ 1733550 h 6382977"/>
              <a:gd name="connsiteX3189" fmla="*/ 4822756 w 6501199"/>
              <a:gd name="connsiteY3189" fmla="*/ 1744662 h 6382977"/>
              <a:gd name="connsiteX3190" fmla="*/ 4827416 w 6501199"/>
              <a:gd name="connsiteY3190" fmla="*/ 1760435 h 6382977"/>
              <a:gd name="connsiteX3191" fmla="*/ 4738875 w 6501199"/>
              <a:gd name="connsiteY3191" fmla="*/ 1833203 h 6382977"/>
              <a:gd name="connsiteX3192" fmla="*/ 4729913 w 6501199"/>
              <a:gd name="connsiteY3192" fmla="*/ 1808111 h 6382977"/>
              <a:gd name="connsiteX3193" fmla="*/ 4797663 w 6501199"/>
              <a:gd name="connsiteY3193" fmla="*/ 1733550 h 6382977"/>
              <a:gd name="connsiteX3194" fmla="*/ 5046188 w 6501199"/>
              <a:gd name="connsiteY3194" fmla="*/ 1726171 h 6382977"/>
              <a:gd name="connsiteX3195" fmla="*/ 5052266 w 6501199"/>
              <a:gd name="connsiteY3195" fmla="*/ 1727647 h 6382977"/>
              <a:gd name="connsiteX3196" fmla="*/ 5054443 w 6501199"/>
              <a:gd name="connsiteY3196" fmla="*/ 1734444 h 6382977"/>
              <a:gd name="connsiteX3197" fmla="*/ 5045371 w 6501199"/>
              <a:gd name="connsiteY3197" fmla="*/ 1745892 h 6382977"/>
              <a:gd name="connsiteX3198" fmla="*/ 5038477 w 6501199"/>
              <a:gd name="connsiteY3198" fmla="*/ 1729793 h 6382977"/>
              <a:gd name="connsiteX3199" fmla="*/ 5046188 w 6501199"/>
              <a:gd name="connsiteY3199" fmla="*/ 1726171 h 6382977"/>
              <a:gd name="connsiteX3200" fmla="*/ 6324036 w 6501199"/>
              <a:gd name="connsiteY3200" fmla="*/ 1725612 h 6382977"/>
              <a:gd name="connsiteX3201" fmla="*/ 6324036 w 6501199"/>
              <a:gd name="connsiteY3201" fmla="*/ 1761767 h 6382977"/>
              <a:gd name="connsiteX3202" fmla="*/ 6324036 w 6501199"/>
              <a:gd name="connsiteY3202" fmla="*/ 1725612 h 6382977"/>
              <a:gd name="connsiteX3203" fmla="*/ 4929449 w 6501199"/>
              <a:gd name="connsiteY3203" fmla="*/ 1719577 h 6382977"/>
              <a:gd name="connsiteX3204" fmla="*/ 4924769 w 6501199"/>
              <a:gd name="connsiteY3204" fmla="*/ 1737578 h 6382977"/>
              <a:gd name="connsiteX3205" fmla="*/ 4929449 w 6501199"/>
              <a:gd name="connsiteY3205" fmla="*/ 1719577 h 6382977"/>
              <a:gd name="connsiteX3206" fmla="*/ 5452647 w 6501199"/>
              <a:gd name="connsiteY3206" fmla="*/ 1714500 h 6382977"/>
              <a:gd name="connsiteX3207" fmla="*/ 5455251 w 6501199"/>
              <a:gd name="connsiteY3207" fmla="*/ 1744298 h 6382977"/>
              <a:gd name="connsiteX3208" fmla="*/ 5452647 w 6501199"/>
              <a:gd name="connsiteY3208" fmla="*/ 1714500 h 6382977"/>
              <a:gd name="connsiteX3209" fmla="*/ 6105788 w 6501199"/>
              <a:gd name="connsiteY3209" fmla="*/ 1713694 h 6382977"/>
              <a:gd name="connsiteX3210" fmla="*/ 6106550 w 6501199"/>
              <a:gd name="connsiteY3210" fmla="*/ 1717319 h 6382977"/>
              <a:gd name="connsiteX3211" fmla="*/ 6105691 w 6501199"/>
              <a:gd name="connsiteY3211" fmla="*/ 1730294 h 6382977"/>
              <a:gd name="connsiteX3212" fmla="*/ 6106291 w 6501199"/>
              <a:gd name="connsiteY3212" fmla="*/ 1728707 h 6382977"/>
              <a:gd name="connsiteX3213" fmla="*/ 6112417 w 6501199"/>
              <a:gd name="connsiteY3213" fmla="*/ 1730738 h 6382977"/>
              <a:gd name="connsiteX3214" fmla="*/ 6110032 w 6501199"/>
              <a:gd name="connsiteY3214" fmla="*/ 1718587 h 6382977"/>
              <a:gd name="connsiteX3215" fmla="*/ 5802815 w 6501199"/>
              <a:gd name="connsiteY3215" fmla="*/ 1708056 h 6382977"/>
              <a:gd name="connsiteX3216" fmla="*/ 5789495 w 6501199"/>
              <a:gd name="connsiteY3216" fmla="*/ 1726417 h 6382977"/>
              <a:gd name="connsiteX3217" fmla="*/ 5809655 w 6501199"/>
              <a:gd name="connsiteY3217" fmla="*/ 1721737 h 6382977"/>
              <a:gd name="connsiteX3218" fmla="*/ 5802815 w 6501199"/>
              <a:gd name="connsiteY3218" fmla="*/ 1708056 h 6382977"/>
              <a:gd name="connsiteX3219" fmla="*/ 5118090 w 6501199"/>
              <a:gd name="connsiteY3219" fmla="*/ 1705896 h 6382977"/>
              <a:gd name="connsiteX3220" fmla="*/ 5106930 w 6501199"/>
              <a:gd name="connsiteY3220" fmla="*/ 1723897 h 6382977"/>
              <a:gd name="connsiteX3221" fmla="*/ 5118090 w 6501199"/>
              <a:gd name="connsiteY3221" fmla="*/ 1705896 h 6382977"/>
              <a:gd name="connsiteX3222" fmla="*/ 5994112 w 6501199"/>
              <a:gd name="connsiteY3222" fmla="*/ 1700135 h 6382977"/>
              <a:gd name="connsiteX3223" fmla="*/ 5982817 w 6501199"/>
              <a:gd name="connsiteY3223" fmla="*/ 1708056 h 6382977"/>
              <a:gd name="connsiteX3224" fmla="*/ 5998657 w 6501199"/>
              <a:gd name="connsiteY3224" fmla="*/ 1712736 h 6382977"/>
              <a:gd name="connsiteX3225" fmla="*/ 5994112 w 6501199"/>
              <a:gd name="connsiteY3225" fmla="*/ 1700135 h 6382977"/>
              <a:gd name="connsiteX3226" fmla="*/ 1355925 w 6501199"/>
              <a:gd name="connsiteY3226" fmla="*/ 1699401 h 6382977"/>
              <a:gd name="connsiteX3227" fmla="*/ 1337923 w 6501199"/>
              <a:gd name="connsiteY3227" fmla="*/ 1724238 h 6382977"/>
              <a:gd name="connsiteX3228" fmla="*/ 1360605 w 6501199"/>
              <a:gd name="connsiteY3228" fmla="*/ 1713079 h 6382977"/>
              <a:gd name="connsiteX3229" fmla="*/ 1355925 w 6501199"/>
              <a:gd name="connsiteY3229" fmla="*/ 1699401 h 6382977"/>
              <a:gd name="connsiteX3230" fmla="*/ 4719470 w 6501199"/>
              <a:gd name="connsiteY3230" fmla="*/ 1693862 h 6382977"/>
              <a:gd name="connsiteX3231" fmla="*/ 4701299 w 6501199"/>
              <a:gd name="connsiteY3231" fmla="*/ 1717308 h 6382977"/>
              <a:gd name="connsiteX3232" fmla="*/ 4719470 w 6501199"/>
              <a:gd name="connsiteY3232" fmla="*/ 1693862 h 6382977"/>
              <a:gd name="connsiteX3233" fmla="*/ 6319664 w 6501199"/>
              <a:gd name="connsiteY3233" fmla="*/ 1692275 h 6382977"/>
              <a:gd name="connsiteX3234" fmla="*/ 6317531 w 6501199"/>
              <a:gd name="connsiteY3234" fmla="*/ 1726836 h 6382977"/>
              <a:gd name="connsiteX3235" fmla="*/ 6319664 w 6501199"/>
              <a:gd name="connsiteY3235" fmla="*/ 1692275 h 6382977"/>
              <a:gd name="connsiteX3236" fmla="*/ 5944876 w 6501199"/>
              <a:gd name="connsiteY3236" fmla="*/ 1690831 h 6382977"/>
              <a:gd name="connsiteX3237" fmla="*/ 5930257 w 6501199"/>
              <a:gd name="connsiteY3237" fmla="*/ 1701216 h 6382977"/>
              <a:gd name="connsiteX3238" fmla="*/ 5946457 w 6501199"/>
              <a:gd name="connsiteY3238" fmla="*/ 1701216 h 6382977"/>
              <a:gd name="connsiteX3239" fmla="*/ 5921256 w 6501199"/>
              <a:gd name="connsiteY3239" fmla="*/ 1726417 h 6382977"/>
              <a:gd name="connsiteX3240" fmla="*/ 5914461 w 6501199"/>
              <a:gd name="connsiteY3240" fmla="*/ 1743789 h 6382977"/>
              <a:gd name="connsiteX3241" fmla="*/ 5912521 w 6501199"/>
              <a:gd name="connsiteY3241" fmla="*/ 1748696 h 6382977"/>
              <a:gd name="connsiteX3242" fmla="*/ 5914139 w 6501199"/>
              <a:gd name="connsiteY3242" fmla="*/ 1751480 h 6382977"/>
              <a:gd name="connsiteX3243" fmla="*/ 5929500 w 6501199"/>
              <a:gd name="connsiteY3243" fmla="*/ 1761282 h 6382977"/>
              <a:gd name="connsiteX3244" fmla="*/ 5939617 w 6501199"/>
              <a:gd name="connsiteY3244" fmla="*/ 1755939 h 6382977"/>
              <a:gd name="connsiteX3245" fmla="*/ 5939443 w 6501199"/>
              <a:gd name="connsiteY3245" fmla="*/ 1761627 h 6382977"/>
              <a:gd name="connsiteX3246" fmla="*/ 5936053 w 6501199"/>
              <a:gd name="connsiteY3246" fmla="*/ 1765464 h 6382977"/>
              <a:gd name="connsiteX3247" fmla="*/ 5942269 w 6501199"/>
              <a:gd name="connsiteY3247" fmla="*/ 1769430 h 6382977"/>
              <a:gd name="connsiteX3248" fmla="*/ 5942587 w 6501199"/>
              <a:gd name="connsiteY3248" fmla="*/ 1769125 h 6382977"/>
              <a:gd name="connsiteX3249" fmla="*/ 5944860 w 6501199"/>
              <a:gd name="connsiteY3249" fmla="*/ 1768209 h 6382977"/>
              <a:gd name="connsiteX3250" fmla="*/ 5948099 w 6501199"/>
              <a:gd name="connsiteY3250" fmla="*/ 1773150 h 6382977"/>
              <a:gd name="connsiteX3251" fmla="*/ 5948781 w 6501199"/>
              <a:gd name="connsiteY3251" fmla="*/ 1773586 h 6382977"/>
              <a:gd name="connsiteX3252" fmla="*/ 5962297 w 6501199"/>
              <a:gd name="connsiteY3252" fmla="*/ 1744418 h 6382977"/>
              <a:gd name="connsiteX3253" fmla="*/ 5966617 w 6501199"/>
              <a:gd name="connsiteY3253" fmla="*/ 1755939 h 6382977"/>
              <a:gd name="connsiteX3254" fmla="*/ 5982817 w 6501199"/>
              <a:gd name="connsiteY3254" fmla="*/ 1737578 h 6382977"/>
              <a:gd name="connsiteX3255" fmla="*/ 5973457 w 6501199"/>
              <a:gd name="connsiteY3255" fmla="*/ 1719577 h 6382977"/>
              <a:gd name="connsiteX3256" fmla="*/ 5957617 w 6501199"/>
              <a:gd name="connsiteY3256" fmla="*/ 1726417 h 6382977"/>
              <a:gd name="connsiteX3257" fmla="*/ 5964457 w 6501199"/>
              <a:gd name="connsiteY3257" fmla="*/ 1710576 h 6382977"/>
              <a:gd name="connsiteX3258" fmla="*/ 5978137 w 6501199"/>
              <a:gd name="connsiteY3258" fmla="*/ 1710576 h 6382977"/>
              <a:gd name="connsiteX3259" fmla="*/ 5944876 w 6501199"/>
              <a:gd name="connsiteY3259" fmla="*/ 1690831 h 6382977"/>
              <a:gd name="connsiteX3260" fmla="*/ 5458878 w 6501199"/>
              <a:gd name="connsiteY3260" fmla="*/ 1687670 h 6382977"/>
              <a:gd name="connsiteX3261" fmla="*/ 5441373 w 6501199"/>
              <a:gd name="connsiteY3261" fmla="*/ 1690055 h 6382977"/>
              <a:gd name="connsiteX3262" fmla="*/ 5427693 w 6501199"/>
              <a:gd name="connsiteY3262" fmla="*/ 1699055 h 6382977"/>
              <a:gd name="connsiteX3263" fmla="*/ 5418693 w 6501199"/>
              <a:gd name="connsiteY3263" fmla="*/ 1749099 h 6382977"/>
              <a:gd name="connsiteX3264" fmla="*/ 5405013 w 6501199"/>
              <a:gd name="connsiteY3264" fmla="*/ 1753779 h 6382977"/>
              <a:gd name="connsiteX3265" fmla="*/ 5405013 w 6501199"/>
              <a:gd name="connsiteY3265" fmla="*/ 1769620 h 6382977"/>
              <a:gd name="connsiteX3266" fmla="*/ 5414013 w 6501199"/>
              <a:gd name="connsiteY3266" fmla="*/ 1794462 h 6382977"/>
              <a:gd name="connsiteX3267" fmla="*/ 5414013 w 6501199"/>
              <a:gd name="connsiteY3267" fmla="*/ 1758099 h 6382977"/>
              <a:gd name="connsiteX3268" fmla="*/ 5434533 w 6501199"/>
              <a:gd name="connsiteY3268" fmla="*/ 1737578 h 6382977"/>
              <a:gd name="connsiteX3269" fmla="*/ 5436693 w 6501199"/>
              <a:gd name="connsiteY3269" fmla="*/ 1744418 h 6382977"/>
              <a:gd name="connsiteX3270" fmla="*/ 5438853 w 6501199"/>
              <a:gd name="connsiteY3270" fmla="*/ 1785461 h 6382977"/>
              <a:gd name="connsiteX3271" fmla="*/ 5443533 w 6501199"/>
              <a:gd name="connsiteY3271" fmla="*/ 1755939 h 6382977"/>
              <a:gd name="connsiteX3272" fmla="*/ 5461893 w 6501199"/>
              <a:gd name="connsiteY3272" fmla="*/ 1749099 h 6382977"/>
              <a:gd name="connsiteX3273" fmla="*/ 5450373 w 6501199"/>
              <a:gd name="connsiteY3273" fmla="*/ 1696895 h 6382977"/>
              <a:gd name="connsiteX3274" fmla="*/ 5459373 w 6501199"/>
              <a:gd name="connsiteY3274" fmla="*/ 1699055 h 6382977"/>
              <a:gd name="connsiteX3275" fmla="*/ 5458878 w 6501199"/>
              <a:gd name="connsiteY3275" fmla="*/ 1687670 h 6382977"/>
              <a:gd name="connsiteX3276" fmla="*/ 5067914 w 6501199"/>
              <a:gd name="connsiteY3276" fmla="*/ 1685925 h 6382977"/>
              <a:gd name="connsiteX3277" fmla="*/ 5054247 w 6501199"/>
              <a:gd name="connsiteY3277" fmla="*/ 1723672 h 6382977"/>
              <a:gd name="connsiteX3278" fmla="*/ 5061080 w 6501199"/>
              <a:gd name="connsiteY3278" fmla="*/ 1688041 h 6382977"/>
              <a:gd name="connsiteX3279" fmla="*/ 5067914 w 6501199"/>
              <a:gd name="connsiteY3279" fmla="*/ 1685925 h 6382977"/>
              <a:gd name="connsiteX3280" fmla="*/ 5616444 w 6501199"/>
              <a:gd name="connsiteY3280" fmla="*/ 1682750 h 6382977"/>
              <a:gd name="connsiteX3281" fmla="*/ 5621030 w 6501199"/>
              <a:gd name="connsiteY3281" fmla="*/ 1706190 h 6382977"/>
              <a:gd name="connsiteX3282" fmla="*/ 5616444 w 6501199"/>
              <a:gd name="connsiteY3282" fmla="*/ 1682750 h 6382977"/>
              <a:gd name="connsiteX3283" fmla="*/ 5082057 w 6501199"/>
              <a:gd name="connsiteY3283" fmla="*/ 1662112 h 6382977"/>
              <a:gd name="connsiteX3284" fmla="*/ 5096251 w 6501199"/>
              <a:gd name="connsiteY3284" fmla="*/ 1666594 h 6382977"/>
              <a:gd name="connsiteX3285" fmla="*/ 5079816 w 6501199"/>
              <a:gd name="connsiteY3285" fmla="*/ 1676306 h 6382977"/>
              <a:gd name="connsiteX3286" fmla="*/ 5082057 w 6501199"/>
              <a:gd name="connsiteY3286" fmla="*/ 1662112 h 6382977"/>
              <a:gd name="connsiteX3287" fmla="*/ 4948614 w 6501199"/>
              <a:gd name="connsiteY3287" fmla="*/ 1654175 h 6382977"/>
              <a:gd name="connsiteX3288" fmla="*/ 4932179 w 6501199"/>
              <a:gd name="connsiteY3288" fmla="*/ 1685568 h 6382977"/>
              <a:gd name="connsiteX3289" fmla="*/ 4948614 w 6501199"/>
              <a:gd name="connsiteY3289" fmla="*/ 1654175 h 6382977"/>
              <a:gd name="connsiteX3290" fmla="*/ 5871216 w 6501199"/>
              <a:gd name="connsiteY3290" fmla="*/ 1653692 h 6382977"/>
              <a:gd name="connsiteX3291" fmla="*/ 5864376 w 6501199"/>
              <a:gd name="connsiteY3291" fmla="*/ 1699055 h 6382977"/>
              <a:gd name="connsiteX3292" fmla="*/ 5882736 w 6501199"/>
              <a:gd name="connsiteY3292" fmla="*/ 1655852 h 6382977"/>
              <a:gd name="connsiteX3293" fmla="*/ 5871216 w 6501199"/>
              <a:gd name="connsiteY3293" fmla="*/ 1653692 h 6382977"/>
              <a:gd name="connsiteX3294" fmla="*/ 5700575 w 6501199"/>
              <a:gd name="connsiteY3294" fmla="*/ 1649012 h 6382977"/>
              <a:gd name="connsiteX3295" fmla="*/ 5686895 w 6501199"/>
              <a:gd name="connsiteY3295" fmla="*/ 1683214 h 6382977"/>
              <a:gd name="connsiteX3296" fmla="*/ 5700575 w 6501199"/>
              <a:gd name="connsiteY3296" fmla="*/ 1649012 h 6382977"/>
              <a:gd name="connsiteX3297" fmla="*/ 6424692 w 6501199"/>
              <a:gd name="connsiteY3297" fmla="*/ 1646237 h 6382977"/>
              <a:gd name="connsiteX3298" fmla="*/ 6445084 w 6501199"/>
              <a:gd name="connsiteY3298" fmla="*/ 1650598 h 6382977"/>
              <a:gd name="connsiteX3299" fmla="*/ 6433636 w 6501199"/>
              <a:gd name="connsiteY3299" fmla="*/ 1676036 h 6382977"/>
              <a:gd name="connsiteX3300" fmla="*/ 6424692 w 6501199"/>
              <a:gd name="connsiteY3300" fmla="*/ 1646237 h 6382977"/>
              <a:gd name="connsiteX3301" fmla="*/ 5104265 w 6501199"/>
              <a:gd name="connsiteY3301" fmla="*/ 1642003 h 6382977"/>
              <a:gd name="connsiteX3302" fmla="*/ 5088258 w 6501199"/>
              <a:gd name="connsiteY3302" fmla="*/ 1653292 h 6382977"/>
              <a:gd name="connsiteX3303" fmla="*/ 5104265 w 6501199"/>
              <a:gd name="connsiteY3303" fmla="*/ 1642003 h 6382977"/>
              <a:gd name="connsiteX3304" fmla="*/ 5918106 w 6501199"/>
              <a:gd name="connsiteY3304" fmla="*/ 1625228 h 6382977"/>
              <a:gd name="connsiteX3305" fmla="*/ 5907576 w 6501199"/>
              <a:gd name="connsiteY3305" fmla="*/ 1640011 h 6382977"/>
              <a:gd name="connsiteX3306" fmla="*/ 5916936 w 6501199"/>
              <a:gd name="connsiteY3306" fmla="*/ 1655852 h 6382977"/>
              <a:gd name="connsiteX3307" fmla="*/ 5939617 w 6501199"/>
              <a:gd name="connsiteY3307" fmla="*/ 1644332 h 6382977"/>
              <a:gd name="connsiteX3308" fmla="*/ 5916936 w 6501199"/>
              <a:gd name="connsiteY3308" fmla="*/ 1646852 h 6382977"/>
              <a:gd name="connsiteX3309" fmla="*/ 5923417 w 6501199"/>
              <a:gd name="connsiteY3309" fmla="*/ 1626330 h 6382977"/>
              <a:gd name="connsiteX3310" fmla="*/ 5918106 w 6501199"/>
              <a:gd name="connsiteY3310" fmla="*/ 1625228 h 6382977"/>
              <a:gd name="connsiteX3311" fmla="*/ 5676769 w 6501199"/>
              <a:gd name="connsiteY3311" fmla="*/ 1616075 h 6382977"/>
              <a:gd name="connsiteX3312" fmla="*/ 5641138 w 6501199"/>
              <a:gd name="connsiteY3312" fmla="*/ 1625048 h 6382977"/>
              <a:gd name="connsiteX3313" fmla="*/ 5676769 w 6501199"/>
              <a:gd name="connsiteY3313" fmla="*/ 1616075 h 6382977"/>
              <a:gd name="connsiteX3314" fmla="*/ 5184331 w 6501199"/>
              <a:gd name="connsiteY3314" fmla="*/ 1614810 h 6382977"/>
              <a:gd name="connsiteX3315" fmla="*/ 5165971 w 6501199"/>
              <a:gd name="connsiteY3315" fmla="*/ 1635331 h 6382977"/>
              <a:gd name="connsiteX3316" fmla="*/ 5184331 w 6501199"/>
              <a:gd name="connsiteY3316" fmla="*/ 1614810 h 6382977"/>
              <a:gd name="connsiteX3317" fmla="*/ 6398552 w 6501199"/>
              <a:gd name="connsiteY3317" fmla="*/ 1614487 h 6382977"/>
              <a:gd name="connsiteX3318" fmla="*/ 6411957 w 6501199"/>
              <a:gd name="connsiteY3318" fmla="*/ 1662747 h 6382977"/>
              <a:gd name="connsiteX3319" fmla="*/ 6380913 w 6501199"/>
              <a:gd name="connsiteY3319" fmla="*/ 1632992 h 6382977"/>
              <a:gd name="connsiteX3320" fmla="*/ 6391849 w 6501199"/>
              <a:gd name="connsiteY3320" fmla="*/ 1628275 h 6382977"/>
              <a:gd name="connsiteX3321" fmla="*/ 6398552 w 6501199"/>
              <a:gd name="connsiteY3321" fmla="*/ 1614487 h 6382977"/>
              <a:gd name="connsiteX3322" fmla="*/ 5759396 w 6501199"/>
              <a:gd name="connsiteY3322" fmla="*/ 1606951 h 6382977"/>
              <a:gd name="connsiteX3323" fmla="*/ 5750615 w 6501199"/>
              <a:gd name="connsiteY3323" fmla="*/ 1610129 h 6382977"/>
              <a:gd name="connsiteX3324" fmla="*/ 5764295 w 6501199"/>
              <a:gd name="connsiteY3324" fmla="*/ 1623810 h 6382977"/>
              <a:gd name="connsiteX3325" fmla="*/ 5753135 w 6501199"/>
              <a:gd name="connsiteY3325" fmla="*/ 1621650 h 6382977"/>
              <a:gd name="connsiteX3326" fmla="*/ 5757455 w 6501199"/>
              <a:gd name="connsiteY3326" fmla="*/ 1642171 h 6382977"/>
              <a:gd name="connsiteX3327" fmla="*/ 5768975 w 6501199"/>
              <a:gd name="connsiteY3327" fmla="*/ 1646852 h 6382977"/>
              <a:gd name="connsiteX3328" fmla="*/ 5770685 w 6501199"/>
              <a:gd name="connsiteY3328" fmla="*/ 1645682 h 6382977"/>
              <a:gd name="connsiteX3329" fmla="*/ 5773984 w 6501199"/>
              <a:gd name="connsiteY3329" fmla="*/ 1643425 h 6382977"/>
              <a:gd name="connsiteX3330" fmla="*/ 5771197 w 6501199"/>
              <a:gd name="connsiteY3330" fmla="*/ 1635755 h 6382977"/>
              <a:gd name="connsiteX3331" fmla="*/ 5770939 w 6501199"/>
              <a:gd name="connsiteY3331" fmla="*/ 1634734 h 6382977"/>
              <a:gd name="connsiteX3332" fmla="*/ 5764295 w 6501199"/>
              <a:gd name="connsiteY3332" fmla="*/ 1633171 h 6382977"/>
              <a:gd name="connsiteX3333" fmla="*/ 5767625 w 6501199"/>
              <a:gd name="connsiteY3333" fmla="*/ 1628491 h 6382977"/>
              <a:gd name="connsiteX3334" fmla="*/ 5769183 w 6501199"/>
              <a:gd name="connsiteY3334" fmla="*/ 1627786 h 6382977"/>
              <a:gd name="connsiteX3335" fmla="*/ 5764779 w 6501199"/>
              <a:gd name="connsiteY3335" fmla="*/ 1610359 h 6382977"/>
              <a:gd name="connsiteX3336" fmla="*/ 5882736 w 6501199"/>
              <a:gd name="connsiteY3336" fmla="*/ 1605809 h 6382977"/>
              <a:gd name="connsiteX3337" fmla="*/ 5875896 w 6501199"/>
              <a:gd name="connsiteY3337" fmla="*/ 1626330 h 6382977"/>
              <a:gd name="connsiteX3338" fmla="*/ 5893896 w 6501199"/>
              <a:gd name="connsiteY3338" fmla="*/ 1623810 h 6382977"/>
              <a:gd name="connsiteX3339" fmla="*/ 5882736 w 6501199"/>
              <a:gd name="connsiteY3339" fmla="*/ 1605809 h 6382977"/>
              <a:gd name="connsiteX3340" fmla="*/ 6135461 w 6501199"/>
              <a:gd name="connsiteY3340" fmla="*/ 1604962 h 6382977"/>
              <a:gd name="connsiteX3341" fmla="*/ 6135461 w 6501199"/>
              <a:gd name="connsiteY3341" fmla="*/ 1642709 h 6382977"/>
              <a:gd name="connsiteX3342" fmla="*/ 6135461 w 6501199"/>
              <a:gd name="connsiteY3342" fmla="*/ 1604962 h 6382977"/>
              <a:gd name="connsiteX3343" fmla="*/ 5912256 w 6501199"/>
              <a:gd name="connsiteY3343" fmla="*/ 1598968 h 6382977"/>
              <a:gd name="connsiteX3344" fmla="*/ 5903256 w 6501199"/>
              <a:gd name="connsiteY3344" fmla="*/ 1616970 h 6382977"/>
              <a:gd name="connsiteX3345" fmla="*/ 5919096 w 6501199"/>
              <a:gd name="connsiteY3345" fmla="*/ 1612649 h 6382977"/>
              <a:gd name="connsiteX3346" fmla="*/ 5690201 w 6501199"/>
              <a:gd name="connsiteY3346" fmla="*/ 1597025 h 6382977"/>
              <a:gd name="connsiteX3347" fmla="*/ 5694666 w 6501199"/>
              <a:gd name="connsiteY3347" fmla="*/ 1610945 h 6382977"/>
              <a:gd name="connsiteX3348" fmla="*/ 5676063 w 6501199"/>
              <a:gd name="connsiteY3348" fmla="*/ 1606549 h 6382977"/>
              <a:gd name="connsiteX3349" fmla="*/ 5690201 w 6501199"/>
              <a:gd name="connsiteY3349" fmla="*/ 1597025 h 6382977"/>
              <a:gd name="connsiteX3350" fmla="*/ 5495733 w 6501199"/>
              <a:gd name="connsiteY3350" fmla="*/ 1594288 h 6382977"/>
              <a:gd name="connsiteX3351" fmla="*/ 5484573 w 6501199"/>
              <a:gd name="connsiteY3351" fmla="*/ 1616970 h 6382977"/>
              <a:gd name="connsiteX3352" fmla="*/ 5482413 w 6501199"/>
              <a:gd name="connsiteY3352" fmla="*/ 1605809 h 6382977"/>
              <a:gd name="connsiteX3353" fmla="*/ 5470893 w 6501199"/>
              <a:gd name="connsiteY3353" fmla="*/ 1646852 h 6382977"/>
              <a:gd name="connsiteX3354" fmla="*/ 5450373 w 6501199"/>
              <a:gd name="connsiteY3354" fmla="*/ 1658013 h 6382977"/>
              <a:gd name="connsiteX3355" fmla="*/ 5473053 w 6501199"/>
              <a:gd name="connsiteY3355" fmla="*/ 1705896 h 6382977"/>
              <a:gd name="connsiteX3356" fmla="*/ 5473053 w 6501199"/>
              <a:gd name="connsiteY3356" fmla="*/ 1676374 h 6382977"/>
              <a:gd name="connsiteX3357" fmla="*/ 5498253 w 6501199"/>
              <a:gd name="connsiteY3357" fmla="*/ 1637491 h 6382977"/>
              <a:gd name="connsiteX3358" fmla="*/ 5486733 w 6501199"/>
              <a:gd name="connsiteY3358" fmla="*/ 1612649 h 6382977"/>
              <a:gd name="connsiteX3359" fmla="*/ 5495733 w 6501199"/>
              <a:gd name="connsiteY3359" fmla="*/ 1594288 h 6382977"/>
              <a:gd name="connsiteX3360" fmla="*/ 5129607 w 6501199"/>
              <a:gd name="connsiteY3360" fmla="*/ 1587098 h 6382977"/>
              <a:gd name="connsiteX3361" fmla="*/ 5109325 w 6501199"/>
              <a:gd name="connsiteY3361" fmla="*/ 1605632 h 6382977"/>
              <a:gd name="connsiteX3362" fmla="*/ 5129607 w 6501199"/>
              <a:gd name="connsiteY3362" fmla="*/ 1587098 h 6382977"/>
              <a:gd name="connsiteX3363" fmla="*/ 5536773 w 6501199"/>
              <a:gd name="connsiteY3363" fmla="*/ 1585288 h 6382977"/>
              <a:gd name="connsiteX3364" fmla="*/ 5536773 w 6501199"/>
              <a:gd name="connsiteY3364" fmla="*/ 1598968 h 6382977"/>
              <a:gd name="connsiteX3365" fmla="*/ 5550453 w 6501199"/>
              <a:gd name="connsiteY3365" fmla="*/ 1592128 h 6382977"/>
              <a:gd name="connsiteX3366" fmla="*/ 5536773 w 6501199"/>
              <a:gd name="connsiteY3366" fmla="*/ 1585288 h 6382977"/>
              <a:gd name="connsiteX3367" fmla="*/ 4802761 w 6501199"/>
              <a:gd name="connsiteY3367" fmla="*/ 1582812 h 6382977"/>
              <a:gd name="connsiteX3368" fmla="*/ 4787239 w 6501199"/>
              <a:gd name="connsiteY3368" fmla="*/ 1601415 h 6382977"/>
              <a:gd name="connsiteX3369" fmla="*/ 4802761 w 6501199"/>
              <a:gd name="connsiteY3369" fmla="*/ 1582812 h 6382977"/>
              <a:gd name="connsiteX3370" fmla="*/ 5067408 w 6501199"/>
              <a:gd name="connsiteY3370" fmla="*/ 1582737 h 6382977"/>
              <a:gd name="connsiteX3371" fmla="*/ 5083566 w 6501199"/>
              <a:gd name="connsiteY3371" fmla="*/ 1593860 h 6382977"/>
              <a:gd name="connsiteX3372" fmla="*/ 5074230 w 6501199"/>
              <a:gd name="connsiteY3372" fmla="*/ 1634766 h 6382977"/>
              <a:gd name="connsiteX3373" fmla="*/ 5058431 w 6501199"/>
              <a:gd name="connsiteY3373" fmla="*/ 1625795 h 6382977"/>
              <a:gd name="connsiteX3374" fmla="*/ 5063099 w 6501199"/>
              <a:gd name="connsiteY3374" fmla="*/ 1596013 h 6382977"/>
              <a:gd name="connsiteX3375" fmla="*/ 5076744 w 6501199"/>
              <a:gd name="connsiteY3375" fmla="*/ 1591707 h 6382977"/>
              <a:gd name="connsiteX3376" fmla="*/ 5067408 w 6501199"/>
              <a:gd name="connsiteY3376" fmla="*/ 1582737 h 6382977"/>
              <a:gd name="connsiteX3377" fmla="*/ 5810460 w 6501199"/>
              <a:gd name="connsiteY3377" fmla="*/ 1579675 h 6382977"/>
              <a:gd name="connsiteX3378" fmla="*/ 5813641 w 6501199"/>
              <a:gd name="connsiteY3378" fmla="*/ 1591950 h 6382977"/>
              <a:gd name="connsiteX3379" fmla="*/ 5814959 w 6501199"/>
              <a:gd name="connsiteY3379" fmla="*/ 1584860 h 6382977"/>
              <a:gd name="connsiteX3380" fmla="*/ 5486733 w 6501199"/>
              <a:gd name="connsiteY3380" fmla="*/ 1576287 h 6382977"/>
              <a:gd name="connsiteX3381" fmla="*/ 5509413 w 6501199"/>
              <a:gd name="connsiteY3381" fmla="*/ 1598968 h 6382977"/>
              <a:gd name="connsiteX3382" fmla="*/ 5507253 w 6501199"/>
              <a:gd name="connsiteY3382" fmla="*/ 1585288 h 6382977"/>
              <a:gd name="connsiteX3383" fmla="*/ 5486733 w 6501199"/>
              <a:gd name="connsiteY3383" fmla="*/ 1576287 h 6382977"/>
              <a:gd name="connsiteX3384" fmla="*/ 4800187 w 6501199"/>
              <a:gd name="connsiteY3384" fmla="*/ 1563121 h 6382977"/>
              <a:gd name="connsiteX3385" fmla="*/ 4805768 w 6501199"/>
              <a:gd name="connsiteY3385" fmla="*/ 1566639 h 6382977"/>
              <a:gd name="connsiteX3386" fmla="*/ 4799211 w 6501199"/>
              <a:gd name="connsiteY3386" fmla="*/ 1571476 h 6382977"/>
              <a:gd name="connsiteX3387" fmla="*/ 4799211 w 6501199"/>
              <a:gd name="connsiteY3387" fmla="*/ 1580778 h 6382977"/>
              <a:gd name="connsiteX3388" fmla="*/ 4790238 w 6501199"/>
              <a:gd name="connsiteY3388" fmla="*/ 1569243 h 6382977"/>
              <a:gd name="connsiteX3389" fmla="*/ 4800187 w 6501199"/>
              <a:gd name="connsiteY3389" fmla="*/ 1563121 h 6382977"/>
              <a:gd name="connsiteX3390" fmla="*/ 1294718 w 6501199"/>
              <a:gd name="connsiteY3390" fmla="*/ 1560462 h 6382977"/>
              <a:gd name="connsiteX3391" fmla="*/ 1271676 w 6501199"/>
              <a:gd name="connsiteY3391" fmla="*/ 1565141 h 6382977"/>
              <a:gd name="connsiteX3392" fmla="*/ 1217310 w 6501199"/>
              <a:gd name="connsiteY3392" fmla="*/ 1603655 h 6382977"/>
              <a:gd name="connsiteX3393" fmla="*/ 1219470 w 6501199"/>
              <a:gd name="connsiteY3393" fmla="*/ 1631011 h 6382977"/>
              <a:gd name="connsiteX3394" fmla="*/ 1258355 w 6501199"/>
              <a:gd name="connsiteY3394" fmla="*/ 1599336 h 6382977"/>
              <a:gd name="connsiteX3395" fmla="*/ 1294718 w 6501199"/>
              <a:gd name="connsiteY3395" fmla="*/ 1560462 h 6382977"/>
              <a:gd name="connsiteX3396" fmla="*/ 5193331 w 6501199"/>
              <a:gd name="connsiteY3396" fmla="*/ 1560086 h 6382977"/>
              <a:gd name="connsiteX3397" fmla="*/ 5186491 w 6501199"/>
              <a:gd name="connsiteY3397" fmla="*/ 1578447 h 6382977"/>
              <a:gd name="connsiteX3398" fmla="*/ 5193331 w 6501199"/>
              <a:gd name="connsiteY3398" fmla="*/ 1560086 h 6382977"/>
              <a:gd name="connsiteX3399" fmla="*/ 5557293 w 6501199"/>
              <a:gd name="connsiteY3399" fmla="*/ 1555766 h 6382977"/>
              <a:gd name="connsiteX3400" fmla="*/ 5564133 w 6501199"/>
              <a:gd name="connsiteY3400" fmla="*/ 1571607 h 6382977"/>
              <a:gd name="connsiteX3401" fmla="*/ 5557293 w 6501199"/>
              <a:gd name="connsiteY3401" fmla="*/ 1555766 h 6382977"/>
              <a:gd name="connsiteX3402" fmla="*/ 5131682 w 6501199"/>
              <a:gd name="connsiteY3402" fmla="*/ 1555750 h 6382977"/>
              <a:gd name="connsiteX3403" fmla="*/ 5150236 w 6501199"/>
              <a:gd name="connsiteY3403" fmla="*/ 1564821 h 6382977"/>
              <a:gd name="connsiteX3404" fmla="*/ 5138595 w 6501199"/>
              <a:gd name="connsiteY3404" fmla="*/ 1573893 h 6382977"/>
              <a:gd name="connsiteX3405" fmla="*/ 5134229 w 6501199"/>
              <a:gd name="connsiteY3405" fmla="*/ 1562644 h 6382977"/>
              <a:gd name="connsiteX3406" fmla="*/ 5115675 w 6501199"/>
              <a:gd name="connsiteY3406" fmla="*/ 1569538 h 6382977"/>
              <a:gd name="connsiteX3407" fmla="*/ 5131682 w 6501199"/>
              <a:gd name="connsiteY3407" fmla="*/ 1555750 h 6382977"/>
              <a:gd name="connsiteX3408" fmla="*/ 4993998 w 6501199"/>
              <a:gd name="connsiteY3408" fmla="*/ 1555750 h 6382977"/>
              <a:gd name="connsiteX3409" fmla="*/ 4984660 w 6501199"/>
              <a:gd name="connsiteY3409" fmla="*/ 1574426 h 6382977"/>
              <a:gd name="connsiteX3410" fmla="*/ 4993998 w 6501199"/>
              <a:gd name="connsiteY3410" fmla="*/ 1555750 h 6382977"/>
              <a:gd name="connsiteX3411" fmla="*/ 5381972 w 6501199"/>
              <a:gd name="connsiteY3411" fmla="*/ 1553605 h 6382977"/>
              <a:gd name="connsiteX3412" fmla="*/ 5375132 w 6501199"/>
              <a:gd name="connsiteY3412" fmla="*/ 1573767 h 6382977"/>
              <a:gd name="connsiteX3413" fmla="*/ 5381972 w 6501199"/>
              <a:gd name="connsiteY3413" fmla="*/ 1553605 h 6382977"/>
              <a:gd name="connsiteX3414" fmla="*/ 5926977 w 6501199"/>
              <a:gd name="connsiteY3414" fmla="*/ 1552452 h 6382977"/>
              <a:gd name="connsiteX3415" fmla="*/ 5921256 w 6501199"/>
              <a:gd name="connsiteY3415" fmla="*/ 1573767 h 6382977"/>
              <a:gd name="connsiteX3416" fmla="*/ 5934937 w 6501199"/>
              <a:gd name="connsiteY3416" fmla="*/ 1555766 h 6382977"/>
              <a:gd name="connsiteX3417" fmla="*/ 5926977 w 6501199"/>
              <a:gd name="connsiteY3417" fmla="*/ 1552452 h 6382977"/>
              <a:gd name="connsiteX3418" fmla="*/ 6167271 w 6501199"/>
              <a:gd name="connsiteY3418" fmla="*/ 1547748 h 6382977"/>
              <a:gd name="connsiteX3419" fmla="*/ 6171007 w 6501199"/>
              <a:gd name="connsiteY3419" fmla="*/ 1549193 h 6382977"/>
              <a:gd name="connsiteX3420" fmla="*/ 6159977 w 6501199"/>
              <a:gd name="connsiteY3420" fmla="*/ 1571274 h 6382977"/>
              <a:gd name="connsiteX3421" fmla="*/ 6155351 w 6501199"/>
              <a:gd name="connsiteY3421" fmla="*/ 1555853 h 6382977"/>
              <a:gd name="connsiteX3422" fmla="*/ 6166737 w 6501199"/>
              <a:gd name="connsiteY3422" fmla="*/ 1551296 h 6382977"/>
              <a:gd name="connsiteX3423" fmla="*/ 6167271 w 6501199"/>
              <a:gd name="connsiteY3423" fmla="*/ 1547748 h 6382977"/>
              <a:gd name="connsiteX3424" fmla="*/ 5900736 w 6501199"/>
              <a:gd name="connsiteY3424" fmla="*/ 1546765 h 6382977"/>
              <a:gd name="connsiteX3425" fmla="*/ 5884896 w 6501199"/>
              <a:gd name="connsiteY3425" fmla="*/ 1571607 h 6382977"/>
              <a:gd name="connsiteX3426" fmla="*/ 5900736 w 6501199"/>
              <a:gd name="connsiteY3426" fmla="*/ 1546765 h 6382977"/>
              <a:gd name="connsiteX3427" fmla="*/ 4814901 w 6501199"/>
              <a:gd name="connsiteY3427" fmla="*/ 1535112 h 6382977"/>
              <a:gd name="connsiteX3428" fmla="*/ 4808078 w 6501199"/>
              <a:gd name="connsiteY3428" fmla="*/ 1561749 h 6382977"/>
              <a:gd name="connsiteX3429" fmla="*/ 4801256 w 6501199"/>
              <a:gd name="connsiteY3429" fmla="*/ 1546328 h 6382977"/>
              <a:gd name="connsiteX3430" fmla="*/ 4814901 w 6501199"/>
              <a:gd name="connsiteY3430" fmla="*/ 1535112 h 6382977"/>
              <a:gd name="connsiteX3431" fmla="*/ 1317401 w 6501199"/>
              <a:gd name="connsiteY3431" fmla="*/ 1533465 h 6382977"/>
              <a:gd name="connsiteX3432" fmla="*/ 1299039 w 6501199"/>
              <a:gd name="connsiteY3432" fmla="*/ 1558302 h 6382977"/>
              <a:gd name="connsiteX3433" fmla="*/ 1317401 w 6501199"/>
              <a:gd name="connsiteY3433" fmla="*/ 1533465 h 6382977"/>
              <a:gd name="connsiteX3434" fmla="*/ 5834855 w 6501199"/>
              <a:gd name="connsiteY3434" fmla="*/ 1523723 h 6382977"/>
              <a:gd name="connsiteX3435" fmla="*/ 5816495 w 6501199"/>
              <a:gd name="connsiteY3435" fmla="*/ 1546765 h 6382977"/>
              <a:gd name="connsiteX3436" fmla="*/ 5825855 w 6501199"/>
              <a:gd name="connsiteY3436" fmla="*/ 1560086 h 6382977"/>
              <a:gd name="connsiteX3437" fmla="*/ 5839535 w 6501199"/>
              <a:gd name="connsiteY3437" fmla="*/ 1560086 h 6382977"/>
              <a:gd name="connsiteX3438" fmla="*/ 5834855 w 6501199"/>
              <a:gd name="connsiteY3438" fmla="*/ 1523723 h 6382977"/>
              <a:gd name="connsiteX3439" fmla="*/ 5018267 w 6501199"/>
              <a:gd name="connsiteY3439" fmla="*/ 1523514 h 6382977"/>
              <a:gd name="connsiteX3440" fmla="*/ 5018238 w 6501199"/>
              <a:gd name="connsiteY3440" fmla="*/ 1523652 h 6382977"/>
              <a:gd name="connsiteX3441" fmla="*/ 5018150 w 6501199"/>
              <a:gd name="connsiteY3441" fmla="*/ 1523650 h 6382977"/>
              <a:gd name="connsiteX3442" fmla="*/ 1290038 w 6501199"/>
              <a:gd name="connsiteY3442" fmla="*/ 1521947 h 6382977"/>
              <a:gd name="connsiteX3443" fmla="*/ 1274196 w 6501199"/>
              <a:gd name="connsiteY3443" fmla="*/ 1535625 h 6382977"/>
              <a:gd name="connsiteX3444" fmla="*/ 1290038 w 6501199"/>
              <a:gd name="connsiteY3444" fmla="*/ 1521947 h 6382977"/>
              <a:gd name="connsiteX3445" fmla="*/ 5709822 w 6501199"/>
              <a:gd name="connsiteY3445" fmla="*/ 1519237 h 6382977"/>
              <a:gd name="connsiteX3446" fmla="*/ 5716891 w 6501199"/>
              <a:gd name="connsiteY3446" fmla="*/ 1556984 h 6382977"/>
              <a:gd name="connsiteX3447" fmla="*/ 5698288 w 6501199"/>
              <a:gd name="connsiteY3447" fmla="*/ 1543578 h 6382977"/>
              <a:gd name="connsiteX3448" fmla="*/ 5709822 w 6501199"/>
              <a:gd name="connsiteY3448" fmla="*/ 1519237 h 6382977"/>
              <a:gd name="connsiteX3449" fmla="*/ 5921256 w 6501199"/>
              <a:gd name="connsiteY3449" fmla="*/ 1512563 h 6382977"/>
              <a:gd name="connsiteX3450" fmla="*/ 5910096 w 6501199"/>
              <a:gd name="connsiteY3450" fmla="*/ 1516883 h 6382977"/>
              <a:gd name="connsiteX3451" fmla="*/ 5910096 w 6501199"/>
              <a:gd name="connsiteY3451" fmla="*/ 1553605 h 6382977"/>
              <a:gd name="connsiteX3452" fmla="*/ 5921256 w 6501199"/>
              <a:gd name="connsiteY3452" fmla="*/ 1512563 h 6382977"/>
              <a:gd name="connsiteX3453" fmla="*/ 5020529 w 6501199"/>
              <a:gd name="connsiteY3453" fmla="*/ 1512563 h 6382977"/>
              <a:gd name="connsiteX3454" fmla="*/ 5020664 w 6501199"/>
              <a:gd name="connsiteY3454" fmla="*/ 1520708 h 6382977"/>
              <a:gd name="connsiteX3455" fmla="*/ 5018267 w 6501199"/>
              <a:gd name="connsiteY3455" fmla="*/ 1523514 h 6382977"/>
              <a:gd name="connsiteX3456" fmla="*/ 4876025 w 6501199"/>
              <a:gd name="connsiteY3456" fmla="*/ 1500187 h 6382977"/>
              <a:gd name="connsiteX3457" fmla="*/ 4865159 w 6501199"/>
              <a:gd name="connsiteY3457" fmla="*/ 1534748 h 6382977"/>
              <a:gd name="connsiteX3458" fmla="*/ 4876025 w 6501199"/>
              <a:gd name="connsiteY3458" fmla="*/ 1500187 h 6382977"/>
              <a:gd name="connsiteX3459" fmla="*/ 1512902 w 6501199"/>
              <a:gd name="connsiteY3459" fmla="*/ 1499270 h 6382977"/>
              <a:gd name="connsiteX3460" fmla="*/ 1488059 w 6501199"/>
              <a:gd name="connsiteY3460" fmla="*/ 1521947 h 6382977"/>
              <a:gd name="connsiteX3461" fmla="*/ 1512902 w 6501199"/>
              <a:gd name="connsiteY3461" fmla="*/ 1499270 h 6382977"/>
              <a:gd name="connsiteX3462" fmla="*/ 5980297 w 6501199"/>
              <a:gd name="connsiteY3462" fmla="*/ 1496361 h 6382977"/>
              <a:gd name="connsiteX3463" fmla="*/ 5953297 w 6501199"/>
              <a:gd name="connsiteY3463" fmla="*/ 1560086 h 6382977"/>
              <a:gd name="connsiteX3464" fmla="*/ 5934937 w 6501199"/>
              <a:gd name="connsiteY3464" fmla="*/ 1573767 h 6382977"/>
              <a:gd name="connsiteX3465" fmla="*/ 5950777 w 6501199"/>
              <a:gd name="connsiteY3465" fmla="*/ 1571607 h 6382977"/>
              <a:gd name="connsiteX3466" fmla="*/ 5934937 w 6501199"/>
              <a:gd name="connsiteY3466" fmla="*/ 1628491 h 6382977"/>
              <a:gd name="connsiteX3467" fmla="*/ 5969137 w 6501199"/>
              <a:gd name="connsiteY3467" fmla="*/ 1589968 h 6382977"/>
              <a:gd name="connsiteX3468" fmla="*/ 5964457 w 6501199"/>
              <a:gd name="connsiteY3468" fmla="*/ 1548925 h 6382977"/>
              <a:gd name="connsiteX3469" fmla="*/ 5987137 w 6501199"/>
              <a:gd name="connsiteY3469" fmla="*/ 1553605 h 6382977"/>
              <a:gd name="connsiteX3470" fmla="*/ 5993977 w 6501199"/>
              <a:gd name="connsiteY3470" fmla="*/ 1530564 h 6382977"/>
              <a:gd name="connsiteX3471" fmla="*/ 5975977 w 6501199"/>
              <a:gd name="connsiteY3471" fmla="*/ 1519403 h 6382977"/>
              <a:gd name="connsiteX3472" fmla="*/ 5980297 w 6501199"/>
              <a:gd name="connsiteY3472" fmla="*/ 1496361 h 6382977"/>
              <a:gd name="connsiteX3473" fmla="*/ 5165499 w 6501199"/>
              <a:gd name="connsiteY3473" fmla="*/ 1495425 h 6382977"/>
              <a:gd name="connsiteX3474" fmla="*/ 5177222 w 6501199"/>
              <a:gd name="connsiteY3474" fmla="*/ 1502185 h 6382977"/>
              <a:gd name="connsiteX3475" fmla="*/ 5158538 w 6501199"/>
              <a:gd name="connsiteY3475" fmla="*/ 1508946 h 6382977"/>
              <a:gd name="connsiteX3476" fmla="*/ 5170261 w 6501199"/>
              <a:gd name="connsiteY3476" fmla="*/ 1506811 h 6382977"/>
              <a:gd name="connsiteX3477" fmla="*/ 5165499 w 6501199"/>
              <a:gd name="connsiteY3477" fmla="*/ 1495425 h 6382977"/>
              <a:gd name="connsiteX3478" fmla="*/ 5629116 w 6501199"/>
              <a:gd name="connsiteY3478" fmla="*/ 1479550 h 6382977"/>
              <a:gd name="connsiteX3479" fmla="*/ 5624835 w 6501199"/>
              <a:gd name="connsiteY3479" fmla="*/ 1502990 h 6382977"/>
              <a:gd name="connsiteX3480" fmla="*/ 5629116 w 6501199"/>
              <a:gd name="connsiteY3480" fmla="*/ 1479550 h 6382977"/>
              <a:gd name="connsiteX3481" fmla="*/ 5810345 w 6501199"/>
              <a:gd name="connsiteY3481" fmla="*/ 1474623 h 6382977"/>
              <a:gd name="connsiteX3482" fmla="*/ 5807354 w 6501199"/>
              <a:gd name="connsiteY3482" fmla="*/ 1486502 h 6382977"/>
              <a:gd name="connsiteX3483" fmla="*/ 5811995 w 6501199"/>
              <a:gd name="connsiteY3483" fmla="*/ 1490646 h 6382977"/>
              <a:gd name="connsiteX3484" fmla="*/ 5823335 w 6501199"/>
              <a:gd name="connsiteY3484" fmla="*/ 1498882 h 6382977"/>
              <a:gd name="connsiteX3485" fmla="*/ 5832695 w 6501199"/>
              <a:gd name="connsiteY3485" fmla="*/ 1485201 h 6382977"/>
              <a:gd name="connsiteX3486" fmla="*/ 5816495 w 6501199"/>
              <a:gd name="connsiteY3486" fmla="*/ 1483041 h 6382977"/>
              <a:gd name="connsiteX3487" fmla="*/ 4899223 w 6501199"/>
              <a:gd name="connsiteY3487" fmla="*/ 1468437 h 6382977"/>
              <a:gd name="connsiteX3488" fmla="*/ 4892666 w 6501199"/>
              <a:gd name="connsiteY3488" fmla="*/ 1493474 h 6382977"/>
              <a:gd name="connsiteX3489" fmla="*/ 4899223 w 6501199"/>
              <a:gd name="connsiteY3489" fmla="*/ 1468437 h 6382977"/>
              <a:gd name="connsiteX3490" fmla="*/ 5934937 w 6501199"/>
              <a:gd name="connsiteY3490" fmla="*/ 1464679 h 6382977"/>
              <a:gd name="connsiteX3491" fmla="*/ 5914416 w 6501199"/>
              <a:gd name="connsiteY3491" fmla="*/ 1503202 h 6382977"/>
              <a:gd name="connsiteX3492" fmla="*/ 5943937 w 6501199"/>
              <a:gd name="connsiteY3492" fmla="*/ 1492041 h 6382977"/>
              <a:gd name="connsiteX3493" fmla="*/ 5953297 w 6501199"/>
              <a:gd name="connsiteY3493" fmla="*/ 1476200 h 6382977"/>
              <a:gd name="connsiteX3494" fmla="*/ 5928097 w 6501199"/>
              <a:gd name="connsiteY3494" fmla="*/ 1471520 h 6382977"/>
              <a:gd name="connsiteX3495" fmla="*/ 5817247 w 6501199"/>
              <a:gd name="connsiteY3495" fmla="*/ 1455764 h 6382977"/>
              <a:gd name="connsiteX3496" fmla="*/ 5815940 w 6501199"/>
              <a:gd name="connsiteY3496" fmla="*/ 1458664 h 6382977"/>
              <a:gd name="connsiteX3497" fmla="*/ 5817553 w 6501199"/>
              <a:gd name="connsiteY3497" fmla="*/ 1457012 h 6382977"/>
              <a:gd name="connsiteX3498" fmla="*/ 5170567 w 6501199"/>
              <a:gd name="connsiteY3498" fmla="*/ 1454803 h 6382977"/>
              <a:gd name="connsiteX3499" fmla="*/ 5193105 w 6501199"/>
              <a:gd name="connsiteY3499" fmla="*/ 1457044 h 6382977"/>
              <a:gd name="connsiteX3500" fmla="*/ 5181657 w 6501199"/>
              <a:gd name="connsiteY3500" fmla="*/ 1471238 h 6382977"/>
              <a:gd name="connsiteX3501" fmla="*/ 5170567 w 6501199"/>
              <a:gd name="connsiteY3501" fmla="*/ 1454803 h 6382977"/>
              <a:gd name="connsiteX3502" fmla="*/ 5126924 w 6501199"/>
              <a:gd name="connsiteY3502" fmla="*/ 1450677 h 6382977"/>
              <a:gd name="connsiteX3503" fmla="*/ 5117673 w 6501199"/>
              <a:gd name="connsiteY3503" fmla="*/ 1464816 h 6382977"/>
              <a:gd name="connsiteX3504" fmla="*/ 5126924 w 6501199"/>
              <a:gd name="connsiteY3504" fmla="*/ 1450677 h 6382977"/>
              <a:gd name="connsiteX3505" fmla="*/ 5922517 w 6501199"/>
              <a:gd name="connsiteY3505" fmla="*/ 1447353 h 6382977"/>
              <a:gd name="connsiteX3506" fmla="*/ 5916936 w 6501199"/>
              <a:gd name="connsiteY3506" fmla="*/ 1450998 h 6382977"/>
              <a:gd name="connsiteX3507" fmla="*/ 5923417 w 6501199"/>
              <a:gd name="connsiteY3507" fmla="*/ 1464679 h 6382977"/>
              <a:gd name="connsiteX3508" fmla="*/ 5928097 w 6501199"/>
              <a:gd name="connsiteY3508" fmla="*/ 1448838 h 6382977"/>
              <a:gd name="connsiteX3509" fmla="*/ 5922517 w 6501199"/>
              <a:gd name="connsiteY3509" fmla="*/ 1447353 h 6382977"/>
              <a:gd name="connsiteX3510" fmla="*/ 6439405 w 6501199"/>
              <a:gd name="connsiteY3510" fmla="*/ 1443633 h 6382977"/>
              <a:gd name="connsiteX3511" fmla="*/ 6432607 w 6501199"/>
              <a:gd name="connsiteY3511" fmla="*/ 1459640 h 6382977"/>
              <a:gd name="connsiteX3512" fmla="*/ 6444055 w 6501199"/>
              <a:gd name="connsiteY3512" fmla="*/ 1466552 h 6382977"/>
              <a:gd name="connsiteX3513" fmla="*/ 6439405 w 6501199"/>
              <a:gd name="connsiteY3513" fmla="*/ 1443633 h 6382977"/>
              <a:gd name="connsiteX3514" fmla="*/ 6294965 w 6501199"/>
              <a:gd name="connsiteY3514" fmla="*/ 1435100 h 6382977"/>
              <a:gd name="connsiteX3515" fmla="*/ 6306871 w 6501199"/>
              <a:gd name="connsiteY3515" fmla="*/ 1462212 h 6382977"/>
              <a:gd name="connsiteX3516" fmla="*/ 6294965 w 6501199"/>
              <a:gd name="connsiteY3516" fmla="*/ 1435100 h 6382977"/>
              <a:gd name="connsiteX3517" fmla="*/ 3923751 w 6501199"/>
              <a:gd name="connsiteY3517" fmla="*/ 1429210 h 6382977"/>
              <a:gd name="connsiteX3518" fmla="*/ 3912916 w 6501199"/>
              <a:gd name="connsiteY3518" fmla="*/ 1447078 h 6382977"/>
              <a:gd name="connsiteX3519" fmla="*/ 3928758 w 6501199"/>
              <a:gd name="connsiteY3519" fmla="*/ 1430880 h 6382977"/>
              <a:gd name="connsiteX3520" fmla="*/ 3923751 w 6501199"/>
              <a:gd name="connsiteY3520" fmla="*/ 1429210 h 6382977"/>
              <a:gd name="connsiteX3521" fmla="*/ 1958989 w 6501199"/>
              <a:gd name="connsiteY3521" fmla="*/ 1408204 h 6382977"/>
              <a:gd name="connsiteX3522" fmla="*/ 1929466 w 6501199"/>
              <a:gd name="connsiteY3522" fmla="*/ 1419722 h 6382977"/>
              <a:gd name="connsiteX3523" fmla="*/ 1940627 w 6501199"/>
              <a:gd name="connsiteY3523" fmla="*/ 1424041 h 6382977"/>
              <a:gd name="connsiteX3524" fmla="*/ 1965830 w 6501199"/>
              <a:gd name="connsiteY3524" fmla="*/ 1412883 h 6382977"/>
              <a:gd name="connsiteX3525" fmla="*/ 1958989 w 6501199"/>
              <a:gd name="connsiteY3525" fmla="*/ 1408204 h 6382977"/>
              <a:gd name="connsiteX3526" fmla="*/ 2081762 w 6501199"/>
              <a:gd name="connsiteY3526" fmla="*/ 1401365 h 6382977"/>
              <a:gd name="connsiteX3527" fmla="*/ 2063760 w 6501199"/>
              <a:gd name="connsiteY3527" fmla="*/ 1412883 h 6382977"/>
              <a:gd name="connsiteX3528" fmla="*/ 2077442 w 6501199"/>
              <a:gd name="connsiteY3528" fmla="*/ 1424041 h 6382977"/>
              <a:gd name="connsiteX3529" fmla="*/ 2081762 w 6501199"/>
              <a:gd name="connsiteY3529" fmla="*/ 1401365 h 6382977"/>
              <a:gd name="connsiteX3530" fmla="*/ 5591396 w 6501199"/>
              <a:gd name="connsiteY3530" fmla="*/ 1400175 h 6382977"/>
              <a:gd name="connsiteX3531" fmla="*/ 5595630 w 6501199"/>
              <a:gd name="connsiteY3531" fmla="*/ 1436329 h 6382977"/>
              <a:gd name="connsiteX3532" fmla="*/ 5584694 w 6501199"/>
              <a:gd name="connsiteY3532" fmla="*/ 1434181 h 6382977"/>
              <a:gd name="connsiteX3533" fmla="*/ 5591396 w 6501199"/>
              <a:gd name="connsiteY3533" fmla="*/ 1400175 h 6382977"/>
              <a:gd name="connsiteX3534" fmla="*/ 5885278 w 6501199"/>
              <a:gd name="connsiteY3534" fmla="*/ 1398587 h 6382977"/>
              <a:gd name="connsiteX3535" fmla="*/ 5869257 w 6501199"/>
              <a:gd name="connsiteY3535" fmla="*/ 1454952 h 6382977"/>
              <a:gd name="connsiteX3536" fmla="*/ 5885278 w 6501199"/>
              <a:gd name="connsiteY3536" fmla="*/ 1398587 h 6382977"/>
              <a:gd name="connsiteX3537" fmla="*/ 3727496 w 6501199"/>
              <a:gd name="connsiteY3537" fmla="*/ 1396325 h 6382977"/>
              <a:gd name="connsiteX3538" fmla="*/ 3721736 w 6501199"/>
              <a:gd name="connsiteY3538" fmla="*/ 1396685 h 6382977"/>
              <a:gd name="connsiteX3539" fmla="*/ 3733257 w 6501199"/>
              <a:gd name="connsiteY3539" fmla="*/ 1399205 h 6382977"/>
              <a:gd name="connsiteX3540" fmla="*/ 3727496 w 6501199"/>
              <a:gd name="connsiteY3540" fmla="*/ 1396325 h 6382977"/>
              <a:gd name="connsiteX3541" fmla="*/ 2122806 w 6501199"/>
              <a:gd name="connsiteY3541" fmla="*/ 1390206 h 6382977"/>
              <a:gd name="connsiteX3542" fmla="*/ 2109125 w 6501199"/>
              <a:gd name="connsiteY3542" fmla="*/ 1410363 h 6382977"/>
              <a:gd name="connsiteX3543" fmla="*/ 2120286 w 6501199"/>
              <a:gd name="connsiteY3543" fmla="*/ 1415043 h 6382977"/>
              <a:gd name="connsiteX3544" fmla="*/ 2141168 w 6501199"/>
              <a:gd name="connsiteY3544" fmla="*/ 1403524 h 6382977"/>
              <a:gd name="connsiteX3545" fmla="*/ 2122806 w 6501199"/>
              <a:gd name="connsiteY3545" fmla="*/ 1394526 h 6382977"/>
              <a:gd name="connsiteX3546" fmla="*/ 2122806 w 6501199"/>
              <a:gd name="connsiteY3546" fmla="*/ 1390206 h 6382977"/>
              <a:gd name="connsiteX3547" fmla="*/ 2168171 w 6501199"/>
              <a:gd name="connsiteY3547" fmla="*/ 1387687 h 6382977"/>
              <a:gd name="connsiteX3548" fmla="*/ 2145489 w 6501199"/>
              <a:gd name="connsiteY3548" fmla="*/ 1403524 h 6382977"/>
              <a:gd name="connsiteX3549" fmla="*/ 2168171 w 6501199"/>
              <a:gd name="connsiteY3549" fmla="*/ 1387687 h 6382977"/>
              <a:gd name="connsiteX3550" fmla="*/ 6293614 w 6501199"/>
              <a:gd name="connsiteY3550" fmla="*/ 1384300 h 6382977"/>
              <a:gd name="connsiteX3551" fmla="*/ 6305100 w 6501199"/>
              <a:gd name="connsiteY3551" fmla="*/ 1420454 h 6382977"/>
              <a:gd name="connsiteX3552" fmla="*/ 6289307 w 6501199"/>
              <a:gd name="connsiteY3552" fmla="*/ 1420454 h 6382977"/>
              <a:gd name="connsiteX3553" fmla="*/ 6293614 w 6501199"/>
              <a:gd name="connsiteY3553" fmla="*/ 1384300 h 6382977"/>
              <a:gd name="connsiteX3554" fmla="*/ 4891566 w 6501199"/>
              <a:gd name="connsiteY3554" fmla="*/ 1384300 h 6382977"/>
              <a:gd name="connsiteX3555" fmla="*/ 4854917 w 6501199"/>
              <a:gd name="connsiteY3555" fmla="*/ 1410936 h 6382977"/>
              <a:gd name="connsiteX3556" fmla="*/ 4891566 w 6501199"/>
              <a:gd name="connsiteY3556" fmla="*/ 1384300 h 6382977"/>
              <a:gd name="connsiteX3557" fmla="*/ 4044819 w 6501199"/>
              <a:gd name="connsiteY3557" fmla="*/ 1379537 h 6382977"/>
              <a:gd name="connsiteX3558" fmla="*/ 4031413 w 6501199"/>
              <a:gd name="connsiteY3558" fmla="*/ 1393458 h 6382977"/>
              <a:gd name="connsiteX3559" fmla="*/ 4044819 w 6501199"/>
              <a:gd name="connsiteY3559" fmla="*/ 1379537 h 6382977"/>
              <a:gd name="connsiteX3560" fmla="*/ 5061210 w 6501199"/>
              <a:gd name="connsiteY3560" fmla="*/ 1378273 h 6382977"/>
              <a:gd name="connsiteX3561" fmla="*/ 5063730 w 6501199"/>
              <a:gd name="connsiteY3561" fmla="*/ 1419316 h 6382977"/>
              <a:gd name="connsiteX3562" fmla="*/ 5052209 w 6501199"/>
              <a:gd name="connsiteY3562" fmla="*/ 1439478 h 6382977"/>
              <a:gd name="connsiteX3563" fmla="*/ 5038529 w 6501199"/>
              <a:gd name="connsiteY3563" fmla="*/ 1446678 h 6382977"/>
              <a:gd name="connsiteX3564" fmla="*/ 5061210 w 6501199"/>
              <a:gd name="connsiteY3564" fmla="*/ 1378273 h 6382977"/>
              <a:gd name="connsiteX3565" fmla="*/ 3884997 w 6501199"/>
              <a:gd name="connsiteY3565" fmla="*/ 1377950 h 6382977"/>
              <a:gd name="connsiteX3566" fmla="*/ 3878036 w 6501199"/>
              <a:gd name="connsiteY3566" fmla="*/ 1388725 h 6382977"/>
              <a:gd name="connsiteX3567" fmla="*/ 3884997 w 6501199"/>
              <a:gd name="connsiteY3567" fmla="*/ 1377950 h 6382977"/>
              <a:gd name="connsiteX3568" fmla="*/ 3900898 w 6501199"/>
              <a:gd name="connsiteY3568" fmla="*/ 1375751 h 6382977"/>
              <a:gd name="connsiteX3569" fmla="*/ 3896475 w 6501199"/>
              <a:gd name="connsiteY3569" fmla="*/ 1391870 h 6382977"/>
              <a:gd name="connsiteX3570" fmla="*/ 3900898 w 6501199"/>
              <a:gd name="connsiteY3570" fmla="*/ 1375751 h 6382977"/>
              <a:gd name="connsiteX3571" fmla="*/ 6417061 w 6501199"/>
              <a:gd name="connsiteY3571" fmla="*/ 1371600 h 6382977"/>
              <a:gd name="connsiteX3572" fmla="*/ 6412332 w 6501199"/>
              <a:gd name="connsiteY3572" fmla="*/ 1466492 h 6382977"/>
              <a:gd name="connsiteX3573" fmla="*/ 6417061 w 6501199"/>
              <a:gd name="connsiteY3573" fmla="*/ 1371600 h 6382977"/>
              <a:gd name="connsiteX3574" fmla="*/ 5884744 w 6501199"/>
              <a:gd name="connsiteY3574" fmla="*/ 1368425 h 6382977"/>
              <a:gd name="connsiteX3575" fmla="*/ 5901116 w 6501199"/>
              <a:gd name="connsiteY3575" fmla="*/ 1389138 h 6382977"/>
              <a:gd name="connsiteX3576" fmla="*/ 5884744 w 6501199"/>
              <a:gd name="connsiteY3576" fmla="*/ 1368425 h 6382977"/>
              <a:gd name="connsiteX3577" fmla="*/ 5586022 w 6501199"/>
              <a:gd name="connsiteY3577" fmla="*/ 1366837 h 6382977"/>
              <a:gd name="connsiteX3578" fmla="*/ 5590673 w 6501199"/>
              <a:gd name="connsiteY3578" fmla="*/ 1393474 h 6382977"/>
              <a:gd name="connsiteX3579" fmla="*/ 5586022 w 6501199"/>
              <a:gd name="connsiteY3579" fmla="*/ 1366837 h 6382977"/>
              <a:gd name="connsiteX3580" fmla="*/ 5949669 w 6501199"/>
              <a:gd name="connsiteY3580" fmla="*/ 1364176 h 6382977"/>
              <a:gd name="connsiteX3581" fmla="*/ 5937097 w 6501199"/>
              <a:gd name="connsiteY3581" fmla="*/ 1364592 h 6382977"/>
              <a:gd name="connsiteX3582" fmla="*/ 5939617 w 6501199"/>
              <a:gd name="connsiteY3582" fmla="*/ 1380433 h 6382977"/>
              <a:gd name="connsiteX3583" fmla="*/ 5957617 w 6501199"/>
              <a:gd name="connsiteY3583" fmla="*/ 1396275 h 6382977"/>
              <a:gd name="connsiteX3584" fmla="*/ 5949669 w 6501199"/>
              <a:gd name="connsiteY3584" fmla="*/ 1364176 h 6382977"/>
              <a:gd name="connsiteX3585" fmla="*/ 3994900 w 6501199"/>
              <a:gd name="connsiteY3585" fmla="*/ 1362075 h 6382977"/>
              <a:gd name="connsiteX3586" fmla="*/ 4004059 w 6501199"/>
              <a:gd name="connsiteY3586" fmla="*/ 1375393 h 6382977"/>
              <a:gd name="connsiteX3587" fmla="*/ 3987940 w 6501199"/>
              <a:gd name="connsiteY3587" fmla="*/ 1379599 h 6382977"/>
              <a:gd name="connsiteX3588" fmla="*/ 3994900 w 6501199"/>
              <a:gd name="connsiteY3588" fmla="*/ 1362075 h 6382977"/>
              <a:gd name="connsiteX3589" fmla="*/ 3558909 w 6501199"/>
              <a:gd name="connsiteY3589" fmla="*/ 1361231 h 6382977"/>
              <a:gd name="connsiteX3590" fmla="*/ 3542077 w 6501199"/>
              <a:gd name="connsiteY3590" fmla="*/ 1367170 h 6382977"/>
              <a:gd name="connsiteX3591" fmla="*/ 3574120 w 6501199"/>
              <a:gd name="connsiteY3591" fmla="*/ 1367170 h 6382977"/>
              <a:gd name="connsiteX3592" fmla="*/ 3558909 w 6501199"/>
              <a:gd name="connsiteY3592" fmla="*/ 1361231 h 6382977"/>
              <a:gd name="connsiteX3593" fmla="*/ 2183788 w 6501199"/>
              <a:gd name="connsiteY3593" fmla="*/ 1355111 h 6382977"/>
              <a:gd name="connsiteX3594" fmla="*/ 2175012 w 6501199"/>
              <a:gd name="connsiteY3594" fmla="*/ 1365010 h 6382977"/>
              <a:gd name="connsiteX3595" fmla="*/ 2197694 w 6501199"/>
              <a:gd name="connsiteY3595" fmla="*/ 1360331 h 6382977"/>
              <a:gd name="connsiteX3596" fmla="*/ 2183788 w 6501199"/>
              <a:gd name="connsiteY3596" fmla="*/ 1355111 h 6382977"/>
              <a:gd name="connsiteX3597" fmla="*/ 3836135 w 6501199"/>
              <a:gd name="connsiteY3597" fmla="*/ 1352428 h 6382977"/>
              <a:gd name="connsiteX3598" fmla="*/ 3842134 w 6501199"/>
              <a:gd name="connsiteY3598" fmla="*/ 1357923 h 6382977"/>
              <a:gd name="connsiteX3599" fmla="*/ 3828213 w 6501199"/>
              <a:gd name="connsiteY3599" fmla="*/ 1355725 h 6382977"/>
              <a:gd name="connsiteX3600" fmla="*/ 3836135 w 6501199"/>
              <a:gd name="connsiteY3600" fmla="*/ 1352428 h 6382977"/>
              <a:gd name="connsiteX3601" fmla="*/ 5769227 w 6501199"/>
              <a:gd name="connsiteY3601" fmla="*/ 1350962 h 6382977"/>
              <a:gd name="connsiteX3602" fmla="*/ 5780475 w 6501199"/>
              <a:gd name="connsiteY3602" fmla="*/ 1360120 h 6382977"/>
              <a:gd name="connsiteX3603" fmla="*/ 5773581 w 6501199"/>
              <a:gd name="connsiteY3603" fmla="*/ 1369645 h 6382977"/>
              <a:gd name="connsiteX3604" fmla="*/ 5769227 w 6501199"/>
              <a:gd name="connsiteY3604" fmla="*/ 1350962 h 6382977"/>
              <a:gd name="connsiteX3605" fmla="*/ 1519620 w 6501199"/>
              <a:gd name="connsiteY3605" fmla="*/ 1350962 h 6382977"/>
              <a:gd name="connsiteX3606" fmla="*/ 1489474 w 6501199"/>
              <a:gd name="connsiteY3606" fmla="*/ 1380761 h 6382977"/>
              <a:gd name="connsiteX3607" fmla="*/ 1519620 w 6501199"/>
              <a:gd name="connsiteY3607" fmla="*/ 1350962 h 6382977"/>
              <a:gd name="connsiteX3608" fmla="*/ 3675904 w 6501199"/>
              <a:gd name="connsiteY3608" fmla="*/ 1348334 h 6382977"/>
              <a:gd name="connsiteX3609" fmla="*/ 3662689 w 6501199"/>
              <a:gd name="connsiteY3609" fmla="*/ 1360331 h 6382977"/>
              <a:gd name="connsiteX3610" fmla="*/ 3676371 w 6501199"/>
              <a:gd name="connsiteY3610" fmla="*/ 1358171 h 6382977"/>
              <a:gd name="connsiteX3611" fmla="*/ 3675904 w 6501199"/>
              <a:gd name="connsiteY3611" fmla="*/ 1348334 h 6382977"/>
              <a:gd name="connsiteX3612" fmla="*/ 5441113 w 6501199"/>
              <a:gd name="connsiteY3612" fmla="*/ 1345707 h 6382977"/>
              <a:gd name="connsiteX3613" fmla="*/ 5456635 w 6501199"/>
              <a:gd name="connsiteY3613" fmla="*/ 1345707 h 6382977"/>
              <a:gd name="connsiteX3614" fmla="*/ 5445346 w 6501199"/>
              <a:gd name="connsiteY3614" fmla="*/ 1357093 h 6382977"/>
              <a:gd name="connsiteX3615" fmla="*/ 5441113 w 6501199"/>
              <a:gd name="connsiteY3615" fmla="*/ 1345707 h 6382977"/>
              <a:gd name="connsiteX3616" fmla="*/ 4060672 w 6501199"/>
              <a:gd name="connsiteY3616" fmla="*/ 1344612 h 6382977"/>
              <a:gd name="connsiteX3617" fmla="*/ 4042525 w 6501199"/>
              <a:gd name="connsiteY3617" fmla="*/ 1360353 h 6382977"/>
              <a:gd name="connsiteX3618" fmla="*/ 4060672 w 6501199"/>
              <a:gd name="connsiteY3618" fmla="*/ 1344612 h 6382977"/>
              <a:gd name="connsiteX3619" fmla="*/ 4096781 w 6501199"/>
              <a:gd name="connsiteY3619" fmla="*/ 1341276 h 6382977"/>
              <a:gd name="connsiteX3620" fmla="*/ 4104074 w 6501199"/>
              <a:gd name="connsiteY3620" fmla="*/ 1346075 h 6382977"/>
              <a:gd name="connsiteX3621" fmla="*/ 4072060 w 6501199"/>
              <a:gd name="connsiteY3621" fmla="*/ 1357530 h 6382977"/>
              <a:gd name="connsiteX3622" fmla="*/ 4069513 w 6501199"/>
              <a:gd name="connsiteY3622" fmla="*/ 1341779 h 6382977"/>
              <a:gd name="connsiteX3623" fmla="*/ 4096781 w 6501199"/>
              <a:gd name="connsiteY3623" fmla="*/ 1341276 h 6382977"/>
              <a:gd name="connsiteX3624" fmla="*/ 3406207 w 6501199"/>
              <a:gd name="connsiteY3624" fmla="*/ 1340218 h 6382977"/>
              <a:gd name="connsiteX3625" fmla="*/ 3398781 w 6501199"/>
              <a:gd name="connsiteY3625" fmla="*/ 1351332 h 6382977"/>
              <a:gd name="connsiteX3626" fmla="*/ 3417143 w 6501199"/>
              <a:gd name="connsiteY3626" fmla="*/ 1344493 h 6382977"/>
              <a:gd name="connsiteX3627" fmla="*/ 3406207 w 6501199"/>
              <a:gd name="connsiteY3627" fmla="*/ 1340218 h 6382977"/>
              <a:gd name="connsiteX3628" fmla="*/ 1969457 w 6501199"/>
              <a:gd name="connsiteY3628" fmla="*/ 1339850 h 6382977"/>
              <a:gd name="connsiteX3629" fmla="*/ 1973663 w 6501199"/>
              <a:gd name="connsiteY3629" fmla="*/ 1351573 h 6382977"/>
              <a:gd name="connsiteX3630" fmla="*/ 1949479 w 6501199"/>
              <a:gd name="connsiteY3630" fmla="*/ 1349375 h 6382977"/>
              <a:gd name="connsiteX3631" fmla="*/ 1969457 w 6501199"/>
              <a:gd name="connsiteY3631" fmla="*/ 1339850 h 6382977"/>
              <a:gd name="connsiteX3632" fmla="*/ 1876913 w 6501199"/>
              <a:gd name="connsiteY3632" fmla="*/ 1339850 h 6382977"/>
              <a:gd name="connsiteX3633" fmla="*/ 1843176 w 6501199"/>
              <a:gd name="connsiteY3633" fmla="*/ 1369653 h 6382977"/>
              <a:gd name="connsiteX3634" fmla="*/ 1876913 w 6501199"/>
              <a:gd name="connsiteY3634" fmla="*/ 1339850 h 6382977"/>
              <a:gd name="connsiteX3635" fmla="*/ 3889023 w 6501199"/>
              <a:gd name="connsiteY3635" fmla="*/ 1338228 h 6382977"/>
              <a:gd name="connsiteX3636" fmla="*/ 3894535 w 6501199"/>
              <a:gd name="connsiteY3636" fmla="*/ 1341163 h 6382977"/>
              <a:gd name="connsiteX3637" fmla="*/ 3885363 w 6501199"/>
              <a:gd name="connsiteY3637" fmla="*/ 1345433 h 6382977"/>
              <a:gd name="connsiteX3638" fmla="*/ 3889023 w 6501199"/>
              <a:gd name="connsiteY3638" fmla="*/ 1338228 h 6382977"/>
              <a:gd name="connsiteX3639" fmla="*/ 2382214 w 6501199"/>
              <a:gd name="connsiteY3639" fmla="*/ 1335764 h 6382977"/>
              <a:gd name="connsiteX3640" fmla="*/ 2364032 w 6501199"/>
              <a:gd name="connsiteY3640" fmla="*/ 1349172 h 6382977"/>
              <a:gd name="connsiteX3641" fmla="*/ 2400396 w 6501199"/>
              <a:gd name="connsiteY3641" fmla="*/ 1344493 h 6382977"/>
              <a:gd name="connsiteX3642" fmla="*/ 2382214 w 6501199"/>
              <a:gd name="connsiteY3642" fmla="*/ 1335764 h 6382977"/>
              <a:gd name="connsiteX3643" fmla="*/ 6478871 w 6501199"/>
              <a:gd name="connsiteY3643" fmla="*/ 1335087 h 6382977"/>
              <a:gd name="connsiteX3644" fmla="*/ 6485672 w 6501199"/>
              <a:gd name="connsiteY3644" fmla="*/ 1362706 h 6382977"/>
              <a:gd name="connsiteX3645" fmla="*/ 6478871 w 6501199"/>
              <a:gd name="connsiteY3645" fmla="*/ 1335087 h 6382977"/>
              <a:gd name="connsiteX3646" fmla="*/ 3995783 w 6501199"/>
              <a:gd name="connsiteY3646" fmla="*/ 1331912 h 6382977"/>
              <a:gd name="connsiteX3647" fmla="*/ 3997899 w 6501199"/>
              <a:gd name="connsiteY3647" fmla="*/ 1348010 h 6382977"/>
              <a:gd name="connsiteX3648" fmla="*/ 3989080 w 6501199"/>
              <a:gd name="connsiteY3648" fmla="*/ 1348010 h 6382977"/>
              <a:gd name="connsiteX3649" fmla="*/ 3995783 w 6501199"/>
              <a:gd name="connsiteY3649" fmla="*/ 1331912 h 6382977"/>
              <a:gd name="connsiteX3650" fmla="*/ 4904456 w 6501199"/>
              <a:gd name="connsiteY3650" fmla="*/ 1328737 h 6382977"/>
              <a:gd name="connsiteX3651" fmla="*/ 4909081 w 6501199"/>
              <a:gd name="connsiteY3651" fmla="*/ 1351597 h 6382977"/>
              <a:gd name="connsiteX3652" fmla="*/ 4895560 w 6501199"/>
              <a:gd name="connsiteY3652" fmla="*/ 1353774 h 6382977"/>
              <a:gd name="connsiteX3653" fmla="*/ 4904456 w 6501199"/>
              <a:gd name="connsiteY3653" fmla="*/ 1328737 h 6382977"/>
              <a:gd name="connsiteX3654" fmla="*/ 3742438 w 6501199"/>
              <a:gd name="connsiteY3654" fmla="*/ 1324471 h 6382977"/>
              <a:gd name="connsiteX3655" fmla="*/ 3733257 w 6501199"/>
              <a:gd name="connsiteY3655" fmla="*/ 1328655 h 6382977"/>
              <a:gd name="connsiteX3656" fmla="*/ 3751619 w 6501199"/>
              <a:gd name="connsiteY3656" fmla="*/ 1328655 h 6382977"/>
              <a:gd name="connsiteX3657" fmla="*/ 3742438 w 6501199"/>
              <a:gd name="connsiteY3657" fmla="*/ 1324471 h 6382977"/>
              <a:gd name="connsiteX3658" fmla="*/ 2473123 w 6501199"/>
              <a:gd name="connsiteY3658" fmla="*/ 1323976 h 6382977"/>
              <a:gd name="connsiteX3659" fmla="*/ 2434599 w 6501199"/>
              <a:gd name="connsiteY3659" fmla="*/ 1339814 h 6382977"/>
              <a:gd name="connsiteX3660" fmla="*/ 2470963 w 6501199"/>
              <a:gd name="connsiteY3660" fmla="*/ 1335494 h 6382977"/>
              <a:gd name="connsiteX3661" fmla="*/ 2473123 w 6501199"/>
              <a:gd name="connsiteY3661" fmla="*/ 1323976 h 6382977"/>
              <a:gd name="connsiteX3662" fmla="*/ 2059080 w 6501199"/>
              <a:gd name="connsiteY3662" fmla="*/ 1323976 h 6382977"/>
              <a:gd name="connsiteX3663" fmla="*/ 2038558 w 6501199"/>
              <a:gd name="connsiteY3663" fmla="*/ 1332975 h 6382977"/>
              <a:gd name="connsiteX3664" fmla="*/ 2059080 w 6501199"/>
              <a:gd name="connsiteY3664" fmla="*/ 1323976 h 6382977"/>
              <a:gd name="connsiteX3665" fmla="*/ 3653688 w 6501199"/>
              <a:gd name="connsiteY3665" fmla="*/ 1321816 h 6382977"/>
              <a:gd name="connsiteX3666" fmla="*/ 3653688 w 6501199"/>
              <a:gd name="connsiteY3666" fmla="*/ 1337654 h 6382977"/>
              <a:gd name="connsiteX3667" fmla="*/ 3671690 w 6501199"/>
              <a:gd name="connsiteY3667" fmla="*/ 1323976 h 6382977"/>
              <a:gd name="connsiteX3668" fmla="*/ 3653688 w 6501199"/>
              <a:gd name="connsiteY3668" fmla="*/ 1321816 h 6382977"/>
              <a:gd name="connsiteX3669" fmla="*/ 4038997 w 6501199"/>
              <a:gd name="connsiteY3669" fmla="*/ 1317157 h 6382977"/>
              <a:gd name="connsiteX3670" fmla="*/ 4010070 w 6501199"/>
              <a:gd name="connsiteY3670" fmla="*/ 1349017 h 6382977"/>
              <a:gd name="connsiteX3671" fmla="*/ 4001250 w 6501199"/>
              <a:gd name="connsiteY3671" fmla="*/ 1332908 h 6382977"/>
              <a:gd name="connsiteX3672" fmla="*/ 4023475 w 6501199"/>
              <a:gd name="connsiteY3672" fmla="*/ 1326465 h 6382977"/>
              <a:gd name="connsiteX3673" fmla="*/ 4038997 w 6501199"/>
              <a:gd name="connsiteY3673" fmla="*/ 1317157 h 6382977"/>
              <a:gd name="connsiteX3674" fmla="*/ 2885277 w 6501199"/>
              <a:gd name="connsiteY3674" fmla="*/ 1316687 h 6382977"/>
              <a:gd name="connsiteX3675" fmla="*/ 2873486 w 6501199"/>
              <a:gd name="connsiteY3675" fmla="*/ 1323976 h 6382977"/>
              <a:gd name="connsiteX3676" fmla="*/ 2898689 w 6501199"/>
              <a:gd name="connsiteY3676" fmla="*/ 1319657 h 6382977"/>
              <a:gd name="connsiteX3677" fmla="*/ 2885277 w 6501199"/>
              <a:gd name="connsiteY3677" fmla="*/ 1316687 h 6382977"/>
              <a:gd name="connsiteX3678" fmla="*/ 6328124 w 6501199"/>
              <a:gd name="connsiteY3678" fmla="*/ 1312862 h 6382977"/>
              <a:gd name="connsiteX3679" fmla="*/ 6353562 w 6501199"/>
              <a:gd name="connsiteY3679" fmla="*/ 1387118 h 6382977"/>
              <a:gd name="connsiteX3680" fmla="*/ 6328124 w 6501199"/>
              <a:gd name="connsiteY3680" fmla="*/ 1312862 h 6382977"/>
              <a:gd name="connsiteX3681" fmla="*/ 5528289 w 6501199"/>
              <a:gd name="connsiteY3681" fmla="*/ 1312862 h 6382977"/>
              <a:gd name="connsiteX3682" fmla="*/ 5543944 w 6501199"/>
              <a:gd name="connsiteY3682" fmla="*/ 1321681 h 6382977"/>
              <a:gd name="connsiteX3683" fmla="*/ 5528289 w 6501199"/>
              <a:gd name="connsiteY3683" fmla="*/ 1323798 h 6382977"/>
              <a:gd name="connsiteX3684" fmla="*/ 5526154 w 6501199"/>
              <a:gd name="connsiteY3684" fmla="*/ 1326267 h 6382977"/>
              <a:gd name="connsiteX3685" fmla="*/ 5528289 w 6501199"/>
              <a:gd name="connsiteY3685" fmla="*/ 1312862 h 6382977"/>
              <a:gd name="connsiteX3686" fmla="*/ 4052447 w 6501199"/>
              <a:gd name="connsiteY3686" fmla="*/ 1312862 h 6382977"/>
              <a:gd name="connsiteX3687" fmla="*/ 4052447 w 6501199"/>
              <a:gd name="connsiteY3687" fmla="*/ 1333138 h 6382977"/>
              <a:gd name="connsiteX3688" fmla="*/ 4049669 w 6501199"/>
              <a:gd name="connsiteY3688" fmla="*/ 1321914 h 6382977"/>
              <a:gd name="connsiteX3689" fmla="*/ 4052447 w 6501199"/>
              <a:gd name="connsiteY3689" fmla="*/ 1312862 h 6382977"/>
              <a:gd name="connsiteX3690" fmla="*/ 2973576 w 6501199"/>
              <a:gd name="connsiteY3690" fmla="*/ 1312818 h 6382977"/>
              <a:gd name="connsiteX3691" fmla="*/ 2907689 w 6501199"/>
              <a:gd name="connsiteY3691" fmla="*/ 1323976 h 6382977"/>
              <a:gd name="connsiteX3692" fmla="*/ 2966736 w 6501199"/>
              <a:gd name="connsiteY3692" fmla="*/ 1328655 h 6382977"/>
              <a:gd name="connsiteX3693" fmla="*/ 2973576 w 6501199"/>
              <a:gd name="connsiteY3693" fmla="*/ 1312818 h 6382977"/>
              <a:gd name="connsiteX3694" fmla="*/ 3570212 w 6501199"/>
              <a:gd name="connsiteY3694" fmla="*/ 1312766 h 6382977"/>
              <a:gd name="connsiteX3695" fmla="*/ 3574876 w 6501199"/>
              <a:gd name="connsiteY3695" fmla="*/ 1321738 h 6382977"/>
              <a:gd name="connsiteX3696" fmla="*/ 3536124 w 6501199"/>
              <a:gd name="connsiteY3696" fmla="*/ 1335377 h 6382977"/>
              <a:gd name="connsiteX3697" fmla="*/ 3542941 w 6501199"/>
              <a:gd name="connsiteY3697" fmla="*/ 1339684 h 6382977"/>
              <a:gd name="connsiteX3698" fmla="*/ 3534509 w 6501199"/>
              <a:gd name="connsiteY3698" fmla="*/ 1341524 h 6382977"/>
              <a:gd name="connsiteX3699" fmla="*/ 3531989 w 6501199"/>
              <a:gd name="connsiteY3699" fmla="*/ 1338364 h 6382977"/>
              <a:gd name="connsiteX3700" fmla="*/ 3529599 w 6501199"/>
              <a:gd name="connsiteY3700" fmla="*/ 1334780 h 6382977"/>
              <a:gd name="connsiteX3701" fmla="*/ 3529306 w 6501199"/>
              <a:gd name="connsiteY3701" fmla="*/ 1326404 h 6382977"/>
              <a:gd name="connsiteX3702" fmla="*/ 3538635 w 6501199"/>
              <a:gd name="connsiteY3702" fmla="*/ 1314919 h 6382977"/>
              <a:gd name="connsiteX3703" fmla="*/ 3570212 w 6501199"/>
              <a:gd name="connsiteY3703" fmla="*/ 1312766 h 6382977"/>
              <a:gd name="connsiteX3704" fmla="*/ 3599535 w 6501199"/>
              <a:gd name="connsiteY3704" fmla="*/ 1311648 h 6382977"/>
              <a:gd name="connsiteX3705" fmla="*/ 3604039 w 6501199"/>
              <a:gd name="connsiteY3705" fmla="*/ 1323601 h 6382977"/>
              <a:gd name="connsiteX3706" fmla="*/ 3593263 w 6501199"/>
              <a:gd name="connsiteY3706" fmla="*/ 1312022 h 6382977"/>
              <a:gd name="connsiteX3707" fmla="*/ 3599535 w 6501199"/>
              <a:gd name="connsiteY3707" fmla="*/ 1311648 h 6382977"/>
              <a:gd name="connsiteX3708" fmla="*/ 3524646 w 6501199"/>
              <a:gd name="connsiteY3708" fmla="*/ 1310216 h 6382977"/>
              <a:gd name="connsiteX3709" fmla="*/ 3522521 w 6501199"/>
              <a:gd name="connsiteY3709" fmla="*/ 1323622 h 6382977"/>
              <a:gd name="connsiteX3710" fmla="*/ 3509060 w 6501199"/>
              <a:gd name="connsiteY3710" fmla="*/ 1316919 h 6382977"/>
              <a:gd name="connsiteX3711" fmla="*/ 3524646 w 6501199"/>
              <a:gd name="connsiteY3711" fmla="*/ 1310216 h 6382977"/>
              <a:gd name="connsiteX3712" fmla="*/ 3384306 w 6501199"/>
              <a:gd name="connsiteY3712" fmla="*/ 1309194 h 6382977"/>
              <a:gd name="connsiteX3713" fmla="*/ 3400296 w 6501199"/>
              <a:gd name="connsiteY3713" fmla="*/ 1311685 h 6382977"/>
              <a:gd name="connsiteX3714" fmla="*/ 3389030 w 6501199"/>
              <a:gd name="connsiteY3714" fmla="*/ 1325206 h 6382977"/>
              <a:gd name="connsiteX3715" fmla="*/ 3384306 w 6501199"/>
              <a:gd name="connsiteY3715" fmla="*/ 1309194 h 6382977"/>
              <a:gd name="connsiteX3716" fmla="*/ 5597813 w 6501199"/>
              <a:gd name="connsiteY3716" fmla="*/ 1303337 h 6382977"/>
              <a:gd name="connsiteX3717" fmla="*/ 5619835 w 6501199"/>
              <a:gd name="connsiteY3717" fmla="*/ 1317542 h 6382977"/>
              <a:gd name="connsiteX3718" fmla="*/ 5620308 w 6501199"/>
              <a:gd name="connsiteY3718" fmla="*/ 1318248 h 6382977"/>
              <a:gd name="connsiteX3719" fmla="*/ 5629667 w 6501199"/>
              <a:gd name="connsiteY3719" fmla="*/ 1316447 h 6382977"/>
              <a:gd name="connsiteX3720" fmla="*/ 5624723 w 6501199"/>
              <a:gd name="connsiteY3720" fmla="*/ 1323208 h 6382977"/>
              <a:gd name="connsiteX3721" fmla="*/ 5623748 w 6501199"/>
              <a:gd name="connsiteY3721" fmla="*/ 1323379 h 6382977"/>
              <a:gd name="connsiteX3722" fmla="*/ 5625748 w 6501199"/>
              <a:gd name="connsiteY3722" fmla="*/ 1326363 h 6382977"/>
              <a:gd name="connsiteX3723" fmla="*/ 5622825 w 6501199"/>
              <a:gd name="connsiteY3723" fmla="*/ 1333108 h 6382977"/>
              <a:gd name="connsiteX3724" fmla="*/ 5604700 w 6501199"/>
              <a:gd name="connsiteY3724" fmla="*/ 1358522 h 6382977"/>
              <a:gd name="connsiteX3725" fmla="*/ 5609050 w 6501199"/>
              <a:gd name="connsiteY3725" fmla="*/ 1377038 h 6382977"/>
              <a:gd name="connsiteX3726" fmla="*/ 5599988 w 6501199"/>
              <a:gd name="connsiteY3726" fmla="*/ 1383937 h 6382977"/>
              <a:gd name="connsiteX3727" fmla="*/ 5594686 w 6501199"/>
              <a:gd name="connsiteY3727" fmla="*/ 1343501 h 6382977"/>
              <a:gd name="connsiteX3728" fmla="*/ 5596249 w 6501199"/>
              <a:gd name="connsiteY3728" fmla="*/ 1323423 h 6382977"/>
              <a:gd name="connsiteX3729" fmla="*/ 5593513 w 6501199"/>
              <a:gd name="connsiteY3729" fmla="*/ 1323208 h 6382977"/>
              <a:gd name="connsiteX3730" fmla="*/ 5596468 w 6501199"/>
              <a:gd name="connsiteY3730" fmla="*/ 1320609 h 6382977"/>
              <a:gd name="connsiteX3731" fmla="*/ 2193374 w 6501199"/>
              <a:gd name="connsiteY3731" fmla="*/ 1301299 h 6382977"/>
              <a:gd name="connsiteX3732" fmla="*/ 2170692 w 6501199"/>
              <a:gd name="connsiteY3732" fmla="*/ 1317137 h 6382977"/>
              <a:gd name="connsiteX3733" fmla="*/ 2193374 w 6501199"/>
              <a:gd name="connsiteY3733" fmla="*/ 1301299 h 6382977"/>
              <a:gd name="connsiteX3734" fmla="*/ 3951061 w 6501199"/>
              <a:gd name="connsiteY3734" fmla="*/ 1298079 h 6382977"/>
              <a:gd name="connsiteX3735" fmla="*/ 3953259 w 6501199"/>
              <a:gd name="connsiteY3735" fmla="*/ 1302444 h 6382977"/>
              <a:gd name="connsiteX3736" fmla="*/ 3951061 w 6501199"/>
              <a:gd name="connsiteY3736" fmla="*/ 1298159 h 6382977"/>
              <a:gd name="connsiteX3737" fmla="*/ 5271325 w 6501199"/>
              <a:gd name="connsiteY3737" fmla="*/ 1297964 h 6382977"/>
              <a:gd name="connsiteX3738" fmla="*/ 5289928 w 6501199"/>
              <a:gd name="connsiteY3738" fmla="*/ 1309321 h 6382977"/>
              <a:gd name="connsiteX3739" fmla="*/ 5282859 w 6501199"/>
              <a:gd name="connsiteY3739" fmla="*/ 1318845 h 6382977"/>
              <a:gd name="connsiteX3740" fmla="*/ 5271325 w 6501199"/>
              <a:gd name="connsiteY3740" fmla="*/ 1297964 h 6382977"/>
              <a:gd name="connsiteX3741" fmla="*/ 2234418 w 6501199"/>
              <a:gd name="connsiteY3741" fmla="*/ 1296620 h 6382977"/>
              <a:gd name="connsiteX3742" fmla="*/ 2204535 w 6501199"/>
              <a:gd name="connsiteY3742" fmla="*/ 1310298 h 6382977"/>
              <a:gd name="connsiteX3743" fmla="*/ 2234418 w 6501199"/>
              <a:gd name="connsiteY3743" fmla="*/ 1296620 h 6382977"/>
              <a:gd name="connsiteX3744" fmla="*/ 3949075 w 6501199"/>
              <a:gd name="connsiteY3744" fmla="*/ 1294287 h 6382977"/>
              <a:gd name="connsiteX3745" fmla="*/ 3951061 w 6501199"/>
              <a:gd name="connsiteY3745" fmla="*/ 1298159 h 6382977"/>
              <a:gd name="connsiteX3746" fmla="*/ 3951061 w 6501199"/>
              <a:gd name="connsiteY3746" fmla="*/ 1302444 h 6382977"/>
              <a:gd name="connsiteX3747" fmla="*/ 3939338 w 6501199"/>
              <a:gd name="connsiteY3747" fmla="*/ 1314086 h 6382977"/>
              <a:gd name="connsiteX3748" fmla="*/ 3949075 w 6501199"/>
              <a:gd name="connsiteY3748" fmla="*/ 1294287 h 6382977"/>
              <a:gd name="connsiteX3749" fmla="*/ 3094732 w 6501199"/>
              <a:gd name="connsiteY3749" fmla="*/ 1292393 h 6382977"/>
              <a:gd name="connsiteX3750" fmla="*/ 3111894 w 6501199"/>
              <a:gd name="connsiteY3750" fmla="*/ 1298848 h 6382977"/>
              <a:gd name="connsiteX3751" fmla="*/ 3091613 w 6501199"/>
              <a:gd name="connsiteY3751" fmla="*/ 1303118 h 6382977"/>
              <a:gd name="connsiteX3752" fmla="*/ 3091613 w 6501199"/>
              <a:gd name="connsiteY3752" fmla="*/ 1294222 h 6382977"/>
              <a:gd name="connsiteX3753" fmla="*/ 3094732 w 6501199"/>
              <a:gd name="connsiteY3753" fmla="*/ 1292393 h 6382977"/>
              <a:gd name="connsiteX3754" fmla="*/ 3906000 w 6501199"/>
              <a:gd name="connsiteY3754" fmla="*/ 1292225 h 6382977"/>
              <a:gd name="connsiteX3755" fmla="*/ 3913541 w 6501199"/>
              <a:gd name="connsiteY3755" fmla="*/ 1306363 h 6382977"/>
              <a:gd name="connsiteX3756" fmla="*/ 3908779 w 6501199"/>
              <a:gd name="connsiteY3756" fmla="*/ 1315665 h 6382977"/>
              <a:gd name="connsiteX3757" fmla="*/ 3906000 w 6501199"/>
              <a:gd name="connsiteY3757" fmla="*/ 1292225 h 6382977"/>
              <a:gd name="connsiteX3758" fmla="*/ 3900841 w 6501199"/>
              <a:gd name="connsiteY3758" fmla="*/ 1292225 h 6382977"/>
              <a:gd name="connsiteX3759" fmla="*/ 3905603 w 6501199"/>
              <a:gd name="connsiteY3759" fmla="*/ 1303284 h 6382977"/>
              <a:gd name="connsiteX3760" fmla="*/ 3900841 w 6501199"/>
              <a:gd name="connsiteY3760" fmla="*/ 1323618 h 6382977"/>
              <a:gd name="connsiteX3761" fmla="*/ 3903222 w 6501199"/>
              <a:gd name="connsiteY3761" fmla="*/ 1307921 h 6382977"/>
              <a:gd name="connsiteX3762" fmla="*/ 3898063 w 6501199"/>
              <a:gd name="connsiteY3762" fmla="*/ 1296506 h 6382977"/>
              <a:gd name="connsiteX3763" fmla="*/ 3900841 w 6501199"/>
              <a:gd name="connsiteY3763" fmla="*/ 1292225 h 6382977"/>
              <a:gd name="connsiteX3764" fmla="*/ 5465887 w 6501199"/>
              <a:gd name="connsiteY3764" fmla="*/ 1290780 h 6382977"/>
              <a:gd name="connsiteX3765" fmla="*/ 5463610 w 6501199"/>
              <a:gd name="connsiteY3765" fmla="*/ 1290828 h 6382977"/>
              <a:gd name="connsiteX3766" fmla="*/ 5466213 w 6501199"/>
              <a:gd name="connsiteY3766" fmla="*/ 1291867 h 6382977"/>
              <a:gd name="connsiteX3767" fmla="*/ 4841094 w 6501199"/>
              <a:gd name="connsiteY3767" fmla="*/ 1280782 h 6382977"/>
              <a:gd name="connsiteX3768" fmla="*/ 4832093 w 6501199"/>
              <a:gd name="connsiteY3768" fmla="*/ 1299139 h 6382977"/>
              <a:gd name="connsiteX3769" fmla="*/ 4841094 w 6501199"/>
              <a:gd name="connsiteY3769" fmla="*/ 1280782 h 6382977"/>
              <a:gd name="connsiteX3770" fmla="*/ 5445693 w 6501199"/>
              <a:gd name="connsiteY3770" fmla="*/ 1280347 h 6382977"/>
              <a:gd name="connsiteX3771" fmla="*/ 5445457 w 6501199"/>
              <a:gd name="connsiteY3771" fmla="*/ 1281013 h 6382977"/>
              <a:gd name="connsiteX3772" fmla="*/ 5445962 w 6501199"/>
              <a:gd name="connsiteY3772" fmla="*/ 1281046 h 6382977"/>
              <a:gd name="connsiteX3773" fmla="*/ 5345612 w 6501199"/>
              <a:gd name="connsiteY3773" fmla="*/ 1280347 h 6382977"/>
              <a:gd name="connsiteX3774" fmla="*/ 5343452 w 6501199"/>
              <a:gd name="connsiteY3774" fmla="*/ 1298708 h 6382977"/>
              <a:gd name="connsiteX3775" fmla="*/ 5345612 w 6501199"/>
              <a:gd name="connsiteY3775" fmla="*/ 1280347 h 6382977"/>
              <a:gd name="connsiteX3776" fmla="*/ 6021337 w 6501199"/>
              <a:gd name="connsiteY3776" fmla="*/ 1276026 h 6382977"/>
              <a:gd name="connsiteX3777" fmla="*/ 6000817 w 6501199"/>
              <a:gd name="connsiteY3777" fmla="*/ 1289707 h 6382977"/>
              <a:gd name="connsiteX3778" fmla="*/ 5998657 w 6501199"/>
              <a:gd name="connsiteY3778" fmla="*/ 1314549 h 6382977"/>
              <a:gd name="connsiteX3779" fmla="*/ 6021337 w 6501199"/>
              <a:gd name="connsiteY3779" fmla="*/ 1276026 h 6382977"/>
              <a:gd name="connsiteX3780" fmla="*/ 2440845 w 6501199"/>
              <a:gd name="connsiteY3780" fmla="*/ 1273175 h 6382977"/>
              <a:gd name="connsiteX3781" fmla="*/ 2445142 w 6501199"/>
              <a:gd name="connsiteY3781" fmla="*/ 1280135 h 6382977"/>
              <a:gd name="connsiteX3782" fmla="*/ 2397875 w 6501199"/>
              <a:gd name="connsiteY3782" fmla="*/ 1291858 h 6382977"/>
              <a:gd name="connsiteX3783" fmla="*/ 2440845 w 6501199"/>
              <a:gd name="connsiteY3783" fmla="*/ 1273175 h 6382977"/>
              <a:gd name="connsiteX3784" fmla="*/ 1829589 w 6501199"/>
              <a:gd name="connsiteY3784" fmla="*/ 1271587 h 6382977"/>
              <a:gd name="connsiteX3785" fmla="*/ 1833950 w 6501199"/>
              <a:gd name="connsiteY3785" fmla="*/ 1280349 h 6382977"/>
              <a:gd name="connsiteX3786" fmla="*/ 1804150 w 6501199"/>
              <a:gd name="connsiteY3786" fmla="*/ 1282803 h 6382977"/>
              <a:gd name="connsiteX3787" fmla="*/ 3918198 w 6501199"/>
              <a:gd name="connsiteY3787" fmla="*/ 1270576 h 6382977"/>
              <a:gd name="connsiteX3788" fmla="*/ 3933673 w 6501199"/>
              <a:gd name="connsiteY3788" fmla="*/ 1284064 h 6382977"/>
              <a:gd name="connsiteX3789" fmla="*/ 3945324 w 6501199"/>
              <a:gd name="connsiteY3789" fmla="*/ 1284064 h 6382977"/>
              <a:gd name="connsiteX3790" fmla="*/ 3915467 w 6501199"/>
              <a:gd name="connsiteY3790" fmla="*/ 1304565 h 6382977"/>
              <a:gd name="connsiteX3791" fmla="*/ 3935857 w 6501199"/>
              <a:gd name="connsiteY3791" fmla="*/ 1295214 h 6382977"/>
              <a:gd name="connsiteX3792" fmla="*/ 3924570 w 6501199"/>
              <a:gd name="connsiteY3792" fmla="*/ 1275072 h 6382977"/>
              <a:gd name="connsiteX3793" fmla="*/ 3906000 w 6501199"/>
              <a:gd name="connsiteY3793" fmla="*/ 1286222 h 6382977"/>
              <a:gd name="connsiteX3794" fmla="*/ 3918198 w 6501199"/>
              <a:gd name="connsiteY3794" fmla="*/ 1270576 h 6382977"/>
              <a:gd name="connsiteX3795" fmla="*/ 4370164 w 6501199"/>
              <a:gd name="connsiteY3795" fmla="*/ 1267104 h 6382977"/>
              <a:gd name="connsiteX3796" fmla="*/ 4365844 w 6501199"/>
              <a:gd name="connsiteY3796" fmla="*/ 1285461 h 6382977"/>
              <a:gd name="connsiteX3797" fmla="*/ 4377005 w 6501199"/>
              <a:gd name="connsiteY3797" fmla="*/ 1276463 h 6382977"/>
              <a:gd name="connsiteX3798" fmla="*/ 4370164 w 6501199"/>
              <a:gd name="connsiteY3798" fmla="*/ 1267104 h 6382977"/>
              <a:gd name="connsiteX3799" fmla="*/ 4917104 w 6501199"/>
              <a:gd name="connsiteY3799" fmla="*/ 1266825 h 6382977"/>
              <a:gd name="connsiteX3800" fmla="*/ 4921755 w 6501199"/>
              <a:gd name="connsiteY3800" fmla="*/ 1285508 h 6382977"/>
              <a:gd name="connsiteX3801" fmla="*/ 4901363 w 6501199"/>
              <a:gd name="connsiteY3801" fmla="*/ 1283310 h 6382977"/>
              <a:gd name="connsiteX3802" fmla="*/ 4917104 w 6501199"/>
              <a:gd name="connsiteY3802" fmla="*/ 1266825 h 6382977"/>
              <a:gd name="connsiteX3803" fmla="*/ 4888133 w 6501199"/>
              <a:gd name="connsiteY3803" fmla="*/ 1266825 h 6382977"/>
              <a:gd name="connsiteX3804" fmla="*/ 4876844 w 6501199"/>
              <a:gd name="connsiteY3804" fmla="*/ 1302979 h 6382977"/>
              <a:gd name="connsiteX3805" fmla="*/ 4888133 w 6501199"/>
              <a:gd name="connsiteY3805" fmla="*/ 1266825 h 6382977"/>
              <a:gd name="connsiteX3806" fmla="*/ 2474446 w 6501199"/>
              <a:gd name="connsiteY3806" fmla="*/ 1266825 h 6382977"/>
              <a:gd name="connsiteX3807" fmla="*/ 2476900 w 6501199"/>
              <a:gd name="connsiteY3807" fmla="*/ 1276350 h 6382977"/>
              <a:gd name="connsiteX3808" fmla="*/ 2450263 w 6501199"/>
              <a:gd name="connsiteY3808" fmla="*/ 1280746 h 6382977"/>
              <a:gd name="connsiteX3809" fmla="*/ 2474446 w 6501199"/>
              <a:gd name="connsiteY3809" fmla="*/ 1266825 h 6382977"/>
              <a:gd name="connsiteX3810" fmla="*/ 2446729 w 6501199"/>
              <a:gd name="connsiteY3810" fmla="*/ 1262062 h 6382977"/>
              <a:gd name="connsiteX3811" fmla="*/ 2374063 w 6501199"/>
              <a:gd name="connsiteY3811" fmla="*/ 1293455 h 6382977"/>
              <a:gd name="connsiteX3812" fmla="*/ 2446729 w 6501199"/>
              <a:gd name="connsiteY3812" fmla="*/ 1262062 h 6382977"/>
              <a:gd name="connsiteX3813" fmla="*/ 3939923 w 6501199"/>
              <a:gd name="connsiteY3813" fmla="*/ 1257862 h 6382977"/>
              <a:gd name="connsiteX3814" fmla="*/ 3955854 w 6501199"/>
              <a:gd name="connsiteY3814" fmla="*/ 1266957 h 6382977"/>
              <a:gd name="connsiteX3815" fmla="*/ 3946802 w 6501199"/>
              <a:gd name="connsiteY3815" fmla="*/ 1280782 h 6382977"/>
              <a:gd name="connsiteX3816" fmla="*/ 3939923 w 6501199"/>
              <a:gd name="connsiteY3816" fmla="*/ 1257862 h 6382977"/>
              <a:gd name="connsiteX3817" fmla="*/ 2571476 w 6501199"/>
              <a:gd name="connsiteY3817" fmla="*/ 1257847 h 6382977"/>
              <a:gd name="connsiteX3818" fmla="*/ 2589601 w 6501199"/>
              <a:gd name="connsiteY3818" fmla="*/ 1259982 h 6382977"/>
              <a:gd name="connsiteX3819" fmla="*/ 2555525 w 6501199"/>
              <a:gd name="connsiteY3819" fmla="*/ 1275994 h 6382977"/>
              <a:gd name="connsiteX3820" fmla="*/ 2571476 w 6501199"/>
              <a:gd name="connsiteY3820" fmla="*/ 1257847 h 6382977"/>
              <a:gd name="connsiteX3821" fmla="*/ 3969897 w 6501199"/>
              <a:gd name="connsiteY3821" fmla="*/ 1257300 h 6382977"/>
              <a:gd name="connsiteX3822" fmla="*/ 3964738 w 6501199"/>
              <a:gd name="connsiteY3822" fmla="*/ 1265718 h 6382977"/>
              <a:gd name="connsiteX3823" fmla="*/ 3969897 w 6501199"/>
              <a:gd name="connsiteY3823" fmla="*/ 1257300 h 6382977"/>
              <a:gd name="connsiteX3824" fmla="*/ 3960372 w 6501199"/>
              <a:gd name="connsiteY3824" fmla="*/ 1255712 h 6382977"/>
              <a:gd name="connsiteX3825" fmla="*/ 3957594 w 6501199"/>
              <a:gd name="connsiteY3825" fmla="*/ 1269633 h 6382977"/>
              <a:gd name="connsiteX3826" fmla="*/ 3960372 w 6501199"/>
              <a:gd name="connsiteY3826" fmla="*/ 1255712 h 6382977"/>
              <a:gd name="connsiteX3827" fmla="*/ 2099408 w 6501199"/>
              <a:gd name="connsiteY3827" fmla="*/ 1252026 h 6382977"/>
              <a:gd name="connsiteX3828" fmla="*/ 2119701 w 6501199"/>
              <a:gd name="connsiteY3828" fmla="*/ 1256631 h 6382977"/>
              <a:gd name="connsiteX3829" fmla="*/ 2053388 w 6501199"/>
              <a:gd name="connsiteY3829" fmla="*/ 1283552 h 6382977"/>
              <a:gd name="connsiteX3830" fmla="*/ 2074043 w 6501199"/>
              <a:gd name="connsiteY3830" fmla="*/ 1265486 h 6382977"/>
              <a:gd name="connsiteX3831" fmla="*/ 2099408 w 6501199"/>
              <a:gd name="connsiteY3831" fmla="*/ 1252026 h 6382977"/>
              <a:gd name="connsiteX3832" fmla="*/ 4411209 w 6501199"/>
              <a:gd name="connsiteY3832" fmla="*/ 1249107 h 6382977"/>
              <a:gd name="connsiteX3833" fmla="*/ 4404368 w 6501199"/>
              <a:gd name="connsiteY3833" fmla="*/ 1258105 h 6382977"/>
              <a:gd name="connsiteX3834" fmla="*/ 4411209 w 6501199"/>
              <a:gd name="connsiteY3834" fmla="*/ 1249107 h 6382977"/>
              <a:gd name="connsiteX3835" fmla="*/ 5515372 w 6501199"/>
              <a:gd name="connsiteY3835" fmla="*/ 1247775 h 6382977"/>
              <a:gd name="connsiteX3836" fmla="*/ 5477625 w 6501199"/>
              <a:gd name="connsiteY3836" fmla="*/ 1322030 h 6382977"/>
              <a:gd name="connsiteX3837" fmla="*/ 5515372 w 6501199"/>
              <a:gd name="connsiteY3837" fmla="*/ 1247775 h 6382977"/>
              <a:gd name="connsiteX3838" fmla="*/ 3982536 w 6501199"/>
              <a:gd name="connsiteY3838" fmla="*/ 1247568 h 6382977"/>
              <a:gd name="connsiteX3839" fmla="*/ 3989333 w 6501199"/>
              <a:gd name="connsiteY3839" fmla="*/ 1249671 h 6382977"/>
              <a:gd name="connsiteX3840" fmla="*/ 3989333 w 6501199"/>
              <a:gd name="connsiteY3840" fmla="*/ 1260887 h 6382977"/>
              <a:gd name="connsiteX3841" fmla="*/ 3984683 w 6501199"/>
              <a:gd name="connsiteY3841" fmla="*/ 1258433 h 6382977"/>
              <a:gd name="connsiteX3842" fmla="*/ 3984683 w 6501199"/>
              <a:gd name="connsiteY3842" fmla="*/ 1254228 h 6382977"/>
              <a:gd name="connsiteX3843" fmla="*/ 3982536 w 6501199"/>
              <a:gd name="connsiteY3843" fmla="*/ 1247568 h 6382977"/>
              <a:gd name="connsiteX3844" fmla="*/ 3996125 w 6501199"/>
              <a:gd name="connsiteY3844" fmla="*/ 1242339 h 6382977"/>
              <a:gd name="connsiteX3845" fmla="*/ 4004839 w 6501199"/>
              <a:gd name="connsiteY3845" fmla="*/ 1244323 h 6382977"/>
              <a:gd name="connsiteX3846" fmla="*/ 4007255 w 6501199"/>
              <a:gd name="connsiteY3846" fmla="*/ 1255367 h 6382977"/>
              <a:gd name="connsiteX3847" fmla="*/ 3994141 w 6501199"/>
              <a:gd name="connsiteY3847" fmla="*/ 1255367 h 6382977"/>
              <a:gd name="connsiteX3848" fmla="*/ 3996125 w 6501199"/>
              <a:gd name="connsiteY3848" fmla="*/ 1242339 h 6382977"/>
              <a:gd name="connsiteX3849" fmla="*/ 2173680 w 6501199"/>
              <a:gd name="connsiteY3849" fmla="*/ 1239837 h 6382977"/>
              <a:gd name="connsiteX3850" fmla="*/ 2137525 w 6501199"/>
              <a:gd name="connsiteY3850" fmla="*/ 1253758 h 6382977"/>
              <a:gd name="connsiteX3851" fmla="*/ 2173680 w 6501199"/>
              <a:gd name="connsiteY3851" fmla="*/ 1239837 h 6382977"/>
              <a:gd name="connsiteX3852" fmla="*/ 5360108 w 6501199"/>
              <a:gd name="connsiteY3852" fmla="*/ 1238696 h 6382977"/>
              <a:gd name="connsiteX3853" fmla="*/ 5350292 w 6501199"/>
              <a:gd name="connsiteY3853" fmla="*/ 1243984 h 6382977"/>
              <a:gd name="connsiteX3854" fmla="*/ 5336612 w 6501199"/>
              <a:gd name="connsiteY3854" fmla="*/ 1250825 h 6382977"/>
              <a:gd name="connsiteX3855" fmla="*/ 5338772 w 6501199"/>
              <a:gd name="connsiteY3855" fmla="*/ 1257665 h 6382977"/>
              <a:gd name="connsiteX3856" fmla="*/ 5332112 w 6501199"/>
              <a:gd name="connsiteY3856" fmla="*/ 1254245 h 6382977"/>
              <a:gd name="connsiteX3857" fmla="*/ 5329326 w 6501199"/>
              <a:gd name="connsiteY3857" fmla="*/ 1252814 h 6382977"/>
              <a:gd name="connsiteX3858" fmla="*/ 5329022 w 6501199"/>
              <a:gd name="connsiteY3858" fmla="*/ 1256188 h 6382977"/>
              <a:gd name="connsiteX3859" fmla="*/ 5325974 w 6501199"/>
              <a:gd name="connsiteY3859" fmla="*/ 1259952 h 6382977"/>
              <a:gd name="connsiteX3860" fmla="*/ 5336612 w 6501199"/>
              <a:gd name="connsiteY3860" fmla="*/ 1259825 h 6382977"/>
              <a:gd name="connsiteX3861" fmla="*/ 5352452 w 6501199"/>
              <a:gd name="connsiteY3861" fmla="*/ 1276026 h 6382977"/>
              <a:gd name="connsiteX3862" fmla="*/ 5348222 w 6501199"/>
              <a:gd name="connsiteY3862" fmla="*/ 1267656 h 6382977"/>
              <a:gd name="connsiteX3863" fmla="*/ 5345967 w 6501199"/>
              <a:gd name="connsiteY3863" fmla="*/ 1264727 h 6382977"/>
              <a:gd name="connsiteX3864" fmla="*/ 5344418 w 6501199"/>
              <a:gd name="connsiteY3864" fmla="*/ 1264209 h 6382977"/>
              <a:gd name="connsiteX3865" fmla="*/ 5344552 w 6501199"/>
              <a:gd name="connsiteY3865" fmla="*/ 1262890 h 6382977"/>
              <a:gd name="connsiteX3866" fmla="*/ 5344453 w 6501199"/>
              <a:gd name="connsiteY3866" fmla="*/ 1262762 h 6382977"/>
              <a:gd name="connsiteX3867" fmla="*/ 5344655 w 6501199"/>
              <a:gd name="connsiteY3867" fmla="*/ 1261877 h 6382977"/>
              <a:gd name="connsiteX3868" fmla="*/ 5344936 w 6501199"/>
              <a:gd name="connsiteY3868" fmla="*/ 1259104 h 6382977"/>
              <a:gd name="connsiteX3869" fmla="*/ 5344052 w 6501199"/>
              <a:gd name="connsiteY3869" fmla="*/ 1250081 h 6382977"/>
              <a:gd name="connsiteX3870" fmla="*/ 5350075 w 6501199"/>
              <a:gd name="connsiteY3870" fmla="*/ 1248349 h 6382977"/>
              <a:gd name="connsiteX3871" fmla="*/ 5354444 w 6501199"/>
              <a:gd name="connsiteY3871" fmla="*/ 1255321 h 6382977"/>
              <a:gd name="connsiteX3872" fmla="*/ 5353610 w 6501199"/>
              <a:gd name="connsiteY3872" fmla="*/ 1258113 h 6382977"/>
              <a:gd name="connsiteX3873" fmla="*/ 5356817 w 6501199"/>
              <a:gd name="connsiteY3873" fmla="*/ 1255640 h 6382977"/>
              <a:gd name="connsiteX3874" fmla="*/ 5366132 w 6501199"/>
              <a:gd name="connsiteY3874" fmla="*/ 1255505 h 6382977"/>
              <a:gd name="connsiteX3875" fmla="*/ 5360108 w 6501199"/>
              <a:gd name="connsiteY3875" fmla="*/ 1238696 h 6382977"/>
              <a:gd name="connsiteX3876" fmla="*/ 5795547 w 6501199"/>
              <a:gd name="connsiteY3876" fmla="*/ 1236662 h 6382977"/>
              <a:gd name="connsiteX3877" fmla="*/ 5807453 w 6501199"/>
              <a:gd name="connsiteY3877" fmla="*/ 1259214 h 6382977"/>
              <a:gd name="connsiteX3878" fmla="*/ 5795547 w 6501199"/>
              <a:gd name="connsiteY3878" fmla="*/ 1236662 h 6382977"/>
              <a:gd name="connsiteX3879" fmla="*/ 2388850 w 6501199"/>
              <a:gd name="connsiteY3879" fmla="*/ 1235622 h 6382977"/>
              <a:gd name="connsiteX3880" fmla="*/ 2400147 w 6501199"/>
              <a:gd name="connsiteY3880" fmla="*/ 1236508 h 6382977"/>
              <a:gd name="connsiteX3881" fmla="*/ 2384491 w 6501199"/>
              <a:gd name="connsiteY3881" fmla="*/ 1252105 h 6382977"/>
              <a:gd name="connsiteX3882" fmla="*/ 2393387 w 6501199"/>
              <a:gd name="connsiteY3882" fmla="*/ 1249979 h 6382977"/>
              <a:gd name="connsiteX3883" fmla="*/ 2384491 w 6501199"/>
              <a:gd name="connsiteY3883" fmla="*/ 1243243 h 6382977"/>
              <a:gd name="connsiteX3884" fmla="*/ 2388850 w 6501199"/>
              <a:gd name="connsiteY3884" fmla="*/ 1235622 h 6382977"/>
              <a:gd name="connsiteX3885" fmla="*/ 5570594 w 6501199"/>
              <a:gd name="connsiteY3885" fmla="*/ 1231900 h 6382977"/>
              <a:gd name="connsiteX3886" fmla="*/ 5557000 w 6501199"/>
              <a:gd name="connsiteY3886" fmla="*/ 1252781 h 6382977"/>
              <a:gd name="connsiteX3887" fmla="*/ 5570594 w 6501199"/>
              <a:gd name="connsiteY3887" fmla="*/ 1231900 h 6382977"/>
              <a:gd name="connsiteX3888" fmla="*/ 2842016 w 6501199"/>
              <a:gd name="connsiteY3888" fmla="*/ 1231900 h 6382977"/>
              <a:gd name="connsiteX3889" fmla="*/ 2785225 w 6501199"/>
              <a:gd name="connsiteY3889" fmla="*/ 1245821 h 6382977"/>
              <a:gd name="connsiteX3890" fmla="*/ 2842016 w 6501199"/>
              <a:gd name="connsiteY3890" fmla="*/ 1231900 h 6382977"/>
              <a:gd name="connsiteX3891" fmla="*/ 2202690 w 6501199"/>
              <a:gd name="connsiteY3891" fmla="*/ 1230902 h 6382977"/>
              <a:gd name="connsiteX3892" fmla="*/ 2197965 w 6501199"/>
              <a:gd name="connsiteY3892" fmla="*/ 1249408 h 6382977"/>
              <a:gd name="connsiteX3893" fmla="*/ 2181975 w 6501199"/>
              <a:gd name="connsiteY3893" fmla="*/ 1242513 h 6382977"/>
              <a:gd name="connsiteX3894" fmla="*/ 2202690 w 6501199"/>
              <a:gd name="connsiteY3894" fmla="*/ 1230902 h 6382977"/>
              <a:gd name="connsiteX3895" fmla="*/ 2445589 w 6501199"/>
              <a:gd name="connsiteY3895" fmla="*/ 1227242 h 6382977"/>
              <a:gd name="connsiteX3896" fmla="*/ 2454663 w 6501199"/>
              <a:gd name="connsiteY3896" fmla="*/ 1227666 h 6382977"/>
              <a:gd name="connsiteX3897" fmla="*/ 2408988 w 6501199"/>
              <a:gd name="connsiteY3897" fmla="*/ 1238603 h 6382977"/>
              <a:gd name="connsiteX3898" fmla="*/ 2445589 w 6501199"/>
              <a:gd name="connsiteY3898" fmla="*/ 1227242 h 6382977"/>
              <a:gd name="connsiteX3899" fmla="*/ 5132212 w 6501199"/>
              <a:gd name="connsiteY3899" fmla="*/ 1223962 h 6382977"/>
              <a:gd name="connsiteX3900" fmla="*/ 5130029 w 6501199"/>
              <a:gd name="connsiteY3900" fmla="*/ 1255821 h 6382977"/>
              <a:gd name="connsiteX3901" fmla="*/ 5104563 w 6501199"/>
              <a:gd name="connsiteY3901" fmla="*/ 1249020 h 6382977"/>
              <a:gd name="connsiteX3902" fmla="*/ 5132212 w 6501199"/>
              <a:gd name="connsiteY3902" fmla="*/ 1223962 h 6382977"/>
              <a:gd name="connsiteX3903" fmla="*/ 5632609 w 6501199"/>
              <a:gd name="connsiteY3903" fmla="*/ 1221316 h 6382977"/>
              <a:gd name="connsiteX3904" fmla="*/ 5648717 w 6501199"/>
              <a:gd name="connsiteY3904" fmla="*/ 1226023 h 6382977"/>
              <a:gd name="connsiteX3905" fmla="*/ 5632609 w 6501199"/>
              <a:gd name="connsiteY3905" fmla="*/ 1244126 h 6382977"/>
              <a:gd name="connsiteX3906" fmla="*/ 5648717 w 6501199"/>
              <a:gd name="connsiteY3906" fmla="*/ 1266936 h 6382977"/>
              <a:gd name="connsiteX3907" fmla="*/ 5632609 w 6501199"/>
              <a:gd name="connsiteY3907" fmla="*/ 1278522 h 6382977"/>
              <a:gd name="connsiteX3908" fmla="*/ 5639410 w 6501199"/>
              <a:gd name="connsiteY3908" fmla="*/ 1296625 h 6382977"/>
              <a:gd name="connsiteX3909" fmla="*/ 5612563 w 6501199"/>
              <a:gd name="connsiteY3909" fmla="*/ 1285401 h 6382977"/>
              <a:gd name="connsiteX3910" fmla="*/ 5632609 w 6501199"/>
              <a:gd name="connsiteY3910" fmla="*/ 1226023 h 6382977"/>
              <a:gd name="connsiteX3911" fmla="*/ 5632609 w 6501199"/>
              <a:gd name="connsiteY3911" fmla="*/ 1221316 h 6382977"/>
              <a:gd name="connsiteX3912" fmla="*/ 5837015 w 6501199"/>
              <a:gd name="connsiteY3912" fmla="*/ 1221303 h 6382977"/>
              <a:gd name="connsiteX3913" fmla="*/ 5825225 w 6501199"/>
              <a:gd name="connsiteY3913" fmla="*/ 1245154 h 6382977"/>
              <a:gd name="connsiteX3914" fmla="*/ 5829705 w 6501199"/>
              <a:gd name="connsiteY3914" fmla="*/ 1273094 h 6382977"/>
              <a:gd name="connsiteX3915" fmla="*/ 5831099 w 6501199"/>
              <a:gd name="connsiteY3915" fmla="*/ 1271876 h 6382977"/>
              <a:gd name="connsiteX3916" fmla="*/ 5836295 w 6501199"/>
              <a:gd name="connsiteY3916" fmla="*/ 1248530 h 6382977"/>
              <a:gd name="connsiteX3917" fmla="*/ 5836337 w 6501199"/>
              <a:gd name="connsiteY3917" fmla="*/ 1246929 h 6382977"/>
              <a:gd name="connsiteX3918" fmla="*/ 5836161 w 6501199"/>
              <a:gd name="connsiteY3918" fmla="*/ 1238402 h 6382977"/>
              <a:gd name="connsiteX3919" fmla="*/ 5836608 w 6501199"/>
              <a:gd name="connsiteY3919" fmla="*/ 1236707 h 6382977"/>
              <a:gd name="connsiteX3920" fmla="*/ 4417175 w 6501199"/>
              <a:gd name="connsiteY3920" fmla="*/ 1220611 h 6382977"/>
              <a:gd name="connsiteX3921" fmla="*/ 4430696 w 6501199"/>
              <a:gd name="connsiteY3921" fmla="*/ 1220611 h 6382977"/>
              <a:gd name="connsiteX3922" fmla="*/ 4417175 w 6501199"/>
              <a:gd name="connsiteY3922" fmla="*/ 1220611 h 6382977"/>
              <a:gd name="connsiteX3923" fmla="*/ 4391341 w 6501199"/>
              <a:gd name="connsiteY3923" fmla="*/ 1220431 h 6382977"/>
              <a:gd name="connsiteX3924" fmla="*/ 4405707 w 6501199"/>
              <a:gd name="connsiteY3924" fmla="*/ 1229221 h 6382977"/>
              <a:gd name="connsiteX3925" fmla="*/ 4392186 w 6501199"/>
              <a:gd name="connsiteY3925" fmla="*/ 1229221 h 6382977"/>
              <a:gd name="connsiteX3926" fmla="*/ 4391341 w 6501199"/>
              <a:gd name="connsiteY3926" fmla="*/ 1220431 h 6382977"/>
              <a:gd name="connsiteX3927" fmla="*/ 4950750 w 6501199"/>
              <a:gd name="connsiteY3927" fmla="*/ 1220419 h 6382977"/>
              <a:gd name="connsiteX3928" fmla="*/ 4949641 w 6501199"/>
              <a:gd name="connsiteY3928" fmla="*/ 1225112 h 6382977"/>
              <a:gd name="connsiteX3929" fmla="*/ 4946349 w 6501199"/>
              <a:gd name="connsiteY3929" fmla="*/ 1229908 h 6382977"/>
              <a:gd name="connsiteX3930" fmla="*/ 4949422 w 6501199"/>
              <a:gd name="connsiteY3930" fmla="*/ 1230652 h 6382977"/>
              <a:gd name="connsiteX3931" fmla="*/ 4962922 w 6501199"/>
              <a:gd name="connsiteY3931" fmla="*/ 1239085 h 6382977"/>
              <a:gd name="connsiteX3932" fmla="*/ 4931525 w 6501199"/>
              <a:gd name="connsiteY3932" fmla="*/ 1234824 h 6382977"/>
              <a:gd name="connsiteX3933" fmla="*/ 4937704 w 6501199"/>
              <a:gd name="connsiteY3933" fmla="*/ 1228522 h 6382977"/>
              <a:gd name="connsiteX3934" fmla="*/ 4936288 w 6501199"/>
              <a:gd name="connsiteY3934" fmla="*/ 1225823 h 6382977"/>
              <a:gd name="connsiteX3935" fmla="*/ 4947867 w 6501199"/>
              <a:gd name="connsiteY3935" fmla="*/ 1221197 h 6382977"/>
              <a:gd name="connsiteX3936" fmla="*/ 4950750 w 6501199"/>
              <a:gd name="connsiteY3936" fmla="*/ 1220419 h 6382977"/>
              <a:gd name="connsiteX3937" fmla="*/ 5495339 w 6501199"/>
              <a:gd name="connsiteY3937" fmla="*/ 1220355 h 6382977"/>
              <a:gd name="connsiteX3938" fmla="*/ 5499492 w 6501199"/>
              <a:gd name="connsiteY3938" fmla="*/ 1221238 h 6382977"/>
              <a:gd name="connsiteX3939" fmla="*/ 5483751 w 6501199"/>
              <a:gd name="connsiteY3939" fmla="*/ 1250592 h 6382977"/>
              <a:gd name="connsiteX3940" fmla="*/ 5481605 w 6501199"/>
              <a:gd name="connsiteY3940" fmla="*/ 1225892 h 6382977"/>
              <a:gd name="connsiteX3941" fmla="*/ 5495339 w 6501199"/>
              <a:gd name="connsiteY3941" fmla="*/ 1220355 h 6382977"/>
              <a:gd name="connsiteX3942" fmla="*/ 5941290 w 6501199"/>
              <a:gd name="connsiteY3942" fmla="*/ 1216025 h 6382977"/>
              <a:gd name="connsiteX3943" fmla="*/ 5941290 w 6501199"/>
              <a:gd name="connsiteY3943" fmla="*/ 1250586 h 6382977"/>
              <a:gd name="connsiteX3944" fmla="*/ 5932205 w 6501199"/>
              <a:gd name="connsiteY3944" fmla="*/ 1234579 h 6382977"/>
              <a:gd name="connsiteX3945" fmla="*/ 5925300 w 6501199"/>
              <a:gd name="connsiteY3945" fmla="*/ 1236761 h 6382977"/>
              <a:gd name="connsiteX3946" fmla="*/ 5941290 w 6501199"/>
              <a:gd name="connsiteY3946" fmla="*/ 1216025 h 6382977"/>
              <a:gd name="connsiteX3947" fmla="*/ 2809797 w 6501199"/>
              <a:gd name="connsiteY3947" fmla="*/ 1212850 h 6382977"/>
              <a:gd name="connsiteX3948" fmla="*/ 2816616 w 6501199"/>
              <a:gd name="connsiteY3948" fmla="*/ 1229026 h 6382977"/>
              <a:gd name="connsiteX3949" fmla="*/ 2780366 w 6501199"/>
              <a:gd name="connsiteY3949" fmla="*/ 1224246 h 6382977"/>
              <a:gd name="connsiteX3950" fmla="*/ 2809797 w 6501199"/>
              <a:gd name="connsiteY3950" fmla="*/ 1212850 h 6382977"/>
              <a:gd name="connsiteX3951" fmla="*/ 3391750 w 6501199"/>
              <a:gd name="connsiteY3951" fmla="*/ 1207950 h 6382977"/>
              <a:gd name="connsiteX3952" fmla="*/ 3371088 w 6501199"/>
              <a:gd name="connsiteY3952" fmla="*/ 1223606 h 6382977"/>
              <a:gd name="connsiteX3953" fmla="*/ 3391750 w 6501199"/>
              <a:gd name="connsiteY3953" fmla="*/ 1207950 h 6382977"/>
              <a:gd name="connsiteX3954" fmla="*/ 3303988 w 6501199"/>
              <a:gd name="connsiteY3954" fmla="*/ 1207028 h 6382977"/>
              <a:gd name="connsiteX3955" fmla="*/ 3301885 w 6501199"/>
              <a:gd name="connsiteY3955" fmla="*/ 1220434 h 6382977"/>
              <a:gd name="connsiteX3956" fmla="*/ 3277350 w 6501199"/>
              <a:gd name="connsiteY3956" fmla="*/ 1215848 h 6382977"/>
              <a:gd name="connsiteX3957" fmla="*/ 3303988 w 6501199"/>
              <a:gd name="connsiteY3957" fmla="*/ 1207028 h 6382977"/>
              <a:gd name="connsiteX3958" fmla="*/ 4849736 w 6501199"/>
              <a:gd name="connsiteY3958" fmla="*/ 1204912 h 6382977"/>
              <a:gd name="connsiteX3959" fmla="*/ 4840526 w 6501199"/>
              <a:gd name="connsiteY3959" fmla="*/ 1250587 h 6382977"/>
              <a:gd name="connsiteX3960" fmla="*/ 4849736 w 6501199"/>
              <a:gd name="connsiteY3960" fmla="*/ 1204912 h 6382977"/>
              <a:gd name="connsiteX3961" fmla="*/ 6269334 w 6501199"/>
              <a:gd name="connsiteY3961" fmla="*/ 1198562 h 6382977"/>
              <a:gd name="connsiteX3962" fmla="*/ 6269334 w 6501199"/>
              <a:gd name="connsiteY3962" fmla="*/ 1207324 h 6382977"/>
              <a:gd name="connsiteX3963" fmla="*/ 6280550 w 6501199"/>
              <a:gd name="connsiteY3963" fmla="*/ 1213983 h 6382977"/>
              <a:gd name="connsiteX3964" fmla="*/ 6260572 w 6501199"/>
              <a:gd name="connsiteY3964" fmla="*/ 1225199 h 6382977"/>
              <a:gd name="connsiteX3965" fmla="*/ 6269334 w 6501199"/>
              <a:gd name="connsiteY3965" fmla="*/ 1198562 h 6382977"/>
              <a:gd name="connsiteX3966" fmla="*/ 6046537 w 6501199"/>
              <a:gd name="connsiteY3966" fmla="*/ 1196101 h 6382977"/>
              <a:gd name="connsiteX3967" fmla="*/ 6037177 w 6501199"/>
              <a:gd name="connsiteY3967" fmla="*/ 1219142 h 6382977"/>
              <a:gd name="connsiteX3968" fmla="*/ 6046537 w 6501199"/>
              <a:gd name="connsiteY3968" fmla="*/ 1196101 h 6382977"/>
              <a:gd name="connsiteX3969" fmla="*/ 5647091 w 6501199"/>
              <a:gd name="connsiteY3969" fmla="*/ 1194941 h 6382977"/>
              <a:gd name="connsiteX3970" fmla="*/ 5649152 w 6501199"/>
              <a:gd name="connsiteY3970" fmla="*/ 1196212 h 6382977"/>
              <a:gd name="connsiteX3971" fmla="*/ 5649152 w 6501199"/>
              <a:gd name="connsiteY3971" fmla="*/ 1214086 h 6382977"/>
              <a:gd name="connsiteX3972" fmla="*/ 5628438 w 6501199"/>
              <a:gd name="connsiteY3972" fmla="*/ 1209530 h 6382977"/>
              <a:gd name="connsiteX3973" fmla="*/ 5647091 w 6501199"/>
              <a:gd name="connsiteY3973" fmla="*/ 1194941 h 6382977"/>
              <a:gd name="connsiteX3974" fmla="*/ 2191138 w 6501199"/>
              <a:gd name="connsiteY3974" fmla="*/ 1194347 h 6382977"/>
              <a:gd name="connsiteX3975" fmla="*/ 2152351 w 6501199"/>
              <a:gd name="connsiteY3975" fmla="*/ 1212494 h 6382977"/>
              <a:gd name="connsiteX3976" fmla="*/ 2191138 w 6501199"/>
              <a:gd name="connsiteY3976" fmla="*/ 1194347 h 6382977"/>
              <a:gd name="connsiteX3977" fmla="*/ 6398016 w 6501199"/>
              <a:gd name="connsiteY3977" fmla="*/ 1192212 h 6382977"/>
              <a:gd name="connsiteX3978" fmla="*/ 6398016 w 6501199"/>
              <a:gd name="connsiteY3978" fmla="*/ 1215131 h 6382977"/>
              <a:gd name="connsiteX3979" fmla="*/ 6382224 w 6501199"/>
              <a:gd name="connsiteY3979" fmla="*/ 1212948 h 6382977"/>
              <a:gd name="connsiteX3980" fmla="*/ 6382224 w 6501199"/>
              <a:gd name="connsiteY3980" fmla="*/ 1226773 h 6382977"/>
              <a:gd name="connsiteX3981" fmla="*/ 6398016 w 6501199"/>
              <a:gd name="connsiteY3981" fmla="*/ 1192212 h 6382977"/>
              <a:gd name="connsiteX3982" fmla="*/ 5578696 w 6501199"/>
              <a:gd name="connsiteY3982" fmla="*/ 1192212 h 6382977"/>
              <a:gd name="connsiteX3983" fmla="*/ 5578696 w 6501199"/>
              <a:gd name="connsiteY3983" fmla="*/ 1226773 h 6382977"/>
              <a:gd name="connsiteX3984" fmla="*/ 5578696 w 6501199"/>
              <a:gd name="connsiteY3984" fmla="*/ 1192212 h 6382977"/>
              <a:gd name="connsiteX3985" fmla="*/ 4976345 w 6501199"/>
              <a:gd name="connsiteY3985" fmla="*/ 1191925 h 6382977"/>
              <a:gd name="connsiteX3986" fmla="*/ 4965982 w 6501199"/>
              <a:gd name="connsiteY3986" fmla="*/ 1234717 h 6382977"/>
              <a:gd name="connsiteX3987" fmla="*/ 4952136 w 6501199"/>
              <a:gd name="connsiteY3987" fmla="*/ 1214346 h 6382977"/>
              <a:gd name="connsiteX3988" fmla="*/ 4971874 w 6501199"/>
              <a:gd name="connsiteY3988" fmla="*/ 1192701 h 6382977"/>
              <a:gd name="connsiteX3989" fmla="*/ 4976345 w 6501199"/>
              <a:gd name="connsiteY3989" fmla="*/ 1191925 h 6382977"/>
              <a:gd name="connsiteX3990" fmla="*/ 6321198 w 6501199"/>
              <a:gd name="connsiteY3990" fmla="*/ 1189037 h 6382977"/>
              <a:gd name="connsiteX3991" fmla="*/ 6337684 w 6501199"/>
              <a:gd name="connsiteY3991" fmla="*/ 1272815 h 6382977"/>
              <a:gd name="connsiteX3992" fmla="*/ 6321198 w 6501199"/>
              <a:gd name="connsiteY3992" fmla="*/ 1189037 h 6382977"/>
              <a:gd name="connsiteX3993" fmla="*/ 3495273 w 6501199"/>
              <a:gd name="connsiteY3993" fmla="*/ 1181021 h 6382977"/>
              <a:gd name="connsiteX3994" fmla="*/ 3507176 w 6501199"/>
              <a:gd name="connsiteY3994" fmla="*/ 1184001 h 6382977"/>
              <a:gd name="connsiteX3995" fmla="*/ 3486900 w 6501199"/>
              <a:gd name="connsiteY3995" fmla="*/ 1181510 h 6382977"/>
              <a:gd name="connsiteX3996" fmla="*/ 3495273 w 6501199"/>
              <a:gd name="connsiteY3996" fmla="*/ 1181021 h 6382977"/>
              <a:gd name="connsiteX3997" fmla="*/ 3597657 w 6501199"/>
              <a:gd name="connsiteY3997" fmla="*/ 1177894 h 6382977"/>
              <a:gd name="connsiteX3998" fmla="*/ 3610353 w 6501199"/>
              <a:gd name="connsiteY3998" fmla="*/ 1185496 h 6382977"/>
              <a:gd name="connsiteX3999" fmla="*/ 3586913 w 6501199"/>
              <a:gd name="connsiteY3999" fmla="*/ 1180733 h 6382977"/>
              <a:gd name="connsiteX4000" fmla="*/ 3597657 w 6501199"/>
              <a:gd name="connsiteY4000" fmla="*/ 1177894 h 6382977"/>
              <a:gd name="connsiteX4001" fmla="*/ 5648926 w 6501199"/>
              <a:gd name="connsiteY4001" fmla="*/ 1168400 h 6382977"/>
              <a:gd name="connsiteX4002" fmla="*/ 5658228 w 6501199"/>
              <a:gd name="connsiteY4002" fmla="*/ 1179848 h 6382977"/>
              <a:gd name="connsiteX4003" fmla="*/ 5634788 w 6501199"/>
              <a:gd name="connsiteY4003" fmla="*/ 1184498 h 6382977"/>
              <a:gd name="connsiteX4004" fmla="*/ 5648926 w 6501199"/>
              <a:gd name="connsiteY4004" fmla="*/ 1168400 h 6382977"/>
              <a:gd name="connsiteX4005" fmla="*/ 3531042 w 6501199"/>
              <a:gd name="connsiteY4005" fmla="*/ 1168091 h 6382977"/>
              <a:gd name="connsiteX4006" fmla="*/ 3538935 w 6501199"/>
              <a:gd name="connsiteY4006" fmla="*/ 1170340 h 6382977"/>
              <a:gd name="connsiteX4007" fmla="*/ 3523413 w 6501199"/>
              <a:gd name="connsiteY4007" fmla="*/ 1172456 h 6382977"/>
              <a:gd name="connsiteX4008" fmla="*/ 3531042 w 6501199"/>
              <a:gd name="connsiteY4008" fmla="*/ 1168091 h 6382977"/>
              <a:gd name="connsiteX4009" fmla="*/ 2156282 w 6501199"/>
              <a:gd name="connsiteY4009" fmla="*/ 1167933 h 6382977"/>
              <a:gd name="connsiteX4010" fmla="*/ 2170500 w 6501199"/>
              <a:gd name="connsiteY4010" fmla="*/ 1177980 h 6382977"/>
              <a:gd name="connsiteX4011" fmla="*/ 2140700 w 6501199"/>
              <a:gd name="connsiteY4011" fmla="*/ 1180152 h 6382977"/>
              <a:gd name="connsiteX4012" fmla="*/ 2156282 w 6501199"/>
              <a:gd name="connsiteY4012" fmla="*/ 1167933 h 6382977"/>
              <a:gd name="connsiteX4013" fmla="*/ 2543562 w 6501199"/>
              <a:gd name="connsiteY4013" fmla="*/ 1164166 h 6382977"/>
              <a:gd name="connsiteX4014" fmla="*/ 2513763 w 6501199"/>
              <a:gd name="connsiteY4014" fmla="*/ 1177572 h 6382977"/>
              <a:gd name="connsiteX4015" fmla="*/ 2543562 w 6501199"/>
              <a:gd name="connsiteY4015" fmla="*/ 1164166 h 6382977"/>
              <a:gd name="connsiteX4016" fmla="*/ 3395803 w 6501199"/>
              <a:gd name="connsiteY4016" fmla="*/ 1161479 h 6382977"/>
              <a:gd name="connsiteX4017" fmla="*/ 3416684 w 6501199"/>
              <a:gd name="connsiteY4017" fmla="*/ 1165944 h 6382977"/>
              <a:gd name="connsiteX4018" fmla="*/ 3393238 w 6501199"/>
              <a:gd name="connsiteY4018" fmla="*/ 1173013 h 6382977"/>
              <a:gd name="connsiteX4019" fmla="*/ 3395803 w 6501199"/>
              <a:gd name="connsiteY4019" fmla="*/ 1161479 h 6382977"/>
              <a:gd name="connsiteX4020" fmla="*/ 4922103 w 6501199"/>
              <a:gd name="connsiteY4020" fmla="*/ 1158875 h 6382977"/>
              <a:gd name="connsiteX4021" fmla="*/ 4924206 w 6501199"/>
              <a:gd name="connsiteY4021" fmla="*/ 1183917 h 6382977"/>
              <a:gd name="connsiteX4022" fmla="*/ 4922103 w 6501199"/>
              <a:gd name="connsiteY4022" fmla="*/ 1158875 h 6382977"/>
              <a:gd name="connsiteX4023" fmla="*/ 3490747 w 6501199"/>
              <a:gd name="connsiteY4023" fmla="*/ 1158089 h 6382977"/>
              <a:gd name="connsiteX4024" fmla="*/ 3496059 w 6501199"/>
              <a:gd name="connsiteY4024" fmla="*/ 1163740 h 6382977"/>
              <a:gd name="connsiteX4025" fmla="*/ 3482138 w 6501199"/>
              <a:gd name="connsiteY4025" fmla="*/ 1165843 h 6382977"/>
              <a:gd name="connsiteX4026" fmla="*/ 3490747 w 6501199"/>
              <a:gd name="connsiteY4026" fmla="*/ 1158089 h 6382977"/>
              <a:gd name="connsiteX4027" fmla="*/ 6411121 w 6501199"/>
              <a:gd name="connsiteY4027" fmla="*/ 1155700 h 6382977"/>
              <a:gd name="connsiteX4028" fmla="*/ 6433981 w 6501199"/>
              <a:gd name="connsiteY4028" fmla="*/ 1245829 h 6382977"/>
              <a:gd name="connsiteX4029" fmla="*/ 6411121 w 6501199"/>
              <a:gd name="connsiteY4029" fmla="*/ 1155700 h 6382977"/>
              <a:gd name="connsiteX4030" fmla="*/ 4981112 w 6501199"/>
              <a:gd name="connsiteY4030" fmla="*/ 1155700 h 6382977"/>
              <a:gd name="connsiteX4031" fmla="*/ 4983609 w 6501199"/>
              <a:gd name="connsiteY4031" fmla="*/ 1180737 h 6382977"/>
              <a:gd name="connsiteX4032" fmla="*/ 4981112 w 6501199"/>
              <a:gd name="connsiteY4032" fmla="*/ 1155700 h 6382977"/>
              <a:gd name="connsiteX4033" fmla="*/ 5592544 w 6501199"/>
              <a:gd name="connsiteY4033" fmla="*/ 1152525 h 6382977"/>
              <a:gd name="connsiteX4034" fmla="*/ 5579225 w 6501199"/>
              <a:gd name="connsiteY4034" fmla="*/ 1172502 h 6382977"/>
              <a:gd name="connsiteX4035" fmla="*/ 5592544 w 6501199"/>
              <a:gd name="connsiteY4035" fmla="*/ 1152525 h 6382977"/>
              <a:gd name="connsiteX4036" fmla="*/ 5167938 w 6501199"/>
              <a:gd name="connsiteY4036" fmla="*/ 1150937 h 6382977"/>
              <a:gd name="connsiteX4037" fmla="*/ 5186194 w 6501199"/>
              <a:gd name="connsiteY4037" fmla="*/ 1159936 h 6382977"/>
              <a:gd name="connsiteX4038" fmla="*/ 5184047 w 6501199"/>
              <a:gd name="connsiteY4038" fmla="*/ 1178294 h 6382977"/>
              <a:gd name="connsiteX4039" fmla="*/ 5172592 w 6501199"/>
              <a:gd name="connsiteY4039" fmla="*/ 1180453 h 6382977"/>
              <a:gd name="connsiteX4040" fmla="*/ 5188342 w 6501199"/>
              <a:gd name="connsiteY4040" fmla="*/ 1194132 h 6382977"/>
              <a:gd name="connsiteX4041" fmla="*/ 5177245 w 6501199"/>
              <a:gd name="connsiteY4041" fmla="*/ 1212490 h 6382977"/>
              <a:gd name="connsiteX4042" fmla="*/ 5152188 w 6501199"/>
              <a:gd name="connsiteY4042" fmla="*/ 1187293 h 6382977"/>
              <a:gd name="connsiteX4043" fmla="*/ 5174740 w 6501199"/>
              <a:gd name="connsiteY4043" fmla="*/ 1168935 h 6382977"/>
              <a:gd name="connsiteX4044" fmla="*/ 5163643 w 6501199"/>
              <a:gd name="connsiteY4044" fmla="*/ 1155616 h 6382977"/>
              <a:gd name="connsiteX4045" fmla="*/ 5167938 w 6501199"/>
              <a:gd name="connsiteY4045" fmla="*/ 1150937 h 6382977"/>
              <a:gd name="connsiteX4046" fmla="*/ 4880353 w 6501199"/>
              <a:gd name="connsiteY4046" fmla="*/ 1150937 h 6382977"/>
              <a:gd name="connsiteX4047" fmla="*/ 4861378 w 6501199"/>
              <a:gd name="connsiteY4047" fmla="*/ 1206137 h 6382977"/>
              <a:gd name="connsiteX4048" fmla="*/ 4880353 w 6501199"/>
              <a:gd name="connsiteY4048" fmla="*/ 1150937 h 6382977"/>
              <a:gd name="connsiteX4049" fmla="*/ 4506785 w 6501199"/>
              <a:gd name="connsiteY4049" fmla="*/ 1149963 h 6382977"/>
              <a:gd name="connsiteX4050" fmla="*/ 4520001 w 6501199"/>
              <a:gd name="connsiteY4050" fmla="*/ 1152573 h 6382977"/>
              <a:gd name="connsiteX4051" fmla="*/ 4508777 w 6501199"/>
              <a:gd name="connsiteY4051" fmla="*/ 1156950 h 6382977"/>
              <a:gd name="connsiteX4052" fmla="*/ 4506785 w 6501199"/>
              <a:gd name="connsiteY4052" fmla="*/ 1149963 h 6382977"/>
              <a:gd name="connsiteX4053" fmla="*/ 6053377 w 6501199"/>
              <a:gd name="connsiteY4053" fmla="*/ 1146057 h 6382977"/>
              <a:gd name="connsiteX4054" fmla="*/ 6055537 w 6501199"/>
              <a:gd name="connsiteY4054" fmla="*/ 1168739 h 6382977"/>
              <a:gd name="connsiteX4055" fmla="*/ 6064537 w 6501199"/>
              <a:gd name="connsiteY4055" fmla="*/ 1155418 h 6382977"/>
              <a:gd name="connsiteX4056" fmla="*/ 6053377 w 6501199"/>
              <a:gd name="connsiteY4056" fmla="*/ 1146057 h 6382977"/>
              <a:gd name="connsiteX4057" fmla="*/ 3348245 w 6501199"/>
              <a:gd name="connsiteY4057" fmla="*/ 1143707 h 6382977"/>
              <a:gd name="connsiteX4058" fmla="*/ 3364291 w 6501199"/>
              <a:gd name="connsiteY4058" fmla="*/ 1144311 h 6382977"/>
              <a:gd name="connsiteX4059" fmla="*/ 3354989 w 6501199"/>
              <a:gd name="connsiteY4059" fmla="*/ 1146382 h 6382977"/>
              <a:gd name="connsiteX4060" fmla="*/ 3354989 w 6501199"/>
              <a:gd name="connsiteY4060" fmla="*/ 1150868 h 6382977"/>
              <a:gd name="connsiteX4061" fmla="*/ 3340850 w 6501199"/>
              <a:gd name="connsiteY4061" fmla="*/ 1152939 h 6382977"/>
              <a:gd name="connsiteX4062" fmla="*/ 3348245 w 6501199"/>
              <a:gd name="connsiteY4062" fmla="*/ 1143707 h 6382977"/>
              <a:gd name="connsiteX4063" fmla="*/ 3476398 w 6501199"/>
              <a:gd name="connsiteY4063" fmla="*/ 1143000 h 6382977"/>
              <a:gd name="connsiteX4064" fmla="*/ 3483359 w 6501199"/>
              <a:gd name="connsiteY4064" fmla="*/ 1147586 h 6382977"/>
              <a:gd name="connsiteX4065" fmla="*/ 3481161 w 6501199"/>
              <a:gd name="connsiteY4065" fmla="*/ 1158522 h 6382977"/>
              <a:gd name="connsiteX4066" fmla="*/ 3476398 w 6501199"/>
              <a:gd name="connsiteY4066" fmla="*/ 1143000 h 6382977"/>
              <a:gd name="connsiteX4067" fmla="*/ 2628824 w 6501199"/>
              <a:gd name="connsiteY4067" fmla="*/ 1143000 h 6382977"/>
              <a:gd name="connsiteX4068" fmla="*/ 2635641 w 6501199"/>
              <a:gd name="connsiteY4068" fmla="*/ 1149760 h 6382977"/>
              <a:gd name="connsiteX4069" fmla="*/ 2583613 w 6501199"/>
              <a:gd name="connsiteY4069" fmla="*/ 1154386 h 6382977"/>
              <a:gd name="connsiteX4070" fmla="*/ 2628824 w 6501199"/>
              <a:gd name="connsiteY4070" fmla="*/ 1143000 h 6382977"/>
              <a:gd name="connsiteX4071" fmla="*/ 3053845 w 6501199"/>
              <a:gd name="connsiteY4071" fmla="*/ 1135255 h 6382977"/>
              <a:gd name="connsiteX4072" fmla="*/ 3042743 w 6501199"/>
              <a:gd name="connsiteY4072" fmla="*/ 1142162 h 6382977"/>
              <a:gd name="connsiteX4073" fmla="*/ 3070072 w 6501199"/>
              <a:gd name="connsiteY4073" fmla="*/ 1135345 h 6382977"/>
              <a:gd name="connsiteX4074" fmla="*/ 3053845 w 6501199"/>
              <a:gd name="connsiteY4074" fmla="*/ 1135255 h 6382977"/>
              <a:gd name="connsiteX4075" fmla="*/ 3149822 w 6501199"/>
              <a:gd name="connsiteY4075" fmla="*/ 1135062 h 6382977"/>
              <a:gd name="connsiteX4076" fmla="*/ 3158994 w 6501199"/>
              <a:gd name="connsiteY4076" fmla="*/ 1135062 h 6382977"/>
              <a:gd name="connsiteX4077" fmla="*/ 3161110 w 6501199"/>
              <a:gd name="connsiteY4077" fmla="*/ 1139332 h 6382977"/>
              <a:gd name="connsiteX4078" fmla="*/ 3129713 w 6501199"/>
              <a:gd name="connsiteY4078" fmla="*/ 1155344 h 6382977"/>
              <a:gd name="connsiteX4079" fmla="*/ 3149822 w 6501199"/>
              <a:gd name="connsiteY4079" fmla="*/ 1135062 h 6382977"/>
              <a:gd name="connsiteX4080" fmla="*/ 4822577 w 6501199"/>
              <a:gd name="connsiteY4080" fmla="*/ 1131887 h 6382977"/>
              <a:gd name="connsiteX4081" fmla="*/ 4829471 w 6501199"/>
              <a:gd name="connsiteY4081" fmla="*/ 1131887 h 6382977"/>
              <a:gd name="connsiteX4082" fmla="*/ 4836366 w 6501199"/>
              <a:gd name="connsiteY4082" fmla="*/ 1136649 h 6382977"/>
              <a:gd name="connsiteX4083" fmla="*/ 4822577 w 6501199"/>
              <a:gd name="connsiteY4083" fmla="*/ 1141412 h 6382977"/>
              <a:gd name="connsiteX4084" fmla="*/ 4822577 w 6501199"/>
              <a:gd name="connsiteY4084" fmla="*/ 1131887 h 6382977"/>
              <a:gd name="connsiteX4085" fmla="*/ 2792281 w 6501199"/>
              <a:gd name="connsiteY4085" fmla="*/ 1131887 h 6382977"/>
              <a:gd name="connsiteX4086" fmla="*/ 2794397 w 6501199"/>
              <a:gd name="connsiteY4086" fmla="*/ 1147659 h 6382977"/>
              <a:gd name="connsiteX4087" fmla="*/ 2778875 w 6501199"/>
              <a:gd name="connsiteY4087" fmla="*/ 1145206 h 6382977"/>
              <a:gd name="connsiteX4088" fmla="*/ 2756650 w 6501199"/>
              <a:gd name="connsiteY4088" fmla="*/ 1143103 h 6382977"/>
              <a:gd name="connsiteX4089" fmla="*/ 2792281 w 6501199"/>
              <a:gd name="connsiteY4089" fmla="*/ 1131887 h 6382977"/>
              <a:gd name="connsiteX4090" fmla="*/ 5039067 w 6501199"/>
              <a:gd name="connsiteY4090" fmla="*/ 1131590 h 6382977"/>
              <a:gd name="connsiteX4091" fmla="*/ 5055033 w 6501199"/>
              <a:gd name="connsiteY4091" fmla="*/ 1150565 h 6382977"/>
              <a:gd name="connsiteX4092" fmla="*/ 5039067 w 6501199"/>
              <a:gd name="connsiteY4092" fmla="*/ 1131590 h 6382977"/>
              <a:gd name="connsiteX4093" fmla="*/ 4773047 w 6501199"/>
              <a:gd name="connsiteY4093" fmla="*/ 1130684 h 6382977"/>
              <a:gd name="connsiteX4094" fmla="*/ 4784208 w 6501199"/>
              <a:gd name="connsiteY4094" fmla="*/ 1149041 h 6382977"/>
              <a:gd name="connsiteX4095" fmla="*/ 4782048 w 6501199"/>
              <a:gd name="connsiteY4095" fmla="*/ 1132844 h 6382977"/>
              <a:gd name="connsiteX4096" fmla="*/ 4773047 w 6501199"/>
              <a:gd name="connsiteY4096" fmla="*/ 1130684 h 6382977"/>
              <a:gd name="connsiteX4097" fmla="*/ 5181721 w 6501199"/>
              <a:gd name="connsiteY4097" fmla="*/ 1127125 h 6382977"/>
              <a:gd name="connsiteX4098" fmla="*/ 5184211 w 6501199"/>
              <a:gd name="connsiteY4098" fmla="*/ 1150565 h 6382977"/>
              <a:gd name="connsiteX4099" fmla="*/ 5181721 w 6501199"/>
              <a:gd name="connsiteY4099" fmla="*/ 1127125 h 6382977"/>
              <a:gd name="connsiteX4100" fmla="*/ 5529899 w 6501199"/>
              <a:gd name="connsiteY4100" fmla="*/ 1124913 h 6382977"/>
              <a:gd name="connsiteX4101" fmla="*/ 5537587 w 6501199"/>
              <a:gd name="connsiteY4101" fmla="*/ 1125934 h 6382977"/>
              <a:gd name="connsiteX4102" fmla="*/ 5512550 w 6501199"/>
              <a:gd name="connsiteY4102" fmla="*/ 1143689 h 6382977"/>
              <a:gd name="connsiteX4103" fmla="*/ 5529899 w 6501199"/>
              <a:gd name="connsiteY4103" fmla="*/ 1124913 h 6382977"/>
              <a:gd name="connsiteX4104" fmla="*/ 5982674 w 6501199"/>
              <a:gd name="connsiteY4104" fmla="*/ 1123950 h 6382977"/>
              <a:gd name="connsiteX4105" fmla="*/ 5973372 w 6501199"/>
              <a:gd name="connsiteY4105" fmla="*/ 1155347 h 6382977"/>
              <a:gd name="connsiteX4106" fmla="*/ 5982674 w 6501199"/>
              <a:gd name="connsiteY4106" fmla="*/ 1123950 h 6382977"/>
              <a:gd name="connsiteX4107" fmla="*/ 3226186 w 6501199"/>
              <a:gd name="connsiteY4107" fmla="*/ 1116012 h 6382977"/>
              <a:gd name="connsiteX4108" fmla="*/ 3186863 w 6501199"/>
              <a:gd name="connsiteY4108" fmla="*/ 1131534 h 6382977"/>
              <a:gd name="connsiteX4109" fmla="*/ 3226186 w 6501199"/>
              <a:gd name="connsiteY4109" fmla="*/ 1116012 h 6382977"/>
              <a:gd name="connsiteX4110" fmla="*/ 3145229 w 6501199"/>
              <a:gd name="connsiteY4110" fmla="*/ 1108075 h 6382977"/>
              <a:gd name="connsiteX4111" fmla="*/ 3111067 w 6501199"/>
              <a:gd name="connsiteY4111" fmla="*/ 1114892 h 6382977"/>
              <a:gd name="connsiteX4112" fmla="*/ 3133721 w 6501199"/>
              <a:gd name="connsiteY4112" fmla="*/ 1123863 h 6382977"/>
              <a:gd name="connsiteX4113" fmla="*/ 3131564 w 6501199"/>
              <a:gd name="connsiteY4113" fmla="*/ 1135345 h 6382977"/>
              <a:gd name="connsiteX4114" fmla="*/ 3074747 w 6501199"/>
              <a:gd name="connsiteY4114" fmla="*/ 1135345 h 6382977"/>
              <a:gd name="connsiteX4115" fmla="*/ 3115382 w 6501199"/>
              <a:gd name="connsiteY4115" fmla="*/ 1151133 h 6382977"/>
              <a:gd name="connsiteX4116" fmla="*/ 3070072 w 6501199"/>
              <a:gd name="connsiteY4116" fmla="*/ 1155797 h 6382977"/>
              <a:gd name="connsiteX4117" fmla="*/ 3015413 w 6501199"/>
              <a:gd name="connsiteY4117" fmla="*/ 1144315 h 6382977"/>
              <a:gd name="connsiteX4118" fmla="*/ 2992758 w 6501199"/>
              <a:gd name="connsiteY4118" fmla="*/ 1153285 h 6382977"/>
              <a:gd name="connsiteX4119" fmla="*/ 2988443 w 6501199"/>
              <a:gd name="connsiteY4119" fmla="*/ 1139650 h 6382977"/>
              <a:gd name="connsiteX4120" fmla="*/ 2974778 w 6501199"/>
              <a:gd name="connsiteY4120" fmla="*/ 1153285 h 6382977"/>
              <a:gd name="connsiteX4121" fmla="*/ 2895307 w 6501199"/>
              <a:gd name="connsiteY4121" fmla="*/ 1148980 h 6382977"/>
              <a:gd name="connsiteX4122" fmla="*/ 2974778 w 6501199"/>
              <a:gd name="connsiteY4122" fmla="*/ 1130680 h 6382977"/>
              <a:gd name="connsiteX4123" fmla="*/ 2881642 w 6501199"/>
              <a:gd name="connsiteY4123" fmla="*/ 1121710 h 6382977"/>
              <a:gd name="connsiteX4124" fmla="*/ 2872292 w 6501199"/>
              <a:gd name="connsiteY4124" fmla="*/ 1146468 h 6382977"/>
              <a:gd name="connsiteX4125" fmla="*/ 2831657 w 6501199"/>
              <a:gd name="connsiteY4125" fmla="*/ 1148980 h 6382977"/>
              <a:gd name="connsiteX4126" fmla="*/ 2863302 w 6501199"/>
              <a:gd name="connsiteY4126" fmla="*/ 1135345 h 6382977"/>
              <a:gd name="connsiteX4127" fmla="*/ 2854312 w 6501199"/>
              <a:gd name="connsiteY4127" fmla="*/ 1130680 h 6382977"/>
              <a:gd name="connsiteX4128" fmla="*/ 2863302 w 6501199"/>
              <a:gd name="connsiteY4128" fmla="*/ 1126374 h 6382977"/>
              <a:gd name="connsiteX4129" fmla="*/ 2835973 w 6501199"/>
              <a:gd name="connsiteY4129" fmla="*/ 1117045 h 6382977"/>
              <a:gd name="connsiteX4130" fmla="*/ 2997433 w 6501199"/>
              <a:gd name="connsiteY4130" fmla="*/ 1112739 h 6382977"/>
              <a:gd name="connsiteX4131" fmla="*/ 3145229 w 6501199"/>
              <a:gd name="connsiteY4131" fmla="*/ 1108075 h 6382977"/>
              <a:gd name="connsiteX4132" fmla="*/ 5559803 w 6501199"/>
              <a:gd name="connsiteY4132" fmla="*/ 1091537 h 6382977"/>
              <a:gd name="connsiteX4133" fmla="*/ 5543432 w 6501199"/>
              <a:gd name="connsiteY4133" fmla="*/ 1129941 h 6382977"/>
              <a:gd name="connsiteX4134" fmla="*/ 5559803 w 6501199"/>
              <a:gd name="connsiteY4134" fmla="*/ 1091537 h 6382977"/>
              <a:gd name="connsiteX4135" fmla="*/ 5163324 w 6501199"/>
              <a:gd name="connsiteY4135" fmla="*/ 1087437 h 6382977"/>
              <a:gd name="connsiteX4136" fmla="*/ 5156571 w 6501199"/>
              <a:gd name="connsiteY4136" fmla="*/ 1137874 h 6382977"/>
              <a:gd name="connsiteX4137" fmla="*/ 5163324 w 6501199"/>
              <a:gd name="connsiteY4137" fmla="*/ 1087437 h 6382977"/>
              <a:gd name="connsiteX4138" fmla="*/ 5920166 w 6501199"/>
              <a:gd name="connsiteY4138" fmla="*/ 1070803 h 6382977"/>
              <a:gd name="connsiteX4139" fmla="*/ 5915329 w 6501199"/>
              <a:gd name="connsiteY4139" fmla="*/ 1083917 h 6382977"/>
              <a:gd name="connsiteX4140" fmla="*/ 5896725 w 6501199"/>
              <a:gd name="connsiteY4140" fmla="*/ 1077360 h 6382977"/>
              <a:gd name="connsiteX4141" fmla="*/ 5920166 w 6501199"/>
              <a:gd name="connsiteY4141" fmla="*/ 1070803 h 6382977"/>
              <a:gd name="connsiteX4142" fmla="*/ 5197709 w 6501199"/>
              <a:gd name="connsiteY4142" fmla="*/ 1068387 h 6382977"/>
              <a:gd name="connsiteX4143" fmla="*/ 5208975 w 6501199"/>
              <a:gd name="connsiteY4143" fmla="*/ 1077360 h 6382977"/>
              <a:gd name="connsiteX4144" fmla="*/ 5179175 w 6501199"/>
              <a:gd name="connsiteY4144" fmla="*/ 1081501 h 6382977"/>
              <a:gd name="connsiteX4145" fmla="*/ 5197709 w 6501199"/>
              <a:gd name="connsiteY4145" fmla="*/ 1068387 h 6382977"/>
              <a:gd name="connsiteX4146" fmla="*/ 5130890 w 6501199"/>
              <a:gd name="connsiteY4146" fmla="*/ 1066800 h 6382977"/>
              <a:gd name="connsiteX4147" fmla="*/ 5130890 w 6501199"/>
              <a:gd name="connsiteY4147" fmla="*/ 1101361 h 6382977"/>
              <a:gd name="connsiteX4148" fmla="*/ 5130890 w 6501199"/>
              <a:gd name="connsiteY4148" fmla="*/ 1066800 h 6382977"/>
              <a:gd name="connsiteX4149" fmla="*/ 5481583 w 6501199"/>
              <a:gd name="connsiteY4149" fmla="*/ 1063625 h 6382977"/>
              <a:gd name="connsiteX4150" fmla="*/ 5479079 w 6501199"/>
              <a:gd name="connsiteY4150" fmla="*/ 1088662 h 6382977"/>
              <a:gd name="connsiteX4151" fmla="*/ 5481583 w 6501199"/>
              <a:gd name="connsiteY4151" fmla="*/ 1063625 h 6382977"/>
              <a:gd name="connsiteX4152" fmla="*/ 5043167 w 6501199"/>
              <a:gd name="connsiteY4152" fmla="*/ 1057275 h 6382977"/>
              <a:gd name="connsiteX4153" fmla="*/ 5052252 w 6501199"/>
              <a:gd name="connsiteY4153" fmla="*/ 1077733 h 6382977"/>
              <a:gd name="connsiteX4154" fmla="*/ 5045347 w 6501199"/>
              <a:gd name="connsiteY4154" fmla="*/ 1098191 h 6382977"/>
              <a:gd name="connsiteX4155" fmla="*/ 5043167 w 6501199"/>
              <a:gd name="connsiteY4155" fmla="*/ 1057275 h 6382977"/>
              <a:gd name="connsiteX4156" fmla="*/ 4815275 w 6501199"/>
              <a:gd name="connsiteY4156" fmla="*/ 1057241 h 6382977"/>
              <a:gd name="connsiteX4157" fmla="*/ 4796741 w 6501199"/>
              <a:gd name="connsiteY4157" fmla="*/ 1087073 h 6382977"/>
              <a:gd name="connsiteX4158" fmla="*/ 4815275 w 6501199"/>
              <a:gd name="connsiteY4158" fmla="*/ 1057241 h 6382977"/>
              <a:gd name="connsiteX4159" fmla="*/ 4497762 w 6501199"/>
              <a:gd name="connsiteY4159" fmla="*/ 1055780 h 6382977"/>
              <a:gd name="connsiteX4160" fmla="*/ 4513645 w 6501199"/>
              <a:gd name="connsiteY4160" fmla="*/ 1059567 h 6382977"/>
              <a:gd name="connsiteX4161" fmla="*/ 4493058 w 6501199"/>
              <a:gd name="connsiteY4161" fmla="*/ 1077559 h 6382977"/>
              <a:gd name="connsiteX4162" fmla="*/ 4497762 w 6501199"/>
              <a:gd name="connsiteY4162" fmla="*/ 1055780 h 6382977"/>
              <a:gd name="connsiteX4163" fmla="*/ 5900828 w 6501199"/>
              <a:gd name="connsiteY4163" fmla="*/ 1042987 h 6382977"/>
              <a:gd name="connsiteX4164" fmla="*/ 5894169 w 6501199"/>
              <a:gd name="connsiteY4164" fmla="*/ 1068024 h 6382977"/>
              <a:gd name="connsiteX4165" fmla="*/ 5900828 w 6501199"/>
              <a:gd name="connsiteY4165" fmla="*/ 1042987 h 6382977"/>
              <a:gd name="connsiteX4166" fmla="*/ 5620615 w 6501199"/>
              <a:gd name="connsiteY4166" fmla="*/ 1042987 h 6382977"/>
              <a:gd name="connsiteX4167" fmla="*/ 5622795 w 6501199"/>
              <a:gd name="connsiteY4167" fmla="*/ 1070606 h 6382977"/>
              <a:gd name="connsiteX4168" fmla="*/ 5620615 w 6501199"/>
              <a:gd name="connsiteY4168" fmla="*/ 1042987 h 6382977"/>
              <a:gd name="connsiteX4169" fmla="*/ 4965582 w 6501199"/>
              <a:gd name="connsiteY4169" fmla="*/ 1041074 h 6382977"/>
              <a:gd name="connsiteX4170" fmla="*/ 4978189 w 6501199"/>
              <a:gd name="connsiteY4170" fmla="*/ 1041085 h 6382977"/>
              <a:gd name="connsiteX4171" fmla="*/ 4954886 w 6501199"/>
              <a:gd name="connsiteY4171" fmla="*/ 1074383 h 6382977"/>
              <a:gd name="connsiteX4172" fmla="*/ 4941050 w 6501199"/>
              <a:gd name="connsiteY4172" fmla="*/ 1072257 h 6382977"/>
              <a:gd name="connsiteX4173" fmla="*/ 4947968 w 6501199"/>
              <a:gd name="connsiteY4173" fmla="*/ 1049941 h 6382977"/>
              <a:gd name="connsiteX4174" fmla="*/ 4965582 w 6501199"/>
              <a:gd name="connsiteY4174" fmla="*/ 1041074 h 6382977"/>
              <a:gd name="connsiteX4175" fmla="*/ 5920959 w 6501199"/>
              <a:gd name="connsiteY4175" fmla="*/ 1038772 h 6382977"/>
              <a:gd name="connsiteX4176" fmla="*/ 5916494 w 6501199"/>
              <a:gd name="connsiteY4176" fmla="*/ 1056919 h 6382977"/>
              <a:gd name="connsiteX4177" fmla="*/ 5920959 w 6501199"/>
              <a:gd name="connsiteY4177" fmla="*/ 1038772 h 6382977"/>
              <a:gd name="connsiteX4178" fmla="*/ 5207601 w 6501199"/>
              <a:gd name="connsiteY4178" fmla="*/ 1038225 h 6382977"/>
              <a:gd name="connsiteX4179" fmla="*/ 5204997 w 6501199"/>
              <a:gd name="connsiteY4179" fmla="*/ 1058506 h 6382977"/>
              <a:gd name="connsiteX4180" fmla="*/ 5193463 w 6501199"/>
              <a:gd name="connsiteY4180" fmla="*/ 1047476 h 6382977"/>
              <a:gd name="connsiteX4181" fmla="*/ 5207601 w 6501199"/>
              <a:gd name="connsiteY4181" fmla="*/ 1038225 h 6382977"/>
              <a:gd name="connsiteX4182" fmla="*/ 4805936 w 6501199"/>
              <a:gd name="connsiteY4182" fmla="*/ 1031875 h 6382977"/>
              <a:gd name="connsiteX4183" fmla="*/ 4801350 w 6501199"/>
              <a:gd name="connsiteY4183" fmla="*/ 1050558 h 6382977"/>
              <a:gd name="connsiteX4184" fmla="*/ 4805936 w 6501199"/>
              <a:gd name="connsiteY4184" fmla="*/ 1031875 h 6382977"/>
              <a:gd name="connsiteX4185" fmla="*/ 4717566 w 6501199"/>
              <a:gd name="connsiteY4185" fmla="*/ 1025525 h 6382977"/>
              <a:gd name="connsiteX4186" fmla="*/ 4726385 w 6501199"/>
              <a:gd name="connsiteY4186" fmla="*/ 1037180 h 6382977"/>
              <a:gd name="connsiteX4187" fmla="*/ 4710863 w 6501199"/>
              <a:gd name="connsiteY4187" fmla="*/ 1032292 h 6382977"/>
              <a:gd name="connsiteX4188" fmla="*/ 4717566 w 6501199"/>
              <a:gd name="connsiteY4188" fmla="*/ 1025525 h 6382977"/>
              <a:gd name="connsiteX4189" fmla="*/ 5379076 w 6501199"/>
              <a:gd name="connsiteY4189" fmla="*/ 1020762 h 6382977"/>
              <a:gd name="connsiteX4190" fmla="*/ 5376928 w 6501199"/>
              <a:gd name="connsiteY4190" fmla="*/ 1068029 h 6382977"/>
              <a:gd name="connsiteX4191" fmla="*/ 5379076 w 6501199"/>
              <a:gd name="connsiteY4191" fmla="*/ 1020762 h 6382977"/>
              <a:gd name="connsiteX4192" fmla="*/ 4686637 w 6501199"/>
              <a:gd name="connsiteY4192" fmla="*/ 1012621 h 6382977"/>
              <a:gd name="connsiteX4193" fmla="*/ 4681957 w 6501199"/>
              <a:gd name="connsiteY4193" fmla="*/ 1023779 h 6382977"/>
              <a:gd name="connsiteX4194" fmla="*/ 4690958 w 6501199"/>
              <a:gd name="connsiteY4194" fmla="*/ 1026299 h 6382977"/>
              <a:gd name="connsiteX4195" fmla="*/ 4690958 w 6501199"/>
              <a:gd name="connsiteY4195" fmla="*/ 1030618 h 6382977"/>
              <a:gd name="connsiteX4196" fmla="*/ 4700319 w 6501199"/>
              <a:gd name="connsiteY4196" fmla="*/ 1021620 h 6382977"/>
              <a:gd name="connsiteX4197" fmla="*/ 4686637 w 6501199"/>
              <a:gd name="connsiteY4197" fmla="*/ 1012621 h 6382977"/>
              <a:gd name="connsiteX4198" fmla="*/ 4732779 w 6501199"/>
              <a:gd name="connsiteY4198" fmla="*/ 1009650 h 6382977"/>
              <a:gd name="connsiteX4199" fmla="*/ 4721563 w 6501199"/>
              <a:gd name="connsiteY4199" fmla="*/ 1023570 h 6382977"/>
              <a:gd name="connsiteX4200" fmla="*/ 4732779 w 6501199"/>
              <a:gd name="connsiteY4200" fmla="*/ 1009650 h 6382977"/>
              <a:gd name="connsiteX4201" fmla="*/ 5490855 w 6501199"/>
              <a:gd name="connsiteY4201" fmla="*/ 993775 h 6382977"/>
              <a:gd name="connsiteX4202" fmla="*/ 5497557 w 6501199"/>
              <a:gd name="connsiteY4202" fmla="*/ 1014056 h 6382977"/>
              <a:gd name="connsiteX4203" fmla="*/ 5490855 w 6501199"/>
              <a:gd name="connsiteY4203" fmla="*/ 993775 h 6382977"/>
              <a:gd name="connsiteX4204" fmla="*/ 4813257 w 6501199"/>
              <a:gd name="connsiteY4204" fmla="*/ 993775 h 6382977"/>
              <a:gd name="connsiteX4205" fmla="*/ 4815489 w 6501199"/>
              <a:gd name="connsiteY4205" fmla="*/ 1031522 h 6382977"/>
              <a:gd name="connsiteX4206" fmla="*/ 4813257 w 6501199"/>
              <a:gd name="connsiteY4206" fmla="*/ 993775 h 6382977"/>
              <a:gd name="connsiteX4207" fmla="*/ 4914286 w 6501199"/>
              <a:gd name="connsiteY4207" fmla="*/ 989224 h 6382977"/>
              <a:gd name="connsiteX4208" fmla="*/ 4903637 w 6501199"/>
              <a:gd name="connsiteY4208" fmla="*/ 995278 h 6382977"/>
              <a:gd name="connsiteX4209" fmla="*/ 4926837 w 6501199"/>
              <a:gd name="connsiteY4209" fmla="*/ 993125 h 6382977"/>
              <a:gd name="connsiteX4210" fmla="*/ 4914286 w 6501199"/>
              <a:gd name="connsiteY4210" fmla="*/ 989224 h 6382977"/>
              <a:gd name="connsiteX4211" fmla="*/ 5612011 w 6501199"/>
              <a:gd name="connsiteY4211" fmla="*/ 987425 h 6382977"/>
              <a:gd name="connsiteX4212" fmla="*/ 5609595 w 6501199"/>
              <a:gd name="connsiteY4212" fmla="*/ 1028341 h 6382977"/>
              <a:gd name="connsiteX4213" fmla="*/ 5612011 w 6501199"/>
              <a:gd name="connsiteY4213" fmla="*/ 987425 h 6382977"/>
              <a:gd name="connsiteX4214" fmla="*/ 5570639 w 6501199"/>
              <a:gd name="connsiteY4214" fmla="*/ 987425 h 6382977"/>
              <a:gd name="connsiteX4215" fmla="*/ 5579612 w 6501199"/>
              <a:gd name="connsiteY4215" fmla="*/ 1040082 h 6382977"/>
              <a:gd name="connsiteX4216" fmla="*/ 5557000 w 6501199"/>
              <a:gd name="connsiteY4216" fmla="*/ 1040082 h 6382977"/>
              <a:gd name="connsiteX4217" fmla="*/ 5570639 w 6501199"/>
              <a:gd name="connsiteY4217" fmla="*/ 987425 h 6382977"/>
              <a:gd name="connsiteX4218" fmla="*/ 4994669 w 6501199"/>
              <a:gd name="connsiteY4218" fmla="*/ 975857 h 6382977"/>
              <a:gd name="connsiteX4219" fmla="*/ 4979014 w 6501199"/>
              <a:gd name="connsiteY4219" fmla="*/ 1012466 h 6382977"/>
              <a:gd name="connsiteX4220" fmla="*/ 4994669 w 6501199"/>
              <a:gd name="connsiteY4220" fmla="*/ 975857 h 6382977"/>
              <a:gd name="connsiteX4221" fmla="*/ 6083047 w 6501199"/>
              <a:gd name="connsiteY4221" fmla="*/ 973137 h 6382977"/>
              <a:gd name="connsiteX4222" fmla="*/ 6101151 w 6501199"/>
              <a:gd name="connsiteY4222" fmla="*/ 1009292 h 6382977"/>
              <a:gd name="connsiteX4223" fmla="*/ 6083047 w 6501199"/>
              <a:gd name="connsiteY4223" fmla="*/ 973137 h 6382977"/>
              <a:gd name="connsiteX4224" fmla="*/ 4816248 w 6501199"/>
              <a:gd name="connsiteY4224" fmla="*/ 973137 h 6382977"/>
              <a:gd name="connsiteX4225" fmla="*/ 4814050 w 6501199"/>
              <a:gd name="connsiteY4225" fmla="*/ 984426 h 6382977"/>
              <a:gd name="connsiteX4226" fmla="*/ 4816248 w 6501199"/>
              <a:gd name="connsiteY4226" fmla="*/ 973137 h 6382977"/>
              <a:gd name="connsiteX4227" fmla="*/ 4593161 w 6501199"/>
              <a:gd name="connsiteY4227" fmla="*/ 973137 h 6382977"/>
              <a:gd name="connsiteX4228" fmla="*/ 4595309 w 6501199"/>
              <a:gd name="connsiteY4228" fmla="*/ 996578 h 6382977"/>
              <a:gd name="connsiteX4229" fmla="*/ 4593161 w 6501199"/>
              <a:gd name="connsiteY4229" fmla="*/ 973137 h 6382977"/>
              <a:gd name="connsiteX4230" fmla="*/ 4523064 w 6501199"/>
              <a:gd name="connsiteY4230" fmla="*/ 953847 h 6382977"/>
              <a:gd name="connsiteX4231" fmla="*/ 4530506 w 6501199"/>
              <a:gd name="connsiteY4231" fmla="*/ 962248 h 6382977"/>
              <a:gd name="connsiteX4232" fmla="*/ 4528403 w 6501199"/>
              <a:gd name="connsiteY4232" fmla="*/ 971192 h 6382977"/>
              <a:gd name="connsiteX4233" fmla="*/ 4517188 w 6501199"/>
              <a:gd name="connsiteY4233" fmla="*/ 955451 h 6382977"/>
              <a:gd name="connsiteX4234" fmla="*/ 4523064 w 6501199"/>
              <a:gd name="connsiteY4234" fmla="*/ 953847 h 6382977"/>
              <a:gd name="connsiteX4235" fmla="*/ 5450373 w 6501199"/>
              <a:gd name="connsiteY4235" fmla="*/ 950564 h 6382977"/>
              <a:gd name="connsiteX4236" fmla="*/ 5441373 w 6501199"/>
              <a:gd name="connsiteY4236" fmla="*/ 971085 h 6382977"/>
              <a:gd name="connsiteX4237" fmla="*/ 5448213 w 6501199"/>
              <a:gd name="connsiteY4237" fmla="*/ 977926 h 6382977"/>
              <a:gd name="connsiteX4238" fmla="*/ 5450373 w 6501199"/>
              <a:gd name="connsiteY4238" fmla="*/ 950564 h 6382977"/>
              <a:gd name="connsiteX4239" fmla="*/ 4536736 w 6501199"/>
              <a:gd name="connsiteY4239" fmla="*/ 946150 h 6382977"/>
              <a:gd name="connsiteX4240" fmla="*/ 4538914 w 6501199"/>
              <a:gd name="connsiteY4240" fmla="*/ 960070 h 6382977"/>
              <a:gd name="connsiteX4241" fmla="*/ 4536736 w 6501199"/>
              <a:gd name="connsiteY4241" fmla="*/ 946150 h 6382977"/>
              <a:gd name="connsiteX4242" fmla="*/ 5673017 w 6501199"/>
              <a:gd name="connsiteY4242" fmla="*/ 943611 h 6382977"/>
              <a:gd name="connsiteX4243" fmla="*/ 5690475 w 6501199"/>
              <a:gd name="connsiteY4243" fmla="*/ 971186 h 6382977"/>
              <a:gd name="connsiteX4244" fmla="*/ 5674779 w 6501199"/>
              <a:gd name="connsiteY4244" fmla="*/ 968639 h 6382977"/>
              <a:gd name="connsiteX4245" fmla="*/ 5663363 w 6501199"/>
              <a:gd name="connsiteY4245" fmla="*/ 945720 h 6382977"/>
              <a:gd name="connsiteX4246" fmla="*/ 5673017 w 6501199"/>
              <a:gd name="connsiteY4246" fmla="*/ 943611 h 6382977"/>
              <a:gd name="connsiteX4247" fmla="*/ 4748089 w 6501199"/>
              <a:gd name="connsiteY4247" fmla="*/ 942975 h 6382977"/>
              <a:gd name="connsiteX4248" fmla="*/ 4745904 w 6501199"/>
              <a:gd name="connsiteY4248" fmla="*/ 968012 h 6382977"/>
              <a:gd name="connsiteX4249" fmla="*/ 4748089 w 6501199"/>
              <a:gd name="connsiteY4249" fmla="*/ 942975 h 6382977"/>
              <a:gd name="connsiteX4250" fmla="*/ 5424739 w 6501199"/>
              <a:gd name="connsiteY4250" fmla="*/ 940703 h 6382977"/>
              <a:gd name="connsiteX4251" fmla="*/ 5424739 w 6501199"/>
              <a:gd name="connsiteY4251" fmla="*/ 958494 h 6382977"/>
              <a:gd name="connsiteX4252" fmla="*/ 5424739 w 6501199"/>
              <a:gd name="connsiteY4252" fmla="*/ 940703 h 6382977"/>
              <a:gd name="connsiteX4253" fmla="*/ 6083182 w 6501199"/>
              <a:gd name="connsiteY4253" fmla="*/ 936625 h 6382977"/>
              <a:gd name="connsiteX4254" fmla="*/ 6099553 w 6501199"/>
              <a:gd name="connsiteY4254" fmla="*/ 952046 h 6382977"/>
              <a:gd name="connsiteX4255" fmla="*/ 6090251 w 6501199"/>
              <a:gd name="connsiteY4255" fmla="*/ 961158 h 6382977"/>
              <a:gd name="connsiteX4256" fmla="*/ 6083182 w 6501199"/>
              <a:gd name="connsiteY4256" fmla="*/ 936625 h 6382977"/>
              <a:gd name="connsiteX4257" fmla="*/ 5645537 w 6501199"/>
              <a:gd name="connsiteY4257" fmla="*/ 935037 h 6382977"/>
              <a:gd name="connsiteX4258" fmla="*/ 5627367 w 6501199"/>
              <a:gd name="connsiteY4258" fmla="*/ 1042625 h 6382977"/>
              <a:gd name="connsiteX4259" fmla="*/ 5645537 w 6501199"/>
              <a:gd name="connsiteY4259" fmla="*/ 935037 h 6382977"/>
              <a:gd name="connsiteX4260" fmla="*/ 4859725 w 6501199"/>
              <a:gd name="connsiteY4260" fmla="*/ 934850 h 6382977"/>
              <a:gd name="connsiteX4261" fmla="*/ 4876734 w 6501199"/>
              <a:gd name="connsiteY4261" fmla="*/ 934939 h 6382977"/>
              <a:gd name="connsiteX4262" fmla="*/ 4858591 w 6501199"/>
              <a:gd name="connsiteY4262" fmla="*/ 1002756 h 6382977"/>
              <a:gd name="connsiteX4263" fmla="*/ 4874556 w 6501199"/>
              <a:gd name="connsiteY4263" fmla="*/ 1005268 h 6382977"/>
              <a:gd name="connsiteX4264" fmla="*/ 4860768 w 6501199"/>
              <a:gd name="connsiteY4264" fmla="*/ 1018903 h 6382977"/>
              <a:gd name="connsiteX4265" fmla="*/ 4840085 w 6501199"/>
              <a:gd name="connsiteY4265" fmla="*/ 1014238 h 6382977"/>
              <a:gd name="connsiteX4266" fmla="*/ 4837908 w 6501199"/>
              <a:gd name="connsiteY4266" fmla="*/ 1021056 h 6382977"/>
              <a:gd name="connsiteX4267" fmla="*/ 4851696 w 6501199"/>
              <a:gd name="connsiteY4267" fmla="*/ 1030026 h 6382977"/>
              <a:gd name="connsiteX4268" fmla="*/ 4835731 w 6501199"/>
              <a:gd name="connsiteY4268" fmla="*/ 991633 h 6382977"/>
              <a:gd name="connsiteX4269" fmla="*/ 4849519 w 6501199"/>
              <a:gd name="connsiteY4269" fmla="*/ 998450 h 6382977"/>
              <a:gd name="connsiteX4270" fmla="*/ 4867662 w 6501199"/>
              <a:gd name="connsiteY4270" fmla="*/ 975486 h 6382977"/>
              <a:gd name="connsiteX4271" fmla="*/ 4842625 w 6501199"/>
              <a:gd name="connsiteY4271" fmla="*/ 964363 h 6382977"/>
              <a:gd name="connsiteX4272" fmla="*/ 4863308 w 6501199"/>
              <a:gd name="connsiteY4272" fmla="*/ 946063 h 6382977"/>
              <a:gd name="connsiteX4273" fmla="*/ 4849519 w 6501199"/>
              <a:gd name="connsiteY4273" fmla="*/ 941757 h 6382977"/>
              <a:gd name="connsiteX4274" fmla="*/ 4859725 w 6501199"/>
              <a:gd name="connsiteY4274" fmla="*/ 934850 h 6382977"/>
              <a:gd name="connsiteX4275" fmla="*/ 5401202 w 6501199"/>
              <a:gd name="connsiteY4275" fmla="*/ 930275 h 6382977"/>
              <a:gd name="connsiteX4276" fmla="*/ 5415341 w 6501199"/>
              <a:gd name="connsiteY4276" fmla="*/ 946016 h 6382977"/>
              <a:gd name="connsiteX4277" fmla="*/ 5391900 w 6501199"/>
              <a:gd name="connsiteY4277" fmla="*/ 952813 h 6382977"/>
              <a:gd name="connsiteX4278" fmla="*/ 5401202 w 6501199"/>
              <a:gd name="connsiteY4278" fmla="*/ 930275 h 6382977"/>
              <a:gd name="connsiteX4279" fmla="*/ 4981350 w 6501199"/>
              <a:gd name="connsiteY4279" fmla="*/ 927662 h 6382977"/>
              <a:gd name="connsiteX4280" fmla="*/ 4995125 w 6501199"/>
              <a:gd name="connsiteY4280" fmla="*/ 932028 h 6382977"/>
              <a:gd name="connsiteX4281" fmla="*/ 5004188 w 6501199"/>
              <a:gd name="connsiteY4281" fmla="*/ 941486 h 6382977"/>
              <a:gd name="connsiteX4282" fmla="*/ 4981350 w 6501199"/>
              <a:gd name="connsiteY4282" fmla="*/ 945852 h 6382977"/>
              <a:gd name="connsiteX4283" fmla="*/ 4981350 w 6501199"/>
              <a:gd name="connsiteY4283" fmla="*/ 927662 h 6382977"/>
              <a:gd name="connsiteX4284" fmla="*/ 4564606 w 6501199"/>
              <a:gd name="connsiteY4284" fmla="*/ 922866 h 6382977"/>
              <a:gd name="connsiteX4285" fmla="*/ 4586688 w 6501199"/>
              <a:gd name="connsiteY4285" fmla="*/ 936272 h 6382977"/>
              <a:gd name="connsiteX4286" fmla="*/ 4564606 w 6501199"/>
              <a:gd name="connsiteY4286" fmla="*/ 922866 h 6382977"/>
              <a:gd name="connsiteX4287" fmla="*/ 4951850 w 6501199"/>
              <a:gd name="connsiteY4287" fmla="*/ 915987 h 6382977"/>
              <a:gd name="connsiteX4288" fmla="*/ 4931187 w 6501199"/>
              <a:gd name="connsiteY4288" fmla="*/ 1029363 h 6382977"/>
              <a:gd name="connsiteX4289" fmla="*/ 4878625 w 6501199"/>
              <a:gd name="connsiteY4289" fmla="*/ 1147403 h 6382977"/>
              <a:gd name="connsiteX4290" fmla="*/ 4892400 w 6501199"/>
              <a:gd name="connsiteY4290" fmla="*/ 1079234 h 6382977"/>
              <a:gd name="connsiteX4291" fmla="*/ 4899287 w 6501199"/>
              <a:gd name="connsiteY4291" fmla="*/ 1047661 h 6382977"/>
              <a:gd name="connsiteX4292" fmla="*/ 4885513 w 6501199"/>
              <a:gd name="connsiteY4292" fmla="*/ 1040844 h 6382977"/>
              <a:gd name="connsiteX4293" fmla="*/ 4899287 w 6501199"/>
              <a:gd name="connsiteY4293" fmla="*/ 972675 h 6382977"/>
              <a:gd name="connsiteX4294" fmla="*/ 4924300 w 6501199"/>
              <a:gd name="connsiteY4294" fmla="*/ 981644 h 6382977"/>
              <a:gd name="connsiteX4295" fmla="*/ 4926837 w 6501199"/>
              <a:gd name="connsiteY4295" fmla="*/ 968011 h 6382977"/>
              <a:gd name="connsiteX4296" fmla="*/ 4913063 w 6501199"/>
              <a:gd name="connsiteY4296" fmla="*/ 961552 h 6382977"/>
              <a:gd name="connsiteX4297" fmla="*/ 4951850 w 6501199"/>
              <a:gd name="connsiteY4297" fmla="*/ 915987 h 6382977"/>
              <a:gd name="connsiteX4298" fmla="*/ 5031086 w 6501199"/>
              <a:gd name="connsiteY4298" fmla="*/ 911783 h 6382977"/>
              <a:gd name="connsiteX4299" fmla="*/ 5026717 w 6501199"/>
              <a:gd name="connsiteY4299" fmla="*/ 934679 h 6382977"/>
              <a:gd name="connsiteX4300" fmla="*/ 5031086 w 6501199"/>
              <a:gd name="connsiteY4300" fmla="*/ 911783 h 6382977"/>
              <a:gd name="connsiteX4301" fmla="*/ 4615083 w 6501199"/>
              <a:gd name="connsiteY4301" fmla="*/ 911225 h 6382977"/>
              <a:gd name="connsiteX4302" fmla="*/ 4621786 w 6501199"/>
              <a:gd name="connsiteY4302" fmla="*/ 927710 h 6382977"/>
              <a:gd name="connsiteX4303" fmla="*/ 4617200 w 6501199"/>
              <a:gd name="connsiteY4303" fmla="*/ 927710 h 6382977"/>
              <a:gd name="connsiteX4304" fmla="*/ 4594975 w 6501199"/>
              <a:gd name="connsiteY4304" fmla="*/ 925146 h 6382977"/>
              <a:gd name="connsiteX4305" fmla="*/ 4615083 w 6501199"/>
              <a:gd name="connsiteY4305" fmla="*/ 911225 h 6382977"/>
              <a:gd name="connsiteX4306" fmla="*/ 5420853 w 6501199"/>
              <a:gd name="connsiteY4306" fmla="*/ 902681 h 6382977"/>
              <a:gd name="connsiteX4307" fmla="*/ 5420123 w 6501199"/>
              <a:gd name="connsiteY4307" fmla="*/ 903142 h 6382977"/>
              <a:gd name="connsiteX4308" fmla="*/ 5420767 w 6501199"/>
              <a:gd name="connsiteY4308" fmla="*/ 903528 h 6382977"/>
              <a:gd name="connsiteX4309" fmla="*/ 5445693 w 6501199"/>
              <a:gd name="connsiteY4309" fmla="*/ 891520 h 6382977"/>
              <a:gd name="connsiteX4310" fmla="*/ 5453609 w 6501199"/>
              <a:gd name="connsiteY4310" fmla="*/ 901168 h 6382977"/>
              <a:gd name="connsiteX4311" fmla="*/ 5454884 w 6501199"/>
              <a:gd name="connsiteY4311" fmla="*/ 900000 h 6382977"/>
              <a:gd name="connsiteX4312" fmla="*/ 5463969 w 6501199"/>
              <a:gd name="connsiteY4312" fmla="*/ 913595 h 6382977"/>
              <a:gd name="connsiteX4313" fmla="*/ 5456977 w 6501199"/>
              <a:gd name="connsiteY4313" fmla="*/ 914300 h 6382977"/>
              <a:gd name="connsiteX4314" fmla="*/ 5457213 w 6501199"/>
              <a:gd name="connsiteY4314" fmla="*/ 916362 h 6382977"/>
              <a:gd name="connsiteX4315" fmla="*/ 5466213 w 6501199"/>
              <a:gd name="connsiteY4315" fmla="*/ 914201 h 6382977"/>
              <a:gd name="connsiteX4316" fmla="*/ 5470893 w 6501199"/>
              <a:gd name="connsiteY4316" fmla="*/ 895840 h 6382977"/>
              <a:gd name="connsiteX4317" fmla="*/ 5473053 w 6501199"/>
              <a:gd name="connsiteY4317" fmla="*/ 943724 h 6382977"/>
              <a:gd name="connsiteX4318" fmla="*/ 5489253 w 6501199"/>
              <a:gd name="connsiteY4318" fmla="*/ 939043 h 6382977"/>
              <a:gd name="connsiteX4319" fmla="*/ 5477733 w 6501199"/>
              <a:gd name="connsiteY4319" fmla="*/ 957404 h 6382977"/>
              <a:gd name="connsiteX4320" fmla="*/ 5466213 w 6501199"/>
              <a:gd name="connsiteY4320" fmla="*/ 952724 h 6382977"/>
              <a:gd name="connsiteX4321" fmla="*/ 5484573 w 6501199"/>
              <a:gd name="connsiteY4321" fmla="*/ 977926 h 6382977"/>
              <a:gd name="connsiteX4322" fmla="*/ 5468373 w 6501199"/>
              <a:gd name="connsiteY4322" fmla="*/ 995927 h 6382977"/>
              <a:gd name="connsiteX4323" fmla="*/ 5466213 w 6501199"/>
              <a:gd name="connsiteY4323" fmla="*/ 973246 h 6382977"/>
              <a:gd name="connsiteX4324" fmla="*/ 5438853 w 6501199"/>
              <a:gd name="connsiteY4324" fmla="*/ 1002768 h 6382977"/>
              <a:gd name="connsiteX4325" fmla="*/ 5443533 w 6501199"/>
              <a:gd name="connsiteY4325" fmla="*/ 1012128 h 6382977"/>
              <a:gd name="connsiteX4326" fmla="*/ 5455053 w 6501199"/>
              <a:gd name="connsiteY4326" fmla="*/ 1002768 h 6382977"/>
              <a:gd name="connsiteX4327" fmla="*/ 5468373 w 6501199"/>
              <a:gd name="connsiteY4327" fmla="*/ 1005288 h 6382977"/>
              <a:gd name="connsiteX4328" fmla="*/ 5477733 w 6501199"/>
              <a:gd name="connsiteY4328" fmla="*/ 1027969 h 6382977"/>
              <a:gd name="connsiteX4329" fmla="*/ 5493573 w 6501199"/>
              <a:gd name="connsiteY4329" fmla="*/ 1016448 h 6382977"/>
              <a:gd name="connsiteX4330" fmla="*/ 5479893 w 6501199"/>
              <a:gd name="connsiteY4330" fmla="*/ 1057491 h 6382977"/>
              <a:gd name="connsiteX4331" fmla="*/ 5470893 w 6501199"/>
              <a:gd name="connsiteY4331" fmla="*/ 1041650 h 6382977"/>
              <a:gd name="connsiteX4332" fmla="*/ 5457213 w 6501199"/>
              <a:gd name="connsiteY4332" fmla="*/ 1093854 h 6382977"/>
              <a:gd name="connsiteX4333" fmla="*/ 5470893 w 6501199"/>
              <a:gd name="connsiteY4333" fmla="*/ 1091694 h 6382977"/>
              <a:gd name="connsiteX4334" fmla="*/ 5479893 w 6501199"/>
              <a:gd name="connsiteY4334" fmla="*/ 1114375 h 6382977"/>
              <a:gd name="connsiteX4335" fmla="*/ 5468373 w 6501199"/>
              <a:gd name="connsiteY4335" fmla="*/ 1182420 h 6382977"/>
              <a:gd name="connsiteX4336" fmla="*/ 5457213 w 6501199"/>
              <a:gd name="connsiteY4336" fmla="*/ 1168739 h 6382977"/>
              <a:gd name="connsiteX4337" fmla="*/ 5459373 w 6501199"/>
              <a:gd name="connsiteY4337" fmla="*/ 1198621 h 6382977"/>
              <a:gd name="connsiteX4338" fmla="*/ 5441373 w 6501199"/>
              <a:gd name="connsiteY4338" fmla="*/ 1198621 h 6382977"/>
              <a:gd name="connsiteX4339" fmla="*/ 5452533 w 6501199"/>
              <a:gd name="connsiteY4339" fmla="*/ 1207622 h 6382977"/>
              <a:gd name="connsiteX4340" fmla="*/ 5461893 w 6501199"/>
              <a:gd name="connsiteY4340" fmla="*/ 1252985 h 6382977"/>
              <a:gd name="connsiteX4341" fmla="*/ 5449608 w 6501199"/>
              <a:gd name="connsiteY4341" fmla="*/ 1276746 h 6382977"/>
              <a:gd name="connsiteX4342" fmla="*/ 5452007 w 6501199"/>
              <a:gd name="connsiteY4342" fmla="*/ 1281441 h 6382977"/>
              <a:gd name="connsiteX4343" fmla="*/ 5463307 w 6501199"/>
              <a:gd name="connsiteY4343" fmla="*/ 1282181 h 6382977"/>
              <a:gd name="connsiteX4344" fmla="*/ 5463108 w 6501199"/>
              <a:gd name="connsiteY4344" fmla="*/ 1281517 h 6382977"/>
              <a:gd name="connsiteX4345" fmla="*/ 5468373 w 6501199"/>
              <a:gd name="connsiteY4345" fmla="*/ 1278186 h 6382977"/>
              <a:gd name="connsiteX4346" fmla="*/ 5482413 w 6501199"/>
              <a:gd name="connsiteY4346" fmla="*/ 1280347 h 6382977"/>
              <a:gd name="connsiteX4347" fmla="*/ 5475630 w 6501199"/>
              <a:gd name="connsiteY4347" fmla="*/ 1287844 h 6382977"/>
              <a:gd name="connsiteX4348" fmla="*/ 5477261 w 6501199"/>
              <a:gd name="connsiteY4348" fmla="*/ 1290544 h 6382977"/>
              <a:gd name="connsiteX4349" fmla="*/ 5473110 w 6501199"/>
              <a:gd name="connsiteY4349" fmla="*/ 1290630 h 6382977"/>
              <a:gd name="connsiteX4350" fmla="*/ 5461893 w 6501199"/>
              <a:gd name="connsiteY4350" fmla="*/ 1303028 h 6382977"/>
              <a:gd name="connsiteX4351" fmla="*/ 5450418 w 6501199"/>
              <a:gd name="connsiteY4351" fmla="*/ 1292633 h 6382977"/>
              <a:gd name="connsiteX4352" fmla="*/ 5449119 w 6501199"/>
              <a:gd name="connsiteY4352" fmla="*/ 1289254 h 6382977"/>
              <a:gd name="connsiteX4353" fmla="*/ 5446156 w 6501199"/>
              <a:gd name="connsiteY4353" fmla="*/ 1288338 h 6382977"/>
              <a:gd name="connsiteX4354" fmla="*/ 5444293 w 6501199"/>
              <a:gd name="connsiteY4354" fmla="*/ 1284292 h 6382977"/>
              <a:gd name="connsiteX4355" fmla="*/ 5434353 w 6501199"/>
              <a:gd name="connsiteY4355" fmla="*/ 1312299 h 6382977"/>
              <a:gd name="connsiteX4356" fmla="*/ 5443533 w 6501199"/>
              <a:gd name="connsiteY4356" fmla="*/ 1337231 h 6382977"/>
              <a:gd name="connsiteX4357" fmla="*/ 5425533 w 6501199"/>
              <a:gd name="connsiteY4357" fmla="*/ 1350911 h 6382977"/>
              <a:gd name="connsiteX4358" fmla="*/ 5423013 w 6501199"/>
              <a:gd name="connsiteY4358" fmla="*/ 1380433 h 6382977"/>
              <a:gd name="connsiteX4359" fmla="*/ 5438853 w 6501199"/>
              <a:gd name="connsiteY4359" fmla="*/ 1398795 h 6382977"/>
              <a:gd name="connsiteX4360" fmla="*/ 5414013 w 6501199"/>
              <a:gd name="connsiteY4360" fmla="*/ 1398795 h 6382977"/>
              <a:gd name="connsiteX4361" fmla="*/ 5411853 w 6501199"/>
              <a:gd name="connsiteY4361" fmla="*/ 1430477 h 6382977"/>
              <a:gd name="connsiteX4362" fmla="*/ 5425533 w 6501199"/>
              <a:gd name="connsiteY4362" fmla="*/ 1430477 h 6382977"/>
              <a:gd name="connsiteX4363" fmla="*/ 5407173 w 6501199"/>
              <a:gd name="connsiteY4363" fmla="*/ 1448838 h 6382977"/>
              <a:gd name="connsiteX4364" fmla="*/ 5402493 w 6501199"/>
              <a:gd name="connsiteY4364" fmla="*/ 1507882 h 6382977"/>
              <a:gd name="connsiteX4365" fmla="*/ 5411853 w 6501199"/>
              <a:gd name="connsiteY4365" fmla="*/ 1516883 h 6382977"/>
              <a:gd name="connsiteX4366" fmla="*/ 5393492 w 6501199"/>
              <a:gd name="connsiteY4366" fmla="*/ 1512563 h 6382977"/>
              <a:gd name="connsiteX4367" fmla="*/ 5393492 w 6501199"/>
              <a:gd name="connsiteY4367" fmla="*/ 1562606 h 6382977"/>
              <a:gd name="connsiteX4368" fmla="*/ 5405013 w 6501199"/>
              <a:gd name="connsiteY4368" fmla="*/ 1546765 h 6382977"/>
              <a:gd name="connsiteX4369" fmla="*/ 5391332 w 6501199"/>
              <a:gd name="connsiteY4369" fmla="*/ 1585288 h 6382977"/>
              <a:gd name="connsiteX4370" fmla="*/ 5391332 w 6501199"/>
              <a:gd name="connsiteY4370" fmla="*/ 1571607 h 6382977"/>
              <a:gd name="connsiteX4371" fmla="*/ 5386652 w 6501199"/>
              <a:gd name="connsiteY4371" fmla="*/ 1603289 h 6382977"/>
              <a:gd name="connsiteX4372" fmla="*/ 5400332 w 6501199"/>
              <a:gd name="connsiteY4372" fmla="*/ 1596448 h 6382977"/>
              <a:gd name="connsiteX4373" fmla="*/ 5384492 w 6501199"/>
              <a:gd name="connsiteY4373" fmla="*/ 1607969 h 6382977"/>
              <a:gd name="connsiteX4374" fmla="*/ 5391332 w 6501199"/>
              <a:gd name="connsiteY4374" fmla="*/ 1630651 h 6382977"/>
              <a:gd name="connsiteX4375" fmla="*/ 5401727 w 6501199"/>
              <a:gd name="connsiteY4375" fmla="*/ 1622865 h 6382977"/>
              <a:gd name="connsiteX4376" fmla="*/ 5408220 w 6501199"/>
              <a:gd name="connsiteY4376" fmla="*/ 1618608 h 6382977"/>
              <a:gd name="connsiteX4377" fmla="*/ 5410031 w 6501199"/>
              <a:gd name="connsiteY4377" fmla="*/ 1612904 h 6382977"/>
              <a:gd name="connsiteX4378" fmla="*/ 5412279 w 6501199"/>
              <a:gd name="connsiteY4378" fmla="*/ 1610086 h 6382977"/>
              <a:gd name="connsiteX4379" fmla="*/ 5411403 w 6501199"/>
              <a:gd name="connsiteY4379" fmla="*/ 1607699 h 6382977"/>
              <a:gd name="connsiteX4380" fmla="*/ 5407173 w 6501199"/>
              <a:gd name="connsiteY4380" fmla="*/ 1598968 h 6382977"/>
              <a:gd name="connsiteX4381" fmla="*/ 5448213 w 6501199"/>
              <a:gd name="connsiteY4381" fmla="*/ 1528404 h 6382977"/>
              <a:gd name="connsiteX4382" fmla="*/ 5452533 w 6501199"/>
              <a:gd name="connsiteY4382" fmla="*/ 1485201 h 6382977"/>
              <a:gd name="connsiteX4383" fmla="*/ 5475213 w 6501199"/>
              <a:gd name="connsiteY4383" fmla="*/ 1412476 h 6382977"/>
              <a:gd name="connsiteX4384" fmla="*/ 5495733 w 6501199"/>
              <a:gd name="connsiteY4384" fmla="*/ 1412476 h 6382977"/>
              <a:gd name="connsiteX4385" fmla="*/ 5498253 w 6501199"/>
              <a:gd name="connsiteY4385" fmla="*/ 1394114 h 6382977"/>
              <a:gd name="connsiteX4386" fmla="*/ 5527773 w 6501199"/>
              <a:gd name="connsiteY4386" fmla="*/ 1385114 h 6382977"/>
              <a:gd name="connsiteX4387" fmla="*/ 5509413 w 6501199"/>
              <a:gd name="connsiteY4387" fmla="*/ 1369273 h 6382977"/>
              <a:gd name="connsiteX4388" fmla="*/ 5529933 w 6501199"/>
              <a:gd name="connsiteY4388" fmla="*/ 1348751 h 6382977"/>
              <a:gd name="connsiteX4389" fmla="*/ 5520933 w 6501199"/>
              <a:gd name="connsiteY4389" fmla="*/ 1332550 h 6382977"/>
              <a:gd name="connsiteX4390" fmla="*/ 5543613 w 6501199"/>
              <a:gd name="connsiteY4390" fmla="*/ 1346231 h 6382977"/>
              <a:gd name="connsiteX4391" fmla="*/ 5552613 w 6501199"/>
              <a:gd name="connsiteY4391" fmla="*/ 1323550 h 6382977"/>
              <a:gd name="connsiteX4392" fmla="*/ 5548293 w 6501199"/>
              <a:gd name="connsiteY4392" fmla="*/ 1305548 h 6382977"/>
              <a:gd name="connsiteX4393" fmla="*/ 5525613 w 6501199"/>
              <a:gd name="connsiteY4393" fmla="*/ 1296188 h 6382977"/>
              <a:gd name="connsiteX4394" fmla="*/ 5543613 w 6501199"/>
              <a:gd name="connsiteY4394" fmla="*/ 1296188 h 6382977"/>
              <a:gd name="connsiteX4395" fmla="*/ 5552613 w 6501199"/>
              <a:gd name="connsiteY4395" fmla="*/ 1255505 h 6382977"/>
              <a:gd name="connsiteX4396" fmla="*/ 5575653 w 6501199"/>
              <a:gd name="connsiteY4396" fmla="*/ 1269186 h 6382977"/>
              <a:gd name="connsiteX4397" fmla="*/ 5584653 w 6501199"/>
              <a:gd name="connsiteY4397" fmla="*/ 1282867 h 6382977"/>
              <a:gd name="connsiteX4398" fmla="*/ 5577813 w 6501199"/>
              <a:gd name="connsiteY4398" fmla="*/ 1309869 h 6382977"/>
              <a:gd name="connsiteX4399" fmla="*/ 5566293 w 6501199"/>
              <a:gd name="connsiteY4399" fmla="*/ 1296188 h 6382977"/>
              <a:gd name="connsiteX4400" fmla="*/ 5570973 w 6501199"/>
              <a:gd name="connsiteY4400" fmla="*/ 1323550 h 6382977"/>
              <a:gd name="connsiteX4401" fmla="*/ 5538933 w 6501199"/>
              <a:gd name="connsiteY4401" fmla="*/ 1369273 h 6382977"/>
              <a:gd name="connsiteX4402" fmla="*/ 5542511 w 6501199"/>
              <a:gd name="connsiteY4402" fmla="*/ 1372068 h 6382977"/>
              <a:gd name="connsiteX4403" fmla="*/ 5548694 w 6501199"/>
              <a:gd name="connsiteY4403" fmla="*/ 1361765 h 6382977"/>
              <a:gd name="connsiteX4404" fmla="*/ 5569341 w 6501199"/>
              <a:gd name="connsiteY4404" fmla="*/ 1357312 h 6382977"/>
              <a:gd name="connsiteX4405" fmla="*/ 5542884 w 6501199"/>
              <a:gd name="connsiteY4405" fmla="*/ 1372360 h 6382977"/>
              <a:gd name="connsiteX4406" fmla="*/ 5550453 w 6501199"/>
              <a:gd name="connsiteY4406" fmla="*/ 1378273 h 6382977"/>
              <a:gd name="connsiteX4407" fmla="*/ 5550453 w 6501199"/>
              <a:gd name="connsiteY4407" fmla="*/ 1387274 h 6382977"/>
              <a:gd name="connsiteX4408" fmla="*/ 5532093 w 6501199"/>
              <a:gd name="connsiteY4408" fmla="*/ 1387274 h 6382977"/>
              <a:gd name="connsiteX4409" fmla="*/ 5543613 w 6501199"/>
              <a:gd name="connsiteY4409" fmla="*/ 1405635 h 6382977"/>
              <a:gd name="connsiteX4410" fmla="*/ 5525613 w 6501199"/>
              <a:gd name="connsiteY4410" fmla="*/ 1412476 h 6382977"/>
              <a:gd name="connsiteX4411" fmla="*/ 5511933 w 6501199"/>
              <a:gd name="connsiteY4411" fmla="*/ 1448838 h 6382977"/>
              <a:gd name="connsiteX4412" fmla="*/ 5525613 w 6501199"/>
              <a:gd name="connsiteY4412" fmla="*/ 1455679 h 6382977"/>
              <a:gd name="connsiteX4413" fmla="*/ 5529933 w 6501199"/>
              <a:gd name="connsiteY4413" fmla="*/ 1466839 h 6382977"/>
              <a:gd name="connsiteX4414" fmla="*/ 5516253 w 6501199"/>
              <a:gd name="connsiteY4414" fmla="*/ 1487361 h 6382977"/>
              <a:gd name="connsiteX4415" fmla="*/ 5491413 w 6501199"/>
              <a:gd name="connsiteY4415" fmla="*/ 1553605 h 6382977"/>
              <a:gd name="connsiteX4416" fmla="*/ 5518773 w 6501199"/>
              <a:gd name="connsiteY4416" fmla="*/ 1573767 h 6382977"/>
              <a:gd name="connsiteX4417" fmla="*/ 5509413 w 6501199"/>
              <a:gd name="connsiteY4417" fmla="*/ 1560086 h 6382977"/>
              <a:gd name="connsiteX4418" fmla="*/ 5525613 w 6501199"/>
              <a:gd name="connsiteY4418" fmla="*/ 1557926 h 6382977"/>
              <a:gd name="connsiteX4419" fmla="*/ 5570973 w 6501199"/>
              <a:gd name="connsiteY4419" fmla="*/ 1448838 h 6382977"/>
              <a:gd name="connsiteX4420" fmla="*/ 5573133 w 6501199"/>
              <a:gd name="connsiteY4420" fmla="*/ 1471520 h 6382977"/>
              <a:gd name="connsiteX4421" fmla="*/ 5593653 w 6501199"/>
              <a:gd name="connsiteY4421" fmla="*/ 1471520 h 6382977"/>
              <a:gd name="connsiteX4422" fmla="*/ 5579973 w 6501199"/>
              <a:gd name="connsiteY4422" fmla="*/ 1476200 h 6382977"/>
              <a:gd name="connsiteX4423" fmla="*/ 5591493 w 6501199"/>
              <a:gd name="connsiteY4423" fmla="*/ 1507882 h 6382977"/>
              <a:gd name="connsiteX4424" fmla="*/ 5570973 w 6501199"/>
              <a:gd name="connsiteY4424" fmla="*/ 1494201 h 6382977"/>
              <a:gd name="connsiteX4425" fmla="*/ 5582493 w 6501199"/>
              <a:gd name="connsiteY4425" fmla="*/ 1483041 h 6382977"/>
              <a:gd name="connsiteX4426" fmla="*/ 5559453 w 6501199"/>
              <a:gd name="connsiteY4426" fmla="*/ 1480520 h 6382977"/>
              <a:gd name="connsiteX4427" fmla="*/ 5566293 w 6501199"/>
              <a:gd name="connsiteY4427" fmla="*/ 1505722 h 6382977"/>
              <a:gd name="connsiteX4428" fmla="*/ 5582493 w 6501199"/>
              <a:gd name="connsiteY4428" fmla="*/ 1521563 h 6382977"/>
              <a:gd name="connsiteX4429" fmla="*/ 5550453 w 6501199"/>
              <a:gd name="connsiteY4429" fmla="*/ 1612649 h 6382977"/>
              <a:gd name="connsiteX4430" fmla="*/ 5568813 w 6501199"/>
              <a:gd name="connsiteY4430" fmla="*/ 1619490 h 6382977"/>
              <a:gd name="connsiteX4431" fmla="*/ 5536773 w 6501199"/>
              <a:gd name="connsiteY4431" fmla="*/ 1649012 h 6382977"/>
              <a:gd name="connsiteX4432" fmla="*/ 5532093 w 6501199"/>
              <a:gd name="connsiteY4432" fmla="*/ 1626330 h 6382977"/>
              <a:gd name="connsiteX4433" fmla="*/ 5543613 w 6501199"/>
              <a:gd name="connsiteY4433" fmla="*/ 1628491 h 6382977"/>
              <a:gd name="connsiteX4434" fmla="*/ 5529933 w 6501199"/>
              <a:gd name="connsiteY4434" fmla="*/ 1607969 h 6382977"/>
              <a:gd name="connsiteX4435" fmla="*/ 5538933 w 6501199"/>
              <a:gd name="connsiteY4435" fmla="*/ 1658013 h 6382977"/>
              <a:gd name="connsiteX4436" fmla="*/ 5527773 w 6501199"/>
              <a:gd name="connsiteY4436" fmla="*/ 1685374 h 6382977"/>
              <a:gd name="connsiteX4437" fmla="*/ 5511933 w 6501199"/>
              <a:gd name="connsiteY4437" fmla="*/ 1664853 h 6382977"/>
              <a:gd name="connsiteX4438" fmla="*/ 5509413 w 6501199"/>
              <a:gd name="connsiteY4438" fmla="*/ 1694375 h 6382977"/>
              <a:gd name="connsiteX4439" fmla="*/ 5520933 w 6501199"/>
              <a:gd name="connsiteY4439" fmla="*/ 1735418 h 6382977"/>
              <a:gd name="connsiteX4440" fmla="*/ 5509413 w 6501199"/>
              <a:gd name="connsiteY4440" fmla="*/ 1728577 h 6382977"/>
              <a:gd name="connsiteX4441" fmla="*/ 5507253 w 6501199"/>
              <a:gd name="connsiteY4441" fmla="*/ 1749099 h 6382977"/>
              <a:gd name="connsiteX4442" fmla="*/ 5489253 w 6501199"/>
              <a:gd name="connsiteY4442" fmla="*/ 1762780 h 6382977"/>
              <a:gd name="connsiteX4443" fmla="*/ 5500413 w 6501199"/>
              <a:gd name="connsiteY4443" fmla="*/ 1787621 h 6382977"/>
              <a:gd name="connsiteX4444" fmla="*/ 5484573 w 6501199"/>
              <a:gd name="connsiteY4444" fmla="*/ 1794462 h 6382977"/>
              <a:gd name="connsiteX4445" fmla="*/ 5486733 w 6501199"/>
              <a:gd name="connsiteY4445" fmla="*/ 1817503 h 6382977"/>
              <a:gd name="connsiteX4446" fmla="*/ 5475213 w 6501199"/>
              <a:gd name="connsiteY4446" fmla="*/ 1810663 h 6382977"/>
              <a:gd name="connsiteX4447" fmla="*/ 5484573 w 6501199"/>
              <a:gd name="connsiteY4447" fmla="*/ 1821824 h 6382977"/>
              <a:gd name="connsiteX4448" fmla="*/ 5473053 w 6501199"/>
              <a:gd name="connsiteY4448" fmla="*/ 1830824 h 6382977"/>
              <a:gd name="connsiteX4449" fmla="*/ 5464053 w 6501199"/>
              <a:gd name="connsiteY4449" fmla="*/ 1814983 h 6382977"/>
              <a:gd name="connsiteX4450" fmla="*/ 5475213 w 6501199"/>
              <a:gd name="connsiteY4450" fmla="*/ 1847026 h 6382977"/>
              <a:gd name="connsiteX4451" fmla="*/ 5459373 w 6501199"/>
              <a:gd name="connsiteY4451" fmla="*/ 1867187 h 6382977"/>
              <a:gd name="connsiteX4452" fmla="*/ 5443533 w 6501199"/>
              <a:gd name="connsiteY4452" fmla="*/ 1869707 h 6382977"/>
              <a:gd name="connsiteX4453" fmla="*/ 5418693 w 6501199"/>
              <a:gd name="connsiteY4453" fmla="*/ 1947112 h 6382977"/>
              <a:gd name="connsiteX4454" fmla="*/ 5398172 w 6501199"/>
              <a:gd name="connsiteY4454" fmla="*/ 1947112 h 6382977"/>
              <a:gd name="connsiteX4455" fmla="*/ 5386652 w 6501199"/>
              <a:gd name="connsiteY4455" fmla="*/ 1981315 h 6382977"/>
              <a:gd name="connsiteX4456" fmla="*/ 5384492 w 6501199"/>
              <a:gd name="connsiteY4456" fmla="*/ 2006156 h 6382977"/>
              <a:gd name="connsiteX4457" fmla="*/ 5372972 w 6501199"/>
              <a:gd name="connsiteY4457" fmla="*/ 2006156 h 6382977"/>
              <a:gd name="connsiteX4458" fmla="*/ 5352452 w 6501199"/>
              <a:gd name="connsiteY4458" fmla="*/ 2049359 h 6382977"/>
              <a:gd name="connsiteX4459" fmla="*/ 5354735 w 6501199"/>
              <a:gd name="connsiteY4459" fmla="*/ 2071448 h 6382977"/>
              <a:gd name="connsiteX4460" fmla="*/ 5355247 w 6501199"/>
              <a:gd name="connsiteY4460" fmla="*/ 2071804 h 6382977"/>
              <a:gd name="connsiteX4461" fmla="*/ 5354899 w 6501199"/>
              <a:gd name="connsiteY4461" fmla="*/ 2073029 h 6382977"/>
              <a:gd name="connsiteX4462" fmla="*/ 5355062 w 6501199"/>
              <a:gd name="connsiteY4462" fmla="*/ 2074606 h 6382977"/>
              <a:gd name="connsiteX4463" fmla="*/ 5359292 w 6501199"/>
              <a:gd name="connsiteY4463" fmla="*/ 2094723 h 6382977"/>
              <a:gd name="connsiteX4464" fmla="*/ 5309251 w 6501199"/>
              <a:gd name="connsiteY4464" fmla="*/ 2131085 h 6382977"/>
              <a:gd name="connsiteX4465" fmla="*/ 5298091 w 6501199"/>
              <a:gd name="connsiteY4465" fmla="*/ 2151606 h 6382977"/>
              <a:gd name="connsiteX4466" fmla="*/ 5295571 w 6501199"/>
              <a:gd name="connsiteY4466" fmla="*/ 2138286 h 6382977"/>
              <a:gd name="connsiteX4467" fmla="*/ 5288731 w 6501199"/>
              <a:gd name="connsiteY4467" fmla="*/ 2172128 h 6382977"/>
              <a:gd name="connsiteX4468" fmla="*/ 5304571 w 6501199"/>
              <a:gd name="connsiteY4468" fmla="*/ 2158447 h 6382977"/>
              <a:gd name="connsiteX4469" fmla="*/ 5261731 w 6501199"/>
              <a:gd name="connsiteY4469" fmla="*/ 2194809 h 6382977"/>
              <a:gd name="connsiteX4470" fmla="*/ 5270731 w 6501199"/>
              <a:gd name="connsiteY4470" fmla="*/ 2208490 h 6382977"/>
              <a:gd name="connsiteX4471" fmla="*/ 5254891 w 6501199"/>
              <a:gd name="connsiteY4471" fmla="*/ 2224691 h 6382977"/>
              <a:gd name="connsiteX4472" fmla="*/ 5267986 w 6501199"/>
              <a:gd name="connsiteY4472" fmla="*/ 2224691 h 6382977"/>
              <a:gd name="connsiteX4473" fmla="*/ 5266401 w 6501199"/>
              <a:gd name="connsiteY4473" fmla="*/ 2223500 h 6382977"/>
              <a:gd name="connsiteX4474" fmla="*/ 5281553 w 6501199"/>
              <a:gd name="connsiteY4474" fmla="*/ 2204330 h 6382977"/>
              <a:gd name="connsiteX4475" fmla="*/ 5289665 w 6501199"/>
              <a:gd name="connsiteY4475" fmla="*/ 2208092 h 6382977"/>
              <a:gd name="connsiteX4476" fmla="*/ 5294363 w 6501199"/>
              <a:gd name="connsiteY4476" fmla="*/ 2206646 h 6382977"/>
              <a:gd name="connsiteX4477" fmla="*/ 5306611 w 6501199"/>
              <a:gd name="connsiteY4477" fmla="*/ 2199654 h 6382977"/>
              <a:gd name="connsiteX4478" fmla="*/ 5284059 w 6501199"/>
              <a:gd name="connsiteY4478" fmla="*/ 2199654 h 6382977"/>
              <a:gd name="connsiteX4479" fmla="*/ 5315560 w 6501199"/>
              <a:gd name="connsiteY4479" fmla="*/ 2190662 h 6382977"/>
              <a:gd name="connsiteX4480" fmla="*/ 5320213 w 6501199"/>
              <a:gd name="connsiteY4480" fmla="*/ 2217998 h 6382977"/>
              <a:gd name="connsiteX4481" fmla="*/ 5297303 w 6501199"/>
              <a:gd name="connsiteY4481" fmla="*/ 2215885 h 6382977"/>
              <a:gd name="connsiteX4482" fmla="*/ 5293414 w 6501199"/>
              <a:gd name="connsiteY4482" fmla="*/ 2215027 h 6382977"/>
              <a:gd name="connsiteX4483" fmla="*/ 5286571 w 6501199"/>
              <a:gd name="connsiteY4483" fmla="*/ 2226852 h 6382977"/>
              <a:gd name="connsiteX4484" fmla="*/ 5277110 w 6501199"/>
              <a:gd name="connsiteY4484" fmla="*/ 2228525 h 6382977"/>
              <a:gd name="connsiteX4485" fmla="*/ 5277258 w 6501199"/>
              <a:gd name="connsiteY4485" fmla="*/ 2231665 h 6382977"/>
              <a:gd name="connsiteX4486" fmla="*/ 5273426 w 6501199"/>
              <a:gd name="connsiteY4486" fmla="*/ 2228783 h 6382977"/>
              <a:gd name="connsiteX4487" fmla="*/ 5264476 w 6501199"/>
              <a:gd name="connsiteY4487" fmla="*/ 2227977 h 6382977"/>
              <a:gd name="connsiteX4488" fmla="*/ 5252371 w 6501199"/>
              <a:gd name="connsiteY4488" fmla="*/ 2235852 h 6382977"/>
              <a:gd name="connsiteX4489" fmla="*/ 5257321 w 6501199"/>
              <a:gd name="connsiteY4489" fmla="*/ 2246248 h 6382977"/>
              <a:gd name="connsiteX4490" fmla="*/ 5259631 w 6501199"/>
              <a:gd name="connsiteY4490" fmla="*/ 2249808 h 6382977"/>
              <a:gd name="connsiteX4491" fmla="*/ 5261836 w 6501199"/>
              <a:gd name="connsiteY4491" fmla="*/ 2246704 h 6382977"/>
              <a:gd name="connsiteX4492" fmla="*/ 5275387 w 6501199"/>
              <a:gd name="connsiteY4492" fmla="*/ 2235200 h 6382977"/>
              <a:gd name="connsiteX4493" fmla="*/ 5291575 w 6501199"/>
              <a:gd name="connsiteY4493" fmla="*/ 2239917 h 6382977"/>
              <a:gd name="connsiteX4494" fmla="*/ 5293734 w 6501199"/>
              <a:gd name="connsiteY4494" fmla="*/ 2255883 h 6382977"/>
              <a:gd name="connsiteX4495" fmla="*/ 5286899 w 6501199"/>
              <a:gd name="connsiteY4495" fmla="*/ 2246811 h 6382977"/>
              <a:gd name="connsiteX4496" fmla="*/ 5271071 w 6501199"/>
              <a:gd name="connsiteY4496" fmla="*/ 2244634 h 6382977"/>
              <a:gd name="connsiteX4497" fmla="*/ 5275387 w 6501199"/>
              <a:gd name="connsiteY4497" fmla="*/ 2260600 h 6382977"/>
              <a:gd name="connsiteX4498" fmla="*/ 5300568 w 6501199"/>
              <a:gd name="connsiteY4498" fmla="*/ 2278743 h 6382977"/>
              <a:gd name="connsiteX4499" fmla="*/ 5290124 w 6501199"/>
              <a:gd name="connsiteY4499" fmla="*/ 2273957 h 6382977"/>
              <a:gd name="connsiteX4500" fmla="*/ 5284411 w 6501199"/>
              <a:gd name="connsiteY4500" fmla="*/ 2279055 h 6382977"/>
              <a:gd name="connsiteX4501" fmla="*/ 5288731 w 6501199"/>
              <a:gd name="connsiteY4501" fmla="*/ 2290576 h 6382977"/>
              <a:gd name="connsiteX4502" fmla="*/ 5320772 w 6501199"/>
              <a:gd name="connsiteY4502" fmla="*/ 2279055 h 6382977"/>
              <a:gd name="connsiteX4503" fmla="*/ 5316091 w 6501199"/>
              <a:gd name="connsiteY4503" fmla="*/ 2290576 h 6382977"/>
              <a:gd name="connsiteX4504" fmla="*/ 5341292 w 6501199"/>
              <a:gd name="connsiteY4504" fmla="*/ 2238372 h 6382977"/>
              <a:gd name="connsiteX4505" fmla="*/ 5357132 w 6501199"/>
              <a:gd name="connsiteY4505" fmla="*/ 2254213 h 6382977"/>
              <a:gd name="connsiteX4506" fmla="*/ 5366132 w 6501199"/>
              <a:gd name="connsiteY4506" fmla="*/ 2211011 h 6382977"/>
              <a:gd name="connsiteX4507" fmla="*/ 5363972 w 6501199"/>
              <a:gd name="connsiteY4507" fmla="*/ 2222171 h 6382977"/>
              <a:gd name="connsiteX4508" fmla="*/ 5384492 w 6501199"/>
              <a:gd name="connsiteY4508" fmla="*/ 2185809 h 6382977"/>
              <a:gd name="connsiteX4509" fmla="*/ 5405013 w 6501199"/>
              <a:gd name="connsiteY4509" fmla="*/ 2185809 h 6382977"/>
              <a:gd name="connsiteX4510" fmla="*/ 5400332 w 6501199"/>
              <a:gd name="connsiteY4510" fmla="*/ 2163127 h 6382977"/>
              <a:gd name="connsiteX4511" fmla="*/ 5414013 w 6501199"/>
              <a:gd name="connsiteY4511" fmla="*/ 2156287 h 6382977"/>
              <a:gd name="connsiteX4512" fmla="*/ 5423013 w 6501199"/>
              <a:gd name="connsiteY4512" fmla="*/ 2160967 h 6382977"/>
              <a:gd name="connsiteX4513" fmla="*/ 5455053 w 6501199"/>
              <a:gd name="connsiteY4513" fmla="*/ 2087882 h 6382977"/>
              <a:gd name="connsiteX4514" fmla="*/ 5475213 w 6501199"/>
              <a:gd name="connsiteY4514" fmla="*/ 2104083 h 6382977"/>
              <a:gd name="connsiteX4515" fmla="*/ 5482413 w 6501199"/>
              <a:gd name="connsiteY4515" fmla="*/ 2074561 h 6382977"/>
              <a:gd name="connsiteX4516" fmla="*/ 5466213 w 6501199"/>
              <a:gd name="connsiteY4516" fmla="*/ 2087882 h 6382977"/>
              <a:gd name="connsiteX4517" fmla="*/ 5500413 w 6501199"/>
              <a:gd name="connsiteY4517" fmla="*/ 2060880 h 6382977"/>
              <a:gd name="connsiteX4518" fmla="*/ 5477733 w 6501199"/>
              <a:gd name="connsiteY4518" fmla="*/ 2056200 h 6382977"/>
              <a:gd name="connsiteX4519" fmla="*/ 5511933 w 6501199"/>
              <a:gd name="connsiteY4519" fmla="*/ 1974474 h 6382977"/>
              <a:gd name="connsiteX4520" fmla="*/ 5509413 w 6501199"/>
              <a:gd name="connsiteY4520" fmla="*/ 1990315 h 6382977"/>
              <a:gd name="connsiteX4521" fmla="*/ 5524550 w 6501199"/>
              <a:gd name="connsiteY4521" fmla="*/ 1992239 h 6382977"/>
              <a:gd name="connsiteX4522" fmla="*/ 5526506 w 6501199"/>
              <a:gd name="connsiteY4522" fmla="*/ 1991540 h 6382977"/>
              <a:gd name="connsiteX4523" fmla="*/ 5530859 w 6501199"/>
              <a:gd name="connsiteY4523" fmla="*/ 1965456 h 6382977"/>
              <a:gd name="connsiteX4524" fmla="*/ 5530895 w 6501199"/>
              <a:gd name="connsiteY4524" fmla="*/ 1964489 h 6382977"/>
              <a:gd name="connsiteX4525" fmla="*/ 5531076 w 6501199"/>
              <a:gd name="connsiteY4525" fmla="*/ 1964153 h 6382977"/>
              <a:gd name="connsiteX4526" fmla="*/ 5537473 w 6501199"/>
              <a:gd name="connsiteY4526" fmla="*/ 1925825 h 6382977"/>
              <a:gd name="connsiteX4527" fmla="*/ 5532145 w 6501199"/>
              <a:gd name="connsiteY4527" fmla="*/ 1928454 h 6382977"/>
              <a:gd name="connsiteX4528" fmla="*/ 5536233 w 6501199"/>
              <a:gd name="connsiteY4528" fmla="*/ 1914672 h 6382977"/>
              <a:gd name="connsiteX4529" fmla="*/ 5542594 w 6501199"/>
              <a:gd name="connsiteY4529" fmla="*/ 1895141 h 6382977"/>
              <a:gd name="connsiteX4530" fmla="*/ 5544055 w 6501199"/>
              <a:gd name="connsiteY4530" fmla="*/ 1886384 h 6382977"/>
              <a:gd name="connsiteX4531" fmla="*/ 5539081 w 6501199"/>
              <a:gd name="connsiteY4531" fmla="*/ 1887807 h 6382977"/>
              <a:gd name="connsiteX4532" fmla="*/ 5543746 w 6501199"/>
              <a:gd name="connsiteY4532" fmla="*/ 1885650 h 6382977"/>
              <a:gd name="connsiteX4533" fmla="*/ 5550563 w 6501199"/>
              <a:gd name="connsiteY4533" fmla="*/ 1847191 h 6382977"/>
              <a:gd name="connsiteX4534" fmla="*/ 5550595 w 6501199"/>
              <a:gd name="connsiteY4534" fmla="*/ 1847196 h 6382977"/>
              <a:gd name="connsiteX4535" fmla="*/ 5557077 w 6501199"/>
              <a:gd name="connsiteY4535" fmla="*/ 1808358 h 6382977"/>
              <a:gd name="connsiteX4536" fmla="*/ 5570755 w 6501199"/>
              <a:gd name="connsiteY4536" fmla="*/ 1769840 h 6382977"/>
              <a:gd name="connsiteX4537" fmla="*/ 5592127 w 6501199"/>
              <a:gd name="connsiteY4537" fmla="*/ 1811823 h 6382977"/>
              <a:gd name="connsiteX4538" fmla="*/ 5593821 w 6501199"/>
              <a:gd name="connsiteY4538" fmla="*/ 1825625 h 6382977"/>
              <a:gd name="connsiteX4539" fmla="*/ 5602091 w 6501199"/>
              <a:gd name="connsiteY4539" fmla="*/ 1825625 h 6382977"/>
              <a:gd name="connsiteX4540" fmla="*/ 5603888 w 6501199"/>
              <a:gd name="connsiteY4540" fmla="*/ 1825625 h 6382977"/>
              <a:gd name="connsiteX4541" fmla="*/ 5605545 w 6501199"/>
              <a:gd name="connsiteY4541" fmla="*/ 1820716 h 6382977"/>
              <a:gd name="connsiteX4542" fmla="*/ 5605174 w 6501199"/>
              <a:gd name="connsiteY4542" fmla="*/ 1801302 h 6382977"/>
              <a:gd name="connsiteX4543" fmla="*/ 5618854 w 6501199"/>
              <a:gd name="connsiteY4543" fmla="*/ 1808143 h 6382977"/>
              <a:gd name="connsiteX4544" fmla="*/ 5650534 w 6501199"/>
              <a:gd name="connsiteY4544" fmla="*/ 1746939 h 6382977"/>
              <a:gd name="connsiteX4545" fmla="*/ 5664215 w 6501199"/>
              <a:gd name="connsiteY4545" fmla="*/ 1755939 h 6382977"/>
              <a:gd name="connsiteX4546" fmla="*/ 5671055 w 6501199"/>
              <a:gd name="connsiteY4546" fmla="*/ 1735418 h 6382977"/>
              <a:gd name="connsiteX4547" fmla="*/ 5657374 w 6501199"/>
              <a:gd name="connsiteY4547" fmla="*/ 1721737 h 6382977"/>
              <a:gd name="connsiteX4548" fmla="*/ 5668895 w 6501199"/>
              <a:gd name="connsiteY4548" fmla="*/ 1705896 h 6382977"/>
              <a:gd name="connsiteX4549" fmla="*/ 5655214 w 6501199"/>
              <a:gd name="connsiteY4549" fmla="*/ 1705896 h 6382977"/>
              <a:gd name="connsiteX4550" fmla="*/ 5658633 w 6501199"/>
              <a:gd name="connsiteY4550" fmla="*/ 1701163 h 6382977"/>
              <a:gd name="connsiteX4551" fmla="*/ 5658237 w 6501199"/>
              <a:gd name="connsiteY4551" fmla="*/ 1701182 h 6382977"/>
              <a:gd name="connsiteX4552" fmla="*/ 5652794 w 6501199"/>
              <a:gd name="connsiteY4552" fmla="*/ 1701447 h 6382977"/>
              <a:gd name="connsiteX4553" fmla="*/ 5656383 w 6501199"/>
              <a:gd name="connsiteY4553" fmla="*/ 1693328 h 6382977"/>
              <a:gd name="connsiteX4554" fmla="*/ 5667337 w 6501199"/>
              <a:gd name="connsiteY4554" fmla="*/ 1691796 h 6382977"/>
              <a:gd name="connsiteX4555" fmla="*/ 5670149 w 6501199"/>
              <a:gd name="connsiteY4555" fmla="*/ 1688885 h 6382977"/>
              <a:gd name="connsiteX4556" fmla="*/ 5675735 w 6501199"/>
              <a:gd name="connsiteY4556" fmla="*/ 1678534 h 6382977"/>
              <a:gd name="connsiteX4557" fmla="*/ 5657374 w 6501199"/>
              <a:gd name="connsiteY4557" fmla="*/ 1678534 h 6382977"/>
              <a:gd name="connsiteX4558" fmla="*/ 5709575 w 6501199"/>
              <a:gd name="connsiteY4558" fmla="*/ 1635331 h 6382977"/>
              <a:gd name="connsiteX4559" fmla="*/ 5718935 w 6501199"/>
              <a:gd name="connsiteY4559" fmla="*/ 1596448 h 6382977"/>
              <a:gd name="connsiteX4560" fmla="*/ 5727935 w 6501199"/>
              <a:gd name="connsiteY4560" fmla="*/ 1603289 h 6382977"/>
              <a:gd name="connsiteX4561" fmla="*/ 5743775 w 6501199"/>
              <a:gd name="connsiteY4561" fmla="*/ 1576287 h 6382977"/>
              <a:gd name="connsiteX4562" fmla="*/ 5709575 w 6501199"/>
              <a:gd name="connsiteY4562" fmla="*/ 1566926 h 6382977"/>
              <a:gd name="connsiteX4563" fmla="*/ 5725775 w 6501199"/>
              <a:gd name="connsiteY4563" fmla="*/ 1533084 h 6382977"/>
              <a:gd name="connsiteX4564" fmla="*/ 5738193 w 6501199"/>
              <a:gd name="connsiteY4564" fmla="*/ 1498416 h 6382977"/>
              <a:gd name="connsiteX4565" fmla="*/ 5738088 w 6501199"/>
              <a:gd name="connsiteY4565" fmla="*/ 1497582 h 6382977"/>
              <a:gd name="connsiteX4566" fmla="*/ 5739207 w 6501199"/>
              <a:gd name="connsiteY4566" fmla="*/ 1467090 h 6382977"/>
              <a:gd name="connsiteX4567" fmla="*/ 5768723 w 6501199"/>
              <a:gd name="connsiteY4567" fmla="*/ 1412731 h 6382977"/>
              <a:gd name="connsiteX4568" fmla="*/ 5764043 w 6501199"/>
              <a:gd name="connsiteY4568" fmla="*/ 1396532 h 6382977"/>
              <a:gd name="connsiteX4569" fmla="*/ 5775072 w 6501199"/>
              <a:gd name="connsiteY4569" fmla="*/ 1380175 h 6382977"/>
              <a:gd name="connsiteX4570" fmla="*/ 5779424 w 6501199"/>
              <a:gd name="connsiteY4570" fmla="*/ 1375234 h 6382977"/>
              <a:gd name="connsiteX4571" fmla="*/ 5802815 w 6501199"/>
              <a:gd name="connsiteY4571" fmla="*/ 1291867 h 6382977"/>
              <a:gd name="connsiteX4572" fmla="*/ 5802815 w 6501199"/>
              <a:gd name="connsiteY4572" fmla="*/ 1316709 h 6382977"/>
              <a:gd name="connsiteX4573" fmla="*/ 5816495 w 6501199"/>
              <a:gd name="connsiteY4573" fmla="*/ 1321389 h 6382977"/>
              <a:gd name="connsiteX4574" fmla="*/ 5819015 w 6501199"/>
              <a:gd name="connsiteY4574" fmla="*/ 1312389 h 6382977"/>
              <a:gd name="connsiteX4575" fmla="*/ 5807495 w 6501199"/>
              <a:gd name="connsiteY4575" fmla="*/ 1303028 h 6382977"/>
              <a:gd name="connsiteX4576" fmla="*/ 5816360 w 6501199"/>
              <a:gd name="connsiteY4576" fmla="*/ 1297493 h 6382977"/>
              <a:gd name="connsiteX4577" fmla="*/ 5819653 w 6501199"/>
              <a:gd name="connsiteY4577" fmla="*/ 1298066 h 6382977"/>
              <a:gd name="connsiteX4578" fmla="*/ 5819249 w 6501199"/>
              <a:gd name="connsiteY4578" fmla="*/ 1292675 h 6382977"/>
              <a:gd name="connsiteX4579" fmla="*/ 5822449 w 6501199"/>
              <a:gd name="connsiteY4579" fmla="*/ 1279435 h 6382977"/>
              <a:gd name="connsiteX4580" fmla="*/ 5822748 w 6501199"/>
              <a:gd name="connsiteY4580" fmla="*/ 1279174 h 6382977"/>
              <a:gd name="connsiteX4581" fmla="*/ 5816495 w 6501199"/>
              <a:gd name="connsiteY4581" fmla="*/ 1278186 h 6382977"/>
              <a:gd name="connsiteX4582" fmla="*/ 5782655 w 6501199"/>
              <a:gd name="connsiteY4582" fmla="*/ 1294028 h 6382977"/>
              <a:gd name="connsiteX4583" fmla="*/ 5791655 w 6501199"/>
              <a:gd name="connsiteY4583" fmla="*/ 1273506 h 6382977"/>
              <a:gd name="connsiteX4584" fmla="*/ 5807495 w 6501199"/>
              <a:gd name="connsiteY4584" fmla="*/ 1278186 h 6382977"/>
              <a:gd name="connsiteX4585" fmla="*/ 5819015 w 6501199"/>
              <a:gd name="connsiteY4585" fmla="*/ 1219142 h 6382977"/>
              <a:gd name="connsiteX4586" fmla="*/ 5821175 w 6501199"/>
              <a:gd name="connsiteY4586" fmla="*/ 1207622 h 6382977"/>
              <a:gd name="connsiteX4587" fmla="*/ 5834855 w 6501199"/>
              <a:gd name="connsiteY4587" fmla="*/ 1187100 h 6382977"/>
              <a:gd name="connsiteX4588" fmla="*/ 5838275 w 6501199"/>
              <a:gd name="connsiteY4588" fmla="*/ 1203931 h 6382977"/>
              <a:gd name="connsiteX4589" fmla="*/ 5841485 w 6501199"/>
              <a:gd name="connsiteY4589" fmla="*/ 1218207 h 6382977"/>
              <a:gd name="connsiteX4590" fmla="*/ 5843906 w 6501199"/>
              <a:gd name="connsiteY4590" fmla="*/ 1209023 h 6382977"/>
              <a:gd name="connsiteX4591" fmla="*/ 5854080 w 6501199"/>
              <a:gd name="connsiteY4591" fmla="*/ 1194580 h 6382977"/>
              <a:gd name="connsiteX4592" fmla="*/ 5854205 w 6501199"/>
              <a:gd name="connsiteY4592" fmla="*/ 1193671 h 6382977"/>
              <a:gd name="connsiteX4593" fmla="*/ 5853215 w 6501199"/>
              <a:gd name="connsiteY4593" fmla="*/ 1166579 h 6382977"/>
              <a:gd name="connsiteX4594" fmla="*/ 5869056 w 6501199"/>
              <a:gd name="connsiteY4594" fmla="*/ 1143897 h 6382977"/>
              <a:gd name="connsiteX4595" fmla="*/ 5898576 w 6501199"/>
              <a:gd name="connsiteY4595" fmla="*/ 1157578 h 6382977"/>
              <a:gd name="connsiteX4596" fmla="*/ 5893896 w 6501199"/>
              <a:gd name="connsiteY4596" fmla="*/ 1123376 h 6382977"/>
              <a:gd name="connsiteX4597" fmla="*/ 5873376 w 6501199"/>
              <a:gd name="connsiteY4597" fmla="*/ 1112215 h 6382977"/>
              <a:gd name="connsiteX4598" fmla="*/ 5896416 w 6501199"/>
              <a:gd name="connsiteY4598" fmla="*/ 1091694 h 6382977"/>
              <a:gd name="connsiteX4599" fmla="*/ 5921256 w 6501199"/>
              <a:gd name="connsiteY4599" fmla="*/ 1098534 h 6382977"/>
              <a:gd name="connsiteX4600" fmla="*/ 5923417 w 6501199"/>
              <a:gd name="connsiteY4600" fmla="*/ 1125896 h 6382977"/>
              <a:gd name="connsiteX4601" fmla="*/ 5905394 w 6501199"/>
              <a:gd name="connsiteY4601" fmla="*/ 1179816 h 6382977"/>
              <a:gd name="connsiteX4602" fmla="*/ 5900701 w 6501199"/>
              <a:gd name="connsiteY4602" fmla="*/ 1194247 h 6382977"/>
              <a:gd name="connsiteX4603" fmla="*/ 5899938 w 6501199"/>
              <a:gd name="connsiteY4603" fmla="*/ 1198865 h 6382977"/>
              <a:gd name="connsiteX4604" fmla="*/ 5911979 w 6501199"/>
              <a:gd name="connsiteY4604" fmla="*/ 1207898 h 6382977"/>
              <a:gd name="connsiteX4605" fmla="*/ 5907385 w 6501199"/>
              <a:gd name="connsiteY4605" fmla="*/ 1213224 h 6382977"/>
              <a:gd name="connsiteX4606" fmla="*/ 5905326 w 6501199"/>
              <a:gd name="connsiteY4606" fmla="*/ 1224588 h 6382977"/>
              <a:gd name="connsiteX4607" fmla="*/ 5898576 w 6501199"/>
              <a:gd name="connsiteY4607" fmla="*/ 1248664 h 6382977"/>
              <a:gd name="connsiteX4608" fmla="*/ 5910096 w 6501199"/>
              <a:gd name="connsiteY4608" fmla="*/ 1248664 h 6382977"/>
              <a:gd name="connsiteX4609" fmla="*/ 5901642 w 6501199"/>
              <a:gd name="connsiteY4609" fmla="*/ 1265878 h 6382977"/>
              <a:gd name="connsiteX4610" fmla="*/ 5899764 w 6501199"/>
              <a:gd name="connsiteY4610" fmla="*/ 1267204 h 6382977"/>
              <a:gd name="connsiteX4611" fmla="*/ 5899871 w 6501199"/>
              <a:gd name="connsiteY4611" fmla="*/ 1268416 h 6382977"/>
              <a:gd name="connsiteX4612" fmla="*/ 5896047 w 6501199"/>
              <a:gd name="connsiteY4612" fmla="*/ 1285358 h 6382977"/>
              <a:gd name="connsiteX4613" fmla="*/ 5903256 w 6501199"/>
              <a:gd name="connsiteY4613" fmla="*/ 1291867 h 6382977"/>
              <a:gd name="connsiteX4614" fmla="*/ 5900736 w 6501199"/>
              <a:gd name="connsiteY4614" fmla="*/ 1316709 h 6382977"/>
              <a:gd name="connsiteX4615" fmla="*/ 5889576 w 6501199"/>
              <a:gd name="connsiteY4615" fmla="*/ 1321389 h 6382977"/>
              <a:gd name="connsiteX4616" fmla="*/ 5896416 w 6501199"/>
              <a:gd name="connsiteY4616" fmla="*/ 1344071 h 6382977"/>
              <a:gd name="connsiteX4617" fmla="*/ 5888316 w 6501199"/>
              <a:gd name="connsiteY4617" fmla="*/ 1319162 h 6382977"/>
              <a:gd name="connsiteX4618" fmla="*/ 5888969 w 6501199"/>
              <a:gd name="connsiteY4618" fmla="*/ 1313229 h 6382977"/>
              <a:gd name="connsiteX4619" fmla="*/ 5873314 w 6501199"/>
              <a:gd name="connsiteY4619" fmla="*/ 1349222 h 6382977"/>
              <a:gd name="connsiteX4620" fmla="*/ 5866210 w 6501199"/>
              <a:gd name="connsiteY4620" fmla="*/ 1362587 h 6382977"/>
              <a:gd name="connsiteX4621" fmla="*/ 5869056 w 6501199"/>
              <a:gd name="connsiteY4621" fmla="*/ 1366753 h 6382977"/>
              <a:gd name="connsiteX4622" fmla="*/ 5862598 w 6501199"/>
              <a:gd name="connsiteY4622" fmla="*/ 1369380 h 6382977"/>
              <a:gd name="connsiteX4623" fmla="*/ 5855151 w 6501199"/>
              <a:gd name="connsiteY4623" fmla="*/ 1383390 h 6382977"/>
              <a:gd name="connsiteX4624" fmla="*/ 5856950 w 6501199"/>
              <a:gd name="connsiteY4624" fmla="*/ 1386329 h 6382977"/>
              <a:gd name="connsiteX4625" fmla="*/ 5859696 w 6501199"/>
              <a:gd name="connsiteY4625" fmla="*/ 1396275 h 6382977"/>
              <a:gd name="connsiteX4626" fmla="*/ 5847320 w 6501199"/>
              <a:gd name="connsiteY4626" fmla="*/ 1401495 h 6382977"/>
              <a:gd name="connsiteX4627" fmla="*/ 5843645 w 6501199"/>
              <a:gd name="connsiteY4627" fmla="*/ 1403664 h 6382977"/>
              <a:gd name="connsiteX4628" fmla="*/ 5841833 w 6501199"/>
              <a:gd name="connsiteY4628" fmla="*/ 1406806 h 6382977"/>
              <a:gd name="connsiteX4629" fmla="*/ 5841695 w 6501199"/>
              <a:gd name="connsiteY4629" fmla="*/ 1409956 h 6382977"/>
              <a:gd name="connsiteX4630" fmla="*/ 5871216 w 6501199"/>
              <a:gd name="connsiteY4630" fmla="*/ 1416796 h 6382977"/>
              <a:gd name="connsiteX4631" fmla="*/ 5839535 w 6501199"/>
              <a:gd name="connsiteY4631" fmla="*/ 1435157 h 6382977"/>
              <a:gd name="connsiteX4632" fmla="*/ 5850695 w 6501199"/>
              <a:gd name="connsiteY4632" fmla="*/ 1457839 h 6382977"/>
              <a:gd name="connsiteX4633" fmla="*/ 5866536 w 6501199"/>
              <a:gd name="connsiteY4633" fmla="*/ 1432637 h 6382977"/>
              <a:gd name="connsiteX4634" fmla="*/ 5850695 w 6501199"/>
              <a:gd name="connsiteY4634" fmla="*/ 1480520 h 6382977"/>
              <a:gd name="connsiteX4635" fmla="*/ 5848535 w 6501199"/>
              <a:gd name="connsiteY4635" fmla="*/ 1537404 h 6382977"/>
              <a:gd name="connsiteX4636" fmla="*/ 5900736 w 6501199"/>
              <a:gd name="connsiteY4636" fmla="*/ 1496361 h 6382977"/>
              <a:gd name="connsiteX4637" fmla="*/ 5898576 w 6501199"/>
              <a:gd name="connsiteY4637" fmla="*/ 1478360 h 6382977"/>
              <a:gd name="connsiteX4638" fmla="*/ 5884896 w 6501199"/>
              <a:gd name="connsiteY4638" fmla="*/ 1478360 h 6382977"/>
              <a:gd name="connsiteX4639" fmla="*/ 5875896 w 6501199"/>
              <a:gd name="connsiteY4639" fmla="*/ 1444158 h 6382977"/>
              <a:gd name="connsiteX4640" fmla="*/ 5891736 w 6501199"/>
              <a:gd name="connsiteY4640" fmla="*/ 1455679 h 6382977"/>
              <a:gd name="connsiteX4641" fmla="*/ 5898576 w 6501199"/>
              <a:gd name="connsiteY4641" fmla="*/ 1441998 h 6382977"/>
              <a:gd name="connsiteX4642" fmla="*/ 5889576 w 6501199"/>
              <a:gd name="connsiteY4642" fmla="*/ 1428317 h 6382977"/>
              <a:gd name="connsiteX4643" fmla="*/ 5907576 w 6501199"/>
              <a:gd name="connsiteY4643" fmla="*/ 1405635 h 6382977"/>
              <a:gd name="connsiteX4644" fmla="*/ 5916936 w 6501199"/>
              <a:gd name="connsiteY4644" fmla="*/ 1432637 h 6382977"/>
              <a:gd name="connsiteX4645" fmla="*/ 5925937 w 6501199"/>
              <a:gd name="connsiteY4645" fmla="*/ 1416796 h 6382977"/>
              <a:gd name="connsiteX4646" fmla="*/ 5912256 w 6501199"/>
              <a:gd name="connsiteY4646" fmla="*/ 1398795 h 6382977"/>
              <a:gd name="connsiteX4647" fmla="*/ 5900736 w 6501199"/>
              <a:gd name="connsiteY4647" fmla="*/ 1403115 h 6382977"/>
              <a:gd name="connsiteX4648" fmla="*/ 5919096 w 6501199"/>
              <a:gd name="connsiteY4648" fmla="*/ 1350911 h 6382977"/>
              <a:gd name="connsiteX4649" fmla="*/ 5923417 w 6501199"/>
              <a:gd name="connsiteY4649" fmla="*/ 1246144 h 6382977"/>
              <a:gd name="connsiteX4650" fmla="*/ 5946457 w 6501199"/>
              <a:gd name="connsiteY4650" fmla="*/ 1262345 h 6382977"/>
              <a:gd name="connsiteX4651" fmla="*/ 5930257 w 6501199"/>
              <a:gd name="connsiteY4651" fmla="*/ 1314549 h 6382977"/>
              <a:gd name="connsiteX4652" fmla="*/ 5916936 w 6501199"/>
              <a:gd name="connsiteY4652" fmla="*/ 1344071 h 6382977"/>
              <a:gd name="connsiteX4653" fmla="*/ 5939617 w 6501199"/>
              <a:gd name="connsiteY4653" fmla="*/ 1330390 h 6382977"/>
              <a:gd name="connsiteX4654" fmla="*/ 5932777 w 6501199"/>
              <a:gd name="connsiteY4654" fmla="*/ 1296188 h 6382977"/>
              <a:gd name="connsiteX4655" fmla="*/ 5955457 w 6501199"/>
              <a:gd name="connsiteY4655" fmla="*/ 1252985 h 6382977"/>
              <a:gd name="connsiteX4656" fmla="*/ 5969137 w 6501199"/>
              <a:gd name="connsiteY4656" fmla="*/ 1262345 h 6382977"/>
              <a:gd name="connsiteX4657" fmla="*/ 5980297 w 6501199"/>
              <a:gd name="connsiteY4657" fmla="*/ 1252985 h 6382977"/>
              <a:gd name="connsiteX4658" fmla="*/ 5969137 w 6501199"/>
              <a:gd name="connsiteY4658" fmla="*/ 1232463 h 6382977"/>
              <a:gd name="connsiteX4659" fmla="*/ 5957617 w 6501199"/>
              <a:gd name="connsiteY4659" fmla="*/ 1237144 h 6382977"/>
              <a:gd name="connsiteX4660" fmla="*/ 5975977 w 6501199"/>
              <a:gd name="connsiteY4660" fmla="*/ 1202941 h 6382977"/>
              <a:gd name="connsiteX4661" fmla="*/ 5989657 w 6501199"/>
              <a:gd name="connsiteY4661" fmla="*/ 1212302 h 6382977"/>
              <a:gd name="connsiteX4662" fmla="*/ 5975977 w 6501199"/>
              <a:gd name="connsiteY4662" fmla="*/ 1182420 h 6382977"/>
              <a:gd name="connsiteX4663" fmla="*/ 6010177 w 6501199"/>
              <a:gd name="connsiteY4663" fmla="*/ 1148578 h 6382977"/>
              <a:gd name="connsiteX4664" fmla="*/ 6026017 w 6501199"/>
              <a:gd name="connsiteY4664" fmla="*/ 1109695 h 6382977"/>
              <a:gd name="connsiteX4665" fmla="*/ 6039697 w 6501199"/>
              <a:gd name="connsiteY4665" fmla="*/ 1119056 h 6382977"/>
              <a:gd name="connsiteX4666" fmla="*/ 6041857 w 6501199"/>
              <a:gd name="connsiteY4666" fmla="*/ 1096014 h 6382977"/>
              <a:gd name="connsiteX4667" fmla="*/ 6059857 w 6501199"/>
              <a:gd name="connsiteY4667" fmla="*/ 1087013 h 6382977"/>
              <a:gd name="connsiteX4668" fmla="*/ 6064537 w 6501199"/>
              <a:gd name="connsiteY4668" fmla="*/ 1068652 h 6382977"/>
              <a:gd name="connsiteX4669" fmla="*/ 6050857 w 6501199"/>
              <a:gd name="connsiteY4669" fmla="*/ 1082333 h 6382977"/>
              <a:gd name="connsiteX4670" fmla="*/ 6037177 w 6501199"/>
              <a:gd name="connsiteY4670" fmla="*/ 1068652 h 6382977"/>
              <a:gd name="connsiteX4671" fmla="*/ 6039697 w 6501199"/>
              <a:gd name="connsiteY4671" fmla="*/ 1050651 h 6382977"/>
              <a:gd name="connsiteX4672" fmla="*/ 6062377 w 6501199"/>
              <a:gd name="connsiteY4672" fmla="*/ 1039130 h 6382977"/>
              <a:gd name="connsiteX4673" fmla="*/ 6057697 w 6501199"/>
              <a:gd name="connsiteY4673" fmla="*/ 1064332 h 6382977"/>
              <a:gd name="connsiteX4674" fmla="*/ 6087217 w 6501199"/>
              <a:gd name="connsiteY4674" fmla="*/ 1048491 h 6382977"/>
              <a:gd name="connsiteX4675" fmla="*/ 6091897 w 6501199"/>
              <a:gd name="connsiteY4675" fmla="*/ 1012128 h 6382977"/>
              <a:gd name="connsiteX4676" fmla="*/ 6105577 w 6501199"/>
              <a:gd name="connsiteY4676" fmla="*/ 1030129 h 6382977"/>
              <a:gd name="connsiteX4677" fmla="*/ 6094057 w 6501199"/>
              <a:gd name="connsiteY4677" fmla="*/ 1062172 h 6382977"/>
              <a:gd name="connsiteX4678" fmla="*/ 6100897 w 6501199"/>
              <a:gd name="connsiteY4678" fmla="*/ 1064332 h 6382977"/>
              <a:gd name="connsiteX4679" fmla="*/ 6105577 w 6501199"/>
              <a:gd name="connsiteY4679" fmla="*/ 1112215 h 6382977"/>
              <a:gd name="connsiteX4680" fmla="*/ 6087217 w 6501199"/>
              <a:gd name="connsiteY4680" fmla="*/ 1123376 h 6382977"/>
              <a:gd name="connsiteX4681" fmla="*/ 6080737 w 6501199"/>
              <a:gd name="connsiteY4681" fmla="*/ 1159738 h 6382977"/>
              <a:gd name="connsiteX4682" fmla="*/ 6085057 w 6501199"/>
              <a:gd name="connsiteY4682" fmla="*/ 1141737 h 6382977"/>
              <a:gd name="connsiteX4683" fmla="*/ 6059857 w 6501199"/>
              <a:gd name="connsiteY4683" fmla="*/ 1130216 h 6382977"/>
              <a:gd name="connsiteX4684" fmla="*/ 6071377 w 6501199"/>
              <a:gd name="connsiteY4684" fmla="*/ 1143897 h 6382977"/>
              <a:gd name="connsiteX4685" fmla="*/ 6067057 w 6501199"/>
              <a:gd name="connsiteY4685" fmla="*/ 1168739 h 6382977"/>
              <a:gd name="connsiteX4686" fmla="*/ 6048697 w 6501199"/>
              <a:gd name="connsiteY4686" fmla="*/ 1173419 h 6382977"/>
              <a:gd name="connsiteX4687" fmla="*/ 6062377 w 6501199"/>
              <a:gd name="connsiteY4687" fmla="*/ 1202941 h 6382977"/>
              <a:gd name="connsiteX4688" fmla="*/ 6085057 w 6501199"/>
              <a:gd name="connsiteY4688" fmla="*/ 1212302 h 6382977"/>
              <a:gd name="connsiteX4689" fmla="*/ 6071377 w 6501199"/>
              <a:gd name="connsiteY4689" fmla="*/ 1259825 h 6382977"/>
              <a:gd name="connsiteX4690" fmla="*/ 6062377 w 6501199"/>
              <a:gd name="connsiteY4690" fmla="*/ 1248664 h 6382977"/>
              <a:gd name="connsiteX4691" fmla="*/ 6057697 w 6501199"/>
              <a:gd name="connsiteY4691" fmla="*/ 1282867 h 6382977"/>
              <a:gd name="connsiteX4692" fmla="*/ 6039697 w 6501199"/>
              <a:gd name="connsiteY4692" fmla="*/ 1321389 h 6382977"/>
              <a:gd name="connsiteX4693" fmla="*/ 6010177 w 6501199"/>
              <a:gd name="connsiteY4693" fmla="*/ 1330390 h 6382977"/>
              <a:gd name="connsiteX4694" fmla="*/ 6028177 w 6501199"/>
              <a:gd name="connsiteY4694" fmla="*/ 1355592 h 6382977"/>
              <a:gd name="connsiteX4695" fmla="*/ 6019177 w 6501199"/>
              <a:gd name="connsiteY4695" fmla="*/ 1371433 h 6382977"/>
              <a:gd name="connsiteX4696" fmla="*/ 6007657 w 6501199"/>
              <a:gd name="connsiteY4696" fmla="*/ 1366753 h 6382977"/>
              <a:gd name="connsiteX4697" fmla="*/ 6012337 w 6501199"/>
              <a:gd name="connsiteY4697" fmla="*/ 1382954 h 6382977"/>
              <a:gd name="connsiteX4698" fmla="*/ 5989657 w 6501199"/>
              <a:gd name="connsiteY4698" fmla="*/ 1385114 h 6382977"/>
              <a:gd name="connsiteX4699" fmla="*/ 5993977 w 6501199"/>
              <a:gd name="connsiteY4699" fmla="*/ 1421476 h 6382977"/>
              <a:gd name="connsiteX4700" fmla="*/ 6014497 w 6501199"/>
              <a:gd name="connsiteY4700" fmla="*/ 1391954 h 6382977"/>
              <a:gd name="connsiteX4701" fmla="*/ 6000817 w 6501199"/>
              <a:gd name="connsiteY4701" fmla="*/ 1450998 h 6382977"/>
              <a:gd name="connsiteX4702" fmla="*/ 6032857 w 6501199"/>
              <a:gd name="connsiteY4702" fmla="*/ 1380433 h 6382977"/>
              <a:gd name="connsiteX4703" fmla="*/ 6019177 w 6501199"/>
              <a:gd name="connsiteY4703" fmla="*/ 1382954 h 6382977"/>
              <a:gd name="connsiteX4704" fmla="*/ 6037177 w 6501199"/>
              <a:gd name="connsiteY4704" fmla="*/ 1366753 h 6382977"/>
              <a:gd name="connsiteX4705" fmla="*/ 6055537 w 6501199"/>
              <a:gd name="connsiteY4705" fmla="*/ 1376113 h 6382977"/>
              <a:gd name="connsiteX4706" fmla="*/ 6032857 w 6501199"/>
              <a:gd name="connsiteY4706" fmla="*/ 1448838 h 6382977"/>
              <a:gd name="connsiteX4707" fmla="*/ 6028177 w 6501199"/>
              <a:gd name="connsiteY4707" fmla="*/ 1462519 h 6382977"/>
              <a:gd name="connsiteX4708" fmla="*/ 6005497 w 6501199"/>
              <a:gd name="connsiteY4708" fmla="*/ 1459999 h 6382977"/>
              <a:gd name="connsiteX4709" fmla="*/ 6000817 w 6501199"/>
              <a:gd name="connsiteY4709" fmla="*/ 1483041 h 6382977"/>
              <a:gd name="connsiteX4710" fmla="*/ 6019177 w 6501199"/>
              <a:gd name="connsiteY4710" fmla="*/ 1473680 h 6382977"/>
              <a:gd name="connsiteX4711" fmla="*/ 6010177 w 6501199"/>
              <a:gd name="connsiteY4711" fmla="*/ 1489881 h 6382977"/>
              <a:gd name="connsiteX4712" fmla="*/ 6026017 w 6501199"/>
              <a:gd name="connsiteY4712" fmla="*/ 1512563 h 6382977"/>
              <a:gd name="connsiteX4713" fmla="*/ 6044017 w 6501199"/>
              <a:gd name="connsiteY4713" fmla="*/ 1512563 h 6382977"/>
              <a:gd name="connsiteX4714" fmla="*/ 6053377 w 6501199"/>
              <a:gd name="connsiteY4714" fmla="*/ 1535244 h 6382977"/>
              <a:gd name="connsiteX4715" fmla="*/ 6026017 w 6501199"/>
              <a:gd name="connsiteY4715" fmla="*/ 1530564 h 6382977"/>
              <a:gd name="connsiteX4716" fmla="*/ 6021337 w 6501199"/>
              <a:gd name="connsiteY4716" fmla="*/ 1569446 h 6382977"/>
              <a:gd name="connsiteX4717" fmla="*/ 6010177 w 6501199"/>
              <a:gd name="connsiteY4717" fmla="*/ 1557926 h 6382977"/>
              <a:gd name="connsiteX4718" fmla="*/ 5989657 w 6501199"/>
              <a:gd name="connsiteY4718" fmla="*/ 1571607 h 6382977"/>
              <a:gd name="connsiteX4719" fmla="*/ 5973457 w 6501199"/>
              <a:gd name="connsiteY4719" fmla="*/ 1596448 h 6382977"/>
              <a:gd name="connsiteX4720" fmla="*/ 5991817 w 6501199"/>
              <a:gd name="connsiteY4720" fmla="*/ 1621650 h 6382977"/>
              <a:gd name="connsiteX4721" fmla="*/ 5962297 w 6501199"/>
              <a:gd name="connsiteY4721" fmla="*/ 1628491 h 6382977"/>
              <a:gd name="connsiteX4722" fmla="*/ 5969137 w 6501199"/>
              <a:gd name="connsiteY4722" fmla="*/ 1667013 h 6382977"/>
              <a:gd name="connsiteX4723" fmla="*/ 5953297 w 6501199"/>
              <a:gd name="connsiteY4723" fmla="*/ 1680694 h 6382977"/>
              <a:gd name="connsiteX4724" fmla="*/ 6005497 w 6501199"/>
              <a:gd name="connsiteY4724" fmla="*/ 1635331 h 6382977"/>
              <a:gd name="connsiteX4725" fmla="*/ 5980297 w 6501199"/>
              <a:gd name="connsiteY4725" fmla="*/ 1678534 h 6382977"/>
              <a:gd name="connsiteX4726" fmla="*/ 6035017 w 6501199"/>
              <a:gd name="connsiteY4726" fmla="*/ 1701216 h 6382977"/>
              <a:gd name="connsiteX4727" fmla="*/ 6014497 w 6501199"/>
              <a:gd name="connsiteY4727" fmla="*/ 1776461 h 6382977"/>
              <a:gd name="connsiteX4728" fmla="*/ 6003337 w 6501199"/>
              <a:gd name="connsiteY4728" fmla="*/ 1742258 h 6382977"/>
              <a:gd name="connsiteX4729" fmla="*/ 5972692 w 6501199"/>
              <a:gd name="connsiteY4729" fmla="*/ 1778396 h 6382977"/>
              <a:gd name="connsiteX4730" fmla="*/ 5969085 w 6501199"/>
              <a:gd name="connsiteY4730" fmla="*/ 1787749 h 6382977"/>
              <a:gd name="connsiteX4731" fmla="*/ 6007364 w 6501199"/>
              <a:gd name="connsiteY4731" fmla="*/ 1817718 h 6382977"/>
              <a:gd name="connsiteX4732" fmla="*/ 6029303 w 6501199"/>
              <a:gd name="connsiteY4732" fmla="*/ 1840862 h 6382977"/>
              <a:gd name="connsiteX4733" fmla="*/ 6046537 w 6501199"/>
              <a:gd name="connsiteY4733" fmla="*/ 1817503 h 6382977"/>
              <a:gd name="connsiteX4734" fmla="*/ 6055537 w 6501199"/>
              <a:gd name="connsiteY4734" fmla="*/ 1803823 h 6382977"/>
              <a:gd name="connsiteX4735" fmla="*/ 6082897 w 6501199"/>
              <a:gd name="connsiteY4735" fmla="*/ 1740098 h 6382977"/>
              <a:gd name="connsiteX4736" fmla="*/ 6091042 w 6501199"/>
              <a:gd name="connsiteY4736" fmla="*/ 1711296 h 6382977"/>
              <a:gd name="connsiteX4737" fmla="*/ 6096182 w 6501199"/>
              <a:gd name="connsiteY4737" fmla="*/ 1706887 h 6382977"/>
              <a:gd name="connsiteX4738" fmla="*/ 6098948 w 6501199"/>
              <a:gd name="connsiteY4738" fmla="*/ 1681162 h 6382977"/>
              <a:gd name="connsiteX4739" fmla="*/ 6103108 w 6501199"/>
              <a:gd name="connsiteY4739" fmla="*/ 1700946 h 6382977"/>
              <a:gd name="connsiteX4740" fmla="*/ 6104210 w 6501199"/>
              <a:gd name="connsiteY4740" fmla="*/ 1700000 h 6382977"/>
              <a:gd name="connsiteX4741" fmla="*/ 6114577 w 6501199"/>
              <a:gd name="connsiteY4741" fmla="*/ 1694375 h 6382977"/>
              <a:gd name="connsiteX4742" fmla="*/ 6114577 w 6501199"/>
              <a:gd name="connsiteY4742" fmla="*/ 1708056 h 6382977"/>
              <a:gd name="connsiteX4743" fmla="*/ 6121418 w 6501199"/>
              <a:gd name="connsiteY4743" fmla="*/ 1683214 h 6382977"/>
              <a:gd name="connsiteX4744" fmla="*/ 6112417 w 6501199"/>
              <a:gd name="connsiteY4744" fmla="*/ 1680694 h 6382977"/>
              <a:gd name="connsiteX4745" fmla="*/ 6119258 w 6501199"/>
              <a:gd name="connsiteY4745" fmla="*/ 1642171 h 6382977"/>
              <a:gd name="connsiteX4746" fmla="*/ 6126098 w 6501199"/>
              <a:gd name="connsiteY4746" fmla="*/ 1701216 h 6382977"/>
              <a:gd name="connsiteX4747" fmla="*/ 6121418 w 6501199"/>
              <a:gd name="connsiteY4747" fmla="*/ 1753779 h 6382977"/>
              <a:gd name="connsiteX4748" fmla="*/ 6100897 w 6501199"/>
              <a:gd name="connsiteY4748" fmla="*/ 1767100 h 6382977"/>
              <a:gd name="connsiteX4749" fmla="*/ 6099749 w 6501199"/>
              <a:gd name="connsiteY4749" fmla="*/ 1760179 h 6382977"/>
              <a:gd name="connsiteX4750" fmla="*/ 6092253 w 6501199"/>
              <a:gd name="connsiteY4750" fmla="*/ 1760179 h 6382977"/>
              <a:gd name="connsiteX4751" fmla="*/ 6081322 w 6501199"/>
              <a:gd name="connsiteY4751" fmla="*/ 1798962 h 6382977"/>
              <a:gd name="connsiteX4752" fmla="*/ 6087217 w 6501199"/>
              <a:gd name="connsiteY4752" fmla="*/ 1835505 h 6382977"/>
              <a:gd name="connsiteX4753" fmla="*/ 6059857 w 6501199"/>
              <a:gd name="connsiteY4753" fmla="*/ 1837665 h 6382977"/>
              <a:gd name="connsiteX4754" fmla="*/ 6056932 w 6501199"/>
              <a:gd name="connsiteY4754" fmla="*/ 1866197 h 6382977"/>
              <a:gd name="connsiteX4755" fmla="*/ 6053633 w 6501199"/>
              <a:gd name="connsiteY4755" fmla="*/ 1870372 h 6382977"/>
              <a:gd name="connsiteX4756" fmla="*/ 6075753 w 6501199"/>
              <a:gd name="connsiteY4756" fmla="*/ 1913115 h 6382977"/>
              <a:gd name="connsiteX4757" fmla="*/ 6040091 w 6501199"/>
              <a:gd name="connsiteY4757" fmla="*/ 1957731 h 6382977"/>
              <a:gd name="connsiteX4758" fmla="*/ 6004049 w 6501199"/>
              <a:gd name="connsiteY4758" fmla="*/ 1984225 h 6382977"/>
              <a:gd name="connsiteX4759" fmla="*/ 6000817 w 6501199"/>
              <a:gd name="connsiteY4759" fmla="*/ 1992476 h 6382977"/>
              <a:gd name="connsiteX4760" fmla="*/ 5980297 w 6501199"/>
              <a:gd name="connsiteY4760" fmla="*/ 1999316 h 6382977"/>
              <a:gd name="connsiteX4761" fmla="*/ 5980297 w 6501199"/>
              <a:gd name="connsiteY4761" fmla="*/ 2033518 h 6382977"/>
              <a:gd name="connsiteX4762" fmla="*/ 5969362 w 6501199"/>
              <a:gd name="connsiteY4762" fmla="*/ 2021593 h 6382977"/>
              <a:gd name="connsiteX4763" fmla="*/ 5960452 w 6501199"/>
              <a:gd name="connsiteY4763" fmla="*/ 2007244 h 6382977"/>
              <a:gd name="connsiteX4764" fmla="*/ 5958310 w 6501199"/>
              <a:gd name="connsiteY4764" fmla="*/ 2008247 h 6382977"/>
              <a:gd name="connsiteX4765" fmla="*/ 5952577 w 6501199"/>
              <a:gd name="connsiteY4765" fmla="*/ 2016417 h 6382977"/>
              <a:gd name="connsiteX4766" fmla="*/ 5948617 w 6501199"/>
              <a:gd name="connsiteY4766" fmla="*/ 2026678 h 6382977"/>
              <a:gd name="connsiteX4767" fmla="*/ 5946457 w 6501199"/>
              <a:gd name="connsiteY4767" fmla="*/ 2051520 h 6382977"/>
              <a:gd name="connsiteX4768" fmla="*/ 5955457 w 6501199"/>
              <a:gd name="connsiteY4768" fmla="*/ 2069881 h 6382977"/>
              <a:gd name="connsiteX4769" fmla="*/ 5962297 w 6501199"/>
              <a:gd name="connsiteY4769" fmla="*/ 2072041 h 6382977"/>
              <a:gd name="connsiteX4770" fmla="*/ 5939617 w 6501199"/>
              <a:gd name="connsiteY4770" fmla="*/ 2069881 h 6382977"/>
              <a:gd name="connsiteX4771" fmla="*/ 5932777 w 6501199"/>
              <a:gd name="connsiteY4771" fmla="*/ 2119924 h 6382977"/>
              <a:gd name="connsiteX4772" fmla="*/ 5921256 w 6501199"/>
              <a:gd name="connsiteY4772" fmla="*/ 2106243 h 6382977"/>
              <a:gd name="connsiteX4773" fmla="*/ 5921256 w 6501199"/>
              <a:gd name="connsiteY4773" fmla="*/ 2163127 h 6382977"/>
              <a:gd name="connsiteX4774" fmla="*/ 5900736 w 6501199"/>
              <a:gd name="connsiteY4774" fmla="*/ 2158447 h 6382977"/>
              <a:gd name="connsiteX4775" fmla="*/ 5898576 w 6501199"/>
              <a:gd name="connsiteY4775" fmla="*/ 2122084 h 6382977"/>
              <a:gd name="connsiteX4776" fmla="*/ 5889576 w 6501199"/>
              <a:gd name="connsiteY4776" fmla="*/ 2185809 h 6382977"/>
              <a:gd name="connsiteX4777" fmla="*/ 5873376 w 6501199"/>
              <a:gd name="connsiteY4777" fmla="*/ 2190489 h 6382977"/>
              <a:gd name="connsiteX4778" fmla="*/ 5878056 w 6501199"/>
              <a:gd name="connsiteY4778" fmla="*/ 2215331 h 6382977"/>
              <a:gd name="connsiteX4779" fmla="*/ 5896416 w 6501199"/>
              <a:gd name="connsiteY4779" fmla="*/ 2197330 h 6382977"/>
              <a:gd name="connsiteX4780" fmla="*/ 5875896 w 6501199"/>
              <a:gd name="connsiteY4780" fmla="*/ 2233692 h 6382977"/>
              <a:gd name="connsiteX4781" fmla="*/ 5943937 w 6501199"/>
              <a:gd name="connsiteY4781" fmla="*/ 2131085 h 6382977"/>
              <a:gd name="connsiteX4782" fmla="*/ 5898576 w 6501199"/>
              <a:gd name="connsiteY4782" fmla="*/ 2238372 h 6382977"/>
              <a:gd name="connsiteX4783" fmla="*/ 5897028 w 6501199"/>
              <a:gd name="connsiteY4783" fmla="*/ 2245267 h 6382977"/>
              <a:gd name="connsiteX4784" fmla="*/ 5902653 w 6501199"/>
              <a:gd name="connsiteY4784" fmla="*/ 2251681 h 6382977"/>
              <a:gd name="connsiteX4785" fmla="*/ 5888408 w 6501199"/>
              <a:gd name="connsiteY4785" fmla="*/ 2293574 h 6382977"/>
              <a:gd name="connsiteX4786" fmla="*/ 5886720 w 6501199"/>
              <a:gd name="connsiteY4786" fmla="*/ 2268355 h 6382977"/>
              <a:gd name="connsiteX4787" fmla="*/ 5893432 w 6501199"/>
              <a:gd name="connsiteY4787" fmla="*/ 2256124 h 6382977"/>
              <a:gd name="connsiteX4788" fmla="*/ 5884896 w 6501199"/>
              <a:gd name="connsiteY4788" fmla="*/ 2267894 h 6382977"/>
              <a:gd name="connsiteX4789" fmla="*/ 5880216 w 6501199"/>
              <a:gd name="connsiteY4789" fmla="*/ 2256374 h 6382977"/>
              <a:gd name="connsiteX4790" fmla="*/ 5834855 w 6501199"/>
              <a:gd name="connsiteY4790" fmla="*/ 2308577 h 6382977"/>
              <a:gd name="connsiteX4791" fmla="*/ 5828015 w 6501199"/>
              <a:gd name="connsiteY4791" fmla="*/ 2297416 h 6382977"/>
              <a:gd name="connsiteX4792" fmla="*/ 5814335 w 6501199"/>
              <a:gd name="connsiteY4792" fmla="*/ 2324778 h 6382977"/>
              <a:gd name="connsiteX4793" fmla="*/ 5834855 w 6501199"/>
              <a:gd name="connsiteY4793" fmla="*/ 2308577 h 6382977"/>
              <a:gd name="connsiteX4794" fmla="*/ 5830175 w 6501199"/>
              <a:gd name="connsiteY4794" fmla="*/ 2367981 h 6382977"/>
              <a:gd name="connsiteX4795" fmla="*/ 5802815 w 6501199"/>
              <a:gd name="connsiteY4795" fmla="*/ 2402184 h 6382977"/>
              <a:gd name="connsiteX4796" fmla="*/ 5739455 w 6501199"/>
              <a:gd name="connsiteY4796" fmla="*/ 2492910 h 6382977"/>
              <a:gd name="connsiteX4797" fmla="*/ 5734775 w 6501199"/>
              <a:gd name="connsiteY4797" fmla="*/ 2479229 h 6382977"/>
              <a:gd name="connsiteX4798" fmla="*/ 5725775 w 6501199"/>
              <a:gd name="connsiteY4798" fmla="*/ 2488590 h 6382977"/>
              <a:gd name="connsiteX4799" fmla="*/ 5716415 w 6501199"/>
              <a:gd name="connsiteY4799" fmla="*/ 2518112 h 6382977"/>
              <a:gd name="connsiteX4800" fmla="*/ 5707415 w 6501199"/>
              <a:gd name="connsiteY4800" fmla="*/ 2511271 h 6382977"/>
              <a:gd name="connsiteX4801" fmla="*/ 5707415 w 6501199"/>
              <a:gd name="connsiteY4801" fmla="*/ 2529272 h 6382977"/>
              <a:gd name="connsiteX4802" fmla="*/ 5695895 w 6501199"/>
              <a:gd name="connsiteY4802" fmla="*/ 2524952 h 6382977"/>
              <a:gd name="connsiteX4803" fmla="*/ 5698415 w 6501199"/>
              <a:gd name="connsiteY4803" fmla="*/ 2540793 h 6382977"/>
              <a:gd name="connsiteX4804" fmla="*/ 5693085 w 6501199"/>
              <a:gd name="connsiteY4804" fmla="*/ 2546840 h 6382977"/>
              <a:gd name="connsiteX4805" fmla="*/ 5690284 w 6501199"/>
              <a:gd name="connsiteY4805" fmla="*/ 2562101 h 6382977"/>
              <a:gd name="connsiteX4806" fmla="*/ 5689175 w 6501199"/>
              <a:gd name="connsiteY4806" fmla="*/ 2590973 h 6382977"/>
              <a:gd name="connsiteX4807" fmla="*/ 5666139 w 6501199"/>
              <a:gd name="connsiteY4807" fmla="*/ 2595653 h 6382977"/>
              <a:gd name="connsiteX4808" fmla="*/ 5666139 w 6501199"/>
              <a:gd name="connsiteY4808" fmla="*/ 2650011 h 6382977"/>
              <a:gd name="connsiteX4809" fmla="*/ 5636624 w 6501199"/>
              <a:gd name="connsiteY4809" fmla="*/ 2700049 h 6382977"/>
              <a:gd name="connsiteX4810" fmla="*/ 5579753 w 6501199"/>
              <a:gd name="connsiteY4810" fmla="*/ 2791126 h 6382977"/>
              <a:gd name="connsiteX4811" fmla="*/ 5529721 w 6501199"/>
              <a:gd name="connsiteY4811" fmla="*/ 2829645 h 6382977"/>
              <a:gd name="connsiteX4812" fmla="*/ 5511952 w 6501199"/>
              <a:gd name="connsiteY4812" fmla="*/ 2848674 h 6382977"/>
              <a:gd name="connsiteX4813" fmla="*/ 5512453 w 6501199"/>
              <a:gd name="connsiteY4813" fmla="*/ 2849139 h 6382977"/>
              <a:gd name="connsiteX4814" fmla="*/ 5510045 w 6501199"/>
              <a:gd name="connsiteY4814" fmla="*/ 2865086 h 6382977"/>
              <a:gd name="connsiteX4815" fmla="*/ 5503956 w 6501199"/>
              <a:gd name="connsiteY4815" fmla="*/ 2857238 h 6382977"/>
              <a:gd name="connsiteX4816" fmla="*/ 5494275 w 6501199"/>
              <a:gd name="connsiteY4816" fmla="*/ 2867606 h 6382977"/>
              <a:gd name="connsiteX4817" fmla="*/ 5495070 w 6501199"/>
              <a:gd name="connsiteY4817" fmla="*/ 2876181 h 6382977"/>
              <a:gd name="connsiteX4818" fmla="*/ 5494400 w 6501199"/>
              <a:gd name="connsiteY4818" fmla="*/ 2886870 h 6382977"/>
              <a:gd name="connsiteX4819" fmla="*/ 5483043 w 6501199"/>
              <a:gd name="connsiteY4819" fmla="*/ 2878369 h 6382977"/>
              <a:gd name="connsiteX4820" fmla="*/ 5445000 w 6501199"/>
              <a:gd name="connsiteY4820" fmla="*/ 2911092 h 6382977"/>
              <a:gd name="connsiteX4821" fmla="*/ 5397983 w 6501199"/>
              <a:gd name="connsiteY4821" fmla="*/ 2932242 h 6382977"/>
              <a:gd name="connsiteX4822" fmla="*/ 5352270 w 6501199"/>
              <a:gd name="connsiteY4822" fmla="*/ 2963921 h 6382977"/>
              <a:gd name="connsiteX4823" fmla="*/ 5306917 w 6501199"/>
              <a:gd name="connsiteY4823" fmla="*/ 2991280 h 6382977"/>
              <a:gd name="connsiteX4824" fmla="*/ 5261565 w 6501199"/>
              <a:gd name="connsiteY4824" fmla="*/ 3018639 h 6382977"/>
              <a:gd name="connsiteX4825" fmla="*/ 5215852 w 6501199"/>
              <a:gd name="connsiteY4825" fmla="*/ 3043478 h 6382977"/>
              <a:gd name="connsiteX4826" fmla="*/ 5188497 w 6501199"/>
              <a:gd name="connsiteY4826" fmla="*/ 3063637 h 6382977"/>
              <a:gd name="connsiteX4827" fmla="*/ 5165820 w 6501199"/>
              <a:gd name="connsiteY4827" fmla="*/ 3088837 h 6382977"/>
              <a:gd name="connsiteX4828" fmla="*/ 5115788 w 6501199"/>
              <a:gd name="connsiteY4828" fmla="*/ 3138875 h 6382977"/>
              <a:gd name="connsiteX4829" fmla="*/ 5061077 w 6501199"/>
              <a:gd name="connsiteY4829" fmla="*/ 3147875 h 6382977"/>
              <a:gd name="connsiteX4830" fmla="*/ 5031562 w 6501199"/>
              <a:gd name="connsiteY4830" fmla="*/ 3166234 h 6382977"/>
              <a:gd name="connsiteX4831" fmla="*/ 5000944 w 6501199"/>
              <a:gd name="connsiteY4831" fmla="*/ 3153623 h 6382977"/>
              <a:gd name="connsiteX4832" fmla="*/ 4975480 w 6501199"/>
              <a:gd name="connsiteY4832" fmla="*/ 3128650 h 6382977"/>
              <a:gd name="connsiteX4833" fmla="*/ 4975138 w 6501199"/>
              <a:gd name="connsiteY4833" fmla="*/ 3128756 h 6382977"/>
              <a:gd name="connsiteX4834" fmla="*/ 4968038 w 6501199"/>
              <a:gd name="connsiteY4834" fmla="*/ 3125094 h 6382977"/>
              <a:gd name="connsiteX4835" fmla="*/ 4970532 w 6501199"/>
              <a:gd name="connsiteY4835" fmla="*/ 3124266 h 6382977"/>
              <a:gd name="connsiteX4836" fmla="*/ 4952620 w 6501199"/>
              <a:gd name="connsiteY4836" fmla="*/ 3109346 h 6382977"/>
              <a:gd name="connsiteX4837" fmla="*/ 4932329 w 6501199"/>
              <a:gd name="connsiteY4837" fmla="*/ 3109407 h 6382977"/>
              <a:gd name="connsiteX4838" fmla="*/ 4911089 w 6501199"/>
              <a:gd name="connsiteY4838" fmla="*/ 3131954 h 6382977"/>
              <a:gd name="connsiteX4839" fmla="*/ 4881568 w 6501199"/>
              <a:gd name="connsiteY4839" fmla="*/ 3138794 h 6382977"/>
              <a:gd name="connsiteX4840" fmla="*/ 4895085 w 6501199"/>
              <a:gd name="connsiteY4840" fmla="*/ 3125631 h 6382977"/>
              <a:gd name="connsiteX4841" fmla="*/ 4893544 w 6501199"/>
              <a:gd name="connsiteY4841" fmla="*/ 3123564 h 6382977"/>
              <a:gd name="connsiteX4842" fmla="*/ 4885420 w 6501199"/>
              <a:gd name="connsiteY4842" fmla="*/ 3124249 h 6382977"/>
              <a:gd name="connsiteX4843" fmla="*/ 4876573 w 6501199"/>
              <a:gd name="connsiteY4843" fmla="*/ 3125743 h 6382977"/>
              <a:gd name="connsiteX4844" fmla="*/ 4864177 w 6501199"/>
              <a:gd name="connsiteY4844" fmla="*/ 3138183 h 6382977"/>
              <a:gd name="connsiteX4845" fmla="*/ 4859833 w 6501199"/>
              <a:gd name="connsiteY4845" fmla="*/ 3134744 h 6382977"/>
              <a:gd name="connsiteX4846" fmla="*/ 4863575 w 6501199"/>
              <a:gd name="connsiteY4846" fmla="*/ 3126088 h 6382977"/>
              <a:gd name="connsiteX4847" fmla="*/ 4856000 w 6501199"/>
              <a:gd name="connsiteY4847" fmla="*/ 3126726 h 6382977"/>
              <a:gd name="connsiteX4848" fmla="*/ 4848889 w 6501199"/>
              <a:gd name="connsiteY4848" fmla="*/ 3125715 h 6382977"/>
              <a:gd name="connsiteX4849" fmla="*/ 4839358 w 6501199"/>
              <a:gd name="connsiteY4849" fmla="*/ 3141854 h 6382977"/>
              <a:gd name="connsiteX4850" fmla="*/ 4799848 w 6501199"/>
              <a:gd name="connsiteY4850" fmla="*/ 3172997 h 6382977"/>
              <a:gd name="connsiteX4851" fmla="*/ 4783647 w 6501199"/>
              <a:gd name="connsiteY4851" fmla="*/ 3166156 h 6382977"/>
              <a:gd name="connsiteX4852" fmla="*/ 4731447 w 6501199"/>
              <a:gd name="connsiteY4852" fmla="*/ 3184157 h 6382977"/>
              <a:gd name="connsiteX4853" fmla="*/ 4738287 w 6501199"/>
              <a:gd name="connsiteY4853" fmla="*/ 3168316 h 6382977"/>
              <a:gd name="connsiteX4854" fmla="*/ 4708767 w 6501199"/>
              <a:gd name="connsiteY4854" fmla="*/ 3195678 h 6382977"/>
              <a:gd name="connsiteX4855" fmla="*/ 4686087 w 6501199"/>
              <a:gd name="connsiteY4855" fmla="*/ 3200358 h 6382977"/>
              <a:gd name="connsiteX4856" fmla="*/ 4667727 w 6501199"/>
              <a:gd name="connsiteY4856" fmla="*/ 3186678 h 6382977"/>
              <a:gd name="connsiteX4857" fmla="*/ 4651887 w 6501199"/>
              <a:gd name="connsiteY4857" fmla="*/ 3197838 h 6382977"/>
              <a:gd name="connsiteX4858" fmla="*/ 4667727 w 6501199"/>
              <a:gd name="connsiteY4858" fmla="*/ 3204679 h 6382977"/>
              <a:gd name="connsiteX4859" fmla="*/ 4640367 w 6501199"/>
              <a:gd name="connsiteY4859" fmla="*/ 3220520 h 6382977"/>
              <a:gd name="connsiteX4860" fmla="*/ 4631366 w 6501199"/>
              <a:gd name="connsiteY4860" fmla="*/ 3206839 h 6382977"/>
              <a:gd name="connsiteX4861" fmla="*/ 4608686 w 6501199"/>
              <a:gd name="connsiteY4861" fmla="*/ 3216200 h 6382977"/>
              <a:gd name="connsiteX4862" fmla="*/ 4608686 w 6501199"/>
              <a:gd name="connsiteY4862" fmla="*/ 3234201 h 6382977"/>
              <a:gd name="connsiteX4863" fmla="*/ 4647207 w 6501199"/>
              <a:gd name="connsiteY4863" fmla="*/ 3225200 h 6382977"/>
              <a:gd name="connsiteX4864" fmla="*/ 4645047 w 6501199"/>
              <a:gd name="connsiteY4864" fmla="*/ 3243201 h 6382977"/>
              <a:gd name="connsiteX4865" fmla="*/ 4629341 w 6501199"/>
              <a:gd name="connsiteY4865" fmla="*/ 3244371 h 6382977"/>
              <a:gd name="connsiteX4866" fmla="*/ 4615723 w 6501199"/>
              <a:gd name="connsiteY4866" fmla="*/ 3252445 h 6382977"/>
              <a:gd name="connsiteX4867" fmla="*/ 4646992 w 6501199"/>
              <a:gd name="connsiteY4867" fmla="*/ 3249579 h 6382977"/>
              <a:gd name="connsiteX4868" fmla="*/ 4649513 w 6501199"/>
              <a:gd name="connsiteY4868" fmla="*/ 3276941 h 6382977"/>
              <a:gd name="connsiteX4869" fmla="*/ 4660674 w 6501199"/>
              <a:gd name="connsiteY4869" fmla="*/ 3274780 h 6382977"/>
              <a:gd name="connsiteX4870" fmla="*/ 4651673 w 6501199"/>
              <a:gd name="connsiteY4870" fmla="*/ 3249579 h 6382977"/>
              <a:gd name="connsiteX4871" fmla="*/ 4665354 w 6501199"/>
              <a:gd name="connsiteY4871" fmla="*/ 3263260 h 6382977"/>
              <a:gd name="connsiteX4872" fmla="*/ 4697037 w 6501199"/>
              <a:gd name="connsiteY4872" fmla="*/ 3249579 h 6382977"/>
              <a:gd name="connsiteX4873" fmla="*/ 4733761 w 6501199"/>
              <a:gd name="connsiteY4873" fmla="*/ 3263260 h 6382977"/>
              <a:gd name="connsiteX4874" fmla="*/ 4703878 w 6501199"/>
              <a:gd name="connsiteY4874" fmla="*/ 3290621 h 6382977"/>
              <a:gd name="connsiteX4875" fmla="*/ 4653833 w 6501199"/>
              <a:gd name="connsiteY4875" fmla="*/ 3302142 h 6382977"/>
              <a:gd name="connsiteX4876" fmla="*/ 4674355 w 6501199"/>
              <a:gd name="connsiteY4876" fmla="*/ 3304302 h 6382977"/>
              <a:gd name="connsiteX4877" fmla="*/ 4710719 w 6501199"/>
              <a:gd name="connsiteY4877" fmla="*/ 3304302 h 6382977"/>
              <a:gd name="connsiteX4878" fmla="*/ 4717560 w 6501199"/>
              <a:gd name="connsiteY4878" fmla="*/ 3361185 h 6382977"/>
              <a:gd name="connsiteX4879" fmla="*/ 4694877 w 6501199"/>
              <a:gd name="connsiteY4879" fmla="*/ 3343184 h 6382977"/>
              <a:gd name="connsiteX4880" fmla="*/ 4674355 w 6501199"/>
              <a:gd name="connsiteY4880" fmla="*/ 3372705 h 6382977"/>
              <a:gd name="connsiteX4881" fmla="*/ 4660674 w 6501199"/>
              <a:gd name="connsiteY4881" fmla="*/ 3354344 h 6382977"/>
              <a:gd name="connsiteX4882" fmla="*/ 4631151 w 6501199"/>
              <a:gd name="connsiteY4882" fmla="*/ 3393226 h 6382977"/>
              <a:gd name="connsiteX4883" fmla="*/ 4642672 w 6501199"/>
              <a:gd name="connsiteY4883" fmla="*/ 3381706 h 6382977"/>
              <a:gd name="connsiteX4884" fmla="*/ 4626470 w 6501199"/>
              <a:gd name="connsiteY4884" fmla="*/ 3404387 h 6382977"/>
              <a:gd name="connsiteX4885" fmla="*/ 4617469 w 6501199"/>
              <a:gd name="connsiteY4885" fmla="*/ 3386386 h 6382977"/>
              <a:gd name="connsiteX4886" fmla="*/ 4590106 w 6501199"/>
              <a:gd name="connsiteY4886" fmla="*/ 3413387 h 6382977"/>
              <a:gd name="connsiteX4887" fmla="*/ 4608468 w 6501199"/>
              <a:gd name="connsiteY4887" fmla="*/ 3418067 h 6382977"/>
              <a:gd name="connsiteX4888" fmla="*/ 4590106 w 6501199"/>
              <a:gd name="connsiteY4888" fmla="*/ 3436428 h 6382977"/>
              <a:gd name="connsiteX4889" fmla="*/ 4596039 w 6501199"/>
              <a:gd name="connsiteY4889" fmla="*/ 3444964 h 6382977"/>
              <a:gd name="connsiteX4890" fmla="*/ 4606769 w 6501199"/>
              <a:gd name="connsiteY4890" fmla="*/ 3441721 h 6382977"/>
              <a:gd name="connsiteX4891" fmla="*/ 4606803 w 6501199"/>
              <a:gd name="connsiteY4891" fmla="*/ 3441588 h 6382977"/>
              <a:gd name="connsiteX4892" fmla="*/ 4609105 w 6501199"/>
              <a:gd name="connsiteY4892" fmla="*/ 3434358 h 6382977"/>
              <a:gd name="connsiteX4893" fmla="*/ 4621636 w 6501199"/>
              <a:gd name="connsiteY4893" fmla="*/ 3436449 h 6382977"/>
              <a:gd name="connsiteX4894" fmla="*/ 4622023 w 6501199"/>
              <a:gd name="connsiteY4894" fmla="*/ 3436462 h 6382977"/>
              <a:gd name="connsiteX4895" fmla="*/ 4639449 w 6501199"/>
              <a:gd name="connsiteY4895" fmla="*/ 3423989 h 6382977"/>
              <a:gd name="connsiteX4896" fmla="*/ 4639005 w 6501199"/>
              <a:gd name="connsiteY4896" fmla="*/ 3422562 h 6382977"/>
              <a:gd name="connsiteX4897" fmla="*/ 4631885 w 6501199"/>
              <a:gd name="connsiteY4897" fmla="*/ 3420360 h 6382977"/>
              <a:gd name="connsiteX4898" fmla="*/ 4650228 w 6501199"/>
              <a:gd name="connsiteY4898" fmla="*/ 3406832 h 6382977"/>
              <a:gd name="connsiteX4899" fmla="*/ 4652040 w 6501199"/>
              <a:gd name="connsiteY4899" fmla="*/ 3413341 h 6382977"/>
              <a:gd name="connsiteX4900" fmla="*/ 4667122 w 6501199"/>
              <a:gd name="connsiteY4900" fmla="*/ 3398708 h 6382977"/>
              <a:gd name="connsiteX4901" fmla="*/ 4665429 w 6501199"/>
              <a:gd name="connsiteY4901" fmla="*/ 3390688 h 6382977"/>
              <a:gd name="connsiteX4902" fmla="*/ 4649843 w 6501199"/>
              <a:gd name="connsiteY4902" fmla="*/ 3406351 h 6382977"/>
              <a:gd name="connsiteX4903" fmla="*/ 4647363 w 6501199"/>
              <a:gd name="connsiteY4903" fmla="*/ 3386416 h 6382977"/>
              <a:gd name="connsiteX4904" fmla="*/ 4670034 w 6501199"/>
              <a:gd name="connsiteY4904" fmla="*/ 3379653 h 6382977"/>
              <a:gd name="connsiteX4905" fmla="*/ 4674296 w 6501199"/>
              <a:gd name="connsiteY4905" fmla="*/ 3391524 h 6382977"/>
              <a:gd name="connsiteX4906" fmla="*/ 4688177 w 6501199"/>
              <a:gd name="connsiteY4906" fmla="*/ 3377547 h 6382977"/>
              <a:gd name="connsiteX4907" fmla="*/ 4710854 w 6501199"/>
              <a:gd name="connsiteY4907" fmla="*/ 3400587 h 6382977"/>
              <a:gd name="connsiteX4908" fmla="*/ 4696912 w 6501199"/>
              <a:gd name="connsiteY4908" fmla="*/ 3423260 h 6382977"/>
              <a:gd name="connsiteX4909" fmla="*/ 4689839 w 6501199"/>
              <a:gd name="connsiteY4909" fmla="*/ 3429063 h 6382977"/>
              <a:gd name="connsiteX4910" fmla="*/ 4689871 w 6501199"/>
              <a:gd name="connsiteY4910" fmla="*/ 3429134 h 6382977"/>
              <a:gd name="connsiteX4911" fmla="*/ 4689709 w 6501199"/>
              <a:gd name="connsiteY4911" fmla="*/ 3429170 h 6382977"/>
              <a:gd name="connsiteX4912" fmla="*/ 4677874 w 6501199"/>
              <a:gd name="connsiteY4912" fmla="*/ 3438880 h 6382977"/>
              <a:gd name="connsiteX4913" fmla="*/ 4658667 w 6501199"/>
              <a:gd name="connsiteY4913" fmla="*/ 3449953 h 6382977"/>
              <a:gd name="connsiteX4914" fmla="*/ 4657062 w 6501199"/>
              <a:gd name="connsiteY4914" fmla="*/ 3458806 h 6382977"/>
              <a:gd name="connsiteX4915" fmla="*/ 4652054 w 6501199"/>
              <a:gd name="connsiteY4915" fmla="*/ 3453766 h 6382977"/>
              <a:gd name="connsiteX4916" fmla="*/ 4638145 w 6501199"/>
              <a:gd name="connsiteY4916" fmla="*/ 3461785 h 6382977"/>
              <a:gd name="connsiteX4917" fmla="*/ 4605481 w 6501199"/>
              <a:gd name="connsiteY4917" fmla="*/ 3482889 h 6382977"/>
              <a:gd name="connsiteX4918" fmla="*/ 4598596 w 6501199"/>
              <a:gd name="connsiteY4918" fmla="*/ 3484728 h 6382977"/>
              <a:gd name="connsiteX4919" fmla="*/ 4599467 w 6501199"/>
              <a:gd name="connsiteY4919" fmla="*/ 3486471 h 6382977"/>
              <a:gd name="connsiteX4920" fmla="*/ 4619629 w 6501199"/>
              <a:gd name="connsiteY4920" fmla="*/ 3474950 h 6382977"/>
              <a:gd name="connsiteX4921" fmla="*/ 4637991 w 6501199"/>
              <a:gd name="connsiteY4921" fmla="*/ 3486471 h 6382977"/>
              <a:gd name="connsiteX4922" fmla="*/ 4632546 w 6501199"/>
              <a:gd name="connsiteY4922" fmla="*/ 3510412 h 6382977"/>
              <a:gd name="connsiteX4923" fmla="*/ 4631568 w 6501199"/>
              <a:gd name="connsiteY4923" fmla="*/ 3517588 h 6382977"/>
              <a:gd name="connsiteX4924" fmla="*/ 4639351 w 6501199"/>
              <a:gd name="connsiteY4924" fmla="*/ 3518573 h 6382977"/>
              <a:gd name="connsiteX4925" fmla="*/ 4643730 w 6501199"/>
              <a:gd name="connsiteY4925" fmla="*/ 3517881 h 6382977"/>
              <a:gd name="connsiteX4926" fmla="*/ 4643720 w 6501199"/>
              <a:gd name="connsiteY4926" fmla="*/ 3517872 h 6382977"/>
              <a:gd name="connsiteX4927" fmla="*/ 4652146 w 6501199"/>
              <a:gd name="connsiteY4927" fmla="*/ 3475037 h 6382977"/>
              <a:gd name="connsiteX4928" fmla="*/ 4669623 w 6501199"/>
              <a:gd name="connsiteY4928" fmla="*/ 3501373 h 6382977"/>
              <a:gd name="connsiteX4929" fmla="*/ 4676794 w 6501199"/>
              <a:gd name="connsiteY4929" fmla="*/ 3520687 h 6382977"/>
              <a:gd name="connsiteX4930" fmla="*/ 4687351 w 6501199"/>
              <a:gd name="connsiteY4930" fmla="*/ 3523042 h 6382977"/>
              <a:gd name="connsiteX4931" fmla="*/ 4694382 w 6501199"/>
              <a:gd name="connsiteY4931" fmla="*/ 3496235 h 6382977"/>
              <a:gd name="connsiteX4932" fmla="*/ 4746109 w 6501199"/>
              <a:gd name="connsiteY4932" fmla="*/ 3494087 h 6382977"/>
              <a:gd name="connsiteX4933" fmla="*/ 4732910 w 6501199"/>
              <a:gd name="connsiteY4933" fmla="*/ 3511985 h 6382977"/>
              <a:gd name="connsiteX4934" fmla="*/ 4737191 w 6501199"/>
              <a:gd name="connsiteY4934" fmla="*/ 3516639 h 6382977"/>
              <a:gd name="connsiteX4935" fmla="*/ 4712130 w 6501199"/>
              <a:gd name="connsiteY4935" fmla="*/ 3520755 h 6382977"/>
              <a:gd name="connsiteX4936" fmla="*/ 4698629 w 6501199"/>
              <a:gd name="connsiteY4936" fmla="*/ 3525558 h 6382977"/>
              <a:gd name="connsiteX4937" fmla="*/ 4705740 w 6501199"/>
              <a:gd name="connsiteY4937" fmla="*/ 3527144 h 6382977"/>
              <a:gd name="connsiteX4938" fmla="*/ 4757916 w 6501199"/>
              <a:gd name="connsiteY4938" fmla="*/ 3529664 h 6382977"/>
              <a:gd name="connsiteX4939" fmla="*/ 4873782 w 6501199"/>
              <a:gd name="connsiteY4939" fmla="*/ 3518146 h 6382977"/>
              <a:gd name="connsiteX4940" fmla="*/ 5126385 w 6501199"/>
              <a:gd name="connsiteY4940" fmla="*/ 3470275 h 6382977"/>
              <a:gd name="connsiteX4941" fmla="*/ 5114871 w 6501199"/>
              <a:gd name="connsiteY4941" fmla="*/ 3509148 h 6382977"/>
              <a:gd name="connsiteX4942" fmla="*/ 5026352 w 6501199"/>
              <a:gd name="connsiteY4942" fmla="*/ 3543341 h 6382977"/>
              <a:gd name="connsiteX4943" fmla="*/ 5006317 w 6501199"/>
              <a:gd name="connsiteY4943" fmla="*/ 3551957 h 6382977"/>
              <a:gd name="connsiteX4944" fmla="*/ 5009704 w 6501199"/>
              <a:gd name="connsiteY4944" fmla="*/ 3556904 h 6382977"/>
              <a:gd name="connsiteX4945" fmla="*/ 5007019 w 6501199"/>
              <a:gd name="connsiteY4945" fmla="*/ 3570551 h 6382977"/>
              <a:gd name="connsiteX4946" fmla="*/ 4984794 w 6501199"/>
              <a:gd name="connsiteY4946" fmla="*/ 3566186 h 6382977"/>
              <a:gd name="connsiteX4947" fmla="*/ 4985052 w 6501199"/>
              <a:gd name="connsiteY4947" fmla="*/ 3561102 h 6382977"/>
              <a:gd name="connsiteX4948" fmla="*/ 4983666 w 6501199"/>
              <a:gd name="connsiteY4948" fmla="*/ 3561698 h 6382977"/>
              <a:gd name="connsiteX4949" fmla="*/ 4961178 w 6501199"/>
              <a:gd name="connsiteY4949" fmla="*/ 3564852 h 6382977"/>
              <a:gd name="connsiteX4950" fmla="*/ 4980376 w 6501199"/>
              <a:gd name="connsiteY4950" fmla="*/ 3572257 h 6382977"/>
              <a:gd name="connsiteX4951" fmla="*/ 4874961 w 6501199"/>
              <a:gd name="connsiteY4951" fmla="*/ 3603948 h 6382977"/>
              <a:gd name="connsiteX4952" fmla="*/ 4875233 w 6501199"/>
              <a:gd name="connsiteY4952" fmla="*/ 3596025 h 6382977"/>
              <a:gd name="connsiteX4953" fmla="*/ 4876381 w 6501199"/>
              <a:gd name="connsiteY4953" fmla="*/ 3591245 h 6382977"/>
              <a:gd name="connsiteX4954" fmla="*/ 4874356 w 6501199"/>
              <a:gd name="connsiteY4954" fmla="*/ 3591752 h 6382977"/>
              <a:gd name="connsiteX4955" fmla="*/ 4680552 w 6501199"/>
              <a:gd name="connsiteY4955" fmla="*/ 3577175 h 6382977"/>
              <a:gd name="connsiteX4956" fmla="*/ 4621404 w 6501199"/>
              <a:gd name="connsiteY4956" fmla="*/ 3558054 h 6382977"/>
              <a:gd name="connsiteX4957" fmla="*/ 4592278 w 6501199"/>
              <a:gd name="connsiteY4957" fmla="*/ 3558503 h 6382977"/>
              <a:gd name="connsiteX4958" fmla="*/ 4585859 w 6501199"/>
              <a:gd name="connsiteY4958" fmla="*/ 3561185 h 6382977"/>
              <a:gd name="connsiteX4959" fmla="*/ 4576425 w 6501199"/>
              <a:gd name="connsiteY4959" fmla="*/ 3572875 h 6382977"/>
              <a:gd name="connsiteX4960" fmla="*/ 4566282 w 6501199"/>
              <a:gd name="connsiteY4960" fmla="*/ 3558904 h 6382977"/>
              <a:gd name="connsiteX4961" fmla="*/ 4551520 w 6501199"/>
              <a:gd name="connsiteY4961" fmla="*/ 3559132 h 6382977"/>
              <a:gd name="connsiteX4962" fmla="*/ 4553743 w 6501199"/>
              <a:gd name="connsiteY4962" fmla="*/ 3575035 h 6382977"/>
              <a:gd name="connsiteX4963" fmla="*/ 4501537 w 6501199"/>
              <a:gd name="connsiteY4963" fmla="*/ 3595556 h 6382977"/>
              <a:gd name="connsiteX4964" fmla="*/ 4490016 w 6501199"/>
              <a:gd name="connsiteY4964" fmla="*/ 3579715 h 6382977"/>
              <a:gd name="connsiteX4965" fmla="*/ 4369403 w 6501199"/>
              <a:gd name="connsiteY4965" fmla="*/ 3604556 h 6382977"/>
              <a:gd name="connsiteX4966" fmla="*/ 4251311 w 6501199"/>
              <a:gd name="connsiteY4966" fmla="*/ 3611396 h 6382977"/>
              <a:gd name="connsiteX4967" fmla="*/ 4244470 w 6501199"/>
              <a:gd name="connsiteY4967" fmla="*/ 3590875 h 6382977"/>
              <a:gd name="connsiteX4968" fmla="*/ 4246630 w 6501199"/>
              <a:gd name="connsiteY4968" fmla="*/ 3622917 h 6382977"/>
              <a:gd name="connsiteX4969" fmla="*/ 4030608 w 6501199"/>
              <a:gd name="connsiteY4969" fmla="*/ 3620757 h 6382977"/>
              <a:gd name="connsiteX4970" fmla="*/ 4037448 w 6501199"/>
              <a:gd name="connsiteY4970" fmla="*/ 3636598 h 6382977"/>
              <a:gd name="connsiteX4971" fmla="*/ 4012246 w 6501199"/>
              <a:gd name="connsiteY4971" fmla="*/ 3640918 h 6382977"/>
              <a:gd name="connsiteX4972" fmla="*/ 4007925 w 6501199"/>
              <a:gd name="connsiteY4972" fmla="*/ 3618237 h 6382977"/>
              <a:gd name="connsiteX4973" fmla="*/ 3998564 w 6501199"/>
              <a:gd name="connsiteY4973" fmla="*/ 3638758 h 6382977"/>
              <a:gd name="connsiteX4974" fmla="*/ 3994244 w 6501199"/>
              <a:gd name="connsiteY4974" fmla="*/ 3618237 h 6382977"/>
              <a:gd name="connsiteX4975" fmla="*/ 3930517 w 6501199"/>
              <a:gd name="connsiteY4975" fmla="*/ 3611396 h 6382977"/>
              <a:gd name="connsiteX4976" fmla="*/ 3948519 w 6501199"/>
              <a:gd name="connsiteY4976" fmla="*/ 3634078 h 6382977"/>
              <a:gd name="connsiteX4977" fmla="*/ 3925837 w 6501199"/>
              <a:gd name="connsiteY4977" fmla="*/ 3625077 h 6382977"/>
              <a:gd name="connsiteX4978" fmla="*/ 3896314 w 6501199"/>
              <a:gd name="connsiteY4978" fmla="*/ 3604556 h 6382977"/>
              <a:gd name="connsiteX4979" fmla="*/ 3914676 w 6501199"/>
              <a:gd name="connsiteY4979" fmla="*/ 3627597 h 6382977"/>
              <a:gd name="connsiteX4980" fmla="*/ 3908443 w 6501199"/>
              <a:gd name="connsiteY4980" fmla="*/ 3637751 h 6382977"/>
              <a:gd name="connsiteX4981" fmla="*/ 3908141 w 6501199"/>
              <a:gd name="connsiteY4981" fmla="*/ 3641398 h 6382977"/>
              <a:gd name="connsiteX4982" fmla="*/ 3926181 w 6501199"/>
              <a:gd name="connsiteY4982" fmla="*/ 3648258 h 6382977"/>
              <a:gd name="connsiteX4983" fmla="*/ 3914494 w 6501199"/>
              <a:gd name="connsiteY4983" fmla="*/ 3656201 h 6382977"/>
              <a:gd name="connsiteX4984" fmla="*/ 3907778 w 6501199"/>
              <a:gd name="connsiteY4984" fmla="*/ 3654211 h 6382977"/>
              <a:gd name="connsiteX4985" fmla="*/ 3907835 w 6501199"/>
              <a:gd name="connsiteY4985" fmla="*/ 3668279 h 6382977"/>
              <a:gd name="connsiteX4986" fmla="*/ 3921156 w 6501199"/>
              <a:gd name="connsiteY4986" fmla="*/ 3659279 h 6382977"/>
              <a:gd name="connsiteX4987" fmla="*/ 3918996 w 6501199"/>
              <a:gd name="connsiteY4987" fmla="*/ 3672960 h 6382977"/>
              <a:gd name="connsiteX4988" fmla="*/ 3934838 w 6501199"/>
              <a:gd name="connsiteY4988" fmla="*/ 3670440 h 6382977"/>
              <a:gd name="connsiteX4989" fmla="*/ 3887313 w 6501199"/>
              <a:gd name="connsiteY4989" fmla="*/ 3688800 h 6382977"/>
              <a:gd name="connsiteX4990" fmla="*/ 3882632 w 6501199"/>
              <a:gd name="connsiteY4990" fmla="*/ 3672960 h 6382977"/>
              <a:gd name="connsiteX4991" fmla="*/ 3768860 w 6501199"/>
              <a:gd name="connsiteY4991" fmla="*/ 3668279 h 6382977"/>
              <a:gd name="connsiteX4992" fmla="*/ 3789382 w 6501199"/>
              <a:gd name="connsiteY4992" fmla="*/ 3659279 h 6382977"/>
              <a:gd name="connsiteX4993" fmla="*/ 3777861 w 6501199"/>
              <a:gd name="connsiteY4993" fmla="*/ 3636598 h 6382977"/>
              <a:gd name="connsiteX4994" fmla="*/ 3734657 w 6501199"/>
              <a:gd name="connsiteY4994" fmla="*/ 3640918 h 6382977"/>
              <a:gd name="connsiteX4995" fmla="*/ 3737177 w 6501199"/>
              <a:gd name="connsiteY4995" fmla="*/ 3657119 h 6382977"/>
              <a:gd name="connsiteX4996" fmla="*/ 3741497 w 6501199"/>
              <a:gd name="connsiteY4996" fmla="*/ 3684120 h 6382977"/>
              <a:gd name="connsiteX4997" fmla="*/ 3725656 w 6501199"/>
              <a:gd name="connsiteY4997" fmla="*/ 3661439 h 6382977"/>
              <a:gd name="connsiteX4998" fmla="*/ 3707294 w 6501199"/>
              <a:gd name="connsiteY4998" fmla="*/ 3677280 h 6382977"/>
              <a:gd name="connsiteX4999" fmla="*/ 3709814 w 6501199"/>
              <a:gd name="connsiteY4999" fmla="*/ 3657119 h 6382977"/>
              <a:gd name="connsiteX5000" fmla="*/ 3670930 w 6501199"/>
              <a:gd name="connsiteY5000" fmla="*/ 3670440 h 6382977"/>
              <a:gd name="connsiteX5001" fmla="*/ 3620885 w 6501199"/>
              <a:gd name="connsiteY5001" fmla="*/ 3661439 h 6382977"/>
              <a:gd name="connsiteX5002" fmla="*/ 3623405 w 6501199"/>
              <a:gd name="connsiteY5002" fmla="*/ 3638758 h 6382977"/>
              <a:gd name="connsiteX5003" fmla="*/ 3596042 w 6501199"/>
              <a:gd name="connsiteY5003" fmla="*/ 3661439 h 6382977"/>
              <a:gd name="connsiteX5004" fmla="*/ 3529795 w 6501199"/>
              <a:gd name="connsiteY5004" fmla="*/ 3647758 h 6382977"/>
              <a:gd name="connsiteX5005" fmla="*/ 3529795 w 6501199"/>
              <a:gd name="connsiteY5005" fmla="*/ 3659279 h 6382977"/>
              <a:gd name="connsiteX5006" fmla="*/ 3548157 w 6501199"/>
              <a:gd name="connsiteY5006" fmla="*/ 3661439 h 6382977"/>
              <a:gd name="connsiteX5007" fmla="*/ 3542847 w 6501199"/>
              <a:gd name="connsiteY5007" fmla="*/ 3671970 h 6382977"/>
              <a:gd name="connsiteX5008" fmla="*/ 3542493 w 6501199"/>
              <a:gd name="connsiteY5008" fmla="*/ 3673135 h 6382977"/>
              <a:gd name="connsiteX5009" fmla="*/ 3558363 w 6501199"/>
              <a:gd name="connsiteY5009" fmla="*/ 3671361 h 6382977"/>
              <a:gd name="connsiteX5010" fmla="*/ 3558976 w 6501199"/>
              <a:gd name="connsiteY5010" fmla="*/ 3667505 h 6382977"/>
              <a:gd name="connsiteX5011" fmla="*/ 3559294 w 6501199"/>
              <a:gd name="connsiteY5011" fmla="*/ 3665504 h 6382977"/>
              <a:gd name="connsiteX5012" fmla="*/ 3589093 w 6501199"/>
              <a:gd name="connsiteY5012" fmla="*/ 3660775 h 6382977"/>
              <a:gd name="connsiteX5013" fmla="*/ 3590563 w 6501199"/>
              <a:gd name="connsiteY5013" fmla="*/ 3667762 h 6382977"/>
              <a:gd name="connsiteX5014" fmla="*/ 3600793 w 6501199"/>
              <a:gd name="connsiteY5014" fmla="*/ 3666618 h 6382977"/>
              <a:gd name="connsiteX5015" fmla="*/ 3596115 w 6501199"/>
              <a:gd name="connsiteY5015" fmla="*/ 3678908 h 6382977"/>
              <a:gd name="connsiteX5016" fmla="*/ 3609807 w 6501199"/>
              <a:gd name="connsiteY5016" fmla="*/ 3665504 h 6382977"/>
              <a:gd name="connsiteX5017" fmla="*/ 3616712 w 6501199"/>
              <a:gd name="connsiteY5017" fmla="*/ 3681512 h 6382977"/>
              <a:gd name="connsiteX5018" fmla="*/ 3600858 w 6501199"/>
              <a:gd name="connsiteY5018" fmla="*/ 3690470 h 6382977"/>
              <a:gd name="connsiteX5019" fmla="*/ 3594201 w 6501199"/>
              <a:gd name="connsiteY5019" fmla="*/ 3683935 h 6382977"/>
              <a:gd name="connsiteX5020" fmla="*/ 3588656 w 6501199"/>
              <a:gd name="connsiteY5020" fmla="*/ 3698499 h 6382977"/>
              <a:gd name="connsiteX5021" fmla="*/ 3530245 w 6501199"/>
              <a:gd name="connsiteY5021" fmla="*/ 3737176 h 6382977"/>
              <a:gd name="connsiteX5022" fmla="*/ 3500729 w 6501199"/>
              <a:gd name="connsiteY5022" fmla="*/ 3718816 h 6382977"/>
              <a:gd name="connsiteX5023" fmla="*/ 3425690 w 6501199"/>
              <a:gd name="connsiteY5023" fmla="*/ 3735591 h 6382977"/>
              <a:gd name="connsiteX5024" fmla="*/ 3425384 w 6501199"/>
              <a:gd name="connsiteY5024" fmla="*/ 3736683 h 6382977"/>
              <a:gd name="connsiteX5025" fmla="*/ 3424297 w 6501199"/>
              <a:gd name="connsiteY5025" fmla="*/ 3735903 h 6382977"/>
              <a:gd name="connsiteX5026" fmla="*/ 3420012 w 6501199"/>
              <a:gd name="connsiteY5026" fmla="*/ 3736860 h 6382977"/>
              <a:gd name="connsiteX5027" fmla="*/ 3401802 w 6501199"/>
              <a:gd name="connsiteY5027" fmla="*/ 3740852 h 6382977"/>
              <a:gd name="connsiteX5028" fmla="*/ 3400182 w 6501199"/>
              <a:gd name="connsiteY5028" fmla="*/ 3745683 h 6382977"/>
              <a:gd name="connsiteX5029" fmla="*/ 3395375 w 6501199"/>
              <a:gd name="connsiteY5029" fmla="*/ 3742261 h 6382977"/>
              <a:gd name="connsiteX5030" fmla="*/ 3370631 w 6501199"/>
              <a:gd name="connsiteY5030" fmla="*/ 3747685 h 6382977"/>
              <a:gd name="connsiteX5031" fmla="*/ 3370659 w 6501199"/>
              <a:gd name="connsiteY5031" fmla="*/ 3747843 h 6382977"/>
              <a:gd name="connsiteX5032" fmla="*/ 3350136 w 6501199"/>
              <a:gd name="connsiteY5032" fmla="*/ 3752523 h 6382977"/>
              <a:gd name="connsiteX5033" fmla="*/ 3359497 w 6501199"/>
              <a:gd name="connsiteY5033" fmla="*/ 3766204 h 6382977"/>
              <a:gd name="connsiteX5034" fmla="*/ 3343476 w 6501199"/>
              <a:gd name="connsiteY5034" fmla="*/ 3765079 h 6382977"/>
              <a:gd name="connsiteX5035" fmla="*/ 3338351 w 6501199"/>
              <a:gd name="connsiteY5035" fmla="*/ 3753972 h 6382977"/>
              <a:gd name="connsiteX5036" fmla="*/ 3310539 w 6501199"/>
              <a:gd name="connsiteY5036" fmla="*/ 3757316 h 6382977"/>
              <a:gd name="connsiteX5037" fmla="*/ 3313773 w 6501199"/>
              <a:gd name="connsiteY5037" fmla="*/ 3759364 h 6382977"/>
              <a:gd name="connsiteX5038" fmla="*/ 3309812 w 6501199"/>
              <a:gd name="connsiteY5038" fmla="*/ 3766204 h 6382977"/>
              <a:gd name="connsiteX5039" fmla="*/ 3296851 w 6501199"/>
              <a:gd name="connsiteY5039" fmla="*/ 3760686 h 6382977"/>
              <a:gd name="connsiteX5040" fmla="*/ 3292125 w 6501199"/>
              <a:gd name="connsiteY5040" fmla="*/ 3759529 h 6382977"/>
              <a:gd name="connsiteX5041" fmla="*/ 3291499 w 6501199"/>
              <a:gd name="connsiteY5041" fmla="*/ 3759605 h 6382977"/>
              <a:gd name="connsiteX5042" fmla="*/ 3293116 w 6501199"/>
              <a:gd name="connsiteY5042" fmla="*/ 3767644 h 6382977"/>
              <a:gd name="connsiteX5043" fmla="*/ 3298291 w 6501199"/>
              <a:gd name="connsiteY5043" fmla="*/ 3784565 h 6382977"/>
              <a:gd name="connsiteX5044" fmla="*/ 3293610 w 6501199"/>
              <a:gd name="connsiteY5044" fmla="*/ 3791405 h 6382977"/>
              <a:gd name="connsiteX5045" fmla="*/ 3286275 w 6501199"/>
              <a:gd name="connsiteY5045" fmla="*/ 3776420 h 6382977"/>
              <a:gd name="connsiteX5046" fmla="*/ 3283485 w 6501199"/>
              <a:gd name="connsiteY5046" fmla="*/ 3760568 h 6382977"/>
              <a:gd name="connsiteX5047" fmla="*/ 3271446 w 6501199"/>
              <a:gd name="connsiteY5047" fmla="*/ 3762015 h 6382977"/>
              <a:gd name="connsiteX5048" fmla="*/ 3263906 w 6501199"/>
              <a:gd name="connsiteY5048" fmla="*/ 3761813 h 6382977"/>
              <a:gd name="connsiteX5049" fmla="*/ 3264087 w 6501199"/>
              <a:gd name="connsiteY5049" fmla="*/ 3766204 h 6382977"/>
              <a:gd name="connsiteX5050" fmla="*/ 3270928 w 6501199"/>
              <a:gd name="connsiteY5050" fmla="*/ 3768364 h 6382977"/>
              <a:gd name="connsiteX5051" fmla="*/ 3253331 w 6501199"/>
              <a:gd name="connsiteY5051" fmla="*/ 3761929 h 6382977"/>
              <a:gd name="connsiteX5052" fmla="*/ 3252404 w 6501199"/>
              <a:gd name="connsiteY5052" fmla="*/ 3761505 h 6382977"/>
              <a:gd name="connsiteX5053" fmla="*/ 3239348 w 6501199"/>
              <a:gd name="connsiteY5053" fmla="*/ 3761155 h 6382977"/>
              <a:gd name="connsiteX5054" fmla="*/ 3238731 w 6501199"/>
              <a:gd name="connsiteY5054" fmla="*/ 3762404 h 6382977"/>
              <a:gd name="connsiteX5055" fmla="*/ 3239245 w 6501199"/>
              <a:gd name="connsiteY5055" fmla="*/ 3777365 h 6382977"/>
              <a:gd name="connsiteX5056" fmla="*/ 3205041 w 6501199"/>
              <a:gd name="connsiteY5056" fmla="*/ 3777365 h 6382977"/>
              <a:gd name="connsiteX5057" fmla="*/ 3207201 w 6501199"/>
              <a:gd name="connsiteY5057" fmla="*/ 3786725 h 6382977"/>
              <a:gd name="connsiteX5058" fmla="*/ 3229884 w 6501199"/>
              <a:gd name="connsiteY5058" fmla="*/ 3818406 h 6382977"/>
              <a:gd name="connsiteX5059" fmla="*/ 3209362 w 6501199"/>
              <a:gd name="connsiteY5059" fmla="*/ 3814086 h 6382977"/>
              <a:gd name="connsiteX5060" fmla="*/ 3196040 w 6501199"/>
              <a:gd name="connsiteY5060" fmla="*/ 3795726 h 6382977"/>
              <a:gd name="connsiteX5061" fmla="*/ 3200361 w 6501199"/>
              <a:gd name="connsiteY5061" fmla="*/ 3816246 h 6382977"/>
              <a:gd name="connsiteX5062" fmla="*/ 3193520 w 6501199"/>
              <a:gd name="connsiteY5062" fmla="*/ 3818406 h 6382977"/>
              <a:gd name="connsiteX5063" fmla="*/ 3170838 w 6501199"/>
              <a:gd name="connsiteY5063" fmla="*/ 3788885 h 6382977"/>
              <a:gd name="connsiteX5064" fmla="*/ 3196040 w 6501199"/>
              <a:gd name="connsiteY5064" fmla="*/ 3861609 h 6382977"/>
              <a:gd name="connsiteX5065" fmla="*/ 3193520 w 6501199"/>
              <a:gd name="connsiteY5065" fmla="*/ 3868449 h 6382977"/>
              <a:gd name="connsiteX5066" fmla="*/ 3172998 w 6501199"/>
              <a:gd name="connsiteY5066" fmla="*/ 3854768 h 6382977"/>
              <a:gd name="connsiteX5067" fmla="*/ 3179839 w 6501199"/>
              <a:gd name="connsiteY5067" fmla="*/ 3904811 h 6382977"/>
              <a:gd name="connsiteX5068" fmla="*/ 3216202 w 6501199"/>
              <a:gd name="connsiteY5068" fmla="*/ 3921011 h 6382977"/>
              <a:gd name="connsiteX5069" fmla="*/ 3198200 w 6501199"/>
              <a:gd name="connsiteY5069" fmla="*/ 3909491 h 6382977"/>
              <a:gd name="connsiteX5070" fmla="*/ 3186679 w 6501199"/>
              <a:gd name="connsiteY5070" fmla="*/ 3936852 h 6382977"/>
              <a:gd name="connsiteX5071" fmla="*/ 3175518 w 6501199"/>
              <a:gd name="connsiteY5071" fmla="*/ 3911651 h 6382977"/>
              <a:gd name="connsiteX5072" fmla="*/ 3175518 w 6501199"/>
              <a:gd name="connsiteY5072" fmla="*/ 3961693 h 6382977"/>
              <a:gd name="connsiteX5073" fmla="*/ 3163997 w 6501199"/>
              <a:gd name="connsiteY5073" fmla="*/ 3941172 h 6382977"/>
              <a:gd name="connsiteX5074" fmla="*/ 3170838 w 6501199"/>
              <a:gd name="connsiteY5074" fmla="*/ 3932172 h 6382977"/>
              <a:gd name="connsiteX5075" fmla="*/ 3170838 w 6501199"/>
              <a:gd name="connsiteY5075" fmla="*/ 3921011 h 6382977"/>
              <a:gd name="connsiteX5076" fmla="*/ 3159676 w 6501199"/>
              <a:gd name="connsiteY5076" fmla="*/ 3902650 h 6382977"/>
              <a:gd name="connsiteX5077" fmla="*/ 3166157 w 6501199"/>
              <a:gd name="connsiteY5077" fmla="*/ 3916331 h 6382977"/>
              <a:gd name="connsiteX5078" fmla="*/ 3152836 w 6501199"/>
              <a:gd name="connsiteY5078" fmla="*/ 3918491 h 6382977"/>
              <a:gd name="connsiteX5079" fmla="*/ 3132314 w 6501199"/>
              <a:gd name="connsiteY5079" fmla="*/ 3888970 h 6382977"/>
              <a:gd name="connsiteX5080" fmla="*/ 3116112 w 6501199"/>
              <a:gd name="connsiteY5080" fmla="*/ 3888970 h 6382977"/>
              <a:gd name="connsiteX5081" fmla="*/ 3145995 w 6501199"/>
              <a:gd name="connsiteY5081" fmla="*/ 3927852 h 6382977"/>
              <a:gd name="connsiteX5082" fmla="*/ 3136634 w 6501199"/>
              <a:gd name="connsiteY5082" fmla="*/ 3936852 h 6382977"/>
              <a:gd name="connsiteX5083" fmla="*/ 3132314 w 6501199"/>
              <a:gd name="connsiteY5083" fmla="*/ 3916331 h 6382977"/>
              <a:gd name="connsiteX5084" fmla="*/ 3118632 w 6501199"/>
              <a:gd name="connsiteY5084" fmla="*/ 3916331 h 6382977"/>
              <a:gd name="connsiteX5085" fmla="*/ 3129793 w 6501199"/>
              <a:gd name="connsiteY5085" fmla="*/ 3927852 h 6382977"/>
              <a:gd name="connsiteX5086" fmla="*/ 3118632 w 6501199"/>
              <a:gd name="connsiteY5086" fmla="*/ 3945853 h 6382977"/>
              <a:gd name="connsiteX5087" fmla="*/ 3079748 w 6501199"/>
              <a:gd name="connsiteY5087" fmla="*/ 3954853 h 6382977"/>
              <a:gd name="connsiteX5088" fmla="*/ 3082268 w 6501199"/>
              <a:gd name="connsiteY5088" fmla="*/ 3948013 h 6382977"/>
              <a:gd name="connsiteX5089" fmla="*/ 3075428 w 6501199"/>
              <a:gd name="connsiteY5089" fmla="*/ 3945853 h 6382977"/>
              <a:gd name="connsiteX5090" fmla="*/ 3089109 w 6501199"/>
              <a:gd name="connsiteY5090" fmla="*/ 3939012 h 6382977"/>
              <a:gd name="connsiteX5091" fmla="*/ 3084429 w 6501199"/>
              <a:gd name="connsiteY5091" fmla="*/ 3930012 h 6382977"/>
              <a:gd name="connsiteX5092" fmla="*/ 3061746 w 6501199"/>
              <a:gd name="connsiteY5092" fmla="*/ 3918491 h 6382977"/>
              <a:gd name="connsiteX5093" fmla="*/ 3095950 w 6501199"/>
              <a:gd name="connsiteY5093" fmla="*/ 3975374 h 6382977"/>
              <a:gd name="connsiteX5094" fmla="*/ 3089109 w 6501199"/>
              <a:gd name="connsiteY5094" fmla="*/ 3980054 h 6382977"/>
              <a:gd name="connsiteX5095" fmla="*/ 3072907 w 6501199"/>
              <a:gd name="connsiteY5095" fmla="*/ 3973214 h 6382977"/>
              <a:gd name="connsiteX5096" fmla="*/ 3086589 w 6501199"/>
              <a:gd name="connsiteY5096" fmla="*/ 3986894 h 6382977"/>
              <a:gd name="connsiteX5097" fmla="*/ 3086589 w 6501199"/>
              <a:gd name="connsiteY5097" fmla="*/ 4018576 h 6382977"/>
              <a:gd name="connsiteX5098" fmla="*/ 3082268 w 6501199"/>
              <a:gd name="connsiteY5098" fmla="*/ 4009576 h 6382977"/>
              <a:gd name="connsiteX5099" fmla="*/ 3066067 w 6501199"/>
              <a:gd name="connsiteY5099" fmla="*/ 3995895 h 6382977"/>
              <a:gd name="connsiteX5100" fmla="*/ 3075428 w 6501199"/>
              <a:gd name="connsiteY5100" fmla="*/ 3989055 h 6382977"/>
              <a:gd name="connsiteX5101" fmla="*/ 3063906 w 6501199"/>
              <a:gd name="connsiteY5101" fmla="*/ 3977894 h 6382977"/>
              <a:gd name="connsiteX5102" fmla="*/ 3057066 w 6501199"/>
              <a:gd name="connsiteY5102" fmla="*/ 3989055 h 6382977"/>
              <a:gd name="connsiteX5103" fmla="*/ 3061746 w 6501199"/>
              <a:gd name="connsiteY5103" fmla="*/ 4023256 h 6382977"/>
              <a:gd name="connsiteX5104" fmla="*/ 3052385 w 6501199"/>
              <a:gd name="connsiteY5104" fmla="*/ 3991575 h 6382977"/>
              <a:gd name="connsiteX5105" fmla="*/ 3043384 w 6501199"/>
              <a:gd name="connsiteY5105" fmla="*/ 3980054 h 6382977"/>
              <a:gd name="connsiteX5106" fmla="*/ 3050225 w 6501199"/>
              <a:gd name="connsiteY5106" fmla="*/ 4007416 h 6382977"/>
              <a:gd name="connsiteX5107" fmla="*/ 3032223 w 6501199"/>
              <a:gd name="connsiteY5107" fmla="*/ 3989055 h 6382977"/>
              <a:gd name="connsiteX5108" fmla="*/ 3027543 w 6501199"/>
              <a:gd name="connsiteY5108" fmla="*/ 4004895 h 6382977"/>
              <a:gd name="connsiteX5109" fmla="*/ 3041224 w 6501199"/>
              <a:gd name="connsiteY5109" fmla="*/ 4018576 h 6382977"/>
              <a:gd name="connsiteX5110" fmla="*/ 3032223 w 6501199"/>
              <a:gd name="connsiteY5110" fmla="*/ 4014256 h 6382977"/>
              <a:gd name="connsiteX5111" fmla="*/ 3029703 w 6501199"/>
              <a:gd name="connsiteY5111" fmla="*/ 4023256 h 6382977"/>
              <a:gd name="connsiteX5112" fmla="*/ 3052385 w 6501199"/>
              <a:gd name="connsiteY5112" fmla="*/ 4057458 h 6382977"/>
              <a:gd name="connsiteX5113" fmla="*/ 3070747 w 6501199"/>
              <a:gd name="connsiteY5113" fmla="*/ 4059618 h 6382977"/>
              <a:gd name="connsiteX5114" fmla="*/ 3061746 w 6501199"/>
              <a:gd name="connsiteY5114" fmla="*/ 4041617 h 6382977"/>
              <a:gd name="connsiteX5115" fmla="*/ 3070747 w 6501199"/>
              <a:gd name="connsiteY5115" fmla="*/ 4041617 h 6382977"/>
              <a:gd name="connsiteX5116" fmla="*/ 3091269 w 6501199"/>
              <a:gd name="connsiteY5116" fmla="*/ 4077979 h 6382977"/>
              <a:gd name="connsiteX5117" fmla="*/ 3077588 w 6501199"/>
              <a:gd name="connsiteY5117" fmla="*/ 4061778 h 6382977"/>
              <a:gd name="connsiteX5118" fmla="*/ 3075428 w 6501199"/>
              <a:gd name="connsiteY5118" fmla="*/ 4082299 h 6382977"/>
              <a:gd name="connsiteX5119" fmla="*/ 3086589 w 6501199"/>
              <a:gd name="connsiteY5119" fmla="*/ 4091660 h 6382977"/>
              <a:gd name="connsiteX5120" fmla="*/ 3070747 w 6501199"/>
              <a:gd name="connsiteY5120" fmla="*/ 4100660 h 6382977"/>
              <a:gd name="connsiteX5121" fmla="*/ 3059226 w 6501199"/>
              <a:gd name="connsiteY5121" fmla="*/ 4084819 h 6382977"/>
              <a:gd name="connsiteX5122" fmla="*/ 3070747 w 6501199"/>
              <a:gd name="connsiteY5122" fmla="*/ 4107500 h 6382977"/>
              <a:gd name="connsiteX5123" fmla="*/ 3052385 w 6501199"/>
              <a:gd name="connsiteY5123" fmla="*/ 4091660 h 6382977"/>
              <a:gd name="connsiteX5124" fmla="*/ 3022862 w 6501199"/>
              <a:gd name="connsiteY5124" fmla="*/ 4098140 h 6382977"/>
              <a:gd name="connsiteX5125" fmla="*/ 3045544 w 6501199"/>
              <a:gd name="connsiteY5125" fmla="*/ 4109660 h 6382977"/>
              <a:gd name="connsiteX5126" fmla="*/ 3027543 w 6501199"/>
              <a:gd name="connsiteY5126" fmla="*/ 4107500 h 6382977"/>
              <a:gd name="connsiteX5127" fmla="*/ 3020702 w 6501199"/>
              <a:gd name="connsiteY5127" fmla="*/ 4121181 h 6382977"/>
              <a:gd name="connsiteX5128" fmla="*/ 3034383 w 6501199"/>
              <a:gd name="connsiteY5128" fmla="*/ 4123341 h 6382977"/>
              <a:gd name="connsiteX5129" fmla="*/ 3013861 w 6501199"/>
              <a:gd name="connsiteY5129" fmla="*/ 4152862 h 6382977"/>
              <a:gd name="connsiteX5130" fmla="*/ 3018542 w 6501199"/>
              <a:gd name="connsiteY5130" fmla="*/ 4125501 h 6382977"/>
              <a:gd name="connsiteX5131" fmla="*/ 2995499 w 6501199"/>
              <a:gd name="connsiteY5131" fmla="*/ 4095980 h 6382977"/>
              <a:gd name="connsiteX5132" fmla="*/ 2984338 w 6501199"/>
              <a:gd name="connsiteY5132" fmla="*/ 4102820 h 6382977"/>
              <a:gd name="connsiteX5133" fmla="*/ 3009181 w 6501199"/>
              <a:gd name="connsiteY5133" fmla="*/ 4134862 h 6382977"/>
              <a:gd name="connsiteX5134" fmla="*/ 2986498 w 6501199"/>
              <a:gd name="connsiteY5134" fmla="*/ 4139182 h 6382977"/>
              <a:gd name="connsiteX5135" fmla="*/ 3013861 w 6501199"/>
              <a:gd name="connsiteY5135" fmla="*/ 4152862 h 6382977"/>
              <a:gd name="connsiteX5136" fmla="*/ 3032223 w 6501199"/>
              <a:gd name="connsiteY5136" fmla="*/ 4178064 h 6382977"/>
              <a:gd name="connsiteX5137" fmla="*/ 3011701 w 6501199"/>
              <a:gd name="connsiteY5137" fmla="*/ 4171223 h 6382977"/>
              <a:gd name="connsiteX5138" fmla="*/ 3013861 w 6501199"/>
              <a:gd name="connsiteY5138" fmla="*/ 4161863 h 6382977"/>
              <a:gd name="connsiteX5139" fmla="*/ 3000180 w 6501199"/>
              <a:gd name="connsiteY5139" fmla="*/ 4178064 h 6382977"/>
              <a:gd name="connsiteX5140" fmla="*/ 3007020 w 6501199"/>
              <a:gd name="connsiteY5140" fmla="*/ 4168703 h 6382977"/>
              <a:gd name="connsiteX5141" fmla="*/ 3011701 w 6501199"/>
              <a:gd name="connsiteY5141" fmla="*/ 4205065 h 6382977"/>
              <a:gd name="connsiteX5142" fmla="*/ 2993339 w 6501199"/>
              <a:gd name="connsiteY5142" fmla="*/ 4193904 h 6382977"/>
              <a:gd name="connsiteX5143" fmla="*/ 2984338 w 6501199"/>
              <a:gd name="connsiteY5143" fmla="*/ 4180224 h 6382977"/>
              <a:gd name="connsiteX5144" fmla="*/ 2979658 w 6501199"/>
              <a:gd name="connsiteY5144" fmla="*/ 4189224 h 6382977"/>
              <a:gd name="connsiteX5145" fmla="*/ 2959135 w 6501199"/>
              <a:gd name="connsiteY5145" fmla="*/ 4173383 h 6382977"/>
              <a:gd name="connsiteX5146" fmla="*/ 2984338 w 6501199"/>
              <a:gd name="connsiteY5146" fmla="*/ 4207585 h 6382977"/>
              <a:gd name="connsiteX5147" fmla="*/ 2977497 w 6501199"/>
              <a:gd name="connsiteY5147" fmla="*/ 4225586 h 6382977"/>
              <a:gd name="connsiteX5148" fmla="*/ 2952295 w 6501199"/>
              <a:gd name="connsiteY5148" fmla="*/ 4228106 h 6382977"/>
              <a:gd name="connsiteX5149" fmla="*/ 2977497 w 6501199"/>
              <a:gd name="connsiteY5149" fmla="*/ 4243947 h 6382977"/>
              <a:gd name="connsiteX5150" fmla="*/ 2952295 w 6501199"/>
              <a:gd name="connsiteY5150" fmla="*/ 4239266 h 6382977"/>
              <a:gd name="connsiteX5151" fmla="*/ 2945454 w 6501199"/>
              <a:gd name="connsiteY5151" fmla="*/ 4248627 h 6382977"/>
              <a:gd name="connsiteX5152" fmla="*/ 2925292 w 6501199"/>
              <a:gd name="connsiteY5152" fmla="*/ 4234946 h 6382977"/>
              <a:gd name="connsiteX5153" fmla="*/ 2947974 w 6501199"/>
              <a:gd name="connsiteY5153" fmla="*/ 4255467 h 6382977"/>
              <a:gd name="connsiteX5154" fmla="*/ 2954815 w 6501199"/>
              <a:gd name="connsiteY5154" fmla="*/ 4252947 h 6382977"/>
              <a:gd name="connsiteX5155" fmla="*/ 2950134 w 6501199"/>
              <a:gd name="connsiteY5155" fmla="*/ 4259788 h 6382977"/>
              <a:gd name="connsiteX5156" fmla="*/ 2959135 w 6501199"/>
              <a:gd name="connsiteY5156" fmla="*/ 4275628 h 6382977"/>
              <a:gd name="connsiteX5157" fmla="*/ 2931773 w 6501199"/>
              <a:gd name="connsiteY5157" fmla="*/ 4282469 h 6382977"/>
              <a:gd name="connsiteX5158" fmla="*/ 2959135 w 6501199"/>
              <a:gd name="connsiteY5158" fmla="*/ 4287149 h 6382977"/>
              <a:gd name="connsiteX5159" fmla="*/ 2952295 w 6501199"/>
              <a:gd name="connsiteY5159" fmla="*/ 4309830 h 6382977"/>
              <a:gd name="connsiteX5160" fmla="*/ 2952295 w 6501199"/>
              <a:gd name="connsiteY5160" fmla="*/ 4296149 h 6382977"/>
              <a:gd name="connsiteX5161" fmla="*/ 2931773 w 6501199"/>
              <a:gd name="connsiteY5161" fmla="*/ 4316670 h 6382977"/>
              <a:gd name="connsiteX5162" fmla="*/ 2952295 w 6501199"/>
              <a:gd name="connsiteY5162" fmla="*/ 4328191 h 6382977"/>
              <a:gd name="connsiteX5163" fmla="*/ 2927452 w 6501199"/>
              <a:gd name="connsiteY5163" fmla="*/ 4332511 h 6382977"/>
              <a:gd name="connsiteX5164" fmla="*/ 2943294 w 6501199"/>
              <a:gd name="connsiteY5164" fmla="*/ 4350872 h 6382977"/>
              <a:gd name="connsiteX5165" fmla="*/ 2915931 w 6501199"/>
              <a:gd name="connsiteY5165" fmla="*/ 4391914 h 6382977"/>
              <a:gd name="connsiteX5166" fmla="*/ 2897929 w 6501199"/>
              <a:gd name="connsiteY5166" fmla="*/ 4382553 h 6382977"/>
              <a:gd name="connsiteX5167" fmla="*/ 2879567 w 6501199"/>
              <a:gd name="connsiteY5167" fmla="*/ 4464637 h 6382977"/>
              <a:gd name="connsiteX5168" fmla="*/ 2877407 w 6501199"/>
              <a:gd name="connsiteY5168" fmla="*/ 4473638 h 6382977"/>
              <a:gd name="connsiteX5169" fmla="*/ 2879567 w 6501199"/>
              <a:gd name="connsiteY5169" fmla="*/ 4480478 h 6382977"/>
              <a:gd name="connsiteX5170" fmla="*/ 2893248 w 6501199"/>
              <a:gd name="connsiteY5170" fmla="*/ 4475798 h 6382977"/>
              <a:gd name="connsiteX5171" fmla="*/ 2891088 w 6501199"/>
              <a:gd name="connsiteY5171" fmla="*/ 4521520 h 6382977"/>
              <a:gd name="connsiteX5172" fmla="*/ 2874887 w 6501199"/>
              <a:gd name="connsiteY5172" fmla="*/ 4555722 h 6382977"/>
              <a:gd name="connsiteX5173" fmla="*/ 2843203 w 6501199"/>
              <a:gd name="connsiteY5173" fmla="*/ 4637445 h 6382977"/>
              <a:gd name="connsiteX5174" fmla="*/ 2829522 w 6501199"/>
              <a:gd name="connsiteY5174" fmla="*/ 4628445 h 6382977"/>
              <a:gd name="connsiteX5175" fmla="*/ 2815840 w 6501199"/>
              <a:gd name="connsiteY5175" fmla="*/ 4651126 h 6382977"/>
              <a:gd name="connsiteX5176" fmla="*/ 2832042 w 6501199"/>
              <a:gd name="connsiteY5176" fmla="*/ 4653286 h 6382977"/>
              <a:gd name="connsiteX5177" fmla="*/ 2804679 w 6501199"/>
              <a:gd name="connsiteY5177" fmla="*/ 4726010 h 6382977"/>
              <a:gd name="connsiteX5178" fmla="*/ 2779477 w 6501199"/>
              <a:gd name="connsiteY5178" fmla="*/ 4723850 h 6382977"/>
              <a:gd name="connsiteX5179" fmla="*/ 2784157 w 6501199"/>
              <a:gd name="connsiteY5179" fmla="*/ 4746891 h 6382977"/>
              <a:gd name="connsiteX5180" fmla="*/ 2765795 w 6501199"/>
              <a:gd name="connsiteY5180" fmla="*/ 4755891 h 6382977"/>
              <a:gd name="connsiteX5181" fmla="*/ 2795318 w 6501199"/>
              <a:gd name="connsiteY5181" fmla="*/ 4755891 h 6382977"/>
              <a:gd name="connsiteX5182" fmla="*/ 2786317 w 6501199"/>
              <a:gd name="connsiteY5182" fmla="*/ 4778572 h 6382977"/>
              <a:gd name="connsiteX5183" fmla="*/ 2747793 w 6501199"/>
              <a:gd name="connsiteY5183" fmla="*/ 4823934 h 6382977"/>
              <a:gd name="connsiteX5184" fmla="*/ 2777316 w 6501199"/>
              <a:gd name="connsiteY5184" fmla="*/ 4814934 h 6382977"/>
              <a:gd name="connsiteX5185" fmla="*/ 2768315 w 6501199"/>
              <a:gd name="connsiteY5185" fmla="*/ 4819614 h 6382977"/>
              <a:gd name="connsiteX5186" fmla="*/ 2754634 w 6501199"/>
              <a:gd name="connsiteY5186" fmla="*/ 4855976 h 6382977"/>
              <a:gd name="connsiteX5187" fmla="*/ 2770476 w 6501199"/>
              <a:gd name="connsiteY5187" fmla="*/ 4858136 h 6382977"/>
              <a:gd name="connsiteX5188" fmla="*/ 2747793 w 6501199"/>
              <a:gd name="connsiteY5188" fmla="*/ 4883337 h 6382977"/>
              <a:gd name="connsiteX5189" fmla="*/ 2743113 w 6501199"/>
              <a:gd name="connsiteY5189" fmla="*/ 4906018 h 6382977"/>
              <a:gd name="connsiteX5190" fmla="*/ 2734112 w 6501199"/>
              <a:gd name="connsiteY5190" fmla="*/ 4919699 h 6382977"/>
              <a:gd name="connsiteX5191" fmla="*/ 2745273 w 6501199"/>
              <a:gd name="connsiteY5191" fmla="*/ 4937700 h 6382977"/>
              <a:gd name="connsiteX5192" fmla="*/ 2754634 w 6501199"/>
              <a:gd name="connsiteY5192" fmla="*/ 4919699 h 6382977"/>
              <a:gd name="connsiteX5193" fmla="*/ 2829522 w 6501199"/>
              <a:gd name="connsiteY5193" fmla="*/ 4926539 h 6382977"/>
              <a:gd name="connsiteX5194" fmla="*/ 2757874 w 6501199"/>
              <a:gd name="connsiteY5194" fmla="*/ 4955116 h 6382977"/>
              <a:gd name="connsiteX5195" fmla="*/ 2691823 w 6501199"/>
              <a:gd name="connsiteY5195" fmla="*/ 4983202 h 6382977"/>
              <a:gd name="connsiteX5196" fmla="*/ 2691621 w 6501199"/>
              <a:gd name="connsiteY5196" fmla="*/ 4988380 h 6382977"/>
              <a:gd name="connsiteX5197" fmla="*/ 2693405 w 6501199"/>
              <a:gd name="connsiteY5197" fmla="*/ 4989306 h 6382977"/>
              <a:gd name="connsiteX5198" fmla="*/ 2711429 w 6501199"/>
              <a:gd name="connsiteY5198" fmla="*/ 4997102 h 6382977"/>
              <a:gd name="connsiteX5199" fmla="*/ 2734112 w 6501199"/>
              <a:gd name="connsiteY5199" fmla="*/ 4992422 h 6382977"/>
              <a:gd name="connsiteX5200" fmla="*/ 2738432 w 6501199"/>
              <a:gd name="connsiteY5200" fmla="*/ 4971901 h 6382977"/>
              <a:gd name="connsiteX5201" fmla="*/ 2743113 w 6501199"/>
              <a:gd name="connsiteY5201" fmla="*/ 4992422 h 6382977"/>
              <a:gd name="connsiteX5202" fmla="*/ 2781637 w 6501199"/>
              <a:gd name="connsiteY5202" fmla="*/ 4992422 h 6382977"/>
              <a:gd name="connsiteX5203" fmla="*/ 2825201 w 6501199"/>
              <a:gd name="connsiteY5203" fmla="*/ 4983422 h 6382977"/>
              <a:gd name="connsiteX5204" fmla="*/ 2809000 w 6501199"/>
              <a:gd name="connsiteY5204" fmla="*/ 5008263 h 6382977"/>
              <a:gd name="connsiteX5205" fmla="*/ 2734112 w 6501199"/>
              <a:gd name="connsiteY5205" fmla="*/ 5015103 h 6382977"/>
              <a:gd name="connsiteX5206" fmla="*/ 2693067 w 6501199"/>
              <a:gd name="connsiteY5206" fmla="*/ 5026624 h 6382977"/>
              <a:gd name="connsiteX5207" fmla="*/ 2694063 w 6501199"/>
              <a:gd name="connsiteY5207" fmla="*/ 5037486 h 6382977"/>
              <a:gd name="connsiteX5208" fmla="*/ 2693543 w 6501199"/>
              <a:gd name="connsiteY5208" fmla="*/ 5039263 h 6382977"/>
              <a:gd name="connsiteX5209" fmla="*/ 2695469 w 6501199"/>
              <a:gd name="connsiteY5209" fmla="*/ 5066073 h 6382977"/>
              <a:gd name="connsiteX5210" fmla="*/ 2694324 w 6501199"/>
              <a:gd name="connsiteY5210" fmla="*/ 5066078 h 6382977"/>
              <a:gd name="connsiteX5211" fmla="*/ 2695228 w 6501199"/>
              <a:gd name="connsiteY5211" fmla="*/ 5067306 h 6382977"/>
              <a:gd name="connsiteX5212" fmla="*/ 2706749 w 6501199"/>
              <a:gd name="connsiteY5212" fmla="*/ 5044625 h 6382977"/>
              <a:gd name="connsiteX5213" fmla="*/ 2763635 w 6501199"/>
              <a:gd name="connsiteY5213" fmla="*/ 5051465 h 6382977"/>
              <a:gd name="connsiteX5214" fmla="*/ 2763635 w 6501199"/>
              <a:gd name="connsiteY5214" fmla="*/ 5074146 h 6382977"/>
              <a:gd name="connsiteX5215" fmla="*/ 2708909 w 6501199"/>
              <a:gd name="connsiteY5215" fmla="*/ 5085667 h 6382977"/>
              <a:gd name="connsiteX5216" fmla="*/ 2699908 w 6501199"/>
              <a:gd name="connsiteY5216" fmla="*/ 5071986 h 6382977"/>
              <a:gd name="connsiteX5217" fmla="*/ 2656704 w 6501199"/>
              <a:gd name="connsiteY5217" fmla="*/ 5099347 h 6382977"/>
              <a:gd name="connsiteX5218" fmla="*/ 2681546 w 6501199"/>
              <a:gd name="connsiteY5218" fmla="*/ 5110868 h 6382977"/>
              <a:gd name="connsiteX5219" fmla="*/ 2686227 w 6501199"/>
              <a:gd name="connsiteY5219" fmla="*/ 5135709 h 6382977"/>
              <a:gd name="connsiteX5220" fmla="*/ 2697748 w 6501199"/>
              <a:gd name="connsiteY5220" fmla="*/ 5113028 h 6382977"/>
              <a:gd name="connsiteX5221" fmla="*/ 2752114 w 6501199"/>
              <a:gd name="connsiteY5221" fmla="*/ 5106188 h 6382977"/>
              <a:gd name="connsiteX5222" fmla="*/ 2781637 w 6501199"/>
              <a:gd name="connsiteY5222" fmla="*/ 5117348 h 6382977"/>
              <a:gd name="connsiteX5223" fmla="*/ 2784157 w 6501199"/>
              <a:gd name="connsiteY5223" fmla="*/ 5128869 h 6382977"/>
              <a:gd name="connsiteX5224" fmla="*/ 2693067 w 6501199"/>
              <a:gd name="connsiteY5224" fmla="*/ 5181071 h 6382977"/>
              <a:gd name="connsiteX5225" fmla="*/ 2745273 w 6501199"/>
              <a:gd name="connsiteY5225" fmla="*/ 5190432 h 6382977"/>
              <a:gd name="connsiteX5226" fmla="*/ 2799999 w 6501199"/>
              <a:gd name="connsiteY5226" fmla="*/ 5183591 h 6382977"/>
              <a:gd name="connsiteX5227" fmla="*/ 2610979 w 6501199"/>
              <a:gd name="connsiteY5227" fmla="*/ 5247314 h 6382977"/>
              <a:gd name="connsiteX5228" fmla="*/ 2634021 w 6501199"/>
              <a:gd name="connsiteY5228" fmla="*/ 5263155 h 6382977"/>
              <a:gd name="connsiteX5229" fmla="*/ 2774796 w 6501199"/>
              <a:gd name="connsiteY5229" fmla="*/ 5251634 h 6382977"/>
              <a:gd name="connsiteX5230" fmla="*/ 2704589 w 6501199"/>
              <a:gd name="connsiteY5230" fmla="*/ 5283676 h 6382977"/>
              <a:gd name="connsiteX5231" fmla="*/ 2608819 w 6501199"/>
              <a:gd name="connsiteY5231" fmla="*/ 5290516 h 6382977"/>
              <a:gd name="connsiteX5232" fmla="*/ 2608819 w 6501199"/>
              <a:gd name="connsiteY5232" fmla="*/ 5306357 h 6382977"/>
              <a:gd name="connsiteX5233" fmla="*/ 2595137 w 6501199"/>
              <a:gd name="connsiteY5233" fmla="*/ 5297357 h 6382977"/>
              <a:gd name="connsiteX5234" fmla="*/ 2568134 w 6501199"/>
              <a:gd name="connsiteY5234" fmla="*/ 5331198 h 6382977"/>
              <a:gd name="connsiteX5235" fmla="*/ 2652023 w 6501199"/>
              <a:gd name="connsiteY5235" fmla="*/ 5335878 h 6382977"/>
              <a:gd name="connsiteX5236" fmla="*/ 2727271 w 6501199"/>
              <a:gd name="connsiteY5236" fmla="*/ 5335878 h 6382977"/>
              <a:gd name="connsiteX5237" fmla="*/ 2599818 w 6501199"/>
              <a:gd name="connsiteY5237" fmla="*/ 5361080 h 6382977"/>
              <a:gd name="connsiteX5238" fmla="*/ 2581456 w 6501199"/>
              <a:gd name="connsiteY5238" fmla="*/ 5376920 h 6382977"/>
              <a:gd name="connsiteX5239" fmla="*/ 2488206 w 6501199"/>
              <a:gd name="connsiteY5239" fmla="*/ 5363240 h 6382977"/>
              <a:gd name="connsiteX5240" fmla="*/ 2460843 w 6501199"/>
              <a:gd name="connsiteY5240" fmla="*/ 5365400 h 6382977"/>
              <a:gd name="connsiteX5241" fmla="*/ 2449554 w 6501199"/>
              <a:gd name="connsiteY5241" fmla="*/ 5374677 h 6382977"/>
              <a:gd name="connsiteX5242" fmla="*/ 2433311 w 6501199"/>
              <a:gd name="connsiteY5242" fmla="*/ 5421222 h 6382977"/>
              <a:gd name="connsiteX5243" fmla="*/ 2449052 w 6501199"/>
              <a:gd name="connsiteY5243" fmla="*/ 5417197 h 6382977"/>
              <a:gd name="connsiteX5244" fmla="*/ 2458683 w 6501199"/>
              <a:gd name="connsiteY5244" fmla="*/ 5429123 h 6382977"/>
              <a:gd name="connsiteX5245" fmla="*/ 2472364 w 6501199"/>
              <a:gd name="connsiteY5245" fmla="*/ 5413282 h 6382977"/>
              <a:gd name="connsiteX5246" fmla="*/ 2490726 w 6501199"/>
              <a:gd name="connsiteY5246" fmla="*/ 5426963 h 6382977"/>
              <a:gd name="connsiteX5247" fmla="*/ 2499727 w 6501199"/>
              <a:gd name="connsiteY5247" fmla="*/ 5415442 h 6382977"/>
              <a:gd name="connsiteX5248" fmla="*/ 2510888 w 6501199"/>
              <a:gd name="connsiteY5248" fmla="*/ 5429123 h 6382977"/>
              <a:gd name="connsiteX5249" fmla="*/ 2454002 w 6501199"/>
              <a:gd name="connsiteY5249" fmla="*/ 5449644 h 6382977"/>
              <a:gd name="connsiteX5250" fmla="*/ 2431320 w 6501199"/>
              <a:gd name="connsiteY5250" fmla="*/ 5438484 h 6382977"/>
              <a:gd name="connsiteX5251" fmla="*/ 2431320 w 6501199"/>
              <a:gd name="connsiteY5251" fmla="*/ 5465485 h 6382977"/>
              <a:gd name="connsiteX5252" fmla="*/ 2406072 w 6501199"/>
              <a:gd name="connsiteY5252" fmla="*/ 5457024 h 6382977"/>
              <a:gd name="connsiteX5253" fmla="*/ 2401495 w 6501199"/>
              <a:gd name="connsiteY5253" fmla="*/ 5455836 h 6382977"/>
              <a:gd name="connsiteX5254" fmla="*/ 2384640 w 6501199"/>
              <a:gd name="connsiteY5254" fmla="*/ 5472949 h 6382977"/>
              <a:gd name="connsiteX5255" fmla="*/ 2356470 w 6501199"/>
              <a:gd name="connsiteY5255" fmla="*/ 5491182 h 6382977"/>
              <a:gd name="connsiteX5256" fmla="*/ 2357860 w 6501199"/>
              <a:gd name="connsiteY5256" fmla="*/ 5491992 h 6382977"/>
              <a:gd name="connsiteX5257" fmla="*/ 2434853 w 6501199"/>
              <a:gd name="connsiteY5257" fmla="*/ 5483549 h 6382977"/>
              <a:gd name="connsiteX5258" fmla="*/ 2448172 w 6501199"/>
              <a:gd name="connsiteY5258" fmla="*/ 5492484 h 6382977"/>
              <a:gd name="connsiteX5259" fmla="*/ 2569121 w 6501199"/>
              <a:gd name="connsiteY5259" fmla="*/ 5474614 h 6382977"/>
              <a:gd name="connsiteX5260" fmla="*/ 2605478 w 6501199"/>
              <a:gd name="connsiteY5260" fmla="*/ 5472112 h 6382977"/>
              <a:gd name="connsiteX5261" fmla="*/ 2587120 w 6501199"/>
              <a:gd name="connsiteY5261" fmla="*/ 5519646 h 6382977"/>
              <a:gd name="connsiteX5262" fmla="*/ 2573441 w 6501199"/>
              <a:gd name="connsiteY5262" fmla="*/ 5499274 h 6382977"/>
              <a:gd name="connsiteX5263" fmla="*/ 2530245 w 6501199"/>
              <a:gd name="connsiteY5263" fmla="*/ 5508209 h 6382977"/>
              <a:gd name="connsiteX5264" fmla="*/ 2521246 w 6501199"/>
              <a:gd name="connsiteY5264" fmla="*/ 5526436 h 6382977"/>
              <a:gd name="connsiteX5265" fmla="*/ 2487049 w 6501199"/>
              <a:gd name="connsiteY5265" fmla="*/ 5540018 h 6382977"/>
              <a:gd name="connsiteX5266" fmla="*/ 2468690 w 6501199"/>
              <a:gd name="connsiteY5266" fmla="*/ 5519646 h 6382977"/>
              <a:gd name="connsiteX5267" fmla="*/ 2404976 w 6501199"/>
              <a:gd name="connsiteY5267" fmla="*/ 5515000 h 6382977"/>
              <a:gd name="connsiteX5268" fmla="*/ 2338562 w 6501199"/>
              <a:gd name="connsiteY5268" fmla="*/ 5504596 h 6382977"/>
              <a:gd name="connsiteX5269" fmla="*/ 2338748 w 6501199"/>
              <a:gd name="connsiteY5269" fmla="*/ 5496464 h 6382977"/>
              <a:gd name="connsiteX5270" fmla="*/ 2318321 w 6501199"/>
              <a:gd name="connsiteY5270" fmla="*/ 5502198 h 6382977"/>
              <a:gd name="connsiteX5271" fmla="*/ 2290965 w 6501199"/>
              <a:gd name="connsiteY5271" fmla="*/ 5532077 h 6382977"/>
              <a:gd name="connsiteX5272" fmla="*/ 2225096 w 6501199"/>
              <a:gd name="connsiteY5272" fmla="*/ 5513718 h 6382977"/>
              <a:gd name="connsiteX5273" fmla="*/ 2225237 w 6501199"/>
              <a:gd name="connsiteY5273" fmla="*/ 5510213 h 6382977"/>
              <a:gd name="connsiteX5274" fmla="*/ 2224172 w 6501199"/>
              <a:gd name="connsiteY5274" fmla="*/ 5509763 h 6382977"/>
              <a:gd name="connsiteX5275" fmla="*/ 2217415 w 6501199"/>
              <a:gd name="connsiteY5275" fmla="*/ 5500661 h 6382977"/>
              <a:gd name="connsiteX5276" fmla="*/ 2219795 w 6501199"/>
              <a:gd name="connsiteY5276" fmla="*/ 5483836 h 6382977"/>
              <a:gd name="connsiteX5277" fmla="*/ 2199787 w 6501199"/>
              <a:gd name="connsiteY5277" fmla="*/ 5474007 h 6382977"/>
              <a:gd name="connsiteX5278" fmla="*/ 2156077 w 6501199"/>
              <a:gd name="connsiteY5278" fmla="*/ 5462239 h 6382977"/>
              <a:gd name="connsiteX5279" fmla="*/ 2116987 w 6501199"/>
              <a:gd name="connsiteY5279" fmla="*/ 5450121 h 6382977"/>
              <a:gd name="connsiteX5280" fmla="*/ 2106708 w 6501199"/>
              <a:gd name="connsiteY5280" fmla="*/ 5451028 h 6382977"/>
              <a:gd name="connsiteX5281" fmla="*/ 2106605 w 6501199"/>
              <a:gd name="connsiteY5281" fmla="*/ 5451402 h 6382977"/>
              <a:gd name="connsiteX5282" fmla="*/ 2092987 w 6501199"/>
              <a:gd name="connsiteY5282" fmla="*/ 5452313 h 6382977"/>
              <a:gd name="connsiteX5283" fmla="*/ 2110987 w 6501199"/>
              <a:gd name="connsiteY5283" fmla="*/ 5477515 h 6382977"/>
              <a:gd name="connsiteX5284" fmla="*/ 2104147 w 6501199"/>
              <a:gd name="connsiteY5284" fmla="*/ 5500196 h 6382977"/>
              <a:gd name="connsiteX5285" fmla="*/ 2113507 w 6501199"/>
              <a:gd name="connsiteY5285" fmla="*/ 5486516 h 6382977"/>
              <a:gd name="connsiteX5286" fmla="*/ 2134027 w 6501199"/>
              <a:gd name="connsiteY5286" fmla="*/ 5500196 h 6382977"/>
              <a:gd name="connsiteX5287" fmla="*/ 2122507 w 6501199"/>
              <a:gd name="connsiteY5287" fmla="*/ 5520718 h 6382977"/>
              <a:gd name="connsiteX5288" fmla="*/ 2099827 w 6501199"/>
              <a:gd name="connsiteY5288" fmla="*/ 5518558 h 6382977"/>
              <a:gd name="connsiteX5289" fmla="*/ 2138347 w 6501199"/>
              <a:gd name="connsiteY5289" fmla="*/ 5554920 h 6382977"/>
              <a:gd name="connsiteX5290" fmla="*/ 2136187 w 6501199"/>
              <a:gd name="connsiteY5290" fmla="*/ 5586602 h 6382977"/>
              <a:gd name="connsiteX5291" fmla="*/ 2117827 w 6501199"/>
              <a:gd name="connsiteY5291" fmla="*/ 5577602 h 6382977"/>
              <a:gd name="connsiteX5292" fmla="*/ 2117827 w 6501199"/>
              <a:gd name="connsiteY5292" fmla="*/ 5559240 h 6382977"/>
              <a:gd name="connsiteX5293" fmla="*/ 2101987 w 6501199"/>
              <a:gd name="connsiteY5293" fmla="*/ 5563921 h 6382977"/>
              <a:gd name="connsiteX5294" fmla="*/ 2115667 w 6501199"/>
              <a:gd name="connsiteY5294" fmla="*/ 5579762 h 6382977"/>
              <a:gd name="connsiteX5295" fmla="*/ 2101987 w 6501199"/>
              <a:gd name="connsiteY5295" fmla="*/ 5604964 h 6382977"/>
              <a:gd name="connsiteX5296" fmla="*/ 2067787 w 6501199"/>
              <a:gd name="connsiteY5296" fmla="*/ 5550240 h 6382977"/>
              <a:gd name="connsiteX5297" fmla="*/ 2056627 w 6501199"/>
              <a:gd name="connsiteY5297" fmla="*/ 5613964 h 6382977"/>
              <a:gd name="connsiteX5298" fmla="*/ 2065627 w 6501199"/>
              <a:gd name="connsiteY5298" fmla="*/ 5632326 h 6382977"/>
              <a:gd name="connsiteX5299" fmla="*/ 2077147 w 6501199"/>
              <a:gd name="connsiteY5299" fmla="*/ 5629806 h 6382977"/>
              <a:gd name="connsiteX5300" fmla="*/ 2063467 w 6501199"/>
              <a:gd name="connsiteY5300" fmla="*/ 5732412 h 6382977"/>
              <a:gd name="connsiteX5301" fmla="*/ 2077147 w 6501199"/>
              <a:gd name="connsiteY5301" fmla="*/ 5736732 h 6382977"/>
              <a:gd name="connsiteX5302" fmla="*/ 2067787 w 6501199"/>
              <a:gd name="connsiteY5302" fmla="*/ 5757254 h 6382977"/>
              <a:gd name="connsiteX5303" fmla="*/ 2051947 w 6501199"/>
              <a:gd name="connsiteY5303" fmla="*/ 5743573 h 6382977"/>
              <a:gd name="connsiteX5304" fmla="*/ 2047267 w 6501199"/>
              <a:gd name="connsiteY5304" fmla="*/ 5784616 h 6382977"/>
              <a:gd name="connsiteX5305" fmla="*/ 2029267 w 6501199"/>
              <a:gd name="connsiteY5305" fmla="*/ 5793616 h 6382977"/>
              <a:gd name="connsiteX5306" fmla="*/ 2040427 w 6501199"/>
              <a:gd name="connsiteY5306" fmla="*/ 5800457 h 6382977"/>
              <a:gd name="connsiteX5307" fmla="*/ 2019907 w 6501199"/>
              <a:gd name="connsiteY5307" fmla="*/ 5809458 h 6382977"/>
              <a:gd name="connsiteX5308" fmla="*/ 2031427 w 6501199"/>
              <a:gd name="connsiteY5308" fmla="*/ 5825658 h 6382977"/>
              <a:gd name="connsiteX5309" fmla="*/ 1999746 w 6501199"/>
              <a:gd name="connsiteY5309" fmla="*/ 5827819 h 6382977"/>
              <a:gd name="connsiteX5310" fmla="*/ 1997226 w 6501199"/>
              <a:gd name="connsiteY5310" fmla="*/ 5855181 h 6382977"/>
              <a:gd name="connsiteX5311" fmla="*/ 1992906 w 6501199"/>
              <a:gd name="connsiteY5311" fmla="*/ 5850500 h 6382977"/>
              <a:gd name="connsiteX5312" fmla="*/ 1988226 w 6501199"/>
              <a:gd name="connsiteY5312" fmla="*/ 5850500 h 6382977"/>
              <a:gd name="connsiteX5313" fmla="*/ 1988226 w 6501199"/>
              <a:gd name="connsiteY5313" fmla="*/ 5832499 h 6382977"/>
              <a:gd name="connsiteX5314" fmla="*/ 1995066 w 6501199"/>
              <a:gd name="connsiteY5314" fmla="*/ 5877862 h 6382977"/>
              <a:gd name="connsiteX5315" fmla="*/ 1974546 w 6501199"/>
              <a:gd name="connsiteY5315" fmla="*/ 5889383 h 6382977"/>
              <a:gd name="connsiteX5316" fmla="*/ 1981386 w 6501199"/>
              <a:gd name="connsiteY5316" fmla="*/ 5903064 h 6382977"/>
              <a:gd name="connsiteX5317" fmla="*/ 1947186 w 6501199"/>
              <a:gd name="connsiteY5317" fmla="*/ 5898384 h 6382977"/>
              <a:gd name="connsiteX5318" fmla="*/ 1945026 w 6501199"/>
              <a:gd name="connsiteY5318" fmla="*/ 5868862 h 6382977"/>
              <a:gd name="connsiteX5319" fmla="*/ 1922346 w 6501199"/>
              <a:gd name="connsiteY5319" fmla="*/ 5871022 h 6382977"/>
              <a:gd name="connsiteX5320" fmla="*/ 1938186 w 6501199"/>
              <a:gd name="connsiteY5320" fmla="*/ 5916385 h 6382977"/>
              <a:gd name="connsiteX5321" fmla="*/ 1956546 w 6501199"/>
              <a:gd name="connsiteY5321" fmla="*/ 5936906 h 6382977"/>
              <a:gd name="connsiteX5322" fmla="*/ 1945026 w 6501199"/>
              <a:gd name="connsiteY5322" fmla="*/ 5918905 h 6382977"/>
              <a:gd name="connsiteX5323" fmla="*/ 1926666 w 6501199"/>
              <a:gd name="connsiteY5323" fmla="*/ 5932586 h 6382977"/>
              <a:gd name="connsiteX5324" fmla="*/ 1940346 w 6501199"/>
              <a:gd name="connsiteY5324" fmla="*/ 5943747 h 6382977"/>
              <a:gd name="connsiteX5325" fmla="*/ 1929186 w 6501199"/>
              <a:gd name="connsiteY5325" fmla="*/ 5946267 h 6382977"/>
              <a:gd name="connsiteX5326" fmla="*/ 1949706 w 6501199"/>
              <a:gd name="connsiteY5326" fmla="*/ 5962108 h 6382977"/>
              <a:gd name="connsiteX5327" fmla="*/ 1929186 w 6501199"/>
              <a:gd name="connsiteY5327" fmla="*/ 5971108 h 6382977"/>
              <a:gd name="connsiteX5328" fmla="*/ 1951866 w 6501199"/>
              <a:gd name="connsiteY5328" fmla="*/ 5986950 h 6382977"/>
              <a:gd name="connsiteX5329" fmla="*/ 1936026 w 6501199"/>
              <a:gd name="connsiteY5329" fmla="*/ 5982630 h 6382977"/>
              <a:gd name="connsiteX5330" fmla="*/ 1926666 w 6501199"/>
              <a:gd name="connsiteY5330" fmla="*/ 5991630 h 6382977"/>
              <a:gd name="connsiteX5331" fmla="*/ 1942866 w 6501199"/>
              <a:gd name="connsiteY5331" fmla="*/ 6032673 h 6382977"/>
              <a:gd name="connsiteX5332" fmla="*/ 1965546 w 6501199"/>
              <a:gd name="connsiteY5332" fmla="*/ 6036993 h 6382977"/>
              <a:gd name="connsiteX5333" fmla="*/ 1970226 w 6501199"/>
              <a:gd name="connsiteY5333" fmla="*/ 6048514 h 6382977"/>
              <a:gd name="connsiteX5334" fmla="*/ 1960866 w 6501199"/>
              <a:gd name="connsiteY5334" fmla="*/ 6066876 h 6382977"/>
              <a:gd name="connsiteX5335" fmla="*/ 1938186 w 6501199"/>
              <a:gd name="connsiteY5335" fmla="*/ 6021152 h 6382977"/>
              <a:gd name="connsiteX5336" fmla="*/ 1929186 w 6501199"/>
              <a:gd name="connsiteY5336" fmla="*/ 6021152 h 6382977"/>
              <a:gd name="connsiteX5337" fmla="*/ 1949706 w 6501199"/>
              <a:gd name="connsiteY5337" fmla="*/ 6132760 h 6382977"/>
              <a:gd name="connsiteX5338" fmla="*/ 1933506 w 6501199"/>
              <a:gd name="connsiteY5338" fmla="*/ 6146440 h 6382977"/>
              <a:gd name="connsiteX5339" fmla="*/ 1894986 w 6501199"/>
              <a:gd name="connsiteY5339" fmla="*/ 6089557 h 6382977"/>
              <a:gd name="connsiteX5340" fmla="*/ 1888145 w 6501199"/>
              <a:gd name="connsiteY5340" fmla="*/ 6091717 h 6382977"/>
              <a:gd name="connsiteX5341" fmla="*/ 1901826 w 6501199"/>
              <a:gd name="connsiteY5341" fmla="*/ 6178123 h 6382977"/>
              <a:gd name="connsiteX5342" fmla="*/ 1894986 w 6501199"/>
              <a:gd name="connsiteY5342" fmla="*/ 6253368 h 6382977"/>
              <a:gd name="connsiteX5343" fmla="*/ 1899666 w 6501199"/>
              <a:gd name="connsiteY5343" fmla="*/ 6264529 h 6382977"/>
              <a:gd name="connsiteX5344" fmla="*/ 1881305 w 6501199"/>
              <a:gd name="connsiteY5344" fmla="*/ 6260208 h 6382977"/>
              <a:gd name="connsiteX5345" fmla="*/ 1865465 w 6501199"/>
              <a:gd name="connsiteY5345" fmla="*/ 6278210 h 6382977"/>
              <a:gd name="connsiteX5346" fmla="*/ 1876625 w 6501199"/>
              <a:gd name="connsiteY5346" fmla="*/ 6287210 h 6382977"/>
              <a:gd name="connsiteX5347" fmla="*/ 1874465 w 6501199"/>
              <a:gd name="connsiteY5347" fmla="*/ 6278210 h 6382977"/>
              <a:gd name="connsiteX5348" fmla="*/ 1894986 w 6501199"/>
              <a:gd name="connsiteY5348" fmla="*/ 6310252 h 6382977"/>
              <a:gd name="connsiteX5349" fmla="*/ 1838105 w 6501199"/>
              <a:gd name="connsiteY5349" fmla="*/ 6367136 h 6382977"/>
              <a:gd name="connsiteX5350" fmla="*/ 1803905 w 6501199"/>
              <a:gd name="connsiteY5350" fmla="*/ 6382977 h 6382977"/>
              <a:gd name="connsiteX5351" fmla="*/ 1735864 w 6501199"/>
              <a:gd name="connsiteY5351" fmla="*/ 6294051 h 6382977"/>
              <a:gd name="connsiteX5352" fmla="*/ 1753864 w 6501199"/>
              <a:gd name="connsiteY5352" fmla="*/ 6303412 h 6382977"/>
              <a:gd name="connsiteX5353" fmla="*/ 1751704 w 6501199"/>
              <a:gd name="connsiteY5353" fmla="*/ 6262368 h 6382977"/>
              <a:gd name="connsiteX5354" fmla="*/ 1722184 w 6501199"/>
              <a:gd name="connsiteY5354" fmla="*/ 6162282 h 6382977"/>
              <a:gd name="connsiteX5355" fmla="*/ 1726504 w 6501199"/>
              <a:gd name="connsiteY5355" fmla="*/ 6073356 h 6382977"/>
              <a:gd name="connsiteX5356" fmla="*/ 1715344 w 6501199"/>
              <a:gd name="connsiteY5356" fmla="*/ 6098558 h 6382977"/>
              <a:gd name="connsiteX5357" fmla="*/ 1708504 w 6501199"/>
              <a:gd name="connsiteY5357" fmla="*/ 6046354 h 6382977"/>
              <a:gd name="connsiteX5358" fmla="*/ 1703824 w 6501199"/>
              <a:gd name="connsiteY5358" fmla="*/ 5991630 h 6382977"/>
              <a:gd name="connsiteX5359" fmla="*/ 1719664 w 6501199"/>
              <a:gd name="connsiteY5359" fmla="*/ 5984790 h 6382977"/>
              <a:gd name="connsiteX5360" fmla="*/ 1712824 w 6501199"/>
              <a:gd name="connsiteY5360" fmla="*/ 5946267 h 6382977"/>
              <a:gd name="connsiteX5361" fmla="*/ 1717504 w 6501199"/>
              <a:gd name="connsiteY5361" fmla="*/ 5962108 h 6382977"/>
              <a:gd name="connsiteX5362" fmla="*/ 1710664 w 6501199"/>
              <a:gd name="connsiteY5362" fmla="*/ 5934746 h 6382977"/>
              <a:gd name="connsiteX5363" fmla="*/ 1722184 w 6501199"/>
              <a:gd name="connsiteY5363" fmla="*/ 5845820 h 6382977"/>
              <a:gd name="connsiteX5364" fmla="*/ 1685823 w 6501199"/>
              <a:gd name="connsiteY5364" fmla="*/ 5789296 h 6382977"/>
              <a:gd name="connsiteX5365" fmla="*/ 1651623 w 6501199"/>
              <a:gd name="connsiteY5365" fmla="*/ 5793616 h 6382977"/>
              <a:gd name="connsiteX5366" fmla="*/ 1658463 w 6501199"/>
              <a:gd name="connsiteY5366" fmla="*/ 5809458 h 6382977"/>
              <a:gd name="connsiteX5367" fmla="*/ 1681143 w 6501199"/>
              <a:gd name="connsiteY5367" fmla="*/ 5811978 h 6382977"/>
              <a:gd name="connsiteX5368" fmla="*/ 1674303 w 6501199"/>
              <a:gd name="connsiteY5368" fmla="*/ 5859501 h 6382977"/>
              <a:gd name="connsiteX5369" fmla="*/ 1658463 w 6501199"/>
              <a:gd name="connsiteY5369" fmla="*/ 5864182 h 6382977"/>
              <a:gd name="connsiteX5370" fmla="*/ 1665303 w 6501199"/>
              <a:gd name="connsiteY5370" fmla="*/ 5884703 h 6382977"/>
              <a:gd name="connsiteX5371" fmla="*/ 1674303 w 6501199"/>
              <a:gd name="connsiteY5371" fmla="*/ 5884703 h 6382977"/>
              <a:gd name="connsiteX5372" fmla="*/ 1662783 w 6501199"/>
              <a:gd name="connsiteY5372" fmla="*/ 5896224 h 6382977"/>
              <a:gd name="connsiteX5373" fmla="*/ 1633263 w 6501199"/>
              <a:gd name="connsiteY5373" fmla="*/ 5864182 h 6382977"/>
              <a:gd name="connsiteX5374" fmla="*/ 1642623 w 6501199"/>
              <a:gd name="connsiteY5374" fmla="*/ 5916385 h 6382977"/>
              <a:gd name="connsiteX5375" fmla="*/ 1622103 w 6501199"/>
              <a:gd name="connsiteY5375" fmla="*/ 5916385 h 6382977"/>
              <a:gd name="connsiteX5376" fmla="*/ 1612743 w 6501199"/>
              <a:gd name="connsiteY5376" fmla="*/ 5955268 h 6382977"/>
              <a:gd name="connsiteX5377" fmla="*/ 1594743 w 6501199"/>
              <a:gd name="connsiteY5377" fmla="*/ 5946267 h 6382977"/>
              <a:gd name="connsiteX5378" fmla="*/ 1581063 w 6501199"/>
              <a:gd name="connsiteY5378" fmla="*/ 5975789 h 6382977"/>
              <a:gd name="connsiteX5379" fmla="*/ 1590063 w 6501199"/>
              <a:gd name="connsiteY5379" fmla="*/ 5980110 h 6382977"/>
              <a:gd name="connsiteX5380" fmla="*/ 1572063 w 6501199"/>
              <a:gd name="connsiteY5380" fmla="*/ 6021152 h 6382977"/>
              <a:gd name="connsiteX5381" fmla="*/ 1542182 w 6501199"/>
              <a:gd name="connsiteY5381" fmla="*/ 6055354 h 6382977"/>
              <a:gd name="connsiteX5382" fmla="*/ 1519502 w 6501199"/>
              <a:gd name="connsiteY5382" fmla="*/ 5877862 h 6382977"/>
              <a:gd name="connsiteX5383" fmla="*/ 1512662 w 6501199"/>
              <a:gd name="connsiteY5383" fmla="*/ 5820978 h 6382977"/>
              <a:gd name="connsiteX5384" fmla="*/ 1503662 w 6501199"/>
              <a:gd name="connsiteY5384" fmla="*/ 5766254 h 6382977"/>
              <a:gd name="connsiteX5385" fmla="*/ 1515182 w 6501199"/>
              <a:gd name="connsiteY5385" fmla="*/ 5811978 h 6382977"/>
              <a:gd name="connsiteX5386" fmla="*/ 1501502 w 6501199"/>
              <a:gd name="connsiteY5386" fmla="*/ 5739253 h 6382977"/>
              <a:gd name="connsiteX5387" fmla="*/ 1487822 w 6501199"/>
              <a:gd name="connsiteY5387" fmla="*/ 5716211 h 6382977"/>
              <a:gd name="connsiteX5388" fmla="*/ 1512662 w 6501199"/>
              <a:gd name="connsiteY5388" fmla="*/ 5741413 h 6382977"/>
              <a:gd name="connsiteX5389" fmla="*/ 1478822 w 6501199"/>
              <a:gd name="connsiteY5389" fmla="*/ 5693530 h 6382977"/>
              <a:gd name="connsiteX5390" fmla="*/ 1494662 w 6501199"/>
              <a:gd name="connsiteY5390" fmla="*/ 5686689 h 6382977"/>
              <a:gd name="connsiteX5391" fmla="*/ 1501502 w 6501199"/>
              <a:gd name="connsiteY5391" fmla="*/ 5664008 h 6382977"/>
              <a:gd name="connsiteX5392" fmla="*/ 1498982 w 6501199"/>
              <a:gd name="connsiteY5392" fmla="*/ 5657167 h 6382977"/>
              <a:gd name="connsiteX5393" fmla="*/ 1474142 w 6501199"/>
              <a:gd name="connsiteY5393" fmla="*/ 5643486 h 6382977"/>
              <a:gd name="connsiteX5394" fmla="*/ 1471982 w 6501199"/>
              <a:gd name="connsiteY5394" fmla="*/ 5652487 h 6382977"/>
              <a:gd name="connsiteX5395" fmla="*/ 1487822 w 6501199"/>
              <a:gd name="connsiteY5395" fmla="*/ 5664008 h 6382977"/>
              <a:gd name="connsiteX5396" fmla="*/ 1485662 w 6501199"/>
              <a:gd name="connsiteY5396" fmla="*/ 5682369 h 6382977"/>
              <a:gd name="connsiteX5397" fmla="*/ 1471982 w 6501199"/>
              <a:gd name="connsiteY5397" fmla="*/ 5657167 h 6382977"/>
              <a:gd name="connsiteX5398" fmla="*/ 1453622 w 6501199"/>
              <a:gd name="connsiteY5398" fmla="*/ 5673008 h 6382977"/>
              <a:gd name="connsiteX5399" fmla="*/ 1428422 w 6501199"/>
              <a:gd name="connsiteY5399" fmla="*/ 5659328 h 6382977"/>
              <a:gd name="connsiteX5400" fmla="*/ 1451462 w 6501199"/>
              <a:gd name="connsiteY5400" fmla="*/ 5714051 h 6382977"/>
              <a:gd name="connsiteX5401" fmla="*/ 1455782 w 6501199"/>
              <a:gd name="connsiteY5401" fmla="*/ 5736732 h 6382977"/>
              <a:gd name="connsiteX5402" fmla="*/ 1469462 w 6501199"/>
              <a:gd name="connsiteY5402" fmla="*/ 5734572 h 6382977"/>
              <a:gd name="connsiteX5403" fmla="*/ 1460462 w 6501199"/>
              <a:gd name="connsiteY5403" fmla="*/ 5752574 h 6382977"/>
              <a:gd name="connsiteX5404" fmla="*/ 1469462 w 6501199"/>
              <a:gd name="connsiteY5404" fmla="*/ 5957428 h 6382977"/>
              <a:gd name="connsiteX5405" fmla="*/ 1439942 w 6501199"/>
              <a:gd name="connsiteY5405" fmla="*/ 5914225 h 6382977"/>
              <a:gd name="connsiteX5406" fmla="*/ 1437782 w 6501199"/>
              <a:gd name="connsiteY5406" fmla="*/ 5962108 h 6382977"/>
              <a:gd name="connsiteX5407" fmla="*/ 1419421 w 6501199"/>
              <a:gd name="connsiteY5407" fmla="*/ 5975789 h 6382977"/>
              <a:gd name="connsiteX5408" fmla="*/ 1426261 w 6501199"/>
              <a:gd name="connsiteY5408" fmla="*/ 6014312 h 6382977"/>
              <a:gd name="connsiteX5409" fmla="*/ 1415101 w 6501199"/>
              <a:gd name="connsiteY5409" fmla="*/ 6036993 h 6382977"/>
              <a:gd name="connsiteX5410" fmla="*/ 1408261 w 6501199"/>
              <a:gd name="connsiteY5410" fmla="*/ 6016472 h 6382977"/>
              <a:gd name="connsiteX5411" fmla="*/ 1387741 w 6501199"/>
              <a:gd name="connsiteY5411" fmla="*/ 6027992 h 6382977"/>
              <a:gd name="connsiteX5412" fmla="*/ 1337701 w 6501199"/>
              <a:gd name="connsiteY5412" fmla="*/ 5934746 h 6382977"/>
              <a:gd name="connsiteX5413" fmla="*/ 1312501 w 6501199"/>
              <a:gd name="connsiteY5413" fmla="*/ 5839340 h 6382977"/>
              <a:gd name="connsiteX5414" fmla="*/ 1287660 w 6501199"/>
              <a:gd name="connsiteY5414" fmla="*/ 5720892 h 6382977"/>
              <a:gd name="connsiteX5415" fmla="*/ 1269300 w 6501199"/>
              <a:gd name="connsiteY5415" fmla="*/ 5622965 h 6382977"/>
              <a:gd name="connsiteX5416" fmla="*/ 1280820 w 6501199"/>
              <a:gd name="connsiteY5416" fmla="*/ 5622965 h 6382977"/>
              <a:gd name="connsiteX5417" fmla="*/ 1264620 w 6501199"/>
              <a:gd name="connsiteY5417" fmla="*/ 5588762 h 6382977"/>
              <a:gd name="connsiteX5418" fmla="*/ 1282980 w 6501199"/>
              <a:gd name="connsiteY5418" fmla="*/ 5577602 h 6382977"/>
              <a:gd name="connsiteX5419" fmla="*/ 1228260 w 6501199"/>
              <a:gd name="connsiteY5419" fmla="*/ 5459154 h 6382977"/>
              <a:gd name="connsiteX5420" fmla="*/ 1217100 w 6501199"/>
              <a:gd name="connsiteY5420" fmla="*/ 5422791 h 6382977"/>
              <a:gd name="connsiteX5421" fmla="*/ 1251300 w 6501199"/>
              <a:gd name="connsiteY5421" fmla="*/ 5300022 h 6382977"/>
              <a:gd name="connsiteX5422" fmla="*/ 1246620 w 6501199"/>
              <a:gd name="connsiteY5422" fmla="*/ 5313704 h 6382977"/>
              <a:gd name="connsiteX5423" fmla="*/ 1223940 w 6501199"/>
              <a:gd name="connsiteY5423" fmla="*/ 5295342 h 6382977"/>
              <a:gd name="connsiteX5424" fmla="*/ 1221780 w 6501199"/>
              <a:gd name="connsiteY5424" fmla="*/ 5272661 h 6382977"/>
              <a:gd name="connsiteX5425" fmla="*/ 1237620 w 6501199"/>
              <a:gd name="connsiteY5425" fmla="*/ 5249979 h 6382977"/>
              <a:gd name="connsiteX5426" fmla="*/ 1214940 w 6501199"/>
              <a:gd name="connsiteY5426" fmla="*/ 5236298 h 6382977"/>
              <a:gd name="connsiteX5427" fmla="*/ 1241940 w 6501199"/>
              <a:gd name="connsiteY5427" fmla="*/ 5081488 h 6382977"/>
              <a:gd name="connsiteX5428" fmla="*/ 1241940 w 6501199"/>
              <a:gd name="connsiteY5428" fmla="*/ 5040805 h 6382977"/>
              <a:gd name="connsiteX5429" fmla="*/ 1200900 w 6501199"/>
              <a:gd name="connsiteY5429" fmla="*/ 4999762 h 6382977"/>
              <a:gd name="connsiteX5430" fmla="*/ 1230780 w 6501199"/>
              <a:gd name="connsiteY5430" fmla="*/ 4801748 h 6382977"/>
              <a:gd name="connsiteX5431" fmla="*/ 1223940 w 6501199"/>
              <a:gd name="connsiteY5431" fmla="*/ 4724343 h 6382977"/>
              <a:gd name="connsiteX5432" fmla="*/ 1228260 w 6501199"/>
              <a:gd name="connsiteY5432" fmla="*/ 4603735 h 6382977"/>
              <a:gd name="connsiteX5433" fmla="*/ 1214940 w 6501199"/>
              <a:gd name="connsiteY5433" fmla="*/ 4517329 h 6382977"/>
              <a:gd name="connsiteX5434" fmla="*/ 1232940 w 6501199"/>
              <a:gd name="connsiteY5434" fmla="*/ 4508328 h 6382977"/>
              <a:gd name="connsiteX5435" fmla="*/ 1221780 w 6501199"/>
              <a:gd name="connsiteY5435" fmla="*/ 4451444 h 6382977"/>
              <a:gd name="connsiteX5436" fmla="*/ 1230780 w 6501199"/>
              <a:gd name="connsiteY5436" fmla="*/ 4462605 h 6382977"/>
              <a:gd name="connsiteX5437" fmla="*/ 1244460 w 6501199"/>
              <a:gd name="connsiteY5437" fmla="*/ 4353518 h 6382977"/>
              <a:gd name="connsiteX5438" fmla="*/ 1232940 w 6501199"/>
              <a:gd name="connsiteY5438" fmla="*/ 4401401 h 6382977"/>
              <a:gd name="connsiteX5439" fmla="*/ 1246620 w 6501199"/>
              <a:gd name="connsiteY5439" fmla="*/ 4451444 h 6382977"/>
              <a:gd name="connsiteX5440" fmla="*/ 1260300 w 6501199"/>
              <a:gd name="connsiteY5440" fmla="*/ 4439924 h 6382977"/>
              <a:gd name="connsiteX5441" fmla="*/ 1264620 w 6501199"/>
              <a:gd name="connsiteY5441" fmla="*/ 4474126 h 6382977"/>
              <a:gd name="connsiteX5442" fmla="*/ 1255620 w 6501199"/>
              <a:gd name="connsiteY5442" fmla="*/ 4417242 h 6382977"/>
              <a:gd name="connsiteX5443" fmla="*/ 1277625 w 6501199"/>
              <a:gd name="connsiteY5443" fmla="*/ 4353608 h 6382977"/>
              <a:gd name="connsiteX5444" fmla="*/ 1279209 w 6501199"/>
              <a:gd name="connsiteY5444" fmla="*/ 4326402 h 6382977"/>
              <a:gd name="connsiteX5445" fmla="*/ 1278808 w 6501199"/>
              <a:gd name="connsiteY5445" fmla="*/ 4325916 h 6382977"/>
              <a:gd name="connsiteX5446" fmla="*/ 1279351 w 6501199"/>
              <a:gd name="connsiteY5446" fmla="*/ 4323970 h 6382977"/>
              <a:gd name="connsiteX5447" fmla="*/ 1279768 w 6501199"/>
              <a:gd name="connsiteY5447" fmla="*/ 4316795 h 6382977"/>
              <a:gd name="connsiteX5448" fmla="*/ 1292062 w 6501199"/>
              <a:gd name="connsiteY5448" fmla="*/ 4288555 h 6382977"/>
              <a:gd name="connsiteX5449" fmla="*/ 1258586 w 6501199"/>
              <a:gd name="connsiteY5449" fmla="*/ 4280447 h 6382977"/>
              <a:gd name="connsiteX5450" fmla="*/ 1259615 w 6501199"/>
              <a:gd name="connsiteY5450" fmla="*/ 4290503 h 6382977"/>
              <a:gd name="connsiteX5451" fmla="*/ 1257799 w 6501199"/>
              <a:gd name="connsiteY5451" fmla="*/ 4299596 h 6382977"/>
              <a:gd name="connsiteX5452" fmla="*/ 1268893 w 6501199"/>
              <a:gd name="connsiteY5452" fmla="*/ 4298792 h 6382977"/>
              <a:gd name="connsiteX5453" fmla="*/ 1273565 w 6501199"/>
              <a:gd name="connsiteY5453" fmla="*/ 4336696 h 6382977"/>
              <a:gd name="connsiteX5454" fmla="*/ 1253617 w 6501199"/>
              <a:gd name="connsiteY5454" fmla="*/ 4333109 h 6382977"/>
              <a:gd name="connsiteX5455" fmla="*/ 1248532 w 6501199"/>
              <a:gd name="connsiteY5455" fmla="*/ 4333430 h 6382977"/>
              <a:gd name="connsiteX5456" fmla="*/ 1245961 w 6501199"/>
              <a:gd name="connsiteY5456" fmla="*/ 4347812 h 6382977"/>
              <a:gd name="connsiteX5457" fmla="*/ 1241667 w 6501199"/>
              <a:gd name="connsiteY5457" fmla="*/ 4333862 h 6382977"/>
              <a:gd name="connsiteX5458" fmla="*/ 1230433 w 6501199"/>
              <a:gd name="connsiteY5458" fmla="*/ 4334570 h 6382977"/>
              <a:gd name="connsiteX5459" fmla="*/ 1216775 w 6501199"/>
              <a:gd name="connsiteY5459" fmla="*/ 4294187 h 6382977"/>
              <a:gd name="connsiteX5460" fmla="*/ 1244092 w 6501199"/>
              <a:gd name="connsiteY5460" fmla="*/ 4318984 h 6382977"/>
              <a:gd name="connsiteX5461" fmla="*/ 1254589 w 6501199"/>
              <a:gd name="connsiteY5461" fmla="*/ 4314135 h 6382977"/>
              <a:gd name="connsiteX5462" fmla="*/ 1255340 w 6501199"/>
              <a:gd name="connsiteY5462" fmla="*/ 4307951 h 6382977"/>
              <a:gd name="connsiteX5463" fmla="*/ 1244679 w 6501199"/>
              <a:gd name="connsiteY5463" fmla="*/ 4316055 h 6382977"/>
              <a:gd name="connsiteX5464" fmla="*/ 1255769 w 6501199"/>
              <a:gd name="connsiteY5464" fmla="*/ 4252912 h 6382977"/>
              <a:gd name="connsiteX5465" fmla="*/ 1258253 w 6501199"/>
              <a:gd name="connsiteY5465" fmla="*/ 4277187 h 6382977"/>
              <a:gd name="connsiteX5466" fmla="*/ 1260843 w 6501199"/>
              <a:gd name="connsiteY5466" fmla="*/ 4258437 h 6382977"/>
              <a:gd name="connsiteX5467" fmla="*/ 1268990 w 6501199"/>
              <a:gd name="connsiteY5467" fmla="*/ 4241742 h 6382977"/>
              <a:gd name="connsiteX5468" fmla="*/ 1266830 w 6501199"/>
              <a:gd name="connsiteY5468" fmla="*/ 4232381 h 6382977"/>
              <a:gd name="connsiteX5469" fmla="*/ 1259988 w 6501199"/>
              <a:gd name="connsiteY5469" fmla="*/ 4241742 h 6382977"/>
              <a:gd name="connsiteX5470" fmla="*/ 1273671 w 6501199"/>
              <a:gd name="connsiteY5470" fmla="*/ 4221220 h 6382977"/>
              <a:gd name="connsiteX5471" fmla="*/ 1200578 w 6501199"/>
              <a:gd name="connsiteY5471" fmla="*/ 4214380 h 6382977"/>
              <a:gd name="connsiteX5472" fmla="*/ 1198417 w 6501199"/>
              <a:gd name="connsiteY5472" fmla="*/ 4252902 h 6382977"/>
              <a:gd name="connsiteX5473" fmla="*/ 1070954 w 6501199"/>
              <a:gd name="connsiteY5473" fmla="*/ 4196019 h 6382977"/>
              <a:gd name="connsiteX5474" fmla="*/ 1075635 w 6501199"/>
              <a:gd name="connsiteY5474" fmla="*/ 4237061 h 6382977"/>
              <a:gd name="connsiteX5475" fmla="*/ 1037108 w 6501199"/>
              <a:gd name="connsiteY5475" fmla="*/ 4266583 h 6382977"/>
              <a:gd name="connsiteX5476" fmla="*/ 996061 w 6501199"/>
              <a:gd name="connsiteY5476" fmla="*/ 4264422 h 6382977"/>
              <a:gd name="connsiteX5477" fmla="*/ 948172 w 6501199"/>
              <a:gd name="connsiteY5477" fmla="*/ 4207540 h 6382977"/>
              <a:gd name="connsiteX5478" fmla="*/ 966535 w 6501199"/>
              <a:gd name="connsiteY5478" fmla="*/ 4191699 h 6382977"/>
              <a:gd name="connsiteX5479" fmla="*/ 966535 w 6501199"/>
              <a:gd name="connsiteY5479" fmla="*/ 4139137 h 6382977"/>
              <a:gd name="connsiteX5480" fmla="*/ 950332 w 6501199"/>
              <a:gd name="connsiteY5480" fmla="*/ 4102775 h 6382977"/>
              <a:gd name="connsiteX5481" fmla="*/ 886961 w 6501199"/>
              <a:gd name="connsiteY5481" fmla="*/ 4139137 h 6382977"/>
              <a:gd name="connsiteX5482" fmla="*/ 884440 w 6501199"/>
              <a:gd name="connsiteY5482" fmla="*/ 4143817 h 6382977"/>
              <a:gd name="connsiteX5483" fmla="*/ 900283 w 6501199"/>
              <a:gd name="connsiteY5483" fmla="*/ 4145977 h 6382977"/>
              <a:gd name="connsiteX5484" fmla="*/ 893442 w 6501199"/>
              <a:gd name="connsiteY5484" fmla="*/ 4157498 h 6382977"/>
              <a:gd name="connsiteX5485" fmla="*/ 930169 w 6501199"/>
              <a:gd name="connsiteY5485" fmla="*/ 4182339 h 6382977"/>
              <a:gd name="connsiteX5486" fmla="*/ 913966 w 6501199"/>
              <a:gd name="connsiteY5486" fmla="*/ 4216540 h 6382977"/>
              <a:gd name="connsiteX5487" fmla="*/ 870758 w 6501199"/>
              <a:gd name="connsiteY5487" fmla="*/ 4191699 h 6382977"/>
              <a:gd name="connsiteX5488" fmla="*/ 859596 w 6501199"/>
              <a:gd name="connsiteY5488" fmla="*/ 4164338 h 6382977"/>
              <a:gd name="connsiteX5489" fmla="*/ 875439 w 6501199"/>
              <a:gd name="connsiteY5489" fmla="*/ 4139137 h 6382977"/>
              <a:gd name="connsiteX5490" fmla="*/ 845913 w 6501199"/>
              <a:gd name="connsiteY5490" fmla="*/ 4123296 h 6382977"/>
              <a:gd name="connsiteX5491" fmla="*/ 884440 w 6501199"/>
              <a:gd name="connsiteY5491" fmla="*/ 4123296 h 6382977"/>
              <a:gd name="connsiteX5492" fmla="*/ 902804 w 6501199"/>
              <a:gd name="connsiteY5492" fmla="*/ 4107455 h 6382977"/>
              <a:gd name="connsiteX5493" fmla="*/ 832231 w 6501199"/>
              <a:gd name="connsiteY5493" fmla="*/ 4036892 h 6382977"/>
              <a:gd name="connsiteX5494" fmla="*/ 816388 w 6501199"/>
              <a:gd name="connsiteY5494" fmla="*/ 4061733 h 6382977"/>
              <a:gd name="connsiteX5495" fmla="*/ 827550 w 6501199"/>
              <a:gd name="connsiteY5495" fmla="*/ 4059573 h 6382977"/>
              <a:gd name="connsiteX5496" fmla="*/ 829710 w 6501199"/>
              <a:gd name="connsiteY5496" fmla="*/ 4073254 h 6382977"/>
              <a:gd name="connsiteX5497" fmla="*/ 807026 w 6501199"/>
              <a:gd name="connsiteY5497" fmla="*/ 4084774 h 6382977"/>
              <a:gd name="connsiteX5498" fmla="*/ 756977 w 6501199"/>
              <a:gd name="connsiteY5498" fmla="*/ 4066413 h 6382977"/>
              <a:gd name="connsiteX5499" fmla="*/ 725291 w 6501199"/>
              <a:gd name="connsiteY5499" fmla="*/ 4041572 h 6382977"/>
              <a:gd name="connsiteX5500" fmla="*/ 706928 w 6501199"/>
              <a:gd name="connsiteY5500" fmla="*/ 3993690 h 6382977"/>
              <a:gd name="connsiteX5501" fmla="*/ 679563 w 6501199"/>
              <a:gd name="connsiteY5501" fmla="*/ 3991530 h 6382977"/>
              <a:gd name="connsiteX5502" fmla="*/ 679563 w 6501199"/>
              <a:gd name="connsiteY5502" fmla="*/ 3945808 h 6382977"/>
              <a:gd name="connsiteX5503" fmla="*/ 711609 w 6501199"/>
              <a:gd name="connsiteY5503" fmla="*/ 3945808 h 6382977"/>
              <a:gd name="connsiteX5504" fmla="*/ 711609 w 6501199"/>
              <a:gd name="connsiteY5504" fmla="*/ 3968488 h 6382977"/>
              <a:gd name="connsiteX5505" fmla="*/ 727452 w 6501199"/>
              <a:gd name="connsiteY5505" fmla="*/ 3968488 h 6382977"/>
              <a:gd name="connsiteX5506" fmla="*/ 743295 w 6501199"/>
              <a:gd name="connsiteY5506" fmla="*/ 3947968 h 6382977"/>
              <a:gd name="connsiteX5507" fmla="*/ 727452 w 6501199"/>
              <a:gd name="connsiteY5507" fmla="*/ 3945808 h 6382977"/>
              <a:gd name="connsiteX5508" fmla="*/ 723131 w 6501199"/>
              <a:gd name="connsiteY5508" fmla="*/ 3909446 h 6382977"/>
              <a:gd name="connsiteX5509" fmla="*/ 701617 w 6501199"/>
              <a:gd name="connsiteY5509" fmla="*/ 3907826 h 6382977"/>
              <a:gd name="connsiteX5510" fmla="*/ 699646 w 6501199"/>
              <a:gd name="connsiteY5510" fmla="*/ 3901458 h 6382977"/>
              <a:gd name="connsiteX5511" fmla="*/ 687943 w 6501199"/>
              <a:gd name="connsiteY5511" fmla="*/ 3904240 h 6382977"/>
              <a:gd name="connsiteX5512" fmla="*/ 687035 w 6501199"/>
              <a:gd name="connsiteY5512" fmla="*/ 3912866 h 6382977"/>
              <a:gd name="connsiteX5513" fmla="*/ 682084 w 6501199"/>
              <a:gd name="connsiteY5513" fmla="*/ 3936807 h 6382977"/>
              <a:gd name="connsiteX5514" fmla="*/ 671023 w 6501199"/>
              <a:gd name="connsiteY5514" fmla="*/ 3913434 h 6382977"/>
              <a:gd name="connsiteX5515" fmla="*/ 671571 w 6501199"/>
              <a:gd name="connsiteY5515" fmla="*/ 3908131 h 6382977"/>
              <a:gd name="connsiteX5516" fmla="*/ 655291 w 6501199"/>
              <a:gd name="connsiteY5516" fmla="*/ 3912000 h 6382977"/>
              <a:gd name="connsiteX5517" fmla="*/ 659971 w 6501199"/>
              <a:gd name="connsiteY5517" fmla="*/ 3923518 h 6382977"/>
              <a:gd name="connsiteX5518" fmla="*/ 586883 w 6501199"/>
              <a:gd name="connsiteY5518" fmla="*/ 3939356 h 6382977"/>
              <a:gd name="connsiteX5519" fmla="*/ 529997 w 6501199"/>
              <a:gd name="connsiteY5519" fmla="*/ 3994068 h 6382977"/>
              <a:gd name="connsiteX5520" fmla="*/ 568882 w 6501199"/>
              <a:gd name="connsiteY5520" fmla="*/ 3909840 h 6382977"/>
              <a:gd name="connsiteX5521" fmla="*/ 562041 w 6501199"/>
              <a:gd name="connsiteY5521" fmla="*/ 3898322 h 6382977"/>
              <a:gd name="connsiteX5522" fmla="*/ 541519 w 6501199"/>
              <a:gd name="connsiteY5522" fmla="*/ 3889324 h 6382977"/>
              <a:gd name="connsiteX5523" fmla="*/ 507315 w 6501199"/>
              <a:gd name="connsiteY5523" fmla="*/ 3896162 h 6382977"/>
              <a:gd name="connsiteX5524" fmla="*/ 493634 w 6501199"/>
              <a:gd name="connsiteY5524" fmla="*/ 3914520 h 6382977"/>
              <a:gd name="connsiteX5525" fmla="*/ 500474 w 6501199"/>
              <a:gd name="connsiteY5525" fmla="*/ 3939356 h 6382977"/>
              <a:gd name="connsiteX5526" fmla="*/ 484633 w 6501199"/>
              <a:gd name="connsiteY5526" fmla="*/ 3937196 h 6382977"/>
              <a:gd name="connsiteX5527" fmla="*/ 391383 w 6501199"/>
              <a:gd name="connsiteY5527" fmla="*/ 3996228 h 6382977"/>
              <a:gd name="connsiteX5528" fmla="*/ 384542 w 6501199"/>
              <a:gd name="connsiteY5528" fmla="*/ 4014585 h 6382977"/>
              <a:gd name="connsiteX5529" fmla="*/ 434587 w 6501199"/>
              <a:gd name="connsiteY5529" fmla="*/ 3934677 h 6382977"/>
              <a:gd name="connsiteX5530" fmla="*/ 405064 w 6501199"/>
              <a:gd name="connsiteY5530" fmla="*/ 3925678 h 6382977"/>
              <a:gd name="connsiteX5531" fmla="*/ 407224 w 6501199"/>
              <a:gd name="connsiteY5531" fmla="*/ 3909840 h 6382977"/>
              <a:gd name="connsiteX5532" fmla="*/ 425586 w 6501199"/>
              <a:gd name="connsiteY5532" fmla="*/ 3894003 h 6382977"/>
              <a:gd name="connsiteX5533" fmla="*/ 423066 w 6501199"/>
              <a:gd name="connsiteY5533" fmla="*/ 3907681 h 6382977"/>
              <a:gd name="connsiteX5534" fmla="*/ 438908 w 6501199"/>
              <a:gd name="connsiteY5534" fmla="*/ 3882484 h 6382977"/>
              <a:gd name="connsiteX5535" fmla="*/ 507315 w 6501199"/>
              <a:gd name="connsiteY5535" fmla="*/ 3871326 h 6382977"/>
              <a:gd name="connsiteX5536" fmla="*/ 520996 w 6501199"/>
              <a:gd name="connsiteY5536" fmla="*/ 3885004 h 6382977"/>
              <a:gd name="connsiteX5537" fmla="*/ 511996 w 6501199"/>
              <a:gd name="connsiteY5537" fmla="*/ 3855128 h 6382977"/>
              <a:gd name="connsiteX5538" fmla="*/ 553040 w 6501199"/>
              <a:gd name="connsiteY5538" fmla="*/ 3816614 h 6382977"/>
              <a:gd name="connsiteX5539" fmla="*/ 609566 w 6501199"/>
              <a:gd name="connsiteY5539" fmla="*/ 3832452 h 6382977"/>
              <a:gd name="connsiteX5540" fmla="*/ 639449 w 6501199"/>
              <a:gd name="connsiteY5540" fmla="*/ 3800776 h 6382977"/>
              <a:gd name="connsiteX5541" fmla="*/ 666761 w 6501199"/>
              <a:gd name="connsiteY5541" fmla="*/ 3791963 h 6382977"/>
              <a:gd name="connsiteX5542" fmla="*/ 680352 w 6501199"/>
              <a:gd name="connsiteY5542" fmla="*/ 3776584 h 6382977"/>
              <a:gd name="connsiteX5543" fmla="*/ 670111 w 6501199"/>
              <a:gd name="connsiteY5543" fmla="*/ 3744558 h 6382977"/>
              <a:gd name="connsiteX5544" fmla="*/ 700087 w 6501199"/>
              <a:gd name="connsiteY5544" fmla="*/ 3595511 h 6382977"/>
              <a:gd name="connsiteX5545" fmla="*/ 682084 w 6501199"/>
              <a:gd name="connsiteY5545" fmla="*/ 3607031 h 6382977"/>
              <a:gd name="connsiteX5546" fmla="*/ 688925 w 6501199"/>
              <a:gd name="connsiteY5546" fmla="*/ 3515947 h 6382977"/>
              <a:gd name="connsiteX5547" fmla="*/ 711609 w 6501199"/>
              <a:gd name="connsiteY5547" fmla="*/ 3524947 h 6382977"/>
              <a:gd name="connsiteX5548" fmla="*/ 713769 w 6501199"/>
              <a:gd name="connsiteY5548" fmla="*/ 3515947 h 6382977"/>
              <a:gd name="connsiteX5549" fmla="*/ 693246 w 6501199"/>
              <a:gd name="connsiteY5549" fmla="*/ 3511267 h 6382977"/>
              <a:gd name="connsiteX5550" fmla="*/ 725291 w 6501199"/>
              <a:gd name="connsiteY5550" fmla="*/ 3497586 h 6382977"/>
              <a:gd name="connsiteX5551" fmla="*/ 720763 w 6501199"/>
              <a:gd name="connsiteY5551" fmla="*/ 3489367 h 6382977"/>
              <a:gd name="connsiteX5552" fmla="*/ 715509 w 6501199"/>
              <a:gd name="connsiteY5552" fmla="*/ 3488147 h 6382977"/>
              <a:gd name="connsiteX5553" fmla="*/ 698495 w 6501199"/>
              <a:gd name="connsiteY5553" fmla="*/ 3498060 h 6382977"/>
              <a:gd name="connsiteX5554" fmla="*/ 466631 w 6501199"/>
              <a:gd name="connsiteY5554" fmla="*/ 3525416 h 6382977"/>
              <a:gd name="connsiteX5555" fmla="*/ 457270 w 6501199"/>
              <a:gd name="connsiteY5555" fmla="*/ 3536935 h 6382977"/>
              <a:gd name="connsiteX5556" fmla="*/ 436748 w 6501199"/>
              <a:gd name="connsiteY5556" fmla="*/ 3520737 h 6382977"/>
              <a:gd name="connsiteX5557" fmla="*/ 425586 w 6501199"/>
              <a:gd name="connsiteY5557" fmla="*/ 3530096 h 6382977"/>
              <a:gd name="connsiteX5558" fmla="*/ 355019 w 6501199"/>
              <a:gd name="connsiteY5558" fmla="*/ 3513898 h 6382977"/>
              <a:gd name="connsiteX5559" fmla="*/ 352499 w 6501199"/>
              <a:gd name="connsiteY5559" fmla="*/ 3500580 h 6382977"/>
              <a:gd name="connsiteX5560" fmla="*/ 270770 w 6501199"/>
              <a:gd name="connsiteY5560" fmla="*/ 3486902 h 6382977"/>
              <a:gd name="connsiteX5561" fmla="*/ 220725 w 6501199"/>
              <a:gd name="connsiteY5561" fmla="*/ 3302609 h 6382977"/>
              <a:gd name="connsiteX5562" fmla="*/ 261769 w 6501199"/>
              <a:gd name="connsiteY5562" fmla="*/ 3284251 h 6382977"/>
              <a:gd name="connsiteX5563" fmla="*/ 318655 w 6501199"/>
              <a:gd name="connsiteY5563" fmla="*/ 3406993 h 6382977"/>
              <a:gd name="connsiteX5564" fmla="*/ 341337 w 6501199"/>
              <a:gd name="connsiteY5564" fmla="*/ 3400514 h 6382977"/>
              <a:gd name="connsiteX5565" fmla="*/ 332337 w 6501199"/>
              <a:gd name="connsiteY5565" fmla="*/ 3388996 h 6382977"/>
              <a:gd name="connsiteX5566" fmla="*/ 357179 w 6501199"/>
              <a:gd name="connsiteY5566" fmla="*/ 3313767 h 6382977"/>
              <a:gd name="connsiteX5567" fmla="*/ 377701 w 6501199"/>
              <a:gd name="connsiteY5567" fmla="*/ 3300449 h 6382977"/>
              <a:gd name="connsiteX5568" fmla="*/ 386702 w 6501199"/>
              <a:gd name="connsiteY5568" fmla="*/ 3234219 h 6382977"/>
              <a:gd name="connsiteX5569" fmla="*/ 382382 w 6501199"/>
              <a:gd name="connsiteY5569" fmla="*/ 3175187 h 6382977"/>
              <a:gd name="connsiteX5570" fmla="*/ 405064 w 6501199"/>
              <a:gd name="connsiteY5570" fmla="*/ 3127314 h 6382977"/>
              <a:gd name="connsiteX5571" fmla="*/ 402904 w 6501199"/>
              <a:gd name="connsiteY5571" fmla="*/ 3245737 h 6382977"/>
              <a:gd name="connsiteX5572" fmla="*/ 409385 w 6501199"/>
              <a:gd name="connsiteY5572" fmla="*/ 3204703 h 6382977"/>
              <a:gd name="connsiteX5573" fmla="*/ 423066 w 6501199"/>
              <a:gd name="connsiteY5573" fmla="*/ 3227380 h 6382977"/>
              <a:gd name="connsiteX5574" fmla="*/ 423066 w 6501199"/>
              <a:gd name="connsiteY5574" fmla="*/ 3186705 h 6382977"/>
              <a:gd name="connsiteX5575" fmla="*/ 448269 w 6501199"/>
              <a:gd name="connsiteY5575" fmla="*/ 3113636 h 6382977"/>
              <a:gd name="connsiteX5576" fmla="*/ 425586 w 6501199"/>
              <a:gd name="connsiteY5576" fmla="*/ 3125154 h 6382977"/>
              <a:gd name="connsiteX5577" fmla="*/ 414065 w 6501199"/>
              <a:gd name="connsiteY5577" fmla="*/ 3106797 h 6382977"/>
              <a:gd name="connsiteX5578" fmla="*/ 396063 w 6501199"/>
              <a:gd name="connsiteY5578" fmla="*/ 3125154 h 6382977"/>
              <a:gd name="connsiteX5579" fmla="*/ 355019 w 6501199"/>
              <a:gd name="connsiteY5579" fmla="*/ 3143152 h 6382977"/>
              <a:gd name="connsiteX5580" fmla="*/ 373021 w 6501199"/>
              <a:gd name="connsiteY5580" fmla="*/ 3125154 h 6382977"/>
              <a:gd name="connsiteX5581" fmla="*/ 370861 w 6501199"/>
              <a:gd name="connsiteY5581" fmla="*/ 3118315 h 6382977"/>
              <a:gd name="connsiteX5582" fmla="*/ 373021 w 6501199"/>
              <a:gd name="connsiteY5582" fmla="*/ 3106797 h 6382977"/>
              <a:gd name="connsiteX5583" fmla="*/ 334497 w 6501199"/>
              <a:gd name="connsiteY5583" fmla="*/ 3095639 h 6382977"/>
              <a:gd name="connsiteX5584" fmla="*/ 318655 w 6501199"/>
              <a:gd name="connsiteY5584" fmla="*/ 3036967 h 6382977"/>
              <a:gd name="connsiteX5585" fmla="*/ 300293 w 6501199"/>
              <a:gd name="connsiteY5585" fmla="*/ 3036967 h 6382977"/>
              <a:gd name="connsiteX5586" fmla="*/ 309294 w 6501199"/>
              <a:gd name="connsiteY5586" fmla="*/ 3030128 h 6382977"/>
              <a:gd name="connsiteX5587" fmla="*/ 320815 w 6501199"/>
              <a:gd name="connsiteY5587" fmla="*/ 2968577 h 6382977"/>
              <a:gd name="connsiteX5588" fmla="*/ 309294 w 6501199"/>
              <a:gd name="connsiteY5588" fmla="*/ 2907026 h 6382977"/>
              <a:gd name="connsiteX5589" fmla="*/ 261769 w 6501199"/>
              <a:gd name="connsiteY5589" fmla="*/ 2900187 h 6382977"/>
              <a:gd name="connsiteX5590" fmla="*/ 302813 w 6501199"/>
              <a:gd name="connsiteY5590" fmla="*/ 2806961 h 6382977"/>
              <a:gd name="connsiteX5591" fmla="*/ 309294 w 6501199"/>
              <a:gd name="connsiteY5591" fmla="*/ 2718413 h 6382977"/>
              <a:gd name="connsiteX5592" fmla="*/ 343498 w 6501199"/>
              <a:gd name="connsiteY5592" fmla="*/ 2725252 h 6382977"/>
              <a:gd name="connsiteX5593" fmla="*/ 477792 w 6501199"/>
              <a:gd name="connsiteY5593" fmla="*/ 2513603 h 6382977"/>
              <a:gd name="connsiteX5594" fmla="*/ 445749 w 6501199"/>
              <a:gd name="connsiteY5594" fmla="*/ 2522602 h 6382977"/>
              <a:gd name="connsiteX5595" fmla="*/ 407224 w 6501199"/>
              <a:gd name="connsiteY5595" fmla="*/ 2506764 h 6382977"/>
              <a:gd name="connsiteX5596" fmla="*/ 438908 w 6501199"/>
              <a:gd name="connsiteY5596" fmla="*/ 2475089 h 6382977"/>
              <a:gd name="connsiteX5597" fmla="*/ 452949 w 6501199"/>
              <a:gd name="connsiteY5597" fmla="*/ 2475089 h 6382977"/>
              <a:gd name="connsiteX5598" fmla="*/ 455110 w 6501199"/>
              <a:gd name="connsiteY5598" fmla="*/ 2493086 h 6382977"/>
              <a:gd name="connsiteX5599" fmla="*/ 475632 w 6501199"/>
              <a:gd name="connsiteY5599" fmla="*/ 2468250 h 6382977"/>
              <a:gd name="connsiteX5600" fmla="*/ 466631 w 6501199"/>
              <a:gd name="connsiteY5600" fmla="*/ 2452052 h 6382977"/>
              <a:gd name="connsiteX5601" fmla="*/ 493634 w 6501199"/>
              <a:gd name="connsiteY5601" fmla="*/ 2447733 h 6382977"/>
              <a:gd name="connsiteX5602" fmla="*/ 511996 w 6501199"/>
              <a:gd name="connsiteY5602" fmla="*/ 2431895 h 6382977"/>
              <a:gd name="connsiteX5603" fmla="*/ 498314 w 6501199"/>
              <a:gd name="connsiteY5603" fmla="*/ 2425056 h 6382977"/>
              <a:gd name="connsiteX5604" fmla="*/ 525677 w 6501199"/>
              <a:gd name="connsiteY5604" fmla="*/ 2351987 h 6382977"/>
              <a:gd name="connsiteX5605" fmla="*/ 543679 w 6501199"/>
              <a:gd name="connsiteY5605" fmla="*/ 2349827 h 6382977"/>
              <a:gd name="connsiteX5606" fmla="*/ 643769 w 6501199"/>
              <a:gd name="connsiteY5606" fmla="*/ 2229244 h 6382977"/>
              <a:gd name="connsiteX5607" fmla="*/ 636929 w 6501199"/>
              <a:gd name="connsiteY5607" fmla="*/ 2218086 h 6382977"/>
              <a:gd name="connsiteX5608" fmla="*/ 705336 w 6501199"/>
              <a:gd name="connsiteY5608" fmla="*/ 2181731 h 6382977"/>
              <a:gd name="connsiteX5609" fmla="*/ 741700 w 6501199"/>
              <a:gd name="connsiteY5609" fmla="*/ 2120180 h 6382977"/>
              <a:gd name="connsiteX5610" fmla="*/ 728018 w 6501199"/>
              <a:gd name="connsiteY5610" fmla="*/ 2124500 h 6382977"/>
              <a:gd name="connsiteX5611" fmla="*/ 755381 w 6501199"/>
              <a:gd name="connsiteY5611" fmla="*/ 2111182 h 6382977"/>
              <a:gd name="connsiteX5612" fmla="*/ 805427 w 6501199"/>
              <a:gd name="connsiteY5612" fmla="*/ 2026954 h 6382977"/>
              <a:gd name="connsiteX5613" fmla="*/ 832790 w 6501199"/>
              <a:gd name="connsiteY5613" fmla="*/ 2029113 h 6382977"/>
              <a:gd name="connsiteX5614" fmla="*/ 834950 w 6501199"/>
              <a:gd name="connsiteY5614" fmla="*/ 2011116 h 6382977"/>
              <a:gd name="connsiteX5615" fmla="*/ 821268 w 6501199"/>
              <a:gd name="connsiteY5615" fmla="*/ 2024434 h 6382977"/>
              <a:gd name="connsiteX5616" fmla="*/ 889676 w 6501199"/>
              <a:gd name="connsiteY5616" fmla="*/ 1904212 h 6382977"/>
              <a:gd name="connsiteX5617" fmla="*/ 905517 w 6501199"/>
              <a:gd name="connsiteY5617" fmla="*/ 1911051 h 6382977"/>
              <a:gd name="connsiteX5618" fmla="*/ 930720 w 6501199"/>
              <a:gd name="connsiteY5618" fmla="*/ 1858498 h 6382977"/>
              <a:gd name="connsiteX5619" fmla="*/ 923879 w 6501199"/>
              <a:gd name="connsiteY5619" fmla="*/ 1899532 h 6382977"/>
              <a:gd name="connsiteX5620" fmla="*/ 967084 w 6501199"/>
              <a:gd name="connsiteY5620" fmla="*/ 1870017 h 6382977"/>
              <a:gd name="connsiteX5621" fmla="*/ 971404 w 6501199"/>
              <a:gd name="connsiteY5621" fmla="*/ 1854179 h 6382977"/>
              <a:gd name="connsiteX5622" fmla="*/ 946562 w 6501199"/>
              <a:gd name="connsiteY5622" fmla="*/ 1844820 h 6382977"/>
              <a:gd name="connsiteX5623" fmla="*/ 976085 w 6501199"/>
              <a:gd name="connsiteY5623" fmla="*/ 1849500 h 6382977"/>
              <a:gd name="connsiteX5624" fmla="*/ 991926 w 6501199"/>
              <a:gd name="connsiteY5624" fmla="*/ 1842661 h 6382977"/>
              <a:gd name="connsiteX5625" fmla="*/ 1007768 w 6501199"/>
              <a:gd name="connsiteY5625" fmla="*/ 1804146 h 6382977"/>
              <a:gd name="connsiteX5626" fmla="*/ 989766 w 6501199"/>
              <a:gd name="connsiteY5626" fmla="*/ 1822144 h 6382977"/>
              <a:gd name="connsiteX5627" fmla="*/ 1021449 w 6501199"/>
              <a:gd name="connsiteY5627" fmla="*/ 1760592 h 6382977"/>
              <a:gd name="connsiteX5628" fmla="*/ 1010288 w 6501199"/>
              <a:gd name="connsiteY5628" fmla="*/ 1799467 h 6382977"/>
              <a:gd name="connsiteX5629" fmla="*/ 1037651 w 6501199"/>
              <a:gd name="connsiteY5629" fmla="*/ 1776790 h 6382977"/>
              <a:gd name="connsiteX5630" fmla="*/ 1041972 w 6501199"/>
              <a:gd name="connsiteY5630" fmla="*/ 1787949 h 6382977"/>
              <a:gd name="connsiteX5631" fmla="*/ 1089857 w 6501199"/>
              <a:gd name="connsiteY5631" fmla="*/ 1726757 h 6382977"/>
              <a:gd name="connsiteX5632" fmla="*/ 1107859 w 6501199"/>
              <a:gd name="connsiteY5632" fmla="*/ 1724238 h 6382977"/>
              <a:gd name="connsiteX5633" fmla="*/ 1130901 w 6501199"/>
              <a:gd name="connsiteY5633" fmla="*/ 1704081 h 6382977"/>
              <a:gd name="connsiteX5634" fmla="*/ 1133061 w 6501199"/>
              <a:gd name="connsiteY5634" fmla="*/ 1690403 h 6382977"/>
              <a:gd name="connsiteX5635" fmla="*/ 1107859 w 6501199"/>
              <a:gd name="connsiteY5635" fmla="*/ 1704081 h 6382977"/>
              <a:gd name="connsiteX5636" fmla="*/ 1137742 w 6501199"/>
              <a:gd name="connsiteY5636" fmla="*/ 1681044 h 6382977"/>
              <a:gd name="connsiteX5637" fmla="*/ 1155744 w 6501199"/>
              <a:gd name="connsiteY5637" fmla="*/ 1642530 h 6382977"/>
              <a:gd name="connsiteX5638" fmla="*/ 1155744 w 6501199"/>
              <a:gd name="connsiteY5638" fmla="*/ 1649369 h 6382977"/>
              <a:gd name="connsiteX5639" fmla="*/ 1230992 w 6501199"/>
              <a:gd name="connsiteY5639" fmla="*/ 1569820 h 6382977"/>
              <a:gd name="connsiteX5640" fmla="*/ 1317401 w 6501199"/>
              <a:gd name="connsiteY5640" fmla="*/ 1499270 h 6382977"/>
              <a:gd name="connsiteX5641" fmla="*/ 1340083 w 6501199"/>
              <a:gd name="connsiteY5641" fmla="*/ 1471914 h 6382977"/>
              <a:gd name="connsiteX5642" fmla="*/ 1353765 w 6501199"/>
              <a:gd name="connsiteY5642" fmla="*/ 1480913 h 6382977"/>
              <a:gd name="connsiteX5643" fmla="*/ 1371767 w 6501199"/>
              <a:gd name="connsiteY5643" fmla="*/ 1471914 h 6382977"/>
              <a:gd name="connsiteX5644" fmla="*/ 1371767 w 6501199"/>
              <a:gd name="connsiteY5644" fmla="*/ 1453917 h 6382977"/>
              <a:gd name="connsiteX5645" fmla="*/ 1387968 w 6501199"/>
              <a:gd name="connsiteY5645" fmla="*/ 1456077 h 6382977"/>
              <a:gd name="connsiteX5646" fmla="*/ 1424332 w 6501199"/>
              <a:gd name="connsiteY5646" fmla="*/ 1439879 h 6382977"/>
              <a:gd name="connsiteX5647" fmla="*/ 1401650 w 6501199"/>
              <a:gd name="connsiteY5647" fmla="*/ 1442399 h 6382977"/>
              <a:gd name="connsiteX5648" fmla="*/ 1467537 w 6501199"/>
              <a:gd name="connsiteY5648" fmla="*/ 1383367 h 6382977"/>
              <a:gd name="connsiteX5649" fmla="*/ 1453855 w 6501199"/>
              <a:gd name="connsiteY5649" fmla="*/ 1401365 h 6382977"/>
              <a:gd name="connsiteX5650" fmla="*/ 1522263 w 6501199"/>
              <a:gd name="connsiteY5650" fmla="*/ 1394526 h 6382977"/>
              <a:gd name="connsiteX5651" fmla="*/ 1458536 w 6501199"/>
              <a:gd name="connsiteY5651" fmla="*/ 1415043 h 6382977"/>
              <a:gd name="connsiteX5652" fmla="*/ 1385808 w 6501199"/>
              <a:gd name="connsiteY5652" fmla="*/ 1471914 h 6382977"/>
              <a:gd name="connsiteX5653" fmla="*/ 1378967 w 6501199"/>
              <a:gd name="connsiteY5653" fmla="*/ 1480913 h 6382977"/>
              <a:gd name="connsiteX5654" fmla="*/ 1392289 w 6501199"/>
              <a:gd name="connsiteY5654" fmla="*/ 1480913 h 6382977"/>
              <a:gd name="connsiteX5655" fmla="*/ 1335403 w 6501199"/>
              <a:gd name="connsiteY5655" fmla="*/ 1533465 h 6382977"/>
              <a:gd name="connsiteX5656" fmla="*/ 1367446 w 6501199"/>
              <a:gd name="connsiteY5656" fmla="*/ 1521947 h 6382977"/>
              <a:gd name="connsiteX5657" fmla="*/ 1387968 w 6501199"/>
              <a:gd name="connsiteY5657" fmla="*/ 1501430 h 6382977"/>
              <a:gd name="connsiteX5658" fmla="*/ 1237832 w 6501199"/>
              <a:gd name="connsiteY5658" fmla="*/ 1642530 h 6382977"/>
              <a:gd name="connsiteX5659" fmla="*/ 1303719 w 6501199"/>
              <a:gd name="connsiteY5659" fmla="*/ 1613014 h 6382977"/>
              <a:gd name="connsiteX5660" fmla="*/ 1299039 w 6501199"/>
              <a:gd name="connsiteY5660" fmla="*/ 1631011 h 6382977"/>
              <a:gd name="connsiteX5661" fmla="*/ 1340083 w 6501199"/>
              <a:gd name="connsiteY5661" fmla="*/ 1610494 h 6382977"/>
              <a:gd name="connsiteX5662" fmla="*/ 1326402 w 6501199"/>
              <a:gd name="connsiteY5662" fmla="*/ 1601496 h 6382977"/>
              <a:gd name="connsiteX5663" fmla="*/ 1340083 w 6501199"/>
              <a:gd name="connsiteY5663" fmla="*/ 1587818 h 6382977"/>
              <a:gd name="connsiteX5664" fmla="*/ 1460696 w 6501199"/>
              <a:gd name="connsiteY5664" fmla="*/ 1508269 h 6382977"/>
              <a:gd name="connsiteX5665" fmla="*/ 1462856 w 6501199"/>
              <a:gd name="connsiteY5665" fmla="*/ 1530946 h 6382977"/>
              <a:gd name="connsiteX5666" fmla="*/ 1515422 w 6501199"/>
              <a:gd name="connsiteY5666" fmla="*/ 1476594 h 6382977"/>
              <a:gd name="connsiteX5667" fmla="*/ 1526583 w 6501199"/>
              <a:gd name="connsiteY5667" fmla="*/ 1483433 h 6382977"/>
              <a:gd name="connsiteX5668" fmla="*/ 1531263 w 6501199"/>
              <a:gd name="connsiteY5668" fmla="*/ 1465075 h 6382977"/>
              <a:gd name="connsiteX5669" fmla="*/ 1560787 w 6501199"/>
              <a:gd name="connsiteY5669" fmla="*/ 1471914 h 6382977"/>
              <a:gd name="connsiteX5670" fmla="*/ 1597150 w 6501199"/>
              <a:gd name="connsiteY5670" fmla="*/ 1430880 h 6382977"/>
              <a:gd name="connsiteX5671" fmla="*/ 1594990 w 6501199"/>
              <a:gd name="connsiteY5671" fmla="*/ 1447078 h 6382977"/>
              <a:gd name="connsiteX5672" fmla="*/ 1676719 w 6501199"/>
              <a:gd name="connsiteY5672" fmla="*/ 1383367 h 6382977"/>
              <a:gd name="connsiteX5673" fmla="*/ 1676719 w 6501199"/>
              <a:gd name="connsiteY5673" fmla="*/ 1392366 h 6382977"/>
              <a:gd name="connsiteX5674" fmla="*/ 1781490 w 6501199"/>
              <a:gd name="connsiteY5674" fmla="*/ 1339814 h 6382977"/>
              <a:gd name="connsiteX5675" fmla="*/ 1876900 w 6501199"/>
              <a:gd name="connsiteY5675" fmla="*/ 1290141 h 6382977"/>
              <a:gd name="connsiteX5676" fmla="*/ 1854218 w 6501199"/>
              <a:gd name="connsiteY5676" fmla="*/ 1312818 h 6382977"/>
              <a:gd name="connsiteX5677" fmla="*/ 1945308 w 6501199"/>
              <a:gd name="connsiteY5677" fmla="*/ 1280782 h 6382977"/>
              <a:gd name="connsiteX5678" fmla="*/ 1967990 w 6501199"/>
              <a:gd name="connsiteY5678" fmla="*/ 1285461 h 6382977"/>
              <a:gd name="connsiteX5679" fmla="*/ 1972671 w 6501199"/>
              <a:gd name="connsiteY5679" fmla="*/ 1269624 h 6382977"/>
              <a:gd name="connsiteX5680" fmla="*/ 2033877 w 6501199"/>
              <a:gd name="connsiteY5680" fmla="*/ 1255946 h 6382977"/>
              <a:gd name="connsiteX5681" fmla="*/ 1988512 w 6501199"/>
              <a:gd name="connsiteY5681" fmla="*/ 1280782 h 6382977"/>
              <a:gd name="connsiteX5682" fmla="*/ 2052239 w 6501199"/>
              <a:gd name="connsiteY5682" fmla="*/ 1290141 h 6382977"/>
              <a:gd name="connsiteX5683" fmla="*/ 1997513 w 6501199"/>
              <a:gd name="connsiteY5683" fmla="*/ 1305978 h 6382977"/>
              <a:gd name="connsiteX5684" fmla="*/ 2006874 w 6501199"/>
              <a:gd name="connsiteY5684" fmla="*/ 1290141 h 6382977"/>
              <a:gd name="connsiteX5685" fmla="*/ 1995353 w 6501199"/>
              <a:gd name="connsiteY5685" fmla="*/ 1285461 h 6382977"/>
              <a:gd name="connsiteX5686" fmla="*/ 1902103 w 6501199"/>
              <a:gd name="connsiteY5686" fmla="*/ 1328655 h 6382977"/>
              <a:gd name="connsiteX5687" fmla="*/ 1811013 w 6501199"/>
              <a:gd name="connsiteY5687" fmla="*/ 1390206 h 6382977"/>
              <a:gd name="connsiteX5688" fmla="*/ 1695081 w 6501199"/>
              <a:gd name="connsiteY5688" fmla="*/ 1444558 h 6382977"/>
              <a:gd name="connsiteX5689" fmla="*/ 1699401 w 6501199"/>
              <a:gd name="connsiteY5689" fmla="*/ 1424041 h 6382977"/>
              <a:gd name="connsiteX5690" fmla="*/ 1686080 w 6501199"/>
              <a:gd name="connsiteY5690" fmla="*/ 1449238 h 6382977"/>
              <a:gd name="connsiteX5691" fmla="*/ 1651876 w 6501199"/>
              <a:gd name="connsiteY5691" fmla="*/ 1465075 h 6382977"/>
              <a:gd name="connsiteX5692" fmla="*/ 1597150 w 6501199"/>
              <a:gd name="connsiteY5692" fmla="*/ 1476594 h 6382977"/>
              <a:gd name="connsiteX5693" fmla="*/ 1590310 w 6501199"/>
              <a:gd name="connsiteY5693" fmla="*/ 1485592 h 6382977"/>
              <a:gd name="connsiteX5694" fmla="*/ 1615512 w 6501199"/>
              <a:gd name="connsiteY5694" fmla="*/ 1487752 h 6382977"/>
              <a:gd name="connsiteX5695" fmla="*/ 1476538 w 6501199"/>
              <a:gd name="connsiteY5695" fmla="*/ 1549303 h 6382977"/>
              <a:gd name="connsiteX5696" fmla="*/ 1469697 w 6501199"/>
              <a:gd name="connsiteY5696" fmla="*/ 1571980 h 6382977"/>
              <a:gd name="connsiteX5697" fmla="*/ 1438014 w 6501199"/>
              <a:gd name="connsiteY5697" fmla="*/ 1578819 h 6382977"/>
              <a:gd name="connsiteX5698" fmla="*/ 1415331 w 6501199"/>
              <a:gd name="connsiteY5698" fmla="*/ 1628852 h 6382977"/>
              <a:gd name="connsiteX5699" fmla="*/ 1399129 w 6501199"/>
              <a:gd name="connsiteY5699" fmla="*/ 1624172 h 6382977"/>
              <a:gd name="connsiteX5700" fmla="*/ 1417491 w 6501199"/>
              <a:gd name="connsiteY5700" fmla="*/ 1606175 h 6382977"/>
              <a:gd name="connsiteX5701" fmla="*/ 1349084 w 6501199"/>
              <a:gd name="connsiteY5701" fmla="*/ 1651528 h 6382977"/>
              <a:gd name="connsiteX5702" fmla="*/ 1387968 w 6501199"/>
              <a:gd name="connsiteY5702" fmla="*/ 1640370 h 6382977"/>
              <a:gd name="connsiteX5703" fmla="*/ 1390129 w 6501199"/>
              <a:gd name="connsiteY5703" fmla="*/ 1667366 h 6382977"/>
              <a:gd name="connsiteX5704" fmla="*/ 1360605 w 6501199"/>
              <a:gd name="connsiteY5704" fmla="*/ 1699401 h 6382977"/>
              <a:gd name="connsiteX5705" fmla="*/ 1381128 w 6501199"/>
              <a:gd name="connsiteY5705" fmla="*/ 1692562 h 6382977"/>
              <a:gd name="connsiteX5706" fmla="*/ 1337923 w 6501199"/>
              <a:gd name="connsiteY5706" fmla="*/ 1737916 h 6382977"/>
              <a:gd name="connsiteX5707" fmla="*/ 1374287 w 6501199"/>
              <a:gd name="connsiteY5707" fmla="*/ 1713079 h 6382977"/>
              <a:gd name="connsiteX5708" fmla="*/ 1374287 w 6501199"/>
              <a:gd name="connsiteY5708" fmla="*/ 1728917 h 6382977"/>
              <a:gd name="connsiteX5709" fmla="*/ 1494900 w 6501199"/>
              <a:gd name="connsiteY5709" fmla="*/ 1678884 h 6382977"/>
              <a:gd name="connsiteX5710" fmla="*/ 1551786 w 6501199"/>
              <a:gd name="connsiteY5710" fmla="*/ 1656208 h 6382977"/>
              <a:gd name="connsiteX5711" fmla="*/ 1529812 w 6501199"/>
              <a:gd name="connsiteY5711" fmla="*/ 1681466 h 6382977"/>
              <a:gd name="connsiteX5712" fmla="*/ 1535431 w 6501199"/>
              <a:gd name="connsiteY5712" fmla="*/ 1690166 h 6382977"/>
              <a:gd name="connsiteX5713" fmla="*/ 1535227 w 6501199"/>
              <a:gd name="connsiteY5713" fmla="*/ 1690630 h 6382977"/>
              <a:gd name="connsiteX5714" fmla="*/ 1528687 w 6501199"/>
              <a:gd name="connsiteY5714" fmla="*/ 1694789 h 6382977"/>
              <a:gd name="connsiteX5715" fmla="*/ 1515422 w 6501199"/>
              <a:gd name="connsiteY5715" fmla="*/ 1692562 h 6382977"/>
              <a:gd name="connsiteX5716" fmla="*/ 1533424 w 6501199"/>
              <a:gd name="connsiteY5716" fmla="*/ 1694722 h 6382977"/>
              <a:gd name="connsiteX5717" fmla="*/ 1535227 w 6501199"/>
              <a:gd name="connsiteY5717" fmla="*/ 1690630 h 6382977"/>
              <a:gd name="connsiteX5718" fmla="*/ 1535584 w 6501199"/>
              <a:gd name="connsiteY5718" fmla="*/ 1690403 h 6382977"/>
              <a:gd name="connsiteX5719" fmla="*/ 1535431 w 6501199"/>
              <a:gd name="connsiteY5719" fmla="*/ 1690166 h 6382977"/>
              <a:gd name="connsiteX5720" fmla="*/ 1541030 w 6501199"/>
              <a:gd name="connsiteY5720" fmla="*/ 1677461 h 6382977"/>
              <a:gd name="connsiteX5721" fmla="*/ 1554576 w 6501199"/>
              <a:gd name="connsiteY5721" fmla="*/ 1668671 h 6382977"/>
              <a:gd name="connsiteX5722" fmla="*/ 1567593 w 6501199"/>
              <a:gd name="connsiteY5722" fmla="*/ 1662932 h 6382977"/>
              <a:gd name="connsiteX5723" fmla="*/ 1567627 w 6501199"/>
              <a:gd name="connsiteY5723" fmla="*/ 1663047 h 6382977"/>
              <a:gd name="connsiteX5724" fmla="*/ 1567846 w 6501199"/>
              <a:gd name="connsiteY5724" fmla="*/ 1662821 h 6382977"/>
              <a:gd name="connsiteX5725" fmla="*/ 1570688 w 6501199"/>
              <a:gd name="connsiteY5725" fmla="*/ 1661568 h 6382977"/>
              <a:gd name="connsiteX5726" fmla="*/ 1585989 w 6501199"/>
              <a:gd name="connsiteY5726" fmla="*/ 1649369 h 6382977"/>
              <a:gd name="connsiteX5727" fmla="*/ 1577619 w 6501199"/>
              <a:gd name="connsiteY5727" fmla="*/ 1652698 h 6382977"/>
              <a:gd name="connsiteX5728" fmla="*/ 1567846 w 6501199"/>
              <a:gd name="connsiteY5728" fmla="*/ 1662821 h 6382977"/>
              <a:gd name="connsiteX5729" fmla="*/ 1567593 w 6501199"/>
              <a:gd name="connsiteY5729" fmla="*/ 1662932 h 6382977"/>
              <a:gd name="connsiteX5730" fmla="*/ 1562947 w 6501199"/>
              <a:gd name="connsiteY5730" fmla="*/ 1647209 h 6382977"/>
              <a:gd name="connsiteX5731" fmla="*/ 1597150 w 6501199"/>
              <a:gd name="connsiteY5731" fmla="*/ 1651528 h 6382977"/>
              <a:gd name="connsiteX5732" fmla="*/ 1663037 w 6501199"/>
              <a:gd name="connsiteY5732" fmla="*/ 1601496 h 6382977"/>
              <a:gd name="connsiteX5733" fmla="*/ 1656197 w 6501199"/>
              <a:gd name="connsiteY5733" fmla="*/ 1590337 h 6382977"/>
              <a:gd name="connsiteX5734" fmla="*/ 1688240 w 6501199"/>
              <a:gd name="connsiteY5734" fmla="*/ 1592497 h 6382977"/>
              <a:gd name="connsiteX5735" fmla="*/ 1708763 w 6501199"/>
              <a:gd name="connsiteY5735" fmla="*/ 1574140 h 6382977"/>
              <a:gd name="connsiteX5736" fmla="*/ 1692561 w 6501199"/>
              <a:gd name="connsiteY5736" fmla="*/ 1571980 h 6382977"/>
              <a:gd name="connsiteX5737" fmla="*/ 1747287 w 6501199"/>
              <a:gd name="connsiteY5737" fmla="*/ 1537785 h 6382977"/>
              <a:gd name="connsiteX5738" fmla="*/ 1856378 w 6501199"/>
              <a:gd name="connsiteY5738" fmla="*/ 1483433 h 6382977"/>
              <a:gd name="connsiteX5739" fmla="*/ 1865739 w 6501199"/>
              <a:gd name="connsiteY5739" fmla="*/ 1501430 h 6382977"/>
              <a:gd name="connsiteX5740" fmla="*/ 1926946 w 6501199"/>
              <a:gd name="connsiteY5740" fmla="*/ 1483433 h 6382977"/>
              <a:gd name="connsiteX5741" fmla="*/ 1970510 w 6501199"/>
              <a:gd name="connsiteY5741" fmla="*/ 1447078 h 6382977"/>
              <a:gd name="connsiteX5742" fmla="*/ 1943147 w 6501199"/>
              <a:gd name="connsiteY5742" fmla="*/ 1442399 h 6382977"/>
              <a:gd name="connsiteX5743" fmla="*/ 1977351 w 6501199"/>
              <a:gd name="connsiteY5743" fmla="*/ 1428721 h 6382977"/>
              <a:gd name="connsiteX5744" fmla="*/ 1993193 w 6501199"/>
              <a:gd name="connsiteY5744" fmla="*/ 1444558 h 6382977"/>
              <a:gd name="connsiteX5745" fmla="*/ 2031717 w 6501199"/>
              <a:gd name="connsiteY5745" fmla="*/ 1421882 h 6382977"/>
              <a:gd name="connsiteX5746" fmla="*/ 2004354 w 6501199"/>
              <a:gd name="connsiteY5746" fmla="*/ 1412883 h 6382977"/>
              <a:gd name="connsiteX5747" fmla="*/ 1890582 w 6501199"/>
              <a:gd name="connsiteY5747" fmla="*/ 1458236 h 6382977"/>
              <a:gd name="connsiteX5748" fmla="*/ 1845217 w 6501199"/>
              <a:gd name="connsiteY5748" fmla="*/ 1480913 h 6382977"/>
              <a:gd name="connsiteX5749" fmla="*/ 1795172 w 6501199"/>
              <a:gd name="connsiteY5749" fmla="*/ 1494591 h 6382977"/>
              <a:gd name="connsiteX5750" fmla="*/ 1769969 w 6501199"/>
              <a:gd name="connsiteY5750" fmla="*/ 1433040 h 6382977"/>
              <a:gd name="connsiteX5751" fmla="*/ 1786171 w 6501199"/>
              <a:gd name="connsiteY5751" fmla="*/ 1403524 h 6382977"/>
              <a:gd name="connsiteX5752" fmla="*/ 1849898 w 6501199"/>
              <a:gd name="connsiteY5752" fmla="*/ 1383367 h 6382977"/>
              <a:gd name="connsiteX5753" fmla="*/ 1890582 w 6501199"/>
              <a:gd name="connsiteY5753" fmla="*/ 1367170 h 6382977"/>
              <a:gd name="connsiteX5754" fmla="*/ 1936307 w 6501199"/>
              <a:gd name="connsiteY5754" fmla="*/ 1380848 h 6382977"/>
              <a:gd name="connsiteX5755" fmla="*/ 1947468 w 6501199"/>
              <a:gd name="connsiteY5755" fmla="*/ 1358171 h 6382977"/>
              <a:gd name="connsiteX5756" fmla="*/ 1995353 w 6501199"/>
              <a:gd name="connsiteY5756" fmla="*/ 1351332 h 6382977"/>
              <a:gd name="connsiteX5757" fmla="*/ 1983832 w 6501199"/>
              <a:gd name="connsiteY5757" fmla="*/ 1346653 h 6382977"/>
              <a:gd name="connsiteX5758" fmla="*/ 2095444 w 6501199"/>
              <a:gd name="connsiteY5758" fmla="*/ 1312818 h 6382977"/>
              <a:gd name="connsiteX5759" fmla="*/ 2095444 w 6501199"/>
              <a:gd name="connsiteY5759" fmla="*/ 1299139 h 6382977"/>
              <a:gd name="connsiteX5760" fmla="*/ 2257101 w 6501199"/>
              <a:gd name="connsiteY5760" fmla="*/ 1269624 h 6382977"/>
              <a:gd name="connsiteX5761" fmla="*/ 2254580 w 6501199"/>
              <a:gd name="connsiteY5761" fmla="*/ 1283302 h 6382977"/>
              <a:gd name="connsiteX5762" fmla="*/ 2309306 w 6501199"/>
              <a:gd name="connsiteY5762" fmla="*/ 1276463 h 6382977"/>
              <a:gd name="connsiteX5763" fmla="*/ 2213896 w 6501199"/>
              <a:gd name="connsiteY5763" fmla="*/ 1319657 h 6382977"/>
              <a:gd name="connsiteX5764" fmla="*/ 2284104 w 6501199"/>
              <a:gd name="connsiteY5764" fmla="*/ 1321816 h 6382977"/>
              <a:gd name="connsiteX5765" fmla="*/ 2311466 w 6501199"/>
              <a:gd name="connsiteY5765" fmla="*/ 1314977 h 6382977"/>
              <a:gd name="connsiteX5766" fmla="*/ 2361512 w 6501199"/>
              <a:gd name="connsiteY5766" fmla="*/ 1290141 h 6382977"/>
              <a:gd name="connsiteX5767" fmla="*/ 2364032 w 6501199"/>
              <a:gd name="connsiteY5767" fmla="*/ 1305978 h 6382977"/>
              <a:gd name="connsiteX5768" fmla="*/ 2295625 w 6501199"/>
              <a:gd name="connsiteY5768" fmla="*/ 1342333 h 6382977"/>
              <a:gd name="connsiteX5769" fmla="*/ 2286624 w 6501199"/>
              <a:gd name="connsiteY5769" fmla="*/ 1328655 h 6382977"/>
              <a:gd name="connsiteX5770" fmla="*/ 2270782 w 6501199"/>
              <a:gd name="connsiteY5770" fmla="*/ 1358171 h 6382977"/>
              <a:gd name="connsiteX5771" fmla="*/ 2334509 w 6501199"/>
              <a:gd name="connsiteY5771" fmla="*/ 1332975 h 6382977"/>
              <a:gd name="connsiteX5772" fmla="*/ 2484645 w 6501199"/>
              <a:gd name="connsiteY5772" fmla="*/ 1294460 h 6382977"/>
              <a:gd name="connsiteX5773" fmla="*/ 2495806 w 6501199"/>
              <a:gd name="connsiteY5773" fmla="*/ 1308138 h 6382977"/>
              <a:gd name="connsiteX5774" fmla="*/ 2598417 w 6501199"/>
              <a:gd name="connsiteY5774" fmla="*/ 1262785 h 6382977"/>
              <a:gd name="connsiteX5775" fmla="*/ 2605257 w 6501199"/>
              <a:gd name="connsiteY5775" fmla="*/ 1280782 h 6382977"/>
              <a:gd name="connsiteX5776" fmla="*/ 2477804 w 6501199"/>
              <a:gd name="connsiteY5776" fmla="*/ 1326496 h 6382977"/>
              <a:gd name="connsiteX5777" fmla="*/ 2498326 w 6501199"/>
              <a:gd name="connsiteY5777" fmla="*/ 1337654 h 6382977"/>
              <a:gd name="connsiteX5778" fmla="*/ 2682306 w 6501199"/>
              <a:gd name="connsiteY5778" fmla="*/ 1301299 h 6382977"/>
              <a:gd name="connsiteX5779" fmla="*/ 2666464 w 6501199"/>
              <a:gd name="connsiteY5779" fmla="*/ 1314977 h 6382977"/>
              <a:gd name="connsiteX5780" fmla="*/ 2848643 w 6501199"/>
              <a:gd name="connsiteY5780" fmla="*/ 1278622 h 6382977"/>
              <a:gd name="connsiteX5781" fmla="*/ 2834962 w 6501199"/>
              <a:gd name="connsiteY5781" fmla="*/ 1296620 h 6382977"/>
              <a:gd name="connsiteX5782" fmla="*/ 2921371 w 6501199"/>
              <a:gd name="connsiteY5782" fmla="*/ 1294460 h 6382977"/>
              <a:gd name="connsiteX5783" fmla="*/ 2935052 w 6501199"/>
              <a:gd name="connsiteY5783" fmla="*/ 1310298 h 6382977"/>
              <a:gd name="connsiteX5784" fmla="*/ 2989778 w 6501199"/>
              <a:gd name="connsiteY5784" fmla="*/ 1301299 h 6382977"/>
              <a:gd name="connsiteX5785" fmla="*/ 2978257 w 6501199"/>
              <a:gd name="connsiteY5785" fmla="*/ 1305978 h 6382977"/>
              <a:gd name="connsiteX5786" fmla="*/ 2985098 w 6501199"/>
              <a:gd name="connsiteY5786" fmla="*/ 1308138 h 6382977"/>
              <a:gd name="connsiteX5787" fmla="*/ 3037303 w 6501199"/>
              <a:gd name="connsiteY5787" fmla="*/ 1326496 h 6382977"/>
              <a:gd name="connsiteX5788" fmla="*/ 3053145 w 6501199"/>
              <a:gd name="connsiteY5788" fmla="*/ 1321816 h 6382977"/>
              <a:gd name="connsiteX5789" fmla="*/ 3064666 w 6501199"/>
              <a:gd name="connsiteY5789" fmla="*/ 1319657 h 6382977"/>
              <a:gd name="connsiteX5790" fmla="*/ 3089869 w 6501199"/>
              <a:gd name="connsiteY5790" fmla="*/ 1314977 h 6382977"/>
              <a:gd name="connsiteX5791" fmla="*/ 3123712 w 6501199"/>
              <a:gd name="connsiteY5791" fmla="*/ 1308138 h 6382977"/>
              <a:gd name="connsiteX5792" fmla="*/ 3121552 w 6501199"/>
              <a:gd name="connsiteY5792" fmla="*/ 1314977 h 6382977"/>
              <a:gd name="connsiteX5793" fmla="*/ 3201121 w 6501199"/>
              <a:gd name="connsiteY5793" fmla="*/ 1314977 h 6382977"/>
              <a:gd name="connsiteX5794" fmla="*/ 3242165 w 6501199"/>
              <a:gd name="connsiteY5794" fmla="*/ 1314977 h 6382977"/>
              <a:gd name="connsiteX5795" fmla="*/ 3280689 w 6501199"/>
              <a:gd name="connsiteY5795" fmla="*/ 1319657 h 6382977"/>
              <a:gd name="connsiteX5796" fmla="*/ 3278529 w 6501199"/>
              <a:gd name="connsiteY5796" fmla="*/ 1312818 h 6382977"/>
              <a:gd name="connsiteX5797" fmla="*/ 3346576 w 6501199"/>
              <a:gd name="connsiteY5797" fmla="*/ 1319657 h 6382977"/>
              <a:gd name="connsiteX5798" fmla="*/ 3337215 w 6501199"/>
              <a:gd name="connsiteY5798" fmla="*/ 1330815 h 6382977"/>
              <a:gd name="connsiteX5799" fmla="*/ 3364578 w 6501199"/>
              <a:gd name="connsiteY5799" fmla="*/ 1312818 h 6382977"/>
              <a:gd name="connsiteX5800" fmla="*/ 3357737 w 6501199"/>
              <a:gd name="connsiteY5800" fmla="*/ 1328655 h 6382977"/>
              <a:gd name="connsiteX5801" fmla="*/ 3414623 w 6501199"/>
              <a:gd name="connsiteY5801" fmla="*/ 1335494 h 6382977"/>
              <a:gd name="connsiteX5802" fmla="*/ 3432985 w 6501199"/>
              <a:gd name="connsiteY5802" fmla="*/ 1330815 h 6382977"/>
              <a:gd name="connsiteX5803" fmla="*/ 3428305 w 6501199"/>
              <a:gd name="connsiteY5803" fmla="*/ 1310298 h 6382977"/>
              <a:gd name="connsiteX5804" fmla="*/ 3435145 w 6501199"/>
              <a:gd name="connsiteY5804" fmla="*/ 1314977 h 6382977"/>
              <a:gd name="connsiteX5805" fmla="*/ 3441986 w 6501199"/>
              <a:gd name="connsiteY5805" fmla="*/ 1314977 h 6382977"/>
              <a:gd name="connsiteX5806" fmla="*/ 3435145 w 6501199"/>
              <a:gd name="connsiteY5806" fmla="*/ 1326496 h 6382977"/>
              <a:gd name="connsiteX5807" fmla="*/ 3439826 w 6501199"/>
              <a:gd name="connsiteY5807" fmla="*/ 1332975 h 6382977"/>
              <a:gd name="connsiteX5808" fmla="*/ 3453507 w 6501199"/>
              <a:gd name="connsiteY5808" fmla="*/ 1319657 h 6382977"/>
              <a:gd name="connsiteX5809" fmla="*/ 3453507 w 6501199"/>
              <a:gd name="connsiteY5809" fmla="*/ 1335494 h 6382977"/>
              <a:gd name="connsiteX5810" fmla="*/ 3524075 w 6501199"/>
              <a:gd name="connsiteY5810" fmla="*/ 1326496 h 6382977"/>
              <a:gd name="connsiteX5811" fmla="*/ 3529599 w 6501199"/>
              <a:gd name="connsiteY5811" fmla="*/ 1334780 h 6382977"/>
              <a:gd name="connsiteX5812" fmla="*/ 3529620 w 6501199"/>
              <a:gd name="connsiteY5812" fmla="*/ 1335394 h 6382977"/>
              <a:gd name="connsiteX5813" fmla="*/ 3531989 w 6501199"/>
              <a:gd name="connsiteY5813" fmla="*/ 1338364 h 6382977"/>
              <a:gd name="connsiteX5814" fmla="*/ 3539016 w 6501199"/>
              <a:gd name="connsiteY5814" fmla="*/ 1348902 h 6382977"/>
              <a:gd name="connsiteX5815" fmla="*/ 3562599 w 6501199"/>
              <a:gd name="connsiteY5815" fmla="*/ 1349172 h 6382977"/>
              <a:gd name="connsiteX5816" fmla="*/ 3576280 w 6501199"/>
              <a:gd name="connsiteY5816" fmla="*/ 1367170 h 6382977"/>
              <a:gd name="connsiteX5817" fmla="*/ 3580961 w 6501199"/>
              <a:gd name="connsiteY5817" fmla="*/ 1362850 h 6382977"/>
              <a:gd name="connsiteX5818" fmla="*/ 3578440 w 6501199"/>
              <a:gd name="connsiteY5818" fmla="*/ 1344493 h 6382977"/>
              <a:gd name="connsiteX5819" fmla="*/ 3592122 w 6501199"/>
              <a:gd name="connsiteY5819" fmla="*/ 1371849 h 6382977"/>
              <a:gd name="connsiteX5820" fmla="*/ 3578440 w 6501199"/>
              <a:gd name="connsiteY5820" fmla="*/ 1371849 h 6382977"/>
              <a:gd name="connsiteX5821" fmla="*/ 3598963 w 6501199"/>
              <a:gd name="connsiteY5821" fmla="*/ 1371849 h 6382977"/>
              <a:gd name="connsiteX5822" fmla="*/ 3592122 w 6501199"/>
              <a:gd name="connsiteY5822" fmla="*/ 1360331 h 6382977"/>
              <a:gd name="connsiteX5823" fmla="*/ 3637847 w 6501199"/>
              <a:gd name="connsiteY5823" fmla="*/ 1371849 h 6382977"/>
              <a:gd name="connsiteX5824" fmla="*/ 3644687 w 6501199"/>
              <a:gd name="connsiteY5824" fmla="*/ 1344493 h 6382977"/>
              <a:gd name="connsiteX5825" fmla="*/ 3603643 w 6501199"/>
              <a:gd name="connsiteY5825" fmla="*/ 1328655 h 6382977"/>
              <a:gd name="connsiteX5826" fmla="*/ 3619485 w 6501199"/>
              <a:gd name="connsiteY5826" fmla="*/ 1312818 h 6382977"/>
              <a:gd name="connsiteX5827" fmla="*/ 3642167 w 6501199"/>
              <a:gd name="connsiteY5827" fmla="*/ 1321816 h 6382977"/>
              <a:gd name="connsiteX5828" fmla="*/ 3655849 w 6501199"/>
              <a:gd name="connsiteY5828" fmla="*/ 1310298 h 6382977"/>
              <a:gd name="connsiteX5829" fmla="*/ 3708054 w 6501199"/>
              <a:gd name="connsiteY5829" fmla="*/ 1321816 h 6382977"/>
              <a:gd name="connsiteX5830" fmla="*/ 3699053 w 6501199"/>
              <a:gd name="connsiteY5830" fmla="*/ 1319657 h 6382977"/>
              <a:gd name="connsiteX5831" fmla="*/ 3712735 w 6501199"/>
              <a:gd name="connsiteY5831" fmla="*/ 1321816 h 6382977"/>
              <a:gd name="connsiteX5832" fmla="*/ 3712735 w 6501199"/>
              <a:gd name="connsiteY5832" fmla="*/ 1314977 h 6382977"/>
              <a:gd name="connsiteX5833" fmla="*/ 3760620 w 6501199"/>
              <a:gd name="connsiteY5833" fmla="*/ 1312818 h 6382977"/>
              <a:gd name="connsiteX5834" fmla="*/ 3799144 w 6501199"/>
              <a:gd name="connsiteY5834" fmla="*/ 1292300 h 6382977"/>
              <a:gd name="connsiteX5835" fmla="*/ 3810665 w 6501199"/>
              <a:gd name="connsiteY5835" fmla="*/ 1314977 h 6382977"/>
              <a:gd name="connsiteX5836" fmla="*/ 3817506 w 6501199"/>
              <a:gd name="connsiteY5836" fmla="*/ 1314977 h 6382977"/>
              <a:gd name="connsiteX5837" fmla="*/ 3853870 w 6501199"/>
              <a:gd name="connsiteY5837" fmla="*/ 1303459 h 6382977"/>
              <a:gd name="connsiteX5838" fmla="*/ 3881233 w 6501199"/>
              <a:gd name="connsiteY5838" fmla="*/ 1280782 h 6382977"/>
              <a:gd name="connsiteX5839" fmla="*/ 3885553 w 6501199"/>
              <a:gd name="connsiteY5839" fmla="*/ 1292300 h 6382977"/>
              <a:gd name="connsiteX5840" fmla="*/ 3883393 w 6501199"/>
              <a:gd name="connsiteY5840" fmla="*/ 1276463 h 6382977"/>
              <a:gd name="connsiteX5841" fmla="*/ 3892394 w 6501199"/>
              <a:gd name="connsiteY5841" fmla="*/ 1287621 h 6382977"/>
              <a:gd name="connsiteX5842" fmla="*/ 3894914 w 6501199"/>
              <a:gd name="connsiteY5842" fmla="*/ 1301299 h 6382977"/>
              <a:gd name="connsiteX5843" fmla="*/ 3883393 w 6501199"/>
              <a:gd name="connsiteY5843" fmla="*/ 1296620 h 6382977"/>
              <a:gd name="connsiteX5844" fmla="*/ 3890233 w 6501199"/>
              <a:gd name="connsiteY5844" fmla="*/ 1303459 h 6382977"/>
              <a:gd name="connsiteX5845" fmla="*/ 3883393 w 6501199"/>
              <a:gd name="connsiteY5845" fmla="*/ 1303459 h 6382977"/>
              <a:gd name="connsiteX5846" fmla="*/ 3899234 w 6501199"/>
              <a:gd name="connsiteY5846" fmla="*/ 1317137 h 6382977"/>
              <a:gd name="connsiteX5847" fmla="*/ 3858190 w 6501199"/>
              <a:gd name="connsiteY5847" fmla="*/ 1317137 h 6382977"/>
              <a:gd name="connsiteX5848" fmla="*/ 3838028 w 6501199"/>
              <a:gd name="connsiteY5848" fmla="*/ 1319657 h 6382977"/>
              <a:gd name="connsiteX5849" fmla="*/ 3808505 w 6501199"/>
              <a:gd name="connsiteY5849" fmla="*/ 1335494 h 6382977"/>
              <a:gd name="connsiteX5850" fmla="*/ 3796984 w 6501199"/>
              <a:gd name="connsiteY5850" fmla="*/ 1319657 h 6382977"/>
              <a:gd name="connsiteX5851" fmla="*/ 3790143 w 6501199"/>
              <a:gd name="connsiteY5851" fmla="*/ 1332975 h 6382977"/>
              <a:gd name="connsiteX5852" fmla="*/ 3778622 w 6501199"/>
              <a:gd name="connsiteY5852" fmla="*/ 1321816 h 6382977"/>
              <a:gd name="connsiteX5853" fmla="*/ 3764940 w 6501199"/>
              <a:gd name="connsiteY5853" fmla="*/ 1346653 h 6382977"/>
              <a:gd name="connsiteX5854" fmla="*/ 3758099 w 6501199"/>
              <a:gd name="connsiteY5854" fmla="*/ 1335494 h 6382977"/>
              <a:gd name="connsiteX5855" fmla="*/ 3721736 w 6501199"/>
              <a:gd name="connsiteY5855" fmla="*/ 1353492 h 6382977"/>
              <a:gd name="connsiteX5856" fmla="*/ 3690052 w 6501199"/>
              <a:gd name="connsiteY5856" fmla="*/ 1353492 h 6382977"/>
              <a:gd name="connsiteX5857" fmla="*/ 3719575 w 6501199"/>
              <a:gd name="connsiteY5857" fmla="*/ 1360331 h 6382977"/>
              <a:gd name="connsiteX5858" fmla="*/ 3753779 w 6501199"/>
              <a:gd name="connsiteY5858" fmla="*/ 1371849 h 6382977"/>
              <a:gd name="connsiteX5859" fmla="*/ 3749099 w 6501199"/>
              <a:gd name="connsiteY5859" fmla="*/ 1387687 h 6382977"/>
              <a:gd name="connsiteX5860" fmla="*/ 3749099 w 6501199"/>
              <a:gd name="connsiteY5860" fmla="*/ 1399205 h 6382977"/>
              <a:gd name="connsiteX5861" fmla="*/ 3771781 w 6501199"/>
              <a:gd name="connsiteY5861" fmla="*/ 1385527 h 6382977"/>
              <a:gd name="connsiteX5862" fmla="*/ 3821826 w 6501199"/>
              <a:gd name="connsiteY5862" fmla="*/ 1408204 h 6382977"/>
              <a:gd name="connsiteX5863" fmla="*/ 3838028 w 6501199"/>
              <a:gd name="connsiteY5863" fmla="*/ 1396685 h 6382977"/>
              <a:gd name="connsiteX5864" fmla="*/ 3831187 w 6501199"/>
              <a:gd name="connsiteY5864" fmla="*/ 1403524 h 6382977"/>
              <a:gd name="connsiteX5865" fmla="*/ 3853870 w 6501199"/>
              <a:gd name="connsiteY5865" fmla="*/ 1406044 h 6382977"/>
              <a:gd name="connsiteX5866" fmla="*/ 3844869 w 6501199"/>
              <a:gd name="connsiteY5866" fmla="*/ 1403524 h 6382977"/>
              <a:gd name="connsiteX5867" fmla="*/ 3862871 w 6501199"/>
              <a:gd name="connsiteY5867" fmla="*/ 1392366 h 6382977"/>
              <a:gd name="connsiteX5868" fmla="*/ 3858190 w 6501199"/>
              <a:gd name="connsiteY5868" fmla="*/ 1401365 h 6382977"/>
              <a:gd name="connsiteX5869" fmla="*/ 3885553 w 6501199"/>
              <a:gd name="connsiteY5869" fmla="*/ 1408204 h 6382977"/>
              <a:gd name="connsiteX5870" fmla="*/ 3881233 w 6501199"/>
              <a:gd name="connsiteY5870" fmla="*/ 1394526 h 6382977"/>
              <a:gd name="connsiteX5871" fmla="*/ 3888073 w 6501199"/>
              <a:gd name="connsiteY5871" fmla="*/ 1392366 h 6382977"/>
              <a:gd name="connsiteX5872" fmla="*/ 3903915 w 6501199"/>
              <a:gd name="connsiteY5872" fmla="*/ 1390206 h 6382977"/>
              <a:gd name="connsiteX5873" fmla="*/ 3915436 w 6501199"/>
              <a:gd name="connsiteY5873" fmla="*/ 1396685 h 6382977"/>
              <a:gd name="connsiteX5874" fmla="*/ 3890233 w 6501199"/>
              <a:gd name="connsiteY5874" fmla="*/ 1412883 h 6382977"/>
              <a:gd name="connsiteX5875" fmla="*/ 3908595 w 6501199"/>
              <a:gd name="connsiteY5875" fmla="*/ 1417202 h 6382977"/>
              <a:gd name="connsiteX5876" fmla="*/ 3938119 w 6501199"/>
              <a:gd name="connsiteY5876" fmla="*/ 1437719 h 6382977"/>
              <a:gd name="connsiteX5877" fmla="*/ 3983483 w 6501199"/>
              <a:gd name="connsiteY5877" fmla="*/ 1430880 h 6382977"/>
              <a:gd name="connsiteX5878" fmla="*/ 4001845 w 6501199"/>
              <a:gd name="connsiteY5878" fmla="*/ 1435560 h 6382977"/>
              <a:gd name="connsiteX5879" fmla="*/ 3992484 w 6501199"/>
              <a:gd name="connsiteY5879" fmla="*/ 1421882 h 6382977"/>
              <a:gd name="connsiteX5880" fmla="*/ 3988164 w 6501199"/>
              <a:gd name="connsiteY5880" fmla="*/ 1433040 h 6382977"/>
              <a:gd name="connsiteX5881" fmla="*/ 4004006 w 6501199"/>
              <a:gd name="connsiteY5881" fmla="*/ 1428721 h 6382977"/>
              <a:gd name="connsiteX5882" fmla="*/ 4056211 w 6501199"/>
              <a:gd name="connsiteY5882" fmla="*/ 1433040 h 6382977"/>
              <a:gd name="connsiteX5883" fmla="*/ 4047210 w 6501199"/>
              <a:gd name="connsiteY5883" fmla="*/ 1424041 h 6382977"/>
              <a:gd name="connsiteX5884" fmla="*/ 4095095 w 6501199"/>
              <a:gd name="connsiteY5884" fmla="*/ 1410363 h 6382977"/>
              <a:gd name="connsiteX5885" fmla="*/ 4135779 w 6501199"/>
              <a:gd name="connsiteY5885" fmla="*/ 1399205 h 6382977"/>
              <a:gd name="connsiteX5886" fmla="*/ 4131459 w 6501199"/>
              <a:gd name="connsiteY5886" fmla="*/ 1396685 h 6382977"/>
              <a:gd name="connsiteX5887" fmla="*/ 4226869 w 6501199"/>
              <a:gd name="connsiteY5887" fmla="*/ 1339814 h 6382977"/>
              <a:gd name="connsiteX5888" fmla="*/ 4233710 w 6501199"/>
              <a:gd name="connsiteY5888" fmla="*/ 1353492 h 6382977"/>
              <a:gd name="connsiteX5889" fmla="*/ 4236230 w 6501199"/>
              <a:gd name="connsiteY5889" fmla="*/ 1337654 h 6382977"/>
              <a:gd name="connsiteX5890" fmla="*/ 4265753 w 6501199"/>
              <a:gd name="connsiteY5890" fmla="*/ 1319657 h 6382977"/>
              <a:gd name="connsiteX5891" fmla="*/ 4297437 w 6501199"/>
              <a:gd name="connsiteY5891" fmla="*/ 1294460 h 6382977"/>
              <a:gd name="connsiteX5892" fmla="*/ 4302117 w 6501199"/>
              <a:gd name="connsiteY5892" fmla="*/ 1299139 h 6382977"/>
              <a:gd name="connsiteX5893" fmla="*/ 4308958 w 6501199"/>
              <a:gd name="connsiteY5893" fmla="*/ 1299139 h 6382977"/>
              <a:gd name="connsiteX5894" fmla="*/ 4326959 w 6501199"/>
              <a:gd name="connsiteY5894" fmla="*/ 1262785 h 6382977"/>
              <a:gd name="connsiteX5895" fmla="*/ 4340641 w 6501199"/>
              <a:gd name="connsiteY5895" fmla="*/ 1273943 h 6382977"/>
              <a:gd name="connsiteX5896" fmla="*/ 4345321 w 6501199"/>
              <a:gd name="connsiteY5896" fmla="*/ 1267104 h 6382977"/>
              <a:gd name="connsiteX5897" fmla="*/ 4333800 w 6501199"/>
              <a:gd name="connsiteY5897" fmla="*/ 1255946 h 6382977"/>
              <a:gd name="connsiteX5898" fmla="*/ 4365844 w 6501199"/>
              <a:gd name="connsiteY5898" fmla="*/ 1242268 h 6382977"/>
              <a:gd name="connsiteX5899" fmla="*/ 4379525 w 6501199"/>
              <a:gd name="connsiteY5899" fmla="*/ 1251266 h 6382977"/>
              <a:gd name="connsiteX5900" fmla="*/ 4393207 w 6501199"/>
              <a:gd name="connsiteY5900" fmla="*/ 1235429 h 6382977"/>
              <a:gd name="connsiteX5901" fmla="*/ 4400047 w 6501199"/>
              <a:gd name="connsiteY5901" fmla="*/ 1251266 h 6382977"/>
              <a:gd name="connsiteX5902" fmla="*/ 4445412 w 6501199"/>
              <a:gd name="connsiteY5902" fmla="*/ 1214912 h 6382977"/>
              <a:gd name="connsiteX5903" fmla="*/ 4452253 w 6501199"/>
              <a:gd name="connsiteY5903" fmla="*/ 1232909 h 6382977"/>
              <a:gd name="connsiteX5904" fmla="*/ 4477095 w 6501199"/>
              <a:gd name="connsiteY5904" fmla="*/ 1194395 h 6382977"/>
              <a:gd name="connsiteX5905" fmla="*/ 4470255 w 6501199"/>
              <a:gd name="connsiteY5905" fmla="*/ 1185396 h 6382977"/>
              <a:gd name="connsiteX5906" fmla="*/ 4495457 w 6501199"/>
              <a:gd name="connsiteY5906" fmla="*/ 1155880 h 6382977"/>
              <a:gd name="connsiteX5907" fmla="*/ 4554503 w 6501199"/>
              <a:gd name="connsiteY5907" fmla="*/ 1135363 h 6382977"/>
              <a:gd name="connsiteX5908" fmla="*/ 4558539 w 6501199"/>
              <a:gd name="connsiteY5908" fmla="*/ 1119306 h 6382977"/>
              <a:gd name="connsiteX5909" fmla="*/ 4554193 w 6501199"/>
              <a:gd name="connsiteY5909" fmla="*/ 1117418 h 6382977"/>
              <a:gd name="connsiteX5910" fmla="*/ 4544480 w 6501199"/>
              <a:gd name="connsiteY5910" fmla="*/ 1111794 h 6382977"/>
              <a:gd name="connsiteX5911" fmla="*/ 4526134 w 6501199"/>
              <a:gd name="connsiteY5911" fmla="*/ 1129937 h 6382977"/>
              <a:gd name="connsiteX5912" fmla="*/ 4542322 w 6501199"/>
              <a:gd name="connsiteY5912" fmla="*/ 1079500 h 6382977"/>
              <a:gd name="connsiteX5913" fmla="*/ 4558150 w 6501199"/>
              <a:gd name="connsiteY5913" fmla="*/ 1081677 h 6382977"/>
              <a:gd name="connsiteX5914" fmla="*/ 4560309 w 6501199"/>
              <a:gd name="connsiteY5914" fmla="*/ 1100183 h 6382977"/>
              <a:gd name="connsiteX5915" fmla="*/ 4553474 w 6501199"/>
              <a:gd name="connsiteY5915" fmla="*/ 1091111 h 6382977"/>
              <a:gd name="connsiteX5916" fmla="*/ 4537646 w 6501199"/>
              <a:gd name="connsiteY5916" fmla="*/ 1088571 h 6382977"/>
              <a:gd name="connsiteX5917" fmla="*/ 4542322 w 6501199"/>
              <a:gd name="connsiteY5917" fmla="*/ 1104900 h 6382977"/>
              <a:gd name="connsiteX5918" fmla="*/ 4558915 w 6501199"/>
              <a:gd name="connsiteY5918" fmla="*/ 1107984 h 6382977"/>
              <a:gd name="connsiteX5919" fmla="*/ 4562676 w 6501199"/>
              <a:gd name="connsiteY5919" fmla="*/ 1114869 h 6382977"/>
              <a:gd name="connsiteX5920" fmla="*/ 4577186 w 6501199"/>
              <a:gd name="connsiteY5920" fmla="*/ 1105848 h 6382977"/>
              <a:gd name="connsiteX5921" fmla="*/ 4570705 w 6501199"/>
              <a:gd name="connsiteY5921" fmla="*/ 1094329 h 6382977"/>
              <a:gd name="connsiteX5922" fmla="*/ 4581867 w 6501199"/>
              <a:gd name="connsiteY5922" fmla="*/ 1096489 h 6382977"/>
              <a:gd name="connsiteX5923" fmla="*/ 4577186 w 6501199"/>
              <a:gd name="connsiteY5923" fmla="*/ 1085331 h 6382977"/>
              <a:gd name="connsiteX5924" fmla="*/ 4572865 w 6501199"/>
              <a:gd name="connsiteY5924" fmla="*/ 1087490 h 6382977"/>
              <a:gd name="connsiteX5925" fmla="*/ 4576196 w 6501199"/>
              <a:gd name="connsiteY5925" fmla="*/ 1069583 h 6382977"/>
              <a:gd name="connsiteX5926" fmla="*/ 4581096 w 6501199"/>
              <a:gd name="connsiteY5926" fmla="*/ 1061873 h 6382977"/>
              <a:gd name="connsiteX5927" fmla="*/ 4565466 w 6501199"/>
              <a:gd name="connsiteY5927" fmla="*/ 1060420 h 6382977"/>
              <a:gd name="connsiteX5928" fmla="*/ 4554370 w 6501199"/>
              <a:gd name="connsiteY5928" fmla="*/ 1053124 h 6382977"/>
              <a:gd name="connsiteX5929" fmla="*/ 4545421 w 6501199"/>
              <a:gd name="connsiteY5929" fmla="*/ 1075962 h 6382977"/>
              <a:gd name="connsiteX5930" fmla="*/ 4549716 w 6501199"/>
              <a:gd name="connsiteY5930" fmla="*/ 1046237 h 6382977"/>
              <a:gd name="connsiteX5931" fmla="*/ 4559023 w 6501199"/>
              <a:gd name="connsiteY5931" fmla="*/ 1053124 h 6382977"/>
              <a:gd name="connsiteX5932" fmla="*/ 4574774 w 6501199"/>
              <a:gd name="connsiteY5932" fmla="*/ 1044062 h 6382977"/>
              <a:gd name="connsiteX5933" fmla="*/ 4552222 w 6501199"/>
              <a:gd name="connsiteY5933" fmla="*/ 1044062 h 6382977"/>
              <a:gd name="connsiteX5934" fmla="*/ 4583723 w 6501199"/>
              <a:gd name="connsiteY5934" fmla="*/ 1034999 h 6382977"/>
              <a:gd name="connsiteX5935" fmla="*/ 4578538 w 6501199"/>
              <a:gd name="connsiteY5935" fmla="*/ 1054625 h 6382977"/>
              <a:gd name="connsiteX5936" fmla="*/ 4583276 w 6501199"/>
              <a:gd name="connsiteY5936" fmla="*/ 1058442 h 6382977"/>
              <a:gd name="connsiteX5937" fmla="*/ 4586547 w 6501199"/>
              <a:gd name="connsiteY5937" fmla="*/ 1053295 h 6382977"/>
              <a:gd name="connsiteX5938" fmla="*/ 4587511 w 6501199"/>
              <a:gd name="connsiteY5938" fmla="*/ 1061853 h 6382977"/>
              <a:gd name="connsiteX5939" fmla="*/ 4588376 w 6501199"/>
              <a:gd name="connsiteY5939" fmla="*/ 1062550 h 6382977"/>
              <a:gd name="connsiteX5940" fmla="*/ 4587581 w 6501199"/>
              <a:gd name="connsiteY5940" fmla="*/ 1062476 h 6382977"/>
              <a:gd name="connsiteX5941" fmla="*/ 4588482 w 6501199"/>
              <a:gd name="connsiteY5941" fmla="*/ 1070483 h 6382977"/>
              <a:gd name="connsiteX5942" fmla="*/ 4575026 w 6501199"/>
              <a:gd name="connsiteY5942" fmla="*/ 1080651 h 6382977"/>
              <a:gd name="connsiteX5943" fmla="*/ 4581867 w 6501199"/>
              <a:gd name="connsiteY5943" fmla="*/ 1087490 h 6382977"/>
              <a:gd name="connsiteX5944" fmla="*/ 4593388 w 6501199"/>
              <a:gd name="connsiteY5944" fmla="*/ 1075972 h 6382977"/>
              <a:gd name="connsiteX5945" fmla="*/ 4618231 w 6501199"/>
              <a:gd name="connsiteY5945" fmla="*/ 1069133 h 6382977"/>
              <a:gd name="connsiteX5946" fmla="*/ 4602389 w 6501199"/>
              <a:gd name="connsiteY5946" fmla="*/ 1053295 h 6382977"/>
              <a:gd name="connsiteX5947" fmla="*/ 4647753 w 6501199"/>
              <a:gd name="connsiteY5947" fmla="*/ 1030618 h 6382977"/>
              <a:gd name="connsiteX5948" fmla="*/ 4668275 w 6501199"/>
              <a:gd name="connsiteY5948" fmla="*/ 987425 h 6382977"/>
              <a:gd name="connsiteX5949" fmla="*/ 4688798 w 6501199"/>
              <a:gd name="connsiteY5949" fmla="*/ 989584 h 6382977"/>
              <a:gd name="connsiteX5950" fmla="*/ 4681957 w 6501199"/>
              <a:gd name="connsiteY5950" fmla="*/ 1010101 h 6382977"/>
              <a:gd name="connsiteX5951" fmla="*/ 4700319 w 6501199"/>
              <a:gd name="connsiteY5951" fmla="*/ 1005782 h 6382977"/>
              <a:gd name="connsiteX5952" fmla="*/ 4695639 w 6501199"/>
              <a:gd name="connsiteY5952" fmla="*/ 996423 h 6382977"/>
              <a:gd name="connsiteX5953" fmla="*/ 4711481 w 6501199"/>
              <a:gd name="connsiteY5953" fmla="*/ 1005782 h 6382977"/>
              <a:gd name="connsiteX5954" fmla="*/ 4711481 w 6501199"/>
              <a:gd name="connsiteY5954" fmla="*/ 1066973 h 6382977"/>
              <a:gd name="connsiteX5955" fmla="*/ 4723001 w 6501199"/>
              <a:gd name="connsiteY5955" fmla="*/ 1046456 h 6382977"/>
              <a:gd name="connsiteX5956" fmla="*/ 4709320 w 6501199"/>
              <a:gd name="connsiteY5956" fmla="*/ 1048976 h 6382977"/>
              <a:gd name="connsiteX5957" fmla="*/ 4709320 w 6501199"/>
              <a:gd name="connsiteY5957" fmla="*/ 1039617 h 6382977"/>
              <a:gd name="connsiteX5958" fmla="*/ 4732003 w 6501199"/>
              <a:gd name="connsiteY5958" fmla="*/ 1042137 h 6382977"/>
              <a:gd name="connsiteX5959" fmla="*/ 4729842 w 6501199"/>
              <a:gd name="connsiteY5959" fmla="*/ 1053295 h 6382977"/>
              <a:gd name="connsiteX5960" fmla="*/ 4737887 w 6501199"/>
              <a:gd name="connsiteY5960" fmla="*/ 1053625 h 6382977"/>
              <a:gd name="connsiteX5961" fmla="*/ 4744856 w 6501199"/>
              <a:gd name="connsiteY5961" fmla="*/ 1036845 h 6382977"/>
              <a:gd name="connsiteX5962" fmla="*/ 4744232 w 6501199"/>
              <a:gd name="connsiteY5962" fmla="*/ 1019030 h 6382977"/>
              <a:gd name="connsiteX5963" fmla="*/ 4769179 w 6501199"/>
              <a:gd name="connsiteY5963" fmla="*/ 1009650 h 6382977"/>
              <a:gd name="connsiteX5964" fmla="*/ 4751004 w 6501199"/>
              <a:gd name="connsiteY5964" fmla="*/ 1032380 h 6382977"/>
              <a:gd name="connsiteX5965" fmla="*/ 4750899 w 6501199"/>
              <a:gd name="connsiteY5965" fmla="*/ 1035591 h 6382977"/>
              <a:gd name="connsiteX5966" fmla="*/ 4755175 w 6501199"/>
              <a:gd name="connsiteY5966" fmla="*/ 1037941 h 6382977"/>
              <a:gd name="connsiteX5967" fmla="*/ 4752930 w 6501199"/>
              <a:gd name="connsiteY5967" fmla="*/ 1040247 h 6382977"/>
              <a:gd name="connsiteX5968" fmla="*/ 4750474 w 6501199"/>
              <a:gd name="connsiteY5968" fmla="*/ 1048606 h 6382977"/>
              <a:gd name="connsiteX5969" fmla="*/ 4750462 w 6501199"/>
              <a:gd name="connsiteY5969" fmla="*/ 1048978 h 6382977"/>
              <a:gd name="connsiteX5970" fmla="*/ 4761824 w 6501199"/>
              <a:gd name="connsiteY5970" fmla="*/ 1049268 h 6382977"/>
              <a:gd name="connsiteX5971" fmla="*/ 4770887 w 6501199"/>
              <a:gd name="connsiteY5971" fmla="*/ 1035298 h 6382977"/>
              <a:gd name="connsiteX5972" fmla="*/ 4773047 w 6501199"/>
              <a:gd name="connsiteY5972" fmla="*/ 1066973 h 6382977"/>
              <a:gd name="connsiteX5973" fmla="*/ 4770887 w 6501199"/>
              <a:gd name="connsiteY5973" fmla="*/ 1080651 h 6382977"/>
              <a:gd name="connsiteX5974" fmla="*/ 4782048 w 6501199"/>
              <a:gd name="connsiteY5974" fmla="*/ 1110167 h 6382977"/>
              <a:gd name="connsiteX5975" fmla="*/ 4773047 w 6501199"/>
              <a:gd name="connsiteY5975" fmla="*/ 1103328 h 6382977"/>
              <a:gd name="connsiteX5976" fmla="*/ 4776962 w 6501199"/>
              <a:gd name="connsiteY5976" fmla="*/ 1120291 h 6382977"/>
              <a:gd name="connsiteX5977" fmla="*/ 4785899 w 6501199"/>
              <a:gd name="connsiteY5977" fmla="*/ 1126727 h 6382977"/>
              <a:gd name="connsiteX5978" fmla="*/ 4788468 w 6501199"/>
              <a:gd name="connsiteY5978" fmla="*/ 1120865 h 6382977"/>
              <a:gd name="connsiteX5979" fmla="*/ 4802529 w 6501199"/>
              <a:gd name="connsiteY5979" fmla="*/ 1108075 h 6382977"/>
              <a:gd name="connsiteX5980" fmla="*/ 4793458 w 6501199"/>
              <a:gd name="connsiteY5980" fmla="*/ 1128758 h 6382977"/>
              <a:gd name="connsiteX5981" fmla="*/ 4787609 w 6501199"/>
              <a:gd name="connsiteY5981" fmla="*/ 1127959 h 6382977"/>
              <a:gd name="connsiteX5982" fmla="*/ 4797889 w 6501199"/>
              <a:gd name="connsiteY5982" fmla="*/ 1135363 h 6382977"/>
              <a:gd name="connsiteX5983" fmla="*/ 4804730 w 6501199"/>
              <a:gd name="connsiteY5983" fmla="*/ 1126365 h 6382977"/>
              <a:gd name="connsiteX5984" fmla="*/ 4827773 w 6501199"/>
              <a:gd name="connsiteY5984" fmla="*/ 1151201 h 6382977"/>
              <a:gd name="connsiteX5985" fmla="*/ 4829933 w 6501199"/>
              <a:gd name="connsiteY5985" fmla="*/ 1185396 h 6382977"/>
              <a:gd name="connsiteX5986" fmla="*/ 4827773 w 6501199"/>
              <a:gd name="connsiteY5986" fmla="*/ 1230749 h 6382977"/>
              <a:gd name="connsiteX5987" fmla="*/ 4816251 w 6501199"/>
              <a:gd name="connsiteY5987" fmla="*/ 1276463 h 6382977"/>
              <a:gd name="connsiteX5988" fmla="*/ 4821104 w 6501199"/>
              <a:gd name="connsiteY5988" fmla="*/ 1273483 h 6382977"/>
              <a:gd name="connsiteX5989" fmla="*/ 4820420 w 6501199"/>
              <a:gd name="connsiteY5989" fmla="*/ 1271903 h 6382977"/>
              <a:gd name="connsiteX5990" fmla="*/ 4827713 w 6501199"/>
              <a:gd name="connsiteY5990" fmla="*/ 1264030 h 6382977"/>
              <a:gd name="connsiteX5991" fmla="*/ 4831952 w 6501199"/>
              <a:gd name="connsiteY5991" fmla="*/ 1264855 h 6382977"/>
              <a:gd name="connsiteX5992" fmla="*/ 4836773 w 6501199"/>
              <a:gd name="connsiteY5992" fmla="*/ 1253426 h 6382977"/>
              <a:gd name="connsiteX5993" fmla="*/ 4841094 w 6501199"/>
              <a:gd name="connsiteY5993" fmla="*/ 1271783 h 6382977"/>
              <a:gd name="connsiteX5994" fmla="*/ 4854775 w 6501199"/>
              <a:gd name="connsiteY5994" fmla="*/ 1285461 h 6382977"/>
              <a:gd name="connsiteX5995" fmla="*/ 4875297 w 6501199"/>
              <a:gd name="connsiteY5995" fmla="*/ 1255946 h 6382977"/>
              <a:gd name="connsiteX5996" fmla="*/ 4866297 w 6501199"/>
              <a:gd name="connsiteY5996" fmla="*/ 1312818 h 6382977"/>
              <a:gd name="connsiteX5997" fmla="*/ 4857295 w 6501199"/>
              <a:gd name="connsiteY5997" fmla="*/ 1339814 h 6382977"/>
              <a:gd name="connsiteX5998" fmla="*/ 4854775 w 6501199"/>
              <a:gd name="connsiteY5998" fmla="*/ 1376528 h 6382977"/>
              <a:gd name="connsiteX5999" fmla="*/ 4795729 w 6501199"/>
              <a:gd name="connsiteY5999" fmla="*/ 1501430 h 6382977"/>
              <a:gd name="connsiteX6000" fmla="*/ 4807251 w 6501199"/>
              <a:gd name="connsiteY6000" fmla="*/ 1492431 h 6382977"/>
              <a:gd name="connsiteX6001" fmla="*/ 4820932 w 6501199"/>
              <a:gd name="connsiteY6001" fmla="*/ 1499270 h 6382977"/>
              <a:gd name="connsiteX6002" fmla="*/ 4793569 w 6501199"/>
              <a:gd name="connsiteY6002" fmla="*/ 1506109 h 6382977"/>
              <a:gd name="connsiteX6003" fmla="*/ 4766206 w 6501199"/>
              <a:gd name="connsiteY6003" fmla="*/ 1571980 h 6382977"/>
              <a:gd name="connsiteX6004" fmla="*/ 4761525 w 6501199"/>
              <a:gd name="connsiteY6004" fmla="*/ 1587818 h 6382977"/>
              <a:gd name="connsiteX6005" fmla="*/ 4734523 w 6501199"/>
              <a:gd name="connsiteY6005" fmla="*/ 1624172 h 6382977"/>
              <a:gd name="connsiteX6006" fmla="*/ 4784208 w 6501199"/>
              <a:gd name="connsiteY6006" fmla="*/ 1601496 h 6382977"/>
              <a:gd name="connsiteX6007" fmla="*/ 4749121 w 6501199"/>
              <a:gd name="connsiteY6007" fmla="*/ 1653935 h 6382977"/>
              <a:gd name="connsiteX6008" fmla="*/ 4744285 w 6501199"/>
              <a:gd name="connsiteY6008" fmla="*/ 1666011 h 6382977"/>
              <a:gd name="connsiteX6009" fmla="*/ 4748827 w 6501199"/>
              <a:gd name="connsiteY6009" fmla="*/ 1670769 h 6382977"/>
              <a:gd name="connsiteX6010" fmla="*/ 4729285 w 6501199"/>
              <a:gd name="connsiteY6010" fmla="*/ 1687149 h 6382977"/>
              <a:gd name="connsiteX6011" fmla="*/ 4731410 w 6501199"/>
              <a:gd name="connsiteY6011" fmla="*/ 1680267 h 6382977"/>
              <a:gd name="connsiteX6012" fmla="*/ 4709320 w 6501199"/>
              <a:gd name="connsiteY6012" fmla="*/ 1694227 h 6382977"/>
              <a:gd name="connsiteX6013" fmla="*/ 4684117 w 6501199"/>
              <a:gd name="connsiteY6013" fmla="*/ 1717759 h 6382977"/>
              <a:gd name="connsiteX6014" fmla="*/ 4711481 w 6501199"/>
              <a:gd name="connsiteY6014" fmla="*/ 1717759 h 6382977"/>
              <a:gd name="connsiteX6015" fmla="*/ 4702479 w 6501199"/>
              <a:gd name="connsiteY6015" fmla="*/ 1731077 h 6382977"/>
              <a:gd name="connsiteX6016" fmla="*/ 4696137 w 6501199"/>
              <a:gd name="connsiteY6016" fmla="*/ 1728970 h 6382977"/>
              <a:gd name="connsiteX6017" fmla="*/ 4684673 w 6501199"/>
              <a:gd name="connsiteY6017" fmla="*/ 1744540 h 6382977"/>
              <a:gd name="connsiteX6018" fmla="*/ 4671518 w 6501199"/>
              <a:gd name="connsiteY6018" fmla="*/ 1758587 h 6382977"/>
              <a:gd name="connsiteX6019" fmla="*/ 4666572 w 6501199"/>
              <a:gd name="connsiteY6019" fmla="*/ 1747872 h 6382977"/>
              <a:gd name="connsiteX6020" fmla="*/ 4659185 w 6501199"/>
              <a:gd name="connsiteY6020" fmla="*/ 1753124 h 6382977"/>
              <a:gd name="connsiteX6021" fmla="*/ 4634072 w 6501199"/>
              <a:gd name="connsiteY6021" fmla="*/ 1778950 h 6382977"/>
              <a:gd name="connsiteX6022" fmla="*/ 4629751 w 6501199"/>
              <a:gd name="connsiteY6022" fmla="*/ 1772111 h 6382977"/>
              <a:gd name="connsiteX6023" fmla="*/ 4547663 w 6501199"/>
              <a:gd name="connsiteY6023" fmla="*/ 1819984 h 6382977"/>
              <a:gd name="connsiteX6024" fmla="*/ 4468095 w 6501199"/>
              <a:gd name="connsiteY6024" fmla="*/ 1860658 h 6382977"/>
              <a:gd name="connsiteX6025" fmla="*/ 4340641 w 6501199"/>
              <a:gd name="connsiteY6025" fmla="*/ 1920049 h 6382977"/>
              <a:gd name="connsiteX6026" fmla="*/ 4356483 w 6501199"/>
              <a:gd name="connsiteY6026" fmla="*/ 1933727 h 6382977"/>
              <a:gd name="connsiteX6027" fmla="*/ 4317959 w 6501199"/>
              <a:gd name="connsiteY6027" fmla="*/ 1954244 h 6382977"/>
              <a:gd name="connsiteX6028" fmla="*/ 4322639 w 6501199"/>
              <a:gd name="connsiteY6028" fmla="*/ 1944886 h 6382977"/>
              <a:gd name="connsiteX6029" fmla="*/ 4308958 w 6501199"/>
              <a:gd name="connsiteY6029" fmla="*/ 1947405 h 6382977"/>
              <a:gd name="connsiteX6030" fmla="*/ 4311118 w 6501199"/>
              <a:gd name="connsiteY6030" fmla="*/ 1956404 h 6382977"/>
              <a:gd name="connsiteX6031" fmla="*/ 4160982 w 6501199"/>
              <a:gd name="connsiteY6031" fmla="*/ 2008596 h 6382977"/>
              <a:gd name="connsiteX6032" fmla="*/ 4224709 w 6501199"/>
              <a:gd name="connsiteY6032" fmla="*/ 2011116 h 6382977"/>
              <a:gd name="connsiteX6033" fmla="*/ 4188345 w 6501199"/>
              <a:gd name="connsiteY6033" fmla="*/ 2022274 h 6382977"/>
              <a:gd name="connsiteX6034" fmla="*/ 4215708 w 6501199"/>
              <a:gd name="connsiteY6034" fmla="*/ 2013276 h 6382977"/>
              <a:gd name="connsiteX6035" fmla="*/ 4220028 w 6501199"/>
              <a:gd name="connsiteY6035" fmla="*/ 2024434 h 6382977"/>
              <a:gd name="connsiteX6036" fmla="*/ 4233710 w 6501199"/>
              <a:gd name="connsiteY6036" fmla="*/ 2015435 h 6382977"/>
              <a:gd name="connsiteX6037" fmla="*/ 4231549 w 6501199"/>
              <a:gd name="connsiteY6037" fmla="*/ 1992759 h 6382977"/>
              <a:gd name="connsiteX6038" fmla="*/ 4256392 w 6501199"/>
              <a:gd name="connsiteY6038" fmla="*/ 1999598 h 6382977"/>
              <a:gd name="connsiteX6039" fmla="*/ 4272594 w 6501199"/>
              <a:gd name="connsiteY6039" fmla="*/ 1985920 h 6382977"/>
              <a:gd name="connsiteX6040" fmla="*/ 4272594 w 6501199"/>
              <a:gd name="connsiteY6040" fmla="*/ 2001757 h 6382977"/>
              <a:gd name="connsiteX6041" fmla="*/ 4283755 w 6501199"/>
              <a:gd name="connsiteY6041" fmla="*/ 1992759 h 6382977"/>
              <a:gd name="connsiteX6042" fmla="*/ 4274754 w 6501199"/>
              <a:gd name="connsiteY6042" fmla="*/ 1981600 h 6382977"/>
              <a:gd name="connsiteX6043" fmla="*/ 4313278 w 6501199"/>
              <a:gd name="connsiteY6043" fmla="*/ 1967922 h 6382977"/>
              <a:gd name="connsiteX6044" fmla="*/ 4320119 w 6501199"/>
              <a:gd name="connsiteY6044" fmla="*/ 1983760 h 6382977"/>
              <a:gd name="connsiteX6045" fmla="*/ 4324799 w 6501199"/>
              <a:gd name="connsiteY6045" fmla="*/ 1977731 h 6382977"/>
              <a:gd name="connsiteX6046" fmla="*/ 4325405 w 6501199"/>
              <a:gd name="connsiteY6046" fmla="*/ 1976741 h 6382977"/>
              <a:gd name="connsiteX6047" fmla="*/ 4377410 w 6501199"/>
              <a:gd name="connsiteY6047" fmla="*/ 1961308 h 6382977"/>
              <a:gd name="connsiteX6048" fmla="*/ 4424890 w 6501199"/>
              <a:gd name="connsiteY6048" fmla="*/ 1940566 h 6382977"/>
              <a:gd name="connsiteX6049" fmla="*/ 4515979 w 6501199"/>
              <a:gd name="connsiteY6049" fmla="*/ 1894853 h 6382977"/>
              <a:gd name="connsiteX6050" fmla="*/ 4513459 w 6501199"/>
              <a:gd name="connsiteY6050" fmla="*/ 1883695 h 6382977"/>
              <a:gd name="connsiteX6051" fmla="*/ 4545503 w 6501199"/>
              <a:gd name="connsiteY6051" fmla="*/ 1876856 h 6382977"/>
              <a:gd name="connsiteX6052" fmla="*/ 4568185 w 6501199"/>
              <a:gd name="connsiteY6052" fmla="*/ 1847340 h 6382977"/>
              <a:gd name="connsiteX6053" fmla="*/ 4588707 w 6501199"/>
              <a:gd name="connsiteY6053" fmla="*/ 1847340 h 6382977"/>
              <a:gd name="connsiteX6054" fmla="*/ 4586547 w 6501199"/>
              <a:gd name="connsiteY6054" fmla="*/ 1828983 h 6382977"/>
              <a:gd name="connsiteX6055" fmla="*/ 4622911 w 6501199"/>
              <a:gd name="connsiteY6055" fmla="*/ 1808466 h 6382977"/>
              <a:gd name="connsiteX6056" fmla="*/ 4663955 w 6501199"/>
              <a:gd name="connsiteY6056" fmla="*/ 1799467 h 6382977"/>
              <a:gd name="connsiteX6057" fmla="*/ 4661435 w 6501199"/>
              <a:gd name="connsiteY6057" fmla="*/ 1776790 h 6382977"/>
              <a:gd name="connsiteX6058" fmla="*/ 4670796 w 6501199"/>
              <a:gd name="connsiteY6058" fmla="*/ 1785789 h 6382977"/>
              <a:gd name="connsiteX6059" fmla="*/ 4729842 w 6501199"/>
              <a:gd name="connsiteY6059" fmla="*/ 1728917 h 6382977"/>
              <a:gd name="connsiteX6060" fmla="*/ 4766206 w 6501199"/>
              <a:gd name="connsiteY6060" fmla="*/ 1701561 h 6382977"/>
              <a:gd name="connsiteX6061" fmla="*/ 4768118 w 6501199"/>
              <a:gd name="connsiteY6061" fmla="*/ 1698929 h 6382977"/>
              <a:gd name="connsiteX6062" fmla="*/ 4766408 w 6501199"/>
              <a:gd name="connsiteY6062" fmla="*/ 1696857 h 6382977"/>
              <a:gd name="connsiteX6063" fmla="*/ 4767835 w 6501199"/>
              <a:gd name="connsiteY6063" fmla="*/ 1682750 h 6382977"/>
              <a:gd name="connsiteX6064" fmla="*/ 4774711 w 6501199"/>
              <a:gd name="connsiteY6064" fmla="*/ 1689855 h 6382977"/>
              <a:gd name="connsiteX6065" fmla="*/ 4791049 w 6501199"/>
              <a:gd name="connsiteY6065" fmla="*/ 1667366 h 6382977"/>
              <a:gd name="connsiteX6066" fmla="*/ 4809411 w 6501199"/>
              <a:gd name="connsiteY6066" fmla="*/ 1667366 h 6382977"/>
              <a:gd name="connsiteX6067" fmla="*/ 4971068 w 6501199"/>
              <a:gd name="connsiteY6067" fmla="*/ 1439879 h 6382977"/>
              <a:gd name="connsiteX6068" fmla="*/ 4877458 w 6501199"/>
              <a:gd name="connsiteY6068" fmla="*/ 1596816 h 6382977"/>
              <a:gd name="connsiteX6069" fmla="*/ 4817826 w 6501199"/>
              <a:gd name="connsiteY6069" fmla="*/ 1664036 h 6382977"/>
              <a:gd name="connsiteX6070" fmla="*/ 4777761 w 6501199"/>
              <a:gd name="connsiteY6070" fmla="*/ 1698125 h 6382977"/>
              <a:gd name="connsiteX6071" fmla="*/ 4776753 w 6501199"/>
              <a:gd name="connsiteY6071" fmla="*/ 1709386 h 6382977"/>
              <a:gd name="connsiteX6072" fmla="*/ 4771708 w 6501199"/>
              <a:gd name="connsiteY6072" fmla="*/ 1703276 h 6382977"/>
              <a:gd name="connsiteX6073" fmla="*/ 4762374 w 6501199"/>
              <a:gd name="connsiteY6073" fmla="*/ 1711217 h 6382977"/>
              <a:gd name="connsiteX6074" fmla="*/ 4763233 w 6501199"/>
              <a:gd name="connsiteY6074" fmla="*/ 1720481 h 6382977"/>
              <a:gd name="connsiteX6075" fmla="*/ 4765933 w 6501199"/>
              <a:gd name="connsiteY6075" fmla="*/ 1730502 h 6382977"/>
              <a:gd name="connsiteX6076" fmla="*/ 4762947 w 6501199"/>
              <a:gd name="connsiteY6076" fmla="*/ 1731094 h 6382977"/>
              <a:gd name="connsiteX6077" fmla="*/ 4766206 w 6501199"/>
              <a:gd name="connsiteY6077" fmla="*/ 1737916 h 6382977"/>
              <a:gd name="connsiteX6078" fmla="*/ 4743523 w 6501199"/>
              <a:gd name="connsiteY6078" fmla="*/ 1744755 h 6382977"/>
              <a:gd name="connsiteX6079" fmla="*/ 4718321 w 6501199"/>
              <a:gd name="connsiteY6079" fmla="*/ 1758433 h 6382977"/>
              <a:gd name="connsiteX6080" fmla="*/ 4727322 w 6501199"/>
              <a:gd name="connsiteY6080" fmla="*/ 1765272 h 6382977"/>
              <a:gd name="connsiteX6081" fmla="*/ 4704639 w 6501199"/>
              <a:gd name="connsiteY6081" fmla="*/ 1778950 h 6382977"/>
              <a:gd name="connsiteX6082" fmla="*/ 4690958 w 6501199"/>
              <a:gd name="connsiteY6082" fmla="*/ 1806306 h 6382977"/>
              <a:gd name="connsiteX6083" fmla="*/ 4684117 w 6501199"/>
              <a:gd name="connsiteY6083" fmla="*/ 1797307 h 6382977"/>
              <a:gd name="connsiteX6084" fmla="*/ 4622911 w 6501199"/>
              <a:gd name="connsiteY6084" fmla="*/ 1837981 h 6382977"/>
              <a:gd name="connsiteX6085" fmla="*/ 4643433 w 6501199"/>
              <a:gd name="connsiteY6085" fmla="*/ 1856339 h 6382977"/>
              <a:gd name="connsiteX6086" fmla="*/ 4618231 w 6501199"/>
              <a:gd name="connsiteY6086" fmla="*/ 1844820 h 6382977"/>
              <a:gd name="connsiteX6087" fmla="*/ 4563865 w 6501199"/>
              <a:gd name="connsiteY6087" fmla="*/ 1888014 h 6382977"/>
              <a:gd name="connsiteX6088" fmla="*/ 4495457 w 6501199"/>
              <a:gd name="connsiteY6088" fmla="*/ 1913210 h 6382977"/>
              <a:gd name="connsiteX6089" fmla="*/ 4506979 w 6501199"/>
              <a:gd name="connsiteY6089" fmla="*/ 1915370 h 6382977"/>
              <a:gd name="connsiteX6090" fmla="*/ 4429571 w 6501199"/>
              <a:gd name="connsiteY6090" fmla="*/ 1954244 h 6382977"/>
              <a:gd name="connsiteX6091" fmla="*/ 4349642 w 6501199"/>
              <a:gd name="connsiteY6091" fmla="*/ 2001757 h 6382977"/>
              <a:gd name="connsiteX6092" fmla="*/ 4267913 w 6501199"/>
              <a:gd name="connsiteY6092" fmla="*/ 2044951 h 6382977"/>
              <a:gd name="connsiteX6093" fmla="*/ 4181504 w 6501199"/>
              <a:gd name="connsiteY6093" fmla="*/ 2074827 h 6382977"/>
              <a:gd name="connsiteX6094" fmla="*/ 4176824 w 6501199"/>
              <a:gd name="connsiteY6094" fmla="*/ 2088145 h 6382977"/>
              <a:gd name="connsiteX6095" fmla="*/ 4031368 w 6501199"/>
              <a:gd name="connsiteY6095" fmla="*/ 2136018 h 6382977"/>
              <a:gd name="connsiteX6096" fmla="*/ 4031053 w 6501199"/>
              <a:gd name="connsiteY6096" fmla="*/ 2134038 h 6382977"/>
              <a:gd name="connsiteX6097" fmla="*/ 4029177 w 6501199"/>
              <a:gd name="connsiteY6097" fmla="*/ 2122249 h 6382977"/>
              <a:gd name="connsiteX6098" fmla="*/ 4028391 w 6501199"/>
              <a:gd name="connsiteY6098" fmla="*/ 2123711 h 6382977"/>
              <a:gd name="connsiteX6099" fmla="*/ 4026927 w 6501199"/>
              <a:gd name="connsiteY6099" fmla="*/ 2121351 h 6382977"/>
              <a:gd name="connsiteX6100" fmla="*/ 3998875 w 6501199"/>
              <a:gd name="connsiteY6100" fmla="*/ 2138448 h 6382977"/>
              <a:gd name="connsiteX6101" fmla="*/ 3965121 w 6501199"/>
              <a:gd name="connsiteY6101" fmla="*/ 2149696 h 6382977"/>
              <a:gd name="connsiteX6102" fmla="*/ 3953971 w 6501199"/>
              <a:gd name="connsiteY6102" fmla="*/ 2151539 h 6382977"/>
              <a:gd name="connsiteX6103" fmla="*/ 3957655 w 6501199"/>
              <a:gd name="connsiteY6103" fmla="*/ 2152844 h 6382977"/>
              <a:gd name="connsiteX6104" fmla="*/ 3973552 w 6501199"/>
              <a:gd name="connsiteY6104" fmla="*/ 2150977 h 6382977"/>
              <a:gd name="connsiteX6105" fmla="*/ 3977365 w 6501199"/>
              <a:gd name="connsiteY6105" fmla="*/ 2150616 h 6382977"/>
              <a:gd name="connsiteX6106" fmla="*/ 3978842 w 6501199"/>
              <a:gd name="connsiteY6106" fmla="*/ 2148962 h 6382977"/>
              <a:gd name="connsiteX6107" fmla="*/ 3978092 w 6501199"/>
              <a:gd name="connsiteY6107" fmla="*/ 2150548 h 6382977"/>
              <a:gd name="connsiteX6108" fmla="*/ 3989043 w 6501199"/>
              <a:gd name="connsiteY6108" fmla="*/ 2149514 h 6382977"/>
              <a:gd name="connsiteX6109" fmla="*/ 4003522 w 6501199"/>
              <a:gd name="connsiteY6109" fmla="*/ 2156287 h 6382977"/>
              <a:gd name="connsiteX6110" fmla="*/ 4135283 w 6501199"/>
              <a:gd name="connsiteY6110" fmla="*/ 2135765 h 6382977"/>
              <a:gd name="connsiteX6111" fmla="*/ 4142123 w 6501199"/>
              <a:gd name="connsiteY6111" fmla="*/ 2147286 h 6382977"/>
              <a:gd name="connsiteX6112" fmla="*/ 4194593 w 6501199"/>
              <a:gd name="connsiteY6112" fmla="*/ 2137521 h 6382977"/>
              <a:gd name="connsiteX6113" fmla="*/ 4215963 w 6501199"/>
              <a:gd name="connsiteY6113" fmla="*/ 2135306 h 6382977"/>
              <a:gd name="connsiteX6114" fmla="*/ 4216723 w 6501199"/>
              <a:gd name="connsiteY6114" fmla="*/ 2132623 h 6382977"/>
              <a:gd name="connsiteX6115" fmla="*/ 4226729 w 6501199"/>
              <a:gd name="connsiteY6115" fmla="*/ 2131063 h 6382977"/>
              <a:gd name="connsiteX6116" fmla="*/ 4240043 w 6501199"/>
              <a:gd name="connsiteY6116" fmla="*/ 2124245 h 6382977"/>
              <a:gd name="connsiteX6117" fmla="*/ 4272083 w 6501199"/>
              <a:gd name="connsiteY6117" fmla="*/ 2133605 h 6382977"/>
              <a:gd name="connsiteX6118" fmla="*/ 4276403 w 6501199"/>
              <a:gd name="connsiteY6118" fmla="*/ 2119924 h 6382977"/>
              <a:gd name="connsiteX6119" fmla="*/ 4308444 w 6501199"/>
              <a:gd name="connsiteY6119" fmla="*/ 2117764 h 6382977"/>
              <a:gd name="connsiteX6120" fmla="*/ 4346964 w 6501199"/>
              <a:gd name="connsiteY6120" fmla="*/ 2115244 h 6382977"/>
              <a:gd name="connsiteX6121" fmla="*/ 4369644 w 6501199"/>
              <a:gd name="connsiteY6121" fmla="*/ 2104083 h 6382977"/>
              <a:gd name="connsiteX6122" fmla="*/ 4406365 w 6501199"/>
              <a:gd name="connsiteY6122" fmla="*/ 2097243 h 6382977"/>
              <a:gd name="connsiteX6123" fmla="*/ 4440205 w 6501199"/>
              <a:gd name="connsiteY6123" fmla="*/ 2085722 h 6382977"/>
              <a:gd name="connsiteX6124" fmla="*/ 4472245 w 6501199"/>
              <a:gd name="connsiteY6124" fmla="*/ 2074561 h 6382977"/>
              <a:gd name="connsiteX6125" fmla="*/ 4506445 w 6501199"/>
              <a:gd name="connsiteY6125" fmla="*/ 2067721 h 6382977"/>
              <a:gd name="connsiteX6126" fmla="*/ 4503925 w 6501199"/>
              <a:gd name="connsiteY6126" fmla="*/ 2058360 h 6382977"/>
              <a:gd name="connsiteX6127" fmla="*/ 4542806 w 6501199"/>
              <a:gd name="connsiteY6127" fmla="*/ 2051520 h 6382977"/>
              <a:gd name="connsiteX6128" fmla="*/ 4570166 w 6501199"/>
              <a:gd name="connsiteY6128" fmla="*/ 2028838 h 6382977"/>
              <a:gd name="connsiteX6129" fmla="*/ 4586006 w 6501199"/>
              <a:gd name="connsiteY6129" fmla="*/ 2040359 h 6382977"/>
              <a:gd name="connsiteX6130" fmla="*/ 4608686 w 6501199"/>
              <a:gd name="connsiteY6130" fmla="*/ 2026678 h 6382977"/>
              <a:gd name="connsiteX6131" fmla="*/ 4601846 w 6501199"/>
              <a:gd name="connsiteY6131" fmla="*/ 2017677 h 6382977"/>
              <a:gd name="connsiteX6132" fmla="*/ 4622366 w 6501199"/>
              <a:gd name="connsiteY6132" fmla="*/ 2017677 h 6382977"/>
              <a:gd name="connsiteX6133" fmla="*/ 4647207 w 6501199"/>
              <a:gd name="connsiteY6133" fmla="*/ 1992476 h 6382977"/>
              <a:gd name="connsiteX6134" fmla="*/ 4683567 w 6501199"/>
              <a:gd name="connsiteY6134" fmla="*/ 1978795 h 6382977"/>
              <a:gd name="connsiteX6135" fmla="*/ 4672407 w 6501199"/>
              <a:gd name="connsiteY6135" fmla="*/ 1969794 h 6382977"/>
              <a:gd name="connsiteX6136" fmla="*/ 4713087 w 6501199"/>
              <a:gd name="connsiteY6136" fmla="*/ 1949273 h 6382977"/>
              <a:gd name="connsiteX6137" fmla="*/ 4745127 w 6501199"/>
              <a:gd name="connsiteY6137" fmla="*/ 1917590 h 6382977"/>
              <a:gd name="connsiteX6138" fmla="*/ 4760967 w 6501199"/>
              <a:gd name="connsiteY6138" fmla="*/ 1921911 h 6382977"/>
              <a:gd name="connsiteX6139" fmla="*/ 4756647 w 6501199"/>
              <a:gd name="connsiteY6139" fmla="*/ 1899229 h 6382977"/>
              <a:gd name="connsiteX6140" fmla="*/ 4790487 w 6501199"/>
              <a:gd name="connsiteY6140" fmla="*/ 1887708 h 6382977"/>
              <a:gd name="connsiteX6141" fmla="*/ 4822528 w 6501199"/>
              <a:gd name="connsiteY6141" fmla="*/ 1842345 h 6382977"/>
              <a:gd name="connsiteX6142" fmla="*/ 4856728 w 6501199"/>
              <a:gd name="connsiteY6142" fmla="*/ 1812823 h 6382977"/>
              <a:gd name="connsiteX6143" fmla="*/ 4843048 w 6501199"/>
              <a:gd name="connsiteY6143" fmla="*/ 1803823 h 6382977"/>
              <a:gd name="connsiteX6144" fmla="*/ 4854208 w 6501199"/>
              <a:gd name="connsiteY6144" fmla="*/ 1790142 h 6382977"/>
              <a:gd name="connsiteX6145" fmla="*/ 4888408 w 6501199"/>
              <a:gd name="connsiteY6145" fmla="*/ 1749099 h 6382977"/>
              <a:gd name="connsiteX6146" fmla="*/ 4911089 w 6501199"/>
              <a:gd name="connsiteY6146" fmla="*/ 1755939 h 6382977"/>
              <a:gd name="connsiteX6147" fmla="*/ 4915769 w 6501199"/>
              <a:gd name="connsiteY6147" fmla="*/ 1699055 h 6382977"/>
              <a:gd name="connsiteX6148" fmla="*/ 4922609 w 6501199"/>
              <a:gd name="connsiteY6148" fmla="*/ 1714896 h 6382977"/>
              <a:gd name="connsiteX6149" fmla="*/ 4943129 w 6501199"/>
              <a:gd name="connsiteY6149" fmla="*/ 1717417 h 6382977"/>
              <a:gd name="connsiteX6150" fmla="*/ 4947449 w 6501199"/>
              <a:gd name="connsiteY6150" fmla="*/ 1687535 h 6382977"/>
              <a:gd name="connsiteX6151" fmla="*/ 4949969 w 6501199"/>
              <a:gd name="connsiteY6151" fmla="*/ 1701216 h 6382977"/>
              <a:gd name="connsiteX6152" fmla="*/ 4956809 w 6501199"/>
              <a:gd name="connsiteY6152" fmla="*/ 1667013 h 6382977"/>
              <a:gd name="connsiteX6153" fmla="*/ 4974809 w 6501199"/>
              <a:gd name="connsiteY6153" fmla="*/ 1664853 h 6382977"/>
              <a:gd name="connsiteX6154" fmla="*/ 4965809 w 6501199"/>
              <a:gd name="connsiteY6154" fmla="*/ 1642171 h 6382977"/>
              <a:gd name="connsiteX6155" fmla="*/ 4986329 w 6501199"/>
              <a:gd name="connsiteY6155" fmla="*/ 1601129 h 6382977"/>
              <a:gd name="connsiteX6156" fmla="*/ 4965809 w 6501199"/>
              <a:gd name="connsiteY6156" fmla="*/ 1598968 h 6382977"/>
              <a:gd name="connsiteX6157" fmla="*/ 4991009 w 6501199"/>
              <a:gd name="connsiteY6157" fmla="*/ 1592128 h 6382977"/>
              <a:gd name="connsiteX6158" fmla="*/ 4981649 w 6501199"/>
              <a:gd name="connsiteY6158" fmla="*/ 1576287 h 6382977"/>
              <a:gd name="connsiteX6159" fmla="*/ 4993169 w 6501199"/>
              <a:gd name="connsiteY6159" fmla="*/ 1585288 h 6382977"/>
              <a:gd name="connsiteX6160" fmla="*/ 5012654 w 6501199"/>
              <a:gd name="connsiteY6160" fmla="*/ 1550680 h 6382977"/>
              <a:gd name="connsiteX6161" fmla="*/ 5018238 w 6501199"/>
              <a:gd name="connsiteY6161" fmla="*/ 1523652 h 6382977"/>
              <a:gd name="connsiteX6162" fmla="*/ 5022689 w 6501199"/>
              <a:gd name="connsiteY6162" fmla="*/ 1523723 h 6382977"/>
              <a:gd name="connsiteX6163" fmla="*/ 5034209 w 6501199"/>
              <a:gd name="connsiteY6163" fmla="*/ 1476200 h 6382977"/>
              <a:gd name="connsiteX6164" fmla="*/ 5040689 w 6501199"/>
              <a:gd name="connsiteY6164" fmla="*/ 1466839 h 6382977"/>
              <a:gd name="connsiteX6165" fmla="*/ 5052209 w 6501199"/>
              <a:gd name="connsiteY6165" fmla="*/ 1469360 h 6382977"/>
              <a:gd name="connsiteX6166" fmla="*/ 5045369 w 6501199"/>
              <a:gd name="connsiteY6166" fmla="*/ 1453519 h 6382977"/>
              <a:gd name="connsiteX6167" fmla="*/ 5038529 w 6501199"/>
              <a:gd name="connsiteY6167" fmla="*/ 1464679 h 6382977"/>
              <a:gd name="connsiteX6168" fmla="*/ 5052209 w 6501199"/>
              <a:gd name="connsiteY6168" fmla="*/ 1439478 h 6382977"/>
              <a:gd name="connsiteX6169" fmla="*/ 5063730 w 6501199"/>
              <a:gd name="connsiteY6169" fmla="*/ 1423636 h 6382977"/>
              <a:gd name="connsiteX6170" fmla="*/ 5072730 w 6501199"/>
              <a:gd name="connsiteY6170" fmla="*/ 1432637 h 6382977"/>
              <a:gd name="connsiteX6171" fmla="*/ 5079570 w 6501199"/>
              <a:gd name="connsiteY6171" fmla="*/ 1382954 h 6382977"/>
              <a:gd name="connsiteX6172" fmla="*/ 5093250 w 6501199"/>
              <a:gd name="connsiteY6172" fmla="*/ 1385114 h 6382977"/>
              <a:gd name="connsiteX6173" fmla="*/ 5093250 w 6501199"/>
              <a:gd name="connsiteY6173" fmla="*/ 1371433 h 6382977"/>
              <a:gd name="connsiteX6174" fmla="*/ 5079570 w 6501199"/>
              <a:gd name="connsiteY6174" fmla="*/ 1369273 h 6382977"/>
              <a:gd name="connsiteX6175" fmla="*/ 5093250 w 6501199"/>
              <a:gd name="connsiteY6175" fmla="*/ 1348751 h 6382977"/>
              <a:gd name="connsiteX6176" fmla="*/ 5083170 w 6501199"/>
              <a:gd name="connsiteY6176" fmla="*/ 1348976 h 6382977"/>
              <a:gd name="connsiteX6177" fmla="*/ 5082085 w 6501199"/>
              <a:gd name="connsiteY6177" fmla="*/ 1348330 h 6382977"/>
              <a:gd name="connsiteX6178" fmla="*/ 5076844 w 6501199"/>
              <a:gd name="connsiteY6178" fmla="*/ 1358537 h 6382977"/>
              <a:gd name="connsiteX6179" fmla="*/ 5076800 w 6501199"/>
              <a:gd name="connsiteY6179" fmla="*/ 1334951 h 6382977"/>
              <a:gd name="connsiteX6180" fmla="*/ 5078858 w 6501199"/>
              <a:gd name="connsiteY6180" fmla="*/ 1330887 h 6382977"/>
              <a:gd name="connsiteX6181" fmla="*/ 5075423 w 6501199"/>
              <a:gd name="connsiteY6181" fmla="*/ 1328560 h 6382977"/>
              <a:gd name="connsiteX6182" fmla="*/ 5081971 w 6501199"/>
              <a:gd name="connsiteY6182" fmla="*/ 1319212 h 6382977"/>
              <a:gd name="connsiteX6183" fmla="*/ 5083132 w 6501199"/>
              <a:gd name="connsiteY6183" fmla="*/ 1322449 h 6382977"/>
              <a:gd name="connsiteX6184" fmla="*/ 5090400 w 6501199"/>
              <a:gd name="connsiteY6184" fmla="*/ 1308100 h 6382977"/>
              <a:gd name="connsiteX6185" fmla="*/ 5089375 w 6501199"/>
              <a:gd name="connsiteY6185" fmla="*/ 1334135 h 6382977"/>
              <a:gd name="connsiteX6186" fmla="*/ 5084232 w 6501199"/>
              <a:gd name="connsiteY6186" fmla="*/ 1344149 h 6382977"/>
              <a:gd name="connsiteX6187" fmla="*/ 5092547 w 6501199"/>
              <a:gd name="connsiteY6187" fmla="*/ 1344408 h 6382977"/>
              <a:gd name="connsiteX6188" fmla="*/ 5100090 w 6501199"/>
              <a:gd name="connsiteY6188" fmla="*/ 1323550 h 6382977"/>
              <a:gd name="connsiteX6189" fmla="*/ 5118090 w 6501199"/>
              <a:gd name="connsiteY6189" fmla="*/ 1330390 h 6382977"/>
              <a:gd name="connsiteX6190" fmla="*/ 5115930 w 6501199"/>
              <a:gd name="connsiteY6190" fmla="*/ 1303028 h 6382977"/>
              <a:gd name="connsiteX6191" fmla="*/ 5106930 w 6501199"/>
              <a:gd name="connsiteY6191" fmla="*/ 1287187 h 6382977"/>
              <a:gd name="connsiteX6192" fmla="*/ 5131770 w 6501199"/>
              <a:gd name="connsiteY6192" fmla="*/ 1294028 h 6382977"/>
              <a:gd name="connsiteX6193" fmla="*/ 5122770 w 6501199"/>
              <a:gd name="connsiteY6193" fmla="*/ 1280347 h 6382977"/>
              <a:gd name="connsiteX6194" fmla="*/ 5150130 w 6501199"/>
              <a:gd name="connsiteY6194" fmla="*/ 1237144 h 6382977"/>
              <a:gd name="connsiteX6195" fmla="*/ 5138610 w 6501199"/>
              <a:gd name="connsiteY6195" fmla="*/ 1237144 h 6382977"/>
              <a:gd name="connsiteX6196" fmla="*/ 5141130 w 6501199"/>
              <a:gd name="connsiteY6196" fmla="*/ 1223463 h 6382977"/>
              <a:gd name="connsiteX6197" fmla="*/ 5156971 w 6501199"/>
              <a:gd name="connsiteY6197" fmla="*/ 1214462 h 6382977"/>
              <a:gd name="connsiteX6198" fmla="*/ 5179651 w 6501199"/>
              <a:gd name="connsiteY6198" fmla="*/ 1219142 h 6382977"/>
              <a:gd name="connsiteX6199" fmla="*/ 5174971 w 6501199"/>
              <a:gd name="connsiteY6199" fmla="*/ 1248664 h 6382977"/>
              <a:gd name="connsiteX6200" fmla="*/ 5147970 w 6501199"/>
              <a:gd name="connsiteY6200" fmla="*/ 1271346 h 6382977"/>
              <a:gd name="connsiteX6201" fmla="*/ 5159131 w 6501199"/>
              <a:gd name="connsiteY6201" fmla="*/ 1287187 h 6382977"/>
              <a:gd name="connsiteX6202" fmla="*/ 5147970 w 6501199"/>
              <a:gd name="connsiteY6202" fmla="*/ 1280347 h 6382977"/>
              <a:gd name="connsiteX6203" fmla="*/ 5138610 w 6501199"/>
              <a:gd name="connsiteY6203" fmla="*/ 1291867 h 6382977"/>
              <a:gd name="connsiteX6204" fmla="*/ 5168131 w 6501199"/>
              <a:gd name="connsiteY6204" fmla="*/ 1300868 h 6382977"/>
              <a:gd name="connsiteX6205" fmla="*/ 5138610 w 6501199"/>
              <a:gd name="connsiteY6205" fmla="*/ 1300868 h 6382977"/>
              <a:gd name="connsiteX6206" fmla="*/ 5136450 w 6501199"/>
              <a:gd name="connsiteY6206" fmla="*/ 1332550 h 6382977"/>
              <a:gd name="connsiteX6207" fmla="*/ 5163811 w 6501199"/>
              <a:gd name="connsiteY6207" fmla="*/ 1328230 h 6382977"/>
              <a:gd name="connsiteX6208" fmla="*/ 5134290 w 6501199"/>
              <a:gd name="connsiteY6208" fmla="*/ 1335070 h 6382977"/>
              <a:gd name="connsiteX6209" fmla="*/ 5127450 w 6501199"/>
              <a:gd name="connsiteY6209" fmla="*/ 1396275 h 6382977"/>
              <a:gd name="connsiteX6210" fmla="*/ 5134290 w 6501199"/>
              <a:gd name="connsiteY6210" fmla="*/ 1398795 h 6382977"/>
              <a:gd name="connsiteX6211" fmla="*/ 5143290 w 6501199"/>
              <a:gd name="connsiteY6211" fmla="*/ 1387274 h 6382977"/>
              <a:gd name="connsiteX6212" fmla="*/ 5124930 w 6501199"/>
              <a:gd name="connsiteY6212" fmla="*/ 1407795 h 6382977"/>
              <a:gd name="connsiteX6213" fmla="*/ 5136450 w 6501199"/>
              <a:gd name="connsiteY6213" fmla="*/ 1419316 h 6382977"/>
              <a:gd name="connsiteX6214" fmla="*/ 5111250 w 6501199"/>
              <a:gd name="connsiteY6214" fmla="*/ 1423636 h 6382977"/>
              <a:gd name="connsiteX6215" fmla="*/ 5118090 w 6501199"/>
              <a:gd name="connsiteY6215" fmla="*/ 1489881 h 6382977"/>
              <a:gd name="connsiteX6216" fmla="*/ 5100090 w 6501199"/>
              <a:gd name="connsiteY6216" fmla="*/ 1489881 h 6382977"/>
              <a:gd name="connsiteX6217" fmla="*/ 5091090 w 6501199"/>
              <a:gd name="connsiteY6217" fmla="*/ 1530564 h 6382977"/>
              <a:gd name="connsiteX6218" fmla="*/ 5077410 w 6501199"/>
              <a:gd name="connsiteY6218" fmla="*/ 1523723 h 6382977"/>
              <a:gd name="connsiteX6219" fmla="*/ 5081730 w 6501199"/>
              <a:gd name="connsiteY6219" fmla="*/ 1542085 h 6382977"/>
              <a:gd name="connsiteX6220" fmla="*/ 5097930 w 6501199"/>
              <a:gd name="connsiteY6220" fmla="*/ 1537404 h 6382977"/>
              <a:gd name="connsiteX6221" fmla="*/ 5088570 w 6501199"/>
              <a:gd name="connsiteY6221" fmla="*/ 1553605 h 6382977"/>
              <a:gd name="connsiteX6222" fmla="*/ 5065890 w 6501199"/>
              <a:gd name="connsiteY6222" fmla="*/ 1548925 h 6382977"/>
              <a:gd name="connsiteX6223" fmla="*/ 5061210 w 6501199"/>
              <a:gd name="connsiteY6223" fmla="*/ 1594288 h 6382977"/>
              <a:gd name="connsiteX6224" fmla="*/ 5050049 w 6501199"/>
              <a:gd name="connsiteY6224" fmla="*/ 1598968 h 6382977"/>
              <a:gd name="connsiteX6225" fmla="*/ 5056889 w 6501199"/>
              <a:gd name="connsiteY6225" fmla="*/ 1612649 h 6382977"/>
              <a:gd name="connsiteX6226" fmla="*/ 5065890 w 6501199"/>
              <a:gd name="connsiteY6226" fmla="*/ 1607969 h 6382977"/>
              <a:gd name="connsiteX6227" fmla="*/ 5038529 w 6501199"/>
              <a:gd name="connsiteY6227" fmla="*/ 1637491 h 6382977"/>
              <a:gd name="connsiteX6228" fmla="*/ 5047529 w 6501199"/>
              <a:gd name="connsiteY6228" fmla="*/ 1640011 h 6382977"/>
              <a:gd name="connsiteX6229" fmla="*/ 5059050 w 6501199"/>
              <a:gd name="connsiteY6229" fmla="*/ 1633171 h 6382977"/>
              <a:gd name="connsiteX6230" fmla="*/ 5036369 w 6501199"/>
              <a:gd name="connsiteY6230" fmla="*/ 1705896 h 6382977"/>
              <a:gd name="connsiteX6231" fmla="*/ 5027369 w 6501199"/>
              <a:gd name="connsiteY6231" fmla="*/ 1701216 h 6382977"/>
              <a:gd name="connsiteX6232" fmla="*/ 5000009 w 6501199"/>
              <a:gd name="connsiteY6232" fmla="*/ 1740098 h 6382977"/>
              <a:gd name="connsiteX6233" fmla="*/ 4984169 w 6501199"/>
              <a:gd name="connsiteY6233" fmla="*/ 1787621 h 6382977"/>
              <a:gd name="connsiteX6234" fmla="*/ 4956809 w 6501199"/>
              <a:gd name="connsiteY6234" fmla="*/ 1805983 h 6382977"/>
              <a:gd name="connsiteX6235" fmla="*/ 4952129 w 6501199"/>
              <a:gd name="connsiteY6235" fmla="*/ 1828664 h 6382977"/>
              <a:gd name="connsiteX6236" fmla="*/ 4938449 w 6501199"/>
              <a:gd name="connsiteY6236" fmla="*/ 1860346 h 6382977"/>
              <a:gd name="connsiteX6237" fmla="*/ 4922609 w 6501199"/>
              <a:gd name="connsiteY6237" fmla="*/ 1856026 h 6382977"/>
              <a:gd name="connsiteX6238" fmla="*/ 4913609 w 6501199"/>
              <a:gd name="connsiteY6238" fmla="*/ 1867187 h 6382977"/>
              <a:gd name="connsiteX6239" fmla="*/ 4920449 w 6501199"/>
              <a:gd name="connsiteY6239" fmla="*/ 1880868 h 6382977"/>
              <a:gd name="connsiteX6240" fmla="*/ 4908929 w 6501199"/>
              <a:gd name="connsiteY6240" fmla="*/ 1867187 h 6382977"/>
              <a:gd name="connsiteX6241" fmla="*/ 4908929 w 6501199"/>
              <a:gd name="connsiteY6241" fmla="*/ 1892389 h 6382977"/>
              <a:gd name="connsiteX6242" fmla="*/ 4890568 w 6501199"/>
              <a:gd name="connsiteY6242" fmla="*/ 1890228 h 6382977"/>
              <a:gd name="connsiteX6243" fmla="*/ 4897409 w 6501199"/>
              <a:gd name="connsiteY6243" fmla="*/ 1921911 h 6382977"/>
              <a:gd name="connsiteX6244" fmla="*/ 4908929 w 6501199"/>
              <a:gd name="connsiteY6244" fmla="*/ 1924071 h 6382977"/>
              <a:gd name="connsiteX6245" fmla="*/ 4902089 w 6501199"/>
              <a:gd name="connsiteY6245" fmla="*/ 1926591 h 6382977"/>
              <a:gd name="connsiteX6246" fmla="*/ 4917929 w 6501199"/>
              <a:gd name="connsiteY6246" fmla="*/ 1933431 h 6382977"/>
              <a:gd name="connsiteX6247" fmla="*/ 4893088 w 6501199"/>
              <a:gd name="connsiteY6247" fmla="*/ 1951433 h 6382977"/>
              <a:gd name="connsiteX6248" fmla="*/ 4886248 w 6501199"/>
              <a:gd name="connsiteY6248" fmla="*/ 1937752 h 6382977"/>
              <a:gd name="connsiteX6249" fmla="*/ 4888408 w 6501199"/>
              <a:gd name="connsiteY6249" fmla="*/ 1921911 h 6382977"/>
              <a:gd name="connsiteX6250" fmla="*/ 4867888 w 6501199"/>
              <a:gd name="connsiteY6250" fmla="*/ 1928751 h 6382977"/>
              <a:gd name="connsiteX6251" fmla="*/ 4867888 w 6501199"/>
              <a:gd name="connsiteY6251" fmla="*/ 1947112 h 6382977"/>
              <a:gd name="connsiteX6252" fmla="*/ 4879408 w 6501199"/>
              <a:gd name="connsiteY6252" fmla="*/ 1942432 h 6382977"/>
              <a:gd name="connsiteX6253" fmla="*/ 4893088 w 6501199"/>
              <a:gd name="connsiteY6253" fmla="*/ 1951433 h 6382977"/>
              <a:gd name="connsiteX6254" fmla="*/ 4883728 w 6501199"/>
              <a:gd name="connsiteY6254" fmla="*/ 1965114 h 6382977"/>
              <a:gd name="connsiteX6255" fmla="*/ 4876888 w 6501199"/>
              <a:gd name="connsiteY6255" fmla="*/ 1953953 h 6382977"/>
              <a:gd name="connsiteX6256" fmla="*/ 4872568 w 6501199"/>
              <a:gd name="connsiteY6256" fmla="*/ 1958273 h 6382977"/>
              <a:gd name="connsiteX6257" fmla="*/ 4878148 w 6501199"/>
              <a:gd name="connsiteY6257" fmla="*/ 1966059 h 6382977"/>
              <a:gd name="connsiteX6258" fmla="*/ 4882006 w 6501199"/>
              <a:gd name="connsiteY6258" fmla="*/ 1970135 h 6382977"/>
              <a:gd name="connsiteX6259" fmla="*/ 4916342 w 6501199"/>
              <a:gd name="connsiteY6259" fmla="*/ 1951725 h 6382977"/>
              <a:gd name="connsiteX6260" fmla="*/ 4927458 w 6501199"/>
              <a:gd name="connsiteY6260" fmla="*/ 1941061 h 6382977"/>
              <a:gd name="connsiteX6261" fmla="*/ 4943071 w 6501199"/>
              <a:gd name="connsiteY6261" fmla="*/ 1947158 h 6382977"/>
              <a:gd name="connsiteX6262" fmla="*/ 4944434 w 6501199"/>
              <a:gd name="connsiteY6262" fmla="*/ 1945582 h 6382977"/>
              <a:gd name="connsiteX6263" fmla="*/ 4961129 w 6501199"/>
              <a:gd name="connsiteY6263" fmla="*/ 1937752 h 6382977"/>
              <a:gd name="connsiteX6264" fmla="*/ 4981649 w 6501199"/>
              <a:gd name="connsiteY6264" fmla="*/ 1908230 h 6382977"/>
              <a:gd name="connsiteX6265" fmla="*/ 4974809 w 6501199"/>
              <a:gd name="connsiteY6265" fmla="*/ 1921911 h 6382977"/>
              <a:gd name="connsiteX6266" fmla="*/ 4998906 w 6501199"/>
              <a:gd name="connsiteY6266" fmla="*/ 1886116 h 6382977"/>
              <a:gd name="connsiteX6267" fmla="*/ 5015305 w 6501199"/>
              <a:gd name="connsiteY6267" fmla="*/ 1878946 h 6382977"/>
              <a:gd name="connsiteX6268" fmla="*/ 5015949 w 6501199"/>
              <a:gd name="connsiteY6268" fmla="*/ 1877475 h 6382977"/>
              <a:gd name="connsiteX6269" fmla="*/ 5017419 w 6501199"/>
              <a:gd name="connsiteY6269" fmla="*/ 1859401 h 6382977"/>
              <a:gd name="connsiteX6270" fmla="*/ 5038529 w 6501199"/>
              <a:gd name="connsiteY6270" fmla="*/ 1812823 h 6382977"/>
              <a:gd name="connsiteX6271" fmla="*/ 5052209 w 6501199"/>
              <a:gd name="connsiteY6271" fmla="*/ 1805983 h 6382977"/>
              <a:gd name="connsiteX6272" fmla="*/ 5072730 w 6501199"/>
              <a:gd name="connsiteY6272" fmla="*/ 1787621 h 6382977"/>
              <a:gd name="connsiteX6273" fmla="*/ 5091090 w 6501199"/>
              <a:gd name="connsiteY6273" fmla="*/ 1735418 h 6382977"/>
              <a:gd name="connsiteX6274" fmla="*/ 5104410 w 6501199"/>
              <a:gd name="connsiteY6274" fmla="*/ 1746939 h 6382977"/>
              <a:gd name="connsiteX6275" fmla="*/ 5093250 w 6501199"/>
              <a:gd name="connsiteY6275" fmla="*/ 1735418 h 6382977"/>
              <a:gd name="connsiteX6276" fmla="*/ 5115930 w 6501199"/>
              <a:gd name="connsiteY6276" fmla="*/ 1673854 h 6382977"/>
              <a:gd name="connsiteX6277" fmla="*/ 5118090 w 6501199"/>
              <a:gd name="connsiteY6277" fmla="*/ 1660173 h 6382977"/>
              <a:gd name="connsiteX6278" fmla="*/ 5131770 w 6501199"/>
              <a:gd name="connsiteY6278" fmla="*/ 1660173 h 6382977"/>
              <a:gd name="connsiteX6279" fmla="*/ 5131770 w 6501199"/>
              <a:gd name="connsiteY6279" fmla="*/ 1633171 h 6382977"/>
              <a:gd name="connsiteX6280" fmla="*/ 5145450 w 6501199"/>
              <a:gd name="connsiteY6280" fmla="*/ 1610129 h 6382977"/>
              <a:gd name="connsiteX6281" fmla="*/ 5198011 w 6501199"/>
              <a:gd name="connsiteY6281" fmla="*/ 1533084 h 6382977"/>
              <a:gd name="connsiteX6282" fmla="*/ 5211331 w 6501199"/>
              <a:gd name="connsiteY6282" fmla="*/ 1453519 h 6382977"/>
              <a:gd name="connsiteX6283" fmla="*/ 5222851 w 6501199"/>
              <a:gd name="connsiteY6283" fmla="*/ 1439478 h 6382977"/>
              <a:gd name="connsiteX6284" fmla="*/ 5220691 w 6501199"/>
              <a:gd name="connsiteY6284" fmla="*/ 1498882 h 6382977"/>
              <a:gd name="connsiteX6285" fmla="*/ 5238691 w 6501199"/>
              <a:gd name="connsiteY6285" fmla="*/ 1503202 h 6382977"/>
              <a:gd name="connsiteX6286" fmla="*/ 5234371 w 6501199"/>
              <a:gd name="connsiteY6286" fmla="*/ 1483041 h 6382977"/>
              <a:gd name="connsiteX6287" fmla="*/ 5259211 w 6501199"/>
              <a:gd name="connsiteY6287" fmla="*/ 1485201 h 6382977"/>
              <a:gd name="connsiteX6288" fmla="*/ 5241211 w 6501199"/>
              <a:gd name="connsiteY6288" fmla="*/ 1464679 h 6382977"/>
              <a:gd name="connsiteX6289" fmla="*/ 5252371 w 6501199"/>
              <a:gd name="connsiteY6289" fmla="*/ 1439478 h 6382977"/>
              <a:gd name="connsiteX6290" fmla="*/ 5227531 w 6501199"/>
              <a:gd name="connsiteY6290" fmla="*/ 1432637 h 6382977"/>
              <a:gd name="connsiteX6291" fmla="*/ 5231851 w 6501199"/>
              <a:gd name="connsiteY6291" fmla="*/ 1400955 h 6382977"/>
              <a:gd name="connsiteX6292" fmla="*/ 5250211 w 6501199"/>
              <a:gd name="connsiteY6292" fmla="*/ 1398795 h 6382977"/>
              <a:gd name="connsiteX6293" fmla="*/ 5266051 w 6501199"/>
              <a:gd name="connsiteY6293" fmla="*/ 1355592 h 6382977"/>
              <a:gd name="connsiteX6294" fmla="*/ 5263891 w 6501199"/>
              <a:gd name="connsiteY6294" fmla="*/ 1387274 h 6382977"/>
              <a:gd name="connsiteX6295" fmla="*/ 5288731 w 6501199"/>
              <a:gd name="connsiteY6295" fmla="*/ 1378273 h 6382977"/>
              <a:gd name="connsiteX6296" fmla="*/ 5275051 w 6501199"/>
              <a:gd name="connsiteY6296" fmla="*/ 1364592 h 6382977"/>
              <a:gd name="connsiteX6297" fmla="*/ 5302411 w 6501199"/>
              <a:gd name="connsiteY6297" fmla="*/ 1309869 h 6382977"/>
              <a:gd name="connsiteX6298" fmla="*/ 5320772 w 6501199"/>
              <a:gd name="connsiteY6298" fmla="*/ 1305548 h 6382977"/>
              <a:gd name="connsiteX6299" fmla="*/ 5318611 w 6501199"/>
              <a:gd name="connsiteY6299" fmla="*/ 1298708 h 6382977"/>
              <a:gd name="connsiteX6300" fmla="*/ 5288731 w 6501199"/>
              <a:gd name="connsiteY6300" fmla="*/ 1300868 h 6382977"/>
              <a:gd name="connsiteX6301" fmla="*/ 5293411 w 6501199"/>
              <a:gd name="connsiteY6301" fmla="*/ 1280347 h 6382977"/>
              <a:gd name="connsiteX6302" fmla="*/ 5275051 w 6501199"/>
              <a:gd name="connsiteY6302" fmla="*/ 1291867 h 6382977"/>
              <a:gd name="connsiteX6303" fmla="*/ 5286571 w 6501199"/>
              <a:gd name="connsiteY6303" fmla="*/ 1269186 h 6382977"/>
              <a:gd name="connsiteX6304" fmla="*/ 5307091 w 6501199"/>
              <a:gd name="connsiteY6304" fmla="*/ 1282867 h 6382977"/>
              <a:gd name="connsiteX6305" fmla="*/ 5313931 w 6501199"/>
              <a:gd name="connsiteY6305" fmla="*/ 1259825 h 6382977"/>
              <a:gd name="connsiteX6306" fmla="*/ 5316222 w 6501199"/>
              <a:gd name="connsiteY6306" fmla="*/ 1259853 h 6382977"/>
              <a:gd name="connsiteX6307" fmla="*/ 5316893 w 6501199"/>
              <a:gd name="connsiteY6307" fmla="*/ 1257959 h 6382977"/>
              <a:gd name="connsiteX6308" fmla="*/ 5323752 w 6501199"/>
              <a:gd name="connsiteY6308" fmla="*/ 1241425 h 6382977"/>
              <a:gd name="connsiteX6309" fmla="*/ 5329828 w 6501199"/>
              <a:gd name="connsiteY6309" fmla="*/ 1247256 h 6382977"/>
              <a:gd name="connsiteX6310" fmla="*/ 5329726 w 6501199"/>
              <a:gd name="connsiteY6310" fmla="*/ 1248385 h 6382977"/>
              <a:gd name="connsiteX6311" fmla="*/ 5335307 w 6501199"/>
              <a:gd name="connsiteY6311" fmla="*/ 1245199 h 6382977"/>
              <a:gd name="connsiteX6312" fmla="*/ 5350292 w 6501199"/>
              <a:gd name="connsiteY6312" fmla="*/ 1239304 h 6382977"/>
              <a:gd name="connsiteX6313" fmla="*/ 5343452 w 6501199"/>
              <a:gd name="connsiteY6313" fmla="*/ 1228143 h 6382977"/>
              <a:gd name="connsiteX6314" fmla="*/ 5331932 w 6501199"/>
              <a:gd name="connsiteY6314" fmla="*/ 1234984 h 6382977"/>
              <a:gd name="connsiteX6315" fmla="*/ 5335681 w 6501199"/>
              <a:gd name="connsiteY6315" fmla="*/ 1219274 h 6382977"/>
              <a:gd name="connsiteX6316" fmla="*/ 5331417 w 6501199"/>
              <a:gd name="connsiteY6316" fmla="*/ 1207937 h 6382977"/>
              <a:gd name="connsiteX6317" fmla="*/ 5350253 w 6501199"/>
              <a:gd name="connsiteY6317" fmla="*/ 1174779 h 6382977"/>
              <a:gd name="connsiteX6318" fmla="*/ 5345637 w 6501199"/>
              <a:gd name="connsiteY6318" fmla="*/ 1189682 h 6382977"/>
              <a:gd name="connsiteX6319" fmla="*/ 5354522 w 6501199"/>
              <a:gd name="connsiteY6319" fmla="*/ 1211357 h 6382977"/>
              <a:gd name="connsiteX6320" fmla="*/ 5361812 w 6501199"/>
              <a:gd name="connsiteY6320" fmla="*/ 1234984 h 6382977"/>
              <a:gd name="connsiteX6321" fmla="*/ 5370812 w 6501199"/>
              <a:gd name="connsiteY6321" fmla="*/ 1232463 h 6382977"/>
              <a:gd name="connsiteX6322" fmla="*/ 5363972 w 6501199"/>
              <a:gd name="connsiteY6322" fmla="*/ 1175579 h 6382977"/>
              <a:gd name="connsiteX6323" fmla="*/ 5377652 w 6501199"/>
              <a:gd name="connsiteY6323" fmla="*/ 1173419 h 6382977"/>
              <a:gd name="connsiteX6324" fmla="*/ 5377652 w 6501199"/>
              <a:gd name="connsiteY6324" fmla="*/ 1166579 h 6382977"/>
              <a:gd name="connsiteX6325" fmla="*/ 5366132 w 6501199"/>
              <a:gd name="connsiteY6325" fmla="*/ 1166579 h 6382977"/>
              <a:gd name="connsiteX6326" fmla="*/ 5377652 w 6501199"/>
              <a:gd name="connsiteY6326" fmla="*/ 1141737 h 6382977"/>
              <a:gd name="connsiteX6327" fmla="*/ 5368292 w 6501199"/>
              <a:gd name="connsiteY6327" fmla="*/ 1096014 h 6382977"/>
              <a:gd name="connsiteX6328" fmla="*/ 5388812 w 6501199"/>
              <a:gd name="connsiteY6328" fmla="*/ 1132376 h 6382977"/>
              <a:gd name="connsiteX6329" fmla="*/ 5391332 w 6501199"/>
              <a:gd name="connsiteY6329" fmla="*/ 1084853 h 6382977"/>
              <a:gd name="connsiteX6330" fmla="*/ 5363972 w 6501199"/>
              <a:gd name="connsiteY6330" fmla="*/ 1087013 h 6382977"/>
              <a:gd name="connsiteX6331" fmla="*/ 5366132 w 6501199"/>
              <a:gd name="connsiteY6331" fmla="*/ 1075493 h 6382977"/>
              <a:gd name="connsiteX6332" fmla="*/ 5398172 w 6501199"/>
              <a:gd name="connsiteY6332" fmla="*/ 1080173 h 6382977"/>
              <a:gd name="connsiteX6333" fmla="*/ 5405013 w 6501199"/>
              <a:gd name="connsiteY6333" fmla="*/ 1057491 h 6382977"/>
              <a:gd name="connsiteX6334" fmla="*/ 5396462 w 6501199"/>
              <a:gd name="connsiteY6334" fmla="*/ 1022479 h 6382977"/>
              <a:gd name="connsiteX6335" fmla="*/ 5398408 w 6501199"/>
              <a:gd name="connsiteY6335" fmla="*/ 1011333 h 6382977"/>
              <a:gd name="connsiteX6336" fmla="*/ 5397457 w 6501199"/>
              <a:gd name="connsiteY6336" fmla="*/ 1014052 h 6382977"/>
              <a:gd name="connsiteX6337" fmla="*/ 5381348 w 6501199"/>
              <a:gd name="connsiteY6337" fmla="*/ 1011896 h 6382977"/>
              <a:gd name="connsiteX6338" fmla="*/ 5390655 w 6501199"/>
              <a:gd name="connsiteY6338" fmla="*/ 957262 h 6382977"/>
              <a:gd name="connsiteX6339" fmla="*/ 5404353 w 6501199"/>
              <a:gd name="connsiteY6339" fmla="*/ 967298 h 6382977"/>
              <a:gd name="connsiteX6340" fmla="*/ 5408294 w 6501199"/>
              <a:gd name="connsiteY6340" fmla="*/ 977897 h 6382977"/>
              <a:gd name="connsiteX6341" fmla="*/ 5416134 w 6501199"/>
              <a:gd name="connsiteY6341" fmla="*/ 971550 h 6382977"/>
              <a:gd name="connsiteX6342" fmla="*/ 5411669 w 6501199"/>
              <a:gd name="connsiteY6342" fmla="*/ 987985 h 6382977"/>
              <a:gd name="connsiteX6343" fmla="*/ 5411483 w 6501199"/>
              <a:gd name="connsiteY6343" fmla="*/ 982616 h 6382977"/>
              <a:gd name="connsiteX6344" fmla="*/ 5408695 w 6501199"/>
              <a:gd name="connsiteY6344" fmla="*/ 981916 h 6382977"/>
              <a:gd name="connsiteX6345" fmla="*/ 5404888 w 6501199"/>
              <a:gd name="connsiteY6345" fmla="*/ 992801 h 6382977"/>
              <a:gd name="connsiteX6346" fmla="*/ 5407825 w 6501199"/>
              <a:gd name="connsiteY6346" fmla="*/ 994425 h 6382977"/>
              <a:gd name="connsiteX6347" fmla="*/ 5413360 w 6501199"/>
              <a:gd name="connsiteY6347" fmla="*/ 1012527 h 6382977"/>
              <a:gd name="connsiteX6348" fmla="*/ 5422438 w 6501199"/>
              <a:gd name="connsiteY6348" fmla="*/ 1016215 h 6382977"/>
              <a:gd name="connsiteX6349" fmla="*/ 5423399 w 6501199"/>
              <a:gd name="connsiteY6349" fmla="*/ 1014041 h 6382977"/>
              <a:gd name="connsiteX6350" fmla="*/ 5425134 w 6501199"/>
              <a:gd name="connsiteY6350" fmla="*/ 1003229 h 6382977"/>
              <a:gd name="connsiteX6351" fmla="*/ 5438853 w 6501199"/>
              <a:gd name="connsiteY6351" fmla="*/ 964245 h 6382977"/>
              <a:gd name="connsiteX6352" fmla="*/ 5434533 w 6501199"/>
              <a:gd name="connsiteY6352" fmla="*/ 923202 h 6382977"/>
              <a:gd name="connsiteX6353" fmla="*/ 5424543 w 6501199"/>
              <a:gd name="connsiteY6353" fmla="*/ 919512 h 6382977"/>
              <a:gd name="connsiteX6354" fmla="*/ 5417599 w 6501199"/>
              <a:gd name="connsiteY6354" fmla="*/ 915106 h 6382977"/>
              <a:gd name="connsiteX6355" fmla="*/ 5416246 w 6501199"/>
              <a:gd name="connsiteY6355" fmla="*/ 917500 h 6382977"/>
              <a:gd name="connsiteX6356" fmla="*/ 5407297 w 6501199"/>
              <a:gd name="connsiteY6356" fmla="*/ 928323 h 6382977"/>
              <a:gd name="connsiteX6357" fmla="*/ 5407297 w 6501199"/>
              <a:gd name="connsiteY6357" fmla="*/ 907586 h 6382977"/>
              <a:gd name="connsiteX6358" fmla="*/ 5398212 w 6501199"/>
              <a:gd name="connsiteY6358" fmla="*/ 893762 h 6382977"/>
              <a:gd name="connsiteX6359" fmla="*/ 5412521 w 6501199"/>
              <a:gd name="connsiteY6359" fmla="*/ 898582 h 6382977"/>
              <a:gd name="connsiteX6360" fmla="*/ 5413089 w 6501199"/>
              <a:gd name="connsiteY6360" fmla="*/ 898923 h 6382977"/>
              <a:gd name="connsiteX6361" fmla="*/ 5415560 w 6501199"/>
              <a:gd name="connsiteY6361" fmla="*/ 897354 h 6382977"/>
              <a:gd name="connsiteX6362" fmla="*/ 5432013 w 6501199"/>
              <a:gd name="connsiteY6362" fmla="*/ 911681 h 6382977"/>
              <a:gd name="connsiteX6363" fmla="*/ 5433582 w 6501199"/>
              <a:gd name="connsiteY6363" fmla="*/ 906956 h 6382977"/>
              <a:gd name="connsiteX6364" fmla="*/ 5437467 w 6501199"/>
              <a:gd name="connsiteY6364" fmla="*/ 908675 h 6382977"/>
              <a:gd name="connsiteX6365" fmla="*/ 5439501 w 6501199"/>
              <a:gd name="connsiteY6365" fmla="*/ 904277 h 6382977"/>
              <a:gd name="connsiteX6366" fmla="*/ 5444043 w 6501199"/>
              <a:gd name="connsiteY6366" fmla="*/ 903859 h 6382977"/>
              <a:gd name="connsiteX6367" fmla="*/ 5436693 w 6501199"/>
              <a:gd name="connsiteY6367" fmla="*/ 897685 h 6382977"/>
              <a:gd name="connsiteX6368" fmla="*/ 5445693 w 6501199"/>
              <a:gd name="connsiteY6368" fmla="*/ 891520 h 6382977"/>
              <a:gd name="connsiteX6369" fmla="*/ 4785894 w 6501199"/>
              <a:gd name="connsiteY6369" fmla="*/ 890587 h 6382977"/>
              <a:gd name="connsiteX6370" fmla="*/ 4797037 w 6501199"/>
              <a:gd name="connsiteY6370" fmla="*/ 931303 h 6382977"/>
              <a:gd name="connsiteX6371" fmla="*/ 4792724 w 6501199"/>
              <a:gd name="connsiteY6371" fmla="*/ 949680 h 6382977"/>
              <a:gd name="connsiteX6372" fmla="*/ 4790208 w 6501199"/>
              <a:gd name="connsiteY6372" fmla="*/ 961210 h 6382977"/>
              <a:gd name="connsiteX6373" fmla="*/ 4767563 w 6501199"/>
              <a:gd name="connsiteY6373" fmla="*/ 999764 h 6382977"/>
              <a:gd name="connsiteX6374" fmla="*/ 4770079 w 6501199"/>
              <a:gd name="connsiteY6374" fmla="*/ 944995 h 6382977"/>
              <a:gd name="connsiteX6375" fmla="*/ 4785894 w 6501199"/>
              <a:gd name="connsiteY6375" fmla="*/ 890587 h 6382977"/>
              <a:gd name="connsiteX6376" fmla="*/ 4864158 w 6501199"/>
              <a:gd name="connsiteY6376" fmla="*/ 884237 h 6382977"/>
              <a:gd name="connsiteX6377" fmla="*/ 4907353 w 6501199"/>
              <a:gd name="connsiteY6377" fmla="*/ 904537 h 6382977"/>
              <a:gd name="connsiteX6378" fmla="*/ 4891155 w 6501199"/>
              <a:gd name="connsiteY6378" fmla="*/ 929912 h 6382977"/>
              <a:gd name="connsiteX6379" fmla="*/ 4879996 w 6501199"/>
              <a:gd name="connsiteY6379" fmla="*/ 904537 h 6382977"/>
              <a:gd name="connsiteX6380" fmla="*/ 4859478 w 6501199"/>
              <a:gd name="connsiteY6380" fmla="*/ 927737 h 6382977"/>
              <a:gd name="connsiteX6381" fmla="*/ 4864158 w 6501199"/>
              <a:gd name="connsiteY6381" fmla="*/ 884237 h 6382977"/>
              <a:gd name="connsiteX6382" fmla="*/ 5591887 w 6501199"/>
              <a:gd name="connsiteY6382" fmla="*/ 881624 h 6382977"/>
              <a:gd name="connsiteX6383" fmla="*/ 5596248 w 6501199"/>
              <a:gd name="connsiteY6383" fmla="*/ 893266 h 6382977"/>
              <a:gd name="connsiteX6384" fmla="*/ 5616962 w 6501199"/>
              <a:gd name="connsiteY6384" fmla="*/ 895448 h 6382977"/>
              <a:gd name="connsiteX6385" fmla="*/ 5591887 w 6501199"/>
              <a:gd name="connsiteY6385" fmla="*/ 907090 h 6382977"/>
              <a:gd name="connsiteX6386" fmla="*/ 5591887 w 6501199"/>
              <a:gd name="connsiteY6386" fmla="*/ 881624 h 6382977"/>
              <a:gd name="connsiteX6387" fmla="*/ 4594975 w 6501199"/>
              <a:gd name="connsiteY6387" fmla="*/ 863600 h 6382977"/>
              <a:gd name="connsiteX6388" fmla="*/ 4629536 w 6501199"/>
              <a:gd name="connsiteY6388" fmla="*/ 877388 h 6382977"/>
              <a:gd name="connsiteX6389" fmla="*/ 4626990 w 6501199"/>
              <a:gd name="connsiteY6389" fmla="*/ 888637 h 6382977"/>
              <a:gd name="connsiteX6390" fmla="*/ 4594975 w 6501199"/>
              <a:gd name="connsiteY6390" fmla="*/ 863600 h 6382977"/>
              <a:gd name="connsiteX6391" fmla="*/ 5654814 w 6501199"/>
              <a:gd name="connsiteY6391" fmla="*/ 853016 h 6382977"/>
              <a:gd name="connsiteX6392" fmla="*/ 5659211 w 6501199"/>
              <a:gd name="connsiteY6392" fmla="*/ 888647 h 6382977"/>
              <a:gd name="connsiteX6393" fmla="*/ 5654814 w 6501199"/>
              <a:gd name="connsiteY6393" fmla="*/ 853016 h 6382977"/>
              <a:gd name="connsiteX6394" fmla="*/ 5351331 w 6501199"/>
              <a:gd name="connsiteY6394" fmla="*/ 852487 h 6382977"/>
              <a:gd name="connsiteX6395" fmla="*/ 5349214 w 6501199"/>
              <a:gd name="connsiteY6395" fmla="*/ 915630 h 6382977"/>
              <a:gd name="connsiteX6396" fmla="*/ 5351331 w 6501199"/>
              <a:gd name="connsiteY6396" fmla="*/ 852487 h 6382977"/>
              <a:gd name="connsiteX6397" fmla="*/ 5411669 w 6501199"/>
              <a:gd name="connsiteY6397" fmla="*/ 846137 h 6382977"/>
              <a:gd name="connsiteX6398" fmla="*/ 5428041 w 6501199"/>
              <a:gd name="connsiteY6398" fmla="*/ 871195 h 6382977"/>
              <a:gd name="connsiteX6399" fmla="*/ 5411669 w 6501199"/>
              <a:gd name="connsiteY6399" fmla="*/ 882292 h 6382977"/>
              <a:gd name="connsiteX6400" fmla="*/ 5411669 w 6501199"/>
              <a:gd name="connsiteY6400" fmla="*/ 846137 h 6382977"/>
              <a:gd name="connsiteX6401" fmla="*/ 5407664 w 6501199"/>
              <a:gd name="connsiteY6401" fmla="*/ 820066 h 6382977"/>
              <a:gd name="connsiteX6402" fmla="*/ 5403013 w 6501199"/>
              <a:gd name="connsiteY6402" fmla="*/ 837953 h 6382977"/>
              <a:gd name="connsiteX6403" fmla="*/ 5407664 w 6501199"/>
              <a:gd name="connsiteY6403" fmla="*/ 820066 h 6382977"/>
              <a:gd name="connsiteX6404" fmla="*/ 4599372 w 6501199"/>
              <a:gd name="connsiteY6404" fmla="*/ 817995 h 6382977"/>
              <a:gd name="connsiteX6405" fmla="*/ 4599372 w 6501199"/>
              <a:gd name="connsiteY6405" fmla="*/ 826750 h 6382977"/>
              <a:gd name="connsiteX6406" fmla="*/ 4575925 w 6501199"/>
              <a:gd name="connsiteY6406" fmla="*/ 824393 h 6382977"/>
              <a:gd name="connsiteX6407" fmla="*/ 4599372 w 6501199"/>
              <a:gd name="connsiteY6407" fmla="*/ 817995 h 6382977"/>
              <a:gd name="connsiteX6408" fmla="*/ 5451808 w 6501199"/>
              <a:gd name="connsiteY6408" fmla="*/ 815975 h 6382977"/>
              <a:gd name="connsiteX6409" fmla="*/ 5467738 w 6501199"/>
              <a:gd name="connsiteY6409" fmla="*/ 820737 h 6382977"/>
              <a:gd name="connsiteX6410" fmla="*/ 5458687 w 6501199"/>
              <a:gd name="connsiteY6410" fmla="*/ 834658 h 6382977"/>
              <a:gd name="connsiteX6411" fmla="*/ 5451808 w 6501199"/>
              <a:gd name="connsiteY6411" fmla="*/ 815975 h 6382977"/>
              <a:gd name="connsiteX6412" fmla="*/ 4804663 w 6501199"/>
              <a:gd name="connsiteY6412" fmla="*/ 809625 h 6382977"/>
              <a:gd name="connsiteX6413" fmla="*/ 4797778 w 6501199"/>
              <a:gd name="connsiteY6413" fmla="*/ 891814 h 6382977"/>
              <a:gd name="connsiteX6414" fmla="*/ 4804663 w 6501199"/>
              <a:gd name="connsiteY6414" fmla="*/ 809625 h 6382977"/>
              <a:gd name="connsiteX6415" fmla="*/ 4002838 w 6501199"/>
              <a:gd name="connsiteY6415" fmla="*/ 803885 h 6382977"/>
              <a:gd name="connsiteX6416" fmla="*/ 4007600 w 6501199"/>
              <a:gd name="connsiteY6416" fmla="*/ 806449 h 6382977"/>
              <a:gd name="connsiteX6417" fmla="*/ 4002838 w 6501199"/>
              <a:gd name="connsiteY6417" fmla="*/ 803885 h 6382977"/>
              <a:gd name="connsiteX6418" fmla="*/ 5500346 w 6501199"/>
              <a:gd name="connsiteY6418" fmla="*/ 792747 h 6382977"/>
              <a:gd name="connsiteX6419" fmla="*/ 5507416 w 6501199"/>
              <a:gd name="connsiteY6419" fmla="*/ 797454 h 6382977"/>
              <a:gd name="connsiteX6420" fmla="*/ 5493277 w 6501199"/>
              <a:gd name="connsiteY6420" fmla="*/ 810850 h 6382977"/>
              <a:gd name="connsiteX6421" fmla="*/ 5500346 w 6501199"/>
              <a:gd name="connsiteY6421" fmla="*/ 792747 h 6382977"/>
              <a:gd name="connsiteX6422" fmla="*/ 4977132 w 6501199"/>
              <a:gd name="connsiteY6422" fmla="*/ 758825 h 6382977"/>
              <a:gd name="connsiteX6423" fmla="*/ 4960825 w 6501199"/>
              <a:gd name="connsiteY6423" fmla="*/ 898164 h 6382977"/>
              <a:gd name="connsiteX6424" fmla="*/ 4926763 w 6501199"/>
              <a:gd name="connsiteY6424" fmla="*/ 881920 h 6382977"/>
              <a:gd name="connsiteX6425" fmla="*/ 4953940 w 6501199"/>
              <a:gd name="connsiteY6425" fmla="*/ 881920 h 6382977"/>
              <a:gd name="connsiteX6426" fmla="*/ 4977132 w 6501199"/>
              <a:gd name="connsiteY6426" fmla="*/ 758825 h 6382977"/>
              <a:gd name="connsiteX6427" fmla="*/ 5566847 w 6501199"/>
              <a:gd name="connsiteY6427" fmla="*/ 755786 h 6382977"/>
              <a:gd name="connsiteX6428" fmla="*/ 5566444 w 6501199"/>
              <a:gd name="connsiteY6428" fmla="*/ 757378 h 6382977"/>
              <a:gd name="connsiteX6429" fmla="*/ 5563350 w 6501199"/>
              <a:gd name="connsiteY6429" fmla="*/ 769583 h 6382977"/>
              <a:gd name="connsiteX6430" fmla="*/ 5564865 w 6501199"/>
              <a:gd name="connsiteY6430" fmla="*/ 763605 h 6382977"/>
              <a:gd name="connsiteX6431" fmla="*/ 5505231 w 6501199"/>
              <a:gd name="connsiteY6431" fmla="*/ 755650 h 6382977"/>
              <a:gd name="connsiteX6432" fmla="*/ 5500675 w 6501199"/>
              <a:gd name="connsiteY6432" fmla="*/ 775925 h 6382977"/>
              <a:gd name="connsiteX6433" fmla="*/ 5505231 w 6501199"/>
              <a:gd name="connsiteY6433" fmla="*/ 755650 h 6382977"/>
              <a:gd name="connsiteX6434" fmla="*/ 5567896 w 6501199"/>
              <a:gd name="connsiteY6434" fmla="*/ 751650 h 6382977"/>
              <a:gd name="connsiteX6435" fmla="*/ 5567391 w 6501199"/>
              <a:gd name="connsiteY6435" fmla="*/ 753642 h 6382977"/>
              <a:gd name="connsiteX6436" fmla="*/ 5566847 w 6501199"/>
              <a:gd name="connsiteY6436" fmla="*/ 755786 h 6382977"/>
              <a:gd name="connsiteX6437" fmla="*/ 5418991 w 6501199"/>
              <a:gd name="connsiteY6437" fmla="*/ 747712 h 6382977"/>
              <a:gd name="connsiteX6438" fmla="*/ 5431959 w 6501199"/>
              <a:gd name="connsiteY6438" fmla="*/ 800255 h 6382977"/>
              <a:gd name="connsiteX6439" fmla="*/ 5414434 w 6501199"/>
              <a:gd name="connsiteY6439" fmla="*/ 807139 h 6382977"/>
              <a:gd name="connsiteX6440" fmla="*/ 5418991 w 6501199"/>
              <a:gd name="connsiteY6440" fmla="*/ 747712 h 6382977"/>
              <a:gd name="connsiteX6441" fmla="*/ 5720277 w 6501199"/>
              <a:gd name="connsiteY6441" fmla="*/ 746273 h 6382977"/>
              <a:gd name="connsiteX6442" fmla="*/ 5739204 w 6501199"/>
              <a:gd name="connsiteY6442" fmla="*/ 757237 h 6382977"/>
              <a:gd name="connsiteX6443" fmla="*/ 5736692 w 6501199"/>
              <a:gd name="connsiteY6443" fmla="*/ 772759 h 6382977"/>
              <a:gd name="connsiteX6444" fmla="*/ 5698288 w 6501199"/>
              <a:gd name="connsiteY6444" fmla="*/ 750534 h 6382977"/>
              <a:gd name="connsiteX6445" fmla="*/ 5714080 w 6501199"/>
              <a:gd name="connsiteY6445" fmla="*/ 750534 h 6382977"/>
              <a:gd name="connsiteX6446" fmla="*/ 5720277 w 6501199"/>
              <a:gd name="connsiteY6446" fmla="*/ 746273 h 6382977"/>
              <a:gd name="connsiteX6447" fmla="*/ 4752138 w 6501199"/>
              <a:gd name="connsiteY6447" fmla="*/ 741362 h 6382977"/>
              <a:gd name="connsiteX6448" fmla="*/ 4760900 w 6501199"/>
              <a:gd name="connsiteY6448" fmla="*/ 761644 h 6382977"/>
              <a:gd name="connsiteX6449" fmla="*/ 4752138 w 6501199"/>
              <a:gd name="connsiteY6449" fmla="*/ 741362 h 6382977"/>
              <a:gd name="connsiteX6450" fmla="*/ 4565350 w 6501199"/>
              <a:gd name="connsiteY6450" fmla="*/ 740419 h 6382977"/>
              <a:gd name="connsiteX6451" fmla="*/ 4574206 w 6501199"/>
              <a:gd name="connsiteY6451" fmla="*/ 754930 h 6382977"/>
              <a:gd name="connsiteX6452" fmla="*/ 4605734 w 6501199"/>
              <a:gd name="connsiteY6452" fmla="*/ 757163 h 6382977"/>
              <a:gd name="connsiteX6453" fmla="*/ 4567476 w 6501199"/>
              <a:gd name="connsiteY6453" fmla="*/ 759395 h 6382977"/>
              <a:gd name="connsiteX6454" fmla="*/ 4565350 w 6501199"/>
              <a:gd name="connsiteY6454" fmla="*/ 740419 h 6382977"/>
              <a:gd name="connsiteX6455" fmla="*/ 5475408 w 6501199"/>
              <a:gd name="connsiteY6455" fmla="*/ 738187 h 6382977"/>
              <a:gd name="connsiteX6456" fmla="*/ 5473273 w 6501199"/>
              <a:gd name="connsiteY6456" fmla="*/ 758469 h 6382977"/>
              <a:gd name="connsiteX6457" fmla="*/ 5475408 w 6501199"/>
              <a:gd name="connsiteY6457" fmla="*/ 738187 h 6382977"/>
              <a:gd name="connsiteX6458" fmla="*/ 4810094 w 6501199"/>
              <a:gd name="connsiteY6458" fmla="*/ 736600 h 6382977"/>
              <a:gd name="connsiteX6459" fmla="*/ 4826087 w 6501199"/>
              <a:gd name="connsiteY6459" fmla="*/ 761299 h 6382977"/>
              <a:gd name="connsiteX6460" fmla="*/ 4799076 w 6501199"/>
              <a:gd name="connsiteY6460" fmla="*/ 772754 h 6382977"/>
              <a:gd name="connsiteX6461" fmla="*/ 4810094 w 6501199"/>
              <a:gd name="connsiteY6461" fmla="*/ 736600 h 6382977"/>
              <a:gd name="connsiteX6462" fmla="*/ 4661870 w 6501199"/>
              <a:gd name="connsiteY6462" fmla="*/ 734511 h 6382977"/>
              <a:gd name="connsiteX6463" fmla="*/ 4672829 w 6501199"/>
              <a:gd name="connsiteY6463" fmla="*/ 737067 h 6382977"/>
              <a:gd name="connsiteX6464" fmla="*/ 4656822 w 6501199"/>
              <a:gd name="connsiteY6464" fmla="*/ 743885 h 6382977"/>
              <a:gd name="connsiteX6465" fmla="*/ 4654275 w 6501199"/>
              <a:gd name="connsiteY6465" fmla="*/ 782278 h 6382977"/>
              <a:gd name="connsiteX6466" fmla="*/ 4647363 w 6501199"/>
              <a:gd name="connsiteY6466" fmla="*/ 737067 h 6382977"/>
              <a:gd name="connsiteX6467" fmla="*/ 4661870 w 6501199"/>
              <a:gd name="connsiteY6467" fmla="*/ 734511 h 6382977"/>
              <a:gd name="connsiteX6468" fmla="*/ 5383605 w 6501199"/>
              <a:gd name="connsiteY6468" fmla="*/ 725487 h 6382977"/>
              <a:gd name="connsiteX6469" fmla="*/ 5374304 w 6501199"/>
              <a:gd name="connsiteY6469" fmla="*/ 791801 h 6382977"/>
              <a:gd name="connsiteX6470" fmla="*/ 5383605 w 6501199"/>
              <a:gd name="connsiteY6470" fmla="*/ 725487 h 6382977"/>
              <a:gd name="connsiteX6471" fmla="*/ 4737369 w 6501199"/>
              <a:gd name="connsiteY6471" fmla="*/ 725487 h 6382977"/>
              <a:gd name="connsiteX6472" fmla="*/ 4762341 w 6501199"/>
              <a:gd name="connsiteY6472" fmla="*/ 737210 h 6382977"/>
              <a:gd name="connsiteX6473" fmla="*/ 4739509 w 6501199"/>
              <a:gd name="connsiteY6473" fmla="*/ 739408 h 6382977"/>
              <a:gd name="connsiteX6474" fmla="*/ 4737369 w 6501199"/>
              <a:gd name="connsiteY6474" fmla="*/ 725487 h 6382977"/>
              <a:gd name="connsiteX6475" fmla="*/ 4919213 w 6501199"/>
              <a:gd name="connsiteY6475" fmla="*/ 715491 h 6382977"/>
              <a:gd name="connsiteX6476" fmla="*/ 4934215 w 6501199"/>
              <a:gd name="connsiteY6476" fmla="*/ 715879 h 6382977"/>
              <a:gd name="connsiteX6477" fmla="*/ 4940690 w 6501199"/>
              <a:gd name="connsiteY6477" fmla="*/ 750071 h 6382977"/>
              <a:gd name="connsiteX6478" fmla="*/ 4911192 w 6501199"/>
              <a:gd name="connsiteY6478" fmla="*/ 765907 h 6382977"/>
              <a:gd name="connsiteX6479" fmla="*/ 4904358 w 6501199"/>
              <a:gd name="connsiteY6479" fmla="*/ 809098 h 6382977"/>
              <a:gd name="connsiteX6480" fmla="*/ 4920545 w 6501199"/>
              <a:gd name="connsiteY6480" fmla="*/ 811257 h 6382977"/>
              <a:gd name="connsiteX6481" fmla="*/ 4900041 w 6501199"/>
              <a:gd name="connsiteY6481" fmla="*/ 888640 h 6382977"/>
              <a:gd name="connsiteX6482" fmla="*/ 4870543 w 6501199"/>
              <a:gd name="connsiteY6482" fmla="*/ 854807 h 6382977"/>
              <a:gd name="connsiteX6483" fmla="*/ 4874983 w 6501199"/>
              <a:gd name="connsiteY6483" fmla="*/ 831503 h 6382977"/>
              <a:gd name="connsiteX6484" fmla="*/ 4869340 w 6501199"/>
              <a:gd name="connsiteY6484" fmla="*/ 826326 h 6382977"/>
              <a:gd name="connsiteX6485" fmla="*/ 4874507 w 6501199"/>
              <a:gd name="connsiteY6485" fmla="*/ 798512 h 6382977"/>
              <a:gd name="connsiteX6486" fmla="*/ 4883648 w 6501199"/>
              <a:gd name="connsiteY6486" fmla="*/ 805824 h 6382977"/>
              <a:gd name="connsiteX6487" fmla="*/ 4884387 w 6501199"/>
              <a:gd name="connsiteY6487" fmla="*/ 809854 h 6382977"/>
              <a:gd name="connsiteX6488" fmla="*/ 4887990 w 6501199"/>
              <a:gd name="connsiteY6488" fmla="*/ 802889 h 6382977"/>
              <a:gd name="connsiteX6489" fmla="*/ 4881695 w 6501199"/>
              <a:gd name="connsiteY6489" fmla="*/ 761228 h 6382977"/>
              <a:gd name="connsiteX6490" fmla="*/ 4911192 w 6501199"/>
              <a:gd name="connsiteY6490" fmla="*/ 743233 h 6382977"/>
              <a:gd name="connsiteX6491" fmla="*/ 4900041 w 6501199"/>
              <a:gd name="connsiteY6491" fmla="*/ 736394 h 6382977"/>
              <a:gd name="connsiteX6492" fmla="*/ 4919213 w 6501199"/>
              <a:gd name="connsiteY6492" fmla="*/ 715491 h 6382977"/>
              <a:gd name="connsiteX6493" fmla="*/ 4989116 w 6501199"/>
              <a:gd name="connsiteY6493" fmla="*/ 695261 h 6382977"/>
              <a:gd name="connsiteX6494" fmla="*/ 4986382 w 6501199"/>
              <a:gd name="connsiteY6494" fmla="*/ 736244 h 6382977"/>
              <a:gd name="connsiteX6495" fmla="*/ 4981796 w 6501199"/>
              <a:gd name="connsiteY6495" fmla="*/ 718088 h 6382977"/>
              <a:gd name="connsiteX6496" fmla="*/ 4989116 w 6501199"/>
              <a:gd name="connsiteY6496" fmla="*/ 695261 h 6382977"/>
              <a:gd name="connsiteX6497" fmla="*/ 5673366 w 6501199"/>
              <a:gd name="connsiteY6497" fmla="*/ 691512 h 6382977"/>
              <a:gd name="connsiteX6498" fmla="*/ 5666548 w 6501199"/>
              <a:gd name="connsiteY6498" fmla="*/ 780687 h 6382977"/>
              <a:gd name="connsiteX6499" fmla="*/ 5673366 w 6501199"/>
              <a:gd name="connsiteY6499" fmla="*/ 691512 h 6382977"/>
              <a:gd name="connsiteX6500" fmla="*/ 4814985 w 6501199"/>
              <a:gd name="connsiteY6500" fmla="*/ 690428 h 6382977"/>
              <a:gd name="connsiteX6501" fmla="*/ 4823956 w 6501199"/>
              <a:gd name="connsiteY6501" fmla="*/ 714990 h 6382977"/>
              <a:gd name="connsiteX6502" fmla="*/ 4853379 w 6501199"/>
              <a:gd name="connsiteY6502" fmla="*/ 721754 h 6382977"/>
              <a:gd name="connsiteX6503" fmla="*/ 4806015 w 6501199"/>
              <a:gd name="connsiteY6503" fmla="*/ 730653 h 6382977"/>
              <a:gd name="connsiteX6504" fmla="*/ 4810321 w 6501199"/>
              <a:gd name="connsiteY6504" fmla="*/ 728518 h 6382977"/>
              <a:gd name="connsiteX6505" fmla="*/ 4814985 w 6501199"/>
              <a:gd name="connsiteY6505" fmla="*/ 690428 h 6382977"/>
              <a:gd name="connsiteX6506" fmla="*/ 4922274 w 6501199"/>
              <a:gd name="connsiteY6506" fmla="*/ 682625 h 6382977"/>
              <a:gd name="connsiteX6507" fmla="*/ 4926799 w 6501199"/>
              <a:gd name="connsiteY6507" fmla="*/ 689331 h 6382977"/>
              <a:gd name="connsiteX6508" fmla="*/ 4926735 w 6501199"/>
              <a:gd name="connsiteY6508" fmla="*/ 699482 h 6382977"/>
              <a:gd name="connsiteX6509" fmla="*/ 4935925 w 6501199"/>
              <a:gd name="connsiteY6509" fmla="*/ 700672 h 6382977"/>
              <a:gd name="connsiteX6510" fmla="*/ 4930417 w 6501199"/>
              <a:gd name="connsiteY6510" fmla="*/ 707953 h 6382977"/>
              <a:gd name="connsiteX6511" fmla="*/ 4922684 w 6501199"/>
              <a:gd name="connsiteY6511" fmla="*/ 710927 h 6382977"/>
              <a:gd name="connsiteX6512" fmla="*/ 4921573 w 6501199"/>
              <a:gd name="connsiteY6512" fmla="*/ 713482 h 6382977"/>
              <a:gd name="connsiteX6513" fmla="*/ 4910888 w 6501199"/>
              <a:gd name="connsiteY6513" fmla="*/ 718779 h 6382977"/>
              <a:gd name="connsiteX6514" fmla="*/ 4913602 w 6501199"/>
              <a:gd name="connsiteY6514" fmla="*/ 710160 h 6382977"/>
              <a:gd name="connsiteX6515" fmla="*/ 4912314 w 6501199"/>
              <a:gd name="connsiteY6515" fmla="*/ 709888 h 6382977"/>
              <a:gd name="connsiteX6516" fmla="*/ 4910486 w 6501199"/>
              <a:gd name="connsiteY6516" fmla="*/ 700672 h 6382977"/>
              <a:gd name="connsiteX6517" fmla="*/ 4916844 w 6501199"/>
              <a:gd name="connsiteY6517" fmla="*/ 699866 h 6382977"/>
              <a:gd name="connsiteX6518" fmla="*/ 5638815 w 6501199"/>
              <a:gd name="connsiteY6518" fmla="*/ 674687 h 6382977"/>
              <a:gd name="connsiteX6519" fmla="*/ 5625709 w 6501199"/>
              <a:gd name="connsiteY6519" fmla="*/ 688354 h 6382977"/>
              <a:gd name="connsiteX6520" fmla="*/ 5645546 w 6501199"/>
              <a:gd name="connsiteY6520" fmla="*/ 695188 h 6382977"/>
              <a:gd name="connsiteX6521" fmla="*/ 5638815 w 6501199"/>
              <a:gd name="connsiteY6521" fmla="*/ 674687 h 6382977"/>
              <a:gd name="connsiteX6522" fmla="*/ 4666434 w 6501199"/>
              <a:gd name="connsiteY6522" fmla="*/ 674687 h 6382977"/>
              <a:gd name="connsiteX6523" fmla="*/ 4671154 w 6501199"/>
              <a:gd name="connsiteY6523" fmla="*/ 710842 h 6382977"/>
              <a:gd name="connsiteX6524" fmla="*/ 4641013 w 6501199"/>
              <a:gd name="connsiteY6524" fmla="*/ 695091 h 6382977"/>
              <a:gd name="connsiteX6525" fmla="*/ 4666434 w 6501199"/>
              <a:gd name="connsiteY6525" fmla="*/ 674687 h 6382977"/>
              <a:gd name="connsiteX6526" fmla="*/ 4852601 w 6501199"/>
              <a:gd name="connsiteY6526" fmla="*/ 669925 h 6382977"/>
              <a:gd name="connsiteX6527" fmla="*/ 4881955 w 6501199"/>
              <a:gd name="connsiteY6527" fmla="*/ 669925 h 6382977"/>
              <a:gd name="connsiteX6528" fmla="*/ 4852601 w 6501199"/>
              <a:gd name="connsiteY6528" fmla="*/ 669925 h 6382977"/>
              <a:gd name="connsiteX6529" fmla="*/ 4576651 w 6501199"/>
              <a:gd name="connsiteY6529" fmla="*/ 669925 h 6382977"/>
              <a:gd name="connsiteX6530" fmla="*/ 4576651 w 6501199"/>
              <a:gd name="connsiteY6530" fmla="*/ 694962 h 6382977"/>
              <a:gd name="connsiteX6531" fmla="*/ 4576651 w 6501199"/>
              <a:gd name="connsiteY6531" fmla="*/ 669925 h 6382977"/>
              <a:gd name="connsiteX6532" fmla="*/ 4948616 w 6501199"/>
              <a:gd name="connsiteY6532" fmla="*/ 667844 h 6382977"/>
              <a:gd name="connsiteX6533" fmla="*/ 4946383 w 6501199"/>
              <a:gd name="connsiteY6533" fmla="*/ 681365 h 6382977"/>
              <a:gd name="connsiteX6534" fmla="*/ 4948616 w 6501199"/>
              <a:gd name="connsiteY6534" fmla="*/ 667844 h 6382977"/>
              <a:gd name="connsiteX6535" fmla="*/ 4585147 w 6501199"/>
              <a:gd name="connsiteY6535" fmla="*/ 627571 h 6382977"/>
              <a:gd name="connsiteX6536" fmla="*/ 4605735 w 6501199"/>
              <a:gd name="connsiteY6536" fmla="*/ 646078 h 6382977"/>
              <a:gd name="connsiteX6537" fmla="*/ 4594446 w 6501199"/>
              <a:gd name="connsiteY6537" fmla="*/ 655269 h 6382977"/>
              <a:gd name="connsiteX6538" fmla="*/ 4574338 w 6501199"/>
              <a:gd name="connsiteY6538" fmla="*/ 629903 h 6382977"/>
              <a:gd name="connsiteX6539" fmla="*/ 4585147 w 6501199"/>
              <a:gd name="connsiteY6539" fmla="*/ 627571 h 6382977"/>
              <a:gd name="connsiteX6540" fmla="*/ 5522541 w 6501199"/>
              <a:gd name="connsiteY6540" fmla="*/ 614362 h 6382977"/>
              <a:gd name="connsiteX6541" fmla="*/ 5531475 w 6501199"/>
              <a:gd name="connsiteY6541" fmla="*/ 625493 h 6382977"/>
              <a:gd name="connsiteX6542" fmla="*/ 5511461 w 6501199"/>
              <a:gd name="connsiteY6542" fmla="*/ 630161 h 6382977"/>
              <a:gd name="connsiteX6543" fmla="*/ 5518252 w 6501199"/>
              <a:gd name="connsiteY6543" fmla="*/ 657451 h 6382977"/>
              <a:gd name="connsiteX6544" fmla="*/ 5538266 w 6501199"/>
              <a:gd name="connsiteY6544" fmla="*/ 639138 h 6382977"/>
              <a:gd name="connsiteX6545" fmla="*/ 5515750 w 6501199"/>
              <a:gd name="connsiteY6545" fmla="*/ 689050 h 6382977"/>
              <a:gd name="connsiteX6546" fmla="*/ 5513606 w 6501199"/>
              <a:gd name="connsiteY6546" fmla="*/ 709517 h 6382977"/>
              <a:gd name="connsiteX6547" fmla="*/ 5529331 w 6501199"/>
              <a:gd name="connsiteY6547" fmla="*/ 734653 h 6382977"/>
              <a:gd name="connsiteX6548" fmla="*/ 5495379 w 6501199"/>
              <a:gd name="connsiteY6548" fmla="*/ 721008 h 6382977"/>
              <a:gd name="connsiteX6549" fmla="*/ 5508960 w 6501199"/>
              <a:gd name="connsiteY6549" fmla="*/ 707363 h 6382977"/>
              <a:gd name="connsiteX6550" fmla="*/ 5497880 w 6501199"/>
              <a:gd name="connsiteY6550" fmla="*/ 707363 h 6382977"/>
              <a:gd name="connsiteX6551" fmla="*/ 5500025 w 6501199"/>
              <a:gd name="connsiteY6551" fmla="*/ 691563 h 6382977"/>
              <a:gd name="connsiteX6552" fmla="*/ 5508960 w 6501199"/>
              <a:gd name="connsiteY6552" fmla="*/ 628007 h 6382977"/>
              <a:gd name="connsiteX6553" fmla="*/ 5522541 w 6501199"/>
              <a:gd name="connsiteY6553" fmla="*/ 614362 h 6382977"/>
              <a:gd name="connsiteX6554" fmla="*/ 4968188 w 6501199"/>
              <a:gd name="connsiteY6554" fmla="*/ 609600 h 6382977"/>
              <a:gd name="connsiteX6555" fmla="*/ 4981963 w 6501199"/>
              <a:gd name="connsiteY6555" fmla="*/ 630004 h 6382977"/>
              <a:gd name="connsiteX6556" fmla="*/ 4952238 w 6501199"/>
              <a:gd name="connsiteY6556" fmla="*/ 625350 h 6382977"/>
              <a:gd name="connsiteX6557" fmla="*/ 4945350 w 6501199"/>
              <a:gd name="connsiteY6557" fmla="*/ 636805 h 6382977"/>
              <a:gd name="connsiteX6558" fmla="*/ 4936288 w 6501199"/>
              <a:gd name="connsiteY6558" fmla="*/ 630004 h 6382977"/>
              <a:gd name="connsiteX6559" fmla="*/ 4943175 w 6501199"/>
              <a:gd name="connsiteY6559" fmla="*/ 616401 h 6382977"/>
              <a:gd name="connsiteX6560" fmla="*/ 4968188 w 6501199"/>
              <a:gd name="connsiteY6560" fmla="*/ 609600 h 6382977"/>
              <a:gd name="connsiteX6561" fmla="*/ 5538397 w 6501199"/>
              <a:gd name="connsiteY6561" fmla="*/ 601662 h 6382977"/>
              <a:gd name="connsiteX6562" fmla="*/ 5549845 w 6501199"/>
              <a:gd name="connsiteY6562" fmla="*/ 601662 h 6382977"/>
              <a:gd name="connsiteX6563" fmla="*/ 5554496 w 6501199"/>
              <a:gd name="connsiteY6563" fmla="*/ 617184 h 6382977"/>
              <a:gd name="connsiteX6564" fmla="*/ 5540901 w 6501199"/>
              <a:gd name="connsiteY6564" fmla="*/ 639409 h 6382977"/>
              <a:gd name="connsiteX6565" fmla="*/ 5538397 w 6501199"/>
              <a:gd name="connsiteY6565" fmla="*/ 601662 h 6382977"/>
              <a:gd name="connsiteX6566" fmla="*/ 5493277 w 6501199"/>
              <a:gd name="connsiteY6566" fmla="*/ 595312 h 6382977"/>
              <a:gd name="connsiteX6567" fmla="*/ 5495509 w 6501199"/>
              <a:gd name="connsiteY6567" fmla="*/ 621949 h 6382977"/>
              <a:gd name="connsiteX6568" fmla="*/ 5493277 w 6501199"/>
              <a:gd name="connsiteY6568" fmla="*/ 595312 h 6382977"/>
              <a:gd name="connsiteX6569" fmla="*/ 5656926 w 6501199"/>
              <a:gd name="connsiteY6569" fmla="*/ 587948 h 6382977"/>
              <a:gd name="connsiteX6570" fmla="*/ 5688860 w 6501199"/>
              <a:gd name="connsiteY6570" fmla="*/ 587948 h 6382977"/>
              <a:gd name="connsiteX6571" fmla="*/ 5691013 w 6501199"/>
              <a:gd name="connsiteY6571" fmla="*/ 610643 h 6382977"/>
              <a:gd name="connsiteX6572" fmla="*/ 5665896 w 6501199"/>
              <a:gd name="connsiteY6572" fmla="*/ 592631 h 6382977"/>
              <a:gd name="connsiteX6573" fmla="*/ 5675225 w 6501199"/>
              <a:gd name="connsiteY6573" fmla="*/ 670083 h 6382977"/>
              <a:gd name="connsiteX6574" fmla="*/ 5668408 w 6501199"/>
              <a:gd name="connsiteY6574" fmla="*/ 679090 h 6382977"/>
              <a:gd name="connsiteX6575" fmla="*/ 5647955 w 6501199"/>
              <a:gd name="connsiteY6575" fmla="*/ 674406 h 6382977"/>
              <a:gd name="connsiteX6576" fmla="*/ 5656926 w 6501199"/>
              <a:gd name="connsiteY6576" fmla="*/ 587948 h 6382977"/>
              <a:gd name="connsiteX6577" fmla="*/ 5621403 w 6501199"/>
              <a:gd name="connsiteY6577" fmla="*/ 584200 h 6382977"/>
              <a:gd name="connsiteX6578" fmla="*/ 5637154 w 6501199"/>
              <a:gd name="connsiteY6578" fmla="*/ 641043 h 6382977"/>
              <a:gd name="connsiteX6579" fmla="*/ 5635006 w 6501199"/>
              <a:gd name="connsiteY6579" fmla="*/ 666388 h 6382977"/>
              <a:gd name="connsiteX6580" fmla="*/ 5607800 w 6501199"/>
              <a:gd name="connsiteY6580" fmla="*/ 607010 h 6382977"/>
              <a:gd name="connsiteX6581" fmla="*/ 5621403 w 6501199"/>
              <a:gd name="connsiteY6581" fmla="*/ 584200 h 6382977"/>
              <a:gd name="connsiteX6582" fmla="*/ 5588477 w 6501199"/>
              <a:gd name="connsiteY6582" fmla="*/ 569912 h 6382977"/>
              <a:gd name="connsiteX6583" fmla="*/ 5590611 w 6501199"/>
              <a:gd name="connsiteY6583" fmla="*/ 606067 h 6382977"/>
              <a:gd name="connsiteX6584" fmla="*/ 5588477 w 6501199"/>
              <a:gd name="connsiteY6584" fmla="*/ 569912 h 6382977"/>
              <a:gd name="connsiteX6585" fmla="*/ 4951653 w 6501199"/>
              <a:gd name="connsiteY6585" fmla="*/ 556883 h 6382977"/>
              <a:gd name="connsiteX6586" fmla="*/ 4948081 w 6501199"/>
              <a:gd name="connsiteY6586" fmla="*/ 571144 h 6382977"/>
              <a:gd name="connsiteX6587" fmla="*/ 4948081 w 6501199"/>
              <a:gd name="connsiteY6587" fmla="*/ 557622 h 6382977"/>
              <a:gd name="connsiteX6588" fmla="*/ 4951653 w 6501199"/>
              <a:gd name="connsiteY6588" fmla="*/ 556883 h 6382977"/>
              <a:gd name="connsiteX6589" fmla="*/ 4985997 w 6501199"/>
              <a:gd name="connsiteY6589" fmla="*/ 554037 h 6382977"/>
              <a:gd name="connsiteX6590" fmla="*/ 4994678 w 6501199"/>
              <a:gd name="connsiteY6590" fmla="*/ 563254 h 6382977"/>
              <a:gd name="connsiteX6591" fmla="*/ 4983913 w 6501199"/>
              <a:gd name="connsiteY6591" fmla="*/ 585587 h 6382977"/>
              <a:gd name="connsiteX6592" fmla="*/ 4985997 w 6501199"/>
              <a:gd name="connsiteY6592" fmla="*/ 554037 h 6382977"/>
              <a:gd name="connsiteX6593" fmla="*/ 5008960 w 6501199"/>
              <a:gd name="connsiteY6593" fmla="*/ 546005 h 6382977"/>
              <a:gd name="connsiteX6594" fmla="*/ 5008960 w 6501199"/>
              <a:gd name="connsiteY6594" fmla="*/ 566473 h 6382977"/>
              <a:gd name="connsiteX6595" fmla="*/ 5008960 w 6501199"/>
              <a:gd name="connsiteY6595" fmla="*/ 546005 h 6382977"/>
              <a:gd name="connsiteX6596" fmla="*/ 5586238 w 6501199"/>
              <a:gd name="connsiteY6596" fmla="*/ 537135 h 6382977"/>
              <a:gd name="connsiteX6597" fmla="*/ 5584063 w 6501199"/>
              <a:gd name="connsiteY6597" fmla="*/ 571142 h 6382977"/>
              <a:gd name="connsiteX6598" fmla="*/ 5586238 w 6501199"/>
              <a:gd name="connsiteY6598" fmla="*/ 537135 h 6382977"/>
              <a:gd name="connsiteX6599" fmla="*/ 4939191 w 6501199"/>
              <a:gd name="connsiteY6599" fmla="*/ 535561 h 6382977"/>
              <a:gd name="connsiteX6600" fmla="*/ 4964500 w 6501199"/>
              <a:gd name="connsiteY6600" fmla="*/ 543630 h 6382977"/>
              <a:gd name="connsiteX6601" fmla="*/ 4920957 w 6501199"/>
              <a:gd name="connsiteY6601" fmla="*/ 545747 h 6382977"/>
              <a:gd name="connsiteX6602" fmla="*/ 4939191 w 6501199"/>
              <a:gd name="connsiteY6602" fmla="*/ 535561 h 6382977"/>
              <a:gd name="connsiteX6603" fmla="*/ 4882812 w 6501199"/>
              <a:gd name="connsiteY6603" fmla="*/ 527050 h 6382977"/>
              <a:gd name="connsiteX6604" fmla="*/ 4887450 w 6501199"/>
              <a:gd name="connsiteY6604" fmla="*/ 550490 h 6382977"/>
              <a:gd name="connsiteX6605" fmla="*/ 4882812 w 6501199"/>
              <a:gd name="connsiteY6605" fmla="*/ 527050 h 6382977"/>
              <a:gd name="connsiteX6606" fmla="*/ 5366922 w 6501199"/>
              <a:gd name="connsiteY6606" fmla="*/ 525462 h 6382977"/>
              <a:gd name="connsiteX6607" fmla="*/ 5371759 w 6501199"/>
              <a:gd name="connsiteY6607" fmla="*/ 604479 h 6382977"/>
              <a:gd name="connsiteX6608" fmla="*/ 5355388 w 6501199"/>
              <a:gd name="connsiteY6608" fmla="*/ 604479 h 6382977"/>
              <a:gd name="connsiteX6609" fmla="*/ 5366922 w 6501199"/>
              <a:gd name="connsiteY6609" fmla="*/ 525462 h 6382977"/>
              <a:gd name="connsiteX6610" fmla="*/ 4874188 w 6501199"/>
              <a:gd name="connsiteY6610" fmla="*/ 511175 h 6382977"/>
              <a:gd name="connsiteX6611" fmla="*/ 4864850 w 6501199"/>
              <a:gd name="connsiteY6611" fmla="*/ 547329 h 6382977"/>
              <a:gd name="connsiteX6612" fmla="*/ 4874188 w 6501199"/>
              <a:gd name="connsiteY6612" fmla="*/ 511175 h 6382977"/>
              <a:gd name="connsiteX6613" fmla="*/ 5688763 w 6501199"/>
              <a:gd name="connsiteY6613" fmla="*/ 490537 h 6382977"/>
              <a:gd name="connsiteX6614" fmla="*/ 5711623 w 6501199"/>
              <a:gd name="connsiteY6614" fmla="*/ 495205 h 6382977"/>
              <a:gd name="connsiteX6615" fmla="*/ 5697834 w 6501199"/>
              <a:gd name="connsiteY6615" fmla="*/ 520341 h 6382977"/>
              <a:gd name="connsiteX6616" fmla="*/ 5688763 w 6501199"/>
              <a:gd name="connsiteY6616" fmla="*/ 490537 h 6382977"/>
              <a:gd name="connsiteX6617" fmla="*/ 4944931 w 6501199"/>
              <a:gd name="connsiteY6617" fmla="*/ 460375 h 6382977"/>
              <a:gd name="connsiteX6618" fmla="*/ 4909300 w 6501199"/>
              <a:gd name="connsiteY6618" fmla="*/ 469547 h 6382977"/>
              <a:gd name="connsiteX6619" fmla="*/ 4944931 w 6501199"/>
              <a:gd name="connsiteY6619" fmla="*/ 460375 h 6382977"/>
              <a:gd name="connsiteX6620" fmla="*/ 5663010 w 6501199"/>
              <a:gd name="connsiteY6620" fmla="*/ 458787 h 6382977"/>
              <a:gd name="connsiteX6621" fmla="*/ 5676416 w 6501199"/>
              <a:gd name="connsiteY6621" fmla="*/ 504507 h 6382977"/>
              <a:gd name="connsiteX6622" fmla="*/ 5647488 w 6501199"/>
              <a:gd name="connsiteY6622" fmla="*/ 476930 h 6382977"/>
              <a:gd name="connsiteX6623" fmla="*/ 5658424 w 6501199"/>
              <a:gd name="connsiteY6623" fmla="*/ 472575 h 6382977"/>
              <a:gd name="connsiteX6624" fmla="*/ 5663010 w 6501199"/>
              <a:gd name="connsiteY6624" fmla="*/ 458787 h 6382977"/>
              <a:gd name="connsiteX6625" fmla="*/ 5126578 w 6501199"/>
              <a:gd name="connsiteY6625" fmla="*/ 442912 h 6382977"/>
              <a:gd name="connsiteX6626" fmla="*/ 5142393 w 6501199"/>
              <a:gd name="connsiteY6626" fmla="*/ 445037 h 6382977"/>
              <a:gd name="connsiteX6627" fmla="*/ 5144550 w 6501199"/>
              <a:gd name="connsiteY6627" fmla="*/ 469834 h 6382977"/>
              <a:gd name="connsiteX6628" fmla="*/ 5128734 w 6501199"/>
              <a:gd name="connsiteY6628" fmla="*/ 476210 h 6382977"/>
              <a:gd name="connsiteX6629" fmla="*/ 5112919 w 6501199"/>
              <a:gd name="connsiteY6629" fmla="*/ 485421 h 6382977"/>
              <a:gd name="connsiteX6630" fmla="*/ 5090275 w 6501199"/>
              <a:gd name="connsiteY6630" fmla="*/ 471959 h 6382977"/>
              <a:gd name="connsiteX6631" fmla="*/ 5126578 w 6501199"/>
              <a:gd name="connsiteY6631" fmla="*/ 442912 h 6382977"/>
              <a:gd name="connsiteX6632" fmla="*/ 4949781 w 6501199"/>
              <a:gd name="connsiteY6632" fmla="*/ 415925 h 6382977"/>
              <a:gd name="connsiteX6633" fmla="*/ 4945128 w 6501199"/>
              <a:gd name="connsiteY6633" fmla="*/ 431447 h 6382977"/>
              <a:gd name="connsiteX6634" fmla="*/ 4949781 w 6501199"/>
              <a:gd name="connsiteY6634" fmla="*/ 415925 h 6382977"/>
              <a:gd name="connsiteX6635" fmla="*/ 5127012 w 6501199"/>
              <a:gd name="connsiteY6635" fmla="*/ 388937 h 6382977"/>
              <a:gd name="connsiteX6636" fmla="*/ 5131305 w 6501199"/>
              <a:gd name="connsiteY6636" fmla="*/ 414375 h 6382977"/>
              <a:gd name="connsiteX6637" fmla="*/ 5127012 w 6501199"/>
              <a:gd name="connsiteY6637" fmla="*/ 388937 h 6382977"/>
              <a:gd name="connsiteX6638" fmla="*/ 5651721 w 6501199"/>
              <a:gd name="connsiteY6638" fmla="*/ 344487 h 6382977"/>
              <a:gd name="connsiteX6639" fmla="*/ 5656307 w 6501199"/>
              <a:gd name="connsiteY6639" fmla="*/ 364769 h 6382977"/>
              <a:gd name="connsiteX6640" fmla="*/ 5651721 w 6501199"/>
              <a:gd name="connsiteY6640" fmla="*/ 344487 h 6382977"/>
              <a:gd name="connsiteX6641" fmla="*/ 4897825 w 6501199"/>
              <a:gd name="connsiteY6641" fmla="*/ 325437 h 6382977"/>
              <a:gd name="connsiteX6642" fmla="*/ 4893464 w 6501199"/>
              <a:gd name="connsiteY6642" fmla="*/ 348878 h 6382977"/>
              <a:gd name="connsiteX6643" fmla="*/ 4897825 w 6501199"/>
              <a:gd name="connsiteY6643" fmla="*/ 325437 h 6382977"/>
              <a:gd name="connsiteX6644" fmla="*/ 5705420 w 6501199"/>
              <a:gd name="connsiteY6644" fmla="*/ 287933 h 6382977"/>
              <a:gd name="connsiteX6645" fmla="*/ 5700769 w 6501199"/>
              <a:gd name="connsiteY6645" fmla="*/ 303940 h 6382977"/>
              <a:gd name="connsiteX6646" fmla="*/ 5712217 w 6501199"/>
              <a:gd name="connsiteY6646" fmla="*/ 310852 h 6382977"/>
              <a:gd name="connsiteX6647" fmla="*/ 5705420 w 6501199"/>
              <a:gd name="connsiteY6647" fmla="*/ 287933 h 6382977"/>
              <a:gd name="connsiteX6648" fmla="*/ 4972903 w 6501199"/>
              <a:gd name="connsiteY6648" fmla="*/ 284162 h 6382977"/>
              <a:gd name="connsiteX6649" fmla="*/ 4970800 w 6501199"/>
              <a:gd name="connsiteY6649" fmla="*/ 313966 h 6382977"/>
              <a:gd name="connsiteX6650" fmla="*/ 4972903 w 6501199"/>
              <a:gd name="connsiteY6650" fmla="*/ 284162 h 6382977"/>
              <a:gd name="connsiteX6651" fmla="*/ 5561763 w 6501199"/>
              <a:gd name="connsiteY6651" fmla="*/ 279400 h 6382977"/>
              <a:gd name="connsiteX6652" fmla="*/ 5573119 w 6501199"/>
              <a:gd name="connsiteY6652" fmla="*/ 306512 h 6382977"/>
              <a:gd name="connsiteX6653" fmla="*/ 5561763 w 6501199"/>
              <a:gd name="connsiteY6653" fmla="*/ 279400 h 6382977"/>
              <a:gd name="connsiteX6654" fmla="*/ 5562135 w 6501199"/>
              <a:gd name="connsiteY6654" fmla="*/ 228600 h 6382977"/>
              <a:gd name="connsiteX6655" fmla="*/ 5573262 w 6501199"/>
              <a:gd name="connsiteY6655" fmla="*/ 264754 h 6382977"/>
              <a:gd name="connsiteX6656" fmla="*/ 5557469 w 6501199"/>
              <a:gd name="connsiteY6656" fmla="*/ 264754 h 6382977"/>
              <a:gd name="connsiteX6657" fmla="*/ 5562135 w 6501199"/>
              <a:gd name="connsiteY6657" fmla="*/ 228600 h 6382977"/>
              <a:gd name="connsiteX6658" fmla="*/ 5634066 w 6501199"/>
              <a:gd name="connsiteY6658" fmla="*/ 226545 h 6382977"/>
              <a:gd name="connsiteX6659" fmla="*/ 5649488 w 6501199"/>
              <a:gd name="connsiteY6659" fmla="*/ 235852 h 6382977"/>
              <a:gd name="connsiteX6660" fmla="*/ 5654044 w 6501199"/>
              <a:gd name="connsiteY6660" fmla="*/ 258404 h 6382977"/>
              <a:gd name="connsiteX6661" fmla="*/ 5634066 w 6501199"/>
              <a:gd name="connsiteY6661" fmla="*/ 244801 h 6382977"/>
              <a:gd name="connsiteX6662" fmla="*/ 5634066 w 6501199"/>
              <a:gd name="connsiteY6662" fmla="*/ 226545 h 6382977"/>
              <a:gd name="connsiteX6663" fmla="*/ 4993301 w 6501199"/>
              <a:gd name="connsiteY6663" fmla="*/ 220662 h 6382977"/>
              <a:gd name="connsiteX6664" fmla="*/ 5000061 w 6501199"/>
              <a:gd name="connsiteY6664" fmla="*/ 250466 h 6382977"/>
              <a:gd name="connsiteX6665" fmla="*/ 4993301 w 6501199"/>
              <a:gd name="connsiteY6665" fmla="*/ 220662 h 6382977"/>
              <a:gd name="connsiteX6666" fmla="*/ 5682060 w 6501199"/>
              <a:gd name="connsiteY6666" fmla="*/ 215900 h 6382977"/>
              <a:gd name="connsiteX6667" fmla="*/ 5679591 w 6501199"/>
              <a:gd name="connsiteY6667" fmla="*/ 310792 h 6382977"/>
              <a:gd name="connsiteX6668" fmla="*/ 5682060 w 6501199"/>
              <a:gd name="connsiteY6668" fmla="*/ 215900 h 6382977"/>
              <a:gd name="connsiteX6669" fmla="*/ 4653581 w 6501199"/>
              <a:gd name="connsiteY6669" fmla="*/ 210719 h 6382977"/>
              <a:gd name="connsiteX6670" fmla="*/ 4685109 w 6501199"/>
              <a:gd name="connsiteY6670" fmla="*/ 215426 h 6382977"/>
              <a:gd name="connsiteX6671" fmla="*/ 4660312 w 6501199"/>
              <a:gd name="connsiteY6671" fmla="*/ 226650 h 6382977"/>
              <a:gd name="connsiteX6672" fmla="*/ 4653581 w 6501199"/>
              <a:gd name="connsiteY6672" fmla="*/ 210719 h 6382977"/>
              <a:gd name="connsiteX6673" fmla="*/ 6080169 w 6501199"/>
              <a:gd name="connsiteY6673" fmla="*/ 208429 h 6382977"/>
              <a:gd name="connsiteX6674" fmla="*/ 6077700 w 6501199"/>
              <a:gd name="connsiteY6674" fmla="*/ 253641 h 6382977"/>
              <a:gd name="connsiteX6675" fmla="*/ 6080169 w 6501199"/>
              <a:gd name="connsiteY6675" fmla="*/ 208429 h 6382977"/>
              <a:gd name="connsiteX6676" fmla="*/ 4995025 w 6501199"/>
              <a:gd name="connsiteY6676" fmla="*/ 207351 h 6382977"/>
              <a:gd name="connsiteX6677" fmla="*/ 5008947 w 6501199"/>
              <a:gd name="connsiteY6677" fmla="*/ 223470 h 6382977"/>
              <a:gd name="connsiteX6678" fmla="*/ 4995025 w 6501199"/>
              <a:gd name="connsiteY6678" fmla="*/ 207351 h 6382977"/>
              <a:gd name="connsiteX6679" fmla="*/ 4975318 w 6501199"/>
              <a:gd name="connsiteY6679" fmla="*/ 206090 h 6382977"/>
              <a:gd name="connsiteX6680" fmla="*/ 4981962 w 6501199"/>
              <a:gd name="connsiteY6680" fmla="*/ 222669 h 6382977"/>
              <a:gd name="connsiteX6681" fmla="*/ 4968152 w 6501199"/>
              <a:gd name="connsiteY6681" fmla="*/ 222669 h 6382977"/>
              <a:gd name="connsiteX6682" fmla="*/ 4979781 w 6501199"/>
              <a:gd name="connsiteY6682" fmla="*/ 256815 h 6382977"/>
              <a:gd name="connsiteX6683" fmla="*/ 4972877 w 6501199"/>
              <a:gd name="connsiteY6683" fmla="*/ 206854 h 6382977"/>
              <a:gd name="connsiteX6684" fmla="*/ 4975318 w 6501199"/>
              <a:gd name="connsiteY6684" fmla="*/ 206090 h 6382977"/>
              <a:gd name="connsiteX6685" fmla="*/ 4832750 w 6501199"/>
              <a:gd name="connsiteY6685" fmla="*/ 201612 h 6382977"/>
              <a:gd name="connsiteX6686" fmla="*/ 4808216 w 6501199"/>
              <a:gd name="connsiteY6686" fmla="*/ 215533 h 6382977"/>
              <a:gd name="connsiteX6687" fmla="*/ 4832750 w 6501199"/>
              <a:gd name="connsiteY6687" fmla="*/ 201612 h 6382977"/>
              <a:gd name="connsiteX6688" fmla="*/ 4991010 w 6501199"/>
              <a:gd name="connsiteY6688" fmla="*/ 186714 h 6382977"/>
              <a:gd name="connsiteX6689" fmla="*/ 5000348 w 6501199"/>
              <a:gd name="connsiteY6689" fmla="*/ 205031 h 6382977"/>
              <a:gd name="connsiteX6690" fmla="*/ 4991010 w 6501199"/>
              <a:gd name="connsiteY6690" fmla="*/ 186714 h 6382977"/>
              <a:gd name="connsiteX6691" fmla="*/ 5745879 w 6501199"/>
              <a:gd name="connsiteY6691" fmla="*/ 179387 h 6382977"/>
              <a:gd name="connsiteX6692" fmla="*/ 5752792 w 6501199"/>
              <a:gd name="connsiteY6692" fmla="*/ 207006 h 6382977"/>
              <a:gd name="connsiteX6693" fmla="*/ 5745879 w 6501199"/>
              <a:gd name="connsiteY6693" fmla="*/ 179387 h 6382977"/>
              <a:gd name="connsiteX6694" fmla="*/ 5623675 w 6501199"/>
              <a:gd name="connsiteY6694" fmla="*/ 163512 h 6382977"/>
              <a:gd name="connsiteX6695" fmla="*/ 5637597 w 6501199"/>
              <a:gd name="connsiteY6695" fmla="*/ 179034 h 6382977"/>
              <a:gd name="connsiteX6696" fmla="*/ 5623675 w 6501199"/>
              <a:gd name="connsiteY6696" fmla="*/ 163512 h 6382977"/>
              <a:gd name="connsiteX6697" fmla="*/ 4896247 w 6501199"/>
              <a:gd name="connsiteY6697" fmla="*/ 160747 h 6382977"/>
              <a:gd name="connsiteX6698" fmla="*/ 4858500 w 6501199"/>
              <a:gd name="connsiteY6698" fmla="*/ 167508 h 6382977"/>
              <a:gd name="connsiteX6699" fmla="*/ 4896247 w 6501199"/>
              <a:gd name="connsiteY6699" fmla="*/ 160747 h 6382977"/>
              <a:gd name="connsiteX6700" fmla="*/ 5596286 w 6501199"/>
              <a:gd name="connsiteY6700" fmla="*/ 157162 h 6382977"/>
              <a:gd name="connsiteX6701" fmla="*/ 5621725 w 6501199"/>
              <a:gd name="connsiteY6701" fmla="*/ 231418 h 6382977"/>
              <a:gd name="connsiteX6702" fmla="*/ 5596286 w 6501199"/>
              <a:gd name="connsiteY6702" fmla="*/ 157162 h 6382977"/>
              <a:gd name="connsiteX6703" fmla="*/ 4958786 w 6501199"/>
              <a:gd name="connsiteY6703" fmla="*/ 152400 h 6382977"/>
              <a:gd name="connsiteX6704" fmla="*/ 4965547 w 6501199"/>
              <a:gd name="connsiteY6704" fmla="*/ 172681 h 6382977"/>
              <a:gd name="connsiteX6705" fmla="*/ 4958786 w 6501199"/>
              <a:gd name="connsiteY6705" fmla="*/ 152400 h 6382977"/>
              <a:gd name="connsiteX6706" fmla="*/ 4710863 w 6501199"/>
              <a:gd name="connsiteY6706" fmla="*/ 125412 h 6382977"/>
              <a:gd name="connsiteX6707" fmla="*/ 4745424 w 6501199"/>
              <a:gd name="connsiteY6707" fmla="*/ 134571 h 6382977"/>
              <a:gd name="connsiteX6708" fmla="*/ 4710863 w 6501199"/>
              <a:gd name="connsiteY6708" fmla="*/ 125412 h 6382977"/>
              <a:gd name="connsiteX6709" fmla="*/ 5644313 w 6501199"/>
              <a:gd name="connsiteY6709" fmla="*/ 122237 h 6382977"/>
              <a:gd name="connsiteX6710" fmla="*/ 5662997 w 6501199"/>
              <a:gd name="connsiteY6710" fmla="*/ 131575 h 6382977"/>
              <a:gd name="connsiteX6711" fmla="*/ 5658234 w 6501199"/>
              <a:gd name="connsiteY6711" fmla="*/ 133816 h 6382977"/>
              <a:gd name="connsiteX6712" fmla="*/ 5658234 w 6501199"/>
              <a:gd name="connsiteY6712" fmla="*/ 140913 h 6382977"/>
              <a:gd name="connsiteX6713" fmla="*/ 5644313 w 6501199"/>
              <a:gd name="connsiteY6713" fmla="*/ 122237 h 6382977"/>
              <a:gd name="connsiteX6714" fmla="*/ 6085387 w 6501199"/>
              <a:gd name="connsiteY6714" fmla="*/ 106362 h 6382977"/>
              <a:gd name="connsiteX6715" fmla="*/ 6090275 w 6501199"/>
              <a:gd name="connsiteY6715" fmla="*/ 142517 h 6382977"/>
              <a:gd name="connsiteX6716" fmla="*/ 6085387 w 6501199"/>
              <a:gd name="connsiteY6716" fmla="*/ 106362 h 6382977"/>
              <a:gd name="connsiteX6717" fmla="*/ 4654928 w 6501199"/>
              <a:gd name="connsiteY6717" fmla="*/ 95250 h 6382977"/>
              <a:gd name="connsiteX6718" fmla="*/ 4647859 w 6501199"/>
              <a:gd name="connsiteY6718" fmla="*/ 129811 h 6382977"/>
              <a:gd name="connsiteX6719" fmla="*/ 4631488 w 6501199"/>
              <a:gd name="connsiteY6719" fmla="*/ 129811 h 6382977"/>
              <a:gd name="connsiteX6720" fmla="*/ 4633720 w 6501199"/>
              <a:gd name="connsiteY6720" fmla="*/ 99979 h 6382977"/>
              <a:gd name="connsiteX6721" fmla="*/ 4654928 w 6501199"/>
              <a:gd name="connsiteY6721" fmla="*/ 95250 h 6382977"/>
              <a:gd name="connsiteX6722" fmla="*/ 5537070 w 6501199"/>
              <a:gd name="connsiteY6722" fmla="*/ 42862 h 6382977"/>
              <a:gd name="connsiteX6723" fmla="*/ 5537070 w 6501199"/>
              <a:gd name="connsiteY6723" fmla="*/ 51624 h 6382977"/>
              <a:gd name="connsiteX6724" fmla="*/ 5548700 w 6501199"/>
              <a:gd name="connsiteY6724" fmla="*/ 58283 h 6382977"/>
              <a:gd name="connsiteX6725" fmla="*/ 5527985 w 6501199"/>
              <a:gd name="connsiteY6725" fmla="*/ 69499 h 6382977"/>
              <a:gd name="connsiteX6726" fmla="*/ 5537070 w 6501199"/>
              <a:gd name="connsiteY6726" fmla="*/ 42862 h 6382977"/>
              <a:gd name="connsiteX6727" fmla="*/ 5664004 w 6501199"/>
              <a:gd name="connsiteY6727" fmla="*/ 36512 h 6382977"/>
              <a:gd name="connsiteX6728" fmla="*/ 5666176 w 6501199"/>
              <a:gd name="connsiteY6728" fmla="*/ 59431 h 6382977"/>
              <a:gd name="connsiteX6729" fmla="*/ 5650245 w 6501199"/>
              <a:gd name="connsiteY6729" fmla="*/ 57248 h 6382977"/>
              <a:gd name="connsiteX6730" fmla="*/ 5650245 w 6501199"/>
              <a:gd name="connsiteY6730" fmla="*/ 71073 h 6382977"/>
              <a:gd name="connsiteX6731" fmla="*/ 5664004 w 6501199"/>
              <a:gd name="connsiteY6731" fmla="*/ 36512 h 6382977"/>
              <a:gd name="connsiteX6732" fmla="*/ 5589727 w 6501199"/>
              <a:gd name="connsiteY6732" fmla="*/ 33337 h 6382977"/>
              <a:gd name="connsiteX6733" fmla="*/ 5605847 w 6501199"/>
              <a:gd name="connsiteY6733" fmla="*/ 117117 h 6382977"/>
              <a:gd name="connsiteX6734" fmla="*/ 5589727 w 6501199"/>
              <a:gd name="connsiteY6734" fmla="*/ 33337 h 6382977"/>
              <a:gd name="connsiteX6735" fmla="*/ 5217443 w 6501199"/>
              <a:gd name="connsiteY6735" fmla="*/ 31750 h 6382977"/>
              <a:gd name="connsiteX6736" fmla="*/ 5231201 w 6501199"/>
              <a:gd name="connsiteY6736" fmla="*/ 38662 h 6382977"/>
              <a:gd name="connsiteX6737" fmla="*/ 5190288 w 6501199"/>
              <a:gd name="connsiteY6737" fmla="*/ 49940 h 6382977"/>
              <a:gd name="connsiteX6738" fmla="*/ 5208391 w 6501199"/>
              <a:gd name="connsiteY6738" fmla="*/ 47757 h 6382977"/>
              <a:gd name="connsiteX6739" fmla="*/ 5206219 w 6501199"/>
              <a:gd name="connsiteY6739" fmla="*/ 36479 h 6382977"/>
              <a:gd name="connsiteX6740" fmla="*/ 5217443 w 6501199"/>
              <a:gd name="connsiteY6740" fmla="*/ 31750 h 6382977"/>
              <a:gd name="connsiteX6741" fmla="*/ 5677271 w 6501199"/>
              <a:gd name="connsiteY6741" fmla="*/ 0 h 6382977"/>
              <a:gd name="connsiteX6742" fmla="*/ 5699662 w 6501199"/>
              <a:gd name="connsiteY6742" fmla="*/ 90129 h 6382977"/>
              <a:gd name="connsiteX6743" fmla="*/ 5677271 w 6501199"/>
              <a:gd name="connsiteY6743" fmla="*/ 0 h 6382977"/>
              <a:gd name="connsiteX6744" fmla="*/ 5158538 w 6501199"/>
              <a:gd name="connsiteY6744" fmla="*/ 0 h 6382977"/>
              <a:gd name="connsiteX6745" fmla="*/ 5163094 w 6501199"/>
              <a:gd name="connsiteY6745" fmla="*/ 4281 h 6382977"/>
              <a:gd name="connsiteX6746" fmla="*/ 5185175 w 6501199"/>
              <a:gd name="connsiteY6746" fmla="*/ 31393 h 6382977"/>
              <a:gd name="connsiteX6747" fmla="*/ 5158538 w 6501199"/>
              <a:gd name="connsiteY6747" fmla="*/ 0 h 6382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 ang="0">
                <a:pos x="connsiteX2796" y="connsiteY2796"/>
              </a:cxn>
              <a:cxn ang="0">
                <a:pos x="connsiteX2797" y="connsiteY2797"/>
              </a:cxn>
              <a:cxn ang="0">
                <a:pos x="connsiteX2798" y="connsiteY2798"/>
              </a:cxn>
              <a:cxn ang="0">
                <a:pos x="connsiteX2799" y="connsiteY2799"/>
              </a:cxn>
              <a:cxn ang="0">
                <a:pos x="connsiteX2800" y="connsiteY2800"/>
              </a:cxn>
              <a:cxn ang="0">
                <a:pos x="connsiteX2801" y="connsiteY2801"/>
              </a:cxn>
              <a:cxn ang="0">
                <a:pos x="connsiteX2802" y="connsiteY2802"/>
              </a:cxn>
              <a:cxn ang="0">
                <a:pos x="connsiteX2803" y="connsiteY2803"/>
              </a:cxn>
              <a:cxn ang="0">
                <a:pos x="connsiteX2804" y="connsiteY2804"/>
              </a:cxn>
              <a:cxn ang="0">
                <a:pos x="connsiteX2805" y="connsiteY2805"/>
              </a:cxn>
              <a:cxn ang="0">
                <a:pos x="connsiteX2806" y="connsiteY2806"/>
              </a:cxn>
              <a:cxn ang="0">
                <a:pos x="connsiteX2807" y="connsiteY2807"/>
              </a:cxn>
              <a:cxn ang="0">
                <a:pos x="connsiteX2808" y="connsiteY2808"/>
              </a:cxn>
              <a:cxn ang="0">
                <a:pos x="connsiteX2809" y="connsiteY2809"/>
              </a:cxn>
              <a:cxn ang="0">
                <a:pos x="connsiteX2810" y="connsiteY2810"/>
              </a:cxn>
              <a:cxn ang="0">
                <a:pos x="connsiteX2811" y="connsiteY2811"/>
              </a:cxn>
              <a:cxn ang="0">
                <a:pos x="connsiteX2812" y="connsiteY2812"/>
              </a:cxn>
              <a:cxn ang="0">
                <a:pos x="connsiteX2813" y="connsiteY2813"/>
              </a:cxn>
              <a:cxn ang="0">
                <a:pos x="connsiteX2814" y="connsiteY2814"/>
              </a:cxn>
              <a:cxn ang="0">
                <a:pos x="connsiteX2815" y="connsiteY2815"/>
              </a:cxn>
              <a:cxn ang="0">
                <a:pos x="connsiteX2816" y="connsiteY2816"/>
              </a:cxn>
              <a:cxn ang="0">
                <a:pos x="connsiteX2817" y="connsiteY2817"/>
              </a:cxn>
              <a:cxn ang="0">
                <a:pos x="connsiteX2818" y="connsiteY2818"/>
              </a:cxn>
              <a:cxn ang="0">
                <a:pos x="connsiteX2819" y="connsiteY2819"/>
              </a:cxn>
              <a:cxn ang="0">
                <a:pos x="connsiteX2820" y="connsiteY2820"/>
              </a:cxn>
              <a:cxn ang="0">
                <a:pos x="connsiteX2821" y="connsiteY2821"/>
              </a:cxn>
              <a:cxn ang="0">
                <a:pos x="connsiteX2822" y="connsiteY2822"/>
              </a:cxn>
              <a:cxn ang="0">
                <a:pos x="connsiteX2823" y="connsiteY2823"/>
              </a:cxn>
              <a:cxn ang="0">
                <a:pos x="connsiteX2824" y="connsiteY2824"/>
              </a:cxn>
              <a:cxn ang="0">
                <a:pos x="connsiteX2825" y="connsiteY2825"/>
              </a:cxn>
              <a:cxn ang="0">
                <a:pos x="connsiteX2826" y="connsiteY2826"/>
              </a:cxn>
              <a:cxn ang="0">
                <a:pos x="connsiteX2827" y="connsiteY2827"/>
              </a:cxn>
              <a:cxn ang="0">
                <a:pos x="connsiteX2828" y="connsiteY2828"/>
              </a:cxn>
              <a:cxn ang="0">
                <a:pos x="connsiteX2829" y="connsiteY2829"/>
              </a:cxn>
              <a:cxn ang="0">
                <a:pos x="connsiteX2830" y="connsiteY2830"/>
              </a:cxn>
              <a:cxn ang="0">
                <a:pos x="connsiteX2831" y="connsiteY2831"/>
              </a:cxn>
              <a:cxn ang="0">
                <a:pos x="connsiteX2832" y="connsiteY2832"/>
              </a:cxn>
              <a:cxn ang="0">
                <a:pos x="connsiteX2833" y="connsiteY2833"/>
              </a:cxn>
              <a:cxn ang="0">
                <a:pos x="connsiteX2834" y="connsiteY2834"/>
              </a:cxn>
              <a:cxn ang="0">
                <a:pos x="connsiteX2835" y="connsiteY2835"/>
              </a:cxn>
              <a:cxn ang="0">
                <a:pos x="connsiteX2836" y="connsiteY2836"/>
              </a:cxn>
              <a:cxn ang="0">
                <a:pos x="connsiteX2837" y="connsiteY2837"/>
              </a:cxn>
              <a:cxn ang="0">
                <a:pos x="connsiteX2838" y="connsiteY2838"/>
              </a:cxn>
              <a:cxn ang="0">
                <a:pos x="connsiteX2839" y="connsiteY2839"/>
              </a:cxn>
              <a:cxn ang="0">
                <a:pos x="connsiteX2840" y="connsiteY2840"/>
              </a:cxn>
              <a:cxn ang="0">
                <a:pos x="connsiteX2841" y="connsiteY2841"/>
              </a:cxn>
              <a:cxn ang="0">
                <a:pos x="connsiteX2842" y="connsiteY2842"/>
              </a:cxn>
              <a:cxn ang="0">
                <a:pos x="connsiteX2843" y="connsiteY2843"/>
              </a:cxn>
              <a:cxn ang="0">
                <a:pos x="connsiteX2844" y="connsiteY2844"/>
              </a:cxn>
              <a:cxn ang="0">
                <a:pos x="connsiteX2845" y="connsiteY2845"/>
              </a:cxn>
              <a:cxn ang="0">
                <a:pos x="connsiteX2846" y="connsiteY2846"/>
              </a:cxn>
              <a:cxn ang="0">
                <a:pos x="connsiteX2847" y="connsiteY2847"/>
              </a:cxn>
              <a:cxn ang="0">
                <a:pos x="connsiteX2848" y="connsiteY2848"/>
              </a:cxn>
              <a:cxn ang="0">
                <a:pos x="connsiteX2849" y="connsiteY2849"/>
              </a:cxn>
              <a:cxn ang="0">
                <a:pos x="connsiteX2850" y="connsiteY2850"/>
              </a:cxn>
              <a:cxn ang="0">
                <a:pos x="connsiteX2851" y="connsiteY2851"/>
              </a:cxn>
              <a:cxn ang="0">
                <a:pos x="connsiteX2852" y="connsiteY2852"/>
              </a:cxn>
              <a:cxn ang="0">
                <a:pos x="connsiteX2853" y="connsiteY2853"/>
              </a:cxn>
              <a:cxn ang="0">
                <a:pos x="connsiteX2854" y="connsiteY2854"/>
              </a:cxn>
              <a:cxn ang="0">
                <a:pos x="connsiteX2855" y="connsiteY2855"/>
              </a:cxn>
              <a:cxn ang="0">
                <a:pos x="connsiteX2856" y="connsiteY2856"/>
              </a:cxn>
              <a:cxn ang="0">
                <a:pos x="connsiteX2857" y="connsiteY2857"/>
              </a:cxn>
              <a:cxn ang="0">
                <a:pos x="connsiteX2858" y="connsiteY2858"/>
              </a:cxn>
              <a:cxn ang="0">
                <a:pos x="connsiteX2859" y="connsiteY2859"/>
              </a:cxn>
              <a:cxn ang="0">
                <a:pos x="connsiteX2860" y="connsiteY2860"/>
              </a:cxn>
              <a:cxn ang="0">
                <a:pos x="connsiteX2861" y="connsiteY2861"/>
              </a:cxn>
              <a:cxn ang="0">
                <a:pos x="connsiteX2862" y="connsiteY2862"/>
              </a:cxn>
              <a:cxn ang="0">
                <a:pos x="connsiteX2863" y="connsiteY2863"/>
              </a:cxn>
              <a:cxn ang="0">
                <a:pos x="connsiteX2864" y="connsiteY2864"/>
              </a:cxn>
              <a:cxn ang="0">
                <a:pos x="connsiteX2865" y="connsiteY2865"/>
              </a:cxn>
              <a:cxn ang="0">
                <a:pos x="connsiteX2866" y="connsiteY2866"/>
              </a:cxn>
              <a:cxn ang="0">
                <a:pos x="connsiteX2867" y="connsiteY2867"/>
              </a:cxn>
              <a:cxn ang="0">
                <a:pos x="connsiteX2868" y="connsiteY2868"/>
              </a:cxn>
              <a:cxn ang="0">
                <a:pos x="connsiteX2869" y="connsiteY2869"/>
              </a:cxn>
              <a:cxn ang="0">
                <a:pos x="connsiteX2870" y="connsiteY2870"/>
              </a:cxn>
              <a:cxn ang="0">
                <a:pos x="connsiteX2871" y="connsiteY2871"/>
              </a:cxn>
              <a:cxn ang="0">
                <a:pos x="connsiteX2872" y="connsiteY2872"/>
              </a:cxn>
              <a:cxn ang="0">
                <a:pos x="connsiteX2873" y="connsiteY2873"/>
              </a:cxn>
              <a:cxn ang="0">
                <a:pos x="connsiteX2874" y="connsiteY2874"/>
              </a:cxn>
              <a:cxn ang="0">
                <a:pos x="connsiteX2875" y="connsiteY2875"/>
              </a:cxn>
              <a:cxn ang="0">
                <a:pos x="connsiteX2876" y="connsiteY2876"/>
              </a:cxn>
              <a:cxn ang="0">
                <a:pos x="connsiteX2877" y="connsiteY2877"/>
              </a:cxn>
              <a:cxn ang="0">
                <a:pos x="connsiteX2878" y="connsiteY2878"/>
              </a:cxn>
              <a:cxn ang="0">
                <a:pos x="connsiteX2879" y="connsiteY2879"/>
              </a:cxn>
              <a:cxn ang="0">
                <a:pos x="connsiteX2880" y="connsiteY2880"/>
              </a:cxn>
              <a:cxn ang="0">
                <a:pos x="connsiteX2881" y="connsiteY2881"/>
              </a:cxn>
              <a:cxn ang="0">
                <a:pos x="connsiteX2882" y="connsiteY2882"/>
              </a:cxn>
              <a:cxn ang="0">
                <a:pos x="connsiteX2883" y="connsiteY2883"/>
              </a:cxn>
              <a:cxn ang="0">
                <a:pos x="connsiteX2884" y="connsiteY2884"/>
              </a:cxn>
              <a:cxn ang="0">
                <a:pos x="connsiteX2885" y="connsiteY2885"/>
              </a:cxn>
              <a:cxn ang="0">
                <a:pos x="connsiteX2886" y="connsiteY2886"/>
              </a:cxn>
              <a:cxn ang="0">
                <a:pos x="connsiteX2887" y="connsiteY2887"/>
              </a:cxn>
              <a:cxn ang="0">
                <a:pos x="connsiteX2888" y="connsiteY2888"/>
              </a:cxn>
              <a:cxn ang="0">
                <a:pos x="connsiteX2889" y="connsiteY2889"/>
              </a:cxn>
              <a:cxn ang="0">
                <a:pos x="connsiteX2890" y="connsiteY2890"/>
              </a:cxn>
              <a:cxn ang="0">
                <a:pos x="connsiteX2891" y="connsiteY2891"/>
              </a:cxn>
              <a:cxn ang="0">
                <a:pos x="connsiteX2892" y="connsiteY2892"/>
              </a:cxn>
              <a:cxn ang="0">
                <a:pos x="connsiteX2893" y="connsiteY2893"/>
              </a:cxn>
              <a:cxn ang="0">
                <a:pos x="connsiteX2894" y="connsiteY2894"/>
              </a:cxn>
              <a:cxn ang="0">
                <a:pos x="connsiteX2895" y="connsiteY2895"/>
              </a:cxn>
              <a:cxn ang="0">
                <a:pos x="connsiteX2896" y="connsiteY2896"/>
              </a:cxn>
              <a:cxn ang="0">
                <a:pos x="connsiteX2897" y="connsiteY2897"/>
              </a:cxn>
              <a:cxn ang="0">
                <a:pos x="connsiteX2898" y="connsiteY2898"/>
              </a:cxn>
              <a:cxn ang="0">
                <a:pos x="connsiteX2899" y="connsiteY2899"/>
              </a:cxn>
              <a:cxn ang="0">
                <a:pos x="connsiteX2900" y="connsiteY2900"/>
              </a:cxn>
              <a:cxn ang="0">
                <a:pos x="connsiteX2901" y="connsiteY2901"/>
              </a:cxn>
              <a:cxn ang="0">
                <a:pos x="connsiteX2902" y="connsiteY2902"/>
              </a:cxn>
              <a:cxn ang="0">
                <a:pos x="connsiteX2903" y="connsiteY2903"/>
              </a:cxn>
              <a:cxn ang="0">
                <a:pos x="connsiteX2904" y="connsiteY2904"/>
              </a:cxn>
              <a:cxn ang="0">
                <a:pos x="connsiteX2905" y="connsiteY2905"/>
              </a:cxn>
              <a:cxn ang="0">
                <a:pos x="connsiteX2906" y="connsiteY2906"/>
              </a:cxn>
              <a:cxn ang="0">
                <a:pos x="connsiteX2907" y="connsiteY2907"/>
              </a:cxn>
              <a:cxn ang="0">
                <a:pos x="connsiteX2908" y="connsiteY2908"/>
              </a:cxn>
              <a:cxn ang="0">
                <a:pos x="connsiteX2909" y="connsiteY2909"/>
              </a:cxn>
              <a:cxn ang="0">
                <a:pos x="connsiteX2910" y="connsiteY2910"/>
              </a:cxn>
              <a:cxn ang="0">
                <a:pos x="connsiteX2911" y="connsiteY2911"/>
              </a:cxn>
              <a:cxn ang="0">
                <a:pos x="connsiteX2912" y="connsiteY2912"/>
              </a:cxn>
              <a:cxn ang="0">
                <a:pos x="connsiteX2913" y="connsiteY2913"/>
              </a:cxn>
              <a:cxn ang="0">
                <a:pos x="connsiteX2914" y="connsiteY2914"/>
              </a:cxn>
              <a:cxn ang="0">
                <a:pos x="connsiteX2915" y="connsiteY2915"/>
              </a:cxn>
              <a:cxn ang="0">
                <a:pos x="connsiteX2916" y="connsiteY2916"/>
              </a:cxn>
              <a:cxn ang="0">
                <a:pos x="connsiteX2917" y="connsiteY2917"/>
              </a:cxn>
              <a:cxn ang="0">
                <a:pos x="connsiteX2918" y="connsiteY2918"/>
              </a:cxn>
              <a:cxn ang="0">
                <a:pos x="connsiteX2919" y="connsiteY2919"/>
              </a:cxn>
              <a:cxn ang="0">
                <a:pos x="connsiteX2920" y="connsiteY2920"/>
              </a:cxn>
              <a:cxn ang="0">
                <a:pos x="connsiteX2921" y="connsiteY2921"/>
              </a:cxn>
              <a:cxn ang="0">
                <a:pos x="connsiteX2922" y="connsiteY2922"/>
              </a:cxn>
              <a:cxn ang="0">
                <a:pos x="connsiteX2923" y="connsiteY2923"/>
              </a:cxn>
              <a:cxn ang="0">
                <a:pos x="connsiteX2924" y="connsiteY2924"/>
              </a:cxn>
              <a:cxn ang="0">
                <a:pos x="connsiteX2925" y="connsiteY2925"/>
              </a:cxn>
              <a:cxn ang="0">
                <a:pos x="connsiteX2926" y="connsiteY2926"/>
              </a:cxn>
              <a:cxn ang="0">
                <a:pos x="connsiteX2927" y="connsiteY2927"/>
              </a:cxn>
              <a:cxn ang="0">
                <a:pos x="connsiteX2928" y="connsiteY2928"/>
              </a:cxn>
              <a:cxn ang="0">
                <a:pos x="connsiteX2929" y="connsiteY2929"/>
              </a:cxn>
              <a:cxn ang="0">
                <a:pos x="connsiteX2930" y="connsiteY2930"/>
              </a:cxn>
              <a:cxn ang="0">
                <a:pos x="connsiteX2931" y="connsiteY2931"/>
              </a:cxn>
              <a:cxn ang="0">
                <a:pos x="connsiteX2932" y="connsiteY2932"/>
              </a:cxn>
              <a:cxn ang="0">
                <a:pos x="connsiteX2933" y="connsiteY2933"/>
              </a:cxn>
              <a:cxn ang="0">
                <a:pos x="connsiteX2934" y="connsiteY2934"/>
              </a:cxn>
              <a:cxn ang="0">
                <a:pos x="connsiteX2935" y="connsiteY2935"/>
              </a:cxn>
              <a:cxn ang="0">
                <a:pos x="connsiteX2936" y="connsiteY2936"/>
              </a:cxn>
              <a:cxn ang="0">
                <a:pos x="connsiteX2937" y="connsiteY2937"/>
              </a:cxn>
              <a:cxn ang="0">
                <a:pos x="connsiteX2938" y="connsiteY2938"/>
              </a:cxn>
              <a:cxn ang="0">
                <a:pos x="connsiteX2939" y="connsiteY2939"/>
              </a:cxn>
              <a:cxn ang="0">
                <a:pos x="connsiteX2940" y="connsiteY2940"/>
              </a:cxn>
              <a:cxn ang="0">
                <a:pos x="connsiteX2941" y="connsiteY2941"/>
              </a:cxn>
              <a:cxn ang="0">
                <a:pos x="connsiteX2942" y="connsiteY2942"/>
              </a:cxn>
              <a:cxn ang="0">
                <a:pos x="connsiteX2943" y="connsiteY2943"/>
              </a:cxn>
              <a:cxn ang="0">
                <a:pos x="connsiteX2944" y="connsiteY2944"/>
              </a:cxn>
              <a:cxn ang="0">
                <a:pos x="connsiteX2945" y="connsiteY2945"/>
              </a:cxn>
              <a:cxn ang="0">
                <a:pos x="connsiteX2946" y="connsiteY2946"/>
              </a:cxn>
              <a:cxn ang="0">
                <a:pos x="connsiteX2947" y="connsiteY2947"/>
              </a:cxn>
              <a:cxn ang="0">
                <a:pos x="connsiteX2948" y="connsiteY2948"/>
              </a:cxn>
              <a:cxn ang="0">
                <a:pos x="connsiteX2949" y="connsiteY2949"/>
              </a:cxn>
              <a:cxn ang="0">
                <a:pos x="connsiteX2950" y="connsiteY2950"/>
              </a:cxn>
              <a:cxn ang="0">
                <a:pos x="connsiteX2951" y="connsiteY2951"/>
              </a:cxn>
              <a:cxn ang="0">
                <a:pos x="connsiteX2952" y="connsiteY2952"/>
              </a:cxn>
              <a:cxn ang="0">
                <a:pos x="connsiteX2953" y="connsiteY2953"/>
              </a:cxn>
              <a:cxn ang="0">
                <a:pos x="connsiteX2954" y="connsiteY2954"/>
              </a:cxn>
              <a:cxn ang="0">
                <a:pos x="connsiteX2955" y="connsiteY2955"/>
              </a:cxn>
              <a:cxn ang="0">
                <a:pos x="connsiteX2956" y="connsiteY2956"/>
              </a:cxn>
              <a:cxn ang="0">
                <a:pos x="connsiteX2957" y="connsiteY2957"/>
              </a:cxn>
              <a:cxn ang="0">
                <a:pos x="connsiteX2958" y="connsiteY2958"/>
              </a:cxn>
              <a:cxn ang="0">
                <a:pos x="connsiteX2959" y="connsiteY2959"/>
              </a:cxn>
              <a:cxn ang="0">
                <a:pos x="connsiteX2960" y="connsiteY2960"/>
              </a:cxn>
              <a:cxn ang="0">
                <a:pos x="connsiteX2961" y="connsiteY2961"/>
              </a:cxn>
              <a:cxn ang="0">
                <a:pos x="connsiteX2962" y="connsiteY2962"/>
              </a:cxn>
              <a:cxn ang="0">
                <a:pos x="connsiteX2963" y="connsiteY2963"/>
              </a:cxn>
              <a:cxn ang="0">
                <a:pos x="connsiteX2964" y="connsiteY2964"/>
              </a:cxn>
              <a:cxn ang="0">
                <a:pos x="connsiteX2965" y="connsiteY2965"/>
              </a:cxn>
              <a:cxn ang="0">
                <a:pos x="connsiteX2966" y="connsiteY2966"/>
              </a:cxn>
              <a:cxn ang="0">
                <a:pos x="connsiteX2967" y="connsiteY2967"/>
              </a:cxn>
              <a:cxn ang="0">
                <a:pos x="connsiteX2968" y="connsiteY2968"/>
              </a:cxn>
              <a:cxn ang="0">
                <a:pos x="connsiteX2969" y="connsiteY2969"/>
              </a:cxn>
              <a:cxn ang="0">
                <a:pos x="connsiteX2970" y="connsiteY2970"/>
              </a:cxn>
              <a:cxn ang="0">
                <a:pos x="connsiteX2971" y="connsiteY2971"/>
              </a:cxn>
              <a:cxn ang="0">
                <a:pos x="connsiteX2972" y="connsiteY2972"/>
              </a:cxn>
              <a:cxn ang="0">
                <a:pos x="connsiteX2973" y="connsiteY2973"/>
              </a:cxn>
              <a:cxn ang="0">
                <a:pos x="connsiteX2974" y="connsiteY2974"/>
              </a:cxn>
              <a:cxn ang="0">
                <a:pos x="connsiteX2975" y="connsiteY2975"/>
              </a:cxn>
              <a:cxn ang="0">
                <a:pos x="connsiteX2976" y="connsiteY2976"/>
              </a:cxn>
              <a:cxn ang="0">
                <a:pos x="connsiteX2977" y="connsiteY2977"/>
              </a:cxn>
              <a:cxn ang="0">
                <a:pos x="connsiteX2978" y="connsiteY2978"/>
              </a:cxn>
              <a:cxn ang="0">
                <a:pos x="connsiteX2979" y="connsiteY2979"/>
              </a:cxn>
              <a:cxn ang="0">
                <a:pos x="connsiteX2980" y="connsiteY2980"/>
              </a:cxn>
              <a:cxn ang="0">
                <a:pos x="connsiteX2981" y="connsiteY2981"/>
              </a:cxn>
              <a:cxn ang="0">
                <a:pos x="connsiteX2982" y="connsiteY2982"/>
              </a:cxn>
              <a:cxn ang="0">
                <a:pos x="connsiteX2983" y="connsiteY2983"/>
              </a:cxn>
              <a:cxn ang="0">
                <a:pos x="connsiteX2984" y="connsiteY2984"/>
              </a:cxn>
              <a:cxn ang="0">
                <a:pos x="connsiteX2985" y="connsiteY2985"/>
              </a:cxn>
              <a:cxn ang="0">
                <a:pos x="connsiteX2986" y="connsiteY2986"/>
              </a:cxn>
              <a:cxn ang="0">
                <a:pos x="connsiteX2987" y="connsiteY2987"/>
              </a:cxn>
              <a:cxn ang="0">
                <a:pos x="connsiteX2988" y="connsiteY2988"/>
              </a:cxn>
              <a:cxn ang="0">
                <a:pos x="connsiteX2989" y="connsiteY2989"/>
              </a:cxn>
              <a:cxn ang="0">
                <a:pos x="connsiteX2990" y="connsiteY2990"/>
              </a:cxn>
              <a:cxn ang="0">
                <a:pos x="connsiteX2991" y="connsiteY2991"/>
              </a:cxn>
              <a:cxn ang="0">
                <a:pos x="connsiteX2992" y="connsiteY2992"/>
              </a:cxn>
              <a:cxn ang="0">
                <a:pos x="connsiteX2993" y="connsiteY2993"/>
              </a:cxn>
              <a:cxn ang="0">
                <a:pos x="connsiteX2994" y="connsiteY2994"/>
              </a:cxn>
              <a:cxn ang="0">
                <a:pos x="connsiteX2995" y="connsiteY2995"/>
              </a:cxn>
              <a:cxn ang="0">
                <a:pos x="connsiteX2996" y="connsiteY2996"/>
              </a:cxn>
              <a:cxn ang="0">
                <a:pos x="connsiteX2997" y="connsiteY2997"/>
              </a:cxn>
              <a:cxn ang="0">
                <a:pos x="connsiteX2998" y="connsiteY2998"/>
              </a:cxn>
              <a:cxn ang="0">
                <a:pos x="connsiteX2999" y="connsiteY2999"/>
              </a:cxn>
              <a:cxn ang="0">
                <a:pos x="connsiteX3000" y="connsiteY3000"/>
              </a:cxn>
              <a:cxn ang="0">
                <a:pos x="connsiteX3001" y="connsiteY3001"/>
              </a:cxn>
              <a:cxn ang="0">
                <a:pos x="connsiteX3002" y="connsiteY3002"/>
              </a:cxn>
              <a:cxn ang="0">
                <a:pos x="connsiteX3003" y="connsiteY3003"/>
              </a:cxn>
              <a:cxn ang="0">
                <a:pos x="connsiteX3004" y="connsiteY3004"/>
              </a:cxn>
              <a:cxn ang="0">
                <a:pos x="connsiteX3005" y="connsiteY3005"/>
              </a:cxn>
              <a:cxn ang="0">
                <a:pos x="connsiteX3006" y="connsiteY3006"/>
              </a:cxn>
              <a:cxn ang="0">
                <a:pos x="connsiteX3007" y="connsiteY3007"/>
              </a:cxn>
              <a:cxn ang="0">
                <a:pos x="connsiteX3008" y="connsiteY3008"/>
              </a:cxn>
              <a:cxn ang="0">
                <a:pos x="connsiteX3009" y="connsiteY3009"/>
              </a:cxn>
              <a:cxn ang="0">
                <a:pos x="connsiteX3010" y="connsiteY3010"/>
              </a:cxn>
              <a:cxn ang="0">
                <a:pos x="connsiteX3011" y="connsiteY3011"/>
              </a:cxn>
              <a:cxn ang="0">
                <a:pos x="connsiteX3012" y="connsiteY3012"/>
              </a:cxn>
              <a:cxn ang="0">
                <a:pos x="connsiteX3013" y="connsiteY3013"/>
              </a:cxn>
              <a:cxn ang="0">
                <a:pos x="connsiteX3014" y="connsiteY3014"/>
              </a:cxn>
              <a:cxn ang="0">
                <a:pos x="connsiteX3015" y="connsiteY3015"/>
              </a:cxn>
              <a:cxn ang="0">
                <a:pos x="connsiteX3016" y="connsiteY3016"/>
              </a:cxn>
              <a:cxn ang="0">
                <a:pos x="connsiteX3017" y="connsiteY3017"/>
              </a:cxn>
              <a:cxn ang="0">
                <a:pos x="connsiteX3018" y="connsiteY3018"/>
              </a:cxn>
              <a:cxn ang="0">
                <a:pos x="connsiteX3019" y="connsiteY3019"/>
              </a:cxn>
              <a:cxn ang="0">
                <a:pos x="connsiteX3020" y="connsiteY3020"/>
              </a:cxn>
              <a:cxn ang="0">
                <a:pos x="connsiteX3021" y="connsiteY3021"/>
              </a:cxn>
              <a:cxn ang="0">
                <a:pos x="connsiteX3022" y="connsiteY3022"/>
              </a:cxn>
              <a:cxn ang="0">
                <a:pos x="connsiteX3023" y="connsiteY3023"/>
              </a:cxn>
              <a:cxn ang="0">
                <a:pos x="connsiteX3024" y="connsiteY3024"/>
              </a:cxn>
              <a:cxn ang="0">
                <a:pos x="connsiteX3025" y="connsiteY3025"/>
              </a:cxn>
              <a:cxn ang="0">
                <a:pos x="connsiteX3026" y="connsiteY3026"/>
              </a:cxn>
              <a:cxn ang="0">
                <a:pos x="connsiteX3027" y="connsiteY3027"/>
              </a:cxn>
              <a:cxn ang="0">
                <a:pos x="connsiteX3028" y="connsiteY3028"/>
              </a:cxn>
              <a:cxn ang="0">
                <a:pos x="connsiteX3029" y="connsiteY3029"/>
              </a:cxn>
              <a:cxn ang="0">
                <a:pos x="connsiteX3030" y="connsiteY3030"/>
              </a:cxn>
              <a:cxn ang="0">
                <a:pos x="connsiteX3031" y="connsiteY3031"/>
              </a:cxn>
              <a:cxn ang="0">
                <a:pos x="connsiteX3032" y="connsiteY3032"/>
              </a:cxn>
              <a:cxn ang="0">
                <a:pos x="connsiteX3033" y="connsiteY3033"/>
              </a:cxn>
              <a:cxn ang="0">
                <a:pos x="connsiteX3034" y="connsiteY3034"/>
              </a:cxn>
              <a:cxn ang="0">
                <a:pos x="connsiteX3035" y="connsiteY3035"/>
              </a:cxn>
              <a:cxn ang="0">
                <a:pos x="connsiteX3036" y="connsiteY3036"/>
              </a:cxn>
              <a:cxn ang="0">
                <a:pos x="connsiteX3037" y="connsiteY3037"/>
              </a:cxn>
              <a:cxn ang="0">
                <a:pos x="connsiteX3038" y="connsiteY3038"/>
              </a:cxn>
              <a:cxn ang="0">
                <a:pos x="connsiteX3039" y="connsiteY3039"/>
              </a:cxn>
              <a:cxn ang="0">
                <a:pos x="connsiteX3040" y="connsiteY3040"/>
              </a:cxn>
              <a:cxn ang="0">
                <a:pos x="connsiteX3041" y="connsiteY3041"/>
              </a:cxn>
              <a:cxn ang="0">
                <a:pos x="connsiteX3042" y="connsiteY3042"/>
              </a:cxn>
              <a:cxn ang="0">
                <a:pos x="connsiteX3043" y="connsiteY3043"/>
              </a:cxn>
              <a:cxn ang="0">
                <a:pos x="connsiteX3044" y="connsiteY3044"/>
              </a:cxn>
              <a:cxn ang="0">
                <a:pos x="connsiteX3045" y="connsiteY3045"/>
              </a:cxn>
              <a:cxn ang="0">
                <a:pos x="connsiteX3046" y="connsiteY3046"/>
              </a:cxn>
              <a:cxn ang="0">
                <a:pos x="connsiteX3047" y="connsiteY3047"/>
              </a:cxn>
              <a:cxn ang="0">
                <a:pos x="connsiteX3048" y="connsiteY3048"/>
              </a:cxn>
              <a:cxn ang="0">
                <a:pos x="connsiteX3049" y="connsiteY3049"/>
              </a:cxn>
              <a:cxn ang="0">
                <a:pos x="connsiteX3050" y="connsiteY3050"/>
              </a:cxn>
              <a:cxn ang="0">
                <a:pos x="connsiteX3051" y="connsiteY3051"/>
              </a:cxn>
              <a:cxn ang="0">
                <a:pos x="connsiteX3052" y="connsiteY3052"/>
              </a:cxn>
              <a:cxn ang="0">
                <a:pos x="connsiteX3053" y="connsiteY3053"/>
              </a:cxn>
              <a:cxn ang="0">
                <a:pos x="connsiteX3054" y="connsiteY3054"/>
              </a:cxn>
              <a:cxn ang="0">
                <a:pos x="connsiteX3055" y="connsiteY3055"/>
              </a:cxn>
              <a:cxn ang="0">
                <a:pos x="connsiteX3056" y="connsiteY3056"/>
              </a:cxn>
              <a:cxn ang="0">
                <a:pos x="connsiteX3057" y="connsiteY3057"/>
              </a:cxn>
              <a:cxn ang="0">
                <a:pos x="connsiteX3058" y="connsiteY3058"/>
              </a:cxn>
              <a:cxn ang="0">
                <a:pos x="connsiteX3059" y="connsiteY3059"/>
              </a:cxn>
              <a:cxn ang="0">
                <a:pos x="connsiteX3060" y="connsiteY3060"/>
              </a:cxn>
              <a:cxn ang="0">
                <a:pos x="connsiteX3061" y="connsiteY3061"/>
              </a:cxn>
              <a:cxn ang="0">
                <a:pos x="connsiteX3062" y="connsiteY3062"/>
              </a:cxn>
              <a:cxn ang="0">
                <a:pos x="connsiteX3063" y="connsiteY3063"/>
              </a:cxn>
              <a:cxn ang="0">
                <a:pos x="connsiteX3064" y="connsiteY3064"/>
              </a:cxn>
              <a:cxn ang="0">
                <a:pos x="connsiteX3065" y="connsiteY3065"/>
              </a:cxn>
              <a:cxn ang="0">
                <a:pos x="connsiteX3066" y="connsiteY3066"/>
              </a:cxn>
              <a:cxn ang="0">
                <a:pos x="connsiteX3067" y="connsiteY3067"/>
              </a:cxn>
              <a:cxn ang="0">
                <a:pos x="connsiteX3068" y="connsiteY3068"/>
              </a:cxn>
              <a:cxn ang="0">
                <a:pos x="connsiteX3069" y="connsiteY3069"/>
              </a:cxn>
              <a:cxn ang="0">
                <a:pos x="connsiteX3070" y="connsiteY3070"/>
              </a:cxn>
              <a:cxn ang="0">
                <a:pos x="connsiteX3071" y="connsiteY3071"/>
              </a:cxn>
              <a:cxn ang="0">
                <a:pos x="connsiteX3072" y="connsiteY3072"/>
              </a:cxn>
              <a:cxn ang="0">
                <a:pos x="connsiteX3073" y="connsiteY3073"/>
              </a:cxn>
              <a:cxn ang="0">
                <a:pos x="connsiteX3074" y="connsiteY3074"/>
              </a:cxn>
              <a:cxn ang="0">
                <a:pos x="connsiteX3075" y="connsiteY3075"/>
              </a:cxn>
              <a:cxn ang="0">
                <a:pos x="connsiteX3076" y="connsiteY3076"/>
              </a:cxn>
              <a:cxn ang="0">
                <a:pos x="connsiteX3077" y="connsiteY3077"/>
              </a:cxn>
              <a:cxn ang="0">
                <a:pos x="connsiteX3078" y="connsiteY3078"/>
              </a:cxn>
              <a:cxn ang="0">
                <a:pos x="connsiteX3079" y="connsiteY3079"/>
              </a:cxn>
              <a:cxn ang="0">
                <a:pos x="connsiteX3080" y="connsiteY3080"/>
              </a:cxn>
              <a:cxn ang="0">
                <a:pos x="connsiteX3081" y="connsiteY3081"/>
              </a:cxn>
              <a:cxn ang="0">
                <a:pos x="connsiteX3082" y="connsiteY3082"/>
              </a:cxn>
              <a:cxn ang="0">
                <a:pos x="connsiteX3083" y="connsiteY3083"/>
              </a:cxn>
              <a:cxn ang="0">
                <a:pos x="connsiteX3084" y="connsiteY3084"/>
              </a:cxn>
              <a:cxn ang="0">
                <a:pos x="connsiteX3085" y="connsiteY3085"/>
              </a:cxn>
              <a:cxn ang="0">
                <a:pos x="connsiteX3086" y="connsiteY3086"/>
              </a:cxn>
              <a:cxn ang="0">
                <a:pos x="connsiteX3087" y="connsiteY3087"/>
              </a:cxn>
              <a:cxn ang="0">
                <a:pos x="connsiteX3088" y="connsiteY3088"/>
              </a:cxn>
              <a:cxn ang="0">
                <a:pos x="connsiteX3089" y="connsiteY3089"/>
              </a:cxn>
              <a:cxn ang="0">
                <a:pos x="connsiteX3090" y="connsiteY3090"/>
              </a:cxn>
              <a:cxn ang="0">
                <a:pos x="connsiteX3091" y="connsiteY3091"/>
              </a:cxn>
              <a:cxn ang="0">
                <a:pos x="connsiteX3092" y="connsiteY3092"/>
              </a:cxn>
              <a:cxn ang="0">
                <a:pos x="connsiteX3093" y="connsiteY3093"/>
              </a:cxn>
              <a:cxn ang="0">
                <a:pos x="connsiteX3094" y="connsiteY3094"/>
              </a:cxn>
              <a:cxn ang="0">
                <a:pos x="connsiteX3095" y="connsiteY3095"/>
              </a:cxn>
              <a:cxn ang="0">
                <a:pos x="connsiteX3096" y="connsiteY3096"/>
              </a:cxn>
              <a:cxn ang="0">
                <a:pos x="connsiteX3097" y="connsiteY3097"/>
              </a:cxn>
              <a:cxn ang="0">
                <a:pos x="connsiteX3098" y="connsiteY3098"/>
              </a:cxn>
              <a:cxn ang="0">
                <a:pos x="connsiteX3099" y="connsiteY3099"/>
              </a:cxn>
              <a:cxn ang="0">
                <a:pos x="connsiteX3100" y="connsiteY3100"/>
              </a:cxn>
              <a:cxn ang="0">
                <a:pos x="connsiteX3101" y="connsiteY3101"/>
              </a:cxn>
              <a:cxn ang="0">
                <a:pos x="connsiteX3102" y="connsiteY3102"/>
              </a:cxn>
              <a:cxn ang="0">
                <a:pos x="connsiteX3103" y="connsiteY3103"/>
              </a:cxn>
              <a:cxn ang="0">
                <a:pos x="connsiteX3104" y="connsiteY3104"/>
              </a:cxn>
              <a:cxn ang="0">
                <a:pos x="connsiteX3105" y="connsiteY3105"/>
              </a:cxn>
              <a:cxn ang="0">
                <a:pos x="connsiteX3106" y="connsiteY3106"/>
              </a:cxn>
              <a:cxn ang="0">
                <a:pos x="connsiteX3107" y="connsiteY3107"/>
              </a:cxn>
              <a:cxn ang="0">
                <a:pos x="connsiteX3108" y="connsiteY3108"/>
              </a:cxn>
              <a:cxn ang="0">
                <a:pos x="connsiteX3109" y="connsiteY3109"/>
              </a:cxn>
              <a:cxn ang="0">
                <a:pos x="connsiteX3110" y="connsiteY3110"/>
              </a:cxn>
              <a:cxn ang="0">
                <a:pos x="connsiteX3111" y="connsiteY3111"/>
              </a:cxn>
              <a:cxn ang="0">
                <a:pos x="connsiteX3112" y="connsiteY3112"/>
              </a:cxn>
              <a:cxn ang="0">
                <a:pos x="connsiteX3113" y="connsiteY3113"/>
              </a:cxn>
              <a:cxn ang="0">
                <a:pos x="connsiteX3114" y="connsiteY3114"/>
              </a:cxn>
              <a:cxn ang="0">
                <a:pos x="connsiteX3115" y="connsiteY3115"/>
              </a:cxn>
              <a:cxn ang="0">
                <a:pos x="connsiteX3116" y="connsiteY3116"/>
              </a:cxn>
              <a:cxn ang="0">
                <a:pos x="connsiteX3117" y="connsiteY3117"/>
              </a:cxn>
              <a:cxn ang="0">
                <a:pos x="connsiteX3118" y="connsiteY3118"/>
              </a:cxn>
              <a:cxn ang="0">
                <a:pos x="connsiteX3119" y="connsiteY3119"/>
              </a:cxn>
              <a:cxn ang="0">
                <a:pos x="connsiteX3120" y="connsiteY3120"/>
              </a:cxn>
              <a:cxn ang="0">
                <a:pos x="connsiteX3121" y="connsiteY3121"/>
              </a:cxn>
              <a:cxn ang="0">
                <a:pos x="connsiteX3122" y="connsiteY3122"/>
              </a:cxn>
              <a:cxn ang="0">
                <a:pos x="connsiteX3123" y="connsiteY3123"/>
              </a:cxn>
              <a:cxn ang="0">
                <a:pos x="connsiteX3124" y="connsiteY3124"/>
              </a:cxn>
              <a:cxn ang="0">
                <a:pos x="connsiteX3125" y="connsiteY3125"/>
              </a:cxn>
              <a:cxn ang="0">
                <a:pos x="connsiteX3126" y="connsiteY3126"/>
              </a:cxn>
              <a:cxn ang="0">
                <a:pos x="connsiteX3127" y="connsiteY3127"/>
              </a:cxn>
              <a:cxn ang="0">
                <a:pos x="connsiteX3128" y="connsiteY3128"/>
              </a:cxn>
              <a:cxn ang="0">
                <a:pos x="connsiteX3129" y="connsiteY3129"/>
              </a:cxn>
              <a:cxn ang="0">
                <a:pos x="connsiteX3130" y="connsiteY3130"/>
              </a:cxn>
              <a:cxn ang="0">
                <a:pos x="connsiteX3131" y="connsiteY3131"/>
              </a:cxn>
              <a:cxn ang="0">
                <a:pos x="connsiteX3132" y="connsiteY3132"/>
              </a:cxn>
              <a:cxn ang="0">
                <a:pos x="connsiteX3133" y="connsiteY3133"/>
              </a:cxn>
              <a:cxn ang="0">
                <a:pos x="connsiteX3134" y="connsiteY3134"/>
              </a:cxn>
              <a:cxn ang="0">
                <a:pos x="connsiteX3135" y="connsiteY3135"/>
              </a:cxn>
              <a:cxn ang="0">
                <a:pos x="connsiteX3136" y="connsiteY3136"/>
              </a:cxn>
              <a:cxn ang="0">
                <a:pos x="connsiteX3137" y="connsiteY3137"/>
              </a:cxn>
              <a:cxn ang="0">
                <a:pos x="connsiteX3138" y="connsiteY3138"/>
              </a:cxn>
              <a:cxn ang="0">
                <a:pos x="connsiteX3139" y="connsiteY3139"/>
              </a:cxn>
              <a:cxn ang="0">
                <a:pos x="connsiteX3140" y="connsiteY3140"/>
              </a:cxn>
              <a:cxn ang="0">
                <a:pos x="connsiteX3141" y="connsiteY3141"/>
              </a:cxn>
              <a:cxn ang="0">
                <a:pos x="connsiteX3142" y="connsiteY3142"/>
              </a:cxn>
              <a:cxn ang="0">
                <a:pos x="connsiteX3143" y="connsiteY3143"/>
              </a:cxn>
              <a:cxn ang="0">
                <a:pos x="connsiteX3144" y="connsiteY3144"/>
              </a:cxn>
              <a:cxn ang="0">
                <a:pos x="connsiteX3145" y="connsiteY3145"/>
              </a:cxn>
              <a:cxn ang="0">
                <a:pos x="connsiteX3146" y="connsiteY3146"/>
              </a:cxn>
              <a:cxn ang="0">
                <a:pos x="connsiteX3147" y="connsiteY3147"/>
              </a:cxn>
              <a:cxn ang="0">
                <a:pos x="connsiteX3148" y="connsiteY3148"/>
              </a:cxn>
              <a:cxn ang="0">
                <a:pos x="connsiteX3149" y="connsiteY3149"/>
              </a:cxn>
              <a:cxn ang="0">
                <a:pos x="connsiteX3150" y="connsiteY3150"/>
              </a:cxn>
              <a:cxn ang="0">
                <a:pos x="connsiteX3151" y="connsiteY3151"/>
              </a:cxn>
              <a:cxn ang="0">
                <a:pos x="connsiteX3152" y="connsiteY3152"/>
              </a:cxn>
              <a:cxn ang="0">
                <a:pos x="connsiteX3153" y="connsiteY3153"/>
              </a:cxn>
              <a:cxn ang="0">
                <a:pos x="connsiteX3154" y="connsiteY3154"/>
              </a:cxn>
              <a:cxn ang="0">
                <a:pos x="connsiteX3155" y="connsiteY3155"/>
              </a:cxn>
              <a:cxn ang="0">
                <a:pos x="connsiteX3156" y="connsiteY3156"/>
              </a:cxn>
              <a:cxn ang="0">
                <a:pos x="connsiteX3157" y="connsiteY3157"/>
              </a:cxn>
              <a:cxn ang="0">
                <a:pos x="connsiteX3158" y="connsiteY3158"/>
              </a:cxn>
              <a:cxn ang="0">
                <a:pos x="connsiteX3159" y="connsiteY3159"/>
              </a:cxn>
              <a:cxn ang="0">
                <a:pos x="connsiteX3160" y="connsiteY3160"/>
              </a:cxn>
              <a:cxn ang="0">
                <a:pos x="connsiteX3161" y="connsiteY3161"/>
              </a:cxn>
              <a:cxn ang="0">
                <a:pos x="connsiteX3162" y="connsiteY3162"/>
              </a:cxn>
              <a:cxn ang="0">
                <a:pos x="connsiteX3163" y="connsiteY3163"/>
              </a:cxn>
              <a:cxn ang="0">
                <a:pos x="connsiteX3164" y="connsiteY3164"/>
              </a:cxn>
              <a:cxn ang="0">
                <a:pos x="connsiteX3165" y="connsiteY3165"/>
              </a:cxn>
              <a:cxn ang="0">
                <a:pos x="connsiteX3166" y="connsiteY3166"/>
              </a:cxn>
              <a:cxn ang="0">
                <a:pos x="connsiteX3167" y="connsiteY3167"/>
              </a:cxn>
              <a:cxn ang="0">
                <a:pos x="connsiteX3168" y="connsiteY3168"/>
              </a:cxn>
              <a:cxn ang="0">
                <a:pos x="connsiteX3169" y="connsiteY3169"/>
              </a:cxn>
              <a:cxn ang="0">
                <a:pos x="connsiteX3170" y="connsiteY3170"/>
              </a:cxn>
              <a:cxn ang="0">
                <a:pos x="connsiteX3171" y="connsiteY3171"/>
              </a:cxn>
              <a:cxn ang="0">
                <a:pos x="connsiteX3172" y="connsiteY3172"/>
              </a:cxn>
              <a:cxn ang="0">
                <a:pos x="connsiteX3173" y="connsiteY3173"/>
              </a:cxn>
              <a:cxn ang="0">
                <a:pos x="connsiteX3174" y="connsiteY3174"/>
              </a:cxn>
              <a:cxn ang="0">
                <a:pos x="connsiteX3175" y="connsiteY3175"/>
              </a:cxn>
              <a:cxn ang="0">
                <a:pos x="connsiteX3176" y="connsiteY3176"/>
              </a:cxn>
              <a:cxn ang="0">
                <a:pos x="connsiteX3177" y="connsiteY3177"/>
              </a:cxn>
              <a:cxn ang="0">
                <a:pos x="connsiteX3178" y="connsiteY3178"/>
              </a:cxn>
              <a:cxn ang="0">
                <a:pos x="connsiteX3179" y="connsiteY3179"/>
              </a:cxn>
              <a:cxn ang="0">
                <a:pos x="connsiteX3180" y="connsiteY3180"/>
              </a:cxn>
              <a:cxn ang="0">
                <a:pos x="connsiteX3181" y="connsiteY3181"/>
              </a:cxn>
              <a:cxn ang="0">
                <a:pos x="connsiteX3182" y="connsiteY3182"/>
              </a:cxn>
              <a:cxn ang="0">
                <a:pos x="connsiteX3183" y="connsiteY3183"/>
              </a:cxn>
              <a:cxn ang="0">
                <a:pos x="connsiteX3184" y="connsiteY3184"/>
              </a:cxn>
              <a:cxn ang="0">
                <a:pos x="connsiteX3185" y="connsiteY3185"/>
              </a:cxn>
              <a:cxn ang="0">
                <a:pos x="connsiteX3186" y="connsiteY3186"/>
              </a:cxn>
              <a:cxn ang="0">
                <a:pos x="connsiteX3187" y="connsiteY3187"/>
              </a:cxn>
              <a:cxn ang="0">
                <a:pos x="connsiteX3188" y="connsiteY3188"/>
              </a:cxn>
              <a:cxn ang="0">
                <a:pos x="connsiteX3189" y="connsiteY3189"/>
              </a:cxn>
              <a:cxn ang="0">
                <a:pos x="connsiteX3190" y="connsiteY3190"/>
              </a:cxn>
              <a:cxn ang="0">
                <a:pos x="connsiteX3191" y="connsiteY3191"/>
              </a:cxn>
              <a:cxn ang="0">
                <a:pos x="connsiteX3192" y="connsiteY3192"/>
              </a:cxn>
              <a:cxn ang="0">
                <a:pos x="connsiteX3193" y="connsiteY3193"/>
              </a:cxn>
              <a:cxn ang="0">
                <a:pos x="connsiteX3194" y="connsiteY3194"/>
              </a:cxn>
              <a:cxn ang="0">
                <a:pos x="connsiteX3195" y="connsiteY3195"/>
              </a:cxn>
              <a:cxn ang="0">
                <a:pos x="connsiteX3196" y="connsiteY3196"/>
              </a:cxn>
              <a:cxn ang="0">
                <a:pos x="connsiteX3197" y="connsiteY3197"/>
              </a:cxn>
              <a:cxn ang="0">
                <a:pos x="connsiteX3198" y="connsiteY3198"/>
              </a:cxn>
              <a:cxn ang="0">
                <a:pos x="connsiteX3199" y="connsiteY3199"/>
              </a:cxn>
              <a:cxn ang="0">
                <a:pos x="connsiteX3200" y="connsiteY3200"/>
              </a:cxn>
              <a:cxn ang="0">
                <a:pos x="connsiteX3201" y="connsiteY3201"/>
              </a:cxn>
              <a:cxn ang="0">
                <a:pos x="connsiteX3202" y="connsiteY3202"/>
              </a:cxn>
              <a:cxn ang="0">
                <a:pos x="connsiteX3203" y="connsiteY3203"/>
              </a:cxn>
              <a:cxn ang="0">
                <a:pos x="connsiteX3204" y="connsiteY3204"/>
              </a:cxn>
              <a:cxn ang="0">
                <a:pos x="connsiteX3205" y="connsiteY3205"/>
              </a:cxn>
              <a:cxn ang="0">
                <a:pos x="connsiteX3206" y="connsiteY3206"/>
              </a:cxn>
              <a:cxn ang="0">
                <a:pos x="connsiteX3207" y="connsiteY3207"/>
              </a:cxn>
              <a:cxn ang="0">
                <a:pos x="connsiteX3208" y="connsiteY3208"/>
              </a:cxn>
              <a:cxn ang="0">
                <a:pos x="connsiteX3209" y="connsiteY3209"/>
              </a:cxn>
              <a:cxn ang="0">
                <a:pos x="connsiteX3210" y="connsiteY3210"/>
              </a:cxn>
              <a:cxn ang="0">
                <a:pos x="connsiteX3211" y="connsiteY3211"/>
              </a:cxn>
              <a:cxn ang="0">
                <a:pos x="connsiteX3212" y="connsiteY3212"/>
              </a:cxn>
              <a:cxn ang="0">
                <a:pos x="connsiteX3213" y="connsiteY3213"/>
              </a:cxn>
              <a:cxn ang="0">
                <a:pos x="connsiteX3214" y="connsiteY3214"/>
              </a:cxn>
              <a:cxn ang="0">
                <a:pos x="connsiteX3215" y="connsiteY3215"/>
              </a:cxn>
              <a:cxn ang="0">
                <a:pos x="connsiteX3216" y="connsiteY3216"/>
              </a:cxn>
              <a:cxn ang="0">
                <a:pos x="connsiteX3217" y="connsiteY3217"/>
              </a:cxn>
              <a:cxn ang="0">
                <a:pos x="connsiteX3218" y="connsiteY3218"/>
              </a:cxn>
              <a:cxn ang="0">
                <a:pos x="connsiteX3219" y="connsiteY3219"/>
              </a:cxn>
              <a:cxn ang="0">
                <a:pos x="connsiteX3220" y="connsiteY3220"/>
              </a:cxn>
              <a:cxn ang="0">
                <a:pos x="connsiteX3221" y="connsiteY3221"/>
              </a:cxn>
              <a:cxn ang="0">
                <a:pos x="connsiteX3222" y="connsiteY3222"/>
              </a:cxn>
              <a:cxn ang="0">
                <a:pos x="connsiteX3223" y="connsiteY3223"/>
              </a:cxn>
              <a:cxn ang="0">
                <a:pos x="connsiteX3224" y="connsiteY3224"/>
              </a:cxn>
              <a:cxn ang="0">
                <a:pos x="connsiteX3225" y="connsiteY3225"/>
              </a:cxn>
              <a:cxn ang="0">
                <a:pos x="connsiteX3226" y="connsiteY3226"/>
              </a:cxn>
              <a:cxn ang="0">
                <a:pos x="connsiteX3227" y="connsiteY3227"/>
              </a:cxn>
              <a:cxn ang="0">
                <a:pos x="connsiteX3228" y="connsiteY3228"/>
              </a:cxn>
              <a:cxn ang="0">
                <a:pos x="connsiteX3229" y="connsiteY3229"/>
              </a:cxn>
              <a:cxn ang="0">
                <a:pos x="connsiteX3230" y="connsiteY3230"/>
              </a:cxn>
              <a:cxn ang="0">
                <a:pos x="connsiteX3231" y="connsiteY3231"/>
              </a:cxn>
              <a:cxn ang="0">
                <a:pos x="connsiteX3232" y="connsiteY3232"/>
              </a:cxn>
              <a:cxn ang="0">
                <a:pos x="connsiteX3233" y="connsiteY3233"/>
              </a:cxn>
              <a:cxn ang="0">
                <a:pos x="connsiteX3234" y="connsiteY3234"/>
              </a:cxn>
              <a:cxn ang="0">
                <a:pos x="connsiteX3235" y="connsiteY3235"/>
              </a:cxn>
              <a:cxn ang="0">
                <a:pos x="connsiteX3236" y="connsiteY3236"/>
              </a:cxn>
              <a:cxn ang="0">
                <a:pos x="connsiteX3237" y="connsiteY3237"/>
              </a:cxn>
              <a:cxn ang="0">
                <a:pos x="connsiteX3238" y="connsiteY3238"/>
              </a:cxn>
              <a:cxn ang="0">
                <a:pos x="connsiteX3239" y="connsiteY3239"/>
              </a:cxn>
              <a:cxn ang="0">
                <a:pos x="connsiteX3240" y="connsiteY3240"/>
              </a:cxn>
              <a:cxn ang="0">
                <a:pos x="connsiteX3241" y="connsiteY3241"/>
              </a:cxn>
              <a:cxn ang="0">
                <a:pos x="connsiteX3242" y="connsiteY3242"/>
              </a:cxn>
              <a:cxn ang="0">
                <a:pos x="connsiteX3243" y="connsiteY3243"/>
              </a:cxn>
              <a:cxn ang="0">
                <a:pos x="connsiteX3244" y="connsiteY3244"/>
              </a:cxn>
              <a:cxn ang="0">
                <a:pos x="connsiteX3245" y="connsiteY3245"/>
              </a:cxn>
              <a:cxn ang="0">
                <a:pos x="connsiteX3246" y="connsiteY3246"/>
              </a:cxn>
              <a:cxn ang="0">
                <a:pos x="connsiteX3247" y="connsiteY3247"/>
              </a:cxn>
              <a:cxn ang="0">
                <a:pos x="connsiteX3248" y="connsiteY3248"/>
              </a:cxn>
              <a:cxn ang="0">
                <a:pos x="connsiteX3249" y="connsiteY3249"/>
              </a:cxn>
              <a:cxn ang="0">
                <a:pos x="connsiteX3250" y="connsiteY3250"/>
              </a:cxn>
              <a:cxn ang="0">
                <a:pos x="connsiteX3251" y="connsiteY3251"/>
              </a:cxn>
              <a:cxn ang="0">
                <a:pos x="connsiteX3252" y="connsiteY3252"/>
              </a:cxn>
              <a:cxn ang="0">
                <a:pos x="connsiteX3253" y="connsiteY3253"/>
              </a:cxn>
              <a:cxn ang="0">
                <a:pos x="connsiteX3254" y="connsiteY3254"/>
              </a:cxn>
              <a:cxn ang="0">
                <a:pos x="connsiteX3255" y="connsiteY3255"/>
              </a:cxn>
              <a:cxn ang="0">
                <a:pos x="connsiteX3256" y="connsiteY3256"/>
              </a:cxn>
              <a:cxn ang="0">
                <a:pos x="connsiteX3257" y="connsiteY3257"/>
              </a:cxn>
              <a:cxn ang="0">
                <a:pos x="connsiteX3258" y="connsiteY3258"/>
              </a:cxn>
              <a:cxn ang="0">
                <a:pos x="connsiteX3259" y="connsiteY3259"/>
              </a:cxn>
              <a:cxn ang="0">
                <a:pos x="connsiteX3260" y="connsiteY3260"/>
              </a:cxn>
              <a:cxn ang="0">
                <a:pos x="connsiteX3261" y="connsiteY3261"/>
              </a:cxn>
              <a:cxn ang="0">
                <a:pos x="connsiteX3262" y="connsiteY3262"/>
              </a:cxn>
              <a:cxn ang="0">
                <a:pos x="connsiteX3263" y="connsiteY3263"/>
              </a:cxn>
              <a:cxn ang="0">
                <a:pos x="connsiteX3264" y="connsiteY3264"/>
              </a:cxn>
              <a:cxn ang="0">
                <a:pos x="connsiteX3265" y="connsiteY3265"/>
              </a:cxn>
              <a:cxn ang="0">
                <a:pos x="connsiteX3266" y="connsiteY3266"/>
              </a:cxn>
              <a:cxn ang="0">
                <a:pos x="connsiteX3267" y="connsiteY3267"/>
              </a:cxn>
              <a:cxn ang="0">
                <a:pos x="connsiteX3268" y="connsiteY3268"/>
              </a:cxn>
              <a:cxn ang="0">
                <a:pos x="connsiteX3269" y="connsiteY3269"/>
              </a:cxn>
              <a:cxn ang="0">
                <a:pos x="connsiteX3270" y="connsiteY3270"/>
              </a:cxn>
              <a:cxn ang="0">
                <a:pos x="connsiteX3271" y="connsiteY3271"/>
              </a:cxn>
              <a:cxn ang="0">
                <a:pos x="connsiteX3272" y="connsiteY3272"/>
              </a:cxn>
              <a:cxn ang="0">
                <a:pos x="connsiteX3273" y="connsiteY3273"/>
              </a:cxn>
              <a:cxn ang="0">
                <a:pos x="connsiteX3274" y="connsiteY3274"/>
              </a:cxn>
              <a:cxn ang="0">
                <a:pos x="connsiteX3275" y="connsiteY3275"/>
              </a:cxn>
              <a:cxn ang="0">
                <a:pos x="connsiteX3276" y="connsiteY3276"/>
              </a:cxn>
              <a:cxn ang="0">
                <a:pos x="connsiteX3277" y="connsiteY3277"/>
              </a:cxn>
              <a:cxn ang="0">
                <a:pos x="connsiteX3278" y="connsiteY3278"/>
              </a:cxn>
              <a:cxn ang="0">
                <a:pos x="connsiteX3279" y="connsiteY3279"/>
              </a:cxn>
              <a:cxn ang="0">
                <a:pos x="connsiteX3280" y="connsiteY3280"/>
              </a:cxn>
              <a:cxn ang="0">
                <a:pos x="connsiteX3281" y="connsiteY3281"/>
              </a:cxn>
              <a:cxn ang="0">
                <a:pos x="connsiteX3282" y="connsiteY3282"/>
              </a:cxn>
              <a:cxn ang="0">
                <a:pos x="connsiteX3283" y="connsiteY3283"/>
              </a:cxn>
              <a:cxn ang="0">
                <a:pos x="connsiteX3284" y="connsiteY3284"/>
              </a:cxn>
              <a:cxn ang="0">
                <a:pos x="connsiteX3285" y="connsiteY3285"/>
              </a:cxn>
              <a:cxn ang="0">
                <a:pos x="connsiteX3286" y="connsiteY3286"/>
              </a:cxn>
              <a:cxn ang="0">
                <a:pos x="connsiteX3287" y="connsiteY3287"/>
              </a:cxn>
              <a:cxn ang="0">
                <a:pos x="connsiteX3288" y="connsiteY3288"/>
              </a:cxn>
              <a:cxn ang="0">
                <a:pos x="connsiteX3289" y="connsiteY3289"/>
              </a:cxn>
              <a:cxn ang="0">
                <a:pos x="connsiteX3290" y="connsiteY3290"/>
              </a:cxn>
              <a:cxn ang="0">
                <a:pos x="connsiteX3291" y="connsiteY3291"/>
              </a:cxn>
              <a:cxn ang="0">
                <a:pos x="connsiteX3292" y="connsiteY3292"/>
              </a:cxn>
              <a:cxn ang="0">
                <a:pos x="connsiteX3293" y="connsiteY3293"/>
              </a:cxn>
              <a:cxn ang="0">
                <a:pos x="connsiteX3294" y="connsiteY3294"/>
              </a:cxn>
              <a:cxn ang="0">
                <a:pos x="connsiteX3295" y="connsiteY3295"/>
              </a:cxn>
              <a:cxn ang="0">
                <a:pos x="connsiteX3296" y="connsiteY3296"/>
              </a:cxn>
              <a:cxn ang="0">
                <a:pos x="connsiteX3297" y="connsiteY3297"/>
              </a:cxn>
              <a:cxn ang="0">
                <a:pos x="connsiteX3298" y="connsiteY3298"/>
              </a:cxn>
              <a:cxn ang="0">
                <a:pos x="connsiteX3299" y="connsiteY3299"/>
              </a:cxn>
              <a:cxn ang="0">
                <a:pos x="connsiteX3300" y="connsiteY3300"/>
              </a:cxn>
              <a:cxn ang="0">
                <a:pos x="connsiteX3301" y="connsiteY3301"/>
              </a:cxn>
              <a:cxn ang="0">
                <a:pos x="connsiteX3302" y="connsiteY3302"/>
              </a:cxn>
              <a:cxn ang="0">
                <a:pos x="connsiteX3303" y="connsiteY3303"/>
              </a:cxn>
              <a:cxn ang="0">
                <a:pos x="connsiteX3304" y="connsiteY3304"/>
              </a:cxn>
              <a:cxn ang="0">
                <a:pos x="connsiteX3305" y="connsiteY3305"/>
              </a:cxn>
              <a:cxn ang="0">
                <a:pos x="connsiteX3306" y="connsiteY3306"/>
              </a:cxn>
              <a:cxn ang="0">
                <a:pos x="connsiteX3307" y="connsiteY3307"/>
              </a:cxn>
              <a:cxn ang="0">
                <a:pos x="connsiteX3308" y="connsiteY3308"/>
              </a:cxn>
              <a:cxn ang="0">
                <a:pos x="connsiteX3309" y="connsiteY3309"/>
              </a:cxn>
              <a:cxn ang="0">
                <a:pos x="connsiteX3310" y="connsiteY3310"/>
              </a:cxn>
              <a:cxn ang="0">
                <a:pos x="connsiteX3311" y="connsiteY3311"/>
              </a:cxn>
              <a:cxn ang="0">
                <a:pos x="connsiteX3312" y="connsiteY3312"/>
              </a:cxn>
              <a:cxn ang="0">
                <a:pos x="connsiteX3313" y="connsiteY3313"/>
              </a:cxn>
              <a:cxn ang="0">
                <a:pos x="connsiteX3314" y="connsiteY3314"/>
              </a:cxn>
              <a:cxn ang="0">
                <a:pos x="connsiteX3315" y="connsiteY3315"/>
              </a:cxn>
              <a:cxn ang="0">
                <a:pos x="connsiteX3316" y="connsiteY3316"/>
              </a:cxn>
              <a:cxn ang="0">
                <a:pos x="connsiteX3317" y="connsiteY3317"/>
              </a:cxn>
              <a:cxn ang="0">
                <a:pos x="connsiteX3318" y="connsiteY3318"/>
              </a:cxn>
              <a:cxn ang="0">
                <a:pos x="connsiteX3319" y="connsiteY3319"/>
              </a:cxn>
              <a:cxn ang="0">
                <a:pos x="connsiteX3320" y="connsiteY3320"/>
              </a:cxn>
              <a:cxn ang="0">
                <a:pos x="connsiteX3321" y="connsiteY3321"/>
              </a:cxn>
              <a:cxn ang="0">
                <a:pos x="connsiteX3322" y="connsiteY3322"/>
              </a:cxn>
              <a:cxn ang="0">
                <a:pos x="connsiteX3323" y="connsiteY3323"/>
              </a:cxn>
              <a:cxn ang="0">
                <a:pos x="connsiteX3324" y="connsiteY3324"/>
              </a:cxn>
              <a:cxn ang="0">
                <a:pos x="connsiteX3325" y="connsiteY3325"/>
              </a:cxn>
              <a:cxn ang="0">
                <a:pos x="connsiteX3326" y="connsiteY3326"/>
              </a:cxn>
              <a:cxn ang="0">
                <a:pos x="connsiteX3327" y="connsiteY3327"/>
              </a:cxn>
              <a:cxn ang="0">
                <a:pos x="connsiteX3328" y="connsiteY3328"/>
              </a:cxn>
              <a:cxn ang="0">
                <a:pos x="connsiteX3329" y="connsiteY3329"/>
              </a:cxn>
              <a:cxn ang="0">
                <a:pos x="connsiteX3330" y="connsiteY3330"/>
              </a:cxn>
              <a:cxn ang="0">
                <a:pos x="connsiteX3331" y="connsiteY3331"/>
              </a:cxn>
              <a:cxn ang="0">
                <a:pos x="connsiteX3332" y="connsiteY3332"/>
              </a:cxn>
              <a:cxn ang="0">
                <a:pos x="connsiteX3333" y="connsiteY3333"/>
              </a:cxn>
              <a:cxn ang="0">
                <a:pos x="connsiteX3334" y="connsiteY3334"/>
              </a:cxn>
              <a:cxn ang="0">
                <a:pos x="connsiteX3335" y="connsiteY3335"/>
              </a:cxn>
              <a:cxn ang="0">
                <a:pos x="connsiteX3336" y="connsiteY3336"/>
              </a:cxn>
              <a:cxn ang="0">
                <a:pos x="connsiteX3337" y="connsiteY3337"/>
              </a:cxn>
              <a:cxn ang="0">
                <a:pos x="connsiteX3338" y="connsiteY3338"/>
              </a:cxn>
              <a:cxn ang="0">
                <a:pos x="connsiteX3339" y="connsiteY3339"/>
              </a:cxn>
              <a:cxn ang="0">
                <a:pos x="connsiteX3340" y="connsiteY3340"/>
              </a:cxn>
              <a:cxn ang="0">
                <a:pos x="connsiteX3341" y="connsiteY3341"/>
              </a:cxn>
              <a:cxn ang="0">
                <a:pos x="connsiteX3342" y="connsiteY3342"/>
              </a:cxn>
              <a:cxn ang="0">
                <a:pos x="connsiteX3343" y="connsiteY3343"/>
              </a:cxn>
              <a:cxn ang="0">
                <a:pos x="connsiteX3344" y="connsiteY3344"/>
              </a:cxn>
              <a:cxn ang="0">
                <a:pos x="connsiteX3345" y="connsiteY3345"/>
              </a:cxn>
              <a:cxn ang="0">
                <a:pos x="connsiteX3346" y="connsiteY3346"/>
              </a:cxn>
              <a:cxn ang="0">
                <a:pos x="connsiteX3347" y="connsiteY3347"/>
              </a:cxn>
              <a:cxn ang="0">
                <a:pos x="connsiteX3348" y="connsiteY3348"/>
              </a:cxn>
              <a:cxn ang="0">
                <a:pos x="connsiteX3349" y="connsiteY3349"/>
              </a:cxn>
              <a:cxn ang="0">
                <a:pos x="connsiteX3350" y="connsiteY3350"/>
              </a:cxn>
              <a:cxn ang="0">
                <a:pos x="connsiteX3351" y="connsiteY3351"/>
              </a:cxn>
              <a:cxn ang="0">
                <a:pos x="connsiteX3352" y="connsiteY3352"/>
              </a:cxn>
              <a:cxn ang="0">
                <a:pos x="connsiteX3353" y="connsiteY3353"/>
              </a:cxn>
              <a:cxn ang="0">
                <a:pos x="connsiteX3354" y="connsiteY3354"/>
              </a:cxn>
              <a:cxn ang="0">
                <a:pos x="connsiteX3355" y="connsiteY3355"/>
              </a:cxn>
              <a:cxn ang="0">
                <a:pos x="connsiteX3356" y="connsiteY3356"/>
              </a:cxn>
              <a:cxn ang="0">
                <a:pos x="connsiteX3357" y="connsiteY3357"/>
              </a:cxn>
              <a:cxn ang="0">
                <a:pos x="connsiteX3358" y="connsiteY3358"/>
              </a:cxn>
              <a:cxn ang="0">
                <a:pos x="connsiteX3359" y="connsiteY3359"/>
              </a:cxn>
              <a:cxn ang="0">
                <a:pos x="connsiteX3360" y="connsiteY3360"/>
              </a:cxn>
              <a:cxn ang="0">
                <a:pos x="connsiteX3361" y="connsiteY3361"/>
              </a:cxn>
              <a:cxn ang="0">
                <a:pos x="connsiteX3362" y="connsiteY3362"/>
              </a:cxn>
              <a:cxn ang="0">
                <a:pos x="connsiteX3363" y="connsiteY3363"/>
              </a:cxn>
              <a:cxn ang="0">
                <a:pos x="connsiteX3364" y="connsiteY3364"/>
              </a:cxn>
              <a:cxn ang="0">
                <a:pos x="connsiteX3365" y="connsiteY3365"/>
              </a:cxn>
              <a:cxn ang="0">
                <a:pos x="connsiteX3366" y="connsiteY3366"/>
              </a:cxn>
              <a:cxn ang="0">
                <a:pos x="connsiteX3367" y="connsiteY3367"/>
              </a:cxn>
              <a:cxn ang="0">
                <a:pos x="connsiteX3368" y="connsiteY3368"/>
              </a:cxn>
              <a:cxn ang="0">
                <a:pos x="connsiteX3369" y="connsiteY3369"/>
              </a:cxn>
              <a:cxn ang="0">
                <a:pos x="connsiteX3370" y="connsiteY3370"/>
              </a:cxn>
              <a:cxn ang="0">
                <a:pos x="connsiteX3371" y="connsiteY3371"/>
              </a:cxn>
              <a:cxn ang="0">
                <a:pos x="connsiteX3372" y="connsiteY3372"/>
              </a:cxn>
              <a:cxn ang="0">
                <a:pos x="connsiteX3373" y="connsiteY3373"/>
              </a:cxn>
              <a:cxn ang="0">
                <a:pos x="connsiteX3374" y="connsiteY3374"/>
              </a:cxn>
              <a:cxn ang="0">
                <a:pos x="connsiteX3375" y="connsiteY3375"/>
              </a:cxn>
              <a:cxn ang="0">
                <a:pos x="connsiteX3376" y="connsiteY3376"/>
              </a:cxn>
              <a:cxn ang="0">
                <a:pos x="connsiteX3377" y="connsiteY3377"/>
              </a:cxn>
              <a:cxn ang="0">
                <a:pos x="connsiteX3378" y="connsiteY3378"/>
              </a:cxn>
              <a:cxn ang="0">
                <a:pos x="connsiteX3379" y="connsiteY3379"/>
              </a:cxn>
              <a:cxn ang="0">
                <a:pos x="connsiteX3380" y="connsiteY3380"/>
              </a:cxn>
              <a:cxn ang="0">
                <a:pos x="connsiteX3381" y="connsiteY3381"/>
              </a:cxn>
              <a:cxn ang="0">
                <a:pos x="connsiteX3382" y="connsiteY3382"/>
              </a:cxn>
              <a:cxn ang="0">
                <a:pos x="connsiteX3383" y="connsiteY3383"/>
              </a:cxn>
              <a:cxn ang="0">
                <a:pos x="connsiteX3384" y="connsiteY3384"/>
              </a:cxn>
              <a:cxn ang="0">
                <a:pos x="connsiteX3385" y="connsiteY3385"/>
              </a:cxn>
              <a:cxn ang="0">
                <a:pos x="connsiteX3386" y="connsiteY3386"/>
              </a:cxn>
              <a:cxn ang="0">
                <a:pos x="connsiteX3387" y="connsiteY3387"/>
              </a:cxn>
              <a:cxn ang="0">
                <a:pos x="connsiteX3388" y="connsiteY3388"/>
              </a:cxn>
              <a:cxn ang="0">
                <a:pos x="connsiteX3389" y="connsiteY3389"/>
              </a:cxn>
              <a:cxn ang="0">
                <a:pos x="connsiteX3390" y="connsiteY3390"/>
              </a:cxn>
              <a:cxn ang="0">
                <a:pos x="connsiteX3391" y="connsiteY3391"/>
              </a:cxn>
              <a:cxn ang="0">
                <a:pos x="connsiteX3392" y="connsiteY3392"/>
              </a:cxn>
              <a:cxn ang="0">
                <a:pos x="connsiteX3393" y="connsiteY3393"/>
              </a:cxn>
              <a:cxn ang="0">
                <a:pos x="connsiteX3394" y="connsiteY3394"/>
              </a:cxn>
              <a:cxn ang="0">
                <a:pos x="connsiteX3395" y="connsiteY3395"/>
              </a:cxn>
              <a:cxn ang="0">
                <a:pos x="connsiteX3396" y="connsiteY3396"/>
              </a:cxn>
              <a:cxn ang="0">
                <a:pos x="connsiteX3397" y="connsiteY3397"/>
              </a:cxn>
              <a:cxn ang="0">
                <a:pos x="connsiteX3398" y="connsiteY3398"/>
              </a:cxn>
              <a:cxn ang="0">
                <a:pos x="connsiteX3399" y="connsiteY3399"/>
              </a:cxn>
              <a:cxn ang="0">
                <a:pos x="connsiteX3400" y="connsiteY3400"/>
              </a:cxn>
              <a:cxn ang="0">
                <a:pos x="connsiteX3401" y="connsiteY3401"/>
              </a:cxn>
              <a:cxn ang="0">
                <a:pos x="connsiteX3402" y="connsiteY3402"/>
              </a:cxn>
              <a:cxn ang="0">
                <a:pos x="connsiteX3403" y="connsiteY3403"/>
              </a:cxn>
              <a:cxn ang="0">
                <a:pos x="connsiteX3404" y="connsiteY3404"/>
              </a:cxn>
              <a:cxn ang="0">
                <a:pos x="connsiteX3405" y="connsiteY3405"/>
              </a:cxn>
              <a:cxn ang="0">
                <a:pos x="connsiteX3406" y="connsiteY3406"/>
              </a:cxn>
              <a:cxn ang="0">
                <a:pos x="connsiteX3407" y="connsiteY3407"/>
              </a:cxn>
              <a:cxn ang="0">
                <a:pos x="connsiteX3408" y="connsiteY3408"/>
              </a:cxn>
              <a:cxn ang="0">
                <a:pos x="connsiteX3409" y="connsiteY3409"/>
              </a:cxn>
              <a:cxn ang="0">
                <a:pos x="connsiteX3410" y="connsiteY3410"/>
              </a:cxn>
              <a:cxn ang="0">
                <a:pos x="connsiteX3411" y="connsiteY3411"/>
              </a:cxn>
              <a:cxn ang="0">
                <a:pos x="connsiteX3412" y="connsiteY3412"/>
              </a:cxn>
              <a:cxn ang="0">
                <a:pos x="connsiteX3413" y="connsiteY3413"/>
              </a:cxn>
              <a:cxn ang="0">
                <a:pos x="connsiteX3414" y="connsiteY3414"/>
              </a:cxn>
              <a:cxn ang="0">
                <a:pos x="connsiteX3415" y="connsiteY3415"/>
              </a:cxn>
              <a:cxn ang="0">
                <a:pos x="connsiteX3416" y="connsiteY3416"/>
              </a:cxn>
              <a:cxn ang="0">
                <a:pos x="connsiteX3417" y="connsiteY3417"/>
              </a:cxn>
              <a:cxn ang="0">
                <a:pos x="connsiteX3418" y="connsiteY3418"/>
              </a:cxn>
              <a:cxn ang="0">
                <a:pos x="connsiteX3419" y="connsiteY3419"/>
              </a:cxn>
              <a:cxn ang="0">
                <a:pos x="connsiteX3420" y="connsiteY3420"/>
              </a:cxn>
              <a:cxn ang="0">
                <a:pos x="connsiteX3421" y="connsiteY3421"/>
              </a:cxn>
              <a:cxn ang="0">
                <a:pos x="connsiteX3422" y="connsiteY3422"/>
              </a:cxn>
              <a:cxn ang="0">
                <a:pos x="connsiteX3423" y="connsiteY3423"/>
              </a:cxn>
              <a:cxn ang="0">
                <a:pos x="connsiteX3424" y="connsiteY3424"/>
              </a:cxn>
              <a:cxn ang="0">
                <a:pos x="connsiteX3425" y="connsiteY3425"/>
              </a:cxn>
              <a:cxn ang="0">
                <a:pos x="connsiteX3426" y="connsiteY3426"/>
              </a:cxn>
              <a:cxn ang="0">
                <a:pos x="connsiteX3427" y="connsiteY3427"/>
              </a:cxn>
              <a:cxn ang="0">
                <a:pos x="connsiteX3428" y="connsiteY3428"/>
              </a:cxn>
              <a:cxn ang="0">
                <a:pos x="connsiteX3429" y="connsiteY3429"/>
              </a:cxn>
              <a:cxn ang="0">
                <a:pos x="connsiteX3430" y="connsiteY3430"/>
              </a:cxn>
              <a:cxn ang="0">
                <a:pos x="connsiteX3431" y="connsiteY3431"/>
              </a:cxn>
              <a:cxn ang="0">
                <a:pos x="connsiteX3432" y="connsiteY3432"/>
              </a:cxn>
              <a:cxn ang="0">
                <a:pos x="connsiteX3433" y="connsiteY3433"/>
              </a:cxn>
              <a:cxn ang="0">
                <a:pos x="connsiteX3434" y="connsiteY3434"/>
              </a:cxn>
              <a:cxn ang="0">
                <a:pos x="connsiteX3435" y="connsiteY3435"/>
              </a:cxn>
              <a:cxn ang="0">
                <a:pos x="connsiteX3436" y="connsiteY3436"/>
              </a:cxn>
              <a:cxn ang="0">
                <a:pos x="connsiteX3437" y="connsiteY3437"/>
              </a:cxn>
              <a:cxn ang="0">
                <a:pos x="connsiteX3438" y="connsiteY3438"/>
              </a:cxn>
              <a:cxn ang="0">
                <a:pos x="connsiteX3439" y="connsiteY3439"/>
              </a:cxn>
              <a:cxn ang="0">
                <a:pos x="connsiteX3440" y="connsiteY3440"/>
              </a:cxn>
              <a:cxn ang="0">
                <a:pos x="connsiteX3441" y="connsiteY3441"/>
              </a:cxn>
              <a:cxn ang="0">
                <a:pos x="connsiteX3442" y="connsiteY3442"/>
              </a:cxn>
              <a:cxn ang="0">
                <a:pos x="connsiteX3443" y="connsiteY3443"/>
              </a:cxn>
              <a:cxn ang="0">
                <a:pos x="connsiteX3444" y="connsiteY3444"/>
              </a:cxn>
              <a:cxn ang="0">
                <a:pos x="connsiteX3445" y="connsiteY3445"/>
              </a:cxn>
              <a:cxn ang="0">
                <a:pos x="connsiteX3446" y="connsiteY3446"/>
              </a:cxn>
              <a:cxn ang="0">
                <a:pos x="connsiteX3447" y="connsiteY3447"/>
              </a:cxn>
              <a:cxn ang="0">
                <a:pos x="connsiteX3448" y="connsiteY3448"/>
              </a:cxn>
              <a:cxn ang="0">
                <a:pos x="connsiteX3449" y="connsiteY3449"/>
              </a:cxn>
              <a:cxn ang="0">
                <a:pos x="connsiteX3450" y="connsiteY3450"/>
              </a:cxn>
              <a:cxn ang="0">
                <a:pos x="connsiteX3451" y="connsiteY3451"/>
              </a:cxn>
              <a:cxn ang="0">
                <a:pos x="connsiteX3452" y="connsiteY3452"/>
              </a:cxn>
              <a:cxn ang="0">
                <a:pos x="connsiteX3453" y="connsiteY3453"/>
              </a:cxn>
              <a:cxn ang="0">
                <a:pos x="connsiteX3454" y="connsiteY3454"/>
              </a:cxn>
              <a:cxn ang="0">
                <a:pos x="connsiteX3455" y="connsiteY3455"/>
              </a:cxn>
              <a:cxn ang="0">
                <a:pos x="connsiteX3456" y="connsiteY3456"/>
              </a:cxn>
              <a:cxn ang="0">
                <a:pos x="connsiteX3457" y="connsiteY3457"/>
              </a:cxn>
              <a:cxn ang="0">
                <a:pos x="connsiteX3458" y="connsiteY3458"/>
              </a:cxn>
              <a:cxn ang="0">
                <a:pos x="connsiteX3459" y="connsiteY3459"/>
              </a:cxn>
              <a:cxn ang="0">
                <a:pos x="connsiteX3460" y="connsiteY3460"/>
              </a:cxn>
              <a:cxn ang="0">
                <a:pos x="connsiteX3461" y="connsiteY3461"/>
              </a:cxn>
              <a:cxn ang="0">
                <a:pos x="connsiteX3462" y="connsiteY3462"/>
              </a:cxn>
              <a:cxn ang="0">
                <a:pos x="connsiteX3463" y="connsiteY3463"/>
              </a:cxn>
              <a:cxn ang="0">
                <a:pos x="connsiteX3464" y="connsiteY3464"/>
              </a:cxn>
              <a:cxn ang="0">
                <a:pos x="connsiteX3465" y="connsiteY3465"/>
              </a:cxn>
              <a:cxn ang="0">
                <a:pos x="connsiteX3466" y="connsiteY3466"/>
              </a:cxn>
              <a:cxn ang="0">
                <a:pos x="connsiteX3467" y="connsiteY3467"/>
              </a:cxn>
              <a:cxn ang="0">
                <a:pos x="connsiteX3468" y="connsiteY3468"/>
              </a:cxn>
              <a:cxn ang="0">
                <a:pos x="connsiteX3469" y="connsiteY3469"/>
              </a:cxn>
              <a:cxn ang="0">
                <a:pos x="connsiteX3470" y="connsiteY3470"/>
              </a:cxn>
              <a:cxn ang="0">
                <a:pos x="connsiteX3471" y="connsiteY3471"/>
              </a:cxn>
              <a:cxn ang="0">
                <a:pos x="connsiteX3472" y="connsiteY3472"/>
              </a:cxn>
              <a:cxn ang="0">
                <a:pos x="connsiteX3473" y="connsiteY3473"/>
              </a:cxn>
              <a:cxn ang="0">
                <a:pos x="connsiteX3474" y="connsiteY3474"/>
              </a:cxn>
              <a:cxn ang="0">
                <a:pos x="connsiteX3475" y="connsiteY3475"/>
              </a:cxn>
              <a:cxn ang="0">
                <a:pos x="connsiteX3476" y="connsiteY3476"/>
              </a:cxn>
              <a:cxn ang="0">
                <a:pos x="connsiteX3477" y="connsiteY3477"/>
              </a:cxn>
              <a:cxn ang="0">
                <a:pos x="connsiteX3478" y="connsiteY3478"/>
              </a:cxn>
              <a:cxn ang="0">
                <a:pos x="connsiteX3479" y="connsiteY3479"/>
              </a:cxn>
              <a:cxn ang="0">
                <a:pos x="connsiteX3480" y="connsiteY3480"/>
              </a:cxn>
              <a:cxn ang="0">
                <a:pos x="connsiteX3481" y="connsiteY3481"/>
              </a:cxn>
              <a:cxn ang="0">
                <a:pos x="connsiteX3482" y="connsiteY3482"/>
              </a:cxn>
              <a:cxn ang="0">
                <a:pos x="connsiteX3483" y="connsiteY3483"/>
              </a:cxn>
              <a:cxn ang="0">
                <a:pos x="connsiteX3484" y="connsiteY3484"/>
              </a:cxn>
              <a:cxn ang="0">
                <a:pos x="connsiteX3485" y="connsiteY3485"/>
              </a:cxn>
              <a:cxn ang="0">
                <a:pos x="connsiteX3486" y="connsiteY3486"/>
              </a:cxn>
              <a:cxn ang="0">
                <a:pos x="connsiteX3487" y="connsiteY3487"/>
              </a:cxn>
              <a:cxn ang="0">
                <a:pos x="connsiteX3488" y="connsiteY3488"/>
              </a:cxn>
              <a:cxn ang="0">
                <a:pos x="connsiteX3489" y="connsiteY3489"/>
              </a:cxn>
              <a:cxn ang="0">
                <a:pos x="connsiteX3490" y="connsiteY3490"/>
              </a:cxn>
              <a:cxn ang="0">
                <a:pos x="connsiteX3491" y="connsiteY3491"/>
              </a:cxn>
              <a:cxn ang="0">
                <a:pos x="connsiteX3492" y="connsiteY3492"/>
              </a:cxn>
              <a:cxn ang="0">
                <a:pos x="connsiteX3493" y="connsiteY3493"/>
              </a:cxn>
              <a:cxn ang="0">
                <a:pos x="connsiteX3494" y="connsiteY3494"/>
              </a:cxn>
              <a:cxn ang="0">
                <a:pos x="connsiteX3495" y="connsiteY3495"/>
              </a:cxn>
              <a:cxn ang="0">
                <a:pos x="connsiteX3496" y="connsiteY3496"/>
              </a:cxn>
              <a:cxn ang="0">
                <a:pos x="connsiteX3497" y="connsiteY3497"/>
              </a:cxn>
              <a:cxn ang="0">
                <a:pos x="connsiteX3498" y="connsiteY3498"/>
              </a:cxn>
              <a:cxn ang="0">
                <a:pos x="connsiteX3499" y="connsiteY3499"/>
              </a:cxn>
              <a:cxn ang="0">
                <a:pos x="connsiteX3500" y="connsiteY3500"/>
              </a:cxn>
              <a:cxn ang="0">
                <a:pos x="connsiteX3501" y="connsiteY3501"/>
              </a:cxn>
              <a:cxn ang="0">
                <a:pos x="connsiteX3502" y="connsiteY3502"/>
              </a:cxn>
              <a:cxn ang="0">
                <a:pos x="connsiteX3503" y="connsiteY3503"/>
              </a:cxn>
              <a:cxn ang="0">
                <a:pos x="connsiteX3504" y="connsiteY3504"/>
              </a:cxn>
              <a:cxn ang="0">
                <a:pos x="connsiteX3505" y="connsiteY3505"/>
              </a:cxn>
              <a:cxn ang="0">
                <a:pos x="connsiteX3506" y="connsiteY3506"/>
              </a:cxn>
              <a:cxn ang="0">
                <a:pos x="connsiteX3507" y="connsiteY3507"/>
              </a:cxn>
              <a:cxn ang="0">
                <a:pos x="connsiteX3508" y="connsiteY3508"/>
              </a:cxn>
              <a:cxn ang="0">
                <a:pos x="connsiteX3509" y="connsiteY3509"/>
              </a:cxn>
              <a:cxn ang="0">
                <a:pos x="connsiteX3510" y="connsiteY3510"/>
              </a:cxn>
              <a:cxn ang="0">
                <a:pos x="connsiteX3511" y="connsiteY3511"/>
              </a:cxn>
              <a:cxn ang="0">
                <a:pos x="connsiteX3512" y="connsiteY3512"/>
              </a:cxn>
              <a:cxn ang="0">
                <a:pos x="connsiteX3513" y="connsiteY3513"/>
              </a:cxn>
              <a:cxn ang="0">
                <a:pos x="connsiteX3514" y="connsiteY3514"/>
              </a:cxn>
              <a:cxn ang="0">
                <a:pos x="connsiteX3515" y="connsiteY3515"/>
              </a:cxn>
              <a:cxn ang="0">
                <a:pos x="connsiteX3516" y="connsiteY3516"/>
              </a:cxn>
              <a:cxn ang="0">
                <a:pos x="connsiteX3517" y="connsiteY3517"/>
              </a:cxn>
              <a:cxn ang="0">
                <a:pos x="connsiteX3518" y="connsiteY3518"/>
              </a:cxn>
              <a:cxn ang="0">
                <a:pos x="connsiteX3519" y="connsiteY3519"/>
              </a:cxn>
              <a:cxn ang="0">
                <a:pos x="connsiteX3520" y="connsiteY3520"/>
              </a:cxn>
              <a:cxn ang="0">
                <a:pos x="connsiteX3521" y="connsiteY3521"/>
              </a:cxn>
              <a:cxn ang="0">
                <a:pos x="connsiteX3522" y="connsiteY3522"/>
              </a:cxn>
              <a:cxn ang="0">
                <a:pos x="connsiteX3523" y="connsiteY3523"/>
              </a:cxn>
              <a:cxn ang="0">
                <a:pos x="connsiteX3524" y="connsiteY3524"/>
              </a:cxn>
              <a:cxn ang="0">
                <a:pos x="connsiteX3525" y="connsiteY3525"/>
              </a:cxn>
              <a:cxn ang="0">
                <a:pos x="connsiteX3526" y="connsiteY3526"/>
              </a:cxn>
              <a:cxn ang="0">
                <a:pos x="connsiteX3527" y="connsiteY3527"/>
              </a:cxn>
              <a:cxn ang="0">
                <a:pos x="connsiteX3528" y="connsiteY3528"/>
              </a:cxn>
              <a:cxn ang="0">
                <a:pos x="connsiteX3529" y="connsiteY3529"/>
              </a:cxn>
              <a:cxn ang="0">
                <a:pos x="connsiteX3530" y="connsiteY3530"/>
              </a:cxn>
              <a:cxn ang="0">
                <a:pos x="connsiteX3531" y="connsiteY3531"/>
              </a:cxn>
              <a:cxn ang="0">
                <a:pos x="connsiteX3532" y="connsiteY3532"/>
              </a:cxn>
              <a:cxn ang="0">
                <a:pos x="connsiteX3533" y="connsiteY3533"/>
              </a:cxn>
              <a:cxn ang="0">
                <a:pos x="connsiteX3534" y="connsiteY3534"/>
              </a:cxn>
              <a:cxn ang="0">
                <a:pos x="connsiteX3535" y="connsiteY3535"/>
              </a:cxn>
              <a:cxn ang="0">
                <a:pos x="connsiteX3536" y="connsiteY3536"/>
              </a:cxn>
              <a:cxn ang="0">
                <a:pos x="connsiteX3537" y="connsiteY3537"/>
              </a:cxn>
              <a:cxn ang="0">
                <a:pos x="connsiteX3538" y="connsiteY3538"/>
              </a:cxn>
              <a:cxn ang="0">
                <a:pos x="connsiteX3539" y="connsiteY3539"/>
              </a:cxn>
              <a:cxn ang="0">
                <a:pos x="connsiteX3540" y="connsiteY3540"/>
              </a:cxn>
              <a:cxn ang="0">
                <a:pos x="connsiteX3541" y="connsiteY3541"/>
              </a:cxn>
              <a:cxn ang="0">
                <a:pos x="connsiteX3542" y="connsiteY3542"/>
              </a:cxn>
              <a:cxn ang="0">
                <a:pos x="connsiteX3543" y="connsiteY3543"/>
              </a:cxn>
              <a:cxn ang="0">
                <a:pos x="connsiteX3544" y="connsiteY3544"/>
              </a:cxn>
              <a:cxn ang="0">
                <a:pos x="connsiteX3545" y="connsiteY3545"/>
              </a:cxn>
              <a:cxn ang="0">
                <a:pos x="connsiteX3546" y="connsiteY3546"/>
              </a:cxn>
              <a:cxn ang="0">
                <a:pos x="connsiteX3547" y="connsiteY3547"/>
              </a:cxn>
              <a:cxn ang="0">
                <a:pos x="connsiteX3548" y="connsiteY3548"/>
              </a:cxn>
              <a:cxn ang="0">
                <a:pos x="connsiteX3549" y="connsiteY3549"/>
              </a:cxn>
              <a:cxn ang="0">
                <a:pos x="connsiteX3550" y="connsiteY3550"/>
              </a:cxn>
              <a:cxn ang="0">
                <a:pos x="connsiteX3551" y="connsiteY3551"/>
              </a:cxn>
              <a:cxn ang="0">
                <a:pos x="connsiteX3552" y="connsiteY3552"/>
              </a:cxn>
              <a:cxn ang="0">
                <a:pos x="connsiteX3553" y="connsiteY3553"/>
              </a:cxn>
              <a:cxn ang="0">
                <a:pos x="connsiteX3554" y="connsiteY3554"/>
              </a:cxn>
              <a:cxn ang="0">
                <a:pos x="connsiteX3555" y="connsiteY3555"/>
              </a:cxn>
              <a:cxn ang="0">
                <a:pos x="connsiteX3556" y="connsiteY3556"/>
              </a:cxn>
              <a:cxn ang="0">
                <a:pos x="connsiteX3557" y="connsiteY3557"/>
              </a:cxn>
              <a:cxn ang="0">
                <a:pos x="connsiteX3558" y="connsiteY3558"/>
              </a:cxn>
              <a:cxn ang="0">
                <a:pos x="connsiteX3559" y="connsiteY3559"/>
              </a:cxn>
              <a:cxn ang="0">
                <a:pos x="connsiteX3560" y="connsiteY3560"/>
              </a:cxn>
              <a:cxn ang="0">
                <a:pos x="connsiteX3561" y="connsiteY3561"/>
              </a:cxn>
              <a:cxn ang="0">
                <a:pos x="connsiteX3562" y="connsiteY3562"/>
              </a:cxn>
              <a:cxn ang="0">
                <a:pos x="connsiteX3563" y="connsiteY3563"/>
              </a:cxn>
              <a:cxn ang="0">
                <a:pos x="connsiteX3564" y="connsiteY3564"/>
              </a:cxn>
              <a:cxn ang="0">
                <a:pos x="connsiteX3565" y="connsiteY3565"/>
              </a:cxn>
              <a:cxn ang="0">
                <a:pos x="connsiteX3566" y="connsiteY3566"/>
              </a:cxn>
              <a:cxn ang="0">
                <a:pos x="connsiteX3567" y="connsiteY3567"/>
              </a:cxn>
              <a:cxn ang="0">
                <a:pos x="connsiteX3568" y="connsiteY3568"/>
              </a:cxn>
              <a:cxn ang="0">
                <a:pos x="connsiteX3569" y="connsiteY3569"/>
              </a:cxn>
              <a:cxn ang="0">
                <a:pos x="connsiteX3570" y="connsiteY3570"/>
              </a:cxn>
              <a:cxn ang="0">
                <a:pos x="connsiteX3571" y="connsiteY3571"/>
              </a:cxn>
              <a:cxn ang="0">
                <a:pos x="connsiteX3572" y="connsiteY3572"/>
              </a:cxn>
              <a:cxn ang="0">
                <a:pos x="connsiteX3573" y="connsiteY3573"/>
              </a:cxn>
              <a:cxn ang="0">
                <a:pos x="connsiteX3574" y="connsiteY3574"/>
              </a:cxn>
              <a:cxn ang="0">
                <a:pos x="connsiteX3575" y="connsiteY3575"/>
              </a:cxn>
              <a:cxn ang="0">
                <a:pos x="connsiteX3576" y="connsiteY3576"/>
              </a:cxn>
              <a:cxn ang="0">
                <a:pos x="connsiteX3577" y="connsiteY3577"/>
              </a:cxn>
              <a:cxn ang="0">
                <a:pos x="connsiteX3578" y="connsiteY3578"/>
              </a:cxn>
              <a:cxn ang="0">
                <a:pos x="connsiteX3579" y="connsiteY3579"/>
              </a:cxn>
              <a:cxn ang="0">
                <a:pos x="connsiteX3580" y="connsiteY3580"/>
              </a:cxn>
              <a:cxn ang="0">
                <a:pos x="connsiteX3581" y="connsiteY3581"/>
              </a:cxn>
              <a:cxn ang="0">
                <a:pos x="connsiteX3582" y="connsiteY3582"/>
              </a:cxn>
              <a:cxn ang="0">
                <a:pos x="connsiteX3583" y="connsiteY3583"/>
              </a:cxn>
              <a:cxn ang="0">
                <a:pos x="connsiteX3584" y="connsiteY3584"/>
              </a:cxn>
              <a:cxn ang="0">
                <a:pos x="connsiteX3585" y="connsiteY3585"/>
              </a:cxn>
              <a:cxn ang="0">
                <a:pos x="connsiteX3586" y="connsiteY3586"/>
              </a:cxn>
              <a:cxn ang="0">
                <a:pos x="connsiteX3587" y="connsiteY3587"/>
              </a:cxn>
              <a:cxn ang="0">
                <a:pos x="connsiteX3588" y="connsiteY3588"/>
              </a:cxn>
              <a:cxn ang="0">
                <a:pos x="connsiteX3589" y="connsiteY3589"/>
              </a:cxn>
              <a:cxn ang="0">
                <a:pos x="connsiteX3590" y="connsiteY3590"/>
              </a:cxn>
              <a:cxn ang="0">
                <a:pos x="connsiteX3591" y="connsiteY3591"/>
              </a:cxn>
              <a:cxn ang="0">
                <a:pos x="connsiteX3592" y="connsiteY3592"/>
              </a:cxn>
              <a:cxn ang="0">
                <a:pos x="connsiteX3593" y="connsiteY3593"/>
              </a:cxn>
              <a:cxn ang="0">
                <a:pos x="connsiteX3594" y="connsiteY3594"/>
              </a:cxn>
              <a:cxn ang="0">
                <a:pos x="connsiteX3595" y="connsiteY3595"/>
              </a:cxn>
              <a:cxn ang="0">
                <a:pos x="connsiteX3596" y="connsiteY3596"/>
              </a:cxn>
              <a:cxn ang="0">
                <a:pos x="connsiteX3597" y="connsiteY3597"/>
              </a:cxn>
              <a:cxn ang="0">
                <a:pos x="connsiteX3598" y="connsiteY3598"/>
              </a:cxn>
              <a:cxn ang="0">
                <a:pos x="connsiteX3599" y="connsiteY3599"/>
              </a:cxn>
              <a:cxn ang="0">
                <a:pos x="connsiteX3600" y="connsiteY3600"/>
              </a:cxn>
              <a:cxn ang="0">
                <a:pos x="connsiteX3601" y="connsiteY3601"/>
              </a:cxn>
              <a:cxn ang="0">
                <a:pos x="connsiteX3602" y="connsiteY3602"/>
              </a:cxn>
              <a:cxn ang="0">
                <a:pos x="connsiteX3603" y="connsiteY3603"/>
              </a:cxn>
              <a:cxn ang="0">
                <a:pos x="connsiteX3604" y="connsiteY3604"/>
              </a:cxn>
              <a:cxn ang="0">
                <a:pos x="connsiteX3605" y="connsiteY3605"/>
              </a:cxn>
              <a:cxn ang="0">
                <a:pos x="connsiteX3606" y="connsiteY3606"/>
              </a:cxn>
              <a:cxn ang="0">
                <a:pos x="connsiteX3607" y="connsiteY3607"/>
              </a:cxn>
              <a:cxn ang="0">
                <a:pos x="connsiteX3608" y="connsiteY3608"/>
              </a:cxn>
              <a:cxn ang="0">
                <a:pos x="connsiteX3609" y="connsiteY3609"/>
              </a:cxn>
              <a:cxn ang="0">
                <a:pos x="connsiteX3610" y="connsiteY3610"/>
              </a:cxn>
              <a:cxn ang="0">
                <a:pos x="connsiteX3611" y="connsiteY3611"/>
              </a:cxn>
              <a:cxn ang="0">
                <a:pos x="connsiteX3612" y="connsiteY3612"/>
              </a:cxn>
              <a:cxn ang="0">
                <a:pos x="connsiteX3613" y="connsiteY3613"/>
              </a:cxn>
              <a:cxn ang="0">
                <a:pos x="connsiteX3614" y="connsiteY3614"/>
              </a:cxn>
              <a:cxn ang="0">
                <a:pos x="connsiteX3615" y="connsiteY3615"/>
              </a:cxn>
              <a:cxn ang="0">
                <a:pos x="connsiteX3616" y="connsiteY3616"/>
              </a:cxn>
              <a:cxn ang="0">
                <a:pos x="connsiteX3617" y="connsiteY3617"/>
              </a:cxn>
              <a:cxn ang="0">
                <a:pos x="connsiteX3618" y="connsiteY3618"/>
              </a:cxn>
              <a:cxn ang="0">
                <a:pos x="connsiteX3619" y="connsiteY3619"/>
              </a:cxn>
              <a:cxn ang="0">
                <a:pos x="connsiteX3620" y="connsiteY3620"/>
              </a:cxn>
              <a:cxn ang="0">
                <a:pos x="connsiteX3621" y="connsiteY3621"/>
              </a:cxn>
              <a:cxn ang="0">
                <a:pos x="connsiteX3622" y="connsiteY3622"/>
              </a:cxn>
              <a:cxn ang="0">
                <a:pos x="connsiteX3623" y="connsiteY3623"/>
              </a:cxn>
              <a:cxn ang="0">
                <a:pos x="connsiteX3624" y="connsiteY3624"/>
              </a:cxn>
              <a:cxn ang="0">
                <a:pos x="connsiteX3625" y="connsiteY3625"/>
              </a:cxn>
              <a:cxn ang="0">
                <a:pos x="connsiteX3626" y="connsiteY3626"/>
              </a:cxn>
              <a:cxn ang="0">
                <a:pos x="connsiteX3627" y="connsiteY3627"/>
              </a:cxn>
              <a:cxn ang="0">
                <a:pos x="connsiteX3628" y="connsiteY3628"/>
              </a:cxn>
              <a:cxn ang="0">
                <a:pos x="connsiteX3629" y="connsiteY3629"/>
              </a:cxn>
              <a:cxn ang="0">
                <a:pos x="connsiteX3630" y="connsiteY3630"/>
              </a:cxn>
              <a:cxn ang="0">
                <a:pos x="connsiteX3631" y="connsiteY3631"/>
              </a:cxn>
              <a:cxn ang="0">
                <a:pos x="connsiteX3632" y="connsiteY3632"/>
              </a:cxn>
              <a:cxn ang="0">
                <a:pos x="connsiteX3633" y="connsiteY3633"/>
              </a:cxn>
              <a:cxn ang="0">
                <a:pos x="connsiteX3634" y="connsiteY3634"/>
              </a:cxn>
              <a:cxn ang="0">
                <a:pos x="connsiteX3635" y="connsiteY3635"/>
              </a:cxn>
              <a:cxn ang="0">
                <a:pos x="connsiteX3636" y="connsiteY3636"/>
              </a:cxn>
              <a:cxn ang="0">
                <a:pos x="connsiteX3637" y="connsiteY3637"/>
              </a:cxn>
              <a:cxn ang="0">
                <a:pos x="connsiteX3638" y="connsiteY3638"/>
              </a:cxn>
              <a:cxn ang="0">
                <a:pos x="connsiteX3639" y="connsiteY3639"/>
              </a:cxn>
              <a:cxn ang="0">
                <a:pos x="connsiteX3640" y="connsiteY3640"/>
              </a:cxn>
              <a:cxn ang="0">
                <a:pos x="connsiteX3641" y="connsiteY3641"/>
              </a:cxn>
              <a:cxn ang="0">
                <a:pos x="connsiteX3642" y="connsiteY3642"/>
              </a:cxn>
              <a:cxn ang="0">
                <a:pos x="connsiteX3643" y="connsiteY3643"/>
              </a:cxn>
              <a:cxn ang="0">
                <a:pos x="connsiteX3644" y="connsiteY3644"/>
              </a:cxn>
              <a:cxn ang="0">
                <a:pos x="connsiteX3645" y="connsiteY3645"/>
              </a:cxn>
              <a:cxn ang="0">
                <a:pos x="connsiteX3646" y="connsiteY3646"/>
              </a:cxn>
              <a:cxn ang="0">
                <a:pos x="connsiteX3647" y="connsiteY3647"/>
              </a:cxn>
              <a:cxn ang="0">
                <a:pos x="connsiteX3648" y="connsiteY3648"/>
              </a:cxn>
              <a:cxn ang="0">
                <a:pos x="connsiteX3649" y="connsiteY3649"/>
              </a:cxn>
              <a:cxn ang="0">
                <a:pos x="connsiteX3650" y="connsiteY3650"/>
              </a:cxn>
              <a:cxn ang="0">
                <a:pos x="connsiteX3651" y="connsiteY3651"/>
              </a:cxn>
              <a:cxn ang="0">
                <a:pos x="connsiteX3652" y="connsiteY3652"/>
              </a:cxn>
              <a:cxn ang="0">
                <a:pos x="connsiteX3653" y="connsiteY3653"/>
              </a:cxn>
              <a:cxn ang="0">
                <a:pos x="connsiteX3654" y="connsiteY3654"/>
              </a:cxn>
              <a:cxn ang="0">
                <a:pos x="connsiteX3655" y="connsiteY3655"/>
              </a:cxn>
              <a:cxn ang="0">
                <a:pos x="connsiteX3656" y="connsiteY3656"/>
              </a:cxn>
              <a:cxn ang="0">
                <a:pos x="connsiteX3657" y="connsiteY3657"/>
              </a:cxn>
              <a:cxn ang="0">
                <a:pos x="connsiteX3658" y="connsiteY3658"/>
              </a:cxn>
              <a:cxn ang="0">
                <a:pos x="connsiteX3659" y="connsiteY3659"/>
              </a:cxn>
              <a:cxn ang="0">
                <a:pos x="connsiteX3660" y="connsiteY3660"/>
              </a:cxn>
              <a:cxn ang="0">
                <a:pos x="connsiteX3661" y="connsiteY3661"/>
              </a:cxn>
              <a:cxn ang="0">
                <a:pos x="connsiteX3662" y="connsiteY3662"/>
              </a:cxn>
              <a:cxn ang="0">
                <a:pos x="connsiteX3663" y="connsiteY3663"/>
              </a:cxn>
              <a:cxn ang="0">
                <a:pos x="connsiteX3664" y="connsiteY3664"/>
              </a:cxn>
              <a:cxn ang="0">
                <a:pos x="connsiteX3665" y="connsiteY3665"/>
              </a:cxn>
              <a:cxn ang="0">
                <a:pos x="connsiteX3666" y="connsiteY3666"/>
              </a:cxn>
              <a:cxn ang="0">
                <a:pos x="connsiteX3667" y="connsiteY3667"/>
              </a:cxn>
              <a:cxn ang="0">
                <a:pos x="connsiteX3668" y="connsiteY3668"/>
              </a:cxn>
              <a:cxn ang="0">
                <a:pos x="connsiteX3669" y="connsiteY3669"/>
              </a:cxn>
              <a:cxn ang="0">
                <a:pos x="connsiteX3670" y="connsiteY3670"/>
              </a:cxn>
              <a:cxn ang="0">
                <a:pos x="connsiteX3671" y="connsiteY3671"/>
              </a:cxn>
              <a:cxn ang="0">
                <a:pos x="connsiteX3672" y="connsiteY3672"/>
              </a:cxn>
              <a:cxn ang="0">
                <a:pos x="connsiteX3673" y="connsiteY3673"/>
              </a:cxn>
              <a:cxn ang="0">
                <a:pos x="connsiteX3674" y="connsiteY3674"/>
              </a:cxn>
              <a:cxn ang="0">
                <a:pos x="connsiteX3675" y="connsiteY3675"/>
              </a:cxn>
              <a:cxn ang="0">
                <a:pos x="connsiteX3676" y="connsiteY3676"/>
              </a:cxn>
              <a:cxn ang="0">
                <a:pos x="connsiteX3677" y="connsiteY3677"/>
              </a:cxn>
              <a:cxn ang="0">
                <a:pos x="connsiteX3678" y="connsiteY3678"/>
              </a:cxn>
              <a:cxn ang="0">
                <a:pos x="connsiteX3679" y="connsiteY3679"/>
              </a:cxn>
              <a:cxn ang="0">
                <a:pos x="connsiteX3680" y="connsiteY3680"/>
              </a:cxn>
              <a:cxn ang="0">
                <a:pos x="connsiteX3681" y="connsiteY3681"/>
              </a:cxn>
              <a:cxn ang="0">
                <a:pos x="connsiteX3682" y="connsiteY3682"/>
              </a:cxn>
              <a:cxn ang="0">
                <a:pos x="connsiteX3683" y="connsiteY3683"/>
              </a:cxn>
              <a:cxn ang="0">
                <a:pos x="connsiteX3684" y="connsiteY3684"/>
              </a:cxn>
              <a:cxn ang="0">
                <a:pos x="connsiteX3685" y="connsiteY3685"/>
              </a:cxn>
              <a:cxn ang="0">
                <a:pos x="connsiteX3686" y="connsiteY3686"/>
              </a:cxn>
              <a:cxn ang="0">
                <a:pos x="connsiteX3687" y="connsiteY3687"/>
              </a:cxn>
              <a:cxn ang="0">
                <a:pos x="connsiteX3688" y="connsiteY3688"/>
              </a:cxn>
              <a:cxn ang="0">
                <a:pos x="connsiteX3689" y="connsiteY3689"/>
              </a:cxn>
              <a:cxn ang="0">
                <a:pos x="connsiteX3690" y="connsiteY3690"/>
              </a:cxn>
              <a:cxn ang="0">
                <a:pos x="connsiteX3691" y="connsiteY3691"/>
              </a:cxn>
              <a:cxn ang="0">
                <a:pos x="connsiteX3692" y="connsiteY3692"/>
              </a:cxn>
              <a:cxn ang="0">
                <a:pos x="connsiteX3693" y="connsiteY3693"/>
              </a:cxn>
              <a:cxn ang="0">
                <a:pos x="connsiteX3694" y="connsiteY3694"/>
              </a:cxn>
              <a:cxn ang="0">
                <a:pos x="connsiteX3695" y="connsiteY3695"/>
              </a:cxn>
              <a:cxn ang="0">
                <a:pos x="connsiteX3696" y="connsiteY3696"/>
              </a:cxn>
              <a:cxn ang="0">
                <a:pos x="connsiteX3697" y="connsiteY3697"/>
              </a:cxn>
              <a:cxn ang="0">
                <a:pos x="connsiteX3698" y="connsiteY3698"/>
              </a:cxn>
              <a:cxn ang="0">
                <a:pos x="connsiteX3699" y="connsiteY3699"/>
              </a:cxn>
              <a:cxn ang="0">
                <a:pos x="connsiteX3700" y="connsiteY3700"/>
              </a:cxn>
              <a:cxn ang="0">
                <a:pos x="connsiteX3701" y="connsiteY3701"/>
              </a:cxn>
              <a:cxn ang="0">
                <a:pos x="connsiteX3702" y="connsiteY3702"/>
              </a:cxn>
              <a:cxn ang="0">
                <a:pos x="connsiteX3703" y="connsiteY3703"/>
              </a:cxn>
              <a:cxn ang="0">
                <a:pos x="connsiteX3704" y="connsiteY3704"/>
              </a:cxn>
              <a:cxn ang="0">
                <a:pos x="connsiteX3705" y="connsiteY3705"/>
              </a:cxn>
              <a:cxn ang="0">
                <a:pos x="connsiteX3706" y="connsiteY3706"/>
              </a:cxn>
              <a:cxn ang="0">
                <a:pos x="connsiteX3707" y="connsiteY3707"/>
              </a:cxn>
              <a:cxn ang="0">
                <a:pos x="connsiteX3708" y="connsiteY3708"/>
              </a:cxn>
              <a:cxn ang="0">
                <a:pos x="connsiteX3709" y="connsiteY3709"/>
              </a:cxn>
              <a:cxn ang="0">
                <a:pos x="connsiteX3710" y="connsiteY3710"/>
              </a:cxn>
              <a:cxn ang="0">
                <a:pos x="connsiteX3711" y="connsiteY3711"/>
              </a:cxn>
              <a:cxn ang="0">
                <a:pos x="connsiteX3712" y="connsiteY3712"/>
              </a:cxn>
              <a:cxn ang="0">
                <a:pos x="connsiteX3713" y="connsiteY3713"/>
              </a:cxn>
              <a:cxn ang="0">
                <a:pos x="connsiteX3714" y="connsiteY3714"/>
              </a:cxn>
              <a:cxn ang="0">
                <a:pos x="connsiteX3715" y="connsiteY3715"/>
              </a:cxn>
              <a:cxn ang="0">
                <a:pos x="connsiteX3716" y="connsiteY3716"/>
              </a:cxn>
              <a:cxn ang="0">
                <a:pos x="connsiteX3717" y="connsiteY3717"/>
              </a:cxn>
              <a:cxn ang="0">
                <a:pos x="connsiteX3718" y="connsiteY3718"/>
              </a:cxn>
              <a:cxn ang="0">
                <a:pos x="connsiteX3719" y="connsiteY3719"/>
              </a:cxn>
              <a:cxn ang="0">
                <a:pos x="connsiteX3720" y="connsiteY3720"/>
              </a:cxn>
              <a:cxn ang="0">
                <a:pos x="connsiteX3721" y="connsiteY3721"/>
              </a:cxn>
              <a:cxn ang="0">
                <a:pos x="connsiteX3722" y="connsiteY3722"/>
              </a:cxn>
              <a:cxn ang="0">
                <a:pos x="connsiteX3723" y="connsiteY3723"/>
              </a:cxn>
              <a:cxn ang="0">
                <a:pos x="connsiteX3724" y="connsiteY3724"/>
              </a:cxn>
              <a:cxn ang="0">
                <a:pos x="connsiteX3725" y="connsiteY3725"/>
              </a:cxn>
              <a:cxn ang="0">
                <a:pos x="connsiteX3726" y="connsiteY3726"/>
              </a:cxn>
              <a:cxn ang="0">
                <a:pos x="connsiteX3727" y="connsiteY3727"/>
              </a:cxn>
              <a:cxn ang="0">
                <a:pos x="connsiteX3728" y="connsiteY3728"/>
              </a:cxn>
              <a:cxn ang="0">
                <a:pos x="connsiteX3729" y="connsiteY3729"/>
              </a:cxn>
              <a:cxn ang="0">
                <a:pos x="connsiteX3730" y="connsiteY3730"/>
              </a:cxn>
              <a:cxn ang="0">
                <a:pos x="connsiteX3731" y="connsiteY3731"/>
              </a:cxn>
              <a:cxn ang="0">
                <a:pos x="connsiteX3732" y="connsiteY3732"/>
              </a:cxn>
              <a:cxn ang="0">
                <a:pos x="connsiteX3733" y="connsiteY3733"/>
              </a:cxn>
              <a:cxn ang="0">
                <a:pos x="connsiteX3734" y="connsiteY3734"/>
              </a:cxn>
              <a:cxn ang="0">
                <a:pos x="connsiteX3735" y="connsiteY3735"/>
              </a:cxn>
              <a:cxn ang="0">
                <a:pos x="connsiteX3736" y="connsiteY3736"/>
              </a:cxn>
              <a:cxn ang="0">
                <a:pos x="connsiteX3737" y="connsiteY3737"/>
              </a:cxn>
              <a:cxn ang="0">
                <a:pos x="connsiteX3738" y="connsiteY3738"/>
              </a:cxn>
              <a:cxn ang="0">
                <a:pos x="connsiteX3739" y="connsiteY3739"/>
              </a:cxn>
              <a:cxn ang="0">
                <a:pos x="connsiteX3740" y="connsiteY3740"/>
              </a:cxn>
              <a:cxn ang="0">
                <a:pos x="connsiteX3741" y="connsiteY3741"/>
              </a:cxn>
              <a:cxn ang="0">
                <a:pos x="connsiteX3742" y="connsiteY3742"/>
              </a:cxn>
              <a:cxn ang="0">
                <a:pos x="connsiteX3743" y="connsiteY3743"/>
              </a:cxn>
              <a:cxn ang="0">
                <a:pos x="connsiteX3744" y="connsiteY3744"/>
              </a:cxn>
              <a:cxn ang="0">
                <a:pos x="connsiteX3745" y="connsiteY3745"/>
              </a:cxn>
              <a:cxn ang="0">
                <a:pos x="connsiteX3746" y="connsiteY3746"/>
              </a:cxn>
              <a:cxn ang="0">
                <a:pos x="connsiteX3747" y="connsiteY3747"/>
              </a:cxn>
              <a:cxn ang="0">
                <a:pos x="connsiteX3748" y="connsiteY3748"/>
              </a:cxn>
              <a:cxn ang="0">
                <a:pos x="connsiteX3749" y="connsiteY3749"/>
              </a:cxn>
              <a:cxn ang="0">
                <a:pos x="connsiteX3750" y="connsiteY3750"/>
              </a:cxn>
              <a:cxn ang="0">
                <a:pos x="connsiteX3751" y="connsiteY3751"/>
              </a:cxn>
              <a:cxn ang="0">
                <a:pos x="connsiteX3752" y="connsiteY3752"/>
              </a:cxn>
              <a:cxn ang="0">
                <a:pos x="connsiteX3753" y="connsiteY3753"/>
              </a:cxn>
              <a:cxn ang="0">
                <a:pos x="connsiteX3754" y="connsiteY3754"/>
              </a:cxn>
              <a:cxn ang="0">
                <a:pos x="connsiteX3755" y="connsiteY3755"/>
              </a:cxn>
              <a:cxn ang="0">
                <a:pos x="connsiteX3756" y="connsiteY3756"/>
              </a:cxn>
              <a:cxn ang="0">
                <a:pos x="connsiteX3757" y="connsiteY3757"/>
              </a:cxn>
              <a:cxn ang="0">
                <a:pos x="connsiteX3758" y="connsiteY3758"/>
              </a:cxn>
              <a:cxn ang="0">
                <a:pos x="connsiteX3759" y="connsiteY3759"/>
              </a:cxn>
              <a:cxn ang="0">
                <a:pos x="connsiteX3760" y="connsiteY3760"/>
              </a:cxn>
              <a:cxn ang="0">
                <a:pos x="connsiteX3761" y="connsiteY3761"/>
              </a:cxn>
              <a:cxn ang="0">
                <a:pos x="connsiteX3762" y="connsiteY3762"/>
              </a:cxn>
              <a:cxn ang="0">
                <a:pos x="connsiteX3763" y="connsiteY3763"/>
              </a:cxn>
              <a:cxn ang="0">
                <a:pos x="connsiteX3764" y="connsiteY3764"/>
              </a:cxn>
              <a:cxn ang="0">
                <a:pos x="connsiteX3765" y="connsiteY3765"/>
              </a:cxn>
              <a:cxn ang="0">
                <a:pos x="connsiteX3766" y="connsiteY3766"/>
              </a:cxn>
              <a:cxn ang="0">
                <a:pos x="connsiteX3767" y="connsiteY3767"/>
              </a:cxn>
              <a:cxn ang="0">
                <a:pos x="connsiteX3768" y="connsiteY3768"/>
              </a:cxn>
              <a:cxn ang="0">
                <a:pos x="connsiteX3769" y="connsiteY3769"/>
              </a:cxn>
              <a:cxn ang="0">
                <a:pos x="connsiteX3770" y="connsiteY3770"/>
              </a:cxn>
              <a:cxn ang="0">
                <a:pos x="connsiteX3771" y="connsiteY3771"/>
              </a:cxn>
              <a:cxn ang="0">
                <a:pos x="connsiteX3772" y="connsiteY3772"/>
              </a:cxn>
              <a:cxn ang="0">
                <a:pos x="connsiteX3773" y="connsiteY3773"/>
              </a:cxn>
              <a:cxn ang="0">
                <a:pos x="connsiteX3774" y="connsiteY3774"/>
              </a:cxn>
              <a:cxn ang="0">
                <a:pos x="connsiteX3775" y="connsiteY3775"/>
              </a:cxn>
              <a:cxn ang="0">
                <a:pos x="connsiteX3776" y="connsiteY3776"/>
              </a:cxn>
              <a:cxn ang="0">
                <a:pos x="connsiteX3777" y="connsiteY3777"/>
              </a:cxn>
              <a:cxn ang="0">
                <a:pos x="connsiteX3778" y="connsiteY3778"/>
              </a:cxn>
              <a:cxn ang="0">
                <a:pos x="connsiteX3779" y="connsiteY3779"/>
              </a:cxn>
              <a:cxn ang="0">
                <a:pos x="connsiteX3780" y="connsiteY3780"/>
              </a:cxn>
              <a:cxn ang="0">
                <a:pos x="connsiteX3781" y="connsiteY3781"/>
              </a:cxn>
              <a:cxn ang="0">
                <a:pos x="connsiteX3782" y="connsiteY3782"/>
              </a:cxn>
              <a:cxn ang="0">
                <a:pos x="connsiteX3783" y="connsiteY3783"/>
              </a:cxn>
              <a:cxn ang="0">
                <a:pos x="connsiteX3784" y="connsiteY3784"/>
              </a:cxn>
              <a:cxn ang="0">
                <a:pos x="connsiteX3785" y="connsiteY3785"/>
              </a:cxn>
              <a:cxn ang="0">
                <a:pos x="connsiteX3786" y="connsiteY3786"/>
              </a:cxn>
              <a:cxn ang="0">
                <a:pos x="connsiteX3787" y="connsiteY3787"/>
              </a:cxn>
              <a:cxn ang="0">
                <a:pos x="connsiteX3788" y="connsiteY3788"/>
              </a:cxn>
              <a:cxn ang="0">
                <a:pos x="connsiteX3789" y="connsiteY3789"/>
              </a:cxn>
              <a:cxn ang="0">
                <a:pos x="connsiteX3790" y="connsiteY3790"/>
              </a:cxn>
              <a:cxn ang="0">
                <a:pos x="connsiteX3791" y="connsiteY3791"/>
              </a:cxn>
              <a:cxn ang="0">
                <a:pos x="connsiteX3792" y="connsiteY3792"/>
              </a:cxn>
              <a:cxn ang="0">
                <a:pos x="connsiteX3793" y="connsiteY3793"/>
              </a:cxn>
              <a:cxn ang="0">
                <a:pos x="connsiteX3794" y="connsiteY3794"/>
              </a:cxn>
              <a:cxn ang="0">
                <a:pos x="connsiteX3795" y="connsiteY3795"/>
              </a:cxn>
              <a:cxn ang="0">
                <a:pos x="connsiteX3796" y="connsiteY3796"/>
              </a:cxn>
              <a:cxn ang="0">
                <a:pos x="connsiteX3797" y="connsiteY3797"/>
              </a:cxn>
              <a:cxn ang="0">
                <a:pos x="connsiteX3798" y="connsiteY3798"/>
              </a:cxn>
              <a:cxn ang="0">
                <a:pos x="connsiteX3799" y="connsiteY3799"/>
              </a:cxn>
              <a:cxn ang="0">
                <a:pos x="connsiteX3800" y="connsiteY3800"/>
              </a:cxn>
              <a:cxn ang="0">
                <a:pos x="connsiteX3801" y="connsiteY3801"/>
              </a:cxn>
              <a:cxn ang="0">
                <a:pos x="connsiteX3802" y="connsiteY3802"/>
              </a:cxn>
              <a:cxn ang="0">
                <a:pos x="connsiteX3803" y="connsiteY3803"/>
              </a:cxn>
              <a:cxn ang="0">
                <a:pos x="connsiteX3804" y="connsiteY3804"/>
              </a:cxn>
              <a:cxn ang="0">
                <a:pos x="connsiteX3805" y="connsiteY3805"/>
              </a:cxn>
              <a:cxn ang="0">
                <a:pos x="connsiteX3806" y="connsiteY3806"/>
              </a:cxn>
              <a:cxn ang="0">
                <a:pos x="connsiteX3807" y="connsiteY3807"/>
              </a:cxn>
              <a:cxn ang="0">
                <a:pos x="connsiteX3808" y="connsiteY3808"/>
              </a:cxn>
              <a:cxn ang="0">
                <a:pos x="connsiteX3809" y="connsiteY3809"/>
              </a:cxn>
              <a:cxn ang="0">
                <a:pos x="connsiteX3810" y="connsiteY3810"/>
              </a:cxn>
              <a:cxn ang="0">
                <a:pos x="connsiteX3811" y="connsiteY3811"/>
              </a:cxn>
              <a:cxn ang="0">
                <a:pos x="connsiteX3812" y="connsiteY3812"/>
              </a:cxn>
              <a:cxn ang="0">
                <a:pos x="connsiteX3813" y="connsiteY3813"/>
              </a:cxn>
              <a:cxn ang="0">
                <a:pos x="connsiteX3814" y="connsiteY3814"/>
              </a:cxn>
              <a:cxn ang="0">
                <a:pos x="connsiteX3815" y="connsiteY3815"/>
              </a:cxn>
              <a:cxn ang="0">
                <a:pos x="connsiteX3816" y="connsiteY3816"/>
              </a:cxn>
              <a:cxn ang="0">
                <a:pos x="connsiteX3817" y="connsiteY3817"/>
              </a:cxn>
              <a:cxn ang="0">
                <a:pos x="connsiteX3818" y="connsiteY3818"/>
              </a:cxn>
              <a:cxn ang="0">
                <a:pos x="connsiteX3819" y="connsiteY3819"/>
              </a:cxn>
              <a:cxn ang="0">
                <a:pos x="connsiteX3820" y="connsiteY3820"/>
              </a:cxn>
              <a:cxn ang="0">
                <a:pos x="connsiteX3821" y="connsiteY3821"/>
              </a:cxn>
              <a:cxn ang="0">
                <a:pos x="connsiteX3822" y="connsiteY3822"/>
              </a:cxn>
              <a:cxn ang="0">
                <a:pos x="connsiteX3823" y="connsiteY3823"/>
              </a:cxn>
              <a:cxn ang="0">
                <a:pos x="connsiteX3824" y="connsiteY3824"/>
              </a:cxn>
              <a:cxn ang="0">
                <a:pos x="connsiteX3825" y="connsiteY3825"/>
              </a:cxn>
              <a:cxn ang="0">
                <a:pos x="connsiteX3826" y="connsiteY3826"/>
              </a:cxn>
              <a:cxn ang="0">
                <a:pos x="connsiteX3827" y="connsiteY3827"/>
              </a:cxn>
              <a:cxn ang="0">
                <a:pos x="connsiteX3828" y="connsiteY3828"/>
              </a:cxn>
              <a:cxn ang="0">
                <a:pos x="connsiteX3829" y="connsiteY3829"/>
              </a:cxn>
              <a:cxn ang="0">
                <a:pos x="connsiteX3830" y="connsiteY3830"/>
              </a:cxn>
              <a:cxn ang="0">
                <a:pos x="connsiteX3831" y="connsiteY3831"/>
              </a:cxn>
              <a:cxn ang="0">
                <a:pos x="connsiteX3832" y="connsiteY3832"/>
              </a:cxn>
              <a:cxn ang="0">
                <a:pos x="connsiteX3833" y="connsiteY3833"/>
              </a:cxn>
              <a:cxn ang="0">
                <a:pos x="connsiteX3834" y="connsiteY3834"/>
              </a:cxn>
              <a:cxn ang="0">
                <a:pos x="connsiteX3835" y="connsiteY3835"/>
              </a:cxn>
              <a:cxn ang="0">
                <a:pos x="connsiteX3836" y="connsiteY3836"/>
              </a:cxn>
              <a:cxn ang="0">
                <a:pos x="connsiteX3837" y="connsiteY3837"/>
              </a:cxn>
              <a:cxn ang="0">
                <a:pos x="connsiteX3838" y="connsiteY3838"/>
              </a:cxn>
              <a:cxn ang="0">
                <a:pos x="connsiteX3839" y="connsiteY3839"/>
              </a:cxn>
              <a:cxn ang="0">
                <a:pos x="connsiteX3840" y="connsiteY3840"/>
              </a:cxn>
              <a:cxn ang="0">
                <a:pos x="connsiteX3841" y="connsiteY3841"/>
              </a:cxn>
              <a:cxn ang="0">
                <a:pos x="connsiteX3842" y="connsiteY3842"/>
              </a:cxn>
              <a:cxn ang="0">
                <a:pos x="connsiteX3843" y="connsiteY3843"/>
              </a:cxn>
              <a:cxn ang="0">
                <a:pos x="connsiteX3844" y="connsiteY3844"/>
              </a:cxn>
              <a:cxn ang="0">
                <a:pos x="connsiteX3845" y="connsiteY3845"/>
              </a:cxn>
              <a:cxn ang="0">
                <a:pos x="connsiteX3846" y="connsiteY3846"/>
              </a:cxn>
              <a:cxn ang="0">
                <a:pos x="connsiteX3847" y="connsiteY3847"/>
              </a:cxn>
              <a:cxn ang="0">
                <a:pos x="connsiteX3848" y="connsiteY3848"/>
              </a:cxn>
              <a:cxn ang="0">
                <a:pos x="connsiteX3849" y="connsiteY3849"/>
              </a:cxn>
              <a:cxn ang="0">
                <a:pos x="connsiteX3850" y="connsiteY3850"/>
              </a:cxn>
              <a:cxn ang="0">
                <a:pos x="connsiteX3851" y="connsiteY3851"/>
              </a:cxn>
              <a:cxn ang="0">
                <a:pos x="connsiteX3852" y="connsiteY3852"/>
              </a:cxn>
              <a:cxn ang="0">
                <a:pos x="connsiteX3853" y="connsiteY3853"/>
              </a:cxn>
              <a:cxn ang="0">
                <a:pos x="connsiteX3854" y="connsiteY3854"/>
              </a:cxn>
              <a:cxn ang="0">
                <a:pos x="connsiteX3855" y="connsiteY3855"/>
              </a:cxn>
              <a:cxn ang="0">
                <a:pos x="connsiteX3856" y="connsiteY3856"/>
              </a:cxn>
              <a:cxn ang="0">
                <a:pos x="connsiteX3857" y="connsiteY3857"/>
              </a:cxn>
              <a:cxn ang="0">
                <a:pos x="connsiteX3858" y="connsiteY3858"/>
              </a:cxn>
              <a:cxn ang="0">
                <a:pos x="connsiteX3859" y="connsiteY3859"/>
              </a:cxn>
              <a:cxn ang="0">
                <a:pos x="connsiteX3860" y="connsiteY3860"/>
              </a:cxn>
              <a:cxn ang="0">
                <a:pos x="connsiteX3861" y="connsiteY3861"/>
              </a:cxn>
              <a:cxn ang="0">
                <a:pos x="connsiteX3862" y="connsiteY3862"/>
              </a:cxn>
              <a:cxn ang="0">
                <a:pos x="connsiteX3863" y="connsiteY3863"/>
              </a:cxn>
              <a:cxn ang="0">
                <a:pos x="connsiteX3864" y="connsiteY3864"/>
              </a:cxn>
              <a:cxn ang="0">
                <a:pos x="connsiteX3865" y="connsiteY3865"/>
              </a:cxn>
              <a:cxn ang="0">
                <a:pos x="connsiteX3866" y="connsiteY3866"/>
              </a:cxn>
              <a:cxn ang="0">
                <a:pos x="connsiteX3867" y="connsiteY3867"/>
              </a:cxn>
              <a:cxn ang="0">
                <a:pos x="connsiteX3868" y="connsiteY3868"/>
              </a:cxn>
              <a:cxn ang="0">
                <a:pos x="connsiteX3869" y="connsiteY3869"/>
              </a:cxn>
              <a:cxn ang="0">
                <a:pos x="connsiteX3870" y="connsiteY3870"/>
              </a:cxn>
              <a:cxn ang="0">
                <a:pos x="connsiteX3871" y="connsiteY3871"/>
              </a:cxn>
              <a:cxn ang="0">
                <a:pos x="connsiteX3872" y="connsiteY3872"/>
              </a:cxn>
              <a:cxn ang="0">
                <a:pos x="connsiteX3873" y="connsiteY3873"/>
              </a:cxn>
              <a:cxn ang="0">
                <a:pos x="connsiteX3874" y="connsiteY3874"/>
              </a:cxn>
              <a:cxn ang="0">
                <a:pos x="connsiteX3875" y="connsiteY3875"/>
              </a:cxn>
              <a:cxn ang="0">
                <a:pos x="connsiteX3876" y="connsiteY3876"/>
              </a:cxn>
              <a:cxn ang="0">
                <a:pos x="connsiteX3877" y="connsiteY3877"/>
              </a:cxn>
              <a:cxn ang="0">
                <a:pos x="connsiteX3878" y="connsiteY3878"/>
              </a:cxn>
              <a:cxn ang="0">
                <a:pos x="connsiteX3879" y="connsiteY3879"/>
              </a:cxn>
              <a:cxn ang="0">
                <a:pos x="connsiteX3880" y="connsiteY3880"/>
              </a:cxn>
              <a:cxn ang="0">
                <a:pos x="connsiteX3881" y="connsiteY3881"/>
              </a:cxn>
              <a:cxn ang="0">
                <a:pos x="connsiteX3882" y="connsiteY3882"/>
              </a:cxn>
              <a:cxn ang="0">
                <a:pos x="connsiteX3883" y="connsiteY3883"/>
              </a:cxn>
              <a:cxn ang="0">
                <a:pos x="connsiteX3884" y="connsiteY3884"/>
              </a:cxn>
              <a:cxn ang="0">
                <a:pos x="connsiteX3885" y="connsiteY3885"/>
              </a:cxn>
              <a:cxn ang="0">
                <a:pos x="connsiteX3886" y="connsiteY3886"/>
              </a:cxn>
              <a:cxn ang="0">
                <a:pos x="connsiteX3887" y="connsiteY3887"/>
              </a:cxn>
              <a:cxn ang="0">
                <a:pos x="connsiteX3888" y="connsiteY3888"/>
              </a:cxn>
              <a:cxn ang="0">
                <a:pos x="connsiteX3889" y="connsiteY3889"/>
              </a:cxn>
              <a:cxn ang="0">
                <a:pos x="connsiteX3890" y="connsiteY3890"/>
              </a:cxn>
              <a:cxn ang="0">
                <a:pos x="connsiteX3891" y="connsiteY3891"/>
              </a:cxn>
              <a:cxn ang="0">
                <a:pos x="connsiteX3892" y="connsiteY3892"/>
              </a:cxn>
              <a:cxn ang="0">
                <a:pos x="connsiteX3893" y="connsiteY3893"/>
              </a:cxn>
              <a:cxn ang="0">
                <a:pos x="connsiteX3894" y="connsiteY3894"/>
              </a:cxn>
              <a:cxn ang="0">
                <a:pos x="connsiteX3895" y="connsiteY3895"/>
              </a:cxn>
              <a:cxn ang="0">
                <a:pos x="connsiteX3896" y="connsiteY3896"/>
              </a:cxn>
              <a:cxn ang="0">
                <a:pos x="connsiteX3897" y="connsiteY3897"/>
              </a:cxn>
              <a:cxn ang="0">
                <a:pos x="connsiteX3898" y="connsiteY3898"/>
              </a:cxn>
              <a:cxn ang="0">
                <a:pos x="connsiteX3899" y="connsiteY3899"/>
              </a:cxn>
              <a:cxn ang="0">
                <a:pos x="connsiteX3900" y="connsiteY3900"/>
              </a:cxn>
              <a:cxn ang="0">
                <a:pos x="connsiteX3901" y="connsiteY3901"/>
              </a:cxn>
              <a:cxn ang="0">
                <a:pos x="connsiteX3902" y="connsiteY3902"/>
              </a:cxn>
              <a:cxn ang="0">
                <a:pos x="connsiteX3903" y="connsiteY3903"/>
              </a:cxn>
              <a:cxn ang="0">
                <a:pos x="connsiteX3904" y="connsiteY3904"/>
              </a:cxn>
              <a:cxn ang="0">
                <a:pos x="connsiteX3905" y="connsiteY3905"/>
              </a:cxn>
              <a:cxn ang="0">
                <a:pos x="connsiteX3906" y="connsiteY3906"/>
              </a:cxn>
              <a:cxn ang="0">
                <a:pos x="connsiteX3907" y="connsiteY3907"/>
              </a:cxn>
              <a:cxn ang="0">
                <a:pos x="connsiteX3908" y="connsiteY3908"/>
              </a:cxn>
              <a:cxn ang="0">
                <a:pos x="connsiteX3909" y="connsiteY3909"/>
              </a:cxn>
              <a:cxn ang="0">
                <a:pos x="connsiteX3910" y="connsiteY3910"/>
              </a:cxn>
              <a:cxn ang="0">
                <a:pos x="connsiteX3911" y="connsiteY3911"/>
              </a:cxn>
              <a:cxn ang="0">
                <a:pos x="connsiteX3912" y="connsiteY3912"/>
              </a:cxn>
              <a:cxn ang="0">
                <a:pos x="connsiteX3913" y="connsiteY3913"/>
              </a:cxn>
              <a:cxn ang="0">
                <a:pos x="connsiteX3914" y="connsiteY3914"/>
              </a:cxn>
              <a:cxn ang="0">
                <a:pos x="connsiteX3915" y="connsiteY3915"/>
              </a:cxn>
              <a:cxn ang="0">
                <a:pos x="connsiteX3916" y="connsiteY3916"/>
              </a:cxn>
              <a:cxn ang="0">
                <a:pos x="connsiteX3917" y="connsiteY3917"/>
              </a:cxn>
              <a:cxn ang="0">
                <a:pos x="connsiteX3918" y="connsiteY3918"/>
              </a:cxn>
              <a:cxn ang="0">
                <a:pos x="connsiteX3919" y="connsiteY3919"/>
              </a:cxn>
              <a:cxn ang="0">
                <a:pos x="connsiteX3920" y="connsiteY3920"/>
              </a:cxn>
              <a:cxn ang="0">
                <a:pos x="connsiteX3921" y="connsiteY3921"/>
              </a:cxn>
              <a:cxn ang="0">
                <a:pos x="connsiteX3922" y="connsiteY3922"/>
              </a:cxn>
              <a:cxn ang="0">
                <a:pos x="connsiteX3923" y="connsiteY3923"/>
              </a:cxn>
              <a:cxn ang="0">
                <a:pos x="connsiteX3924" y="connsiteY3924"/>
              </a:cxn>
              <a:cxn ang="0">
                <a:pos x="connsiteX3925" y="connsiteY3925"/>
              </a:cxn>
              <a:cxn ang="0">
                <a:pos x="connsiteX3926" y="connsiteY3926"/>
              </a:cxn>
              <a:cxn ang="0">
                <a:pos x="connsiteX3927" y="connsiteY3927"/>
              </a:cxn>
              <a:cxn ang="0">
                <a:pos x="connsiteX3928" y="connsiteY3928"/>
              </a:cxn>
              <a:cxn ang="0">
                <a:pos x="connsiteX3929" y="connsiteY3929"/>
              </a:cxn>
              <a:cxn ang="0">
                <a:pos x="connsiteX3930" y="connsiteY3930"/>
              </a:cxn>
              <a:cxn ang="0">
                <a:pos x="connsiteX3931" y="connsiteY3931"/>
              </a:cxn>
              <a:cxn ang="0">
                <a:pos x="connsiteX3932" y="connsiteY3932"/>
              </a:cxn>
              <a:cxn ang="0">
                <a:pos x="connsiteX3933" y="connsiteY3933"/>
              </a:cxn>
              <a:cxn ang="0">
                <a:pos x="connsiteX3934" y="connsiteY3934"/>
              </a:cxn>
              <a:cxn ang="0">
                <a:pos x="connsiteX3935" y="connsiteY3935"/>
              </a:cxn>
              <a:cxn ang="0">
                <a:pos x="connsiteX3936" y="connsiteY3936"/>
              </a:cxn>
              <a:cxn ang="0">
                <a:pos x="connsiteX3937" y="connsiteY3937"/>
              </a:cxn>
              <a:cxn ang="0">
                <a:pos x="connsiteX3938" y="connsiteY3938"/>
              </a:cxn>
              <a:cxn ang="0">
                <a:pos x="connsiteX3939" y="connsiteY3939"/>
              </a:cxn>
              <a:cxn ang="0">
                <a:pos x="connsiteX3940" y="connsiteY3940"/>
              </a:cxn>
              <a:cxn ang="0">
                <a:pos x="connsiteX3941" y="connsiteY3941"/>
              </a:cxn>
              <a:cxn ang="0">
                <a:pos x="connsiteX3942" y="connsiteY3942"/>
              </a:cxn>
              <a:cxn ang="0">
                <a:pos x="connsiteX3943" y="connsiteY3943"/>
              </a:cxn>
              <a:cxn ang="0">
                <a:pos x="connsiteX3944" y="connsiteY3944"/>
              </a:cxn>
              <a:cxn ang="0">
                <a:pos x="connsiteX3945" y="connsiteY3945"/>
              </a:cxn>
              <a:cxn ang="0">
                <a:pos x="connsiteX3946" y="connsiteY3946"/>
              </a:cxn>
              <a:cxn ang="0">
                <a:pos x="connsiteX3947" y="connsiteY3947"/>
              </a:cxn>
              <a:cxn ang="0">
                <a:pos x="connsiteX3948" y="connsiteY3948"/>
              </a:cxn>
              <a:cxn ang="0">
                <a:pos x="connsiteX3949" y="connsiteY3949"/>
              </a:cxn>
              <a:cxn ang="0">
                <a:pos x="connsiteX3950" y="connsiteY3950"/>
              </a:cxn>
              <a:cxn ang="0">
                <a:pos x="connsiteX3951" y="connsiteY3951"/>
              </a:cxn>
              <a:cxn ang="0">
                <a:pos x="connsiteX3952" y="connsiteY3952"/>
              </a:cxn>
              <a:cxn ang="0">
                <a:pos x="connsiteX3953" y="connsiteY3953"/>
              </a:cxn>
              <a:cxn ang="0">
                <a:pos x="connsiteX3954" y="connsiteY3954"/>
              </a:cxn>
              <a:cxn ang="0">
                <a:pos x="connsiteX3955" y="connsiteY3955"/>
              </a:cxn>
              <a:cxn ang="0">
                <a:pos x="connsiteX3956" y="connsiteY3956"/>
              </a:cxn>
              <a:cxn ang="0">
                <a:pos x="connsiteX3957" y="connsiteY3957"/>
              </a:cxn>
              <a:cxn ang="0">
                <a:pos x="connsiteX3958" y="connsiteY3958"/>
              </a:cxn>
              <a:cxn ang="0">
                <a:pos x="connsiteX3959" y="connsiteY3959"/>
              </a:cxn>
              <a:cxn ang="0">
                <a:pos x="connsiteX3960" y="connsiteY3960"/>
              </a:cxn>
              <a:cxn ang="0">
                <a:pos x="connsiteX3961" y="connsiteY3961"/>
              </a:cxn>
              <a:cxn ang="0">
                <a:pos x="connsiteX3962" y="connsiteY3962"/>
              </a:cxn>
              <a:cxn ang="0">
                <a:pos x="connsiteX3963" y="connsiteY3963"/>
              </a:cxn>
              <a:cxn ang="0">
                <a:pos x="connsiteX3964" y="connsiteY3964"/>
              </a:cxn>
              <a:cxn ang="0">
                <a:pos x="connsiteX3965" y="connsiteY3965"/>
              </a:cxn>
              <a:cxn ang="0">
                <a:pos x="connsiteX3966" y="connsiteY3966"/>
              </a:cxn>
              <a:cxn ang="0">
                <a:pos x="connsiteX3967" y="connsiteY3967"/>
              </a:cxn>
              <a:cxn ang="0">
                <a:pos x="connsiteX3968" y="connsiteY3968"/>
              </a:cxn>
              <a:cxn ang="0">
                <a:pos x="connsiteX3969" y="connsiteY3969"/>
              </a:cxn>
              <a:cxn ang="0">
                <a:pos x="connsiteX3970" y="connsiteY3970"/>
              </a:cxn>
              <a:cxn ang="0">
                <a:pos x="connsiteX3971" y="connsiteY3971"/>
              </a:cxn>
              <a:cxn ang="0">
                <a:pos x="connsiteX3972" y="connsiteY3972"/>
              </a:cxn>
              <a:cxn ang="0">
                <a:pos x="connsiteX3973" y="connsiteY3973"/>
              </a:cxn>
              <a:cxn ang="0">
                <a:pos x="connsiteX3974" y="connsiteY3974"/>
              </a:cxn>
              <a:cxn ang="0">
                <a:pos x="connsiteX3975" y="connsiteY3975"/>
              </a:cxn>
              <a:cxn ang="0">
                <a:pos x="connsiteX3976" y="connsiteY3976"/>
              </a:cxn>
              <a:cxn ang="0">
                <a:pos x="connsiteX3977" y="connsiteY3977"/>
              </a:cxn>
              <a:cxn ang="0">
                <a:pos x="connsiteX3978" y="connsiteY3978"/>
              </a:cxn>
              <a:cxn ang="0">
                <a:pos x="connsiteX3979" y="connsiteY3979"/>
              </a:cxn>
              <a:cxn ang="0">
                <a:pos x="connsiteX3980" y="connsiteY3980"/>
              </a:cxn>
              <a:cxn ang="0">
                <a:pos x="connsiteX3981" y="connsiteY3981"/>
              </a:cxn>
              <a:cxn ang="0">
                <a:pos x="connsiteX3982" y="connsiteY3982"/>
              </a:cxn>
              <a:cxn ang="0">
                <a:pos x="connsiteX3983" y="connsiteY3983"/>
              </a:cxn>
              <a:cxn ang="0">
                <a:pos x="connsiteX3984" y="connsiteY3984"/>
              </a:cxn>
              <a:cxn ang="0">
                <a:pos x="connsiteX3985" y="connsiteY3985"/>
              </a:cxn>
              <a:cxn ang="0">
                <a:pos x="connsiteX3986" y="connsiteY3986"/>
              </a:cxn>
              <a:cxn ang="0">
                <a:pos x="connsiteX3987" y="connsiteY3987"/>
              </a:cxn>
              <a:cxn ang="0">
                <a:pos x="connsiteX3988" y="connsiteY3988"/>
              </a:cxn>
              <a:cxn ang="0">
                <a:pos x="connsiteX3989" y="connsiteY3989"/>
              </a:cxn>
              <a:cxn ang="0">
                <a:pos x="connsiteX3990" y="connsiteY3990"/>
              </a:cxn>
              <a:cxn ang="0">
                <a:pos x="connsiteX3991" y="connsiteY3991"/>
              </a:cxn>
              <a:cxn ang="0">
                <a:pos x="connsiteX3992" y="connsiteY3992"/>
              </a:cxn>
              <a:cxn ang="0">
                <a:pos x="connsiteX3993" y="connsiteY3993"/>
              </a:cxn>
              <a:cxn ang="0">
                <a:pos x="connsiteX3994" y="connsiteY3994"/>
              </a:cxn>
              <a:cxn ang="0">
                <a:pos x="connsiteX3995" y="connsiteY3995"/>
              </a:cxn>
              <a:cxn ang="0">
                <a:pos x="connsiteX3996" y="connsiteY3996"/>
              </a:cxn>
              <a:cxn ang="0">
                <a:pos x="connsiteX3997" y="connsiteY3997"/>
              </a:cxn>
              <a:cxn ang="0">
                <a:pos x="connsiteX3998" y="connsiteY3998"/>
              </a:cxn>
              <a:cxn ang="0">
                <a:pos x="connsiteX3999" y="connsiteY3999"/>
              </a:cxn>
              <a:cxn ang="0">
                <a:pos x="connsiteX4000" y="connsiteY4000"/>
              </a:cxn>
              <a:cxn ang="0">
                <a:pos x="connsiteX4001" y="connsiteY4001"/>
              </a:cxn>
              <a:cxn ang="0">
                <a:pos x="connsiteX4002" y="connsiteY4002"/>
              </a:cxn>
              <a:cxn ang="0">
                <a:pos x="connsiteX4003" y="connsiteY4003"/>
              </a:cxn>
              <a:cxn ang="0">
                <a:pos x="connsiteX4004" y="connsiteY4004"/>
              </a:cxn>
              <a:cxn ang="0">
                <a:pos x="connsiteX4005" y="connsiteY4005"/>
              </a:cxn>
              <a:cxn ang="0">
                <a:pos x="connsiteX4006" y="connsiteY4006"/>
              </a:cxn>
              <a:cxn ang="0">
                <a:pos x="connsiteX4007" y="connsiteY4007"/>
              </a:cxn>
              <a:cxn ang="0">
                <a:pos x="connsiteX4008" y="connsiteY4008"/>
              </a:cxn>
              <a:cxn ang="0">
                <a:pos x="connsiteX4009" y="connsiteY4009"/>
              </a:cxn>
              <a:cxn ang="0">
                <a:pos x="connsiteX4010" y="connsiteY4010"/>
              </a:cxn>
              <a:cxn ang="0">
                <a:pos x="connsiteX4011" y="connsiteY4011"/>
              </a:cxn>
              <a:cxn ang="0">
                <a:pos x="connsiteX4012" y="connsiteY4012"/>
              </a:cxn>
              <a:cxn ang="0">
                <a:pos x="connsiteX4013" y="connsiteY4013"/>
              </a:cxn>
              <a:cxn ang="0">
                <a:pos x="connsiteX4014" y="connsiteY4014"/>
              </a:cxn>
              <a:cxn ang="0">
                <a:pos x="connsiteX4015" y="connsiteY4015"/>
              </a:cxn>
              <a:cxn ang="0">
                <a:pos x="connsiteX4016" y="connsiteY4016"/>
              </a:cxn>
              <a:cxn ang="0">
                <a:pos x="connsiteX4017" y="connsiteY4017"/>
              </a:cxn>
              <a:cxn ang="0">
                <a:pos x="connsiteX4018" y="connsiteY4018"/>
              </a:cxn>
              <a:cxn ang="0">
                <a:pos x="connsiteX4019" y="connsiteY4019"/>
              </a:cxn>
              <a:cxn ang="0">
                <a:pos x="connsiteX4020" y="connsiteY4020"/>
              </a:cxn>
              <a:cxn ang="0">
                <a:pos x="connsiteX4021" y="connsiteY4021"/>
              </a:cxn>
              <a:cxn ang="0">
                <a:pos x="connsiteX4022" y="connsiteY4022"/>
              </a:cxn>
              <a:cxn ang="0">
                <a:pos x="connsiteX4023" y="connsiteY4023"/>
              </a:cxn>
              <a:cxn ang="0">
                <a:pos x="connsiteX4024" y="connsiteY4024"/>
              </a:cxn>
              <a:cxn ang="0">
                <a:pos x="connsiteX4025" y="connsiteY4025"/>
              </a:cxn>
              <a:cxn ang="0">
                <a:pos x="connsiteX4026" y="connsiteY4026"/>
              </a:cxn>
              <a:cxn ang="0">
                <a:pos x="connsiteX4027" y="connsiteY4027"/>
              </a:cxn>
              <a:cxn ang="0">
                <a:pos x="connsiteX4028" y="connsiteY4028"/>
              </a:cxn>
              <a:cxn ang="0">
                <a:pos x="connsiteX4029" y="connsiteY4029"/>
              </a:cxn>
              <a:cxn ang="0">
                <a:pos x="connsiteX4030" y="connsiteY4030"/>
              </a:cxn>
              <a:cxn ang="0">
                <a:pos x="connsiteX4031" y="connsiteY4031"/>
              </a:cxn>
              <a:cxn ang="0">
                <a:pos x="connsiteX4032" y="connsiteY4032"/>
              </a:cxn>
              <a:cxn ang="0">
                <a:pos x="connsiteX4033" y="connsiteY4033"/>
              </a:cxn>
              <a:cxn ang="0">
                <a:pos x="connsiteX4034" y="connsiteY4034"/>
              </a:cxn>
              <a:cxn ang="0">
                <a:pos x="connsiteX4035" y="connsiteY4035"/>
              </a:cxn>
              <a:cxn ang="0">
                <a:pos x="connsiteX4036" y="connsiteY4036"/>
              </a:cxn>
              <a:cxn ang="0">
                <a:pos x="connsiteX4037" y="connsiteY4037"/>
              </a:cxn>
              <a:cxn ang="0">
                <a:pos x="connsiteX4038" y="connsiteY4038"/>
              </a:cxn>
              <a:cxn ang="0">
                <a:pos x="connsiteX4039" y="connsiteY4039"/>
              </a:cxn>
              <a:cxn ang="0">
                <a:pos x="connsiteX4040" y="connsiteY4040"/>
              </a:cxn>
              <a:cxn ang="0">
                <a:pos x="connsiteX4041" y="connsiteY4041"/>
              </a:cxn>
              <a:cxn ang="0">
                <a:pos x="connsiteX4042" y="connsiteY4042"/>
              </a:cxn>
              <a:cxn ang="0">
                <a:pos x="connsiteX4043" y="connsiteY4043"/>
              </a:cxn>
              <a:cxn ang="0">
                <a:pos x="connsiteX4044" y="connsiteY4044"/>
              </a:cxn>
              <a:cxn ang="0">
                <a:pos x="connsiteX4045" y="connsiteY4045"/>
              </a:cxn>
              <a:cxn ang="0">
                <a:pos x="connsiteX4046" y="connsiteY4046"/>
              </a:cxn>
              <a:cxn ang="0">
                <a:pos x="connsiteX4047" y="connsiteY4047"/>
              </a:cxn>
              <a:cxn ang="0">
                <a:pos x="connsiteX4048" y="connsiteY4048"/>
              </a:cxn>
              <a:cxn ang="0">
                <a:pos x="connsiteX4049" y="connsiteY4049"/>
              </a:cxn>
              <a:cxn ang="0">
                <a:pos x="connsiteX4050" y="connsiteY4050"/>
              </a:cxn>
              <a:cxn ang="0">
                <a:pos x="connsiteX4051" y="connsiteY4051"/>
              </a:cxn>
              <a:cxn ang="0">
                <a:pos x="connsiteX4052" y="connsiteY4052"/>
              </a:cxn>
              <a:cxn ang="0">
                <a:pos x="connsiteX4053" y="connsiteY4053"/>
              </a:cxn>
              <a:cxn ang="0">
                <a:pos x="connsiteX4054" y="connsiteY4054"/>
              </a:cxn>
              <a:cxn ang="0">
                <a:pos x="connsiteX4055" y="connsiteY4055"/>
              </a:cxn>
              <a:cxn ang="0">
                <a:pos x="connsiteX4056" y="connsiteY4056"/>
              </a:cxn>
              <a:cxn ang="0">
                <a:pos x="connsiteX4057" y="connsiteY4057"/>
              </a:cxn>
              <a:cxn ang="0">
                <a:pos x="connsiteX4058" y="connsiteY4058"/>
              </a:cxn>
              <a:cxn ang="0">
                <a:pos x="connsiteX4059" y="connsiteY4059"/>
              </a:cxn>
              <a:cxn ang="0">
                <a:pos x="connsiteX4060" y="connsiteY4060"/>
              </a:cxn>
              <a:cxn ang="0">
                <a:pos x="connsiteX4061" y="connsiteY4061"/>
              </a:cxn>
              <a:cxn ang="0">
                <a:pos x="connsiteX4062" y="connsiteY4062"/>
              </a:cxn>
              <a:cxn ang="0">
                <a:pos x="connsiteX4063" y="connsiteY4063"/>
              </a:cxn>
              <a:cxn ang="0">
                <a:pos x="connsiteX4064" y="connsiteY4064"/>
              </a:cxn>
              <a:cxn ang="0">
                <a:pos x="connsiteX4065" y="connsiteY4065"/>
              </a:cxn>
              <a:cxn ang="0">
                <a:pos x="connsiteX4066" y="connsiteY4066"/>
              </a:cxn>
              <a:cxn ang="0">
                <a:pos x="connsiteX4067" y="connsiteY4067"/>
              </a:cxn>
              <a:cxn ang="0">
                <a:pos x="connsiteX4068" y="connsiteY4068"/>
              </a:cxn>
              <a:cxn ang="0">
                <a:pos x="connsiteX4069" y="connsiteY4069"/>
              </a:cxn>
              <a:cxn ang="0">
                <a:pos x="connsiteX4070" y="connsiteY4070"/>
              </a:cxn>
              <a:cxn ang="0">
                <a:pos x="connsiteX4071" y="connsiteY4071"/>
              </a:cxn>
              <a:cxn ang="0">
                <a:pos x="connsiteX4072" y="connsiteY4072"/>
              </a:cxn>
              <a:cxn ang="0">
                <a:pos x="connsiteX4073" y="connsiteY4073"/>
              </a:cxn>
              <a:cxn ang="0">
                <a:pos x="connsiteX4074" y="connsiteY4074"/>
              </a:cxn>
              <a:cxn ang="0">
                <a:pos x="connsiteX4075" y="connsiteY4075"/>
              </a:cxn>
              <a:cxn ang="0">
                <a:pos x="connsiteX4076" y="connsiteY4076"/>
              </a:cxn>
              <a:cxn ang="0">
                <a:pos x="connsiteX4077" y="connsiteY4077"/>
              </a:cxn>
              <a:cxn ang="0">
                <a:pos x="connsiteX4078" y="connsiteY4078"/>
              </a:cxn>
              <a:cxn ang="0">
                <a:pos x="connsiteX4079" y="connsiteY4079"/>
              </a:cxn>
              <a:cxn ang="0">
                <a:pos x="connsiteX4080" y="connsiteY4080"/>
              </a:cxn>
              <a:cxn ang="0">
                <a:pos x="connsiteX4081" y="connsiteY4081"/>
              </a:cxn>
              <a:cxn ang="0">
                <a:pos x="connsiteX4082" y="connsiteY4082"/>
              </a:cxn>
              <a:cxn ang="0">
                <a:pos x="connsiteX4083" y="connsiteY4083"/>
              </a:cxn>
              <a:cxn ang="0">
                <a:pos x="connsiteX4084" y="connsiteY4084"/>
              </a:cxn>
              <a:cxn ang="0">
                <a:pos x="connsiteX4085" y="connsiteY4085"/>
              </a:cxn>
              <a:cxn ang="0">
                <a:pos x="connsiteX4086" y="connsiteY4086"/>
              </a:cxn>
              <a:cxn ang="0">
                <a:pos x="connsiteX4087" y="connsiteY4087"/>
              </a:cxn>
              <a:cxn ang="0">
                <a:pos x="connsiteX4088" y="connsiteY4088"/>
              </a:cxn>
              <a:cxn ang="0">
                <a:pos x="connsiteX4089" y="connsiteY4089"/>
              </a:cxn>
              <a:cxn ang="0">
                <a:pos x="connsiteX4090" y="connsiteY4090"/>
              </a:cxn>
              <a:cxn ang="0">
                <a:pos x="connsiteX4091" y="connsiteY4091"/>
              </a:cxn>
              <a:cxn ang="0">
                <a:pos x="connsiteX4092" y="connsiteY4092"/>
              </a:cxn>
              <a:cxn ang="0">
                <a:pos x="connsiteX4093" y="connsiteY4093"/>
              </a:cxn>
              <a:cxn ang="0">
                <a:pos x="connsiteX4094" y="connsiteY4094"/>
              </a:cxn>
              <a:cxn ang="0">
                <a:pos x="connsiteX4095" y="connsiteY4095"/>
              </a:cxn>
              <a:cxn ang="0">
                <a:pos x="connsiteX4096" y="connsiteY4096"/>
              </a:cxn>
              <a:cxn ang="0">
                <a:pos x="connsiteX4097" y="connsiteY4097"/>
              </a:cxn>
              <a:cxn ang="0">
                <a:pos x="connsiteX4098" y="connsiteY4098"/>
              </a:cxn>
              <a:cxn ang="0">
                <a:pos x="connsiteX4099" y="connsiteY4099"/>
              </a:cxn>
              <a:cxn ang="0">
                <a:pos x="connsiteX4100" y="connsiteY4100"/>
              </a:cxn>
              <a:cxn ang="0">
                <a:pos x="connsiteX4101" y="connsiteY4101"/>
              </a:cxn>
              <a:cxn ang="0">
                <a:pos x="connsiteX4102" y="connsiteY4102"/>
              </a:cxn>
              <a:cxn ang="0">
                <a:pos x="connsiteX4103" y="connsiteY4103"/>
              </a:cxn>
              <a:cxn ang="0">
                <a:pos x="connsiteX4104" y="connsiteY4104"/>
              </a:cxn>
              <a:cxn ang="0">
                <a:pos x="connsiteX4105" y="connsiteY4105"/>
              </a:cxn>
              <a:cxn ang="0">
                <a:pos x="connsiteX4106" y="connsiteY4106"/>
              </a:cxn>
              <a:cxn ang="0">
                <a:pos x="connsiteX4107" y="connsiteY4107"/>
              </a:cxn>
              <a:cxn ang="0">
                <a:pos x="connsiteX4108" y="connsiteY4108"/>
              </a:cxn>
              <a:cxn ang="0">
                <a:pos x="connsiteX4109" y="connsiteY4109"/>
              </a:cxn>
              <a:cxn ang="0">
                <a:pos x="connsiteX4110" y="connsiteY4110"/>
              </a:cxn>
              <a:cxn ang="0">
                <a:pos x="connsiteX4111" y="connsiteY4111"/>
              </a:cxn>
              <a:cxn ang="0">
                <a:pos x="connsiteX4112" y="connsiteY4112"/>
              </a:cxn>
              <a:cxn ang="0">
                <a:pos x="connsiteX4113" y="connsiteY4113"/>
              </a:cxn>
              <a:cxn ang="0">
                <a:pos x="connsiteX4114" y="connsiteY4114"/>
              </a:cxn>
              <a:cxn ang="0">
                <a:pos x="connsiteX4115" y="connsiteY4115"/>
              </a:cxn>
              <a:cxn ang="0">
                <a:pos x="connsiteX4116" y="connsiteY4116"/>
              </a:cxn>
              <a:cxn ang="0">
                <a:pos x="connsiteX4117" y="connsiteY4117"/>
              </a:cxn>
              <a:cxn ang="0">
                <a:pos x="connsiteX4118" y="connsiteY4118"/>
              </a:cxn>
              <a:cxn ang="0">
                <a:pos x="connsiteX4119" y="connsiteY4119"/>
              </a:cxn>
              <a:cxn ang="0">
                <a:pos x="connsiteX4120" y="connsiteY4120"/>
              </a:cxn>
              <a:cxn ang="0">
                <a:pos x="connsiteX4121" y="connsiteY4121"/>
              </a:cxn>
              <a:cxn ang="0">
                <a:pos x="connsiteX4122" y="connsiteY4122"/>
              </a:cxn>
              <a:cxn ang="0">
                <a:pos x="connsiteX4123" y="connsiteY4123"/>
              </a:cxn>
              <a:cxn ang="0">
                <a:pos x="connsiteX4124" y="connsiteY4124"/>
              </a:cxn>
              <a:cxn ang="0">
                <a:pos x="connsiteX4125" y="connsiteY4125"/>
              </a:cxn>
              <a:cxn ang="0">
                <a:pos x="connsiteX4126" y="connsiteY4126"/>
              </a:cxn>
              <a:cxn ang="0">
                <a:pos x="connsiteX4127" y="connsiteY4127"/>
              </a:cxn>
              <a:cxn ang="0">
                <a:pos x="connsiteX4128" y="connsiteY4128"/>
              </a:cxn>
              <a:cxn ang="0">
                <a:pos x="connsiteX4129" y="connsiteY4129"/>
              </a:cxn>
              <a:cxn ang="0">
                <a:pos x="connsiteX4130" y="connsiteY4130"/>
              </a:cxn>
              <a:cxn ang="0">
                <a:pos x="connsiteX4131" y="connsiteY4131"/>
              </a:cxn>
              <a:cxn ang="0">
                <a:pos x="connsiteX4132" y="connsiteY4132"/>
              </a:cxn>
              <a:cxn ang="0">
                <a:pos x="connsiteX4133" y="connsiteY4133"/>
              </a:cxn>
              <a:cxn ang="0">
                <a:pos x="connsiteX4134" y="connsiteY4134"/>
              </a:cxn>
              <a:cxn ang="0">
                <a:pos x="connsiteX4135" y="connsiteY4135"/>
              </a:cxn>
              <a:cxn ang="0">
                <a:pos x="connsiteX4136" y="connsiteY4136"/>
              </a:cxn>
              <a:cxn ang="0">
                <a:pos x="connsiteX4137" y="connsiteY4137"/>
              </a:cxn>
              <a:cxn ang="0">
                <a:pos x="connsiteX4138" y="connsiteY4138"/>
              </a:cxn>
              <a:cxn ang="0">
                <a:pos x="connsiteX4139" y="connsiteY4139"/>
              </a:cxn>
              <a:cxn ang="0">
                <a:pos x="connsiteX4140" y="connsiteY4140"/>
              </a:cxn>
              <a:cxn ang="0">
                <a:pos x="connsiteX4141" y="connsiteY4141"/>
              </a:cxn>
              <a:cxn ang="0">
                <a:pos x="connsiteX4142" y="connsiteY4142"/>
              </a:cxn>
              <a:cxn ang="0">
                <a:pos x="connsiteX4143" y="connsiteY4143"/>
              </a:cxn>
              <a:cxn ang="0">
                <a:pos x="connsiteX4144" y="connsiteY4144"/>
              </a:cxn>
              <a:cxn ang="0">
                <a:pos x="connsiteX4145" y="connsiteY4145"/>
              </a:cxn>
              <a:cxn ang="0">
                <a:pos x="connsiteX4146" y="connsiteY4146"/>
              </a:cxn>
              <a:cxn ang="0">
                <a:pos x="connsiteX4147" y="connsiteY4147"/>
              </a:cxn>
              <a:cxn ang="0">
                <a:pos x="connsiteX4148" y="connsiteY4148"/>
              </a:cxn>
              <a:cxn ang="0">
                <a:pos x="connsiteX4149" y="connsiteY4149"/>
              </a:cxn>
              <a:cxn ang="0">
                <a:pos x="connsiteX4150" y="connsiteY4150"/>
              </a:cxn>
              <a:cxn ang="0">
                <a:pos x="connsiteX4151" y="connsiteY4151"/>
              </a:cxn>
              <a:cxn ang="0">
                <a:pos x="connsiteX4152" y="connsiteY4152"/>
              </a:cxn>
              <a:cxn ang="0">
                <a:pos x="connsiteX4153" y="connsiteY4153"/>
              </a:cxn>
              <a:cxn ang="0">
                <a:pos x="connsiteX4154" y="connsiteY4154"/>
              </a:cxn>
              <a:cxn ang="0">
                <a:pos x="connsiteX4155" y="connsiteY4155"/>
              </a:cxn>
              <a:cxn ang="0">
                <a:pos x="connsiteX4156" y="connsiteY4156"/>
              </a:cxn>
              <a:cxn ang="0">
                <a:pos x="connsiteX4157" y="connsiteY4157"/>
              </a:cxn>
              <a:cxn ang="0">
                <a:pos x="connsiteX4158" y="connsiteY4158"/>
              </a:cxn>
              <a:cxn ang="0">
                <a:pos x="connsiteX4159" y="connsiteY4159"/>
              </a:cxn>
              <a:cxn ang="0">
                <a:pos x="connsiteX4160" y="connsiteY4160"/>
              </a:cxn>
              <a:cxn ang="0">
                <a:pos x="connsiteX4161" y="connsiteY4161"/>
              </a:cxn>
              <a:cxn ang="0">
                <a:pos x="connsiteX4162" y="connsiteY4162"/>
              </a:cxn>
              <a:cxn ang="0">
                <a:pos x="connsiteX4163" y="connsiteY4163"/>
              </a:cxn>
              <a:cxn ang="0">
                <a:pos x="connsiteX4164" y="connsiteY4164"/>
              </a:cxn>
              <a:cxn ang="0">
                <a:pos x="connsiteX4165" y="connsiteY4165"/>
              </a:cxn>
              <a:cxn ang="0">
                <a:pos x="connsiteX4166" y="connsiteY4166"/>
              </a:cxn>
              <a:cxn ang="0">
                <a:pos x="connsiteX4167" y="connsiteY4167"/>
              </a:cxn>
              <a:cxn ang="0">
                <a:pos x="connsiteX4168" y="connsiteY4168"/>
              </a:cxn>
              <a:cxn ang="0">
                <a:pos x="connsiteX4169" y="connsiteY4169"/>
              </a:cxn>
              <a:cxn ang="0">
                <a:pos x="connsiteX4170" y="connsiteY4170"/>
              </a:cxn>
              <a:cxn ang="0">
                <a:pos x="connsiteX4171" y="connsiteY4171"/>
              </a:cxn>
              <a:cxn ang="0">
                <a:pos x="connsiteX4172" y="connsiteY4172"/>
              </a:cxn>
              <a:cxn ang="0">
                <a:pos x="connsiteX4173" y="connsiteY4173"/>
              </a:cxn>
              <a:cxn ang="0">
                <a:pos x="connsiteX4174" y="connsiteY4174"/>
              </a:cxn>
              <a:cxn ang="0">
                <a:pos x="connsiteX4175" y="connsiteY4175"/>
              </a:cxn>
              <a:cxn ang="0">
                <a:pos x="connsiteX4176" y="connsiteY4176"/>
              </a:cxn>
              <a:cxn ang="0">
                <a:pos x="connsiteX4177" y="connsiteY4177"/>
              </a:cxn>
              <a:cxn ang="0">
                <a:pos x="connsiteX4178" y="connsiteY4178"/>
              </a:cxn>
              <a:cxn ang="0">
                <a:pos x="connsiteX4179" y="connsiteY4179"/>
              </a:cxn>
              <a:cxn ang="0">
                <a:pos x="connsiteX4180" y="connsiteY4180"/>
              </a:cxn>
              <a:cxn ang="0">
                <a:pos x="connsiteX4181" y="connsiteY4181"/>
              </a:cxn>
              <a:cxn ang="0">
                <a:pos x="connsiteX4182" y="connsiteY4182"/>
              </a:cxn>
              <a:cxn ang="0">
                <a:pos x="connsiteX4183" y="connsiteY4183"/>
              </a:cxn>
              <a:cxn ang="0">
                <a:pos x="connsiteX4184" y="connsiteY4184"/>
              </a:cxn>
              <a:cxn ang="0">
                <a:pos x="connsiteX4185" y="connsiteY4185"/>
              </a:cxn>
              <a:cxn ang="0">
                <a:pos x="connsiteX4186" y="connsiteY4186"/>
              </a:cxn>
              <a:cxn ang="0">
                <a:pos x="connsiteX4187" y="connsiteY4187"/>
              </a:cxn>
              <a:cxn ang="0">
                <a:pos x="connsiteX4188" y="connsiteY4188"/>
              </a:cxn>
              <a:cxn ang="0">
                <a:pos x="connsiteX4189" y="connsiteY4189"/>
              </a:cxn>
              <a:cxn ang="0">
                <a:pos x="connsiteX4190" y="connsiteY4190"/>
              </a:cxn>
              <a:cxn ang="0">
                <a:pos x="connsiteX4191" y="connsiteY4191"/>
              </a:cxn>
              <a:cxn ang="0">
                <a:pos x="connsiteX4192" y="connsiteY4192"/>
              </a:cxn>
              <a:cxn ang="0">
                <a:pos x="connsiteX4193" y="connsiteY4193"/>
              </a:cxn>
              <a:cxn ang="0">
                <a:pos x="connsiteX4194" y="connsiteY4194"/>
              </a:cxn>
              <a:cxn ang="0">
                <a:pos x="connsiteX4195" y="connsiteY4195"/>
              </a:cxn>
              <a:cxn ang="0">
                <a:pos x="connsiteX4196" y="connsiteY4196"/>
              </a:cxn>
              <a:cxn ang="0">
                <a:pos x="connsiteX4197" y="connsiteY4197"/>
              </a:cxn>
              <a:cxn ang="0">
                <a:pos x="connsiteX4198" y="connsiteY4198"/>
              </a:cxn>
              <a:cxn ang="0">
                <a:pos x="connsiteX4199" y="connsiteY4199"/>
              </a:cxn>
              <a:cxn ang="0">
                <a:pos x="connsiteX4200" y="connsiteY4200"/>
              </a:cxn>
              <a:cxn ang="0">
                <a:pos x="connsiteX4201" y="connsiteY4201"/>
              </a:cxn>
              <a:cxn ang="0">
                <a:pos x="connsiteX4202" y="connsiteY4202"/>
              </a:cxn>
              <a:cxn ang="0">
                <a:pos x="connsiteX4203" y="connsiteY4203"/>
              </a:cxn>
              <a:cxn ang="0">
                <a:pos x="connsiteX4204" y="connsiteY4204"/>
              </a:cxn>
              <a:cxn ang="0">
                <a:pos x="connsiteX4205" y="connsiteY4205"/>
              </a:cxn>
              <a:cxn ang="0">
                <a:pos x="connsiteX4206" y="connsiteY4206"/>
              </a:cxn>
              <a:cxn ang="0">
                <a:pos x="connsiteX4207" y="connsiteY4207"/>
              </a:cxn>
              <a:cxn ang="0">
                <a:pos x="connsiteX4208" y="connsiteY4208"/>
              </a:cxn>
              <a:cxn ang="0">
                <a:pos x="connsiteX4209" y="connsiteY4209"/>
              </a:cxn>
              <a:cxn ang="0">
                <a:pos x="connsiteX4210" y="connsiteY4210"/>
              </a:cxn>
              <a:cxn ang="0">
                <a:pos x="connsiteX4211" y="connsiteY4211"/>
              </a:cxn>
              <a:cxn ang="0">
                <a:pos x="connsiteX4212" y="connsiteY4212"/>
              </a:cxn>
              <a:cxn ang="0">
                <a:pos x="connsiteX4213" y="connsiteY4213"/>
              </a:cxn>
              <a:cxn ang="0">
                <a:pos x="connsiteX4214" y="connsiteY4214"/>
              </a:cxn>
              <a:cxn ang="0">
                <a:pos x="connsiteX4215" y="connsiteY4215"/>
              </a:cxn>
              <a:cxn ang="0">
                <a:pos x="connsiteX4216" y="connsiteY4216"/>
              </a:cxn>
              <a:cxn ang="0">
                <a:pos x="connsiteX4217" y="connsiteY4217"/>
              </a:cxn>
              <a:cxn ang="0">
                <a:pos x="connsiteX4218" y="connsiteY4218"/>
              </a:cxn>
              <a:cxn ang="0">
                <a:pos x="connsiteX4219" y="connsiteY4219"/>
              </a:cxn>
              <a:cxn ang="0">
                <a:pos x="connsiteX4220" y="connsiteY4220"/>
              </a:cxn>
              <a:cxn ang="0">
                <a:pos x="connsiteX4221" y="connsiteY4221"/>
              </a:cxn>
              <a:cxn ang="0">
                <a:pos x="connsiteX4222" y="connsiteY4222"/>
              </a:cxn>
              <a:cxn ang="0">
                <a:pos x="connsiteX4223" y="connsiteY4223"/>
              </a:cxn>
              <a:cxn ang="0">
                <a:pos x="connsiteX4224" y="connsiteY4224"/>
              </a:cxn>
              <a:cxn ang="0">
                <a:pos x="connsiteX4225" y="connsiteY4225"/>
              </a:cxn>
              <a:cxn ang="0">
                <a:pos x="connsiteX4226" y="connsiteY4226"/>
              </a:cxn>
              <a:cxn ang="0">
                <a:pos x="connsiteX4227" y="connsiteY4227"/>
              </a:cxn>
              <a:cxn ang="0">
                <a:pos x="connsiteX4228" y="connsiteY4228"/>
              </a:cxn>
              <a:cxn ang="0">
                <a:pos x="connsiteX4229" y="connsiteY4229"/>
              </a:cxn>
              <a:cxn ang="0">
                <a:pos x="connsiteX4230" y="connsiteY4230"/>
              </a:cxn>
              <a:cxn ang="0">
                <a:pos x="connsiteX4231" y="connsiteY4231"/>
              </a:cxn>
              <a:cxn ang="0">
                <a:pos x="connsiteX4232" y="connsiteY4232"/>
              </a:cxn>
              <a:cxn ang="0">
                <a:pos x="connsiteX4233" y="connsiteY4233"/>
              </a:cxn>
              <a:cxn ang="0">
                <a:pos x="connsiteX4234" y="connsiteY4234"/>
              </a:cxn>
              <a:cxn ang="0">
                <a:pos x="connsiteX4235" y="connsiteY4235"/>
              </a:cxn>
              <a:cxn ang="0">
                <a:pos x="connsiteX4236" y="connsiteY4236"/>
              </a:cxn>
              <a:cxn ang="0">
                <a:pos x="connsiteX4237" y="connsiteY4237"/>
              </a:cxn>
              <a:cxn ang="0">
                <a:pos x="connsiteX4238" y="connsiteY4238"/>
              </a:cxn>
              <a:cxn ang="0">
                <a:pos x="connsiteX4239" y="connsiteY4239"/>
              </a:cxn>
              <a:cxn ang="0">
                <a:pos x="connsiteX4240" y="connsiteY4240"/>
              </a:cxn>
              <a:cxn ang="0">
                <a:pos x="connsiteX4241" y="connsiteY4241"/>
              </a:cxn>
              <a:cxn ang="0">
                <a:pos x="connsiteX4242" y="connsiteY4242"/>
              </a:cxn>
              <a:cxn ang="0">
                <a:pos x="connsiteX4243" y="connsiteY4243"/>
              </a:cxn>
              <a:cxn ang="0">
                <a:pos x="connsiteX4244" y="connsiteY4244"/>
              </a:cxn>
              <a:cxn ang="0">
                <a:pos x="connsiteX4245" y="connsiteY4245"/>
              </a:cxn>
              <a:cxn ang="0">
                <a:pos x="connsiteX4246" y="connsiteY4246"/>
              </a:cxn>
              <a:cxn ang="0">
                <a:pos x="connsiteX4247" y="connsiteY4247"/>
              </a:cxn>
              <a:cxn ang="0">
                <a:pos x="connsiteX4248" y="connsiteY4248"/>
              </a:cxn>
              <a:cxn ang="0">
                <a:pos x="connsiteX4249" y="connsiteY4249"/>
              </a:cxn>
              <a:cxn ang="0">
                <a:pos x="connsiteX4250" y="connsiteY4250"/>
              </a:cxn>
              <a:cxn ang="0">
                <a:pos x="connsiteX4251" y="connsiteY4251"/>
              </a:cxn>
              <a:cxn ang="0">
                <a:pos x="connsiteX4252" y="connsiteY4252"/>
              </a:cxn>
              <a:cxn ang="0">
                <a:pos x="connsiteX4253" y="connsiteY4253"/>
              </a:cxn>
              <a:cxn ang="0">
                <a:pos x="connsiteX4254" y="connsiteY4254"/>
              </a:cxn>
              <a:cxn ang="0">
                <a:pos x="connsiteX4255" y="connsiteY4255"/>
              </a:cxn>
              <a:cxn ang="0">
                <a:pos x="connsiteX4256" y="connsiteY4256"/>
              </a:cxn>
              <a:cxn ang="0">
                <a:pos x="connsiteX4257" y="connsiteY4257"/>
              </a:cxn>
              <a:cxn ang="0">
                <a:pos x="connsiteX4258" y="connsiteY4258"/>
              </a:cxn>
              <a:cxn ang="0">
                <a:pos x="connsiteX4259" y="connsiteY4259"/>
              </a:cxn>
              <a:cxn ang="0">
                <a:pos x="connsiteX4260" y="connsiteY4260"/>
              </a:cxn>
              <a:cxn ang="0">
                <a:pos x="connsiteX4261" y="connsiteY4261"/>
              </a:cxn>
              <a:cxn ang="0">
                <a:pos x="connsiteX4262" y="connsiteY4262"/>
              </a:cxn>
              <a:cxn ang="0">
                <a:pos x="connsiteX4263" y="connsiteY4263"/>
              </a:cxn>
              <a:cxn ang="0">
                <a:pos x="connsiteX4264" y="connsiteY4264"/>
              </a:cxn>
              <a:cxn ang="0">
                <a:pos x="connsiteX4265" y="connsiteY4265"/>
              </a:cxn>
              <a:cxn ang="0">
                <a:pos x="connsiteX4266" y="connsiteY4266"/>
              </a:cxn>
              <a:cxn ang="0">
                <a:pos x="connsiteX4267" y="connsiteY4267"/>
              </a:cxn>
              <a:cxn ang="0">
                <a:pos x="connsiteX4268" y="connsiteY4268"/>
              </a:cxn>
              <a:cxn ang="0">
                <a:pos x="connsiteX4269" y="connsiteY4269"/>
              </a:cxn>
              <a:cxn ang="0">
                <a:pos x="connsiteX4270" y="connsiteY4270"/>
              </a:cxn>
              <a:cxn ang="0">
                <a:pos x="connsiteX4271" y="connsiteY4271"/>
              </a:cxn>
              <a:cxn ang="0">
                <a:pos x="connsiteX4272" y="connsiteY4272"/>
              </a:cxn>
              <a:cxn ang="0">
                <a:pos x="connsiteX4273" y="connsiteY4273"/>
              </a:cxn>
              <a:cxn ang="0">
                <a:pos x="connsiteX4274" y="connsiteY4274"/>
              </a:cxn>
              <a:cxn ang="0">
                <a:pos x="connsiteX4275" y="connsiteY4275"/>
              </a:cxn>
              <a:cxn ang="0">
                <a:pos x="connsiteX4276" y="connsiteY4276"/>
              </a:cxn>
              <a:cxn ang="0">
                <a:pos x="connsiteX4277" y="connsiteY4277"/>
              </a:cxn>
              <a:cxn ang="0">
                <a:pos x="connsiteX4278" y="connsiteY4278"/>
              </a:cxn>
              <a:cxn ang="0">
                <a:pos x="connsiteX4279" y="connsiteY4279"/>
              </a:cxn>
              <a:cxn ang="0">
                <a:pos x="connsiteX4280" y="connsiteY4280"/>
              </a:cxn>
              <a:cxn ang="0">
                <a:pos x="connsiteX4281" y="connsiteY4281"/>
              </a:cxn>
              <a:cxn ang="0">
                <a:pos x="connsiteX4282" y="connsiteY4282"/>
              </a:cxn>
              <a:cxn ang="0">
                <a:pos x="connsiteX4283" y="connsiteY4283"/>
              </a:cxn>
              <a:cxn ang="0">
                <a:pos x="connsiteX4284" y="connsiteY4284"/>
              </a:cxn>
              <a:cxn ang="0">
                <a:pos x="connsiteX4285" y="connsiteY4285"/>
              </a:cxn>
              <a:cxn ang="0">
                <a:pos x="connsiteX4286" y="connsiteY4286"/>
              </a:cxn>
              <a:cxn ang="0">
                <a:pos x="connsiteX4287" y="connsiteY4287"/>
              </a:cxn>
              <a:cxn ang="0">
                <a:pos x="connsiteX4288" y="connsiteY4288"/>
              </a:cxn>
              <a:cxn ang="0">
                <a:pos x="connsiteX4289" y="connsiteY4289"/>
              </a:cxn>
              <a:cxn ang="0">
                <a:pos x="connsiteX4290" y="connsiteY4290"/>
              </a:cxn>
              <a:cxn ang="0">
                <a:pos x="connsiteX4291" y="connsiteY4291"/>
              </a:cxn>
              <a:cxn ang="0">
                <a:pos x="connsiteX4292" y="connsiteY4292"/>
              </a:cxn>
              <a:cxn ang="0">
                <a:pos x="connsiteX4293" y="connsiteY4293"/>
              </a:cxn>
              <a:cxn ang="0">
                <a:pos x="connsiteX4294" y="connsiteY4294"/>
              </a:cxn>
              <a:cxn ang="0">
                <a:pos x="connsiteX4295" y="connsiteY4295"/>
              </a:cxn>
              <a:cxn ang="0">
                <a:pos x="connsiteX4296" y="connsiteY4296"/>
              </a:cxn>
              <a:cxn ang="0">
                <a:pos x="connsiteX4297" y="connsiteY4297"/>
              </a:cxn>
              <a:cxn ang="0">
                <a:pos x="connsiteX4298" y="connsiteY4298"/>
              </a:cxn>
              <a:cxn ang="0">
                <a:pos x="connsiteX4299" y="connsiteY4299"/>
              </a:cxn>
              <a:cxn ang="0">
                <a:pos x="connsiteX4300" y="connsiteY4300"/>
              </a:cxn>
              <a:cxn ang="0">
                <a:pos x="connsiteX4301" y="connsiteY4301"/>
              </a:cxn>
              <a:cxn ang="0">
                <a:pos x="connsiteX4302" y="connsiteY4302"/>
              </a:cxn>
              <a:cxn ang="0">
                <a:pos x="connsiteX4303" y="connsiteY4303"/>
              </a:cxn>
              <a:cxn ang="0">
                <a:pos x="connsiteX4304" y="connsiteY4304"/>
              </a:cxn>
              <a:cxn ang="0">
                <a:pos x="connsiteX4305" y="connsiteY4305"/>
              </a:cxn>
              <a:cxn ang="0">
                <a:pos x="connsiteX4306" y="connsiteY4306"/>
              </a:cxn>
              <a:cxn ang="0">
                <a:pos x="connsiteX4307" y="connsiteY4307"/>
              </a:cxn>
              <a:cxn ang="0">
                <a:pos x="connsiteX4308" y="connsiteY4308"/>
              </a:cxn>
              <a:cxn ang="0">
                <a:pos x="connsiteX4309" y="connsiteY4309"/>
              </a:cxn>
              <a:cxn ang="0">
                <a:pos x="connsiteX4310" y="connsiteY4310"/>
              </a:cxn>
              <a:cxn ang="0">
                <a:pos x="connsiteX4311" y="connsiteY4311"/>
              </a:cxn>
              <a:cxn ang="0">
                <a:pos x="connsiteX4312" y="connsiteY4312"/>
              </a:cxn>
              <a:cxn ang="0">
                <a:pos x="connsiteX4313" y="connsiteY4313"/>
              </a:cxn>
              <a:cxn ang="0">
                <a:pos x="connsiteX4314" y="connsiteY4314"/>
              </a:cxn>
              <a:cxn ang="0">
                <a:pos x="connsiteX4315" y="connsiteY4315"/>
              </a:cxn>
              <a:cxn ang="0">
                <a:pos x="connsiteX4316" y="connsiteY4316"/>
              </a:cxn>
              <a:cxn ang="0">
                <a:pos x="connsiteX4317" y="connsiteY4317"/>
              </a:cxn>
              <a:cxn ang="0">
                <a:pos x="connsiteX4318" y="connsiteY4318"/>
              </a:cxn>
              <a:cxn ang="0">
                <a:pos x="connsiteX4319" y="connsiteY4319"/>
              </a:cxn>
              <a:cxn ang="0">
                <a:pos x="connsiteX4320" y="connsiteY4320"/>
              </a:cxn>
              <a:cxn ang="0">
                <a:pos x="connsiteX4321" y="connsiteY4321"/>
              </a:cxn>
              <a:cxn ang="0">
                <a:pos x="connsiteX4322" y="connsiteY4322"/>
              </a:cxn>
              <a:cxn ang="0">
                <a:pos x="connsiteX4323" y="connsiteY4323"/>
              </a:cxn>
              <a:cxn ang="0">
                <a:pos x="connsiteX4324" y="connsiteY4324"/>
              </a:cxn>
              <a:cxn ang="0">
                <a:pos x="connsiteX4325" y="connsiteY4325"/>
              </a:cxn>
              <a:cxn ang="0">
                <a:pos x="connsiteX4326" y="connsiteY4326"/>
              </a:cxn>
              <a:cxn ang="0">
                <a:pos x="connsiteX4327" y="connsiteY4327"/>
              </a:cxn>
              <a:cxn ang="0">
                <a:pos x="connsiteX4328" y="connsiteY4328"/>
              </a:cxn>
              <a:cxn ang="0">
                <a:pos x="connsiteX4329" y="connsiteY4329"/>
              </a:cxn>
              <a:cxn ang="0">
                <a:pos x="connsiteX4330" y="connsiteY4330"/>
              </a:cxn>
              <a:cxn ang="0">
                <a:pos x="connsiteX4331" y="connsiteY4331"/>
              </a:cxn>
              <a:cxn ang="0">
                <a:pos x="connsiteX4332" y="connsiteY4332"/>
              </a:cxn>
              <a:cxn ang="0">
                <a:pos x="connsiteX4333" y="connsiteY4333"/>
              </a:cxn>
              <a:cxn ang="0">
                <a:pos x="connsiteX4334" y="connsiteY4334"/>
              </a:cxn>
              <a:cxn ang="0">
                <a:pos x="connsiteX4335" y="connsiteY4335"/>
              </a:cxn>
              <a:cxn ang="0">
                <a:pos x="connsiteX4336" y="connsiteY4336"/>
              </a:cxn>
              <a:cxn ang="0">
                <a:pos x="connsiteX4337" y="connsiteY4337"/>
              </a:cxn>
              <a:cxn ang="0">
                <a:pos x="connsiteX4338" y="connsiteY4338"/>
              </a:cxn>
              <a:cxn ang="0">
                <a:pos x="connsiteX4339" y="connsiteY4339"/>
              </a:cxn>
              <a:cxn ang="0">
                <a:pos x="connsiteX4340" y="connsiteY4340"/>
              </a:cxn>
              <a:cxn ang="0">
                <a:pos x="connsiteX4341" y="connsiteY4341"/>
              </a:cxn>
              <a:cxn ang="0">
                <a:pos x="connsiteX4342" y="connsiteY4342"/>
              </a:cxn>
              <a:cxn ang="0">
                <a:pos x="connsiteX4343" y="connsiteY4343"/>
              </a:cxn>
              <a:cxn ang="0">
                <a:pos x="connsiteX4344" y="connsiteY4344"/>
              </a:cxn>
              <a:cxn ang="0">
                <a:pos x="connsiteX4345" y="connsiteY4345"/>
              </a:cxn>
              <a:cxn ang="0">
                <a:pos x="connsiteX4346" y="connsiteY4346"/>
              </a:cxn>
              <a:cxn ang="0">
                <a:pos x="connsiteX4347" y="connsiteY4347"/>
              </a:cxn>
              <a:cxn ang="0">
                <a:pos x="connsiteX4348" y="connsiteY4348"/>
              </a:cxn>
              <a:cxn ang="0">
                <a:pos x="connsiteX4349" y="connsiteY4349"/>
              </a:cxn>
              <a:cxn ang="0">
                <a:pos x="connsiteX4350" y="connsiteY4350"/>
              </a:cxn>
              <a:cxn ang="0">
                <a:pos x="connsiteX4351" y="connsiteY4351"/>
              </a:cxn>
              <a:cxn ang="0">
                <a:pos x="connsiteX4352" y="connsiteY4352"/>
              </a:cxn>
              <a:cxn ang="0">
                <a:pos x="connsiteX4353" y="connsiteY4353"/>
              </a:cxn>
              <a:cxn ang="0">
                <a:pos x="connsiteX4354" y="connsiteY4354"/>
              </a:cxn>
              <a:cxn ang="0">
                <a:pos x="connsiteX4355" y="connsiteY4355"/>
              </a:cxn>
              <a:cxn ang="0">
                <a:pos x="connsiteX4356" y="connsiteY4356"/>
              </a:cxn>
              <a:cxn ang="0">
                <a:pos x="connsiteX4357" y="connsiteY4357"/>
              </a:cxn>
              <a:cxn ang="0">
                <a:pos x="connsiteX4358" y="connsiteY4358"/>
              </a:cxn>
              <a:cxn ang="0">
                <a:pos x="connsiteX4359" y="connsiteY4359"/>
              </a:cxn>
              <a:cxn ang="0">
                <a:pos x="connsiteX4360" y="connsiteY4360"/>
              </a:cxn>
              <a:cxn ang="0">
                <a:pos x="connsiteX4361" y="connsiteY4361"/>
              </a:cxn>
              <a:cxn ang="0">
                <a:pos x="connsiteX4362" y="connsiteY4362"/>
              </a:cxn>
              <a:cxn ang="0">
                <a:pos x="connsiteX4363" y="connsiteY4363"/>
              </a:cxn>
              <a:cxn ang="0">
                <a:pos x="connsiteX4364" y="connsiteY4364"/>
              </a:cxn>
              <a:cxn ang="0">
                <a:pos x="connsiteX4365" y="connsiteY4365"/>
              </a:cxn>
              <a:cxn ang="0">
                <a:pos x="connsiteX4366" y="connsiteY4366"/>
              </a:cxn>
              <a:cxn ang="0">
                <a:pos x="connsiteX4367" y="connsiteY4367"/>
              </a:cxn>
              <a:cxn ang="0">
                <a:pos x="connsiteX4368" y="connsiteY4368"/>
              </a:cxn>
              <a:cxn ang="0">
                <a:pos x="connsiteX4369" y="connsiteY4369"/>
              </a:cxn>
              <a:cxn ang="0">
                <a:pos x="connsiteX4370" y="connsiteY4370"/>
              </a:cxn>
              <a:cxn ang="0">
                <a:pos x="connsiteX4371" y="connsiteY4371"/>
              </a:cxn>
              <a:cxn ang="0">
                <a:pos x="connsiteX4372" y="connsiteY4372"/>
              </a:cxn>
              <a:cxn ang="0">
                <a:pos x="connsiteX4373" y="connsiteY4373"/>
              </a:cxn>
              <a:cxn ang="0">
                <a:pos x="connsiteX4374" y="connsiteY4374"/>
              </a:cxn>
              <a:cxn ang="0">
                <a:pos x="connsiteX4375" y="connsiteY4375"/>
              </a:cxn>
              <a:cxn ang="0">
                <a:pos x="connsiteX4376" y="connsiteY4376"/>
              </a:cxn>
              <a:cxn ang="0">
                <a:pos x="connsiteX4377" y="connsiteY4377"/>
              </a:cxn>
              <a:cxn ang="0">
                <a:pos x="connsiteX4378" y="connsiteY4378"/>
              </a:cxn>
              <a:cxn ang="0">
                <a:pos x="connsiteX4379" y="connsiteY4379"/>
              </a:cxn>
              <a:cxn ang="0">
                <a:pos x="connsiteX4380" y="connsiteY4380"/>
              </a:cxn>
              <a:cxn ang="0">
                <a:pos x="connsiteX4381" y="connsiteY4381"/>
              </a:cxn>
              <a:cxn ang="0">
                <a:pos x="connsiteX4382" y="connsiteY4382"/>
              </a:cxn>
              <a:cxn ang="0">
                <a:pos x="connsiteX4383" y="connsiteY4383"/>
              </a:cxn>
              <a:cxn ang="0">
                <a:pos x="connsiteX4384" y="connsiteY4384"/>
              </a:cxn>
              <a:cxn ang="0">
                <a:pos x="connsiteX4385" y="connsiteY4385"/>
              </a:cxn>
              <a:cxn ang="0">
                <a:pos x="connsiteX4386" y="connsiteY4386"/>
              </a:cxn>
              <a:cxn ang="0">
                <a:pos x="connsiteX4387" y="connsiteY4387"/>
              </a:cxn>
              <a:cxn ang="0">
                <a:pos x="connsiteX4388" y="connsiteY4388"/>
              </a:cxn>
              <a:cxn ang="0">
                <a:pos x="connsiteX4389" y="connsiteY4389"/>
              </a:cxn>
              <a:cxn ang="0">
                <a:pos x="connsiteX4390" y="connsiteY4390"/>
              </a:cxn>
              <a:cxn ang="0">
                <a:pos x="connsiteX4391" y="connsiteY4391"/>
              </a:cxn>
              <a:cxn ang="0">
                <a:pos x="connsiteX4392" y="connsiteY4392"/>
              </a:cxn>
              <a:cxn ang="0">
                <a:pos x="connsiteX4393" y="connsiteY4393"/>
              </a:cxn>
              <a:cxn ang="0">
                <a:pos x="connsiteX4394" y="connsiteY4394"/>
              </a:cxn>
              <a:cxn ang="0">
                <a:pos x="connsiteX4395" y="connsiteY4395"/>
              </a:cxn>
              <a:cxn ang="0">
                <a:pos x="connsiteX4396" y="connsiteY4396"/>
              </a:cxn>
              <a:cxn ang="0">
                <a:pos x="connsiteX4397" y="connsiteY4397"/>
              </a:cxn>
              <a:cxn ang="0">
                <a:pos x="connsiteX4398" y="connsiteY4398"/>
              </a:cxn>
              <a:cxn ang="0">
                <a:pos x="connsiteX4399" y="connsiteY4399"/>
              </a:cxn>
              <a:cxn ang="0">
                <a:pos x="connsiteX4400" y="connsiteY4400"/>
              </a:cxn>
              <a:cxn ang="0">
                <a:pos x="connsiteX4401" y="connsiteY4401"/>
              </a:cxn>
              <a:cxn ang="0">
                <a:pos x="connsiteX4402" y="connsiteY4402"/>
              </a:cxn>
              <a:cxn ang="0">
                <a:pos x="connsiteX4403" y="connsiteY4403"/>
              </a:cxn>
              <a:cxn ang="0">
                <a:pos x="connsiteX4404" y="connsiteY4404"/>
              </a:cxn>
              <a:cxn ang="0">
                <a:pos x="connsiteX4405" y="connsiteY4405"/>
              </a:cxn>
              <a:cxn ang="0">
                <a:pos x="connsiteX4406" y="connsiteY4406"/>
              </a:cxn>
              <a:cxn ang="0">
                <a:pos x="connsiteX4407" y="connsiteY4407"/>
              </a:cxn>
              <a:cxn ang="0">
                <a:pos x="connsiteX4408" y="connsiteY4408"/>
              </a:cxn>
              <a:cxn ang="0">
                <a:pos x="connsiteX4409" y="connsiteY4409"/>
              </a:cxn>
              <a:cxn ang="0">
                <a:pos x="connsiteX4410" y="connsiteY4410"/>
              </a:cxn>
              <a:cxn ang="0">
                <a:pos x="connsiteX4411" y="connsiteY4411"/>
              </a:cxn>
              <a:cxn ang="0">
                <a:pos x="connsiteX4412" y="connsiteY4412"/>
              </a:cxn>
              <a:cxn ang="0">
                <a:pos x="connsiteX4413" y="connsiteY4413"/>
              </a:cxn>
              <a:cxn ang="0">
                <a:pos x="connsiteX4414" y="connsiteY4414"/>
              </a:cxn>
              <a:cxn ang="0">
                <a:pos x="connsiteX4415" y="connsiteY4415"/>
              </a:cxn>
              <a:cxn ang="0">
                <a:pos x="connsiteX4416" y="connsiteY4416"/>
              </a:cxn>
              <a:cxn ang="0">
                <a:pos x="connsiteX4417" y="connsiteY4417"/>
              </a:cxn>
              <a:cxn ang="0">
                <a:pos x="connsiteX4418" y="connsiteY4418"/>
              </a:cxn>
              <a:cxn ang="0">
                <a:pos x="connsiteX4419" y="connsiteY4419"/>
              </a:cxn>
              <a:cxn ang="0">
                <a:pos x="connsiteX4420" y="connsiteY4420"/>
              </a:cxn>
              <a:cxn ang="0">
                <a:pos x="connsiteX4421" y="connsiteY4421"/>
              </a:cxn>
              <a:cxn ang="0">
                <a:pos x="connsiteX4422" y="connsiteY4422"/>
              </a:cxn>
              <a:cxn ang="0">
                <a:pos x="connsiteX4423" y="connsiteY4423"/>
              </a:cxn>
              <a:cxn ang="0">
                <a:pos x="connsiteX4424" y="connsiteY4424"/>
              </a:cxn>
              <a:cxn ang="0">
                <a:pos x="connsiteX4425" y="connsiteY4425"/>
              </a:cxn>
              <a:cxn ang="0">
                <a:pos x="connsiteX4426" y="connsiteY4426"/>
              </a:cxn>
              <a:cxn ang="0">
                <a:pos x="connsiteX4427" y="connsiteY4427"/>
              </a:cxn>
              <a:cxn ang="0">
                <a:pos x="connsiteX4428" y="connsiteY4428"/>
              </a:cxn>
              <a:cxn ang="0">
                <a:pos x="connsiteX4429" y="connsiteY4429"/>
              </a:cxn>
              <a:cxn ang="0">
                <a:pos x="connsiteX4430" y="connsiteY4430"/>
              </a:cxn>
              <a:cxn ang="0">
                <a:pos x="connsiteX4431" y="connsiteY4431"/>
              </a:cxn>
              <a:cxn ang="0">
                <a:pos x="connsiteX4432" y="connsiteY4432"/>
              </a:cxn>
              <a:cxn ang="0">
                <a:pos x="connsiteX4433" y="connsiteY4433"/>
              </a:cxn>
              <a:cxn ang="0">
                <a:pos x="connsiteX4434" y="connsiteY4434"/>
              </a:cxn>
              <a:cxn ang="0">
                <a:pos x="connsiteX4435" y="connsiteY4435"/>
              </a:cxn>
              <a:cxn ang="0">
                <a:pos x="connsiteX4436" y="connsiteY4436"/>
              </a:cxn>
              <a:cxn ang="0">
                <a:pos x="connsiteX4437" y="connsiteY4437"/>
              </a:cxn>
              <a:cxn ang="0">
                <a:pos x="connsiteX4438" y="connsiteY4438"/>
              </a:cxn>
              <a:cxn ang="0">
                <a:pos x="connsiteX4439" y="connsiteY4439"/>
              </a:cxn>
              <a:cxn ang="0">
                <a:pos x="connsiteX4440" y="connsiteY4440"/>
              </a:cxn>
              <a:cxn ang="0">
                <a:pos x="connsiteX4441" y="connsiteY4441"/>
              </a:cxn>
              <a:cxn ang="0">
                <a:pos x="connsiteX4442" y="connsiteY4442"/>
              </a:cxn>
              <a:cxn ang="0">
                <a:pos x="connsiteX4443" y="connsiteY4443"/>
              </a:cxn>
              <a:cxn ang="0">
                <a:pos x="connsiteX4444" y="connsiteY4444"/>
              </a:cxn>
              <a:cxn ang="0">
                <a:pos x="connsiteX4445" y="connsiteY4445"/>
              </a:cxn>
              <a:cxn ang="0">
                <a:pos x="connsiteX4446" y="connsiteY4446"/>
              </a:cxn>
              <a:cxn ang="0">
                <a:pos x="connsiteX4447" y="connsiteY4447"/>
              </a:cxn>
              <a:cxn ang="0">
                <a:pos x="connsiteX4448" y="connsiteY4448"/>
              </a:cxn>
              <a:cxn ang="0">
                <a:pos x="connsiteX4449" y="connsiteY4449"/>
              </a:cxn>
              <a:cxn ang="0">
                <a:pos x="connsiteX4450" y="connsiteY4450"/>
              </a:cxn>
              <a:cxn ang="0">
                <a:pos x="connsiteX4451" y="connsiteY4451"/>
              </a:cxn>
              <a:cxn ang="0">
                <a:pos x="connsiteX4452" y="connsiteY4452"/>
              </a:cxn>
              <a:cxn ang="0">
                <a:pos x="connsiteX4453" y="connsiteY4453"/>
              </a:cxn>
              <a:cxn ang="0">
                <a:pos x="connsiteX4454" y="connsiteY4454"/>
              </a:cxn>
              <a:cxn ang="0">
                <a:pos x="connsiteX4455" y="connsiteY4455"/>
              </a:cxn>
              <a:cxn ang="0">
                <a:pos x="connsiteX4456" y="connsiteY4456"/>
              </a:cxn>
              <a:cxn ang="0">
                <a:pos x="connsiteX4457" y="connsiteY4457"/>
              </a:cxn>
              <a:cxn ang="0">
                <a:pos x="connsiteX4458" y="connsiteY4458"/>
              </a:cxn>
              <a:cxn ang="0">
                <a:pos x="connsiteX4459" y="connsiteY4459"/>
              </a:cxn>
              <a:cxn ang="0">
                <a:pos x="connsiteX4460" y="connsiteY4460"/>
              </a:cxn>
              <a:cxn ang="0">
                <a:pos x="connsiteX4461" y="connsiteY4461"/>
              </a:cxn>
              <a:cxn ang="0">
                <a:pos x="connsiteX4462" y="connsiteY4462"/>
              </a:cxn>
              <a:cxn ang="0">
                <a:pos x="connsiteX4463" y="connsiteY4463"/>
              </a:cxn>
              <a:cxn ang="0">
                <a:pos x="connsiteX4464" y="connsiteY4464"/>
              </a:cxn>
              <a:cxn ang="0">
                <a:pos x="connsiteX4465" y="connsiteY4465"/>
              </a:cxn>
              <a:cxn ang="0">
                <a:pos x="connsiteX4466" y="connsiteY4466"/>
              </a:cxn>
              <a:cxn ang="0">
                <a:pos x="connsiteX4467" y="connsiteY4467"/>
              </a:cxn>
              <a:cxn ang="0">
                <a:pos x="connsiteX4468" y="connsiteY4468"/>
              </a:cxn>
              <a:cxn ang="0">
                <a:pos x="connsiteX4469" y="connsiteY4469"/>
              </a:cxn>
              <a:cxn ang="0">
                <a:pos x="connsiteX4470" y="connsiteY4470"/>
              </a:cxn>
              <a:cxn ang="0">
                <a:pos x="connsiteX4471" y="connsiteY4471"/>
              </a:cxn>
              <a:cxn ang="0">
                <a:pos x="connsiteX4472" y="connsiteY4472"/>
              </a:cxn>
              <a:cxn ang="0">
                <a:pos x="connsiteX4473" y="connsiteY4473"/>
              </a:cxn>
              <a:cxn ang="0">
                <a:pos x="connsiteX4474" y="connsiteY4474"/>
              </a:cxn>
              <a:cxn ang="0">
                <a:pos x="connsiteX4475" y="connsiteY4475"/>
              </a:cxn>
              <a:cxn ang="0">
                <a:pos x="connsiteX4476" y="connsiteY4476"/>
              </a:cxn>
              <a:cxn ang="0">
                <a:pos x="connsiteX4477" y="connsiteY4477"/>
              </a:cxn>
              <a:cxn ang="0">
                <a:pos x="connsiteX4478" y="connsiteY4478"/>
              </a:cxn>
              <a:cxn ang="0">
                <a:pos x="connsiteX4479" y="connsiteY4479"/>
              </a:cxn>
              <a:cxn ang="0">
                <a:pos x="connsiteX4480" y="connsiteY4480"/>
              </a:cxn>
              <a:cxn ang="0">
                <a:pos x="connsiteX4481" y="connsiteY4481"/>
              </a:cxn>
              <a:cxn ang="0">
                <a:pos x="connsiteX4482" y="connsiteY4482"/>
              </a:cxn>
              <a:cxn ang="0">
                <a:pos x="connsiteX4483" y="connsiteY4483"/>
              </a:cxn>
              <a:cxn ang="0">
                <a:pos x="connsiteX4484" y="connsiteY4484"/>
              </a:cxn>
              <a:cxn ang="0">
                <a:pos x="connsiteX4485" y="connsiteY4485"/>
              </a:cxn>
              <a:cxn ang="0">
                <a:pos x="connsiteX4486" y="connsiteY4486"/>
              </a:cxn>
              <a:cxn ang="0">
                <a:pos x="connsiteX4487" y="connsiteY4487"/>
              </a:cxn>
              <a:cxn ang="0">
                <a:pos x="connsiteX4488" y="connsiteY4488"/>
              </a:cxn>
              <a:cxn ang="0">
                <a:pos x="connsiteX4489" y="connsiteY4489"/>
              </a:cxn>
              <a:cxn ang="0">
                <a:pos x="connsiteX4490" y="connsiteY4490"/>
              </a:cxn>
              <a:cxn ang="0">
                <a:pos x="connsiteX4491" y="connsiteY4491"/>
              </a:cxn>
              <a:cxn ang="0">
                <a:pos x="connsiteX4492" y="connsiteY4492"/>
              </a:cxn>
              <a:cxn ang="0">
                <a:pos x="connsiteX4493" y="connsiteY4493"/>
              </a:cxn>
              <a:cxn ang="0">
                <a:pos x="connsiteX4494" y="connsiteY4494"/>
              </a:cxn>
              <a:cxn ang="0">
                <a:pos x="connsiteX4495" y="connsiteY4495"/>
              </a:cxn>
              <a:cxn ang="0">
                <a:pos x="connsiteX4496" y="connsiteY4496"/>
              </a:cxn>
              <a:cxn ang="0">
                <a:pos x="connsiteX4497" y="connsiteY4497"/>
              </a:cxn>
              <a:cxn ang="0">
                <a:pos x="connsiteX4498" y="connsiteY4498"/>
              </a:cxn>
              <a:cxn ang="0">
                <a:pos x="connsiteX4499" y="connsiteY4499"/>
              </a:cxn>
              <a:cxn ang="0">
                <a:pos x="connsiteX4500" y="connsiteY4500"/>
              </a:cxn>
              <a:cxn ang="0">
                <a:pos x="connsiteX4501" y="connsiteY4501"/>
              </a:cxn>
              <a:cxn ang="0">
                <a:pos x="connsiteX4502" y="connsiteY4502"/>
              </a:cxn>
              <a:cxn ang="0">
                <a:pos x="connsiteX4503" y="connsiteY4503"/>
              </a:cxn>
              <a:cxn ang="0">
                <a:pos x="connsiteX4504" y="connsiteY4504"/>
              </a:cxn>
              <a:cxn ang="0">
                <a:pos x="connsiteX4505" y="connsiteY4505"/>
              </a:cxn>
              <a:cxn ang="0">
                <a:pos x="connsiteX4506" y="connsiteY4506"/>
              </a:cxn>
              <a:cxn ang="0">
                <a:pos x="connsiteX4507" y="connsiteY4507"/>
              </a:cxn>
              <a:cxn ang="0">
                <a:pos x="connsiteX4508" y="connsiteY4508"/>
              </a:cxn>
              <a:cxn ang="0">
                <a:pos x="connsiteX4509" y="connsiteY4509"/>
              </a:cxn>
              <a:cxn ang="0">
                <a:pos x="connsiteX4510" y="connsiteY4510"/>
              </a:cxn>
              <a:cxn ang="0">
                <a:pos x="connsiteX4511" y="connsiteY4511"/>
              </a:cxn>
              <a:cxn ang="0">
                <a:pos x="connsiteX4512" y="connsiteY4512"/>
              </a:cxn>
              <a:cxn ang="0">
                <a:pos x="connsiteX4513" y="connsiteY4513"/>
              </a:cxn>
              <a:cxn ang="0">
                <a:pos x="connsiteX4514" y="connsiteY4514"/>
              </a:cxn>
              <a:cxn ang="0">
                <a:pos x="connsiteX4515" y="connsiteY4515"/>
              </a:cxn>
              <a:cxn ang="0">
                <a:pos x="connsiteX4516" y="connsiteY4516"/>
              </a:cxn>
              <a:cxn ang="0">
                <a:pos x="connsiteX4517" y="connsiteY4517"/>
              </a:cxn>
              <a:cxn ang="0">
                <a:pos x="connsiteX4518" y="connsiteY4518"/>
              </a:cxn>
              <a:cxn ang="0">
                <a:pos x="connsiteX4519" y="connsiteY4519"/>
              </a:cxn>
              <a:cxn ang="0">
                <a:pos x="connsiteX4520" y="connsiteY4520"/>
              </a:cxn>
              <a:cxn ang="0">
                <a:pos x="connsiteX4521" y="connsiteY4521"/>
              </a:cxn>
              <a:cxn ang="0">
                <a:pos x="connsiteX4522" y="connsiteY4522"/>
              </a:cxn>
              <a:cxn ang="0">
                <a:pos x="connsiteX4523" y="connsiteY4523"/>
              </a:cxn>
              <a:cxn ang="0">
                <a:pos x="connsiteX4524" y="connsiteY4524"/>
              </a:cxn>
              <a:cxn ang="0">
                <a:pos x="connsiteX4525" y="connsiteY4525"/>
              </a:cxn>
              <a:cxn ang="0">
                <a:pos x="connsiteX4526" y="connsiteY4526"/>
              </a:cxn>
              <a:cxn ang="0">
                <a:pos x="connsiteX4527" y="connsiteY4527"/>
              </a:cxn>
              <a:cxn ang="0">
                <a:pos x="connsiteX4528" y="connsiteY4528"/>
              </a:cxn>
              <a:cxn ang="0">
                <a:pos x="connsiteX4529" y="connsiteY4529"/>
              </a:cxn>
              <a:cxn ang="0">
                <a:pos x="connsiteX4530" y="connsiteY4530"/>
              </a:cxn>
              <a:cxn ang="0">
                <a:pos x="connsiteX4531" y="connsiteY4531"/>
              </a:cxn>
              <a:cxn ang="0">
                <a:pos x="connsiteX4532" y="connsiteY4532"/>
              </a:cxn>
              <a:cxn ang="0">
                <a:pos x="connsiteX4533" y="connsiteY4533"/>
              </a:cxn>
              <a:cxn ang="0">
                <a:pos x="connsiteX4534" y="connsiteY4534"/>
              </a:cxn>
              <a:cxn ang="0">
                <a:pos x="connsiteX4535" y="connsiteY4535"/>
              </a:cxn>
              <a:cxn ang="0">
                <a:pos x="connsiteX4536" y="connsiteY4536"/>
              </a:cxn>
              <a:cxn ang="0">
                <a:pos x="connsiteX4537" y="connsiteY4537"/>
              </a:cxn>
              <a:cxn ang="0">
                <a:pos x="connsiteX4538" y="connsiteY4538"/>
              </a:cxn>
              <a:cxn ang="0">
                <a:pos x="connsiteX4539" y="connsiteY4539"/>
              </a:cxn>
              <a:cxn ang="0">
                <a:pos x="connsiteX4540" y="connsiteY4540"/>
              </a:cxn>
              <a:cxn ang="0">
                <a:pos x="connsiteX4541" y="connsiteY4541"/>
              </a:cxn>
              <a:cxn ang="0">
                <a:pos x="connsiteX4542" y="connsiteY4542"/>
              </a:cxn>
              <a:cxn ang="0">
                <a:pos x="connsiteX4543" y="connsiteY4543"/>
              </a:cxn>
              <a:cxn ang="0">
                <a:pos x="connsiteX4544" y="connsiteY4544"/>
              </a:cxn>
              <a:cxn ang="0">
                <a:pos x="connsiteX4545" y="connsiteY4545"/>
              </a:cxn>
              <a:cxn ang="0">
                <a:pos x="connsiteX4546" y="connsiteY4546"/>
              </a:cxn>
              <a:cxn ang="0">
                <a:pos x="connsiteX4547" y="connsiteY4547"/>
              </a:cxn>
              <a:cxn ang="0">
                <a:pos x="connsiteX4548" y="connsiteY4548"/>
              </a:cxn>
              <a:cxn ang="0">
                <a:pos x="connsiteX4549" y="connsiteY4549"/>
              </a:cxn>
              <a:cxn ang="0">
                <a:pos x="connsiteX4550" y="connsiteY4550"/>
              </a:cxn>
              <a:cxn ang="0">
                <a:pos x="connsiteX4551" y="connsiteY4551"/>
              </a:cxn>
              <a:cxn ang="0">
                <a:pos x="connsiteX4552" y="connsiteY4552"/>
              </a:cxn>
              <a:cxn ang="0">
                <a:pos x="connsiteX4553" y="connsiteY4553"/>
              </a:cxn>
              <a:cxn ang="0">
                <a:pos x="connsiteX4554" y="connsiteY4554"/>
              </a:cxn>
              <a:cxn ang="0">
                <a:pos x="connsiteX4555" y="connsiteY4555"/>
              </a:cxn>
              <a:cxn ang="0">
                <a:pos x="connsiteX4556" y="connsiteY4556"/>
              </a:cxn>
              <a:cxn ang="0">
                <a:pos x="connsiteX4557" y="connsiteY4557"/>
              </a:cxn>
              <a:cxn ang="0">
                <a:pos x="connsiteX4558" y="connsiteY4558"/>
              </a:cxn>
              <a:cxn ang="0">
                <a:pos x="connsiteX4559" y="connsiteY4559"/>
              </a:cxn>
              <a:cxn ang="0">
                <a:pos x="connsiteX4560" y="connsiteY4560"/>
              </a:cxn>
              <a:cxn ang="0">
                <a:pos x="connsiteX4561" y="connsiteY4561"/>
              </a:cxn>
              <a:cxn ang="0">
                <a:pos x="connsiteX4562" y="connsiteY4562"/>
              </a:cxn>
              <a:cxn ang="0">
                <a:pos x="connsiteX4563" y="connsiteY4563"/>
              </a:cxn>
              <a:cxn ang="0">
                <a:pos x="connsiteX4564" y="connsiteY4564"/>
              </a:cxn>
              <a:cxn ang="0">
                <a:pos x="connsiteX4565" y="connsiteY4565"/>
              </a:cxn>
              <a:cxn ang="0">
                <a:pos x="connsiteX4566" y="connsiteY4566"/>
              </a:cxn>
              <a:cxn ang="0">
                <a:pos x="connsiteX4567" y="connsiteY4567"/>
              </a:cxn>
              <a:cxn ang="0">
                <a:pos x="connsiteX4568" y="connsiteY4568"/>
              </a:cxn>
              <a:cxn ang="0">
                <a:pos x="connsiteX4569" y="connsiteY4569"/>
              </a:cxn>
              <a:cxn ang="0">
                <a:pos x="connsiteX4570" y="connsiteY4570"/>
              </a:cxn>
              <a:cxn ang="0">
                <a:pos x="connsiteX4571" y="connsiteY4571"/>
              </a:cxn>
              <a:cxn ang="0">
                <a:pos x="connsiteX4572" y="connsiteY4572"/>
              </a:cxn>
              <a:cxn ang="0">
                <a:pos x="connsiteX4573" y="connsiteY4573"/>
              </a:cxn>
              <a:cxn ang="0">
                <a:pos x="connsiteX4574" y="connsiteY4574"/>
              </a:cxn>
              <a:cxn ang="0">
                <a:pos x="connsiteX4575" y="connsiteY4575"/>
              </a:cxn>
              <a:cxn ang="0">
                <a:pos x="connsiteX4576" y="connsiteY4576"/>
              </a:cxn>
              <a:cxn ang="0">
                <a:pos x="connsiteX4577" y="connsiteY4577"/>
              </a:cxn>
              <a:cxn ang="0">
                <a:pos x="connsiteX4578" y="connsiteY4578"/>
              </a:cxn>
              <a:cxn ang="0">
                <a:pos x="connsiteX4579" y="connsiteY4579"/>
              </a:cxn>
              <a:cxn ang="0">
                <a:pos x="connsiteX4580" y="connsiteY4580"/>
              </a:cxn>
              <a:cxn ang="0">
                <a:pos x="connsiteX4581" y="connsiteY4581"/>
              </a:cxn>
              <a:cxn ang="0">
                <a:pos x="connsiteX4582" y="connsiteY4582"/>
              </a:cxn>
              <a:cxn ang="0">
                <a:pos x="connsiteX4583" y="connsiteY4583"/>
              </a:cxn>
              <a:cxn ang="0">
                <a:pos x="connsiteX4584" y="connsiteY4584"/>
              </a:cxn>
              <a:cxn ang="0">
                <a:pos x="connsiteX4585" y="connsiteY4585"/>
              </a:cxn>
              <a:cxn ang="0">
                <a:pos x="connsiteX4586" y="connsiteY4586"/>
              </a:cxn>
              <a:cxn ang="0">
                <a:pos x="connsiteX4587" y="connsiteY4587"/>
              </a:cxn>
              <a:cxn ang="0">
                <a:pos x="connsiteX4588" y="connsiteY4588"/>
              </a:cxn>
              <a:cxn ang="0">
                <a:pos x="connsiteX4589" y="connsiteY4589"/>
              </a:cxn>
              <a:cxn ang="0">
                <a:pos x="connsiteX4590" y="connsiteY4590"/>
              </a:cxn>
              <a:cxn ang="0">
                <a:pos x="connsiteX4591" y="connsiteY4591"/>
              </a:cxn>
              <a:cxn ang="0">
                <a:pos x="connsiteX4592" y="connsiteY4592"/>
              </a:cxn>
              <a:cxn ang="0">
                <a:pos x="connsiteX4593" y="connsiteY4593"/>
              </a:cxn>
              <a:cxn ang="0">
                <a:pos x="connsiteX4594" y="connsiteY4594"/>
              </a:cxn>
              <a:cxn ang="0">
                <a:pos x="connsiteX4595" y="connsiteY4595"/>
              </a:cxn>
              <a:cxn ang="0">
                <a:pos x="connsiteX4596" y="connsiteY4596"/>
              </a:cxn>
              <a:cxn ang="0">
                <a:pos x="connsiteX4597" y="connsiteY4597"/>
              </a:cxn>
              <a:cxn ang="0">
                <a:pos x="connsiteX4598" y="connsiteY4598"/>
              </a:cxn>
              <a:cxn ang="0">
                <a:pos x="connsiteX4599" y="connsiteY4599"/>
              </a:cxn>
              <a:cxn ang="0">
                <a:pos x="connsiteX4600" y="connsiteY4600"/>
              </a:cxn>
              <a:cxn ang="0">
                <a:pos x="connsiteX4601" y="connsiteY4601"/>
              </a:cxn>
              <a:cxn ang="0">
                <a:pos x="connsiteX4602" y="connsiteY4602"/>
              </a:cxn>
              <a:cxn ang="0">
                <a:pos x="connsiteX4603" y="connsiteY4603"/>
              </a:cxn>
              <a:cxn ang="0">
                <a:pos x="connsiteX4604" y="connsiteY4604"/>
              </a:cxn>
              <a:cxn ang="0">
                <a:pos x="connsiteX4605" y="connsiteY4605"/>
              </a:cxn>
              <a:cxn ang="0">
                <a:pos x="connsiteX4606" y="connsiteY4606"/>
              </a:cxn>
              <a:cxn ang="0">
                <a:pos x="connsiteX4607" y="connsiteY4607"/>
              </a:cxn>
              <a:cxn ang="0">
                <a:pos x="connsiteX4608" y="connsiteY4608"/>
              </a:cxn>
              <a:cxn ang="0">
                <a:pos x="connsiteX4609" y="connsiteY4609"/>
              </a:cxn>
              <a:cxn ang="0">
                <a:pos x="connsiteX4610" y="connsiteY4610"/>
              </a:cxn>
              <a:cxn ang="0">
                <a:pos x="connsiteX4611" y="connsiteY4611"/>
              </a:cxn>
              <a:cxn ang="0">
                <a:pos x="connsiteX4612" y="connsiteY4612"/>
              </a:cxn>
              <a:cxn ang="0">
                <a:pos x="connsiteX4613" y="connsiteY4613"/>
              </a:cxn>
              <a:cxn ang="0">
                <a:pos x="connsiteX4614" y="connsiteY4614"/>
              </a:cxn>
              <a:cxn ang="0">
                <a:pos x="connsiteX4615" y="connsiteY4615"/>
              </a:cxn>
              <a:cxn ang="0">
                <a:pos x="connsiteX4616" y="connsiteY4616"/>
              </a:cxn>
              <a:cxn ang="0">
                <a:pos x="connsiteX4617" y="connsiteY4617"/>
              </a:cxn>
              <a:cxn ang="0">
                <a:pos x="connsiteX4618" y="connsiteY4618"/>
              </a:cxn>
              <a:cxn ang="0">
                <a:pos x="connsiteX4619" y="connsiteY4619"/>
              </a:cxn>
              <a:cxn ang="0">
                <a:pos x="connsiteX4620" y="connsiteY4620"/>
              </a:cxn>
              <a:cxn ang="0">
                <a:pos x="connsiteX4621" y="connsiteY4621"/>
              </a:cxn>
              <a:cxn ang="0">
                <a:pos x="connsiteX4622" y="connsiteY4622"/>
              </a:cxn>
              <a:cxn ang="0">
                <a:pos x="connsiteX4623" y="connsiteY4623"/>
              </a:cxn>
              <a:cxn ang="0">
                <a:pos x="connsiteX4624" y="connsiteY4624"/>
              </a:cxn>
              <a:cxn ang="0">
                <a:pos x="connsiteX4625" y="connsiteY4625"/>
              </a:cxn>
              <a:cxn ang="0">
                <a:pos x="connsiteX4626" y="connsiteY4626"/>
              </a:cxn>
              <a:cxn ang="0">
                <a:pos x="connsiteX4627" y="connsiteY4627"/>
              </a:cxn>
              <a:cxn ang="0">
                <a:pos x="connsiteX4628" y="connsiteY4628"/>
              </a:cxn>
              <a:cxn ang="0">
                <a:pos x="connsiteX4629" y="connsiteY4629"/>
              </a:cxn>
              <a:cxn ang="0">
                <a:pos x="connsiteX4630" y="connsiteY4630"/>
              </a:cxn>
              <a:cxn ang="0">
                <a:pos x="connsiteX4631" y="connsiteY4631"/>
              </a:cxn>
              <a:cxn ang="0">
                <a:pos x="connsiteX4632" y="connsiteY4632"/>
              </a:cxn>
              <a:cxn ang="0">
                <a:pos x="connsiteX4633" y="connsiteY4633"/>
              </a:cxn>
              <a:cxn ang="0">
                <a:pos x="connsiteX4634" y="connsiteY4634"/>
              </a:cxn>
              <a:cxn ang="0">
                <a:pos x="connsiteX4635" y="connsiteY4635"/>
              </a:cxn>
              <a:cxn ang="0">
                <a:pos x="connsiteX4636" y="connsiteY4636"/>
              </a:cxn>
              <a:cxn ang="0">
                <a:pos x="connsiteX4637" y="connsiteY4637"/>
              </a:cxn>
              <a:cxn ang="0">
                <a:pos x="connsiteX4638" y="connsiteY4638"/>
              </a:cxn>
              <a:cxn ang="0">
                <a:pos x="connsiteX4639" y="connsiteY4639"/>
              </a:cxn>
              <a:cxn ang="0">
                <a:pos x="connsiteX4640" y="connsiteY4640"/>
              </a:cxn>
              <a:cxn ang="0">
                <a:pos x="connsiteX4641" y="connsiteY4641"/>
              </a:cxn>
              <a:cxn ang="0">
                <a:pos x="connsiteX4642" y="connsiteY4642"/>
              </a:cxn>
              <a:cxn ang="0">
                <a:pos x="connsiteX4643" y="connsiteY4643"/>
              </a:cxn>
              <a:cxn ang="0">
                <a:pos x="connsiteX4644" y="connsiteY4644"/>
              </a:cxn>
              <a:cxn ang="0">
                <a:pos x="connsiteX4645" y="connsiteY4645"/>
              </a:cxn>
              <a:cxn ang="0">
                <a:pos x="connsiteX4646" y="connsiteY4646"/>
              </a:cxn>
              <a:cxn ang="0">
                <a:pos x="connsiteX4647" y="connsiteY4647"/>
              </a:cxn>
              <a:cxn ang="0">
                <a:pos x="connsiteX4648" y="connsiteY4648"/>
              </a:cxn>
              <a:cxn ang="0">
                <a:pos x="connsiteX4649" y="connsiteY4649"/>
              </a:cxn>
              <a:cxn ang="0">
                <a:pos x="connsiteX4650" y="connsiteY4650"/>
              </a:cxn>
              <a:cxn ang="0">
                <a:pos x="connsiteX4651" y="connsiteY4651"/>
              </a:cxn>
              <a:cxn ang="0">
                <a:pos x="connsiteX4652" y="connsiteY4652"/>
              </a:cxn>
              <a:cxn ang="0">
                <a:pos x="connsiteX4653" y="connsiteY4653"/>
              </a:cxn>
              <a:cxn ang="0">
                <a:pos x="connsiteX4654" y="connsiteY4654"/>
              </a:cxn>
              <a:cxn ang="0">
                <a:pos x="connsiteX4655" y="connsiteY4655"/>
              </a:cxn>
              <a:cxn ang="0">
                <a:pos x="connsiteX4656" y="connsiteY4656"/>
              </a:cxn>
              <a:cxn ang="0">
                <a:pos x="connsiteX4657" y="connsiteY4657"/>
              </a:cxn>
              <a:cxn ang="0">
                <a:pos x="connsiteX4658" y="connsiteY4658"/>
              </a:cxn>
              <a:cxn ang="0">
                <a:pos x="connsiteX4659" y="connsiteY4659"/>
              </a:cxn>
              <a:cxn ang="0">
                <a:pos x="connsiteX4660" y="connsiteY4660"/>
              </a:cxn>
              <a:cxn ang="0">
                <a:pos x="connsiteX4661" y="connsiteY4661"/>
              </a:cxn>
              <a:cxn ang="0">
                <a:pos x="connsiteX4662" y="connsiteY4662"/>
              </a:cxn>
              <a:cxn ang="0">
                <a:pos x="connsiteX4663" y="connsiteY4663"/>
              </a:cxn>
              <a:cxn ang="0">
                <a:pos x="connsiteX4664" y="connsiteY4664"/>
              </a:cxn>
              <a:cxn ang="0">
                <a:pos x="connsiteX4665" y="connsiteY4665"/>
              </a:cxn>
              <a:cxn ang="0">
                <a:pos x="connsiteX4666" y="connsiteY4666"/>
              </a:cxn>
              <a:cxn ang="0">
                <a:pos x="connsiteX4667" y="connsiteY4667"/>
              </a:cxn>
              <a:cxn ang="0">
                <a:pos x="connsiteX4668" y="connsiteY4668"/>
              </a:cxn>
              <a:cxn ang="0">
                <a:pos x="connsiteX4669" y="connsiteY4669"/>
              </a:cxn>
              <a:cxn ang="0">
                <a:pos x="connsiteX4670" y="connsiteY4670"/>
              </a:cxn>
              <a:cxn ang="0">
                <a:pos x="connsiteX4671" y="connsiteY4671"/>
              </a:cxn>
              <a:cxn ang="0">
                <a:pos x="connsiteX4672" y="connsiteY4672"/>
              </a:cxn>
              <a:cxn ang="0">
                <a:pos x="connsiteX4673" y="connsiteY4673"/>
              </a:cxn>
              <a:cxn ang="0">
                <a:pos x="connsiteX4674" y="connsiteY4674"/>
              </a:cxn>
              <a:cxn ang="0">
                <a:pos x="connsiteX4675" y="connsiteY4675"/>
              </a:cxn>
              <a:cxn ang="0">
                <a:pos x="connsiteX4676" y="connsiteY4676"/>
              </a:cxn>
              <a:cxn ang="0">
                <a:pos x="connsiteX4677" y="connsiteY4677"/>
              </a:cxn>
              <a:cxn ang="0">
                <a:pos x="connsiteX4678" y="connsiteY4678"/>
              </a:cxn>
              <a:cxn ang="0">
                <a:pos x="connsiteX4679" y="connsiteY4679"/>
              </a:cxn>
              <a:cxn ang="0">
                <a:pos x="connsiteX4680" y="connsiteY4680"/>
              </a:cxn>
              <a:cxn ang="0">
                <a:pos x="connsiteX4681" y="connsiteY4681"/>
              </a:cxn>
              <a:cxn ang="0">
                <a:pos x="connsiteX4682" y="connsiteY4682"/>
              </a:cxn>
              <a:cxn ang="0">
                <a:pos x="connsiteX4683" y="connsiteY4683"/>
              </a:cxn>
              <a:cxn ang="0">
                <a:pos x="connsiteX4684" y="connsiteY4684"/>
              </a:cxn>
              <a:cxn ang="0">
                <a:pos x="connsiteX4685" y="connsiteY4685"/>
              </a:cxn>
              <a:cxn ang="0">
                <a:pos x="connsiteX4686" y="connsiteY4686"/>
              </a:cxn>
              <a:cxn ang="0">
                <a:pos x="connsiteX4687" y="connsiteY4687"/>
              </a:cxn>
              <a:cxn ang="0">
                <a:pos x="connsiteX4688" y="connsiteY4688"/>
              </a:cxn>
              <a:cxn ang="0">
                <a:pos x="connsiteX4689" y="connsiteY4689"/>
              </a:cxn>
              <a:cxn ang="0">
                <a:pos x="connsiteX4690" y="connsiteY4690"/>
              </a:cxn>
              <a:cxn ang="0">
                <a:pos x="connsiteX4691" y="connsiteY4691"/>
              </a:cxn>
              <a:cxn ang="0">
                <a:pos x="connsiteX4692" y="connsiteY4692"/>
              </a:cxn>
              <a:cxn ang="0">
                <a:pos x="connsiteX4693" y="connsiteY4693"/>
              </a:cxn>
              <a:cxn ang="0">
                <a:pos x="connsiteX4694" y="connsiteY4694"/>
              </a:cxn>
              <a:cxn ang="0">
                <a:pos x="connsiteX4695" y="connsiteY4695"/>
              </a:cxn>
              <a:cxn ang="0">
                <a:pos x="connsiteX4696" y="connsiteY4696"/>
              </a:cxn>
              <a:cxn ang="0">
                <a:pos x="connsiteX4697" y="connsiteY4697"/>
              </a:cxn>
              <a:cxn ang="0">
                <a:pos x="connsiteX4698" y="connsiteY4698"/>
              </a:cxn>
              <a:cxn ang="0">
                <a:pos x="connsiteX4699" y="connsiteY4699"/>
              </a:cxn>
              <a:cxn ang="0">
                <a:pos x="connsiteX4700" y="connsiteY4700"/>
              </a:cxn>
              <a:cxn ang="0">
                <a:pos x="connsiteX4701" y="connsiteY4701"/>
              </a:cxn>
              <a:cxn ang="0">
                <a:pos x="connsiteX4702" y="connsiteY4702"/>
              </a:cxn>
              <a:cxn ang="0">
                <a:pos x="connsiteX4703" y="connsiteY4703"/>
              </a:cxn>
              <a:cxn ang="0">
                <a:pos x="connsiteX4704" y="connsiteY4704"/>
              </a:cxn>
              <a:cxn ang="0">
                <a:pos x="connsiteX4705" y="connsiteY4705"/>
              </a:cxn>
              <a:cxn ang="0">
                <a:pos x="connsiteX4706" y="connsiteY4706"/>
              </a:cxn>
              <a:cxn ang="0">
                <a:pos x="connsiteX4707" y="connsiteY4707"/>
              </a:cxn>
              <a:cxn ang="0">
                <a:pos x="connsiteX4708" y="connsiteY4708"/>
              </a:cxn>
              <a:cxn ang="0">
                <a:pos x="connsiteX4709" y="connsiteY4709"/>
              </a:cxn>
              <a:cxn ang="0">
                <a:pos x="connsiteX4710" y="connsiteY4710"/>
              </a:cxn>
              <a:cxn ang="0">
                <a:pos x="connsiteX4711" y="connsiteY4711"/>
              </a:cxn>
              <a:cxn ang="0">
                <a:pos x="connsiteX4712" y="connsiteY4712"/>
              </a:cxn>
              <a:cxn ang="0">
                <a:pos x="connsiteX4713" y="connsiteY4713"/>
              </a:cxn>
              <a:cxn ang="0">
                <a:pos x="connsiteX4714" y="connsiteY4714"/>
              </a:cxn>
              <a:cxn ang="0">
                <a:pos x="connsiteX4715" y="connsiteY4715"/>
              </a:cxn>
              <a:cxn ang="0">
                <a:pos x="connsiteX4716" y="connsiteY4716"/>
              </a:cxn>
              <a:cxn ang="0">
                <a:pos x="connsiteX4717" y="connsiteY4717"/>
              </a:cxn>
              <a:cxn ang="0">
                <a:pos x="connsiteX4718" y="connsiteY4718"/>
              </a:cxn>
              <a:cxn ang="0">
                <a:pos x="connsiteX4719" y="connsiteY4719"/>
              </a:cxn>
              <a:cxn ang="0">
                <a:pos x="connsiteX4720" y="connsiteY4720"/>
              </a:cxn>
              <a:cxn ang="0">
                <a:pos x="connsiteX4721" y="connsiteY4721"/>
              </a:cxn>
              <a:cxn ang="0">
                <a:pos x="connsiteX4722" y="connsiteY4722"/>
              </a:cxn>
              <a:cxn ang="0">
                <a:pos x="connsiteX4723" y="connsiteY4723"/>
              </a:cxn>
              <a:cxn ang="0">
                <a:pos x="connsiteX4724" y="connsiteY4724"/>
              </a:cxn>
              <a:cxn ang="0">
                <a:pos x="connsiteX4725" y="connsiteY4725"/>
              </a:cxn>
              <a:cxn ang="0">
                <a:pos x="connsiteX4726" y="connsiteY4726"/>
              </a:cxn>
              <a:cxn ang="0">
                <a:pos x="connsiteX4727" y="connsiteY4727"/>
              </a:cxn>
              <a:cxn ang="0">
                <a:pos x="connsiteX4728" y="connsiteY4728"/>
              </a:cxn>
              <a:cxn ang="0">
                <a:pos x="connsiteX4729" y="connsiteY4729"/>
              </a:cxn>
              <a:cxn ang="0">
                <a:pos x="connsiteX4730" y="connsiteY4730"/>
              </a:cxn>
              <a:cxn ang="0">
                <a:pos x="connsiteX4731" y="connsiteY4731"/>
              </a:cxn>
              <a:cxn ang="0">
                <a:pos x="connsiteX4732" y="connsiteY4732"/>
              </a:cxn>
              <a:cxn ang="0">
                <a:pos x="connsiteX4733" y="connsiteY4733"/>
              </a:cxn>
              <a:cxn ang="0">
                <a:pos x="connsiteX4734" y="connsiteY4734"/>
              </a:cxn>
              <a:cxn ang="0">
                <a:pos x="connsiteX4735" y="connsiteY4735"/>
              </a:cxn>
              <a:cxn ang="0">
                <a:pos x="connsiteX4736" y="connsiteY4736"/>
              </a:cxn>
              <a:cxn ang="0">
                <a:pos x="connsiteX4737" y="connsiteY4737"/>
              </a:cxn>
              <a:cxn ang="0">
                <a:pos x="connsiteX4738" y="connsiteY4738"/>
              </a:cxn>
              <a:cxn ang="0">
                <a:pos x="connsiteX4739" y="connsiteY4739"/>
              </a:cxn>
              <a:cxn ang="0">
                <a:pos x="connsiteX4740" y="connsiteY4740"/>
              </a:cxn>
              <a:cxn ang="0">
                <a:pos x="connsiteX4741" y="connsiteY4741"/>
              </a:cxn>
              <a:cxn ang="0">
                <a:pos x="connsiteX4742" y="connsiteY4742"/>
              </a:cxn>
              <a:cxn ang="0">
                <a:pos x="connsiteX4743" y="connsiteY4743"/>
              </a:cxn>
              <a:cxn ang="0">
                <a:pos x="connsiteX4744" y="connsiteY4744"/>
              </a:cxn>
              <a:cxn ang="0">
                <a:pos x="connsiteX4745" y="connsiteY4745"/>
              </a:cxn>
              <a:cxn ang="0">
                <a:pos x="connsiteX4746" y="connsiteY4746"/>
              </a:cxn>
              <a:cxn ang="0">
                <a:pos x="connsiteX4747" y="connsiteY4747"/>
              </a:cxn>
              <a:cxn ang="0">
                <a:pos x="connsiteX4748" y="connsiteY4748"/>
              </a:cxn>
              <a:cxn ang="0">
                <a:pos x="connsiteX4749" y="connsiteY4749"/>
              </a:cxn>
              <a:cxn ang="0">
                <a:pos x="connsiteX4750" y="connsiteY4750"/>
              </a:cxn>
              <a:cxn ang="0">
                <a:pos x="connsiteX4751" y="connsiteY4751"/>
              </a:cxn>
              <a:cxn ang="0">
                <a:pos x="connsiteX4752" y="connsiteY4752"/>
              </a:cxn>
              <a:cxn ang="0">
                <a:pos x="connsiteX4753" y="connsiteY4753"/>
              </a:cxn>
              <a:cxn ang="0">
                <a:pos x="connsiteX4754" y="connsiteY4754"/>
              </a:cxn>
              <a:cxn ang="0">
                <a:pos x="connsiteX4755" y="connsiteY4755"/>
              </a:cxn>
              <a:cxn ang="0">
                <a:pos x="connsiteX4756" y="connsiteY4756"/>
              </a:cxn>
              <a:cxn ang="0">
                <a:pos x="connsiteX4757" y="connsiteY4757"/>
              </a:cxn>
              <a:cxn ang="0">
                <a:pos x="connsiteX4758" y="connsiteY4758"/>
              </a:cxn>
              <a:cxn ang="0">
                <a:pos x="connsiteX4759" y="connsiteY4759"/>
              </a:cxn>
              <a:cxn ang="0">
                <a:pos x="connsiteX4760" y="connsiteY4760"/>
              </a:cxn>
              <a:cxn ang="0">
                <a:pos x="connsiteX4761" y="connsiteY4761"/>
              </a:cxn>
              <a:cxn ang="0">
                <a:pos x="connsiteX4762" y="connsiteY4762"/>
              </a:cxn>
              <a:cxn ang="0">
                <a:pos x="connsiteX4763" y="connsiteY4763"/>
              </a:cxn>
              <a:cxn ang="0">
                <a:pos x="connsiteX4764" y="connsiteY4764"/>
              </a:cxn>
              <a:cxn ang="0">
                <a:pos x="connsiteX4765" y="connsiteY4765"/>
              </a:cxn>
              <a:cxn ang="0">
                <a:pos x="connsiteX4766" y="connsiteY4766"/>
              </a:cxn>
              <a:cxn ang="0">
                <a:pos x="connsiteX4767" y="connsiteY4767"/>
              </a:cxn>
              <a:cxn ang="0">
                <a:pos x="connsiteX4768" y="connsiteY4768"/>
              </a:cxn>
              <a:cxn ang="0">
                <a:pos x="connsiteX4769" y="connsiteY4769"/>
              </a:cxn>
              <a:cxn ang="0">
                <a:pos x="connsiteX4770" y="connsiteY4770"/>
              </a:cxn>
              <a:cxn ang="0">
                <a:pos x="connsiteX4771" y="connsiteY4771"/>
              </a:cxn>
              <a:cxn ang="0">
                <a:pos x="connsiteX4772" y="connsiteY4772"/>
              </a:cxn>
              <a:cxn ang="0">
                <a:pos x="connsiteX4773" y="connsiteY4773"/>
              </a:cxn>
              <a:cxn ang="0">
                <a:pos x="connsiteX4774" y="connsiteY4774"/>
              </a:cxn>
              <a:cxn ang="0">
                <a:pos x="connsiteX4775" y="connsiteY4775"/>
              </a:cxn>
              <a:cxn ang="0">
                <a:pos x="connsiteX4776" y="connsiteY4776"/>
              </a:cxn>
              <a:cxn ang="0">
                <a:pos x="connsiteX4777" y="connsiteY4777"/>
              </a:cxn>
              <a:cxn ang="0">
                <a:pos x="connsiteX4778" y="connsiteY4778"/>
              </a:cxn>
              <a:cxn ang="0">
                <a:pos x="connsiteX4779" y="connsiteY4779"/>
              </a:cxn>
              <a:cxn ang="0">
                <a:pos x="connsiteX4780" y="connsiteY4780"/>
              </a:cxn>
              <a:cxn ang="0">
                <a:pos x="connsiteX4781" y="connsiteY4781"/>
              </a:cxn>
              <a:cxn ang="0">
                <a:pos x="connsiteX4782" y="connsiteY4782"/>
              </a:cxn>
              <a:cxn ang="0">
                <a:pos x="connsiteX4783" y="connsiteY4783"/>
              </a:cxn>
              <a:cxn ang="0">
                <a:pos x="connsiteX4784" y="connsiteY4784"/>
              </a:cxn>
              <a:cxn ang="0">
                <a:pos x="connsiteX4785" y="connsiteY4785"/>
              </a:cxn>
              <a:cxn ang="0">
                <a:pos x="connsiteX4786" y="connsiteY4786"/>
              </a:cxn>
              <a:cxn ang="0">
                <a:pos x="connsiteX4787" y="connsiteY4787"/>
              </a:cxn>
              <a:cxn ang="0">
                <a:pos x="connsiteX4788" y="connsiteY4788"/>
              </a:cxn>
              <a:cxn ang="0">
                <a:pos x="connsiteX4789" y="connsiteY4789"/>
              </a:cxn>
              <a:cxn ang="0">
                <a:pos x="connsiteX4790" y="connsiteY4790"/>
              </a:cxn>
              <a:cxn ang="0">
                <a:pos x="connsiteX4791" y="connsiteY4791"/>
              </a:cxn>
              <a:cxn ang="0">
                <a:pos x="connsiteX4792" y="connsiteY4792"/>
              </a:cxn>
              <a:cxn ang="0">
                <a:pos x="connsiteX4793" y="connsiteY4793"/>
              </a:cxn>
              <a:cxn ang="0">
                <a:pos x="connsiteX4794" y="connsiteY4794"/>
              </a:cxn>
              <a:cxn ang="0">
                <a:pos x="connsiteX4795" y="connsiteY4795"/>
              </a:cxn>
              <a:cxn ang="0">
                <a:pos x="connsiteX4796" y="connsiteY4796"/>
              </a:cxn>
              <a:cxn ang="0">
                <a:pos x="connsiteX4797" y="connsiteY4797"/>
              </a:cxn>
              <a:cxn ang="0">
                <a:pos x="connsiteX4798" y="connsiteY4798"/>
              </a:cxn>
              <a:cxn ang="0">
                <a:pos x="connsiteX4799" y="connsiteY4799"/>
              </a:cxn>
              <a:cxn ang="0">
                <a:pos x="connsiteX4800" y="connsiteY4800"/>
              </a:cxn>
              <a:cxn ang="0">
                <a:pos x="connsiteX4801" y="connsiteY4801"/>
              </a:cxn>
              <a:cxn ang="0">
                <a:pos x="connsiteX4802" y="connsiteY4802"/>
              </a:cxn>
              <a:cxn ang="0">
                <a:pos x="connsiteX4803" y="connsiteY4803"/>
              </a:cxn>
              <a:cxn ang="0">
                <a:pos x="connsiteX4804" y="connsiteY4804"/>
              </a:cxn>
              <a:cxn ang="0">
                <a:pos x="connsiteX4805" y="connsiteY4805"/>
              </a:cxn>
              <a:cxn ang="0">
                <a:pos x="connsiteX4806" y="connsiteY4806"/>
              </a:cxn>
              <a:cxn ang="0">
                <a:pos x="connsiteX4807" y="connsiteY4807"/>
              </a:cxn>
              <a:cxn ang="0">
                <a:pos x="connsiteX4808" y="connsiteY4808"/>
              </a:cxn>
              <a:cxn ang="0">
                <a:pos x="connsiteX4809" y="connsiteY4809"/>
              </a:cxn>
              <a:cxn ang="0">
                <a:pos x="connsiteX4810" y="connsiteY4810"/>
              </a:cxn>
              <a:cxn ang="0">
                <a:pos x="connsiteX4811" y="connsiteY4811"/>
              </a:cxn>
              <a:cxn ang="0">
                <a:pos x="connsiteX4812" y="connsiteY4812"/>
              </a:cxn>
              <a:cxn ang="0">
                <a:pos x="connsiteX4813" y="connsiteY4813"/>
              </a:cxn>
              <a:cxn ang="0">
                <a:pos x="connsiteX4814" y="connsiteY4814"/>
              </a:cxn>
              <a:cxn ang="0">
                <a:pos x="connsiteX4815" y="connsiteY4815"/>
              </a:cxn>
              <a:cxn ang="0">
                <a:pos x="connsiteX4816" y="connsiteY4816"/>
              </a:cxn>
              <a:cxn ang="0">
                <a:pos x="connsiteX4817" y="connsiteY4817"/>
              </a:cxn>
              <a:cxn ang="0">
                <a:pos x="connsiteX4818" y="connsiteY4818"/>
              </a:cxn>
              <a:cxn ang="0">
                <a:pos x="connsiteX4819" y="connsiteY4819"/>
              </a:cxn>
              <a:cxn ang="0">
                <a:pos x="connsiteX4820" y="connsiteY4820"/>
              </a:cxn>
              <a:cxn ang="0">
                <a:pos x="connsiteX4821" y="connsiteY4821"/>
              </a:cxn>
              <a:cxn ang="0">
                <a:pos x="connsiteX4822" y="connsiteY4822"/>
              </a:cxn>
              <a:cxn ang="0">
                <a:pos x="connsiteX4823" y="connsiteY4823"/>
              </a:cxn>
              <a:cxn ang="0">
                <a:pos x="connsiteX4824" y="connsiteY4824"/>
              </a:cxn>
              <a:cxn ang="0">
                <a:pos x="connsiteX4825" y="connsiteY4825"/>
              </a:cxn>
              <a:cxn ang="0">
                <a:pos x="connsiteX4826" y="connsiteY4826"/>
              </a:cxn>
              <a:cxn ang="0">
                <a:pos x="connsiteX4827" y="connsiteY4827"/>
              </a:cxn>
              <a:cxn ang="0">
                <a:pos x="connsiteX4828" y="connsiteY4828"/>
              </a:cxn>
              <a:cxn ang="0">
                <a:pos x="connsiteX4829" y="connsiteY4829"/>
              </a:cxn>
              <a:cxn ang="0">
                <a:pos x="connsiteX4830" y="connsiteY4830"/>
              </a:cxn>
              <a:cxn ang="0">
                <a:pos x="connsiteX4831" y="connsiteY4831"/>
              </a:cxn>
              <a:cxn ang="0">
                <a:pos x="connsiteX4832" y="connsiteY4832"/>
              </a:cxn>
              <a:cxn ang="0">
                <a:pos x="connsiteX4833" y="connsiteY4833"/>
              </a:cxn>
              <a:cxn ang="0">
                <a:pos x="connsiteX4834" y="connsiteY4834"/>
              </a:cxn>
              <a:cxn ang="0">
                <a:pos x="connsiteX4835" y="connsiteY4835"/>
              </a:cxn>
              <a:cxn ang="0">
                <a:pos x="connsiteX4836" y="connsiteY4836"/>
              </a:cxn>
              <a:cxn ang="0">
                <a:pos x="connsiteX4837" y="connsiteY4837"/>
              </a:cxn>
              <a:cxn ang="0">
                <a:pos x="connsiteX4838" y="connsiteY4838"/>
              </a:cxn>
              <a:cxn ang="0">
                <a:pos x="connsiteX4839" y="connsiteY4839"/>
              </a:cxn>
              <a:cxn ang="0">
                <a:pos x="connsiteX4840" y="connsiteY4840"/>
              </a:cxn>
              <a:cxn ang="0">
                <a:pos x="connsiteX4841" y="connsiteY4841"/>
              </a:cxn>
              <a:cxn ang="0">
                <a:pos x="connsiteX4842" y="connsiteY4842"/>
              </a:cxn>
              <a:cxn ang="0">
                <a:pos x="connsiteX4843" y="connsiteY4843"/>
              </a:cxn>
              <a:cxn ang="0">
                <a:pos x="connsiteX4844" y="connsiteY4844"/>
              </a:cxn>
              <a:cxn ang="0">
                <a:pos x="connsiteX4845" y="connsiteY4845"/>
              </a:cxn>
              <a:cxn ang="0">
                <a:pos x="connsiteX4846" y="connsiteY4846"/>
              </a:cxn>
              <a:cxn ang="0">
                <a:pos x="connsiteX4847" y="connsiteY4847"/>
              </a:cxn>
              <a:cxn ang="0">
                <a:pos x="connsiteX4848" y="connsiteY4848"/>
              </a:cxn>
              <a:cxn ang="0">
                <a:pos x="connsiteX4849" y="connsiteY4849"/>
              </a:cxn>
              <a:cxn ang="0">
                <a:pos x="connsiteX4850" y="connsiteY4850"/>
              </a:cxn>
              <a:cxn ang="0">
                <a:pos x="connsiteX4851" y="connsiteY4851"/>
              </a:cxn>
              <a:cxn ang="0">
                <a:pos x="connsiteX4852" y="connsiteY4852"/>
              </a:cxn>
              <a:cxn ang="0">
                <a:pos x="connsiteX4853" y="connsiteY4853"/>
              </a:cxn>
              <a:cxn ang="0">
                <a:pos x="connsiteX4854" y="connsiteY4854"/>
              </a:cxn>
              <a:cxn ang="0">
                <a:pos x="connsiteX4855" y="connsiteY4855"/>
              </a:cxn>
              <a:cxn ang="0">
                <a:pos x="connsiteX4856" y="connsiteY4856"/>
              </a:cxn>
              <a:cxn ang="0">
                <a:pos x="connsiteX4857" y="connsiteY4857"/>
              </a:cxn>
              <a:cxn ang="0">
                <a:pos x="connsiteX4858" y="connsiteY4858"/>
              </a:cxn>
              <a:cxn ang="0">
                <a:pos x="connsiteX4859" y="connsiteY4859"/>
              </a:cxn>
              <a:cxn ang="0">
                <a:pos x="connsiteX4860" y="connsiteY4860"/>
              </a:cxn>
              <a:cxn ang="0">
                <a:pos x="connsiteX4861" y="connsiteY4861"/>
              </a:cxn>
              <a:cxn ang="0">
                <a:pos x="connsiteX4862" y="connsiteY4862"/>
              </a:cxn>
              <a:cxn ang="0">
                <a:pos x="connsiteX4863" y="connsiteY4863"/>
              </a:cxn>
              <a:cxn ang="0">
                <a:pos x="connsiteX4864" y="connsiteY4864"/>
              </a:cxn>
              <a:cxn ang="0">
                <a:pos x="connsiteX4865" y="connsiteY4865"/>
              </a:cxn>
              <a:cxn ang="0">
                <a:pos x="connsiteX4866" y="connsiteY4866"/>
              </a:cxn>
              <a:cxn ang="0">
                <a:pos x="connsiteX4867" y="connsiteY4867"/>
              </a:cxn>
              <a:cxn ang="0">
                <a:pos x="connsiteX4868" y="connsiteY4868"/>
              </a:cxn>
              <a:cxn ang="0">
                <a:pos x="connsiteX4869" y="connsiteY4869"/>
              </a:cxn>
              <a:cxn ang="0">
                <a:pos x="connsiteX4870" y="connsiteY4870"/>
              </a:cxn>
              <a:cxn ang="0">
                <a:pos x="connsiteX4871" y="connsiteY4871"/>
              </a:cxn>
              <a:cxn ang="0">
                <a:pos x="connsiteX4872" y="connsiteY4872"/>
              </a:cxn>
              <a:cxn ang="0">
                <a:pos x="connsiteX4873" y="connsiteY4873"/>
              </a:cxn>
              <a:cxn ang="0">
                <a:pos x="connsiteX4874" y="connsiteY4874"/>
              </a:cxn>
              <a:cxn ang="0">
                <a:pos x="connsiteX4875" y="connsiteY4875"/>
              </a:cxn>
              <a:cxn ang="0">
                <a:pos x="connsiteX4876" y="connsiteY4876"/>
              </a:cxn>
              <a:cxn ang="0">
                <a:pos x="connsiteX4877" y="connsiteY4877"/>
              </a:cxn>
              <a:cxn ang="0">
                <a:pos x="connsiteX4878" y="connsiteY4878"/>
              </a:cxn>
              <a:cxn ang="0">
                <a:pos x="connsiteX4879" y="connsiteY4879"/>
              </a:cxn>
              <a:cxn ang="0">
                <a:pos x="connsiteX4880" y="connsiteY4880"/>
              </a:cxn>
              <a:cxn ang="0">
                <a:pos x="connsiteX4881" y="connsiteY4881"/>
              </a:cxn>
              <a:cxn ang="0">
                <a:pos x="connsiteX4882" y="connsiteY4882"/>
              </a:cxn>
              <a:cxn ang="0">
                <a:pos x="connsiteX4883" y="connsiteY4883"/>
              </a:cxn>
              <a:cxn ang="0">
                <a:pos x="connsiteX4884" y="connsiteY4884"/>
              </a:cxn>
              <a:cxn ang="0">
                <a:pos x="connsiteX4885" y="connsiteY4885"/>
              </a:cxn>
              <a:cxn ang="0">
                <a:pos x="connsiteX4886" y="connsiteY4886"/>
              </a:cxn>
              <a:cxn ang="0">
                <a:pos x="connsiteX4887" y="connsiteY4887"/>
              </a:cxn>
              <a:cxn ang="0">
                <a:pos x="connsiteX4888" y="connsiteY4888"/>
              </a:cxn>
              <a:cxn ang="0">
                <a:pos x="connsiteX4889" y="connsiteY4889"/>
              </a:cxn>
              <a:cxn ang="0">
                <a:pos x="connsiteX4890" y="connsiteY4890"/>
              </a:cxn>
              <a:cxn ang="0">
                <a:pos x="connsiteX4891" y="connsiteY4891"/>
              </a:cxn>
              <a:cxn ang="0">
                <a:pos x="connsiteX4892" y="connsiteY4892"/>
              </a:cxn>
              <a:cxn ang="0">
                <a:pos x="connsiteX4893" y="connsiteY4893"/>
              </a:cxn>
              <a:cxn ang="0">
                <a:pos x="connsiteX4894" y="connsiteY4894"/>
              </a:cxn>
              <a:cxn ang="0">
                <a:pos x="connsiteX4895" y="connsiteY4895"/>
              </a:cxn>
              <a:cxn ang="0">
                <a:pos x="connsiteX4896" y="connsiteY4896"/>
              </a:cxn>
              <a:cxn ang="0">
                <a:pos x="connsiteX4897" y="connsiteY4897"/>
              </a:cxn>
              <a:cxn ang="0">
                <a:pos x="connsiteX4898" y="connsiteY4898"/>
              </a:cxn>
              <a:cxn ang="0">
                <a:pos x="connsiteX4899" y="connsiteY4899"/>
              </a:cxn>
              <a:cxn ang="0">
                <a:pos x="connsiteX4900" y="connsiteY4900"/>
              </a:cxn>
              <a:cxn ang="0">
                <a:pos x="connsiteX4901" y="connsiteY4901"/>
              </a:cxn>
              <a:cxn ang="0">
                <a:pos x="connsiteX4902" y="connsiteY4902"/>
              </a:cxn>
              <a:cxn ang="0">
                <a:pos x="connsiteX4903" y="connsiteY4903"/>
              </a:cxn>
              <a:cxn ang="0">
                <a:pos x="connsiteX4904" y="connsiteY4904"/>
              </a:cxn>
              <a:cxn ang="0">
                <a:pos x="connsiteX4905" y="connsiteY4905"/>
              </a:cxn>
              <a:cxn ang="0">
                <a:pos x="connsiteX4906" y="connsiteY4906"/>
              </a:cxn>
              <a:cxn ang="0">
                <a:pos x="connsiteX4907" y="connsiteY4907"/>
              </a:cxn>
              <a:cxn ang="0">
                <a:pos x="connsiteX4908" y="connsiteY4908"/>
              </a:cxn>
              <a:cxn ang="0">
                <a:pos x="connsiteX4909" y="connsiteY4909"/>
              </a:cxn>
              <a:cxn ang="0">
                <a:pos x="connsiteX4910" y="connsiteY4910"/>
              </a:cxn>
              <a:cxn ang="0">
                <a:pos x="connsiteX4911" y="connsiteY4911"/>
              </a:cxn>
              <a:cxn ang="0">
                <a:pos x="connsiteX4912" y="connsiteY4912"/>
              </a:cxn>
              <a:cxn ang="0">
                <a:pos x="connsiteX4913" y="connsiteY4913"/>
              </a:cxn>
              <a:cxn ang="0">
                <a:pos x="connsiteX4914" y="connsiteY4914"/>
              </a:cxn>
              <a:cxn ang="0">
                <a:pos x="connsiteX4915" y="connsiteY4915"/>
              </a:cxn>
              <a:cxn ang="0">
                <a:pos x="connsiteX4916" y="connsiteY4916"/>
              </a:cxn>
              <a:cxn ang="0">
                <a:pos x="connsiteX4917" y="connsiteY4917"/>
              </a:cxn>
              <a:cxn ang="0">
                <a:pos x="connsiteX4918" y="connsiteY4918"/>
              </a:cxn>
              <a:cxn ang="0">
                <a:pos x="connsiteX4919" y="connsiteY4919"/>
              </a:cxn>
              <a:cxn ang="0">
                <a:pos x="connsiteX4920" y="connsiteY4920"/>
              </a:cxn>
              <a:cxn ang="0">
                <a:pos x="connsiteX4921" y="connsiteY4921"/>
              </a:cxn>
              <a:cxn ang="0">
                <a:pos x="connsiteX4922" y="connsiteY4922"/>
              </a:cxn>
              <a:cxn ang="0">
                <a:pos x="connsiteX4923" y="connsiteY4923"/>
              </a:cxn>
              <a:cxn ang="0">
                <a:pos x="connsiteX4924" y="connsiteY4924"/>
              </a:cxn>
              <a:cxn ang="0">
                <a:pos x="connsiteX4925" y="connsiteY4925"/>
              </a:cxn>
              <a:cxn ang="0">
                <a:pos x="connsiteX4926" y="connsiteY4926"/>
              </a:cxn>
              <a:cxn ang="0">
                <a:pos x="connsiteX4927" y="connsiteY4927"/>
              </a:cxn>
              <a:cxn ang="0">
                <a:pos x="connsiteX4928" y="connsiteY4928"/>
              </a:cxn>
              <a:cxn ang="0">
                <a:pos x="connsiteX4929" y="connsiteY4929"/>
              </a:cxn>
              <a:cxn ang="0">
                <a:pos x="connsiteX4930" y="connsiteY4930"/>
              </a:cxn>
              <a:cxn ang="0">
                <a:pos x="connsiteX4931" y="connsiteY4931"/>
              </a:cxn>
              <a:cxn ang="0">
                <a:pos x="connsiteX4932" y="connsiteY4932"/>
              </a:cxn>
              <a:cxn ang="0">
                <a:pos x="connsiteX4933" y="connsiteY4933"/>
              </a:cxn>
              <a:cxn ang="0">
                <a:pos x="connsiteX4934" y="connsiteY4934"/>
              </a:cxn>
              <a:cxn ang="0">
                <a:pos x="connsiteX4935" y="connsiteY4935"/>
              </a:cxn>
              <a:cxn ang="0">
                <a:pos x="connsiteX4936" y="connsiteY4936"/>
              </a:cxn>
              <a:cxn ang="0">
                <a:pos x="connsiteX4937" y="connsiteY4937"/>
              </a:cxn>
              <a:cxn ang="0">
                <a:pos x="connsiteX4938" y="connsiteY4938"/>
              </a:cxn>
              <a:cxn ang="0">
                <a:pos x="connsiteX4939" y="connsiteY4939"/>
              </a:cxn>
              <a:cxn ang="0">
                <a:pos x="connsiteX4940" y="connsiteY4940"/>
              </a:cxn>
              <a:cxn ang="0">
                <a:pos x="connsiteX4941" y="connsiteY4941"/>
              </a:cxn>
              <a:cxn ang="0">
                <a:pos x="connsiteX4942" y="connsiteY4942"/>
              </a:cxn>
              <a:cxn ang="0">
                <a:pos x="connsiteX4943" y="connsiteY4943"/>
              </a:cxn>
              <a:cxn ang="0">
                <a:pos x="connsiteX4944" y="connsiteY4944"/>
              </a:cxn>
              <a:cxn ang="0">
                <a:pos x="connsiteX4945" y="connsiteY4945"/>
              </a:cxn>
              <a:cxn ang="0">
                <a:pos x="connsiteX4946" y="connsiteY4946"/>
              </a:cxn>
              <a:cxn ang="0">
                <a:pos x="connsiteX4947" y="connsiteY4947"/>
              </a:cxn>
              <a:cxn ang="0">
                <a:pos x="connsiteX4948" y="connsiteY4948"/>
              </a:cxn>
              <a:cxn ang="0">
                <a:pos x="connsiteX4949" y="connsiteY4949"/>
              </a:cxn>
              <a:cxn ang="0">
                <a:pos x="connsiteX4950" y="connsiteY4950"/>
              </a:cxn>
              <a:cxn ang="0">
                <a:pos x="connsiteX4951" y="connsiteY4951"/>
              </a:cxn>
              <a:cxn ang="0">
                <a:pos x="connsiteX4952" y="connsiteY4952"/>
              </a:cxn>
              <a:cxn ang="0">
                <a:pos x="connsiteX4953" y="connsiteY4953"/>
              </a:cxn>
              <a:cxn ang="0">
                <a:pos x="connsiteX4954" y="connsiteY4954"/>
              </a:cxn>
              <a:cxn ang="0">
                <a:pos x="connsiteX4955" y="connsiteY4955"/>
              </a:cxn>
              <a:cxn ang="0">
                <a:pos x="connsiteX4956" y="connsiteY4956"/>
              </a:cxn>
              <a:cxn ang="0">
                <a:pos x="connsiteX4957" y="connsiteY4957"/>
              </a:cxn>
              <a:cxn ang="0">
                <a:pos x="connsiteX4958" y="connsiteY4958"/>
              </a:cxn>
              <a:cxn ang="0">
                <a:pos x="connsiteX4959" y="connsiteY4959"/>
              </a:cxn>
              <a:cxn ang="0">
                <a:pos x="connsiteX4960" y="connsiteY4960"/>
              </a:cxn>
              <a:cxn ang="0">
                <a:pos x="connsiteX4961" y="connsiteY4961"/>
              </a:cxn>
              <a:cxn ang="0">
                <a:pos x="connsiteX4962" y="connsiteY4962"/>
              </a:cxn>
              <a:cxn ang="0">
                <a:pos x="connsiteX4963" y="connsiteY4963"/>
              </a:cxn>
              <a:cxn ang="0">
                <a:pos x="connsiteX4964" y="connsiteY4964"/>
              </a:cxn>
              <a:cxn ang="0">
                <a:pos x="connsiteX4965" y="connsiteY4965"/>
              </a:cxn>
              <a:cxn ang="0">
                <a:pos x="connsiteX4966" y="connsiteY4966"/>
              </a:cxn>
              <a:cxn ang="0">
                <a:pos x="connsiteX4967" y="connsiteY4967"/>
              </a:cxn>
              <a:cxn ang="0">
                <a:pos x="connsiteX4968" y="connsiteY4968"/>
              </a:cxn>
              <a:cxn ang="0">
                <a:pos x="connsiteX4969" y="connsiteY4969"/>
              </a:cxn>
              <a:cxn ang="0">
                <a:pos x="connsiteX4970" y="connsiteY4970"/>
              </a:cxn>
              <a:cxn ang="0">
                <a:pos x="connsiteX4971" y="connsiteY4971"/>
              </a:cxn>
              <a:cxn ang="0">
                <a:pos x="connsiteX4972" y="connsiteY4972"/>
              </a:cxn>
              <a:cxn ang="0">
                <a:pos x="connsiteX4973" y="connsiteY4973"/>
              </a:cxn>
              <a:cxn ang="0">
                <a:pos x="connsiteX4974" y="connsiteY4974"/>
              </a:cxn>
              <a:cxn ang="0">
                <a:pos x="connsiteX4975" y="connsiteY4975"/>
              </a:cxn>
              <a:cxn ang="0">
                <a:pos x="connsiteX4976" y="connsiteY4976"/>
              </a:cxn>
              <a:cxn ang="0">
                <a:pos x="connsiteX4977" y="connsiteY4977"/>
              </a:cxn>
              <a:cxn ang="0">
                <a:pos x="connsiteX4978" y="connsiteY4978"/>
              </a:cxn>
              <a:cxn ang="0">
                <a:pos x="connsiteX4979" y="connsiteY4979"/>
              </a:cxn>
              <a:cxn ang="0">
                <a:pos x="connsiteX4980" y="connsiteY4980"/>
              </a:cxn>
              <a:cxn ang="0">
                <a:pos x="connsiteX4981" y="connsiteY4981"/>
              </a:cxn>
              <a:cxn ang="0">
                <a:pos x="connsiteX4982" y="connsiteY4982"/>
              </a:cxn>
              <a:cxn ang="0">
                <a:pos x="connsiteX4983" y="connsiteY4983"/>
              </a:cxn>
              <a:cxn ang="0">
                <a:pos x="connsiteX4984" y="connsiteY4984"/>
              </a:cxn>
              <a:cxn ang="0">
                <a:pos x="connsiteX4985" y="connsiteY4985"/>
              </a:cxn>
              <a:cxn ang="0">
                <a:pos x="connsiteX4986" y="connsiteY4986"/>
              </a:cxn>
              <a:cxn ang="0">
                <a:pos x="connsiteX4987" y="connsiteY4987"/>
              </a:cxn>
              <a:cxn ang="0">
                <a:pos x="connsiteX4988" y="connsiteY4988"/>
              </a:cxn>
              <a:cxn ang="0">
                <a:pos x="connsiteX4989" y="connsiteY4989"/>
              </a:cxn>
              <a:cxn ang="0">
                <a:pos x="connsiteX4990" y="connsiteY4990"/>
              </a:cxn>
              <a:cxn ang="0">
                <a:pos x="connsiteX4991" y="connsiteY4991"/>
              </a:cxn>
              <a:cxn ang="0">
                <a:pos x="connsiteX4992" y="connsiteY4992"/>
              </a:cxn>
              <a:cxn ang="0">
                <a:pos x="connsiteX4993" y="connsiteY4993"/>
              </a:cxn>
              <a:cxn ang="0">
                <a:pos x="connsiteX4994" y="connsiteY4994"/>
              </a:cxn>
              <a:cxn ang="0">
                <a:pos x="connsiteX4995" y="connsiteY4995"/>
              </a:cxn>
              <a:cxn ang="0">
                <a:pos x="connsiteX4996" y="connsiteY4996"/>
              </a:cxn>
              <a:cxn ang="0">
                <a:pos x="connsiteX4997" y="connsiteY4997"/>
              </a:cxn>
              <a:cxn ang="0">
                <a:pos x="connsiteX4998" y="connsiteY4998"/>
              </a:cxn>
              <a:cxn ang="0">
                <a:pos x="connsiteX4999" y="connsiteY4999"/>
              </a:cxn>
              <a:cxn ang="0">
                <a:pos x="connsiteX5000" y="connsiteY5000"/>
              </a:cxn>
              <a:cxn ang="0">
                <a:pos x="connsiteX5001" y="connsiteY5001"/>
              </a:cxn>
              <a:cxn ang="0">
                <a:pos x="connsiteX5002" y="connsiteY5002"/>
              </a:cxn>
              <a:cxn ang="0">
                <a:pos x="connsiteX5003" y="connsiteY5003"/>
              </a:cxn>
              <a:cxn ang="0">
                <a:pos x="connsiteX5004" y="connsiteY5004"/>
              </a:cxn>
              <a:cxn ang="0">
                <a:pos x="connsiteX5005" y="connsiteY5005"/>
              </a:cxn>
              <a:cxn ang="0">
                <a:pos x="connsiteX5006" y="connsiteY5006"/>
              </a:cxn>
              <a:cxn ang="0">
                <a:pos x="connsiteX5007" y="connsiteY5007"/>
              </a:cxn>
              <a:cxn ang="0">
                <a:pos x="connsiteX5008" y="connsiteY5008"/>
              </a:cxn>
              <a:cxn ang="0">
                <a:pos x="connsiteX5009" y="connsiteY5009"/>
              </a:cxn>
              <a:cxn ang="0">
                <a:pos x="connsiteX5010" y="connsiteY5010"/>
              </a:cxn>
              <a:cxn ang="0">
                <a:pos x="connsiteX5011" y="connsiteY5011"/>
              </a:cxn>
              <a:cxn ang="0">
                <a:pos x="connsiteX5012" y="connsiteY5012"/>
              </a:cxn>
              <a:cxn ang="0">
                <a:pos x="connsiteX5013" y="connsiteY5013"/>
              </a:cxn>
              <a:cxn ang="0">
                <a:pos x="connsiteX5014" y="connsiteY5014"/>
              </a:cxn>
              <a:cxn ang="0">
                <a:pos x="connsiteX5015" y="connsiteY5015"/>
              </a:cxn>
              <a:cxn ang="0">
                <a:pos x="connsiteX5016" y="connsiteY5016"/>
              </a:cxn>
              <a:cxn ang="0">
                <a:pos x="connsiteX5017" y="connsiteY5017"/>
              </a:cxn>
              <a:cxn ang="0">
                <a:pos x="connsiteX5018" y="connsiteY5018"/>
              </a:cxn>
              <a:cxn ang="0">
                <a:pos x="connsiteX5019" y="connsiteY5019"/>
              </a:cxn>
              <a:cxn ang="0">
                <a:pos x="connsiteX5020" y="connsiteY5020"/>
              </a:cxn>
              <a:cxn ang="0">
                <a:pos x="connsiteX5021" y="connsiteY5021"/>
              </a:cxn>
              <a:cxn ang="0">
                <a:pos x="connsiteX5022" y="connsiteY5022"/>
              </a:cxn>
              <a:cxn ang="0">
                <a:pos x="connsiteX5023" y="connsiteY5023"/>
              </a:cxn>
              <a:cxn ang="0">
                <a:pos x="connsiteX5024" y="connsiteY5024"/>
              </a:cxn>
              <a:cxn ang="0">
                <a:pos x="connsiteX5025" y="connsiteY5025"/>
              </a:cxn>
              <a:cxn ang="0">
                <a:pos x="connsiteX5026" y="connsiteY5026"/>
              </a:cxn>
              <a:cxn ang="0">
                <a:pos x="connsiteX5027" y="connsiteY5027"/>
              </a:cxn>
              <a:cxn ang="0">
                <a:pos x="connsiteX5028" y="connsiteY5028"/>
              </a:cxn>
              <a:cxn ang="0">
                <a:pos x="connsiteX5029" y="connsiteY5029"/>
              </a:cxn>
              <a:cxn ang="0">
                <a:pos x="connsiteX5030" y="connsiteY5030"/>
              </a:cxn>
              <a:cxn ang="0">
                <a:pos x="connsiteX5031" y="connsiteY5031"/>
              </a:cxn>
              <a:cxn ang="0">
                <a:pos x="connsiteX5032" y="connsiteY5032"/>
              </a:cxn>
              <a:cxn ang="0">
                <a:pos x="connsiteX5033" y="connsiteY5033"/>
              </a:cxn>
              <a:cxn ang="0">
                <a:pos x="connsiteX5034" y="connsiteY5034"/>
              </a:cxn>
              <a:cxn ang="0">
                <a:pos x="connsiteX5035" y="connsiteY5035"/>
              </a:cxn>
              <a:cxn ang="0">
                <a:pos x="connsiteX5036" y="connsiteY5036"/>
              </a:cxn>
              <a:cxn ang="0">
                <a:pos x="connsiteX5037" y="connsiteY5037"/>
              </a:cxn>
              <a:cxn ang="0">
                <a:pos x="connsiteX5038" y="connsiteY5038"/>
              </a:cxn>
              <a:cxn ang="0">
                <a:pos x="connsiteX5039" y="connsiteY5039"/>
              </a:cxn>
              <a:cxn ang="0">
                <a:pos x="connsiteX5040" y="connsiteY5040"/>
              </a:cxn>
              <a:cxn ang="0">
                <a:pos x="connsiteX5041" y="connsiteY5041"/>
              </a:cxn>
              <a:cxn ang="0">
                <a:pos x="connsiteX5042" y="connsiteY5042"/>
              </a:cxn>
              <a:cxn ang="0">
                <a:pos x="connsiteX5043" y="connsiteY5043"/>
              </a:cxn>
              <a:cxn ang="0">
                <a:pos x="connsiteX5044" y="connsiteY5044"/>
              </a:cxn>
              <a:cxn ang="0">
                <a:pos x="connsiteX5045" y="connsiteY5045"/>
              </a:cxn>
              <a:cxn ang="0">
                <a:pos x="connsiteX5046" y="connsiteY5046"/>
              </a:cxn>
              <a:cxn ang="0">
                <a:pos x="connsiteX5047" y="connsiteY5047"/>
              </a:cxn>
              <a:cxn ang="0">
                <a:pos x="connsiteX5048" y="connsiteY5048"/>
              </a:cxn>
              <a:cxn ang="0">
                <a:pos x="connsiteX5049" y="connsiteY5049"/>
              </a:cxn>
              <a:cxn ang="0">
                <a:pos x="connsiteX5050" y="connsiteY5050"/>
              </a:cxn>
              <a:cxn ang="0">
                <a:pos x="connsiteX5051" y="connsiteY5051"/>
              </a:cxn>
              <a:cxn ang="0">
                <a:pos x="connsiteX5052" y="connsiteY5052"/>
              </a:cxn>
              <a:cxn ang="0">
                <a:pos x="connsiteX5053" y="connsiteY5053"/>
              </a:cxn>
              <a:cxn ang="0">
                <a:pos x="connsiteX5054" y="connsiteY5054"/>
              </a:cxn>
              <a:cxn ang="0">
                <a:pos x="connsiteX5055" y="connsiteY5055"/>
              </a:cxn>
              <a:cxn ang="0">
                <a:pos x="connsiteX5056" y="connsiteY5056"/>
              </a:cxn>
              <a:cxn ang="0">
                <a:pos x="connsiteX5057" y="connsiteY5057"/>
              </a:cxn>
              <a:cxn ang="0">
                <a:pos x="connsiteX5058" y="connsiteY5058"/>
              </a:cxn>
              <a:cxn ang="0">
                <a:pos x="connsiteX5059" y="connsiteY5059"/>
              </a:cxn>
              <a:cxn ang="0">
                <a:pos x="connsiteX5060" y="connsiteY5060"/>
              </a:cxn>
              <a:cxn ang="0">
                <a:pos x="connsiteX5061" y="connsiteY5061"/>
              </a:cxn>
              <a:cxn ang="0">
                <a:pos x="connsiteX5062" y="connsiteY5062"/>
              </a:cxn>
              <a:cxn ang="0">
                <a:pos x="connsiteX5063" y="connsiteY5063"/>
              </a:cxn>
              <a:cxn ang="0">
                <a:pos x="connsiteX5064" y="connsiteY5064"/>
              </a:cxn>
              <a:cxn ang="0">
                <a:pos x="connsiteX5065" y="connsiteY5065"/>
              </a:cxn>
              <a:cxn ang="0">
                <a:pos x="connsiteX5066" y="connsiteY5066"/>
              </a:cxn>
              <a:cxn ang="0">
                <a:pos x="connsiteX5067" y="connsiteY5067"/>
              </a:cxn>
              <a:cxn ang="0">
                <a:pos x="connsiteX5068" y="connsiteY5068"/>
              </a:cxn>
              <a:cxn ang="0">
                <a:pos x="connsiteX5069" y="connsiteY5069"/>
              </a:cxn>
              <a:cxn ang="0">
                <a:pos x="connsiteX5070" y="connsiteY5070"/>
              </a:cxn>
              <a:cxn ang="0">
                <a:pos x="connsiteX5071" y="connsiteY5071"/>
              </a:cxn>
              <a:cxn ang="0">
                <a:pos x="connsiteX5072" y="connsiteY5072"/>
              </a:cxn>
              <a:cxn ang="0">
                <a:pos x="connsiteX5073" y="connsiteY5073"/>
              </a:cxn>
              <a:cxn ang="0">
                <a:pos x="connsiteX5074" y="connsiteY5074"/>
              </a:cxn>
              <a:cxn ang="0">
                <a:pos x="connsiteX5075" y="connsiteY5075"/>
              </a:cxn>
              <a:cxn ang="0">
                <a:pos x="connsiteX5076" y="connsiteY5076"/>
              </a:cxn>
              <a:cxn ang="0">
                <a:pos x="connsiteX5077" y="connsiteY5077"/>
              </a:cxn>
              <a:cxn ang="0">
                <a:pos x="connsiteX5078" y="connsiteY5078"/>
              </a:cxn>
              <a:cxn ang="0">
                <a:pos x="connsiteX5079" y="connsiteY5079"/>
              </a:cxn>
              <a:cxn ang="0">
                <a:pos x="connsiteX5080" y="connsiteY5080"/>
              </a:cxn>
              <a:cxn ang="0">
                <a:pos x="connsiteX5081" y="connsiteY5081"/>
              </a:cxn>
              <a:cxn ang="0">
                <a:pos x="connsiteX5082" y="connsiteY5082"/>
              </a:cxn>
              <a:cxn ang="0">
                <a:pos x="connsiteX5083" y="connsiteY5083"/>
              </a:cxn>
              <a:cxn ang="0">
                <a:pos x="connsiteX5084" y="connsiteY5084"/>
              </a:cxn>
              <a:cxn ang="0">
                <a:pos x="connsiteX5085" y="connsiteY5085"/>
              </a:cxn>
              <a:cxn ang="0">
                <a:pos x="connsiteX5086" y="connsiteY5086"/>
              </a:cxn>
              <a:cxn ang="0">
                <a:pos x="connsiteX5087" y="connsiteY5087"/>
              </a:cxn>
              <a:cxn ang="0">
                <a:pos x="connsiteX5088" y="connsiteY5088"/>
              </a:cxn>
              <a:cxn ang="0">
                <a:pos x="connsiteX5089" y="connsiteY5089"/>
              </a:cxn>
              <a:cxn ang="0">
                <a:pos x="connsiteX5090" y="connsiteY5090"/>
              </a:cxn>
              <a:cxn ang="0">
                <a:pos x="connsiteX5091" y="connsiteY5091"/>
              </a:cxn>
              <a:cxn ang="0">
                <a:pos x="connsiteX5092" y="connsiteY5092"/>
              </a:cxn>
              <a:cxn ang="0">
                <a:pos x="connsiteX5093" y="connsiteY5093"/>
              </a:cxn>
              <a:cxn ang="0">
                <a:pos x="connsiteX5094" y="connsiteY5094"/>
              </a:cxn>
              <a:cxn ang="0">
                <a:pos x="connsiteX5095" y="connsiteY5095"/>
              </a:cxn>
              <a:cxn ang="0">
                <a:pos x="connsiteX5096" y="connsiteY5096"/>
              </a:cxn>
              <a:cxn ang="0">
                <a:pos x="connsiteX5097" y="connsiteY5097"/>
              </a:cxn>
              <a:cxn ang="0">
                <a:pos x="connsiteX5098" y="connsiteY5098"/>
              </a:cxn>
              <a:cxn ang="0">
                <a:pos x="connsiteX5099" y="connsiteY5099"/>
              </a:cxn>
              <a:cxn ang="0">
                <a:pos x="connsiteX5100" y="connsiteY5100"/>
              </a:cxn>
              <a:cxn ang="0">
                <a:pos x="connsiteX5101" y="connsiteY5101"/>
              </a:cxn>
              <a:cxn ang="0">
                <a:pos x="connsiteX5102" y="connsiteY5102"/>
              </a:cxn>
              <a:cxn ang="0">
                <a:pos x="connsiteX5103" y="connsiteY5103"/>
              </a:cxn>
              <a:cxn ang="0">
                <a:pos x="connsiteX5104" y="connsiteY5104"/>
              </a:cxn>
              <a:cxn ang="0">
                <a:pos x="connsiteX5105" y="connsiteY5105"/>
              </a:cxn>
              <a:cxn ang="0">
                <a:pos x="connsiteX5106" y="connsiteY5106"/>
              </a:cxn>
              <a:cxn ang="0">
                <a:pos x="connsiteX5107" y="connsiteY5107"/>
              </a:cxn>
              <a:cxn ang="0">
                <a:pos x="connsiteX5108" y="connsiteY5108"/>
              </a:cxn>
              <a:cxn ang="0">
                <a:pos x="connsiteX5109" y="connsiteY5109"/>
              </a:cxn>
              <a:cxn ang="0">
                <a:pos x="connsiteX5110" y="connsiteY5110"/>
              </a:cxn>
              <a:cxn ang="0">
                <a:pos x="connsiteX5111" y="connsiteY5111"/>
              </a:cxn>
              <a:cxn ang="0">
                <a:pos x="connsiteX5112" y="connsiteY5112"/>
              </a:cxn>
              <a:cxn ang="0">
                <a:pos x="connsiteX5113" y="connsiteY5113"/>
              </a:cxn>
              <a:cxn ang="0">
                <a:pos x="connsiteX5114" y="connsiteY5114"/>
              </a:cxn>
              <a:cxn ang="0">
                <a:pos x="connsiteX5115" y="connsiteY5115"/>
              </a:cxn>
              <a:cxn ang="0">
                <a:pos x="connsiteX5116" y="connsiteY5116"/>
              </a:cxn>
              <a:cxn ang="0">
                <a:pos x="connsiteX5117" y="connsiteY5117"/>
              </a:cxn>
              <a:cxn ang="0">
                <a:pos x="connsiteX5118" y="connsiteY5118"/>
              </a:cxn>
              <a:cxn ang="0">
                <a:pos x="connsiteX5119" y="connsiteY5119"/>
              </a:cxn>
              <a:cxn ang="0">
                <a:pos x="connsiteX5120" y="connsiteY5120"/>
              </a:cxn>
              <a:cxn ang="0">
                <a:pos x="connsiteX5121" y="connsiteY5121"/>
              </a:cxn>
              <a:cxn ang="0">
                <a:pos x="connsiteX5122" y="connsiteY5122"/>
              </a:cxn>
              <a:cxn ang="0">
                <a:pos x="connsiteX5123" y="connsiteY5123"/>
              </a:cxn>
              <a:cxn ang="0">
                <a:pos x="connsiteX5124" y="connsiteY5124"/>
              </a:cxn>
              <a:cxn ang="0">
                <a:pos x="connsiteX5125" y="connsiteY5125"/>
              </a:cxn>
              <a:cxn ang="0">
                <a:pos x="connsiteX5126" y="connsiteY5126"/>
              </a:cxn>
              <a:cxn ang="0">
                <a:pos x="connsiteX5127" y="connsiteY5127"/>
              </a:cxn>
              <a:cxn ang="0">
                <a:pos x="connsiteX5128" y="connsiteY5128"/>
              </a:cxn>
              <a:cxn ang="0">
                <a:pos x="connsiteX5129" y="connsiteY5129"/>
              </a:cxn>
              <a:cxn ang="0">
                <a:pos x="connsiteX5130" y="connsiteY5130"/>
              </a:cxn>
              <a:cxn ang="0">
                <a:pos x="connsiteX5131" y="connsiteY5131"/>
              </a:cxn>
              <a:cxn ang="0">
                <a:pos x="connsiteX5132" y="connsiteY5132"/>
              </a:cxn>
              <a:cxn ang="0">
                <a:pos x="connsiteX5133" y="connsiteY5133"/>
              </a:cxn>
              <a:cxn ang="0">
                <a:pos x="connsiteX5134" y="connsiteY5134"/>
              </a:cxn>
              <a:cxn ang="0">
                <a:pos x="connsiteX5135" y="connsiteY5135"/>
              </a:cxn>
              <a:cxn ang="0">
                <a:pos x="connsiteX5136" y="connsiteY5136"/>
              </a:cxn>
              <a:cxn ang="0">
                <a:pos x="connsiteX5137" y="connsiteY5137"/>
              </a:cxn>
              <a:cxn ang="0">
                <a:pos x="connsiteX5138" y="connsiteY5138"/>
              </a:cxn>
              <a:cxn ang="0">
                <a:pos x="connsiteX5139" y="connsiteY5139"/>
              </a:cxn>
              <a:cxn ang="0">
                <a:pos x="connsiteX5140" y="connsiteY5140"/>
              </a:cxn>
              <a:cxn ang="0">
                <a:pos x="connsiteX5141" y="connsiteY5141"/>
              </a:cxn>
              <a:cxn ang="0">
                <a:pos x="connsiteX5142" y="connsiteY5142"/>
              </a:cxn>
              <a:cxn ang="0">
                <a:pos x="connsiteX5143" y="connsiteY5143"/>
              </a:cxn>
              <a:cxn ang="0">
                <a:pos x="connsiteX5144" y="connsiteY5144"/>
              </a:cxn>
              <a:cxn ang="0">
                <a:pos x="connsiteX5145" y="connsiteY5145"/>
              </a:cxn>
              <a:cxn ang="0">
                <a:pos x="connsiteX5146" y="connsiteY5146"/>
              </a:cxn>
              <a:cxn ang="0">
                <a:pos x="connsiteX5147" y="connsiteY5147"/>
              </a:cxn>
              <a:cxn ang="0">
                <a:pos x="connsiteX5148" y="connsiteY5148"/>
              </a:cxn>
              <a:cxn ang="0">
                <a:pos x="connsiteX5149" y="connsiteY5149"/>
              </a:cxn>
              <a:cxn ang="0">
                <a:pos x="connsiteX5150" y="connsiteY5150"/>
              </a:cxn>
              <a:cxn ang="0">
                <a:pos x="connsiteX5151" y="connsiteY5151"/>
              </a:cxn>
              <a:cxn ang="0">
                <a:pos x="connsiteX5152" y="connsiteY5152"/>
              </a:cxn>
              <a:cxn ang="0">
                <a:pos x="connsiteX5153" y="connsiteY5153"/>
              </a:cxn>
              <a:cxn ang="0">
                <a:pos x="connsiteX5154" y="connsiteY5154"/>
              </a:cxn>
              <a:cxn ang="0">
                <a:pos x="connsiteX5155" y="connsiteY5155"/>
              </a:cxn>
              <a:cxn ang="0">
                <a:pos x="connsiteX5156" y="connsiteY5156"/>
              </a:cxn>
              <a:cxn ang="0">
                <a:pos x="connsiteX5157" y="connsiteY5157"/>
              </a:cxn>
              <a:cxn ang="0">
                <a:pos x="connsiteX5158" y="connsiteY5158"/>
              </a:cxn>
              <a:cxn ang="0">
                <a:pos x="connsiteX5159" y="connsiteY5159"/>
              </a:cxn>
              <a:cxn ang="0">
                <a:pos x="connsiteX5160" y="connsiteY5160"/>
              </a:cxn>
              <a:cxn ang="0">
                <a:pos x="connsiteX5161" y="connsiteY5161"/>
              </a:cxn>
              <a:cxn ang="0">
                <a:pos x="connsiteX5162" y="connsiteY5162"/>
              </a:cxn>
              <a:cxn ang="0">
                <a:pos x="connsiteX5163" y="connsiteY5163"/>
              </a:cxn>
              <a:cxn ang="0">
                <a:pos x="connsiteX5164" y="connsiteY5164"/>
              </a:cxn>
              <a:cxn ang="0">
                <a:pos x="connsiteX5165" y="connsiteY5165"/>
              </a:cxn>
              <a:cxn ang="0">
                <a:pos x="connsiteX5166" y="connsiteY5166"/>
              </a:cxn>
              <a:cxn ang="0">
                <a:pos x="connsiteX5167" y="connsiteY5167"/>
              </a:cxn>
              <a:cxn ang="0">
                <a:pos x="connsiteX5168" y="connsiteY5168"/>
              </a:cxn>
              <a:cxn ang="0">
                <a:pos x="connsiteX5169" y="connsiteY5169"/>
              </a:cxn>
              <a:cxn ang="0">
                <a:pos x="connsiteX5170" y="connsiteY5170"/>
              </a:cxn>
              <a:cxn ang="0">
                <a:pos x="connsiteX5171" y="connsiteY5171"/>
              </a:cxn>
              <a:cxn ang="0">
                <a:pos x="connsiteX5172" y="connsiteY5172"/>
              </a:cxn>
              <a:cxn ang="0">
                <a:pos x="connsiteX5173" y="connsiteY5173"/>
              </a:cxn>
              <a:cxn ang="0">
                <a:pos x="connsiteX5174" y="connsiteY5174"/>
              </a:cxn>
              <a:cxn ang="0">
                <a:pos x="connsiteX5175" y="connsiteY5175"/>
              </a:cxn>
              <a:cxn ang="0">
                <a:pos x="connsiteX5176" y="connsiteY5176"/>
              </a:cxn>
              <a:cxn ang="0">
                <a:pos x="connsiteX5177" y="connsiteY5177"/>
              </a:cxn>
              <a:cxn ang="0">
                <a:pos x="connsiteX5178" y="connsiteY5178"/>
              </a:cxn>
              <a:cxn ang="0">
                <a:pos x="connsiteX5179" y="connsiteY5179"/>
              </a:cxn>
              <a:cxn ang="0">
                <a:pos x="connsiteX5180" y="connsiteY5180"/>
              </a:cxn>
              <a:cxn ang="0">
                <a:pos x="connsiteX5181" y="connsiteY5181"/>
              </a:cxn>
              <a:cxn ang="0">
                <a:pos x="connsiteX5182" y="connsiteY5182"/>
              </a:cxn>
              <a:cxn ang="0">
                <a:pos x="connsiteX5183" y="connsiteY5183"/>
              </a:cxn>
              <a:cxn ang="0">
                <a:pos x="connsiteX5184" y="connsiteY5184"/>
              </a:cxn>
              <a:cxn ang="0">
                <a:pos x="connsiteX5185" y="connsiteY5185"/>
              </a:cxn>
              <a:cxn ang="0">
                <a:pos x="connsiteX5186" y="connsiteY5186"/>
              </a:cxn>
              <a:cxn ang="0">
                <a:pos x="connsiteX5187" y="connsiteY5187"/>
              </a:cxn>
              <a:cxn ang="0">
                <a:pos x="connsiteX5188" y="connsiteY5188"/>
              </a:cxn>
              <a:cxn ang="0">
                <a:pos x="connsiteX5189" y="connsiteY5189"/>
              </a:cxn>
              <a:cxn ang="0">
                <a:pos x="connsiteX5190" y="connsiteY5190"/>
              </a:cxn>
              <a:cxn ang="0">
                <a:pos x="connsiteX5191" y="connsiteY5191"/>
              </a:cxn>
              <a:cxn ang="0">
                <a:pos x="connsiteX5192" y="connsiteY5192"/>
              </a:cxn>
              <a:cxn ang="0">
                <a:pos x="connsiteX5193" y="connsiteY5193"/>
              </a:cxn>
              <a:cxn ang="0">
                <a:pos x="connsiteX5194" y="connsiteY5194"/>
              </a:cxn>
              <a:cxn ang="0">
                <a:pos x="connsiteX5195" y="connsiteY5195"/>
              </a:cxn>
              <a:cxn ang="0">
                <a:pos x="connsiteX5196" y="connsiteY5196"/>
              </a:cxn>
              <a:cxn ang="0">
                <a:pos x="connsiteX5197" y="connsiteY5197"/>
              </a:cxn>
              <a:cxn ang="0">
                <a:pos x="connsiteX5198" y="connsiteY5198"/>
              </a:cxn>
              <a:cxn ang="0">
                <a:pos x="connsiteX5199" y="connsiteY5199"/>
              </a:cxn>
              <a:cxn ang="0">
                <a:pos x="connsiteX5200" y="connsiteY5200"/>
              </a:cxn>
              <a:cxn ang="0">
                <a:pos x="connsiteX5201" y="connsiteY5201"/>
              </a:cxn>
              <a:cxn ang="0">
                <a:pos x="connsiteX5202" y="connsiteY5202"/>
              </a:cxn>
              <a:cxn ang="0">
                <a:pos x="connsiteX5203" y="connsiteY5203"/>
              </a:cxn>
              <a:cxn ang="0">
                <a:pos x="connsiteX5204" y="connsiteY5204"/>
              </a:cxn>
              <a:cxn ang="0">
                <a:pos x="connsiteX5205" y="connsiteY5205"/>
              </a:cxn>
              <a:cxn ang="0">
                <a:pos x="connsiteX5206" y="connsiteY5206"/>
              </a:cxn>
              <a:cxn ang="0">
                <a:pos x="connsiteX5207" y="connsiteY5207"/>
              </a:cxn>
              <a:cxn ang="0">
                <a:pos x="connsiteX5208" y="connsiteY5208"/>
              </a:cxn>
              <a:cxn ang="0">
                <a:pos x="connsiteX5209" y="connsiteY5209"/>
              </a:cxn>
              <a:cxn ang="0">
                <a:pos x="connsiteX5210" y="connsiteY5210"/>
              </a:cxn>
              <a:cxn ang="0">
                <a:pos x="connsiteX5211" y="connsiteY5211"/>
              </a:cxn>
              <a:cxn ang="0">
                <a:pos x="connsiteX5212" y="connsiteY5212"/>
              </a:cxn>
              <a:cxn ang="0">
                <a:pos x="connsiteX5213" y="connsiteY5213"/>
              </a:cxn>
              <a:cxn ang="0">
                <a:pos x="connsiteX5214" y="connsiteY5214"/>
              </a:cxn>
              <a:cxn ang="0">
                <a:pos x="connsiteX5215" y="connsiteY5215"/>
              </a:cxn>
              <a:cxn ang="0">
                <a:pos x="connsiteX5216" y="connsiteY5216"/>
              </a:cxn>
              <a:cxn ang="0">
                <a:pos x="connsiteX5217" y="connsiteY5217"/>
              </a:cxn>
              <a:cxn ang="0">
                <a:pos x="connsiteX5218" y="connsiteY5218"/>
              </a:cxn>
              <a:cxn ang="0">
                <a:pos x="connsiteX5219" y="connsiteY5219"/>
              </a:cxn>
              <a:cxn ang="0">
                <a:pos x="connsiteX5220" y="connsiteY5220"/>
              </a:cxn>
              <a:cxn ang="0">
                <a:pos x="connsiteX5221" y="connsiteY5221"/>
              </a:cxn>
              <a:cxn ang="0">
                <a:pos x="connsiteX5222" y="connsiteY5222"/>
              </a:cxn>
              <a:cxn ang="0">
                <a:pos x="connsiteX5223" y="connsiteY5223"/>
              </a:cxn>
              <a:cxn ang="0">
                <a:pos x="connsiteX5224" y="connsiteY5224"/>
              </a:cxn>
              <a:cxn ang="0">
                <a:pos x="connsiteX5225" y="connsiteY5225"/>
              </a:cxn>
              <a:cxn ang="0">
                <a:pos x="connsiteX5226" y="connsiteY5226"/>
              </a:cxn>
              <a:cxn ang="0">
                <a:pos x="connsiteX5227" y="connsiteY5227"/>
              </a:cxn>
              <a:cxn ang="0">
                <a:pos x="connsiteX5228" y="connsiteY5228"/>
              </a:cxn>
              <a:cxn ang="0">
                <a:pos x="connsiteX5229" y="connsiteY5229"/>
              </a:cxn>
              <a:cxn ang="0">
                <a:pos x="connsiteX5230" y="connsiteY5230"/>
              </a:cxn>
              <a:cxn ang="0">
                <a:pos x="connsiteX5231" y="connsiteY5231"/>
              </a:cxn>
              <a:cxn ang="0">
                <a:pos x="connsiteX5232" y="connsiteY5232"/>
              </a:cxn>
              <a:cxn ang="0">
                <a:pos x="connsiteX5233" y="connsiteY5233"/>
              </a:cxn>
              <a:cxn ang="0">
                <a:pos x="connsiteX5234" y="connsiteY5234"/>
              </a:cxn>
              <a:cxn ang="0">
                <a:pos x="connsiteX5235" y="connsiteY5235"/>
              </a:cxn>
              <a:cxn ang="0">
                <a:pos x="connsiteX5236" y="connsiteY5236"/>
              </a:cxn>
              <a:cxn ang="0">
                <a:pos x="connsiteX5237" y="connsiteY5237"/>
              </a:cxn>
              <a:cxn ang="0">
                <a:pos x="connsiteX5238" y="connsiteY5238"/>
              </a:cxn>
              <a:cxn ang="0">
                <a:pos x="connsiteX5239" y="connsiteY5239"/>
              </a:cxn>
              <a:cxn ang="0">
                <a:pos x="connsiteX5240" y="connsiteY5240"/>
              </a:cxn>
              <a:cxn ang="0">
                <a:pos x="connsiteX5241" y="connsiteY5241"/>
              </a:cxn>
              <a:cxn ang="0">
                <a:pos x="connsiteX5242" y="connsiteY5242"/>
              </a:cxn>
              <a:cxn ang="0">
                <a:pos x="connsiteX5243" y="connsiteY5243"/>
              </a:cxn>
              <a:cxn ang="0">
                <a:pos x="connsiteX5244" y="connsiteY5244"/>
              </a:cxn>
              <a:cxn ang="0">
                <a:pos x="connsiteX5245" y="connsiteY5245"/>
              </a:cxn>
              <a:cxn ang="0">
                <a:pos x="connsiteX5246" y="connsiteY5246"/>
              </a:cxn>
              <a:cxn ang="0">
                <a:pos x="connsiteX5247" y="connsiteY5247"/>
              </a:cxn>
              <a:cxn ang="0">
                <a:pos x="connsiteX5248" y="connsiteY5248"/>
              </a:cxn>
              <a:cxn ang="0">
                <a:pos x="connsiteX5249" y="connsiteY5249"/>
              </a:cxn>
              <a:cxn ang="0">
                <a:pos x="connsiteX5250" y="connsiteY5250"/>
              </a:cxn>
              <a:cxn ang="0">
                <a:pos x="connsiteX5251" y="connsiteY5251"/>
              </a:cxn>
              <a:cxn ang="0">
                <a:pos x="connsiteX5252" y="connsiteY5252"/>
              </a:cxn>
              <a:cxn ang="0">
                <a:pos x="connsiteX5253" y="connsiteY5253"/>
              </a:cxn>
              <a:cxn ang="0">
                <a:pos x="connsiteX5254" y="connsiteY5254"/>
              </a:cxn>
              <a:cxn ang="0">
                <a:pos x="connsiteX5255" y="connsiteY5255"/>
              </a:cxn>
              <a:cxn ang="0">
                <a:pos x="connsiteX5256" y="connsiteY5256"/>
              </a:cxn>
              <a:cxn ang="0">
                <a:pos x="connsiteX5257" y="connsiteY5257"/>
              </a:cxn>
              <a:cxn ang="0">
                <a:pos x="connsiteX5258" y="connsiteY5258"/>
              </a:cxn>
              <a:cxn ang="0">
                <a:pos x="connsiteX5259" y="connsiteY5259"/>
              </a:cxn>
              <a:cxn ang="0">
                <a:pos x="connsiteX5260" y="connsiteY5260"/>
              </a:cxn>
              <a:cxn ang="0">
                <a:pos x="connsiteX5261" y="connsiteY5261"/>
              </a:cxn>
              <a:cxn ang="0">
                <a:pos x="connsiteX5262" y="connsiteY5262"/>
              </a:cxn>
              <a:cxn ang="0">
                <a:pos x="connsiteX5263" y="connsiteY5263"/>
              </a:cxn>
              <a:cxn ang="0">
                <a:pos x="connsiteX5264" y="connsiteY5264"/>
              </a:cxn>
              <a:cxn ang="0">
                <a:pos x="connsiteX5265" y="connsiteY5265"/>
              </a:cxn>
              <a:cxn ang="0">
                <a:pos x="connsiteX5266" y="connsiteY5266"/>
              </a:cxn>
              <a:cxn ang="0">
                <a:pos x="connsiteX5267" y="connsiteY5267"/>
              </a:cxn>
              <a:cxn ang="0">
                <a:pos x="connsiteX5268" y="connsiteY5268"/>
              </a:cxn>
              <a:cxn ang="0">
                <a:pos x="connsiteX5269" y="connsiteY5269"/>
              </a:cxn>
              <a:cxn ang="0">
                <a:pos x="connsiteX5270" y="connsiteY5270"/>
              </a:cxn>
              <a:cxn ang="0">
                <a:pos x="connsiteX5271" y="connsiteY5271"/>
              </a:cxn>
              <a:cxn ang="0">
                <a:pos x="connsiteX5272" y="connsiteY5272"/>
              </a:cxn>
              <a:cxn ang="0">
                <a:pos x="connsiteX5273" y="connsiteY5273"/>
              </a:cxn>
              <a:cxn ang="0">
                <a:pos x="connsiteX5274" y="connsiteY5274"/>
              </a:cxn>
              <a:cxn ang="0">
                <a:pos x="connsiteX5275" y="connsiteY5275"/>
              </a:cxn>
              <a:cxn ang="0">
                <a:pos x="connsiteX5276" y="connsiteY5276"/>
              </a:cxn>
              <a:cxn ang="0">
                <a:pos x="connsiteX5277" y="connsiteY5277"/>
              </a:cxn>
              <a:cxn ang="0">
                <a:pos x="connsiteX5278" y="connsiteY5278"/>
              </a:cxn>
              <a:cxn ang="0">
                <a:pos x="connsiteX5279" y="connsiteY5279"/>
              </a:cxn>
              <a:cxn ang="0">
                <a:pos x="connsiteX5280" y="connsiteY5280"/>
              </a:cxn>
              <a:cxn ang="0">
                <a:pos x="connsiteX5281" y="connsiteY5281"/>
              </a:cxn>
              <a:cxn ang="0">
                <a:pos x="connsiteX5282" y="connsiteY5282"/>
              </a:cxn>
              <a:cxn ang="0">
                <a:pos x="connsiteX5283" y="connsiteY5283"/>
              </a:cxn>
              <a:cxn ang="0">
                <a:pos x="connsiteX5284" y="connsiteY5284"/>
              </a:cxn>
              <a:cxn ang="0">
                <a:pos x="connsiteX5285" y="connsiteY5285"/>
              </a:cxn>
              <a:cxn ang="0">
                <a:pos x="connsiteX5286" y="connsiteY5286"/>
              </a:cxn>
              <a:cxn ang="0">
                <a:pos x="connsiteX5287" y="connsiteY5287"/>
              </a:cxn>
              <a:cxn ang="0">
                <a:pos x="connsiteX5288" y="connsiteY5288"/>
              </a:cxn>
              <a:cxn ang="0">
                <a:pos x="connsiteX5289" y="connsiteY5289"/>
              </a:cxn>
              <a:cxn ang="0">
                <a:pos x="connsiteX5290" y="connsiteY5290"/>
              </a:cxn>
              <a:cxn ang="0">
                <a:pos x="connsiteX5291" y="connsiteY5291"/>
              </a:cxn>
              <a:cxn ang="0">
                <a:pos x="connsiteX5292" y="connsiteY5292"/>
              </a:cxn>
              <a:cxn ang="0">
                <a:pos x="connsiteX5293" y="connsiteY5293"/>
              </a:cxn>
              <a:cxn ang="0">
                <a:pos x="connsiteX5294" y="connsiteY5294"/>
              </a:cxn>
              <a:cxn ang="0">
                <a:pos x="connsiteX5295" y="connsiteY5295"/>
              </a:cxn>
              <a:cxn ang="0">
                <a:pos x="connsiteX5296" y="connsiteY5296"/>
              </a:cxn>
              <a:cxn ang="0">
                <a:pos x="connsiteX5297" y="connsiteY5297"/>
              </a:cxn>
              <a:cxn ang="0">
                <a:pos x="connsiteX5298" y="connsiteY5298"/>
              </a:cxn>
              <a:cxn ang="0">
                <a:pos x="connsiteX5299" y="connsiteY5299"/>
              </a:cxn>
              <a:cxn ang="0">
                <a:pos x="connsiteX5300" y="connsiteY5300"/>
              </a:cxn>
              <a:cxn ang="0">
                <a:pos x="connsiteX5301" y="connsiteY5301"/>
              </a:cxn>
              <a:cxn ang="0">
                <a:pos x="connsiteX5302" y="connsiteY5302"/>
              </a:cxn>
              <a:cxn ang="0">
                <a:pos x="connsiteX5303" y="connsiteY5303"/>
              </a:cxn>
              <a:cxn ang="0">
                <a:pos x="connsiteX5304" y="connsiteY5304"/>
              </a:cxn>
              <a:cxn ang="0">
                <a:pos x="connsiteX5305" y="connsiteY5305"/>
              </a:cxn>
              <a:cxn ang="0">
                <a:pos x="connsiteX5306" y="connsiteY5306"/>
              </a:cxn>
              <a:cxn ang="0">
                <a:pos x="connsiteX5307" y="connsiteY5307"/>
              </a:cxn>
              <a:cxn ang="0">
                <a:pos x="connsiteX5308" y="connsiteY5308"/>
              </a:cxn>
              <a:cxn ang="0">
                <a:pos x="connsiteX5309" y="connsiteY5309"/>
              </a:cxn>
              <a:cxn ang="0">
                <a:pos x="connsiteX5310" y="connsiteY5310"/>
              </a:cxn>
              <a:cxn ang="0">
                <a:pos x="connsiteX5311" y="connsiteY5311"/>
              </a:cxn>
              <a:cxn ang="0">
                <a:pos x="connsiteX5312" y="connsiteY5312"/>
              </a:cxn>
              <a:cxn ang="0">
                <a:pos x="connsiteX5313" y="connsiteY5313"/>
              </a:cxn>
              <a:cxn ang="0">
                <a:pos x="connsiteX5314" y="connsiteY5314"/>
              </a:cxn>
              <a:cxn ang="0">
                <a:pos x="connsiteX5315" y="connsiteY5315"/>
              </a:cxn>
              <a:cxn ang="0">
                <a:pos x="connsiteX5316" y="connsiteY5316"/>
              </a:cxn>
              <a:cxn ang="0">
                <a:pos x="connsiteX5317" y="connsiteY5317"/>
              </a:cxn>
              <a:cxn ang="0">
                <a:pos x="connsiteX5318" y="connsiteY5318"/>
              </a:cxn>
              <a:cxn ang="0">
                <a:pos x="connsiteX5319" y="connsiteY5319"/>
              </a:cxn>
              <a:cxn ang="0">
                <a:pos x="connsiteX5320" y="connsiteY5320"/>
              </a:cxn>
              <a:cxn ang="0">
                <a:pos x="connsiteX5321" y="connsiteY5321"/>
              </a:cxn>
              <a:cxn ang="0">
                <a:pos x="connsiteX5322" y="connsiteY5322"/>
              </a:cxn>
              <a:cxn ang="0">
                <a:pos x="connsiteX5323" y="connsiteY5323"/>
              </a:cxn>
              <a:cxn ang="0">
                <a:pos x="connsiteX5324" y="connsiteY5324"/>
              </a:cxn>
              <a:cxn ang="0">
                <a:pos x="connsiteX5325" y="connsiteY5325"/>
              </a:cxn>
              <a:cxn ang="0">
                <a:pos x="connsiteX5326" y="connsiteY5326"/>
              </a:cxn>
              <a:cxn ang="0">
                <a:pos x="connsiteX5327" y="connsiteY5327"/>
              </a:cxn>
              <a:cxn ang="0">
                <a:pos x="connsiteX5328" y="connsiteY5328"/>
              </a:cxn>
              <a:cxn ang="0">
                <a:pos x="connsiteX5329" y="connsiteY5329"/>
              </a:cxn>
              <a:cxn ang="0">
                <a:pos x="connsiteX5330" y="connsiteY5330"/>
              </a:cxn>
              <a:cxn ang="0">
                <a:pos x="connsiteX5331" y="connsiteY5331"/>
              </a:cxn>
              <a:cxn ang="0">
                <a:pos x="connsiteX5332" y="connsiteY5332"/>
              </a:cxn>
              <a:cxn ang="0">
                <a:pos x="connsiteX5333" y="connsiteY5333"/>
              </a:cxn>
              <a:cxn ang="0">
                <a:pos x="connsiteX5334" y="connsiteY5334"/>
              </a:cxn>
              <a:cxn ang="0">
                <a:pos x="connsiteX5335" y="connsiteY5335"/>
              </a:cxn>
              <a:cxn ang="0">
                <a:pos x="connsiteX5336" y="connsiteY5336"/>
              </a:cxn>
              <a:cxn ang="0">
                <a:pos x="connsiteX5337" y="connsiteY5337"/>
              </a:cxn>
              <a:cxn ang="0">
                <a:pos x="connsiteX5338" y="connsiteY5338"/>
              </a:cxn>
              <a:cxn ang="0">
                <a:pos x="connsiteX5339" y="connsiteY5339"/>
              </a:cxn>
              <a:cxn ang="0">
                <a:pos x="connsiteX5340" y="connsiteY5340"/>
              </a:cxn>
              <a:cxn ang="0">
                <a:pos x="connsiteX5341" y="connsiteY5341"/>
              </a:cxn>
              <a:cxn ang="0">
                <a:pos x="connsiteX5342" y="connsiteY5342"/>
              </a:cxn>
              <a:cxn ang="0">
                <a:pos x="connsiteX5343" y="connsiteY5343"/>
              </a:cxn>
              <a:cxn ang="0">
                <a:pos x="connsiteX5344" y="connsiteY5344"/>
              </a:cxn>
              <a:cxn ang="0">
                <a:pos x="connsiteX5345" y="connsiteY5345"/>
              </a:cxn>
              <a:cxn ang="0">
                <a:pos x="connsiteX5346" y="connsiteY5346"/>
              </a:cxn>
              <a:cxn ang="0">
                <a:pos x="connsiteX5347" y="connsiteY5347"/>
              </a:cxn>
              <a:cxn ang="0">
                <a:pos x="connsiteX5348" y="connsiteY5348"/>
              </a:cxn>
              <a:cxn ang="0">
                <a:pos x="connsiteX5349" y="connsiteY5349"/>
              </a:cxn>
              <a:cxn ang="0">
                <a:pos x="connsiteX5350" y="connsiteY5350"/>
              </a:cxn>
              <a:cxn ang="0">
                <a:pos x="connsiteX5351" y="connsiteY5351"/>
              </a:cxn>
              <a:cxn ang="0">
                <a:pos x="connsiteX5352" y="connsiteY5352"/>
              </a:cxn>
              <a:cxn ang="0">
                <a:pos x="connsiteX5353" y="connsiteY5353"/>
              </a:cxn>
              <a:cxn ang="0">
                <a:pos x="connsiteX5354" y="connsiteY5354"/>
              </a:cxn>
              <a:cxn ang="0">
                <a:pos x="connsiteX5355" y="connsiteY5355"/>
              </a:cxn>
              <a:cxn ang="0">
                <a:pos x="connsiteX5356" y="connsiteY5356"/>
              </a:cxn>
              <a:cxn ang="0">
                <a:pos x="connsiteX5357" y="connsiteY5357"/>
              </a:cxn>
              <a:cxn ang="0">
                <a:pos x="connsiteX5358" y="connsiteY5358"/>
              </a:cxn>
              <a:cxn ang="0">
                <a:pos x="connsiteX5359" y="connsiteY5359"/>
              </a:cxn>
              <a:cxn ang="0">
                <a:pos x="connsiteX5360" y="connsiteY5360"/>
              </a:cxn>
              <a:cxn ang="0">
                <a:pos x="connsiteX5361" y="connsiteY5361"/>
              </a:cxn>
              <a:cxn ang="0">
                <a:pos x="connsiteX5362" y="connsiteY5362"/>
              </a:cxn>
              <a:cxn ang="0">
                <a:pos x="connsiteX5363" y="connsiteY5363"/>
              </a:cxn>
              <a:cxn ang="0">
                <a:pos x="connsiteX5364" y="connsiteY5364"/>
              </a:cxn>
              <a:cxn ang="0">
                <a:pos x="connsiteX5365" y="connsiteY5365"/>
              </a:cxn>
              <a:cxn ang="0">
                <a:pos x="connsiteX5366" y="connsiteY5366"/>
              </a:cxn>
              <a:cxn ang="0">
                <a:pos x="connsiteX5367" y="connsiteY5367"/>
              </a:cxn>
              <a:cxn ang="0">
                <a:pos x="connsiteX5368" y="connsiteY5368"/>
              </a:cxn>
              <a:cxn ang="0">
                <a:pos x="connsiteX5369" y="connsiteY5369"/>
              </a:cxn>
              <a:cxn ang="0">
                <a:pos x="connsiteX5370" y="connsiteY5370"/>
              </a:cxn>
              <a:cxn ang="0">
                <a:pos x="connsiteX5371" y="connsiteY5371"/>
              </a:cxn>
              <a:cxn ang="0">
                <a:pos x="connsiteX5372" y="connsiteY5372"/>
              </a:cxn>
              <a:cxn ang="0">
                <a:pos x="connsiteX5373" y="connsiteY5373"/>
              </a:cxn>
              <a:cxn ang="0">
                <a:pos x="connsiteX5374" y="connsiteY5374"/>
              </a:cxn>
              <a:cxn ang="0">
                <a:pos x="connsiteX5375" y="connsiteY5375"/>
              </a:cxn>
              <a:cxn ang="0">
                <a:pos x="connsiteX5376" y="connsiteY5376"/>
              </a:cxn>
              <a:cxn ang="0">
                <a:pos x="connsiteX5377" y="connsiteY5377"/>
              </a:cxn>
              <a:cxn ang="0">
                <a:pos x="connsiteX5378" y="connsiteY5378"/>
              </a:cxn>
              <a:cxn ang="0">
                <a:pos x="connsiteX5379" y="connsiteY5379"/>
              </a:cxn>
              <a:cxn ang="0">
                <a:pos x="connsiteX5380" y="connsiteY5380"/>
              </a:cxn>
              <a:cxn ang="0">
                <a:pos x="connsiteX5381" y="connsiteY5381"/>
              </a:cxn>
              <a:cxn ang="0">
                <a:pos x="connsiteX5382" y="connsiteY5382"/>
              </a:cxn>
              <a:cxn ang="0">
                <a:pos x="connsiteX5383" y="connsiteY5383"/>
              </a:cxn>
              <a:cxn ang="0">
                <a:pos x="connsiteX5384" y="connsiteY5384"/>
              </a:cxn>
              <a:cxn ang="0">
                <a:pos x="connsiteX5385" y="connsiteY5385"/>
              </a:cxn>
              <a:cxn ang="0">
                <a:pos x="connsiteX5386" y="connsiteY5386"/>
              </a:cxn>
              <a:cxn ang="0">
                <a:pos x="connsiteX5387" y="connsiteY5387"/>
              </a:cxn>
              <a:cxn ang="0">
                <a:pos x="connsiteX5388" y="connsiteY5388"/>
              </a:cxn>
              <a:cxn ang="0">
                <a:pos x="connsiteX5389" y="connsiteY5389"/>
              </a:cxn>
              <a:cxn ang="0">
                <a:pos x="connsiteX5390" y="connsiteY5390"/>
              </a:cxn>
              <a:cxn ang="0">
                <a:pos x="connsiteX5391" y="connsiteY5391"/>
              </a:cxn>
              <a:cxn ang="0">
                <a:pos x="connsiteX5392" y="connsiteY5392"/>
              </a:cxn>
              <a:cxn ang="0">
                <a:pos x="connsiteX5393" y="connsiteY5393"/>
              </a:cxn>
              <a:cxn ang="0">
                <a:pos x="connsiteX5394" y="connsiteY5394"/>
              </a:cxn>
              <a:cxn ang="0">
                <a:pos x="connsiteX5395" y="connsiteY5395"/>
              </a:cxn>
              <a:cxn ang="0">
                <a:pos x="connsiteX5396" y="connsiteY5396"/>
              </a:cxn>
              <a:cxn ang="0">
                <a:pos x="connsiteX5397" y="connsiteY5397"/>
              </a:cxn>
              <a:cxn ang="0">
                <a:pos x="connsiteX5398" y="connsiteY5398"/>
              </a:cxn>
              <a:cxn ang="0">
                <a:pos x="connsiteX5399" y="connsiteY5399"/>
              </a:cxn>
              <a:cxn ang="0">
                <a:pos x="connsiteX5400" y="connsiteY5400"/>
              </a:cxn>
              <a:cxn ang="0">
                <a:pos x="connsiteX5401" y="connsiteY5401"/>
              </a:cxn>
              <a:cxn ang="0">
                <a:pos x="connsiteX5402" y="connsiteY5402"/>
              </a:cxn>
              <a:cxn ang="0">
                <a:pos x="connsiteX5403" y="connsiteY5403"/>
              </a:cxn>
              <a:cxn ang="0">
                <a:pos x="connsiteX5404" y="connsiteY5404"/>
              </a:cxn>
              <a:cxn ang="0">
                <a:pos x="connsiteX5405" y="connsiteY5405"/>
              </a:cxn>
              <a:cxn ang="0">
                <a:pos x="connsiteX5406" y="connsiteY5406"/>
              </a:cxn>
              <a:cxn ang="0">
                <a:pos x="connsiteX5407" y="connsiteY5407"/>
              </a:cxn>
              <a:cxn ang="0">
                <a:pos x="connsiteX5408" y="connsiteY5408"/>
              </a:cxn>
              <a:cxn ang="0">
                <a:pos x="connsiteX5409" y="connsiteY5409"/>
              </a:cxn>
              <a:cxn ang="0">
                <a:pos x="connsiteX5410" y="connsiteY5410"/>
              </a:cxn>
              <a:cxn ang="0">
                <a:pos x="connsiteX5411" y="connsiteY5411"/>
              </a:cxn>
              <a:cxn ang="0">
                <a:pos x="connsiteX5412" y="connsiteY5412"/>
              </a:cxn>
              <a:cxn ang="0">
                <a:pos x="connsiteX5413" y="connsiteY5413"/>
              </a:cxn>
              <a:cxn ang="0">
                <a:pos x="connsiteX5414" y="connsiteY5414"/>
              </a:cxn>
              <a:cxn ang="0">
                <a:pos x="connsiteX5415" y="connsiteY5415"/>
              </a:cxn>
              <a:cxn ang="0">
                <a:pos x="connsiteX5416" y="connsiteY5416"/>
              </a:cxn>
              <a:cxn ang="0">
                <a:pos x="connsiteX5417" y="connsiteY5417"/>
              </a:cxn>
              <a:cxn ang="0">
                <a:pos x="connsiteX5418" y="connsiteY5418"/>
              </a:cxn>
              <a:cxn ang="0">
                <a:pos x="connsiteX5419" y="connsiteY5419"/>
              </a:cxn>
              <a:cxn ang="0">
                <a:pos x="connsiteX5420" y="connsiteY5420"/>
              </a:cxn>
              <a:cxn ang="0">
                <a:pos x="connsiteX5421" y="connsiteY5421"/>
              </a:cxn>
              <a:cxn ang="0">
                <a:pos x="connsiteX5422" y="connsiteY5422"/>
              </a:cxn>
              <a:cxn ang="0">
                <a:pos x="connsiteX5423" y="connsiteY5423"/>
              </a:cxn>
              <a:cxn ang="0">
                <a:pos x="connsiteX5424" y="connsiteY5424"/>
              </a:cxn>
              <a:cxn ang="0">
                <a:pos x="connsiteX5425" y="connsiteY5425"/>
              </a:cxn>
              <a:cxn ang="0">
                <a:pos x="connsiteX5426" y="connsiteY5426"/>
              </a:cxn>
              <a:cxn ang="0">
                <a:pos x="connsiteX5427" y="connsiteY5427"/>
              </a:cxn>
              <a:cxn ang="0">
                <a:pos x="connsiteX5428" y="connsiteY5428"/>
              </a:cxn>
              <a:cxn ang="0">
                <a:pos x="connsiteX5429" y="connsiteY5429"/>
              </a:cxn>
              <a:cxn ang="0">
                <a:pos x="connsiteX5430" y="connsiteY5430"/>
              </a:cxn>
              <a:cxn ang="0">
                <a:pos x="connsiteX5431" y="connsiteY5431"/>
              </a:cxn>
              <a:cxn ang="0">
                <a:pos x="connsiteX5432" y="connsiteY5432"/>
              </a:cxn>
              <a:cxn ang="0">
                <a:pos x="connsiteX5433" y="connsiteY5433"/>
              </a:cxn>
              <a:cxn ang="0">
                <a:pos x="connsiteX5434" y="connsiteY5434"/>
              </a:cxn>
              <a:cxn ang="0">
                <a:pos x="connsiteX5435" y="connsiteY5435"/>
              </a:cxn>
              <a:cxn ang="0">
                <a:pos x="connsiteX5436" y="connsiteY5436"/>
              </a:cxn>
              <a:cxn ang="0">
                <a:pos x="connsiteX5437" y="connsiteY5437"/>
              </a:cxn>
              <a:cxn ang="0">
                <a:pos x="connsiteX5438" y="connsiteY5438"/>
              </a:cxn>
              <a:cxn ang="0">
                <a:pos x="connsiteX5439" y="connsiteY5439"/>
              </a:cxn>
              <a:cxn ang="0">
                <a:pos x="connsiteX5440" y="connsiteY5440"/>
              </a:cxn>
              <a:cxn ang="0">
                <a:pos x="connsiteX5441" y="connsiteY5441"/>
              </a:cxn>
              <a:cxn ang="0">
                <a:pos x="connsiteX5442" y="connsiteY5442"/>
              </a:cxn>
              <a:cxn ang="0">
                <a:pos x="connsiteX5443" y="connsiteY5443"/>
              </a:cxn>
              <a:cxn ang="0">
                <a:pos x="connsiteX5444" y="connsiteY5444"/>
              </a:cxn>
              <a:cxn ang="0">
                <a:pos x="connsiteX5445" y="connsiteY5445"/>
              </a:cxn>
              <a:cxn ang="0">
                <a:pos x="connsiteX5446" y="connsiteY5446"/>
              </a:cxn>
              <a:cxn ang="0">
                <a:pos x="connsiteX5447" y="connsiteY5447"/>
              </a:cxn>
              <a:cxn ang="0">
                <a:pos x="connsiteX5448" y="connsiteY5448"/>
              </a:cxn>
              <a:cxn ang="0">
                <a:pos x="connsiteX5449" y="connsiteY5449"/>
              </a:cxn>
              <a:cxn ang="0">
                <a:pos x="connsiteX5450" y="connsiteY5450"/>
              </a:cxn>
              <a:cxn ang="0">
                <a:pos x="connsiteX5451" y="connsiteY5451"/>
              </a:cxn>
              <a:cxn ang="0">
                <a:pos x="connsiteX5452" y="connsiteY5452"/>
              </a:cxn>
              <a:cxn ang="0">
                <a:pos x="connsiteX5453" y="connsiteY5453"/>
              </a:cxn>
              <a:cxn ang="0">
                <a:pos x="connsiteX5454" y="connsiteY5454"/>
              </a:cxn>
              <a:cxn ang="0">
                <a:pos x="connsiteX5455" y="connsiteY5455"/>
              </a:cxn>
              <a:cxn ang="0">
                <a:pos x="connsiteX5456" y="connsiteY5456"/>
              </a:cxn>
              <a:cxn ang="0">
                <a:pos x="connsiteX5457" y="connsiteY5457"/>
              </a:cxn>
              <a:cxn ang="0">
                <a:pos x="connsiteX5458" y="connsiteY5458"/>
              </a:cxn>
              <a:cxn ang="0">
                <a:pos x="connsiteX5459" y="connsiteY5459"/>
              </a:cxn>
              <a:cxn ang="0">
                <a:pos x="connsiteX5460" y="connsiteY5460"/>
              </a:cxn>
              <a:cxn ang="0">
                <a:pos x="connsiteX5461" y="connsiteY5461"/>
              </a:cxn>
              <a:cxn ang="0">
                <a:pos x="connsiteX5462" y="connsiteY5462"/>
              </a:cxn>
              <a:cxn ang="0">
                <a:pos x="connsiteX5463" y="connsiteY5463"/>
              </a:cxn>
              <a:cxn ang="0">
                <a:pos x="connsiteX5464" y="connsiteY5464"/>
              </a:cxn>
              <a:cxn ang="0">
                <a:pos x="connsiteX5465" y="connsiteY5465"/>
              </a:cxn>
              <a:cxn ang="0">
                <a:pos x="connsiteX5466" y="connsiteY5466"/>
              </a:cxn>
              <a:cxn ang="0">
                <a:pos x="connsiteX5467" y="connsiteY5467"/>
              </a:cxn>
              <a:cxn ang="0">
                <a:pos x="connsiteX5468" y="connsiteY5468"/>
              </a:cxn>
              <a:cxn ang="0">
                <a:pos x="connsiteX5469" y="connsiteY5469"/>
              </a:cxn>
              <a:cxn ang="0">
                <a:pos x="connsiteX5470" y="connsiteY5470"/>
              </a:cxn>
              <a:cxn ang="0">
                <a:pos x="connsiteX5471" y="connsiteY5471"/>
              </a:cxn>
              <a:cxn ang="0">
                <a:pos x="connsiteX5472" y="connsiteY5472"/>
              </a:cxn>
              <a:cxn ang="0">
                <a:pos x="connsiteX5473" y="connsiteY5473"/>
              </a:cxn>
              <a:cxn ang="0">
                <a:pos x="connsiteX5474" y="connsiteY5474"/>
              </a:cxn>
              <a:cxn ang="0">
                <a:pos x="connsiteX5475" y="connsiteY5475"/>
              </a:cxn>
              <a:cxn ang="0">
                <a:pos x="connsiteX5476" y="connsiteY5476"/>
              </a:cxn>
              <a:cxn ang="0">
                <a:pos x="connsiteX5477" y="connsiteY5477"/>
              </a:cxn>
              <a:cxn ang="0">
                <a:pos x="connsiteX5478" y="connsiteY5478"/>
              </a:cxn>
              <a:cxn ang="0">
                <a:pos x="connsiteX5479" y="connsiteY5479"/>
              </a:cxn>
              <a:cxn ang="0">
                <a:pos x="connsiteX5480" y="connsiteY5480"/>
              </a:cxn>
              <a:cxn ang="0">
                <a:pos x="connsiteX5481" y="connsiteY5481"/>
              </a:cxn>
              <a:cxn ang="0">
                <a:pos x="connsiteX5482" y="connsiteY5482"/>
              </a:cxn>
              <a:cxn ang="0">
                <a:pos x="connsiteX5483" y="connsiteY5483"/>
              </a:cxn>
              <a:cxn ang="0">
                <a:pos x="connsiteX5484" y="connsiteY5484"/>
              </a:cxn>
              <a:cxn ang="0">
                <a:pos x="connsiteX5485" y="connsiteY5485"/>
              </a:cxn>
              <a:cxn ang="0">
                <a:pos x="connsiteX5486" y="connsiteY5486"/>
              </a:cxn>
              <a:cxn ang="0">
                <a:pos x="connsiteX5487" y="connsiteY5487"/>
              </a:cxn>
              <a:cxn ang="0">
                <a:pos x="connsiteX5488" y="connsiteY5488"/>
              </a:cxn>
              <a:cxn ang="0">
                <a:pos x="connsiteX5489" y="connsiteY5489"/>
              </a:cxn>
              <a:cxn ang="0">
                <a:pos x="connsiteX5490" y="connsiteY5490"/>
              </a:cxn>
              <a:cxn ang="0">
                <a:pos x="connsiteX5491" y="connsiteY5491"/>
              </a:cxn>
              <a:cxn ang="0">
                <a:pos x="connsiteX5492" y="connsiteY5492"/>
              </a:cxn>
              <a:cxn ang="0">
                <a:pos x="connsiteX5493" y="connsiteY5493"/>
              </a:cxn>
              <a:cxn ang="0">
                <a:pos x="connsiteX5494" y="connsiteY5494"/>
              </a:cxn>
              <a:cxn ang="0">
                <a:pos x="connsiteX5495" y="connsiteY5495"/>
              </a:cxn>
              <a:cxn ang="0">
                <a:pos x="connsiteX5496" y="connsiteY5496"/>
              </a:cxn>
              <a:cxn ang="0">
                <a:pos x="connsiteX5497" y="connsiteY5497"/>
              </a:cxn>
              <a:cxn ang="0">
                <a:pos x="connsiteX5498" y="connsiteY5498"/>
              </a:cxn>
              <a:cxn ang="0">
                <a:pos x="connsiteX5499" y="connsiteY5499"/>
              </a:cxn>
              <a:cxn ang="0">
                <a:pos x="connsiteX5500" y="connsiteY5500"/>
              </a:cxn>
              <a:cxn ang="0">
                <a:pos x="connsiteX5501" y="connsiteY5501"/>
              </a:cxn>
              <a:cxn ang="0">
                <a:pos x="connsiteX5502" y="connsiteY5502"/>
              </a:cxn>
              <a:cxn ang="0">
                <a:pos x="connsiteX5503" y="connsiteY5503"/>
              </a:cxn>
              <a:cxn ang="0">
                <a:pos x="connsiteX5504" y="connsiteY5504"/>
              </a:cxn>
              <a:cxn ang="0">
                <a:pos x="connsiteX5505" y="connsiteY5505"/>
              </a:cxn>
              <a:cxn ang="0">
                <a:pos x="connsiteX5506" y="connsiteY5506"/>
              </a:cxn>
              <a:cxn ang="0">
                <a:pos x="connsiteX5507" y="connsiteY5507"/>
              </a:cxn>
              <a:cxn ang="0">
                <a:pos x="connsiteX5508" y="connsiteY5508"/>
              </a:cxn>
              <a:cxn ang="0">
                <a:pos x="connsiteX5509" y="connsiteY5509"/>
              </a:cxn>
              <a:cxn ang="0">
                <a:pos x="connsiteX5510" y="connsiteY5510"/>
              </a:cxn>
              <a:cxn ang="0">
                <a:pos x="connsiteX5511" y="connsiteY5511"/>
              </a:cxn>
              <a:cxn ang="0">
                <a:pos x="connsiteX5512" y="connsiteY5512"/>
              </a:cxn>
              <a:cxn ang="0">
                <a:pos x="connsiteX5513" y="connsiteY5513"/>
              </a:cxn>
              <a:cxn ang="0">
                <a:pos x="connsiteX5514" y="connsiteY5514"/>
              </a:cxn>
              <a:cxn ang="0">
                <a:pos x="connsiteX5515" y="connsiteY5515"/>
              </a:cxn>
              <a:cxn ang="0">
                <a:pos x="connsiteX5516" y="connsiteY5516"/>
              </a:cxn>
              <a:cxn ang="0">
                <a:pos x="connsiteX5517" y="connsiteY5517"/>
              </a:cxn>
              <a:cxn ang="0">
                <a:pos x="connsiteX5518" y="connsiteY5518"/>
              </a:cxn>
              <a:cxn ang="0">
                <a:pos x="connsiteX5519" y="connsiteY5519"/>
              </a:cxn>
              <a:cxn ang="0">
                <a:pos x="connsiteX5520" y="connsiteY5520"/>
              </a:cxn>
              <a:cxn ang="0">
                <a:pos x="connsiteX5521" y="connsiteY5521"/>
              </a:cxn>
              <a:cxn ang="0">
                <a:pos x="connsiteX5522" y="connsiteY5522"/>
              </a:cxn>
              <a:cxn ang="0">
                <a:pos x="connsiteX5523" y="connsiteY5523"/>
              </a:cxn>
              <a:cxn ang="0">
                <a:pos x="connsiteX5524" y="connsiteY5524"/>
              </a:cxn>
              <a:cxn ang="0">
                <a:pos x="connsiteX5525" y="connsiteY5525"/>
              </a:cxn>
              <a:cxn ang="0">
                <a:pos x="connsiteX5526" y="connsiteY5526"/>
              </a:cxn>
              <a:cxn ang="0">
                <a:pos x="connsiteX5527" y="connsiteY5527"/>
              </a:cxn>
              <a:cxn ang="0">
                <a:pos x="connsiteX5528" y="connsiteY5528"/>
              </a:cxn>
              <a:cxn ang="0">
                <a:pos x="connsiteX5529" y="connsiteY5529"/>
              </a:cxn>
              <a:cxn ang="0">
                <a:pos x="connsiteX5530" y="connsiteY5530"/>
              </a:cxn>
              <a:cxn ang="0">
                <a:pos x="connsiteX5531" y="connsiteY5531"/>
              </a:cxn>
              <a:cxn ang="0">
                <a:pos x="connsiteX5532" y="connsiteY5532"/>
              </a:cxn>
              <a:cxn ang="0">
                <a:pos x="connsiteX5533" y="connsiteY5533"/>
              </a:cxn>
              <a:cxn ang="0">
                <a:pos x="connsiteX5534" y="connsiteY5534"/>
              </a:cxn>
              <a:cxn ang="0">
                <a:pos x="connsiteX5535" y="connsiteY5535"/>
              </a:cxn>
              <a:cxn ang="0">
                <a:pos x="connsiteX5536" y="connsiteY5536"/>
              </a:cxn>
              <a:cxn ang="0">
                <a:pos x="connsiteX5537" y="connsiteY5537"/>
              </a:cxn>
              <a:cxn ang="0">
                <a:pos x="connsiteX5538" y="connsiteY5538"/>
              </a:cxn>
              <a:cxn ang="0">
                <a:pos x="connsiteX5539" y="connsiteY5539"/>
              </a:cxn>
              <a:cxn ang="0">
                <a:pos x="connsiteX5540" y="connsiteY5540"/>
              </a:cxn>
              <a:cxn ang="0">
                <a:pos x="connsiteX5541" y="connsiteY5541"/>
              </a:cxn>
              <a:cxn ang="0">
                <a:pos x="connsiteX5542" y="connsiteY5542"/>
              </a:cxn>
              <a:cxn ang="0">
                <a:pos x="connsiteX5543" y="connsiteY5543"/>
              </a:cxn>
              <a:cxn ang="0">
                <a:pos x="connsiteX5544" y="connsiteY5544"/>
              </a:cxn>
              <a:cxn ang="0">
                <a:pos x="connsiteX5545" y="connsiteY5545"/>
              </a:cxn>
              <a:cxn ang="0">
                <a:pos x="connsiteX5546" y="connsiteY5546"/>
              </a:cxn>
              <a:cxn ang="0">
                <a:pos x="connsiteX5547" y="connsiteY5547"/>
              </a:cxn>
              <a:cxn ang="0">
                <a:pos x="connsiteX5548" y="connsiteY5548"/>
              </a:cxn>
              <a:cxn ang="0">
                <a:pos x="connsiteX5549" y="connsiteY5549"/>
              </a:cxn>
              <a:cxn ang="0">
                <a:pos x="connsiteX5550" y="connsiteY5550"/>
              </a:cxn>
              <a:cxn ang="0">
                <a:pos x="connsiteX5551" y="connsiteY5551"/>
              </a:cxn>
              <a:cxn ang="0">
                <a:pos x="connsiteX5552" y="connsiteY5552"/>
              </a:cxn>
              <a:cxn ang="0">
                <a:pos x="connsiteX5553" y="connsiteY5553"/>
              </a:cxn>
              <a:cxn ang="0">
                <a:pos x="connsiteX5554" y="connsiteY5554"/>
              </a:cxn>
              <a:cxn ang="0">
                <a:pos x="connsiteX5555" y="connsiteY5555"/>
              </a:cxn>
              <a:cxn ang="0">
                <a:pos x="connsiteX5556" y="connsiteY5556"/>
              </a:cxn>
              <a:cxn ang="0">
                <a:pos x="connsiteX5557" y="connsiteY5557"/>
              </a:cxn>
              <a:cxn ang="0">
                <a:pos x="connsiteX5558" y="connsiteY5558"/>
              </a:cxn>
              <a:cxn ang="0">
                <a:pos x="connsiteX5559" y="connsiteY5559"/>
              </a:cxn>
              <a:cxn ang="0">
                <a:pos x="connsiteX5560" y="connsiteY5560"/>
              </a:cxn>
              <a:cxn ang="0">
                <a:pos x="connsiteX5561" y="connsiteY5561"/>
              </a:cxn>
              <a:cxn ang="0">
                <a:pos x="connsiteX5562" y="connsiteY5562"/>
              </a:cxn>
              <a:cxn ang="0">
                <a:pos x="connsiteX5563" y="connsiteY5563"/>
              </a:cxn>
              <a:cxn ang="0">
                <a:pos x="connsiteX5564" y="connsiteY5564"/>
              </a:cxn>
              <a:cxn ang="0">
                <a:pos x="connsiteX5565" y="connsiteY5565"/>
              </a:cxn>
              <a:cxn ang="0">
                <a:pos x="connsiteX5566" y="connsiteY5566"/>
              </a:cxn>
              <a:cxn ang="0">
                <a:pos x="connsiteX5567" y="connsiteY5567"/>
              </a:cxn>
              <a:cxn ang="0">
                <a:pos x="connsiteX5568" y="connsiteY5568"/>
              </a:cxn>
              <a:cxn ang="0">
                <a:pos x="connsiteX5569" y="connsiteY5569"/>
              </a:cxn>
              <a:cxn ang="0">
                <a:pos x="connsiteX5570" y="connsiteY5570"/>
              </a:cxn>
              <a:cxn ang="0">
                <a:pos x="connsiteX5571" y="connsiteY5571"/>
              </a:cxn>
              <a:cxn ang="0">
                <a:pos x="connsiteX5572" y="connsiteY5572"/>
              </a:cxn>
              <a:cxn ang="0">
                <a:pos x="connsiteX5573" y="connsiteY5573"/>
              </a:cxn>
              <a:cxn ang="0">
                <a:pos x="connsiteX5574" y="connsiteY5574"/>
              </a:cxn>
              <a:cxn ang="0">
                <a:pos x="connsiteX5575" y="connsiteY5575"/>
              </a:cxn>
              <a:cxn ang="0">
                <a:pos x="connsiteX5576" y="connsiteY5576"/>
              </a:cxn>
              <a:cxn ang="0">
                <a:pos x="connsiteX5577" y="connsiteY5577"/>
              </a:cxn>
              <a:cxn ang="0">
                <a:pos x="connsiteX5578" y="connsiteY5578"/>
              </a:cxn>
              <a:cxn ang="0">
                <a:pos x="connsiteX5579" y="connsiteY5579"/>
              </a:cxn>
              <a:cxn ang="0">
                <a:pos x="connsiteX5580" y="connsiteY5580"/>
              </a:cxn>
              <a:cxn ang="0">
                <a:pos x="connsiteX5581" y="connsiteY5581"/>
              </a:cxn>
              <a:cxn ang="0">
                <a:pos x="connsiteX5582" y="connsiteY5582"/>
              </a:cxn>
              <a:cxn ang="0">
                <a:pos x="connsiteX5583" y="connsiteY5583"/>
              </a:cxn>
              <a:cxn ang="0">
                <a:pos x="connsiteX5584" y="connsiteY5584"/>
              </a:cxn>
              <a:cxn ang="0">
                <a:pos x="connsiteX5585" y="connsiteY5585"/>
              </a:cxn>
              <a:cxn ang="0">
                <a:pos x="connsiteX5586" y="connsiteY5586"/>
              </a:cxn>
              <a:cxn ang="0">
                <a:pos x="connsiteX5587" y="connsiteY5587"/>
              </a:cxn>
              <a:cxn ang="0">
                <a:pos x="connsiteX5588" y="connsiteY5588"/>
              </a:cxn>
              <a:cxn ang="0">
                <a:pos x="connsiteX5589" y="connsiteY5589"/>
              </a:cxn>
              <a:cxn ang="0">
                <a:pos x="connsiteX5590" y="connsiteY5590"/>
              </a:cxn>
              <a:cxn ang="0">
                <a:pos x="connsiteX5591" y="connsiteY5591"/>
              </a:cxn>
              <a:cxn ang="0">
                <a:pos x="connsiteX5592" y="connsiteY5592"/>
              </a:cxn>
              <a:cxn ang="0">
                <a:pos x="connsiteX5593" y="connsiteY5593"/>
              </a:cxn>
              <a:cxn ang="0">
                <a:pos x="connsiteX5594" y="connsiteY5594"/>
              </a:cxn>
              <a:cxn ang="0">
                <a:pos x="connsiteX5595" y="connsiteY5595"/>
              </a:cxn>
              <a:cxn ang="0">
                <a:pos x="connsiteX5596" y="connsiteY5596"/>
              </a:cxn>
              <a:cxn ang="0">
                <a:pos x="connsiteX5597" y="connsiteY5597"/>
              </a:cxn>
              <a:cxn ang="0">
                <a:pos x="connsiteX5598" y="connsiteY5598"/>
              </a:cxn>
              <a:cxn ang="0">
                <a:pos x="connsiteX5599" y="connsiteY5599"/>
              </a:cxn>
              <a:cxn ang="0">
                <a:pos x="connsiteX5600" y="connsiteY5600"/>
              </a:cxn>
              <a:cxn ang="0">
                <a:pos x="connsiteX5601" y="connsiteY5601"/>
              </a:cxn>
              <a:cxn ang="0">
                <a:pos x="connsiteX5602" y="connsiteY5602"/>
              </a:cxn>
              <a:cxn ang="0">
                <a:pos x="connsiteX5603" y="connsiteY5603"/>
              </a:cxn>
              <a:cxn ang="0">
                <a:pos x="connsiteX5604" y="connsiteY5604"/>
              </a:cxn>
              <a:cxn ang="0">
                <a:pos x="connsiteX5605" y="connsiteY5605"/>
              </a:cxn>
              <a:cxn ang="0">
                <a:pos x="connsiteX5606" y="connsiteY5606"/>
              </a:cxn>
              <a:cxn ang="0">
                <a:pos x="connsiteX5607" y="connsiteY5607"/>
              </a:cxn>
              <a:cxn ang="0">
                <a:pos x="connsiteX5608" y="connsiteY5608"/>
              </a:cxn>
              <a:cxn ang="0">
                <a:pos x="connsiteX5609" y="connsiteY5609"/>
              </a:cxn>
              <a:cxn ang="0">
                <a:pos x="connsiteX5610" y="connsiteY5610"/>
              </a:cxn>
              <a:cxn ang="0">
                <a:pos x="connsiteX5611" y="connsiteY5611"/>
              </a:cxn>
              <a:cxn ang="0">
                <a:pos x="connsiteX5612" y="connsiteY5612"/>
              </a:cxn>
              <a:cxn ang="0">
                <a:pos x="connsiteX5613" y="connsiteY5613"/>
              </a:cxn>
              <a:cxn ang="0">
                <a:pos x="connsiteX5614" y="connsiteY5614"/>
              </a:cxn>
              <a:cxn ang="0">
                <a:pos x="connsiteX5615" y="connsiteY5615"/>
              </a:cxn>
              <a:cxn ang="0">
                <a:pos x="connsiteX5616" y="connsiteY5616"/>
              </a:cxn>
              <a:cxn ang="0">
                <a:pos x="connsiteX5617" y="connsiteY5617"/>
              </a:cxn>
              <a:cxn ang="0">
                <a:pos x="connsiteX5618" y="connsiteY5618"/>
              </a:cxn>
              <a:cxn ang="0">
                <a:pos x="connsiteX5619" y="connsiteY5619"/>
              </a:cxn>
              <a:cxn ang="0">
                <a:pos x="connsiteX5620" y="connsiteY5620"/>
              </a:cxn>
              <a:cxn ang="0">
                <a:pos x="connsiteX5621" y="connsiteY5621"/>
              </a:cxn>
              <a:cxn ang="0">
                <a:pos x="connsiteX5622" y="connsiteY5622"/>
              </a:cxn>
              <a:cxn ang="0">
                <a:pos x="connsiteX5623" y="connsiteY5623"/>
              </a:cxn>
              <a:cxn ang="0">
                <a:pos x="connsiteX5624" y="connsiteY5624"/>
              </a:cxn>
              <a:cxn ang="0">
                <a:pos x="connsiteX5625" y="connsiteY5625"/>
              </a:cxn>
              <a:cxn ang="0">
                <a:pos x="connsiteX5626" y="connsiteY5626"/>
              </a:cxn>
              <a:cxn ang="0">
                <a:pos x="connsiteX5627" y="connsiteY5627"/>
              </a:cxn>
              <a:cxn ang="0">
                <a:pos x="connsiteX5628" y="connsiteY5628"/>
              </a:cxn>
              <a:cxn ang="0">
                <a:pos x="connsiteX5629" y="connsiteY5629"/>
              </a:cxn>
              <a:cxn ang="0">
                <a:pos x="connsiteX5630" y="connsiteY5630"/>
              </a:cxn>
              <a:cxn ang="0">
                <a:pos x="connsiteX5631" y="connsiteY5631"/>
              </a:cxn>
              <a:cxn ang="0">
                <a:pos x="connsiteX5632" y="connsiteY5632"/>
              </a:cxn>
              <a:cxn ang="0">
                <a:pos x="connsiteX5633" y="connsiteY5633"/>
              </a:cxn>
              <a:cxn ang="0">
                <a:pos x="connsiteX5634" y="connsiteY5634"/>
              </a:cxn>
              <a:cxn ang="0">
                <a:pos x="connsiteX5635" y="connsiteY5635"/>
              </a:cxn>
              <a:cxn ang="0">
                <a:pos x="connsiteX5636" y="connsiteY5636"/>
              </a:cxn>
              <a:cxn ang="0">
                <a:pos x="connsiteX5637" y="connsiteY5637"/>
              </a:cxn>
              <a:cxn ang="0">
                <a:pos x="connsiteX5638" y="connsiteY5638"/>
              </a:cxn>
              <a:cxn ang="0">
                <a:pos x="connsiteX5639" y="connsiteY5639"/>
              </a:cxn>
              <a:cxn ang="0">
                <a:pos x="connsiteX5640" y="connsiteY5640"/>
              </a:cxn>
              <a:cxn ang="0">
                <a:pos x="connsiteX5641" y="connsiteY5641"/>
              </a:cxn>
              <a:cxn ang="0">
                <a:pos x="connsiteX5642" y="connsiteY5642"/>
              </a:cxn>
              <a:cxn ang="0">
                <a:pos x="connsiteX5643" y="connsiteY5643"/>
              </a:cxn>
              <a:cxn ang="0">
                <a:pos x="connsiteX5644" y="connsiteY5644"/>
              </a:cxn>
              <a:cxn ang="0">
                <a:pos x="connsiteX5645" y="connsiteY5645"/>
              </a:cxn>
              <a:cxn ang="0">
                <a:pos x="connsiteX5646" y="connsiteY5646"/>
              </a:cxn>
              <a:cxn ang="0">
                <a:pos x="connsiteX5647" y="connsiteY5647"/>
              </a:cxn>
              <a:cxn ang="0">
                <a:pos x="connsiteX5648" y="connsiteY5648"/>
              </a:cxn>
              <a:cxn ang="0">
                <a:pos x="connsiteX5649" y="connsiteY5649"/>
              </a:cxn>
              <a:cxn ang="0">
                <a:pos x="connsiteX5650" y="connsiteY5650"/>
              </a:cxn>
              <a:cxn ang="0">
                <a:pos x="connsiteX5651" y="connsiteY5651"/>
              </a:cxn>
              <a:cxn ang="0">
                <a:pos x="connsiteX5652" y="connsiteY5652"/>
              </a:cxn>
              <a:cxn ang="0">
                <a:pos x="connsiteX5653" y="connsiteY5653"/>
              </a:cxn>
              <a:cxn ang="0">
                <a:pos x="connsiteX5654" y="connsiteY5654"/>
              </a:cxn>
              <a:cxn ang="0">
                <a:pos x="connsiteX5655" y="connsiteY5655"/>
              </a:cxn>
              <a:cxn ang="0">
                <a:pos x="connsiteX5656" y="connsiteY5656"/>
              </a:cxn>
              <a:cxn ang="0">
                <a:pos x="connsiteX5657" y="connsiteY5657"/>
              </a:cxn>
              <a:cxn ang="0">
                <a:pos x="connsiteX5658" y="connsiteY5658"/>
              </a:cxn>
              <a:cxn ang="0">
                <a:pos x="connsiteX5659" y="connsiteY5659"/>
              </a:cxn>
              <a:cxn ang="0">
                <a:pos x="connsiteX5660" y="connsiteY5660"/>
              </a:cxn>
              <a:cxn ang="0">
                <a:pos x="connsiteX5661" y="connsiteY5661"/>
              </a:cxn>
              <a:cxn ang="0">
                <a:pos x="connsiteX5662" y="connsiteY5662"/>
              </a:cxn>
              <a:cxn ang="0">
                <a:pos x="connsiteX5663" y="connsiteY5663"/>
              </a:cxn>
              <a:cxn ang="0">
                <a:pos x="connsiteX5664" y="connsiteY5664"/>
              </a:cxn>
              <a:cxn ang="0">
                <a:pos x="connsiteX5665" y="connsiteY5665"/>
              </a:cxn>
              <a:cxn ang="0">
                <a:pos x="connsiteX5666" y="connsiteY5666"/>
              </a:cxn>
              <a:cxn ang="0">
                <a:pos x="connsiteX5667" y="connsiteY5667"/>
              </a:cxn>
              <a:cxn ang="0">
                <a:pos x="connsiteX5668" y="connsiteY5668"/>
              </a:cxn>
              <a:cxn ang="0">
                <a:pos x="connsiteX5669" y="connsiteY5669"/>
              </a:cxn>
              <a:cxn ang="0">
                <a:pos x="connsiteX5670" y="connsiteY5670"/>
              </a:cxn>
              <a:cxn ang="0">
                <a:pos x="connsiteX5671" y="connsiteY5671"/>
              </a:cxn>
              <a:cxn ang="0">
                <a:pos x="connsiteX5672" y="connsiteY5672"/>
              </a:cxn>
              <a:cxn ang="0">
                <a:pos x="connsiteX5673" y="connsiteY5673"/>
              </a:cxn>
              <a:cxn ang="0">
                <a:pos x="connsiteX5674" y="connsiteY5674"/>
              </a:cxn>
              <a:cxn ang="0">
                <a:pos x="connsiteX5675" y="connsiteY5675"/>
              </a:cxn>
              <a:cxn ang="0">
                <a:pos x="connsiteX5676" y="connsiteY5676"/>
              </a:cxn>
              <a:cxn ang="0">
                <a:pos x="connsiteX5677" y="connsiteY5677"/>
              </a:cxn>
              <a:cxn ang="0">
                <a:pos x="connsiteX5678" y="connsiteY5678"/>
              </a:cxn>
              <a:cxn ang="0">
                <a:pos x="connsiteX5679" y="connsiteY5679"/>
              </a:cxn>
              <a:cxn ang="0">
                <a:pos x="connsiteX5680" y="connsiteY5680"/>
              </a:cxn>
              <a:cxn ang="0">
                <a:pos x="connsiteX5681" y="connsiteY5681"/>
              </a:cxn>
              <a:cxn ang="0">
                <a:pos x="connsiteX5682" y="connsiteY5682"/>
              </a:cxn>
              <a:cxn ang="0">
                <a:pos x="connsiteX5683" y="connsiteY5683"/>
              </a:cxn>
              <a:cxn ang="0">
                <a:pos x="connsiteX5684" y="connsiteY5684"/>
              </a:cxn>
              <a:cxn ang="0">
                <a:pos x="connsiteX5685" y="connsiteY5685"/>
              </a:cxn>
              <a:cxn ang="0">
                <a:pos x="connsiteX5686" y="connsiteY5686"/>
              </a:cxn>
              <a:cxn ang="0">
                <a:pos x="connsiteX5687" y="connsiteY5687"/>
              </a:cxn>
              <a:cxn ang="0">
                <a:pos x="connsiteX5688" y="connsiteY5688"/>
              </a:cxn>
              <a:cxn ang="0">
                <a:pos x="connsiteX5689" y="connsiteY5689"/>
              </a:cxn>
              <a:cxn ang="0">
                <a:pos x="connsiteX5690" y="connsiteY5690"/>
              </a:cxn>
              <a:cxn ang="0">
                <a:pos x="connsiteX5691" y="connsiteY5691"/>
              </a:cxn>
              <a:cxn ang="0">
                <a:pos x="connsiteX5692" y="connsiteY5692"/>
              </a:cxn>
              <a:cxn ang="0">
                <a:pos x="connsiteX5693" y="connsiteY5693"/>
              </a:cxn>
              <a:cxn ang="0">
                <a:pos x="connsiteX5694" y="connsiteY5694"/>
              </a:cxn>
              <a:cxn ang="0">
                <a:pos x="connsiteX5695" y="connsiteY5695"/>
              </a:cxn>
              <a:cxn ang="0">
                <a:pos x="connsiteX5696" y="connsiteY5696"/>
              </a:cxn>
              <a:cxn ang="0">
                <a:pos x="connsiteX5697" y="connsiteY5697"/>
              </a:cxn>
              <a:cxn ang="0">
                <a:pos x="connsiteX5698" y="connsiteY5698"/>
              </a:cxn>
              <a:cxn ang="0">
                <a:pos x="connsiteX5699" y="connsiteY5699"/>
              </a:cxn>
              <a:cxn ang="0">
                <a:pos x="connsiteX5700" y="connsiteY5700"/>
              </a:cxn>
              <a:cxn ang="0">
                <a:pos x="connsiteX5701" y="connsiteY5701"/>
              </a:cxn>
              <a:cxn ang="0">
                <a:pos x="connsiteX5702" y="connsiteY5702"/>
              </a:cxn>
              <a:cxn ang="0">
                <a:pos x="connsiteX5703" y="connsiteY5703"/>
              </a:cxn>
              <a:cxn ang="0">
                <a:pos x="connsiteX5704" y="connsiteY5704"/>
              </a:cxn>
              <a:cxn ang="0">
                <a:pos x="connsiteX5705" y="connsiteY5705"/>
              </a:cxn>
              <a:cxn ang="0">
                <a:pos x="connsiteX5706" y="connsiteY5706"/>
              </a:cxn>
              <a:cxn ang="0">
                <a:pos x="connsiteX5707" y="connsiteY5707"/>
              </a:cxn>
              <a:cxn ang="0">
                <a:pos x="connsiteX5708" y="connsiteY5708"/>
              </a:cxn>
              <a:cxn ang="0">
                <a:pos x="connsiteX5709" y="connsiteY5709"/>
              </a:cxn>
              <a:cxn ang="0">
                <a:pos x="connsiteX5710" y="connsiteY5710"/>
              </a:cxn>
              <a:cxn ang="0">
                <a:pos x="connsiteX5711" y="connsiteY5711"/>
              </a:cxn>
              <a:cxn ang="0">
                <a:pos x="connsiteX5712" y="connsiteY5712"/>
              </a:cxn>
              <a:cxn ang="0">
                <a:pos x="connsiteX5713" y="connsiteY5713"/>
              </a:cxn>
              <a:cxn ang="0">
                <a:pos x="connsiteX5714" y="connsiteY5714"/>
              </a:cxn>
              <a:cxn ang="0">
                <a:pos x="connsiteX5715" y="connsiteY5715"/>
              </a:cxn>
              <a:cxn ang="0">
                <a:pos x="connsiteX5716" y="connsiteY5716"/>
              </a:cxn>
              <a:cxn ang="0">
                <a:pos x="connsiteX5717" y="connsiteY5717"/>
              </a:cxn>
              <a:cxn ang="0">
                <a:pos x="connsiteX5718" y="connsiteY5718"/>
              </a:cxn>
              <a:cxn ang="0">
                <a:pos x="connsiteX5719" y="connsiteY5719"/>
              </a:cxn>
              <a:cxn ang="0">
                <a:pos x="connsiteX5720" y="connsiteY5720"/>
              </a:cxn>
              <a:cxn ang="0">
                <a:pos x="connsiteX5721" y="connsiteY5721"/>
              </a:cxn>
              <a:cxn ang="0">
                <a:pos x="connsiteX5722" y="connsiteY5722"/>
              </a:cxn>
              <a:cxn ang="0">
                <a:pos x="connsiteX5723" y="connsiteY5723"/>
              </a:cxn>
              <a:cxn ang="0">
                <a:pos x="connsiteX5724" y="connsiteY5724"/>
              </a:cxn>
              <a:cxn ang="0">
                <a:pos x="connsiteX5725" y="connsiteY5725"/>
              </a:cxn>
              <a:cxn ang="0">
                <a:pos x="connsiteX5726" y="connsiteY5726"/>
              </a:cxn>
              <a:cxn ang="0">
                <a:pos x="connsiteX5727" y="connsiteY5727"/>
              </a:cxn>
              <a:cxn ang="0">
                <a:pos x="connsiteX5728" y="connsiteY5728"/>
              </a:cxn>
              <a:cxn ang="0">
                <a:pos x="connsiteX5729" y="connsiteY5729"/>
              </a:cxn>
              <a:cxn ang="0">
                <a:pos x="connsiteX5730" y="connsiteY5730"/>
              </a:cxn>
              <a:cxn ang="0">
                <a:pos x="connsiteX5731" y="connsiteY5731"/>
              </a:cxn>
              <a:cxn ang="0">
                <a:pos x="connsiteX5732" y="connsiteY5732"/>
              </a:cxn>
              <a:cxn ang="0">
                <a:pos x="connsiteX5733" y="connsiteY5733"/>
              </a:cxn>
              <a:cxn ang="0">
                <a:pos x="connsiteX5734" y="connsiteY5734"/>
              </a:cxn>
              <a:cxn ang="0">
                <a:pos x="connsiteX5735" y="connsiteY5735"/>
              </a:cxn>
              <a:cxn ang="0">
                <a:pos x="connsiteX5736" y="connsiteY5736"/>
              </a:cxn>
              <a:cxn ang="0">
                <a:pos x="connsiteX5737" y="connsiteY5737"/>
              </a:cxn>
              <a:cxn ang="0">
                <a:pos x="connsiteX5738" y="connsiteY5738"/>
              </a:cxn>
              <a:cxn ang="0">
                <a:pos x="connsiteX5739" y="connsiteY5739"/>
              </a:cxn>
              <a:cxn ang="0">
                <a:pos x="connsiteX5740" y="connsiteY5740"/>
              </a:cxn>
              <a:cxn ang="0">
                <a:pos x="connsiteX5741" y="connsiteY5741"/>
              </a:cxn>
              <a:cxn ang="0">
                <a:pos x="connsiteX5742" y="connsiteY5742"/>
              </a:cxn>
              <a:cxn ang="0">
                <a:pos x="connsiteX5743" y="connsiteY5743"/>
              </a:cxn>
              <a:cxn ang="0">
                <a:pos x="connsiteX5744" y="connsiteY5744"/>
              </a:cxn>
              <a:cxn ang="0">
                <a:pos x="connsiteX5745" y="connsiteY5745"/>
              </a:cxn>
              <a:cxn ang="0">
                <a:pos x="connsiteX5746" y="connsiteY5746"/>
              </a:cxn>
              <a:cxn ang="0">
                <a:pos x="connsiteX5747" y="connsiteY5747"/>
              </a:cxn>
              <a:cxn ang="0">
                <a:pos x="connsiteX5748" y="connsiteY5748"/>
              </a:cxn>
              <a:cxn ang="0">
                <a:pos x="connsiteX5749" y="connsiteY5749"/>
              </a:cxn>
              <a:cxn ang="0">
                <a:pos x="connsiteX5750" y="connsiteY5750"/>
              </a:cxn>
              <a:cxn ang="0">
                <a:pos x="connsiteX5751" y="connsiteY5751"/>
              </a:cxn>
              <a:cxn ang="0">
                <a:pos x="connsiteX5752" y="connsiteY5752"/>
              </a:cxn>
              <a:cxn ang="0">
                <a:pos x="connsiteX5753" y="connsiteY5753"/>
              </a:cxn>
              <a:cxn ang="0">
                <a:pos x="connsiteX5754" y="connsiteY5754"/>
              </a:cxn>
              <a:cxn ang="0">
                <a:pos x="connsiteX5755" y="connsiteY5755"/>
              </a:cxn>
              <a:cxn ang="0">
                <a:pos x="connsiteX5756" y="connsiteY5756"/>
              </a:cxn>
              <a:cxn ang="0">
                <a:pos x="connsiteX5757" y="connsiteY5757"/>
              </a:cxn>
              <a:cxn ang="0">
                <a:pos x="connsiteX5758" y="connsiteY5758"/>
              </a:cxn>
              <a:cxn ang="0">
                <a:pos x="connsiteX5759" y="connsiteY5759"/>
              </a:cxn>
              <a:cxn ang="0">
                <a:pos x="connsiteX5760" y="connsiteY5760"/>
              </a:cxn>
              <a:cxn ang="0">
                <a:pos x="connsiteX5761" y="connsiteY5761"/>
              </a:cxn>
              <a:cxn ang="0">
                <a:pos x="connsiteX5762" y="connsiteY5762"/>
              </a:cxn>
              <a:cxn ang="0">
                <a:pos x="connsiteX5763" y="connsiteY5763"/>
              </a:cxn>
              <a:cxn ang="0">
                <a:pos x="connsiteX5764" y="connsiteY5764"/>
              </a:cxn>
              <a:cxn ang="0">
                <a:pos x="connsiteX5765" y="connsiteY5765"/>
              </a:cxn>
              <a:cxn ang="0">
                <a:pos x="connsiteX5766" y="connsiteY5766"/>
              </a:cxn>
              <a:cxn ang="0">
                <a:pos x="connsiteX5767" y="connsiteY5767"/>
              </a:cxn>
              <a:cxn ang="0">
                <a:pos x="connsiteX5768" y="connsiteY5768"/>
              </a:cxn>
              <a:cxn ang="0">
                <a:pos x="connsiteX5769" y="connsiteY5769"/>
              </a:cxn>
              <a:cxn ang="0">
                <a:pos x="connsiteX5770" y="connsiteY5770"/>
              </a:cxn>
              <a:cxn ang="0">
                <a:pos x="connsiteX5771" y="connsiteY5771"/>
              </a:cxn>
              <a:cxn ang="0">
                <a:pos x="connsiteX5772" y="connsiteY5772"/>
              </a:cxn>
              <a:cxn ang="0">
                <a:pos x="connsiteX5773" y="connsiteY5773"/>
              </a:cxn>
              <a:cxn ang="0">
                <a:pos x="connsiteX5774" y="connsiteY5774"/>
              </a:cxn>
              <a:cxn ang="0">
                <a:pos x="connsiteX5775" y="connsiteY5775"/>
              </a:cxn>
              <a:cxn ang="0">
                <a:pos x="connsiteX5776" y="connsiteY5776"/>
              </a:cxn>
              <a:cxn ang="0">
                <a:pos x="connsiteX5777" y="connsiteY5777"/>
              </a:cxn>
              <a:cxn ang="0">
                <a:pos x="connsiteX5778" y="connsiteY5778"/>
              </a:cxn>
              <a:cxn ang="0">
                <a:pos x="connsiteX5779" y="connsiteY5779"/>
              </a:cxn>
              <a:cxn ang="0">
                <a:pos x="connsiteX5780" y="connsiteY5780"/>
              </a:cxn>
              <a:cxn ang="0">
                <a:pos x="connsiteX5781" y="connsiteY5781"/>
              </a:cxn>
              <a:cxn ang="0">
                <a:pos x="connsiteX5782" y="connsiteY5782"/>
              </a:cxn>
              <a:cxn ang="0">
                <a:pos x="connsiteX5783" y="connsiteY5783"/>
              </a:cxn>
              <a:cxn ang="0">
                <a:pos x="connsiteX5784" y="connsiteY5784"/>
              </a:cxn>
              <a:cxn ang="0">
                <a:pos x="connsiteX5785" y="connsiteY5785"/>
              </a:cxn>
              <a:cxn ang="0">
                <a:pos x="connsiteX5786" y="connsiteY5786"/>
              </a:cxn>
              <a:cxn ang="0">
                <a:pos x="connsiteX5787" y="connsiteY5787"/>
              </a:cxn>
              <a:cxn ang="0">
                <a:pos x="connsiteX5788" y="connsiteY5788"/>
              </a:cxn>
              <a:cxn ang="0">
                <a:pos x="connsiteX5789" y="connsiteY5789"/>
              </a:cxn>
              <a:cxn ang="0">
                <a:pos x="connsiteX5790" y="connsiteY5790"/>
              </a:cxn>
              <a:cxn ang="0">
                <a:pos x="connsiteX5791" y="connsiteY5791"/>
              </a:cxn>
              <a:cxn ang="0">
                <a:pos x="connsiteX5792" y="connsiteY5792"/>
              </a:cxn>
              <a:cxn ang="0">
                <a:pos x="connsiteX5793" y="connsiteY5793"/>
              </a:cxn>
              <a:cxn ang="0">
                <a:pos x="connsiteX5794" y="connsiteY5794"/>
              </a:cxn>
              <a:cxn ang="0">
                <a:pos x="connsiteX5795" y="connsiteY5795"/>
              </a:cxn>
              <a:cxn ang="0">
                <a:pos x="connsiteX5796" y="connsiteY5796"/>
              </a:cxn>
              <a:cxn ang="0">
                <a:pos x="connsiteX5797" y="connsiteY5797"/>
              </a:cxn>
              <a:cxn ang="0">
                <a:pos x="connsiteX5798" y="connsiteY5798"/>
              </a:cxn>
              <a:cxn ang="0">
                <a:pos x="connsiteX5799" y="connsiteY5799"/>
              </a:cxn>
              <a:cxn ang="0">
                <a:pos x="connsiteX5800" y="connsiteY5800"/>
              </a:cxn>
              <a:cxn ang="0">
                <a:pos x="connsiteX5801" y="connsiteY5801"/>
              </a:cxn>
              <a:cxn ang="0">
                <a:pos x="connsiteX5802" y="connsiteY5802"/>
              </a:cxn>
              <a:cxn ang="0">
                <a:pos x="connsiteX5803" y="connsiteY5803"/>
              </a:cxn>
              <a:cxn ang="0">
                <a:pos x="connsiteX5804" y="connsiteY5804"/>
              </a:cxn>
              <a:cxn ang="0">
                <a:pos x="connsiteX5805" y="connsiteY5805"/>
              </a:cxn>
              <a:cxn ang="0">
                <a:pos x="connsiteX5806" y="connsiteY5806"/>
              </a:cxn>
              <a:cxn ang="0">
                <a:pos x="connsiteX5807" y="connsiteY5807"/>
              </a:cxn>
              <a:cxn ang="0">
                <a:pos x="connsiteX5808" y="connsiteY5808"/>
              </a:cxn>
              <a:cxn ang="0">
                <a:pos x="connsiteX5809" y="connsiteY5809"/>
              </a:cxn>
              <a:cxn ang="0">
                <a:pos x="connsiteX5810" y="connsiteY5810"/>
              </a:cxn>
              <a:cxn ang="0">
                <a:pos x="connsiteX5811" y="connsiteY5811"/>
              </a:cxn>
              <a:cxn ang="0">
                <a:pos x="connsiteX5812" y="connsiteY5812"/>
              </a:cxn>
              <a:cxn ang="0">
                <a:pos x="connsiteX5813" y="connsiteY5813"/>
              </a:cxn>
              <a:cxn ang="0">
                <a:pos x="connsiteX5814" y="connsiteY5814"/>
              </a:cxn>
              <a:cxn ang="0">
                <a:pos x="connsiteX5815" y="connsiteY5815"/>
              </a:cxn>
              <a:cxn ang="0">
                <a:pos x="connsiteX5816" y="connsiteY5816"/>
              </a:cxn>
              <a:cxn ang="0">
                <a:pos x="connsiteX5817" y="connsiteY5817"/>
              </a:cxn>
              <a:cxn ang="0">
                <a:pos x="connsiteX5818" y="connsiteY5818"/>
              </a:cxn>
              <a:cxn ang="0">
                <a:pos x="connsiteX5819" y="connsiteY5819"/>
              </a:cxn>
              <a:cxn ang="0">
                <a:pos x="connsiteX5820" y="connsiteY5820"/>
              </a:cxn>
              <a:cxn ang="0">
                <a:pos x="connsiteX5821" y="connsiteY5821"/>
              </a:cxn>
              <a:cxn ang="0">
                <a:pos x="connsiteX5822" y="connsiteY5822"/>
              </a:cxn>
              <a:cxn ang="0">
                <a:pos x="connsiteX5823" y="connsiteY5823"/>
              </a:cxn>
              <a:cxn ang="0">
                <a:pos x="connsiteX5824" y="connsiteY5824"/>
              </a:cxn>
              <a:cxn ang="0">
                <a:pos x="connsiteX5825" y="connsiteY5825"/>
              </a:cxn>
              <a:cxn ang="0">
                <a:pos x="connsiteX5826" y="connsiteY5826"/>
              </a:cxn>
              <a:cxn ang="0">
                <a:pos x="connsiteX5827" y="connsiteY5827"/>
              </a:cxn>
              <a:cxn ang="0">
                <a:pos x="connsiteX5828" y="connsiteY5828"/>
              </a:cxn>
              <a:cxn ang="0">
                <a:pos x="connsiteX5829" y="connsiteY5829"/>
              </a:cxn>
              <a:cxn ang="0">
                <a:pos x="connsiteX5830" y="connsiteY5830"/>
              </a:cxn>
              <a:cxn ang="0">
                <a:pos x="connsiteX5831" y="connsiteY5831"/>
              </a:cxn>
              <a:cxn ang="0">
                <a:pos x="connsiteX5832" y="connsiteY5832"/>
              </a:cxn>
              <a:cxn ang="0">
                <a:pos x="connsiteX5833" y="connsiteY5833"/>
              </a:cxn>
              <a:cxn ang="0">
                <a:pos x="connsiteX5834" y="connsiteY5834"/>
              </a:cxn>
              <a:cxn ang="0">
                <a:pos x="connsiteX5835" y="connsiteY5835"/>
              </a:cxn>
              <a:cxn ang="0">
                <a:pos x="connsiteX5836" y="connsiteY5836"/>
              </a:cxn>
              <a:cxn ang="0">
                <a:pos x="connsiteX5837" y="connsiteY5837"/>
              </a:cxn>
              <a:cxn ang="0">
                <a:pos x="connsiteX5838" y="connsiteY5838"/>
              </a:cxn>
              <a:cxn ang="0">
                <a:pos x="connsiteX5839" y="connsiteY5839"/>
              </a:cxn>
              <a:cxn ang="0">
                <a:pos x="connsiteX5840" y="connsiteY5840"/>
              </a:cxn>
              <a:cxn ang="0">
                <a:pos x="connsiteX5841" y="connsiteY5841"/>
              </a:cxn>
              <a:cxn ang="0">
                <a:pos x="connsiteX5842" y="connsiteY5842"/>
              </a:cxn>
              <a:cxn ang="0">
                <a:pos x="connsiteX5843" y="connsiteY5843"/>
              </a:cxn>
              <a:cxn ang="0">
                <a:pos x="connsiteX5844" y="connsiteY5844"/>
              </a:cxn>
              <a:cxn ang="0">
                <a:pos x="connsiteX5845" y="connsiteY5845"/>
              </a:cxn>
              <a:cxn ang="0">
                <a:pos x="connsiteX5846" y="connsiteY5846"/>
              </a:cxn>
              <a:cxn ang="0">
                <a:pos x="connsiteX5847" y="connsiteY5847"/>
              </a:cxn>
              <a:cxn ang="0">
                <a:pos x="connsiteX5848" y="connsiteY5848"/>
              </a:cxn>
              <a:cxn ang="0">
                <a:pos x="connsiteX5849" y="connsiteY5849"/>
              </a:cxn>
              <a:cxn ang="0">
                <a:pos x="connsiteX5850" y="connsiteY5850"/>
              </a:cxn>
              <a:cxn ang="0">
                <a:pos x="connsiteX5851" y="connsiteY5851"/>
              </a:cxn>
              <a:cxn ang="0">
                <a:pos x="connsiteX5852" y="connsiteY5852"/>
              </a:cxn>
              <a:cxn ang="0">
                <a:pos x="connsiteX5853" y="connsiteY5853"/>
              </a:cxn>
              <a:cxn ang="0">
                <a:pos x="connsiteX5854" y="connsiteY5854"/>
              </a:cxn>
              <a:cxn ang="0">
                <a:pos x="connsiteX5855" y="connsiteY5855"/>
              </a:cxn>
              <a:cxn ang="0">
                <a:pos x="connsiteX5856" y="connsiteY5856"/>
              </a:cxn>
              <a:cxn ang="0">
                <a:pos x="connsiteX5857" y="connsiteY5857"/>
              </a:cxn>
              <a:cxn ang="0">
                <a:pos x="connsiteX5858" y="connsiteY5858"/>
              </a:cxn>
              <a:cxn ang="0">
                <a:pos x="connsiteX5859" y="connsiteY5859"/>
              </a:cxn>
              <a:cxn ang="0">
                <a:pos x="connsiteX5860" y="connsiteY5860"/>
              </a:cxn>
              <a:cxn ang="0">
                <a:pos x="connsiteX5861" y="connsiteY5861"/>
              </a:cxn>
              <a:cxn ang="0">
                <a:pos x="connsiteX5862" y="connsiteY5862"/>
              </a:cxn>
              <a:cxn ang="0">
                <a:pos x="connsiteX5863" y="connsiteY5863"/>
              </a:cxn>
              <a:cxn ang="0">
                <a:pos x="connsiteX5864" y="connsiteY5864"/>
              </a:cxn>
              <a:cxn ang="0">
                <a:pos x="connsiteX5865" y="connsiteY5865"/>
              </a:cxn>
              <a:cxn ang="0">
                <a:pos x="connsiteX5866" y="connsiteY5866"/>
              </a:cxn>
              <a:cxn ang="0">
                <a:pos x="connsiteX5867" y="connsiteY5867"/>
              </a:cxn>
              <a:cxn ang="0">
                <a:pos x="connsiteX5868" y="connsiteY5868"/>
              </a:cxn>
              <a:cxn ang="0">
                <a:pos x="connsiteX5869" y="connsiteY5869"/>
              </a:cxn>
              <a:cxn ang="0">
                <a:pos x="connsiteX5870" y="connsiteY5870"/>
              </a:cxn>
              <a:cxn ang="0">
                <a:pos x="connsiteX5871" y="connsiteY5871"/>
              </a:cxn>
              <a:cxn ang="0">
                <a:pos x="connsiteX5872" y="connsiteY5872"/>
              </a:cxn>
              <a:cxn ang="0">
                <a:pos x="connsiteX5873" y="connsiteY5873"/>
              </a:cxn>
              <a:cxn ang="0">
                <a:pos x="connsiteX5874" y="connsiteY5874"/>
              </a:cxn>
              <a:cxn ang="0">
                <a:pos x="connsiteX5875" y="connsiteY5875"/>
              </a:cxn>
              <a:cxn ang="0">
                <a:pos x="connsiteX5876" y="connsiteY5876"/>
              </a:cxn>
              <a:cxn ang="0">
                <a:pos x="connsiteX5877" y="connsiteY5877"/>
              </a:cxn>
              <a:cxn ang="0">
                <a:pos x="connsiteX5878" y="connsiteY5878"/>
              </a:cxn>
              <a:cxn ang="0">
                <a:pos x="connsiteX5879" y="connsiteY5879"/>
              </a:cxn>
              <a:cxn ang="0">
                <a:pos x="connsiteX5880" y="connsiteY5880"/>
              </a:cxn>
              <a:cxn ang="0">
                <a:pos x="connsiteX5881" y="connsiteY5881"/>
              </a:cxn>
              <a:cxn ang="0">
                <a:pos x="connsiteX5882" y="connsiteY5882"/>
              </a:cxn>
              <a:cxn ang="0">
                <a:pos x="connsiteX5883" y="connsiteY5883"/>
              </a:cxn>
              <a:cxn ang="0">
                <a:pos x="connsiteX5884" y="connsiteY5884"/>
              </a:cxn>
              <a:cxn ang="0">
                <a:pos x="connsiteX5885" y="connsiteY5885"/>
              </a:cxn>
              <a:cxn ang="0">
                <a:pos x="connsiteX5886" y="connsiteY5886"/>
              </a:cxn>
              <a:cxn ang="0">
                <a:pos x="connsiteX5887" y="connsiteY5887"/>
              </a:cxn>
              <a:cxn ang="0">
                <a:pos x="connsiteX5888" y="connsiteY5888"/>
              </a:cxn>
              <a:cxn ang="0">
                <a:pos x="connsiteX5889" y="connsiteY5889"/>
              </a:cxn>
              <a:cxn ang="0">
                <a:pos x="connsiteX5890" y="connsiteY5890"/>
              </a:cxn>
              <a:cxn ang="0">
                <a:pos x="connsiteX5891" y="connsiteY5891"/>
              </a:cxn>
              <a:cxn ang="0">
                <a:pos x="connsiteX5892" y="connsiteY5892"/>
              </a:cxn>
              <a:cxn ang="0">
                <a:pos x="connsiteX5893" y="connsiteY5893"/>
              </a:cxn>
              <a:cxn ang="0">
                <a:pos x="connsiteX5894" y="connsiteY5894"/>
              </a:cxn>
              <a:cxn ang="0">
                <a:pos x="connsiteX5895" y="connsiteY5895"/>
              </a:cxn>
              <a:cxn ang="0">
                <a:pos x="connsiteX5896" y="connsiteY5896"/>
              </a:cxn>
              <a:cxn ang="0">
                <a:pos x="connsiteX5897" y="connsiteY5897"/>
              </a:cxn>
              <a:cxn ang="0">
                <a:pos x="connsiteX5898" y="connsiteY5898"/>
              </a:cxn>
              <a:cxn ang="0">
                <a:pos x="connsiteX5899" y="connsiteY5899"/>
              </a:cxn>
              <a:cxn ang="0">
                <a:pos x="connsiteX5900" y="connsiteY5900"/>
              </a:cxn>
              <a:cxn ang="0">
                <a:pos x="connsiteX5901" y="connsiteY5901"/>
              </a:cxn>
              <a:cxn ang="0">
                <a:pos x="connsiteX5902" y="connsiteY5902"/>
              </a:cxn>
              <a:cxn ang="0">
                <a:pos x="connsiteX5903" y="connsiteY5903"/>
              </a:cxn>
              <a:cxn ang="0">
                <a:pos x="connsiteX5904" y="connsiteY5904"/>
              </a:cxn>
              <a:cxn ang="0">
                <a:pos x="connsiteX5905" y="connsiteY5905"/>
              </a:cxn>
              <a:cxn ang="0">
                <a:pos x="connsiteX5906" y="connsiteY5906"/>
              </a:cxn>
              <a:cxn ang="0">
                <a:pos x="connsiteX5907" y="connsiteY5907"/>
              </a:cxn>
              <a:cxn ang="0">
                <a:pos x="connsiteX5908" y="connsiteY5908"/>
              </a:cxn>
              <a:cxn ang="0">
                <a:pos x="connsiteX5909" y="connsiteY5909"/>
              </a:cxn>
              <a:cxn ang="0">
                <a:pos x="connsiteX5910" y="connsiteY5910"/>
              </a:cxn>
              <a:cxn ang="0">
                <a:pos x="connsiteX5911" y="connsiteY5911"/>
              </a:cxn>
              <a:cxn ang="0">
                <a:pos x="connsiteX5912" y="connsiteY5912"/>
              </a:cxn>
              <a:cxn ang="0">
                <a:pos x="connsiteX5913" y="connsiteY5913"/>
              </a:cxn>
              <a:cxn ang="0">
                <a:pos x="connsiteX5914" y="connsiteY5914"/>
              </a:cxn>
              <a:cxn ang="0">
                <a:pos x="connsiteX5915" y="connsiteY5915"/>
              </a:cxn>
              <a:cxn ang="0">
                <a:pos x="connsiteX5916" y="connsiteY5916"/>
              </a:cxn>
              <a:cxn ang="0">
                <a:pos x="connsiteX5917" y="connsiteY5917"/>
              </a:cxn>
              <a:cxn ang="0">
                <a:pos x="connsiteX5918" y="connsiteY5918"/>
              </a:cxn>
              <a:cxn ang="0">
                <a:pos x="connsiteX5919" y="connsiteY5919"/>
              </a:cxn>
              <a:cxn ang="0">
                <a:pos x="connsiteX5920" y="connsiteY5920"/>
              </a:cxn>
              <a:cxn ang="0">
                <a:pos x="connsiteX5921" y="connsiteY5921"/>
              </a:cxn>
              <a:cxn ang="0">
                <a:pos x="connsiteX5922" y="connsiteY5922"/>
              </a:cxn>
              <a:cxn ang="0">
                <a:pos x="connsiteX5923" y="connsiteY5923"/>
              </a:cxn>
              <a:cxn ang="0">
                <a:pos x="connsiteX5924" y="connsiteY5924"/>
              </a:cxn>
              <a:cxn ang="0">
                <a:pos x="connsiteX5925" y="connsiteY5925"/>
              </a:cxn>
              <a:cxn ang="0">
                <a:pos x="connsiteX5926" y="connsiteY5926"/>
              </a:cxn>
              <a:cxn ang="0">
                <a:pos x="connsiteX5927" y="connsiteY5927"/>
              </a:cxn>
              <a:cxn ang="0">
                <a:pos x="connsiteX5928" y="connsiteY5928"/>
              </a:cxn>
              <a:cxn ang="0">
                <a:pos x="connsiteX5929" y="connsiteY5929"/>
              </a:cxn>
              <a:cxn ang="0">
                <a:pos x="connsiteX5930" y="connsiteY5930"/>
              </a:cxn>
              <a:cxn ang="0">
                <a:pos x="connsiteX5931" y="connsiteY5931"/>
              </a:cxn>
              <a:cxn ang="0">
                <a:pos x="connsiteX5932" y="connsiteY5932"/>
              </a:cxn>
              <a:cxn ang="0">
                <a:pos x="connsiteX5933" y="connsiteY5933"/>
              </a:cxn>
              <a:cxn ang="0">
                <a:pos x="connsiteX5934" y="connsiteY5934"/>
              </a:cxn>
              <a:cxn ang="0">
                <a:pos x="connsiteX5935" y="connsiteY5935"/>
              </a:cxn>
              <a:cxn ang="0">
                <a:pos x="connsiteX5936" y="connsiteY5936"/>
              </a:cxn>
              <a:cxn ang="0">
                <a:pos x="connsiteX5937" y="connsiteY5937"/>
              </a:cxn>
              <a:cxn ang="0">
                <a:pos x="connsiteX5938" y="connsiteY5938"/>
              </a:cxn>
              <a:cxn ang="0">
                <a:pos x="connsiteX5939" y="connsiteY5939"/>
              </a:cxn>
              <a:cxn ang="0">
                <a:pos x="connsiteX5940" y="connsiteY5940"/>
              </a:cxn>
              <a:cxn ang="0">
                <a:pos x="connsiteX5941" y="connsiteY5941"/>
              </a:cxn>
              <a:cxn ang="0">
                <a:pos x="connsiteX5942" y="connsiteY5942"/>
              </a:cxn>
              <a:cxn ang="0">
                <a:pos x="connsiteX5943" y="connsiteY5943"/>
              </a:cxn>
              <a:cxn ang="0">
                <a:pos x="connsiteX5944" y="connsiteY5944"/>
              </a:cxn>
              <a:cxn ang="0">
                <a:pos x="connsiteX5945" y="connsiteY5945"/>
              </a:cxn>
              <a:cxn ang="0">
                <a:pos x="connsiteX5946" y="connsiteY5946"/>
              </a:cxn>
              <a:cxn ang="0">
                <a:pos x="connsiteX5947" y="connsiteY5947"/>
              </a:cxn>
              <a:cxn ang="0">
                <a:pos x="connsiteX5948" y="connsiteY5948"/>
              </a:cxn>
              <a:cxn ang="0">
                <a:pos x="connsiteX5949" y="connsiteY5949"/>
              </a:cxn>
              <a:cxn ang="0">
                <a:pos x="connsiteX5950" y="connsiteY5950"/>
              </a:cxn>
              <a:cxn ang="0">
                <a:pos x="connsiteX5951" y="connsiteY5951"/>
              </a:cxn>
              <a:cxn ang="0">
                <a:pos x="connsiteX5952" y="connsiteY5952"/>
              </a:cxn>
              <a:cxn ang="0">
                <a:pos x="connsiteX5953" y="connsiteY5953"/>
              </a:cxn>
              <a:cxn ang="0">
                <a:pos x="connsiteX5954" y="connsiteY5954"/>
              </a:cxn>
              <a:cxn ang="0">
                <a:pos x="connsiteX5955" y="connsiteY5955"/>
              </a:cxn>
              <a:cxn ang="0">
                <a:pos x="connsiteX5956" y="connsiteY5956"/>
              </a:cxn>
              <a:cxn ang="0">
                <a:pos x="connsiteX5957" y="connsiteY5957"/>
              </a:cxn>
              <a:cxn ang="0">
                <a:pos x="connsiteX5958" y="connsiteY5958"/>
              </a:cxn>
              <a:cxn ang="0">
                <a:pos x="connsiteX5959" y="connsiteY5959"/>
              </a:cxn>
              <a:cxn ang="0">
                <a:pos x="connsiteX5960" y="connsiteY5960"/>
              </a:cxn>
              <a:cxn ang="0">
                <a:pos x="connsiteX5961" y="connsiteY5961"/>
              </a:cxn>
              <a:cxn ang="0">
                <a:pos x="connsiteX5962" y="connsiteY5962"/>
              </a:cxn>
              <a:cxn ang="0">
                <a:pos x="connsiteX5963" y="connsiteY5963"/>
              </a:cxn>
              <a:cxn ang="0">
                <a:pos x="connsiteX5964" y="connsiteY5964"/>
              </a:cxn>
              <a:cxn ang="0">
                <a:pos x="connsiteX5965" y="connsiteY5965"/>
              </a:cxn>
              <a:cxn ang="0">
                <a:pos x="connsiteX5966" y="connsiteY5966"/>
              </a:cxn>
              <a:cxn ang="0">
                <a:pos x="connsiteX5967" y="connsiteY5967"/>
              </a:cxn>
              <a:cxn ang="0">
                <a:pos x="connsiteX5968" y="connsiteY5968"/>
              </a:cxn>
              <a:cxn ang="0">
                <a:pos x="connsiteX5969" y="connsiteY5969"/>
              </a:cxn>
              <a:cxn ang="0">
                <a:pos x="connsiteX5970" y="connsiteY5970"/>
              </a:cxn>
              <a:cxn ang="0">
                <a:pos x="connsiteX5971" y="connsiteY5971"/>
              </a:cxn>
              <a:cxn ang="0">
                <a:pos x="connsiteX5972" y="connsiteY5972"/>
              </a:cxn>
              <a:cxn ang="0">
                <a:pos x="connsiteX5973" y="connsiteY5973"/>
              </a:cxn>
              <a:cxn ang="0">
                <a:pos x="connsiteX5974" y="connsiteY5974"/>
              </a:cxn>
              <a:cxn ang="0">
                <a:pos x="connsiteX5975" y="connsiteY5975"/>
              </a:cxn>
              <a:cxn ang="0">
                <a:pos x="connsiteX5976" y="connsiteY5976"/>
              </a:cxn>
              <a:cxn ang="0">
                <a:pos x="connsiteX5977" y="connsiteY5977"/>
              </a:cxn>
              <a:cxn ang="0">
                <a:pos x="connsiteX5978" y="connsiteY5978"/>
              </a:cxn>
              <a:cxn ang="0">
                <a:pos x="connsiteX5979" y="connsiteY5979"/>
              </a:cxn>
              <a:cxn ang="0">
                <a:pos x="connsiteX5980" y="connsiteY5980"/>
              </a:cxn>
              <a:cxn ang="0">
                <a:pos x="connsiteX5981" y="connsiteY5981"/>
              </a:cxn>
              <a:cxn ang="0">
                <a:pos x="connsiteX5982" y="connsiteY5982"/>
              </a:cxn>
              <a:cxn ang="0">
                <a:pos x="connsiteX5983" y="connsiteY5983"/>
              </a:cxn>
              <a:cxn ang="0">
                <a:pos x="connsiteX5984" y="connsiteY5984"/>
              </a:cxn>
              <a:cxn ang="0">
                <a:pos x="connsiteX5985" y="connsiteY5985"/>
              </a:cxn>
              <a:cxn ang="0">
                <a:pos x="connsiteX5986" y="connsiteY5986"/>
              </a:cxn>
              <a:cxn ang="0">
                <a:pos x="connsiteX5987" y="connsiteY5987"/>
              </a:cxn>
              <a:cxn ang="0">
                <a:pos x="connsiteX5988" y="connsiteY5988"/>
              </a:cxn>
              <a:cxn ang="0">
                <a:pos x="connsiteX5989" y="connsiteY5989"/>
              </a:cxn>
              <a:cxn ang="0">
                <a:pos x="connsiteX5990" y="connsiteY5990"/>
              </a:cxn>
              <a:cxn ang="0">
                <a:pos x="connsiteX5991" y="connsiteY5991"/>
              </a:cxn>
              <a:cxn ang="0">
                <a:pos x="connsiteX5992" y="connsiteY5992"/>
              </a:cxn>
              <a:cxn ang="0">
                <a:pos x="connsiteX5993" y="connsiteY5993"/>
              </a:cxn>
              <a:cxn ang="0">
                <a:pos x="connsiteX5994" y="connsiteY5994"/>
              </a:cxn>
              <a:cxn ang="0">
                <a:pos x="connsiteX5995" y="connsiteY5995"/>
              </a:cxn>
              <a:cxn ang="0">
                <a:pos x="connsiteX5996" y="connsiteY5996"/>
              </a:cxn>
              <a:cxn ang="0">
                <a:pos x="connsiteX5997" y="connsiteY5997"/>
              </a:cxn>
              <a:cxn ang="0">
                <a:pos x="connsiteX5998" y="connsiteY5998"/>
              </a:cxn>
              <a:cxn ang="0">
                <a:pos x="connsiteX5999" y="connsiteY5999"/>
              </a:cxn>
              <a:cxn ang="0">
                <a:pos x="connsiteX6000" y="connsiteY6000"/>
              </a:cxn>
              <a:cxn ang="0">
                <a:pos x="connsiteX6001" y="connsiteY6001"/>
              </a:cxn>
              <a:cxn ang="0">
                <a:pos x="connsiteX6002" y="connsiteY6002"/>
              </a:cxn>
              <a:cxn ang="0">
                <a:pos x="connsiteX6003" y="connsiteY6003"/>
              </a:cxn>
              <a:cxn ang="0">
                <a:pos x="connsiteX6004" y="connsiteY6004"/>
              </a:cxn>
              <a:cxn ang="0">
                <a:pos x="connsiteX6005" y="connsiteY6005"/>
              </a:cxn>
              <a:cxn ang="0">
                <a:pos x="connsiteX6006" y="connsiteY6006"/>
              </a:cxn>
              <a:cxn ang="0">
                <a:pos x="connsiteX6007" y="connsiteY6007"/>
              </a:cxn>
              <a:cxn ang="0">
                <a:pos x="connsiteX6008" y="connsiteY6008"/>
              </a:cxn>
              <a:cxn ang="0">
                <a:pos x="connsiteX6009" y="connsiteY6009"/>
              </a:cxn>
              <a:cxn ang="0">
                <a:pos x="connsiteX6010" y="connsiteY6010"/>
              </a:cxn>
              <a:cxn ang="0">
                <a:pos x="connsiteX6011" y="connsiteY6011"/>
              </a:cxn>
              <a:cxn ang="0">
                <a:pos x="connsiteX6012" y="connsiteY6012"/>
              </a:cxn>
              <a:cxn ang="0">
                <a:pos x="connsiteX6013" y="connsiteY6013"/>
              </a:cxn>
              <a:cxn ang="0">
                <a:pos x="connsiteX6014" y="connsiteY6014"/>
              </a:cxn>
              <a:cxn ang="0">
                <a:pos x="connsiteX6015" y="connsiteY6015"/>
              </a:cxn>
              <a:cxn ang="0">
                <a:pos x="connsiteX6016" y="connsiteY6016"/>
              </a:cxn>
              <a:cxn ang="0">
                <a:pos x="connsiteX6017" y="connsiteY6017"/>
              </a:cxn>
              <a:cxn ang="0">
                <a:pos x="connsiteX6018" y="connsiteY6018"/>
              </a:cxn>
              <a:cxn ang="0">
                <a:pos x="connsiteX6019" y="connsiteY6019"/>
              </a:cxn>
              <a:cxn ang="0">
                <a:pos x="connsiteX6020" y="connsiteY6020"/>
              </a:cxn>
              <a:cxn ang="0">
                <a:pos x="connsiteX6021" y="connsiteY6021"/>
              </a:cxn>
              <a:cxn ang="0">
                <a:pos x="connsiteX6022" y="connsiteY6022"/>
              </a:cxn>
              <a:cxn ang="0">
                <a:pos x="connsiteX6023" y="connsiteY6023"/>
              </a:cxn>
              <a:cxn ang="0">
                <a:pos x="connsiteX6024" y="connsiteY6024"/>
              </a:cxn>
              <a:cxn ang="0">
                <a:pos x="connsiteX6025" y="connsiteY6025"/>
              </a:cxn>
              <a:cxn ang="0">
                <a:pos x="connsiteX6026" y="connsiteY6026"/>
              </a:cxn>
              <a:cxn ang="0">
                <a:pos x="connsiteX6027" y="connsiteY6027"/>
              </a:cxn>
              <a:cxn ang="0">
                <a:pos x="connsiteX6028" y="connsiteY6028"/>
              </a:cxn>
              <a:cxn ang="0">
                <a:pos x="connsiteX6029" y="connsiteY6029"/>
              </a:cxn>
              <a:cxn ang="0">
                <a:pos x="connsiteX6030" y="connsiteY6030"/>
              </a:cxn>
              <a:cxn ang="0">
                <a:pos x="connsiteX6031" y="connsiteY6031"/>
              </a:cxn>
              <a:cxn ang="0">
                <a:pos x="connsiteX6032" y="connsiteY6032"/>
              </a:cxn>
              <a:cxn ang="0">
                <a:pos x="connsiteX6033" y="connsiteY6033"/>
              </a:cxn>
              <a:cxn ang="0">
                <a:pos x="connsiteX6034" y="connsiteY6034"/>
              </a:cxn>
              <a:cxn ang="0">
                <a:pos x="connsiteX6035" y="connsiteY6035"/>
              </a:cxn>
              <a:cxn ang="0">
                <a:pos x="connsiteX6036" y="connsiteY6036"/>
              </a:cxn>
              <a:cxn ang="0">
                <a:pos x="connsiteX6037" y="connsiteY6037"/>
              </a:cxn>
              <a:cxn ang="0">
                <a:pos x="connsiteX6038" y="connsiteY6038"/>
              </a:cxn>
              <a:cxn ang="0">
                <a:pos x="connsiteX6039" y="connsiteY6039"/>
              </a:cxn>
              <a:cxn ang="0">
                <a:pos x="connsiteX6040" y="connsiteY6040"/>
              </a:cxn>
              <a:cxn ang="0">
                <a:pos x="connsiteX6041" y="connsiteY6041"/>
              </a:cxn>
              <a:cxn ang="0">
                <a:pos x="connsiteX6042" y="connsiteY6042"/>
              </a:cxn>
              <a:cxn ang="0">
                <a:pos x="connsiteX6043" y="connsiteY6043"/>
              </a:cxn>
              <a:cxn ang="0">
                <a:pos x="connsiteX6044" y="connsiteY6044"/>
              </a:cxn>
              <a:cxn ang="0">
                <a:pos x="connsiteX6045" y="connsiteY6045"/>
              </a:cxn>
              <a:cxn ang="0">
                <a:pos x="connsiteX6046" y="connsiteY6046"/>
              </a:cxn>
              <a:cxn ang="0">
                <a:pos x="connsiteX6047" y="connsiteY6047"/>
              </a:cxn>
              <a:cxn ang="0">
                <a:pos x="connsiteX6048" y="connsiteY6048"/>
              </a:cxn>
              <a:cxn ang="0">
                <a:pos x="connsiteX6049" y="connsiteY6049"/>
              </a:cxn>
              <a:cxn ang="0">
                <a:pos x="connsiteX6050" y="connsiteY6050"/>
              </a:cxn>
              <a:cxn ang="0">
                <a:pos x="connsiteX6051" y="connsiteY6051"/>
              </a:cxn>
              <a:cxn ang="0">
                <a:pos x="connsiteX6052" y="connsiteY6052"/>
              </a:cxn>
              <a:cxn ang="0">
                <a:pos x="connsiteX6053" y="connsiteY6053"/>
              </a:cxn>
              <a:cxn ang="0">
                <a:pos x="connsiteX6054" y="connsiteY6054"/>
              </a:cxn>
              <a:cxn ang="0">
                <a:pos x="connsiteX6055" y="connsiteY6055"/>
              </a:cxn>
              <a:cxn ang="0">
                <a:pos x="connsiteX6056" y="connsiteY6056"/>
              </a:cxn>
              <a:cxn ang="0">
                <a:pos x="connsiteX6057" y="connsiteY6057"/>
              </a:cxn>
              <a:cxn ang="0">
                <a:pos x="connsiteX6058" y="connsiteY6058"/>
              </a:cxn>
              <a:cxn ang="0">
                <a:pos x="connsiteX6059" y="connsiteY6059"/>
              </a:cxn>
              <a:cxn ang="0">
                <a:pos x="connsiteX6060" y="connsiteY6060"/>
              </a:cxn>
              <a:cxn ang="0">
                <a:pos x="connsiteX6061" y="connsiteY6061"/>
              </a:cxn>
              <a:cxn ang="0">
                <a:pos x="connsiteX6062" y="connsiteY6062"/>
              </a:cxn>
              <a:cxn ang="0">
                <a:pos x="connsiteX6063" y="connsiteY6063"/>
              </a:cxn>
              <a:cxn ang="0">
                <a:pos x="connsiteX6064" y="connsiteY6064"/>
              </a:cxn>
              <a:cxn ang="0">
                <a:pos x="connsiteX6065" y="connsiteY6065"/>
              </a:cxn>
              <a:cxn ang="0">
                <a:pos x="connsiteX6066" y="connsiteY6066"/>
              </a:cxn>
              <a:cxn ang="0">
                <a:pos x="connsiteX6067" y="connsiteY6067"/>
              </a:cxn>
              <a:cxn ang="0">
                <a:pos x="connsiteX6068" y="connsiteY6068"/>
              </a:cxn>
              <a:cxn ang="0">
                <a:pos x="connsiteX6069" y="connsiteY6069"/>
              </a:cxn>
              <a:cxn ang="0">
                <a:pos x="connsiteX6070" y="connsiteY6070"/>
              </a:cxn>
              <a:cxn ang="0">
                <a:pos x="connsiteX6071" y="connsiteY6071"/>
              </a:cxn>
              <a:cxn ang="0">
                <a:pos x="connsiteX6072" y="connsiteY6072"/>
              </a:cxn>
              <a:cxn ang="0">
                <a:pos x="connsiteX6073" y="connsiteY6073"/>
              </a:cxn>
              <a:cxn ang="0">
                <a:pos x="connsiteX6074" y="connsiteY6074"/>
              </a:cxn>
              <a:cxn ang="0">
                <a:pos x="connsiteX6075" y="connsiteY6075"/>
              </a:cxn>
              <a:cxn ang="0">
                <a:pos x="connsiteX6076" y="connsiteY6076"/>
              </a:cxn>
              <a:cxn ang="0">
                <a:pos x="connsiteX6077" y="connsiteY6077"/>
              </a:cxn>
              <a:cxn ang="0">
                <a:pos x="connsiteX6078" y="connsiteY6078"/>
              </a:cxn>
              <a:cxn ang="0">
                <a:pos x="connsiteX6079" y="connsiteY6079"/>
              </a:cxn>
              <a:cxn ang="0">
                <a:pos x="connsiteX6080" y="connsiteY6080"/>
              </a:cxn>
              <a:cxn ang="0">
                <a:pos x="connsiteX6081" y="connsiteY6081"/>
              </a:cxn>
              <a:cxn ang="0">
                <a:pos x="connsiteX6082" y="connsiteY6082"/>
              </a:cxn>
              <a:cxn ang="0">
                <a:pos x="connsiteX6083" y="connsiteY6083"/>
              </a:cxn>
              <a:cxn ang="0">
                <a:pos x="connsiteX6084" y="connsiteY6084"/>
              </a:cxn>
              <a:cxn ang="0">
                <a:pos x="connsiteX6085" y="connsiteY6085"/>
              </a:cxn>
              <a:cxn ang="0">
                <a:pos x="connsiteX6086" y="connsiteY6086"/>
              </a:cxn>
              <a:cxn ang="0">
                <a:pos x="connsiteX6087" y="connsiteY6087"/>
              </a:cxn>
              <a:cxn ang="0">
                <a:pos x="connsiteX6088" y="connsiteY6088"/>
              </a:cxn>
              <a:cxn ang="0">
                <a:pos x="connsiteX6089" y="connsiteY6089"/>
              </a:cxn>
              <a:cxn ang="0">
                <a:pos x="connsiteX6090" y="connsiteY6090"/>
              </a:cxn>
              <a:cxn ang="0">
                <a:pos x="connsiteX6091" y="connsiteY6091"/>
              </a:cxn>
              <a:cxn ang="0">
                <a:pos x="connsiteX6092" y="connsiteY6092"/>
              </a:cxn>
              <a:cxn ang="0">
                <a:pos x="connsiteX6093" y="connsiteY6093"/>
              </a:cxn>
              <a:cxn ang="0">
                <a:pos x="connsiteX6094" y="connsiteY6094"/>
              </a:cxn>
              <a:cxn ang="0">
                <a:pos x="connsiteX6095" y="connsiteY6095"/>
              </a:cxn>
              <a:cxn ang="0">
                <a:pos x="connsiteX6096" y="connsiteY6096"/>
              </a:cxn>
              <a:cxn ang="0">
                <a:pos x="connsiteX6097" y="connsiteY6097"/>
              </a:cxn>
              <a:cxn ang="0">
                <a:pos x="connsiteX6098" y="connsiteY6098"/>
              </a:cxn>
              <a:cxn ang="0">
                <a:pos x="connsiteX6099" y="connsiteY6099"/>
              </a:cxn>
              <a:cxn ang="0">
                <a:pos x="connsiteX6100" y="connsiteY6100"/>
              </a:cxn>
              <a:cxn ang="0">
                <a:pos x="connsiteX6101" y="connsiteY6101"/>
              </a:cxn>
              <a:cxn ang="0">
                <a:pos x="connsiteX6102" y="connsiteY6102"/>
              </a:cxn>
              <a:cxn ang="0">
                <a:pos x="connsiteX6103" y="connsiteY6103"/>
              </a:cxn>
              <a:cxn ang="0">
                <a:pos x="connsiteX6104" y="connsiteY6104"/>
              </a:cxn>
              <a:cxn ang="0">
                <a:pos x="connsiteX6105" y="connsiteY6105"/>
              </a:cxn>
              <a:cxn ang="0">
                <a:pos x="connsiteX6106" y="connsiteY6106"/>
              </a:cxn>
              <a:cxn ang="0">
                <a:pos x="connsiteX6107" y="connsiteY6107"/>
              </a:cxn>
              <a:cxn ang="0">
                <a:pos x="connsiteX6108" y="connsiteY6108"/>
              </a:cxn>
              <a:cxn ang="0">
                <a:pos x="connsiteX6109" y="connsiteY6109"/>
              </a:cxn>
              <a:cxn ang="0">
                <a:pos x="connsiteX6110" y="connsiteY6110"/>
              </a:cxn>
              <a:cxn ang="0">
                <a:pos x="connsiteX6111" y="connsiteY6111"/>
              </a:cxn>
              <a:cxn ang="0">
                <a:pos x="connsiteX6112" y="connsiteY6112"/>
              </a:cxn>
              <a:cxn ang="0">
                <a:pos x="connsiteX6113" y="connsiteY6113"/>
              </a:cxn>
              <a:cxn ang="0">
                <a:pos x="connsiteX6114" y="connsiteY6114"/>
              </a:cxn>
              <a:cxn ang="0">
                <a:pos x="connsiteX6115" y="connsiteY6115"/>
              </a:cxn>
              <a:cxn ang="0">
                <a:pos x="connsiteX6116" y="connsiteY6116"/>
              </a:cxn>
              <a:cxn ang="0">
                <a:pos x="connsiteX6117" y="connsiteY6117"/>
              </a:cxn>
              <a:cxn ang="0">
                <a:pos x="connsiteX6118" y="connsiteY6118"/>
              </a:cxn>
              <a:cxn ang="0">
                <a:pos x="connsiteX6119" y="connsiteY6119"/>
              </a:cxn>
              <a:cxn ang="0">
                <a:pos x="connsiteX6120" y="connsiteY6120"/>
              </a:cxn>
              <a:cxn ang="0">
                <a:pos x="connsiteX6121" y="connsiteY6121"/>
              </a:cxn>
              <a:cxn ang="0">
                <a:pos x="connsiteX6122" y="connsiteY6122"/>
              </a:cxn>
              <a:cxn ang="0">
                <a:pos x="connsiteX6123" y="connsiteY6123"/>
              </a:cxn>
              <a:cxn ang="0">
                <a:pos x="connsiteX6124" y="connsiteY6124"/>
              </a:cxn>
              <a:cxn ang="0">
                <a:pos x="connsiteX6125" y="connsiteY6125"/>
              </a:cxn>
              <a:cxn ang="0">
                <a:pos x="connsiteX6126" y="connsiteY6126"/>
              </a:cxn>
              <a:cxn ang="0">
                <a:pos x="connsiteX6127" y="connsiteY6127"/>
              </a:cxn>
              <a:cxn ang="0">
                <a:pos x="connsiteX6128" y="connsiteY6128"/>
              </a:cxn>
              <a:cxn ang="0">
                <a:pos x="connsiteX6129" y="connsiteY6129"/>
              </a:cxn>
              <a:cxn ang="0">
                <a:pos x="connsiteX6130" y="connsiteY6130"/>
              </a:cxn>
              <a:cxn ang="0">
                <a:pos x="connsiteX6131" y="connsiteY6131"/>
              </a:cxn>
              <a:cxn ang="0">
                <a:pos x="connsiteX6132" y="connsiteY6132"/>
              </a:cxn>
              <a:cxn ang="0">
                <a:pos x="connsiteX6133" y="connsiteY6133"/>
              </a:cxn>
              <a:cxn ang="0">
                <a:pos x="connsiteX6134" y="connsiteY6134"/>
              </a:cxn>
              <a:cxn ang="0">
                <a:pos x="connsiteX6135" y="connsiteY6135"/>
              </a:cxn>
              <a:cxn ang="0">
                <a:pos x="connsiteX6136" y="connsiteY6136"/>
              </a:cxn>
              <a:cxn ang="0">
                <a:pos x="connsiteX6137" y="connsiteY6137"/>
              </a:cxn>
              <a:cxn ang="0">
                <a:pos x="connsiteX6138" y="connsiteY6138"/>
              </a:cxn>
              <a:cxn ang="0">
                <a:pos x="connsiteX6139" y="connsiteY6139"/>
              </a:cxn>
              <a:cxn ang="0">
                <a:pos x="connsiteX6140" y="connsiteY6140"/>
              </a:cxn>
              <a:cxn ang="0">
                <a:pos x="connsiteX6141" y="connsiteY6141"/>
              </a:cxn>
              <a:cxn ang="0">
                <a:pos x="connsiteX6142" y="connsiteY6142"/>
              </a:cxn>
              <a:cxn ang="0">
                <a:pos x="connsiteX6143" y="connsiteY6143"/>
              </a:cxn>
              <a:cxn ang="0">
                <a:pos x="connsiteX6144" y="connsiteY6144"/>
              </a:cxn>
              <a:cxn ang="0">
                <a:pos x="connsiteX6145" y="connsiteY6145"/>
              </a:cxn>
              <a:cxn ang="0">
                <a:pos x="connsiteX6146" y="connsiteY6146"/>
              </a:cxn>
              <a:cxn ang="0">
                <a:pos x="connsiteX6147" y="connsiteY6147"/>
              </a:cxn>
              <a:cxn ang="0">
                <a:pos x="connsiteX6148" y="connsiteY6148"/>
              </a:cxn>
              <a:cxn ang="0">
                <a:pos x="connsiteX6149" y="connsiteY6149"/>
              </a:cxn>
              <a:cxn ang="0">
                <a:pos x="connsiteX6150" y="connsiteY6150"/>
              </a:cxn>
              <a:cxn ang="0">
                <a:pos x="connsiteX6151" y="connsiteY6151"/>
              </a:cxn>
              <a:cxn ang="0">
                <a:pos x="connsiteX6152" y="connsiteY6152"/>
              </a:cxn>
              <a:cxn ang="0">
                <a:pos x="connsiteX6153" y="connsiteY6153"/>
              </a:cxn>
              <a:cxn ang="0">
                <a:pos x="connsiteX6154" y="connsiteY6154"/>
              </a:cxn>
              <a:cxn ang="0">
                <a:pos x="connsiteX6155" y="connsiteY6155"/>
              </a:cxn>
              <a:cxn ang="0">
                <a:pos x="connsiteX6156" y="connsiteY6156"/>
              </a:cxn>
              <a:cxn ang="0">
                <a:pos x="connsiteX6157" y="connsiteY6157"/>
              </a:cxn>
              <a:cxn ang="0">
                <a:pos x="connsiteX6158" y="connsiteY6158"/>
              </a:cxn>
              <a:cxn ang="0">
                <a:pos x="connsiteX6159" y="connsiteY6159"/>
              </a:cxn>
              <a:cxn ang="0">
                <a:pos x="connsiteX6160" y="connsiteY6160"/>
              </a:cxn>
              <a:cxn ang="0">
                <a:pos x="connsiteX6161" y="connsiteY6161"/>
              </a:cxn>
              <a:cxn ang="0">
                <a:pos x="connsiteX6162" y="connsiteY6162"/>
              </a:cxn>
              <a:cxn ang="0">
                <a:pos x="connsiteX6163" y="connsiteY6163"/>
              </a:cxn>
              <a:cxn ang="0">
                <a:pos x="connsiteX6164" y="connsiteY6164"/>
              </a:cxn>
              <a:cxn ang="0">
                <a:pos x="connsiteX6165" y="connsiteY6165"/>
              </a:cxn>
              <a:cxn ang="0">
                <a:pos x="connsiteX6166" y="connsiteY6166"/>
              </a:cxn>
              <a:cxn ang="0">
                <a:pos x="connsiteX6167" y="connsiteY6167"/>
              </a:cxn>
              <a:cxn ang="0">
                <a:pos x="connsiteX6168" y="connsiteY6168"/>
              </a:cxn>
              <a:cxn ang="0">
                <a:pos x="connsiteX6169" y="connsiteY6169"/>
              </a:cxn>
              <a:cxn ang="0">
                <a:pos x="connsiteX6170" y="connsiteY6170"/>
              </a:cxn>
              <a:cxn ang="0">
                <a:pos x="connsiteX6171" y="connsiteY6171"/>
              </a:cxn>
              <a:cxn ang="0">
                <a:pos x="connsiteX6172" y="connsiteY6172"/>
              </a:cxn>
              <a:cxn ang="0">
                <a:pos x="connsiteX6173" y="connsiteY6173"/>
              </a:cxn>
              <a:cxn ang="0">
                <a:pos x="connsiteX6174" y="connsiteY6174"/>
              </a:cxn>
              <a:cxn ang="0">
                <a:pos x="connsiteX6175" y="connsiteY6175"/>
              </a:cxn>
              <a:cxn ang="0">
                <a:pos x="connsiteX6176" y="connsiteY6176"/>
              </a:cxn>
              <a:cxn ang="0">
                <a:pos x="connsiteX6177" y="connsiteY6177"/>
              </a:cxn>
              <a:cxn ang="0">
                <a:pos x="connsiteX6178" y="connsiteY6178"/>
              </a:cxn>
              <a:cxn ang="0">
                <a:pos x="connsiteX6179" y="connsiteY6179"/>
              </a:cxn>
              <a:cxn ang="0">
                <a:pos x="connsiteX6180" y="connsiteY6180"/>
              </a:cxn>
              <a:cxn ang="0">
                <a:pos x="connsiteX6181" y="connsiteY6181"/>
              </a:cxn>
              <a:cxn ang="0">
                <a:pos x="connsiteX6182" y="connsiteY6182"/>
              </a:cxn>
              <a:cxn ang="0">
                <a:pos x="connsiteX6183" y="connsiteY6183"/>
              </a:cxn>
              <a:cxn ang="0">
                <a:pos x="connsiteX6184" y="connsiteY6184"/>
              </a:cxn>
              <a:cxn ang="0">
                <a:pos x="connsiteX6185" y="connsiteY6185"/>
              </a:cxn>
              <a:cxn ang="0">
                <a:pos x="connsiteX6186" y="connsiteY6186"/>
              </a:cxn>
              <a:cxn ang="0">
                <a:pos x="connsiteX6187" y="connsiteY6187"/>
              </a:cxn>
              <a:cxn ang="0">
                <a:pos x="connsiteX6188" y="connsiteY6188"/>
              </a:cxn>
              <a:cxn ang="0">
                <a:pos x="connsiteX6189" y="connsiteY6189"/>
              </a:cxn>
              <a:cxn ang="0">
                <a:pos x="connsiteX6190" y="connsiteY6190"/>
              </a:cxn>
              <a:cxn ang="0">
                <a:pos x="connsiteX6191" y="connsiteY6191"/>
              </a:cxn>
              <a:cxn ang="0">
                <a:pos x="connsiteX6192" y="connsiteY6192"/>
              </a:cxn>
              <a:cxn ang="0">
                <a:pos x="connsiteX6193" y="connsiteY6193"/>
              </a:cxn>
              <a:cxn ang="0">
                <a:pos x="connsiteX6194" y="connsiteY6194"/>
              </a:cxn>
              <a:cxn ang="0">
                <a:pos x="connsiteX6195" y="connsiteY6195"/>
              </a:cxn>
              <a:cxn ang="0">
                <a:pos x="connsiteX6196" y="connsiteY6196"/>
              </a:cxn>
              <a:cxn ang="0">
                <a:pos x="connsiteX6197" y="connsiteY6197"/>
              </a:cxn>
              <a:cxn ang="0">
                <a:pos x="connsiteX6198" y="connsiteY6198"/>
              </a:cxn>
              <a:cxn ang="0">
                <a:pos x="connsiteX6199" y="connsiteY6199"/>
              </a:cxn>
              <a:cxn ang="0">
                <a:pos x="connsiteX6200" y="connsiteY6200"/>
              </a:cxn>
              <a:cxn ang="0">
                <a:pos x="connsiteX6201" y="connsiteY6201"/>
              </a:cxn>
              <a:cxn ang="0">
                <a:pos x="connsiteX6202" y="connsiteY6202"/>
              </a:cxn>
              <a:cxn ang="0">
                <a:pos x="connsiteX6203" y="connsiteY6203"/>
              </a:cxn>
              <a:cxn ang="0">
                <a:pos x="connsiteX6204" y="connsiteY6204"/>
              </a:cxn>
              <a:cxn ang="0">
                <a:pos x="connsiteX6205" y="connsiteY6205"/>
              </a:cxn>
              <a:cxn ang="0">
                <a:pos x="connsiteX6206" y="connsiteY6206"/>
              </a:cxn>
              <a:cxn ang="0">
                <a:pos x="connsiteX6207" y="connsiteY6207"/>
              </a:cxn>
              <a:cxn ang="0">
                <a:pos x="connsiteX6208" y="connsiteY6208"/>
              </a:cxn>
              <a:cxn ang="0">
                <a:pos x="connsiteX6209" y="connsiteY6209"/>
              </a:cxn>
              <a:cxn ang="0">
                <a:pos x="connsiteX6210" y="connsiteY6210"/>
              </a:cxn>
              <a:cxn ang="0">
                <a:pos x="connsiteX6211" y="connsiteY6211"/>
              </a:cxn>
              <a:cxn ang="0">
                <a:pos x="connsiteX6212" y="connsiteY6212"/>
              </a:cxn>
              <a:cxn ang="0">
                <a:pos x="connsiteX6213" y="connsiteY6213"/>
              </a:cxn>
              <a:cxn ang="0">
                <a:pos x="connsiteX6214" y="connsiteY6214"/>
              </a:cxn>
              <a:cxn ang="0">
                <a:pos x="connsiteX6215" y="connsiteY6215"/>
              </a:cxn>
              <a:cxn ang="0">
                <a:pos x="connsiteX6216" y="connsiteY6216"/>
              </a:cxn>
              <a:cxn ang="0">
                <a:pos x="connsiteX6217" y="connsiteY6217"/>
              </a:cxn>
              <a:cxn ang="0">
                <a:pos x="connsiteX6218" y="connsiteY6218"/>
              </a:cxn>
              <a:cxn ang="0">
                <a:pos x="connsiteX6219" y="connsiteY6219"/>
              </a:cxn>
              <a:cxn ang="0">
                <a:pos x="connsiteX6220" y="connsiteY6220"/>
              </a:cxn>
              <a:cxn ang="0">
                <a:pos x="connsiteX6221" y="connsiteY6221"/>
              </a:cxn>
              <a:cxn ang="0">
                <a:pos x="connsiteX6222" y="connsiteY6222"/>
              </a:cxn>
              <a:cxn ang="0">
                <a:pos x="connsiteX6223" y="connsiteY6223"/>
              </a:cxn>
              <a:cxn ang="0">
                <a:pos x="connsiteX6224" y="connsiteY6224"/>
              </a:cxn>
              <a:cxn ang="0">
                <a:pos x="connsiteX6225" y="connsiteY6225"/>
              </a:cxn>
              <a:cxn ang="0">
                <a:pos x="connsiteX6226" y="connsiteY6226"/>
              </a:cxn>
              <a:cxn ang="0">
                <a:pos x="connsiteX6227" y="connsiteY6227"/>
              </a:cxn>
              <a:cxn ang="0">
                <a:pos x="connsiteX6228" y="connsiteY6228"/>
              </a:cxn>
              <a:cxn ang="0">
                <a:pos x="connsiteX6229" y="connsiteY6229"/>
              </a:cxn>
              <a:cxn ang="0">
                <a:pos x="connsiteX6230" y="connsiteY6230"/>
              </a:cxn>
              <a:cxn ang="0">
                <a:pos x="connsiteX6231" y="connsiteY6231"/>
              </a:cxn>
              <a:cxn ang="0">
                <a:pos x="connsiteX6232" y="connsiteY6232"/>
              </a:cxn>
              <a:cxn ang="0">
                <a:pos x="connsiteX6233" y="connsiteY6233"/>
              </a:cxn>
              <a:cxn ang="0">
                <a:pos x="connsiteX6234" y="connsiteY6234"/>
              </a:cxn>
              <a:cxn ang="0">
                <a:pos x="connsiteX6235" y="connsiteY6235"/>
              </a:cxn>
              <a:cxn ang="0">
                <a:pos x="connsiteX6236" y="connsiteY6236"/>
              </a:cxn>
              <a:cxn ang="0">
                <a:pos x="connsiteX6237" y="connsiteY6237"/>
              </a:cxn>
              <a:cxn ang="0">
                <a:pos x="connsiteX6238" y="connsiteY6238"/>
              </a:cxn>
              <a:cxn ang="0">
                <a:pos x="connsiteX6239" y="connsiteY6239"/>
              </a:cxn>
              <a:cxn ang="0">
                <a:pos x="connsiteX6240" y="connsiteY6240"/>
              </a:cxn>
              <a:cxn ang="0">
                <a:pos x="connsiteX6241" y="connsiteY6241"/>
              </a:cxn>
              <a:cxn ang="0">
                <a:pos x="connsiteX6242" y="connsiteY6242"/>
              </a:cxn>
              <a:cxn ang="0">
                <a:pos x="connsiteX6243" y="connsiteY6243"/>
              </a:cxn>
              <a:cxn ang="0">
                <a:pos x="connsiteX6244" y="connsiteY6244"/>
              </a:cxn>
              <a:cxn ang="0">
                <a:pos x="connsiteX6245" y="connsiteY6245"/>
              </a:cxn>
              <a:cxn ang="0">
                <a:pos x="connsiteX6246" y="connsiteY6246"/>
              </a:cxn>
              <a:cxn ang="0">
                <a:pos x="connsiteX6247" y="connsiteY6247"/>
              </a:cxn>
              <a:cxn ang="0">
                <a:pos x="connsiteX6248" y="connsiteY6248"/>
              </a:cxn>
              <a:cxn ang="0">
                <a:pos x="connsiteX6249" y="connsiteY6249"/>
              </a:cxn>
              <a:cxn ang="0">
                <a:pos x="connsiteX6250" y="connsiteY6250"/>
              </a:cxn>
              <a:cxn ang="0">
                <a:pos x="connsiteX6251" y="connsiteY6251"/>
              </a:cxn>
              <a:cxn ang="0">
                <a:pos x="connsiteX6252" y="connsiteY6252"/>
              </a:cxn>
              <a:cxn ang="0">
                <a:pos x="connsiteX6253" y="connsiteY6253"/>
              </a:cxn>
              <a:cxn ang="0">
                <a:pos x="connsiteX6254" y="connsiteY6254"/>
              </a:cxn>
              <a:cxn ang="0">
                <a:pos x="connsiteX6255" y="connsiteY6255"/>
              </a:cxn>
              <a:cxn ang="0">
                <a:pos x="connsiteX6256" y="connsiteY6256"/>
              </a:cxn>
              <a:cxn ang="0">
                <a:pos x="connsiteX6257" y="connsiteY6257"/>
              </a:cxn>
              <a:cxn ang="0">
                <a:pos x="connsiteX6258" y="connsiteY6258"/>
              </a:cxn>
              <a:cxn ang="0">
                <a:pos x="connsiteX6259" y="connsiteY6259"/>
              </a:cxn>
              <a:cxn ang="0">
                <a:pos x="connsiteX6260" y="connsiteY6260"/>
              </a:cxn>
              <a:cxn ang="0">
                <a:pos x="connsiteX6261" y="connsiteY6261"/>
              </a:cxn>
              <a:cxn ang="0">
                <a:pos x="connsiteX6262" y="connsiteY6262"/>
              </a:cxn>
              <a:cxn ang="0">
                <a:pos x="connsiteX6263" y="connsiteY6263"/>
              </a:cxn>
              <a:cxn ang="0">
                <a:pos x="connsiteX6264" y="connsiteY6264"/>
              </a:cxn>
              <a:cxn ang="0">
                <a:pos x="connsiteX6265" y="connsiteY6265"/>
              </a:cxn>
              <a:cxn ang="0">
                <a:pos x="connsiteX6266" y="connsiteY6266"/>
              </a:cxn>
              <a:cxn ang="0">
                <a:pos x="connsiteX6267" y="connsiteY6267"/>
              </a:cxn>
              <a:cxn ang="0">
                <a:pos x="connsiteX6268" y="connsiteY6268"/>
              </a:cxn>
              <a:cxn ang="0">
                <a:pos x="connsiteX6269" y="connsiteY6269"/>
              </a:cxn>
              <a:cxn ang="0">
                <a:pos x="connsiteX6270" y="connsiteY6270"/>
              </a:cxn>
              <a:cxn ang="0">
                <a:pos x="connsiteX6271" y="connsiteY6271"/>
              </a:cxn>
              <a:cxn ang="0">
                <a:pos x="connsiteX6272" y="connsiteY6272"/>
              </a:cxn>
              <a:cxn ang="0">
                <a:pos x="connsiteX6273" y="connsiteY6273"/>
              </a:cxn>
              <a:cxn ang="0">
                <a:pos x="connsiteX6274" y="connsiteY6274"/>
              </a:cxn>
              <a:cxn ang="0">
                <a:pos x="connsiteX6275" y="connsiteY6275"/>
              </a:cxn>
              <a:cxn ang="0">
                <a:pos x="connsiteX6276" y="connsiteY6276"/>
              </a:cxn>
              <a:cxn ang="0">
                <a:pos x="connsiteX6277" y="connsiteY6277"/>
              </a:cxn>
              <a:cxn ang="0">
                <a:pos x="connsiteX6278" y="connsiteY6278"/>
              </a:cxn>
              <a:cxn ang="0">
                <a:pos x="connsiteX6279" y="connsiteY6279"/>
              </a:cxn>
              <a:cxn ang="0">
                <a:pos x="connsiteX6280" y="connsiteY6280"/>
              </a:cxn>
              <a:cxn ang="0">
                <a:pos x="connsiteX6281" y="connsiteY6281"/>
              </a:cxn>
              <a:cxn ang="0">
                <a:pos x="connsiteX6282" y="connsiteY6282"/>
              </a:cxn>
              <a:cxn ang="0">
                <a:pos x="connsiteX6283" y="connsiteY6283"/>
              </a:cxn>
              <a:cxn ang="0">
                <a:pos x="connsiteX6284" y="connsiteY6284"/>
              </a:cxn>
              <a:cxn ang="0">
                <a:pos x="connsiteX6285" y="connsiteY6285"/>
              </a:cxn>
              <a:cxn ang="0">
                <a:pos x="connsiteX6286" y="connsiteY6286"/>
              </a:cxn>
              <a:cxn ang="0">
                <a:pos x="connsiteX6287" y="connsiteY6287"/>
              </a:cxn>
              <a:cxn ang="0">
                <a:pos x="connsiteX6288" y="connsiteY6288"/>
              </a:cxn>
              <a:cxn ang="0">
                <a:pos x="connsiteX6289" y="connsiteY6289"/>
              </a:cxn>
              <a:cxn ang="0">
                <a:pos x="connsiteX6290" y="connsiteY6290"/>
              </a:cxn>
              <a:cxn ang="0">
                <a:pos x="connsiteX6291" y="connsiteY6291"/>
              </a:cxn>
              <a:cxn ang="0">
                <a:pos x="connsiteX6292" y="connsiteY6292"/>
              </a:cxn>
              <a:cxn ang="0">
                <a:pos x="connsiteX6293" y="connsiteY6293"/>
              </a:cxn>
              <a:cxn ang="0">
                <a:pos x="connsiteX6294" y="connsiteY6294"/>
              </a:cxn>
              <a:cxn ang="0">
                <a:pos x="connsiteX6295" y="connsiteY6295"/>
              </a:cxn>
              <a:cxn ang="0">
                <a:pos x="connsiteX6296" y="connsiteY6296"/>
              </a:cxn>
              <a:cxn ang="0">
                <a:pos x="connsiteX6297" y="connsiteY6297"/>
              </a:cxn>
              <a:cxn ang="0">
                <a:pos x="connsiteX6298" y="connsiteY6298"/>
              </a:cxn>
              <a:cxn ang="0">
                <a:pos x="connsiteX6299" y="connsiteY6299"/>
              </a:cxn>
              <a:cxn ang="0">
                <a:pos x="connsiteX6300" y="connsiteY6300"/>
              </a:cxn>
              <a:cxn ang="0">
                <a:pos x="connsiteX6301" y="connsiteY6301"/>
              </a:cxn>
              <a:cxn ang="0">
                <a:pos x="connsiteX6302" y="connsiteY6302"/>
              </a:cxn>
              <a:cxn ang="0">
                <a:pos x="connsiteX6303" y="connsiteY6303"/>
              </a:cxn>
              <a:cxn ang="0">
                <a:pos x="connsiteX6304" y="connsiteY6304"/>
              </a:cxn>
              <a:cxn ang="0">
                <a:pos x="connsiteX6305" y="connsiteY6305"/>
              </a:cxn>
              <a:cxn ang="0">
                <a:pos x="connsiteX6306" y="connsiteY6306"/>
              </a:cxn>
              <a:cxn ang="0">
                <a:pos x="connsiteX6307" y="connsiteY6307"/>
              </a:cxn>
              <a:cxn ang="0">
                <a:pos x="connsiteX6308" y="connsiteY6308"/>
              </a:cxn>
              <a:cxn ang="0">
                <a:pos x="connsiteX6309" y="connsiteY6309"/>
              </a:cxn>
              <a:cxn ang="0">
                <a:pos x="connsiteX6310" y="connsiteY6310"/>
              </a:cxn>
              <a:cxn ang="0">
                <a:pos x="connsiteX6311" y="connsiteY6311"/>
              </a:cxn>
              <a:cxn ang="0">
                <a:pos x="connsiteX6312" y="connsiteY6312"/>
              </a:cxn>
              <a:cxn ang="0">
                <a:pos x="connsiteX6313" y="connsiteY6313"/>
              </a:cxn>
              <a:cxn ang="0">
                <a:pos x="connsiteX6314" y="connsiteY6314"/>
              </a:cxn>
              <a:cxn ang="0">
                <a:pos x="connsiteX6315" y="connsiteY6315"/>
              </a:cxn>
              <a:cxn ang="0">
                <a:pos x="connsiteX6316" y="connsiteY6316"/>
              </a:cxn>
              <a:cxn ang="0">
                <a:pos x="connsiteX6317" y="connsiteY6317"/>
              </a:cxn>
              <a:cxn ang="0">
                <a:pos x="connsiteX6318" y="connsiteY6318"/>
              </a:cxn>
              <a:cxn ang="0">
                <a:pos x="connsiteX6319" y="connsiteY6319"/>
              </a:cxn>
              <a:cxn ang="0">
                <a:pos x="connsiteX6320" y="connsiteY6320"/>
              </a:cxn>
              <a:cxn ang="0">
                <a:pos x="connsiteX6321" y="connsiteY6321"/>
              </a:cxn>
              <a:cxn ang="0">
                <a:pos x="connsiteX6322" y="connsiteY6322"/>
              </a:cxn>
              <a:cxn ang="0">
                <a:pos x="connsiteX6323" y="connsiteY6323"/>
              </a:cxn>
              <a:cxn ang="0">
                <a:pos x="connsiteX6324" y="connsiteY6324"/>
              </a:cxn>
              <a:cxn ang="0">
                <a:pos x="connsiteX6325" y="connsiteY6325"/>
              </a:cxn>
              <a:cxn ang="0">
                <a:pos x="connsiteX6326" y="connsiteY6326"/>
              </a:cxn>
              <a:cxn ang="0">
                <a:pos x="connsiteX6327" y="connsiteY6327"/>
              </a:cxn>
              <a:cxn ang="0">
                <a:pos x="connsiteX6328" y="connsiteY6328"/>
              </a:cxn>
              <a:cxn ang="0">
                <a:pos x="connsiteX6329" y="connsiteY6329"/>
              </a:cxn>
              <a:cxn ang="0">
                <a:pos x="connsiteX6330" y="connsiteY6330"/>
              </a:cxn>
              <a:cxn ang="0">
                <a:pos x="connsiteX6331" y="connsiteY6331"/>
              </a:cxn>
              <a:cxn ang="0">
                <a:pos x="connsiteX6332" y="connsiteY6332"/>
              </a:cxn>
              <a:cxn ang="0">
                <a:pos x="connsiteX6333" y="connsiteY6333"/>
              </a:cxn>
              <a:cxn ang="0">
                <a:pos x="connsiteX6334" y="connsiteY6334"/>
              </a:cxn>
              <a:cxn ang="0">
                <a:pos x="connsiteX6335" y="connsiteY6335"/>
              </a:cxn>
              <a:cxn ang="0">
                <a:pos x="connsiteX6336" y="connsiteY6336"/>
              </a:cxn>
              <a:cxn ang="0">
                <a:pos x="connsiteX6337" y="connsiteY6337"/>
              </a:cxn>
              <a:cxn ang="0">
                <a:pos x="connsiteX6338" y="connsiteY6338"/>
              </a:cxn>
              <a:cxn ang="0">
                <a:pos x="connsiteX6339" y="connsiteY6339"/>
              </a:cxn>
              <a:cxn ang="0">
                <a:pos x="connsiteX6340" y="connsiteY6340"/>
              </a:cxn>
              <a:cxn ang="0">
                <a:pos x="connsiteX6341" y="connsiteY6341"/>
              </a:cxn>
              <a:cxn ang="0">
                <a:pos x="connsiteX6342" y="connsiteY6342"/>
              </a:cxn>
              <a:cxn ang="0">
                <a:pos x="connsiteX6343" y="connsiteY6343"/>
              </a:cxn>
              <a:cxn ang="0">
                <a:pos x="connsiteX6344" y="connsiteY6344"/>
              </a:cxn>
              <a:cxn ang="0">
                <a:pos x="connsiteX6345" y="connsiteY6345"/>
              </a:cxn>
              <a:cxn ang="0">
                <a:pos x="connsiteX6346" y="connsiteY6346"/>
              </a:cxn>
              <a:cxn ang="0">
                <a:pos x="connsiteX6347" y="connsiteY6347"/>
              </a:cxn>
              <a:cxn ang="0">
                <a:pos x="connsiteX6348" y="connsiteY6348"/>
              </a:cxn>
              <a:cxn ang="0">
                <a:pos x="connsiteX6349" y="connsiteY6349"/>
              </a:cxn>
              <a:cxn ang="0">
                <a:pos x="connsiteX6350" y="connsiteY6350"/>
              </a:cxn>
              <a:cxn ang="0">
                <a:pos x="connsiteX6351" y="connsiteY6351"/>
              </a:cxn>
              <a:cxn ang="0">
                <a:pos x="connsiteX6352" y="connsiteY6352"/>
              </a:cxn>
              <a:cxn ang="0">
                <a:pos x="connsiteX6353" y="connsiteY6353"/>
              </a:cxn>
              <a:cxn ang="0">
                <a:pos x="connsiteX6354" y="connsiteY6354"/>
              </a:cxn>
              <a:cxn ang="0">
                <a:pos x="connsiteX6355" y="connsiteY6355"/>
              </a:cxn>
              <a:cxn ang="0">
                <a:pos x="connsiteX6356" y="connsiteY6356"/>
              </a:cxn>
              <a:cxn ang="0">
                <a:pos x="connsiteX6357" y="connsiteY6357"/>
              </a:cxn>
              <a:cxn ang="0">
                <a:pos x="connsiteX6358" y="connsiteY6358"/>
              </a:cxn>
              <a:cxn ang="0">
                <a:pos x="connsiteX6359" y="connsiteY6359"/>
              </a:cxn>
              <a:cxn ang="0">
                <a:pos x="connsiteX6360" y="connsiteY6360"/>
              </a:cxn>
              <a:cxn ang="0">
                <a:pos x="connsiteX6361" y="connsiteY6361"/>
              </a:cxn>
              <a:cxn ang="0">
                <a:pos x="connsiteX6362" y="connsiteY6362"/>
              </a:cxn>
              <a:cxn ang="0">
                <a:pos x="connsiteX6363" y="connsiteY6363"/>
              </a:cxn>
              <a:cxn ang="0">
                <a:pos x="connsiteX6364" y="connsiteY6364"/>
              </a:cxn>
              <a:cxn ang="0">
                <a:pos x="connsiteX6365" y="connsiteY6365"/>
              </a:cxn>
              <a:cxn ang="0">
                <a:pos x="connsiteX6366" y="connsiteY6366"/>
              </a:cxn>
              <a:cxn ang="0">
                <a:pos x="connsiteX6367" y="connsiteY6367"/>
              </a:cxn>
              <a:cxn ang="0">
                <a:pos x="connsiteX6368" y="connsiteY6368"/>
              </a:cxn>
              <a:cxn ang="0">
                <a:pos x="connsiteX6369" y="connsiteY6369"/>
              </a:cxn>
              <a:cxn ang="0">
                <a:pos x="connsiteX6370" y="connsiteY6370"/>
              </a:cxn>
              <a:cxn ang="0">
                <a:pos x="connsiteX6371" y="connsiteY6371"/>
              </a:cxn>
              <a:cxn ang="0">
                <a:pos x="connsiteX6372" y="connsiteY6372"/>
              </a:cxn>
              <a:cxn ang="0">
                <a:pos x="connsiteX6373" y="connsiteY6373"/>
              </a:cxn>
              <a:cxn ang="0">
                <a:pos x="connsiteX6374" y="connsiteY6374"/>
              </a:cxn>
              <a:cxn ang="0">
                <a:pos x="connsiteX6375" y="connsiteY6375"/>
              </a:cxn>
              <a:cxn ang="0">
                <a:pos x="connsiteX6376" y="connsiteY6376"/>
              </a:cxn>
              <a:cxn ang="0">
                <a:pos x="connsiteX6377" y="connsiteY6377"/>
              </a:cxn>
              <a:cxn ang="0">
                <a:pos x="connsiteX6378" y="connsiteY6378"/>
              </a:cxn>
              <a:cxn ang="0">
                <a:pos x="connsiteX6379" y="connsiteY6379"/>
              </a:cxn>
              <a:cxn ang="0">
                <a:pos x="connsiteX6380" y="connsiteY6380"/>
              </a:cxn>
              <a:cxn ang="0">
                <a:pos x="connsiteX6381" y="connsiteY6381"/>
              </a:cxn>
              <a:cxn ang="0">
                <a:pos x="connsiteX6382" y="connsiteY6382"/>
              </a:cxn>
              <a:cxn ang="0">
                <a:pos x="connsiteX6383" y="connsiteY6383"/>
              </a:cxn>
              <a:cxn ang="0">
                <a:pos x="connsiteX6384" y="connsiteY6384"/>
              </a:cxn>
              <a:cxn ang="0">
                <a:pos x="connsiteX6385" y="connsiteY6385"/>
              </a:cxn>
              <a:cxn ang="0">
                <a:pos x="connsiteX6386" y="connsiteY6386"/>
              </a:cxn>
              <a:cxn ang="0">
                <a:pos x="connsiteX6387" y="connsiteY6387"/>
              </a:cxn>
              <a:cxn ang="0">
                <a:pos x="connsiteX6388" y="connsiteY6388"/>
              </a:cxn>
              <a:cxn ang="0">
                <a:pos x="connsiteX6389" y="connsiteY6389"/>
              </a:cxn>
              <a:cxn ang="0">
                <a:pos x="connsiteX6390" y="connsiteY6390"/>
              </a:cxn>
              <a:cxn ang="0">
                <a:pos x="connsiteX6391" y="connsiteY6391"/>
              </a:cxn>
              <a:cxn ang="0">
                <a:pos x="connsiteX6392" y="connsiteY6392"/>
              </a:cxn>
              <a:cxn ang="0">
                <a:pos x="connsiteX6393" y="connsiteY6393"/>
              </a:cxn>
              <a:cxn ang="0">
                <a:pos x="connsiteX6394" y="connsiteY6394"/>
              </a:cxn>
              <a:cxn ang="0">
                <a:pos x="connsiteX6395" y="connsiteY6395"/>
              </a:cxn>
              <a:cxn ang="0">
                <a:pos x="connsiteX6396" y="connsiteY6396"/>
              </a:cxn>
              <a:cxn ang="0">
                <a:pos x="connsiteX6397" y="connsiteY6397"/>
              </a:cxn>
              <a:cxn ang="0">
                <a:pos x="connsiteX6398" y="connsiteY6398"/>
              </a:cxn>
              <a:cxn ang="0">
                <a:pos x="connsiteX6399" y="connsiteY6399"/>
              </a:cxn>
              <a:cxn ang="0">
                <a:pos x="connsiteX6400" y="connsiteY6400"/>
              </a:cxn>
              <a:cxn ang="0">
                <a:pos x="connsiteX6401" y="connsiteY6401"/>
              </a:cxn>
              <a:cxn ang="0">
                <a:pos x="connsiteX6402" y="connsiteY6402"/>
              </a:cxn>
              <a:cxn ang="0">
                <a:pos x="connsiteX6403" y="connsiteY6403"/>
              </a:cxn>
              <a:cxn ang="0">
                <a:pos x="connsiteX6404" y="connsiteY6404"/>
              </a:cxn>
              <a:cxn ang="0">
                <a:pos x="connsiteX6405" y="connsiteY6405"/>
              </a:cxn>
              <a:cxn ang="0">
                <a:pos x="connsiteX6406" y="connsiteY6406"/>
              </a:cxn>
              <a:cxn ang="0">
                <a:pos x="connsiteX6407" y="connsiteY6407"/>
              </a:cxn>
              <a:cxn ang="0">
                <a:pos x="connsiteX6408" y="connsiteY6408"/>
              </a:cxn>
              <a:cxn ang="0">
                <a:pos x="connsiteX6409" y="connsiteY6409"/>
              </a:cxn>
              <a:cxn ang="0">
                <a:pos x="connsiteX6410" y="connsiteY6410"/>
              </a:cxn>
              <a:cxn ang="0">
                <a:pos x="connsiteX6411" y="connsiteY6411"/>
              </a:cxn>
              <a:cxn ang="0">
                <a:pos x="connsiteX6412" y="connsiteY6412"/>
              </a:cxn>
              <a:cxn ang="0">
                <a:pos x="connsiteX6413" y="connsiteY6413"/>
              </a:cxn>
              <a:cxn ang="0">
                <a:pos x="connsiteX6414" y="connsiteY6414"/>
              </a:cxn>
              <a:cxn ang="0">
                <a:pos x="connsiteX6415" y="connsiteY6415"/>
              </a:cxn>
              <a:cxn ang="0">
                <a:pos x="connsiteX6416" y="connsiteY6416"/>
              </a:cxn>
              <a:cxn ang="0">
                <a:pos x="connsiteX6417" y="connsiteY6417"/>
              </a:cxn>
              <a:cxn ang="0">
                <a:pos x="connsiteX6418" y="connsiteY6418"/>
              </a:cxn>
              <a:cxn ang="0">
                <a:pos x="connsiteX6419" y="connsiteY6419"/>
              </a:cxn>
              <a:cxn ang="0">
                <a:pos x="connsiteX6420" y="connsiteY6420"/>
              </a:cxn>
              <a:cxn ang="0">
                <a:pos x="connsiteX6421" y="connsiteY6421"/>
              </a:cxn>
              <a:cxn ang="0">
                <a:pos x="connsiteX6422" y="connsiteY6422"/>
              </a:cxn>
              <a:cxn ang="0">
                <a:pos x="connsiteX6423" y="connsiteY6423"/>
              </a:cxn>
              <a:cxn ang="0">
                <a:pos x="connsiteX6424" y="connsiteY6424"/>
              </a:cxn>
              <a:cxn ang="0">
                <a:pos x="connsiteX6425" y="connsiteY6425"/>
              </a:cxn>
              <a:cxn ang="0">
                <a:pos x="connsiteX6426" y="connsiteY6426"/>
              </a:cxn>
              <a:cxn ang="0">
                <a:pos x="connsiteX6427" y="connsiteY6427"/>
              </a:cxn>
              <a:cxn ang="0">
                <a:pos x="connsiteX6428" y="connsiteY6428"/>
              </a:cxn>
              <a:cxn ang="0">
                <a:pos x="connsiteX6429" y="connsiteY6429"/>
              </a:cxn>
              <a:cxn ang="0">
                <a:pos x="connsiteX6430" y="connsiteY6430"/>
              </a:cxn>
              <a:cxn ang="0">
                <a:pos x="connsiteX6431" y="connsiteY6431"/>
              </a:cxn>
              <a:cxn ang="0">
                <a:pos x="connsiteX6432" y="connsiteY6432"/>
              </a:cxn>
              <a:cxn ang="0">
                <a:pos x="connsiteX6433" y="connsiteY6433"/>
              </a:cxn>
              <a:cxn ang="0">
                <a:pos x="connsiteX6434" y="connsiteY6434"/>
              </a:cxn>
              <a:cxn ang="0">
                <a:pos x="connsiteX6435" y="connsiteY6435"/>
              </a:cxn>
              <a:cxn ang="0">
                <a:pos x="connsiteX6436" y="connsiteY6436"/>
              </a:cxn>
              <a:cxn ang="0">
                <a:pos x="connsiteX6437" y="connsiteY6437"/>
              </a:cxn>
              <a:cxn ang="0">
                <a:pos x="connsiteX6438" y="connsiteY6438"/>
              </a:cxn>
              <a:cxn ang="0">
                <a:pos x="connsiteX6439" y="connsiteY6439"/>
              </a:cxn>
              <a:cxn ang="0">
                <a:pos x="connsiteX6440" y="connsiteY6440"/>
              </a:cxn>
              <a:cxn ang="0">
                <a:pos x="connsiteX6441" y="connsiteY6441"/>
              </a:cxn>
              <a:cxn ang="0">
                <a:pos x="connsiteX6442" y="connsiteY6442"/>
              </a:cxn>
              <a:cxn ang="0">
                <a:pos x="connsiteX6443" y="connsiteY6443"/>
              </a:cxn>
              <a:cxn ang="0">
                <a:pos x="connsiteX6444" y="connsiteY6444"/>
              </a:cxn>
              <a:cxn ang="0">
                <a:pos x="connsiteX6445" y="connsiteY6445"/>
              </a:cxn>
              <a:cxn ang="0">
                <a:pos x="connsiteX6446" y="connsiteY6446"/>
              </a:cxn>
              <a:cxn ang="0">
                <a:pos x="connsiteX6447" y="connsiteY6447"/>
              </a:cxn>
              <a:cxn ang="0">
                <a:pos x="connsiteX6448" y="connsiteY6448"/>
              </a:cxn>
              <a:cxn ang="0">
                <a:pos x="connsiteX6449" y="connsiteY6449"/>
              </a:cxn>
              <a:cxn ang="0">
                <a:pos x="connsiteX6450" y="connsiteY6450"/>
              </a:cxn>
              <a:cxn ang="0">
                <a:pos x="connsiteX6451" y="connsiteY6451"/>
              </a:cxn>
              <a:cxn ang="0">
                <a:pos x="connsiteX6452" y="connsiteY6452"/>
              </a:cxn>
              <a:cxn ang="0">
                <a:pos x="connsiteX6453" y="connsiteY6453"/>
              </a:cxn>
              <a:cxn ang="0">
                <a:pos x="connsiteX6454" y="connsiteY6454"/>
              </a:cxn>
              <a:cxn ang="0">
                <a:pos x="connsiteX6455" y="connsiteY6455"/>
              </a:cxn>
              <a:cxn ang="0">
                <a:pos x="connsiteX6456" y="connsiteY6456"/>
              </a:cxn>
              <a:cxn ang="0">
                <a:pos x="connsiteX6457" y="connsiteY6457"/>
              </a:cxn>
              <a:cxn ang="0">
                <a:pos x="connsiteX6458" y="connsiteY6458"/>
              </a:cxn>
              <a:cxn ang="0">
                <a:pos x="connsiteX6459" y="connsiteY6459"/>
              </a:cxn>
              <a:cxn ang="0">
                <a:pos x="connsiteX6460" y="connsiteY6460"/>
              </a:cxn>
              <a:cxn ang="0">
                <a:pos x="connsiteX6461" y="connsiteY6461"/>
              </a:cxn>
              <a:cxn ang="0">
                <a:pos x="connsiteX6462" y="connsiteY6462"/>
              </a:cxn>
              <a:cxn ang="0">
                <a:pos x="connsiteX6463" y="connsiteY6463"/>
              </a:cxn>
              <a:cxn ang="0">
                <a:pos x="connsiteX6464" y="connsiteY6464"/>
              </a:cxn>
              <a:cxn ang="0">
                <a:pos x="connsiteX6465" y="connsiteY6465"/>
              </a:cxn>
              <a:cxn ang="0">
                <a:pos x="connsiteX6466" y="connsiteY6466"/>
              </a:cxn>
              <a:cxn ang="0">
                <a:pos x="connsiteX6467" y="connsiteY6467"/>
              </a:cxn>
              <a:cxn ang="0">
                <a:pos x="connsiteX6468" y="connsiteY6468"/>
              </a:cxn>
              <a:cxn ang="0">
                <a:pos x="connsiteX6469" y="connsiteY6469"/>
              </a:cxn>
              <a:cxn ang="0">
                <a:pos x="connsiteX6470" y="connsiteY6470"/>
              </a:cxn>
              <a:cxn ang="0">
                <a:pos x="connsiteX6471" y="connsiteY6471"/>
              </a:cxn>
              <a:cxn ang="0">
                <a:pos x="connsiteX6472" y="connsiteY6472"/>
              </a:cxn>
              <a:cxn ang="0">
                <a:pos x="connsiteX6473" y="connsiteY6473"/>
              </a:cxn>
              <a:cxn ang="0">
                <a:pos x="connsiteX6474" y="connsiteY6474"/>
              </a:cxn>
              <a:cxn ang="0">
                <a:pos x="connsiteX6475" y="connsiteY6475"/>
              </a:cxn>
              <a:cxn ang="0">
                <a:pos x="connsiteX6476" y="connsiteY6476"/>
              </a:cxn>
              <a:cxn ang="0">
                <a:pos x="connsiteX6477" y="connsiteY6477"/>
              </a:cxn>
              <a:cxn ang="0">
                <a:pos x="connsiteX6478" y="connsiteY6478"/>
              </a:cxn>
              <a:cxn ang="0">
                <a:pos x="connsiteX6479" y="connsiteY6479"/>
              </a:cxn>
              <a:cxn ang="0">
                <a:pos x="connsiteX6480" y="connsiteY6480"/>
              </a:cxn>
              <a:cxn ang="0">
                <a:pos x="connsiteX6481" y="connsiteY6481"/>
              </a:cxn>
              <a:cxn ang="0">
                <a:pos x="connsiteX6482" y="connsiteY6482"/>
              </a:cxn>
              <a:cxn ang="0">
                <a:pos x="connsiteX6483" y="connsiteY6483"/>
              </a:cxn>
              <a:cxn ang="0">
                <a:pos x="connsiteX6484" y="connsiteY6484"/>
              </a:cxn>
              <a:cxn ang="0">
                <a:pos x="connsiteX6485" y="connsiteY6485"/>
              </a:cxn>
              <a:cxn ang="0">
                <a:pos x="connsiteX6486" y="connsiteY6486"/>
              </a:cxn>
              <a:cxn ang="0">
                <a:pos x="connsiteX6487" y="connsiteY6487"/>
              </a:cxn>
              <a:cxn ang="0">
                <a:pos x="connsiteX6488" y="connsiteY6488"/>
              </a:cxn>
              <a:cxn ang="0">
                <a:pos x="connsiteX6489" y="connsiteY6489"/>
              </a:cxn>
              <a:cxn ang="0">
                <a:pos x="connsiteX6490" y="connsiteY6490"/>
              </a:cxn>
              <a:cxn ang="0">
                <a:pos x="connsiteX6491" y="connsiteY6491"/>
              </a:cxn>
              <a:cxn ang="0">
                <a:pos x="connsiteX6492" y="connsiteY6492"/>
              </a:cxn>
              <a:cxn ang="0">
                <a:pos x="connsiteX6493" y="connsiteY6493"/>
              </a:cxn>
              <a:cxn ang="0">
                <a:pos x="connsiteX6494" y="connsiteY6494"/>
              </a:cxn>
              <a:cxn ang="0">
                <a:pos x="connsiteX6495" y="connsiteY6495"/>
              </a:cxn>
              <a:cxn ang="0">
                <a:pos x="connsiteX6496" y="connsiteY6496"/>
              </a:cxn>
              <a:cxn ang="0">
                <a:pos x="connsiteX6497" y="connsiteY6497"/>
              </a:cxn>
              <a:cxn ang="0">
                <a:pos x="connsiteX6498" y="connsiteY6498"/>
              </a:cxn>
              <a:cxn ang="0">
                <a:pos x="connsiteX6499" y="connsiteY6499"/>
              </a:cxn>
              <a:cxn ang="0">
                <a:pos x="connsiteX6500" y="connsiteY6500"/>
              </a:cxn>
              <a:cxn ang="0">
                <a:pos x="connsiteX6501" y="connsiteY6501"/>
              </a:cxn>
              <a:cxn ang="0">
                <a:pos x="connsiteX6502" y="connsiteY6502"/>
              </a:cxn>
              <a:cxn ang="0">
                <a:pos x="connsiteX6503" y="connsiteY6503"/>
              </a:cxn>
              <a:cxn ang="0">
                <a:pos x="connsiteX6504" y="connsiteY6504"/>
              </a:cxn>
              <a:cxn ang="0">
                <a:pos x="connsiteX6505" y="connsiteY6505"/>
              </a:cxn>
              <a:cxn ang="0">
                <a:pos x="connsiteX6506" y="connsiteY6506"/>
              </a:cxn>
              <a:cxn ang="0">
                <a:pos x="connsiteX6507" y="connsiteY6507"/>
              </a:cxn>
              <a:cxn ang="0">
                <a:pos x="connsiteX6508" y="connsiteY6508"/>
              </a:cxn>
              <a:cxn ang="0">
                <a:pos x="connsiteX6509" y="connsiteY6509"/>
              </a:cxn>
              <a:cxn ang="0">
                <a:pos x="connsiteX6510" y="connsiteY6510"/>
              </a:cxn>
              <a:cxn ang="0">
                <a:pos x="connsiteX6511" y="connsiteY6511"/>
              </a:cxn>
              <a:cxn ang="0">
                <a:pos x="connsiteX6512" y="connsiteY6512"/>
              </a:cxn>
              <a:cxn ang="0">
                <a:pos x="connsiteX6513" y="connsiteY6513"/>
              </a:cxn>
              <a:cxn ang="0">
                <a:pos x="connsiteX6514" y="connsiteY6514"/>
              </a:cxn>
              <a:cxn ang="0">
                <a:pos x="connsiteX6515" y="connsiteY6515"/>
              </a:cxn>
              <a:cxn ang="0">
                <a:pos x="connsiteX6516" y="connsiteY6516"/>
              </a:cxn>
              <a:cxn ang="0">
                <a:pos x="connsiteX6517" y="connsiteY6517"/>
              </a:cxn>
              <a:cxn ang="0">
                <a:pos x="connsiteX6518" y="connsiteY6518"/>
              </a:cxn>
              <a:cxn ang="0">
                <a:pos x="connsiteX6519" y="connsiteY6519"/>
              </a:cxn>
              <a:cxn ang="0">
                <a:pos x="connsiteX6520" y="connsiteY6520"/>
              </a:cxn>
              <a:cxn ang="0">
                <a:pos x="connsiteX6521" y="connsiteY6521"/>
              </a:cxn>
              <a:cxn ang="0">
                <a:pos x="connsiteX6522" y="connsiteY6522"/>
              </a:cxn>
              <a:cxn ang="0">
                <a:pos x="connsiteX6523" y="connsiteY6523"/>
              </a:cxn>
              <a:cxn ang="0">
                <a:pos x="connsiteX6524" y="connsiteY6524"/>
              </a:cxn>
              <a:cxn ang="0">
                <a:pos x="connsiteX6525" y="connsiteY6525"/>
              </a:cxn>
              <a:cxn ang="0">
                <a:pos x="connsiteX6526" y="connsiteY6526"/>
              </a:cxn>
              <a:cxn ang="0">
                <a:pos x="connsiteX6527" y="connsiteY6527"/>
              </a:cxn>
              <a:cxn ang="0">
                <a:pos x="connsiteX6528" y="connsiteY6528"/>
              </a:cxn>
              <a:cxn ang="0">
                <a:pos x="connsiteX6529" y="connsiteY6529"/>
              </a:cxn>
              <a:cxn ang="0">
                <a:pos x="connsiteX6530" y="connsiteY6530"/>
              </a:cxn>
              <a:cxn ang="0">
                <a:pos x="connsiteX6531" y="connsiteY6531"/>
              </a:cxn>
              <a:cxn ang="0">
                <a:pos x="connsiteX6532" y="connsiteY6532"/>
              </a:cxn>
              <a:cxn ang="0">
                <a:pos x="connsiteX6533" y="connsiteY6533"/>
              </a:cxn>
              <a:cxn ang="0">
                <a:pos x="connsiteX6534" y="connsiteY6534"/>
              </a:cxn>
              <a:cxn ang="0">
                <a:pos x="connsiteX6535" y="connsiteY6535"/>
              </a:cxn>
              <a:cxn ang="0">
                <a:pos x="connsiteX6536" y="connsiteY6536"/>
              </a:cxn>
              <a:cxn ang="0">
                <a:pos x="connsiteX6537" y="connsiteY6537"/>
              </a:cxn>
              <a:cxn ang="0">
                <a:pos x="connsiteX6538" y="connsiteY6538"/>
              </a:cxn>
              <a:cxn ang="0">
                <a:pos x="connsiteX6539" y="connsiteY6539"/>
              </a:cxn>
              <a:cxn ang="0">
                <a:pos x="connsiteX6540" y="connsiteY6540"/>
              </a:cxn>
              <a:cxn ang="0">
                <a:pos x="connsiteX6541" y="connsiteY6541"/>
              </a:cxn>
              <a:cxn ang="0">
                <a:pos x="connsiteX6542" y="connsiteY6542"/>
              </a:cxn>
              <a:cxn ang="0">
                <a:pos x="connsiteX6543" y="connsiteY6543"/>
              </a:cxn>
              <a:cxn ang="0">
                <a:pos x="connsiteX6544" y="connsiteY6544"/>
              </a:cxn>
              <a:cxn ang="0">
                <a:pos x="connsiteX6545" y="connsiteY6545"/>
              </a:cxn>
              <a:cxn ang="0">
                <a:pos x="connsiteX6546" y="connsiteY6546"/>
              </a:cxn>
              <a:cxn ang="0">
                <a:pos x="connsiteX6547" y="connsiteY6547"/>
              </a:cxn>
              <a:cxn ang="0">
                <a:pos x="connsiteX6548" y="connsiteY6548"/>
              </a:cxn>
              <a:cxn ang="0">
                <a:pos x="connsiteX6549" y="connsiteY6549"/>
              </a:cxn>
              <a:cxn ang="0">
                <a:pos x="connsiteX6550" y="connsiteY6550"/>
              </a:cxn>
              <a:cxn ang="0">
                <a:pos x="connsiteX6551" y="connsiteY6551"/>
              </a:cxn>
              <a:cxn ang="0">
                <a:pos x="connsiteX6552" y="connsiteY6552"/>
              </a:cxn>
              <a:cxn ang="0">
                <a:pos x="connsiteX6553" y="connsiteY6553"/>
              </a:cxn>
              <a:cxn ang="0">
                <a:pos x="connsiteX6554" y="connsiteY6554"/>
              </a:cxn>
              <a:cxn ang="0">
                <a:pos x="connsiteX6555" y="connsiteY6555"/>
              </a:cxn>
              <a:cxn ang="0">
                <a:pos x="connsiteX6556" y="connsiteY6556"/>
              </a:cxn>
              <a:cxn ang="0">
                <a:pos x="connsiteX6557" y="connsiteY6557"/>
              </a:cxn>
              <a:cxn ang="0">
                <a:pos x="connsiteX6558" y="connsiteY6558"/>
              </a:cxn>
              <a:cxn ang="0">
                <a:pos x="connsiteX6559" y="connsiteY6559"/>
              </a:cxn>
              <a:cxn ang="0">
                <a:pos x="connsiteX6560" y="connsiteY6560"/>
              </a:cxn>
              <a:cxn ang="0">
                <a:pos x="connsiteX6561" y="connsiteY6561"/>
              </a:cxn>
              <a:cxn ang="0">
                <a:pos x="connsiteX6562" y="connsiteY6562"/>
              </a:cxn>
              <a:cxn ang="0">
                <a:pos x="connsiteX6563" y="connsiteY6563"/>
              </a:cxn>
              <a:cxn ang="0">
                <a:pos x="connsiteX6564" y="connsiteY6564"/>
              </a:cxn>
              <a:cxn ang="0">
                <a:pos x="connsiteX6565" y="connsiteY6565"/>
              </a:cxn>
              <a:cxn ang="0">
                <a:pos x="connsiteX6566" y="connsiteY6566"/>
              </a:cxn>
              <a:cxn ang="0">
                <a:pos x="connsiteX6567" y="connsiteY6567"/>
              </a:cxn>
              <a:cxn ang="0">
                <a:pos x="connsiteX6568" y="connsiteY6568"/>
              </a:cxn>
              <a:cxn ang="0">
                <a:pos x="connsiteX6569" y="connsiteY6569"/>
              </a:cxn>
              <a:cxn ang="0">
                <a:pos x="connsiteX6570" y="connsiteY6570"/>
              </a:cxn>
              <a:cxn ang="0">
                <a:pos x="connsiteX6571" y="connsiteY6571"/>
              </a:cxn>
              <a:cxn ang="0">
                <a:pos x="connsiteX6572" y="connsiteY6572"/>
              </a:cxn>
              <a:cxn ang="0">
                <a:pos x="connsiteX6573" y="connsiteY6573"/>
              </a:cxn>
              <a:cxn ang="0">
                <a:pos x="connsiteX6574" y="connsiteY6574"/>
              </a:cxn>
              <a:cxn ang="0">
                <a:pos x="connsiteX6575" y="connsiteY6575"/>
              </a:cxn>
              <a:cxn ang="0">
                <a:pos x="connsiteX6576" y="connsiteY6576"/>
              </a:cxn>
              <a:cxn ang="0">
                <a:pos x="connsiteX6577" y="connsiteY6577"/>
              </a:cxn>
              <a:cxn ang="0">
                <a:pos x="connsiteX6578" y="connsiteY6578"/>
              </a:cxn>
              <a:cxn ang="0">
                <a:pos x="connsiteX6579" y="connsiteY6579"/>
              </a:cxn>
              <a:cxn ang="0">
                <a:pos x="connsiteX6580" y="connsiteY6580"/>
              </a:cxn>
              <a:cxn ang="0">
                <a:pos x="connsiteX6581" y="connsiteY6581"/>
              </a:cxn>
              <a:cxn ang="0">
                <a:pos x="connsiteX6582" y="connsiteY6582"/>
              </a:cxn>
              <a:cxn ang="0">
                <a:pos x="connsiteX6583" y="connsiteY6583"/>
              </a:cxn>
              <a:cxn ang="0">
                <a:pos x="connsiteX6584" y="connsiteY6584"/>
              </a:cxn>
              <a:cxn ang="0">
                <a:pos x="connsiteX6585" y="connsiteY6585"/>
              </a:cxn>
              <a:cxn ang="0">
                <a:pos x="connsiteX6586" y="connsiteY6586"/>
              </a:cxn>
              <a:cxn ang="0">
                <a:pos x="connsiteX6587" y="connsiteY6587"/>
              </a:cxn>
              <a:cxn ang="0">
                <a:pos x="connsiteX6588" y="connsiteY6588"/>
              </a:cxn>
              <a:cxn ang="0">
                <a:pos x="connsiteX6589" y="connsiteY6589"/>
              </a:cxn>
              <a:cxn ang="0">
                <a:pos x="connsiteX6590" y="connsiteY6590"/>
              </a:cxn>
              <a:cxn ang="0">
                <a:pos x="connsiteX6591" y="connsiteY6591"/>
              </a:cxn>
              <a:cxn ang="0">
                <a:pos x="connsiteX6592" y="connsiteY6592"/>
              </a:cxn>
              <a:cxn ang="0">
                <a:pos x="connsiteX6593" y="connsiteY6593"/>
              </a:cxn>
              <a:cxn ang="0">
                <a:pos x="connsiteX6594" y="connsiteY6594"/>
              </a:cxn>
              <a:cxn ang="0">
                <a:pos x="connsiteX6595" y="connsiteY6595"/>
              </a:cxn>
              <a:cxn ang="0">
                <a:pos x="connsiteX6596" y="connsiteY6596"/>
              </a:cxn>
              <a:cxn ang="0">
                <a:pos x="connsiteX6597" y="connsiteY6597"/>
              </a:cxn>
              <a:cxn ang="0">
                <a:pos x="connsiteX6598" y="connsiteY6598"/>
              </a:cxn>
              <a:cxn ang="0">
                <a:pos x="connsiteX6599" y="connsiteY6599"/>
              </a:cxn>
              <a:cxn ang="0">
                <a:pos x="connsiteX6600" y="connsiteY6600"/>
              </a:cxn>
              <a:cxn ang="0">
                <a:pos x="connsiteX6601" y="connsiteY6601"/>
              </a:cxn>
              <a:cxn ang="0">
                <a:pos x="connsiteX6602" y="connsiteY6602"/>
              </a:cxn>
              <a:cxn ang="0">
                <a:pos x="connsiteX6603" y="connsiteY6603"/>
              </a:cxn>
              <a:cxn ang="0">
                <a:pos x="connsiteX6604" y="connsiteY6604"/>
              </a:cxn>
              <a:cxn ang="0">
                <a:pos x="connsiteX6605" y="connsiteY6605"/>
              </a:cxn>
              <a:cxn ang="0">
                <a:pos x="connsiteX6606" y="connsiteY6606"/>
              </a:cxn>
              <a:cxn ang="0">
                <a:pos x="connsiteX6607" y="connsiteY6607"/>
              </a:cxn>
              <a:cxn ang="0">
                <a:pos x="connsiteX6608" y="connsiteY6608"/>
              </a:cxn>
              <a:cxn ang="0">
                <a:pos x="connsiteX6609" y="connsiteY6609"/>
              </a:cxn>
              <a:cxn ang="0">
                <a:pos x="connsiteX6610" y="connsiteY6610"/>
              </a:cxn>
              <a:cxn ang="0">
                <a:pos x="connsiteX6611" y="connsiteY6611"/>
              </a:cxn>
              <a:cxn ang="0">
                <a:pos x="connsiteX6612" y="connsiteY6612"/>
              </a:cxn>
              <a:cxn ang="0">
                <a:pos x="connsiteX6613" y="connsiteY6613"/>
              </a:cxn>
              <a:cxn ang="0">
                <a:pos x="connsiteX6614" y="connsiteY6614"/>
              </a:cxn>
              <a:cxn ang="0">
                <a:pos x="connsiteX6615" y="connsiteY6615"/>
              </a:cxn>
              <a:cxn ang="0">
                <a:pos x="connsiteX6616" y="connsiteY6616"/>
              </a:cxn>
              <a:cxn ang="0">
                <a:pos x="connsiteX6617" y="connsiteY6617"/>
              </a:cxn>
              <a:cxn ang="0">
                <a:pos x="connsiteX6618" y="connsiteY6618"/>
              </a:cxn>
              <a:cxn ang="0">
                <a:pos x="connsiteX6619" y="connsiteY6619"/>
              </a:cxn>
              <a:cxn ang="0">
                <a:pos x="connsiteX6620" y="connsiteY6620"/>
              </a:cxn>
              <a:cxn ang="0">
                <a:pos x="connsiteX6621" y="connsiteY6621"/>
              </a:cxn>
              <a:cxn ang="0">
                <a:pos x="connsiteX6622" y="connsiteY6622"/>
              </a:cxn>
              <a:cxn ang="0">
                <a:pos x="connsiteX6623" y="connsiteY6623"/>
              </a:cxn>
              <a:cxn ang="0">
                <a:pos x="connsiteX6624" y="connsiteY6624"/>
              </a:cxn>
              <a:cxn ang="0">
                <a:pos x="connsiteX6625" y="connsiteY6625"/>
              </a:cxn>
              <a:cxn ang="0">
                <a:pos x="connsiteX6626" y="connsiteY6626"/>
              </a:cxn>
              <a:cxn ang="0">
                <a:pos x="connsiteX6627" y="connsiteY6627"/>
              </a:cxn>
              <a:cxn ang="0">
                <a:pos x="connsiteX6628" y="connsiteY6628"/>
              </a:cxn>
              <a:cxn ang="0">
                <a:pos x="connsiteX6629" y="connsiteY6629"/>
              </a:cxn>
              <a:cxn ang="0">
                <a:pos x="connsiteX6630" y="connsiteY6630"/>
              </a:cxn>
              <a:cxn ang="0">
                <a:pos x="connsiteX6631" y="connsiteY6631"/>
              </a:cxn>
              <a:cxn ang="0">
                <a:pos x="connsiteX6632" y="connsiteY6632"/>
              </a:cxn>
              <a:cxn ang="0">
                <a:pos x="connsiteX6633" y="connsiteY6633"/>
              </a:cxn>
              <a:cxn ang="0">
                <a:pos x="connsiteX6634" y="connsiteY6634"/>
              </a:cxn>
              <a:cxn ang="0">
                <a:pos x="connsiteX6635" y="connsiteY6635"/>
              </a:cxn>
              <a:cxn ang="0">
                <a:pos x="connsiteX6636" y="connsiteY6636"/>
              </a:cxn>
              <a:cxn ang="0">
                <a:pos x="connsiteX6637" y="connsiteY6637"/>
              </a:cxn>
              <a:cxn ang="0">
                <a:pos x="connsiteX6638" y="connsiteY6638"/>
              </a:cxn>
              <a:cxn ang="0">
                <a:pos x="connsiteX6639" y="connsiteY6639"/>
              </a:cxn>
              <a:cxn ang="0">
                <a:pos x="connsiteX6640" y="connsiteY6640"/>
              </a:cxn>
              <a:cxn ang="0">
                <a:pos x="connsiteX6641" y="connsiteY6641"/>
              </a:cxn>
              <a:cxn ang="0">
                <a:pos x="connsiteX6642" y="connsiteY6642"/>
              </a:cxn>
              <a:cxn ang="0">
                <a:pos x="connsiteX6643" y="connsiteY6643"/>
              </a:cxn>
              <a:cxn ang="0">
                <a:pos x="connsiteX6644" y="connsiteY6644"/>
              </a:cxn>
              <a:cxn ang="0">
                <a:pos x="connsiteX6645" y="connsiteY6645"/>
              </a:cxn>
              <a:cxn ang="0">
                <a:pos x="connsiteX6646" y="connsiteY6646"/>
              </a:cxn>
              <a:cxn ang="0">
                <a:pos x="connsiteX6647" y="connsiteY6647"/>
              </a:cxn>
              <a:cxn ang="0">
                <a:pos x="connsiteX6648" y="connsiteY6648"/>
              </a:cxn>
              <a:cxn ang="0">
                <a:pos x="connsiteX6649" y="connsiteY6649"/>
              </a:cxn>
              <a:cxn ang="0">
                <a:pos x="connsiteX6650" y="connsiteY6650"/>
              </a:cxn>
              <a:cxn ang="0">
                <a:pos x="connsiteX6651" y="connsiteY6651"/>
              </a:cxn>
              <a:cxn ang="0">
                <a:pos x="connsiteX6652" y="connsiteY6652"/>
              </a:cxn>
              <a:cxn ang="0">
                <a:pos x="connsiteX6653" y="connsiteY6653"/>
              </a:cxn>
              <a:cxn ang="0">
                <a:pos x="connsiteX6654" y="connsiteY6654"/>
              </a:cxn>
              <a:cxn ang="0">
                <a:pos x="connsiteX6655" y="connsiteY6655"/>
              </a:cxn>
              <a:cxn ang="0">
                <a:pos x="connsiteX6656" y="connsiteY6656"/>
              </a:cxn>
              <a:cxn ang="0">
                <a:pos x="connsiteX6657" y="connsiteY6657"/>
              </a:cxn>
              <a:cxn ang="0">
                <a:pos x="connsiteX6658" y="connsiteY6658"/>
              </a:cxn>
              <a:cxn ang="0">
                <a:pos x="connsiteX6659" y="connsiteY6659"/>
              </a:cxn>
              <a:cxn ang="0">
                <a:pos x="connsiteX6660" y="connsiteY6660"/>
              </a:cxn>
              <a:cxn ang="0">
                <a:pos x="connsiteX6661" y="connsiteY6661"/>
              </a:cxn>
              <a:cxn ang="0">
                <a:pos x="connsiteX6662" y="connsiteY6662"/>
              </a:cxn>
              <a:cxn ang="0">
                <a:pos x="connsiteX6663" y="connsiteY6663"/>
              </a:cxn>
              <a:cxn ang="0">
                <a:pos x="connsiteX6664" y="connsiteY6664"/>
              </a:cxn>
              <a:cxn ang="0">
                <a:pos x="connsiteX6665" y="connsiteY6665"/>
              </a:cxn>
              <a:cxn ang="0">
                <a:pos x="connsiteX6666" y="connsiteY6666"/>
              </a:cxn>
              <a:cxn ang="0">
                <a:pos x="connsiteX6667" y="connsiteY6667"/>
              </a:cxn>
              <a:cxn ang="0">
                <a:pos x="connsiteX6668" y="connsiteY6668"/>
              </a:cxn>
              <a:cxn ang="0">
                <a:pos x="connsiteX6669" y="connsiteY6669"/>
              </a:cxn>
              <a:cxn ang="0">
                <a:pos x="connsiteX6670" y="connsiteY6670"/>
              </a:cxn>
              <a:cxn ang="0">
                <a:pos x="connsiteX6671" y="connsiteY6671"/>
              </a:cxn>
              <a:cxn ang="0">
                <a:pos x="connsiteX6672" y="connsiteY6672"/>
              </a:cxn>
              <a:cxn ang="0">
                <a:pos x="connsiteX6673" y="connsiteY6673"/>
              </a:cxn>
              <a:cxn ang="0">
                <a:pos x="connsiteX6674" y="connsiteY6674"/>
              </a:cxn>
              <a:cxn ang="0">
                <a:pos x="connsiteX6675" y="connsiteY6675"/>
              </a:cxn>
              <a:cxn ang="0">
                <a:pos x="connsiteX6676" y="connsiteY6676"/>
              </a:cxn>
              <a:cxn ang="0">
                <a:pos x="connsiteX6677" y="connsiteY6677"/>
              </a:cxn>
              <a:cxn ang="0">
                <a:pos x="connsiteX6678" y="connsiteY6678"/>
              </a:cxn>
              <a:cxn ang="0">
                <a:pos x="connsiteX6679" y="connsiteY6679"/>
              </a:cxn>
              <a:cxn ang="0">
                <a:pos x="connsiteX6680" y="connsiteY6680"/>
              </a:cxn>
              <a:cxn ang="0">
                <a:pos x="connsiteX6681" y="connsiteY6681"/>
              </a:cxn>
              <a:cxn ang="0">
                <a:pos x="connsiteX6682" y="connsiteY6682"/>
              </a:cxn>
              <a:cxn ang="0">
                <a:pos x="connsiteX6683" y="connsiteY6683"/>
              </a:cxn>
              <a:cxn ang="0">
                <a:pos x="connsiteX6684" y="connsiteY6684"/>
              </a:cxn>
              <a:cxn ang="0">
                <a:pos x="connsiteX6685" y="connsiteY6685"/>
              </a:cxn>
              <a:cxn ang="0">
                <a:pos x="connsiteX6686" y="connsiteY6686"/>
              </a:cxn>
              <a:cxn ang="0">
                <a:pos x="connsiteX6687" y="connsiteY6687"/>
              </a:cxn>
              <a:cxn ang="0">
                <a:pos x="connsiteX6688" y="connsiteY6688"/>
              </a:cxn>
              <a:cxn ang="0">
                <a:pos x="connsiteX6689" y="connsiteY6689"/>
              </a:cxn>
              <a:cxn ang="0">
                <a:pos x="connsiteX6690" y="connsiteY6690"/>
              </a:cxn>
              <a:cxn ang="0">
                <a:pos x="connsiteX6691" y="connsiteY6691"/>
              </a:cxn>
              <a:cxn ang="0">
                <a:pos x="connsiteX6692" y="connsiteY6692"/>
              </a:cxn>
              <a:cxn ang="0">
                <a:pos x="connsiteX6693" y="connsiteY6693"/>
              </a:cxn>
              <a:cxn ang="0">
                <a:pos x="connsiteX6694" y="connsiteY6694"/>
              </a:cxn>
              <a:cxn ang="0">
                <a:pos x="connsiteX6695" y="connsiteY6695"/>
              </a:cxn>
              <a:cxn ang="0">
                <a:pos x="connsiteX6696" y="connsiteY6696"/>
              </a:cxn>
              <a:cxn ang="0">
                <a:pos x="connsiteX6697" y="connsiteY6697"/>
              </a:cxn>
              <a:cxn ang="0">
                <a:pos x="connsiteX6698" y="connsiteY6698"/>
              </a:cxn>
              <a:cxn ang="0">
                <a:pos x="connsiteX6699" y="connsiteY6699"/>
              </a:cxn>
              <a:cxn ang="0">
                <a:pos x="connsiteX6700" y="connsiteY6700"/>
              </a:cxn>
              <a:cxn ang="0">
                <a:pos x="connsiteX6701" y="connsiteY6701"/>
              </a:cxn>
              <a:cxn ang="0">
                <a:pos x="connsiteX6702" y="connsiteY6702"/>
              </a:cxn>
              <a:cxn ang="0">
                <a:pos x="connsiteX6703" y="connsiteY6703"/>
              </a:cxn>
              <a:cxn ang="0">
                <a:pos x="connsiteX6704" y="connsiteY6704"/>
              </a:cxn>
              <a:cxn ang="0">
                <a:pos x="connsiteX6705" y="connsiteY6705"/>
              </a:cxn>
              <a:cxn ang="0">
                <a:pos x="connsiteX6706" y="connsiteY6706"/>
              </a:cxn>
              <a:cxn ang="0">
                <a:pos x="connsiteX6707" y="connsiteY6707"/>
              </a:cxn>
              <a:cxn ang="0">
                <a:pos x="connsiteX6708" y="connsiteY6708"/>
              </a:cxn>
              <a:cxn ang="0">
                <a:pos x="connsiteX6709" y="connsiteY6709"/>
              </a:cxn>
              <a:cxn ang="0">
                <a:pos x="connsiteX6710" y="connsiteY6710"/>
              </a:cxn>
              <a:cxn ang="0">
                <a:pos x="connsiteX6711" y="connsiteY6711"/>
              </a:cxn>
              <a:cxn ang="0">
                <a:pos x="connsiteX6712" y="connsiteY6712"/>
              </a:cxn>
              <a:cxn ang="0">
                <a:pos x="connsiteX6713" y="connsiteY6713"/>
              </a:cxn>
              <a:cxn ang="0">
                <a:pos x="connsiteX6714" y="connsiteY6714"/>
              </a:cxn>
              <a:cxn ang="0">
                <a:pos x="connsiteX6715" y="connsiteY6715"/>
              </a:cxn>
              <a:cxn ang="0">
                <a:pos x="connsiteX6716" y="connsiteY6716"/>
              </a:cxn>
              <a:cxn ang="0">
                <a:pos x="connsiteX6717" y="connsiteY6717"/>
              </a:cxn>
              <a:cxn ang="0">
                <a:pos x="connsiteX6718" y="connsiteY6718"/>
              </a:cxn>
              <a:cxn ang="0">
                <a:pos x="connsiteX6719" y="connsiteY6719"/>
              </a:cxn>
              <a:cxn ang="0">
                <a:pos x="connsiteX6720" y="connsiteY6720"/>
              </a:cxn>
              <a:cxn ang="0">
                <a:pos x="connsiteX6721" y="connsiteY6721"/>
              </a:cxn>
              <a:cxn ang="0">
                <a:pos x="connsiteX6722" y="connsiteY6722"/>
              </a:cxn>
              <a:cxn ang="0">
                <a:pos x="connsiteX6723" y="connsiteY6723"/>
              </a:cxn>
              <a:cxn ang="0">
                <a:pos x="connsiteX6724" y="connsiteY6724"/>
              </a:cxn>
              <a:cxn ang="0">
                <a:pos x="connsiteX6725" y="connsiteY6725"/>
              </a:cxn>
              <a:cxn ang="0">
                <a:pos x="connsiteX6726" y="connsiteY6726"/>
              </a:cxn>
              <a:cxn ang="0">
                <a:pos x="connsiteX6727" y="connsiteY6727"/>
              </a:cxn>
              <a:cxn ang="0">
                <a:pos x="connsiteX6728" y="connsiteY6728"/>
              </a:cxn>
              <a:cxn ang="0">
                <a:pos x="connsiteX6729" y="connsiteY6729"/>
              </a:cxn>
              <a:cxn ang="0">
                <a:pos x="connsiteX6730" y="connsiteY6730"/>
              </a:cxn>
              <a:cxn ang="0">
                <a:pos x="connsiteX6731" y="connsiteY6731"/>
              </a:cxn>
              <a:cxn ang="0">
                <a:pos x="connsiteX6732" y="connsiteY6732"/>
              </a:cxn>
              <a:cxn ang="0">
                <a:pos x="connsiteX6733" y="connsiteY6733"/>
              </a:cxn>
              <a:cxn ang="0">
                <a:pos x="connsiteX6734" y="connsiteY6734"/>
              </a:cxn>
              <a:cxn ang="0">
                <a:pos x="connsiteX6735" y="connsiteY6735"/>
              </a:cxn>
              <a:cxn ang="0">
                <a:pos x="connsiteX6736" y="connsiteY6736"/>
              </a:cxn>
              <a:cxn ang="0">
                <a:pos x="connsiteX6737" y="connsiteY6737"/>
              </a:cxn>
              <a:cxn ang="0">
                <a:pos x="connsiteX6738" y="connsiteY6738"/>
              </a:cxn>
              <a:cxn ang="0">
                <a:pos x="connsiteX6739" y="connsiteY6739"/>
              </a:cxn>
              <a:cxn ang="0">
                <a:pos x="connsiteX6740" y="connsiteY6740"/>
              </a:cxn>
              <a:cxn ang="0">
                <a:pos x="connsiteX6741" y="connsiteY6741"/>
              </a:cxn>
              <a:cxn ang="0">
                <a:pos x="connsiteX6742" y="connsiteY6742"/>
              </a:cxn>
              <a:cxn ang="0">
                <a:pos x="connsiteX6743" y="connsiteY6743"/>
              </a:cxn>
              <a:cxn ang="0">
                <a:pos x="connsiteX6744" y="connsiteY6744"/>
              </a:cxn>
              <a:cxn ang="0">
                <a:pos x="connsiteX6745" y="connsiteY6745"/>
              </a:cxn>
              <a:cxn ang="0">
                <a:pos x="connsiteX6746" y="connsiteY6746"/>
              </a:cxn>
              <a:cxn ang="0">
                <a:pos x="connsiteX6747" y="connsiteY6747"/>
              </a:cxn>
            </a:cxnLst>
            <a:rect l="l" t="t" r="r" b="b"/>
            <a:pathLst>
              <a:path w="6501199" h="6382977">
                <a:moveTo>
                  <a:pt x="1776545" y="6193964"/>
                </a:moveTo>
                <a:cubicBezTo>
                  <a:pt x="1774385" y="6200804"/>
                  <a:pt x="1779065" y="6214486"/>
                  <a:pt x="1788065" y="6217006"/>
                </a:cubicBezTo>
                <a:cubicBezTo>
                  <a:pt x="1797065" y="6210165"/>
                  <a:pt x="1783385" y="6196484"/>
                  <a:pt x="1776545" y="6193964"/>
                </a:cubicBezTo>
                <a:close/>
                <a:moveTo>
                  <a:pt x="1428422" y="5800457"/>
                </a:moveTo>
                <a:cubicBezTo>
                  <a:pt x="1415101" y="5805138"/>
                  <a:pt x="1421941" y="5811978"/>
                  <a:pt x="1417261" y="5816298"/>
                </a:cubicBezTo>
                <a:cubicBezTo>
                  <a:pt x="1424101" y="5816298"/>
                  <a:pt x="1428422" y="5825658"/>
                  <a:pt x="1437782" y="5818818"/>
                </a:cubicBezTo>
                <a:cubicBezTo>
                  <a:pt x="1428422" y="5811978"/>
                  <a:pt x="1433102" y="5807298"/>
                  <a:pt x="1428422" y="5800457"/>
                </a:cubicBezTo>
                <a:close/>
                <a:moveTo>
                  <a:pt x="1974546" y="5798297"/>
                </a:moveTo>
                <a:cubicBezTo>
                  <a:pt x="1965546" y="5800457"/>
                  <a:pt x="1970226" y="5823138"/>
                  <a:pt x="1981386" y="5811978"/>
                </a:cubicBezTo>
                <a:cubicBezTo>
                  <a:pt x="1974546" y="5811978"/>
                  <a:pt x="1974546" y="5809458"/>
                  <a:pt x="1983546" y="5802977"/>
                </a:cubicBezTo>
                <a:cubicBezTo>
                  <a:pt x="1981386" y="5802977"/>
                  <a:pt x="1977066" y="5800457"/>
                  <a:pt x="1974546" y="5798297"/>
                </a:cubicBezTo>
                <a:close/>
                <a:moveTo>
                  <a:pt x="1951866" y="5791456"/>
                </a:moveTo>
                <a:cubicBezTo>
                  <a:pt x="1940346" y="5791456"/>
                  <a:pt x="1938186" y="5805138"/>
                  <a:pt x="1942866" y="5811978"/>
                </a:cubicBezTo>
                <a:cubicBezTo>
                  <a:pt x="1931346" y="5816298"/>
                  <a:pt x="1942866" y="5798297"/>
                  <a:pt x="1929186" y="5805138"/>
                </a:cubicBezTo>
                <a:cubicBezTo>
                  <a:pt x="1915506" y="5820978"/>
                  <a:pt x="1947186" y="5841500"/>
                  <a:pt x="1924506" y="5855181"/>
                </a:cubicBezTo>
                <a:cubicBezTo>
                  <a:pt x="1936026" y="5868862"/>
                  <a:pt x="1963386" y="5873182"/>
                  <a:pt x="1972386" y="5855181"/>
                </a:cubicBezTo>
                <a:cubicBezTo>
                  <a:pt x="1960866" y="5857341"/>
                  <a:pt x="1947186" y="5864182"/>
                  <a:pt x="1940346" y="5850500"/>
                </a:cubicBezTo>
                <a:cubicBezTo>
                  <a:pt x="1956546" y="5848340"/>
                  <a:pt x="1956546" y="5845820"/>
                  <a:pt x="1970226" y="5839340"/>
                </a:cubicBezTo>
                <a:cubicBezTo>
                  <a:pt x="1963386" y="5834660"/>
                  <a:pt x="1958706" y="5827819"/>
                  <a:pt x="1972386" y="5823138"/>
                </a:cubicBezTo>
                <a:cubicBezTo>
                  <a:pt x="1956546" y="5809458"/>
                  <a:pt x="1954026" y="5807298"/>
                  <a:pt x="1951866" y="5791456"/>
                </a:cubicBezTo>
                <a:close/>
                <a:moveTo>
                  <a:pt x="1933506" y="5782456"/>
                </a:moveTo>
                <a:cubicBezTo>
                  <a:pt x="1922346" y="5786776"/>
                  <a:pt x="1924506" y="5793616"/>
                  <a:pt x="1929186" y="5800457"/>
                </a:cubicBezTo>
                <a:cubicBezTo>
                  <a:pt x="1938186" y="5796136"/>
                  <a:pt x="1938186" y="5789296"/>
                  <a:pt x="1933506" y="5782456"/>
                </a:cubicBezTo>
                <a:close/>
                <a:moveTo>
                  <a:pt x="1653783" y="5770935"/>
                </a:moveTo>
                <a:cubicBezTo>
                  <a:pt x="1642623" y="5777776"/>
                  <a:pt x="1649463" y="5789296"/>
                  <a:pt x="1658463" y="5789296"/>
                </a:cubicBezTo>
                <a:cubicBezTo>
                  <a:pt x="1672143" y="5779936"/>
                  <a:pt x="1660623" y="5782456"/>
                  <a:pt x="1653783" y="5770935"/>
                </a:cubicBezTo>
                <a:close/>
                <a:moveTo>
                  <a:pt x="1681143" y="5750414"/>
                </a:moveTo>
                <a:cubicBezTo>
                  <a:pt x="1674303" y="5750414"/>
                  <a:pt x="1662783" y="5752574"/>
                  <a:pt x="1662783" y="5759414"/>
                </a:cubicBezTo>
                <a:cubicBezTo>
                  <a:pt x="1681143" y="5755094"/>
                  <a:pt x="1676463" y="5766254"/>
                  <a:pt x="1676463" y="5777776"/>
                </a:cubicBezTo>
                <a:cubicBezTo>
                  <a:pt x="1681143" y="5775616"/>
                  <a:pt x="1683303" y="5773095"/>
                  <a:pt x="1681143" y="5770935"/>
                </a:cubicBezTo>
                <a:cubicBezTo>
                  <a:pt x="1687984" y="5768775"/>
                  <a:pt x="1692304" y="5777776"/>
                  <a:pt x="1699144" y="5768775"/>
                </a:cubicBezTo>
                <a:cubicBezTo>
                  <a:pt x="1694824" y="5764094"/>
                  <a:pt x="1676463" y="5757254"/>
                  <a:pt x="1681143" y="5750414"/>
                </a:cubicBezTo>
                <a:close/>
                <a:moveTo>
                  <a:pt x="1947186" y="5718732"/>
                </a:moveTo>
                <a:cubicBezTo>
                  <a:pt x="1936026" y="5729892"/>
                  <a:pt x="1940346" y="5741413"/>
                  <a:pt x="1945026" y="5755094"/>
                </a:cubicBezTo>
                <a:cubicBezTo>
                  <a:pt x="1958706" y="5743573"/>
                  <a:pt x="1945026" y="5729892"/>
                  <a:pt x="1947186" y="5718732"/>
                </a:cubicBezTo>
                <a:close/>
                <a:moveTo>
                  <a:pt x="1967706" y="5673008"/>
                </a:moveTo>
                <a:cubicBezTo>
                  <a:pt x="1956546" y="5677688"/>
                  <a:pt x="1972386" y="5684529"/>
                  <a:pt x="1963386" y="5689210"/>
                </a:cubicBezTo>
                <a:cubicBezTo>
                  <a:pt x="1972386" y="5696050"/>
                  <a:pt x="1979226" y="5679848"/>
                  <a:pt x="1967706" y="5673008"/>
                </a:cubicBezTo>
                <a:close/>
                <a:moveTo>
                  <a:pt x="1467302" y="5581922"/>
                </a:moveTo>
                <a:cubicBezTo>
                  <a:pt x="1467302" y="5581922"/>
                  <a:pt x="1467302" y="5581922"/>
                  <a:pt x="1453622" y="5591282"/>
                </a:cubicBezTo>
                <a:cubicBezTo>
                  <a:pt x="1474142" y="5602444"/>
                  <a:pt x="1476302" y="5622965"/>
                  <a:pt x="1485662" y="5643486"/>
                </a:cubicBezTo>
                <a:cubicBezTo>
                  <a:pt x="1501502" y="5618644"/>
                  <a:pt x="1469462" y="5598123"/>
                  <a:pt x="1467302" y="5581922"/>
                </a:cubicBezTo>
                <a:close/>
                <a:moveTo>
                  <a:pt x="2454663" y="5568266"/>
                </a:moveTo>
                <a:cubicBezTo>
                  <a:pt x="2452491" y="5579296"/>
                  <a:pt x="2447784" y="5586056"/>
                  <a:pt x="2434388" y="5583921"/>
                </a:cubicBezTo>
                <a:cubicBezTo>
                  <a:pt x="2436561" y="5572535"/>
                  <a:pt x="2441267" y="5565775"/>
                  <a:pt x="2454663" y="5568266"/>
                </a:cubicBezTo>
                <a:close/>
                <a:moveTo>
                  <a:pt x="2549669" y="5543550"/>
                </a:moveTo>
                <a:cubicBezTo>
                  <a:pt x="2572144" y="5548136"/>
                  <a:pt x="2563225" y="5554839"/>
                  <a:pt x="2558587" y="5572478"/>
                </a:cubicBezTo>
                <a:cubicBezTo>
                  <a:pt x="2551809" y="5561542"/>
                  <a:pt x="2509000" y="5581297"/>
                  <a:pt x="2513638" y="5556956"/>
                </a:cubicBezTo>
                <a:cubicBezTo>
                  <a:pt x="2527194" y="5561542"/>
                  <a:pt x="2549669" y="5543550"/>
                  <a:pt x="2545031" y="5563658"/>
                </a:cubicBezTo>
                <a:cubicBezTo>
                  <a:pt x="2565365" y="5559072"/>
                  <a:pt x="2545031" y="5554839"/>
                  <a:pt x="2549669" y="5543550"/>
                </a:cubicBezTo>
                <a:close/>
                <a:moveTo>
                  <a:pt x="1460462" y="5522878"/>
                </a:moveTo>
                <a:cubicBezTo>
                  <a:pt x="1453622" y="5539079"/>
                  <a:pt x="1460462" y="5554920"/>
                  <a:pt x="1458302" y="5572922"/>
                </a:cubicBezTo>
                <a:cubicBezTo>
                  <a:pt x="1465142" y="5575442"/>
                  <a:pt x="1469462" y="5572922"/>
                  <a:pt x="1476302" y="5568601"/>
                </a:cubicBezTo>
                <a:cubicBezTo>
                  <a:pt x="1469462" y="5554920"/>
                  <a:pt x="1467302" y="5539079"/>
                  <a:pt x="1460462" y="5522878"/>
                </a:cubicBezTo>
                <a:close/>
                <a:moveTo>
                  <a:pt x="2191815" y="5490491"/>
                </a:moveTo>
                <a:cubicBezTo>
                  <a:pt x="2193941" y="5494784"/>
                  <a:pt x="2193941" y="5497288"/>
                  <a:pt x="2200671" y="5499435"/>
                </a:cubicBezTo>
                <a:cubicBezTo>
                  <a:pt x="2187210" y="5513029"/>
                  <a:pt x="2173749" y="5501581"/>
                  <a:pt x="2158163" y="5499435"/>
                </a:cubicBezTo>
                <a:cubicBezTo>
                  <a:pt x="2164894" y="5490491"/>
                  <a:pt x="2176229" y="5487987"/>
                  <a:pt x="2191815" y="5490491"/>
                </a:cubicBezTo>
                <a:close/>
                <a:moveTo>
                  <a:pt x="2223615" y="5485713"/>
                </a:moveTo>
                <a:lnTo>
                  <a:pt x="2233422" y="5492248"/>
                </a:lnTo>
                <a:lnTo>
                  <a:pt x="2234454" y="5491038"/>
                </a:lnTo>
                <a:close/>
                <a:moveTo>
                  <a:pt x="2648288" y="5462587"/>
                </a:moveTo>
                <a:cubicBezTo>
                  <a:pt x="2665813" y="5462587"/>
                  <a:pt x="2663710" y="5474198"/>
                  <a:pt x="2661607" y="5485447"/>
                </a:cubicBezTo>
                <a:cubicBezTo>
                  <a:pt x="2641629" y="5487624"/>
                  <a:pt x="2639175" y="5469481"/>
                  <a:pt x="2648288" y="5462587"/>
                </a:cubicBezTo>
                <a:close/>
                <a:moveTo>
                  <a:pt x="1469462" y="5445472"/>
                </a:moveTo>
                <a:cubicBezTo>
                  <a:pt x="1465142" y="5443312"/>
                  <a:pt x="1460462" y="5445472"/>
                  <a:pt x="1455782" y="5447993"/>
                </a:cubicBezTo>
                <a:cubicBezTo>
                  <a:pt x="1465142" y="5468514"/>
                  <a:pt x="1460462" y="5484356"/>
                  <a:pt x="1465142" y="5495516"/>
                </a:cubicBezTo>
                <a:cubicBezTo>
                  <a:pt x="1471982" y="5504876"/>
                  <a:pt x="1478822" y="5511717"/>
                  <a:pt x="1489982" y="5504876"/>
                </a:cubicBezTo>
                <a:cubicBezTo>
                  <a:pt x="1485662" y="5484356"/>
                  <a:pt x="1478822" y="5459154"/>
                  <a:pt x="1469462" y="5445472"/>
                </a:cubicBezTo>
                <a:close/>
                <a:moveTo>
                  <a:pt x="2559622" y="5434012"/>
                </a:moveTo>
                <a:cubicBezTo>
                  <a:pt x="2575319" y="5436115"/>
                  <a:pt x="2562119" y="5460650"/>
                  <a:pt x="2543925" y="5458196"/>
                </a:cubicBezTo>
                <a:cubicBezTo>
                  <a:pt x="2543925" y="5444877"/>
                  <a:pt x="2555341" y="5442774"/>
                  <a:pt x="2559622" y="5434012"/>
                </a:cubicBezTo>
                <a:close/>
                <a:moveTo>
                  <a:pt x="2553087" y="5413341"/>
                </a:moveTo>
                <a:cubicBezTo>
                  <a:pt x="2548726" y="5443173"/>
                  <a:pt x="2548726" y="5443173"/>
                  <a:pt x="2548726" y="5443173"/>
                </a:cubicBezTo>
                <a:cubicBezTo>
                  <a:pt x="2541822" y="5436261"/>
                  <a:pt x="2537097" y="5420254"/>
                  <a:pt x="2528012" y="5436261"/>
                </a:cubicBezTo>
                <a:cubicBezTo>
                  <a:pt x="2523288" y="5436261"/>
                  <a:pt x="2523288" y="5434078"/>
                  <a:pt x="2523288" y="5431895"/>
                </a:cubicBezTo>
                <a:cubicBezTo>
                  <a:pt x="2528012" y="5436261"/>
                  <a:pt x="2525469" y="5408612"/>
                  <a:pt x="2553087" y="5413341"/>
                </a:cubicBezTo>
                <a:close/>
                <a:moveTo>
                  <a:pt x="2613743" y="5395731"/>
                </a:moveTo>
                <a:cubicBezTo>
                  <a:pt x="2644166" y="5394325"/>
                  <a:pt x="2679399" y="5400131"/>
                  <a:pt x="2697554" y="5404848"/>
                </a:cubicBezTo>
                <a:cubicBezTo>
                  <a:pt x="2681376" y="5422991"/>
                  <a:pt x="2649739" y="5420814"/>
                  <a:pt x="2640751" y="5448391"/>
                </a:cubicBezTo>
                <a:cubicBezTo>
                  <a:pt x="2608754" y="5457462"/>
                  <a:pt x="2586105" y="5422991"/>
                  <a:pt x="2558782" y="5429885"/>
                </a:cubicBezTo>
                <a:cubicBezTo>
                  <a:pt x="2557704" y="5405755"/>
                  <a:pt x="2583319" y="5397137"/>
                  <a:pt x="2613743" y="5395731"/>
                </a:cubicBezTo>
                <a:close/>
                <a:moveTo>
                  <a:pt x="2488206" y="5304197"/>
                </a:moveTo>
                <a:lnTo>
                  <a:pt x="2484143" y="5306138"/>
                </a:lnTo>
                <a:lnTo>
                  <a:pt x="2458972" y="5350103"/>
                </a:lnTo>
                <a:lnTo>
                  <a:pt x="2465524" y="5361080"/>
                </a:lnTo>
                <a:cubicBezTo>
                  <a:pt x="2465524" y="5351719"/>
                  <a:pt x="2458683" y="5335878"/>
                  <a:pt x="2477045" y="5335878"/>
                </a:cubicBezTo>
                <a:cubicBezTo>
                  <a:pt x="2483886" y="5342719"/>
                  <a:pt x="2490726" y="5349559"/>
                  <a:pt x="2499727" y="5356400"/>
                </a:cubicBezTo>
                <a:cubicBezTo>
                  <a:pt x="2497567" y="5335878"/>
                  <a:pt x="2508728" y="5331198"/>
                  <a:pt x="2529250" y="5335878"/>
                </a:cubicBezTo>
                <a:cubicBezTo>
                  <a:pt x="2527090" y="5317518"/>
                  <a:pt x="2556613" y="5317518"/>
                  <a:pt x="2547612" y="5304197"/>
                </a:cubicBezTo>
                <a:cubicBezTo>
                  <a:pt x="2533931" y="5304197"/>
                  <a:pt x="2529250" y="5311038"/>
                  <a:pt x="2515569" y="5306357"/>
                </a:cubicBezTo>
                <a:cubicBezTo>
                  <a:pt x="2510888" y="5315358"/>
                  <a:pt x="2520249" y="5320038"/>
                  <a:pt x="2520249" y="5326878"/>
                </a:cubicBezTo>
                <a:cubicBezTo>
                  <a:pt x="2513409" y="5329038"/>
                  <a:pt x="2506568" y="5333718"/>
                  <a:pt x="2497567" y="5333718"/>
                </a:cubicBezTo>
                <a:cubicBezTo>
                  <a:pt x="2504408" y="5317518"/>
                  <a:pt x="2490726" y="5313198"/>
                  <a:pt x="2488206" y="5304197"/>
                </a:cubicBezTo>
                <a:close/>
                <a:moveTo>
                  <a:pt x="2586136" y="5294837"/>
                </a:moveTo>
                <a:cubicBezTo>
                  <a:pt x="2572455" y="5294837"/>
                  <a:pt x="2563454" y="5294837"/>
                  <a:pt x="2558773" y="5301677"/>
                </a:cubicBezTo>
                <a:cubicBezTo>
                  <a:pt x="2570295" y="5301677"/>
                  <a:pt x="2551933" y="5320038"/>
                  <a:pt x="2570295" y="5315358"/>
                </a:cubicBezTo>
                <a:cubicBezTo>
                  <a:pt x="2570295" y="5301677"/>
                  <a:pt x="2579296" y="5299517"/>
                  <a:pt x="2586136" y="5294837"/>
                </a:cubicBezTo>
                <a:close/>
                <a:moveTo>
                  <a:pt x="2795926" y="5115905"/>
                </a:moveTo>
                <a:cubicBezTo>
                  <a:pt x="2800657" y="5115578"/>
                  <a:pt x="2806791" y="5116698"/>
                  <a:pt x="2813450" y="5117819"/>
                </a:cubicBezTo>
                <a:cubicBezTo>
                  <a:pt x="2813450" y="5129772"/>
                  <a:pt x="2800132" y="5124916"/>
                  <a:pt x="2800132" y="5132013"/>
                </a:cubicBezTo>
                <a:cubicBezTo>
                  <a:pt x="2793472" y="5129772"/>
                  <a:pt x="2793472" y="5124916"/>
                  <a:pt x="2786813" y="5122675"/>
                </a:cubicBezTo>
                <a:cubicBezTo>
                  <a:pt x="2787865" y="5118006"/>
                  <a:pt x="2791194" y="5116232"/>
                  <a:pt x="2795926" y="5115905"/>
                </a:cubicBezTo>
                <a:close/>
                <a:moveTo>
                  <a:pt x="2805134" y="5051425"/>
                </a:moveTo>
                <a:cubicBezTo>
                  <a:pt x="2832490" y="5058226"/>
                  <a:pt x="2770938" y="5087579"/>
                  <a:pt x="2777777" y="5060374"/>
                </a:cubicBezTo>
                <a:cubicBezTo>
                  <a:pt x="2791456" y="5060374"/>
                  <a:pt x="2798295" y="5056078"/>
                  <a:pt x="2805134" y="5051425"/>
                </a:cubicBezTo>
                <a:close/>
                <a:moveTo>
                  <a:pt x="2691234" y="4998292"/>
                </a:moveTo>
                <a:lnTo>
                  <a:pt x="2691133" y="5000874"/>
                </a:lnTo>
                <a:lnTo>
                  <a:pt x="2695228" y="4999262"/>
                </a:lnTo>
                <a:close/>
                <a:moveTo>
                  <a:pt x="2622500" y="4871816"/>
                </a:moveTo>
                <a:cubicBezTo>
                  <a:pt x="2617820" y="4878657"/>
                  <a:pt x="2601978" y="4871816"/>
                  <a:pt x="2604498" y="4885497"/>
                </a:cubicBezTo>
                <a:cubicBezTo>
                  <a:pt x="2617820" y="4892338"/>
                  <a:pt x="2636181" y="4878657"/>
                  <a:pt x="2622500" y="4871816"/>
                </a:cubicBezTo>
                <a:close/>
                <a:moveTo>
                  <a:pt x="2734112" y="4858136"/>
                </a:moveTo>
                <a:cubicBezTo>
                  <a:pt x="2736272" y="4869656"/>
                  <a:pt x="2715750" y="4878657"/>
                  <a:pt x="2727271" y="4883337"/>
                </a:cubicBezTo>
                <a:cubicBezTo>
                  <a:pt x="2738432" y="4878657"/>
                  <a:pt x="2743113" y="4867136"/>
                  <a:pt x="2734112" y="4858136"/>
                </a:cubicBezTo>
                <a:close/>
                <a:moveTo>
                  <a:pt x="2643976" y="4840208"/>
                </a:moveTo>
                <a:lnTo>
                  <a:pt x="2638342" y="4846976"/>
                </a:lnTo>
                <a:lnTo>
                  <a:pt x="2644706" y="4846976"/>
                </a:lnTo>
                <a:close/>
                <a:moveTo>
                  <a:pt x="2701570" y="4836655"/>
                </a:moveTo>
                <a:lnTo>
                  <a:pt x="2701288" y="4840353"/>
                </a:lnTo>
                <a:lnTo>
                  <a:pt x="2704589" y="4840135"/>
                </a:lnTo>
                <a:cubicBezTo>
                  <a:pt x="2702068" y="4853456"/>
                  <a:pt x="2706749" y="4862816"/>
                  <a:pt x="2720430" y="4867136"/>
                </a:cubicBezTo>
                <a:cubicBezTo>
                  <a:pt x="2722591" y="4860296"/>
                  <a:pt x="2715750" y="4858136"/>
                  <a:pt x="2713590" y="4853456"/>
                </a:cubicBezTo>
                <a:cubicBezTo>
                  <a:pt x="2718270" y="4853456"/>
                  <a:pt x="2720430" y="4849136"/>
                  <a:pt x="2720430" y="4844455"/>
                </a:cubicBezTo>
                <a:cubicBezTo>
                  <a:pt x="2718090" y="4841035"/>
                  <a:pt x="2713500" y="4838785"/>
                  <a:pt x="2708099" y="4837390"/>
                </a:cubicBezTo>
                <a:close/>
                <a:moveTo>
                  <a:pt x="2734112" y="4833295"/>
                </a:moveTo>
                <a:cubicBezTo>
                  <a:pt x="2720430" y="4855976"/>
                  <a:pt x="2754634" y="4860296"/>
                  <a:pt x="2758954" y="4842295"/>
                </a:cubicBezTo>
                <a:cubicBezTo>
                  <a:pt x="2752114" y="4837615"/>
                  <a:pt x="2745273" y="4835455"/>
                  <a:pt x="2734112" y="4833295"/>
                </a:cubicBezTo>
                <a:close/>
                <a:moveTo>
                  <a:pt x="2641267" y="4797518"/>
                </a:moveTo>
                <a:cubicBezTo>
                  <a:pt x="2635011" y="4797833"/>
                  <a:pt x="2629341" y="4800173"/>
                  <a:pt x="2629341" y="4805933"/>
                </a:cubicBezTo>
                <a:cubicBezTo>
                  <a:pt x="2640862" y="4808094"/>
                  <a:pt x="2652023" y="4810254"/>
                  <a:pt x="2656704" y="4801253"/>
                </a:cubicBezTo>
                <a:cubicBezTo>
                  <a:pt x="2654364" y="4798913"/>
                  <a:pt x="2647523" y="4797203"/>
                  <a:pt x="2641267" y="4797518"/>
                </a:cubicBezTo>
                <a:close/>
                <a:moveTo>
                  <a:pt x="2778352" y="4792753"/>
                </a:moveTo>
                <a:cubicBezTo>
                  <a:pt x="2784666" y="4795021"/>
                  <a:pt x="2789844" y="4801280"/>
                  <a:pt x="2785302" y="4808174"/>
                </a:cubicBezTo>
                <a:cubicBezTo>
                  <a:pt x="2780578" y="4803457"/>
                  <a:pt x="2773673" y="4801280"/>
                  <a:pt x="2764588" y="4801280"/>
                </a:cubicBezTo>
                <a:cubicBezTo>
                  <a:pt x="2764588" y="4792209"/>
                  <a:pt x="2772038" y="4790485"/>
                  <a:pt x="2778352" y="4792753"/>
                </a:cubicBezTo>
                <a:close/>
                <a:moveTo>
                  <a:pt x="2786317" y="4694328"/>
                </a:moveTo>
                <a:cubicBezTo>
                  <a:pt x="2777316" y="4705849"/>
                  <a:pt x="2747793" y="4717009"/>
                  <a:pt x="2754634" y="4730690"/>
                </a:cubicBezTo>
                <a:cubicBezTo>
                  <a:pt x="2765795" y="4723850"/>
                  <a:pt x="2768315" y="4710169"/>
                  <a:pt x="2786317" y="4714849"/>
                </a:cubicBezTo>
                <a:cubicBezTo>
                  <a:pt x="2784157" y="4719529"/>
                  <a:pt x="2802159" y="4719529"/>
                  <a:pt x="2793158" y="4714849"/>
                </a:cubicBezTo>
                <a:cubicBezTo>
                  <a:pt x="2770476" y="4710169"/>
                  <a:pt x="2799999" y="4701168"/>
                  <a:pt x="2786317" y="4694328"/>
                </a:cubicBezTo>
                <a:close/>
                <a:moveTo>
                  <a:pt x="2813680" y="4657966"/>
                </a:moveTo>
                <a:cubicBezTo>
                  <a:pt x="2815840" y="4666967"/>
                  <a:pt x="2802159" y="4660126"/>
                  <a:pt x="2795318" y="4664807"/>
                </a:cubicBezTo>
                <a:cubicBezTo>
                  <a:pt x="2793158" y="4669487"/>
                  <a:pt x="2797838" y="4673807"/>
                  <a:pt x="2802159" y="4676327"/>
                </a:cubicBezTo>
                <a:cubicBezTo>
                  <a:pt x="2809000" y="4671647"/>
                  <a:pt x="2834202" y="4666967"/>
                  <a:pt x="2813680" y="4657966"/>
                </a:cubicBezTo>
                <a:close/>
                <a:moveTo>
                  <a:pt x="1253460" y="4581053"/>
                </a:moveTo>
                <a:cubicBezTo>
                  <a:pt x="1248780" y="4585734"/>
                  <a:pt x="1244460" y="4587894"/>
                  <a:pt x="1241940" y="4585734"/>
                </a:cubicBezTo>
                <a:cubicBezTo>
                  <a:pt x="1239780" y="4590054"/>
                  <a:pt x="1241940" y="4592574"/>
                  <a:pt x="1248780" y="4596894"/>
                </a:cubicBezTo>
                <a:cubicBezTo>
                  <a:pt x="1255620" y="4592574"/>
                  <a:pt x="1258140" y="4587894"/>
                  <a:pt x="1253460" y="4581053"/>
                </a:cubicBezTo>
                <a:close/>
                <a:moveTo>
                  <a:pt x="1237620" y="4553692"/>
                </a:moveTo>
                <a:cubicBezTo>
                  <a:pt x="1223940" y="4558372"/>
                  <a:pt x="1237620" y="4569892"/>
                  <a:pt x="1230780" y="4574213"/>
                </a:cubicBezTo>
                <a:cubicBezTo>
                  <a:pt x="1239780" y="4574213"/>
                  <a:pt x="1246620" y="4581053"/>
                  <a:pt x="1258140" y="4576733"/>
                </a:cubicBezTo>
                <a:cubicBezTo>
                  <a:pt x="1246620" y="4565212"/>
                  <a:pt x="1248780" y="4565212"/>
                  <a:pt x="1237620" y="4553692"/>
                </a:cubicBezTo>
                <a:close/>
                <a:moveTo>
                  <a:pt x="1255620" y="4515169"/>
                </a:moveTo>
                <a:cubicBezTo>
                  <a:pt x="1251300" y="4526330"/>
                  <a:pt x="1251300" y="4524170"/>
                  <a:pt x="1237620" y="4528850"/>
                </a:cubicBezTo>
                <a:cubicBezTo>
                  <a:pt x="1255620" y="4560532"/>
                  <a:pt x="1258140" y="4510488"/>
                  <a:pt x="1269300" y="4537850"/>
                </a:cubicBezTo>
                <a:cubicBezTo>
                  <a:pt x="1280820" y="4528850"/>
                  <a:pt x="1262460" y="4519849"/>
                  <a:pt x="1255620" y="4515169"/>
                </a:cubicBezTo>
                <a:close/>
                <a:moveTo>
                  <a:pt x="1237620" y="4480966"/>
                </a:moveTo>
                <a:cubicBezTo>
                  <a:pt x="1228260" y="4492487"/>
                  <a:pt x="1248780" y="4492487"/>
                  <a:pt x="1253460" y="4496808"/>
                </a:cubicBezTo>
                <a:cubicBezTo>
                  <a:pt x="1255620" y="4499328"/>
                  <a:pt x="1248780" y="4501488"/>
                  <a:pt x="1246620" y="4506168"/>
                </a:cubicBezTo>
                <a:cubicBezTo>
                  <a:pt x="1251300" y="4517329"/>
                  <a:pt x="1262460" y="4515169"/>
                  <a:pt x="1273980" y="4515169"/>
                </a:cubicBezTo>
                <a:cubicBezTo>
                  <a:pt x="1276140" y="4501488"/>
                  <a:pt x="1253460" y="4496808"/>
                  <a:pt x="1255620" y="4483487"/>
                </a:cubicBezTo>
                <a:cubicBezTo>
                  <a:pt x="1246620" y="4487807"/>
                  <a:pt x="1244460" y="4480966"/>
                  <a:pt x="1237620" y="4480966"/>
                </a:cubicBezTo>
                <a:close/>
                <a:moveTo>
                  <a:pt x="2928150" y="4465086"/>
                </a:moveTo>
                <a:cubicBezTo>
                  <a:pt x="2926380" y="4465813"/>
                  <a:pt x="2921662" y="4467753"/>
                  <a:pt x="2912225" y="4471634"/>
                </a:cubicBezTo>
                <a:cubicBezTo>
                  <a:pt x="2912225" y="4471634"/>
                  <a:pt x="2933458" y="4462903"/>
                  <a:pt x="2928150" y="4465086"/>
                </a:cubicBezTo>
                <a:close/>
                <a:moveTo>
                  <a:pt x="2971294" y="4314555"/>
                </a:moveTo>
                <a:cubicBezTo>
                  <a:pt x="2971743" y="4314289"/>
                  <a:pt x="2973035" y="4315421"/>
                  <a:pt x="2975313" y="4318794"/>
                </a:cubicBezTo>
                <a:cubicBezTo>
                  <a:pt x="2981972" y="4318794"/>
                  <a:pt x="2984075" y="4316308"/>
                  <a:pt x="2992838" y="4320924"/>
                </a:cubicBezTo>
                <a:cubicBezTo>
                  <a:pt x="2986178" y="4331932"/>
                  <a:pt x="2986178" y="4331932"/>
                  <a:pt x="2986178" y="4331932"/>
                </a:cubicBezTo>
                <a:cubicBezTo>
                  <a:pt x="2976190" y="4328736"/>
                  <a:pt x="2969946" y="4315354"/>
                  <a:pt x="2971294" y="4314555"/>
                </a:cubicBezTo>
                <a:close/>
                <a:moveTo>
                  <a:pt x="2909090" y="4312350"/>
                </a:moveTo>
                <a:cubicBezTo>
                  <a:pt x="2897929" y="4312350"/>
                  <a:pt x="2906930" y="4325671"/>
                  <a:pt x="2922772" y="4330351"/>
                </a:cubicBezTo>
                <a:cubicBezTo>
                  <a:pt x="2929612" y="4323510"/>
                  <a:pt x="2909090" y="4319190"/>
                  <a:pt x="2909090" y="4312350"/>
                </a:cubicBezTo>
                <a:close/>
                <a:moveTo>
                  <a:pt x="933197" y="4310062"/>
                </a:moveTo>
                <a:cubicBezTo>
                  <a:pt x="951300" y="4314688"/>
                  <a:pt x="969765" y="4316823"/>
                  <a:pt x="971938" y="4330344"/>
                </a:cubicBezTo>
                <a:cubicBezTo>
                  <a:pt x="951300" y="4330344"/>
                  <a:pt x="931025" y="4325718"/>
                  <a:pt x="933197" y="4310062"/>
                </a:cubicBezTo>
                <a:close/>
                <a:moveTo>
                  <a:pt x="297727" y="4273550"/>
                </a:moveTo>
                <a:cubicBezTo>
                  <a:pt x="302451" y="4275782"/>
                  <a:pt x="306812" y="4278387"/>
                  <a:pt x="311536" y="4280619"/>
                </a:cubicBezTo>
                <a:cubicBezTo>
                  <a:pt x="302451" y="4287688"/>
                  <a:pt x="295547" y="4296990"/>
                  <a:pt x="281738" y="4289921"/>
                </a:cubicBezTo>
                <a:cubicBezTo>
                  <a:pt x="283918" y="4280619"/>
                  <a:pt x="293003" y="4280619"/>
                  <a:pt x="297727" y="4273550"/>
                </a:cubicBezTo>
                <a:close/>
                <a:moveTo>
                  <a:pt x="838950" y="4219575"/>
                </a:moveTo>
                <a:cubicBezTo>
                  <a:pt x="855321" y="4219575"/>
                  <a:pt x="860158" y="4229100"/>
                  <a:pt x="862391" y="4238259"/>
                </a:cubicBezTo>
                <a:cubicBezTo>
                  <a:pt x="850484" y="4236061"/>
                  <a:pt x="838950" y="4231298"/>
                  <a:pt x="838950" y="4219575"/>
                </a:cubicBezTo>
                <a:close/>
                <a:moveTo>
                  <a:pt x="3063649" y="4203700"/>
                </a:moveTo>
                <a:cubicBezTo>
                  <a:pt x="3065847" y="4205898"/>
                  <a:pt x="3068411" y="4210661"/>
                  <a:pt x="3075372" y="4215423"/>
                </a:cubicBezTo>
                <a:cubicBezTo>
                  <a:pt x="3065847" y="4210661"/>
                  <a:pt x="3075372" y="4219819"/>
                  <a:pt x="3068411" y="4222384"/>
                </a:cubicBezTo>
                <a:cubicBezTo>
                  <a:pt x="3056688" y="4212859"/>
                  <a:pt x="3061451" y="4208462"/>
                  <a:pt x="3063649" y="4203700"/>
                </a:cubicBezTo>
                <a:close/>
                <a:moveTo>
                  <a:pt x="2917287" y="4202047"/>
                </a:moveTo>
                <a:lnTo>
                  <a:pt x="2915641" y="4205166"/>
                </a:lnTo>
                <a:lnTo>
                  <a:pt x="2920656" y="4211230"/>
                </a:lnTo>
                <a:cubicBezTo>
                  <a:pt x="2920071" y="4213255"/>
                  <a:pt x="2917191" y="4214425"/>
                  <a:pt x="2913771" y="4214425"/>
                </a:cubicBezTo>
                <a:cubicBezTo>
                  <a:pt x="2927452" y="4228106"/>
                  <a:pt x="2936453" y="4214425"/>
                  <a:pt x="2929612" y="4207585"/>
                </a:cubicBezTo>
                <a:cubicBezTo>
                  <a:pt x="2927047" y="4210960"/>
                  <a:pt x="2924836" y="4210184"/>
                  <a:pt x="2922828" y="4208256"/>
                </a:cubicBezTo>
                <a:close/>
                <a:moveTo>
                  <a:pt x="3034046" y="4201602"/>
                </a:moveTo>
                <a:cubicBezTo>
                  <a:pt x="3036479" y="4202407"/>
                  <a:pt x="3040145" y="4204562"/>
                  <a:pt x="3045213" y="4208553"/>
                </a:cubicBezTo>
                <a:cubicBezTo>
                  <a:pt x="3038334" y="4210730"/>
                  <a:pt x="3040869" y="4208553"/>
                  <a:pt x="3040869" y="4217624"/>
                </a:cubicBezTo>
                <a:cubicBezTo>
                  <a:pt x="3030550" y="4208916"/>
                  <a:pt x="3026749" y="4199187"/>
                  <a:pt x="3034046" y="4201602"/>
                </a:cubicBezTo>
                <a:close/>
                <a:moveTo>
                  <a:pt x="2945454" y="4200745"/>
                </a:moveTo>
                <a:cubicBezTo>
                  <a:pt x="2950134" y="4207585"/>
                  <a:pt x="2965976" y="4214425"/>
                  <a:pt x="2963816" y="4218746"/>
                </a:cubicBezTo>
                <a:cubicBezTo>
                  <a:pt x="2963816" y="4218746"/>
                  <a:pt x="2963816" y="4218746"/>
                  <a:pt x="2947974" y="4218746"/>
                </a:cubicBezTo>
                <a:cubicBezTo>
                  <a:pt x="2956975" y="4228106"/>
                  <a:pt x="2963816" y="4225586"/>
                  <a:pt x="2965976" y="4218746"/>
                </a:cubicBezTo>
                <a:cubicBezTo>
                  <a:pt x="2968496" y="4211905"/>
                  <a:pt x="2963816" y="4202905"/>
                  <a:pt x="2945454" y="4200745"/>
                </a:cubicBezTo>
                <a:close/>
                <a:moveTo>
                  <a:pt x="1175120" y="4194394"/>
                </a:moveTo>
                <a:cubicBezTo>
                  <a:pt x="1172852" y="4193905"/>
                  <a:pt x="1170152" y="4194850"/>
                  <a:pt x="1166731" y="4198180"/>
                </a:cubicBezTo>
                <a:cubicBezTo>
                  <a:pt x="1173573" y="4202860"/>
                  <a:pt x="1182574" y="4205020"/>
                  <a:pt x="1180414" y="4216540"/>
                </a:cubicBezTo>
                <a:cubicBezTo>
                  <a:pt x="1175733" y="4216540"/>
                  <a:pt x="1168892" y="4214380"/>
                  <a:pt x="1168892" y="4218700"/>
                </a:cubicBezTo>
                <a:cubicBezTo>
                  <a:pt x="1180414" y="4221220"/>
                  <a:pt x="1187255" y="4221220"/>
                  <a:pt x="1191576" y="4211860"/>
                </a:cubicBezTo>
                <a:cubicBezTo>
                  <a:pt x="1184825" y="4210240"/>
                  <a:pt x="1181922" y="4195862"/>
                  <a:pt x="1175120" y="4194394"/>
                </a:cubicBezTo>
                <a:close/>
                <a:moveTo>
                  <a:pt x="3072053" y="4190684"/>
                </a:moveTo>
                <a:cubicBezTo>
                  <a:pt x="3074460" y="4191379"/>
                  <a:pt x="3077729" y="4193203"/>
                  <a:pt x="3081732" y="4196583"/>
                </a:cubicBezTo>
                <a:lnTo>
                  <a:pt x="3077107" y="4203344"/>
                </a:lnTo>
                <a:cubicBezTo>
                  <a:pt x="3065364" y="4196672"/>
                  <a:pt x="3064831" y="4188599"/>
                  <a:pt x="3072053" y="4190684"/>
                </a:cubicBezTo>
                <a:close/>
                <a:moveTo>
                  <a:pt x="3057099" y="4158307"/>
                </a:moveTo>
                <a:cubicBezTo>
                  <a:pt x="3063859" y="4162772"/>
                  <a:pt x="3063859" y="4167609"/>
                  <a:pt x="3070619" y="4172446"/>
                </a:cubicBezTo>
                <a:cubicBezTo>
                  <a:pt x="3068485" y="4176910"/>
                  <a:pt x="3065994" y="4179515"/>
                  <a:pt x="3059234" y="4176910"/>
                </a:cubicBezTo>
                <a:cubicBezTo>
                  <a:pt x="3054964" y="4169841"/>
                  <a:pt x="3050338" y="4156075"/>
                  <a:pt x="3057099" y="4158307"/>
                </a:cubicBezTo>
                <a:close/>
                <a:moveTo>
                  <a:pt x="3089320" y="4125912"/>
                </a:moveTo>
                <a:cubicBezTo>
                  <a:pt x="3102372" y="4139433"/>
                  <a:pt x="3100256" y="4146194"/>
                  <a:pt x="3093553" y="4141924"/>
                </a:cubicBezTo>
                <a:cubicBezTo>
                  <a:pt x="3091436" y="4135164"/>
                  <a:pt x="3086850" y="4128403"/>
                  <a:pt x="3089320" y="4125912"/>
                </a:cubicBezTo>
                <a:close/>
                <a:moveTo>
                  <a:pt x="3078871" y="4105495"/>
                </a:moveTo>
                <a:cubicBezTo>
                  <a:pt x="3080554" y="4105186"/>
                  <a:pt x="3083004" y="4105927"/>
                  <a:pt x="3086484" y="4108261"/>
                </a:cubicBezTo>
                <a:cubicBezTo>
                  <a:pt x="3084286" y="4103593"/>
                  <a:pt x="3086484" y="4128728"/>
                  <a:pt x="3077326" y="4121906"/>
                </a:cubicBezTo>
                <a:cubicBezTo>
                  <a:pt x="3075677" y="4116789"/>
                  <a:pt x="3073823" y="4106421"/>
                  <a:pt x="3078871" y="4105495"/>
                </a:cubicBezTo>
                <a:close/>
                <a:moveTo>
                  <a:pt x="870815" y="4083050"/>
                </a:moveTo>
                <a:cubicBezTo>
                  <a:pt x="875539" y="4085554"/>
                  <a:pt x="877720" y="4087701"/>
                  <a:pt x="884624" y="4087701"/>
                </a:cubicBezTo>
                <a:cubicBezTo>
                  <a:pt x="884624" y="4098791"/>
                  <a:pt x="873359" y="4096644"/>
                  <a:pt x="875539" y="4108092"/>
                </a:cubicBezTo>
                <a:cubicBezTo>
                  <a:pt x="866454" y="4105588"/>
                  <a:pt x="854825" y="4105588"/>
                  <a:pt x="857005" y="4094498"/>
                </a:cubicBezTo>
                <a:cubicBezTo>
                  <a:pt x="877720" y="4096644"/>
                  <a:pt x="868634" y="4094498"/>
                  <a:pt x="870815" y="4083050"/>
                </a:cubicBezTo>
                <a:close/>
                <a:moveTo>
                  <a:pt x="3022840" y="4062104"/>
                </a:moveTo>
                <a:cubicBezTo>
                  <a:pt x="3021557" y="4061621"/>
                  <a:pt x="3020702" y="4062048"/>
                  <a:pt x="3020702" y="4064298"/>
                </a:cubicBezTo>
                <a:cubicBezTo>
                  <a:pt x="3032223" y="4071138"/>
                  <a:pt x="3029703" y="4082299"/>
                  <a:pt x="3034383" y="4080139"/>
                </a:cubicBezTo>
                <a:cubicBezTo>
                  <a:pt x="3027543" y="4071138"/>
                  <a:pt x="3045544" y="4080139"/>
                  <a:pt x="3034383" y="4066458"/>
                </a:cubicBezTo>
                <a:cubicBezTo>
                  <a:pt x="3034383" y="4073209"/>
                  <a:pt x="3026687" y="4063556"/>
                  <a:pt x="3022840" y="4062104"/>
                </a:cubicBezTo>
                <a:close/>
                <a:moveTo>
                  <a:pt x="958236" y="4046646"/>
                </a:moveTo>
                <a:lnTo>
                  <a:pt x="955587" y="4052001"/>
                </a:lnTo>
                <a:cubicBezTo>
                  <a:pt x="954878" y="4056187"/>
                  <a:pt x="954473" y="4060878"/>
                  <a:pt x="952853" y="4064253"/>
                </a:cubicBezTo>
                <a:cubicBezTo>
                  <a:pt x="982378" y="4075414"/>
                  <a:pt x="955013" y="4077934"/>
                  <a:pt x="950332" y="4084774"/>
                </a:cubicBezTo>
                <a:cubicBezTo>
                  <a:pt x="968696" y="4082254"/>
                  <a:pt x="973376" y="4098095"/>
                  <a:pt x="982378" y="4084774"/>
                </a:cubicBezTo>
                <a:cubicBezTo>
                  <a:pt x="977247" y="4074514"/>
                  <a:pt x="968268" y="4070531"/>
                  <a:pt x="966985" y="4058701"/>
                </a:cubicBezTo>
                <a:lnTo>
                  <a:pt x="968257" y="4047574"/>
                </a:lnTo>
                <a:lnTo>
                  <a:pt x="960243" y="4050940"/>
                </a:lnTo>
                <a:close/>
                <a:moveTo>
                  <a:pt x="3093102" y="4039061"/>
                </a:moveTo>
                <a:cubicBezTo>
                  <a:pt x="3093324" y="4035565"/>
                  <a:pt x="3102386" y="4046223"/>
                  <a:pt x="3107565" y="4048124"/>
                </a:cubicBezTo>
                <a:cubicBezTo>
                  <a:pt x="3116650" y="4064055"/>
                  <a:pt x="3096299" y="4057176"/>
                  <a:pt x="3100660" y="4068400"/>
                </a:cubicBezTo>
                <a:cubicBezTo>
                  <a:pt x="3093755" y="4066228"/>
                  <a:pt x="3093755" y="4061521"/>
                  <a:pt x="3096299" y="4057176"/>
                </a:cubicBezTo>
                <a:cubicBezTo>
                  <a:pt x="3098479" y="4055004"/>
                  <a:pt x="3102840" y="4052469"/>
                  <a:pt x="3102840" y="4048124"/>
                </a:cubicBezTo>
                <a:cubicBezTo>
                  <a:pt x="3100660" y="4043418"/>
                  <a:pt x="3098479" y="4048124"/>
                  <a:pt x="3096299" y="4048124"/>
                </a:cubicBezTo>
                <a:cubicBezTo>
                  <a:pt x="3093937" y="4042965"/>
                  <a:pt x="3093028" y="4040227"/>
                  <a:pt x="3093102" y="4039061"/>
                </a:cubicBezTo>
                <a:close/>
                <a:moveTo>
                  <a:pt x="1034432" y="4034878"/>
                </a:moveTo>
                <a:lnTo>
                  <a:pt x="1030361" y="4036992"/>
                </a:lnTo>
                <a:lnTo>
                  <a:pt x="1026494" y="4038699"/>
                </a:lnTo>
                <a:lnTo>
                  <a:pt x="1050655" y="4052193"/>
                </a:lnTo>
                <a:cubicBezTo>
                  <a:pt x="1063753" y="4058493"/>
                  <a:pt x="1077975" y="4065333"/>
                  <a:pt x="1089317" y="4073254"/>
                </a:cubicBezTo>
                <a:cubicBezTo>
                  <a:pt x="1084637" y="4061733"/>
                  <a:pt x="1109841" y="4055253"/>
                  <a:pt x="1093998" y="4050572"/>
                </a:cubicBezTo>
                <a:cubicBezTo>
                  <a:pt x="1071584" y="4065964"/>
                  <a:pt x="1059702" y="4042877"/>
                  <a:pt x="1040731" y="4035081"/>
                </a:cubicBezTo>
                <a:close/>
                <a:moveTo>
                  <a:pt x="3004860" y="4032257"/>
                </a:moveTo>
                <a:cubicBezTo>
                  <a:pt x="3002340" y="4034417"/>
                  <a:pt x="2998019" y="4034417"/>
                  <a:pt x="3002340" y="4041617"/>
                </a:cubicBezTo>
                <a:cubicBezTo>
                  <a:pt x="3011701" y="4048458"/>
                  <a:pt x="3041224" y="4075459"/>
                  <a:pt x="3027543" y="4052778"/>
                </a:cubicBezTo>
                <a:cubicBezTo>
                  <a:pt x="3018542" y="4061778"/>
                  <a:pt x="3011701" y="4039097"/>
                  <a:pt x="3004860" y="4032257"/>
                </a:cubicBezTo>
                <a:close/>
                <a:moveTo>
                  <a:pt x="2943294" y="4027936"/>
                </a:moveTo>
                <a:cubicBezTo>
                  <a:pt x="2941133" y="4034417"/>
                  <a:pt x="2920611" y="4036937"/>
                  <a:pt x="2936453" y="4048458"/>
                </a:cubicBezTo>
                <a:cubicBezTo>
                  <a:pt x="2936453" y="4036937"/>
                  <a:pt x="2954815" y="4043777"/>
                  <a:pt x="2943294" y="4027936"/>
                </a:cubicBezTo>
                <a:close/>
                <a:moveTo>
                  <a:pt x="3082909" y="4016449"/>
                </a:moveTo>
                <a:cubicBezTo>
                  <a:pt x="3089669" y="4028356"/>
                  <a:pt x="3082909" y="4030588"/>
                  <a:pt x="3080418" y="4035053"/>
                </a:cubicBezTo>
                <a:cubicBezTo>
                  <a:pt x="3069388" y="4021286"/>
                  <a:pt x="3076149" y="4011612"/>
                  <a:pt x="3082909" y="4016449"/>
                </a:cubicBezTo>
                <a:close/>
                <a:moveTo>
                  <a:pt x="3000180" y="4016416"/>
                </a:moveTo>
                <a:cubicBezTo>
                  <a:pt x="3011701" y="4025416"/>
                  <a:pt x="3007020" y="4030097"/>
                  <a:pt x="3018542" y="4039097"/>
                </a:cubicBezTo>
                <a:cubicBezTo>
                  <a:pt x="3027543" y="4034417"/>
                  <a:pt x="3007020" y="4018576"/>
                  <a:pt x="3000180" y="4016416"/>
                </a:cubicBezTo>
                <a:close/>
                <a:moveTo>
                  <a:pt x="786503" y="3998010"/>
                </a:moveTo>
                <a:cubicBezTo>
                  <a:pt x="772820" y="3995850"/>
                  <a:pt x="770660" y="4004850"/>
                  <a:pt x="765979" y="4014211"/>
                </a:cubicBezTo>
                <a:cubicBezTo>
                  <a:pt x="772820" y="4014211"/>
                  <a:pt x="777501" y="4023211"/>
                  <a:pt x="782182" y="4014211"/>
                </a:cubicBezTo>
                <a:cubicBezTo>
                  <a:pt x="768499" y="4009530"/>
                  <a:pt x="789023" y="4007370"/>
                  <a:pt x="786503" y="3998010"/>
                </a:cubicBezTo>
                <a:close/>
                <a:moveTo>
                  <a:pt x="477862" y="3973512"/>
                </a:moveTo>
                <a:cubicBezTo>
                  <a:pt x="505215" y="4011941"/>
                  <a:pt x="445830" y="4030258"/>
                  <a:pt x="436832" y="4078026"/>
                </a:cubicBezTo>
                <a:cubicBezTo>
                  <a:pt x="411998" y="4075512"/>
                  <a:pt x="405160" y="4089160"/>
                  <a:pt x="407319" y="4104962"/>
                </a:cubicBezTo>
                <a:cubicBezTo>
                  <a:pt x="405160" y="4109631"/>
                  <a:pt x="396162" y="4111786"/>
                  <a:pt x="384645" y="4109631"/>
                </a:cubicBezTo>
                <a:cubicBezTo>
                  <a:pt x="384645" y="4118610"/>
                  <a:pt x="379966" y="4127948"/>
                  <a:pt x="375647" y="4134772"/>
                </a:cubicBezTo>
                <a:cubicBezTo>
                  <a:pt x="393643" y="4161709"/>
                  <a:pt x="425675" y="4184695"/>
                  <a:pt x="423155" y="4227793"/>
                </a:cubicBezTo>
                <a:cubicBezTo>
                  <a:pt x="409479" y="4229948"/>
                  <a:pt x="416317" y="4232103"/>
                  <a:pt x="409479" y="4238927"/>
                </a:cubicBezTo>
                <a:cubicBezTo>
                  <a:pt x="400481" y="4227793"/>
                  <a:pt x="384645" y="4218455"/>
                  <a:pt x="370968" y="4207321"/>
                </a:cubicBezTo>
                <a:cubicBezTo>
                  <a:pt x="366289" y="4209476"/>
                  <a:pt x="355132" y="4207321"/>
                  <a:pt x="343615" y="4207321"/>
                </a:cubicBezTo>
                <a:cubicBezTo>
                  <a:pt x="355132" y="4197983"/>
                  <a:pt x="341456" y="4200497"/>
                  <a:pt x="332458" y="4204807"/>
                </a:cubicBezTo>
                <a:cubicBezTo>
                  <a:pt x="350453" y="4204807"/>
                  <a:pt x="334617" y="4223124"/>
                  <a:pt x="339296" y="4236772"/>
                </a:cubicBezTo>
                <a:cubicBezTo>
                  <a:pt x="329938" y="4236772"/>
                  <a:pt x="327779" y="4241441"/>
                  <a:pt x="314102" y="4238927"/>
                </a:cubicBezTo>
                <a:cubicBezTo>
                  <a:pt x="316262" y="4232103"/>
                  <a:pt x="332458" y="4211631"/>
                  <a:pt x="305105" y="4211631"/>
                </a:cubicBezTo>
                <a:cubicBezTo>
                  <a:pt x="293587" y="4191518"/>
                  <a:pt x="305105" y="4157399"/>
                  <a:pt x="289269" y="4139082"/>
                </a:cubicBezTo>
                <a:cubicBezTo>
                  <a:pt x="248239" y="4145906"/>
                  <a:pt x="261915" y="4166378"/>
                  <a:pt x="273073" y="4189004"/>
                </a:cubicBezTo>
                <a:cubicBezTo>
                  <a:pt x="259396" y="4184695"/>
                  <a:pt x="259396" y="4193673"/>
                  <a:pt x="252558" y="4195828"/>
                </a:cubicBezTo>
                <a:cubicBezTo>
                  <a:pt x="211888" y="4180026"/>
                  <a:pt x="250398" y="4148420"/>
                  <a:pt x="264075" y="4127948"/>
                </a:cubicBezTo>
                <a:cubicBezTo>
                  <a:pt x="266234" y="4134772"/>
                  <a:pt x="279911" y="4123279"/>
                  <a:pt x="282430" y="4132258"/>
                </a:cubicBezTo>
                <a:cubicBezTo>
                  <a:pt x="309424" y="4118610"/>
                  <a:pt x="323100" y="4093829"/>
                  <a:pt x="357292" y="4087005"/>
                </a:cubicBezTo>
                <a:cubicBezTo>
                  <a:pt x="359451" y="4082336"/>
                  <a:pt x="350453" y="4082336"/>
                  <a:pt x="355132" y="4073357"/>
                </a:cubicBezTo>
                <a:cubicBezTo>
                  <a:pt x="364130" y="4075512"/>
                  <a:pt x="370968" y="4075512"/>
                  <a:pt x="375647" y="4073357"/>
                </a:cubicBezTo>
                <a:cubicBezTo>
                  <a:pt x="368809" y="4061864"/>
                  <a:pt x="366289" y="4048575"/>
                  <a:pt x="389324" y="4057554"/>
                </a:cubicBezTo>
                <a:cubicBezTo>
                  <a:pt x="389324" y="4052885"/>
                  <a:pt x="396162" y="4043906"/>
                  <a:pt x="382485" y="4046061"/>
                </a:cubicBezTo>
                <a:cubicBezTo>
                  <a:pt x="389324" y="4041751"/>
                  <a:pt x="400481" y="4041751"/>
                  <a:pt x="405160" y="4037082"/>
                </a:cubicBezTo>
                <a:cubicBezTo>
                  <a:pt x="411998" y="4028103"/>
                  <a:pt x="391483" y="4032413"/>
                  <a:pt x="398321" y="4023434"/>
                </a:cubicBezTo>
                <a:cubicBezTo>
                  <a:pt x="418836" y="4023434"/>
                  <a:pt x="416317" y="4005118"/>
                  <a:pt x="436832" y="4005118"/>
                </a:cubicBezTo>
                <a:cubicBezTo>
                  <a:pt x="425675" y="3991829"/>
                  <a:pt x="457347" y="3978181"/>
                  <a:pt x="477862" y="3973512"/>
                </a:cubicBezTo>
                <a:close/>
                <a:moveTo>
                  <a:pt x="3197641" y="3949049"/>
                </a:moveTo>
                <a:cubicBezTo>
                  <a:pt x="3202157" y="3948739"/>
                  <a:pt x="3207255" y="3950953"/>
                  <a:pt x="3211906" y="3955381"/>
                </a:cubicBezTo>
                <a:cubicBezTo>
                  <a:pt x="3209401" y="3964591"/>
                  <a:pt x="3198311" y="3964591"/>
                  <a:pt x="3205108" y="3984782"/>
                </a:cubicBezTo>
                <a:cubicBezTo>
                  <a:pt x="3200458" y="3989033"/>
                  <a:pt x="3189367" y="3971321"/>
                  <a:pt x="3193660" y="3982302"/>
                </a:cubicBezTo>
                <a:cubicBezTo>
                  <a:pt x="3186863" y="3982302"/>
                  <a:pt x="3191514" y="3966716"/>
                  <a:pt x="3196165" y="3964591"/>
                </a:cubicBezTo>
                <a:cubicBezTo>
                  <a:pt x="3193660" y="3955381"/>
                  <a:pt x="3189367" y="3957860"/>
                  <a:pt x="3186863" y="3957860"/>
                </a:cubicBezTo>
                <a:cubicBezTo>
                  <a:pt x="3189189" y="3952193"/>
                  <a:pt x="3193124" y="3949359"/>
                  <a:pt x="3197641" y="3949049"/>
                </a:cubicBezTo>
                <a:close/>
                <a:moveTo>
                  <a:pt x="3149995" y="3940664"/>
                </a:moveTo>
                <a:cubicBezTo>
                  <a:pt x="3145730" y="3956862"/>
                  <a:pt x="3149995" y="3993217"/>
                  <a:pt x="3143242" y="3995377"/>
                </a:cubicBezTo>
                <a:cubicBezTo>
                  <a:pt x="3136489" y="3981699"/>
                  <a:pt x="3138977" y="3972700"/>
                  <a:pt x="3141110" y="3961181"/>
                </a:cubicBezTo>
                <a:cubicBezTo>
                  <a:pt x="3136489" y="3956862"/>
                  <a:pt x="3134357" y="3961181"/>
                  <a:pt x="3132224" y="3954342"/>
                </a:cubicBezTo>
                <a:cubicBezTo>
                  <a:pt x="3127604" y="3956862"/>
                  <a:pt x="3132224" y="3970540"/>
                  <a:pt x="3127604" y="3974860"/>
                </a:cubicBezTo>
                <a:cubicBezTo>
                  <a:pt x="3114098" y="3965861"/>
                  <a:pt x="3118719" y="3974860"/>
                  <a:pt x="3109478" y="3968021"/>
                </a:cubicBezTo>
                <a:cubicBezTo>
                  <a:pt x="3102725" y="3959022"/>
                  <a:pt x="3118719" y="3965861"/>
                  <a:pt x="3107346" y="3952183"/>
                </a:cubicBezTo>
                <a:cubicBezTo>
                  <a:pt x="3118719" y="3959022"/>
                  <a:pt x="3122984" y="3956862"/>
                  <a:pt x="3129736" y="3950023"/>
                </a:cubicBezTo>
                <a:cubicBezTo>
                  <a:pt x="3127604" y="3945344"/>
                  <a:pt x="3125472" y="3947503"/>
                  <a:pt x="3122984" y="3947503"/>
                </a:cubicBezTo>
                <a:cubicBezTo>
                  <a:pt x="3127604" y="3933825"/>
                  <a:pt x="3147862" y="3952183"/>
                  <a:pt x="3149995" y="3940664"/>
                </a:cubicBezTo>
                <a:close/>
                <a:moveTo>
                  <a:pt x="3086589" y="3900490"/>
                </a:moveTo>
                <a:cubicBezTo>
                  <a:pt x="3089109" y="3907331"/>
                  <a:pt x="3084429" y="3907331"/>
                  <a:pt x="3079748" y="3909491"/>
                </a:cubicBezTo>
                <a:cubicBezTo>
                  <a:pt x="3089109" y="3918491"/>
                  <a:pt x="3086589" y="3923172"/>
                  <a:pt x="3091269" y="3925332"/>
                </a:cubicBezTo>
                <a:cubicBezTo>
                  <a:pt x="3086589" y="3918491"/>
                  <a:pt x="3095950" y="3902650"/>
                  <a:pt x="3086589" y="3900490"/>
                </a:cubicBezTo>
                <a:close/>
                <a:moveTo>
                  <a:pt x="283987" y="3894137"/>
                </a:moveTo>
                <a:cubicBezTo>
                  <a:pt x="290899" y="3909724"/>
                  <a:pt x="272345" y="3925310"/>
                  <a:pt x="263250" y="3936646"/>
                </a:cubicBezTo>
                <a:cubicBezTo>
                  <a:pt x="256338" y="3921059"/>
                  <a:pt x="283987" y="3911849"/>
                  <a:pt x="283987" y="3894137"/>
                </a:cubicBezTo>
                <a:close/>
                <a:moveTo>
                  <a:pt x="3250186" y="3890962"/>
                </a:moveTo>
                <a:cubicBezTo>
                  <a:pt x="3254772" y="3906893"/>
                  <a:pt x="3245953" y="3911238"/>
                  <a:pt x="3241367" y="3904359"/>
                </a:cubicBezTo>
                <a:cubicBezTo>
                  <a:pt x="3239250" y="3893134"/>
                  <a:pt x="3243484" y="3893134"/>
                  <a:pt x="3250186" y="3890962"/>
                </a:cubicBezTo>
                <a:close/>
                <a:moveTo>
                  <a:pt x="336840" y="3886200"/>
                </a:moveTo>
                <a:cubicBezTo>
                  <a:pt x="343730" y="3899606"/>
                  <a:pt x="355335" y="3886200"/>
                  <a:pt x="369115" y="3886200"/>
                </a:cubicBezTo>
                <a:cubicBezTo>
                  <a:pt x="378180" y="3895019"/>
                  <a:pt x="385070" y="3906308"/>
                  <a:pt x="398850" y="3897136"/>
                </a:cubicBezTo>
                <a:cubicBezTo>
                  <a:pt x="389784" y="3908425"/>
                  <a:pt x="382894" y="3919714"/>
                  <a:pt x="369115" y="3923947"/>
                </a:cubicBezTo>
                <a:cubicBezTo>
                  <a:pt x="373466" y="3913011"/>
                  <a:pt x="380356" y="3897136"/>
                  <a:pt x="341555" y="3901722"/>
                </a:cubicBezTo>
                <a:cubicBezTo>
                  <a:pt x="339379" y="3906308"/>
                  <a:pt x="345906" y="3908425"/>
                  <a:pt x="343730" y="3913011"/>
                </a:cubicBezTo>
                <a:cubicBezTo>
                  <a:pt x="327775" y="3910542"/>
                  <a:pt x="332489" y="3890786"/>
                  <a:pt x="336840" y="3886200"/>
                </a:cubicBezTo>
                <a:close/>
                <a:moveTo>
                  <a:pt x="3209495" y="3884432"/>
                </a:moveTo>
                <a:cubicBezTo>
                  <a:pt x="3211974" y="3884432"/>
                  <a:pt x="3214100" y="3891262"/>
                  <a:pt x="3218705" y="3891262"/>
                </a:cubicBezTo>
                <a:cubicBezTo>
                  <a:pt x="3218705" y="3897731"/>
                  <a:pt x="3216225" y="3900247"/>
                  <a:pt x="3218705" y="3907077"/>
                </a:cubicBezTo>
                <a:cubicBezTo>
                  <a:pt x="3222956" y="3911390"/>
                  <a:pt x="3234291" y="3902404"/>
                  <a:pt x="3238896" y="3931878"/>
                </a:cubicBezTo>
                <a:cubicBezTo>
                  <a:pt x="3229686" y="3929721"/>
                  <a:pt x="3229686" y="3916062"/>
                  <a:pt x="3216225" y="3920735"/>
                </a:cubicBezTo>
                <a:cubicBezTo>
                  <a:pt x="3214100" y="3891262"/>
                  <a:pt x="3209495" y="3911390"/>
                  <a:pt x="3198514" y="3893418"/>
                </a:cubicBezTo>
                <a:cubicBezTo>
                  <a:pt x="3196388" y="3875087"/>
                  <a:pt x="3218705" y="3909233"/>
                  <a:pt x="3209495" y="3884432"/>
                </a:cubicBezTo>
                <a:close/>
                <a:moveTo>
                  <a:pt x="3143475" y="3882130"/>
                </a:moveTo>
                <a:cubicBezTo>
                  <a:pt x="3150315" y="3897970"/>
                  <a:pt x="3157156" y="3897970"/>
                  <a:pt x="3163997" y="3900490"/>
                </a:cubicBezTo>
                <a:cubicBezTo>
                  <a:pt x="3161837" y="3893650"/>
                  <a:pt x="3163997" y="3891490"/>
                  <a:pt x="3163997" y="3884650"/>
                </a:cubicBezTo>
                <a:cubicBezTo>
                  <a:pt x="3157156" y="3884650"/>
                  <a:pt x="3150315" y="3879970"/>
                  <a:pt x="3143475" y="3882130"/>
                </a:cubicBezTo>
                <a:close/>
                <a:moveTo>
                  <a:pt x="3102430" y="3873129"/>
                </a:moveTo>
                <a:cubicBezTo>
                  <a:pt x="3098110" y="3882130"/>
                  <a:pt x="3086589" y="3866289"/>
                  <a:pt x="3091269" y="3879970"/>
                </a:cubicBezTo>
                <a:cubicBezTo>
                  <a:pt x="3102430" y="3879970"/>
                  <a:pt x="3104951" y="3886810"/>
                  <a:pt x="3102430" y="3902650"/>
                </a:cubicBezTo>
                <a:cubicBezTo>
                  <a:pt x="3109271" y="3895810"/>
                  <a:pt x="3116112" y="3914171"/>
                  <a:pt x="3116112" y="3900490"/>
                </a:cubicBezTo>
                <a:cubicBezTo>
                  <a:pt x="3111791" y="3888970"/>
                  <a:pt x="3107111" y="3888970"/>
                  <a:pt x="3102430" y="3873129"/>
                </a:cubicBezTo>
                <a:close/>
                <a:moveTo>
                  <a:pt x="3223830" y="3872518"/>
                </a:moveTo>
                <a:cubicBezTo>
                  <a:pt x="3227789" y="3873350"/>
                  <a:pt x="3232860" y="3876066"/>
                  <a:pt x="3237307" y="3874840"/>
                </a:cubicBezTo>
                <a:cubicBezTo>
                  <a:pt x="3237307" y="3886055"/>
                  <a:pt x="3228412" y="3888158"/>
                  <a:pt x="3221651" y="3890612"/>
                </a:cubicBezTo>
                <a:cubicBezTo>
                  <a:pt x="3221651" y="3883952"/>
                  <a:pt x="3219516" y="3881499"/>
                  <a:pt x="3217025" y="3881499"/>
                </a:cubicBezTo>
                <a:cubicBezTo>
                  <a:pt x="3217025" y="3872737"/>
                  <a:pt x="3219872" y="3871685"/>
                  <a:pt x="3223830" y="3872518"/>
                </a:cubicBezTo>
                <a:close/>
                <a:moveTo>
                  <a:pt x="3163997" y="3857288"/>
                </a:moveTo>
                <a:cubicBezTo>
                  <a:pt x="3170838" y="3868449"/>
                  <a:pt x="3152836" y="3857288"/>
                  <a:pt x="3159676" y="3870969"/>
                </a:cubicBezTo>
                <a:cubicBezTo>
                  <a:pt x="3168677" y="3870969"/>
                  <a:pt x="3161837" y="3877809"/>
                  <a:pt x="3168677" y="3893650"/>
                </a:cubicBezTo>
                <a:cubicBezTo>
                  <a:pt x="3177678" y="3888970"/>
                  <a:pt x="3168677" y="3866289"/>
                  <a:pt x="3163997" y="3857288"/>
                </a:cubicBezTo>
                <a:close/>
                <a:moveTo>
                  <a:pt x="3134474" y="3825247"/>
                </a:moveTo>
                <a:cubicBezTo>
                  <a:pt x="3136634" y="3832087"/>
                  <a:pt x="3132314" y="3832087"/>
                  <a:pt x="3132314" y="3836767"/>
                </a:cubicBezTo>
                <a:cubicBezTo>
                  <a:pt x="3143475" y="3832087"/>
                  <a:pt x="3141314" y="3864129"/>
                  <a:pt x="3132314" y="3850448"/>
                </a:cubicBezTo>
                <a:cubicBezTo>
                  <a:pt x="3136634" y="3859448"/>
                  <a:pt x="3141314" y="3868449"/>
                  <a:pt x="3148155" y="3870969"/>
                </a:cubicBezTo>
                <a:cubicBezTo>
                  <a:pt x="3141314" y="3850448"/>
                  <a:pt x="3148155" y="3854768"/>
                  <a:pt x="3154996" y="3854768"/>
                </a:cubicBezTo>
                <a:cubicBezTo>
                  <a:pt x="3150315" y="3836767"/>
                  <a:pt x="3141314" y="3838928"/>
                  <a:pt x="3134474" y="3825247"/>
                </a:cubicBezTo>
                <a:close/>
                <a:moveTo>
                  <a:pt x="3112208" y="3818277"/>
                </a:moveTo>
                <a:cubicBezTo>
                  <a:pt x="3110936" y="3817349"/>
                  <a:pt x="3109901" y="3819037"/>
                  <a:pt x="3109271" y="3825247"/>
                </a:cubicBezTo>
                <a:cubicBezTo>
                  <a:pt x="3120792" y="3825247"/>
                  <a:pt x="3116112" y="3866289"/>
                  <a:pt x="3125473" y="3845768"/>
                </a:cubicBezTo>
                <a:cubicBezTo>
                  <a:pt x="3121962" y="3847388"/>
                  <a:pt x="3116022" y="3821062"/>
                  <a:pt x="3112208" y="3818277"/>
                </a:cubicBezTo>
                <a:close/>
                <a:moveTo>
                  <a:pt x="3214485" y="3816350"/>
                </a:moveTo>
                <a:cubicBezTo>
                  <a:pt x="3223557" y="3838955"/>
                  <a:pt x="3232991" y="3818503"/>
                  <a:pt x="3242062" y="3825320"/>
                </a:cubicBezTo>
                <a:cubicBezTo>
                  <a:pt x="3237345" y="3857255"/>
                  <a:pt x="3212308" y="3841108"/>
                  <a:pt x="3205414" y="3868378"/>
                </a:cubicBezTo>
                <a:cubicBezTo>
                  <a:pt x="3196342" y="3868378"/>
                  <a:pt x="3200697" y="3861561"/>
                  <a:pt x="3196342" y="3845773"/>
                </a:cubicBezTo>
                <a:lnTo>
                  <a:pt x="3191625" y="3847926"/>
                </a:lnTo>
                <a:cubicBezTo>
                  <a:pt x="3193802" y="3825320"/>
                  <a:pt x="3205414" y="3836802"/>
                  <a:pt x="3214485" y="3816350"/>
                </a:cubicBezTo>
                <a:close/>
                <a:moveTo>
                  <a:pt x="3389293" y="3814091"/>
                </a:moveTo>
                <a:cubicBezTo>
                  <a:pt x="3391314" y="3827686"/>
                  <a:pt x="3389293" y="3836629"/>
                  <a:pt x="3382895" y="3834125"/>
                </a:cubicBezTo>
                <a:cubicBezTo>
                  <a:pt x="3380538" y="3820888"/>
                  <a:pt x="3382895" y="3811587"/>
                  <a:pt x="3389293" y="3814091"/>
                </a:cubicBezTo>
                <a:close/>
                <a:moveTo>
                  <a:pt x="3435242" y="3811331"/>
                </a:moveTo>
                <a:cubicBezTo>
                  <a:pt x="3439667" y="3810196"/>
                  <a:pt x="3442997" y="3811922"/>
                  <a:pt x="3445275" y="3823369"/>
                </a:cubicBezTo>
                <a:cubicBezTo>
                  <a:pt x="3438616" y="3818645"/>
                  <a:pt x="3429503" y="3821189"/>
                  <a:pt x="3423194" y="3830274"/>
                </a:cubicBezTo>
                <a:cubicBezTo>
                  <a:pt x="3418638" y="3830274"/>
                  <a:pt x="3418638" y="3821189"/>
                  <a:pt x="3418638" y="3816464"/>
                </a:cubicBezTo>
                <a:cubicBezTo>
                  <a:pt x="3425298" y="3816464"/>
                  <a:pt x="3430818" y="3812467"/>
                  <a:pt x="3435242" y="3811331"/>
                </a:cubicBezTo>
                <a:close/>
                <a:moveTo>
                  <a:pt x="3344611" y="3806825"/>
                </a:moveTo>
                <a:cubicBezTo>
                  <a:pt x="3349390" y="3806825"/>
                  <a:pt x="3347184" y="3811086"/>
                  <a:pt x="3344611" y="3811086"/>
                </a:cubicBezTo>
                <a:cubicBezTo>
                  <a:pt x="3347184" y="3815702"/>
                  <a:pt x="3349390" y="3820318"/>
                  <a:pt x="3351596" y="3820318"/>
                </a:cubicBezTo>
                <a:cubicBezTo>
                  <a:pt x="3344611" y="3822449"/>
                  <a:pt x="3330641" y="3833457"/>
                  <a:pt x="3317038" y="3831326"/>
                </a:cubicBezTo>
                <a:cubicBezTo>
                  <a:pt x="3319244" y="3813572"/>
                  <a:pt x="3342405" y="3824580"/>
                  <a:pt x="3344611" y="3806825"/>
                </a:cubicBezTo>
                <a:close/>
                <a:moveTo>
                  <a:pt x="3285972" y="3802590"/>
                </a:moveTo>
                <a:cubicBezTo>
                  <a:pt x="3290029" y="3803356"/>
                  <a:pt x="3293670" y="3806155"/>
                  <a:pt x="3296036" y="3811753"/>
                </a:cubicBezTo>
                <a:cubicBezTo>
                  <a:pt x="3289118" y="3818506"/>
                  <a:pt x="3275282" y="3800735"/>
                  <a:pt x="3277467" y="3832011"/>
                </a:cubicBezTo>
                <a:cubicBezTo>
                  <a:pt x="3270549" y="3836632"/>
                  <a:pt x="3268364" y="3825258"/>
                  <a:pt x="3261447" y="3829879"/>
                </a:cubicBezTo>
                <a:cubicBezTo>
                  <a:pt x="3257897" y="3816284"/>
                  <a:pt x="3273803" y="3800291"/>
                  <a:pt x="3285972" y="3802590"/>
                </a:cubicBezTo>
                <a:close/>
                <a:moveTo>
                  <a:pt x="3136634" y="3795726"/>
                </a:moveTo>
                <a:cubicBezTo>
                  <a:pt x="3148155" y="3818406"/>
                  <a:pt x="3170838" y="3816246"/>
                  <a:pt x="3163997" y="3845768"/>
                </a:cubicBezTo>
                <a:cubicBezTo>
                  <a:pt x="3163997" y="3845768"/>
                  <a:pt x="3163997" y="3845768"/>
                  <a:pt x="3175518" y="3843608"/>
                </a:cubicBezTo>
                <a:cubicBezTo>
                  <a:pt x="3170838" y="3818406"/>
                  <a:pt x="3159676" y="3827767"/>
                  <a:pt x="3157156" y="3800406"/>
                </a:cubicBezTo>
                <a:cubicBezTo>
                  <a:pt x="3148155" y="3800406"/>
                  <a:pt x="3148155" y="3797886"/>
                  <a:pt x="3136634" y="3795726"/>
                </a:cubicBezTo>
                <a:close/>
                <a:moveTo>
                  <a:pt x="3345766" y="3792420"/>
                </a:moveTo>
                <a:lnTo>
                  <a:pt x="3344025" y="3796593"/>
                </a:lnTo>
                <a:cubicBezTo>
                  <a:pt x="3344025" y="3795514"/>
                  <a:pt x="3344025" y="3793805"/>
                  <a:pt x="3344341" y="3792682"/>
                </a:cubicBezTo>
                <a:close/>
                <a:moveTo>
                  <a:pt x="3184519" y="3779885"/>
                </a:moveTo>
                <a:cubicBezTo>
                  <a:pt x="3184519" y="3779885"/>
                  <a:pt x="3184519" y="3779885"/>
                  <a:pt x="3186679" y="3793565"/>
                </a:cubicBezTo>
                <a:cubicBezTo>
                  <a:pt x="3191360" y="3782045"/>
                  <a:pt x="3200361" y="3795726"/>
                  <a:pt x="3202521" y="3782045"/>
                </a:cubicBezTo>
                <a:cubicBezTo>
                  <a:pt x="3196040" y="3782045"/>
                  <a:pt x="3191360" y="3777365"/>
                  <a:pt x="3184519" y="3779885"/>
                </a:cubicBezTo>
                <a:close/>
                <a:moveTo>
                  <a:pt x="3389806" y="3778250"/>
                </a:moveTo>
                <a:cubicBezTo>
                  <a:pt x="3391969" y="3792277"/>
                  <a:pt x="3382957" y="3789759"/>
                  <a:pt x="3385120" y="3801268"/>
                </a:cubicBezTo>
                <a:cubicBezTo>
                  <a:pt x="3391969" y="3801268"/>
                  <a:pt x="3394132" y="3794435"/>
                  <a:pt x="3391969" y="3782926"/>
                </a:cubicBezTo>
                <a:cubicBezTo>
                  <a:pt x="3405667" y="3794435"/>
                  <a:pt x="3412517" y="3780768"/>
                  <a:pt x="3426215" y="3794435"/>
                </a:cubicBezTo>
                <a:cubicBezTo>
                  <a:pt x="3417203" y="3823927"/>
                  <a:pt x="3398818" y="3785443"/>
                  <a:pt x="3389806" y="3798751"/>
                </a:cubicBezTo>
                <a:cubicBezTo>
                  <a:pt x="3389806" y="3808102"/>
                  <a:pt x="3394132" y="3808102"/>
                  <a:pt x="3396655" y="3808102"/>
                </a:cubicBezTo>
                <a:cubicBezTo>
                  <a:pt x="3394132" y="3819252"/>
                  <a:pt x="3376108" y="3812418"/>
                  <a:pt x="3369259" y="3796593"/>
                </a:cubicBezTo>
                <a:cubicBezTo>
                  <a:pt x="3362410" y="3798751"/>
                  <a:pt x="3357724" y="3803426"/>
                  <a:pt x="3357724" y="3810260"/>
                </a:cubicBezTo>
                <a:cubicBezTo>
                  <a:pt x="3350874" y="3808102"/>
                  <a:pt x="3353398" y="3794435"/>
                  <a:pt x="3344025" y="3801268"/>
                </a:cubicBezTo>
                <a:cubicBezTo>
                  <a:pt x="3344025" y="3796593"/>
                  <a:pt x="3346549" y="3796593"/>
                  <a:pt x="3346549" y="3792277"/>
                </a:cubicBezTo>
                <a:lnTo>
                  <a:pt x="3345766" y="3792420"/>
                </a:lnTo>
                <a:lnTo>
                  <a:pt x="3348621" y="3785578"/>
                </a:lnTo>
                <a:cubicBezTo>
                  <a:pt x="3351505" y="3783555"/>
                  <a:pt x="3355560" y="3782926"/>
                  <a:pt x="3360247" y="3782926"/>
                </a:cubicBezTo>
                <a:cubicBezTo>
                  <a:pt x="3369259" y="3782926"/>
                  <a:pt x="3380434" y="3785443"/>
                  <a:pt x="3389806" y="3778250"/>
                </a:cubicBezTo>
                <a:close/>
                <a:moveTo>
                  <a:pt x="3429387" y="3750072"/>
                </a:moveTo>
                <a:cubicBezTo>
                  <a:pt x="3422856" y="3758949"/>
                  <a:pt x="3415962" y="3767826"/>
                  <a:pt x="3404350" y="3769957"/>
                </a:cubicBezTo>
                <a:cubicBezTo>
                  <a:pt x="3404350" y="3752202"/>
                  <a:pt x="3422856" y="3743325"/>
                  <a:pt x="3429387" y="3750072"/>
                </a:cubicBezTo>
                <a:close/>
                <a:moveTo>
                  <a:pt x="3447952" y="3748432"/>
                </a:moveTo>
                <a:cubicBezTo>
                  <a:pt x="3452880" y="3747039"/>
                  <a:pt x="3468821" y="3754355"/>
                  <a:pt x="3472260" y="3757846"/>
                </a:cubicBezTo>
                <a:cubicBezTo>
                  <a:pt x="3463088" y="3777892"/>
                  <a:pt x="3458855" y="3748538"/>
                  <a:pt x="3447566" y="3753192"/>
                </a:cubicBezTo>
                <a:cubicBezTo>
                  <a:pt x="3445890" y="3750328"/>
                  <a:pt x="3446309" y="3748896"/>
                  <a:pt x="3447952" y="3748432"/>
                </a:cubicBezTo>
                <a:close/>
                <a:moveTo>
                  <a:pt x="4356488" y="3736304"/>
                </a:moveTo>
                <a:cubicBezTo>
                  <a:pt x="4352138" y="3756696"/>
                  <a:pt x="4324588" y="3758842"/>
                  <a:pt x="4310813" y="3752045"/>
                </a:cubicBezTo>
                <a:cubicBezTo>
                  <a:pt x="4322413" y="3733800"/>
                  <a:pt x="4338363" y="3733800"/>
                  <a:pt x="4356488" y="3736304"/>
                </a:cubicBezTo>
                <a:close/>
                <a:moveTo>
                  <a:pt x="4426341" y="3729581"/>
                </a:moveTo>
                <a:cubicBezTo>
                  <a:pt x="4417355" y="3747724"/>
                  <a:pt x="4394710" y="3747724"/>
                  <a:pt x="4369550" y="3747724"/>
                </a:cubicBezTo>
                <a:cubicBezTo>
                  <a:pt x="4374223" y="3722687"/>
                  <a:pt x="4403696" y="3733936"/>
                  <a:pt x="4426341" y="3729581"/>
                </a:cubicBezTo>
                <a:close/>
                <a:moveTo>
                  <a:pt x="3909785" y="3704880"/>
                </a:moveTo>
                <a:cubicBezTo>
                  <a:pt x="3917047" y="3703997"/>
                  <a:pt x="3924841" y="3707531"/>
                  <a:pt x="3932634" y="3714601"/>
                </a:cubicBezTo>
                <a:cubicBezTo>
                  <a:pt x="3925903" y="3714601"/>
                  <a:pt x="3919173" y="3716833"/>
                  <a:pt x="3914922" y="3719066"/>
                </a:cubicBezTo>
                <a:cubicBezTo>
                  <a:pt x="3908191" y="3721670"/>
                  <a:pt x="3901461" y="3723903"/>
                  <a:pt x="3890125" y="3721670"/>
                </a:cubicBezTo>
                <a:cubicBezTo>
                  <a:pt x="3895793" y="3711066"/>
                  <a:pt x="3902524" y="3705764"/>
                  <a:pt x="3909785" y="3704880"/>
                </a:cubicBezTo>
                <a:close/>
                <a:moveTo>
                  <a:pt x="110597" y="3681412"/>
                </a:moveTo>
                <a:cubicBezTo>
                  <a:pt x="121462" y="3686174"/>
                  <a:pt x="130574" y="3688373"/>
                  <a:pt x="130574" y="3700096"/>
                </a:cubicBezTo>
                <a:cubicBezTo>
                  <a:pt x="119359" y="3697531"/>
                  <a:pt x="108144" y="3697531"/>
                  <a:pt x="103938" y="3693135"/>
                </a:cubicBezTo>
                <a:cubicBezTo>
                  <a:pt x="106041" y="3690571"/>
                  <a:pt x="108144" y="3688373"/>
                  <a:pt x="110597" y="3681412"/>
                </a:cubicBezTo>
                <a:close/>
                <a:moveTo>
                  <a:pt x="4488713" y="3680970"/>
                </a:moveTo>
                <a:lnTo>
                  <a:pt x="4486301" y="3682688"/>
                </a:lnTo>
                <a:lnTo>
                  <a:pt x="4488406" y="3685009"/>
                </a:lnTo>
                <a:lnTo>
                  <a:pt x="4491195" y="3681126"/>
                </a:lnTo>
                <a:close/>
                <a:moveTo>
                  <a:pt x="4962922" y="3652837"/>
                </a:moveTo>
                <a:cubicBezTo>
                  <a:pt x="4956219" y="3664292"/>
                  <a:pt x="4949517" y="3688992"/>
                  <a:pt x="4933994" y="3680043"/>
                </a:cubicBezTo>
                <a:cubicBezTo>
                  <a:pt x="4931525" y="3664292"/>
                  <a:pt x="4944931" y="3657490"/>
                  <a:pt x="4962922" y="3652837"/>
                </a:cubicBezTo>
                <a:close/>
                <a:moveTo>
                  <a:pt x="589713" y="3652837"/>
                </a:moveTo>
                <a:cubicBezTo>
                  <a:pt x="596607" y="3657423"/>
                  <a:pt x="598784" y="3664126"/>
                  <a:pt x="605678" y="3654953"/>
                </a:cubicBezTo>
                <a:cubicBezTo>
                  <a:pt x="614750" y="3659540"/>
                  <a:pt x="596607" y="3661656"/>
                  <a:pt x="598784" y="3668359"/>
                </a:cubicBezTo>
                <a:cubicBezTo>
                  <a:pt x="591890" y="3666243"/>
                  <a:pt x="589713" y="3661656"/>
                  <a:pt x="589713" y="3652837"/>
                </a:cubicBezTo>
                <a:close/>
                <a:moveTo>
                  <a:pt x="3518747" y="3652365"/>
                </a:moveTo>
                <a:cubicBezTo>
                  <a:pt x="3512468" y="3655251"/>
                  <a:pt x="3512874" y="3665579"/>
                  <a:pt x="3509633" y="3670440"/>
                </a:cubicBezTo>
                <a:cubicBezTo>
                  <a:pt x="3504953" y="3672960"/>
                  <a:pt x="3502792" y="3670440"/>
                  <a:pt x="3500272" y="3677280"/>
                </a:cubicBezTo>
                <a:cubicBezTo>
                  <a:pt x="3516474" y="3679800"/>
                  <a:pt x="3520794" y="3666119"/>
                  <a:pt x="3527635" y="3652438"/>
                </a:cubicBezTo>
                <a:cubicBezTo>
                  <a:pt x="3523675" y="3651268"/>
                  <a:pt x="3520839" y="3651403"/>
                  <a:pt x="3518747" y="3652365"/>
                </a:cubicBezTo>
                <a:close/>
                <a:moveTo>
                  <a:pt x="3450227" y="3647758"/>
                </a:moveTo>
                <a:cubicBezTo>
                  <a:pt x="3452567" y="3655859"/>
                  <a:pt x="3452027" y="3660989"/>
                  <a:pt x="3450902" y="3665534"/>
                </a:cubicBezTo>
                <a:lnTo>
                  <a:pt x="3450366" y="3668232"/>
                </a:lnTo>
                <a:lnTo>
                  <a:pt x="3455888" y="3675867"/>
                </a:lnTo>
                <a:lnTo>
                  <a:pt x="3456663" y="3674310"/>
                </a:lnTo>
                <a:cubicBezTo>
                  <a:pt x="3457788" y="3670079"/>
                  <a:pt x="3458328" y="3665039"/>
                  <a:pt x="3461748" y="3663959"/>
                </a:cubicBezTo>
                <a:cubicBezTo>
                  <a:pt x="3461748" y="3666119"/>
                  <a:pt x="3466429" y="3668279"/>
                  <a:pt x="3466429" y="3663959"/>
                </a:cubicBezTo>
                <a:cubicBezTo>
                  <a:pt x="3457068" y="3666119"/>
                  <a:pt x="3463908" y="3643438"/>
                  <a:pt x="3450227" y="3647758"/>
                </a:cubicBezTo>
                <a:close/>
                <a:moveTo>
                  <a:pt x="15732" y="3643312"/>
                </a:moveTo>
                <a:cubicBezTo>
                  <a:pt x="27374" y="3652131"/>
                  <a:pt x="6637" y="3656717"/>
                  <a:pt x="4454" y="3660951"/>
                </a:cubicBezTo>
                <a:cubicBezTo>
                  <a:pt x="-7187" y="3681059"/>
                  <a:pt x="6637" y="3645428"/>
                  <a:pt x="15732" y="3643312"/>
                </a:cubicBezTo>
                <a:close/>
                <a:moveTo>
                  <a:pt x="4713676" y="3641725"/>
                </a:moveTo>
                <a:cubicBezTo>
                  <a:pt x="4707159" y="3648685"/>
                  <a:pt x="4709331" y="3665171"/>
                  <a:pt x="4693400" y="3665171"/>
                </a:cubicBezTo>
                <a:cubicBezTo>
                  <a:pt x="4693400" y="3644289"/>
                  <a:pt x="4693400" y="3644289"/>
                  <a:pt x="4693400" y="3644289"/>
                </a:cubicBezTo>
                <a:cubicBezTo>
                  <a:pt x="4700279" y="3644289"/>
                  <a:pt x="4707159" y="3641725"/>
                  <a:pt x="4713676" y="3641725"/>
                </a:cubicBezTo>
                <a:close/>
                <a:moveTo>
                  <a:pt x="3866283" y="3638734"/>
                </a:moveTo>
                <a:lnTo>
                  <a:pt x="3865514" y="3645784"/>
                </a:lnTo>
                <a:cubicBezTo>
                  <a:pt x="3864518" y="3654374"/>
                  <a:pt x="3863370" y="3655318"/>
                  <a:pt x="3853109" y="3663959"/>
                </a:cubicBezTo>
                <a:cubicBezTo>
                  <a:pt x="3866791" y="3652438"/>
                  <a:pt x="3877952" y="3677280"/>
                  <a:pt x="3887313" y="3657119"/>
                </a:cubicBezTo>
                <a:cubicBezTo>
                  <a:pt x="3878132" y="3653699"/>
                  <a:pt x="3875252" y="3649108"/>
                  <a:pt x="3874082" y="3642808"/>
                </a:cubicBezTo>
                <a:lnTo>
                  <a:pt x="3873702" y="3639666"/>
                </a:lnTo>
                <a:close/>
                <a:moveTo>
                  <a:pt x="57528" y="3638550"/>
                </a:moveTo>
                <a:cubicBezTo>
                  <a:pt x="55295" y="3643106"/>
                  <a:pt x="52691" y="3660630"/>
                  <a:pt x="34088" y="3665187"/>
                </a:cubicBezTo>
                <a:cubicBezTo>
                  <a:pt x="45622" y="3651868"/>
                  <a:pt x="43389" y="3647312"/>
                  <a:pt x="57528" y="3638550"/>
                </a:cubicBezTo>
                <a:close/>
                <a:moveTo>
                  <a:pt x="3757295" y="3627393"/>
                </a:moveTo>
                <a:lnTo>
                  <a:pt x="3757339" y="3627597"/>
                </a:lnTo>
                <a:lnTo>
                  <a:pt x="3759464" y="3627543"/>
                </a:lnTo>
                <a:close/>
                <a:moveTo>
                  <a:pt x="3737419" y="3623937"/>
                </a:moveTo>
                <a:lnTo>
                  <a:pt x="3737177" y="3625077"/>
                </a:lnTo>
                <a:lnTo>
                  <a:pt x="3741065" y="3624634"/>
                </a:lnTo>
                <a:close/>
                <a:moveTo>
                  <a:pt x="3712143" y="3619108"/>
                </a:moveTo>
                <a:lnTo>
                  <a:pt x="3711974" y="3620757"/>
                </a:lnTo>
                <a:cubicBezTo>
                  <a:pt x="3718815" y="3618237"/>
                  <a:pt x="3718815" y="3625077"/>
                  <a:pt x="3725656" y="3625077"/>
                </a:cubicBezTo>
                <a:lnTo>
                  <a:pt x="3726465" y="3621844"/>
                </a:lnTo>
                <a:close/>
                <a:moveTo>
                  <a:pt x="4663092" y="3617429"/>
                </a:moveTo>
                <a:cubicBezTo>
                  <a:pt x="4676824" y="3617491"/>
                  <a:pt x="4690054" y="3618668"/>
                  <a:pt x="4702565" y="3621566"/>
                </a:cubicBezTo>
                <a:cubicBezTo>
                  <a:pt x="4683304" y="3663764"/>
                  <a:pt x="4646312" y="3679158"/>
                  <a:pt x="4605899" y="3683731"/>
                </a:cubicBezTo>
                <a:lnTo>
                  <a:pt x="4596660" y="3683843"/>
                </a:lnTo>
                <a:lnTo>
                  <a:pt x="4595002" y="3684234"/>
                </a:lnTo>
                <a:cubicBezTo>
                  <a:pt x="4577501" y="3686704"/>
                  <a:pt x="4558343" y="3687233"/>
                  <a:pt x="4542588" y="3690584"/>
                </a:cubicBezTo>
                <a:lnTo>
                  <a:pt x="4542588" y="3684353"/>
                </a:lnTo>
                <a:lnTo>
                  <a:pt x="4505490" y="3682023"/>
                </a:lnTo>
                <a:lnTo>
                  <a:pt x="4505537" y="3682265"/>
                </a:lnTo>
                <a:cubicBezTo>
                  <a:pt x="4504441" y="3684637"/>
                  <a:pt x="4502777" y="3687614"/>
                  <a:pt x="4503828" y="3694683"/>
                </a:cubicBezTo>
                <a:cubicBezTo>
                  <a:pt x="4488406" y="3696915"/>
                  <a:pt x="4488406" y="3696915"/>
                  <a:pt x="4488406" y="3696915"/>
                </a:cubicBezTo>
                <a:cubicBezTo>
                  <a:pt x="4488406" y="3689846"/>
                  <a:pt x="4488406" y="3687613"/>
                  <a:pt x="4483850" y="3685009"/>
                </a:cubicBezTo>
                <a:lnTo>
                  <a:pt x="4485326" y="3683382"/>
                </a:lnTo>
                <a:lnTo>
                  <a:pt x="4456671" y="3703789"/>
                </a:lnTo>
                <a:cubicBezTo>
                  <a:pt x="4411308" y="3701616"/>
                  <a:pt x="4370266" y="3703789"/>
                  <a:pt x="4331743" y="3708498"/>
                </a:cubicBezTo>
                <a:cubicBezTo>
                  <a:pt x="4292861" y="3715380"/>
                  <a:pt x="4254339" y="3722262"/>
                  <a:pt x="4220137" y="3726609"/>
                </a:cubicBezTo>
                <a:cubicBezTo>
                  <a:pt x="4147413" y="3735664"/>
                  <a:pt x="4079369" y="3738200"/>
                  <a:pt x="4015645" y="3694734"/>
                </a:cubicBezTo>
                <a:cubicBezTo>
                  <a:pt x="3990444" y="3705962"/>
                  <a:pt x="3972083" y="3692198"/>
                  <a:pt x="3942561" y="3703789"/>
                </a:cubicBezTo>
                <a:cubicBezTo>
                  <a:pt x="3938241" y="3701616"/>
                  <a:pt x="3935721" y="3699080"/>
                  <a:pt x="3935721" y="3692198"/>
                </a:cubicBezTo>
                <a:cubicBezTo>
                  <a:pt x="3931400" y="3685316"/>
                  <a:pt x="3940401" y="3667205"/>
                  <a:pt x="3947241" y="3655614"/>
                </a:cubicBezTo>
                <a:cubicBezTo>
                  <a:pt x="3969922" y="3678434"/>
                  <a:pt x="3972083" y="3641850"/>
                  <a:pt x="3983603" y="3671552"/>
                </a:cubicBezTo>
                <a:cubicBezTo>
                  <a:pt x="4022755" y="3657969"/>
                  <a:pt x="4064540" y="3671280"/>
                  <a:pt x="4105160" y="3675882"/>
                </a:cubicBezTo>
                <a:lnTo>
                  <a:pt x="4119537" y="3676018"/>
                </a:lnTo>
                <a:lnTo>
                  <a:pt x="4119505" y="3674963"/>
                </a:lnTo>
                <a:cubicBezTo>
                  <a:pt x="4124790" y="3668448"/>
                  <a:pt x="4144500" y="3673740"/>
                  <a:pt x="4156463" y="3670300"/>
                </a:cubicBezTo>
                <a:lnTo>
                  <a:pt x="4155331" y="3673285"/>
                </a:lnTo>
                <a:lnTo>
                  <a:pt x="4180670" y="3665802"/>
                </a:lnTo>
                <a:cubicBezTo>
                  <a:pt x="4192865" y="3660957"/>
                  <a:pt x="4205376" y="3655795"/>
                  <a:pt x="4217977" y="3653441"/>
                </a:cubicBezTo>
                <a:cubicBezTo>
                  <a:pt x="4243538" y="3648279"/>
                  <a:pt x="4269550" y="3644838"/>
                  <a:pt x="4295787" y="3642438"/>
                </a:cubicBezTo>
                <a:lnTo>
                  <a:pt x="4308531" y="3641673"/>
                </a:lnTo>
                <a:lnTo>
                  <a:pt x="4308821" y="3641596"/>
                </a:lnTo>
                <a:cubicBezTo>
                  <a:pt x="4331709" y="3638464"/>
                  <a:pt x="4353581" y="3642329"/>
                  <a:pt x="4379313" y="3632200"/>
                </a:cubicBezTo>
                <a:lnTo>
                  <a:pt x="4380579" y="3637431"/>
                </a:lnTo>
                <a:lnTo>
                  <a:pt x="4531915" y="3630621"/>
                </a:lnTo>
                <a:cubicBezTo>
                  <a:pt x="4576198" y="3627090"/>
                  <a:pt x="4621898" y="3617242"/>
                  <a:pt x="4663092" y="3617429"/>
                </a:cubicBezTo>
                <a:close/>
                <a:moveTo>
                  <a:pt x="3690114" y="3612038"/>
                </a:moveTo>
                <a:lnTo>
                  <a:pt x="3689292" y="3613917"/>
                </a:lnTo>
                <a:cubicBezTo>
                  <a:pt x="3691452" y="3613917"/>
                  <a:pt x="3693612" y="3618237"/>
                  <a:pt x="3691452" y="3625077"/>
                </a:cubicBezTo>
                <a:lnTo>
                  <a:pt x="3703586" y="3616529"/>
                </a:lnTo>
                <a:close/>
                <a:moveTo>
                  <a:pt x="4858141" y="3608924"/>
                </a:moveTo>
                <a:cubicBezTo>
                  <a:pt x="4830851" y="3627412"/>
                  <a:pt x="4778785" y="3647712"/>
                  <a:pt x="4737850" y="3640825"/>
                </a:cubicBezTo>
                <a:cubicBezTo>
                  <a:pt x="4774117" y="3613637"/>
                  <a:pt x="4808229" y="3602037"/>
                  <a:pt x="4858141" y="3608924"/>
                </a:cubicBezTo>
                <a:close/>
                <a:moveTo>
                  <a:pt x="3616991" y="3602900"/>
                </a:moveTo>
                <a:lnTo>
                  <a:pt x="3606663" y="3609381"/>
                </a:lnTo>
                <a:lnTo>
                  <a:pt x="3606281" y="3614316"/>
                </a:lnTo>
                <a:cubicBezTo>
                  <a:pt x="3608644" y="3621995"/>
                  <a:pt x="3618095" y="3619497"/>
                  <a:pt x="3609724" y="3629757"/>
                </a:cubicBezTo>
                <a:cubicBezTo>
                  <a:pt x="3609724" y="3629757"/>
                  <a:pt x="3609724" y="3629757"/>
                  <a:pt x="3639247" y="3629757"/>
                </a:cubicBezTo>
                <a:cubicBezTo>
                  <a:pt x="3637086" y="3613917"/>
                  <a:pt x="3648248" y="3618237"/>
                  <a:pt x="3648248" y="3607076"/>
                </a:cubicBezTo>
                <a:cubicBezTo>
                  <a:pt x="3629886" y="3616077"/>
                  <a:pt x="3637086" y="3625077"/>
                  <a:pt x="3616564" y="3625077"/>
                </a:cubicBezTo>
                <a:cubicBezTo>
                  <a:pt x="3618185" y="3616707"/>
                  <a:pt x="3623653" y="3617044"/>
                  <a:pt x="3625374" y="3611053"/>
                </a:cubicBezTo>
                <a:lnTo>
                  <a:pt x="3625546" y="3603254"/>
                </a:lnTo>
                <a:close/>
                <a:moveTo>
                  <a:pt x="3857430" y="3595556"/>
                </a:moveTo>
                <a:cubicBezTo>
                  <a:pt x="3855269" y="3604556"/>
                  <a:pt x="3853109" y="3618237"/>
                  <a:pt x="3846268" y="3620757"/>
                </a:cubicBezTo>
                <a:cubicBezTo>
                  <a:pt x="3846268" y="3613917"/>
                  <a:pt x="3846268" y="3609236"/>
                  <a:pt x="3839428" y="3609236"/>
                </a:cubicBezTo>
                <a:cubicBezTo>
                  <a:pt x="3839428" y="3609236"/>
                  <a:pt x="3839428" y="3609236"/>
                  <a:pt x="3837267" y="3625077"/>
                </a:cubicBezTo>
                <a:cubicBezTo>
                  <a:pt x="3846268" y="3622917"/>
                  <a:pt x="3851939" y="3624627"/>
                  <a:pt x="3856215" y="3627147"/>
                </a:cubicBezTo>
                <a:lnTo>
                  <a:pt x="3861385" y="3630535"/>
                </a:lnTo>
                <a:lnTo>
                  <a:pt x="3872614" y="3630666"/>
                </a:lnTo>
                <a:lnTo>
                  <a:pt x="3871111" y="3618237"/>
                </a:lnTo>
                <a:cubicBezTo>
                  <a:pt x="3880472" y="3618237"/>
                  <a:pt x="3880472" y="3627597"/>
                  <a:pt x="3887313" y="3629757"/>
                </a:cubicBezTo>
                <a:cubicBezTo>
                  <a:pt x="3891633" y="3604556"/>
                  <a:pt x="3866791" y="3607076"/>
                  <a:pt x="3857430" y="3595556"/>
                </a:cubicBezTo>
                <a:close/>
                <a:moveTo>
                  <a:pt x="3718815" y="3593396"/>
                </a:moveTo>
                <a:lnTo>
                  <a:pt x="3716294" y="3598810"/>
                </a:lnTo>
                <a:lnTo>
                  <a:pt x="3731841" y="3601150"/>
                </a:lnTo>
                <a:lnTo>
                  <a:pt x="3729886" y="3598166"/>
                </a:lnTo>
                <a:cubicBezTo>
                  <a:pt x="3727906" y="3594476"/>
                  <a:pt x="3725656" y="3591056"/>
                  <a:pt x="3718815" y="3593396"/>
                </a:cubicBezTo>
                <a:close/>
                <a:moveTo>
                  <a:pt x="3750858" y="3584035"/>
                </a:moveTo>
                <a:cubicBezTo>
                  <a:pt x="3747438" y="3585295"/>
                  <a:pt x="3746808" y="3590426"/>
                  <a:pt x="3745908" y="3595241"/>
                </a:cubicBezTo>
                <a:lnTo>
                  <a:pt x="3740789" y="3602498"/>
                </a:lnTo>
                <a:lnTo>
                  <a:pt x="3758967" y="3605235"/>
                </a:lnTo>
                <a:lnTo>
                  <a:pt x="3759859" y="3604556"/>
                </a:lnTo>
                <a:lnTo>
                  <a:pt x="3759649" y="3605337"/>
                </a:lnTo>
                <a:lnTo>
                  <a:pt x="3767275" y="3606485"/>
                </a:lnTo>
                <a:lnTo>
                  <a:pt x="3767555" y="3601811"/>
                </a:lnTo>
                <a:cubicBezTo>
                  <a:pt x="3770121" y="3597266"/>
                  <a:pt x="3773541" y="3592136"/>
                  <a:pt x="3773541" y="3584035"/>
                </a:cubicBezTo>
                <a:cubicBezTo>
                  <a:pt x="3759859" y="3579715"/>
                  <a:pt x="3759859" y="3595556"/>
                  <a:pt x="3753019" y="3600236"/>
                </a:cubicBezTo>
                <a:cubicBezTo>
                  <a:pt x="3753019" y="3593396"/>
                  <a:pt x="3755179" y="3584035"/>
                  <a:pt x="3750858" y="3584035"/>
                </a:cubicBezTo>
                <a:close/>
                <a:moveTo>
                  <a:pt x="59130" y="3581400"/>
                </a:moveTo>
                <a:cubicBezTo>
                  <a:pt x="38719" y="3599757"/>
                  <a:pt x="43374" y="3631433"/>
                  <a:pt x="11863" y="3642952"/>
                </a:cubicBezTo>
                <a:cubicBezTo>
                  <a:pt x="22963" y="3631433"/>
                  <a:pt x="31915" y="3586079"/>
                  <a:pt x="59130" y="3581400"/>
                </a:cubicBezTo>
                <a:close/>
                <a:moveTo>
                  <a:pt x="3800544" y="3579715"/>
                </a:moveTo>
                <a:cubicBezTo>
                  <a:pt x="3791543" y="3600236"/>
                  <a:pt x="3803064" y="3604556"/>
                  <a:pt x="3796223" y="3611396"/>
                </a:cubicBezTo>
                <a:cubicBezTo>
                  <a:pt x="3791723" y="3601136"/>
                  <a:pt x="3787132" y="3601136"/>
                  <a:pt x="3782272" y="3604286"/>
                </a:cubicBezTo>
                <a:lnTo>
                  <a:pt x="3777362" y="3608004"/>
                </a:lnTo>
                <a:lnTo>
                  <a:pt x="3779325" y="3608300"/>
                </a:lnTo>
                <a:cubicBezTo>
                  <a:pt x="3790573" y="3610730"/>
                  <a:pt x="3801461" y="3613654"/>
                  <a:pt x="3811382" y="3617254"/>
                </a:cubicBezTo>
                <a:lnTo>
                  <a:pt x="3811861" y="3617492"/>
                </a:lnTo>
                <a:lnTo>
                  <a:pt x="3812813" y="3614850"/>
                </a:lnTo>
                <a:cubicBezTo>
                  <a:pt x="3812695" y="3607459"/>
                  <a:pt x="3805944" y="3602396"/>
                  <a:pt x="3814585" y="3602396"/>
                </a:cubicBezTo>
                <a:cubicBezTo>
                  <a:pt x="3823586" y="3598976"/>
                  <a:pt x="3821876" y="3606356"/>
                  <a:pt x="3820166" y="3613736"/>
                </a:cubicBezTo>
                <a:lnTo>
                  <a:pt x="3819231" y="3621143"/>
                </a:lnTo>
                <a:lnTo>
                  <a:pt x="3825745" y="3624369"/>
                </a:lnTo>
                <a:lnTo>
                  <a:pt x="3825701" y="3605861"/>
                </a:lnTo>
                <a:cubicBezTo>
                  <a:pt x="3825116" y="3599606"/>
                  <a:pt x="3823406" y="3594476"/>
                  <a:pt x="3818906" y="3593396"/>
                </a:cubicBezTo>
                <a:cubicBezTo>
                  <a:pt x="3809905" y="3609236"/>
                  <a:pt x="3805224" y="3584035"/>
                  <a:pt x="3800544" y="3579715"/>
                </a:cubicBezTo>
                <a:close/>
                <a:moveTo>
                  <a:pt x="79218" y="3576637"/>
                </a:moveTo>
                <a:cubicBezTo>
                  <a:pt x="79218" y="3592512"/>
                  <a:pt x="86112" y="3596745"/>
                  <a:pt x="74863" y="3608034"/>
                </a:cubicBezTo>
                <a:cubicBezTo>
                  <a:pt x="67969" y="3605917"/>
                  <a:pt x="70146" y="3599215"/>
                  <a:pt x="74863" y="3599215"/>
                </a:cubicBezTo>
                <a:cubicBezTo>
                  <a:pt x="72323" y="3594628"/>
                  <a:pt x="72323" y="3587926"/>
                  <a:pt x="61075" y="3587926"/>
                </a:cubicBezTo>
                <a:cubicBezTo>
                  <a:pt x="63252" y="3581223"/>
                  <a:pt x="70146" y="3576637"/>
                  <a:pt x="79218" y="3576637"/>
                </a:cubicBezTo>
                <a:close/>
                <a:moveTo>
                  <a:pt x="4430970" y="3568194"/>
                </a:moveTo>
                <a:cubicBezTo>
                  <a:pt x="4417288" y="3568194"/>
                  <a:pt x="4403607" y="3566034"/>
                  <a:pt x="4401447" y="3579715"/>
                </a:cubicBezTo>
                <a:cubicBezTo>
                  <a:pt x="4412608" y="3584035"/>
                  <a:pt x="4428809" y="3586555"/>
                  <a:pt x="4430970" y="3568194"/>
                </a:cubicBezTo>
                <a:close/>
                <a:moveTo>
                  <a:pt x="4953239" y="3565966"/>
                </a:moveTo>
                <a:lnTo>
                  <a:pt x="4937473" y="3568177"/>
                </a:lnTo>
                <a:cubicBezTo>
                  <a:pt x="4927533" y="3574745"/>
                  <a:pt x="4917238" y="3579813"/>
                  <a:pt x="4906686" y="3583651"/>
                </a:cubicBezTo>
                <a:lnTo>
                  <a:pt x="4892302" y="3587255"/>
                </a:lnTo>
                <a:lnTo>
                  <a:pt x="4899824" y="3586835"/>
                </a:lnTo>
                <a:cubicBezTo>
                  <a:pt x="4914562" y="3583171"/>
                  <a:pt x="4928466" y="3575046"/>
                  <a:pt x="4941192" y="3569546"/>
                </a:cubicBezTo>
                <a:close/>
                <a:moveTo>
                  <a:pt x="4462653" y="3559194"/>
                </a:moveTo>
                <a:cubicBezTo>
                  <a:pt x="4451492" y="3559194"/>
                  <a:pt x="4446811" y="3568194"/>
                  <a:pt x="4448971" y="3581875"/>
                </a:cubicBezTo>
                <a:cubicBezTo>
                  <a:pt x="4460493" y="3581875"/>
                  <a:pt x="4465173" y="3572875"/>
                  <a:pt x="4462653" y="3559194"/>
                </a:cubicBezTo>
                <a:close/>
                <a:moveTo>
                  <a:pt x="114686" y="3547085"/>
                </a:moveTo>
                <a:cubicBezTo>
                  <a:pt x="112506" y="3558808"/>
                  <a:pt x="93973" y="3554045"/>
                  <a:pt x="87068" y="3563570"/>
                </a:cubicBezTo>
                <a:cubicBezTo>
                  <a:pt x="84888" y="3558808"/>
                  <a:pt x="103058" y="3544887"/>
                  <a:pt x="114686" y="3547085"/>
                </a:cubicBezTo>
                <a:close/>
                <a:moveTo>
                  <a:pt x="4547685" y="3537100"/>
                </a:moveTo>
                <a:lnTo>
                  <a:pt x="4544741" y="3538673"/>
                </a:lnTo>
                <a:lnTo>
                  <a:pt x="4547086" y="3544706"/>
                </a:lnTo>
                <a:lnTo>
                  <a:pt x="4547458" y="3538077"/>
                </a:lnTo>
                <a:close/>
                <a:moveTo>
                  <a:pt x="4119881" y="3529194"/>
                </a:moveTo>
                <a:cubicBezTo>
                  <a:pt x="4117355" y="3529267"/>
                  <a:pt x="4115397" y="3530123"/>
                  <a:pt x="4114857" y="3531833"/>
                </a:cubicBezTo>
                <a:cubicBezTo>
                  <a:pt x="4121337" y="3533993"/>
                  <a:pt x="4117017" y="3545513"/>
                  <a:pt x="4114857" y="3552354"/>
                </a:cubicBezTo>
                <a:cubicBezTo>
                  <a:pt x="4123857" y="3554514"/>
                  <a:pt x="4130698" y="3552354"/>
                  <a:pt x="4135019" y="3547673"/>
                </a:cubicBezTo>
                <a:cubicBezTo>
                  <a:pt x="4138439" y="3539753"/>
                  <a:pt x="4133939" y="3534083"/>
                  <a:pt x="4128313" y="3531248"/>
                </a:cubicBezTo>
                <a:cubicBezTo>
                  <a:pt x="4125501" y="3529830"/>
                  <a:pt x="4122407" y="3529121"/>
                  <a:pt x="4119881" y="3529194"/>
                </a:cubicBezTo>
                <a:close/>
                <a:moveTo>
                  <a:pt x="4652146" y="3511662"/>
                </a:moveTo>
                <a:cubicBezTo>
                  <a:pt x="4649785" y="3512750"/>
                  <a:pt x="4649241" y="3514473"/>
                  <a:pt x="4649286" y="3516513"/>
                </a:cubicBezTo>
                <a:lnTo>
                  <a:pt x="4649335" y="3516996"/>
                </a:lnTo>
                <a:lnTo>
                  <a:pt x="4655723" y="3515986"/>
                </a:lnTo>
                <a:lnTo>
                  <a:pt x="4658476" y="3516600"/>
                </a:lnTo>
                <a:close/>
                <a:moveTo>
                  <a:pt x="4169222" y="3506631"/>
                </a:moveTo>
                <a:cubicBezTo>
                  <a:pt x="4160221" y="3511312"/>
                  <a:pt x="4148700" y="3509152"/>
                  <a:pt x="4144379" y="3518152"/>
                </a:cubicBezTo>
                <a:cubicBezTo>
                  <a:pt x="4164902" y="3520312"/>
                  <a:pt x="4141859" y="3545513"/>
                  <a:pt x="4171743" y="3545513"/>
                </a:cubicBezTo>
                <a:cubicBezTo>
                  <a:pt x="4187584" y="3529673"/>
                  <a:pt x="4171743" y="3518152"/>
                  <a:pt x="4169222" y="3506631"/>
                </a:cubicBezTo>
                <a:close/>
                <a:moveTo>
                  <a:pt x="4064811" y="3502311"/>
                </a:moveTo>
                <a:cubicBezTo>
                  <a:pt x="4048609" y="3495471"/>
                  <a:pt x="4046449" y="3540833"/>
                  <a:pt x="4064811" y="3533993"/>
                </a:cubicBezTo>
                <a:cubicBezTo>
                  <a:pt x="4066971" y="3513472"/>
                  <a:pt x="4053290" y="3518152"/>
                  <a:pt x="4064811" y="3502311"/>
                </a:cubicBezTo>
                <a:close/>
                <a:moveTo>
                  <a:pt x="4005405" y="3502311"/>
                </a:moveTo>
                <a:cubicBezTo>
                  <a:pt x="3978402" y="3502311"/>
                  <a:pt x="3996404" y="3522832"/>
                  <a:pt x="3987403" y="3531833"/>
                </a:cubicBezTo>
                <a:cubicBezTo>
                  <a:pt x="3978402" y="3529673"/>
                  <a:pt x="3987403" y="3513472"/>
                  <a:pt x="3975882" y="3515992"/>
                </a:cubicBezTo>
                <a:cubicBezTo>
                  <a:pt x="3969041" y="3536513"/>
                  <a:pt x="3984883" y="3536513"/>
                  <a:pt x="3998564" y="3538673"/>
                </a:cubicBezTo>
                <a:cubicBezTo>
                  <a:pt x="4005405" y="3515992"/>
                  <a:pt x="3996404" y="3518152"/>
                  <a:pt x="4005405" y="3502311"/>
                </a:cubicBezTo>
                <a:close/>
                <a:moveTo>
                  <a:pt x="4255631" y="3500151"/>
                </a:moveTo>
                <a:cubicBezTo>
                  <a:pt x="4262472" y="3513472"/>
                  <a:pt x="4248791" y="3518152"/>
                  <a:pt x="4258151" y="3527152"/>
                </a:cubicBezTo>
                <a:cubicBezTo>
                  <a:pt x="4269313" y="3524992"/>
                  <a:pt x="4267153" y="3527152"/>
                  <a:pt x="4271833" y="3511312"/>
                </a:cubicBezTo>
                <a:cubicBezTo>
                  <a:pt x="4271833" y="3527152"/>
                  <a:pt x="4296675" y="3518152"/>
                  <a:pt x="4298836" y="3531833"/>
                </a:cubicBezTo>
                <a:cubicBezTo>
                  <a:pt x="4301356" y="3504471"/>
                  <a:pt x="4276153" y="3506631"/>
                  <a:pt x="4255631" y="3500151"/>
                </a:cubicBezTo>
                <a:close/>
                <a:moveTo>
                  <a:pt x="4319358" y="3495471"/>
                </a:moveTo>
                <a:cubicBezTo>
                  <a:pt x="4324039" y="3511312"/>
                  <a:pt x="4324039" y="3522832"/>
                  <a:pt x="4326199" y="3527152"/>
                </a:cubicBezTo>
                <a:cubicBezTo>
                  <a:pt x="4335560" y="3506631"/>
                  <a:pt x="4326199" y="3543353"/>
                  <a:pt x="4335560" y="3538673"/>
                </a:cubicBezTo>
                <a:cubicBezTo>
                  <a:pt x="4335560" y="3524992"/>
                  <a:pt x="4344561" y="3522832"/>
                  <a:pt x="4342400" y="3506631"/>
                </a:cubicBezTo>
                <a:cubicBezTo>
                  <a:pt x="4348881" y="3513472"/>
                  <a:pt x="4362563" y="3511312"/>
                  <a:pt x="4360402" y="3495471"/>
                </a:cubicBezTo>
                <a:cubicBezTo>
                  <a:pt x="4335560" y="3502311"/>
                  <a:pt x="4335560" y="3515992"/>
                  <a:pt x="4319358" y="3495471"/>
                </a:cubicBezTo>
                <a:close/>
                <a:moveTo>
                  <a:pt x="4108016" y="3493311"/>
                </a:moveTo>
                <a:cubicBezTo>
                  <a:pt x="4098655" y="3493311"/>
                  <a:pt x="4080653" y="3513472"/>
                  <a:pt x="4089654" y="3520312"/>
                </a:cubicBezTo>
                <a:cubicBezTo>
                  <a:pt x="4094334" y="3511312"/>
                  <a:pt x="4108016" y="3513472"/>
                  <a:pt x="4108016" y="3493311"/>
                </a:cubicBezTo>
                <a:close/>
                <a:moveTo>
                  <a:pt x="4226028" y="3493131"/>
                </a:moveTo>
                <a:cubicBezTo>
                  <a:pt x="4231318" y="3492415"/>
                  <a:pt x="4235722" y="3493153"/>
                  <a:pt x="4237429" y="3496017"/>
                </a:cubicBezTo>
                <a:cubicBezTo>
                  <a:pt x="4228443" y="3504966"/>
                  <a:pt x="4207955" y="3502818"/>
                  <a:pt x="4203282" y="3520717"/>
                </a:cubicBezTo>
                <a:cubicBezTo>
                  <a:pt x="4186299" y="3510514"/>
                  <a:pt x="4210156" y="3495278"/>
                  <a:pt x="4226028" y="3493131"/>
                </a:cubicBezTo>
                <a:close/>
                <a:moveTo>
                  <a:pt x="4610629" y="3490791"/>
                </a:moveTo>
                <a:cubicBezTo>
                  <a:pt x="4585786" y="3490791"/>
                  <a:pt x="4596947" y="3520312"/>
                  <a:pt x="4615309" y="3515992"/>
                </a:cubicBezTo>
                <a:cubicBezTo>
                  <a:pt x="4617469" y="3504471"/>
                  <a:pt x="4606308" y="3506631"/>
                  <a:pt x="4610629" y="3490791"/>
                </a:cubicBezTo>
                <a:close/>
                <a:moveTo>
                  <a:pt x="4558423" y="3490791"/>
                </a:moveTo>
                <a:cubicBezTo>
                  <a:pt x="4553743" y="3504471"/>
                  <a:pt x="4549062" y="3515992"/>
                  <a:pt x="4540061" y="3524992"/>
                </a:cubicBezTo>
                <a:lnTo>
                  <a:pt x="4551013" y="3522763"/>
                </a:lnTo>
                <a:lnTo>
                  <a:pt x="4553171" y="3513467"/>
                </a:lnTo>
                <a:lnTo>
                  <a:pt x="4558709" y="3511752"/>
                </a:lnTo>
                <a:lnTo>
                  <a:pt x="4556983" y="3511638"/>
                </a:lnTo>
                <a:cubicBezTo>
                  <a:pt x="4555026" y="3510951"/>
                  <a:pt x="4553743" y="3509511"/>
                  <a:pt x="4553743" y="3506631"/>
                </a:cubicBezTo>
                <a:cubicBezTo>
                  <a:pt x="4558423" y="3509152"/>
                  <a:pt x="4569944" y="3490791"/>
                  <a:pt x="4558423" y="3490791"/>
                </a:cubicBezTo>
                <a:close/>
                <a:moveTo>
                  <a:pt x="4589481" y="3487163"/>
                </a:moveTo>
                <a:lnTo>
                  <a:pt x="4583479" y="3488767"/>
                </a:lnTo>
                <a:lnTo>
                  <a:pt x="4580284" y="3488574"/>
                </a:lnTo>
                <a:lnTo>
                  <a:pt x="4580284" y="3488580"/>
                </a:lnTo>
                <a:cubicBezTo>
                  <a:pt x="4579800" y="3491736"/>
                  <a:pt x="4578765" y="3494301"/>
                  <a:pt x="4576425" y="3495471"/>
                </a:cubicBezTo>
                <a:close/>
                <a:moveTo>
                  <a:pt x="4760064" y="3484562"/>
                </a:moveTo>
                <a:cubicBezTo>
                  <a:pt x="4771522" y="3484562"/>
                  <a:pt x="4778326" y="3491474"/>
                  <a:pt x="4794081" y="3484562"/>
                </a:cubicBezTo>
                <a:cubicBezTo>
                  <a:pt x="4796230" y="3510028"/>
                  <a:pt x="4766867" y="3510028"/>
                  <a:pt x="4748963" y="3519123"/>
                </a:cubicBezTo>
                <a:cubicBezTo>
                  <a:pt x="4755767" y="3510028"/>
                  <a:pt x="4755767" y="3496203"/>
                  <a:pt x="4760064" y="3484562"/>
                </a:cubicBezTo>
                <a:close/>
                <a:moveTo>
                  <a:pt x="4126018" y="3483950"/>
                </a:moveTo>
                <a:cubicBezTo>
                  <a:pt x="4114857" y="3495471"/>
                  <a:pt x="4112336" y="3504471"/>
                  <a:pt x="4121337" y="3515992"/>
                </a:cubicBezTo>
                <a:cubicBezTo>
                  <a:pt x="4130698" y="3513472"/>
                  <a:pt x="4141859" y="3515992"/>
                  <a:pt x="4141859" y="3502311"/>
                </a:cubicBezTo>
                <a:cubicBezTo>
                  <a:pt x="4137539" y="3500151"/>
                  <a:pt x="4128178" y="3502311"/>
                  <a:pt x="4128178" y="3495471"/>
                </a:cubicBezTo>
                <a:cubicBezTo>
                  <a:pt x="4137539" y="3495471"/>
                  <a:pt x="4130698" y="3486471"/>
                  <a:pt x="4126018" y="3483950"/>
                </a:cubicBezTo>
                <a:close/>
                <a:moveTo>
                  <a:pt x="5228024" y="3477656"/>
                </a:moveTo>
                <a:cubicBezTo>
                  <a:pt x="5223295" y="3486768"/>
                  <a:pt x="5204741" y="3500086"/>
                  <a:pt x="5193463" y="3495530"/>
                </a:cubicBezTo>
                <a:cubicBezTo>
                  <a:pt x="5198192" y="3486768"/>
                  <a:pt x="5216383" y="3473450"/>
                  <a:pt x="5228024" y="3477656"/>
                </a:cubicBezTo>
                <a:close/>
                <a:moveTo>
                  <a:pt x="4467333" y="3477110"/>
                </a:moveTo>
                <a:cubicBezTo>
                  <a:pt x="4472014" y="3486471"/>
                  <a:pt x="4451492" y="3495471"/>
                  <a:pt x="4465173" y="3497631"/>
                </a:cubicBezTo>
                <a:cubicBezTo>
                  <a:pt x="4467333" y="3490791"/>
                  <a:pt x="4472014" y="3488631"/>
                  <a:pt x="4476335" y="3486471"/>
                </a:cubicBezTo>
                <a:cubicBezTo>
                  <a:pt x="4481015" y="3486471"/>
                  <a:pt x="4481015" y="3493311"/>
                  <a:pt x="4490016" y="3490791"/>
                </a:cubicBezTo>
                <a:cubicBezTo>
                  <a:pt x="4490016" y="3474950"/>
                  <a:pt x="4478855" y="3474950"/>
                  <a:pt x="4467333" y="3477110"/>
                </a:cubicBezTo>
                <a:close/>
                <a:moveTo>
                  <a:pt x="4399286" y="3474950"/>
                </a:moveTo>
                <a:cubicBezTo>
                  <a:pt x="4385605" y="3470270"/>
                  <a:pt x="4387765" y="3490791"/>
                  <a:pt x="4371923" y="3483950"/>
                </a:cubicBezTo>
                <a:cubicBezTo>
                  <a:pt x="4371923" y="3504471"/>
                  <a:pt x="4362563" y="3509152"/>
                  <a:pt x="4362563" y="3527152"/>
                </a:cubicBezTo>
                <a:cubicBezTo>
                  <a:pt x="4385605" y="3527152"/>
                  <a:pt x="4367243" y="3509152"/>
                  <a:pt x="4383085" y="3500151"/>
                </a:cubicBezTo>
                <a:cubicBezTo>
                  <a:pt x="4383085" y="3513472"/>
                  <a:pt x="4374084" y="3511312"/>
                  <a:pt x="4380925" y="3520312"/>
                </a:cubicBezTo>
                <a:cubicBezTo>
                  <a:pt x="4410447" y="3520312"/>
                  <a:pt x="4385605" y="3486471"/>
                  <a:pt x="4399286" y="3474950"/>
                </a:cubicBezTo>
                <a:close/>
                <a:moveTo>
                  <a:pt x="4164423" y="3473111"/>
                </a:moveTo>
                <a:cubicBezTo>
                  <a:pt x="4163214" y="3472430"/>
                  <a:pt x="4161931" y="3472700"/>
                  <a:pt x="4160221" y="3474950"/>
                </a:cubicBezTo>
                <a:cubicBezTo>
                  <a:pt x="4171743" y="3483950"/>
                  <a:pt x="4139699" y="3486471"/>
                  <a:pt x="4155541" y="3506631"/>
                </a:cubicBezTo>
                <a:cubicBezTo>
                  <a:pt x="4160221" y="3490791"/>
                  <a:pt x="4180743" y="3497631"/>
                  <a:pt x="4182903" y="3477110"/>
                </a:cubicBezTo>
                <a:cubicBezTo>
                  <a:pt x="4171022" y="3485751"/>
                  <a:pt x="4168052" y="3475153"/>
                  <a:pt x="4164423" y="3473111"/>
                </a:cubicBezTo>
                <a:close/>
                <a:moveTo>
                  <a:pt x="4519113" y="3469494"/>
                </a:moveTo>
                <a:lnTo>
                  <a:pt x="4519342" y="3471153"/>
                </a:lnTo>
                <a:cubicBezTo>
                  <a:pt x="4521114" y="3480013"/>
                  <a:pt x="4520709" y="3474950"/>
                  <a:pt x="4503697" y="3474950"/>
                </a:cubicBezTo>
                <a:cubicBezTo>
                  <a:pt x="4506217" y="3488631"/>
                  <a:pt x="4519539" y="3515992"/>
                  <a:pt x="4535741" y="3497631"/>
                </a:cubicBezTo>
                <a:cubicBezTo>
                  <a:pt x="4528900" y="3497631"/>
                  <a:pt x="4528900" y="3483950"/>
                  <a:pt x="4535741" y="3481790"/>
                </a:cubicBezTo>
                <a:cubicBezTo>
                  <a:pt x="4537901" y="3489711"/>
                  <a:pt x="4542942" y="3490881"/>
                  <a:pt x="4548882" y="3489216"/>
                </a:cubicBezTo>
                <a:lnTo>
                  <a:pt x="4553503" y="3486827"/>
                </a:lnTo>
                <a:lnTo>
                  <a:pt x="4536338" y="3480358"/>
                </a:lnTo>
                <a:cubicBezTo>
                  <a:pt x="4530770" y="3477331"/>
                  <a:pt x="4525439" y="3473709"/>
                  <a:pt x="4520175" y="3470154"/>
                </a:cubicBezTo>
                <a:close/>
                <a:moveTo>
                  <a:pt x="4237629" y="3468110"/>
                </a:moveTo>
                <a:cubicBezTo>
                  <a:pt x="4228629" y="3495471"/>
                  <a:pt x="4196585" y="3483950"/>
                  <a:pt x="4182903" y="3502311"/>
                </a:cubicBezTo>
                <a:cubicBezTo>
                  <a:pt x="4191905" y="3511312"/>
                  <a:pt x="4182903" y="3531833"/>
                  <a:pt x="4196585" y="3536513"/>
                </a:cubicBezTo>
                <a:cubicBezTo>
                  <a:pt x="4201265" y="3515992"/>
                  <a:pt x="4223948" y="3522832"/>
                  <a:pt x="4232949" y="3511312"/>
                </a:cubicBezTo>
                <a:cubicBezTo>
                  <a:pt x="4235469" y="3518152"/>
                  <a:pt x="4235469" y="3522832"/>
                  <a:pt x="4228629" y="3531833"/>
                </a:cubicBezTo>
                <a:cubicBezTo>
                  <a:pt x="4248791" y="3531833"/>
                  <a:pt x="4248791" y="3504471"/>
                  <a:pt x="4258151" y="3490791"/>
                </a:cubicBezTo>
                <a:cubicBezTo>
                  <a:pt x="4244470" y="3488631"/>
                  <a:pt x="4246630" y="3472790"/>
                  <a:pt x="4237629" y="3468110"/>
                </a:cubicBezTo>
                <a:close/>
                <a:moveTo>
                  <a:pt x="4448769" y="3462794"/>
                </a:moveTo>
                <a:cubicBezTo>
                  <a:pt x="4443908" y="3462642"/>
                  <a:pt x="4438440" y="3469730"/>
                  <a:pt x="4426289" y="3468110"/>
                </a:cubicBezTo>
                <a:cubicBezTo>
                  <a:pt x="4417288" y="3479630"/>
                  <a:pt x="4426289" y="3474950"/>
                  <a:pt x="4424129" y="3488631"/>
                </a:cubicBezTo>
                <a:cubicBezTo>
                  <a:pt x="4419449" y="3488631"/>
                  <a:pt x="4417288" y="3481790"/>
                  <a:pt x="4412608" y="3479630"/>
                </a:cubicBezTo>
                <a:cubicBezTo>
                  <a:pt x="4410447" y="3486471"/>
                  <a:pt x="4406127" y="3488631"/>
                  <a:pt x="4406127" y="3500151"/>
                </a:cubicBezTo>
                <a:cubicBezTo>
                  <a:pt x="4424129" y="3493311"/>
                  <a:pt x="4430970" y="3502311"/>
                  <a:pt x="4451492" y="3493311"/>
                </a:cubicBezTo>
                <a:cubicBezTo>
                  <a:pt x="4446811" y="3472790"/>
                  <a:pt x="4444651" y="3486471"/>
                  <a:pt x="4453652" y="3465950"/>
                </a:cubicBezTo>
                <a:cubicBezTo>
                  <a:pt x="4451942" y="3463700"/>
                  <a:pt x="4450389" y="3462845"/>
                  <a:pt x="4448769" y="3462794"/>
                </a:cubicBezTo>
                <a:close/>
                <a:moveTo>
                  <a:pt x="4845390" y="3459697"/>
                </a:moveTo>
                <a:cubicBezTo>
                  <a:pt x="4856861" y="3464407"/>
                  <a:pt x="4843240" y="3473467"/>
                  <a:pt x="4852201" y="3482526"/>
                </a:cubicBezTo>
                <a:cubicBezTo>
                  <a:pt x="4863672" y="3480351"/>
                  <a:pt x="4863672" y="3480351"/>
                  <a:pt x="4863672" y="3480351"/>
                </a:cubicBezTo>
                <a:cubicBezTo>
                  <a:pt x="4867974" y="3477815"/>
                  <a:pt x="4865823" y="3470930"/>
                  <a:pt x="4865823" y="3464407"/>
                </a:cubicBezTo>
                <a:cubicBezTo>
                  <a:pt x="4893067" y="3459697"/>
                  <a:pt x="4867974" y="3484700"/>
                  <a:pt x="4870483" y="3501006"/>
                </a:cubicBezTo>
                <a:cubicBezTo>
                  <a:pt x="4856861" y="3487236"/>
                  <a:pt x="4838579" y="3519124"/>
                  <a:pt x="4822807" y="3516950"/>
                </a:cubicBezTo>
                <a:cubicBezTo>
                  <a:pt x="4809185" y="3512239"/>
                  <a:pt x="4818147" y="3496295"/>
                  <a:pt x="4804525" y="3482526"/>
                </a:cubicBezTo>
                <a:cubicBezTo>
                  <a:pt x="4822807" y="3494121"/>
                  <a:pt x="4813845" y="3482526"/>
                  <a:pt x="4836429" y="3475641"/>
                </a:cubicBezTo>
                <a:cubicBezTo>
                  <a:pt x="4836429" y="3470930"/>
                  <a:pt x="4831769" y="3473467"/>
                  <a:pt x="4827467" y="3473467"/>
                </a:cubicBezTo>
                <a:cubicBezTo>
                  <a:pt x="4827467" y="3452812"/>
                  <a:pt x="4843240" y="3473467"/>
                  <a:pt x="4845390" y="3459697"/>
                </a:cubicBezTo>
                <a:close/>
                <a:moveTo>
                  <a:pt x="4473929" y="3456325"/>
                </a:moveTo>
                <a:lnTo>
                  <a:pt x="4455724" y="3458104"/>
                </a:lnTo>
                <a:lnTo>
                  <a:pt x="4453652" y="3461269"/>
                </a:lnTo>
                <a:cubicBezTo>
                  <a:pt x="4462653" y="3463789"/>
                  <a:pt x="4460493" y="3474950"/>
                  <a:pt x="4476335" y="3470270"/>
                </a:cubicBezTo>
                <a:cubicBezTo>
                  <a:pt x="4477595" y="3465770"/>
                  <a:pt x="4476515" y="3462979"/>
                  <a:pt x="4475119" y="3460189"/>
                </a:cubicBezTo>
                <a:close/>
                <a:moveTo>
                  <a:pt x="4488050" y="3454945"/>
                </a:moveTo>
                <a:lnTo>
                  <a:pt x="4481267" y="3455608"/>
                </a:lnTo>
                <a:lnTo>
                  <a:pt x="4481251" y="3456904"/>
                </a:lnTo>
                <a:cubicBezTo>
                  <a:pt x="4482320" y="3462304"/>
                  <a:pt x="4484886" y="3466940"/>
                  <a:pt x="4490016" y="3470270"/>
                </a:cubicBezTo>
                <a:lnTo>
                  <a:pt x="4490944" y="3455901"/>
                </a:lnTo>
                <a:close/>
                <a:moveTo>
                  <a:pt x="4771866" y="3451814"/>
                </a:moveTo>
                <a:cubicBezTo>
                  <a:pt x="4774006" y="3465602"/>
                  <a:pt x="4774006" y="3465602"/>
                  <a:pt x="4774006" y="3465602"/>
                </a:cubicBezTo>
                <a:cubicBezTo>
                  <a:pt x="4760450" y="3467780"/>
                  <a:pt x="4758310" y="3458708"/>
                  <a:pt x="4753672" y="3474674"/>
                </a:cubicBezTo>
                <a:cubicBezTo>
                  <a:pt x="4751532" y="3474674"/>
                  <a:pt x="4749391" y="3469957"/>
                  <a:pt x="4744753" y="3472497"/>
                </a:cubicBezTo>
                <a:cubicBezTo>
                  <a:pt x="4742613" y="3463425"/>
                  <a:pt x="4749391" y="3460885"/>
                  <a:pt x="4749391" y="3453991"/>
                </a:cubicBezTo>
                <a:cubicBezTo>
                  <a:pt x="4753672" y="3453991"/>
                  <a:pt x="4751532" y="3460885"/>
                  <a:pt x="4753672" y="3465602"/>
                </a:cubicBezTo>
                <a:cubicBezTo>
                  <a:pt x="4762947" y="3463425"/>
                  <a:pt x="4758310" y="3449637"/>
                  <a:pt x="4771866" y="3451814"/>
                </a:cubicBezTo>
                <a:close/>
                <a:moveTo>
                  <a:pt x="4422635" y="3450793"/>
                </a:moveTo>
                <a:lnTo>
                  <a:pt x="4420945" y="3451505"/>
                </a:lnTo>
                <a:lnTo>
                  <a:pt x="4421969" y="3452269"/>
                </a:lnTo>
                <a:close/>
                <a:moveTo>
                  <a:pt x="4389447" y="3450421"/>
                </a:moveTo>
                <a:lnTo>
                  <a:pt x="4394606" y="3459109"/>
                </a:lnTo>
                <a:lnTo>
                  <a:pt x="4398986" y="3457608"/>
                </a:lnTo>
                <a:close/>
                <a:moveTo>
                  <a:pt x="5193107" y="3449637"/>
                </a:moveTo>
                <a:cubicBezTo>
                  <a:pt x="5181715" y="3472111"/>
                  <a:pt x="5161780" y="3463193"/>
                  <a:pt x="5145761" y="3481030"/>
                </a:cubicBezTo>
                <a:cubicBezTo>
                  <a:pt x="5134725" y="3458555"/>
                  <a:pt x="5181715" y="3449637"/>
                  <a:pt x="5193107" y="3449637"/>
                </a:cubicBezTo>
                <a:close/>
                <a:moveTo>
                  <a:pt x="4066026" y="3449434"/>
                </a:moveTo>
                <a:cubicBezTo>
                  <a:pt x="4063461" y="3449389"/>
                  <a:pt x="4061211" y="3449929"/>
                  <a:pt x="4060131" y="3452269"/>
                </a:cubicBezTo>
                <a:cubicBezTo>
                  <a:pt x="4071652" y="3459109"/>
                  <a:pt x="4051130" y="3465950"/>
                  <a:pt x="4055450" y="3479630"/>
                </a:cubicBezTo>
                <a:cubicBezTo>
                  <a:pt x="4071652" y="3483950"/>
                  <a:pt x="4064811" y="3454429"/>
                  <a:pt x="4078493" y="3454429"/>
                </a:cubicBezTo>
                <a:cubicBezTo>
                  <a:pt x="4075973" y="3454429"/>
                  <a:pt x="4073812" y="3452269"/>
                  <a:pt x="4073812" y="3450109"/>
                </a:cubicBezTo>
                <a:cubicBezTo>
                  <a:pt x="4071472" y="3450109"/>
                  <a:pt x="4068592" y="3449479"/>
                  <a:pt x="4066026" y="3449434"/>
                </a:cubicBezTo>
                <a:close/>
                <a:moveTo>
                  <a:pt x="5292556" y="3438525"/>
                </a:moveTo>
                <a:cubicBezTo>
                  <a:pt x="5294705" y="3452349"/>
                  <a:pt x="5272146" y="3473086"/>
                  <a:pt x="5258539" y="3468357"/>
                </a:cubicBezTo>
                <a:cubicBezTo>
                  <a:pt x="5247438" y="3450166"/>
                  <a:pt x="5283604" y="3450166"/>
                  <a:pt x="5292556" y="3438525"/>
                </a:cubicBezTo>
                <a:close/>
                <a:moveTo>
                  <a:pt x="4369674" y="3438464"/>
                </a:moveTo>
                <a:lnTo>
                  <a:pt x="4363208" y="3438725"/>
                </a:lnTo>
                <a:lnTo>
                  <a:pt x="4366928" y="3438768"/>
                </a:lnTo>
                <a:cubicBezTo>
                  <a:pt x="4370033" y="3440748"/>
                  <a:pt x="4371744" y="3444168"/>
                  <a:pt x="4374084" y="3447589"/>
                </a:cubicBezTo>
                <a:lnTo>
                  <a:pt x="4375838" y="3441541"/>
                </a:lnTo>
                <a:close/>
                <a:moveTo>
                  <a:pt x="4352276" y="3436255"/>
                </a:moveTo>
                <a:lnTo>
                  <a:pt x="4351401" y="3438588"/>
                </a:lnTo>
                <a:lnTo>
                  <a:pt x="4353529" y="3438613"/>
                </a:lnTo>
                <a:close/>
                <a:moveTo>
                  <a:pt x="4988317" y="3432175"/>
                </a:moveTo>
                <a:cubicBezTo>
                  <a:pt x="4984015" y="3438965"/>
                  <a:pt x="4958922" y="3454690"/>
                  <a:pt x="4956772" y="3447900"/>
                </a:cubicBezTo>
                <a:cubicBezTo>
                  <a:pt x="4949961" y="3452546"/>
                  <a:pt x="4949961" y="3459337"/>
                  <a:pt x="4949961" y="3470416"/>
                </a:cubicBezTo>
                <a:cubicBezTo>
                  <a:pt x="4931679" y="3452546"/>
                  <a:pt x="4922717" y="3500079"/>
                  <a:pt x="4888663" y="3490787"/>
                </a:cubicBezTo>
                <a:cubicBezTo>
                  <a:pt x="4890814" y="3483997"/>
                  <a:pt x="4893323" y="3475062"/>
                  <a:pt x="4888663" y="3463983"/>
                </a:cubicBezTo>
                <a:cubicBezTo>
                  <a:pt x="4922717" y="3436821"/>
                  <a:pt x="4945301" y="3445756"/>
                  <a:pt x="4988317" y="3432175"/>
                </a:cubicBezTo>
                <a:close/>
                <a:moveTo>
                  <a:pt x="4324573" y="3423091"/>
                </a:moveTo>
                <a:cubicBezTo>
                  <a:pt x="4323431" y="3422140"/>
                  <a:pt x="4321158" y="3423108"/>
                  <a:pt x="4317198" y="3427068"/>
                </a:cubicBezTo>
                <a:cubicBezTo>
                  <a:pt x="4321878" y="3429588"/>
                  <a:pt x="4321878" y="3431748"/>
                  <a:pt x="4321878" y="3438588"/>
                </a:cubicBezTo>
                <a:cubicBezTo>
                  <a:pt x="4312517" y="3436428"/>
                  <a:pt x="4310357" y="3443268"/>
                  <a:pt x="4303516" y="3443268"/>
                </a:cubicBezTo>
                <a:cubicBezTo>
                  <a:pt x="4301356" y="3438588"/>
                  <a:pt x="4303516" y="3433908"/>
                  <a:pt x="4298836" y="3431748"/>
                </a:cubicBezTo>
                <a:cubicBezTo>
                  <a:pt x="4289835" y="3443268"/>
                  <a:pt x="4298836" y="3438588"/>
                  <a:pt x="4296675" y="3454429"/>
                </a:cubicBezTo>
                <a:cubicBezTo>
                  <a:pt x="4296675" y="3454429"/>
                  <a:pt x="4296675" y="3454429"/>
                  <a:pt x="4319358" y="3454429"/>
                </a:cubicBezTo>
                <a:cubicBezTo>
                  <a:pt x="4321248" y="3446058"/>
                  <a:pt x="4327999" y="3425942"/>
                  <a:pt x="4324573" y="3423091"/>
                </a:cubicBezTo>
                <a:close/>
                <a:moveTo>
                  <a:pt x="4185064" y="3418067"/>
                </a:moveTo>
                <a:cubicBezTo>
                  <a:pt x="4155541" y="3420227"/>
                  <a:pt x="4187584" y="3443268"/>
                  <a:pt x="4167062" y="3454429"/>
                </a:cubicBezTo>
                <a:cubicBezTo>
                  <a:pt x="4169222" y="3456949"/>
                  <a:pt x="4171743" y="3459109"/>
                  <a:pt x="4169222" y="3465950"/>
                </a:cubicBezTo>
                <a:cubicBezTo>
                  <a:pt x="4182903" y="3461269"/>
                  <a:pt x="4201265" y="3433908"/>
                  <a:pt x="4194425" y="3424908"/>
                </a:cubicBezTo>
                <a:cubicBezTo>
                  <a:pt x="4189744" y="3443268"/>
                  <a:pt x="4171743" y="3431748"/>
                  <a:pt x="4185064" y="3418067"/>
                </a:cubicBezTo>
                <a:close/>
                <a:moveTo>
                  <a:pt x="4519539" y="3415907"/>
                </a:moveTo>
                <a:lnTo>
                  <a:pt x="4518731" y="3417383"/>
                </a:lnTo>
                <a:lnTo>
                  <a:pt x="4531243" y="3416426"/>
                </a:lnTo>
                <a:cubicBezTo>
                  <a:pt x="4531243" y="3416426"/>
                  <a:pt x="4531243" y="3416426"/>
                  <a:pt x="4530973" y="3418406"/>
                </a:cubicBezTo>
                <a:lnTo>
                  <a:pt x="4529869" y="3426499"/>
                </a:lnTo>
                <a:lnTo>
                  <a:pt x="4539071" y="3428373"/>
                </a:lnTo>
                <a:cubicBezTo>
                  <a:pt x="4543571" y="3429498"/>
                  <a:pt x="4546902" y="3428328"/>
                  <a:pt x="4549062" y="3418067"/>
                </a:cubicBezTo>
                <a:cubicBezTo>
                  <a:pt x="4533221" y="3415907"/>
                  <a:pt x="4537901" y="3415907"/>
                  <a:pt x="4519539" y="3415907"/>
                </a:cubicBezTo>
                <a:close/>
                <a:moveTo>
                  <a:pt x="518836" y="3413832"/>
                </a:moveTo>
                <a:cubicBezTo>
                  <a:pt x="507315" y="3411673"/>
                  <a:pt x="502635" y="3416352"/>
                  <a:pt x="493634" y="3420671"/>
                </a:cubicBezTo>
                <a:cubicBezTo>
                  <a:pt x="502635" y="3420671"/>
                  <a:pt x="500474" y="3427510"/>
                  <a:pt x="511996" y="3425351"/>
                </a:cubicBezTo>
                <a:cubicBezTo>
                  <a:pt x="514156" y="3420671"/>
                  <a:pt x="518836" y="3420671"/>
                  <a:pt x="518836" y="3413832"/>
                </a:cubicBezTo>
                <a:close/>
                <a:moveTo>
                  <a:pt x="5203774" y="3413125"/>
                </a:moveTo>
                <a:cubicBezTo>
                  <a:pt x="5210567" y="3433661"/>
                  <a:pt x="5210567" y="3433661"/>
                  <a:pt x="5210567" y="3433661"/>
                </a:cubicBezTo>
                <a:cubicBezTo>
                  <a:pt x="5170165" y="3438345"/>
                  <a:pt x="5170165" y="3458881"/>
                  <a:pt x="5131550" y="3463564"/>
                </a:cubicBezTo>
                <a:cubicBezTo>
                  <a:pt x="5142991" y="3426816"/>
                  <a:pt x="5185897" y="3445190"/>
                  <a:pt x="5203774" y="3413125"/>
                </a:cubicBezTo>
                <a:close/>
                <a:moveTo>
                  <a:pt x="5395854" y="3409228"/>
                </a:moveTo>
                <a:cubicBezTo>
                  <a:pt x="5402655" y="3420093"/>
                  <a:pt x="5384757" y="3426752"/>
                  <a:pt x="5371154" y="3433411"/>
                </a:cubicBezTo>
                <a:cubicBezTo>
                  <a:pt x="5366500" y="3420093"/>
                  <a:pt x="5386904" y="3406775"/>
                  <a:pt x="5395854" y="3409228"/>
                </a:cubicBezTo>
                <a:close/>
                <a:moveTo>
                  <a:pt x="5344314" y="3408962"/>
                </a:moveTo>
                <a:cubicBezTo>
                  <a:pt x="5347913" y="3410614"/>
                  <a:pt x="5350802" y="3414907"/>
                  <a:pt x="5351860" y="3422910"/>
                </a:cubicBezTo>
                <a:cubicBezTo>
                  <a:pt x="5343041" y="3427226"/>
                  <a:pt x="5331752" y="3431901"/>
                  <a:pt x="5322932" y="3436577"/>
                </a:cubicBezTo>
                <a:cubicBezTo>
                  <a:pt x="5316318" y="3422820"/>
                  <a:pt x="5333516" y="3404005"/>
                  <a:pt x="5344314" y="3408962"/>
                </a:cubicBezTo>
                <a:close/>
                <a:moveTo>
                  <a:pt x="4861312" y="3406775"/>
                </a:moveTo>
                <a:cubicBezTo>
                  <a:pt x="4861312" y="3427056"/>
                  <a:pt x="4850064" y="3420296"/>
                  <a:pt x="4836275" y="3422786"/>
                </a:cubicBezTo>
                <a:cubicBezTo>
                  <a:pt x="4840629" y="3416026"/>
                  <a:pt x="4850064" y="3409265"/>
                  <a:pt x="4861312" y="3406775"/>
                </a:cubicBezTo>
                <a:close/>
                <a:moveTo>
                  <a:pt x="4483175" y="3402227"/>
                </a:moveTo>
                <a:cubicBezTo>
                  <a:pt x="4484885" y="3407357"/>
                  <a:pt x="4484885" y="3413342"/>
                  <a:pt x="4484244" y="3419643"/>
                </a:cubicBezTo>
                <a:lnTo>
                  <a:pt x="4484233" y="3419718"/>
                </a:lnTo>
                <a:lnTo>
                  <a:pt x="4485344" y="3419936"/>
                </a:lnTo>
                <a:lnTo>
                  <a:pt x="4503021" y="3418584"/>
                </a:lnTo>
                <a:lnTo>
                  <a:pt x="4506217" y="3415907"/>
                </a:lnTo>
                <a:cubicBezTo>
                  <a:pt x="4499377" y="3415907"/>
                  <a:pt x="4501537" y="3411227"/>
                  <a:pt x="4506217" y="3406547"/>
                </a:cubicBezTo>
                <a:cubicBezTo>
                  <a:pt x="4496857" y="3404387"/>
                  <a:pt x="4494696" y="3411227"/>
                  <a:pt x="4487855" y="3411227"/>
                </a:cubicBezTo>
                <a:cubicBezTo>
                  <a:pt x="4485695" y="3409067"/>
                  <a:pt x="4487855" y="3402227"/>
                  <a:pt x="4483175" y="3402227"/>
                </a:cubicBezTo>
                <a:close/>
                <a:moveTo>
                  <a:pt x="5456641" y="3390900"/>
                </a:moveTo>
                <a:cubicBezTo>
                  <a:pt x="5467742" y="3409243"/>
                  <a:pt x="5467742" y="3409243"/>
                  <a:pt x="5467742" y="3409243"/>
                </a:cubicBezTo>
                <a:cubicBezTo>
                  <a:pt x="5445183" y="3416076"/>
                  <a:pt x="5434082" y="3436577"/>
                  <a:pt x="5422623" y="3434059"/>
                </a:cubicBezTo>
                <a:cubicBezTo>
                  <a:pt x="5420475" y="3418234"/>
                  <a:pt x="5440886" y="3404567"/>
                  <a:pt x="5456641" y="3390900"/>
                </a:cubicBezTo>
                <a:close/>
                <a:moveTo>
                  <a:pt x="5155701" y="3387620"/>
                </a:moveTo>
                <a:cubicBezTo>
                  <a:pt x="5160139" y="3386402"/>
                  <a:pt x="5164037" y="3386402"/>
                  <a:pt x="5166799" y="3388078"/>
                </a:cubicBezTo>
                <a:cubicBezTo>
                  <a:pt x="5169294" y="3408186"/>
                  <a:pt x="5135438" y="3408186"/>
                  <a:pt x="5117263" y="3419122"/>
                </a:cubicBezTo>
                <a:cubicBezTo>
                  <a:pt x="5124213" y="3405893"/>
                  <a:pt x="5142387" y="3391275"/>
                  <a:pt x="5155701" y="3387620"/>
                </a:cubicBezTo>
                <a:close/>
                <a:moveTo>
                  <a:pt x="4553743" y="3386386"/>
                </a:moveTo>
                <a:cubicBezTo>
                  <a:pt x="4551582" y="3406547"/>
                  <a:pt x="4567424" y="3422748"/>
                  <a:pt x="4576425" y="3411227"/>
                </a:cubicBezTo>
                <a:cubicBezTo>
                  <a:pt x="4572105" y="3397546"/>
                  <a:pt x="4565264" y="3390706"/>
                  <a:pt x="4553743" y="3386386"/>
                </a:cubicBezTo>
                <a:close/>
                <a:moveTo>
                  <a:pt x="4836335" y="3386137"/>
                </a:moveTo>
                <a:cubicBezTo>
                  <a:pt x="4840676" y="3404078"/>
                  <a:pt x="4779169" y="3438166"/>
                  <a:pt x="4763250" y="3404078"/>
                </a:cubicBezTo>
                <a:cubicBezTo>
                  <a:pt x="4770124" y="3386137"/>
                  <a:pt x="4783511" y="3422378"/>
                  <a:pt x="4781340" y="3397260"/>
                </a:cubicBezTo>
                <a:cubicBezTo>
                  <a:pt x="4788215" y="3401925"/>
                  <a:pt x="4806667" y="3395107"/>
                  <a:pt x="4795089" y="3410895"/>
                </a:cubicBezTo>
                <a:cubicBezTo>
                  <a:pt x="4813541" y="3399772"/>
                  <a:pt x="4822586" y="3390443"/>
                  <a:pt x="4836335" y="3386137"/>
                </a:cubicBezTo>
                <a:close/>
                <a:moveTo>
                  <a:pt x="5475584" y="3385887"/>
                </a:moveTo>
                <a:lnTo>
                  <a:pt x="5476023" y="3385908"/>
                </a:lnTo>
                <a:lnTo>
                  <a:pt x="5473407" y="3394764"/>
                </a:lnTo>
                <a:cubicBezTo>
                  <a:pt x="5471230" y="3390148"/>
                  <a:pt x="5471230" y="3388017"/>
                  <a:pt x="5475584" y="3385887"/>
                </a:cubicBezTo>
                <a:close/>
                <a:moveTo>
                  <a:pt x="5089913" y="3357562"/>
                </a:moveTo>
                <a:cubicBezTo>
                  <a:pt x="5089913" y="3380196"/>
                  <a:pt x="5067091" y="3391334"/>
                  <a:pt x="5060208" y="3409657"/>
                </a:cubicBezTo>
                <a:cubicBezTo>
                  <a:pt x="5030504" y="3411813"/>
                  <a:pt x="5009856" y="3425465"/>
                  <a:pt x="4984861" y="3411813"/>
                </a:cubicBezTo>
                <a:cubicBezTo>
                  <a:pt x="4982325" y="3398160"/>
                  <a:pt x="4982325" y="3398160"/>
                  <a:pt x="4982325" y="3398160"/>
                </a:cubicBezTo>
                <a:cubicBezTo>
                  <a:pt x="5016739" y="3373370"/>
                  <a:pt x="5058035" y="3382352"/>
                  <a:pt x="5089913" y="3357562"/>
                </a:cubicBezTo>
                <a:close/>
                <a:moveTo>
                  <a:pt x="5320102" y="3352800"/>
                </a:moveTo>
                <a:cubicBezTo>
                  <a:pt x="5297389" y="3398068"/>
                  <a:pt x="5265302" y="3391242"/>
                  <a:pt x="5228888" y="3420702"/>
                </a:cubicBezTo>
                <a:cubicBezTo>
                  <a:pt x="5222038" y="3404894"/>
                  <a:pt x="5222038" y="3404894"/>
                  <a:pt x="5222038" y="3404894"/>
                </a:cubicBezTo>
                <a:cubicBezTo>
                  <a:pt x="5265302" y="3386931"/>
                  <a:pt x="5292702" y="3361782"/>
                  <a:pt x="5320102" y="3352800"/>
                </a:cubicBezTo>
                <a:close/>
                <a:moveTo>
                  <a:pt x="4166262" y="3350709"/>
                </a:moveTo>
                <a:lnTo>
                  <a:pt x="4156354" y="3351203"/>
                </a:lnTo>
                <a:lnTo>
                  <a:pt x="4148557" y="3357644"/>
                </a:lnTo>
                <a:cubicBezTo>
                  <a:pt x="4145012" y="3358768"/>
                  <a:pt x="4140974" y="3358746"/>
                  <a:pt x="4137688" y="3357295"/>
                </a:cubicBezTo>
                <a:lnTo>
                  <a:pt x="4134132" y="3352311"/>
                </a:lnTo>
                <a:lnTo>
                  <a:pt x="4111866" y="3353420"/>
                </a:lnTo>
                <a:lnTo>
                  <a:pt x="4110311" y="3357157"/>
                </a:lnTo>
                <a:cubicBezTo>
                  <a:pt x="4108376" y="3362602"/>
                  <a:pt x="4106215" y="3369105"/>
                  <a:pt x="4103335" y="3377025"/>
                </a:cubicBezTo>
                <a:cubicBezTo>
                  <a:pt x="4123857" y="3370185"/>
                  <a:pt x="4117017" y="3368025"/>
                  <a:pt x="4130698" y="3379545"/>
                </a:cubicBezTo>
                <a:cubicBezTo>
                  <a:pt x="4135019" y="3379545"/>
                  <a:pt x="4135019" y="3370185"/>
                  <a:pt x="4137539" y="3363705"/>
                </a:cubicBezTo>
                <a:cubicBezTo>
                  <a:pt x="4143209" y="3367665"/>
                  <a:pt x="4148880" y="3369645"/>
                  <a:pt x="4154730" y="3370281"/>
                </a:cubicBezTo>
                <a:lnTo>
                  <a:pt x="4172256" y="3368851"/>
                </a:lnTo>
                <a:lnTo>
                  <a:pt x="4171616" y="3364317"/>
                </a:lnTo>
                <a:lnTo>
                  <a:pt x="4170174" y="3354931"/>
                </a:lnTo>
                <a:lnTo>
                  <a:pt x="4165217" y="3354532"/>
                </a:lnTo>
                <a:close/>
                <a:moveTo>
                  <a:pt x="5542350" y="3350022"/>
                </a:moveTo>
                <a:cubicBezTo>
                  <a:pt x="5528471" y="3360142"/>
                  <a:pt x="5513367" y="3381448"/>
                  <a:pt x="5495048" y="3386824"/>
                </a:cubicBezTo>
                <a:lnTo>
                  <a:pt x="5476023" y="3385908"/>
                </a:lnTo>
                <a:lnTo>
                  <a:pt x="5477699" y="3380233"/>
                </a:lnTo>
                <a:cubicBezTo>
                  <a:pt x="5490167" y="3363871"/>
                  <a:pt x="5523300" y="3344962"/>
                  <a:pt x="5542350" y="3350022"/>
                </a:cubicBezTo>
                <a:close/>
                <a:moveTo>
                  <a:pt x="5220150" y="3349625"/>
                </a:moveTo>
                <a:cubicBezTo>
                  <a:pt x="5222307" y="3349625"/>
                  <a:pt x="5224464" y="3353920"/>
                  <a:pt x="5229136" y="3351773"/>
                </a:cubicBezTo>
                <a:cubicBezTo>
                  <a:pt x="5231293" y="3356426"/>
                  <a:pt x="5233809" y="3353920"/>
                  <a:pt x="5235966" y="3353920"/>
                </a:cubicBezTo>
                <a:cubicBezTo>
                  <a:pt x="5226980" y="3365375"/>
                  <a:pt x="5203976" y="3385779"/>
                  <a:pt x="5186004" y="3381125"/>
                </a:cubicBezTo>
                <a:cubicBezTo>
                  <a:pt x="5179175" y="3358574"/>
                  <a:pt x="5226980" y="3378978"/>
                  <a:pt x="5220150" y="3349625"/>
                </a:cubicBezTo>
                <a:close/>
                <a:moveTo>
                  <a:pt x="486793" y="3347962"/>
                </a:moveTo>
                <a:cubicBezTo>
                  <a:pt x="482472" y="3350482"/>
                  <a:pt x="482472" y="3359480"/>
                  <a:pt x="475632" y="3361640"/>
                </a:cubicBezTo>
                <a:cubicBezTo>
                  <a:pt x="493634" y="3361640"/>
                  <a:pt x="484633" y="3377478"/>
                  <a:pt x="486793" y="3386836"/>
                </a:cubicBezTo>
                <a:cubicBezTo>
                  <a:pt x="511996" y="3397995"/>
                  <a:pt x="511996" y="3400514"/>
                  <a:pt x="546199" y="3402674"/>
                </a:cubicBezTo>
                <a:cubicBezTo>
                  <a:pt x="553040" y="3395835"/>
                  <a:pt x="562041" y="3393675"/>
                  <a:pt x="562041" y="3382157"/>
                </a:cubicBezTo>
                <a:cubicBezTo>
                  <a:pt x="548359" y="3366319"/>
                  <a:pt x="536838" y="3375318"/>
                  <a:pt x="507315" y="3370639"/>
                </a:cubicBezTo>
                <a:cubicBezTo>
                  <a:pt x="500474" y="3361640"/>
                  <a:pt x="507315" y="3347962"/>
                  <a:pt x="486793" y="3347962"/>
                </a:cubicBezTo>
                <a:close/>
                <a:moveTo>
                  <a:pt x="4034470" y="3347780"/>
                </a:moveTo>
                <a:lnTo>
                  <a:pt x="4034073" y="3349889"/>
                </a:lnTo>
                <a:cubicBezTo>
                  <a:pt x="4033218" y="3354434"/>
                  <a:pt x="4031508" y="3363525"/>
                  <a:pt x="4028087" y="3381706"/>
                </a:cubicBezTo>
                <a:cubicBezTo>
                  <a:pt x="4028087" y="3390706"/>
                  <a:pt x="4044289" y="3377025"/>
                  <a:pt x="4055450" y="3383866"/>
                </a:cubicBezTo>
                <a:cubicBezTo>
                  <a:pt x="4057971" y="3365865"/>
                  <a:pt x="4048609" y="3356864"/>
                  <a:pt x="4069132" y="3356864"/>
                </a:cubicBezTo>
                <a:cubicBezTo>
                  <a:pt x="4064811" y="3370185"/>
                  <a:pt x="4057971" y="3372705"/>
                  <a:pt x="4069132" y="3379545"/>
                </a:cubicBezTo>
                <a:cubicBezTo>
                  <a:pt x="4080653" y="3374865"/>
                  <a:pt x="4091814" y="3365865"/>
                  <a:pt x="4103335" y="3361185"/>
                </a:cubicBezTo>
                <a:cubicBezTo>
                  <a:pt x="4101085" y="3360645"/>
                  <a:pt x="4098677" y="3358664"/>
                  <a:pt x="4096686" y="3356105"/>
                </a:cubicBezTo>
                <a:lnTo>
                  <a:pt x="4095682" y="3354037"/>
                </a:lnTo>
                <a:close/>
                <a:moveTo>
                  <a:pt x="3947979" y="3339194"/>
                </a:moveTo>
                <a:lnTo>
                  <a:pt x="3953200" y="3370185"/>
                </a:lnTo>
                <a:cubicBezTo>
                  <a:pt x="3962201" y="3368025"/>
                  <a:pt x="3964361" y="3354344"/>
                  <a:pt x="3971202" y="3365865"/>
                </a:cubicBezTo>
                <a:cubicBezTo>
                  <a:pt x="3969041" y="3374865"/>
                  <a:pt x="3964361" y="3377025"/>
                  <a:pt x="3962201" y="3386386"/>
                </a:cubicBezTo>
                <a:cubicBezTo>
                  <a:pt x="3984883" y="3390706"/>
                  <a:pt x="3964361" y="3354344"/>
                  <a:pt x="3994244" y="3361185"/>
                </a:cubicBezTo>
                <a:cubicBezTo>
                  <a:pt x="3989563" y="3372705"/>
                  <a:pt x="3980563" y="3377025"/>
                  <a:pt x="3978402" y="3393226"/>
                </a:cubicBezTo>
                <a:cubicBezTo>
                  <a:pt x="4002165" y="3375945"/>
                  <a:pt x="4008106" y="3365347"/>
                  <a:pt x="4020071" y="3355357"/>
                </a:cubicBezTo>
                <a:lnTo>
                  <a:pt x="4031729" y="3347500"/>
                </a:lnTo>
                <a:lnTo>
                  <a:pt x="4030294" y="3347353"/>
                </a:lnTo>
                <a:lnTo>
                  <a:pt x="3998480" y="3343334"/>
                </a:lnTo>
                <a:lnTo>
                  <a:pt x="3997101" y="3344505"/>
                </a:lnTo>
                <a:lnTo>
                  <a:pt x="3996352" y="3343065"/>
                </a:lnTo>
                <a:lnTo>
                  <a:pt x="3966224" y="3339259"/>
                </a:lnTo>
                <a:close/>
                <a:moveTo>
                  <a:pt x="3926085" y="3339117"/>
                </a:moveTo>
                <a:lnTo>
                  <a:pt x="3927277" y="3352454"/>
                </a:lnTo>
                <a:cubicBezTo>
                  <a:pt x="3928718" y="3357314"/>
                  <a:pt x="3931598" y="3361364"/>
                  <a:pt x="3937358" y="3363705"/>
                </a:cubicBezTo>
                <a:cubicBezTo>
                  <a:pt x="3937358" y="3363705"/>
                  <a:pt x="3937358" y="3363705"/>
                  <a:pt x="3941678" y="3340664"/>
                </a:cubicBezTo>
                <a:lnTo>
                  <a:pt x="3936137" y="3339152"/>
                </a:lnTo>
                <a:close/>
                <a:moveTo>
                  <a:pt x="3916700" y="3339083"/>
                </a:moveTo>
                <a:lnTo>
                  <a:pt x="3913776" y="3351554"/>
                </a:lnTo>
                <a:cubicBezTo>
                  <a:pt x="3912336" y="3354974"/>
                  <a:pt x="3909995" y="3356684"/>
                  <a:pt x="3905315" y="3354344"/>
                </a:cubicBezTo>
                <a:cubicBezTo>
                  <a:pt x="3905315" y="3350024"/>
                  <a:pt x="3909995" y="3347504"/>
                  <a:pt x="3909995" y="3345344"/>
                </a:cubicBezTo>
                <a:cubicBezTo>
                  <a:pt x="3905675" y="3347099"/>
                  <a:pt x="3902671" y="3344956"/>
                  <a:pt x="3900243" y="3342445"/>
                </a:cubicBezTo>
                <a:lnTo>
                  <a:pt x="3896854" y="3339701"/>
                </a:lnTo>
                <a:lnTo>
                  <a:pt x="3891531" y="3340497"/>
                </a:lnTo>
                <a:lnTo>
                  <a:pt x="3889473" y="3343184"/>
                </a:lnTo>
                <a:cubicBezTo>
                  <a:pt x="3894153" y="3343184"/>
                  <a:pt x="3894153" y="3352184"/>
                  <a:pt x="3891633" y="3359024"/>
                </a:cubicBezTo>
                <a:cubicBezTo>
                  <a:pt x="3903154" y="3359024"/>
                  <a:pt x="3916836" y="3359024"/>
                  <a:pt x="3918996" y="3365865"/>
                </a:cubicBezTo>
                <a:cubicBezTo>
                  <a:pt x="3924757" y="3361364"/>
                  <a:pt x="3924757" y="3356774"/>
                  <a:pt x="3923047" y="3352184"/>
                </a:cubicBezTo>
                <a:lnTo>
                  <a:pt x="3917100" y="3339085"/>
                </a:lnTo>
                <a:close/>
                <a:moveTo>
                  <a:pt x="5460913" y="3328987"/>
                </a:moveTo>
                <a:cubicBezTo>
                  <a:pt x="5456249" y="3347118"/>
                  <a:pt x="5472037" y="3344942"/>
                  <a:pt x="5478854" y="3360898"/>
                </a:cubicBezTo>
                <a:cubicBezTo>
                  <a:pt x="5472037" y="3367788"/>
                  <a:pt x="5472037" y="3376854"/>
                  <a:pt x="5460913" y="3383744"/>
                </a:cubicBezTo>
                <a:cubicBezTo>
                  <a:pt x="5449431" y="3381568"/>
                  <a:pt x="5444766" y="3365612"/>
                  <a:pt x="5435796" y="3363437"/>
                </a:cubicBezTo>
                <a:cubicBezTo>
                  <a:pt x="5406373" y="3381568"/>
                  <a:pt x="5404220" y="3400062"/>
                  <a:pt x="5374438" y="3390634"/>
                </a:cubicBezTo>
                <a:cubicBezTo>
                  <a:pt x="5404220" y="3360898"/>
                  <a:pt x="5428978" y="3358722"/>
                  <a:pt x="5460913" y="3328987"/>
                </a:cubicBezTo>
                <a:close/>
                <a:moveTo>
                  <a:pt x="4539656" y="3328918"/>
                </a:moveTo>
                <a:cubicBezTo>
                  <a:pt x="4532230" y="3331753"/>
                  <a:pt x="4527640" y="3337424"/>
                  <a:pt x="4533221" y="3345344"/>
                </a:cubicBezTo>
                <a:cubicBezTo>
                  <a:pt x="4537901" y="3333823"/>
                  <a:pt x="4549062" y="3356864"/>
                  <a:pt x="4558423" y="3354344"/>
                </a:cubicBezTo>
                <a:cubicBezTo>
                  <a:pt x="4553743" y="3338504"/>
                  <a:pt x="4555903" y="3340664"/>
                  <a:pt x="4563103" y="3329503"/>
                </a:cubicBezTo>
                <a:cubicBezTo>
                  <a:pt x="4557342" y="3326083"/>
                  <a:pt x="4547081" y="3326083"/>
                  <a:pt x="4539656" y="3328918"/>
                </a:cubicBezTo>
                <a:close/>
                <a:moveTo>
                  <a:pt x="4766807" y="3327850"/>
                </a:moveTo>
                <a:cubicBezTo>
                  <a:pt x="4768867" y="3328683"/>
                  <a:pt x="4771798" y="3330348"/>
                  <a:pt x="4778759" y="3329296"/>
                </a:cubicBezTo>
                <a:cubicBezTo>
                  <a:pt x="4778759" y="3338058"/>
                  <a:pt x="4778759" y="3338058"/>
                  <a:pt x="4778759" y="3338058"/>
                </a:cubicBezTo>
                <a:cubicBezTo>
                  <a:pt x="4767036" y="3340161"/>
                  <a:pt x="4771798" y="3349274"/>
                  <a:pt x="4760075" y="3342615"/>
                </a:cubicBezTo>
                <a:cubicBezTo>
                  <a:pt x="4760075" y="3331399"/>
                  <a:pt x="4760075" y="3331399"/>
                  <a:pt x="4760075" y="3331399"/>
                </a:cubicBezTo>
                <a:cubicBezTo>
                  <a:pt x="4763556" y="3327018"/>
                  <a:pt x="4764746" y="3327018"/>
                  <a:pt x="4766807" y="3327850"/>
                </a:cubicBezTo>
                <a:close/>
                <a:moveTo>
                  <a:pt x="4637991" y="3324823"/>
                </a:moveTo>
                <a:cubicBezTo>
                  <a:pt x="4635831" y="3333823"/>
                  <a:pt x="4642672" y="3336343"/>
                  <a:pt x="4642672" y="3345344"/>
                </a:cubicBezTo>
                <a:cubicBezTo>
                  <a:pt x="4653833" y="3345344"/>
                  <a:pt x="4660674" y="3340664"/>
                  <a:pt x="4663194" y="3331663"/>
                </a:cubicBezTo>
                <a:cubicBezTo>
                  <a:pt x="4658513" y="3320143"/>
                  <a:pt x="4646992" y="3345344"/>
                  <a:pt x="4642672" y="3329503"/>
                </a:cubicBezTo>
                <a:cubicBezTo>
                  <a:pt x="4646992" y="3329503"/>
                  <a:pt x="4644832" y="3322663"/>
                  <a:pt x="4637991" y="3324823"/>
                </a:cubicBezTo>
                <a:close/>
                <a:moveTo>
                  <a:pt x="5524897" y="3324817"/>
                </a:moveTo>
                <a:cubicBezTo>
                  <a:pt x="5520311" y="3336446"/>
                  <a:pt x="5506906" y="3352436"/>
                  <a:pt x="5493500" y="3350256"/>
                </a:cubicBezTo>
                <a:cubicBezTo>
                  <a:pt x="5498086" y="3340807"/>
                  <a:pt x="5513608" y="3322637"/>
                  <a:pt x="5524897" y="3324817"/>
                </a:cubicBezTo>
                <a:close/>
                <a:moveTo>
                  <a:pt x="4484076" y="3316633"/>
                </a:moveTo>
                <a:cubicBezTo>
                  <a:pt x="4477505" y="3316363"/>
                  <a:pt x="4471834" y="3319243"/>
                  <a:pt x="4474174" y="3329503"/>
                </a:cubicBezTo>
                <a:cubicBezTo>
                  <a:pt x="4478855" y="3331663"/>
                  <a:pt x="4494696" y="3322663"/>
                  <a:pt x="4494696" y="3333823"/>
                </a:cubicBezTo>
                <a:cubicBezTo>
                  <a:pt x="4485695" y="3333823"/>
                  <a:pt x="4487855" y="3347504"/>
                  <a:pt x="4476335" y="3345344"/>
                </a:cubicBezTo>
                <a:cubicBezTo>
                  <a:pt x="4467333" y="3340664"/>
                  <a:pt x="4448971" y="3343184"/>
                  <a:pt x="4446811" y="3340664"/>
                </a:cubicBezTo>
                <a:cubicBezTo>
                  <a:pt x="4455812" y="3352184"/>
                  <a:pt x="4439971" y="3363705"/>
                  <a:pt x="4433130" y="3352184"/>
                </a:cubicBezTo>
                <a:cubicBezTo>
                  <a:pt x="4430970" y="3368025"/>
                  <a:pt x="4437810" y="3372705"/>
                  <a:pt x="4444651" y="3377025"/>
                </a:cubicBezTo>
                <a:cubicBezTo>
                  <a:pt x="4444651" y="3368025"/>
                  <a:pt x="4448971" y="3363705"/>
                  <a:pt x="4453652" y="3361185"/>
                </a:cubicBezTo>
                <a:cubicBezTo>
                  <a:pt x="4465173" y="3397546"/>
                  <a:pt x="4465173" y="3340664"/>
                  <a:pt x="4481015" y="3374865"/>
                </a:cubicBezTo>
                <a:cubicBezTo>
                  <a:pt x="4483175" y="3347504"/>
                  <a:pt x="4501537" y="3365865"/>
                  <a:pt x="4506217" y="3374865"/>
                </a:cubicBezTo>
                <a:cubicBezTo>
                  <a:pt x="4501537" y="3352184"/>
                  <a:pt x="4515219" y="3352184"/>
                  <a:pt x="4515219" y="3336343"/>
                </a:cubicBezTo>
                <a:cubicBezTo>
                  <a:pt x="4501537" y="3345344"/>
                  <a:pt x="4490016" y="3343184"/>
                  <a:pt x="4499377" y="3322663"/>
                </a:cubicBezTo>
                <a:cubicBezTo>
                  <a:pt x="4498117" y="3320323"/>
                  <a:pt x="4490646" y="3316903"/>
                  <a:pt x="4484076" y="3316633"/>
                </a:cubicBezTo>
                <a:close/>
                <a:moveTo>
                  <a:pt x="5384073" y="3312512"/>
                </a:moveTo>
                <a:cubicBezTo>
                  <a:pt x="5389999" y="3313024"/>
                  <a:pt x="5395525" y="3315229"/>
                  <a:pt x="5399479" y="3319639"/>
                </a:cubicBezTo>
                <a:cubicBezTo>
                  <a:pt x="5381147" y="3335514"/>
                  <a:pt x="5367489" y="3328811"/>
                  <a:pt x="5351674" y="3339747"/>
                </a:cubicBezTo>
                <a:cubicBezTo>
                  <a:pt x="5344935" y="3324666"/>
                  <a:pt x="5366298" y="3310974"/>
                  <a:pt x="5384073" y="3312512"/>
                </a:cubicBezTo>
                <a:close/>
                <a:moveTo>
                  <a:pt x="4774918" y="3307453"/>
                </a:moveTo>
                <a:cubicBezTo>
                  <a:pt x="4779196" y="3308227"/>
                  <a:pt x="4782784" y="3311345"/>
                  <a:pt x="4785116" y="3318164"/>
                </a:cubicBezTo>
                <a:cubicBezTo>
                  <a:pt x="4764664" y="3331803"/>
                  <a:pt x="4755693" y="3316011"/>
                  <a:pt x="4733088" y="3327137"/>
                </a:cubicBezTo>
                <a:cubicBezTo>
                  <a:pt x="4743045" y="3323907"/>
                  <a:pt x="4762085" y="3305131"/>
                  <a:pt x="4774918" y="3307453"/>
                </a:cubicBezTo>
                <a:close/>
                <a:moveTo>
                  <a:pt x="4264743" y="3304985"/>
                </a:moveTo>
                <a:lnTo>
                  <a:pt x="4259667" y="3309839"/>
                </a:lnTo>
                <a:lnTo>
                  <a:pt x="4269313" y="3311142"/>
                </a:lnTo>
                <a:lnTo>
                  <a:pt x="4263919" y="3322722"/>
                </a:lnTo>
                <a:lnTo>
                  <a:pt x="4272298" y="3323245"/>
                </a:lnTo>
                <a:lnTo>
                  <a:pt x="4272690" y="3323375"/>
                </a:lnTo>
                <a:lnTo>
                  <a:pt x="4273099" y="3321279"/>
                </a:lnTo>
                <a:cubicBezTo>
                  <a:pt x="4274196" y="3317083"/>
                  <a:pt x="4275794" y="3313392"/>
                  <a:pt x="4278674" y="3311142"/>
                </a:cubicBezTo>
                <a:cubicBezTo>
                  <a:pt x="4277413" y="3307722"/>
                  <a:pt x="4274533" y="3306552"/>
                  <a:pt x="4271113" y="3305967"/>
                </a:cubicBezTo>
                <a:close/>
                <a:moveTo>
                  <a:pt x="5497747" y="3302625"/>
                </a:moveTo>
                <a:cubicBezTo>
                  <a:pt x="5507194" y="3302608"/>
                  <a:pt x="5512649" y="3314824"/>
                  <a:pt x="5509231" y="3323415"/>
                </a:cubicBezTo>
                <a:cubicBezTo>
                  <a:pt x="5500469" y="3330217"/>
                  <a:pt x="5493809" y="3318762"/>
                  <a:pt x="5487150" y="3307307"/>
                </a:cubicBezTo>
                <a:cubicBezTo>
                  <a:pt x="5491006" y="3303995"/>
                  <a:pt x="5494598" y="3302631"/>
                  <a:pt x="5497747" y="3302625"/>
                </a:cubicBezTo>
                <a:close/>
                <a:moveTo>
                  <a:pt x="4239375" y="3300412"/>
                </a:moveTo>
                <a:cubicBezTo>
                  <a:pt x="4239375" y="3300412"/>
                  <a:pt x="4241833" y="3301085"/>
                  <a:pt x="4244905" y="3301926"/>
                </a:cubicBezTo>
                <a:lnTo>
                  <a:pt x="4246873" y="3302465"/>
                </a:lnTo>
                <a:close/>
                <a:moveTo>
                  <a:pt x="4635831" y="3288461"/>
                </a:moveTo>
                <a:cubicBezTo>
                  <a:pt x="4617469" y="3299982"/>
                  <a:pt x="4619629" y="3326983"/>
                  <a:pt x="4596947" y="3324823"/>
                </a:cubicBezTo>
                <a:cubicBezTo>
                  <a:pt x="4606308" y="3324823"/>
                  <a:pt x="4601627" y="3340664"/>
                  <a:pt x="4610629" y="3338504"/>
                </a:cubicBezTo>
                <a:cubicBezTo>
                  <a:pt x="4619629" y="3322663"/>
                  <a:pt x="4642672" y="3304302"/>
                  <a:pt x="4635831" y="3288461"/>
                </a:cubicBezTo>
                <a:close/>
                <a:moveTo>
                  <a:pt x="4459654" y="3286717"/>
                </a:moveTo>
                <a:cubicBezTo>
                  <a:pt x="4454169" y="3287899"/>
                  <a:pt x="4454102" y="3296471"/>
                  <a:pt x="4448971" y="3299982"/>
                </a:cubicBezTo>
                <a:cubicBezTo>
                  <a:pt x="4451492" y="3290621"/>
                  <a:pt x="4444651" y="3286301"/>
                  <a:pt x="4439971" y="3295301"/>
                </a:cubicBezTo>
                <a:cubicBezTo>
                  <a:pt x="4448971" y="3295301"/>
                  <a:pt x="4442491" y="3311142"/>
                  <a:pt x="4448971" y="3315822"/>
                </a:cubicBezTo>
                <a:cubicBezTo>
                  <a:pt x="4448971" y="3315822"/>
                  <a:pt x="4448971" y="3315822"/>
                  <a:pt x="4460493" y="3313302"/>
                </a:cubicBezTo>
                <a:cubicBezTo>
                  <a:pt x="4465173" y="3306462"/>
                  <a:pt x="4467333" y="3299982"/>
                  <a:pt x="4467333" y="3288461"/>
                </a:cubicBezTo>
                <a:cubicBezTo>
                  <a:pt x="4463913" y="3286751"/>
                  <a:pt x="4461483" y="3286324"/>
                  <a:pt x="4459654" y="3286717"/>
                </a:cubicBezTo>
                <a:close/>
                <a:moveTo>
                  <a:pt x="4474174" y="3286301"/>
                </a:moveTo>
                <a:cubicBezTo>
                  <a:pt x="4469494" y="3293141"/>
                  <a:pt x="4467333" y="3313302"/>
                  <a:pt x="4478855" y="3313302"/>
                </a:cubicBezTo>
                <a:cubicBezTo>
                  <a:pt x="4483355" y="3307722"/>
                  <a:pt x="4485605" y="3302682"/>
                  <a:pt x="4485020" y="3298181"/>
                </a:cubicBezTo>
                <a:lnTo>
                  <a:pt x="4477860" y="3290339"/>
                </a:lnTo>
                <a:lnTo>
                  <a:pt x="4474325" y="3290660"/>
                </a:lnTo>
                <a:lnTo>
                  <a:pt x="4476610" y="3288969"/>
                </a:lnTo>
                <a:close/>
                <a:moveTo>
                  <a:pt x="4963307" y="3284590"/>
                </a:moveTo>
                <a:cubicBezTo>
                  <a:pt x="4966456" y="3284865"/>
                  <a:pt x="4969071" y="3285483"/>
                  <a:pt x="4970253" y="3286124"/>
                </a:cubicBezTo>
                <a:cubicBezTo>
                  <a:pt x="4972436" y="3297481"/>
                  <a:pt x="4951699" y="3295283"/>
                  <a:pt x="4944787" y="3300045"/>
                </a:cubicBezTo>
                <a:cubicBezTo>
                  <a:pt x="4939603" y="3286033"/>
                  <a:pt x="4953860" y="3283766"/>
                  <a:pt x="4963307" y="3284590"/>
                </a:cubicBezTo>
                <a:close/>
                <a:moveTo>
                  <a:pt x="4523497" y="3281828"/>
                </a:moveTo>
                <a:lnTo>
                  <a:pt x="4508378" y="3295301"/>
                </a:lnTo>
                <a:cubicBezTo>
                  <a:pt x="4517379" y="3296381"/>
                  <a:pt x="4524220" y="3294671"/>
                  <a:pt x="4529665" y="3291251"/>
                </a:cubicBezTo>
                <a:lnTo>
                  <a:pt x="4535529" y="3284754"/>
                </a:lnTo>
                <a:close/>
                <a:moveTo>
                  <a:pt x="4542581" y="3276941"/>
                </a:moveTo>
                <a:lnTo>
                  <a:pt x="4538738" y="3277663"/>
                </a:lnTo>
                <a:lnTo>
                  <a:pt x="4539719" y="3280112"/>
                </a:lnTo>
                <a:close/>
                <a:moveTo>
                  <a:pt x="4506768" y="3267169"/>
                </a:moveTo>
                <a:lnTo>
                  <a:pt x="4506217" y="3270100"/>
                </a:lnTo>
                <a:lnTo>
                  <a:pt x="4510990" y="3268465"/>
                </a:lnTo>
                <a:lnTo>
                  <a:pt x="4510690" y="3267986"/>
                </a:lnTo>
                <a:close/>
                <a:moveTo>
                  <a:pt x="4598938" y="3265718"/>
                </a:moveTo>
                <a:cubicBezTo>
                  <a:pt x="4591209" y="3266208"/>
                  <a:pt x="4582366" y="3278291"/>
                  <a:pt x="4572105" y="3274780"/>
                </a:cubicBezTo>
                <a:cubicBezTo>
                  <a:pt x="4572105" y="3274780"/>
                  <a:pt x="4572105" y="3274780"/>
                  <a:pt x="4572105" y="3290621"/>
                </a:cubicBezTo>
                <a:cubicBezTo>
                  <a:pt x="4592627" y="3286301"/>
                  <a:pt x="4603788" y="3283781"/>
                  <a:pt x="4606308" y="3270100"/>
                </a:cubicBezTo>
                <a:cubicBezTo>
                  <a:pt x="4603968" y="3266680"/>
                  <a:pt x="4601515" y="3265555"/>
                  <a:pt x="4598938" y="3265718"/>
                </a:cubicBezTo>
                <a:close/>
                <a:moveTo>
                  <a:pt x="4572105" y="3258940"/>
                </a:moveTo>
                <a:lnTo>
                  <a:pt x="4571947" y="3259446"/>
                </a:lnTo>
                <a:lnTo>
                  <a:pt x="4563103" y="3261100"/>
                </a:lnTo>
                <a:cubicBezTo>
                  <a:pt x="4572105" y="3258940"/>
                  <a:pt x="4572105" y="3258940"/>
                  <a:pt x="4572105" y="3258940"/>
                </a:cubicBezTo>
                <a:close/>
                <a:moveTo>
                  <a:pt x="4388005" y="3252562"/>
                </a:moveTo>
                <a:cubicBezTo>
                  <a:pt x="4365324" y="3254722"/>
                  <a:pt x="4342644" y="3252562"/>
                  <a:pt x="4319604" y="3270563"/>
                </a:cubicBezTo>
                <a:cubicBezTo>
                  <a:pt x="4322124" y="3252562"/>
                  <a:pt x="4299084" y="3273083"/>
                  <a:pt x="4290084" y="3273083"/>
                </a:cubicBezTo>
                <a:cubicBezTo>
                  <a:pt x="4281084" y="3268403"/>
                  <a:pt x="4283244" y="3250042"/>
                  <a:pt x="4269563" y="3254722"/>
                </a:cubicBezTo>
                <a:cubicBezTo>
                  <a:pt x="4260563" y="3268403"/>
                  <a:pt x="4246883" y="3286764"/>
                  <a:pt x="4240043" y="3293605"/>
                </a:cubicBezTo>
                <a:cubicBezTo>
                  <a:pt x="4237883" y="3286764"/>
                  <a:pt x="4231043" y="3282084"/>
                  <a:pt x="4222043" y="3277404"/>
                </a:cubicBezTo>
                <a:cubicBezTo>
                  <a:pt x="4217363" y="3263723"/>
                  <a:pt x="4242563" y="3275244"/>
                  <a:pt x="4235723" y="3261563"/>
                </a:cubicBezTo>
                <a:cubicBezTo>
                  <a:pt x="4225463" y="3263183"/>
                  <a:pt x="4206090" y="3262373"/>
                  <a:pt x="4195223" y="3268549"/>
                </a:cubicBezTo>
                <a:lnTo>
                  <a:pt x="4189006" y="3276008"/>
                </a:lnTo>
                <a:lnTo>
                  <a:pt x="4189964" y="3277410"/>
                </a:lnTo>
                <a:lnTo>
                  <a:pt x="4202558" y="3277449"/>
                </a:lnTo>
                <a:cubicBezTo>
                  <a:pt x="4207103" y="3276863"/>
                  <a:pt x="4210523" y="3277403"/>
                  <a:pt x="4210523" y="3284244"/>
                </a:cubicBezTo>
                <a:lnTo>
                  <a:pt x="4198426" y="3287166"/>
                </a:lnTo>
                <a:lnTo>
                  <a:pt x="4213088" y="3302223"/>
                </a:lnTo>
                <a:lnTo>
                  <a:pt x="4214947" y="3297462"/>
                </a:lnTo>
                <a:cubicBezTo>
                  <a:pt x="4221698" y="3309342"/>
                  <a:pt x="4231081" y="3302187"/>
                  <a:pt x="4235351" y="3308346"/>
                </a:cubicBezTo>
                <a:lnTo>
                  <a:pt x="4236772" y="3315704"/>
                </a:lnTo>
                <a:lnTo>
                  <a:pt x="4237523" y="3315840"/>
                </a:lnTo>
                <a:lnTo>
                  <a:pt x="4240761" y="3317798"/>
                </a:lnTo>
                <a:lnTo>
                  <a:pt x="4252661" y="3308892"/>
                </a:lnTo>
                <a:lnTo>
                  <a:pt x="4255483" y="3309273"/>
                </a:lnTo>
                <a:lnTo>
                  <a:pt x="4249952" y="3305520"/>
                </a:lnTo>
                <a:lnTo>
                  <a:pt x="4249356" y="3303144"/>
                </a:lnTo>
                <a:lnTo>
                  <a:pt x="4248603" y="3300138"/>
                </a:lnTo>
                <a:cubicBezTo>
                  <a:pt x="4255672" y="3302273"/>
                  <a:pt x="4251207" y="3295513"/>
                  <a:pt x="4258276" y="3290887"/>
                </a:cubicBezTo>
                <a:cubicBezTo>
                  <a:pt x="4261811" y="3292132"/>
                  <a:pt x="4262369" y="3293822"/>
                  <a:pt x="4262927" y="3295779"/>
                </a:cubicBezTo>
                <a:lnTo>
                  <a:pt x="4265712" y="3299667"/>
                </a:lnTo>
                <a:lnTo>
                  <a:pt x="4276829" y="3290126"/>
                </a:lnTo>
                <a:cubicBezTo>
                  <a:pt x="4281374" y="3285581"/>
                  <a:pt x="4281914" y="3281621"/>
                  <a:pt x="4269313" y="3279461"/>
                </a:cubicBezTo>
                <a:cubicBezTo>
                  <a:pt x="4277233" y="3273701"/>
                  <a:pt x="4287494" y="3275411"/>
                  <a:pt x="4295505" y="3281666"/>
                </a:cubicBezTo>
                <a:lnTo>
                  <a:pt x="4300366" y="3287858"/>
                </a:lnTo>
                <a:lnTo>
                  <a:pt x="4309800" y="3282973"/>
                </a:lnTo>
                <a:cubicBezTo>
                  <a:pt x="4314966" y="3281862"/>
                  <a:pt x="4320131" y="3280705"/>
                  <a:pt x="4324663" y="3275012"/>
                </a:cubicBezTo>
                <a:cubicBezTo>
                  <a:pt x="4331550" y="3286398"/>
                  <a:pt x="4340613" y="3279638"/>
                  <a:pt x="4336263" y="3293159"/>
                </a:cubicBezTo>
                <a:cubicBezTo>
                  <a:pt x="4325932" y="3283018"/>
                  <a:pt x="4315601" y="3289289"/>
                  <a:pt x="4305269" y="3291107"/>
                </a:cubicBezTo>
                <a:lnTo>
                  <a:pt x="4302836" y="3291004"/>
                </a:lnTo>
                <a:lnTo>
                  <a:pt x="4305260" y="3294092"/>
                </a:lnTo>
                <a:cubicBezTo>
                  <a:pt x="4307567" y="3299127"/>
                  <a:pt x="4308737" y="3304932"/>
                  <a:pt x="4308197" y="3311142"/>
                </a:cubicBezTo>
                <a:cubicBezTo>
                  <a:pt x="4297936" y="3306642"/>
                  <a:pt x="4293886" y="3315732"/>
                  <a:pt x="4290735" y="3323968"/>
                </a:cubicBezTo>
                <a:lnTo>
                  <a:pt x="4288527" y="3328609"/>
                </a:lnTo>
                <a:lnTo>
                  <a:pt x="4308889" y="3335339"/>
                </a:lnTo>
                <a:lnTo>
                  <a:pt x="4342944" y="3355520"/>
                </a:lnTo>
                <a:lnTo>
                  <a:pt x="4351401" y="3354344"/>
                </a:lnTo>
                <a:lnTo>
                  <a:pt x="4352890" y="3361414"/>
                </a:lnTo>
                <a:lnTo>
                  <a:pt x="4365069" y="3368632"/>
                </a:lnTo>
                <a:lnTo>
                  <a:pt x="4367243" y="3368025"/>
                </a:lnTo>
                <a:cubicBezTo>
                  <a:pt x="4351401" y="3359024"/>
                  <a:pt x="4369403" y="3359024"/>
                  <a:pt x="4369403" y="3338504"/>
                </a:cubicBezTo>
                <a:cubicBezTo>
                  <a:pt x="4383085" y="3331663"/>
                  <a:pt x="4376244" y="3352184"/>
                  <a:pt x="4385605" y="3352184"/>
                </a:cubicBezTo>
                <a:cubicBezTo>
                  <a:pt x="4383085" y="3359024"/>
                  <a:pt x="4376244" y="3356864"/>
                  <a:pt x="4376244" y="3363705"/>
                </a:cubicBezTo>
                <a:cubicBezTo>
                  <a:pt x="4378764" y="3368025"/>
                  <a:pt x="4378764" y="3372705"/>
                  <a:pt x="4383085" y="3374865"/>
                </a:cubicBezTo>
                <a:cubicBezTo>
                  <a:pt x="4392445" y="3372705"/>
                  <a:pt x="4387765" y="3356864"/>
                  <a:pt x="4394606" y="3352184"/>
                </a:cubicBezTo>
                <a:cubicBezTo>
                  <a:pt x="4396766" y="3338504"/>
                  <a:pt x="4378764" y="3340664"/>
                  <a:pt x="4394606" y="3331663"/>
                </a:cubicBezTo>
                <a:cubicBezTo>
                  <a:pt x="4394606" y="3329503"/>
                  <a:pt x="4378764" y="3324823"/>
                  <a:pt x="4374084" y="3331663"/>
                </a:cubicBezTo>
                <a:cubicBezTo>
                  <a:pt x="4375164" y="3322483"/>
                  <a:pt x="4372914" y="3315642"/>
                  <a:pt x="4370933" y="3309387"/>
                </a:cubicBezTo>
                <a:lnTo>
                  <a:pt x="4370918" y="3309200"/>
                </a:lnTo>
                <a:lnTo>
                  <a:pt x="4367200" y="3311168"/>
                </a:lnTo>
                <a:cubicBezTo>
                  <a:pt x="4367200" y="3311168"/>
                  <a:pt x="4367200" y="3311168"/>
                  <a:pt x="4358438" y="3304390"/>
                </a:cubicBezTo>
                <a:cubicBezTo>
                  <a:pt x="4361767" y="3299930"/>
                  <a:pt x="4366148" y="3295471"/>
                  <a:pt x="4369434" y="3291280"/>
                </a:cubicBezTo>
                <a:lnTo>
                  <a:pt x="4369453" y="3291231"/>
                </a:lnTo>
                <a:lnTo>
                  <a:pt x="4369403" y="3290621"/>
                </a:lnTo>
                <a:lnTo>
                  <a:pt x="4369654" y="3290707"/>
                </a:lnTo>
                <a:lnTo>
                  <a:pt x="4373859" y="3279775"/>
                </a:lnTo>
                <a:cubicBezTo>
                  <a:pt x="4380518" y="3284056"/>
                  <a:pt x="4378415" y="3288693"/>
                  <a:pt x="4385075" y="3290834"/>
                </a:cubicBezTo>
                <a:lnTo>
                  <a:pt x="4377488" y="3296537"/>
                </a:lnTo>
                <a:lnTo>
                  <a:pt x="4378809" y="3300657"/>
                </a:lnTo>
                <a:cubicBezTo>
                  <a:pt x="4379665" y="3306642"/>
                  <a:pt x="4379665" y="3313482"/>
                  <a:pt x="4383085" y="3315822"/>
                </a:cubicBezTo>
                <a:cubicBezTo>
                  <a:pt x="4392445" y="3308982"/>
                  <a:pt x="4408287" y="3311142"/>
                  <a:pt x="4415128" y="3299982"/>
                </a:cubicBezTo>
                <a:cubicBezTo>
                  <a:pt x="4406127" y="3288461"/>
                  <a:pt x="4385605" y="3308982"/>
                  <a:pt x="4387765" y="3279461"/>
                </a:cubicBezTo>
                <a:cubicBezTo>
                  <a:pt x="4395686" y="3286301"/>
                  <a:pt x="4398566" y="3282881"/>
                  <a:pt x="4399151" y="3276895"/>
                </a:cubicBezTo>
                <a:lnTo>
                  <a:pt x="4398840" y="3270712"/>
                </a:lnTo>
                <a:lnTo>
                  <a:pt x="4392685" y="3277404"/>
                </a:lnTo>
                <a:cubicBezTo>
                  <a:pt x="4389265" y="3275694"/>
                  <a:pt x="4388253" y="3273714"/>
                  <a:pt x="4388410" y="3271598"/>
                </a:cubicBezTo>
                <a:lnTo>
                  <a:pt x="4390153" y="3267397"/>
                </a:lnTo>
                <a:lnTo>
                  <a:pt x="4384911" y="3275228"/>
                </a:lnTo>
                <a:cubicBezTo>
                  <a:pt x="4381468" y="3278295"/>
                  <a:pt x="4376906" y="3279960"/>
                  <a:pt x="4370109" y="3278908"/>
                </a:cubicBezTo>
                <a:lnTo>
                  <a:pt x="4371211" y="3271124"/>
                </a:lnTo>
                <a:lnTo>
                  <a:pt x="4368384" y="3273667"/>
                </a:lnTo>
                <a:cubicBezTo>
                  <a:pt x="4362467" y="3275982"/>
                  <a:pt x="4355577" y="3272542"/>
                  <a:pt x="4348483" y="3284184"/>
                </a:cubicBezTo>
                <a:cubicBezTo>
                  <a:pt x="4348483" y="3284184"/>
                  <a:pt x="4348483" y="3284184"/>
                  <a:pt x="4339388" y="3277481"/>
                </a:cubicBezTo>
                <a:cubicBezTo>
                  <a:pt x="4347392" y="3275365"/>
                  <a:pt x="4353758" y="3273160"/>
                  <a:pt x="4359261" y="3271484"/>
                </a:cubicBezTo>
                <a:lnTo>
                  <a:pt x="4371493" y="3269134"/>
                </a:lnTo>
                <a:lnTo>
                  <a:pt x="4371825" y="3266784"/>
                </a:lnTo>
                <a:cubicBezTo>
                  <a:pt x="4373340" y="3263684"/>
                  <a:pt x="4375632" y="3261516"/>
                  <a:pt x="4378203" y="3260245"/>
                </a:cubicBezTo>
                <a:lnTo>
                  <a:pt x="4391885" y="3262918"/>
                </a:lnTo>
                <a:lnTo>
                  <a:pt x="4393495" y="3258367"/>
                </a:lnTo>
                <a:cubicBezTo>
                  <a:pt x="4393383" y="3256252"/>
                  <a:pt x="4391965" y="3254272"/>
                  <a:pt x="4388005" y="3252562"/>
                </a:cubicBezTo>
                <a:close/>
                <a:moveTo>
                  <a:pt x="4522059" y="3252099"/>
                </a:moveTo>
                <a:lnTo>
                  <a:pt x="4520644" y="3252515"/>
                </a:lnTo>
                <a:lnTo>
                  <a:pt x="4516453" y="3254933"/>
                </a:lnTo>
                <a:cubicBezTo>
                  <a:pt x="4512209" y="3256893"/>
                  <a:pt x="4509350" y="3259121"/>
                  <a:pt x="4512567" y="3263575"/>
                </a:cubicBezTo>
                <a:lnTo>
                  <a:pt x="4518091" y="3264434"/>
                </a:lnTo>
                <a:close/>
                <a:moveTo>
                  <a:pt x="4778762" y="3249612"/>
                </a:moveTo>
                <a:cubicBezTo>
                  <a:pt x="4776218" y="3263257"/>
                  <a:pt x="4760228" y="3265771"/>
                  <a:pt x="4760228" y="3279416"/>
                </a:cubicBezTo>
                <a:cubicBezTo>
                  <a:pt x="4753324" y="3276902"/>
                  <a:pt x="4751143" y="3270080"/>
                  <a:pt x="4748963" y="3261102"/>
                </a:cubicBezTo>
                <a:cubicBezTo>
                  <a:pt x="4758048" y="3256434"/>
                  <a:pt x="4764952" y="3249612"/>
                  <a:pt x="4778762" y="3249612"/>
                </a:cubicBezTo>
                <a:close/>
                <a:moveTo>
                  <a:pt x="4551738" y="3249209"/>
                </a:moveTo>
                <a:lnTo>
                  <a:pt x="4552438" y="3255430"/>
                </a:lnTo>
                <a:cubicBezTo>
                  <a:pt x="4555543" y="3266230"/>
                  <a:pt x="4560584" y="3278200"/>
                  <a:pt x="4555903" y="3293141"/>
                </a:cubicBezTo>
                <a:cubicBezTo>
                  <a:pt x="4555903" y="3293141"/>
                  <a:pt x="4555903" y="3293141"/>
                  <a:pt x="4563103" y="3290621"/>
                </a:cubicBezTo>
                <a:cubicBezTo>
                  <a:pt x="4567604" y="3287201"/>
                  <a:pt x="4566974" y="3282071"/>
                  <a:pt x="4566659" y="3276401"/>
                </a:cubicBezTo>
                <a:lnTo>
                  <a:pt x="4571947" y="3259446"/>
                </a:lnTo>
                <a:lnTo>
                  <a:pt x="4595430" y="3255055"/>
                </a:lnTo>
                <a:lnTo>
                  <a:pt x="4588166" y="3250042"/>
                </a:lnTo>
                <a:cubicBezTo>
                  <a:pt x="4580246" y="3256882"/>
                  <a:pt x="4572236" y="3255802"/>
                  <a:pt x="4564226" y="3253012"/>
                </a:cubicBezTo>
                <a:close/>
                <a:moveTo>
                  <a:pt x="4410072" y="3248152"/>
                </a:moveTo>
                <a:cubicBezTo>
                  <a:pt x="4407805" y="3247387"/>
                  <a:pt x="4405105" y="3247792"/>
                  <a:pt x="4401685" y="3250042"/>
                </a:cubicBezTo>
                <a:cubicBezTo>
                  <a:pt x="4397725" y="3252922"/>
                  <a:pt x="4396308" y="3255375"/>
                  <a:pt x="4396128" y="3257608"/>
                </a:cubicBezTo>
                <a:lnTo>
                  <a:pt x="4397653" y="3262715"/>
                </a:lnTo>
                <a:lnTo>
                  <a:pt x="4396766" y="3258940"/>
                </a:lnTo>
                <a:cubicBezTo>
                  <a:pt x="4399286" y="3252099"/>
                  <a:pt x="4401447" y="3254259"/>
                  <a:pt x="4401447" y="3258940"/>
                </a:cubicBezTo>
                <a:cubicBezTo>
                  <a:pt x="4403607" y="3258940"/>
                  <a:pt x="4406127" y="3256420"/>
                  <a:pt x="4406127" y="3252099"/>
                </a:cubicBezTo>
                <a:cubicBezTo>
                  <a:pt x="4410988" y="3260470"/>
                  <a:pt x="4399444" y="3272890"/>
                  <a:pt x="4404001" y="3279489"/>
                </a:cubicBezTo>
                <a:lnTo>
                  <a:pt x="4405290" y="3279986"/>
                </a:lnTo>
                <a:lnTo>
                  <a:pt x="4409352" y="3276600"/>
                </a:lnTo>
                <a:cubicBezTo>
                  <a:pt x="4409352" y="3276600"/>
                  <a:pt x="4409352" y="3276600"/>
                  <a:pt x="4411078" y="3277432"/>
                </a:cubicBezTo>
                <a:lnTo>
                  <a:pt x="4416525" y="3280058"/>
                </a:lnTo>
                <a:lnTo>
                  <a:pt x="4422853" y="3263197"/>
                </a:lnTo>
                <a:lnTo>
                  <a:pt x="4415860" y="3253282"/>
                </a:lnTo>
                <a:cubicBezTo>
                  <a:pt x="4414173" y="3250852"/>
                  <a:pt x="4412339" y="3248917"/>
                  <a:pt x="4410072" y="3248152"/>
                </a:cubicBezTo>
                <a:close/>
                <a:moveTo>
                  <a:pt x="5340940" y="3247180"/>
                </a:moveTo>
                <a:cubicBezTo>
                  <a:pt x="5343626" y="3248074"/>
                  <a:pt x="5346719" y="3250941"/>
                  <a:pt x="5350253" y="3256676"/>
                </a:cubicBezTo>
                <a:cubicBezTo>
                  <a:pt x="5333882" y="3261409"/>
                  <a:pt x="5338347" y="3273061"/>
                  <a:pt x="5326813" y="3268327"/>
                </a:cubicBezTo>
                <a:cubicBezTo>
                  <a:pt x="5328487" y="3259589"/>
                  <a:pt x="5332882" y="3244501"/>
                  <a:pt x="5340940" y="3247180"/>
                </a:cubicBezTo>
                <a:close/>
                <a:moveTo>
                  <a:pt x="4207868" y="3241401"/>
                </a:moveTo>
                <a:cubicBezTo>
                  <a:pt x="4202423" y="3241131"/>
                  <a:pt x="4195583" y="3243381"/>
                  <a:pt x="4192163" y="3247882"/>
                </a:cubicBezTo>
                <a:cubicBezTo>
                  <a:pt x="4199003" y="3261563"/>
                  <a:pt x="4208363" y="3243201"/>
                  <a:pt x="4215203" y="3250042"/>
                </a:cubicBezTo>
                <a:cubicBezTo>
                  <a:pt x="4217363" y="3244461"/>
                  <a:pt x="4213313" y="3241671"/>
                  <a:pt x="4207868" y="3241401"/>
                </a:cubicBezTo>
                <a:close/>
                <a:moveTo>
                  <a:pt x="4178865" y="3233854"/>
                </a:moveTo>
                <a:lnTo>
                  <a:pt x="4172540" y="3233998"/>
                </a:lnTo>
                <a:lnTo>
                  <a:pt x="4173981" y="3241233"/>
                </a:lnTo>
                <a:close/>
                <a:moveTo>
                  <a:pt x="4489454" y="3227209"/>
                </a:moveTo>
                <a:lnTo>
                  <a:pt x="4487179" y="3232986"/>
                </a:lnTo>
                <a:cubicBezTo>
                  <a:pt x="4484125" y="3237239"/>
                  <a:pt x="4480615" y="3232581"/>
                  <a:pt x="4472245" y="3234201"/>
                </a:cubicBezTo>
                <a:cubicBezTo>
                  <a:pt x="4472245" y="3241041"/>
                  <a:pt x="4469725" y="3247882"/>
                  <a:pt x="4472245" y="3254722"/>
                </a:cubicBezTo>
                <a:cubicBezTo>
                  <a:pt x="4474405" y="3250042"/>
                  <a:pt x="4492765" y="3250042"/>
                  <a:pt x="4488085" y="3259403"/>
                </a:cubicBezTo>
                <a:lnTo>
                  <a:pt x="4479389" y="3258089"/>
                </a:lnTo>
                <a:lnTo>
                  <a:pt x="4487855" y="3270100"/>
                </a:lnTo>
                <a:cubicBezTo>
                  <a:pt x="4485695" y="3256420"/>
                  <a:pt x="4501537" y="3252099"/>
                  <a:pt x="4506217" y="3231578"/>
                </a:cubicBezTo>
                <a:lnTo>
                  <a:pt x="4503124" y="3230728"/>
                </a:lnTo>
                <a:lnTo>
                  <a:pt x="4500595" y="3241356"/>
                </a:lnTo>
                <a:cubicBezTo>
                  <a:pt x="4499425" y="3245001"/>
                  <a:pt x="4497085" y="3246622"/>
                  <a:pt x="4490245" y="3243201"/>
                </a:cubicBezTo>
                <a:cubicBezTo>
                  <a:pt x="4488625" y="3236451"/>
                  <a:pt x="4498548" y="3234763"/>
                  <a:pt x="4496776" y="3230544"/>
                </a:cubicBezTo>
                <a:lnTo>
                  <a:pt x="4493904" y="3228194"/>
                </a:lnTo>
                <a:lnTo>
                  <a:pt x="4490826" y="3227348"/>
                </a:lnTo>
                <a:close/>
                <a:moveTo>
                  <a:pt x="4204452" y="3227018"/>
                </a:moveTo>
                <a:lnTo>
                  <a:pt x="4189813" y="3232378"/>
                </a:lnTo>
                <a:lnTo>
                  <a:pt x="4185323" y="3236721"/>
                </a:lnTo>
                <a:cubicBezTo>
                  <a:pt x="4196843" y="3241041"/>
                  <a:pt x="4205843" y="3232041"/>
                  <a:pt x="4215203" y="3227360"/>
                </a:cubicBezTo>
                <a:close/>
                <a:moveTo>
                  <a:pt x="4547126" y="3218360"/>
                </a:moveTo>
                <a:lnTo>
                  <a:pt x="4541760" y="3219478"/>
                </a:lnTo>
                <a:lnTo>
                  <a:pt x="4540061" y="3236259"/>
                </a:lnTo>
                <a:lnTo>
                  <a:pt x="4543285" y="3235447"/>
                </a:lnTo>
                <a:lnTo>
                  <a:pt x="4544516" y="3231230"/>
                </a:lnTo>
                <a:cubicBezTo>
                  <a:pt x="4546496" y="3226370"/>
                  <a:pt x="4548206" y="3221780"/>
                  <a:pt x="4547126" y="3218360"/>
                </a:cubicBezTo>
                <a:close/>
                <a:moveTo>
                  <a:pt x="5648500" y="3213687"/>
                </a:moveTo>
                <a:cubicBezTo>
                  <a:pt x="5675705" y="3225287"/>
                  <a:pt x="5632391" y="3239062"/>
                  <a:pt x="5614493" y="3255012"/>
                </a:cubicBezTo>
                <a:cubicBezTo>
                  <a:pt x="5603038" y="3257187"/>
                  <a:pt x="5652795" y="3211512"/>
                  <a:pt x="5648500" y="3213687"/>
                </a:cubicBezTo>
                <a:close/>
                <a:moveTo>
                  <a:pt x="4595554" y="3213435"/>
                </a:moveTo>
                <a:lnTo>
                  <a:pt x="4585516" y="3217673"/>
                </a:lnTo>
                <a:lnTo>
                  <a:pt x="4584652" y="3217707"/>
                </a:lnTo>
                <a:lnTo>
                  <a:pt x="4584476" y="3218045"/>
                </a:lnTo>
                <a:cubicBezTo>
                  <a:pt x="4584746" y="3221150"/>
                  <a:pt x="4585826" y="3223940"/>
                  <a:pt x="4583486" y="3227360"/>
                </a:cubicBezTo>
                <a:cubicBezTo>
                  <a:pt x="4577906" y="3230780"/>
                  <a:pt x="4578536" y="3226820"/>
                  <a:pt x="4578266" y="3221735"/>
                </a:cubicBezTo>
                <a:lnTo>
                  <a:pt x="4577310" y="3218000"/>
                </a:lnTo>
                <a:lnTo>
                  <a:pt x="4563373" y="3218556"/>
                </a:lnTo>
                <a:lnTo>
                  <a:pt x="4560550" y="3216098"/>
                </a:lnTo>
                <a:lnTo>
                  <a:pt x="4558331" y="3223175"/>
                </a:lnTo>
                <a:lnTo>
                  <a:pt x="4557766" y="3224788"/>
                </a:lnTo>
                <a:lnTo>
                  <a:pt x="4560583" y="3224738"/>
                </a:lnTo>
                <a:lnTo>
                  <a:pt x="4550850" y="3239633"/>
                </a:lnTo>
                <a:lnTo>
                  <a:pt x="4560463" y="3241575"/>
                </a:lnTo>
                <a:cubicBezTo>
                  <a:pt x="4564777" y="3241322"/>
                  <a:pt x="4568974" y="3240119"/>
                  <a:pt x="4573091" y="3238566"/>
                </a:cubicBezTo>
                <a:lnTo>
                  <a:pt x="4578485" y="3236620"/>
                </a:lnTo>
                <a:lnTo>
                  <a:pt x="4567988" y="3234112"/>
                </a:lnTo>
                <a:cubicBezTo>
                  <a:pt x="4572717" y="3225193"/>
                  <a:pt x="4577083" y="3231971"/>
                  <a:pt x="4581812" y="3231971"/>
                </a:cubicBezTo>
                <a:cubicBezTo>
                  <a:pt x="4585268" y="3230901"/>
                  <a:pt x="4585814" y="3226977"/>
                  <a:pt x="4587224" y="3223855"/>
                </a:cubicBezTo>
                <a:lnTo>
                  <a:pt x="4597798" y="3220563"/>
                </a:lnTo>
                <a:lnTo>
                  <a:pt x="4598066" y="3216604"/>
                </a:lnTo>
                <a:close/>
                <a:moveTo>
                  <a:pt x="4718444" y="3208337"/>
                </a:moveTo>
                <a:cubicBezTo>
                  <a:pt x="4698486" y="3219561"/>
                  <a:pt x="4666769" y="3249250"/>
                  <a:pt x="4648950" y="3219561"/>
                </a:cubicBezTo>
                <a:cubicBezTo>
                  <a:pt x="4671402" y="3212681"/>
                  <a:pt x="4693854" y="3208337"/>
                  <a:pt x="4718444" y="3208337"/>
                </a:cubicBezTo>
                <a:close/>
                <a:moveTo>
                  <a:pt x="4546902" y="3204217"/>
                </a:moveTo>
                <a:lnTo>
                  <a:pt x="4546791" y="3204531"/>
                </a:lnTo>
                <a:lnTo>
                  <a:pt x="4547126" y="3204679"/>
                </a:lnTo>
                <a:lnTo>
                  <a:pt x="4547269" y="3204536"/>
                </a:lnTo>
                <a:close/>
                <a:moveTo>
                  <a:pt x="5365205" y="3203575"/>
                </a:moveTo>
                <a:cubicBezTo>
                  <a:pt x="5374083" y="3212660"/>
                  <a:pt x="5369822" y="3217384"/>
                  <a:pt x="5371952" y="3224288"/>
                </a:cubicBezTo>
                <a:cubicBezTo>
                  <a:pt x="5360944" y="3233373"/>
                  <a:pt x="5351711" y="3233373"/>
                  <a:pt x="5347450" y="3222108"/>
                </a:cubicBezTo>
                <a:cubicBezTo>
                  <a:pt x="5358458" y="3217384"/>
                  <a:pt x="5351711" y="3208299"/>
                  <a:pt x="5365205" y="3203575"/>
                </a:cubicBezTo>
                <a:close/>
                <a:moveTo>
                  <a:pt x="4913134" y="3201513"/>
                </a:moveTo>
                <a:cubicBezTo>
                  <a:pt x="4915291" y="3226496"/>
                  <a:pt x="4881144" y="3222151"/>
                  <a:pt x="4870002" y="3233375"/>
                </a:cubicBezTo>
                <a:cubicBezTo>
                  <a:pt x="4858500" y="3229030"/>
                  <a:pt x="4872158" y="3212737"/>
                  <a:pt x="4863173" y="3215272"/>
                </a:cubicBezTo>
                <a:cubicBezTo>
                  <a:pt x="4872158" y="3208392"/>
                  <a:pt x="4896959" y="3192462"/>
                  <a:pt x="4896959" y="3217444"/>
                </a:cubicBezTo>
                <a:cubicBezTo>
                  <a:pt x="4903789" y="3212737"/>
                  <a:pt x="4899475" y="3199341"/>
                  <a:pt x="4913134" y="3201513"/>
                </a:cubicBezTo>
                <a:close/>
                <a:moveTo>
                  <a:pt x="4523653" y="3199423"/>
                </a:moveTo>
                <a:lnTo>
                  <a:pt x="4520691" y="3205346"/>
                </a:lnTo>
                <a:lnTo>
                  <a:pt x="4524219" y="3199897"/>
                </a:lnTo>
                <a:close/>
                <a:moveTo>
                  <a:pt x="4835505" y="3198393"/>
                </a:moveTo>
                <a:cubicBezTo>
                  <a:pt x="4838669" y="3198359"/>
                  <a:pt x="4841096" y="3199655"/>
                  <a:pt x="4842265" y="3203111"/>
                </a:cubicBezTo>
                <a:cubicBezTo>
                  <a:pt x="4834353" y="3203111"/>
                  <a:pt x="4830936" y="3203111"/>
                  <a:pt x="4828643" y="3205112"/>
                </a:cubicBezTo>
                <a:lnTo>
                  <a:pt x="4822487" y="3217647"/>
                </a:lnTo>
                <a:lnTo>
                  <a:pt x="4827972" y="3219853"/>
                </a:lnTo>
                <a:cubicBezTo>
                  <a:pt x="4821011" y="3231226"/>
                  <a:pt x="4818446" y="3235846"/>
                  <a:pt x="4827972" y="3248996"/>
                </a:cubicBezTo>
                <a:cubicBezTo>
                  <a:pt x="4804525" y="3260369"/>
                  <a:pt x="4816248" y="3222340"/>
                  <a:pt x="4809288" y="3222340"/>
                </a:cubicBezTo>
                <a:cubicBezTo>
                  <a:pt x="4809288" y="3217720"/>
                  <a:pt x="4811486" y="3217720"/>
                  <a:pt x="4814050" y="3217720"/>
                </a:cubicBezTo>
                <a:lnTo>
                  <a:pt x="4818093" y="3217333"/>
                </a:lnTo>
                <a:lnTo>
                  <a:pt x="4815021" y="3215839"/>
                </a:lnTo>
                <a:cubicBezTo>
                  <a:pt x="4807198" y="3215344"/>
                  <a:pt x="4797757" y="3220937"/>
                  <a:pt x="4801264" y="3212206"/>
                </a:cubicBezTo>
                <a:cubicBezTo>
                  <a:pt x="4809896" y="3210569"/>
                  <a:pt x="4826013" y="3198495"/>
                  <a:pt x="4835505" y="3198393"/>
                </a:cubicBezTo>
                <a:close/>
                <a:moveTo>
                  <a:pt x="4625264" y="3182161"/>
                </a:moveTo>
                <a:lnTo>
                  <a:pt x="4619371" y="3186261"/>
                </a:lnTo>
                <a:lnTo>
                  <a:pt x="4619621" y="3186678"/>
                </a:lnTo>
                <a:cubicBezTo>
                  <a:pt x="4622186" y="3188388"/>
                  <a:pt x="4624526" y="3190098"/>
                  <a:pt x="4622366" y="3193518"/>
                </a:cubicBezTo>
                <a:cubicBezTo>
                  <a:pt x="4625786" y="3194598"/>
                  <a:pt x="4629206" y="3192888"/>
                  <a:pt x="4632627" y="3190053"/>
                </a:cubicBezTo>
                <a:lnTo>
                  <a:pt x="4639150" y="3183558"/>
                </a:lnTo>
                <a:close/>
                <a:moveTo>
                  <a:pt x="457270" y="3182026"/>
                </a:moveTo>
                <a:cubicBezTo>
                  <a:pt x="434587" y="3179866"/>
                  <a:pt x="436748" y="3211542"/>
                  <a:pt x="441428" y="3220541"/>
                </a:cubicBezTo>
                <a:cubicBezTo>
                  <a:pt x="461950" y="3220541"/>
                  <a:pt x="443588" y="3195704"/>
                  <a:pt x="457270" y="3182026"/>
                </a:cubicBezTo>
                <a:close/>
                <a:moveTo>
                  <a:pt x="4829564" y="3179666"/>
                </a:moveTo>
                <a:cubicBezTo>
                  <a:pt x="4811164" y="3183973"/>
                  <a:pt x="4804309" y="3188638"/>
                  <a:pt x="4813689" y="3200124"/>
                </a:cubicBezTo>
                <a:cubicBezTo>
                  <a:pt x="4795289" y="3206584"/>
                  <a:pt x="4813689" y="3188638"/>
                  <a:pt x="4799979" y="3186485"/>
                </a:cubicBezTo>
                <a:cubicBezTo>
                  <a:pt x="4790598" y="3204431"/>
                  <a:pt x="4761013" y="3190792"/>
                  <a:pt x="4763539" y="3211250"/>
                </a:cubicBezTo>
                <a:cubicBezTo>
                  <a:pt x="4751994" y="3195458"/>
                  <a:pt x="4742974" y="3215916"/>
                  <a:pt x="4726738" y="3206584"/>
                </a:cubicBezTo>
                <a:cubicBezTo>
                  <a:pt x="4756684" y="3193304"/>
                  <a:pt x="4804309" y="3175000"/>
                  <a:pt x="4829564" y="3179666"/>
                </a:cubicBezTo>
                <a:close/>
                <a:moveTo>
                  <a:pt x="4618098" y="3179455"/>
                </a:moveTo>
                <a:lnTo>
                  <a:pt x="4615526" y="3179837"/>
                </a:lnTo>
                <a:lnTo>
                  <a:pt x="4616282" y="3181101"/>
                </a:lnTo>
                <a:lnTo>
                  <a:pt x="4617919" y="3179670"/>
                </a:lnTo>
                <a:close/>
                <a:moveTo>
                  <a:pt x="4701927" y="3163636"/>
                </a:moveTo>
                <a:cubicBezTo>
                  <a:pt x="4692747" y="3167056"/>
                  <a:pt x="4683117" y="3168226"/>
                  <a:pt x="4673487" y="3169981"/>
                </a:cubicBezTo>
                <a:lnTo>
                  <a:pt x="4658345" y="3175229"/>
                </a:lnTo>
                <a:lnTo>
                  <a:pt x="4656300" y="3178784"/>
                </a:lnTo>
                <a:lnTo>
                  <a:pt x="4670067" y="3177497"/>
                </a:lnTo>
                <a:cubicBezTo>
                  <a:pt x="4677987" y="3175787"/>
                  <a:pt x="4685907" y="3174077"/>
                  <a:pt x="4695087" y="3175157"/>
                </a:cubicBezTo>
                <a:cubicBezTo>
                  <a:pt x="4695087" y="3175157"/>
                  <a:pt x="4695087" y="3175157"/>
                  <a:pt x="4701927" y="3163636"/>
                </a:cubicBezTo>
                <a:close/>
                <a:moveTo>
                  <a:pt x="4856705" y="3157405"/>
                </a:moveTo>
                <a:cubicBezTo>
                  <a:pt x="4860106" y="3156376"/>
                  <a:pt x="4864268" y="3156694"/>
                  <a:pt x="4869263" y="3159059"/>
                </a:cubicBezTo>
                <a:cubicBezTo>
                  <a:pt x="4862603" y="3168154"/>
                  <a:pt x="4853490" y="3179795"/>
                  <a:pt x="4844728" y="3184161"/>
                </a:cubicBezTo>
                <a:cubicBezTo>
                  <a:pt x="4843151" y="3175703"/>
                  <a:pt x="4846502" y="3160491"/>
                  <a:pt x="4856705" y="3157405"/>
                </a:cubicBezTo>
                <a:close/>
                <a:moveTo>
                  <a:pt x="4741437" y="3152019"/>
                </a:moveTo>
                <a:cubicBezTo>
                  <a:pt x="4734619" y="3150248"/>
                  <a:pt x="4720107" y="3155715"/>
                  <a:pt x="4713087" y="3152475"/>
                </a:cubicBezTo>
                <a:cubicBezTo>
                  <a:pt x="4713087" y="3156795"/>
                  <a:pt x="4713087" y="3161476"/>
                  <a:pt x="4710927" y="3166156"/>
                </a:cubicBezTo>
                <a:cubicBezTo>
                  <a:pt x="4724607" y="3172997"/>
                  <a:pt x="4731447" y="3152475"/>
                  <a:pt x="4745127" y="3156795"/>
                </a:cubicBezTo>
                <a:cubicBezTo>
                  <a:pt x="4745127" y="3154005"/>
                  <a:pt x="4743709" y="3152610"/>
                  <a:pt x="4741437" y="3152019"/>
                </a:cubicBezTo>
                <a:close/>
                <a:moveTo>
                  <a:pt x="5809050" y="3140075"/>
                </a:moveTo>
                <a:cubicBezTo>
                  <a:pt x="5809050" y="3151364"/>
                  <a:pt x="5804696" y="3171472"/>
                  <a:pt x="5790907" y="3171472"/>
                </a:cubicBezTo>
                <a:cubicBezTo>
                  <a:pt x="5784013" y="3162300"/>
                  <a:pt x="5799979" y="3151364"/>
                  <a:pt x="5809050" y="3140075"/>
                </a:cubicBezTo>
                <a:close/>
                <a:moveTo>
                  <a:pt x="4785211" y="3139863"/>
                </a:moveTo>
                <a:cubicBezTo>
                  <a:pt x="4776875" y="3137939"/>
                  <a:pt x="4761147" y="3145635"/>
                  <a:pt x="4754127" y="3145635"/>
                </a:cubicBezTo>
                <a:cubicBezTo>
                  <a:pt x="4749807" y="3156795"/>
                  <a:pt x="4756647" y="3152475"/>
                  <a:pt x="4765647" y="3154635"/>
                </a:cubicBezTo>
                <a:cubicBezTo>
                  <a:pt x="4760967" y="3168316"/>
                  <a:pt x="4751967" y="3163636"/>
                  <a:pt x="4747287" y="3175157"/>
                </a:cubicBezTo>
                <a:cubicBezTo>
                  <a:pt x="4758807" y="3176237"/>
                  <a:pt x="4766817" y="3172277"/>
                  <a:pt x="4773342" y="3166336"/>
                </a:cubicBezTo>
                <a:lnTo>
                  <a:pt x="4788476" y="3148062"/>
                </a:lnTo>
                <a:lnTo>
                  <a:pt x="4783447" y="3145174"/>
                </a:lnTo>
                <a:cubicBezTo>
                  <a:pt x="4783447" y="3142294"/>
                  <a:pt x="4784167" y="3141124"/>
                  <a:pt x="4785213" y="3140708"/>
                </a:cubicBezTo>
                <a:lnTo>
                  <a:pt x="4785994" y="3140720"/>
                </a:lnTo>
                <a:close/>
                <a:moveTo>
                  <a:pt x="4865656" y="3139353"/>
                </a:moveTo>
                <a:lnTo>
                  <a:pt x="4868608" y="3140144"/>
                </a:lnTo>
                <a:cubicBezTo>
                  <a:pt x="4870318" y="3140954"/>
                  <a:pt x="4871488" y="3142035"/>
                  <a:pt x="4870408" y="3143115"/>
                </a:cubicBezTo>
                <a:close/>
                <a:moveTo>
                  <a:pt x="4864177" y="3138183"/>
                </a:moveTo>
                <a:lnTo>
                  <a:pt x="4865656" y="3139353"/>
                </a:lnTo>
                <a:lnTo>
                  <a:pt x="4863568" y="3138794"/>
                </a:lnTo>
                <a:close/>
                <a:moveTo>
                  <a:pt x="307698" y="3133323"/>
                </a:moveTo>
                <a:cubicBezTo>
                  <a:pt x="323448" y="3140227"/>
                  <a:pt x="328102" y="3128962"/>
                  <a:pt x="341705" y="3133323"/>
                </a:cubicBezTo>
                <a:cubicBezTo>
                  <a:pt x="337051" y="3158761"/>
                  <a:pt x="319153" y="3128962"/>
                  <a:pt x="312351" y="3154037"/>
                </a:cubicBezTo>
                <a:cubicBezTo>
                  <a:pt x="312351" y="3147132"/>
                  <a:pt x="305550" y="3142408"/>
                  <a:pt x="307698" y="3133323"/>
                </a:cubicBezTo>
                <a:close/>
                <a:moveTo>
                  <a:pt x="5251836" y="3124200"/>
                </a:moveTo>
                <a:cubicBezTo>
                  <a:pt x="5251836" y="3138009"/>
                  <a:pt x="5228917" y="3153998"/>
                  <a:pt x="5217275" y="3149274"/>
                </a:cubicBezTo>
                <a:cubicBezTo>
                  <a:pt x="5217275" y="3138009"/>
                  <a:pt x="5240558" y="3133285"/>
                  <a:pt x="5251836" y="3124200"/>
                </a:cubicBezTo>
                <a:close/>
                <a:moveTo>
                  <a:pt x="4829368" y="3118273"/>
                </a:moveTo>
                <a:cubicBezTo>
                  <a:pt x="4827028" y="3121693"/>
                  <a:pt x="4824778" y="3126823"/>
                  <a:pt x="4821943" y="3129974"/>
                </a:cubicBezTo>
                <a:lnTo>
                  <a:pt x="4819751" y="3131249"/>
                </a:lnTo>
                <a:lnTo>
                  <a:pt x="4819546" y="3136770"/>
                </a:lnTo>
                <a:cubicBezTo>
                  <a:pt x="4817256" y="3141552"/>
                  <a:pt x="4813262" y="3145399"/>
                  <a:pt x="4808694" y="3147965"/>
                </a:cubicBezTo>
                <a:lnTo>
                  <a:pt x="4800899" y="3149873"/>
                </a:lnTo>
                <a:lnTo>
                  <a:pt x="4799313" y="3155260"/>
                </a:lnTo>
                <a:cubicBezTo>
                  <a:pt x="4799938" y="3157245"/>
                  <a:pt x="4802098" y="3159226"/>
                  <a:pt x="4806688" y="3161476"/>
                </a:cubicBezTo>
                <a:cubicBezTo>
                  <a:pt x="4815688" y="3156795"/>
                  <a:pt x="4820368" y="3127273"/>
                  <a:pt x="4840528" y="3129794"/>
                </a:cubicBezTo>
                <a:lnTo>
                  <a:pt x="4839623" y="3124398"/>
                </a:lnTo>
                <a:lnTo>
                  <a:pt x="4836450" y="3123947"/>
                </a:lnTo>
                <a:lnTo>
                  <a:pt x="4830628" y="3118783"/>
                </a:lnTo>
                <a:close/>
                <a:moveTo>
                  <a:pt x="5750351" y="3106737"/>
                </a:moveTo>
                <a:cubicBezTo>
                  <a:pt x="5754984" y="3113490"/>
                  <a:pt x="5746075" y="3118110"/>
                  <a:pt x="5750351" y="3122730"/>
                </a:cubicBezTo>
                <a:cubicBezTo>
                  <a:pt x="5757122" y="3122730"/>
                  <a:pt x="5766032" y="3122730"/>
                  <a:pt x="5772803" y="3120242"/>
                </a:cubicBezTo>
                <a:cubicBezTo>
                  <a:pt x="5782069" y="3129483"/>
                  <a:pt x="5766032" y="3138368"/>
                  <a:pt x="5770665" y="3145121"/>
                </a:cubicBezTo>
                <a:cubicBezTo>
                  <a:pt x="5759261" y="3140501"/>
                  <a:pt x="5748213" y="3154006"/>
                  <a:pt x="5736809" y="3142633"/>
                </a:cubicBezTo>
                <a:cubicBezTo>
                  <a:pt x="5757122" y="3129483"/>
                  <a:pt x="5730038" y="3120242"/>
                  <a:pt x="5750351" y="3106737"/>
                </a:cubicBezTo>
                <a:close/>
                <a:moveTo>
                  <a:pt x="5484769" y="3106737"/>
                </a:moveTo>
                <a:cubicBezTo>
                  <a:pt x="5494071" y="3116038"/>
                  <a:pt x="5496303" y="3124982"/>
                  <a:pt x="5484769" y="3131779"/>
                </a:cubicBezTo>
                <a:cubicBezTo>
                  <a:pt x="5472863" y="3129633"/>
                  <a:pt x="5475095" y="3113534"/>
                  <a:pt x="5484769" y="3106737"/>
                </a:cubicBezTo>
                <a:close/>
                <a:moveTo>
                  <a:pt x="4924008" y="3097051"/>
                </a:moveTo>
                <a:lnTo>
                  <a:pt x="4910710" y="3097739"/>
                </a:lnTo>
                <a:lnTo>
                  <a:pt x="4902350" y="3103403"/>
                </a:lnTo>
                <a:lnTo>
                  <a:pt x="4902135" y="3105321"/>
                </a:lnTo>
                <a:lnTo>
                  <a:pt x="4912776" y="3102100"/>
                </a:lnTo>
                <a:close/>
                <a:moveTo>
                  <a:pt x="5508494" y="3087687"/>
                </a:moveTo>
                <a:cubicBezTo>
                  <a:pt x="5513080" y="3092524"/>
                  <a:pt x="5508494" y="3096989"/>
                  <a:pt x="5513080" y="3101826"/>
                </a:cubicBezTo>
                <a:cubicBezTo>
                  <a:pt x="5519782" y="3094756"/>
                  <a:pt x="5519782" y="3094756"/>
                  <a:pt x="5519782" y="3094756"/>
                </a:cubicBezTo>
                <a:cubicBezTo>
                  <a:pt x="5526485" y="3111128"/>
                  <a:pt x="5508494" y="3099593"/>
                  <a:pt x="5504260" y="3108895"/>
                </a:cubicBezTo>
                <a:cubicBezTo>
                  <a:pt x="5495088" y="3096989"/>
                  <a:pt x="5495088" y="3096989"/>
                  <a:pt x="5495088" y="3096989"/>
                </a:cubicBezTo>
                <a:cubicBezTo>
                  <a:pt x="5508494" y="3087687"/>
                  <a:pt x="5508494" y="3087687"/>
                  <a:pt x="5508494" y="3087687"/>
                </a:cubicBezTo>
                <a:close/>
                <a:moveTo>
                  <a:pt x="236622" y="3068637"/>
                </a:moveTo>
                <a:cubicBezTo>
                  <a:pt x="239131" y="3091128"/>
                  <a:pt x="261715" y="3100410"/>
                  <a:pt x="257055" y="3125043"/>
                </a:cubicBezTo>
                <a:cubicBezTo>
                  <a:pt x="263866" y="3127185"/>
                  <a:pt x="263866" y="3122901"/>
                  <a:pt x="268526" y="3122901"/>
                </a:cubicBezTo>
                <a:cubicBezTo>
                  <a:pt x="266016" y="3113619"/>
                  <a:pt x="268526" y="3102552"/>
                  <a:pt x="266016" y="3093627"/>
                </a:cubicBezTo>
                <a:cubicBezTo>
                  <a:pt x="277487" y="3093627"/>
                  <a:pt x="297920" y="3109335"/>
                  <a:pt x="306882" y="3086844"/>
                </a:cubicBezTo>
                <a:cubicBezTo>
                  <a:pt x="322654" y="3106836"/>
                  <a:pt x="272827" y="3106836"/>
                  <a:pt x="270676" y="3133968"/>
                </a:cubicBezTo>
                <a:cubicBezTo>
                  <a:pt x="254904" y="3131826"/>
                  <a:pt x="241282" y="3136467"/>
                  <a:pt x="232320" y="3142893"/>
                </a:cubicBezTo>
                <a:cubicBezTo>
                  <a:pt x="225510" y="3131826"/>
                  <a:pt x="216189" y="3122901"/>
                  <a:pt x="211888" y="3111477"/>
                </a:cubicBezTo>
                <a:cubicBezTo>
                  <a:pt x="216189" y="3097911"/>
                  <a:pt x="223000" y="3095769"/>
                  <a:pt x="234471" y="3093627"/>
                </a:cubicBezTo>
                <a:cubicBezTo>
                  <a:pt x="227660" y="3084345"/>
                  <a:pt x="234471" y="3084345"/>
                  <a:pt x="236622" y="3068637"/>
                </a:cubicBezTo>
                <a:close/>
                <a:moveTo>
                  <a:pt x="272159" y="3056008"/>
                </a:moveTo>
                <a:cubicBezTo>
                  <a:pt x="274656" y="3074202"/>
                  <a:pt x="292493" y="3049587"/>
                  <a:pt x="288212" y="3080980"/>
                </a:cubicBezTo>
                <a:cubicBezTo>
                  <a:pt x="270018" y="3076342"/>
                  <a:pt x="270018" y="3076342"/>
                  <a:pt x="270018" y="3076342"/>
                </a:cubicBezTo>
                <a:cubicBezTo>
                  <a:pt x="272159" y="3065283"/>
                  <a:pt x="261100" y="3067424"/>
                  <a:pt x="272159" y="3056008"/>
                </a:cubicBezTo>
                <a:close/>
                <a:moveTo>
                  <a:pt x="4215383" y="3048428"/>
                </a:moveTo>
                <a:cubicBezTo>
                  <a:pt x="4209263" y="3049283"/>
                  <a:pt x="4202648" y="3050858"/>
                  <a:pt x="4196573" y="3051972"/>
                </a:cubicBezTo>
                <a:lnTo>
                  <a:pt x="4192107" y="3052195"/>
                </a:lnTo>
                <a:lnTo>
                  <a:pt x="4192450" y="3054006"/>
                </a:lnTo>
                <a:cubicBezTo>
                  <a:pt x="4193952" y="3055553"/>
                  <a:pt x="4196674" y="3055800"/>
                  <a:pt x="4201265" y="3054090"/>
                </a:cubicBezTo>
                <a:lnTo>
                  <a:pt x="4199927" y="3058818"/>
                </a:lnTo>
                <a:lnTo>
                  <a:pt x="4205123" y="3058689"/>
                </a:lnTo>
                <a:cubicBezTo>
                  <a:pt x="4216193" y="3057518"/>
                  <a:pt x="4228703" y="3055808"/>
                  <a:pt x="4237883" y="3061389"/>
                </a:cubicBezTo>
                <a:cubicBezTo>
                  <a:pt x="4237883" y="3047888"/>
                  <a:pt x="4227623" y="3046718"/>
                  <a:pt x="4215383" y="3048428"/>
                </a:cubicBezTo>
                <a:close/>
                <a:moveTo>
                  <a:pt x="4388844" y="3045528"/>
                </a:moveTo>
                <a:lnTo>
                  <a:pt x="4383325" y="3048068"/>
                </a:lnTo>
                <a:lnTo>
                  <a:pt x="4388506" y="3047689"/>
                </a:lnTo>
                <a:close/>
                <a:moveTo>
                  <a:pt x="4306351" y="3042775"/>
                </a:moveTo>
                <a:lnTo>
                  <a:pt x="4293955" y="3045572"/>
                </a:lnTo>
                <a:lnTo>
                  <a:pt x="4292058" y="3047264"/>
                </a:lnTo>
                <a:lnTo>
                  <a:pt x="4288455" y="3048398"/>
                </a:lnTo>
                <a:lnTo>
                  <a:pt x="4278406" y="3053609"/>
                </a:lnTo>
                <a:cubicBezTo>
                  <a:pt x="4273343" y="3056304"/>
                  <a:pt x="4268663" y="3058599"/>
                  <a:pt x="4265243" y="3059229"/>
                </a:cubicBezTo>
                <a:cubicBezTo>
                  <a:pt x="4281084" y="3068229"/>
                  <a:pt x="4294764" y="3043388"/>
                  <a:pt x="4310604" y="3052748"/>
                </a:cubicBezTo>
                <a:lnTo>
                  <a:pt x="4308468" y="3047738"/>
                </a:lnTo>
                <a:lnTo>
                  <a:pt x="4308197" y="3047610"/>
                </a:lnTo>
                <a:lnTo>
                  <a:pt x="4308331" y="3047416"/>
                </a:lnTo>
                <a:close/>
                <a:moveTo>
                  <a:pt x="5868122" y="3040271"/>
                </a:moveTo>
                <a:cubicBezTo>
                  <a:pt x="5872140" y="3039740"/>
                  <a:pt x="5875638" y="3041211"/>
                  <a:pt x="5877321" y="3045827"/>
                </a:cubicBezTo>
                <a:cubicBezTo>
                  <a:pt x="5870590" y="3056689"/>
                  <a:pt x="5861735" y="3052706"/>
                  <a:pt x="5852879" y="3068275"/>
                </a:cubicBezTo>
                <a:cubicBezTo>
                  <a:pt x="5839329" y="3061486"/>
                  <a:pt x="5856067" y="3041867"/>
                  <a:pt x="5868122" y="3040271"/>
                </a:cubicBezTo>
                <a:close/>
                <a:moveTo>
                  <a:pt x="4407815" y="3036798"/>
                </a:moveTo>
                <a:lnTo>
                  <a:pt x="4405764" y="3037741"/>
                </a:lnTo>
                <a:lnTo>
                  <a:pt x="4408287" y="3038609"/>
                </a:lnTo>
                <a:close/>
                <a:moveTo>
                  <a:pt x="4095727" y="3030787"/>
                </a:moveTo>
                <a:cubicBezTo>
                  <a:pt x="4090642" y="3030517"/>
                  <a:pt x="4083262" y="3032227"/>
                  <a:pt x="4078762" y="3032227"/>
                </a:cubicBezTo>
                <a:lnTo>
                  <a:pt x="4078350" y="3033432"/>
                </a:lnTo>
                <a:lnTo>
                  <a:pt x="4078493" y="3033929"/>
                </a:lnTo>
                <a:lnTo>
                  <a:pt x="4078252" y="3033717"/>
                </a:lnTo>
                <a:lnTo>
                  <a:pt x="4075297" y="3042353"/>
                </a:lnTo>
                <a:cubicBezTo>
                  <a:pt x="4075004" y="3043500"/>
                  <a:pt x="4074431" y="3044659"/>
                  <a:pt x="4072940" y="3046251"/>
                </a:cubicBezTo>
                <a:lnTo>
                  <a:pt x="4071466" y="3047470"/>
                </a:lnTo>
                <a:lnTo>
                  <a:pt x="4070645" y="3052611"/>
                </a:lnTo>
                <a:lnTo>
                  <a:pt x="4067967" y="3052987"/>
                </a:lnTo>
                <a:lnTo>
                  <a:pt x="4075128" y="3053581"/>
                </a:lnTo>
                <a:cubicBezTo>
                  <a:pt x="4083667" y="3048653"/>
                  <a:pt x="4088662" y="3030967"/>
                  <a:pt x="4098922" y="3041228"/>
                </a:cubicBezTo>
                <a:lnTo>
                  <a:pt x="4100954" y="3033265"/>
                </a:lnTo>
                <a:lnTo>
                  <a:pt x="4100871" y="3033087"/>
                </a:lnTo>
                <a:close/>
                <a:moveTo>
                  <a:pt x="4032443" y="3029717"/>
                </a:moveTo>
                <a:lnTo>
                  <a:pt x="4031748" y="3034279"/>
                </a:lnTo>
                <a:lnTo>
                  <a:pt x="4035202" y="3030067"/>
                </a:lnTo>
                <a:close/>
                <a:moveTo>
                  <a:pt x="4335804" y="3027547"/>
                </a:moveTo>
                <a:lnTo>
                  <a:pt x="4335394" y="3028367"/>
                </a:lnTo>
                <a:lnTo>
                  <a:pt x="4336572" y="3028072"/>
                </a:lnTo>
                <a:close/>
                <a:moveTo>
                  <a:pt x="5916912" y="3025775"/>
                </a:moveTo>
                <a:cubicBezTo>
                  <a:pt x="5923355" y="3032760"/>
                  <a:pt x="5900803" y="3048936"/>
                  <a:pt x="5894001" y="3060332"/>
                </a:cubicBezTo>
                <a:cubicBezTo>
                  <a:pt x="5887200" y="3044156"/>
                  <a:pt x="5910110" y="3032760"/>
                  <a:pt x="5916912" y="3025775"/>
                </a:cubicBezTo>
                <a:close/>
                <a:moveTo>
                  <a:pt x="4193693" y="3015486"/>
                </a:moveTo>
                <a:cubicBezTo>
                  <a:pt x="4190003" y="3016926"/>
                  <a:pt x="4186583" y="3019806"/>
                  <a:pt x="4183163" y="3023226"/>
                </a:cubicBezTo>
                <a:lnTo>
                  <a:pt x="4192937" y="3024900"/>
                </a:lnTo>
                <a:lnTo>
                  <a:pt x="4194425" y="3022768"/>
                </a:lnTo>
                <a:lnTo>
                  <a:pt x="4194080" y="3025096"/>
                </a:lnTo>
                <a:lnTo>
                  <a:pt x="4197878" y="3025746"/>
                </a:lnTo>
                <a:cubicBezTo>
                  <a:pt x="4202423" y="3023766"/>
                  <a:pt x="4205843" y="3019806"/>
                  <a:pt x="4205843" y="3016386"/>
                </a:cubicBezTo>
                <a:cubicBezTo>
                  <a:pt x="4201343" y="3014046"/>
                  <a:pt x="4197383" y="3014046"/>
                  <a:pt x="4193693" y="3015486"/>
                </a:cubicBezTo>
                <a:close/>
                <a:moveTo>
                  <a:pt x="4361576" y="3011879"/>
                </a:moveTo>
                <a:lnTo>
                  <a:pt x="4357928" y="3015297"/>
                </a:lnTo>
                <a:lnTo>
                  <a:pt x="4360644" y="3016386"/>
                </a:lnTo>
                <a:close/>
                <a:moveTo>
                  <a:pt x="4072727" y="3011063"/>
                </a:moveTo>
                <a:lnTo>
                  <a:pt x="4071568" y="3011132"/>
                </a:lnTo>
                <a:lnTo>
                  <a:pt x="4071111" y="3011435"/>
                </a:lnTo>
                <a:lnTo>
                  <a:pt x="4072102" y="3011743"/>
                </a:lnTo>
                <a:lnTo>
                  <a:pt x="4074764" y="3020983"/>
                </a:lnTo>
                <a:lnTo>
                  <a:pt x="4083892" y="3019986"/>
                </a:lnTo>
                <a:cubicBezTo>
                  <a:pt x="4087717" y="3019581"/>
                  <a:pt x="4091475" y="3019536"/>
                  <a:pt x="4095131" y="3020875"/>
                </a:cubicBezTo>
                <a:lnTo>
                  <a:pt x="4095170" y="3020909"/>
                </a:lnTo>
                <a:lnTo>
                  <a:pt x="4094913" y="3020360"/>
                </a:lnTo>
                <a:cubicBezTo>
                  <a:pt x="4099439" y="3013542"/>
                  <a:pt x="4104598" y="3015247"/>
                  <a:pt x="4110618" y="3016099"/>
                </a:cubicBezTo>
                <a:lnTo>
                  <a:pt x="4116136" y="3015796"/>
                </a:lnTo>
                <a:lnTo>
                  <a:pt x="4117283" y="3013866"/>
                </a:lnTo>
                <a:lnTo>
                  <a:pt x="4093482" y="3011102"/>
                </a:lnTo>
                <a:lnTo>
                  <a:pt x="4091641" y="3011720"/>
                </a:lnTo>
                <a:cubicBezTo>
                  <a:pt x="4086347" y="3012780"/>
                  <a:pt x="4081203" y="3013198"/>
                  <a:pt x="4076380" y="3012563"/>
                </a:cubicBezTo>
                <a:close/>
                <a:moveTo>
                  <a:pt x="4367008" y="3006788"/>
                </a:moveTo>
                <a:lnTo>
                  <a:pt x="4366487" y="3007276"/>
                </a:lnTo>
                <a:lnTo>
                  <a:pt x="4367461" y="3007031"/>
                </a:lnTo>
                <a:lnTo>
                  <a:pt x="4367450" y="3007008"/>
                </a:lnTo>
                <a:close/>
                <a:moveTo>
                  <a:pt x="4324238" y="3006301"/>
                </a:moveTo>
                <a:lnTo>
                  <a:pt x="4315284" y="3011706"/>
                </a:lnTo>
                <a:cubicBezTo>
                  <a:pt x="4323204" y="3015126"/>
                  <a:pt x="4330584" y="3013416"/>
                  <a:pt x="4337964" y="3012290"/>
                </a:cubicBezTo>
                <a:lnTo>
                  <a:pt x="4338159" y="3012281"/>
                </a:lnTo>
                <a:lnTo>
                  <a:pt x="4324039" y="3006568"/>
                </a:lnTo>
                <a:close/>
                <a:moveTo>
                  <a:pt x="5786830" y="2997200"/>
                </a:moveTo>
                <a:cubicBezTo>
                  <a:pt x="5784681" y="3022270"/>
                  <a:pt x="5764271" y="3042327"/>
                  <a:pt x="5739563" y="3055579"/>
                </a:cubicBezTo>
                <a:cubicBezTo>
                  <a:pt x="5746367" y="3035880"/>
                  <a:pt x="5759616" y="2997200"/>
                  <a:pt x="5786830" y="2997200"/>
                </a:cubicBezTo>
                <a:close/>
                <a:moveTo>
                  <a:pt x="3630322" y="2994339"/>
                </a:moveTo>
                <a:lnTo>
                  <a:pt x="3621390" y="3001287"/>
                </a:lnTo>
                <a:lnTo>
                  <a:pt x="3621348" y="3004042"/>
                </a:lnTo>
                <a:lnTo>
                  <a:pt x="3627725" y="3009088"/>
                </a:lnTo>
                <a:close/>
                <a:moveTo>
                  <a:pt x="4547065" y="2992982"/>
                </a:moveTo>
                <a:lnTo>
                  <a:pt x="4537162" y="2993210"/>
                </a:lnTo>
                <a:lnTo>
                  <a:pt x="4540466" y="3003373"/>
                </a:lnTo>
                <a:lnTo>
                  <a:pt x="4544423" y="3006464"/>
                </a:lnTo>
                <a:lnTo>
                  <a:pt x="4545360" y="3005810"/>
                </a:lnTo>
                <a:cubicBezTo>
                  <a:pt x="4546046" y="3004393"/>
                  <a:pt x="4546586" y="3001985"/>
                  <a:pt x="4547126" y="2998025"/>
                </a:cubicBezTo>
                <a:cubicBezTo>
                  <a:pt x="4548206" y="3000365"/>
                  <a:pt x="4547666" y="3002615"/>
                  <a:pt x="4547711" y="3004865"/>
                </a:cubicBezTo>
                <a:lnTo>
                  <a:pt x="4550589" y="3009673"/>
                </a:lnTo>
                <a:lnTo>
                  <a:pt x="4560583" y="3004408"/>
                </a:lnTo>
                <a:cubicBezTo>
                  <a:pt x="4558243" y="3000988"/>
                  <a:pt x="4554823" y="2999278"/>
                  <a:pt x="4551447" y="2997297"/>
                </a:cubicBezTo>
                <a:close/>
                <a:moveTo>
                  <a:pt x="4603788" y="2992887"/>
                </a:moveTo>
                <a:lnTo>
                  <a:pt x="4603654" y="2993581"/>
                </a:lnTo>
                <a:lnTo>
                  <a:pt x="4605583" y="2993342"/>
                </a:lnTo>
                <a:close/>
                <a:moveTo>
                  <a:pt x="538976" y="2991057"/>
                </a:moveTo>
                <a:cubicBezTo>
                  <a:pt x="525069" y="2995191"/>
                  <a:pt x="517036" y="3010511"/>
                  <a:pt x="505155" y="3020769"/>
                </a:cubicBezTo>
                <a:cubicBezTo>
                  <a:pt x="511996" y="3048126"/>
                  <a:pt x="562041" y="3048126"/>
                  <a:pt x="566361" y="3018610"/>
                </a:cubicBezTo>
                <a:cubicBezTo>
                  <a:pt x="550520" y="3020769"/>
                  <a:pt x="555200" y="3004932"/>
                  <a:pt x="555200" y="2991254"/>
                </a:cubicBezTo>
                <a:cubicBezTo>
                  <a:pt x="548900" y="2989544"/>
                  <a:pt x="543611" y="2989679"/>
                  <a:pt x="538976" y="2991057"/>
                </a:cubicBezTo>
                <a:close/>
                <a:moveTo>
                  <a:pt x="5461339" y="2990762"/>
                </a:moveTo>
                <a:cubicBezTo>
                  <a:pt x="5472503" y="3020256"/>
                  <a:pt x="5433969" y="3006588"/>
                  <a:pt x="5415602" y="3031765"/>
                </a:cubicBezTo>
                <a:cubicBezTo>
                  <a:pt x="5408760" y="3027089"/>
                  <a:pt x="5413442" y="3022773"/>
                  <a:pt x="5408760" y="3018098"/>
                </a:cubicBezTo>
                <a:cubicBezTo>
                  <a:pt x="5404438" y="3022773"/>
                  <a:pt x="5399757" y="3018098"/>
                  <a:pt x="5395075" y="3022773"/>
                </a:cubicBezTo>
                <a:cubicBezTo>
                  <a:pt x="5406599" y="2986087"/>
                  <a:pt x="5440811" y="3009106"/>
                  <a:pt x="5461339" y="2990762"/>
                </a:cubicBezTo>
                <a:close/>
                <a:moveTo>
                  <a:pt x="4622150" y="2990727"/>
                </a:moveTo>
                <a:lnTo>
                  <a:pt x="4622069" y="2991295"/>
                </a:lnTo>
                <a:lnTo>
                  <a:pt x="4622890" y="2991193"/>
                </a:lnTo>
                <a:close/>
                <a:moveTo>
                  <a:pt x="3933222" y="2990008"/>
                </a:moveTo>
                <a:lnTo>
                  <a:pt x="3933123" y="2990039"/>
                </a:lnTo>
                <a:lnTo>
                  <a:pt x="3921218" y="2993671"/>
                </a:lnTo>
                <a:lnTo>
                  <a:pt x="3923123" y="2996117"/>
                </a:lnTo>
                <a:cubicBezTo>
                  <a:pt x="3924490" y="2996731"/>
                  <a:pt x="3925919" y="2996517"/>
                  <a:pt x="3927336" y="2996089"/>
                </a:cubicBezTo>
                <a:lnTo>
                  <a:pt x="3932141" y="2995950"/>
                </a:lnTo>
                <a:lnTo>
                  <a:pt x="3933578" y="2991132"/>
                </a:lnTo>
                <a:close/>
                <a:moveTo>
                  <a:pt x="4691017" y="2986554"/>
                </a:moveTo>
                <a:lnTo>
                  <a:pt x="4673534" y="2992381"/>
                </a:lnTo>
                <a:lnTo>
                  <a:pt x="4672894" y="2992111"/>
                </a:lnTo>
                <a:lnTo>
                  <a:pt x="4668329" y="2994998"/>
                </a:lnTo>
                <a:cubicBezTo>
                  <a:pt x="4665274" y="2996742"/>
                  <a:pt x="4662147" y="2998025"/>
                  <a:pt x="4658727" y="2998025"/>
                </a:cubicBezTo>
                <a:cubicBezTo>
                  <a:pt x="4656567" y="3002705"/>
                  <a:pt x="4665567" y="3004865"/>
                  <a:pt x="4670247" y="3007025"/>
                </a:cubicBezTo>
                <a:lnTo>
                  <a:pt x="4672623" y="3004262"/>
                </a:lnTo>
                <a:lnTo>
                  <a:pt x="4672837" y="3001962"/>
                </a:lnTo>
                <a:lnTo>
                  <a:pt x="4673723" y="3002982"/>
                </a:lnTo>
                <a:lnTo>
                  <a:pt x="4675973" y="3000365"/>
                </a:lnTo>
                <a:cubicBezTo>
                  <a:pt x="4682487" y="2996585"/>
                  <a:pt x="4691127" y="2999285"/>
                  <a:pt x="4699767" y="2989024"/>
                </a:cubicBezTo>
                <a:close/>
                <a:moveTo>
                  <a:pt x="4711900" y="2983694"/>
                </a:moveTo>
                <a:lnTo>
                  <a:pt x="4710927" y="2984344"/>
                </a:lnTo>
                <a:lnTo>
                  <a:pt x="4712850" y="2984539"/>
                </a:lnTo>
                <a:close/>
                <a:moveTo>
                  <a:pt x="4607966" y="2978493"/>
                </a:moveTo>
                <a:lnTo>
                  <a:pt x="4596786" y="2983152"/>
                </a:lnTo>
                <a:lnTo>
                  <a:pt x="4612789" y="2988567"/>
                </a:lnTo>
                <a:lnTo>
                  <a:pt x="4622363" y="2980040"/>
                </a:lnTo>
                <a:close/>
                <a:moveTo>
                  <a:pt x="5805651" y="2971949"/>
                </a:moveTo>
                <a:cubicBezTo>
                  <a:pt x="5807736" y="2972362"/>
                  <a:pt x="5809905" y="2973744"/>
                  <a:pt x="5812230" y="2976509"/>
                </a:cubicBezTo>
                <a:lnTo>
                  <a:pt x="5793985" y="2996843"/>
                </a:lnTo>
                <a:cubicBezTo>
                  <a:pt x="5787188" y="2992205"/>
                  <a:pt x="5791839" y="2987924"/>
                  <a:pt x="5787188" y="2983287"/>
                </a:cubicBezTo>
                <a:cubicBezTo>
                  <a:pt x="5793896" y="2978203"/>
                  <a:pt x="5799396" y="2970712"/>
                  <a:pt x="5805651" y="2971949"/>
                </a:cubicBezTo>
                <a:close/>
                <a:moveTo>
                  <a:pt x="4783185" y="2971087"/>
                </a:moveTo>
                <a:lnTo>
                  <a:pt x="4765025" y="2971576"/>
                </a:lnTo>
                <a:lnTo>
                  <a:pt x="4762734" y="2971131"/>
                </a:lnTo>
                <a:lnTo>
                  <a:pt x="4756512" y="2978713"/>
                </a:lnTo>
                <a:cubicBezTo>
                  <a:pt x="4753047" y="2981283"/>
                  <a:pt x="4749087" y="2982723"/>
                  <a:pt x="4745127" y="2982183"/>
                </a:cubicBezTo>
                <a:cubicBezTo>
                  <a:pt x="4750257" y="2994064"/>
                  <a:pt x="4763082" y="2981644"/>
                  <a:pt x="4774945" y="2976665"/>
                </a:cubicBezTo>
                <a:lnTo>
                  <a:pt x="4778028" y="2976302"/>
                </a:lnTo>
                <a:lnTo>
                  <a:pt x="4783666" y="2971773"/>
                </a:lnTo>
                <a:close/>
                <a:moveTo>
                  <a:pt x="4743012" y="2969355"/>
                </a:moveTo>
                <a:lnTo>
                  <a:pt x="4737297" y="2970496"/>
                </a:lnTo>
                <a:lnTo>
                  <a:pt x="4735607" y="2975775"/>
                </a:lnTo>
                <a:cubicBezTo>
                  <a:pt x="4732636" y="2978768"/>
                  <a:pt x="4727686" y="2978655"/>
                  <a:pt x="4724715" y="2982728"/>
                </a:cubicBezTo>
                <a:lnTo>
                  <a:pt x="4723999" y="2985668"/>
                </a:lnTo>
                <a:lnTo>
                  <a:pt x="4724697" y="2985739"/>
                </a:lnTo>
                <a:cubicBezTo>
                  <a:pt x="4729287" y="2984884"/>
                  <a:pt x="4732707" y="2984344"/>
                  <a:pt x="4731447" y="2989024"/>
                </a:cubicBezTo>
                <a:cubicBezTo>
                  <a:pt x="4735947" y="2987764"/>
                  <a:pt x="4740537" y="2984344"/>
                  <a:pt x="4743687" y="2980383"/>
                </a:cubicBezTo>
                <a:lnTo>
                  <a:pt x="4746729" y="2970342"/>
                </a:lnTo>
                <a:close/>
                <a:moveTo>
                  <a:pt x="6013275" y="2966567"/>
                </a:moveTo>
                <a:cubicBezTo>
                  <a:pt x="6017393" y="2966436"/>
                  <a:pt x="6021157" y="2967549"/>
                  <a:pt x="6023371" y="2970365"/>
                </a:cubicBezTo>
                <a:cubicBezTo>
                  <a:pt x="6016995" y="2986355"/>
                  <a:pt x="6005659" y="2970365"/>
                  <a:pt x="5998929" y="2988898"/>
                </a:cubicBezTo>
                <a:cubicBezTo>
                  <a:pt x="5985379" y="2978542"/>
                  <a:pt x="6000921" y="2966958"/>
                  <a:pt x="6013275" y="2966567"/>
                </a:cubicBezTo>
                <a:close/>
                <a:moveTo>
                  <a:pt x="4686087" y="2959502"/>
                </a:moveTo>
                <a:cubicBezTo>
                  <a:pt x="4679247" y="2960582"/>
                  <a:pt x="4676367" y="2963372"/>
                  <a:pt x="4674342" y="2967332"/>
                </a:cubicBezTo>
                <a:lnTo>
                  <a:pt x="4672135" y="2972286"/>
                </a:lnTo>
                <a:lnTo>
                  <a:pt x="4691039" y="2970486"/>
                </a:lnTo>
                <a:lnTo>
                  <a:pt x="4691951" y="2970023"/>
                </a:lnTo>
                <a:lnTo>
                  <a:pt x="4689057" y="2966612"/>
                </a:lnTo>
                <a:cubicBezTo>
                  <a:pt x="4686537" y="2964632"/>
                  <a:pt x="4683747" y="2962922"/>
                  <a:pt x="4686087" y="2959502"/>
                </a:cubicBezTo>
                <a:close/>
                <a:moveTo>
                  <a:pt x="5443824" y="2959100"/>
                </a:moveTo>
                <a:cubicBezTo>
                  <a:pt x="5450737" y="2959100"/>
                  <a:pt x="5457649" y="2963454"/>
                  <a:pt x="5464561" y="2970348"/>
                </a:cubicBezTo>
                <a:cubicBezTo>
                  <a:pt x="5455466" y="2977243"/>
                  <a:pt x="5446007" y="2984137"/>
                  <a:pt x="5439095" y="2981960"/>
                </a:cubicBezTo>
                <a:cubicBezTo>
                  <a:pt x="5430000" y="2972888"/>
                  <a:pt x="5448554" y="2968171"/>
                  <a:pt x="5443824" y="2959100"/>
                </a:cubicBezTo>
                <a:close/>
                <a:moveTo>
                  <a:pt x="5499752" y="2943378"/>
                </a:moveTo>
                <a:cubicBezTo>
                  <a:pt x="5492902" y="2943378"/>
                  <a:pt x="5467664" y="2954849"/>
                  <a:pt x="5481725" y="2966320"/>
                </a:cubicBezTo>
                <a:cubicBezTo>
                  <a:pt x="5486051" y="2959509"/>
                  <a:pt x="5506602" y="2952698"/>
                  <a:pt x="5499752" y="2943378"/>
                </a:cubicBezTo>
                <a:close/>
                <a:moveTo>
                  <a:pt x="5832167" y="2936875"/>
                </a:moveTo>
                <a:cubicBezTo>
                  <a:pt x="5850325" y="2945824"/>
                  <a:pt x="5820546" y="2961574"/>
                  <a:pt x="5815825" y="2973029"/>
                </a:cubicBezTo>
                <a:cubicBezTo>
                  <a:pt x="5795125" y="2966228"/>
                  <a:pt x="5820546" y="2936875"/>
                  <a:pt x="5832167" y="2936875"/>
                </a:cubicBezTo>
                <a:close/>
                <a:moveTo>
                  <a:pt x="4636269" y="2936119"/>
                </a:moveTo>
                <a:lnTo>
                  <a:pt x="4632906" y="2944780"/>
                </a:lnTo>
                <a:cubicBezTo>
                  <a:pt x="4630071" y="2947615"/>
                  <a:pt x="4626650" y="2949865"/>
                  <a:pt x="4624310" y="2954365"/>
                </a:cubicBezTo>
                <a:cubicBezTo>
                  <a:pt x="4620889" y="2953285"/>
                  <a:pt x="4620350" y="2945365"/>
                  <a:pt x="4621790" y="2938255"/>
                </a:cubicBezTo>
                <a:lnTo>
                  <a:pt x="4622524" y="2936362"/>
                </a:lnTo>
                <a:lnTo>
                  <a:pt x="4619846" y="2936820"/>
                </a:lnTo>
                <a:cubicBezTo>
                  <a:pt x="4613006" y="2943301"/>
                  <a:pt x="4631366" y="2963822"/>
                  <a:pt x="4613006" y="2954822"/>
                </a:cubicBezTo>
                <a:cubicBezTo>
                  <a:pt x="4610846" y="2956982"/>
                  <a:pt x="4610846" y="2959502"/>
                  <a:pt x="4613006" y="2961662"/>
                </a:cubicBezTo>
                <a:cubicBezTo>
                  <a:pt x="4613006" y="2961662"/>
                  <a:pt x="4613006" y="2961662"/>
                  <a:pt x="4608686" y="2968502"/>
                </a:cubicBezTo>
                <a:cubicBezTo>
                  <a:pt x="4613006" y="2966342"/>
                  <a:pt x="4619846" y="2968502"/>
                  <a:pt x="4624526" y="2970663"/>
                </a:cubicBezTo>
                <a:cubicBezTo>
                  <a:pt x="4631366" y="2959502"/>
                  <a:pt x="4631366" y="2950141"/>
                  <a:pt x="4640367" y="2936820"/>
                </a:cubicBezTo>
                <a:close/>
                <a:moveTo>
                  <a:pt x="252025" y="2928937"/>
                </a:moveTo>
                <a:cubicBezTo>
                  <a:pt x="275028" y="2931085"/>
                  <a:pt x="243039" y="2948983"/>
                  <a:pt x="258854" y="2958290"/>
                </a:cubicBezTo>
                <a:cubicBezTo>
                  <a:pt x="249868" y="2965092"/>
                  <a:pt x="243039" y="2940034"/>
                  <a:pt x="227224" y="2955785"/>
                </a:cubicBezTo>
                <a:cubicBezTo>
                  <a:pt x="218238" y="2937886"/>
                  <a:pt x="247711" y="2942182"/>
                  <a:pt x="252025" y="2928937"/>
                </a:cubicBezTo>
                <a:close/>
                <a:moveTo>
                  <a:pt x="5626997" y="2925762"/>
                </a:moveTo>
                <a:cubicBezTo>
                  <a:pt x="5631258" y="2930486"/>
                  <a:pt x="5631258" y="2939571"/>
                  <a:pt x="5624866" y="2934847"/>
                </a:cubicBezTo>
                <a:cubicBezTo>
                  <a:pt x="5620250" y="2939571"/>
                  <a:pt x="5629127" y="2943932"/>
                  <a:pt x="5631258" y="2948657"/>
                </a:cubicBezTo>
                <a:cubicBezTo>
                  <a:pt x="5626997" y="2950837"/>
                  <a:pt x="5622380" y="2950837"/>
                  <a:pt x="5618119" y="2955561"/>
                </a:cubicBezTo>
                <a:cubicBezTo>
                  <a:pt x="5604625" y="2946476"/>
                  <a:pt x="5618119" y="2925762"/>
                  <a:pt x="5626997" y="2925762"/>
                </a:cubicBezTo>
                <a:close/>
                <a:moveTo>
                  <a:pt x="5569016" y="2913062"/>
                </a:moveTo>
                <a:cubicBezTo>
                  <a:pt x="5591567" y="2915566"/>
                  <a:pt x="5571163" y="2933453"/>
                  <a:pt x="5557561" y="2938104"/>
                </a:cubicBezTo>
                <a:cubicBezTo>
                  <a:pt x="5555413" y="2926656"/>
                  <a:pt x="5575817" y="2917712"/>
                  <a:pt x="5569016" y="2913062"/>
                </a:cubicBezTo>
                <a:close/>
                <a:moveTo>
                  <a:pt x="4963533" y="2909563"/>
                </a:moveTo>
                <a:lnTo>
                  <a:pt x="4956803" y="2913035"/>
                </a:lnTo>
                <a:lnTo>
                  <a:pt x="4961344" y="2914170"/>
                </a:lnTo>
                <a:close/>
                <a:moveTo>
                  <a:pt x="5951087" y="2906294"/>
                </a:moveTo>
                <a:cubicBezTo>
                  <a:pt x="5960059" y="2901950"/>
                  <a:pt x="5969391" y="2929466"/>
                  <a:pt x="5955752" y="2942863"/>
                </a:cubicBezTo>
                <a:cubicBezTo>
                  <a:pt x="5928475" y="2936346"/>
                  <a:pt x="5966879" y="2915708"/>
                  <a:pt x="5951087" y="2906294"/>
                </a:cubicBezTo>
                <a:close/>
                <a:moveTo>
                  <a:pt x="5529315" y="2889250"/>
                </a:moveTo>
                <a:cubicBezTo>
                  <a:pt x="5536165" y="2918644"/>
                  <a:pt x="5504439" y="2913984"/>
                  <a:pt x="5495065" y="2934416"/>
                </a:cubicBezTo>
                <a:cubicBezTo>
                  <a:pt x="5515615" y="2952698"/>
                  <a:pt x="5531478" y="2902871"/>
                  <a:pt x="5556716" y="2889250"/>
                </a:cubicBezTo>
                <a:cubicBezTo>
                  <a:pt x="5558879" y="2893551"/>
                  <a:pt x="5561402" y="2905022"/>
                  <a:pt x="5554552" y="2900362"/>
                </a:cubicBezTo>
                <a:cubicBezTo>
                  <a:pt x="5554552" y="2907173"/>
                  <a:pt x="5561402" y="2905022"/>
                  <a:pt x="5558879" y="2916493"/>
                </a:cubicBezTo>
                <a:cubicBezTo>
                  <a:pt x="5518139" y="2945887"/>
                  <a:pt x="5518139" y="2979583"/>
                  <a:pt x="5472351" y="2988903"/>
                </a:cubicBezTo>
                <a:cubicBezTo>
                  <a:pt x="5465501" y="2982092"/>
                  <a:pt x="5481725" y="2961660"/>
                  <a:pt x="5463338" y="2963811"/>
                </a:cubicBezTo>
                <a:cubicBezTo>
                  <a:pt x="5483888" y="2934416"/>
                  <a:pt x="5499752" y="2907173"/>
                  <a:pt x="5529315" y="2889250"/>
                </a:cubicBezTo>
                <a:close/>
                <a:moveTo>
                  <a:pt x="5027369" y="2856895"/>
                </a:moveTo>
                <a:cubicBezTo>
                  <a:pt x="5027369" y="2856895"/>
                  <a:pt x="5027369" y="2856895"/>
                  <a:pt x="5026514" y="2858920"/>
                </a:cubicBezTo>
                <a:lnTo>
                  <a:pt x="5024078" y="2864691"/>
                </a:lnTo>
                <a:lnTo>
                  <a:pt x="5024153" y="2865133"/>
                </a:lnTo>
                <a:lnTo>
                  <a:pt x="5025260" y="2871928"/>
                </a:lnTo>
                <a:lnTo>
                  <a:pt x="5031284" y="2870441"/>
                </a:lnTo>
                <a:cubicBezTo>
                  <a:pt x="5034659" y="2869046"/>
                  <a:pt x="5037449" y="2866255"/>
                  <a:pt x="5038529" y="2859415"/>
                </a:cubicBezTo>
                <a:cubicBezTo>
                  <a:pt x="5038529" y="2859415"/>
                  <a:pt x="5038529" y="2859415"/>
                  <a:pt x="5027369" y="2856895"/>
                </a:cubicBezTo>
                <a:close/>
                <a:moveTo>
                  <a:pt x="5886913" y="2855912"/>
                </a:moveTo>
                <a:cubicBezTo>
                  <a:pt x="5896362" y="2880969"/>
                  <a:pt x="5870923" y="2896720"/>
                  <a:pt x="5850209" y="2928579"/>
                </a:cubicBezTo>
                <a:cubicBezTo>
                  <a:pt x="5841124" y="2923925"/>
                  <a:pt x="5845848" y="2917124"/>
                  <a:pt x="5836400" y="2912470"/>
                </a:cubicBezTo>
                <a:cubicBezTo>
                  <a:pt x="5861838" y="2892066"/>
                  <a:pt x="5873104" y="2865219"/>
                  <a:pt x="5886913" y="2855912"/>
                </a:cubicBezTo>
                <a:close/>
                <a:moveTo>
                  <a:pt x="6090037" y="2844800"/>
                </a:moveTo>
                <a:cubicBezTo>
                  <a:pt x="6090037" y="2865315"/>
                  <a:pt x="6080952" y="2878632"/>
                  <a:pt x="6071503" y="2890150"/>
                </a:cubicBezTo>
                <a:cubicBezTo>
                  <a:pt x="6059874" y="2903826"/>
                  <a:pt x="6048609" y="2915344"/>
                  <a:pt x="6043884" y="2933340"/>
                </a:cubicBezTo>
                <a:cubicBezTo>
                  <a:pt x="6030075" y="2924342"/>
                  <a:pt x="6030075" y="2924342"/>
                  <a:pt x="6030075" y="2924342"/>
                </a:cubicBezTo>
                <a:cubicBezTo>
                  <a:pt x="6064598" y="2896988"/>
                  <a:pt x="6057694" y="2862796"/>
                  <a:pt x="6090037" y="2844800"/>
                </a:cubicBezTo>
                <a:close/>
                <a:moveTo>
                  <a:pt x="4907326" y="2837622"/>
                </a:moveTo>
                <a:cubicBezTo>
                  <a:pt x="4905497" y="2837161"/>
                  <a:pt x="4903236" y="2837948"/>
                  <a:pt x="4900963" y="2839524"/>
                </a:cubicBezTo>
                <a:lnTo>
                  <a:pt x="4892787" y="2851488"/>
                </a:lnTo>
                <a:lnTo>
                  <a:pt x="4910108" y="2841756"/>
                </a:lnTo>
                <a:close/>
                <a:moveTo>
                  <a:pt x="5011169" y="2834213"/>
                </a:moveTo>
                <a:lnTo>
                  <a:pt x="5008857" y="2834951"/>
                </a:lnTo>
                <a:lnTo>
                  <a:pt x="5006753" y="2840377"/>
                </a:lnTo>
                <a:lnTo>
                  <a:pt x="5011494" y="2834925"/>
                </a:lnTo>
                <a:close/>
                <a:moveTo>
                  <a:pt x="5045369" y="2829533"/>
                </a:moveTo>
                <a:cubicBezTo>
                  <a:pt x="5043209" y="2836733"/>
                  <a:pt x="5038529" y="2836733"/>
                  <a:pt x="5036369" y="2841054"/>
                </a:cubicBezTo>
                <a:cubicBezTo>
                  <a:pt x="5040689" y="2847894"/>
                  <a:pt x="5038529" y="2856895"/>
                  <a:pt x="5045369" y="2861575"/>
                </a:cubicBezTo>
                <a:cubicBezTo>
                  <a:pt x="5049869" y="2854735"/>
                  <a:pt x="5056709" y="2851855"/>
                  <a:pt x="5063280" y="2848434"/>
                </a:cubicBezTo>
                <a:lnTo>
                  <a:pt x="5067179" y="2845884"/>
                </a:lnTo>
                <a:lnTo>
                  <a:pt x="5060844" y="2837060"/>
                </a:lnTo>
                <a:lnTo>
                  <a:pt x="5060472" y="2836427"/>
                </a:lnTo>
                <a:lnTo>
                  <a:pt x="5052209" y="2845734"/>
                </a:lnTo>
                <a:cubicBezTo>
                  <a:pt x="5050049" y="2841054"/>
                  <a:pt x="5056889" y="2829533"/>
                  <a:pt x="5045369" y="2829533"/>
                </a:cubicBezTo>
                <a:close/>
                <a:moveTo>
                  <a:pt x="4822528" y="2829533"/>
                </a:moveTo>
                <a:cubicBezTo>
                  <a:pt x="4822528" y="2829533"/>
                  <a:pt x="4822528" y="2829533"/>
                  <a:pt x="4813528" y="2843214"/>
                </a:cubicBezTo>
                <a:cubicBezTo>
                  <a:pt x="4818028" y="2845554"/>
                  <a:pt x="4821988" y="2845554"/>
                  <a:pt x="4825093" y="2843574"/>
                </a:cubicBezTo>
                <a:lnTo>
                  <a:pt x="4827313" y="2839600"/>
                </a:lnTo>
                <a:lnTo>
                  <a:pt x="4824325" y="2834394"/>
                </a:lnTo>
                <a:lnTo>
                  <a:pt x="4822687" y="2829577"/>
                </a:lnTo>
                <a:close/>
                <a:moveTo>
                  <a:pt x="5698288" y="2828925"/>
                </a:moveTo>
                <a:cubicBezTo>
                  <a:pt x="5705018" y="2828925"/>
                  <a:pt x="5740796" y="2854412"/>
                  <a:pt x="5725210" y="2868248"/>
                </a:cubicBezTo>
                <a:cubicBezTo>
                  <a:pt x="5713874" y="2854412"/>
                  <a:pt x="5707144" y="2840576"/>
                  <a:pt x="5698288" y="2828925"/>
                </a:cubicBezTo>
                <a:close/>
                <a:moveTo>
                  <a:pt x="5051945" y="2821928"/>
                </a:moveTo>
                <a:lnTo>
                  <a:pt x="5051669" y="2822288"/>
                </a:lnTo>
                <a:cubicBezTo>
                  <a:pt x="5048249" y="2825123"/>
                  <a:pt x="5044289" y="2827373"/>
                  <a:pt x="5050049" y="2827373"/>
                </a:cubicBezTo>
                <a:lnTo>
                  <a:pt x="5053874" y="2825208"/>
                </a:lnTo>
                <a:close/>
                <a:moveTo>
                  <a:pt x="5027369" y="2818372"/>
                </a:moveTo>
                <a:lnTo>
                  <a:pt x="5016394" y="2820268"/>
                </a:lnTo>
                <a:lnTo>
                  <a:pt x="5013565" y="2822805"/>
                </a:lnTo>
                <a:lnTo>
                  <a:pt x="5010575" y="2830519"/>
                </a:lnTo>
                <a:lnTo>
                  <a:pt x="5013314" y="2832832"/>
                </a:lnTo>
                <a:lnTo>
                  <a:pt x="5013951" y="2832100"/>
                </a:lnTo>
                <a:lnTo>
                  <a:pt x="5014416" y="2833762"/>
                </a:lnTo>
                <a:lnTo>
                  <a:pt x="5016389" y="2835428"/>
                </a:lnTo>
                <a:cubicBezTo>
                  <a:pt x="5019809" y="2837723"/>
                  <a:pt x="5022689" y="2839974"/>
                  <a:pt x="5022689" y="2843214"/>
                </a:cubicBezTo>
                <a:cubicBezTo>
                  <a:pt x="5031689" y="2843214"/>
                  <a:pt x="5022689" y="2827373"/>
                  <a:pt x="5027369" y="2818372"/>
                </a:cubicBezTo>
                <a:close/>
                <a:moveTo>
                  <a:pt x="6101820" y="2814889"/>
                </a:moveTo>
                <a:cubicBezTo>
                  <a:pt x="6104799" y="2814307"/>
                  <a:pt x="6108332" y="2815314"/>
                  <a:pt x="6112267" y="2818715"/>
                </a:cubicBezTo>
                <a:cubicBezTo>
                  <a:pt x="6107617" y="2829812"/>
                  <a:pt x="6100819" y="2836971"/>
                  <a:pt x="6094022" y="2841267"/>
                </a:cubicBezTo>
                <a:cubicBezTo>
                  <a:pt x="6088924" y="2832676"/>
                  <a:pt x="6092882" y="2816634"/>
                  <a:pt x="6101820" y="2814889"/>
                </a:cubicBezTo>
                <a:close/>
                <a:moveTo>
                  <a:pt x="5026984" y="2810769"/>
                </a:moveTo>
                <a:lnTo>
                  <a:pt x="5026115" y="2811549"/>
                </a:lnTo>
                <a:lnTo>
                  <a:pt x="5027369" y="2811532"/>
                </a:lnTo>
                <a:close/>
                <a:moveTo>
                  <a:pt x="5073081" y="2809378"/>
                </a:moveTo>
                <a:cubicBezTo>
                  <a:pt x="5070929" y="2811528"/>
                  <a:pt x="5070929" y="2815828"/>
                  <a:pt x="5068419" y="2815828"/>
                </a:cubicBezTo>
                <a:lnTo>
                  <a:pt x="5068875" y="2816738"/>
                </a:lnTo>
                <a:lnTo>
                  <a:pt x="5079066" y="2814350"/>
                </a:lnTo>
                <a:close/>
                <a:moveTo>
                  <a:pt x="5104636" y="2806870"/>
                </a:moveTo>
                <a:cubicBezTo>
                  <a:pt x="5104636" y="2811528"/>
                  <a:pt x="5104636" y="2818337"/>
                  <a:pt x="5107146" y="2825145"/>
                </a:cubicBezTo>
                <a:cubicBezTo>
                  <a:pt x="5098540" y="2803108"/>
                  <a:pt x="5091346" y="2817956"/>
                  <a:pt x="5082538" y="2817234"/>
                </a:cubicBezTo>
                <a:lnTo>
                  <a:pt x="5081692" y="2816531"/>
                </a:lnTo>
                <a:lnTo>
                  <a:pt x="5077522" y="2818749"/>
                </a:lnTo>
                <a:lnTo>
                  <a:pt x="5072346" y="2823658"/>
                </a:lnTo>
                <a:lnTo>
                  <a:pt x="5073053" y="2825067"/>
                </a:lnTo>
                <a:cubicBezTo>
                  <a:pt x="5073221" y="2830733"/>
                  <a:pt x="5069153" y="2835727"/>
                  <a:pt x="5070487" y="2841931"/>
                </a:cubicBezTo>
                <a:lnTo>
                  <a:pt x="5071342" y="2843163"/>
                </a:lnTo>
                <a:lnTo>
                  <a:pt x="5072606" y="2842336"/>
                </a:lnTo>
                <a:cubicBezTo>
                  <a:pt x="5075430" y="2839794"/>
                  <a:pt x="5077860" y="2836554"/>
                  <a:pt x="5079570" y="2832053"/>
                </a:cubicBezTo>
                <a:cubicBezTo>
                  <a:pt x="5093250" y="2829533"/>
                  <a:pt x="5093250" y="2838894"/>
                  <a:pt x="5102250" y="2838894"/>
                </a:cubicBezTo>
                <a:cubicBezTo>
                  <a:pt x="5107380" y="2833763"/>
                  <a:pt x="5110935" y="2828341"/>
                  <a:pt x="5113916" y="2823092"/>
                </a:cubicBezTo>
                <a:lnTo>
                  <a:pt x="5115415" y="2820404"/>
                </a:lnTo>
                <a:lnTo>
                  <a:pt x="5108625" y="2819591"/>
                </a:lnTo>
                <a:cubicBezTo>
                  <a:pt x="5108043" y="2816456"/>
                  <a:pt x="5108043" y="2811349"/>
                  <a:pt x="5104636" y="2806870"/>
                </a:cubicBezTo>
                <a:close/>
                <a:moveTo>
                  <a:pt x="5922755" y="2806700"/>
                </a:moveTo>
                <a:cubicBezTo>
                  <a:pt x="5940821" y="2813618"/>
                  <a:pt x="5911774" y="2832187"/>
                  <a:pt x="5907169" y="2846023"/>
                </a:cubicBezTo>
                <a:cubicBezTo>
                  <a:pt x="5898313" y="2832187"/>
                  <a:pt x="5911774" y="2829638"/>
                  <a:pt x="5922755" y="2806700"/>
                </a:cubicBezTo>
                <a:close/>
                <a:moveTo>
                  <a:pt x="5090882" y="2782623"/>
                </a:moveTo>
                <a:lnTo>
                  <a:pt x="5089062" y="2784132"/>
                </a:lnTo>
                <a:lnTo>
                  <a:pt x="5091368" y="2793253"/>
                </a:lnTo>
                <a:lnTo>
                  <a:pt x="5099372" y="2788369"/>
                </a:lnTo>
                <a:lnTo>
                  <a:pt x="5094915" y="2785025"/>
                </a:lnTo>
                <a:cubicBezTo>
                  <a:pt x="5093497" y="2783742"/>
                  <a:pt x="5092226" y="2782673"/>
                  <a:pt x="5090882" y="2782623"/>
                </a:cubicBezTo>
                <a:close/>
                <a:moveTo>
                  <a:pt x="4145654" y="2779378"/>
                </a:moveTo>
                <a:cubicBezTo>
                  <a:pt x="4143323" y="2780627"/>
                  <a:pt x="4141082" y="2783483"/>
                  <a:pt x="4139110" y="2787143"/>
                </a:cubicBezTo>
                <a:lnTo>
                  <a:pt x="4138936" y="2787586"/>
                </a:lnTo>
                <a:lnTo>
                  <a:pt x="4144643" y="2791010"/>
                </a:lnTo>
                <a:lnTo>
                  <a:pt x="4145968" y="2779784"/>
                </a:lnTo>
                <a:close/>
                <a:moveTo>
                  <a:pt x="4147508" y="2762344"/>
                </a:moveTo>
                <a:lnTo>
                  <a:pt x="4144282" y="2763601"/>
                </a:lnTo>
                <a:lnTo>
                  <a:pt x="4134878" y="2769094"/>
                </a:lnTo>
                <a:lnTo>
                  <a:pt x="4134345" y="2769913"/>
                </a:lnTo>
                <a:lnTo>
                  <a:pt x="4143502" y="2772952"/>
                </a:lnTo>
                <a:cubicBezTo>
                  <a:pt x="4147985" y="2775094"/>
                  <a:pt x="4148523" y="2768846"/>
                  <a:pt x="4149060" y="2762911"/>
                </a:cubicBezTo>
                <a:lnTo>
                  <a:pt x="4149124" y="2762539"/>
                </a:lnTo>
                <a:close/>
                <a:moveTo>
                  <a:pt x="6156896" y="2749550"/>
                </a:moveTo>
                <a:cubicBezTo>
                  <a:pt x="6168381" y="2761191"/>
                  <a:pt x="6170535" y="2754279"/>
                  <a:pt x="6177354" y="2765921"/>
                </a:cubicBezTo>
                <a:cubicBezTo>
                  <a:pt x="6166228" y="2781928"/>
                  <a:pt x="6150077" y="2772833"/>
                  <a:pt x="6138950" y="2784111"/>
                </a:cubicBezTo>
                <a:cubicBezTo>
                  <a:pt x="6136438" y="2781928"/>
                  <a:pt x="6143257" y="2756462"/>
                  <a:pt x="6156896" y="2749550"/>
                </a:cubicBezTo>
                <a:close/>
                <a:moveTo>
                  <a:pt x="4302588" y="2745985"/>
                </a:moveTo>
                <a:cubicBezTo>
                  <a:pt x="4300558" y="2746817"/>
                  <a:pt x="4299062" y="2748888"/>
                  <a:pt x="4297779" y="2751588"/>
                </a:cubicBezTo>
                <a:lnTo>
                  <a:pt x="4290880" y="2768533"/>
                </a:lnTo>
                <a:lnTo>
                  <a:pt x="4305181" y="2773097"/>
                </a:lnTo>
                <a:lnTo>
                  <a:pt x="4301418" y="2775776"/>
                </a:lnTo>
                <a:lnTo>
                  <a:pt x="4303494" y="2776744"/>
                </a:lnTo>
                <a:cubicBezTo>
                  <a:pt x="4307814" y="2777329"/>
                  <a:pt x="4311864" y="2776249"/>
                  <a:pt x="4315284" y="2773009"/>
                </a:cubicBezTo>
                <a:cubicBezTo>
                  <a:pt x="4299084" y="2770489"/>
                  <a:pt x="4303764" y="2759328"/>
                  <a:pt x="4310604" y="2747807"/>
                </a:cubicBezTo>
                <a:cubicBezTo>
                  <a:pt x="4307184" y="2745557"/>
                  <a:pt x="4304619" y="2745152"/>
                  <a:pt x="4302588" y="2745985"/>
                </a:cubicBezTo>
                <a:close/>
                <a:moveTo>
                  <a:pt x="5120174" y="2743881"/>
                </a:moveTo>
                <a:lnTo>
                  <a:pt x="5120610" y="2747807"/>
                </a:lnTo>
                <a:lnTo>
                  <a:pt x="5125554" y="2745782"/>
                </a:lnTo>
                <a:close/>
                <a:moveTo>
                  <a:pt x="5152290" y="2738807"/>
                </a:moveTo>
                <a:cubicBezTo>
                  <a:pt x="5149050" y="2759328"/>
                  <a:pt x="5122523" y="2755346"/>
                  <a:pt x="5116144" y="2763615"/>
                </a:cubicBezTo>
                <a:lnTo>
                  <a:pt x="5118040" y="2776978"/>
                </a:lnTo>
                <a:lnTo>
                  <a:pt x="5131888" y="2768528"/>
                </a:lnTo>
                <a:lnTo>
                  <a:pt x="5168406" y="2744200"/>
                </a:lnTo>
                <a:lnTo>
                  <a:pt x="5164542" y="2746047"/>
                </a:lnTo>
                <a:cubicBezTo>
                  <a:pt x="5160458" y="2745557"/>
                  <a:pt x="5160931" y="2736917"/>
                  <a:pt x="5152290" y="2738807"/>
                </a:cubicBezTo>
                <a:close/>
                <a:moveTo>
                  <a:pt x="5178063" y="2724707"/>
                </a:moveTo>
                <a:lnTo>
                  <a:pt x="5169869" y="2729479"/>
                </a:lnTo>
                <a:lnTo>
                  <a:pt x="5166045" y="2731324"/>
                </a:lnTo>
                <a:lnTo>
                  <a:pt x="5170520" y="2742792"/>
                </a:lnTo>
                <a:lnTo>
                  <a:pt x="5172766" y="2741295"/>
                </a:lnTo>
                <a:lnTo>
                  <a:pt x="5177307" y="2736081"/>
                </a:lnTo>
                <a:lnTo>
                  <a:pt x="5176904" y="2736482"/>
                </a:lnTo>
                <a:close/>
                <a:moveTo>
                  <a:pt x="4438045" y="2720445"/>
                </a:moveTo>
                <a:cubicBezTo>
                  <a:pt x="4433365" y="2734126"/>
                  <a:pt x="4419685" y="2731966"/>
                  <a:pt x="4422205" y="2745647"/>
                </a:cubicBezTo>
                <a:lnTo>
                  <a:pt x="4424640" y="2744875"/>
                </a:lnTo>
                <a:lnTo>
                  <a:pt x="4424776" y="2743195"/>
                </a:lnTo>
                <a:lnTo>
                  <a:pt x="4430124" y="2743134"/>
                </a:lnTo>
                <a:lnTo>
                  <a:pt x="4436245" y="2741192"/>
                </a:lnTo>
                <a:lnTo>
                  <a:pt x="4442387" y="2732055"/>
                </a:lnTo>
                <a:lnTo>
                  <a:pt x="4442510" y="2727325"/>
                </a:lnTo>
                <a:lnTo>
                  <a:pt x="4445567" y="2727325"/>
                </a:lnTo>
                <a:lnTo>
                  <a:pt x="4447045" y="2725126"/>
                </a:lnTo>
                <a:cubicBezTo>
                  <a:pt x="4447045" y="2725126"/>
                  <a:pt x="4447045" y="2725126"/>
                  <a:pt x="4438045" y="2720445"/>
                </a:cubicBezTo>
                <a:close/>
                <a:moveTo>
                  <a:pt x="4456045" y="2715765"/>
                </a:moveTo>
                <a:cubicBezTo>
                  <a:pt x="4457755" y="2719816"/>
                  <a:pt x="4458183" y="2722426"/>
                  <a:pt x="4457862" y="2724237"/>
                </a:cubicBezTo>
                <a:lnTo>
                  <a:pt x="4455619" y="2727325"/>
                </a:lnTo>
                <a:lnTo>
                  <a:pt x="4456148" y="2727325"/>
                </a:lnTo>
                <a:cubicBezTo>
                  <a:pt x="4458096" y="2727325"/>
                  <a:pt x="4458096" y="2727325"/>
                  <a:pt x="4458096" y="2727325"/>
                </a:cubicBezTo>
                <a:lnTo>
                  <a:pt x="4456883" y="2733989"/>
                </a:lnTo>
                <a:lnTo>
                  <a:pt x="4460320" y="2729536"/>
                </a:lnTo>
                <a:cubicBezTo>
                  <a:pt x="4462885" y="2723866"/>
                  <a:pt x="4462885" y="2717025"/>
                  <a:pt x="4456045" y="2715765"/>
                </a:cubicBezTo>
                <a:close/>
                <a:moveTo>
                  <a:pt x="4629542" y="2709558"/>
                </a:moveTo>
                <a:lnTo>
                  <a:pt x="4626478" y="2709798"/>
                </a:lnTo>
                <a:lnTo>
                  <a:pt x="4626729" y="2713865"/>
                </a:lnTo>
                <a:lnTo>
                  <a:pt x="4629656" y="2711985"/>
                </a:lnTo>
                <a:close/>
                <a:moveTo>
                  <a:pt x="5220553" y="2700337"/>
                </a:moveTo>
                <a:lnTo>
                  <a:pt x="5222727" y="2709574"/>
                </a:lnTo>
                <a:lnTo>
                  <a:pt x="5224507" y="2709291"/>
                </a:lnTo>
                <a:lnTo>
                  <a:pt x="5224713" y="2718017"/>
                </a:lnTo>
                <a:lnTo>
                  <a:pt x="5224759" y="2718212"/>
                </a:lnTo>
                <a:cubicBezTo>
                  <a:pt x="5224759" y="2711553"/>
                  <a:pt x="5235975" y="2713656"/>
                  <a:pt x="5227213" y="2718212"/>
                </a:cubicBezTo>
                <a:cubicBezTo>
                  <a:pt x="5224759" y="2718212"/>
                  <a:pt x="5222656" y="2720315"/>
                  <a:pt x="5222656" y="2724871"/>
                </a:cubicBezTo>
                <a:lnTo>
                  <a:pt x="5217566" y="2723312"/>
                </a:lnTo>
                <a:lnTo>
                  <a:pt x="5198049" y="2730128"/>
                </a:lnTo>
                <a:cubicBezTo>
                  <a:pt x="5195756" y="2721942"/>
                  <a:pt x="5198490" y="2716082"/>
                  <a:pt x="5203738" y="2712594"/>
                </a:cubicBezTo>
                <a:lnTo>
                  <a:pt x="5214755" y="2710842"/>
                </a:lnTo>
                <a:close/>
                <a:moveTo>
                  <a:pt x="4544966" y="2686243"/>
                </a:moveTo>
                <a:cubicBezTo>
                  <a:pt x="4538126" y="2695604"/>
                  <a:pt x="4553966" y="2697764"/>
                  <a:pt x="4547126" y="2704604"/>
                </a:cubicBezTo>
                <a:cubicBezTo>
                  <a:pt x="4538126" y="2713605"/>
                  <a:pt x="4544966" y="2693084"/>
                  <a:pt x="4533445" y="2693084"/>
                </a:cubicBezTo>
                <a:cubicBezTo>
                  <a:pt x="4531285" y="2702444"/>
                  <a:pt x="4526605" y="2697764"/>
                  <a:pt x="4522285" y="2706765"/>
                </a:cubicBezTo>
                <a:cubicBezTo>
                  <a:pt x="4531285" y="2715765"/>
                  <a:pt x="4535965" y="2711445"/>
                  <a:pt x="4542806" y="2711445"/>
                </a:cubicBezTo>
                <a:cubicBezTo>
                  <a:pt x="4535965" y="2729446"/>
                  <a:pt x="4522285" y="2711445"/>
                  <a:pt x="4515445" y="2727286"/>
                </a:cubicBezTo>
                <a:cubicBezTo>
                  <a:pt x="4501765" y="2722606"/>
                  <a:pt x="4503925" y="2711445"/>
                  <a:pt x="4494925" y="2713605"/>
                </a:cubicBezTo>
                <a:cubicBezTo>
                  <a:pt x="4490245" y="2725126"/>
                  <a:pt x="4497085" y="2720445"/>
                  <a:pt x="4503925" y="2725126"/>
                </a:cubicBezTo>
                <a:cubicBezTo>
                  <a:pt x="4497085" y="2743127"/>
                  <a:pt x="4481245" y="2715765"/>
                  <a:pt x="4476565" y="2738807"/>
                </a:cubicBezTo>
                <a:lnTo>
                  <a:pt x="4478403" y="2738640"/>
                </a:lnTo>
                <a:lnTo>
                  <a:pt x="4480320" y="2736427"/>
                </a:lnTo>
                <a:cubicBezTo>
                  <a:pt x="4482528" y="2735654"/>
                  <a:pt x="4484842" y="2736245"/>
                  <a:pt x="4486945" y="2737702"/>
                </a:cubicBezTo>
                <a:lnTo>
                  <a:pt x="4487022" y="2737856"/>
                </a:lnTo>
                <a:lnTo>
                  <a:pt x="4527551" y="2734171"/>
                </a:lnTo>
                <a:cubicBezTo>
                  <a:pt x="4544336" y="2730166"/>
                  <a:pt x="4560806" y="2723866"/>
                  <a:pt x="4576646" y="2715765"/>
                </a:cubicBezTo>
                <a:cubicBezTo>
                  <a:pt x="4572326" y="2713605"/>
                  <a:pt x="4565486" y="2709285"/>
                  <a:pt x="4558646" y="2713605"/>
                </a:cubicBezTo>
                <a:cubicBezTo>
                  <a:pt x="4553966" y="2706765"/>
                  <a:pt x="4563326" y="2695604"/>
                  <a:pt x="4560806" y="2686243"/>
                </a:cubicBezTo>
                <a:cubicBezTo>
                  <a:pt x="4553966" y="2684083"/>
                  <a:pt x="4549286" y="2684083"/>
                  <a:pt x="4544966" y="2686243"/>
                </a:cubicBezTo>
                <a:close/>
                <a:moveTo>
                  <a:pt x="4638207" y="2663562"/>
                </a:moveTo>
                <a:cubicBezTo>
                  <a:pt x="4629206" y="2659241"/>
                  <a:pt x="4619846" y="2679403"/>
                  <a:pt x="4633526" y="2684083"/>
                </a:cubicBezTo>
                <a:cubicBezTo>
                  <a:pt x="4640367" y="2675082"/>
                  <a:pt x="4633526" y="2672562"/>
                  <a:pt x="4638207" y="2663562"/>
                </a:cubicBezTo>
                <a:close/>
                <a:moveTo>
                  <a:pt x="4623581" y="2647901"/>
                </a:moveTo>
                <a:cubicBezTo>
                  <a:pt x="4619846" y="2649341"/>
                  <a:pt x="4616426" y="2652221"/>
                  <a:pt x="4613006" y="2654561"/>
                </a:cubicBezTo>
                <a:cubicBezTo>
                  <a:pt x="4610846" y="2661401"/>
                  <a:pt x="4610846" y="2675082"/>
                  <a:pt x="4599686" y="2672562"/>
                </a:cubicBezTo>
                <a:cubicBezTo>
                  <a:pt x="4599686" y="2666082"/>
                  <a:pt x="4601846" y="2656721"/>
                  <a:pt x="4597166" y="2652401"/>
                </a:cubicBezTo>
                <a:cubicBezTo>
                  <a:pt x="4590326" y="2659241"/>
                  <a:pt x="4581326" y="2661401"/>
                  <a:pt x="4588166" y="2672562"/>
                </a:cubicBezTo>
                <a:cubicBezTo>
                  <a:pt x="4597166" y="2666082"/>
                  <a:pt x="4597166" y="2686243"/>
                  <a:pt x="4606526" y="2679403"/>
                </a:cubicBezTo>
                <a:cubicBezTo>
                  <a:pt x="4601846" y="2697764"/>
                  <a:pt x="4588166" y="2684083"/>
                  <a:pt x="4581326" y="2686243"/>
                </a:cubicBezTo>
                <a:cubicBezTo>
                  <a:pt x="4579166" y="2690923"/>
                  <a:pt x="4572326" y="2697764"/>
                  <a:pt x="4576646" y="2702444"/>
                </a:cubicBezTo>
                <a:cubicBezTo>
                  <a:pt x="4583486" y="2695604"/>
                  <a:pt x="4590326" y="2697764"/>
                  <a:pt x="4599686" y="2697764"/>
                </a:cubicBezTo>
                <a:cubicBezTo>
                  <a:pt x="4599686" y="2713605"/>
                  <a:pt x="4590326" y="2699924"/>
                  <a:pt x="4586006" y="2715765"/>
                </a:cubicBezTo>
                <a:cubicBezTo>
                  <a:pt x="4591586" y="2715765"/>
                  <a:pt x="4597256" y="2713515"/>
                  <a:pt x="4603241" y="2711265"/>
                </a:cubicBezTo>
                <a:lnTo>
                  <a:pt x="4621790" y="2706900"/>
                </a:lnTo>
                <a:lnTo>
                  <a:pt x="4623158" y="2698283"/>
                </a:lnTo>
                <a:lnTo>
                  <a:pt x="4621190" y="2699086"/>
                </a:lnTo>
                <a:cubicBezTo>
                  <a:pt x="4616381" y="2700554"/>
                  <a:pt x="4612106" y="2701094"/>
                  <a:pt x="4608686" y="2699924"/>
                </a:cubicBezTo>
                <a:cubicBezTo>
                  <a:pt x="4613006" y="2699924"/>
                  <a:pt x="4615526" y="2697764"/>
                  <a:pt x="4619846" y="2695604"/>
                </a:cubicBezTo>
                <a:cubicBezTo>
                  <a:pt x="4610846" y="2688763"/>
                  <a:pt x="4601846" y="2697764"/>
                  <a:pt x="4610846" y="2681923"/>
                </a:cubicBezTo>
                <a:cubicBezTo>
                  <a:pt x="4617686" y="2670402"/>
                  <a:pt x="4613006" y="2699924"/>
                  <a:pt x="4619846" y="2688763"/>
                </a:cubicBezTo>
                <a:cubicBezTo>
                  <a:pt x="4631366" y="2672562"/>
                  <a:pt x="4613006" y="2684083"/>
                  <a:pt x="4615526" y="2672562"/>
                </a:cubicBezTo>
                <a:cubicBezTo>
                  <a:pt x="4629206" y="2670402"/>
                  <a:pt x="4617686" y="2654561"/>
                  <a:pt x="4636047" y="2649881"/>
                </a:cubicBezTo>
                <a:cubicBezTo>
                  <a:pt x="4631367" y="2646461"/>
                  <a:pt x="4627316" y="2646461"/>
                  <a:pt x="4623581" y="2647901"/>
                </a:cubicBezTo>
                <a:close/>
                <a:moveTo>
                  <a:pt x="4747084" y="2646790"/>
                </a:moveTo>
                <a:cubicBezTo>
                  <a:pt x="4752911" y="2645324"/>
                  <a:pt x="4759570" y="2645874"/>
                  <a:pt x="4762900" y="2646973"/>
                </a:cubicBezTo>
                <a:cubicBezTo>
                  <a:pt x="4762900" y="2651735"/>
                  <a:pt x="4756240" y="2653933"/>
                  <a:pt x="4758343" y="2658695"/>
                </a:cubicBezTo>
                <a:cubicBezTo>
                  <a:pt x="4747128" y="2651735"/>
                  <a:pt x="4745025" y="2656131"/>
                  <a:pt x="4736263" y="2658695"/>
                </a:cubicBezTo>
                <a:cubicBezTo>
                  <a:pt x="4736263" y="2651735"/>
                  <a:pt x="4741257" y="2648255"/>
                  <a:pt x="4747084" y="2646790"/>
                </a:cubicBezTo>
                <a:close/>
                <a:moveTo>
                  <a:pt x="5285941" y="2635750"/>
                </a:moveTo>
                <a:cubicBezTo>
                  <a:pt x="5281981" y="2635209"/>
                  <a:pt x="5279731" y="2636380"/>
                  <a:pt x="5277571" y="2645560"/>
                </a:cubicBezTo>
                <a:cubicBezTo>
                  <a:pt x="5281891" y="2652401"/>
                  <a:pt x="5304571" y="2652401"/>
                  <a:pt x="5304571" y="2636200"/>
                </a:cubicBezTo>
                <a:cubicBezTo>
                  <a:pt x="5295571" y="2638540"/>
                  <a:pt x="5289901" y="2636290"/>
                  <a:pt x="5285941" y="2635750"/>
                </a:cubicBezTo>
                <a:close/>
                <a:moveTo>
                  <a:pt x="5383618" y="2622550"/>
                </a:moveTo>
                <a:cubicBezTo>
                  <a:pt x="5381202" y="2633765"/>
                  <a:pt x="5377061" y="2644981"/>
                  <a:pt x="5368088" y="2649186"/>
                </a:cubicBezTo>
                <a:cubicBezTo>
                  <a:pt x="5368088" y="2633765"/>
                  <a:pt x="5374645" y="2627106"/>
                  <a:pt x="5383618" y="2622550"/>
                </a:cubicBezTo>
                <a:close/>
                <a:moveTo>
                  <a:pt x="4780467" y="2613540"/>
                </a:moveTo>
                <a:cubicBezTo>
                  <a:pt x="4778320" y="2618096"/>
                  <a:pt x="4785117" y="2618096"/>
                  <a:pt x="4782613" y="2622302"/>
                </a:cubicBezTo>
                <a:cubicBezTo>
                  <a:pt x="4775816" y="2624756"/>
                  <a:pt x="4771523" y="2638074"/>
                  <a:pt x="4760075" y="2628961"/>
                </a:cubicBezTo>
                <a:cubicBezTo>
                  <a:pt x="4760075" y="2611437"/>
                  <a:pt x="4775816" y="2626858"/>
                  <a:pt x="4778320" y="2615643"/>
                </a:cubicBezTo>
                <a:cubicBezTo>
                  <a:pt x="4775816" y="2615643"/>
                  <a:pt x="4775816" y="2611437"/>
                  <a:pt x="4780467" y="2613540"/>
                </a:cubicBezTo>
                <a:close/>
                <a:moveTo>
                  <a:pt x="5326870" y="2612231"/>
                </a:moveTo>
                <a:lnTo>
                  <a:pt x="5327264" y="2613476"/>
                </a:lnTo>
                <a:lnTo>
                  <a:pt x="5329833" y="2612887"/>
                </a:lnTo>
                <a:close/>
                <a:moveTo>
                  <a:pt x="5459373" y="2604518"/>
                </a:moveTo>
                <a:cubicBezTo>
                  <a:pt x="5452533" y="2604518"/>
                  <a:pt x="5450373" y="2609198"/>
                  <a:pt x="5445693" y="2611358"/>
                </a:cubicBezTo>
                <a:cubicBezTo>
                  <a:pt x="5445693" y="2614778"/>
                  <a:pt x="5445153" y="2619278"/>
                  <a:pt x="5446053" y="2622384"/>
                </a:cubicBezTo>
                <a:lnTo>
                  <a:pt x="5454847" y="2624978"/>
                </a:lnTo>
                <a:lnTo>
                  <a:pt x="5455183" y="2624420"/>
                </a:lnTo>
                <a:close/>
                <a:moveTo>
                  <a:pt x="5390725" y="2603500"/>
                </a:moveTo>
                <a:cubicBezTo>
                  <a:pt x="5399488" y="2603500"/>
                  <a:pt x="5399488" y="2638061"/>
                  <a:pt x="5388272" y="2624236"/>
                </a:cubicBezTo>
                <a:cubicBezTo>
                  <a:pt x="5399488" y="2621690"/>
                  <a:pt x="5372850" y="2610412"/>
                  <a:pt x="5390725" y="2603500"/>
                </a:cubicBezTo>
                <a:close/>
                <a:moveTo>
                  <a:pt x="4790767" y="2603500"/>
                </a:moveTo>
                <a:cubicBezTo>
                  <a:pt x="4790767" y="2603500"/>
                  <a:pt x="4790767" y="2603500"/>
                  <a:pt x="4804172" y="2608086"/>
                </a:cubicBezTo>
                <a:cubicBezTo>
                  <a:pt x="4802056" y="2616905"/>
                  <a:pt x="4793236" y="2614436"/>
                  <a:pt x="4788650" y="2619022"/>
                </a:cubicBezTo>
                <a:cubicBezTo>
                  <a:pt x="4793236" y="2612319"/>
                  <a:pt x="4788650" y="2610203"/>
                  <a:pt x="4790767" y="2603500"/>
                </a:cubicBezTo>
                <a:close/>
                <a:moveTo>
                  <a:pt x="5327655" y="2586160"/>
                </a:moveTo>
                <a:lnTo>
                  <a:pt x="5327613" y="2586185"/>
                </a:lnTo>
                <a:lnTo>
                  <a:pt x="5327724" y="2589899"/>
                </a:lnTo>
                <a:lnTo>
                  <a:pt x="5330806" y="2587321"/>
                </a:lnTo>
                <a:lnTo>
                  <a:pt x="5331571" y="2586486"/>
                </a:lnTo>
                <a:close/>
                <a:moveTo>
                  <a:pt x="5395212" y="2579687"/>
                </a:moveTo>
                <a:cubicBezTo>
                  <a:pt x="5395212" y="2589212"/>
                  <a:pt x="5397752" y="2589212"/>
                  <a:pt x="5406823" y="2579687"/>
                </a:cubicBezTo>
                <a:cubicBezTo>
                  <a:pt x="5409000" y="2584449"/>
                  <a:pt x="5404646" y="2591410"/>
                  <a:pt x="5397752" y="2598370"/>
                </a:cubicBezTo>
                <a:cubicBezTo>
                  <a:pt x="5395212" y="2593608"/>
                  <a:pt x="5388317" y="2596172"/>
                  <a:pt x="5383963" y="2589212"/>
                </a:cubicBezTo>
                <a:cubicBezTo>
                  <a:pt x="5395212" y="2579687"/>
                  <a:pt x="5395212" y="2579687"/>
                  <a:pt x="5395212" y="2579687"/>
                </a:cubicBezTo>
                <a:close/>
                <a:moveTo>
                  <a:pt x="5356394" y="2569242"/>
                </a:moveTo>
                <a:lnTo>
                  <a:pt x="5352919" y="2571173"/>
                </a:lnTo>
                <a:lnTo>
                  <a:pt x="5350205" y="2583548"/>
                </a:lnTo>
                <a:lnTo>
                  <a:pt x="5353196" y="2584172"/>
                </a:lnTo>
                <a:cubicBezTo>
                  <a:pt x="5355543" y="2580754"/>
                  <a:pt x="5355543" y="2577335"/>
                  <a:pt x="5355543" y="2573647"/>
                </a:cubicBezTo>
                <a:close/>
                <a:moveTo>
                  <a:pt x="5451949" y="2555069"/>
                </a:moveTo>
                <a:cubicBezTo>
                  <a:pt x="5447644" y="2559400"/>
                  <a:pt x="5442980" y="2559400"/>
                  <a:pt x="5440827" y="2559400"/>
                </a:cubicBezTo>
                <a:cubicBezTo>
                  <a:pt x="5438495" y="2564093"/>
                  <a:pt x="5442980" y="2565266"/>
                  <a:pt x="5445805" y="2567251"/>
                </a:cubicBezTo>
                <a:lnTo>
                  <a:pt x="5446081" y="2567841"/>
                </a:lnTo>
                <a:lnTo>
                  <a:pt x="5457842" y="2558326"/>
                </a:lnTo>
                <a:close/>
                <a:moveTo>
                  <a:pt x="4943920" y="2548497"/>
                </a:moveTo>
                <a:cubicBezTo>
                  <a:pt x="4946484" y="2547003"/>
                  <a:pt x="4950514" y="2548124"/>
                  <a:pt x="4953994" y="2551485"/>
                </a:cubicBezTo>
                <a:cubicBezTo>
                  <a:pt x="4956559" y="2563438"/>
                  <a:pt x="4949598" y="2563438"/>
                  <a:pt x="4942637" y="2561197"/>
                </a:cubicBezTo>
                <a:cubicBezTo>
                  <a:pt x="4940256" y="2554100"/>
                  <a:pt x="4941355" y="2549991"/>
                  <a:pt x="4943920" y="2548497"/>
                </a:cubicBezTo>
                <a:close/>
                <a:moveTo>
                  <a:pt x="4895084" y="2533650"/>
                </a:moveTo>
                <a:lnTo>
                  <a:pt x="4909384" y="2547141"/>
                </a:lnTo>
                <a:lnTo>
                  <a:pt x="4919673" y="2540000"/>
                </a:lnTo>
                <a:cubicBezTo>
                  <a:pt x="4926409" y="2546904"/>
                  <a:pt x="4894858" y="2569798"/>
                  <a:pt x="4890250" y="2558170"/>
                </a:cubicBezTo>
                <a:lnTo>
                  <a:pt x="4902060" y="2551902"/>
                </a:lnTo>
                <a:lnTo>
                  <a:pt x="4899722" y="2547285"/>
                </a:lnTo>
                <a:cubicBezTo>
                  <a:pt x="4888306" y="2563073"/>
                  <a:pt x="4872610" y="2574555"/>
                  <a:pt x="4856913" y="2585678"/>
                </a:cubicBezTo>
                <a:lnTo>
                  <a:pt x="4857138" y="2584945"/>
                </a:lnTo>
                <a:lnTo>
                  <a:pt x="4855897" y="2586908"/>
                </a:lnTo>
                <a:cubicBezTo>
                  <a:pt x="4849855" y="2591903"/>
                  <a:pt x="4842406" y="2596284"/>
                  <a:pt x="4837863" y="2598386"/>
                </a:cubicBezTo>
                <a:cubicBezTo>
                  <a:pt x="4838953" y="2592954"/>
                  <a:pt x="4844132" y="2588573"/>
                  <a:pt x="4849901" y="2584411"/>
                </a:cubicBezTo>
                <a:lnTo>
                  <a:pt x="4859764" y="2576396"/>
                </a:lnTo>
                <a:lnTo>
                  <a:pt x="4861874" y="2569526"/>
                </a:lnTo>
                <a:cubicBezTo>
                  <a:pt x="4869733" y="2556860"/>
                  <a:pt x="4884917" y="2552218"/>
                  <a:pt x="4895084" y="2533650"/>
                </a:cubicBezTo>
                <a:close/>
                <a:moveTo>
                  <a:pt x="264714" y="2532062"/>
                </a:moveTo>
                <a:cubicBezTo>
                  <a:pt x="267200" y="2538809"/>
                  <a:pt x="271461" y="2540939"/>
                  <a:pt x="278208" y="2543070"/>
                </a:cubicBezTo>
                <a:cubicBezTo>
                  <a:pt x="264714" y="2543070"/>
                  <a:pt x="251220" y="2556564"/>
                  <a:pt x="249090" y="2578935"/>
                </a:cubicBezTo>
                <a:cubicBezTo>
                  <a:pt x="244473" y="2581420"/>
                  <a:pt x="238082" y="2578935"/>
                  <a:pt x="235596" y="2585682"/>
                </a:cubicBezTo>
                <a:cubicBezTo>
                  <a:pt x="224588" y="2576804"/>
                  <a:pt x="240212" y="2572188"/>
                  <a:pt x="244473" y="2554433"/>
                </a:cubicBezTo>
                <a:cubicBezTo>
                  <a:pt x="253706" y="2561180"/>
                  <a:pt x="260453" y="2547686"/>
                  <a:pt x="264714" y="2532062"/>
                </a:cubicBezTo>
                <a:close/>
                <a:moveTo>
                  <a:pt x="518836" y="2525121"/>
                </a:moveTo>
                <a:cubicBezTo>
                  <a:pt x="507315" y="2531960"/>
                  <a:pt x="498314" y="2549958"/>
                  <a:pt x="486793" y="2561476"/>
                </a:cubicBezTo>
                <a:cubicBezTo>
                  <a:pt x="484633" y="2554637"/>
                  <a:pt x="475632" y="2549958"/>
                  <a:pt x="468791" y="2554637"/>
                </a:cubicBezTo>
                <a:cubicBezTo>
                  <a:pt x="459790" y="2581993"/>
                  <a:pt x="450429" y="2597831"/>
                  <a:pt x="450429" y="2625187"/>
                </a:cubicBezTo>
                <a:cubicBezTo>
                  <a:pt x="459790" y="2611509"/>
                  <a:pt x="455110" y="2632026"/>
                  <a:pt x="464110" y="2629506"/>
                </a:cubicBezTo>
                <a:cubicBezTo>
                  <a:pt x="470951" y="2609349"/>
                  <a:pt x="484633" y="2625187"/>
                  <a:pt x="491473" y="2606830"/>
                </a:cubicBezTo>
                <a:cubicBezTo>
                  <a:pt x="486793" y="2575154"/>
                  <a:pt x="511996" y="2554637"/>
                  <a:pt x="518836" y="2525121"/>
                </a:cubicBezTo>
                <a:close/>
                <a:moveTo>
                  <a:pt x="4944402" y="2523999"/>
                </a:moveTo>
                <a:cubicBezTo>
                  <a:pt x="4964510" y="2519362"/>
                  <a:pt x="4928880" y="2550755"/>
                  <a:pt x="4926763" y="2535058"/>
                </a:cubicBezTo>
                <a:cubicBezTo>
                  <a:pt x="4933466" y="2526140"/>
                  <a:pt x="4946519" y="2535058"/>
                  <a:pt x="4944402" y="2523999"/>
                </a:cubicBezTo>
                <a:close/>
                <a:moveTo>
                  <a:pt x="5006822" y="2513012"/>
                </a:moveTo>
                <a:cubicBezTo>
                  <a:pt x="5008957" y="2526417"/>
                  <a:pt x="5008957" y="2528534"/>
                  <a:pt x="5000061" y="2528534"/>
                </a:cubicBezTo>
                <a:cubicBezTo>
                  <a:pt x="4988675" y="2515128"/>
                  <a:pt x="5004331" y="2519715"/>
                  <a:pt x="5006822" y="2513012"/>
                </a:cubicBezTo>
                <a:close/>
                <a:moveTo>
                  <a:pt x="6100714" y="2503487"/>
                </a:moveTo>
                <a:cubicBezTo>
                  <a:pt x="6110068" y="2507809"/>
                  <a:pt x="6091721" y="2544550"/>
                  <a:pt x="6087044" y="2524018"/>
                </a:cubicBezTo>
                <a:cubicBezTo>
                  <a:pt x="6082727" y="2530862"/>
                  <a:pt x="6089562" y="2535185"/>
                  <a:pt x="6082727" y="2544550"/>
                </a:cubicBezTo>
                <a:cubicBezTo>
                  <a:pt x="6098556" y="2528341"/>
                  <a:pt x="6107549" y="2557877"/>
                  <a:pt x="6116903" y="2530862"/>
                </a:cubicBezTo>
                <a:cubicBezTo>
                  <a:pt x="6123378" y="2533023"/>
                  <a:pt x="6114385" y="2544550"/>
                  <a:pt x="6121220" y="2546711"/>
                </a:cubicBezTo>
                <a:cubicBezTo>
                  <a:pt x="6114385" y="2553555"/>
                  <a:pt x="6100714" y="2548872"/>
                  <a:pt x="6091721" y="2551034"/>
                </a:cubicBezTo>
                <a:cubicBezTo>
                  <a:pt x="6093879" y="2567243"/>
                  <a:pt x="6062221" y="2617311"/>
                  <a:pt x="6089562" y="2614790"/>
                </a:cubicBezTo>
                <a:cubicBezTo>
                  <a:pt x="6096397" y="2640004"/>
                  <a:pt x="6025887" y="2658374"/>
                  <a:pt x="6046393" y="2687911"/>
                </a:cubicBezTo>
                <a:cubicBezTo>
                  <a:pt x="6028045" y="2712765"/>
                  <a:pt x="6023369" y="2735458"/>
                  <a:pt x="6014375" y="2762833"/>
                </a:cubicBezTo>
                <a:cubicBezTo>
                  <a:pt x="6007540" y="2790209"/>
                  <a:pt x="6003223" y="2819745"/>
                  <a:pt x="5980199" y="2853965"/>
                </a:cubicBezTo>
                <a:cubicBezTo>
                  <a:pt x="5969047" y="2840277"/>
                  <a:pt x="5950700" y="2790209"/>
                  <a:pt x="5987034" y="2788047"/>
                </a:cubicBezTo>
                <a:cubicBezTo>
                  <a:pt x="5984876" y="2758511"/>
                  <a:pt x="5993870" y="2733296"/>
                  <a:pt x="6007540" y="2708442"/>
                </a:cubicBezTo>
                <a:cubicBezTo>
                  <a:pt x="6012217" y="2694755"/>
                  <a:pt x="6018512" y="2681607"/>
                  <a:pt x="6024493" y="2667920"/>
                </a:cubicBezTo>
                <a:lnTo>
                  <a:pt x="6031927" y="2646322"/>
                </a:lnTo>
                <a:lnTo>
                  <a:pt x="6032010" y="2638643"/>
                </a:lnTo>
                <a:cubicBezTo>
                  <a:pt x="6034283" y="2631452"/>
                  <a:pt x="6040013" y="2622804"/>
                  <a:pt x="6043470" y="2614612"/>
                </a:cubicBezTo>
                <a:lnTo>
                  <a:pt x="6048771" y="2626550"/>
                </a:lnTo>
                <a:lnTo>
                  <a:pt x="6051682" y="2627307"/>
                </a:lnTo>
                <a:cubicBezTo>
                  <a:pt x="6062289" y="2624335"/>
                  <a:pt x="6067888" y="2605965"/>
                  <a:pt x="6064380" y="2598941"/>
                </a:cubicBezTo>
                <a:cubicBezTo>
                  <a:pt x="6048551" y="2594618"/>
                  <a:pt x="6069057" y="2619472"/>
                  <a:pt x="6048551" y="2608306"/>
                </a:cubicBezTo>
                <a:cubicBezTo>
                  <a:pt x="6057545" y="2567243"/>
                  <a:pt x="6080568" y="2535185"/>
                  <a:pt x="6078050" y="2505648"/>
                </a:cubicBezTo>
                <a:cubicBezTo>
                  <a:pt x="6087044" y="2507809"/>
                  <a:pt x="6084885" y="2512492"/>
                  <a:pt x="6091721" y="2514653"/>
                </a:cubicBezTo>
                <a:cubicBezTo>
                  <a:pt x="6096397" y="2517174"/>
                  <a:pt x="6098556" y="2507809"/>
                  <a:pt x="6100714" y="2503487"/>
                </a:cubicBezTo>
                <a:close/>
                <a:moveTo>
                  <a:pt x="5026516" y="2502944"/>
                </a:moveTo>
                <a:cubicBezTo>
                  <a:pt x="5028827" y="2503061"/>
                  <a:pt x="5030667" y="2503350"/>
                  <a:pt x="5031212" y="2503350"/>
                </a:cubicBezTo>
                <a:cubicBezTo>
                  <a:pt x="5035937" y="2512246"/>
                  <a:pt x="5022127" y="2519006"/>
                  <a:pt x="5015223" y="2519006"/>
                </a:cubicBezTo>
                <a:cubicBezTo>
                  <a:pt x="5008409" y="2503795"/>
                  <a:pt x="5019584" y="2502594"/>
                  <a:pt x="5026516" y="2502944"/>
                </a:cubicBezTo>
                <a:close/>
                <a:moveTo>
                  <a:pt x="5010538" y="2482850"/>
                </a:moveTo>
                <a:cubicBezTo>
                  <a:pt x="5010538" y="2496255"/>
                  <a:pt x="4999314" y="2494139"/>
                  <a:pt x="4990263" y="2498372"/>
                </a:cubicBezTo>
                <a:cubicBezTo>
                  <a:pt x="4992435" y="2487436"/>
                  <a:pt x="4999314" y="2482850"/>
                  <a:pt x="5010538" y="2482850"/>
                </a:cubicBezTo>
                <a:close/>
                <a:moveTo>
                  <a:pt x="6100537" y="2481081"/>
                </a:moveTo>
                <a:cubicBezTo>
                  <a:pt x="6106261" y="2480503"/>
                  <a:pt x="6111985" y="2482193"/>
                  <a:pt x="6115437" y="2487886"/>
                </a:cubicBezTo>
                <a:cubicBezTo>
                  <a:pt x="6111076" y="2496781"/>
                  <a:pt x="6099447" y="2492155"/>
                  <a:pt x="6085638" y="2487886"/>
                </a:cubicBezTo>
                <a:cubicBezTo>
                  <a:pt x="6089091" y="2484506"/>
                  <a:pt x="6094814" y="2481659"/>
                  <a:pt x="6100537" y="2481081"/>
                </a:cubicBezTo>
                <a:close/>
                <a:moveTo>
                  <a:pt x="5540857" y="2478548"/>
                </a:moveTo>
                <a:lnTo>
                  <a:pt x="5533750" y="2486489"/>
                </a:lnTo>
                <a:cubicBezTo>
                  <a:pt x="5535902" y="2465915"/>
                  <a:pt x="5511147" y="2500205"/>
                  <a:pt x="5508635" y="2495873"/>
                </a:cubicBezTo>
                <a:cubicBezTo>
                  <a:pt x="5520116" y="2504897"/>
                  <a:pt x="5504330" y="2516086"/>
                  <a:pt x="5488544" y="2516086"/>
                </a:cubicBezTo>
                <a:cubicBezTo>
                  <a:pt x="5479216" y="2527637"/>
                  <a:pt x="5499666" y="2518613"/>
                  <a:pt x="5495002" y="2529802"/>
                </a:cubicBezTo>
                <a:lnTo>
                  <a:pt x="5481512" y="2537874"/>
                </a:lnTo>
                <a:lnTo>
                  <a:pt x="5484573" y="2545473"/>
                </a:lnTo>
                <a:cubicBezTo>
                  <a:pt x="5493573" y="2540793"/>
                  <a:pt x="5502573" y="2518112"/>
                  <a:pt x="5511933" y="2531793"/>
                </a:cubicBezTo>
                <a:cubicBezTo>
                  <a:pt x="5507253" y="2538633"/>
                  <a:pt x="5498253" y="2540793"/>
                  <a:pt x="5498253" y="2549794"/>
                </a:cubicBezTo>
                <a:cubicBezTo>
                  <a:pt x="5518773" y="2551954"/>
                  <a:pt x="5514093" y="2531793"/>
                  <a:pt x="5527773" y="2527112"/>
                </a:cubicBezTo>
                <a:cubicBezTo>
                  <a:pt x="5527773" y="2527112"/>
                  <a:pt x="5527773" y="2527112"/>
                  <a:pt x="5527773" y="2536113"/>
                </a:cubicBezTo>
                <a:cubicBezTo>
                  <a:pt x="5532093" y="2536113"/>
                  <a:pt x="5532093" y="2538633"/>
                  <a:pt x="5532093" y="2542953"/>
                </a:cubicBezTo>
                <a:cubicBezTo>
                  <a:pt x="5525613" y="2545473"/>
                  <a:pt x="5516253" y="2545473"/>
                  <a:pt x="5514093" y="2551954"/>
                </a:cubicBezTo>
                <a:cubicBezTo>
                  <a:pt x="5514093" y="2556634"/>
                  <a:pt x="5511933" y="2563475"/>
                  <a:pt x="5516253" y="2563475"/>
                </a:cubicBezTo>
                <a:lnTo>
                  <a:pt x="5537189" y="2545289"/>
                </a:lnTo>
                <a:lnTo>
                  <a:pt x="5537730" y="2540575"/>
                </a:lnTo>
                <a:cubicBezTo>
                  <a:pt x="5537730" y="2527255"/>
                  <a:pt x="5535480" y="2514835"/>
                  <a:pt x="5536560" y="2502416"/>
                </a:cubicBezTo>
                <a:close/>
                <a:moveTo>
                  <a:pt x="5725775" y="2474909"/>
                </a:moveTo>
                <a:cubicBezTo>
                  <a:pt x="5720015" y="2481749"/>
                  <a:pt x="5713175" y="2487960"/>
                  <a:pt x="5706920" y="2494440"/>
                </a:cubicBezTo>
                <a:lnTo>
                  <a:pt x="5695005" y="2510863"/>
                </a:lnTo>
                <a:lnTo>
                  <a:pt x="5695199" y="2511241"/>
                </a:lnTo>
                <a:lnTo>
                  <a:pt x="5695190" y="2513057"/>
                </a:lnTo>
                <a:lnTo>
                  <a:pt x="5714615" y="2499435"/>
                </a:lnTo>
                <a:cubicBezTo>
                  <a:pt x="5720015" y="2492370"/>
                  <a:pt x="5723435" y="2483909"/>
                  <a:pt x="5725775" y="2474909"/>
                </a:cubicBezTo>
                <a:close/>
                <a:moveTo>
                  <a:pt x="5100090" y="2472388"/>
                </a:moveTo>
                <a:cubicBezTo>
                  <a:pt x="5095410" y="2483909"/>
                  <a:pt x="5086410" y="2486069"/>
                  <a:pt x="5084250" y="2499750"/>
                </a:cubicBezTo>
                <a:lnTo>
                  <a:pt x="5089503" y="2499466"/>
                </a:lnTo>
                <a:lnTo>
                  <a:pt x="5091367" y="2492375"/>
                </a:lnTo>
                <a:lnTo>
                  <a:pt x="5094809" y="2499178"/>
                </a:lnTo>
                <a:lnTo>
                  <a:pt x="5094836" y="2499177"/>
                </a:lnTo>
                <a:cubicBezTo>
                  <a:pt x="5102970" y="2495160"/>
                  <a:pt x="5105130" y="2482739"/>
                  <a:pt x="5113770" y="2479229"/>
                </a:cubicBezTo>
                <a:cubicBezTo>
                  <a:pt x="5113770" y="2472388"/>
                  <a:pt x="5106930" y="2470228"/>
                  <a:pt x="5100090" y="2472388"/>
                </a:cubicBezTo>
                <a:close/>
                <a:moveTo>
                  <a:pt x="5821936" y="2463800"/>
                </a:moveTo>
                <a:cubicBezTo>
                  <a:pt x="5826522" y="2479765"/>
                  <a:pt x="5821936" y="2500448"/>
                  <a:pt x="5811000" y="2514237"/>
                </a:cubicBezTo>
                <a:cubicBezTo>
                  <a:pt x="5795125" y="2502988"/>
                  <a:pt x="5817703" y="2479765"/>
                  <a:pt x="5821936" y="2463800"/>
                </a:cubicBezTo>
                <a:close/>
                <a:moveTo>
                  <a:pt x="5504270" y="2438400"/>
                </a:moveTo>
                <a:cubicBezTo>
                  <a:pt x="5508566" y="2447485"/>
                  <a:pt x="5515367" y="2451845"/>
                  <a:pt x="5513219" y="2468198"/>
                </a:cubicBezTo>
                <a:cubicBezTo>
                  <a:pt x="5479213" y="2465655"/>
                  <a:pt x="5492816" y="2465655"/>
                  <a:pt x="5504270" y="2438400"/>
                </a:cubicBezTo>
                <a:close/>
                <a:moveTo>
                  <a:pt x="5015849" y="2436026"/>
                </a:moveTo>
                <a:cubicBezTo>
                  <a:pt x="5004329" y="2438546"/>
                  <a:pt x="4997849" y="2445027"/>
                  <a:pt x="4993169" y="2456547"/>
                </a:cubicBezTo>
                <a:cubicBezTo>
                  <a:pt x="5004329" y="2454387"/>
                  <a:pt x="5013689" y="2447547"/>
                  <a:pt x="5015849" y="2436026"/>
                </a:cubicBezTo>
                <a:close/>
                <a:moveTo>
                  <a:pt x="6105383" y="2435225"/>
                </a:moveTo>
                <a:cubicBezTo>
                  <a:pt x="6117024" y="2446673"/>
                  <a:pt x="6093741" y="2460267"/>
                  <a:pt x="6082463" y="2453470"/>
                </a:cubicBezTo>
                <a:cubicBezTo>
                  <a:pt x="6084646" y="2439875"/>
                  <a:pt x="6100653" y="2446673"/>
                  <a:pt x="6105383" y="2435225"/>
                </a:cubicBezTo>
                <a:close/>
                <a:moveTo>
                  <a:pt x="5067703" y="2432050"/>
                </a:moveTo>
                <a:cubicBezTo>
                  <a:pt x="5067703" y="2443273"/>
                  <a:pt x="5067703" y="2452325"/>
                  <a:pt x="5056938" y="2450152"/>
                </a:cubicBezTo>
                <a:cubicBezTo>
                  <a:pt x="5059021" y="2441101"/>
                  <a:pt x="5061105" y="2434222"/>
                  <a:pt x="5067703" y="2432050"/>
                </a:cubicBezTo>
                <a:close/>
                <a:moveTo>
                  <a:pt x="5147067" y="2429422"/>
                </a:moveTo>
                <a:cubicBezTo>
                  <a:pt x="5147067" y="2438673"/>
                  <a:pt x="5140270" y="2436182"/>
                  <a:pt x="5142417" y="2447569"/>
                </a:cubicBezTo>
                <a:cubicBezTo>
                  <a:pt x="5142417" y="2447569"/>
                  <a:pt x="5142417" y="2447569"/>
                  <a:pt x="5124171" y="2447569"/>
                </a:cubicBezTo>
                <a:cubicBezTo>
                  <a:pt x="5124171" y="2440808"/>
                  <a:pt x="5122025" y="2434047"/>
                  <a:pt x="5128822" y="2431913"/>
                </a:cubicBezTo>
                <a:cubicBezTo>
                  <a:pt x="5128822" y="2436182"/>
                  <a:pt x="5133473" y="2436182"/>
                  <a:pt x="5140270" y="2436182"/>
                </a:cubicBezTo>
                <a:cubicBezTo>
                  <a:pt x="5140270" y="2431913"/>
                  <a:pt x="5140270" y="2427287"/>
                  <a:pt x="5147067" y="2429422"/>
                </a:cubicBezTo>
                <a:close/>
                <a:moveTo>
                  <a:pt x="462355" y="2426237"/>
                </a:moveTo>
                <a:cubicBezTo>
                  <a:pt x="448761" y="2440012"/>
                  <a:pt x="453411" y="2449074"/>
                  <a:pt x="448761" y="2465024"/>
                </a:cubicBezTo>
                <a:cubicBezTo>
                  <a:pt x="437313" y="2460674"/>
                  <a:pt x="441963" y="2419350"/>
                  <a:pt x="462355" y="2426237"/>
                </a:cubicBezTo>
                <a:close/>
                <a:moveTo>
                  <a:pt x="6136018" y="2411412"/>
                </a:moveTo>
                <a:cubicBezTo>
                  <a:pt x="6151959" y="2447649"/>
                  <a:pt x="6122557" y="2488551"/>
                  <a:pt x="6125037" y="2526941"/>
                </a:cubicBezTo>
                <a:cubicBezTo>
                  <a:pt x="6109450" y="2497520"/>
                  <a:pt x="6142749" y="2445138"/>
                  <a:pt x="6136018" y="2411412"/>
                </a:cubicBezTo>
                <a:close/>
                <a:moveTo>
                  <a:pt x="6250376" y="2403475"/>
                </a:moveTo>
                <a:cubicBezTo>
                  <a:pt x="6227566" y="2423823"/>
                  <a:pt x="6239152" y="2448456"/>
                  <a:pt x="6209463" y="2477730"/>
                </a:cubicBezTo>
                <a:cubicBezTo>
                  <a:pt x="6216342" y="2462022"/>
                  <a:pt x="6218515" y="2403475"/>
                  <a:pt x="6250376" y="2403475"/>
                </a:cubicBezTo>
                <a:close/>
                <a:moveTo>
                  <a:pt x="5191627" y="2401613"/>
                </a:moveTo>
                <a:lnTo>
                  <a:pt x="5190496" y="2402724"/>
                </a:lnTo>
                <a:lnTo>
                  <a:pt x="5188389" y="2408310"/>
                </a:lnTo>
                <a:lnTo>
                  <a:pt x="5190882" y="2410985"/>
                </a:lnTo>
                <a:lnTo>
                  <a:pt x="5193470" y="2409595"/>
                </a:lnTo>
                <a:close/>
                <a:moveTo>
                  <a:pt x="6055590" y="2397125"/>
                </a:moveTo>
                <a:cubicBezTo>
                  <a:pt x="6069400" y="2401849"/>
                  <a:pt x="6057770" y="2422199"/>
                  <a:pt x="6050866" y="2426923"/>
                </a:cubicBezTo>
                <a:cubicBezTo>
                  <a:pt x="6039600" y="2422199"/>
                  <a:pt x="6055590" y="2406210"/>
                  <a:pt x="6055590" y="2397125"/>
                </a:cubicBezTo>
                <a:close/>
                <a:moveTo>
                  <a:pt x="5157467" y="2394874"/>
                </a:moveTo>
                <a:cubicBezTo>
                  <a:pt x="5175637" y="2392362"/>
                  <a:pt x="5164371" y="2417486"/>
                  <a:pt x="5159647" y="2424305"/>
                </a:cubicBezTo>
                <a:cubicBezTo>
                  <a:pt x="5162191" y="2412820"/>
                  <a:pt x="5148382" y="2433278"/>
                  <a:pt x="5148382" y="2419639"/>
                </a:cubicBezTo>
                <a:cubicBezTo>
                  <a:pt x="5159647" y="2417486"/>
                  <a:pt x="5145838" y="2408513"/>
                  <a:pt x="5148382" y="2401693"/>
                </a:cubicBezTo>
                <a:cubicBezTo>
                  <a:pt x="5152743" y="2401693"/>
                  <a:pt x="5159647" y="2403847"/>
                  <a:pt x="5159647" y="2399181"/>
                </a:cubicBezTo>
                <a:cubicBezTo>
                  <a:pt x="5157467" y="2399181"/>
                  <a:pt x="5155286" y="2397028"/>
                  <a:pt x="5157467" y="2394874"/>
                </a:cubicBezTo>
                <a:close/>
                <a:moveTo>
                  <a:pt x="5520933" y="2392823"/>
                </a:moveTo>
                <a:cubicBezTo>
                  <a:pt x="5516253" y="2395343"/>
                  <a:pt x="5514093" y="2399663"/>
                  <a:pt x="5514093" y="2404344"/>
                </a:cubicBezTo>
                <a:cubicBezTo>
                  <a:pt x="5514093" y="2413344"/>
                  <a:pt x="5520933" y="2415505"/>
                  <a:pt x="5518773" y="2429185"/>
                </a:cubicBezTo>
                <a:lnTo>
                  <a:pt x="5514844" y="2428778"/>
                </a:lnTo>
                <a:lnTo>
                  <a:pt x="5513771" y="2433270"/>
                </a:lnTo>
                <a:cubicBezTo>
                  <a:pt x="5499850" y="2428508"/>
                  <a:pt x="5499850" y="2421547"/>
                  <a:pt x="5504613" y="2414587"/>
                </a:cubicBezTo>
                <a:lnTo>
                  <a:pt x="5506152" y="2415718"/>
                </a:lnTo>
                <a:lnTo>
                  <a:pt x="5505864" y="2414655"/>
                </a:lnTo>
                <a:lnTo>
                  <a:pt x="5500895" y="2411491"/>
                </a:lnTo>
                <a:lnTo>
                  <a:pt x="5498047" y="2447698"/>
                </a:lnTo>
                <a:cubicBezTo>
                  <a:pt x="5488868" y="2453278"/>
                  <a:pt x="5480319" y="2460117"/>
                  <a:pt x="5472356" y="2467272"/>
                </a:cubicBezTo>
                <a:lnTo>
                  <a:pt x="5450404" y="2488514"/>
                </a:lnTo>
                <a:lnTo>
                  <a:pt x="5450373" y="2490750"/>
                </a:lnTo>
                <a:cubicBezTo>
                  <a:pt x="5457213" y="2481749"/>
                  <a:pt x="5479893" y="2472388"/>
                  <a:pt x="5479893" y="2490750"/>
                </a:cubicBezTo>
                <a:cubicBezTo>
                  <a:pt x="5459373" y="2506591"/>
                  <a:pt x="5436693" y="2520272"/>
                  <a:pt x="5427693" y="2545473"/>
                </a:cubicBezTo>
                <a:cubicBezTo>
                  <a:pt x="5429853" y="2545473"/>
                  <a:pt x="5434533" y="2545473"/>
                  <a:pt x="5434533" y="2549794"/>
                </a:cubicBezTo>
                <a:cubicBezTo>
                  <a:pt x="5424273" y="2553214"/>
                  <a:pt x="5422023" y="2547544"/>
                  <a:pt x="5420043" y="2541603"/>
                </a:cubicBezTo>
                <a:lnTo>
                  <a:pt x="5416662" y="2534352"/>
                </a:lnTo>
                <a:lnTo>
                  <a:pt x="5410253" y="2549986"/>
                </a:lnTo>
                <a:cubicBezTo>
                  <a:pt x="5403392" y="2545668"/>
                  <a:pt x="5405920" y="2540989"/>
                  <a:pt x="5410253" y="2534152"/>
                </a:cubicBezTo>
                <a:lnTo>
                  <a:pt x="5406528" y="2535076"/>
                </a:lnTo>
                <a:lnTo>
                  <a:pt x="5405176" y="2541952"/>
                </a:lnTo>
                <a:lnTo>
                  <a:pt x="5402308" y="2543173"/>
                </a:lnTo>
                <a:lnTo>
                  <a:pt x="5402579" y="2545218"/>
                </a:lnTo>
                <a:cubicBezTo>
                  <a:pt x="5403572" y="2548501"/>
                  <a:pt x="5404633" y="2551718"/>
                  <a:pt x="5404159" y="2553686"/>
                </a:cubicBezTo>
                <a:lnTo>
                  <a:pt x="5400608" y="2554141"/>
                </a:lnTo>
                <a:lnTo>
                  <a:pt x="5404518" y="2554964"/>
                </a:lnTo>
                <a:lnTo>
                  <a:pt x="5407122" y="2560735"/>
                </a:lnTo>
                <a:lnTo>
                  <a:pt x="5408871" y="2560939"/>
                </a:lnTo>
                <a:cubicBezTo>
                  <a:pt x="5410682" y="2561636"/>
                  <a:pt x="5412149" y="2563031"/>
                  <a:pt x="5412781" y="2565820"/>
                </a:cubicBezTo>
                <a:cubicBezTo>
                  <a:pt x="5403573" y="2566989"/>
                  <a:pt x="5396237" y="2568586"/>
                  <a:pt x="5390166" y="2570852"/>
                </a:cubicBezTo>
                <a:lnTo>
                  <a:pt x="5377427" y="2578519"/>
                </a:lnTo>
                <a:lnTo>
                  <a:pt x="5375132" y="2592997"/>
                </a:lnTo>
                <a:lnTo>
                  <a:pt x="5358855" y="2604646"/>
                </a:lnTo>
                <a:lnTo>
                  <a:pt x="5353196" y="2615840"/>
                </a:lnTo>
                <a:lnTo>
                  <a:pt x="5348309" y="2612040"/>
                </a:lnTo>
                <a:lnTo>
                  <a:pt x="5342991" y="2615567"/>
                </a:lnTo>
                <a:lnTo>
                  <a:pt x="5346661" y="2619181"/>
                </a:lnTo>
                <a:cubicBezTo>
                  <a:pt x="5347601" y="2624081"/>
                  <a:pt x="5337466" y="2627168"/>
                  <a:pt x="5347668" y="2633880"/>
                </a:cubicBezTo>
                <a:cubicBezTo>
                  <a:pt x="5345342" y="2638354"/>
                  <a:pt x="5340778" y="2633790"/>
                  <a:pt x="5336258" y="2628958"/>
                </a:cubicBezTo>
                <a:lnTo>
                  <a:pt x="5330838" y="2623627"/>
                </a:lnTo>
                <a:lnTo>
                  <a:pt x="5325452" y="2627199"/>
                </a:lnTo>
                <a:lnTo>
                  <a:pt x="5326346" y="2622472"/>
                </a:lnTo>
                <a:lnTo>
                  <a:pt x="5325116" y="2622425"/>
                </a:lnTo>
                <a:cubicBezTo>
                  <a:pt x="5322790" y="2619025"/>
                  <a:pt x="5322163" y="2616250"/>
                  <a:pt x="5322432" y="2613745"/>
                </a:cubicBezTo>
                <a:lnTo>
                  <a:pt x="5322846" y="2612655"/>
                </a:lnTo>
                <a:lnTo>
                  <a:pt x="5322217" y="2613149"/>
                </a:lnTo>
                <a:lnTo>
                  <a:pt x="5311367" y="2640340"/>
                </a:lnTo>
                <a:cubicBezTo>
                  <a:pt x="5304841" y="2650601"/>
                  <a:pt x="5295751" y="2660321"/>
                  <a:pt x="5284411" y="2666082"/>
                </a:cubicBezTo>
                <a:cubicBezTo>
                  <a:pt x="5270731" y="2670402"/>
                  <a:pt x="5279731" y="2654561"/>
                  <a:pt x="5266051" y="2659241"/>
                </a:cubicBezTo>
                <a:cubicBezTo>
                  <a:pt x="5252371" y="2666082"/>
                  <a:pt x="5245531" y="2666082"/>
                  <a:pt x="5248051" y="2684083"/>
                </a:cubicBezTo>
                <a:cubicBezTo>
                  <a:pt x="5239951" y="2686423"/>
                  <a:pt x="5237071" y="2684173"/>
                  <a:pt x="5235361" y="2680753"/>
                </a:cubicBezTo>
                <a:lnTo>
                  <a:pt x="5234338" y="2678886"/>
                </a:lnTo>
                <a:lnTo>
                  <a:pt x="5204334" y="2709409"/>
                </a:lnTo>
                <a:lnTo>
                  <a:pt x="5188157" y="2718829"/>
                </a:lnTo>
                <a:lnTo>
                  <a:pt x="5185071" y="2728348"/>
                </a:lnTo>
                <a:lnTo>
                  <a:pt x="5180074" y="2733325"/>
                </a:lnTo>
                <a:lnTo>
                  <a:pt x="5188095" y="2729504"/>
                </a:lnTo>
                <a:cubicBezTo>
                  <a:pt x="5190672" y="2730545"/>
                  <a:pt x="5193832" y="2733412"/>
                  <a:pt x="5197866" y="2739145"/>
                </a:cubicBezTo>
                <a:cubicBezTo>
                  <a:pt x="5180654" y="2769514"/>
                  <a:pt x="5148315" y="2769648"/>
                  <a:pt x="5129439" y="2790644"/>
                </a:cubicBezTo>
                <a:lnTo>
                  <a:pt x="5119104" y="2813785"/>
                </a:lnTo>
                <a:lnTo>
                  <a:pt x="5122140" y="2808337"/>
                </a:lnTo>
                <a:cubicBezTo>
                  <a:pt x="5127810" y="2799471"/>
                  <a:pt x="5135190" y="2793170"/>
                  <a:pt x="5152290" y="2793170"/>
                </a:cubicBezTo>
                <a:cubicBezTo>
                  <a:pt x="5161651" y="2797851"/>
                  <a:pt x="5136450" y="2809372"/>
                  <a:pt x="5154810" y="2811532"/>
                </a:cubicBezTo>
                <a:cubicBezTo>
                  <a:pt x="5156971" y="2793170"/>
                  <a:pt x="5159131" y="2791010"/>
                  <a:pt x="5172811" y="2782010"/>
                </a:cubicBezTo>
                <a:cubicBezTo>
                  <a:pt x="5181811" y="2786330"/>
                  <a:pt x="5152290" y="2806851"/>
                  <a:pt x="5172811" y="2806851"/>
                </a:cubicBezTo>
                <a:cubicBezTo>
                  <a:pt x="5172811" y="2791010"/>
                  <a:pt x="5186491" y="2788850"/>
                  <a:pt x="5179651" y="2770489"/>
                </a:cubicBezTo>
                <a:cubicBezTo>
                  <a:pt x="5207011" y="2766169"/>
                  <a:pt x="5170651" y="2791010"/>
                  <a:pt x="5195491" y="2791010"/>
                </a:cubicBezTo>
                <a:cubicBezTo>
                  <a:pt x="5198011" y="2770489"/>
                  <a:pt x="5218171" y="2770489"/>
                  <a:pt x="5200171" y="2761488"/>
                </a:cubicBezTo>
                <a:cubicBezTo>
                  <a:pt x="5222851" y="2766169"/>
                  <a:pt x="5236531" y="2756808"/>
                  <a:pt x="5227531" y="2743127"/>
                </a:cubicBezTo>
                <a:cubicBezTo>
                  <a:pt x="5231851" y="2743127"/>
                  <a:pt x="5236531" y="2740967"/>
                  <a:pt x="5236531" y="2734126"/>
                </a:cubicBezTo>
                <a:cubicBezTo>
                  <a:pt x="5245531" y="2734126"/>
                  <a:pt x="5250211" y="2752488"/>
                  <a:pt x="5261731" y="2738807"/>
                </a:cubicBezTo>
                <a:cubicBezTo>
                  <a:pt x="5261731" y="2729446"/>
                  <a:pt x="5254891" y="2725126"/>
                  <a:pt x="5252371" y="2718285"/>
                </a:cubicBezTo>
                <a:cubicBezTo>
                  <a:pt x="5261731" y="2711445"/>
                  <a:pt x="5279731" y="2688763"/>
                  <a:pt x="5286571" y="2699924"/>
                </a:cubicBezTo>
                <a:cubicBezTo>
                  <a:pt x="5275051" y="2699924"/>
                  <a:pt x="5270731" y="2713605"/>
                  <a:pt x="5261731" y="2718285"/>
                </a:cubicBezTo>
                <a:cubicBezTo>
                  <a:pt x="5291251" y="2711445"/>
                  <a:pt x="5309251" y="2672562"/>
                  <a:pt x="5329772" y="2697764"/>
                </a:cubicBezTo>
                <a:cubicBezTo>
                  <a:pt x="5334452" y="2679403"/>
                  <a:pt x="5357132" y="2681923"/>
                  <a:pt x="5361812" y="2661401"/>
                </a:cubicBezTo>
                <a:cubicBezTo>
                  <a:pt x="5352452" y="2670402"/>
                  <a:pt x="5331932" y="2666082"/>
                  <a:pt x="5331932" y="2686243"/>
                </a:cubicBezTo>
                <a:cubicBezTo>
                  <a:pt x="5331932" y="2686243"/>
                  <a:pt x="5331932" y="2686243"/>
                  <a:pt x="5313931" y="2686243"/>
                </a:cubicBezTo>
                <a:cubicBezTo>
                  <a:pt x="5316091" y="2679403"/>
                  <a:pt x="5316091" y="2675082"/>
                  <a:pt x="5318611" y="2670402"/>
                </a:cubicBezTo>
                <a:cubicBezTo>
                  <a:pt x="5331932" y="2668242"/>
                  <a:pt x="5345612" y="2656721"/>
                  <a:pt x="5363972" y="2649881"/>
                </a:cubicBezTo>
                <a:cubicBezTo>
                  <a:pt x="5368292" y="2654561"/>
                  <a:pt x="5363972" y="2668242"/>
                  <a:pt x="5377652" y="2666082"/>
                </a:cubicBezTo>
                <a:cubicBezTo>
                  <a:pt x="5381972" y="2640880"/>
                  <a:pt x="5414013" y="2631879"/>
                  <a:pt x="5420853" y="2627199"/>
                </a:cubicBezTo>
                <a:cubicBezTo>
                  <a:pt x="5416173" y="2613518"/>
                  <a:pt x="5432013" y="2599837"/>
                  <a:pt x="5418693" y="2592997"/>
                </a:cubicBezTo>
                <a:cubicBezTo>
                  <a:pt x="5420853" y="2590837"/>
                  <a:pt x="5423013" y="2588676"/>
                  <a:pt x="5423013" y="2583996"/>
                </a:cubicBezTo>
                <a:cubicBezTo>
                  <a:pt x="5434533" y="2592997"/>
                  <a:pt x="5448213" y="2581836"/>
                  <a:pt x="5450373" y="2597677"/>
                </a:cubicBezTo>
                <a:cubicBezTo>
                  <a:pt x="5456133" y="2591917"/>
                  <a:pt x="5456673" y="2585616"/>
                  <a:pt x="5454918" y="2580216"/>
                </a:cubicBezTo>
                <a:lnTo>
                  <a:pt x="5447075" y="2569962"/>
                </a:lnTo>
                <a:lnTo>
                  <a:pt x="5447739" y="2571379"/>
                </a:lnTo>
                <a:cubicBezTo>
                  <a:pt x="5447263" y="2573319"/>
                  <a:pt x="5445312" y="2576004"/>
                  <a:pt x="5440827" y="2579974"/>
                </a:cubicBezTo>
                <a:cubicBezTo>
                  <a:pt x="5445132" y="2559400"/>
                  <a:pt x="5425041" y="2579974"/>
                  <a:pt x="5415713" y="2582501"/>
                </a:cubicBezTo>
                <a:cubicBezTo>
                  <a:pt x="5420377" y="2548211"/>
                  <a:pt x="5477063" y="2516086"/>
                  <a:pt x="5495002" y="2489015"/>
                </a:cubicBezTo>
                <a:cubicBezTo>
                  <a:pt x="5501819" y="2486489"/>
                  <a:pt x="5508635" y="2489015"/>
                  <a:pt x="5515452" y="2489015"/>
                </a:cubicBezTo>
                <a:cubicBezTo>
                  <a:pt x="5520116" y="2484323"/>
                  <a:pt x="5513300" y="2479631"/>
                  <a:pt x="5511147" y="2477465"/>
                </a:cubicBezTo>
                <a:cubicBezTo>
                  <a:pt x="5516170" y="2471780"/>
                  <a:pt x="5522067" y="2467652"/>
                  <a:pt x="5528267" y="2464161"/>
                </a:cubicBezTo>
                <a:lnTo>
                  <a:pt x="5544975" y="2455796"/>
                </a:lnTo>
                <a:lnTo>
                  <a:pt x="5548079" y="2438698"/>
                </a:lnTo>
                <a:cubicBezTo>
                  <a:pt x="5548079" y="2432398"/>
                  <a:pt x="5546662" y="2425266"/>
                  <a:pt x="5544851" y="2417717"/>
                </a:cubicBezTo>
                <a:lnTo>
                  <a:pt x="5542509" y="2407883"/>
                </a:lnTo>
                <a:lnTo>
                  <a:pt x="5536188" y="2410166"/>
                </a:lnTo>
                <a:cubicBezTo>
                  <a:pt x="5534163" y="2411657"/>
                  <a:pt x="5532183" y="2414065"/>
                  <a:pt x="5529933" y="2418025"/>
                </a:cubicBezTo>
                <a:cubicBezTo>
                  <a:pt x="5518773" y="2413344"/>
                  <a:pt x="5527773" y="2397503"/>
                  <a:pt x="5520933" y="2392823"/>
                </a:cubicBezTo>
                <a:close/>
                <a:moveTo>
                  <a:pt x="4899929" y="2388143"/>
                </a:moveTo>
                <a:cubicBezTo>
                  <a:pt x="4906769" y="2397503"/>
                  <a:pt x="4897409" y="2399663"/>
                  <a:pt x="4897409" y="2413344"/>
                </a:cubicBezTo>
                <a:cubicBezTo>
                  <a:pt x="4911089" y="2413344"/>
                  <a:pt x="4915769" y="2399663"/>
                  <a:pt x="4911089" y="2388143"/>
                </a:cubicBezTo>
                <a:cubicBezTo>
                  <a:pt x="4908929" y="2385983"/>
                  <a:pt x="4906769" y="2388143"/>
                  <a:pt x="4906769" y="2390663"/>
                </a:cubicBezTo>
                <a:cubicBezTo>
                  <a:pt x="4906769" y="2390663"/>
                  <a:pt x="4906769" y="2390663"/>
                  <a:pt x="4899929" y="2388143"/>
                </a:cubicBezTo>
                <a:close/>
                <a:moveTo>
                  <a:pt x="5864190" y="2379662"/>
                </a:moveTo>
                <a:cubicBezTo>
                  <a:pt x="5870968" y="2388611"/>
                  <a:pt x="5859553" y="2402572"/>
                  <a:pt x="5862050" y="2411521"/>
                </a:cubicBezTo>
                <a:cubicBezTo>
                  <a:pt x="5850634" y="2415817"/>
                  <a:pt x="5850634" y="2409373"/>
                  <a:pt x="5839575" y="2404720"/>
                </a:cubicBezTo>
                <a:cubicBezTo>
                  <a:pt x="5857412" y="2400066"/>
                  <a:pt x="5850634" y="2393265"/>
                  <a:pt x="5864190" y="2379662"/>
                </a:cubicBezTo>
                <a:close/>
                <a:moveTo>
                  <a:pt x="5243371" y="2376982"/>
                </a:moveTo>
                <a:cubicBezTo>
                  <a:pt x="5234371" y="2385983"/>
                  <a:pt x="5222851" y="2395343"/>
                  <a:pt x="5220691" y="2413344"/>
                </a:cubicBezTo>
                <a:cubicBezTo>
                  <a:pt x="5231851" y="2404344"/>
                  <a:pt x="5243371" y="2395343"/>
                  <a:pt x="5243371" y="2376982"/>
                </a:cubicBezTo>
                <a:close/>
                <a:moveTo>
                  <a:pt x="5123178" y="2375380"/>
                </a:moveTo>
                <a:cubicBezTo>
                  <a:pt x="5125713" y="2373938"/>
                  <a:pt x="5130784" y="2375148"/>
                  <a:pt x="5137544" y="2383333"/>
                </a:cubicBezTo>
                <a:cubicBezTo>
                  <a:pt x="5137544" y="2390403"/>
                  <a:pt x="5124023" y="2376264"/>
                  <a:pt x="5124023" y="2383333"/>
                </a:cubicBezTo>
                <a:cubicBezTo>
                  <a:pt x="5120643" y="2380915"/>
                  <a:pt x="5120643" y="2376822"/>
                  <a:pt x="5123178" y="2375380"/>
                </a:cubicBezTo>
                <a:close/>
                <a:moveTo>
                  <a:pt x="553040" y="2361345"/>
                </a:moveTo>
                <a:cubicBezTo>
                  <a:pt x="548359" y="2377183"/>
                  <a:pt x="536838" y="2361345"/>
                  <a:pt x="532518" y="2372504"/>
                </a:cubicBezTo>
                <a:cubicBezTo>
                  <a:pt x="543679" y="2377183"/>
                  <a:pt x="516316" y="2397700"/>
                  <a:pt x="527837" y="2399860"/>
                </a:cubicBezTo>
                <a:cubicBezTo>
                  <a:pt x="536838" y="2381502"/>
                  <a:pt x="559881" y="2379343"/>
                  <a:pt x="553040" y="2361345"/>
                </a:cubicBezTo>
                <a:close/>
                <a:moveTo>
                  <a:pt x="5739455" y="2358621"/>
                </a:moveTo>
                <a:cubicBezTo>
                  <a:pt x="5725775" y="2356461"/>
                  <a:pt x="5716415" y="2361141"/>
                  <a:pt x="5709575" y="2372302"/>
                </a:cubicBezTo>
                <a:cubicBezTo>
                  <a:pt x="5714255" y="2388143"/>
                  <a:pt x="5725775" y="2367981"/>
                  <a:pt x="5732615" y="2374822"/>
                </a:cubicBezTo>
                <a:cubicBezTo>
                  <a:pt x="5732615" y="2397503"/>
                  <a:pt x="5718935" y="2390663"/>
                  <a:pt x="5707415" y="2399663"/>
                </a:cubicBezTo>
                <a:cubicBezTo>
                  <a:pt x="5707415" y="2409024"/>
                  <a:pt x="5714255" y="2409024"/>
                  <a:pt x="5707415" y="2413344"/>
                </a:cubicBezTo>
                <a:cubicBezTo>
                  <a:pt x="5725775" y="2418025"/>
                  <a:pt x="5741615" y="2381302"/>
                  <a:pt x="5739455" y="2358621"/>
                </a:cubicBezTo>
                <a:close/>
                <a:moveTo>
                  <a:pt x="6312121" y="2347912"/>
                </a:moveTo>
                <a:cubicBezTo>
                  <a:pt x="6323410" y="2352323"/>
                  <a:pt x="6316707" y="2368867"/>
                  <a:pt x="6312121" y="2382469"/>
                </a:cubicBezTo>
                <a:cubicBezTo>
                  <a:pt x="6292013" y="2382469"/>
                  <a:pt x="6312121" y="2359308"/>
                  <a:pt x="6312121" y="2347912"/>
                </a:cubicBezTo>
                <a:close/>
                <a:moveTo>
                  <a:pt x="6164649" y="2335212"/>
                </a:moveTo>
                <a:cubicBezTo>
                  <a:pt x="6162466" y="2342060"/>
                  <a:pt x="6160738" y="2352872"/>
                  <a:pt x="6157555" y="2364855"/>
                </a:cubicBezTo>
                <a:lnTo>
                  <a:pt x="6142086" y="2400701"/>
                </a:lnTo>
                <a:lnTo>
                  <a:pt x="6141817" y="2401528"/>
                </a:lnTo>
                <a:lnTo>
                  <a:pt x="6141758" y="2401462"/>
                </a:lnTo>
                <a:lnTo>
                  <a:pt x="6141730" y="2401526"/>
                </a:lnTo>
                <a:lnTo>
                  <a:pt x="6141724" y="2401425"/>
                </a:lnTo>
                <a:lnTo>
                  <a:pt x="6135469" y="2394478"/>
                </a:lnTo>
                <a:cubicBezTo>
                  <a:pt x="6135347" y="2391557"/>
                  <a:pt x="6136810" y="2388136"/>
                  <a:pt x="6138627" y="2384435"/>
                </a:cubicBezTo>
                <a:lnTo>
                  <a:pt x="6140477" y="2380328"/>
                </a:lnTo>
                <a:lnTo>
                  <a:pt x="6139411" y="2362287"/>
                </a:lnTo>
                <a:cubicBezTo>
                  <a:pt x="6143458" y="2348907"/>
                  <a:pt x="6152098" y="2337555"/>
                  <a:pt x="6164649" y="2335212"/>
                </a:cubicBezTo>
                <a:close/>
                <a:moveTo>
                  <a:pt x="6085280" y="2330839"/>
                </a:moveTo>
                <a:lnTo>
                  <a:pt x="6069539" y="2376127"/>
                </a:lnTo>
                <a:cubicBezTo>
                  <a:pt x="6060238" y="2367141"/>
                  <a:pt x="6062742" y="2319337"/>
                  <a:pt x="6085280" y="2330839"/>
                </a:cubicBezTo>
                <a:close/>
                <a:moveTo>
                  <a:pt x="5232290" y="2324100"/>
                </a:moveTo>
                <a:cubicBezTo>
                  <a:pt x="5248661" y="2335036"/>
                  <a:pt x="5223195" y="2355144"/>
                  <a:pt x="5214100" y="2361847"/>
                </a:cubicBezTo>
                <a:cubicBezTo>
                  <a:pt x="5214100" y="2348441"/>
                  <a:pt x="5232290" y="2330803"/>
                  <a:pt x="5232290" y="2324100"/>
                </a:cubicBezTo>
                <a:close/>
                <a:moveTo>
                  <a:pt x="3777806" y="2318660"/>
                </a:moveTo>
                <a:lnTo>
                  <a:pt x="3777885" y="2319422"/>
                </a:lnTo>
                <a:lnTo>
                  <a:pt x="3783336" y="2319715"/>
                </a:lnTo>
                <a:lnTo>
                  <a:pt x="3783152" y="2319677"/>
                </a:lnTo>
                <a:close/>
                <a:moveTo>
                  <a:pt x="5529933" y="2317938"/>
                </a:moveTo>
                <a:cubicBezTo>
                  <a:pt x="5518773" y="2320098"/>
                  <a:pt x="5525613" y="2322258"/>
                  <a:pt x="5525613" y="2326938"/>
                </a:cubicBezTo>
                <a:cubicBezTo>
                  <a:pt x="5514093" y="2347460"/>
                  <a:pt x="5495733" y="2358621"/>
                  <a:pt x="5505093" y="2376982"/>
                </a:cubicBezTo>
                <a:cubicBezTo>
                  <a:pt x="5518773" y="2365461"/>
                  <a:pt x="5516253" y="2345300"/>
                  <a:pt x="5534613" y="2335939"/>
                </a:cubicBezTo>
                <a:cubicBezTo>
                  <a:pt x="5536773" y="2326938"/>
                  <a:pt x="5532093" y="2322258"/>
                  <a:pt x="5529933" y="2317938"/>
                </a:cubicBezTo>
                <a:close/>
                <a:moveTo>
                  <a:pt x="3786078" y="2314247"/>
                </a:moveTo>
                <a:lnTo>
                  <a:pt x="3786179" y="2315627"/>
                </a:lnTo>
                <a:lnTo>
                  <a:pt x="3786725" y="2319897"/>
                </a:lnTo>
                <a:lnTo>
                  <a:pt x="3800850" y="2320655"/>
                </a:lnTo>
                <a:lnTo>
                  <a:pt x="3800764" y="2319016"/>
                </a:lnTo>
                <a:cubicBezTo>
                  <a:pt x="3798510" y="2313141"/>
                  <a:pt x="3791849" y="2318490"/>
                  <a:pt x="3787381" y="2316807"/>
                </a:cubicBezTo>
                <a:close/>
                <a:moveTo>
                  <a:pt x="5713309" y="2313143"/>
                </a:moveTo>
                <a:lnTo>
                  <a:pt x="5708208" y="2318325"/>
                </a:lnTo>
                <a:cubicBezTo>
                  <a:pt x="5694079" y="2327807"/>
                  <a:pt x="5677469" y="2330803"/>
                  <a:pt x="5692864" y="2342787"/>
                </a:cubicBezTo>
                <a:lnTo>
                  <a:pt x="5685201" y="2341919"/>
                </a:lnTo>
                <a:lnTo>
                  <a:pt x="5686794" y="2361573"/>
                </a:lnTo>
                <a:lnTo>
                  <a:pt x="5701430" y="2344928"/>
                </a:lnTo>
                <a:lnTo>
                  <a:pt x="5715355" y="2336059"/>
                </a:lnTo>
                <a:lnTo>
                  <a:pt x="5708266" y="2332576"/>
                </a:lnTo>
                <a:cubicBezTo>
                  <a:pt x="5706711" y="2329710"/>
                  <a:pt x="5708140" y="2325709"/>
                  <a:pt x="5709959" y="2321778"/>
                </a:cubicBezTo>
                <a:close/>
                <a:moveTo>
                  <a:pt x="3857860" y="2310610"/>
                </a:moveTo>
                <a:cubicBezTo>
                  <a:pt x="3853900" y="2309980"/>
                  <a:pt x="3851649" y="2311217"/>
                  <a:pt x="3850361" y="2313501"/>
                </a:cubicBezTo>
                <a:lnTo>
                  <a:pt x="3849086" y="2320269"/>
                </a:lnTo>
                <a:lnTo>
                  <a:pt x="3849189" y="2320311"/>
                </a:lnTo>
                <a:lnTo>
                  <a:pt x="3849070" y="2320355"/>
                </a:lnTo>
                <a:lnTo>
                  <a:pt x="3848772" y="2321934"/>
                </a:lnTo>
                <a:lnTo>
                  <a:pt x="3857673" y="2315978"/>
                </a:lnTo>
                <a:close/>
                <a:moveTo>
                  <a:pt x="6141201" y="2301875"/>
                </a:moveTo>
                <a:cubicBezTo>
                  <a:pt x="6152924" y="2311047"/>
                  <a:pt x="6155122" y="2319866"/>
                  <a:pt x="6152924" y="2333272"/>
                </a:cubicBezTo>
                <a:cubicBezTo>
                  <a:pt x="6148161" y="2324453"/>
                  <a:pt x="6136438" y="2317750"/>
                  <a:pt x="6141201" y="2301875"/>
                </a:cubicBezTo>
                <a:close/>
                <a:moveTo>
                  <a:pt x="3921795" y="2296189"/>
                </a:moveTo>
                <a:lnTo>
                  <a:pt x="3921532" y="2299589"/>
                </a:lnTo>
                <a:lnTo>
                  <a:pt x="3930507" y="2296940"/>
                </a:lnTo>
                <a:close/>
                <a:moveTo>
                  <a:pt x="3838715" y="2295193"/>
                </a:moveTo>
                <a:lnTo>
                  <a:pt x="3838548" y="2295215"/>
                </a:lnTo>
                <a:lnTo>
                  <a:pt x="3830720" y="2299577"/>
                </a:lnTo>
                <a:lnTo>
                  <a:pt x="3831365" y="2296135"/>
                </a:lnTo>
                <a:lnTo>
                  <a:pt x="3819666" y="2297635"/>
                </a:lnTo>
                <a:cubicBezTo>
                  <a:pt x="3817506" y="2297635"/>
                  <a:pt x="3819666" y="2301954"/>
                  <a:pt x="3819666" y="2301954"/>
                </a:cubicBezTo>
                <a:cubicBezTo>
                  <a:pt x="3813366" y="2302584"/>
                  <a:pt x="3809225" y="2301346"/>
                  <a:pt x="3805917" y="2299417"/>
                </a:cubicBezTo>
                <a:lnTo>
                  <a:pt x="3804159" y="2298074"/>
                </a:lnTo>
                <a:lnTo>
                  <a:pt x="3797740" y="2302993"/>
                </a:lnTo>
                <a:cubicBezTo>
                  <a:pt x="3794263" y="2304309"/>
                  <a:pt x="3790258" y="2304129"/>
                  <a:pt x="3785127" y="2301249"/>
                </a:cubicBezTo>
                <a:lnTo>
                  <a:pt x="3785325" y="2303953"/>
                </a:lnTo>
                <a:lnTo>
                  <a:pt x="3789867" y="2303619"/>
                </a:lnTo>
                <a:cubicBezTo>
                  <a:pt x="3793518" y="2303686"/>
                  <a:pt x="3797344" y="2304384"/>
                  <a:pt x="3801304" y="2306633"/>
                </a:cubicBezTo>
                <a:lnTo>
                  <a:pt x="3804935" y="2320874"/>
                </a:lnTo>
                <a:lnTo>
                  <a:pt x="3824106" y="2321903"/>
                </a:lnTo>
                <a:lnTo>
                  <a:pt x="3829342" y="2319951"/>
                </a:lnTo>
                <a:lnTo>
                  <a:pt x="3833799" y="2318696"/>
                </a:lnTo>
                <a:lnTo>
                  <a:pt x="3831575" y="2309665"/>
                </a:lnTo>
                <a:cubicBezTo>
                  <a:pt x="3831845" y="2305929"/>
                  <a:pt x="3834096" y="2302509"/>
                  <a:pt x="3839857" y="2296929"/>
                </a:cubicBezTo>
                <a:close/>
                <a:moveTo>
                  <a:pt x="3908217" y="2294334"/>
                </a:moveTo>
                <a:cubicBezTo>
                  <a:pt x="3904791" y="2294761"/>
                  <a:pt x="3901641" y="2296696"/>
                  <a:pt x="3898761" y="2301737"/>
                </a:cubicBezTo>
                <a:lnTo>
                  <a:pt x="3897551" y="2297904"/>
                </a:lnTo>
                <a:lnTo>
                  <a:pt x="3890228" y="2307751"/>
                </a:lnTo>
                <a:lnTo>
                  <a:pt x="3912151" y="2302359"/>
                </a:lnTo>
                <a:lnTo>
                  <a:pt x="3918957" y="2300349"/>
                </a:lnTo>
                <a:lnTo>
                  <a:pt x="3914737" y="2295298"/>
                </a:lnTo>
                <a:close/>
                <a:moveTo>
                  <a:pt x="5163811" y="2292736"/>
                </a:moveTo>
                <a:cubicBezTo>
                  <a:pt x="5159131" y="2304257"/>
                  <a:pt x="5145450" y="2297416"/>
                  <a:pt x="5138610" y="2299577"/>
                </a:cubicBezTo>
                <a:cubicBezTo>
                  <a:pt x="5138610" y="2313258"/>
                  <a:pt x="5145450" y="2315418"/>
                  <a:pt x="5159131" y="2315418"/>
                </a:cubicBezTo>
                <a:cubicBezTo>
                  <a:pt x="5156971" y="2304257"/>
                  <a:pt x="5170651" y="2306417"/>
                  <a:pt x="5163811" y="2292736"/>
                </a:cubicBezTo>
                <a:close/>
                <a:moveTo>
                  <a:pt x="3869118" y="2291003"/>
                </a:moveTo>
                <a:lnTo>
                  <a:pt x="3865060" y="2291365"/>
                </a:lnTo>
                <a:lnTo>
                  <a:pt x="3869652" y="2297919"/>
                </a:lnTo>
                <a:lnTo>
                  <a:pt x="3864860" y="2313991"/>
                </a:lnTo>
                <a:lnTo>
                  <a:pt x="3888685" y="2308131"/>
                </a:lnTo>
                <a:lnTo>
                  <a:pt x="3883967" y="2306431"/>
                </a:lnTo>
                <a:lnTo>
                  <a:pt x="3881965" y="2301280"/>
                </a:lnTo>
                <a:lnTo>
                  <a:pt x="3877363" y="2299082"/>
                </a:lnTo>
                <a:cubicBezTo>
                  <a:pt x="3874438" y="2299352"/>
                  <a:pt x="3873043" y="2302322"/>
                  <a:pt x="3872998" y="2299712"/>
                </a:cubicBezTo>
                <a:lnTo>
                  <a:pt x="3873519" y="2294555"/>
                </a:lnTo>
                <a:lnTo>
                  <a:pt x="3871614" y="2294665"/>
                </a:lnTo>
                <a:lnTo>
                  <a:pt x="3871919" y="2292873"/>
                </a:lnTo>
                <a:close/>
                <a:moveTo>
                  <a:pt x="3789107" y="2290129"/>
                </a:moveTo>
                <a:lnTo>
                  <a:pt x="3789260" y="2290956"/>
                </a:lnTo>
                <a:lnTo>
                  <a:pt x="3791240" y="2290818"/>
                </a:lnTo>
                <a:close/>
                <a:moveTo>
                  <a:pt x="3815780" y="2289046"/>
                </a:moveTo>
                <a:lnTo>
                  <a:pt x="3814512" y="2289066"/>
                </a:lnTo>
                <a:lnTo>
                  <a:pt x="3811171" y="2292116"/>
                </a:lnTo>
                <a:lnTo>
                  <a:pt x="3817675" y="2293771"/>
                </a:lnTo>
                <a:lnTo>
                  <a:pt x="3825172" y="2289801"/>
                </a:lnTo>
                <a:lnTo>
                  <a:pt x="3823689" y="2290137"/>
                </a:lnTo>
                <a:cubicBezTo>
                  <a:pt x="3820910" y="2290058"/>
                  <a:pt x="3818345" y="2289451"/>
                  <a:pt x="3815780" y="2289046"/>
                </a:cubicBezTo>
                <a:close/>
                <a:moveTo>
                  <a:pt x="5263688" y="2288656"/>
                </a:moveTo>
                <a:cubicBezTo>
                  <a:pt x="5265136" y="2288572"/>
                  <a:pt x="5266670" y="2289531"/>
                  <a:pt x="5268319" y="2292296"/>
                </a:cubicBezTo>
                <a:cubicBezTo>
                  <a:pt x="5259161" y="2294436"/>
                  <a:pt x="5270884" y="2299074"/>
                  <a:pt x="5263923" y="2301214"/>
                </a:cubicBezTo>
                <a:cubicBezTo>
                  <a:pt x="5259161" y="2290155"/>
                  <a:pt x="5259161" y="2310490"/>
                  <a:pt x="5263923" y="2310490"/>
                </a:cubicBezTo>
                <a:cubicBezTo>
                  <a:pt x="5263923" y="2310490"/>
                  <a:pt x="5263923" y="2310490"/>
                  <a:pt x="5256963" y="2312630"/>
                </a:cubicBezTo>
                <a:cubicBezTo>
                  <a:pt x="5254764" y="2312630"/>
                  <a:pt x="5252200" y="2312630"/>
                  <a:pt x="5252200" y="2307992"/>
                </a:cubicBezTo>
                <a:cubicBezTo>
                  <a:pt x="5259161" y="2305852"/>
                  <a:pt x="5252200" y="2303711"/>
                  <a:pt x="5252200" y="2296933"/>
                </a:cubicBezTo>
                <a:cubicBezTo>
                  <a:pt x="5255772" y="2298539"/>
                  <a:pt x="5259344" y="2288907"/>
                  <a:pt x="5263688" y="2288656"/>
                </a:cubicBezTo>
                <a:close/>
                <a:moveTo>
                  <a:pt x="3946641" y="2288056"/>
                </a:moveTo>
                <a:lnTo>
                  <a:pt x="3934012" y="2295905"/>
                </a:lnTo>
                <a:lnTo>
                  <a:pt x="3947263" y="2291993"/>
                </a:lnTo>
                <a:close/>
                <a:moveTo>
                  <a:pt x="3894441" y="2288056"/>
                </a:moveTo>
                <a:lnTo>
                  <a:pt x="3894326" y="2288129"/>
                </a:lnTo>
                <a:lnTo>
                  <a:pt x="3893869" y="2290782"/>
                </a:lnTo>
                <a:lnTo>
                  <a:pt x="3897184" y="2296742"/>
                </a:lnTo>
                <a:close/>
                <a:moveTo>
                  <a:pt x="5823335" y="2285896"/>
                </a:moveTo>
                <a:cubicBezTo>
                  <a:pt x="5812175" y="2290576"/>
                  <a:pt x="5802815" y="2299577"/>
                  <a:pt x="5798495" y="2308577"/>
                </a:cubicBezTo>
                <a:cubicBezTo>
                  <a:pt x="5800655" y="2313258"/>
                  <a:pt x="5830175" y="2299577"/>
                  <a:pt x="5823335" y="2285896"/>
                </a:cubicBezTo>
                <a:close/>
                <a:moveTo>
                  <a:pt x="3940263" y="2269509"/>
                </a:moveTo>
                <a:lnTo>
                  <a:pt x="3938901" y="2271315"/>
                </a:lnTo>
                <a:cubicBezTo>
                  <a:pt x="3937461" y="2274735"/>
                  <a:pt x="3937461" y="2278155"/>
                  <a:pt x="3939801" y="2281575"/>
                </a:cubicBezTo>
                <a:cubicBezTo>
                  <a:pt x="3943221" y="2282656"/>
                  <a:pt x="3946641" y="2280946"/>
                  <a:pt x="3949206" y="2278110"/>
                </a:cubicBezTo>
                <a:lnTo>
                  <a:pt x="3950995" y="2273835"/>
                </a:lnTo>
                <a:lnTo>
                  <a:pt x="3943252" y="2271610"/>
                </a:lnTo>
                <a:close/>
                <a:moveTo>
                  <a:pt x="5720925" y="2266950"/>
                </a:moveTo>
                <a:cubicBezTo>
                  <a:pt x="5729688" y="2280443"/>
                  <a:pt x="5705503" y="2293582"/>
                  <a:pt x="5703050" y="2286835"/>
                </a:cubicBezTo>
                <a:cubicBezTo>
                  <a:pt x="5712163" y="2282574"/>
                  <a:pt x="5707606" y="2269080"/>
                  <a:pt x="5720925" y="2266950"/>
                </a:cubicBezTo>
                <a:close/>
                <a:moveTo>
                  <a:pt x="5834855" y="2256374"/>
                </a:moveTo>
                <a:cubicBezTo>
                  <a:pt x="5832695" y="2265374"/>
                  <a:pt x="5825855" y="2272215"/>
                  <a:pt x="5825855" y="2283736"/>
                </a:cubicBezTo>
                <a:cubicBezTo>
                  <a:pt x="5839535" y="2276895"/>
                  <a:pt x="5841695" y="2285896"/>
                  <a:pt x="5855375" y="2274735"/>
                </a:cubicBezTo>
                <a:cubicBezTo>
                  <a:pt x="5853215" y="2263214"/>
                  <a:pt x="5839535" y="2267894"/>
                  <a:pt x="5834855" y="2256374"/>
                </a:cubicBezTo>
                <a:close/>
                <a:moveTo>
                  <a:pt x="5254891" y="2256374"/>
                </a:moveTo>
                <a:lnTo>
                  <a:pt x="5254647" y="2256827"/>
                </a:lnTo>
                <a:lnTo>
                  <a:pt x="5254969" y="2256374"/>
                </a:lnTo>
                <a:close/>
                <a:moveTo>
                  <a:pt x="5800655" y="2249533"/>
                </a:moveTo>
                <a:cubicBezTo>
                  <a:pt x="5791655" y="2258534"/>
                  <a:pt x="5786975" y="2267894"/>
                  <a:pt x="5786975" y="2281575"/>
                </a:cubicBezTo>
                <a:cubicBezTo>
                  <a:pt x="5795975" y="2276895"/>
                  <a:pt x="5800655" y="2276895"/>
                  <a:pt x="5800655" y="2285896"/>
                </a:cubicBezTo>
                <a:cubicBezTo>
                  <a:pt x="5816495" y="2281575"/>
                  <a:pt x="5821175" y="2267894"/>
                  <a:pt x="5828015" y="2256374"/>
                </a:cubicBezTo>
                <a:cubicBezTo>
                  <a:pt x="5816495" y="2245213"/>
                  <a:pt x="5816495" y="2274735"/>
                  <a:pt x="5802815" y="2274735"/>
                </a:cubicBezTo>
                <a:cubicBezTo>
                  <a:pt x="5791655" y="2274735"/>
                  <a:pt x="5802815" y="2256374"/>
                  <a:pt x="5800655" y="2249533"/>
                </a:cubicBezTo>
                <a:close/>
                <a:moveTo>
                  <a:pt x="6293228" y="2247900"/>
                </a:moveTo>
                <a:cubicBezTo>
                  <a:pt x="6286159" y="2258836"/>
                  <a:pt x="6279090" y="2270125"/>
                  <a:pt x="6276857" y="2285647"/>
                </a:cubicBezTo>
                <a:cubicBezTo>
                  <a:pt x="6272020" y="2272241"/>
                  <a:pt x="6269788" y="2247900"/>
                  <a:pt x="6293228" y="2247900"/>
                </a:cubicBezTo>
                <a:close/>
                <a:moveTo>
                  <a:pt x="5225011" y="2231532"/>
                </a:moveTo>
                <a:cubicBezTo>
                  <a:pt x="5211331" y="2238372"/>
                  <a:pt x="5225011" y="2247373"/>
                  <a:pt x="5222851" y="2261054"/>
                </a:cubicBezTo>
                <a:cubicBezTo>
                  <a:pt x="5202331" y="2265374"/>
                  <a:pt x="5179651" y="2288056"/>
                  <a:pt x="5200171" y="2306417"/>
                </a:cubicBezTo>
                <a:cubicBezTo>
                  <a:pt x="5181811" y="2308577"/>
                  <a:pt x="5188651" y="2285896"/>
                  <a:pt x="5174971" y="2285896"/>
                </a:cubicBezTo>
                <a:cubicBezTo>
                  <a:pt x="5179651" y="2292736"/>
                  <a:pt x="5179651" y="2306417"/>
                  <a:pt x="5184331" y="2313258"/>
                </a:cubicBezTo>
                <a:cubicBezTo>
                  <a:pt x="5172811" y="2317938"/>
                  <a:pt x="5163811" y="2324778"/>
                  <a:pt x="5163811" y="2340619"/>
                </a:cubicBezTo>
                <a:cubicBezTo>
                  <a:pt x="5150130" y="2342780"/>
                  <a:pt x="5159131" y="2320098"/>
                  <a:pt x="5141130" y="2326938"/>
                </a:cubicBezTo>
                <a:cubicBezTo>
                  <a:pt x="5141130" y="2326938"/>
                  <a:pt x="5141130" y="2326938"/>
                  <a:pt x="5141130" y="2351780"/>
                </a:cubicBezTo>
                <a:cubicBezTo>
                  <a:pt x="5129610" y="2338459"/>
                  <a:pt x="5122770" y="2354300"/>
                  <a:pt x="5109090" y="2356461"/>
                </a:cubicBezTo>
                <a:cubicBezTo>
                  <a:pt x="5109090" y="2361141"/>
                  <a:pt x="5113770" y="2363301"/>
                  <a:pt x="5111250" y="2367981"/>
                </a:cubicBezTo>
                <a:cubicBezTo>
                  <a:pt x="5093250" y="2372302"/>
                  <a:pt x="5077410" y="2388143"/>
                  <a:pt x="5086410" y="2411184"/>
                </a:cubicBezTo>
                <a:cubicBezTo>
                  <a:pt x="5074890" y="2402184"/>
                  <a:pt x="5059050" y="2418025"/>
                  <a:pt x="5065890" y="2427025"/>
                </a:cubicBezTo>
                <a:cubicBezTo>
                  <a:pt x="5038529" y="2418025"/>
                  <a:pt x="5045369" y="2447547"/>
                  <a:pt x="5027369" y="2449707"/>
                </a:cubicBezTo>
                <a:cubicBezTo>
                  <a:pt x="5034209" y="2458708"/>
                  <a:pt x="5024849" y="2451867"/>
                  <a:pt x="5022689" y="2458708"/>
                </a:cubicBezTo>
                <a:cubicBezTo>
                  <a:pt x="5027369" y="2461228"/>
                  <a:pt x="5029529" y="2463388"/>
                  <a:pt x="5031689" y="2465548"/>
                </a:cubicBezTo>
                <a:cubicBezTo>
                  <a:pt x="5029529" y="2472388"/>
                  <a:pt x="5027369" y="2486069"/>
                  <a:pt x="5015849" y="2486069"/>
                </a:cubicBezTo>
                <a:cubicBezTo>
                  <a:pt x="5018009" y="2474909"/>
                  <a:pt x="5031689" y="2470228"/>
                  <a:pt x="5018009" y="2463388"/>
                </a:cubicBezTo>
                <a:cubicBezTo>
                  <a:pt x="5006849" y="2481749"/>
                  <a:pt x="4974809" y="2470228"/>
                  <a:pt x="4963649" y="2486069"/>
                </a:cubicBezTo>
                <a:cubicBezTo>
                  <a:pt x="4958969" y="2495430"/>
                  <a:pt x="4958969" y="2502271"/>
                  <a:pt x="4965809" y="2508751"/>
                </a:cubicBezTo>
                <a:cubicBezTo>
                  <a:pt x="4991009" y="2508751"/>
                  <a:pt x="4963649" y="2488590"/>
                  <a:pt x="4981649" y="2486069"/>
                </a:cubicBezTo>
                <a:cubicBezTo>
                  <a:pt x="4977329" y="2502271"/>
                  <a:pt x="4993169" y="2504431"/>
                  <a:pt x="4995329" y="2515591"/>
                </a:cubicBezTo>
                <a:cubicBezTo>
                  <a:pt x="4981649" y="2504431"/>
                  <a:pt x="4972649" y="2518112"/>
                  <a:pt x="4961129" y="2520272"/>
                </a:cubicBezTo>
                <a:cubicBezTo>
                  <a:pt x="4958969" y="2511271"/>
                  <a:pt x="4958969" y="2499750"/>
                  <a:pt x="4947449" y="2497590"/>
                </a:cubicBezTo>
                <a:cubicBezTo>
                  <a:pt x="4943129" y="2504431"/>
                  <a:pt x="4954289" y="2515591"/>
                  <a:pt x="4943129" y="2515591"/>
                </a:cubicBezTo>
                <a:cubicBezTo>
                  <a:pt x="4943129" y="2511271"/>
                  <a:pt x="4940609" y="2506591"/>
                  <a:pt x="4938449" y="2504431"/>
                </a:cubicBezTo>
                <a:cubicBezTo>
                  <a:pt x="4931609" y="2511271"/>
                  <a:pt x="4924769" y="2522432"/>
                  <a:pt x="4915769" y="2529272"/>
                </a:cubicBezTo>
                <a:cubicBezTo>
                  <a:pt x="4895248" y="2515591"/>
                  <a:pt x="4879408" y="2549794"/>
                  <a:pt x="4858888" y="2549794"/>
                </a:cubicBezTo>
                <a:cubicBezTo>
                  <a:pt x="4863568" y="2551954"/>
                  <a:pt x="4861048" y="2558794"/>
                  <a:pt x="4863568" y="2563475"/>
                </a:cubicBezTo>
                <a:cubicBezTo>
                  <a:pt x="4856728" y="2565635"/>
                  <a:pt x="4849888" y="2561315"/>
                  <a:pt x="4849888" y="2574995"/>
                </a:cubicBezTo>
                <a:cubicBezTo>
                  <a:pt x="4829368" y="2558794"/>
                  <a:pt x="4827208" y="2583996"/>
                  <a:pt x="4813528" y="2592997"/>
                </a:cubicBezTo>
                <a:cubicBezTo>
                  <a:pt x="4813528" y="2581836"/>
                  <a:pt x="4802008" y="2595517"/>
                  <a:pt x="4799848" y="2583996"/>
                </a:cubicBezTo>
                <a:cubicBezTo>
                  <a:pt x="4802008" y="2572475"/>
                  <a:pt x="4806688" y="2568155"/>
                  <a:pt x="4813528" y="2565635"/>
                </a:cubicBezTo>
                <a:cubicBezTo>
                  <a:pt x="4799848" y="2549794"/>
                  <a:pt x="4781487" y="2565635"/>
                  <a:pt x="4772487" y="2581836"/>
                </a:cubicBezTo>
                <a:cubicBezTo>
                  <a:pt x="4781487" y="2581836"/>
                  <a:pt x="4783647" y="2570315"/>
                  <a:pt x="4795167" y="2579316"/>
                </a:cubicBezTo>
                <a:cubicBezTo>
                  <a:pt x="4776807" y="2595517"/>
                  <a:pt x="4756647" y="2602357"/>
                  <a:pt x="4738287" y="2625039"/>
                </a:cubicBezTo>
                <a:cubicBezTo>
                  <a:pt x="4738287" y="2627199"/>
                  <a:pt x="4742967" y="2629359"/>
                  <a:pt x="4747287" y="2631879"/>
                </a:cubicBezTo>
                <a:cubicBezTo>
                  <a:pt x="4747287" y="2631879"/>
                  <a:pt x="4747287" y="2631879"/>
                  <a:pt x="4740447" y="2649881"/>
                </a:cubicBezTo>
                <a:cubicBezTo>
                  <a:pt x="4729287" y="2645560"/>
                  <a:pt x="4738287" y="2634040"/>
                  <a:pt x="4724607" y="2629359"/>
                </a:cubicBezTo>
                <a:cubicBezTo>
                  <a:pt x="4704087" y="2625039"/>
                  <a:pt x="4713087" y="2649881"/>
                  <a:pt x="4695087" y="2638720"/>
                </a:cubicBezTo>
                <a:cubicBezTo>
                  <a:pt x="4692927" y="2656721"/>
                  <a:pt x="4715607" y="2654561"/>
                  <a:pt x="4722447" y="2647720"/>
                </a:cubicBezTo>
                <a:cubicBezTo>
                  <a:pt x="4719927" y="2666082"/>
                  <a:pt x="4697247" y="2649881"/>
                  <a:pt x="4701927" y="2668242"/>
                </a:cubicBezTo>
                <a:cubicBezTo>
                  <a:pt x="4688247" y="2659241"/>
                  <a:pt x="4699767" y="2640880"/>
                  <a:pt x="4676727" y="2634040"/>
                </a:cubicBezTo>
                <a:cubicBezTo>
                  <a:pt x="4670247" y="2649881"/>
                  <a:pt x="4629206" y="2654561"/>
                  <a:pt x="4645047" y="2684083"/>
                </a:cubicBezTo>
                <a:cubicBezTo>
                  <a:pt x="4654047" y="2672562"/>
                  <a:pt x="4663407" y="2668242"/>
                  <a:pt x="4674567" y="2661401"/>
                </a:cubicBezTo>
                <a:cubicBezTo>
                  <a:pt x="4676727" y="2675082"/>
                  <a:pt x="4660887" y="2668242"/>
                  <a:pt x="4670247" y="2681923"/>
                </a:cubicBezTo>
                <a:cubicBezTo>
                  <a:pt x="4659987" y="2681923"/>
                  <a:pt x="4648017" y="2687593"/>
                  <a:pt x="4636901" y="2692678"/>
                </a:cubicBezTo>
                <a:lnTo>
                  <a:pt x="4628304" y="2696185"/>
                </a:lnTo>
                <a:lnTo>
                  <a:pt x="4629977" y="2698664"/>
                </a:lnTo>
                <a:cubicBezTo>
                  <a:pt x="4631571" y="2699497"/>
                  <a:pt x="4633466" y="2699712"/>
                  <a:pt x="4635284" y="2700143"/>
                </a:cubicBezTo>
                <a:lnTo>
                  <a:pt x="4637518" y="2701420"/>
                </a:lnTo>
                <a:lnTo>
                  <a:pt x="4648557" y="2700059"/>
                </a:lnTo>
                <a:cubicBezTo>
                  <a:pt x="4654227" y="2698304"/>
                  <a:pt x="4658727" y="2695424"/>
                  <a:pt x="4660887" y="2690923"/>
                </a:cubicBezTo>
                <a:cubicBezTo>
                  <a:pt x="4658727" y="2699924"/>
                  <a:pt x="4672407" y="2695604"/>
                  <a:pt x="4670247" y="2686243"/>
                </a:cubicBezTo>
                <a:cubicBezTo>
                  <a:pt x="4674567" y="2688763"/>
                  <a:pt x="4676727" y="2690923"/>
                  <a:pt x="4679247" y="2695604"/>
                </a:cubicBezTo>
                <a:cubicBezTo>
                  <a:pt x="4683567" y="2690923"/>
                  <a:pt x="4688247" y="2686243"/>
                  <a:pt x="4690407" y="2679403"/>
                </a:cubicBezTo>
                <a:cubicBezTo>
                  <a:pt x="4706607" y="2690923"/>
                  <a:pt x="4715607" y="2677243"/>
                  <a:pt x="4726767" y="2666082"/>
                </a:cubicBezTo>
                <a:cubicBezTo>
                  <a:pt x="4724607" y="2672562"/>
                  <a:pt x="4736127" y="2675082"/>
                  <a:pt x="4736127" y="2679403"/>
                </a:cubicBezTo>
                <a:cubicBezTo>
                  <a:pt x="4742967" y="2666082"/>
                  <a:pt x="4756647" y="2666082"/>
                  <a:pt x="4767807" y="2663562"/>
                </a:cubicBezTo>
                <a:cubicBezTo>
                  <a:pt x="4779327" y="2659241"/>
                  <a:pt x="4790487" y="2656721"/>
                  <a:pt x="4790487" y="2640880"/>
                </a:cubicBezTo>
                <a:cubicBezTo>
                  <a:pt x="4802008" y="2649881"/>
                  <a:pt x="4804168" y="2634040"/>
                  <a:pt x="4808848" y="2627199"/>
                </a:cubicBezTo>
                <a:lnTo>
                  <a:pt x="4818574" y="2632082"/>
                </a:lnTo>
                <a:lnTo>
                  <a:pt x="4817225" y="2627535"/>
                </a:lnTo>
                <a:cubicBezTo>
                  <a:pt x="4831014" y="2611782"/>
                  <a:pt x="4860768" y="2611782"/>
                  <a:pt x="4867662" y="2600325"/>
                </a:cubicBezTo>
                <a:cubicBezTo>
                  <a:pt x="4867662" y="2608291"/>
                  <a:pt x="4865099" y="2614691"/>
                  <a:pt x="4861431" y="2620335"/>
                </a:cubicBezTo>
                <a:lnTo>
                  <a:pt x="4860096" y="2621942"/>
                </a:lnTo>
                <a:lnTo>
                  <a:pt x="4865514" y="2621506"/>
                </a:lnTo>
                <a:cubicBezTo>
                  <a:pt x="4871016" y="2620674"/>
                  <a:pt x="4875988" y="2619099"/>
                  <a:pt x="4879408" y="2615678"/>
                </a:cubicBezTo>
                <a:cubicBezTo>
                  <a:pt x="4879408" y="2609198"/>
                  <a:pt x="4874728" y="2606678"/>
                  <a:pt x="4874728" y="2602357"/>
                </a:cubicBezTo>
                <a:cubicBezTo>
                  <a:pt x="4888408" y="2597677"/>
                  <a:pt x="4890568" y="2595517"/>
                  <a:pt x="4904249" y="2586156"/>
                </a:cubicBezTo>
                <a:cubicBezTo>
                  <a:pt x="4911089" y="2595517"/>
                  <a:pt x="4895248" y="2602357"/>
                  <a:pt x="4906769" y="2606678"/>
                </a:cubicBezTo>
                <a:cubicBezTo>
                  <a:pt x="4907309" y="2596417"/>
                  <a:pt x="4910842" y="2588722"/>
                  <a:pt x="4916123" y="2582702"/>
                </a:cubicBezTo>
                <a:lnTo>
                  <a:pt x="4916553" y="2582401"/>
                </a:lnTo>
                <a:lnTo>
                  <a:pt x="4916926" y="2574036"/>
                </a:lnTo>
                <a:cubicBezTo>
                  <a:pt x="4919856" y="2561536"/>
                  <a:pt x="4928977" y="2559422"/>
                  <a:pt x="4940695" y="2555875"/>
                </a:cubicBezTo>
                <a:lnTo>
                  <a:pt x="4938110" y="2567927"/>
                </a:lnTo>
                <a:lnTo>
                  <a:pt x="4958862" y="2559593"/>
                </a:lnTo>
                <a:lnTo>
                  <a:pt x="4966610" y="2555482"/>
                </a:lnTo>
                <a:lnTo>
                  <a:pt x="4958513" y="2547013"/>
                </a:lnTo>
                <a:cubicBezTo>
                  <a:pt x="4965216" y="2547013"/>
                  <a:pt x="4963099" y="2540260"/>
                  <a:pt x="4967332" y="2538127"/>
                </a:cubicBezTo>
                <a:lnTo>
                  <a:pt x="4971093" y="2542074"/>
                </a:lnTo>
                <a:lnTo>
                  <a:pt x="4970489" y="2533953"/>
                </a:lnTo>
                <a:cubicBezTo>
                  <a:pt x="4981649" y="2533953"/>
                  <a:pt x="4986329" y="2522432"/>
                  <a:pt x="4995329" y="2518112"/>
                </a:cubicBezTo>
                <a:cubicBezTo>
                  <a:pt x="4993169" y="2529272"/>
                  <a:pt x="4993169" y="2536113"/>
                  <a:pt x="4997849" y="2542953"/>
                </a:cubicBezTo>
                <a:cubicBezTo>
                  <a:pt x="5020529" y="2531613"/>
                  <a:pt x="5039789" y="2511181"/>
                  <a:pt x="5059364" y="2492730"/>
                </a:cubicBezTo>
                <a:lnTo>
                  <a:pt x="5085382" y="2471262"/>
                </a:lnTo>
                <a:lnTo>
                  <a:pt x="5080515" y="2465113"/>
                </a:lnTo>
                <a:cubicBezTo>
                  <a:pt x="5077965" y="2463099"/>
                  <a:pt x="5075638" y="2463099"/>
                  <a:pt x="5074385" y="2467753"/>
                </a:cubicBezTo>
                <a:cubicBezTo>
                  <a:pt x="5063288" y="2451644"/>
                  <a:pt x="5092641" y="2442695"/>
                  <a:pt x="5097294" y="2438400"/>
                </a:cubicBezTo>
                <a:cubicBezTo>
                  <a:pt x="5099442" y="2447349"/>
                  <a:pt x="5094789" y="2451644"/>
                  <a:pt x="5090493" y="2456298"/>
                </a:cubicBezTo>
                <a:cubicBezTo>
                  <a:pt x="5089240" y="2458625"/>
                  <a:pt x="5087540" y="2460862"/>
                  <a:pt x="5086690" y="2463681"/>
                </a:cubicBezTo>
                <a:lnTo>
                  <a:pt x="5087396" y="2469601"/>
                </a:lnTo>
                <a:lnTo>
                  <a:pt x="5089430" y="2467922"/>
                </a:lnTo>
                <a:cubicBezTo>
                  <a:pt x="5099842" y="2461070"/>
                  <a:pt x="5110800" y="2456098"/>
                  <a:pt x="5122770" y="2454387"/>
                </a:cubicBezTo>
                <a:cubicBezTo>
                  <a:pt x="5118090" y="2456547"/>
                  <a:pt x="5111250" y="2458708"/>
                  <a:pt x="5111250" y="2468068"/>
                </a:cubicBezTo>
                <a:cubicBezTo>
                  <a:pt x="5122770" y="2465548"/>
                  <a:pt x="5120610" y="2474909"/>
                  <a:pt x="5129610" y="2472388"/>
                </a:cubicBezTo>
                <a:cubicBezTo>
                  <a:pt x="5128530" y="2461048"/>
                  <a:pt x="5133660" y="2458797"/>
                  <a:pt x="5139645" y="2458528"/>
                </a:cubicBezTo>
                <a:lnTo>
                  <a:pt x="5147964" y="2458705"/>
                </a:lnTo>
                <a:lnTo>
                  <a:pt x="5151722" y="2451292"/>
                </a:lnTo>
                <a:lnTo>
                  <a:pt x="5153522" y="2448734"/>
                </a:lnTo>
                <a:lnTo>
                  <a:pt x="5152740" y="2443992"/>
                </a:lnTo>
                <a:cubicBezTo>
                  <a:pt x="5151300" y="2441156"/>
                  <a:pt x="5150130" y="2438366"/>
                  <a:pt x="5152290" y="2431706"/>
                </a:cubicBezTo>
                <a:lnTo>
                  <a:pt x="5156567" y="2432383"/>
                </a:lnTo>
                <a:lnTo>
                  <a:pt x="5156433" y="2431030"/>
                </a:lnTo>
                <a:lnTo>
                  <a:pt x="5168768" y="2432975"/>
                </a:lnTo>
                <a:lnTo>
                  <a:pt x="5176405" y="2429657"/>
                </a:lnTo>
                <a:lnTo>
                  <a:pt x="5170203" y="2424156"/>
                </a:lnTo>
                <a:lnTo>
                  <a:pt x="5175016" y="2422039"/>
                </a:lnTo>
                <a:lnTo>
                  <a:pt x="5170651" y="2418025"/>
                </a:lnTo>
                <a:cubicBezTo>
                  <a:pt x="5179021" y="2414514"/>
                  <a:pt x="5184961" y="2398246"/>
                  <a:pt x="5191357" y="2394280"/>
                </a:cubicBezTo>
                <a:lnTo>
                  <a:pt x="5194116" y="2394721"/>
                </a:lnTo>
                <a:lnTo>
                  <a:pt x="5195998" y="2391994"/>
                </a:lnTo>
                <a:cubicBezTo>
                  <a:pt x="5200517" y="2387947"/>
                  <a:pt x="5206155" y="2384491"/>
                  <a:pt x="5204902" y="2376487"/>
                </a:cubicBezTo>
                <a:cubicBezTo>
                  <a:pt x="5211704" y="2385764"/>
                  <a:pt x="5210630" y="2391494"/>
                  <a:pt x="5207005" y="2396360"/>
                </a:cubicBezTo>
                <a:lnTo>
                  <a:pt x="5196538" y="2408007"/>
                </a:lnTo>
                <a:lnTo>
                  <a:pt x="5202061" y="2409879"/>
                </a:lnTo>
                <a:cubicBezTo>
                  <a:pt x="5205211" y="2412714"/>
                  <a:pt x="5208091" y="2417845"/>
                  <a:pt x="5216011" y="2420185"/>
                </a:cubicBezTo>
                <a:cubicBezTo>
                  <a:pt x="5220691" y="2409024"/>
                  <a:pt x="5213851" y="2406504"/>
                  <a:pt x="5209171" y="2402184"/>
                </a:cubicBezTo>
                <a:cubicBezTo>
                  <a:pt x="5218171" y="2388143"/>
                  <a:pt x="5241211" y="2372302"/>
                  <a:pt x="5259211" y="2356461"/>
                </a:cubicBezTo>
                <a:cubicBezTo>
                  <a:pt x="5250211" y="2349620"/>
                  <a:pt x="5259211" y="2338459"/>
                  <a:pt x="5257051" y="2326938"/>
                </a:cubicBezTo>
                <a:cubicBezTo>
                  <a:pt x="5270731" y="2322258"/>
                  <a:pt x="5263891" y="2342780"/>
                  <a:pt x="5277571" y="2335939"/>
                </a:cubicBezTo>
                <a:cubicBezTo>
                  <a:pt x="5272891" y="2320098"/>
                  <a:pt x="5279731" y="2311097"/>
                  <a:pt x="5284411" y="2299577"/>
                </a:cubicBezTo>
                <a:cubicBezTo>
                  <a:pt x="5277571" y="2297416"/>
                  <a:pt x="5272891" y="2306417"/>
                  <a:pt x="5272891" y="2299577"/>
                </a:cubicBezTo>
                <a:cubicBezTo>
                  <a:pt x="5284411" y="2297416"/>
                  <a:pt x="5277571" y="2283736"/>
                  <a:pt x="5270731" y="2281575"/>
                </a:cubicBezTo>
                <a:cubicBezTo>
                  <a:pt x="5275231" y="2280315"/>
                  <a:pt x="5276941" y="2276265"/>
                  <a:pt x="5279236" y="2272260"/>
                </a:cubicBezTo>
                <a:lnTo>
                  <a:pt x="5282361" y="2269907"/>
                </a:lnTo>
                <a:lnTo>
                  <a:pt x="5277905" y="2267494"/>
                </a:lnTo>
                <a:cubicBezTo>
                  <a:pt x="5259559" y="2264954"/>
                  <a:pt x="5257401" y="2278743"/>
                  <a:pt x="5259559" y="2285637"/>
                </a:cubicBezTo>
                <a:cubicBezTo>
                  <a:pt x="5247148" y="2281101"/>
                  <a:pt x="5246609" y="2271395"/>
                  <a:pt x="5251420" y="2261371"/>
                </a:cubicBezTo>
                <a:lnTo>
                  <a:pt x="5252212" y="2260256"/>
                </a:lnTo>
                <a:lnTo>
                  <a:pt x="5249356" y="2245888"/>
                </a:lnTo>
                <a:cubicBezTo>
                  <a:pt x="5247961" y="2241613"/>
                  <a:pt x="5245711" y="2238193"/>
                  <a:pt x="5241211" y="2235852"/>
                </a:cubicBezTo>
                <a:cubicBezTo>
                  <a:pt x="5234371" y="2251693"/>
                  <a:pt x="5231851" y="2238372"/>
                  <a:pt x="5225011" y="2231532"/>
                </a:cubicBezTo>
                <a:close/>
                <a:moveTo>
                  <a:pt x="5864315" y="2222500"/>
                </a:moveTo>
                <a:cubicBezTo>
                  <a:pt x="5870975" y="2231959"/>
                  <a:pt x="5864315" y="2245783"/>
                  <a:pt x="5864315" y="2257061"/>
                </a:cubicBezTo>
                <a:cubicBezTo>
                  <a:pt x="5844338" y="2254878"/>
                  <a:pt x="5866418" y="2234141"/>
                  <a:pt x="5864315" y="2222500"/>
                </a:cubicBezTo>
                <a:close/>
                <a:moveTo>
                  <a:pt x="5738681" y="2222500"/>
                </a:moveTo>
                <a:lnTo>
                  <a:pt x="5740797" y="2238985"/>
                </a:lnTo>
                <a:cubicBezTo>
                  <a:pt x="5736211" y="2241183"/>
                  <a:pt x="5727392" y="2245945"/>
                  <a:pt x="5725275" y="2241183"/>
                </a:cubicBezTo>
                <a:cubicBezTo>
                  <a:pt x="5731978" y="2236421"/>
                  <a:pt x="5731978" y="2227262"/>
                  <a:pt x="5738681" y="2222500"/>
                </a:cubicBezTo>
                <a:close/>
                <a:moveTo>
                  <a:pt x="5873376" y="2213171"/>
                </a:moveTo>
                <a:cubicBezTo>
                  <a:pt x="5859696" y="2222171"/>
                  <a:pt x="5859696" y="2231532"/>
                  <a:pt x="5843855" y="2231532"/>
                </a:cubicBezTo>
                <a:cubicBezTo>
                  <a:pt x="5850695" y="2242693"/>
                  <a:pt x="5862216" y="2247373"/>
                  <a:pt x="5855375" y="2267894"/>
                </a:cubicBezTo>
                <a:cubicBezTo>
                  <a:pt x="5880216" y="2265374"/>
                  <a:pt x="5864376" y="2235852"/>
                  <a:pt x="5873376" y="2213171"/>
                </a:cubicBezTo>
                <a:close/>
                <a:moveTo>
                  <a:pt x="5282057" y="2212875"/>
                </a:moveTo>
                <a:lnTo>
                  <a:pt x="5276631" y="2218402"/>
                </a:lnTo>
                <a:lnTo>
                  <a:pt x="5276929" y="2224691"/>
                </a:lnTo>
                <a:lnTo>
                  <a:pt x="5277571" y="2224691"/>
                </a:lnTo>
                <a:close/>
                <a:moveTo>
                  <a:pt x="5286207" y="2208646"/>
                </a:moveTo>
                <a:lnTo>
                  <a:pt x="5285490" y="2209377"/>
                </a:lnTo>
                <a:lnTo>
                  <a:pt x="5286319" y="2209122"/>
                </a:lnTo>
                <a:close/>
                <a:moveTo>
                  <a:pt x="6354040" y="2198687"/>
                </a:moveTo>
                <a:cubicBezTo>
                  <a:pt x="6365306" y="2207772"/>
                  <a:pt x="6367850" y="2212496"/>
                  <a:pt x="6358401" y="2226306"/>
                </a:cubicBezTo>
                <a:cubicBezTo>
                  <a:pt x="6338050" y="2228486"/>
                  <a:pt x="6354040" y="2210316"/>
                  <a:pt x="6354040" y="2198687"/>
                </a:cubicBezTo>
                <a:close/>
                <a:moveTo>
                  <a:pt x="5136450" y="2185809"/>
                </a:moveTo>
                <a:cubicBezTo>
                  <a:pt x="5122770" y="2183649"/>
                  <a:pt x="5124930" y="2201650"/>
                  <a:pt x="5138610" y="2199490"/>
                </a:cubicBezTo>
                <a:cubicBezTo>
                  <a:pt x="5143290" y="2192649"/>
                  <a:pt x="5138610" y="2194809"/>
                  <a:pt x="5136450" y="2185809"/>
                </a:cubicBezTo>
                <a:close/>
                <a:moveTo>
                  <a:pt x="5259211" y="2183649"/>
                </a:moveTo>
                <a:cubicBezTo>
                  <a:pt x="5252371" y="2190489"/>
                  <a:pt x="5247241" y="2196160"/>
                  <a:pt x="5242111" y="2202415"/>
                </a:cubicBezTo>
                <a:lnTo>
                  <a:pt x="5234310" y="2212577"/>
                </a:lnTo>
                <a:lnTo>
                  <a:pt x="5239790" y="2213896"/>
                </a:lnTo>
                <a:lnTo>
                  <a:pt x="5247376" y="2208355"/>
                </a:lnTo>
                <a:cubicBezTo>
                  <a:pt x="5253091" y="2201830"/>
                  <a:pt x="5257051" y="2193909"/>
                  <a:pt x="5259211" y="2183649"/>
                </a:cubicBezTo>
                <a:close/>
                <a:moveTo>
                  <a:pt x="6112501" y="2176462"/>
                </a:moveTo>
                <a:cubicBezTo>
                  <a:pt x="6132905" y="2189967"/>
                  <a:pt x="6114649" y="2205605"/>
                  <a:pt x="6110353" y="2223731"/>
                </a:cubicBezTo>
                <a:cubicBezTo>
                  <a:pt x="6096750" y="2210226"/>
                  <a:pt x="6117154" y="2194232"/>
                  <a:pt x="6112501" y="2176462"/>
                </a:cubicBezTo>
                <a:close/>
                <a:moveTo>
                  <a:pt x="5425527" y="2170204"/>
                </a:moveTo>
                <a:cubicBezTo>
                  <a:pt x="5421933" y="2170845"/>
                  <a:pt x="5420313" y="2177258"/>
                  <a:pt x="5418693" y="2172128"/>
                </a:cubicBezTo>
                <a:cubicBezTo>
                  <a:pt x="5411853" y="2181488"/>
                  <a:pt x="5418693" y="2199490"/>
                  <a:pt x="5400332" y="2201650"/>
                </a:cubicBezTo>
                <a:cubicBezTo>
                  <a:pt x="5414013" y="2208490"/>
                  <a:pt x="5432013" y="2187969"/>
                  <a:pt x="5429853" y="2172128"/>
                </a:cubicBezTo>
                <a:cubicBezTo>
                  <a:pt x="5428143" y="2170418"/>
                  <a:pt x="5426726" y="2169990"/>
                  <a:pt x="5425527" y="2170204"/>
                </a:cubicBezTo>
                <a:close/>
                <a:moveTo>
                  <a:pt x="6159281" y="2165350"/>
                </a:moveTo>
                <a:cubicBezTo>
                  <a:pt x="6172600" y="2167894"/>
                  <a:pt x="6163487" y="2190788"/>
                  <a:pt x="6156828" y="2195148"/>
                </a:cubicBezTo>
                <a:cubicBezTo>
                  <a:pt x="6145963" y="2186063"/>
                  <a:pt x="6152622" y="2176978"/>
                  <a:pt x="6159281" y="2165350"/>
                </a:cubicBezTo>
                <a:close/>
                <a:moveTo>
                  <a:pt x="5850695" y="2165287"/>
                </a:moveTo>
                <a:cubicBezTo>
                  <a:pt x="5841695" y="2174648"/>
                  <a:pt x="5843855" y="2187969"/>
                  <a:pt x="5846375" y="2204170"/>
                </a:cubicBezTo>
                <a:cubicBezTo>
                  <a:pt x="5859696" y="2197330"/>
                  <a:pt x="5853215" y="2178968"/>
                  <a:pt x="5850695" y="2165287"/>
                </a:cubicBezTo>
                <a:close/>
                <a:moveTo>
                  <a:pt x="5705255" y="2154127"/>
                </a:moveTo>
                <a:lnTo>
                  <a:pt x="5700505" y="2156365"/>
                </a:lnTo>
                <a:lnTo>
                  <a:pt x="5691245" y="2181216"/>
                </a:lnTo>
                <a:lnTo>
                  <a:pt x="5688196" y="2195294"/>
                </a:lnTo>
                <a:lnTo>
                  <a:pt x="5694005" y="2190759"/>
                </a:lnTo>
                <a:cubicBezTo>
                  <a:pt x="5697695" y="2186529"/>
                  <a:pt x="5701655" y="2182569"/>
                  <a:pt x="5709575" y="2181488"/>
                </a:cubicBezTo>
                <a:cubicBezTo>
                  <a:pt x="5705255" y="2165287"/>
                  <a:pt x="5705255" y="2169968"/>
                  <a:pt x="5705255" y="2154127"/>
                </a:cubicBezTo>
                <a:close/>
                <a:moveTo>
                  <a:pt x="3203455" y="2146445"/>
                </a:moveTo>
                <a:lnTo>
                  <a:pt x="3201514" y="2150944"/>
                </a:lnTo>
                <a:lnTo>
                  <a:pt x="3204174" y="2148737"/>
                </a:lnTo>
                <a:close/>
                <a:moveTo>
                  <a:pt x="6346164" y="2143125"/>
                </a:moveTo>
                <a:cubicBezTo>
                  <a:pt x="6348281" y="2152098"/>
                  <a:pt x="6350397" y="2177221"/>
                  <a:pt x="6341578" y="2184041"/>
                </a:cubicBezTo>
                <a:cubicBezTo>
                  <a:pt x="6337344" y="2172556"/>
                  <a:pt x="6334875" y="2149944"/>
                  <a:pt x="6346164" y="2143125"/>
                </a:cubicBezTo>
                <a:close/>
                <a:moveTo>
                  <a:pt x="6304064" y="2143125"/>
                </a:moveTo>
                <a:cubicBezTo>
                  <a:pt x="6331341" y="2152204"/>
                  <a:pt x="6299398" y="2175445"/>
                  <a:pt x="6313037" y="2195782"/>
                </a:cubicBezTo>
                <a:cubicBezTo>
                  <a:pt x="6308371" y="2198324"/>
                  <a:pt x="6299398" y="2198324"/>
                  <a:pt x="6290425" y="2195782"/>
                </a:cubicBezTo>
                <a:cubicBezTo>
                  <a:pt x="6299398" y="2172903"/>
                  <a:pt x="6301551" y="2168545"/>
                  <a:pt x="6304064" y="2143125"/>
                </a:cubicBezTo>
                <a:close/>
                <a:moveTo>
                  <a:pt x="3200741" y="2137801"/>
                </a:moveTo>
                <a:lnTo>
                  <a:pt x="3200615" y="2139580"/>
                </a:lnTo>
                <a:lnTo>
                  <a:pt x="3201207" y="2139285"/>
                </a:lnTo>
                <a:close/>
                <a:moveTo>
                  <a:pt x="3726543" y="2131377"/>
                </a:moveTo>
                <a:cubicBezTo>
                  <a:pt x="3724307" y="2131968"/>
                  <a:pt x="3723222" y="2134407"/>
                  <a:pt x="3722056" y="2137136"/>
                </a:cubicBezTo>
                <a:lnTo>
                  <a:pt x="3721736" y="2137618"/>
                </a:lnTo>
                <a:lnTo>
                  <a:pt x="3721736" y="2142857"/>
                </a:lnTo>
                <a:cubicBezTo>
                  <a:pt x="3725156" y="2142857"/>
                  <a:pt x="3728036" y="2142317"/>
                  <a:pt x="3730062" y="2140337"/>
                </a:cubicBezTo>
                <a:lnTo>
                  <a:pt x="3732186" y="2132921"/>
                </a:lnTo>
                <a:close/>
                <a:moveTo>
                  <a:pt x="5325889" y="2128837"/>
                </a:moveTo>
                <a:cubicBezTo>
                  <a:pt x="5355033" y="2128837"/>
                  <a:pt x="5323401" y="2145580"/>
                  <a:pt x="5330154" y="2152278"/>
                </a:cubicBezTo>
                <a:cubicBezTo>
                  <a:pt x="5307763" y="2145580"/>
                  <a:pt x="5336907" y="2133674"/>
                  <a:pt x="5325889" y="2128837"/>
                </a:cubicBezTo>
                <a:close/>
                <a:moveTo>
                  <a:pt x="3188159" y="2127514"/>
                </a:moveTo>
                <a:cubicBezTo>
                  <a:pt x="3185009" y="2128077"/>
                  <a:pt x="3181994" y="2129348"/>
                  <a:pt x="3179473" y="2131760"/>
                </a:cubicBezTo>
                <a:lnTo>
                  <a:pt x="3179083" y="2132519"/>
                </a:lnTo>
                <a:lnTo>
                  <a:pt x="3192234" y="2129386"/>
                </a:lnTo>
                <a:lnTo>
                  <a:pt x="3196071" y="2128261"/>
                </a:lnTo>
                <a:close/>
                <a:moveTo>
                  <a:pt x="5815407" y="2127250"/>
                </a:moveTo>
                <a:cubicBezTo>
                  <a:pt x="5815407" y="2141059"/>
                  <a:pt x="5808646" y="2147963"/>
                  <a:pt x="5799751" y="2157048"/>
                </a:cubicBezTo>
                <a:cubicBezTo>
                  <a:pt x="5795125" y="2143239"/>
                  <a:pt x="5806511" y="2136335"/>
                  <a:pt x="5815407" y="2127250"/>
                </a:cubicBezTo>
                <a:close/>
                <a:moveTo>
                  <a:pt x="713719" y="2127250"/>
                </a:moveTo>
                <a:cubicBezTo>
                  <a:pt x="732225" y="2143000"/>
                  <a:pt x="697753" y="2143000"/>
                  <a:pt x="697753" y="2163404"/>
                </a:cubicBezTo>
                <a:cubicBezTo>
                  <a:pt x="681788" y="2158750"/>
                  <a:pt x="709365" y="2138704"/>
                  <a:pt x="713719" y="2127250"/>
                </a:cubicBezTo>
                <a:close/>
                <a:moveTo>
                  <a:pt x="3603945" y="2126439"/>
                </a:moveTo>
                <a:cubicBezTo>
                  <a:pt x="3607391" y="2126048"/>
                  <a:pt x="3612244" y="2135505"/>
                  <a:pt x="3612244" y="2126796"/>
                </a:cubicBezTo>
                <a:cubicBezTo>
                  <a:pt x="3616730" y="2128973"/>
                  <a:pt x="3614314" y="2133690"/>
                  <a:pt x="3614314" y="2138408"/>
                </a:cubicBezTo>
                <a:cubicBezTo>
                  <a:pt x="3605687" y="2142762"/>
                  <a:pt x="3607757" y="2133690"/>
                  <a:pt x="3601200" y="2131150"/>
                </a:cubicBezTo>
                <a:cubicBezTo>
                  <a:pt x="3601804" y="2127794"/>
                  <a:pt x="3602796" y="2126569"/>
                  <a:pt x="3603945" y="2126439"/>
                </a:cubicBezTo>
                <a:close/>
                <a:moveTo>
                  <a:pt x="3335721" y="2124685"/>
                </a:moveTo>
                <a:cubicBezTo>
                  <a:pt x="3330941" y="2141170"/>
                  <a:pt x="3305942" y="2131645"/>
                  <a:pt x="3301163" y="2127249"/>
                </a:cubicBezTo>
                <a:cubicBezTo>
                  <a:pt x="3308148" y="2122487"/>
                  <a:pt x="3324324" y="2134210"/>
                  <a:pt x="3335721" y="2124685"/>
                </a:cubicBezTo>
                <a:close/>
                <a:moveTo>
                  <a:pt x="5735582" y="2124475"/>
                </a:moveTo>
                <a:lnTo>
                  <a:pt x="5722199" y="2131067"/>
                </a:lnTo>
                <a:lnTo>
                  <a:pt x="5722518" y="2133246"/>
                </a:lnTo>
                <a:lnTo>
                  <a:pt x="5728094" y="2131557"/>
                </a:lnTo>
                <a:lnTo>
                  <a:pt x="5727162" y="2134894"/>
                </a:lnTo>
                <a:lnTo>
                  <a:pt x="5733695" y="2129223"/>
                </a:lnTo>
                <a:close/>
                <a:moveTo>
                  <a:pt x="3805978" y="2122425"/>
                </a:moveTo>
                <a:lnTo>
                  <a:pt x="3793228" y="2124841"/>
                </a:lnTo>
                <a:lnTo>
                  <a:pt x="3790187" y="2127530"/>
                </a:lnTo>
                <a:lnTo>
                  <a:pt x="3802744" y="2123510"/>
                </a:lnTo>
                <a:close/>
                <a:moveTo>
                  <a:pt x="5479893" y="2122084"/>
                </a:moveTo>
                <a:lnTo>
                  <a:pt x="5479165" y="2122413"/>
                </a:lnTo>
                <a:lnTo>
                  <a:pt x="5477145" y="2125311"/>
                </a:lnTo>
                <a:lnTo>
                  <a:pt x="5475605" y="2124019"/>
                </a:lnTo>
                <a:lnTo>
                  <a:pt x="5467923" y="2127485"/>
                </a:lnTo>
                <a:cubicBezTo>
                  <a:pt x="5465673" y="2130095"/>
                  <a:pt x="5465133" y="2133605"/>
                  <a:pt x="5466213" y="2138286"/>
                </a:cubicBezTo>
                <a:cubicBezTo>
                  <a:pt x="5477733" y="2135765"/>
                  <a:pt x="5482413" y="2131085"/>
                  <a:pt x="5479893" y="2122084"/>
                </a:cubicBezTo>
                <a:close/>
                <a:moveTo>
                  <a:pt x="4619621" y="2121319"/>
                </a:moveTo>
                <a:cubicBezTo>
                  <a:pt x="4617056" y="2122714"/>
                  <a:pt x="4615346" y="2125505"/>
                  <a:pt x="4613006" y="2128925"/>
                </a:cubicBezTo>
                <a:cubicBezTo>
                  <a:pt x="4622366" y="2140446"/>
                  <a:pt x="4629206" y="2131085"/>
                  <a:pt x="4631366" y="2122084"/>
                </a:cubicBezTo>
                <a:cubicBezTo>
                  <a:pt x="4625606" y="2119924"/>
                  <a:pt x="4622186" y="2119924"/>
                  <a:pt x="4619621" y="2121319"/>
                </a:cubicBezTo>
                <a:close/>
                <a:moveTo>
                  <a:pt x="6123722" y="2112962"/>
                </a:moveTo>
                <a:cubicBezTo>
                  <a:pt x="6148780" y="2123997"/>
                  <a:pt x="6148780" y="2144645"/>
                  <a:pt x="6130524" y="2171344"/>
                </a:cubicBezTo>
                <a:cubicBezTo>
                  <a:pt x="6114773" y="2167072"/>
                  <a:pt x="6114773" y="2167072"/>
                  <a:pt x="6114773" y="2167072"/>
                </a:cubicBezTo>
                <a:cubicBezTo>
                  <a:pt x="6112625" y="2142153"/>
                  <a:pt x="6112625" y="2135389"/>
                  <a:pt x="6123722" y="2112962"/>
                </a:cubicBezTo>
                <a:close/>
                <a:moveTo>
                  <a:pt x="3438292" y="2111497"/>
                </a:moveTo>
                <a:cubicBezTo>
                  <a:pt x="3441311" y="2110581"/>
                  <a:pt x="3444072" y="2111680"/>
                  <a:pt x="3445280" y="2115160"/>
                </a:cubicBezTo>
                <a:cubicBezTo>
                  <a:pt x="3445280" y="2124319"/>
                  <a:pt x="3436307" y="2119923"/>
                  <a:pt x="3434237" y="2126883"/>
                </a:cubicBezTo>
                <a:lnTo>
                  <a:pt x="3432213" y="2122230"/>
                </a:lnTo>
                <a:lnTo>
                  <a:pt x="3402763" y="2133244"/>
                </a:lnTo>
                <a:cubicBezTo>
                  <a:pt x="3404374" y="2118032"/>
                  <a:pt x="3420080" y="2114229"/>
                  <a:pt x="3430701" y="2116131"/>
                </a:cubicBezTo>
                <a:lnTo>
                  <a:pt x="3432706" y="2117007"/>
                </a:lnTo>
                <a:close/>
                <a:moveTo>
                  <a:pt x="5416134" y="2111375"/>
                </a:moveTo>
                <a:cubicBezTo>
                  <a:pt x="5413902" y="2124771"/>
                  <a:pt x="5428041" y="2111375"/>
                  <a:pt x="5428041" y="2122598"/>
                </a:cubicBezTo>
                <a:cubicBezTo>
                  <a:pt x="5423204" y="2129477"/>
                  <a:pt x="5409065" y="2131650"/>
                  <a:pt x="5406832" y="2120426"/>
                </a:cubicBezTo>
                <a:cubicBezTo>
                  <a:pt x="5404600" y="2115719"/>
                  <a:pt x="5413902" y="2115719"/>
                  <a:pt x="5416134" y="2111375"/>
                </a:cubicBezTo>
                <a:close/>
                <a:moveTo>
                  <a:pt x="3351014" y="2107543"/>
                </a:moveTo>
                <a:cubicBezTo>
                  <a:pt x="3354034" y="2105853"/>
                  <a:pt x="3357312" y="2106475"/>
                  <a:pt x="3359555" y="2111101"/>
                </a:cubicBezTo>
                <a:cubicBezTo>
                  <a:pt x="3359555" y="2115371"/>
                  <a:pt x="3357139" y="2113236"/>
                  <a:pt x="3357139" y="2111101"/>
                </a:cubicBezTo>
                <a:cubicBezTo>
                  <a:pt x="3352998" y="2115371"/>
                  <a:pt x="3350582" y="2122131"/>
                  <a:pt x="3344025" y="2117861"/>
                </a:cubicBezTo>
                <a:cubicBezTo>
                  <a:pt x="3345233" y="2113236"/>
                  <a:pt x="3347994" y="2109233"/>
                  <a:pt x="3351014" y="2107543"/>
                </a:cubicBezTo>
                <a:close/>
                <a:moveTo>
                  <a:pt x="3644823" y="2104501"/>
                </a:moveTo>
                <a:cubicBezTo>
                  <a:pt x="3649921" y="2102004"/>
                  <a:pt x="3656182" y="2103056"/>
                  <a:pt x="3659581" y="2107437"/>
                </a:cubicBezTo>
                <a:cubicBezTo>
                  <a:pt x="3654930" y="2116549"/>
                  <a:pt x="3650637" y="2125311"/>
                  <a:pt x="3637042" y="2122858"/>
                </a:cubicBezTo>
                <a:cubicBezTo>
                  <a:pt x="3635790" y="2113044"/>
                  <a:pt x="3639726" y="2106999"/>
                  <a:pt x="3644823" y="2104501"/>
                </a:cubicBezTo>
                <a:close/>
                <a:moveTo>
                  <a:pt x="3839857" y="2103600"/>
                </a:moveTo>
                <a:lnTo>
                  <a:pt x="3839457" y="2104159"/>
                </a:lnTo>
                <a:lnTo>
                  <a:pt x="3830855" y="2105760"/>
                </a:lnTo>
                <a:cubicBezTo>
                  <a:pt x="3839857" y="2103600"/>
                  <a:pt x="3839857" y="2103600"/>
                  <a:pt x="3839857" y="2103600"/>
                </a:cubicBezTo>
                <a:close/>
                <a:moveTo>
                  <a:pt x="4725786" y="2101577"/>
                </a:moveTo>
                <a:lnTo>
                  <a:pt x="4722987" y="2103363"/>
                </a:lnTo>
                <a:lnTo>
                  <a:pt x="4688821" y="2123900"/>
                </a:lnTo>
                <a:lnTo>
                  <a:pt x="4694435" y="2123752"/>
                </a:lnTo>
                <a:cubicBezTo>
                  <a:pt x="4703087" y="2120799"/>
                  <a:pt x="4710985" y="2115569"/>
                  <a:pt x="4718231" y="2109337"/>
                </a:cubicBezTo>
                <a:close/>
                <a:moveTo>
                  <a:pt x="6406442" y="2099311"/>
                </a:moveTo>
                <a:cubicBezTo>
                  <a:pt x="6416676" y="2101443"/>
                  <a:pt x="6427111" y="2114881"/>
                  <a:pt x="6423900" y="2126886"/>
                </a:cubicBezTo>
                <a:cubicBezTo>
                  <a:pt x="6408204" y="2124339"/>
                  <a:pt x="6408204" y="2124339"/>
                  <a:pt x="6408204" y="2124339"/>
                </a:cubicBezTo>
                <a:cubicBezTo>
                  <a:pt x="6417122" y="2108332"/>
                  <a:pt x="6403566" y="2108332"/>
                  <a:pt x="6396788" y="2101420"/>
                </a:cubicBezTo>
                <a:cubicBezTo>
                  <a:pt x="6399642" y="2099146"/>
                  <a:pt x="6403031" y="2098600"/>
                  <a:pt x="6406442" y="2099311"/>
                </a:cubicBezTo>
                <a:close/>
                <a:moveTo>
                  <a:pt x="3789808" y="2096759"/>
                </a:moveTo>
                <a:cubicBezTo>
                  <a:pt x="3778285" y="2096759"/>
                  <a:pt x="3771444" y="2101080"/>
                  <a:pt x="3771444" y="2114760"/>
                </a:cubicBezTo>
                <a:cubicBezTo>
                  <a:pt x="3782966" y="2114760"/>
                  <a:pt x="3789808" y="2110440"/>
                  <a:pt x="3789808" y="2096759"/>
                </a:cubicBezTo>
                <a:close/>
                <a:moveTo>
                  <a:pt x="4686492" y="2096028"/>
                </a:moveTo>
                <a:cubicBezTo>
                  <a:pt x="4684197" y="2095983"/>
                  <a:pt x="4682487" y="2097063"/>
                  <a:pt x="4683567" y="2101563"/>
                </a:cubicBezTo>
                <a:cubicBezTo>
                  <a:pt x="4692927" y="2108403"/>
                  <a:pt x="4695087" y="2106243"/>
                  <a:pt x="4692927" y="2097243"/>
                </a:cubicBezTo>
                <a:cubicBezTo>
                  <a:pt x="4691667" y="2097243"/>
                  <a:pt x="4688787" y="2096073"/>
                  <a:pt x="4686492" y="2096028"/>
                </a:cubicBezTo>
                <a:close/>
                <a:moveTo>
                  <a:pt x="3717415" y="2094984"/>
                </a:moveTo>
                <a:lnTo>
                  <a:pt x="3718428" y="2102491"/>
                </a:lnTo>
                <a:lnTo>
                  <a:pt x="3723120" y="2101845"/>
                </a:lnTo>
                <a:lnTo>
                  <a:pt x="3722456" y="2099123"/>
                </a:lnTo>
                <a:cubicBezTo>
                  <a:pt x="3721916" y="2096244"/>
                  <a:pt x="3720836" y="2093904"/>
                  <a:pt x="3717415" y="2094984"/>
                </a:cubicBezTo>
                <a:close/>
                <a:moveTo>
                  <a:pt x="6378962" y="2090737"/>
                </a:moveTo>
                <a:cubicBezTo>
                  <a:pt x="6378962" y="2131671"/>
                  <a:pt x="6372057" y="2163911"/>
                  <a:pt x="6360792" y="2198325"/>
                </a:cubicBezTo>
                <a:cubicBezTo>
                  <a:pt x="6349163" y="2161737"/>
                  <a:pt x="6372057" y="2124788"/>
                  <a:pt x="6378962" y="2090737"/>
                </a:cubicBezTo>
                <a:close/>
                <a:moveTo>
                  <a:pt x="3676371" y="2090665"/>
                </a:moveTo>
                <a:cubicBezTo>
                  <a:pt x="3672951" y="2094084"/>
                  <a:pt x="3673491" y="2096334"/>
                  <a:pt x="3674346" y="2097999"/>
                </a:cubicBezTo>
                <a:lnTo>
                  <a:pt x="3674229" y="2101295"/>
                </a:lnTo>
                <a:lnTo>
                  <a:pt x="3674615" y="2106114"/>
                </a:lnTo>
                <a:cubicBezTo>
                  <a:pt x="3672201" y="2116088"/>
                  <a:pt x="3663965" y="2126821"/>
                  <a:pt x="3682868" y="2128441"/>
                </a:cubicBezTo>
                <a:lnTo>
                  <a:pt x="3694821" y="2094846"/>
                </a:lnTo>
                <a:lnTo>
                  <a:pt x="3694373" y="2092824"/>
                </a:lnTo>
                <a:cubicBezTo>
                  <a:pt x="3685372" y="2097504"/>
                  <a:pt x="3683212" y="2090665"/>
                  <a:pt x="3676371" y="2090665"/>
                </a:cubicBezTo>
                <a:close/>
                <a:moveTo>
                  <a:pt x="3486544" y="2087562"/>
                </a:moveTo>
                <a:cubicBezTo>
                  <a:pt x="3481919" y="2099285"/>
                  <a:pt x="3477293" y="2111008"/>
                  <a:pt x="3466263" y="2108444"/>
                </a:cubicBezTo>
                <a:cubicBezTo>
                  <a:pt x="3473024" y="2099285"/>
                  <a:pt x="3477293" y="2090126"/>
                  <a:pt x="3486544" y="2087562"/>
                </a:cubicBezTo>
                <a:close/>
                <a:moveTo>
                  <a:pt x="6135461" y="2085975"/>
                </a:moveTo>
                <a:cubicBezTo>
                  <a:pt x="6144619" y="2088121"/>
                  <a:pt x="6135461" y="2101716"/>
                  <a:pt x="6147184" y="2101716"/>
                </a:cubicBezTo>
                <a:cubicBezTo>
                  <a:pt x="6144619" y="2111017"/>
                  <a:pt x="6135461" y="2111017"/>
                  <a:pt x="6123738" y="2108513"/>
                </a:cubicBezTo>
                <a:cubicBezTo>
                  <a:pt x="6123738" y="2097423"/>
                  <a:pt x="6128500" y="2092772"/>
                  <a:pt x="6135461" y="2085975"/>
                </a:cubicBezTo>
                <a:close/>
                <a:moveTo>
                  <a:pt x="5333340" y="2081487"/>
                </a:moveTo>
                <a:lnTo>
                  <a:pt x="5332534" y="2087348"/>
                </a:lnTo>
                <a:cubicBezTo>
                  <a:pt x="5331797" y="2089525"/>
                  <a:pt x="5330402" y="2091392"/>
                  <a:pt x="5327612" y="2092562"/>
                </a:cubicBezTo>
                <a:cubicBezTo>
                  <a:pt x="5333192" y="2095983"/>
                  <a:pt x="5337692" y="2093192"/>
                  <a:pt x="5340257" y="2088107"/>
                </a:cubicBezTo>
                <a:lnTo>
                  <a:pt x="5340588" y="2082283"/>
                </a:lnTo>
                <a:lnTo>
                  <a:pt x="5340190" y="2082240"/>
                </a:lnTo>
                <a:close/>
                <a:moveTo>
                  <a:pt x="3553575" y="2081212"/>
                </a:moveTo>
                <a:cubicBezTo>
                  <a:pt x="3560536" y="2081212"/>
                  <a:pt x="3564932" y="2083384"/>
                  <a:pt x="3567497" y="2085557"/>
                </a:cubicBezTo>
                <a:cubicBezTo>
                  <a:pt x="3562734" y="2090264"/>
                  <a:pt x="3557972" y="2101488"/>
                  <a:pt x="3553575" y="2092436"/>
                </a:cubicBezTo>
                <a:cubicBezTo>
                  <a:pt x="3553575" y="2081212"/>
                  <a:pt x="3553575" y="2081212"/>
                  <a:pt x="3553575" y="2081212"/>
                </a:cubicBezTo>
                <a:close/>
                <a:moveTo>
                  <a:pt x="3441362" y="2076199"/>
                </a:moveTo>
                <a:lnTo>
                  <a:pt x="3439233" y="2076613"/>
                </a:lnTo>
                <a:lnTo>
                  <a:pt x="3441512" y="2086374"/>
                </a:lnTo>
                <a:lnTo>
                  <a:pt x="3441671" y="2080946"/>
                </a:lnTo>
                <a:cubicBezTo>
                  <a:pt x="3441829" y="2078967"/>
                  <a:pt x="3441908" y="2077122"/>
                  <a:pt x="3441362" y="2076199"/>
                </a:cubicBezTo>
                <a:close/>
                <a:moveTo>
                  <a:pt x="3844323" y="2074304"/>
                </a:moveTo>
                <a:lnTo>
                  <a:pt x="3841854" y="2074794"/>
                </a:lnTo>
                <a:lnTo>
                  <a:pt x="3848388" y="2076564"/>
                </a:lnTo>
                <a:lnTo>
                  <a:pt x="3848476" y="2076410"/>
                </a:lnTo>
                <a:close/>
                <a:moveTo>
                  <a:pt x="3726416" y="2072307"/>
                </a:moveTo>
                <a:lnTo>
                  <a:pt x="3727129" y="2072427"/>
                </a:lnTo>
                <a:lnTo>
                  <a:pt x="3726804" y="2072791"/>
                </a:lnTo>
                <a:close/>
                <a:moveTo>
                  <a:pt x="5341292" y="2069881"/>
                </a:moveTo>
                <a:cubicBezTo>
                  <a:pt x="5337872" y="2070421"/>
                  <a:pt x="5336004" y="2071816"/>
                  <a:pt x="5334953" y="2073678"/>
                </a:cubicBezTo>
                <a:lnTo>
                  <a:pt x="5333922" y="2078382"/>
                </a:lnTo>
                <a:lnTo>
                  <a:pt x="5338982" y="2074862"/>
                </a:lnTo>
                <a:lnTo>
                  <a:pt x="5341113" y="2073036"/>
                </a:lnTo>
                <a:close/>
                <a:moveTo>
                  <a:pt x="3735800" y="2069692"/>
                </a:moveTo>
                <a:lnTo>
                  <a:pt x="3755939" y="2076987"/>
                </a:lnTo>
                <a:cubicBezTo>
                  <a:pt x="3749099" y="2079326"/>
                  <a:pt x="3745138" y="2077077"/>
                  <a:pt x="3741178" y="2074782"/>
                </a:cubicBezTo>
                <a:lnTo>
                  <a:pt x="3732917" y="2073397"/>
                </a:lnTo>
                <a:lnTo>
                  <a:pt x="3732917" y="2080428"/>
                </a:lnTo>
                <a:lnTo>
                  <a:pt x="3733342" y="2080957"/>
                </a:lnTo>
                <a:cubicBezTo>
                  <a:pt x="3741696" y="2085378"/>
                  <a:pt x="3753239" y="2079776"/>
                  <a:pt x="3758099" y="2088145"/>
                </a:cubicBezTo>
                <a:cubicBezTo>
                  <a:pt x="3751619" y="2090665"/>
                  <a:pt x="3751619" y="2099663"/>
                  <a:pt x="3746938" y="2101823"/>
                </a:cubicBezTo>
                <a:cubicBezTo>
                  <a:pt x="3742258" y="2097504"/>
                  <a:pt x="3742258" y="2088145"/>
                  <a:pt x="3735417" y="2085985"/>
                </a:cubicBezTo>
                <a:lnTo>
                  <a:pt x="3727087" y="2101298"/>
                </a:lnTo>
                <a:lnTo>
                  <a:pt x="3730307" y="2100855"/>
                </a:lnTo>
                <a:cubicBezTo>
                  <a:pt x="3740839" y="2098290"/>
                  <a:pt x="3751101" y="2096580"/>
                  <a:pt x="3755601" y="2114760"/>
                </a:cubicBezTo>
                <a:cubicBezTo>
                  <a:pt x="3751281" y="2101080"/>
                  <a:pt x="3769284" y="2096759"/>
                  <a:pt x="3773965" y="2076238"/>
                </a:cubicBezTo>
                <a:lnTo>
                  <a:pt x="3762122" y="2072984"/>
                </a:lnTo>
                <a:lnTo>
                  <a:pt x="3758099" y="2072307"/>
                </a:lnTo>
                <a:lnTo>
                  <a:pt x="3758516" y="2072002"/>
                </a:lnTo>
                <a:close/>
                <a:moveTo>
                  <a:pt x="3687892" y="2063309"/>
                </a:moveTo>
                <a:cubicBezTo>
                  <a:pt x="3687892" y="2072307"/>
                  <a:pt x="3692213" y="2070148"/>
                  <a:pt x="3690052" y="2081666"/>
                </a:cubicBezTo>
                <a:cubicBezTo>
                  <a:pt x="3692213" y="2081666"/>
                  <a:pt x="3696893" y="2083826"/>
                  <a:pt x="3696893" y="2079146"/>
                </a:cubicBezTo>
                <a:cubicBezTo>
                  <a:pt x="3694373" y="2074827"/>
                  <a:pt x="3694373" y="2063309"/>
                  <a:pt x="3687892" y="2063309"/>
                </a:cubicBezTo>
                <a:close/>
                <a:moveTo>
                  <a:pt x="3707555" y="2063032"/>
                </a:moveTo>
                <a:lnTo>
                  <a:pt x="3707921" y="2066486"/>
                </a:lnTo>
                <a:lnTo>
                  <a:pt x="3708189" y="2064479"/>
                </a:lnTo>
                <a:close/>
                <a:moveTo>
                  <a:pt x="3660529" y="2061149"/>
                </a:moveTo>
                <a:cubicBezTo>
                  <a:pt x="3667370" y="2074827"/>
                  <a:pt x="3660529" y="2085985"/>
                  <a:pt x="3658009" y="2094984"/>
                </a:cubicBezTo>
                <a:lnTo>
                  <a:pt x="3646642" y="2089150"/>
                </a:lnTo>
                <a:lnTo>
                  <a:pt x="3646222" y="2089473"/>
                </a:lnTo>
                <a:lnTo>
                  <a:pt x="3641371" y="2087955"/>
                </a:lnTo>
                <a:lnTo>
                  <a:pt x="3638972" y="2087847"/>
                </a:lnTo>
                <a:cubicBezTo>
                  <a:pt x="3636789" y="2088505"/>
                  <a:pt x="3634156" y="2090035"/>
                  <a:pt x="3630646" y="2092824"/>
                </a:cubicBezTo>
                <a:cubicBezTo>
                  <a:pt x="3634247" y="2088325"/>
                  <a:pt x="3634877" y="2085535"/>
                  <a:pt x="3634607" y="2082701"/>
                </a:cubicBezTo>
                <a:lnTo>
                  <a:pt x="3633227" y="2072747"/>
                </a:lnTo>
                <a:lnTo>
                  <a:pt x="3633366" y="2072501"/>
                </a:lnTo>
                <a:lnTo>
                  <a:pt x="3639467" y="2078426"/>
                </a:lnTo>
                <a:lnTo>
                  <a:pt x="3641461" y="2078577"/>
                </a:lnTo>
                <a:lnTo>
                  <a:pt x="3644581" y="2071722"/>
                </a:lnTo>
                <a:lnTo>
                  <a:pt x="3642274" y="2067853"/>
                </a:lnTo>
                <a:cubicBezTo>
                  <a:pt x="3639658" y="2066818"/>
                  <a:pt x="3636834" y="2068168"/>
                  <a:pt x="3634291" y="2070868"/>
                </a:cubicBezTo>
                <a:lnTo>
                  <a:pt x="3633366" y="2072501"/>
                </a:lnTo>
                <a:lnTo>
                  <a:pt x="3633166" y="2072307"/>
                </a:lnTo>
                <a:lnTo>
                  <a:pt x="3633227" y="2072747"/>
                </a:lnTo>
                <a:lnTo>
                  <a:pt x="3627996" y="2081981"/>
                </a:lnTo>
                <a:cubicBezTo>
                  <a:pt x="3626506" y="2086345"/>
                  <a:pt x="3625786" y="2091024"/>
                  <a:pt x="3626326" y="2094984"/>
                </a:cubicBezTo>
                <a:cubicBezTo>
                  <a:pt x="3617325" y="2094984"/>
                  <a:pt x="3619485" y="2081666"/>
                  <a:pt x="3607964" y="2085985"/>
                </a:cubicBezTo>
                <a:cubicBezTo>
                  <a:pt x="3605803" y="2092824"/>
                  <a:pt x="3610484" y="2108662"/>
                  <a:pt x="3603643" y="2108662"/>
                </a:cubicBezTo>
                <a:cubicBezTo>
                  <a:pt x="3603643" y="2094984"/>
                  <a:pt x="3605803" y="2083826"/>
                  <a:pt x="3610484" y="2072307"/>
                </a:cubicBezTo>
                <a:cubicBezTo>
                  <a:pt x="3596802" y="2067988"/>
                  <a:pt x="3596802" y="2085985"/>
                  <a:pt x="3587801" y="2085985"/>
                </a:cubicBezTo>
                <a:cubicBezTo>
                  <a:pt x="3589962" y="2081666"/>
                  <a:pt x="3592122" y="2076987"/>
                  <a:pt x="3585281" y="2076987"/>
                </a:cubicBezTo>
                <a:cubicBezTo>
                  <a:pt x="3578440" y="2076987"/>
                  <a:pt x="3592122" y="2088145"/>
                  <a:pt x="3583121" y="2090665"/>
                </a:cubicBezTo>
                <a:cubicBezTo>
                  <a:pt x="3569440" y="2083826"/>
                  <a:pt x="3555758" y="2065468"/>
                  <a:pt x="3544237" y="2085985"/>
                </a:cubicBezTo>
                <a:cubicBezTo>
                  <a:pt x="3544237" y="2074827"/>
                  <a:pt x="3539916" y="2072307"/>
                  <a:pt x="3528395" y="2074827"/>
                </a:cubicBezTo>
                <a:cubicBezTo>
                  <a:pt x="3530555" y="2085985"/>
                  <a:pt x="3528395" y="2088145"/>
                  <a:pt x="3521554" y="2092824"/>
                </a:cubicBezTo>
                <a:cubicBezTo>
                  <a:pt x="3510393" y="2079146"/>
                  <a:pt x="3455667" y="2081666"/>
                  <a:pt x="3444146" y="2088145"/>
                </a:cubicBezTo>
                <a:lnTo>
                  <a:pt x="3441548" y="2086527"/>
                </a:lnTo>
                <a:lnTo>
                  <a:pt x="3443676" y="2095644"/>
                </a:lnTo>
                <a:cubicBezTo>
                  <a:pt x="3441504" y="2102534"/>
                  <a:pt x="3434625" y="2102534"/>
                  <a:pt x="3432452" y="2109424"/>
                </a:cubicBezTo>
                <a:cubicBezTo>
                  <a:pt x="3432452" y="2107249"/>
                  <a:pt x="3432452" y="2102081"/>
                  <a:pt x="3430144" y="2097458"/>
                </a:cubicBezTo>
                <a:lnTo>
                  <a:pt x="3414922" y="2089258"/>
                </a:lnTo>
                <a:lnTo>
                  <a:pt x="3413588" y="2089990"/>
                </a:lnTo>
                <a:lnTo>
                  <a:pt x="3412672" y="2090182"/>
                </a:lnTo>
                <a:lnTo>
                  <a:pt x="3409642" y="2093469"/>
                </a:lnTo>
                <a:lnTo>
                  <a:pt x="3409284" y="2090891"/>
                </a:lnTo>
                <a:lnTo>
                  <a:pt x="3402928" y="2092222"/>
                </a:lnTo>
                <a:cubicBezTo>
                  <a:pt x="3399952" y="2091789"/>
                  <a:pt x="3397701" y="2089945"/>
                  <a:pt x="3396621" y="2085985"/>
                </a:cubicBezTo>
                <a:cubicBezTo>
                  <a:pt x="3403462" y="2085985"/>
                  <a:pt x="3407782" y="2088145"/>
                  <a:pt x="3410303" y="2079146"/>
                </a:cubicBezTo>
                <a:cubicBezTo>
                  <a:pt x="3400942" y="2074827"/>
                  <a:pt x="3394101" y="2081666"/>
                  <a:pt x="3387260" y="2081666"/>
                </a:cubicBezTo>
                <a:cubicBezTo>
                  <a:pt x="3387260" y="2094984"/>
                  <a:pt x="3376099" y="2108662"/>
                  <a:pt x="3373579" y="2094984"/>
                </a:cubicBezTo>
                <a:cubicBezTo>
                  <a:pt x="3378259" y="2094984"/>
                  <a:pt x="3382940" y="2097504"/>
                  <a:pt x="3382940" y="2088145"/>
                </a:cubicBezTo>
                <a:cubicBezTo>
                  <a:pt x="3382940" y="2088145"/>
                  <a:pt x="3382940" y="2088145"/>
                  <a:pt x="3382940" y="2081666"/>
                </a:cubicBezTo>
                <a:cubicBezTo>
                  <a:pt x="3366738" y="2072307"/>
                  <a:pt x="3344056" y="2094984"/>
                  <a:pt x="3317053" y="2085985"/>
                </a:cubicBezTo>
                <a:cubicBezTo>
                  <a:pt x="3317053" y="2099663"/>
                  <a:pt x="3332894" y="2094984"/>
                  <a:pt x="3330374" y="2113341"/>
                </a:cubicBezTo>
                <a:cubicBezTo>
                  <a:pt x="3310212" y="2107582"/>
                  <a:pt x="3293831" y="2105332"/>
                  <a:pt x="3277089" y="2106772"/>
                </a:cubicBezTo>
                <a:lnTo>
                  <a:pt x="3221783" y="2122300"/>
                </a:lnTo>
                <a:lnTo>
                  <a:pt x="3221797" y="2122372"/>
                </a:lnTo>
                <a:lnTo>
                  <a:pt x="3241850" y="2126614"/>
                </a:lnTo>
                <a:cubicBezTo>
                  <a:pt x="3247296" y="2128639"/>
                  <a:pt x="3251346" y="2131519"/>
                  <a:pt x="3253686" y="2136018"/>
                </a:cubicBezTo>
                <a:cubicBezTo>
                  <a:pt x="3244505" y="2136018"/>
                  <a:pt x="3237665" y="2133768"/>
                  <a:pt x="3231094" y="2131204"/>
                </a:cubicBezTo>
                <a:lnTo>
                  <a:pt x="3222957" y="2128603"/>
                </a:lnTo>
                <a:lnTo>
                  <a:pt x="3225578" y="2142672"/>
                </a:lnTo>
                <a:lnTo>
                  <a:pt x="3228076" y="2142606"/>
                </a:lnTo>
                <a:lnTo>
                  <a:pt x="3225783" y="2143769"/>
                </a:lnTo>
                <a:lnTo>
                  <a:pt x="3225945" y="2144642"/>
                </a:lnTo>
                <a:lnTo>
                  <a:pt x="3220611" y="2151977"/>
                </a:lnTo>
                <a:lnTo>
                  <a:pt x="3228666" y="2152715"/>
                </a:lnTo>
                <a:cubicBezTo>
                  <a:pt x="3236513" y="2150436"/>
                  <a:pt x="3234286" y="2139906"/>
                  <a:pt x="3246436" y="2138286"/>
                </a:cubicBezTo>
                <a:cubicBezTo>
                  <a:pt x="3246436" y="2138286"/>
                  <a:pt x="3246436" y="2138286"/>
                  <a:pt x="3260116" y="2149446"/>
                </a:cubicBezTo>
                <a:lnTo>
                  <a:pt x="3269096" y="2148525"/>
                </a:lnTo>
                <a:lnTo>
                  <a:pt x="3269944" y="2147761"/>
                </a:lnTo>
                <a:cubicBezTo>
                  <a:pt x="3272040" y="2146666"/>
                  <a:pt x="3273792" y="2146595"/>
                  <a:pt x="3275204" y="2147300"/>
                </a:cubicBezTo>
                <a:lnTo>
                  <a:pt x="3275389" y="2147879"/>
                </a:lnTo>
                <a:lnTo>
                  <a:pt x="3368837" y="2138286"/>
                </a:lnTo>
                <a:lnTo>
                  <a:pt x="3454919" y="2130594"/>
                </a:lnTo>
                <a:lnTo>
                  <a:pt x="3452844" y="2124106"/>
                </a:lnTo>
                <a:cubicBezTo>
                  <a:pt x="3452012" y="2121222"/>
                  <a:pt x="3450872" y="2120106"/>
                  <a:pt x="3448594" y="2127175"/>
                </a:cubicBezTo>
                <a:cubicBezTo>
                  <a:pt x="3444038" y="2124571"/>
                  <a:pt x="3450697" y="2122338"/>
                  <a:pt x="3450697" y="2115269"/>
                </a:cubicBezTo>
                <a:cubicBezTo>
                  <a:pt x="3455254" y="2117873"/>
                  <a:pt x="3459810" y="2113037"/>
                  <a:pt x="3455254" y="2110804"/>
                </a:cubicBezTo>
                <a:cubicBezTo>
                  <a:pt x="3461913" y="2109502"/>
                  <a:pt x="3465768" y="2111827"/>
                  <a:pt x="3466031" y="2115920"/>
                </a:cubicBezTo>
                <a:lnTo>
                  <a:pt x="3456040" y="2130494"/>
                </a:lnTo>
                <a:lnTo>
                  <a:pt x="3473598" y="2128925"/>
                </a:lnTo>
                <a:cubicBezTo>
                  <a:pt x="3471078" y="2133605"/>
                  <a:pt x="3468918" y="2140446"/>
                  <a:pt x="3475758" y="2138286"/>
                </a:cubicBezTo>
                <a:cubicBezTo>
                  <a:pt x="3475758" y="2138286"/>
                  <a:pt x="3475758" y="2138286"/>
                  <a:pt x="3491598" y="2128925"/>
                </a:cubicBezTo>
                <a:lnTo>
                  <a:pt x="3544999" y="2133697"/>
                </a:lnTo>
                <a:lnTo>
                  <a:pt x="3547230" y="2128407"/>
                </a:lnTo>
                <a:cubicBezTo>
                  <a:pt x="3546358" y="2126528"/>
                  <a:pt x="3543343" y="2124931"/>
                  <a:pt x="3537042" y="2123761"/>
                </a:cubicBezTo>
                <a:cubicBezTo>
                  <a:pt x="3545143" y="2118181"/>
                  <a:pt x="3555405" y="2119891"/>
                  <a:pt x="3563372" y="2126146"/>
                </a:cubicBezTo>
                <a:lnTo>
                  <a:pt x="3567417" y="2135700"/>
                </a:lnTo>
                <a:lnTo>
                  <a:pt x="3596359" y="2138286"/>
                </a:lnTo>
                <a:cubicBezTo>
                  <a:pt x="3596359" y="2138286"/>
                  <a:pt x="3596359" y="2138286"/>
                  <a:pt x="3619444" y="2139197"/>
                </a:cubicBezTo>
                <a:lnTo>
                  <a:pt x="3637834" y="2139923"/>
                </a:lnTo>
                <a:lnTo>
                  <a:pt x="3637500" y="2135281"/>
                </a:lnTo>
                <a:cubicBezTo>
                  <a:pt x="3640921" y="2134741"/>
                  <a:pt x="3642901" y="2135754"/>
                  <a:pt x="3644094" y="2137650"/>
                </a:cubicBezTo>
                <a:lnTo>
                  <a:pt x="3644714" y="2140195"/>
                </a:lnTo>
                <a:lnTo>
                  <a:pt x="3651079" y="2140446"/>
                </a:lnTo>
                <a:cubicBezTo>
                  <a:pt x="3651079" y="2140446"/>
                  <a:pt x="3651079" y="2140446"/>
                  <a:pt x="3655039" y="2140446"/>
                </a:cubicBezTo>
                <a:lnTo>
                  <a:pt x="3663056" y="2140446"/>
                </a:lnTo>
                <a:lnTo>
                  <a:pt x="3656691" y="2138010"/>
                </a:lnTo>
                <a:cubicBezTo>
                  <a:pt x="3654626" y="2135551"/>
                  <a:pt x="3653343" y="2131231"/>
                  <a:pt x="3653343" y="2123761"/>
                </a:cubicBezTo>
                <a:cubicBezTo>
                  <a:pt x="3671346" y="2135281"/>
                  <a:pt x="3667025" y="2110440"/>
                  <a:pt x="3664505" y="2103600"/>
                </a:cubicBezTo>
                <a:cubicBezTo>
                  <a:pt x="3664505" y="2096759"/>
                  <a:pt x="3669186" y="2098920"/>
                  <a:pt x="3669186" y="2103600"/>
                </a:cubicBezTo>
                <a:lnTo>
                  <a:pt x="3672651" y="2098536"/>
                </a:lnTo>
                <a:lnTo>
                  <a:pt x="3669170" y="2091205"/>
                </a:lnTo>
                <a:cubicBezTo>
                  <a:pt x="3667730" y="2087245"/>
                  <a:pt x="3667190" y="2083826"/>
                  <a:pt x="3669530" y="2083826"/>
                </a:cubicBezTo>
                <a:cubicBezTo>
                  <a:pt x="3676371" y="2083826"/>
                  <a:pt x="3683212" y="2083826"/>
                  <a:pt x="3685372" y="2074827"/>
                </a:cubicBezTo>
                <a:cubicBezTo>
                  <a:pt x="3678531" y="2067988"/>
                  <a:pt x="3667370" y="2065468"/>
                  <a:pt x="3660529" y="2061149"/>
                </a:cubicBezTo>
                <a:close/>
                <a:moveTo>
                  <a:pt x="5277571" y="2058360"/>
                </a:moveTo>
                <a:cubicBezTo>
                  <a:pt x="5270731" y="2063040"/>
                  <a:pt x="5266051" y="2072041"/>
                  <a:pt x="5270731" y="2083562"/>
                </a:cubicBezTo>
                <a:cubicBezTo>
                  <a:pt x="5272891" y="2078881"/>
                  <a:pt x="5275051" y="2076721"/>
                  <a:pt x="5275051" y="2072041"/>
                </a:cubicBezTo>
                <a:cubicBezTo>
                  <a:pt x="5277571" y="2069881"/>
                  <a:pt x="5277571" y="2072041"/>
                  <a:pt x="5279731" y="2074561"/>
                </a:cubicBezTo>
                <a:cubicBezTo>
                  <a:pt x="5284411" y="2072041"/>
                  <a:pt x="5279731" y="2065201"/>
                  <a:pt x="5277571" y="2058360"/>
                </a:cubicBezTo>
                <a:close/>
                <a:moveTo>
                  <a:pt x="3731964" y="2054861"/>
                </a:moveTo>
                <a:lnTo>
                  <a:pt x="3714895" y="2065468"/>
                </a:lnTo>
                <a:cubicBezTo>
                  <a:pt x="3719575" y="2065468"/>
                  <a:pt x="3719575" y="2067988"/>
                  <a:pt x="3721736" y="2072307"/>
                </a:cubicBezTo>
                <a:cubicBezTo>
                  <a:pt x="3712735" y="2071228"/>
                  <a:pt x="3709944" y="2077527"/>
                  <a:pt x="3707379" y="2085491"/>
                </a:cubicBezTo>
                <a:lnTo>
                  <a:pt x="3703581" y="2092257"/>
                </a:lnTo>
                <a:lnTo>
                  <a:pt x="3710118" y="2098390"/>
                </a:lnTo>
                <a:lnTo>
                  <a:pt x="3717775" y="2082892"/>
                </a:lnTo>
                <a:lnTo>
                  <a:pt x="3726804" y="2072791"/>
                </a:lnTo>
                <a:lnTo>
                  <a:pt x="3730906" y="2077915"/>
                </a:lnTo>
                <a:lnTo>
                  <a:pt x="3729018" y="2075097"/>
                </a:lnTo>
                <a:lnTo>
                  <a:pt x="3729533" y="2072830"/>
                </a:lnTo>
                <a:lnTo>
                  <a:pt x="3727129" y="2072427"/>
                </a:lnTo>
                <a:lnTo>
                  <a:pt x="3730476" y="2068682"/>
                </a:lnTo>
                <a:lnTo>
                  <a:pt x="3731162" y="2065663"/>
                </a:lnTo>
                <a:close/>
                <a:moveTo>
                  <a:pt x="4745127" y="2051520"/>
                </a:moveTo>
                <a:cubicBezTo>
                  <a:pt x="4736127" y="2051520"/>
                  <a:pt x="4724607" y="2054040"/>
                  <a:pt x="4724607" y="2063040"/>
                </a:cubicBezTo>
                <a:cubicBezTo>
                  <a:pt x="4740447" y="2072041"/>
                  <a:pt x="4726767" y="2069881"/>
                  <a:pt x="4731447" y="2081402"/>
                </a:cubicBezTo>
                <a:cubicBezTo>
                  <a:pt x="4734867" y="2084192"/>
                  <a:pt x="4737140" y="2085430"/>
                  <a:pt x="4738771" y="2085716"/>
                </a:cubicBezTo>
                <a:lnTo>
                  <a:pt x="4742119" y="2084378"/>
                </a:lnTo>
                <a:lnTo>
                  <a:pt x="4748274" y="2077408"/>
                </a:lnTo>
                <a:lnTo>
                  <a:pt x="4740447" y="2069881"/>
                </a:lnTo>
                <a:cubicBezTo>
                  <a:pt x="4742967" y="2067721"/>
                  <a:pt x="4749807" y="2069881"/>
                  <a:pt x="4751967" y="2072041"/>
                </a:cubicBezTo>
                <a:cubicBezTo>
                  <a:pt x="4745127" y="2056200"/>
                  <a:pt x="4749807" y="2060880"/>
                  <a:pt x="4745127" y="2051520"/>
                </a:cubicBezTo>
                <a:close/>
                <a:moveTo>
                  <a:pt x="3817487" y="2051108"/>
                </a:moveTo>
                <a:lnTo>
                  <a:pt x="3812978" y="2054163"/>
                </a:lnTo>
                <a:lnTo>
                  <a:pt x="3809521" y="2063143"/>
                </a:lnTo>
                <a:cubicBezTo>
                  <a:pt x="3808621" y="2069398"/>
                  <a:pt x="3807991" y="2076239"/>
                  <a:pt x="3805650" y="2080919"/>
                </a:cubicBezTo>
                <a:lnTo>
                  <a:pt x="3808619" y="2080299"/>
                </a:lnTo>
                <a:lnTo>
                  <a:pt x="3816876" y="2070507"/>
                </a:lnTo>
                <a:lnTo>
                  <a:pt x="3819256" y="2052702"/>
                </a:lnTo>
                <a:close/>
                <a:moveTo>
                  <a:pt x="3738545" y="2050772"/>
                </a:moveTo>
                <a:lnTo>
                  <a:pt x="3734454" y="2053315"/>
                </a:lnTo>
                <a:lnTo>
                  <a:pt x="3737834" y="2058176"/>
                </a:lnTo>
                <a:cubicBezTo>
                  <a:pt x="3746645" y="2063728"/>
                  <a:pt x="3764063" y="2044827"/>
                  <a:pt x="3762443" y="2067238"/>
                </a:cubicBezTo>
                <a:lnTo>
                  <a:pt x="3767486" y="2065434"/>
                </a:lnTo>
                <a:lnTo>
                  <a:pt x="3770796" y="2063011"/>
                </a:lnTo>
                <a:lnTo>
                  <a:pt x="3774491" y="2062929"/>
                </a:lnTo>
                <a:lnTo>
                  <a:pt x="3780311" y="2060848"/>
                </a:lnTo>
                <a:lnTo>
                  <a:pt x="3784041" y="2054308"/>
                </a:lnTo>
                <a:lnTo>
                  <a:pt x="3763140" y="2051835"/>
                </a:lnTo>
                <a:cubicBezTo>
                  <a:pt x="3755039" y="2050418"/>
                  <a:pt x="3746713" y="2049282"/>
                  <a:pt x="3738545" y="2050772"/>
                </a:cubicBezTo>
                <a:close/>
                <a:moveTo>
                  <a:pt x="6132230" y="2049462"/>
                </a:moveTo>
                <a:cubicBezTo>
                  <a:pt x="6143495" y="2049462"/>
                  <a:pt x="6146039" y="2058557"/>
                  <a:pt x="6155125" y="2061103"/>
                </a:cubicBezTo>
                <a:cubicBezTo>
                  <a:pt x="6152944" y="2072381"/>
                  <a:pt x="6143495" y="2074928"/>
                  <a:pt x="6139135" y="2084023"/>
                </a:cubicBezTo>
                <a:cubicBezTo>
                  <a:pt x="6125325" y="2077111"/>
                  <a:pt x="6134410" y="2074928"/>
                  <a:pt x="6139135" y="2063286"/>
                </a:cubicBezTo>
                <a:cubicBezTo>
                  <a:pt x="6136591" y="2058557"/>
                  <a:pt x="6127505" y="2058557"/>
                  <a:pt x="6132230" y="2049462"/>
                </a:cubicBezTo>
                <a:close/>
                <a:moveTo>
                  <a:pt x="4074573" y="2042792"/>
                </a:moveTo>
                <a:cubicBezTo>
                  <a:pt x="4049370" y="2051790"/>
                  <a:pt x="4026688" y="2047471"/>
                  <a:pt x="4004006" y="2065468"/>
                </a:cubicBezTo>
                <a:cubicBezTo>
                  <a:pt x="4004006" y="2065468"/>
                  <a:pt x="4004006" y="2065468"/>
                  <a:pt x="4004006" y="2054310"/>
                </a:cubicBezTo>
                <a:cubicBezTo>
                  <a:pt x="3985644" y="2058629"/>
                  <a:pt x="3967642" y="2061149"/>
                  <a:pt x="3951800" y="2063309"/>
                </a:cubicBezTo>
                <a:cubicBezTo>
                  <a:pt x="3933438" y="2063309"/>
                  <a:pt x="3915436" y="2061149"/>
                  <a:pt x="3897074" y="2054310"/>
                </a:cubicBezTo>
                <a:cubicBezTo>
                  <a:pt x="3894914" y="2070148"/>
                  <a:pt x="3885553" y="2058629"/>
                  <a:pt x="3881233" y="2051790"/>
                </a:cubicBezTo>
                <a:cubicBezTo>
                  <a:pt x="3878712" y="2061149"/>
                  <a:pt x="3867551" y="2056470"/>
                  <a:pt x="3865031" y="2065468"/>
                </a:cubicBezTo>
                <a:cubicBezTo>
                  <a:pt x="3867551" y="2065468"/>
                  <a:pt x="3869711" y="2065468"/>
                  <a:pt x="3871872" y="2070148"/>
                </a:cubicBezTo>
                <a:cubicBezTo>
                  <a:pt x="3869711" y="2072487"/>
                  <a:pt x="3867461" y="2069608"/>
                  <a:pt x="3865481" y="2067583"/>
                </a:cubicBezTo>
                <a:lnTo>
                  <a:pt x="3864726" y="2067129"/>
                </a:lnTo>
                <a:lnTo>
                  <a:pt x="3865758" y="2073983"/>
                </a:lnTo>
                <a:lnTo>
                  <a:pt x="3869711" y="2076987"/>
                </a:lnTo>
                <a:lnTo>
                  <a:pt x="3866183" y="2076804"/>
                </a:lnTo>
                <a:lnTo>
                  <a:pt x="3866578" y="2079426"/>
                </a:lnTo>
                <a:cubicBezTo>
                  <a:pt x="3865759" y="2082288"/>
                  <a:pt x="3863485" y="2084559"/>
                  <a:pt x="3860029" y="2090373"/>
                </a:cubicBezTo>
                <a:cubicBezTo>
                  <a:pt x="3857483" y="2078745"/>
                  <a:pt x="3841475" y="2083469"/>
                  <a:pt x="3834563" y="2078745"/>
                </a:cubicBezTo>
                <a:lnTo>
                  <a:pt x="3838392" y="2075481"/>
                </a:lnTo>
                <a:lnTo>
                  <a:pt x="3834203" y="2076312"/>
                </a:lnTo>
                <a:cubicBezTo>
                  <a:pt x="3830940" y="2077459"/>
                  <a:pt x="3827891" y="2078753"/>
                  <a:pt x="3825365" y="2079197"/>
                </a:cubicBezTo>
                <a:lnTo>
                  <a:pt x="3821352" y="2077641"/>
                </a:lnTo>
                <a:lnTo>
                  <a:pt x="3819343" y="2081075"/>
                </a:lnTo>
                <a:lnTo>
                  <a:pt x="3818586" y="2090665"/>
                </a:lnTo>
                <a:lnTo>
                  <a:pt x="3818525" y="2091439"/>
                </a:lnTo>
                <a:lnTo>
                  <a:pt x="3819648" y="2099280"/>
                </a:lnTo>
                <a:lnTo>
                  <a:pt x="3823881" y="2116423"/>
                </a:lnTo>
                <a:lnTo>
                  <a:pt x="3833604" y="2113163"/>
                </a:lnTo>
                <a:lnTo>
                  <a:pt x="3833640" y="2112296"/>
                </a:lnTo>
                <a:lnTo>
                  <a:pt x="3839457" y="2104159"/>
                </a:lnTo>
                <a:lnTo>
                  <a:pt x="3871227" y="2098245"/>
                </a:lnTo>
                <a:cubicBezTo>
                  <a:pt x="3886575" y="2095949"/>
                  <a:pt x="3902508" y="2094239"/>
                  <a:pt x="3915110" y="2094239"/>
                </a:cubicBezTo>
                <a:lnTo>
                  <a:pt x="3917802" y="2102792"/>
                </a:lnTo>
                <a:lnTo>
                  <a:pt x="3923748" y="2101258"/>
                </a:lnTo>
                <a:lnTo>
                  <a:pt x="3919431" y="2094239"/>
                </a:lnTo>
                <a:cubicBezTo>
                  <a:pt x="3920511" y="2087579"/>
                  <a:pt x="3922762" y="2090459"/>
                  <a:pt x="3925327" y="2095274"/>
                </a:cubicBezTo>
                <a:lnTo>
                  <a:pt x="3927862" y="2100196"/>
                </a:lnTo>
                <a:lnTo>
                  <a:pt x="3936442" y="2097982"/>
                </a:lnTo>
                <a:cubicBezTo>
                  <a:pt x="3945094" y="2093387"/>
                  <a:pt x="3952610" y="2086165"/>
                  <a:pt x="3958281" y="2074827"/>
                </a:cubicBezTo>
                <a:cubicBezTo>
                  <a:pt x="3965121" y="2079146"/>
                  <a:pt x="3969802" y="2072307"/>
                  <a:pt x="3971962" y="2076987"/>
                </a:cubicBezTo>
                <a:cubicBezTo>
                  <a:pt x="3969802" y="2085985"/>
                  <a:pt x="3953960" y="2076987"/>
                  <a:pt x="3958281" y="2090665"/>
                </a:cubicBezTo>
                <a:cubicBezTo>
                  <a:pt x="3974482" y="2094984"/>
                  <a:pt x="3985644" y="2076987"/>
                  <a:pt x="3999325" y="2070148"/>
                </a:cubicBezTo>
                <a:cubicBezTo>
                  <a:pt x="4026688" y="2061149"/>
                  <a:pt x="4060891" y="2076987"/>
                  <a:pt x="4074573" y="2042792"/>
                </a:cubicBezTo>
                <a:close/>
                <a:moveTo>
                  <a:pt x="5268211" y="2042519"/>
                </a:moveTo>
                <a:cubicBezTo>
                  <a:pt x="5259211" y="2042519"/>
                  <a:pt x="5263891" y="2051520"/>
                  <a:pt x="5257051" y="2054040"/>
                </a:cubicBezTo>
                <a:cubicBezTo>
                  <a:pt x="5263891" y="2063040"/>
                  <a:pt x="5263891" y="2056200"/>
                  <a:pt x="5272891" y="2054040"/>
                </a:cubicBezTo>
                <a:close/>
                <a:moveTo>
                  <a:pt x="4807907" y="2041313"/>
                </a:moveTo>
                <a:lnTo>
                  <a:pt x="4786167" y="2058360"/>
                </a:lnTo>
                <a:lnTo>
                  <a:pt x="4786120" y="2058410"/>
                </a:lnTo>
                <a:lnTo>
                  <a:pt x="4806800" y="2042477"/>
                </a:lnTo>
                <a:close/>
                <a:moveTo>
                  <a:pt x="5386371" y="2039937"/>
                </a:moveTo>
                <a:cubicBezTo>
                  <a:pt x="5393132" y="2047034"/>
                  <a:pt x="5379611" y="2058613"/>
                  <a:pt x="5372850" y="2049275"/>
                </a:cubicBezTo>
                <a:cubicBezTo>
                  <a:pt x="5377476" y="2049275"/>
                  <a:pt x="5374985" y="2044419"/>
                  <a:pt x="5372850" y="2042178"/>
                </a:cubicBezTo>
                <a:cubicBezTo>
                  <a:pt x="5372850" y="2042178"/>
                  <a:pt x="5372850" y="2042178"/>
                  <a:pt x="5386371" y="2039937"/>
                </a:cubicBezTo>
                <a:close/>
                <a:moveTo>
                  <a:pt x="6328440" y="2036329"/>
                </a:moveTo>
                <a:cubicBezTo>
                  <a:pt x="6331135" y="2035937"/>
                  <a:pt x="6330675" y="2043781"/>
                  <a:pt x="6328834" y="2048966"/>
                </a:cubicBezTo>
                <a:cubicBezTo>
                  <a:pt x="6342153" y="2051148"/>
                  <a:pt x="6340050" y="2042053"/>
                  <a:pt x="6348813" y="2051148"/>
                </a:cubicBezTo>
                <a:cubicBezTo>
                  <a:pt x="6342153" y="2058061"/>
                  <a:pt x="6337947" y="2064973"/>
                  <a:pt x="6326731" y="2062790"/>
                </a:cubicBezTo>
                <a:cubicBezTo>
                  <a:pt x="6322175" y="2051148"/>
                  <a:pt x="6328834" y="2053695"/>
                  <a:pt x="6324628" y="2039871"/>
                </a:cubicBezTo>
                <a:cubicBezTo>
                  <a:pt x="6326293" y="2037506"/>
                  <a:pt x="6327542" y="2036460"/>
                  <a:pt x="6328440" y="2036329"/>
                </a:cubicBezTo>
                <a:close/>
                <a:moveTo>
                  <a:pt x="5915058" y="2028494"/>
                </a:moveTo>
                <a:lnTo>
                  <a:pt x="5908965" y="2031347"/>
                </a:lnTo>
                <a:lnTo>
                  <a:pt x="5907970" y="2036399"/>
                </a:lnTo>
                <a:lnTo>
                  <a:pt x="5905874" y="2032793"/>
                </a:lnTo>
                <a:lnTo>
                  <a:pt x="5889303" y="2040551"/>
                </a:lnTo>
                <a:cubicBezTo>
                  <a:pt x="5860868" y="2059810"/>
                  <a:pt x="5830723" y="2076820"/>
                  <a:pt x="5799993" y="2092749"/>
                </a:cubicBezTo>
                <a:lnTo>
                  <a:pt x="5797510" y="2093972"/>
                </a:lnTo>
                <a:lnTo>
                  <a:pt x="5798495" y="2094723"/>
                </a:lnTo>
                <a:lnTo>
                  <a:pt x="5796760" y="2094342"/>
                </a:lnTo>
                <a:lnTo>
                  <a:pt x="5747678" y="2118517"/>
                </a:lnTo>
                <a:lnTo>
                  <a:pt x="5746295" y="2124245"/>
                </a:lnTo>
                <a:cubicBezTo>
                  <a:pt x="5755295" y="2117764"/>
                  <a:pt x="5755295" y="2126765"/>
                  <a:pt x="5759615" y="2117764"/>
                </a:cubicBezTo>
                <a:cubicBezTo>
                  <a:pt x="5766455" y="2145126"/>
                  <a:pt x="5746295" y="2154127"/>
                  <a:pt x="5741615" y="2185809"/>
                </a:cubicBezTo>
                <a:cubicBezTo>
                  <a:pt x="5716415" y="2190489"/>
                  <a:pt x="5721095" y="2229012"/>
                  <a:pt x="5686895" y="2238372"/>
                </a:cubicBezTo>
                <a:cubicBezTo>
                  <a:pt x="5689235" y="2243953"/>
                  <a:pt x="5686445" y="2247283"/>
                  <a:pt x="5683925" y="2250928"/>
                </a:cubicBezTo>
                <a:lnTo>
                  <a:pt x="5682337" y="2254225"/>
                </a:lnTo>
                <a:lnTo>
                  <a:pt x="5682337" y="2264083"/>
                </a:lnTo>
                <a:lnTo>
                  <a:pt x="5682575" y="2265374"/>
                </a:lnTo>
                <a:cubicBezTo>
                  <a:pt x="5686895" y="2263214"/>
                  <a:pt x="5693735" y="2261054"/>
                  <a:pt x="5695895" y="2265374"/>
                </a:cubicBezTo>
                <a:cubicBezTo>
                  <a:pt x="5689685" y="2267084"/>
                  <a:pt x="5685590" y="2270505"/>
                  <a:pt x="5682552" y="2274921"/>
                </a:cubicBezTo>
                <a:lnTo>
                  <a:pt x="5682337" y="2275399"/>
                </a:lnTo>
                <a:lnTo>
                  <a:pt x="5682337" y="2306582"/>
                </a:lnTo>
                <a:lnTo>
                  <a:pt x="5683307" y="2318545"/>
                </a:lnTo>
                <a:lnTo>
                  <a:pt x="5692864" y="2322087"/>
                </a:lnTo>
                <a:cubicBezTo>
                  <a:pt x="5701867" y="2315187"/>
                  <a:pt x="5715552" y="2287587"/>
                  <a:pt x="5724915" y="2292308"/>
                </a:cubicBezTo>
                <a:cubicBezTo>
                  <a:pt x="5715552" y="2299208"/>
                  <a:pt x="5715552" y="2303929"/>
                  <a:pt x="5720233" y="2306108"/>
                </a:cubicBezTo>
                <a:lnTo>
                  <a:pt x="5714589" y="2311842"/>
                </a:lnTo>
                <a:lnTo>
                  <a:pt x="5721894" y="2317200"/>
                </a:lnTo>
                <a:cubicBezTo>
                  <a:pt x="5723360" y="2318895"/>
                  <a:pt x="5723773" y="2320449"/>
                  <a:pt x="5723483" y="2322149"/>
                </a:cubicBezTo>
                <a:lnTo>
                  <a:pt x="5716790" y="2335145"/>
                </a:lnTo>
                <a:lnTo>
                  <a:pt x="5718935" y="2333779"/>
                </a:lnTo>
                <a:cubicBezTo>
                  <a:pt x="5721095" y="2340619"/>
                  <a:pt x="5714255" y="2347460"/>
                  <a:pt x="5721095" y="2347460"/>
                </a:cubicBezTo>
                <a:cubicBezTo>
                  <a:pt x="5734775" y="2335939"/>
                  <a:pt x="5739455" y="2361141"/>
                  <a:pt x="5746295" y="2342780"/>
                </a:cubicBezTo>
                <a:cubicBezTo>
                  <a:pt x="5743775" y="2335939"/>
                  <a:pt x="5732615" y="2338459"/>
                  <a:pt x="5727935" y="2331619"/>
                </a:cubicBezTo>
                <a:cubicBezTo>
                  <a:pt x="5727935" y="2308577"/>
                  <a:pt x="5746295" y="2297416"/>
                  <a:pt x="5753135" y="2279055"/>
                </a:cubicBezTo>
                <a:cubicBezTo>
                  <a:pt x="5741615" y="2281575"/>
                  <a:pt x="5730095" y="2290576"/>
                  <a:pt x="5727935" y="2279055"/>
                </a:cubicBezTo>
                <a:cubicBezTo>
                  <a:pt x="5732615" y="2267894"/>
                  <a:pt x="5746295" y="2261054"/>
                  <a:pt x="5748455" y="2249533"/>
                </a:cubicBezTo>
                <a:cubicBezTo>
                  <a:pt x="5748455" y="2258534"/>
                  <a:pt x="5759615" y="2249533"/>
                  <a:pt x="5762135" y="2256374"/>
                </a:cubicBezTo>
                <a:cubicBezTo>
                  <a:pt x="5748455" y="2261054"/>
                  <a:pt x="5739455" y="2270055"/>
                  <a:pt x="5734775" y="2281575"/>
                </a:cubicBezTo>
                <a:cubicBezTo>
                  <a:pt x="5750615" y="2270055"/>
                  <a:pt x="5746295" y="2263214"/>
                  <a:pt x="5757455" y="2276895"/>
                </a:cubicBezTo>
                <a:lnTo>
                  <a:pt x="5777263" y="2250051"/>
                </a:lnTo>
                <a:lnTo>
                  <a:pt x="5770732" y="2233433"/>
                </a:lnTo>
                <a:cubicBezTo>
                  <a:pt x="5770141" y="2226613"/>
                  <a:pt x="5771868" y="2219794"/>
                  <a:pt x="5776592" y="2212975"/>
                </a:cubicBezTo>
                <a:cubicBezTo>
                  <a:pt x="5794762" y="2219794"/>
                  <a:pt x="5764963" y="2231279"/>
                  <a:pt x="5785677" y="2233433"/>
                </a:cubicBezTo>
                <a:lnTo>
                  <a:pt x="5782433" y="2243044"/>
                </a:lnTo>
                <a:lnTo>
                  <a:pt x="5795975" y="2224691"/>
                </a:lnTo>
                <a:cubicBezTo>
                  <a:pt x="5798495" y="2238372"/>
                  <a:pt x="5814335" y="2240533"/>
                  <a:pt x="5823335" y="2226852"/>
                </a:cubicBezTo>
                <a:cubicBezTo>
                  <a:pt x="5828015" y="2240533"/>
                  <a:pt x="5805335" y="2238372"/>
                  <a:pt x="5809655" y="2249533"/>
                </a:cubicBezTo>
                <a:cubicBezTo>
                  <a:pt x="5823335" y="2251693"/>
                  <a:pt x="5841695" y="2238372"/>
                  <a:pt x="5837015" y="2211011"/>
                </a:cubicBezTo>
                <a:cubicBezTo>
                  <a:pt x="5821175" y="2213171"/>
                  <a:pt x="5823335" y="2217851"/>
                  <a:pt x="5819015" y="2206330"/>
                </a:cubicBezTo>
                <a:cubicBezTo>
                  <a:pt x="5805335" y="2217851"/>
                  <a:pt x="5825855" y="2224691"/>
                  <a:pt x="5805335" y="2233692"/>
                </a:cubicBezTo>
                <a:cubicBezTo>
                  <a:pt x="5805335" y="2224691"/>
                  <a:pt x="5812175" y="2217851"/>
                  <a:pt x="5805335" y="2206330"/>
                </a:cubicBezTo>
                <a:cubicBezTo>
                  <a:pt x="5828015" y="2181488"/>
                  <a:pt x="5859696" y="2149446"/>
                  <a:pt x="5853215" y="2122084"/>
                </a:cubicBezTo>
                <a:cubicBezTo>
                  <a:pt x="5864376" y="2113084"/>
                  <a:pt x="5866536" y="2124245"/>
                  <a:pt x="5878056" y="2115244"/>
                </a:cubicBezTo>
                <a:cubicBezTo>
                  <a:pt x="5878056" y="2110924"/>
                  <a:pt x="5880216" y="2108403"/>
                  <a:pt x="5880216" y="2104083"/>
                </a:cubicBezTo>
                <a:cubicBezTo>
                  <a:pt x="5882736" y="2094723"/>
                  <a:pt x="5864376" y="2097243"/>
                  <a:pt x="5875896" y="2087882"/>
                </a:cubicBezTo>
                <a:cubicBezTo>
                  <a:pt x="5891286" y="2084642"/>
                  <a:pt x="5912954" y="2055682"/>
                  <a:pt x="5916143" y="2033659"/>
                </a:cubicBezTo>
                <a:close/>
                <a:moveTo>
                  <a:pt x="4149461" y="2022274"/>
                </a:moveTo>
                <a:cubicBezTo>
                  <a:pt x="4128939" y="2029113"/>
                  <a:pt x="4088254" y="2026954"/>
                  <a:pt x="4076733" y="2054310"/>
                </a:cubicBezTo>
                <a:cubicBezTo>
                  <a:pt x="4099415" y="2040632"/>
                  <a:pt x="4138299" y="2056470"/>
                  <a:pt x="4149461" y="2022274"/>
                </a:cubicBezTo>
                <a:close/>
                <a:moveTo>
                  <a:pt x="4742967" y="2021998"/>
                </a:moveTo>
                <a:cubicBezTo>
                  <a:pt x="4751967" y="2035678"/>
                  <a:pt x="4749807" y="2042519"/>
                  <a:pt x="4760967" y="2060880"/>
                </a:cubicBezTo>
                <a:cubicBezTo>
                  <a:pt x="4765647" y="2063040"/>
                  <a:pt x="4765647" y="2058360"/>
                  <a:pt x="4772487" y="2060880"/>
                </a:cubicBezTo>
                <a:cubicBezTo>
                  <a:pt x="4770327" y="2054040"/>
                  <a:pt x="4760967" y="2051520"/>
                  <a:pt x="4760967" y="2040359"/>
                </a:cubicBezTo>
                <a:cubicBezTo>
                  <a:pt x="4770327" y="2040359"/>
                  <a:pt x="4767807" y="2049359"/>
                  <a:pt x="4772487" y="2054040"/>
                </a:cubicBezTo>
                <a:cubicBezTo>
                  <a:pt x="4781487" y="2047199"/>
                  <a:pt x="4781487" y="2035678"/>
                  <a:pt x="4779327" y="2024158"/>
                </a:cubicBezTo>
                <a:cubicBezTo>
                  <a:pt x="4765647" y="2026678"/>
                  <a:pt x="4765647" y="2028838"/>
                  <a:pt x="4742967" y="2021998"/>
                </a:cubicBezTo>
                <a:close/>
                <a:moveTo>
                  <a:pt x="5291251" y="2017677"/>
                </a:moveTo>
                <a:cubicBezTo>
                  <a:pt x="5281891" y="2021998"/>
                  <a:pt x="5279731" y="2030998"/>
                  <a:pt x="5286571" y="2040359"/>
                </a:cubicBezTo>
                <a:cubicBezTo>
                  <a:pt x="5288731" y="2033518"/>
                  <a:pt x="5293411" y="2026678"/>
                  <a:pt x="5291251" y="2017677"/>
                </a:cubicBezTo>
                <a:close/>
                <a:moveTo>
                  <a:pt x="4811008" y="2012997"/>
                </a:moveTo>
                <a:cubicBezTo>
                  <a:pt x="4808848" y="2012997"/>
                  <a:pt x="4808848" y="2015157"/>
                  <a:pt x="4808848" y="2017677"/>
                </a:cubicBezTo>
                <a:cubicBezTo>
                  <a:pt x="4808848" y="2022178"/>
                  <a:pt x="4811098" y="2023798"/>
                  <a:pt x="4813348" y="2025463"/>
                </a:cubicBezTo>
                <a:lnTo>
                  <a:pt x="4816914" y="2031847"/>
                </a:lnTo>
                <a:lnTo>
                  <a:pt x="4828071" y="2020123"/>
                </a:lnTo>
                <a:lnTo>
                  <a:pt x="4822866" y="2021801"/>
                </a:lnTo>
                <a:cubicBezTo>
                  <a:pt x="4819468" y="2021210"/>
                  <a:pt x="4815598" y="2018667"/>
                  <a:pt x="4811008" y="2012997"/>
                </a:cubicBezTo>
                <a:close/>
                <a:moveTo>
                  <a:pt x="6387873" y="2011186"/>
                </a:moveTo>
                <a:cubicBezTo>
                  <a:pt x="6409122" y="2006600"/>
                  <a:pt x="6390438" y="2033411"/>
                  <a:pt x="6392636" y="2044347"/>
                </a:cubicBezTo>
                <a:cubicBezTo>
                  <a:pt x="6385675" y="2037644"/>
                  <a:pt x="6385675" y="2024239"/>
                  <a:pt x="6387873" y="2011186"/>
                </a:cubicBezTo>
                <a:close/>
                <a:moveTo>
                  <a:pt x="6085174" y="2008187"/>
                </a:moveTo>
                <a:cubicBezTo>
                  <a:pt x="6105911" y="2021743"/>
                  <a:pt x="6092087" y="2050996"/>
                  <a:pt x="6085174" y="2071330"/>
                </a:cubicBezTo>
                <a:cubicBezTo>
                  <a:pt x="6071350" y="2057774"/>
                  <a:pt x="6082992" y="2030661"/>
                  <a:pt x="6085174" y="2008187"/>
                </a:cubicBezTo>
                <a:close/>
                <a:moveTo>
                  <a:pt x="4240911" y="2001308"/>
                </a:moveTo>
                <a:cubicBezTo>
                  <a:pt x="4237760" y="2003017"/>
                  <a:pt x="4236050" y="2006437"/>
                  <a:pt x="4238390" y="2011116"/>
                </a:cubicBezTo>
                <a:cubicBezTo>
                  <a:pt x="4240551" y="2008596"/>
                  <a:pt x="4256392" y="2017955"/>
                  <a:pt x="4252072" y="2001757"/>
                </a:cubicBezTo>
                <a:cubicBezTo>
                  <a:pt x="4248651" y="1999598"/>
                  <a:pt x="4244061" y="1999598"/>
                  <a:pt x="4240911" y="2001308"/>
                </a:cubicBezTo>
                <a:close/>
                <a:moveTo>
                  <a:pt x="4804168" y="1999316"/>
                </a:moveTo>
                <a:cubicBezTo>
                  <a:pt x="4795167" y="1997156"/>
                  <a:pt x="4797327" y="2003996"/>
                  <a:pt x="4799848" y="2008317"/>
                </a:cubicBezTo>
                <a:cubicBezTo>
                  <a:pt x="4811008" y="2012997"/>
                  <a:pt x="4811008" y="2006156"/>
                  <a:pt x="4804168" y="1999316"/>
                </a:cubicBezTo>
                <a:close/>
                <a:moveTo>
                  <a:pt x="6026019" y="1997075"/>
                </a:moveTo>
                <a:cubicBezTo>
                  <a:pt x="6028135" y="2011045"/>
                  <a:pt x="6019316" y="2020236"/>
                  <a:pt x="6017199" y="2031632"/>
                </a:cubicBezTo>
                <a:cubicBezTo>
                  <a:pt x="6012613" y="2018030"/>
                  <a:pt x="6012613" y="2006266"/>
                  <a:pt x="6026019" y="1997075"/>
                </a:cubicBezTo>
                <a:close/>
                <a:moveTo>
                  <a:pt x="4831528" y="1992476"/>
                </a:moveTo>
                <a:cubicBezTo>
                  <a:pt x="4831528" y="1997156"/>
                  <a:pt x="4822528" y="2001476"/>
                  <a:pt x="4834048" y="2006156"/>
                </a:cubicBezTo>
                <a:cubicBezTo>
                  <a:pt x="4838908" y="2009667"/>
                  <a:pt x="4838908" y="2001431"/>
                  <a:pt x="4842401" y="2001954"/>
                </a:cubicBezTo>
                <a:lnTo>
                  <a:pt x="4844247" y="2003516"/>
                </a:lnTo>
                <a:lnTo>
                  <a:pt x="4854916" y="1993632"/>
                </a:lnTo>
                <a:lnTo>
                  <a:pt x="4851277" y="1995699"/>
                </a:lnTo>
                <a:cubicBezTo>
                  <a:pt x="4846356" y="1996616"/>
                  <a:pt x="4840078" y="1995896"/>
                  <a:pt x="4831528" y="1992476"/>
                </a:cubicBezTo>
                <a:close/>
                <a:moveTo>
                  <a:pt x="5307569" y="1986501"/>
                </a:moveTo>
                <a:cubicBezTo>
                  <a:pt x="5297798" y="1988358"/>
                  <a:pt x="5292331" y="2004896"/>
                  <a:pt x="5295571" y="2015157"/>
                </a:cubicBezTo>
                <a:cubicBezTo>
                  <a:pt x="5302411" y="2008317"/>
                  <a:pt x="5313931" y="1999316"/>
                  <a:pt x="5318611" y="1990315"/>
                </a:cubicBezTo>
                <a:cubicBezTo>
                  <a:pt x="5314561" y="1986895"/>
                  <a:pt x="5310826" y="1985883"/>
                  <a:pt x="5307569" y="1986501"/>
                </a:cubicBezTo>
                <a:close/>
                <a:moveTo>
                  <a:pt x="6139501" y="1977027"/>
                </a:moveTo>
                <a:cubicBezTo>
                  <a:pt x="6159892" y="1974850"/>
                  <a:pt x="6155242" y="1999887"/>
                  <a:pt x="6134850" y="1995170"/>
                </a:cubicBezTo>
                <a:cubicBezTo>
                  <a:pt x="6139501" y="1977027"/>
                  <a:pt x="6139501" y="1977027"/>
                  <a:pt x="6139501" y="1977027"/>
                </a:cubicBezTo>
                <a:close/>
                <a:moveTo>
                  <a:pt x="4329480" y="1970082"/>
                </a:moveTo>
                <a:lnTo>
                  <a:pt x="4325405" y="1976741"/>
                </a:lnTo>
                <a:lnTo>
                  <a:pt x="4324799" y="1976921"/>
                </a:lnTo>
                <a:cubicBezTo>
                  <a:pt x="4326959" y="1974761"/>
                  <a:pt x="4329480" y="1974761"/>
                  <a:pt x="4329480" y="1970082"/>
                </a:cubicBezTo>
                <a:close/>
                <a:moveTo>
                  <a:pt x="4941684" y="1955823"/>
                </a:moveTo>
                <a:lnTo>
                  <a:pt x="4940894" y="1959116"/>
                </a:lnTo>
                <a:lnTo>
                  <a:pt x="4943129" y="1958273"/>
                </a:lnTo>
                <a:close/>
                <a:moveTo>
                  <a:pt x="4858888" y="1953953"/>
                </a:moveTo>
                <a:cubicBezTo>
                  <a:pt x="4849888" y="1953953"/>
                  <a:pt x="4852048" y="1960793"/>
                  <a:pt x="4854208" y="1967634"/>
                </a:cubicBezTo>
                <a:cubicBezTo>
                  <a:pt x="4858888" y="1965114"/>
                  <a:pt x="4863568" y="1962954"/>
                  <a:pt x="4858888" y="1953953"/>
                </a:cubicBezTo>
                <a:close/>
                <a:moveTo>
                  <a:pt x="4539631" y="1946275"/>
                </a:moveTo>
                <a:cubicBezTo>
                  <a:pt x="4548580" y="1960084"/>
                  <a:pt x="4526028" y="1960084"/>
                  <a:pt x="4532829" y="1973893"/>
                </a:cubicBezTo>
                <a:cubicBezTo>
                  <a:pt x="4529428" y="1973893"/>
                  <a:pt x="4526028" y="1974438"/>
                  <a:pt x="4522627" y="1973847"/>
                </a:cubicBezTo>
                <a:lnTo>
                  <a:pt x="4517684" y="1970524"/>
                </a:lnTo>
                <a:lnTo>
                  <a:pt x="4515268" y="1980495"/>
                </a:lnTo>
                <a:cubicBezTo>
                  <a:pt x="4509150" y="1990597"/>
                  <a:pt x="4493986" y="1998705"/>
                  <a:pt x="4485438" y="1995162"/>
                </a:cubicBezTo>
                <a:cubicBezTo>
                  <a:pt x="4485438" y="1989529"/>
                  <a:pt x="4491228" y="1985532"/>
                  <a:pt x="4498167" y="1981807"/>
                </a:cubicBezTo>
                <a:lnTo>
                  <a:pt x="4517389" y="1970326"/>
                </a:lnTo>
                <a:lnTo>
                  <a:pt x="4512425" y="1966988"/>
                </a:lnTo>
                <a:cubicBezTo>
                  <a:pt x="4517079" y="1953179"/>
                  <a:pt x="4537483" y="1955360"/>
                  <a:pt x="4539631" y="1946275"/>
                </a:cubicBezTo>
                <a:close/>
                <a:moveTo>
                  <a:pt x="4977329" y="1926591"/>
                </a:moveTo>
                <a:cubicBezTo>
                  <a:pt x="4974809" y="1935592"/>
                  <a:pt x="4958969" y="1937752"/>
                  <a:pt x="4958969" y="1949273"/>
                </a:cubicBezTo>
                <a:cubicBezTo>
                  <a:pt x="4970489" y="1944592"/>
                  <a:pt x="4988489" y="1935592"/>
                  <a:pt x="4977329" y="1926591"/>
                </a:cubicBezTo>
                <a:close/>
                <a:moveTo>
                  <a:pt x="5350292" y="1921911"/>
                </a:moveTo>
                <a:cubicBezTo>
                  <a:pt x="5336612" y="1930911"/>
                  <a:pt x="5352452" y="1935592"/>
                  <a:pt x="5343452" y="1942432"/>
                </a:cubicBezTo>
                <a:cubicBezTo>
                  <a:pt x="5354972" y="1949273"/>
                  <a:pt x="5357132" y="1930911"/>
                  <a:pt x="5350292" y="1921911"/>
                </a:cubicBezTo>
                <a:close/>
                <a:moveTo>
                  <a:pt x="6150478" y="1903412"/>
                </a:moveTo>
                <a:cubicBezTo>
                  <a:pt x="6166250" y="1919220"/>
                  <a:pt x="6139613" y="1941855"/>
                  <a:pt x="6163796" y="1955507"/>
                </a:cubicBezTo>
                <a:cubicBezTo>
                  <a:pt x="6159590" y="1971315"/>
                  <a:pt x="6150478" y="1953352"/>
                  <a:pt x="6146272" y="1962333"/>
                </a:cubicBezTo>
                <a:cubicBezTo>
                  <a:pt x="6143819" y="1953352"/>
                  <a:pt x="6146272" y="1928202"/>
                  <a:pt x="6150478" y="1903412"/>
                </a:cubicBezTo>
                <a:close/>
                <a:moveTo>
                  <a:pt x="6452149" y="1901973"/>
                </a:moveTo>
                <a:cubicBezTo>
                  <a:pt x="6456510" y="1903743"/>
                  <a:pt x="6457461" y="1919551"/>
                  <a:pt x="6471038" y="1912937"/>
                </a:cubicBezTo>
                <a:lnTo>
                  <a:pt x="6468866" y="1928459"/>
                </a:lnTo>
                <a:cubicBezTo>
                  <a:pt x="6448228" y="1917523"/>
                  <a:pt x="6432297" y="1928459"/>
                  <a:pt x="6430125" y="1906234"/>
                </a:cubicBezTo>
                <a:cubicBezTo>
                  <a:pt x="6430125" y="1912937"/>
                  <a:pt x="6461986" y="1915053"/>
                  <a:pt x="6446056" y="1906234"/>
                </a:cubicBezTo>
                <a:cubicBezTo>
                  <a:pt x="6448862" y="1902353"/>
                  <a:pt x="6450695" y="1901383"/>
                  <a:pt x="6452149" y="1901973"/>
                </a:cubicBezTo>
                <a:close/>
                <a:moveTo>
                  <a:pt x="4648593" y="1892300"/>
                </a:moveTo>
                <a:cubicBezTo>
                  <a:pt x="4623590" y="1923693"/>
                  <a:pt x="4585371" y="1937249"/>
                  <a:pt x="4548938" y="1955443"/>
                </a:cubicBezTo>
                <a:cubicBezTo>
                  <a:pt x="4562868" y="1903715"/>
                  <a:pt x="4621447" y="1923693"/>
                  <a:pt x="4648593" y="1892300"/>
                </a:cubicBezTo>
                <a:close/>
                <a:moveTo>
                  <a:pt x="6117030" y="1881187"/>
                </a:moveTo>
                <a:cubicBezTo>
                  <a:pt x="6103436" y="1904253"/>
                  <a:pt x="6114526" y="1917948"/>
                  <a:pt x="6107729" y="1947501"/>
                </a:cubicBezTo>
                <a:cubicBezTo>
                  <a:pt x="6091988" y="1935968"/>
                  <a:pt x="6098785" y="1899567"/>
                  <a:pt x="6117030" y="1881187"/>
                </a:cubicBezTo>
                <a:close/>
                <a:moveTo>
                  <a:pt x="5470614" y="1881187"/>
                </a:moveTo>
                <a:cubicBezTo>
                  <a:pt x="5479591" y="1885949"/>
                  <a:pt x="5497904" y="1883751"/>
                  <a:pt x="5495390" y="1892910"/>
                </a:cubicBezTo>
                <a:cubicBezTo>
                  <a:pt x="5486413" y="1892910"/>
                  <a:pt x="5474923" y="1890712"/>
                  <a:pt x="5474923" y="1895108"/>
                </a:cubicBezTo>
                <a:cubicBezTo>
                  <a:pt x="5468100" y="1895108"/>
                  <a:pt x="5470614" y="1885949"/>
                  <a:pt x="5470614" y="1881187"/>
                </a:cubicBezTo>
                <a:close/>
                <a:moveTo>
                  <a:pt x="4951916" y="1879033"/>
                </a:moveTo>
                <a:cubicBezTo>
                  <a:pt x="4954455" y="1878199"/>
                  <a:pt x="4957841" y="1878471"/>
                  <a:pt x="4962919" y="1880741"/>
                </a:cubicBezTo>
                <a:lnTo>
                  <a:pt x="4959549" y="1883087"/>
                </a:lnTo>
                <a:lnTo>
                  <a:pt x="4962767" y="1890140"/>
                </a:lnTo>
                <a:cubicBezTo>
                  <a:pt x="4962018" y="1894966"/>
                  <a:pt x="4956283" y="1898931"/>
                  <a:pt x="4951509" y="1897896"/>
                </a:cubicBezTo>
                <a:lnTo>
                  <a:pt x="4948216" y="1894531"/>
                </a:lnTo>
                <a:lnTo>
                  <a:pt x="4944744" y="1906162"/>
                </a:lnTo>
                <a:cubicBezTo>
                  <a:pt x="4940111" y="1906162"/>
                  <a:pt x="4935834" y="1901441"/>
                  <a:pt x="4931201" y="1903983"/>
                </a:cubicBezTo>
                <a:cubicBezTo>
                  <a:pt x="4935834" y="1906162"/>
                  <a:pt x="4937972" y="1908341"/>
                  <a:pt x="4935834" y="1913062"/>
                </a:cubicBezTo>
                <a:cubicBezTo>
                  <a:pt x="4926925" y="1917783"/>
                  <a:pt x="4926925" y="1908341"/>
                  <a:pt x="4920154" y="1908341"/>
                </a:cubicBezTo>
                <a:cubicBezTo>
                  <a:pt x="4922292" y="1910883"/>
                  <a:pt x="4917659" y="1910883"/>
                  <a:pt x="4920154" y="1913062"/>
                </a:cubicBezTo>
                <a:cubicBezTo>
                  <a:pt x="4922292" y="1917783"/>
                  <a:pt x="4929063" y="1915241"/>
                  <a:pt x="4929063" y="1922141"/>
                </a:cubicBezTo>
                <a:cubicBezTo>
                  <a:pt x="4924430" y="1924319"/>
                  <a:pt x="4922292" y="1926862"/>
                  <a:pt x="4920154" y="1926862"/>
                </a:cubicBezTo>
                <a:cubicBezTo>
                  <a:pt x="4917659" y="1915241"/>
                  <a:pt x="4910888" y="1913062"/>
                  <a:pt x="4913383" y="1903983"/>
                </a:cubicBezTo>
                <a:cubicBezTo>
                  <a:pt x="4926925" y="1903983"/>
                  <a:pt x="4937972" y="1903983"/>
                  <a:pt x="4929063" y="1892362"/>
                </a:cubicBezTo>
                <a:cubicBezTo>
                  <a:pt x="4944298" y="1893996"/>
                  <a:pt x="4944298" y="1881535"/>
                  <a:pt x="4951916" y="1879033"/>
                </a:cubicBezTo>
                <a:close/>
                <a:moveTo>
                  <a:pt x="4938516" y="1866900"/>
                </a:moveTo>
                <a:cubicBezTo>
                  <a:pt x="4940688" y="1876201"/>
                  <a:pt x="4936343" y="1880494"/>
                  <a:pt x="4934171" y="1887291"/>
                </a:cubicBezTo>
                <a:cubicBezTo>
                  <a:pt x="4929464" y="1882998"/>
                  <a:pt x="4927292" y="1891942"/>
                  <a:pt x="4920413" y="1882998"/>
                </a:cubicBezTo>
                <a:cubicBezTo>
                  <a:pt x="4940688" y="1885145"/>
                  <a:pt x="4927292" y="1869404"/>
                  <a:pt x="4938516" y="1866900"/>
                </a:cubicBezTo>
                <a:close/>
                <a:moveTo>
                  <a:pt x="5366132" y="1858186"/>
                </a:moveTo>
                <a:cubicBezTo>
                  <a:pt x="5354972" y="1862867"/>
                  <a:pt x="5352452" y="1867187"/>
                  <a:pt x="5345612" y="1874027"/>
                </a:cubicBezTo>
                <a:cubicBezTo>
                  <a:pt x="5350292" y="1885548"/>
                  <a:pt x="5357132" y="1887708"/>
                  <a:pt x="5368292" y="1887708"/>
                </a:cubicBezTo>
                <a:cubicBezTo>
                  <a:pt x="5368292" y="1897069"/>
                  <a:pt x="5368292" y="1908230"/>
                  <a:pt x="5354972" y="1912910"/>
                </a:cubicBezTo>
                <a:cubicBezTo>
                  <a:pt x="5357132" y="1921911"/>
                  <a:pt x="5363972" y="1917590"/>
                  <a:pt x="5368292" y="1924071"/>
                </a:cubicBezTo>
                <a:cubicBezTo>
                  <a:pt x="5368292" y="1903909"/>
                  <a:pt x="5379812" y="1903909"/>
                  <a:pt x="5375132" y="1885548"/>
                </a:cubicBezTo>
                <a:cubicBezTo>
                  <a:pt x="5375132" y="1885548"/>
                  <a:pt x="5375132" y="1885548"/>
                  <a:pt x="5393492" y="1878708"/>
                </a:cubicBezTo>
                <a:cubicBezTo>
                  <a:pt x="5388812" y="1871867"/>
                  <a:pt x="5391332" y="1869707"/>
                  <a:pt x="5395652" y="1865027"/>
                </a:cubicBezTo>
                <a:cubicBezTo>
                  <a:pt x="5384492" y="1862867"/>
                  <a:pt x="5381972" y="1883388"/>
                  <a:pt x="5370812" y="1883388"/>
                </a:cubicBezTo>
                <a:cubicBezTo>
                  <a:pt x="5361812" y="1871867"/>
                  <a:pt x="5372972" y="1867187"/>
                  <a:pt x="5366132" y="1858186"/>
                </a:cubicBezTo>
                <a:close/>
                <a:moveTo>
                  <a:pt x="1221991" y="1854179"/>
                </a:moveTo>
                <a:cubicBezTo>
                  <a:pt x="1210469" y="1865337"/>
                  <a:pt x="1210469" y="1876856"/>
                  <a:pt x="1198948" y="1879015"/>
                </a:cubicBezTo>
                <a:cubicBezTo>
                  <a:pt x="1203629" y="1883695"/>
                  <a:pt x="1201108" y="1888014"/>
                  <a:pt x="1205789" y="1892693"/>
                </a:cubicBezTo>
                <a:cubicBezTo>
                  <a:pt x="1217310" y="1879015"/>
                  <a:pt x="1230992" y="1865337"/>
                  <a:pt x="1221991" y="1854179"/>
                </a:cubicBezTo>
                <a:close/>
                <a:moveTo>
                  <a:pt x="4822528" y="1853866"/>
                </a:moveTo>
                <a:cubicBezTo>
                  <a:pt x="4811008" y="1851346"/>
                  <a:pt x="4815688" y="1865027"/>
                  <a:pt x="4822528" y="1867187"/>
                </a:cubicBezTo>
                <a:cubicBezTo>
                  <a:pt x="4836208" y="1869707"/>
                  <a:pt x="4824688" y="1858186"/>
                  <a:pt x="4822528" y="1853866"/>
                </a:cubicBezTo>
                <a:close/>
                <a:moveTo>
                  <a:pt x="5385863" y="1852245"/>
                </a:moveTo>
                <a:lnTo>
                  <a:pt x="5380037" y="1855351"/>
                </a:lnTo>
                <a:cubicBezTo>
                  <a:pt x="5377472" y="1858726"/>
                  <a:pt x="5377472" y="1862687"/>
                  <a:pt x="5379812" y="1867187"/>
                </a:cubicBezTo>
                <a:cubicBezTo>
                  <a:pt x="5383232" y="1865027"/>
                  <a:pt x="5387822" y="1862777"/>
                  <a:pt x="5391242" y="1859672"/>
                </a:cubicBezTo>
                <a:lnTo>
                  <a:pt x="5392148" y="1857074"/>
                </a:lnTo>
                <a:lnTo>
                  <a:pt x="5387930" y="1852300"/>
                </a:lnTo>
                <a:close/>
                <a:moveTo>
                  <a:pt x="6405438" y="1847212"/>
                </a:moveTo>
                <a:cubicBezTo>
                  <a:pt x="6439294" y="1844675"/>
                  <a:pt x="6403300" y="1918262"/>
                  <a:pt x="6400805" y="1936387"/>
                </a:cubicBezTo>
                <a:cubicBezTo>
                  <a:pt x="6387263" y="1913550"/>
                  <a:pt x="6418980" y="1876937"/>
                  <a:pt x="6405438" y="1847212"/>
                </a:cubicBezTo>
                <a:close/>
                <a:moveTo>
                  <a:pt x="5771135" y="1840185"/>
                </a:moveTo>
                <a:cubicBezTo>
                  <a:pt x="5766455" y="1842345"/>
                  <a:pt x="5766455" y="1847026"/>
                  <a:pt x="5762135" y="1851346"/>
                </a:cubicBezTo>
                <a:cubicBezTo>
                  <a:pt x="5762135" y="1851346"/>
                  <a:pt x="5762135" y="1851346"/>
                  <a:pt x="5775815" y="1878708"/>
                </a:cubicBezTo>
                <a:cubicBezTo>
                  <a:pt x="5786975" y="1867187"/>
                  <a:pt x="5784815" y="1842345"/>
                  <a:pt x="5771135" y="1840185"/>
                </a:cubicBezTo>
                <a:close/>
                <a:moveTo>
                  <a:pt x="6501199" y="1836737"/>
                </a:moveTo>
                <a:cubicBezTo>
                  <a:pt x="6487375" y="1846185"/>
                  <a:pt x="6484828" y="1864356"/>
                  <a:pt x="6466638" y="1866536"/>
                </a:cubicBezTo>
                <a:cubicBezTo>
                  <a:pt x="6471004" y="1850546"/>
                  <a:pt x="6482645" y="1841461"/>
                  <a:pt x="6501199" y="1836737"/>
                </a:cubicBezTo>
                <a:close/>
                <a:moveTo>
                  <a:pt x="4956892" y="1835739"/>
                </a:moveTo>
                <a:cubicBezTo>
                  <a:pt x="4975083" y="1833562"/>
                  <a:pt x="4975083" y="1844810"/>
                  <a:pt x="4984541" y="1847350"/>
                </a:cubicBezTo>
                <a:cubicBezTo>
                  <a:pt x="4972900" y="1847350"/>
                  <a:pt x="4986724" y="1856422"/>
                  <a:pt x="4975083" y="1858599"/>
                </a:cubicBezTo>
                <a:cubicBezTo>
                  <a:pt x="4963805" y="1854245"/>
                  <a:pt x="4975083" y="1847350"/>
                  <a:pt x="4965987" y="1844810"/>
                </a:cubicBezTo>
                <a:cubicBezTo>
                  <a:pt x="4961258" y="1844810"/>
                  <a:pt x="4956892" y="1854245"/>
                  <a:pt x="4952163" y="1849527"/>
                </a:cubicBezTo>
                <a:cubicBezTo>
                  <a:pt x="4959075" y="1847350"/>
                  <a:pt x="4959075" y="1840456"/>
                  <a:pt x="4956892" y="1835739"/>
                </a:cubicBezTo>
                <a:close/>
                <a:moveTo>
                  <a:pt x="4729447" y="1835062"/>
                </a:moveTo>
                <a:cubicBezTo>
                  <a:pt x="4740663" y="1864556"/>
                  <a:pt x="4699780" y="1850888"/>
                  <a:pt x="4681328" y="1876065"/>
                </a:cubicBezTo>
                <a:cubicBezTo>
                  <a:pt x="4676625" y="1871389"/>
                  <a:pt x="4681328" y="1866714"/>
                  <a:pt x="4676625" y="1862398"/>
                </a:cubicBezTo>
                <a:cubicBezTo>
                  <a:pt x="4672283" y="1866714"/>
                  <a:pt x="4667580" y="1862398"/>
                  <a:pt x="4663238" y="1866714"/>
                </a:cubicBezTo>
                <a:cubicBezTo>
                  <a:pt x="4674454" y="1830387"/>
                  <a:pt x="4708825" y="1853406"/>
                  <a:pt x="4729447" y="1835062"/>
                </a:cubicBezTo>
                <a:close/>
                <a:moveTo>
                  <a:pt x="5601998" y="1831222"/>
                </a:moveTo>
                <a:lnTo>
                  <a:pt x="5597079" y="1832494"/>
                </a:lnTo>
                <a:lnTo>
                  <a:pt x="5594654" y="1832407"/>
                </a:lnTo>
                <a:lnTo>
                  <a:pt x="5596459" y="1847106"/>
                </a:lnTo>
                <a:lnTo>
                  <a:pt x="5599503" y="1838610"/>
                </a:lnTo>
                <a:close/>
                <a:moveTo>
                  <a:pt x="6370653" y="1830387"/>
                </a:moveTo>
                <a:cubicBezTo>
                  <a:pt x="6373133" y="1841896"/>
                  <a:pt x="6359672" y="1837221"/>
                  <a:pt x="6357192" y="1844054"/>
                </a:cubicBezTo>
                <a:cubicBezTo>
                  <a:pt x="6361797" y="1857722"/>
                  <a:pt x="6373133" y="1837221"/>
                  <a:pt x="6377384" y="1850888"/>
                </a:cubicBezTo>
                <a:cubicBezTo>
                  <a:pt x="6363923" y="1876065"/>
                  <a:pt x="6334875" y="1830387"/>
                  <a:pt x="6370653" y="1830387"/>
                </a:cubicBezTo>
                <a:close/>
                <a:moveTo>
                  <a:pt x="5955241" y="1827540"/>
                </a:moveTo>
                <a:lnTo>
                  <a:pt x="5945737" y="1835662"/>
                </a:lnTo>
                <a:cubicBezTo>
                  <a:pt x="5933857" y="1853618"/>
                  <a:pt x="5937367" y="1875828"/>
                  <a:pt x="5910096" y="1887708"/>
                </a:cubicBezTo>
                <a:cubicBezTo>
                  <a:pt x="5916936" y="1897069"/>
                  <a:pt x="5905416" y="1899229"/>
                  <a:pt x="5907576" y="1908230"/>
                </a:cubicBezTo>
                <a:cubicBezTo>
                  <a:pt x="5907576" y="1908230"/>
                  <a:pt x="5907576" y="1908230"/>
                  <a:pt x="5889576" y="1917590"/>
                </a:cubicBezTo>
                <a:cubicBezTo>
                  <a:pt x="5890656" y="1936852"/>
                  <a:pt x="5879226" y="1953323"/>
                  <a:pt x="5866400" y="1967814"/>
                </a:cubicBezTo>
                <a:lnTo>
                  <a:pt x="5848183" y="1987437"/>
                </a:lnTo>
                <a:lnTo>
                  <a:pt x="5888718" y="1971028"/>
                </a:lnTo>
                <a:lnTo>
                  <a:pt x="5969682" y="1931682"/>
                </a:lnTo>
                <a:lnTo>
                  <a:pt x="5969137" y="1926591"/>
                </a:lnTo>
                <a:lnTo>
                  <a:pt x="5974993" y="1929101"/>
                </a:lnTo>
                <a:lnTo>
                  <a:pt x="5980108" y="1926615"/>
                </a:lnTo>
                <a:lnTo>
                  <a:pt x="5983357" y="1922541"/>
                </a:lnTo>
                <a:cubicBezTo>
                  <a:pt x="5985337" y="1919121"/>
                  <a:pt x="5987452" y="1915273"/>
                  <a:pt x="5990197" y="1912415"/>
                </a:cubicBezTo>
                <a:lnTo>
                  <a:pt x="5991205" y="1912018"/>
                </a:lnTo>
                <a:lnTo>
                  <a:pt x="5993343" y="1900274"/>
                </a:lnTo>
                <a:cubicBezTo>
                  <a:pt x="5993596" y="1884023"/>
                  <a:pt x="5984688" y="1880176"/>
                  <a:pt x="5984688" y="1849397"/>
                </a:cubicBezTo>
                <a:lnTo>
                  <a:pt x="5979850" y="1845612"/>
                </a:lnTo>
                <a:lnTo>
                  <a:pt x="5979173" y="1849713"/>
                </a:lnTo>
                <a:cubicBezTo>
                  <a:pt x="5979588" y="1852830"/>
                  <a:pt x="5981293" y="1855794"/>
                  <a:pt x="5985295" y="1858600"/>
                </a:cubicBezTo>
                <a:cubicBezTo>
                  <a:pt x="5971470" y="1860772"/>
                  <a:pt x="5980565" y="1872358"/>
                  <a:pt x="5973653" y="1879238"/>
                </a:cubicBezTo>
                <a:cubicBezTo>
                  <a:pt x="5962375" y="1874531"/>
                  <a:pt x="5976200" y="1865479"/>
                  <a:pt x="5973653" y="1854255"/>
                </a:cubicBezTo>
                <a:cubicBezTo>
                  <a:pt x="5966741" y="1854255"/>
                  <a:pt x="5959829" y="1860772"/>
                  <a:pt x="5955463" y="1851721"/>
                </a:cubicBezTo>
                <a:lnTo>
                  <a:pt x="5969634" y="1837617"/>
                </a:lnTo>
                <a:lnTo>
                  <a:pt x="5959897" y="1829997"/>
                </a:lnTo>
                <a:close/>
                <a:moveTo>
                  <a:pt x="6050857" y="1826504"/>
                </a:moveTo>
                <a:lnTo>
                  <a:pt x="6037307" y="1849305"/>
                </a:lnTo>
                <a:lnTo>
                  <a:pt x="6044636" y="1857037"/>
                </a:lnTo>
                <a:lnTo>
                  <a:pt x="6057427" y="1841805"/>
                </a:lnTo>
                <a:cubicBezTo>
                  <a:pt x="6059407" y="1834425"/>
                  <a:pt x="6057697" y="1827584"/>
                  <a:pt x="6050857" y="1826504"/>
                </a:cubicBezTo>
                <a:close/>
                <a:moveTo>
                  <a:pt x="5707415" y="1819664"/>
                </a:moveTo>
                <a:cubicBezTo>
                  <a:pt x="5695895" y="1826504"/>
                  <a:pt x="5695895" y="1837665"/>
                  <a:pt x="5689415" y="1847026"/>
                </a:cubicBezTo>
                <a:cubicBezTo>
                  <a:pt x="5698415" y="1849186"/>
                  <a:pt x="5714255" y="1830824"/>
                  <a:pt x="5707415" y="1819664"/>
                </a:cubicBezTo>
                <a:close/>
                <a:moveTo>
                  <a:pt x="5782655" y="1812823"/>
                </a:moveTo>
                <a:cubicBezTo>
                  <a:pt x="5764295" y="1833345"/>
                  <a:pt x="5798495" y="1837665"/>
                  <a:pt x="5805335" y="1862867"/>
                </a:cubicBezTo>
                <a:cubicBezTo>
                  <a:pt x="5802815" y="1876548"/>
                  <a:pt x="5786975" y="1885548"/>
                  <a:pt x="5786975" y="1899229"/>
                </a:cubicBezTo>
                <a:cubicBezTo>
                  <a:pt x="5805335" y="1899229"/>
                  <a:pt x="5798495" y="1869707"/>
                  <a:pt x="5809655" y="1885548"/>
                </a:cubicBezTo>
                <a:cubicBezTo>
                  <a:pt x="5821175" y="1876548"/>
                  <a:pt x="5816495" y="1856026"/>
                  <a:pt x="5832695" y="1856026"/>
                </a:cubicBezTo>
                <a:cubicBezTo>
                  <a:pt x="5832695" y="1847026"/>
                  <a:pt x="5839535" y="1837665"/>
                  <a:pt x="5828015" y="1835505"/>
                </a:cubicBezTo>
                <a:cubicBezTo>
                  <a:pt x="5809655" y="1860346"/>
                  <a:pt x="5786975" y="1830824"/>
                  <a:pt x="5782655" y="1812823"/>
                </a:cubicBezTo>
                <a:close/>
                <a:moveTo>
                  <a:pt x="5009099" y="1803400"/>
                </a:moveTo>
                <a:cubicBezTo>
                  <a:pt x="5013720" y="1818922"/>
                  <a:pt x="4991329" y="1823155"/>
                  <a:pt x="4986708" y="1834444"/>
                </a:cubicBezTo>
                <a:cubicBezTo>
                  <a:pt x="4995594" y="1836561"/>
                  <a:pt x="4995594" y="1825625"/>
                  <a:pt x="5000214" y="1834444"/>
                </a:cubicBezTo>
                <a:cubicBezTo>
                  <a:pt x="4988841" y="1836561"/>
                  <a:pt x="4993461" y="1841147"/>
                  <a:pt x="4979956" y="1839030"/>
                </a:cubicBezTo>
                <a:cubicBezTo>
                  <a:pt x="4991329" y="1825625"/>
                  <a:pt x="4966450" y="1816805"/>
                  <a:pt x="4979956" y="1807633"/>
                </a:cubicBezTo>
                <a:cubicBezTo>
                  <a:pt x="4982088" y="1814336"/>
                  <a:pt x="4986708" y="1821039"/>
                  <a:pt x="4993461" y="1818922"/>
                </a:cubicBezTo>
                <a:cubicBezTo>
                  <a:pt x="5000214" y="1814336"/>
                  <a:pt x="4995594" y="1805516"/>
                  <a:pt x="5009099" y="1803400"/>
                </a:cubicBezTo>
                <a:close/>
                <a:moveTo>
                  <a:pt x="4710995" y="1803400"/>
                </a:moveTo>
                <a:cubicBezTo>
                  <a:pt x="4717908" y="1803400"/>
                  <a:pt x="4724820" y="1807754"/>
                  <a:pt x="4729549" y="1814648"/>
                </a:cubicBezTo>
                <a:cubicBezTo>
                  <a:pt x="4722637" y="1821543"/>
                  <a:pt x="4713178" y="1828437"/>
                  <a:pt x="4706630" y="1826260"/>
                </a:cubicBezTo>
                <a:cubicBezTo>
                  <a:pt x="4694988" y="1817188"/>
                  <a:pt x="4715725" y="1812471"/>
                  <a:pt x="4710995" y="1803400"/>
                </a:cubicBezTo>
                <a:close/>
                <a:moveTo>
                  <a:pt x="5420853" y="1799142"/>
                </a:moveTo>
                <a:cubicBezTo>
                  <a:pt x="5420853" y="1799142"/>
                  <a:pt x="5420853" y="1799142"/>
                  <a:pt x="5411853" y="1803823"/>
                </a:cubicBezTo>
                <a:cubicBezTo>
                  <a:pt x="5420853" y="1814983"/>
                  <a:pt x="5416173" y="1819664"/>
                  <a:pt x="5402493" y="1821824"/>
                </a:cubicBezTo>
                <a:cubicBezTo>
                  <a:pt x="5402493" y="1821824"/>
                  <a:pt x="5402493" y="1821824"/>
                  <a:pt x="5409333" y="1835505"/>
                </a:cubicBezTo>
                <a:cubicBezTo>
                  <a:pt x="5416173" y="1823984"/>
                  <a:pt x="5427693" y="1814983"/>
                  <a:pt x="5420853" y="1799142"/>
                </a:cubicBezTo>
                <a:close/>
                <a:moveTo>
                  <a:pt x="5899568" y="1793955"/>
                </a:moveTo>
                <a:lnTo>
                  <a:pt x="5898576" y="1794462"/>
                </a:lnTo>
                <a:cubicBezTo>
                  <a:pt x="5899746" y="1797342"/>
                  <a:pt x="5901478" y="1798940"/>
                  <a:pt x="5903453" y="1799643"/>
                </a:cubicBezTo>
                <a:lnTo>
                  <a:pt x="5906221" y="1799562"/>
                </a:lnTo>
                <a:close/>
                <a:moveTo>
                  <a:pt x="4766118" y="1787678"/>
                </a:moveTo>
                <a:cubicBezTo>
                  <a:pt x="4761458" y="1787678"/>
                  <a:pt x="4734573" y="1799149"/>
                  <a:pt x="4750346" y="1810620"/>
                </a:cubicBezTo>
                <a:cubicBezTo>
                  <a:pt x="4754647" y="1803809"/>
                  <a:pt x="4772929" y="1796998"/>
                  <a:pt x="4766118" y="1787678"/>
                </a:cubicBezTo>
                <a:close/>
                <a:moveTo>
                  <a:pt x="5484573" y="1780781"/>
                </a:moveTo>
                <a:cubicBezTo>
                  <a:pt x="5475213" y="1776461"/>
                  <a:pt x="5470893" y="1796982"/>
                  <a:pt x="5466213" y="1803823"/>
                </a:cubicBezTo>
                <a:cubicBezTo>
                  <a:pt x="5479893" y="1808143"/>
                  <a:pt x="5482413" y="1787621"/>
                  <a:pt x="5484573" y="1780781"/>
                </a:cubicBezTo>
                <a:close/>
                <a:moveTo>
                  <a:pt x="1303720" y="1780249"/>
                </a:moveTo>
                <a:cubicBezTo>
                  <a:pt x="1301402" y="1780390"/>
                  <a:pt x="1299129" y="1781290"/>
                  <a:pt x="1296879" y="1783629"/>
                </a:cubicBezTo>
                <a:cubicBezTo>
                  <a:pt x="1301559" y="1790468"/>
                  <a:pt x="1310560" y="1785789"/>
                  <a:pt x="1301559" y="1797307"/>
                </a:cubicBezTo>
                <a:cubicBezTo>
                  <a:pt x="1296879" y="1790468"/>
                  <a:pt x="1292198" y="1787949"/>
                  <a:pt x="1285357" y="1792628"/>
                </a:cubicBezTo>
                <a:cubicBezTo>
                  <a:pt x="1290038" y="1810985"/>
                  <a:pt x="1251514" y="1833662"/>
                  <a:pt x="1228471" y="1842661"/>
                </a:cubicBezTo>
                <a:cubicBezTo>
                  <a:pt x="1235312" y="1854179"/>
                  <a:pt x="1237832" y="1851659"/>
                  <a:pt x="1239993" y="1860658"/>
                </a:cubicBezTo>
                <a:cubicBezTo>
                  <a:pt x="1264835" y="1819984"/>
                  <a:pt x="1303719" y="1815305"/>
                  <a:pt x="1326402" y="1781110"/>
                </a:cubicBezTo>
                <a:cubicBezTo>
                  <a:pt x="1318031" y="1786239"/>
                  <a:pt x="1310673" y="1779827"/>
                  <a:pt x="1303720" y="1780249"/>
                </a:cubicBezTo>
                <a:close/>
                <a:moveTo>
                  <a:pt x="5643694" y="1778621"/>
                </a:moveTo>
                <a:cubicBezTo>
                  <a:pt x="5627854" y="1785461"/>
                  <a:pt x="5630014" y="1799142"/>
                  <a:pt x="5627854" y="1810663"/>
                </a:cubicBezTo>
                <a:cubicBezTo>
                  <a:pt x="5632174" y="1812823"/>
                  <a:pt x="5636854" y="1810663"/>
                  <a:pt x="5643694" y="1805983"/>
                </a:cubicBezTo>
                <a:cubicBezTo>
                  <a:pt x="5634694" y="1794462"/>
                  <a:pt x="5652694" y="1790142"/>
                  <a:pt x="5643694" y="1778621"/>
                </a:cubicBezTo>
                <a:close/>
                <a:moveTo>
                  <a:pt x="5095410" y="1762780"/>
                </a:moveTo>
                <a:cubicBezTo>
                  <a:pt x="5091090" y="1767100"/>
                  <a:pt x="5084250" y="1776461"/>
                  <a:pt x="5095410" y="1780781"/>
                </a:cubicBezTo>
                <a:cubicBezTo>
                  <a:pt x="5104410" y="1776461"/>
                  <a:pt x="5106930" y="1764940"/>
                  <a:pt x="5095410" y="1762780"/>
                </a:cubicBezTo>
                <a:close/>
                <a:moveTo>
                  <a:pt x="6271684" y="1757362"/>
                </a:moveTo>
                <a:cubicBezTo>
                  <a:pt x="6282900" y="1757362"/>
                  <a:pt x="6282900" y="1757362"/>
                  <a:pt x="6282900" y="1757362"/>
                </a:cubicBezTo>
                <a:cubicBezTo>
                  <a:pt x="6285003" y="1762095"/>
                  <a:pt x="6287106" y="1766465"/>
                  <a:pt x="6287106" y="1773383"/>
                </a:cubicBezTo>
                <a:cubicBezTo>
                  <a:pt x="6265025" y="1769013"/>
                  <a:pt x="6291663" y="1789768"/>
                  <a:pt x="6274138" y="1796686"/>
                </a:cubicBezTo>
                <a:cubicBezTo>
                  <a:pt x="6267478" y="1787219"/>
                  <a:pt x="6267478" y="1764280"/>
                  <a:pt x="6271684" y="1757362"/>
                </a:cubicBezTo>
                <a:close/>
                <a:moveTo>
                  <a:pt x="4835922" y="1757362"/>
                </a:moveTo>
                <a:cubicBezTo>
                  <a:pt x="4858147" y="1759508"/>
                  <a:pt x="4838039" y="1777753"/>
                  <a:pt x="4824633" y="1782404"/>
                </a:cubicBezTo>
                <a:cubicBezTo>
                  <a:pt x="4820400" y="1770956"/>
                  <a:pt x="4840156" y="1762012"/>
                  <a:pt x="4835922" y="1757362"/>
                </a:cubicBezTo>
                <a:close/>
                <a:moveTo>
                  <a:pt x="6226702" y="1751012"/>
                </a:moveTo>
                <a:cubicBezTo>
                  <a:pt x="6240841" y="1751012"/>
                  <a:pt x="6236004" y="1770990"/>
                  <a:pt x="6228934" y="1777649"/>
                </a:cubicBezTo>
                <a:cubicBezTo>
                  <a:pt x="6217400" y="1775546"/>
                  <a:pt x="6228934" y="1757671"/>
                  <a:pt x="6226702" y="1751012"/>
                </a:cubicBezTo>
                <a:close/>
                <a:moveTo>
                  <a:pt x="5777975" y="1749099"/>
                </a:moveTo>
                <a:cubicBezTo>
                  <a:pt x="5771135" y="1758099"/>
                  <a:pt x="5773295" y="1769620"/>
                  <a:pt x="5771135" y="1780781"/>
                </a:cubicBezTo>
                <a:cubicBezTo>
                  <a:pt x="5777975" y="1771780"/>
                  <a:pt x="5789495" y="1762780"/>
                  <a:pt x="5777975" y="1749099"/>
                </a:cubicBezTo>
                <a:close/>
                <a:moveTo>
                  <a:pt x="5037182" y="1746250"/>
                </a:moveTo>
                <a:cubicBezTo>
                  <a:pt x="5043885" y="1755321"/>
                  <a:pt x="5023777" y="1759675"/>
                  <a:pt x="5041769" y="1766570"/>
                </a:cubicBezTo>
                <a:cubicBezTo>
                  <a:pt x="5028363" y="1771287"/>
                  <a:pt x="5026246" y="1755321"/>
                  <a:pt x="5014957" y="1764393"/>
                </a:cubicBezTo>
                <a:cubicBezTo>
                  <a:pt x="5006138" y="1750604"/>
                  <a:pt x="5028363" y="1755321"/>
                  <a:pt x="5037182" y="1746250"/>
                </a:cubicBezTo>
                <a:close/>
                <a:moveTo>
                  <a:pt x="6390187" y="1743648"/>
                </a:moveTo>
                <a:cubicBezTo>
                  <a:pt x="6421436" y="1743648"/>
                  <a:pt x="6421436" y="1743648"/>
                  <a:pt x="6421436" y="1743648"/>
                </a:cubicBezTo>
                <a:cubicBezTo>
                  <a:pt x="6426052" y="1748331"/>
                  <a:pt x="6428183" y="1755176"/>
                  <a:pt x="6423922" y="1766343"/>
                </a:cubicBezTo>
                <a:cubicBezTo>
                  <a:pt x="6414689" y="1762021"/>
                  <a:pt x="6423922" y="1741487"/>
                  <a:pt x="6399065" y="1748331"/>
                </a:cubicBezTo>
                <a:cubicBezTo>
                  <a:pt x="6421436" y="1789399"/>
                  <a:pt x="6374563" y="1798405"/>
                  <a:pt x="6408297" y="1825783"/>
                </a:cubicBezTo>
                <a:cubicBezTo>
                  <a:pt x="6403681" y="1825783"/>
                  <a:pt x="6403681" y="1832628"/>
                  <a:pt x="6403681" y="1834790"/>
                </a:cubicBezTo>
                <a:cubicBezTo>
                  <a:pt x="6399065" y="1832628"/>
                  <a:pt x="6392318" y="1830106"/>
                  <a:pt x="6383440" y="1830106"/>
                </a:cubicBezTo>
                <a:cubicBezTo>
                  <a:pt x="6378824" y="1789399"/>
                  <a:pt x="6392318" y="1786877"/>
                  <a:pt x="6390187" y="1743648"/>
                </a:cubicBezTo>
                <a:close/>
                <a:moveTo>
                  <a:pt x="1458536" y="1740435"/>
                </a:moveTo>
                <a:cubicBezTo>
                  <a:pt x="1444854" y="1747274"/>
                  <a:pt x="1438014" y="1756273"/>
                  <a:pt x="1419652" y="1756273"/>
                </a:cubicBezTo>
                <a:cubicBezTo>
                  <a:pt x="1426492" y="1778950"/>
                  <a:pt x="1456016" y="1751594"/>
                  <a:pt x="1458536" y="1740435"/>
                </a:cubicBezTo>
                <a:close/>
                <a:moveTo>
                  <a:pt x="6353044" y="1739900"/>
                </a:moveTo>
                <a:cubicBezTo>
                  <a:pt x="6370682" y="1755830"/>
                  <a:pt x="6350574" y="1778640"/>
                  <a:pt x="6368566" y="1797105"/>
                </a:cubicBezTo>
                <a:cubicBezTo>
                  <a:pt x="6344224" y="1797105"/>
                  <a:pt x="6377385" y="1806157"/>
                  <a:pt x="6366449" y="1822088"/>
                </a:cubicBezTo>
                <a:cubicBezTo>
                  <a:pt x="6341755" y="1813036"/>
                  <a:pt x="6355160" y="1785519"/>
                  <a:pt x="6339638" y="1762710"/>
                </a:cubicBezTo>
                <a:cubicBezTo>
                  <a:pt x="6363980" y="1764882"/>
                  <a:pt x="6339638" y="1744244"/>
                  <a:pt x="6353044" y="1739900"/>
                </a:cubicBezTo>
                <a:close/>
                <a:moveTo>
                  <a:pt x="6105412" y="1734498"/>
                </a:moveTo>
                <a:lnTo>
                  <a:pt x="6104889" y="1742394"/>
                </a:lnTo>
                <a:lnTo>
                  <a:pt x="6112417" y="1740098"/>
                </a:lnTo>
                <a:cubicBezTo>
                  <a:pt x="6110167" y="1740638"/>
                  <a:pt x="6108322" y="1739761"/>
                  <a:pt x="6107000" y="1738281"/>
                </a:cubicBezTo>
                <a:close/>
                <a:moveTo>
                  <a:pt x="1364926" y="1733596"/>
                </a:moveTo>
                <a:cubicBezTo>
                  <a:pt x="1353765" y="1756273"/>
                  <a:pt x="1331082" y="1758433"/>
                  <a:pt x="1322081" y="1778950"/>
                </a:cubicBezTo>
                <a:cubicBezTo>
                  <a:pt x="1344764" y="1763112"/>
                  <a:pt x="1360605" y="1765272"/>
                  <a:pt x="1371767" y="1742595"/>
                </a:cubicBezTo>
                <a:cubicBezTo>
                  <a:pt x="1371767" y="1742595"/>
                  <a:pt x="1371767" y="1742595"/>
                  <a:pt x="1364926" y="1733596"/>
                </a:cubicBezTo>
                <a:close/>
                <a:moveTo>
                  <a:pt x="5947376" y="1733550"/>
                </a:moveTo>
                <a:cubicBezTo>
                  <a:pt x="5949609" y="1737911"/>
                  <a:pt x="5956678" y="1744815"/>
                  <a:pt x="5951841" y="1749539"/>
                </a:cubicBezTo>
                <a:cubicBezTo>
                  <a:pt x="5949609" y="1737911"/>
                  <a:pt x="5935470" y="1763348"/>
                  <a:pt x="5933238" y="1751720"/>
                </a:cubicBezTo>
                <a:cubicBezTo>
                  <a:pt x="5940307" y="1744815"/>
                  <a:pt x="5937703" y="1737911"/>
                  <a:pt x="5947376" y="1733550"/>
                </a:cubicBezTo>
                <a:close/>
                <a:moveTo>
                  <a:pt x="4797663" y="1733550"/>
                </a:moveTo>
                <a:cubicBezTo>
                  <a:pt x="4804474" y="1762944"/>
                  <a:pt x="4772929" y="1758284"/>
                  <a:pt x="4763967" y="1778716"/>
                </a:cubicBezTo>
                <a:cubicBezTo>
                  <a:pt x="4784041" y="1796998"/>
                  <a:pt x="4800172" y="1747171"/>
                  <a:pt x="4824906" y="1733550"/>
                </a:cubicBezTo>
                <a:cubicBezTo>
                  <a:pt x="4827416" y="1737851"/>
                  <a:pt x="4829567" y="1749322"/>
                  <a:pt x="4822756" y="1744662"/>
                </a:cubicBezTo>
                <a:cubicBezTo>
                  <a:pt x="4822756" y="1751473"/>
                  <a:pt x="4829567" y="1747171"/>
                  <a:pt x="4827416" y="1760435"/>
                </a:cubicBezTo>
                <a:cubicBezTo>
                  <a:pt x="4786551" y="1790187"/>
                  <a:pt x="4786551" y="1823883"/>
                  <a:pt x="4738875" y="1833203"/>
                </a:cubicBezTo>
                <a:cubicBezTo>
                  <a:pt x="4734573" y="1826392"/>
                  <a:pt x="4750346" y="1805960"/>
                  <a:pt x="4729913" y="1808111"/>
                </a:cubicBezTo>
                <a:cubicBezTo>
                  <a:pt x="4752496" y="1778716"/>
                  <a:pt x="4768269" y="1751473"/>
                  <a:pt x="4797663" y="1733550"/>
                </a:cubicBezTo>
                <a:close/>
                <a:moveTo>
                  <a:pt x="5046188" y="1726171"/>
                </a:moveTo>
                <a:cubicBezTo>
                  <a:pt x="5047639" y="1724785"/>
                  <a:pt x="5048819" y="1724248"/>
                  <a:pt x="5052266" y="1727647"/>
                </a:cubicBezTo>
                <a:cubicBezTo>
                  <a:pt x="5050089" y="1727647"/>
                  <a:pt x="5052266" y="1732298"/>
                  <a:pt x="5054443" y="1734444"/>
                </a:cubicBezTo>
                <a:cubicBezTo>
                  <a:pt x="5038477" y="1734444"/>
                  <a:pt x="5061337" y="1745892"/>
                  <a:pt x="5045371" y="1745892"/>
                </a:cubicBezTo>
                <a:cubicBezTo>
                  <a:pt x="5036300" y="1736591"/>
                  <a:pt x="5056983" y="1732298"/>
                  <a:pt x="5038477" y="1729793"/>
                </a:cubicBezTo>
                <a:cubicBezTo>
                  <a:pt x="5043013" y="1729793"/>
                  <a:pt x="5044736" y="1727557"/>
                  <a:pt x="5046188" y="1726171"/>
                </a:cubicBezTo>
                <a:close/>
                <a:moveTo>
                  <a:pt x="6324036" y="1725612"/>
                </a:moveTo>
                <a:cubicBezTo>
                  <a:pt x="6328306" y="1734561"/>
                  <a:pt x="6332932" y="1754965"/>
                  <a:pt x="6324036" y="1761767"/>
                </a:cubicBezTo>
                <a:cubicBezTo>
                  <a:pt x="6319411" y="1754965"/>
                  <a:pt x="6312650" y="1734561"/>
                  <a:pt x="6324036" y="1725612"/>
                </a:cubicBezTo>
                <a:close/>
                <a:moveTo>
                  <a:pt x="4929449" y="1719577"/>
                </a:moveTo>
                <a:cubicBezTo>
                  <a:pt x="4917929" y="1721737"/>
                  <a:pt x="4913609" y="1733258"/>
                  <a:pt x="4924769" y="1737578"/>
                </a:cubicBezTo>
                <a:cubicBezTo>
                  <a:pt x="4934129" y="1733258"/>
                  <a:pt x="4940609" y="1728577"/>
                  <a:pt x="4929449" y="1719577"/>
                </a:cubicBezTo>
                <a:close/>
                <a:moveTo>
                  <a:pt x="5452647" y="1714500"/>
                </a:moveTo>
                <a:cubicBezTo>
                  <a:pt x="5464553" y="1721404"/>
                  <a:pt x="5459716" y="1733033"/>
                  <a:pt x="5455251" y="1744298"/>
                </a:cubicBezTo>
                <a:cubicBezTo>
                  <a:pt x="5448182" y="1737394"/>
                  <a:pt x="5441113" y="1721404"/>
                  <a:pt x="5452647" y="1714500"/>
                </a:cubicBezTo>
                <a:close/>
                <a:moveTo>
                  <a:pt x="6105788" y="1713694"/>
                </a:moveTo>
                <a:lnTo>
                  <a:pt x="6106550" y="1717319"/>
                </a:lnTo>
                <a:lnTo>
                  <a:pt x="6105691" y="1730294"/>
                </a:lnTo>
                <a:lnTo>
                  <a:pt x="6106291" y="1728707"/>
                </a:lnTo>
                <a:cubicBezTo>
                  <a:pt x="6107534" y="1728083"/>
                  <a:pt x="6109537" y="1728488"/>
                  <a:pt x="6112417" y="1730738"/>
                </a:cubicBezTo>
                <a:cubicBezTo>
                  <a:pt x="6113497" y="1726237"/>
                  <a:pt x="6112327" y="1722277"/>
                  <a:pt x="6110032" y="1718587"/>
                </a:cubicBezTo>
                <a:close/>
                <a:moveTo>
                  <a:pt x="5802815" y="1708056"/>
                </a:moveTo>
                <a:cubicBezTo>
                  <a:pt x="5791655" y="1712736"/>
                  <a:pt x="5800655" y="1721737"/>
                  <a:pt x="5789495" y="1726417"/>
                </a:cubicBezTo>
                <a:cubicBezTo>
                  <a:pt x="5795975" y="1728577"/>
                  <a:pt x="5802815" y="1723897"/>
                  <a:pt x="5809655" y="1721737"/>
                </a:cubicBezTo>
                <a:cubicBezTo>
                  <a:pt x="5809655" y="1721737"/>
                  <a:pt x="5809655" y="1721737"/>
                  <a:pt x="5802815" y="1708056"/>
                </a:cubicBezTo>
                <a:close/>
                <a:moveTo>
                  <a:pt x="5118090" y="1705896"/>
                </a:moveTo>
                <a:cubicBezTo>
                  <a:pt x="5109090" y="1710576"/>
                  <a:pt x="5102250" y="1714896"/>
                  <a:pt x="5106930" y="1723897"/>
                </a:cubicBezTo>
                <a:cubicBezTo>
                  <a:pt x="5111250" y="1719577"/>
                  <a:pt x="5124930" y="1714896"/>
                  <a:pt x="5118090" y="1705896"/>
                </a:cubicBezTo>
                <a:close/>
                <a:moveTo>
                  <a:pt x="5994112" y="1700135"/>
                </a:moveTo>
                <a:cubicBezTo>
                  <a:pt x="5989027" y="1698965"/>
                  <a:pt x="5982817" y="1701215"/>
                  <a:pt x="5982817" y="1708056"/>
                </a:cubicBezTo>
                <a:cubicBezTo>
                  <a:pt x="5984977" y="1717417"/>
                  <a:pt x="5993977" y="1705896"/>
                  <a:pt x="5998657" y="1712736"/>
                </a:cubicBezTo>
                <a:cubicBezTo>
                  <a:pt x="6003157" y="1705896"/>
                  <a:pt x="5999197" y="1701305"/>
                  <a:pt x="5994112" y="1700135"/>
                </a:cubicBezTo>
                <a:close/>
                <a:moveTo>
                  <a:pt x="1355925" y="1699401"/>
                </a:moveTo>
                <a:cubicBezTo>
                  <a:pt x="1344764" y="1708400"/>
                  <a:pt x="1333243" y="1715239"/>
                  <a:pt x="1337923" y="1724238"/>
                </a:cubicBezTo>
                <a:cubicBezTo>
                  <a:pt x="1346924" y="1713079"/>
                  <a:pt x="1351604" y="1724238"/>
                  <a:pt x="1360605" y="1713079"/>
                </a:cubicBezTo>
                <a:cubicBezTo>
                  <a:pt x="1355925" y="1708400"/>
                  <a:pt x="1353765" y="1704081"/>
                  <a:pt x="1355925" y="1699401"/>
                </a:cubicBezTo>
                <a:close/>
                <a:moveTo>
                  <a:pt x="4719470" y="1693862"/>
                </a:moveTo>
                <a:cubicBezTo>
                  <a:pt x="4726375" y="1710348"/>
                  <a:pt x="4708204" y="1712546"/>
                  <a:pt x="4701299" y="1717308"/>
                </a:cubicBezTo>
                <a:cubicBezTo>
                  <a:pt x="4696575" y="1707783"/>
                  <a:pt x="4715109" y="1703387"/>
                  <a:pt x="4719470" y="1693862"/>
                </a:cubicBezTo>
                <a:close/>
                <a:moveTo>
                  <a:pt x="6319664" y="1692275"/>
                </a:moveTo>
                <a:cubicBezTo>
                  <a:pt x="6348808" y="1692275"/>
                  <a:pt x="6328549" y="1719924"/>
                  <a:pt x="6317531" y="1726836"/>
                </a:cubicBezTo>
                <a:cubicBezTo>
                  <a:pt x="6301538" y="1719924"/>
                  <a:pt x="6324284" y="1706099"/>
                  <a:pt x="6319664" y="1692275"/>
                </a:cubicBezTo>
                <a:close/>
                <a:moveTo>
                  <a:pt x="5944876" y="1690831"/>
                </a:moveTo>
                <a:cubicBezTo>
                  <a:pt x="5940742" y="1692283"/>
                  <a:pt x="5936017" y="1695545"/>
                  <a:pt x="5930257" y="1701216"/>
                </a:cubicBezTo>
                <a:cubicBezTo>
                  <a:pt x="5934937" y="1705896"/>
                  <a:pt x="5941777" y="1694375"/>
                  <a:pt x="5946457" y="1701216"/>
                </a:cubicBezTo>
                <a:cubicBezTo>
                  <a:pt x="5941777" y="1714896"/>
                  <a:pt x="5934937" y="1721737"/>
                  <a:pt x="5921256" y="1726417"/>
                </a:cubicBezTo>
                <a:cubicBezTo>
                  <a:pt x="5922337" y="1733258"/>
                  <a:pt x="5917836" y="1738388"/>
                  <a:pt x="5914461" y="1743789"/>
                </a:cubicBezTo>
                <a:lnTo>
                  <a:pt x="5912521" y="1748696"/>
                </a:lnTo>
                <a:lnTo>
                  <a:pt x="5914139" y="1751480"/>
                </a:lnTo>
                <a:lnTo>
                  <a:pt x="5929500" y="1761282"/>
                </a:lnTo>
                <a:lnTo>
                  <a:pt x="5939617" y="1755939"/>
                </a:lnTo>
                <a:cubicBezTo>
                  <a:pt x="5940697" y="1758189"/>
                  <a:pt x="5940382" y="1760012"/>
                  <a:pt x="5939443" y="1761627"/>
                </a:cubicBezTo>
                <a:lnTo>
                  <a:pt x="5936053" y="1765464"/>
                </a:lnTo>
                <a:lnTo>
                  <a:pt x="5942269" y="1769430"/>
                </a:lnTo>
                <a:lnTo>
                  <a:pt x="5942587" y="1769125"/>
                </a:lnTo>
                <a:cubicBezTo>
                  <a:pt x="5943307" y="1768113"/>
                  <a:pt x="5943960" y="1767607"/>
                  <a:pt x="5944860" y="1768209"/>
                </a:cubicBezTo>
                <a:lnTo>
                  <a:pt x="5948099" y="1773150"/>
                </a:lnTo>
                <a:lnTo>
                  <a:pt x="5948781" y="1773586"/>
                </a:lnTo>
                <a:lnTo>
                  <a:pt x="5962297" y="1744418"/>
                </a:lnTo>
                <a:cubicBezTo>
                  <a:pt x="5969137" y="1744418"/>
                  <a:pt x="5962297" y="1751259"/>
                  <a:pt x="5966617" y="1755939"/>
                </a:cubicBezTo>
                <a:cubicBezTo>
                  <a:pt x="5980297" y="1751259"/>
                  <a:pt x="5980297" y="1744418"/>
                  <a:pt x="5982817" y="1737578"/>
                </a:cubicBezTo>
                <a:cubicBezTo>
                  <a:pt x="5966617" y="1737578"/>
                  <a:pt x="5978137" y="1733258"/>
                  <a:pt x="5973457" y="1719577"/>
                </a:cubicBezTo>
                <a:cubicBezTo>
                  <a:pt x="5969137" y="1719577"/>
                  <a:pt x="5964457" y="1721737"/>
                  <a:pt x="5957617" y="1726417"/>
                </a:cubicBezTo>
                <a:cubicBezTo>
                  <a:pt x="5955457" y="1719577"/>
                  <a:pt x="5966617" y="1717417"/>
                  <a:pt x="5964457" y="1710576"/>
                </a:cubicBezTo>
                <a:cubicBezTo>
                  <a:pt x="5969137" y="1710576"/>
                  <a:pt x="5971297" y="1717417"/>
                  <a:pt x="5978137" y="1710576"/>
                </a:cubicBezTo>
                <a:cubicBezTo>
                  <a:pt x="5964367" y="1698425"/>
                  <a:pt x="5957279" y="1686477"/>
                  <a:pt x="5944876" y="1690831"/>
                </a:cubicBezTo>
                <a:close/>
                <a:moveTo>
                  <a:pt x="5458878" y="1687670"/>
                </a:moveTo>
                <a:cubicBezTo>
                  <a:pt x="5453793" y="1686005"/>
                  <a:pt x="5445873" y="1686635"/>
                  <a:pt x="5441373" y="1690055"/>
                </a:cubicBezTo>
                <a:cubicBezTo>
                  <a:pt x="5452533" y="1705896"/>
                  <a:pt x="5436693" y="1692215"/>
                  <a:pt x="5427693" y="1699055"/>
                </a:cubicBezTo>
                <a:cubicBezTo>
                  <a:pt x="5436693" y="1719577"/>
                  <a:pt x="5411853" y="1728577"/>
                  <a:pt x="5418693" y="1749099"/>
                </a:cubicBezTo>
                <a:cubicBezTo>
                  <a:pt x="5411853" y="1746939"/>
                  <a:pt x="5407173" y="1749099"/>
                  <a:pt x="5405013" y="1753779"/>
                </a:cubicBezTo>
                <a:cubicBezTo>
                  <a:pt x="5414013" y="1762780"/>
                  <a:pt x="5418693" y="1773941"/>
                  <a:pt x="5405013" y="1769620"/>
                </a:cubicBezTo>
                <a:cubicBezTo>
                  <a:pt x="5409333" y="1778621"/>
                  <a:pt x="5423013" y="1776461"/>
                  <a:pt x="5414013" y="1794462"/>
                </a:cubicBezTo>
                <a:cubicBezTo>
                  <a:pt x="5432013" y="1787621"/>
                  <a:pt x="5425533" y="1773941"/>
                  <a:pt x="5414013" y="1758099"/>
                </a:cubicBezTo>
                <a:cubicBezTo>
                  <a:pt x="5416173" y="1749099"/>
                  <a:pt x="5429853" y="1744418"/>
                  <a:pt x="5434533" y="1737578"/>
                </a:cubicBezTo>
                <a:cubicBezTo>
                  <a:pt x="5434533" y="1742258"/>
                  <a:pt x="5432013" y="1744418"/>
                  <a:pt x="5436693" y="1744418"/>
                </a:cubicBezTo>
                <a:cubicBezTo>
                  <a:pt x="5429853" y="1753779"/>
                  <a:pt x="5425533" y="1776461"/>
                  <a:pt x="5438853" y="1785461"/>
                </a:cubicBezTo>
                <a:cubicBezTo>
                  <a:pt x="5455053" y="1778621"/>
                  <a:pt x="5441373" y="1764940"/>
                  <a:pt x="5443533" y="1755939"/>
                </a:cubicBezTo>
                <a:cubicBezTo>
                  <a:pt x="5443533" y="1755939"/>
                  <a:pt x="5443533" y="1755939"/>
                  <a:pt x="5461893" y="1749099"/>
                </a:cubicBezTo>
                <a:cubicBezTo>
                  <a:pt x="5459373" y="1730738"/>
                  <a:pt x="5479893" y="1705896"/>
                  <a:pt x="5450373" y="1696895"/>
                </a:cubicBezTo>
                <a:cubicBezTo>
                  <a:pt x="5455053" y="1692215"/>
                  <a:pt x="5457213" y="1696895"/>
                  <a:pt x="5459373" y="1699055"/>
                </a:cubicBezTo>
                <a:cubicBezTo>
                  <a:pt x="5466213" y="1693295"/>
                  <a:pt x="5463963" y="1689335"/>
                  <a:pt x="5458878" y="1687670"/>
                </a:cubicBezTo>
                <a:close/>
                <a:moveTo>
                  <a:pt x="5067914" y="1685925"/>
                </a:moveTo>
                <a:cubicBezTo>
                  <a:pt x="5093090" y="1708150"/>
                  <a:pt x="5061080" y="1708150"/>
                  <a:pt x="5054247" y="1723672"/>
                </a:cubicBezTo>
                <a:cubicBezTo>
                  <a:pt x="5047413" y="1710619"/>
                  <a:pt x="5067914" y="1703916"/>
                  <a:pt x="5061080" y="1688041"/>
                </a:cubicBezTo>
                <a:cubicBezTo>
                  <a:pt x="5063598" y="1692628"/>
                  <a:pt x="5065756" y="1690511"/>
                  <a:pt x="5067914" y="1685925"/>
                </a:cubicBezTo>
                <a:close/>
                <a:moveTo>
                  <a:pt x="5616444" y="1682750"/>
                </a:moveTo>
                <a:cubicBezTo>
                  <a:pt x="5634435" y="1684982"/>
                  <a:pt x="5623146" y="1696888"/>
                  <a:pt x="5621030" y="1706190"/>
                </a:cubicBezTo>
                <a:cubicBezTo>
                  <a:pt x="5603038" y="1703957"/>
                  <a:pt x="5621030" y="1696888"/>
                  <a:pt x="5616444" y="1682750"/>
                </a:cubicBezTo>
                <a:close/>
                <a:moveTo>
                  <a:pt x="5082057" y="1662112"/>
                </a:moveTo>
                <a:cubicBezTo>
                  <a:pt x="5086913" y="1666594"/>
                  <a:pt x="5094010" y="1662112"/>
                  <a:pt x="5096251" y="1666594"/>
                </a:cubicBezTo>
                <a:cubicBezTo>
                  <a:pt x="5079816" y="1666594"/>
                  <a:pt x="5086913" y="1680788"/>
                  <a:pt x="5079816" y="1676306"/>
                </a:cubicBezTo>
                <a:cubicBezTo>
                  <a:pt x="5082057" y="1671450"/>
                  <a:pt x="5077575" y="1664353"/>
                  <a:pt x="5082057" y="1662112"/>
                </a:cubicBezTo>
                <a:close/>
                <a:moveTo>
                  <a:pt x="4948614" y="1654175"/>
                </a:moveTo>
                <a:cubicBezTo>
                  <a:pt x="4944132" y="1665234"/>
                  <a:pt x="4937035" y="1676649"/>
                  <a:pt x="4932179" y="1685568"/>
                </a:cubicBezTo>
                <a:cubicBezTo>
                  <a:pt x="4929938" y="1674152"/>
                  <a:pt x="4937035" y="1656315"/>
                  <a:pt x="4948614" y="1654175"/>
                </a:cubicBezTo>
                <a:close/>
                <a:moveTo>
                  <a:pt x="5871216" y="1653692"/>
                </a:moveTo>
                <a:cubicBezTo>
                  <a:pt x="5855375" y="1664853"/>
                  <a:pt x="5871216" y="1683214"/>
                  <a:pt x="5864376" y="1699055"/>
                </a:cubicBezTo>
                <a:cubicBezTo>
                  <a:pt x="5878056" y="1685374"/>
                  <a:pt x="5869056" y="1667013"/>
                  <a:pt x="5882736" y="1655852"/>
                </a:cubicBezTo>
                <a:cubicBezTo>
                  <a:pt x="5880216" y="1651172"/>
                  <a:pt x="5873376" y="1658013"/>
                  <a:pt x="5871216" y="1653692"/>
                </a:cubicBezTo>
                <a:close/>
                <a:moveTo>
                  <a:pt x="5700575" y="1649012"/>
                </a:moveTo>
                <a:cubicBezTo>
                  <a:pt x="5684735" y="1658013"/>
                  <a:pt x="5680055" y="1669533"/>
                  <a:pt x="5686895" y="1683214"/>
                </a:cubicBezTo>
                <a:cubicBezTo>
                  <a:pt x="5698415" y="1673854"/>
                  <a:pt x="5705255" y="1662693"/>
                  <a:pt x="5700575" y="1649012"/>
                </a:cubicBezTo>
                <a:close/>
                <a:moveTo>
                  <a:pt x="6424692" y="1646237"/>
                </a:moveTo>
                <a:cubicBezTo>
                  <a:pt x="6428985" y="1650598"/>
                  <a:pt x="6435782" y="1650598"/>
                  <a:pt x="6445084" y="1650598"/>
                </a:cubicBezTo>
                <a:cubicBezTo>
                  <a:pt x="6447230" y="1664407"/>
                  <a:pt x="6435782" y="1664407"/>
                  <a:pt x="6433636" y="1676036"/>
                </a:cubicBezTo>
                <a:cubicBezTo>
                  <a:pt x="6424692" y="1671312"/>
                  <a:pt x="6422188" y="1659683"/>
                  <a:pt x="6424692" y="1646237"/>
                </a:cubicBezTo>
                <a:close/>
                <a:moveTo>
                  <a:pt x="5104265" y="1642003"/>
                </a:moveTo>
                <a:cubicBezTo>
                  <a:pt x="5113724" y="1648706"/>
                  <a:pt x="5097717" y="1655409"/>
                  <a:pt x="5088258" y="1653292"/>
                </a:cubicBezTo>
                <a:cubicBezTo>
                  <a:pt x="5079163" y="1646590"/>
                  <a:pt x="5097717" y="1639887"/>
                  <a:pt x="5104265" y="1642003"/>
                </a:cubicBezTo>
                <a:close/>
                <a:moveTo>
                  <a:pt x="5918106" y="1625228"/>
                </a:moveTo>
                <a:cubicBezTo>
                  <a:pt x="5913989" y="1627523"/>
                  <a:pt x="5912706" y="1638121"/>
                  <a:pt x="5907576" y="1640011"/>
                </a:cubicBezTo>
                <a:cubicBezTo>
                  <a:pt x="5907576" y="1640011"/>
                  <a:pt x="5907576" y="1640011"/>
                  <a:pt x="5916936" y="1655852"/>
                </a:cubicBezTo>
                <a:cubicBezTo>
                  <a:pt x="5928097" y="1642171"/>
                  <a:pt x="5934937" y="1660173"/>
                  <a:pt x="5939617" y="1644332"/>
                </a:cubicBezTo>
                <a:cubicBezTo>
                  <a:pt x="5934937" y="1630651"/>
                  <a:pt x="5921256" y="1651172"/>
                  <a:pt x="5916936" y="1646852"/>
                </a:cubicBezTo>
                <a:cubicBezTo>
                  <a:pt x="5916936" y="1640011"/>
                  <a:pt x="5925937" y="1635331"/>
                  <a:pt x="5923417" y="1626330"/>
                </a:cubicBezTo>
                <a:cubicBezTo>
                  <a:pt x="5921167" y="1624620"/>
                  <a:pt x="5919479" y="1624463"/>
                  <a:pt x="5918106" y="1625228"/>
                </a:cubicBezTo>
                <a:close/>
                <a:moveTo>
                  <a:pt x="5676769" y="1616075"/>
                </a:moveTo>
                <a:cubicBezTo>
                  <a:pt x="5678885" y="1629189"/>
                  <a:pt x="5649957" y="1631605"/>
                  <a:pt x="5641138" y="1625048"/>
                </a:cubicBezTo>
                <a:cubicBezTo>
                  <a:pt x="5647841" y="1618491"/>
                  <a:pt x="5667949" y="1620561"/>
                  <a:pt x="5676769" y="1616075"/>
                </a:cubicBezTo>
                <a:close/>
                <a:moveTo>
                  <a:pt x="5184331" y="1614810"/>
                </a:moveTo>
                <a:cubicBezTo>
                  <a:pt x="5170651" y="1612649"/>
                  <a:pt x="5161651" y="1628491"/>
                  <a:pt x="5165971" y="1635331"/>
                </a:cubicBezTo>
                <a:cubicBezTo>
                  <a:pt x="5181811" y="1630651"/>
                  <a:pt x="5172811" y="1621650"/>
                  <a:pt x="5184331" y="1614810"/>
                </a:cubicBezTo>
                <a:close/>
                <a:moveTo>
                  <a:pt x="6398552" y="1614487"/>
                </a:moveTo>
                <a:cubicBezTo>
                  <a:pt x="6407724" y="1626098"/>
                  <a:pt x="6418660" y="1644241"/>
                  <a:pt x="6411957" y="1662747"/>
                </a:cubicBezTo>
                <a:cubicBezTo>
                  <a:pt x="6387263" y="1664924"/>
                  <a:pt x="6407724" y="1628275"/>
                  <a:pt x="6380913" y="1632992"/>
                </a:cubicBezTo>
                <a:cubicBezTo>
                  <a:pt x="6380913" y="1628275"/>
                  <a:pt x="6387263" y="1630452"/>
                  <a:pt x="6391849" y="1628275"/>
                </a:cubicBezTo>
                <a:cubicBezTo>
                  <a:pt x="6398552" y="1628275"/>
                  <a:pt x="6396435" y="1619204"/>
                  <a:pt x="6398552" y="1614487"/>
                </a:cubicBezTo>
                <a:close/>
                <a:moveTo>
                  <a:pt x="5759396" y="1606951"/>
                </a:moveTo>
                <a:cubicBezTo>
                  <a:pt x="5756892" y="1606529"/>
                  <a:pt x="5754035" y="1607339"/>
                  <a:pt x="5750615" y="1610129"/>
                </a:cubicBezTo>
                <a:cubicBezTo>
                  <a:pt x="5755295" y="1619490"/>
                  <a:pt x="5762135" y="1612649"/>
                  <a:pt x="5764295" y="1623810"/>
                </a:cubicBezTo>
                <a:cubicBezTo>
                  <a:pt x="5759615" y="1628491"/>
                  <a:pt x="5757455" y="1626330"/>
                  <a:pt x="5753135" y="1621650"/>
                </a:cubicBezTo>
                <a:cubicBezTo>
                  <a:pt x="5746295" y="1626330"/>
                  <a:pt x="5750615" y="1635331"/>
                  <a:pt x="5757455" y="1642171"/>
                </a:cubicBezTo>
                <a:cubicBezTo>
                  <a:pt x="5762135" y="1635331"/>
                  <a:pt x="5766455" y="1642171"/>
                  <a:pt x="5768975" y="1646852"/>
                </a:cubicBezTo>
                <a:cubicBezTo>
                  <a:pt x="5768975" y="1646852"/>
                  <a:pt x="5768975" y="1646852"/>
                  <a:pt x="5770685" y="1645682"/>
                </a:cubicBezTo>
                <a:lnTo>
                  <a:pt x="5773984" y="1643425"/>
                </a:lnTo>
                <a:lnTo>
                  <a:pt x="5771197" y="1635755"/>
                </a:lnTo>
                <a:lnTo>
                  <a:pt x="5770939" y="1634734"/>
                </a:lnTo>
                <a:lnTo>
                  <a:pt x="5764295" y="1633171"/>
                </a:lnTo>
                <a:cubicBezTo>
                  <a:pt x="5761955" y="1628491"/>
                  <a:pt x="5764205" y="1628491"/>
                  <a:pt x="5767625" y="1628491"/>
                </a:cubicBezTo>
                <a:lnTo>
                  <a:pt x="5769183" y="1627786"/>
                </a:lnTo>
                <a:lnTo>
                  <a:pt x="5764779" y="1610359"/>
                </a:lnTo>
                <a:close/>
                <a:moveTo>
                  <a:pt x="5882736" y="1605809"/>
                </a:moveTo>
                <a:cubicBezTo>
                  <a:pt x="5873376" y="1610129"/>
                  <a:pt x="5871216" y="1619490"/>
                  <a:pt x="5875896" y="1626330"/>
                </a:cubicBezTo>
                <a:cubicBezTo>
                  <a:pt x="5884896" y="1614810"/>
                  <a:pt x="5884896" y="1635331"/>
                  <a:pt x="5893896" y="1623810"/>
                </a:cubicBezTo>
                <a:cubicBezTo>
                  <a:pt x="5896416" y="1616970"/>
                  <a:pt x="5889576" y="1605809"/>
                  <a:pt x="5882736" y="1605809"/>
                </a:cubicBezTo>
                <a:close/>
                <a:moveTo>
                  <a:pt x="6135461" y="1604962"/>
                </a:moveTo>
                <a:cubicBezTo>
                  <a:pt x="6147184" y="1609195"/>
                  <a:pt x="6135461" y="1631773"/>
                  <a:pt x="6135461" y="1642709"/>
                </a:cubicBezTo>
                <a:cubicBezTo>
                  <a:pt x="6128500" y="1629303"/>
                  <a:pt x="6123738" y="1615898"/>
                  <a:pt x="6135461" y="1604962"/>
                </a:cubicBezTo>
                <a:close/>
                <a:moveTo>
                  <a:pt x="5912256" y="1598968"/>
                </a:moveTo>
                <a:cubicBezTo>
                  <a:pt x="5903256" y="1603289"/>
                  <a:pt x="5898576" y="1610129"/>
                  <a:pt x="5903256" y="1616970"/>
                </a:cubicBezTo>
                <a:cubicBezTo>
                  <a:pt x="5910096" y="1612649"/>
                  <a:pt x="5914416" y="1616970"/>
                  <a:pt x="5919096" y="1612649"/>
                </a:cubicBezTo>
                <a:close/>
                <a:moveTo>
                  <a:pt x="5690201" y="1597025"/>
                </a:moveTo>
                <a:cubicBezTo>
                  <a:pt x="5692434" y="1601787"/>
                  <a:pt x="5699503" y="1608747"/>
                  <a:pt x="5694666" y="1610945"/>
                </a:cubicBezTo>
                <a:cubicBezTo>
                  <a:pt x="5690201" y="1608747"/>
                  <a:pt x="5683132" y="1610945"/>
                  <a:pt x="5676063" y="1606549"/>
                </a:cubicBezTo>
                <a:cubicBezTo>
                  <a:pt x="5685365" y="1599589"/>
                  <a:pt x="5687597" y="1606549"/>
                  <a:pt x="5690201" y="1597025"/>
                </a:cubicBezTo>
                <a:close/>
                <a:moveTo>
                  <a:pt x="5495733" y="1594288"/>
                </a:moveTo>
                <a:cubicBezTo>
                  <a:pt x="5486733" y="1601129"/>
                  <a:pt x="5484573" y="1607969"/>
                  <a:pt x="5484573" y="1616970"/>
                </a:cubicBezTo>
                <a:cubicBezTo>
                  <a:pt x="5477733" y="1621650"/>
                  <a:pt x="5479893" y="1607969"/>
                  <a:pt x="5482413" y="1605809"/>
                </a:cubicBezTo>
                <a:cubicBezTo>
                  <a:pt x="5468373" y="1607969"/>
                  <a:pt x="5470893" y="1635331"/>
                  <a:pt x="5470893" y="1646852"/>
                </a:cubicBezTo>
                <a:cubicBezTo>
                  <a:pt x="5450373" y="1649012"/>
                  <a:pt x="5475213" y="1653692"/>
                  <a:pt x="5450373" y="1658013"/>
                </a:cubicBezTo>
                <a:cubicBezTo>
                  <a:pt x="5457213" y="1680694"/>
                  <a:pt x="5475213" y="1680694"/>
                  <a:pt x="5473053" y="1705896"/>
                </a:cubicBezTo>
                <a:cubicBezTo>
                  <a:pt x="5482413" y="1699055"/>
                  <a:pt x="5489253" y="1683214"/>
                  <a:pt x="5473053" y="1676374"/>
                </a:cubicBezTo>
                <a:cubicBezTo>
                  <a:pt x="5500413" y="1673854"/>
                  <a:pt x="5482413" y="1651172"/>
                  <a:pt x="5498253" y="1637491"/>
                </a:cubicBezTo>
                <a:cubicBezTo>
                  <a:pt x="5482413" y="1633171"/>
                  <a:pt x="5491413" y="1621650"/>
                  <a:pt x="5486733" y="1612649"/>
                </a:cubicBezTo>
                <a:cubicBezTo>
                  <a:pt x="5495733" y="1607969"/>
                  <a:pt x="5505093" y="1603289"/>
                  <a:pt x="5495733" y="1594288"/>
                </a:cubicBezTo>
                <a:close/>
                <a:moveTo>
                  <a:pt x="5129607" y="1587098"/>
                </a:moveTo>
                <a:cubicBezTo>
                  <a:pt x="5129607" y="1594002"/>
                  <a:pt x="5124981" y="1612536"/>
                  <a:pt x="5109325" y="1605632"/>
                </a:cubicBezTo>
                <a:cubicBezTo>
                  <a:pt x="5120711" y="1600907"/>
                  <a:pt x="5113951" y="1582737"/>
                  <a:pt x="5129607" y="1587098"/>
                </a:cubicBezTo>
                <a:close/>
                <a:moveTo>
                  <a:pt x="5536773" y="1585288"/>
                </a:moveTo>
                <a:cubicBezTo>
                  <a:pt x="5529933" y="1587448"/>
                  <a:pt x="5532093" y="1594288"/>
                  <a:pt x="5536773" y="1598968"/>
                </a:cubicBezTo>
                <a:cubicBezTo>
                  <a:pt x="5536773" y="1598968"/>
                  <a:pt x="5536773" y="1598968"/>
                  <a:pt x="5550453" y="1592128"/>
                </a:cubicBezTo>
                <a:cubicBezTo>
                  <a:pt x="5548293" y="1580607"/>
                  <a:pt x="5538933" y="1596448"/>
                  <a:pt x="5536773" y="1585288"/>
                </a:cubicBezTo>
                <a:close/>
                <a:moveTo>
                  <a:pt x="4802761" y="1582812"/>
                </a:moveTo>
                <a:cubicBezTo>
                  <a:pt x="4807347" y="1594346"/>
                  <a:pt x="4785122" y="1587276"/>
                  <a:pt x="4787239" y="1601415"/>
                </a:cubicBezTo>
                <a:cubicBezTo>
                  <a:pt x="4775950" y="1587276"/>
                  <a:pt x="4791825" y="1577975"/>
                  <a:pt x="4802761" y="1582812"/>
                </a:cubicBezTo>
                <a:close/>
                <a:moveTo>
                  <a:pt x="5067408" y="1582737"/>
                </a:moveTo>
                <a:cubicBezTo>
                  <a:pt x="5076744" y="1582737"/>
                  <a:pt x="5074230" y="1587043"/>
                  <a:pt x="5083566" y="1593860"/>
                </a:cubicBezTo>
                <a:cubicBezTo>
                  <a:pt x="5069921" y="1605343"/>
                  <a:pt x="5067408" y="1623284"/>
                  <a:pt x="5074230" y="1634766"/>
                </a:cubicBezTo>
                <a:cubicBezTo>
                  <a:pt x="5069921" y="1630101"/>
                  <a:pt x="5063099" y="1630101"/>
                  <a:pt x="5058431" y="1625795"/>
                </a:cubicBezTo>
                <a:cubicBezTo>
                  <a:pt x="5069921" y="1618978"/>
                  <a:pt x="5076744" y="1609648"/>
                  <a:pt x="5063099" y="1596013"/>
                </a:cubicBezTo>
                <a:cubicBezTo>
                  <a:pt x="5067408" y="1589554"/>
                  <a:pt x="5081052" y="1598525"/>
                  <a:pt x="5076744" y="1591707"/>
                </a:cubicBezTo>
                <a:cubicBezTo>
                  <a:pt x="5074230" y="1587043"/>
                  <a:pt x="5053763" y="1584890"/>
                  <a:pt x="5067408" y="1582737"/>
                </a:cubicBezTo>
                <a:close/>
                <a:moveTo>
                  <a:pt x="5810460" y="1579675"/>
                </a:moveTo>
                <a:lnTo>
                  <a:pt x="5813641" y="1591950"/>
                </a:lnTo>
                <a:lnTo>
                  <a:pt x="5814959" y="1584860"/>
                </a:lnTo>
                <a:close/>
                <a:moveTo>
                  <a:pt x="5486733" y="1576287"/>
                </a:moveTo>
                <a:cubicBezTo>
                  <a:pt x="5475213" y="1589968"/>
                  <a:pt x="5502573" y="1587448"/>
                  <a:pt x="5509413" y="1598968"/>
                </a:cubicBezTo>
                <a:cubicBezTo>
                  <a:pt x="5511933" y="1594288"/>
                  <a:pt x="5511933" y="1589968"/>
                  <a:pt x="5507253" y="1585288"/>
                </a:cubicBezTo>
                <a:cubicBezTo>
                  <a:pt x="5495733" y="1592128"/>
                  <a:pt x="5500413" y="1573767"/>
                  <a:pt x="5486733" y="1576287"/>
                </a:cubicBezTo>
                <a:close/>
                <a:moveTo>
                  <a:pt x="4800187" y="1563121"/>
                </a:moveTo>
                <a:cubicBezTo>
                  <a:pt x="4801713" y="1563313"/>
                  <a:pt x="4803525" y="1564313"/>
                  <a:pt x="4805768" y="1566639"/>
                </a:cubicBezTo>
                <a:cubicBezTo>
                  <a:pt x="4803352" y="1566639"/>
                  <a:pt x="4801281" y="1566639"/>
                  <a:pt x="4799211" y="1571476"/>
                </a:cubicBezTo>
                <a:cubicBezTo>
                  <a:pt x="4799211" y="1573708"/>
                  <a:pt x="4803352" y="1578545"/>
                  <a:pt x="4799211" y="1580778"/>
                </a:cubicBezTo>
                <a:cubicBezTo>
                  <a:pt x="4790238" y="1580778"/>
                  <a:pt x="4794724" y="1576313"/>
                  <a:pt x="4790238" y="1569243"/>
                </a:cubicBezTo>
                <a:cubicBezTo>
                  <a:pt x="4793602" y="1569243"/>
                  <a:pt x="4795609" y="1562546"/>
                  <a:pt x="4800187" y="1563121"/>
                </a:cubicBezTo>
                <a:close/>
                <a:moveTo>
                  <a:pt x="1294718" y="1560462"/>
                </a:moveTo>
                <a:cubicBezTo>
                  <a:pt x="1283197" y="1574140"/>
                  <a:pt x="1278517" y="1567301"/>
                  <a:pt x="1271676" y="1565141"/>
                </a:cubicBezTo>
                <a:cubicBezTo>
                  <a:pt x="1260515" y="1583498"/>
                  <a:pt x="1235312" y="1585658"/>
                  <a:pt x="1217310" y="1603655"/>
                </a:cubicBezTo>
                <a:cubicBezTo>
                  <a:pt x="1221991" y="1610494"/>
                  <a:pt x="1224151" y="1619853"/>
                  <a:pt x="1219470" y="1631011"/>
                </a:cubicBezTo>
                <a:cubicBezTo>
                  <a:pt x="1228471" y="1619853"/>
                  <a:pt x="1244673" y="1608335"/>
                  <a:pt x="1258355" y="1599336"/>
                </a:cubicBezTo>
                <a:cubicBezTo>
                  <a:pt x="1274196" y="1587818"/>
                  <a:pt x="1287878" y="1576659"/>
                  <a:pt x="1294718" y="1560462"/>
                </a:cubicBezTo>
                <a:close/>
                <a:moveTo>
                  <a:pt x="5193331" y="1560086"/>
                </a:moveTo>
                <a:cubicBezTo>
                  <a:pt x="5181811" y="1564766"/>
                  <a:pt x="5177491" y="1576287"/>
                  <a:pt x="5186491" y="1578447"/>
                </a:cubicBezTo>
                <a:cubicBezTo>
                  <a:pt x="5193331" y="1573767"/>
                  <a:pt x="5202331" y="1569446"/>
                  <a:pt x="5193331" y="1560086"/>
                </a:cubicBezTo>
                <a:close/>
                <a:moveTo>
                  <a:pt x="5557293" y="1555766"/>
                </a:moveTo>
                <a:cubicBezTo>
                  <a:pt x="5543613" y="1560086"/>
                  <a:pt x="5559453" y="1571607"/>
                  <a:pt x="5564133" y="1571607"/>
                </a:cubicBezTo>
                <a:cubicBezTo>
                  <a:pt x="5573133" y="1569446"/>
                  <a:pt x="5566293" y="1551085"/>
                  <a:pt x="5557293" y="1555766"/>
                </a:cubicBezTo>
                <a:close/>
                <a:moveTo>
                  <a:pt x="5131682" y="1555750"/>
                </a:moveTo>
                <a:cubicBezTo>
                  <a:pt x="5136412" y="1560104"/>
                  <a:pt x="5145507" y="1555750"/>
                  <a:pt x="5150236" y="1564821"/>
                </a:cubicBezTo>
                <a:cubicBezTo>
                  <a:pt x="5138595" y="1566998"/>
                  <a:pt x="5150236" y="1580787"/>
                  <a:pt x="5138595" y="1573893"/>
                </a:cubicBezTo>
                <a:cubicBezTo>
                  <a:pt x="5141141" y="1571715"/>
                  <a:pt x="5138595" y="1560104"/>
                  <a:pt x="5134229" y="1562644"/>
                </a:cubicBezTo>
                <a:cubicBezTo>
                  <a:pt x="5131682" y="1566998"/>
                  <a:pt x="5122587" y="1576433"/>
                  <a:pt x="5115675" y="1569538"/>
                </a:cubicBezTo>
                <a:cubicBezTo>
                  <a:pt x="5120404" y="1564821"/>
                  <a:pt x="5124770" y="1560104"/>
                  <a:pt x="5131682" y="1555750"/>
                </a:cubicBezTo>
                <a:close/>
                <a:moveTo>
                  <a:pt x="4993998" y="1555750"/>
                </a:moveTo>
                <a:cubicBezTo>
                  <a:pt x="4996239" y="1562847"/>
                  <a:pt x="4989142" y="1567329"/>
                  <a:pt x="4984660" y="1574426"/>
                </a:cubicBezTo>
                <a:cubicBezTo>
                  <a:pt x="4977563" y="1565088"/>
                  <a:pt x="4984660" y="1560232"/>
                  <a:pt x="4993998" y="1555750"/>
                </a:cubicBezTo>
                <a:close/>
                <a:moveTo>
                  <a:pt x="5381972" y="1553605"/>
                </a:moveTo>
                <a:cubicBezTo>
                  <a:pt x="5370812" y="1557926"/>
                  <a:pt x="5377652" y="1566926"/>
                  <a:pt x="5375132" y="1573767"/>
                </a:cubicBezTo>
                <a:cubicBezTo>
                  <a:pt x="5388812" y="1578447"/>
                  <a:pt x="5386652" y="1560086"/>
                  <a:pt x="5381972" y="1553605"/>
                </a:cubicBezTo>
                <a:close/>
                <a:moveTo>
                  <a:pt x="5926977" y="1552452"/>
                </a:moveTo>
                <a:cubicBezTo>
                  <a:pt x="5919907" y="1553786"/>
                  <a:pt x="5916126" y="1567016"/>
                  <a:pt x="5921256" y="1573767"/>
                </a:cubicBezTo>
                <a:cubicBezTo>
                  <a:pt x="5930257" y="1566926"/>
                  <a:pt x="5928097" y="1560086"/>
                  <a:pt x="5934937" y="1555766"/>
                </a:cubicBezTo>
                <a:cubicBezTo>
                  <a:pt x="5932057" y="1552886"/>
                  <a:pt x="5929334" y="1552008"/>
                  <a:pt x="5926977" y="1552452"/>
                </a:cubicBezTo>
                <a:close/>
                <a:moveTo>
                  <a:pt x="6167271" y="1547748"/>
                </a:moveTo>
                <a:cubicBezTo>
                  <a:pt x="6167804" y="1546915"/>
                  <a:pt x="6168872" y="1546915"/>
                  <a:pt x="6171007" y="1549193"/>
                </a:cubicBezTo>
                <a:cubicBezTo>
                  <a:pt x="6166737" y="1555853"/>
                  <a:pt x="6166737" y="1564615"/>
                  <a:pt x="6159977" y="1571274"/>
                </a:cubicBezTo>
                <a:cubicBezTo>
                  <a:pt x="6157486" y="1566718"/>
                  <a:pt x="6150725" y="1560058"/>
                  <a:pt x="6155351" y="1555853"/>
                </a:cubicBezTo>
                <a:cubicBezTo>
                  <a:pt x="6157486" y="1557956"/>
                  <a:pt x="6162111" y="1555853"/>
                  <a:pt x="6166737" y="1551296"/>
                </a:cubicBezTo>
                <a:cubicBezTo>
                  <a:pt x="6166737" y="1550245"/>
                  <a:pt x="6166737" y="1548580"/>
                  <a:pt x="6167271" y="1547748"/>
                </a:cubicBezTo>
                <a:close/>
                <a:moveTo>
                  <a:pt x="5900736" y="1546765"/>
                </a:moveTo>
                <a:cubicBezTo>
                  <a:pt x="5889576" y="1553605"/>
                  <a:pt x="5893896" y="1562606"/>
                  <a:pt x="5884896" y="1571607"/>
                </a:cubicBezTo>
                <a:cubicBezTo>
                  <a:pt x="5896416" y="1576287"/>
                  <a:pt x="5907576" y="1555766"/>
                  <a:pt x="5900736" y="1546765"/>
                </a:cubicBezTo>
                <a:close/>
                <a:moveTo>
                  <a:pt x="4814901" y="1535112"/>
                </a:moveTo>
                <a:cubicBezTo>
                  <a:pt x="4826391" y="1546328"/>
                  <a:pt x="4814901" y="1552987"/>
                  <a:pt x="4808078" y="1561749"/>
                </a:cubicBezTo>
                <a:cubicBezTo>
                  <a:pt x="4801256" y="1557193"/>
                  <a:pt x="4814901" y="1543874"/>
                  <a:pt x="4801256" y="1546328"/>
                </a:cubicBezTo>
                <a:cubicBezTo>
                  <a:pt x="4796588" y="1539668"/>
                  <a:pt x="4812746" y="1541771"/>
                  <a:pt x="4814901" y="1535112"/>
                </a:cubicBezTo>
                <a:close/>
                <a:moveTo>
                  <a:pt x="1317401" y="1533465"/>
                </a:moveTo>
                <a:cubicBezTo>
                  <a:pt x="1305880" y="1542464"/>
                  <a:pt x="1296879" y="1549303"/>
                  <a:pt x="1299039" y="1558302"/>
                </a:cubicBezTo>
                <a:cubicBezTo>
                  <a:pt x="1305880" y="1558302"/>
                  <a:pt x="1319561" y="1542464"/>
                  <a:pt x="1317401" y="1533465"/>
                </a:cubicBezTo>
                <a:close/>
                <a:moveTo>
                  <a:pt x="5834855" y="1523723"/>
                </a:moveTo>
                <a:cubicBezTo>
                  <a:pt x="5830175" y="1530564"/>
                  <a:pt x="5821175" y="1537404"/>
                  <a:pt x="5816495" y="1546765"/>
                </a:cubicBezTo>
                <a:cubicBezTo>
                  <a:pt x="5816495" y="1546765"/>
                  <a:pt x="5816495" y="1546765"/>
                  <a:pt x="5825855" y="1560086"/>
                </a:cubicBezTo>
                <a:cubicBezTo>
                  <a:pt x="5832695" y="1555766"/>
                  <a:pt x="5837015" y="1555766"/>
                  <a:pt x="5839535" y="1560086"/>
                </a:cubicBezTo>
                <a:cubicBezTo>
                  <a:pt x="5839535" y="1548925"/>
                  <a:pt x="5834855" y="1535244"/>
                  <a:pt x="5834855" y="1523723"/>
                </a:cubicBezTo>
                <a:close/>
                <a:moveTo>
                  <a:pt x="5018267" y="1523514"/>
                </a:moveTo>
                <a:lnTo>
                  <a:pt x="5018238" y="1523652"/>
                </a:lnTo>
                <a:lnTo>
                  <a:pt x="5018150" y="1523650"/>
                </a:lnTo>
                <a:close/>
                <a:moveTo>
                  <a:pt x="1290038" y="1521947"/>
                </a:moveTo>
                <a:lnTo>
                  <a:pt x="1274196" y="1535625"/>
                </a:lnTo>
                <a:cubicBezTo>
                  <a:pt x="1278517" y="1549303"/>
                  <a:pt x="1301559" y="1530946"/>
                  <a:pt x="1290038" y="1521947"/>
                </a:cubicBezTo>
                <a:close/>
                <a:moveTo>
                  <a:pt x="5709822" y="1519237"/>
                </a:moveTo>
                <a:cubicBezTo>
                  <a:pt x="5721728" y="1523470"/>
                  <a:pt x="5714659" y="1543578"/>
                  <a:pt x="5716891" y="1556984"/>
                </a:cubicBezTo>
                <a:cubicBezTo>
                  <a:pt x="5709822" y="1550281"/>
                  <a:pt x="5709822" y="1550281"/>
                  <a:pt x="5698288" y="1543578"/>
                </a:cubicBezTo>
                <a:cubicBezTo>
                  <a:pt x="5702753" y="1530173"/>
                  <a:pt x="5714659" y="1532642"/>
                  <a:pt x="5709822" y="1519237"/>
                </a:cubicBezTo>
                <a:close/>
                <a:moveTo>
                  <a:pt x="5921256" y="1512563"/>
                </a:moveTo>
                <a:cubicBezTo>
                  <a:pt x="5916936" y="1516883"/>
                  <a:pt x="5912256" y="1519403"/>
                  <a:pt x="5910096" y="1516883"/>
                </a:cubicBezTo>
                <a:cubicBezTo>
                  <a:pt x="5905416" y="1533084"/>
                  <a:pt x="5900736" y="1539924"/>
                  <a:pt x="5910096" y="1553605"/>
                </a:cubicBezTo>
                <a:cubicBezTo>
                  <a:pt x="5905416" y="1539924"/>
                  <a:pt x="5925937" y="1528404"/>
                  <a:pt x="5921256" y="1512563"/>
                </a:cubicBezTo>
                <a:close/>
                <a:moveTo>
                  <a:pt x="5020529" y="1512563"/>
                </a:moveTo>
                <a:cubicBezTo>
                  <a:pt x="5026109" y="1514723"/>
                  <a:pt x="5023229" y="1518143"/>
                  <a:pt x="5020664" y="1520708"/>
                </a:cubicBezTo>
                <a:lnTo>
                  <a:pt x="5018267" y="1523514"/>
                </a:lnTo>
                <a:close/>
                <a:moveTo>
                  <a:pt x="4876025" y="1500187"/>
                </a:moveTo>
                <a:cubicBezTo>
                  <a:pt x="4885138" y="1511828"/>
                  <a:pt x="4863056" y="1520923"/>
                  <a:pt x="4865159" y="1534748"/>
                </a:cubicBezTo>
                <a:cubicBezTo>
                  <a:pt x="4858500" y="1523106"/>
                  <a:pt x="4873922" y="1504916"/>
                  <a:pt x="4876025" y="1500187"/>
                </a:cubicBezTo>
                <a:close/>
                <a:moveTo>
                  <a:pt x="1512902" y="1499270"/>
                </a:moveTo>
                <a:cubicBezTo>
                  <a:pt x="1506061" y="1508269"/>
                  <a:pt x="1485899" y="1515108"/>
                  <a:pt x="1488059" y="1521947"/>
                </a:cubicBezTo>
                <a:cubicBezTo>
                  <a:pt x="1499220" y="1521947"/>
                  <a:pt x="1510741" y="1508269"/>
                  <a:pt x="1512902" y="1499270"/>
                </a:cubicBezTo>
                <a:close/>
                <a:moveTo>
                  <a:pt x="5980297" y="1496361"/>
                </a:moveTo>
                <a:cubicBezTo>
                  <a:pt x="5950777" y="1505722"/>
                  <a:pt x="5953297" y="1546765"/>
                  <a:pt x="5953297" y="1560086"/>
                </a:cubicBezTo>
                <a:cubicBezTo>
                  <a:pt x="5946457" y="1551085"/>
                  <a:pt x="5939617" y="1555766"/>
                  <a:pt x="5934937" y="1573767"/>
                </a:cubicBezTo>
                <a:cubicBezTo>
                  <a:pt x="5939617" y="1576287"/>
                  <a:pt x="5943937" y="1576287"/>
                  <a:pt x="5950777" y="1571607"/>
                </a:cubicBezTo>
                <a:cubicBezTo>
                  <a:pt x="5941777" y="1589968"/>
                  <a:pt x="5923417" y="1616970"/>
                  <a:pt x="5934937" y="1628491"/>
                </a:cubicBezTo>
                <a:cubicBezTo>
                  <a:pt x="5948617" y="1612649"/>
                  <a:pt x="5948617" y="1598968"/>
                  <a:pt x="5969137" y="1589968"/>
                </a:cubicBezTo>
                <a:cubicBezTo>
                  <a:pt x="5971297" y="1576287"/>
                  <a:pt x="5980297" y="1564766"/>
                  <a:pt x="5964457" y="1548925"/>
                </a:cubicBezTo>
                <a:cubicBezTo>
                  <a:pt x="5971297" y="1551085"/>
                  <a:pt x="5978137" y="1555766"/>
                  <a:pt x="5987137" y="1553605"/>
                </a:cubicBezTo>
                <a:cubicBezTo>
                  <a:pt x="5991817" y="1546765"/>
                  <a:pt x="5993977" y="1539924"/>
                  <a:pt x="5993977" y="1530564"/>
                </a:cubicBezTo>
                <a:cubicBezTo>
                  <a:pt x="5987137" y="1526244"/>
                  <a:pt x="5982817" y="1519403"/>
                  <a:pt x="5975977" y="1519403"/>
                </a:cubicBezTo>
                <a:cubicBezTo>
                  <a:pt x="5980297" y="1507882"/>
                  <a:pt x="5971297" y="1510042"/>
                  <a:pt x="5980297" y="1496361"/>
                </a:cubicBezTo>
                <a:close/>
                <a:moveTo>
                  <a:pt x="5165499" y="1495425"/>
                </a:moveTo>
                <a:cubicBezTo>
                  <a:pt x="5170261" y="1497915"/>
                  <a:pt x="5174657" y="1497915"/>
                  <a:pt x="5177222" y="1502185"/>
                </a:cubicBezTo>
                <a:cubicBezTo>
                  <a:pt x="5170261" y="1506811"/>
                  <a:pt x="5167697" y="1515706"/>
                  <a:pt x="5158538" y="1508946"/>
                </a:cubicBezTo>
                <a:cubicBezTo>
                  <a:pt x="5163301" y="1506811"/>
                  <a:pt x="5167697" y="1506811"/>
                  <a:pt x="5170261" y="1506811"/>
                </a:cubicBezTo>
                <a:cubicBezTo>
                  <a:pt x="5167697" y="1502185"/>
                  <a:pt x="5161102" y="1497915"/>
                  <a:pt x="5165499" y="1495425"/>
                </a:cubicBezTo>
                <a:close/>
                <a:moveTo>
                  <a:pt x="5629116" y="1479550"/>
                </a:moveTo>
                <a:cubicBezTo>
                  <a:pt x="5631256" y="1489223"/>
                  <a:pt x="5620197" y="1493688"/>
                  <a:pt x="5624835" y="1502990"/>
                </a:cubicBezTo>
                <a:cubicBezTo>
                  <a:pt x="5608782" y="1491456"/>
                  <a:pt x="5599863" y="1491456"/>
                  <a:pt x="5629116" y="1479550"/>
                </a:cubicBezTo>
                <a:close/>
                <a:moveTo>
                  <a:pt x="5810345" y="1474623"/>
                </a:moveTo>
                <a:lnTo>
                  <a:pt x="5807354" y="1486502"/>
                </a:lnTo>
                <a:lnTo>
                  <a:pt x="5811995" y="1490646"/>
                </a:lnTo>
                <a:cubicBezTo>
                  <a:pt x="5815955" y="1492671"/>
                  <a:pt x="5819915" y="1494381"/>
                  <a:pt x="5823335" y="1498882"/>
                </a:cubicBezTo>
                <a:cubicBezTo>
                  <a:pt x="5837015" y="1496361"/>
                  <a:pt x="5819015" y="1487361"/>
                  <a:pt x="5832695" y="1485201"/>
                </a:cubicBezTo>
                <a:cubicBezTo>
                  <a:pt x="5830175" y="1476200"/>
                  <a:pt x="5821175" y="1487361"/>
                  <a:pt x="5816495" y="1483041"/>
                </a:cubicBezTo>
                <a:close/>
                <a:moveTo>
                  <a:pt x="4899223" y="1468437"/>
                </a:moveTo>
                <a:cubicBezTo>
                  <a:pt x="4905780" y="1479685"/>
                  <a:pt x="4896807" y="1489120"/>
                  <a:pt x="4892666" y="1493474"/>
                </a:cubicBezTo>
                <a:cubicBezTo>
                  <a:pt x="4890250" y="1484402"/>
                  <a:pt x="4899223" y="1477508"/>
                  <a:pt x="4899223" y="1468437"/>
                </a:cubicBezTo>
                <a:close/>
                <a:moveTo>
                  <a:pt x="5934937" y="1464679"/>
                </a:moveTo>
                <a:cubicBezTo>
                  <a:pt x="5914416" y="1464679"/>
                  <a:pt x="5925937" y="1494201"/>
                  <a:pt x="5914416" y="1503202"/>
                </a:cubicBezTo>
                <a:cubicBezTo>
                  <a:pt x="5928097" y="1512563"/>
                  <a:pt x="5928097" y="1466839"/>
                  <a:pt x="5943937" y="1492041"/>
                </a:cubicBezTo>
                <a:cubicBezTo>
                  <a:pt x="5953297" y="1487361"/>
                  <a:pt x="5946457" y="1480520"/>
                  <a:pt x="5953297" y="1476200"/>
                </a:cubicBezTo>
                <a:cubicBezTo>
                  <a:pt x="5943937" y="1476200"/>
                  <a:pt x="5934937" y="1476200"/>
                  <a:pt x="5928097" y="1471520"/>
                </a:cubicBezTo>
                <a:close/>
                <a:moveTo>
                  <a:pt x="5817247" y="1455764"/>
                </a:moveTo>
                <a:lnTo>
                  <a:pt x="5815940" y="1458664"/>
                </a:lnTo>
                <a:lnTo>
                  <a:pt x="5817553" y="1457012"/>
                </a:lnTo>
                <a:close/>
                <a:moveTo>
                  <a:pt x="5170567" y="1454803"/>
                </a:moveTo>
                <a:cubicBezTo>
                  <a:pt x="5179511" y="1452562"/>
                  <a:pt x="5186308" y="1452562"/>
                  <a:pt x="5193105" y="1457044"/>
                </a:cubicBezTo>
                <a:cubicBezTo>
                  <a:pt x="5177364" y="1461900"/>
                  <a:pt x="5193105" y="1468997"/>
                  <a:pt x="5181657" y="1471238"/>
                </a:cubicBezTo>
                <a:cubicBezTo>
                  <a:pt x="5168063" y="1468997"/>
                  <a:pt x="5184162" y="1461900"/>
                  <a:pt x="5170567" y="1454803"/>
                </a:cubicBezTo>
                <a:close/>
                <a:moveTo>
                  <a:pt x="5126924" y="1450677"/>
                </a:moveTo>
                <a:cubicBezTo>
                  <a:pt x="5124434" y="1453281"/>
                  <a:pt x="5131194" y="1469653"/>
                  <a:pt x="5117673" y="1464816"/>
                </a:cubicBezTo>
                <a:cubicBezTo>
                  <a:pt x="5122299" y="1462583"/>
                  <a:pt x="5110913" y="1446212"/>
                  <a:pt x="5126924" y="1450677"/>
                </a:cubicBezTo>
                <a:close/>
                <a:moveTo>
                  <a:pt x="5922517" y="1447353"/>
                </a:moveTo>
                <a:cubicBezTo>
                  <a:pt x="5920266" y="1448208"/>
                  <a:pt x="5918016" y="1449918"/>
                  <a:pt x="5916936" y="1450998"/>
                </a:cubicBezTo>
                <a:cubicBezTo>
                  <a:pt x="5916936" y="1450998"/>
                  <a:pt x="5916936" y="1450998"/>
                  <a:pt x="5923417" y="1464679"/>
                </a:cubicBezTo>
                <a:cubicBezTo>
                  <a:pt x="5939617" y="1455679"/>
                  <a:pt x="5923417" y="1453519"/>
                  <a:pt x="5928097" y="1448838"/>
                </a:cubicBezTo>
                <a:cubicBezTo>
                  <a:pt x="5927017" y="1446498"/>
                  <a:pt x="5924767" y="1446498"/>
                  <a:pt x="5922517" y="1447353"/>
                </a:cubicBezTo>
                <a:close/>
                <a:moveTo>
                  <a:pt x="6439405" y="1443633"/>
                </a:moveTo>
                <a:cubicBezTo>
                  <a:pt x="6439405" y="1450545"/>
                  <a:pt x="6432607" y="1453091"/>
                  <a:pt x="6432607" y="1459640"/>
                </a:cubicBezTo>
                <a:cubicBezTo>
                  <a:pt x="6441551" y="1457457"/>
                  <a:pt x="6444055" y="1462186"/>
                  <a:pt x="6444055" y="1466552"/>
                </a:cubicBezTo>
                <a:cubicBezTo>
                  <a:pt x="6425810" y="1476011"/>
                  <a:pt x="6419013" y="1441450"/>
                  <a:pt x="6439405" y="1443633"/>
                </a:cubicBezTo>
                <a:close/>
                <a:moveTo>
                  <a:pt x="6294965" y="1435100"/>
                </a:moveTo>
                <a:cubicBezTo>
                  <a:pt x="6309103" y="1435100"/>
                  <a:pt x="6306871" y="1448656"/>
                  <a:pt x="6306871" y="1462212"/>
                </a:cubicBezTo>
                <a:cubicBezTo>
                  <a:pt x="6285663" y="1466493"/>
                  <a:pt x="6287895" y="1444018"/>
                  <a:pt x="6294965" y="1435100"/>
                </a:cubicBezTo>
                <a:close/>
                <a:moveTo>
                  <a:pt x="3923751" y="1429210"/>
                </a:moveTo>
                <a:cubicBezTo>
                  <a:pt x="3918924" y="1430610"/>
                  <a:pt x="3914806" y="1440059"/>
                  <a:pt x="3912916" y="1447078"/>
                </a:cubicBezTo>
                <a:cubicBezTo>
                  <a:pt x="3919757" y="1439879"/>
                  <a:pt x="3926597" y="1449238"/>
                  <a:pt x="3928758" y="1430880"/>
                </a:cubicBezTo>
                <a:cubicBezTo>
                  <a:pt x="3927048" y="1429171"/>
                  <a:pt x="3925360" y="1428743"/>
                  <a:pt x="3923751" y="1429210"/>
                </a:cubicBezTo>
                <a:close/>
                <a:moveTo>
                  <a:pt x="1958989" y="1408204"/>
                </a:moveTo>
                <a:cubicBezTo>
                  <a:pt x="1947468" y="1424041"/>
                  <a:pt x="1933786" y="1408204"/>
                  <a:pt x="1929466" y="1419722"/>
                </a:cubicBezTo>
                <a:cubicBezTo>
                  <a:pt x="1933786" y="1417202"/>
                  <a:pt x="1938467" y="1417202"/>
                  <a:pt x="1940627" y="1424041"/>
                </a:cubicBezTo>
                <a:cubicBezTo>
                  <a:pt x="1954309" y="1408204"/>
                  <a:pt x="1958989" y="1424041"/>
                  <a:pt x="1965830" y="1412883"/>
                </a:cubicBezTo>
                <a:cubicBezTo>
                  <a:pt x="1961149" y="1412883"/>
                  <a:pt x="1958989" y="1412883"/>
                  <a:pt x="1958989" y="1408204"/>
                </a:cubicBezTo>
                <a:close/>
                <a:moveTo>
                  <a:pt x="2081762" y="1401365"/>
                </a:moveTo>
                <a:cubicBezTo>
                  <a:pt x="2072761" y="1403524"/>
                  <a:pt x="2065920" y="1408204"/>
                  <a:pt x="2063760" y="1412883"/>
                </a:cubicBezTo>
                <a:cubicBezTo>
                  <a:pt x="2065920" y="1419722"/>
                  <a:pt x="2070601" y="1424041"/>
                  <a:pt x="2077442" y="1424041"/>
                </a:cubicBezTo>
                <a:cubicBezTo>
                  <a:pt x="2074921" y="1415043"/>
                  <a:pt x="2088603" y="1410363"/>
                  <a:pt x="2081762" y="1401365"/>
                </a:cubicBezTo>
                <a:close/>
                <a:moveTo>
                  <a:pt x="5591396" y="1400175"/>
                </a:moveTo>
                <a:cubicBezTo>
                  <a:pt x="5582577" y="1411629"/>
                  <a:pt x="5609035" y="1427380"/>
                  <a:pt x="5595630" y="1436329"/>
                </a:cubicBezTo>
                <a:cubicBezTo>
                  <a:pt x="5591396" y="1434181"/>
                  <a:pt x="5589280" y="1429528"/>
                  <a:pt x="5584694" y="1434181"/>
                </a:cubicBezTo>
                <a:cubicBezTo>
                  <a:pt x="5571288" y="1422726"/>
                  <a:pt x="5577991" y="1402323"/>
                  <a:pt x="5591396" y="1400175"/>
                </a:cubicBezTo>
                <a:close/>
                <a:moveTo>
                  <a:pt x="5885278" y="1398587"/>
                </a:moveTo>
                <a:cubicBezTo>
                  <a:pt x="5890011" y="1402868"/>
                  <a:pt x="5862339" y="1441396"/>
                  <a:pt x="5869257" y="1454952"/>
                </a:cubicBezTo>
                <a:cubicBezTo>
                  <a:pt x="5850688" y="1461730"/>
                  <a:pt x="5878360" y="1405365"/>
                  <a:pt x="5885278" y="1398587"/>
                </a:cubicBezTo>
                <a:close/>
                <a:moveTo>
                  <a:pt x="3727496" y="1396325"/>
                </a:moveTo>
                <a:cubicBezTo>
                  <a:pt x="3725786" y="1395155"/>
                  <a:pt x="3724076" y="1394526"/>
                  <a:pt x="3721736" y="1396685"/>
                </a:cubicBezTo>
                <a:cubicBezTo>
                  <a:pt x="3719575" y="1412883"/>
                  <a:pt x="3731097" y="1408204"/>
                  <a:pt x="3733257" y="1399205"/>
                </a:cubicBezTo>
                <a:cubicBezTo>
                  <a:pt x="3730917" y="1399205"/>
                  <a:pt x="3729206" y="1397495"/>
                  <a:pt x="3727496" y="1396325"/>
                </a:cubicBezTo>
                <a:close/>
                <a:moveTo>
                  <a:pt x="2122806" y="1390206"/>
                </a:moveTo>
                <a:cubicBezTo>
                  <a:pt x="2124967" y="1399205"/>
                  <a:pt x="2106965" y="1401365"/>
                  <a:pt x="2109125" y="1410363"/>
                </a:cubicBezTo>
                <a:cubicBezTo>
                  <a:pt x="2115966" y="1410363"/>
                  <a:pt x="2118126" y="1412883"/>
                  <a:pt x="2120286" y="1415043"/>
                </a:cubicBezTo>
                <a:cubicBezTo>
                  <a:pt x="2134328" y="1412883"/>
                  <a:pt x="2129647" y="1406044"/>
                  <a:pt x="2141168" y="1403524"/>
                </a:cubicBezTo>
                <a:cubicBezTo>
                  <a:pt x="2141168" y="1392366"/>
                  <a:pt x="2124967" y="1403524"/>
                  <a:pt x="2122806" y="1394526"/>
                </a:cubicBezTo>
                <a:cubicBezTo>
                  <a:pt x="2124967" y="1392366"/>
                  <a:pt x="2127127" y="1390206"/>
                  <a:pt x="2122806" y="1390206"/>
                </a:cubicBezTo>
                <a:close/>
                <a:moveTo>
                  <a:pt x="2168171" y="1387687"/>
                </a:moveTo>
                <a:cubicBezTo>
                  <a:pt x="2159170" y="1383367"/>
                  <a:pt x="2138648" y="1392366"/>
                  <a:pt x="2145489" y="1403524"/>
                </a:cubicBezTo>
                <a:cubicBezTo>
                  <a:pt x="2157010" y="1399205"/>
                  <a:pt x="2170692" y="1396685"/>
                  <a:pt x="2168171" y="1387687"/>
                </a:cubicBezTo>
                <a:close/>
                <a:moveTo>
                  <a:pt x="6293614" y="1384300"/>
                </a:moveTo>
                <a:cubicBezTo>
                  <a:pt x="6323404" y="1391101"/>
                  <a:pt x="6293614" y="1406851"/>
                  <a:pt x="6305100" y="1420454"/>
                </a:cubicBezTo>
                <a:cubicBezTo>
                  <a:pt x="6289307" y="1420454"/>
                  <a:pt x="6289307" y="1420454"/>
                  <a:pt x="6289307" y="1420454"/>
                </a:cubicBezTo>
                <a:cubicBezTo>
                  <a:pt x="6291461" y="1411505"/>
                  <a:pt x="6282488" y="1388953"/>
                  <a:pt x="6293614" y="1384300"/>
                </a:cubicBezTo>
                <a:close/>
                <a:moveTo>
                  <a:pt x="4891566" y="1384300"/>
                </a:moveTo>
                <a:cubicBezTo>
                  <a:pt x="4901000" y="1408483"/>
                  <a:pt x="4871246" y="1401824"/>
                  <a:pt x="4854917" y="1410936"/>
                </a:cubicBezTo>
                <a:cubicBezTo>
                  <a:pt x="4850563" y="1395165"/>
                  <a:pt x="4880317" y="1393062"/>
                  <a:pt x="4891566" y="1384300"/>
                </a:cubicBezTo>
                <a:close/>
                <a:moveTo>
                  <a:pt x="4044819" y="1379537"/>
                </a:moveTo>
                <a:cubicBezTo>
                  <a:pt x="4046935" y="1391260"/>
                  <a:pt x="4035646" y="1389062"/>
                  <a:pt x="4031413" y="1393458"/>
                </a:cubicBezTo>
                <a:cubicBezTo>
                  <a:pt x="4031413" y="1382101"/>
                  <a:pt x="4038116" y="1384299"/>
                  <a:pt x="4044819" y="1379537"/>
                </a:cubicBezTo>
                <a:close/>
                <a:moveTo>
                  <a:pt x="5061210" y="1378273"/>
                </a:moveTo>
                <a:cubicBezTo>
                  <a:pt x="5072730" y="1391954"/>
                  <a:pt x="5040689" y="1409956"/>
                  <a:pt x="5063730" y="1419316"/>
                </a:cubicBezTo>
                <a:cubicBezTo>
                  <a:pt x="5050049" y="1423636"/>
                  <a:pt x="5047529" y="1432637"/>
                  <a:pt x="5052209" y="1439478"/>
                </a:cubicBezTo>
                <a:cubicBezTo>
                  <a:pt x="5043209" y="1441998"/>
                  <a:pt x="5047529" y="1453519"/>
                  <a:pt x="5038529" y="1446678"/>
                </a:cubicBezTo>
                <a:cubicBezTo>
                  <a:pt x="5050049" y="1426157"/>
                  <a:pt x="5047529" y="1403115"/>
                  <a:pt x="5061210" y="1378273"/>
                </a:cubicBezTo>
                <a:close/>
                <a:moveTo>
                  <a:pt x="3884997" y="1377950"/>
                </a:moveTo>
                <a:cubicBezTo>
                  <a:pt x="3884997" y="1388725"/>
                  <a:pt x="3880601" y="1386368"/>
                  <a:pt x="3878036" y="1388725"/>
                </a:cubicBezTo>
                <a:cubicBezTo>
                  <a:pt x="3875838" y="1377950"/>
                  <a:pt x="3880601" y="1379970"/>
                  <a:pt x="3884997" y="1377950"/>
                </a:cubicBezTo>
                <a:close/>
                <a:moveTo>
                  <a:pt x="3900898" y="1375751"/>
                </a:moveTo>
                <a:cubicBezTo>
                  <a:pt x="3898517" y="1380147"/>
                  <a:pt x="3900898" y="1391870"/>
                  <a:pt x="3896475" y="1391870"/>
                </a:cubicBezTo>
                <a:cubicBezTo>
                  <a:pt x="3896475" y="1382712"/>
                  <a:pt x="3896475" y="1373187"/>
                  <a:pt x="3900898" y="1375751"/>
                </a:cubicBezTo>
                <a:close/>
                <a:moveTo>
                  <a:pt x="6417061" y="1371600"/>
                </a:moveTo>
                <a:cubicBezTo>
                  <a:pt x="6412332" y="1394159"/>
                  <a:pt x="6412332" y="1426028"/>
                  <a:pt x="6412332" y="1466492"/>
                </a:cubicBezTo>
                <a:cubicBezTo>
                  <a:pt x="6407966" y="1464343"/>
                  <a:pt x="6382500" y="1380552"/>
                  <a:pt x="6417061" y="1371600"/>
                </a:cubicBezTo>
                <a:close/>
                <a:moveTo>
                  <a:pt x="5884744" y="1368425"/>
                </a:moveTo>
                <a:cubicBezTo>
                  <a:pt x="5896651" y="1372786"/>
                  <a:pt x="5894046" y="1377510"/>
                  <a:pt x="5901116" y="1389138"/>
                </a:cubicBezTo>
                <a:cubicBezTo>
                  <a:pt x="5884744" y="1398223"/>
                  <a:pt x="5877675" y="1379690"/>
                  <a:pt x="5884744" y="1368425"/>
                </a:cubicBezTo>
                <a:close/>
                <a:moveTo>
                  <a:pt x="5586022" y="1366837"/>
                </a:moveTo>
                <a:cubicBezTo>
                  <a:pt x="5588526" y="1375950"/>
                  <a:pt x="5604267" y="1386815"/>
                  <a:pt x="5590673" y="1393474"/>
                </a:cubicBezTo>
                <a:cubicBezTo>
                  <a:pt x="5579225" y="1384712"/>
                  <a:pt x="5588526" y="1375950"/>
                  <a:pt x="5586022" y="1366837"/>
                </a:cubicBezTo>
                <a:close/>
                <a:moveTo>
                  <a:pt x="5949669" y="1364176"/>
                </a:moveTo>
                <a:cubicBezTo>
                  <a:pt x="5945984" y="1362500"/>
                  <a:pt x="5941687" y="1362342"/>
                  <a:pt x="5937097" y="1364592"/>
                </a:cubicBezTo>
                <a:cubicBezTo>
                  <a:pt x="5948617" y="1371433"/>
                  <a:pt x="5955457" y="1382954"/>
                  <a:pt x="5939617" y="1380433"/>
                </a:cubicBezTo>
                <a:cubicBezTo>
                  <a:pt x="5941777" y="1387274"/>
                  <a:pt x="5946457" y="1396275"/>
                  <a:pt x="5957617" y="1396275"/>
                </a:cubicBezTo>
                <a:cubicBezTo>
                  <a:pt x="5966257" y="1387904"/>
                  <a:pt x="5960722" y="1369205"/>
                  <a:pt x="5949669" y="1364176"/>
                </a:cubicBezTo>
                <a:close/>
                <a:moveTo>
                  <a:pt x="3994900" y="1362075"/>
                </a:moveTo>
                <a:cubicBezTo>
                  <a:pt x="3997098" y="1366281"/>
                  <a:pt x="4001861" y="1362075"/>
                  <a:pt x="4004059" y="1375393"/>
                </a:cubicBezTo>
                <a:cubicBezTo>
                  <a:pt x="3994900" y="1375393"/>
                  <a:pt x="3994900" y="1388711"/>
                  <a:pt x="3987940" y="1379599"/>
                </a:cubicBezTo>
                <a:cubicBezTo>
                  <a:pt x="3985375" y="1366281"/>
                  <a:pt x="3999296" y="1379599"/>
                  <a:pt x="3994900" y="1362075"/>
                </a:cubicBezTo>
                <a:close/>
                <a:moveTo>
                  <a:pt x="3558909" y="1361231"/>
                </a:moveTo>
                <a:cubicBezTo>
                  <a:pt x="3553508" y="1360961"/>
                  <a:pt x="3547838" y="1362670"/>
                  <a:pt x="3542077" y="1367170"/>
                </a:cubicBezTo>
                <a:cubicBezTo>
                  <a:pt x="3553598" y="1374009"/>
                  <a:pt x="3562599" y="1371849"/>
                  <a:pt x="3574120" y="1367170"/>
                </a:cubicBezTo>
                <a:cubicBezTo>
                  <a:pt x="3569440" y="1363750"/>
                  <a:pt x="3564309" y="1361501"/>
                  <a:pt x="3558909" y="1361231"/>
                </a:cubicBezTo>
                <a:close/>
                <a:moveTo>
                  <a:pt x="2183788" y="1355111"/>
                </a:moveTo>
                <a:cubicBezTo>
                  <a:pt x="2178973" y="1354841"/>
                  <a:pt x="2175012" y="1357091"/>
                  <a:pt x="2175012" y="1365010"/>
                </a:cubicBezTo>
                <a:cubicBezTo>
                  <a:pt x="2179692" y="1362850"/>
                  <a:pt x="2200215" y="1367170"/>
                  <a:pt x="2197694" y="1360331"/>
                </a:cubicBezTo>
                <a:cubicBezTo>
                  <a:pt x="2194274" y="1358171"/>
                  <a:pt x="2188604" y="1355381"/>
                  <a:pt x="2183788" y="1355111"/>
                </a:cubicBezTo>
                <a:close/>
                <a:moveTo>
                  <a:pt x="3836135" y="1352428"/>
                </a:moveTo>
                <a:cubicBezTo>
                  <a:pt x="3838745" y="1353893"/>
                  <a:pt x="3841035" y="1356824"/>
                  <a:pt x="3842134" y="1357923"/>
                </a:cubicBezTo>
                <a:cubicBezTo>
                  <a:pt x="3839936" y="1369645"/>
                  <a:pt x="3837738" y="1350962"/>
                  <a:pt x="3828213" y="1355725"/>
                </a:cubicBezTo>
                <a:cubicBezTo>
                  <a:pt x="3830595" y="1350962"/>
                  <a:pt x="3833525" y="1350962"/>
                  <a:pt x="3836135" y="1352428"/>
                </a:cubicBezTo>
                <a:close/>
                <a:moveTo>
                  <a:pt x="5769227" y="1350962"/>
                </a:moveTo>
                <a:cubicBezTo>
                  <a:pt x="5771404" y="1355724"/>
                  <a:pt x="5776121" y="1357922"/>
                  <a:pt x="5780475" y="1360120"/>
                </a:cubicBezTo>
                <a:cubicBezTo>
                  <a:pt x="5776121" y="1362685"/>
                  <a:pt x="5773581" y="1367081"/>
                  <a:pt x="5773581" y="1369645"/>
                </a:cubicBezTo>
                <a:cubicBezTo>
                  <a:pt x="5771404" y="1362685"/>
                  <a:pt x="5755438" y="1355724"/>
                  <a:pt x="5769227" y="1350962"/>
                </a:cubicBezTo>
                <a:close/>
                <a:moveTo>
                  <a:pt x="1519620" y="1350962"/>
                </a:moveTo>
                <a:cubicBezTo>
                  <a:pt x="1517414" y="1362591"/>
                  <a:pt x="1494254" y="1369496"/>
                  <a:pt x="1489474" y="1380761"/>
                </a:cubicBezTo>
                <a:cubicBezTo>
                  <a:pt x="1485063" y="1366952"/>
                  <a:pt x="1508224" y="1355686"/>
                  <a:pt x="1519620" y="1350962"/>
                </a:cubicBezTo>
                <a:close/>
                <a:moveTo>
                  <a:pt x="3675904" y="1348334"/>
                </a:moveTo>
                <a:cubicBezTo>
                  <a:pt x="3672208" y="1344740"/>
                  <a:pt x="3661069" y="1357091"/>
                  <a:pt x="3662689" y="1360331"/>
                </a:cubicBezTo>
                <a:cubicBezTo>
                  <a:pt x="3667370" y="1351332"/>
                  <a:pt x="3671690" y="1358171"/>
                  <a:pt x="3676371" y="1358171"/>
                </a:cubicBezTo>
                <a:cubicBezTo>
                  <a:pt x="3677541" y="1352502"/>
                  <a:pt x="3677136" y="1349532"/>
                  <a:pt x="3675904" y="1348334"/>
                </a:cubicBezTo>
                <a:close/>
                <a:moveTo>
                  <a:pt x="5441113" y="1345707"/>
                </a:moveTo>
                <a:cubicBezTo>
                  <a:pt x="5447816" y="1341437"/>
                  <a:pt x="5452049" y="1341437"/>
                  <a:pt x="5456635" y="1345707"/>
                </a:cubicBezTo>
                <a:cubicBezTo>
                  <a:pt x="5452049" y="1348197"/>
                  <a:pt x="5452049" y="1361719"/>
                  <a:pt x="5445346" y="1357093"/>
                </a:cubicBezTo>
                <a:cubicBezTo>
                  <a:pt x="5449932" y="1350332"/>
                  <a:pt x="5447816" y="1345707"/>
                  <a:pt x="5441113" y="1345707"/>
                </a:cubicBezTo>
                <a:close/>
                <a:moveTo>
                  <a:pt x="4060672" y="1344612"/>
                </a:moveTo>
                <a:cubicBezTo>
                  <a:pt x="4062807" y="1369654"/>
                  <a:pt x="4053911" y="1358206"/>
                  <a:pt x="4042525" y="1360353"/>
                </a:cubicBezTo>
                <a:cubicBezTo>
                  <a:pt x="4045016" y="1349262"/>
                  <a:pt x="4058537" y="1353555"/>
                  <a:pt x="4060672" y="1344612"/>
                </a:cubicBezTo>
                <a:close/>
                <a:moveTo>
                  <a:pt x="4096781" y="1341276"/>
                </a:moveTo>
                <a:cubicBezTo>
                  <a:pt x="4099367" y="1341019"/>
                  <a:pt x="4101800" y="1342138"/>
                  <a:pt x="4104074" y="1346075"/>
                </a:cubicBezTo>
                <a:cubicBezTo>
                  <a:pt x="4097162" y="1355382"/>
                  <a:pt x="4085520" y="1366479"/>
                  <a:pt x="4072060" y="1357530"/>
                </a:cubicBezTo>
                <a:cubicBezTo>
                  <a:pt x="4072060" y="1352876"/>
                  <a:pt x="4072060" y="1348581"/>
                  <a:pt x="4069513" y="1341779"/>
                </a:cubicBezTo>
                <a:cubicBezTo>
                  <a:pt x="4079881" y="1355203"/>
                  <a:pt x="4089022" y="1342048"/>
                  <a:pt x="4096781" y="1341276"/>
                </a:cubicBezTo>
                <a:close/>
                <a:moveTo>
                  <a:pt x="3406207" y="1340218"/>
                </a:moveTo>
                <a:cubicBezTo>
                  <a:pt x="3402202" y="1341073"/>
                  <a:pt x="3398781" y="1344493"/>
                  <a:pt x="3398781" y="1351332"/>
                </a:cubicBezTo>
                <a:cubicBezTo>
                  <a:pt x="3405622" y="1349172"/>
                  <a:pt x="3417143" y="1358171"/>
                  <a:pt x="3417143" y="1344493"/>
                </a:cubicBezTo>
                <a:cubicBezTo>
                  <a:pt x="3414803" y="1341073"/>
                  <a:pt x="3410213" y="1339364"/>
                  <a:pt x="3406207" y="1340218"/>
                </a:cubicBezTo>
                <a:close/>
                <a:moveTo>
                  <a:pt x="1969457" y="1339850"/>
                </a:moveTo>
                <a:cubicBezTo>
                  <a:pt x="1973663" y="1351573"/>
                  <a:pt x="1973663" y="1351573"/>
                  <a:pt x="1973663" y="1351573"/>
                </a:cubicBezTo>
                <a:cubicBezTo>
                  <a:pt x="1960344" y="1363295"/>
                  <a:pt x="1962797" y="1339850"/>
                  <a:pt x="1949479" y="1349375"/>
                </a:cubicBezTo>
                <a:cubicBezTo>
                  <a:pt x="1947025" y="1342414"/>
                  <a:pt x="1967003" y="1339850"/>
                  <a:pt x="1969457" y="1339850"/>
                </a:cubicBezTo>
                <a:close/>
                <a:moveTo>
                  <a:pt x="1876913" y="1339850"/>
                </a:moveTo>
                <a:cubicBezTo>
                  <a:pt x="1881579" y="1360317"/>
                  <a:pt x="1854302" y="1353494"/>
                  <a:pt x="1843176" y="1369653"/>
                </a:cubicBezTo>
                <a:cubicBezTo>
                  <a:pt x="1840663" y="1356008"/>
                  <a:pt x="1870094" y="1351340"/>
                  <a:pt x="1876913" y="1339850"/>
                </a:cubicBezTo>
                <a:close/>
                <a:moveTo>
                  <a:pt x="3889023" y="1338228"/>
                </a:moveTo>
                <a:cubicBezTo>
                  <a:pt x="3891008" y="1338850"/>
                  <a:pt x="3893301" y="1341163"/>
                  <a:pt x="3894535" y="1341163"/>
                </a:cubicBezTo>
                <a:cubicBezTo>
                  <a:pt x="3892066" y="1352194"/>
                  <a:pt x="3887833" y="1338672"/>
                  <a:pt x="3885363" y="1345433"/>
                </a:cubicBezTo>
                <a:cubicBezTo>
                  <a:pt x="3885363" y="1338673"/>
                  <a:pt x="3887039" y="1337605"/>
                  <a:pt x="3889023" y="1338228"/>
                </a:cubicBezTo>
                <a:close/>
                <a:moveTo>
                  <a:pt x="2382214" y="1335764"/>
                </a:moveTo>
                <a:cubicBezTo>
                  <a:pt x="2373123" y="1337204"/>
                  <a:pt x="2364032" y="1342333"/>
                  <a:pt x="2364032" y="1349172"/>
                </a:cubicBezTo>
                <a:cubicBezTo>
                  <a:pt x="2379874" y="1349172"/>
                  <a:pt x="2382034" y="1342333"/>
                  <a:pt x="2400396" y="1344493"/>
                </a:cubicBezTo>
                <a:cubicBezTo>
                  <a:pt x="2400396" y="1336574"/>
                  <a:pt x="2391305" y="1334324"/>
                  <a:pt x="2382214" y="1335764"/>
                </a:cubicBezTo>
                <a:close/>
                <a:moveTo>
                  <a:pt x="6478871" y="1335087"/>
                </a:moveTo>
                <a:cubicBezTo>
                  <a:pt x="6510730" y="1335087"/>
                  <a:pt x="6481376" y="1346352"/>
                  <a:pt x="6485672" y="1362706"/>
                </a:cubicBezTo>
                <a:cubicBezTo>
                  <a:pt x="6474575" y="1364886"/>
                  <a:pt x="6483524" y="1344172"/>
                  <a:pt x="6478871" y="1335087"/>
                </a:cubicBezTo>
                <a:close/>
                <a:moveTo>
                  <a:pt x="3995783" y="1331912"/>
                </a:moveTo>
                <a:cubicBezTo>
                  <a:pt x="3995783" y="1338709"/>
                  <a:pt x="3993666" y="1345506"/>
                  <a:pt x="3997899" y="1348010"/>
                </a:cubicBezTo>
                <a:cubicBezTo>
                  <a:pt x="4002485" y="1356954"/>
                  <a:pt x="3991197" y="1343360"/>
                  <a:pt x="3989080" y="1348010"/>
                </a:cubicBezTo>
                <a:cubicBezTo>
                  <a:pt x="3986963" y="1336562"/>
                  <a:pt x="3993666" y="1334416"/>
                  <a:pt x="3995783" y="1331912"/>
                </a:cubicBezTo>
                <a:close/>
                <a:moveTo>
                  <a:pt x="4904456" y="1328737"/>
                </a:moveTo>
                <a:cubicBezTo>
                  <a:pt x="4906946" y="1335631"/>
                  <a:pt x="4913707" y="1342525"/>
                  <a:pt x="4909081" y="1351597"/>
                </a:cubicBezTo>
                <a:cubicBezTo>
                  <a:pt x="4904456" y="1351597"/>
                  <a:pt x="4900186" y="1351597"/>
                  <a:pt x="4895560" y="1353774"/>
                </a:cubicBezTo>
                <a:cubicBezTo>
                  <a:pt x="4893425" y="1342525"/>
                  <a:pt x="4897695" y="1333091"/>
                  <a:pt x="4904456" y="1328737"/>
                </a:cubicBezTo>
                <a:close/>
                <a:moveTo>
                  <a:pt x="3742438" y="1324471"/>
                </a:moveTo>
                <a:cubicBezTo>
                  <a:pt x="3739017" y="1323616"/>
                  <a:pt x="3735597" y="1324156"/>
                  <a:pt x="3733257" y="1328655"/>
                </a:cubicBezTo>
                <a:cubicBezTo>
                  <a:pt x="3737937" y="1328655"/>
                  <a:pt x="3746938" y="1339814"/>
                  <a:pt x="3751619" y="1328655"/>
                </a:cubicBezTo>
                <a:cubicBezTo>
                  <a:pt x="3749279" y="1327576"/>
                  <a:pt x="3745858" y="1325326"/>
                  <a:pt x="3742438" y="1324471"/>
                </a:cubicBezTo>
                <a:close/>
                <a:moveTo>
                  <a:pt x="2473123" y="1323976"/>
                </a:moveTo>
                <a:cubicBezTo>
                  <a:pt x="2461602" y="1319657"/>
                  <a:pt x="2434599" y="1326496"/>
                  <a:pt x="2434599" y="1339814"/>
                </a:cubicBezTo>
                <a:cubicBezTo>
                  <a:pt x="2450441" y="1332975"/>
                  <a:pt x="2457282" y="1339814"/>
                  <a:pt x="2470963" y="1335494"/>
                </a:cubicBezTo>
                <a:cubicBezTo>
                  <a:pt x="2468443" y="1330815"/>
                  <a:pt x="2475284" y="1328655"/>
                  <a:pt x="2473123" y="1323976"/>
                </a:cubicBezTo>
                <a:close/>
                <a:moveTo>
                  <a:pt x="2059080" y="1323976"/>
                </a:moveTo>
                <a:cubicBezTo>
                  <a:pt x="2052239" y="1321816"/>
                  <a:pt x="2043238" y="1326496"/>
                  <a:pt x="2038558" y="1332975"/>
                </a:cubicBezTo>
                <a:cubicBezTo>
                  <a:pt x="2040718" y="1349172"/>
                  <a:pt x="2065920" y="1335494"/>
                  <a:pt x="2059080" y="1323976"/>
                </a:cubicBezTo>
                <a:close/>
                <a:moveTo>
                  <a:pt x="3653688" y="1321816"/>
                </a:moveTo>
                <a:cubicBezTo>
                  <a:pt x="3660529" y="1319657"/>
                  <a:pt x="3646848" y="1335494"/>
                  <a:pt x="3653688" y="1337654"/>
                </a:cubicBezTo>
                <a:cubicBezTo>
                  <a:pt x="3658009" y="1326496"/>
                  <a:pt x="3671690" y="1339814"/>
                  <a:pt x="3671690" y="1323976"/>
                </a:cubicBezTo>
                <a:cubicBezTo>
                  <a:pt x="3667370" y="1323976"/>
                  <a:pt x="3658009" y="1319657"/>
                  <a:pt x="3653688" y="1321816"/>
                </a:cubicBezTo>
                <a:close/>
                <a:moveTo>
                  <a:pt x="4038997" y="1317157"/>
                </a:moveTo>
                <a:cubicBezTo>
                  <a:pt x="4034411" y="1337562"/>
                  <a:pt x="4012186" y="1319663"/>
                  <a:pt x="4010070" y="1349017"/>
                </a:cubicBezTo>
                <a:cubicBezTo>
                  <a:pt x="4007953" y="1339710"/>
                  <a:pt x="4003367" y="1344363"/>
                  <a:pt x="4001250" y="1332908"/>
                </a:cubicBezTo>
                <a:cubicBezTo>
                  <a:pt x="4014656" y="1337562"/>
                  <a:pt x="4012186" y="1315010"/>
                  <a:pt x="4023475" y="1326465"/>
                </a:cubicBezTo>
                <a:cubicBezTo>
                  <a:pt x="4023475" y="1312862"/>
                  <a:pt x="4034411" y="1319663"/>
                  <a:pt x="4038997" y="1317157"/>
                </a:cubicBezTo>
                <a:close/>
                <a:moveTo>
                  <a:pt x="2885277" y="1316687"/>
                </a:moveTo>
                <a:cubicBezTo>
                  <a:pt x="2880417" y="1317767"/>
                  <a:pt x="2875826" y="1320556"/>
                  <a:pt x="2873486" y="1323976"/>
                </a:cubicBezTo>
                <a:cubicBezTo>
                  <a:pt x="2875646" y="1328655"/>
                  <a:pt x="2903009" y="1332975"/>
                  <a:pt x="2898689" y="1319657"/>
                </a:cubicBezTo>
                <a:cubicBezTo>
                  <a:pt x="2895269" y="1316237"/>
                  <a:pt x="2890138" y="1315607"/>
                  <a:pt x="2885277" y="1316687"/>
                </a:cubicBezTo>
                <a:close/>
                <a:moveTo>
                  <a:pt x="6328124" y="1312862"/>
                </a:moveTo>
                <a:cubicBezTo>
                  <a:pt x="6353562" y="1321787"/>
                  <a:pt x="6346657" y="1362485"/>
                  <a:pt x="6353562" y="1387118"/>
                </a:cubicBezTo>
                <a:cubicBezTo>
                  <a:pt x="6323763" y="1384976"/>
                  <a:pt x="6341933" y="1332854"/>
                  <a:pt x="6328124" y="1312862"/>
                </a:cubicBezTo>
                <a:close/>
                <a:moveTo>
                  <a:pt x="5528289" y="1312862"/>
                </a:moveTo>
                <a:cubicBezTo>
                  <a:pt x="5532558" y="1312862"/>
                  <a:pt x="5539319" y="1314978"/>
                  <a:pt x="5543944" y="1321681"/>
                </a:cubicBezTo>
                <a:cubicBezTo>
                  <a:pt x="5537184" y="1328384"/>
                  <a:pt x="5532558" y="1323798"/>
                  <a:pt x="5528289" y="1323798"/>
                </a:cubicBezTo>
                <a:cubicBezTo>
                  <a:pt x="5530423" y="1326267"/>
                  <a:pt x="5528289" y="1328384"/>
                  <a:pt x="5526154" y="1326267"/>
                </a:cubicBezTo>
                <a:cubicBezTo>
                  <a:pt x="5532558" y="1321681"/>
                  <a:pt x="5523663" y="1317095"/>
                  <a:pt x="5528289" y="1312862"/>
                </a:cubicBezTo>
                <a:close/>
                <a:moveTo>
                  <a:pt x="4052447" y="1312862"/>
                </a:moveTo>
                <a:cubicBezTo>
                  <a:pt x="4054828" y="1321914"/>
                  <a:pt x="4054828" y="1328793"/>
                  <a:pt x="4052447" y="1333138"/>
                </a:cubicBezTo>
                <a:cubicBezTo>
                  <a:pt x="4049669" y="1328793"/>
                  <a:pt x="4054828" y="1321914"/>
                  <a:pt x="4049669" y="1321914"/>
                </a:cubicBezTo>
                <a:cubicBezTo>
                  <a:pt x="4047288" y="1315034"/>
                  <a:pt x="4049669" y="1312862"/>
                  <a:pt x="4052447" y="1312862"/>
                </a:cubicBezTo>
                <a:close/>
                <a:moveTo>
                  <a:pt x="2973576" y="1312818"/>
                </a:moveTo>
                <a:cubicBezTo>
                  <a:pt x="2950894" y="1314977"/>
                  <a:pt x="2916690" y="1308138"/>
                  <a:pt x="2907689" y="1323976"/>
                </a:cubicBezTo>
                <a:cubicBezTo>
                  <a:pt x="2932532" y="1321816"/>
                  <a:pt x="2939373" y="1321816"/>
                  <a:pt x="2966736" y="1328655"/>
                </a:cubicBezTo>
                <a:cubicBezTo>
                  <a:pt x="2976097" y="1319657"/>
                  <a:pt x="2964576" y="1321816"/>
                  <a:pt x="2973576" y="1312818"/>
                </a:cubicBezTo>
                <a:close/>
                <a:moveTo>
                  <a:pt x="3570212" y="1312766"/>
                </a:moveTo>
                <a:cubicBezTo>
                  <a:pt x="3565906" y="1330711"/>
                  <a:pt x="3577029" y="1308100"/>
                  <a:pt x="3574876" y="1321738"/>
                </a:cubicBezTo>
                <a:cubicBezTo>
                  <a:pt x="3568059" y="1335377"/>
                  <a:pt x="3545453" y="1317073"/>
                  <a:pt x="3536124" y="1335377"/>
                </a:cubicBezTo>
                <a:cubicBezTo>
                  <a:pt x="3533971" y="1339684"/>
                  <a:pt x="3540788" y="1339684"/>
                  <a:pt x="3542941" y="1339684"/>
                </a:cubicBezTo>
                <a:cubicBezTo>
                  <a:pt x="3542941" y="1344350"/>
                  <a:pt x="3538456" y="1344350"/>
                  <a:pt x="3534509" y="1341524"/>
                </a:cubicBezTo>
                <a:lnTo>
                  <a:pt x="3531989" y="1338364"/>
                </a:lnTo>
                <a:lnTo>
                  <a:pt x="3529599" y="1334780"/>
                </a:lnTo>
                <a:lnTo>
                  <a:pt x="3529306" y="1326404"/>
                </a:lnTo>
                <a:cubicBezTo>
                  <a:pt x="3536124" y="1328558"/>
                  <a:pt x="3540788" y="1330711"/>
                  <a:pt x="3538635" y="1314919"/>
                </a:cubicBezTo>
                <a:cubicBezTo>
                  <a:pt x="3545453" y="1326404"/>
                  <a:pt x="3559088" y="1317073"/>
                  <a:pt x="3570212" y="1312766"/>
                </a:cubicBezTo>
                <a:close/>
                <a:moveTo>
                  <a:pt x="3599535" y="1311648"/>
                </a:moveTo>
                <a:cubicBezTo>
                  <a:pt x="3601934" y="1314263"/>
                  <a:pt x="3604039" y="1318932"/>
                  <a:pt x="3604039" y="1323601"/>
                </a:cubicBezTo>
                <a:cubicBezTo>
                  <a:pt x="3597641" y="1323601"/>
                  <a:pt x="3597641" y="1314263"/>
                  <a:pt x="3593263" y="1312022"/>
                </a:cubicBezTo>
                <a:cubicBezTo>
                  <a:pt x="3594442" y="1308473"/>
                  <a:pt x="3597136" y="1309034"/>
                  <a:pt x="3599535" y="1311648"/>
                </a:cubicBezTo>
                <a:close/>
                <a:moveTo>
                  <a:pt x="3524646" y="1310216"/>
                </a:moveTo>
                <a:cubicBezTo>
                  <a:pt x="3522521" y="1323622"/>
                  <a:pt x="3522521" y="1323622"/>
                  <a:pt x="3522521" y="1323622"/>
                </a:cubicBezTo>
                <a:cubicBezTo>
                  <a:pt x="3517916" y="1316919"/>
                  <a:pt x="3482138" y="1321505"/>
                  <a:pt x="3509060" y="1316919"/>
                </a:cubicBezTo>
                <a:cubicBezTo>
                  <a:pt x="3513311" y="1314803"/>
                  <a:pt x="3517916" y="1308100"/>
                  <a:pt x="3524646" y="1310216"/>
                </a:cubicBezTo>
                <a:close/>
                <a:moveTo>
                  <a:pt x="3384306" y="1309194"/>
                </a:moveTo>
                <a:cubicBezTo>
                  <a:pt x="3393391" y="1304925"/>
                  <a:pt x="3395935" y="1322715"/>
                  <a:pt x="3400296" y="1311685"/>
                </a:cubicBezTo>
                <a:cubicBezTo>
                  <a:pt x="3411925" y="1320580"/>
                  <a:pt x="3386486" y="1315955"/>
                  <a:pt x="3389030" y="1325206"/>
                </a:cubicBezTo>
                <a:cubicBezTo>
                  <a:pt x="3382125" y="1325206"/>
                  <a:pt x="3382125" y="1318446"/>
                  <a:pt x="3384306" y="1309194"/>
                </a:cubicBezTo>
                <a:close/>
                <a:moveTo>
                  <a:pt x="5597813" y="1303337"/>
                </a:moveTo>
                <a:cubicBezTo>
                  <a:pt x="5604701" y="1305697"/>
                  <a:pt x="5613854" y="1311506"/>
                  <a:pt x="5619835" y="1317542"/>
                </a:cubicBezTo>
                <a:lnTo>
                  <a:pt x="5620308" y="1318248"/>
                </a:lnTo>
                <a:lnTo>
                  <a:pt x="5629667" y="1316447"/>
                </a:lnTo>
                <a:cubicBezTo>
                  <a:pt x="5629130" y="1319828"/>
                  <a:pt x="5627318" y="1321940"/>
                  <a:pt x="5624723" y="1323208"/>
                </a:cubicBezTo>
                <a:lnTo>
                  <a:pt x="5623748" y="1323379"/>
                </a:lnTo>
                <a:lnTo>
                  <a:pt x="5625748" y="1326363"/>
                </a:lnTo>
                <a:cubicBezTo>
                  <a:pt x="5626473" y="1329092"/>
                  <a:pt x="5625725" y="1331474"/>
                  <a:pt x="5622825" y="1333108"/>
                </a:cubicBezTo>
                <a:cubicBezTo>
                  <a:pt x="5613763" y="1321853"/>
                  <a:pt x="5618475" y="1363242"/>
                  <a:pt x="5604700" y="1358522"/>
                </a:cubicBezTo>
                <a:cubicBezTo>
                  <a:pt x="5606875" y="1370140"/>
                  <a:pt x="5615938" y="1367599"/>
                  <a:pt x="5609050" y="1377038"/>
                </a:cubicBezTo>
                <a:cubicBezTo>
                  <a:pt x="5604700" y="1372319"/>
                  <a:pt x="5606875" y="1381395"/>
                  <a:pt x="5599988" y="1383937"/>
                </a:cubicBezTo>
                <a:cubicBezTo>
                  <a:pt x="5594369" y="1368870"/>
                  <a:pt x="5593825" y="1356162"/>
                  <a:pt x="5594686" y="1343501"/>
                </a:cubicBezTo>
                <a:lnTo>
                  <a:pt x="5596249" y="1323423"/>
                </a:lnTo>
                <a:lnTo>
                  <a:pt x="5593513" y="1323208"/>
                </a:lnTo>
                <a:lnTo>
                  <a:pt x="5596468" y="1320609"/>
                </a:lnTo>
                <a:close/>
                <a:moveTo>
                  <a:pt x="2193374" y="1301299"/>
                </a:moveTo>
                <a:cubicBezTo>
                  <a:pt x="2181853" y="1296620"/>
                  <a:pt x="2170692" y="1308138"/>
                  <a:pt x="2170692" y="1317137"/>
                </a:cubicBezTo>
                <a:cubicBezTo>
                  <a:pt x="2181853" y="1314977"/>
                  <a:pt x="2190854" y="1310298"/>
                  <a:pt x="2193374" y="1301299"/>
                </a:cubicBezTo>
                <a:close/>
                <a:moveTo>
                  <a:pt x="3951061" y="1298079"/>
                </a:moveTo>
                <a:cubicBezTo>
                  <a:pt x="3951061" y="1300261"/>
                  <a:pt x="3953259" y="1302444"/>
                  <a:pt x="3953259" y="1302444"/>
                </a:cubicBezTo>
                <a:lnTo>
                  <a:pt x="3951061" y="1298159"/>
                </a:lnTo>
                <a:close/>
                <a:moveTo>
                  <a:pt x="5271325" y="1297964"/>
                </a:moveTo>
                <a:cubicBezTo>
                  <a:pt x="5289928" y="1295400"/>
                  <a:pt x="5271325" y="1307123"/>
                  <a:pt x="5289928" y="1309321"/>
                </a:cubicBezTo>
                <a:cubicBezTo>
                  <a:pt x="5285463" y="1314083"/>
                  <a:pt x="5282859" y="1316281"/>
                  <a:pt x="5282859" y="1318845"/>
                </a:cubicBezTo>
                <a:cubicBezTo>
                  <a:pt x="5278394" y="1307123"/>
                  <a:pt x="5266488" y="1307123"/>
                  <a:pt x="5271325" y="1297964"/>
                </a:cubicBezTo>
                <a:close/>
                <a:moveTo>
                  <a:pt x="2234418" y="1296620"/>
                </a:moveTo>
                <a:cubicBezTo>
                  <a:pt x="2220737" y="1305978"/>
                  <a:pt x="2207055" y="1294460"/>
                  <a:pt x="2204535" y="1310298"/>
                </a:cubicBezTo>
                <a:cubicBezTo>
                  <a:pt x="2216056" y="1310298"/>
                  <a:pt x="2227578" y="1305978"/>
                  <a:pt x="2234418" y="1296620"/>
                </a:cubicBezTo>
                <a:close/>
                <a:moveTo>
                  <a:pt x="3949075" y="1294287"/>
                </a:moveTo>
                <a:lnTo>
                  <a:pt x="3951061" y="1298159"/>
                </a:lnTo>
                <a:lnTo>
                  <a:pt x="3951061" y="1302444"/>
                </a:lnTo>
                <a:cubicBezTo>
                  <a:pt x="3951061" y="1311903"/>
                  <a:pt x="3941536" y="1304991"/>
                  <a:pt x="3939338" y="1314086"/>
                </a:cubicBezTo>
                <a:cubicBezTo>
                  <a:pt x="3939338" y="1312449"/>
                  <a:pt x="3944490" y="1293827"/>
                  <a:pt x="3949075" y="1294287"/>
                </a:cubicBezTo>
                <a:close/>
                <a:moveTo>
                  <a:pt x="3094732" y="1292393"/>
                </a:moveTo>
                <a:cubicBezTo>
                  <a:pt x="3099152" y="1293244"/>
                  <a:pt x="3106824" y="1300450"/>
                  <a:pt x="3111894" y="1298848"/>
                </a:cubicBezTo>
                <a:cubicBezTo>
                  <a:pt x="3111894" y="1307744"/>
                  <a:pt x="3096239" y="1300983"/>
                  <a:pt x="3091613" y="1303118"/>
                </a:cubicBezTo>
                <a:cubicBezTo>
                  <a:pt x="3093748" y="1298848"/>
                  <a:pt x="3096239" y="1296357"/>
                  <a:pt x="3091613" y="1294222"/>
                </a:cubicBezTo>
                <a:cubicBezTo>
                  <a:pt x="3092147" y="1292532"/>
                  <a:pt x="3093259" y="1292110"/>
                  <a:pt x="3094732" y="1292393"/>
                </a:cubicBezTo>
                <a:close/>
                <a:moveTo>
                  <a:pt x="3906000" y="1292225"/>
                </a:moveTo>
                <a:cubicBezTo>
                  <a:pt x="3908779" y="1294457"/>
                  <a:pt x="3911160" y="1306363"/>
                  <a:pt x="3913541" y="1306363"/>
                </a:cubicBezTo>
                <a:cubicBezTo>
                  <a:pt x="3913541" y="1315665"/>
                  <a:pt x="3911160" y="1315665"/>
                  <a:pt x="3908779" y="1315665"/>
                </a:cubicBezTo>
                <a:cubicBezTo>
                  <a:pt x="3906000" y="1303759"/>
                  <a:pt x="3908779" y="1301526"/>
                  <a:pt x="3906000" y="1292225"/>
                </a:cubicBezTo>
                <a:close/>
                <a:moveTo>
                  <a:pt x="3900841" y="1292225"/>
                </a:moveTo>
                <a:cubicBezTo>
                  <a:pt x="3900841" y="1299003"/>
                  <a:pt x="3903222" y="1305781"/>
                  <a:pt x="3905603" y="1303284"/>
                </a:cubicBezTo>
                <a:cubicBezTo>
                  <a:pt x="3903222" y="1307921"/>
                  <a:pt x="3905603" y="1323618"/>
                  <a:pt x="3900841" y="1323618"/>
                </a:cubicBezTo>
                <a:cubicBezTo>
                  <a:pt x="3898063" y="1310062"/>
                  <a:pt x="3903222" y="1312559"/>
                  <a:pt x="3903222" y="1307921"/>
                </a:cubicBezTo>
                <a:cubicBezTo>
                  <a:pt x="3900841" y="1303284"/>
                  <a:pt x="3900841" y="1301143"/>
                  <a:pt x="3898063" y="1296506"/>
                </a:cubicBezTo>
                <a:cubicBezTo>
                  <a:pt x="3898063" y="1292225"/>
                  <a:pt x="3900841" y="1294365"/>
                  <a:pt x="3900841" y="1292225"/>
                </a:cubicBezTo>
                <a:close/>
                <a:moveTo>
                  <a:pt x="5465887" y="1290780"/>
                </a:moveTo>
                <a:lnTo>
                  <a:pt x="5463610" y="1290828"/>
                </a:lnTo>
                <a:lnTo>
                  <a:pt x="5466213" y="1291867"/>
                </a:lnTo>
                <a:close/>
                <a:moveTo>
                  <a:pt x="4841094" y="1280782"/>
                </a:moveTo>
                <a:cubicBezTo>
                  <a:pt x="4834613" y="1290141"/>
                  <a:pt x="4838934" y="1292300"/>
                  <a:pt x="4832093" y="1299139"/>
                </a:cubicBezTo>
                <a:cubicBezTo>
                  <a:pt x="4847935" y="1310298"/>
                  <a:pt x="4845775" y="1287621"/>
                  <a:pt x="4841094" y="1280782"/>
                </a:cubicBezTo>
                <a:close/>
                <a:moveTo>
                  <a:pt x="5445693" y="1280347"/>
                </a:moveTo>
                <a:lnTo>
                  <a:pt x="5445457" y="1281013"/>
                </a:lnTo>
                <a:lnTo>
                  <a:pt x="5445962" y="1281046"/>
                </a:lnTo>
                <a:close/>
                <a:moveTo>
                  <a:pt x="5345612" y="1280347"/>
                </a:moveTo>
                <a:cubicBezTo>
                  <a:pt x="5336612" y="1287187"/>
                  <a:pt x="5343452" y="1291867"/>
                  <a:pt x="5343452" y="1298708"/>
                </a:cubicBezTo>
                <a:cubicBezTo>
                  <a:pt x="5345612" y="1296188"/>
                  <a:pt x="5359292" y="1291867"/>
                  <a:pt x="5345612" y="1280347"/>
                </a:cubicBezTo>
                <a:close/>
                <a:moveTo>
                  <a:pt x="6021337" y="1276026"/>
                </a:moveTo>
                <a:cubicBezTo>
                  <a:pt x="6019177" y="1291867"/>
                  <a:pt x="6010177" y="1280347"/>
                  <a:pt x="6000817" y="1289707"/>
                </a:cubicBezTo>
                <a:cubicBezTo>
                  <a:pt x="6014497" y="1298708"/>
                  <a:pt x="5989657" y="1305548"/>
                  <a:pt x="5998657" y="1314549"/>
                </a:cubicBezTo>
                <a:cubicBezTo>
                  <a:pt x="6005497" y="1298708"/>
                  <a:pt x="6039697" y="1296188"/>
                  <a:pt x="6021337" y="1276026"/>
                </a:cubicBezTo>
                <a:close/>
                <a:moveTo>
                  <a:pt x="2440845" y="1273175"/>
                </a:moveTo>
                <a:cubicBezTo>
                  <a:pt x="2440845" y="1277937"/>
                  <a:pt x="2442994" y="1280135"/>
                  <a:pt x="2445142" y="1280135"/>
                </a:cubicBezTo>
                <a:cubicBezTo>
                  <a:pt x="2434042" y="1287096"/>
                  <a:pt x="2417928" y="1287096"/>
                  <a:pt x="2397875" y="1291858"/>
                </a:cubicBezTo>
                <a:cubicBezTo>
                  <a:pt x="2404321" y="1282700"/>
                  <a:pt x="2431535" y="1282700"/>
                  <a:pt x="2440845" y="1273175"/>
                </a:cubicBezTo>
                <a:close/>
                <a:moveTo>
                  <a:pt x="1829589" y="1271587"/>
                </a:moveTo>
                <a:cubicBezTo>
                  <a:pt x="1833950" y="1280349"/>
                  <a:pt x="1833950" y="1280349"/>
                  <a:pt x="1833950" y="1280349"/>
                </a:cubicBezTo>
                <a:cubicBezTo>
                  <a:pt x="1827045" y="1273690"/>
                  <a:pt x="1806694" y="1298224"/>
                  <a:pt x="1804150" y="1282803"/>
                </a:cubicBezTo>
                <a:close/>
                <a:moveTo>
                  <a:pt x="3918198" y="1270576"/>
                </a:moveTo>
                <a:cubicBezTo>
                  <a:pt x="3923933" y="1268598"/>
                  <a:pt x="3930214" y="1271475"/>
                  <a:pt x="3933673" y="1284064"/>
                </a:cubicBezTo>
                <a:cubicBezTo>
                  <a:pt x="3938406" y="1284064"/>
                  <a:pt x="3938406" y="1281906"/>
                  <a:pt x="3945324" y="1284064"/>
                </a:cubicBezTo>
                <a:cubicBezTo>
                  <a:pt x="3940591" y="1299889"/>
                  <a:pt x="3924570" y="1304565"/>
                  <a:pt x="3915467" y="1304565"/>
                </a:cubicBezTo>
                <a:cubicBezTo>
                  <a:pt x="3915467" y="1290898"/>
                  <a:pt x="3931488" y="1297731"/>
                  <a:pt x="3935857" y="1295214"/>
                </a:cubicBezTo>
                <a:cubicBezTo>
                  <a:pt x="3935857" y="1284064"/>
                  <a:pt x="3926755" y="1281906"/>
                  <a:pt x="3924570" y="1275072"/>
                </a:cubicBezTo>
                <a:cubicBezTo>
                  <a:pt x="3926755" y="1286222"/>
                  <a:pt x="3912918" y="1284064"/>
                  <a:pt x="3906000" y="1286222"/>
                </a:cubicBezTo>
                <a:cubicBezTo>
                  <a:pt x="3907275" y="1279388"/>
                  <a:pt x="3912463" y="1272554"/>
                  <a:pt x="3918198" y="1270576"/>
                </a:cubicBezTo>
                <a:close/>
                <a:moveTo>
                  <a:pt x="4370164" y="1267104"/>
                </a:moveTo>
                <a:cubicBezTo>
                  <a:pt x="4370164" y="1273943"/>
                  <a:pt x="4372685" y="1280782"/>
                  <a:pt x="4365844" y="1285461"/>
                </a:cubicBezTo>
                <a:cubicBezTo>
                  <a:pt x="4374845" y="1294460"/>
                  <a:pt x="4379525" y="1280782"/>
                  <a:pt x="4377005" y="1276463"/>
                </a:cubicBezTo>
                <a:cubicBezTo>
                  <a:pt x="4370164" y="1278622"/>
                  <a:pt x="4377005" y="1271783"/>
                  <a:pt x="4370164" y="1267104"/>
                </a:cubicBezTo>
                <a:close/>
                <a:moveTo>
                  <a:pt x="4917104" y="1266825"/>
                </a:moveTo>
                <a:cubicBezTo>
                  <a:pt x="4919608" y="1273785"/>
                  <a:pt x="4926405" y="1278548"/>
                  <a:pt x="4921755" y="1285508"/>
                </a:cubicBezTo>
                <a:cubicBezTo>
                  <a:pt x="4912811" y="1280746"/>
                  <a:pt x="4910307" y="1290270"/>
                  <a:pt x="4901363" y="1283310"/>
                </a:cubicBezTo>
                <a:cubicBezTo>
                  <a:pt x="4912811" y="1280746"/>
                  <a:pt x="4919608" y="1280746"/>
                  <a:pt x="4917104" y="1266825"/>
                </a:cubicBezTo>
                <a:close/>
                <a:moveTo>
                  <a:pt x="4888133" y="1266825"/>
                </a:moveTo>
                <a:cubicBezTo>
                  <a:pt x="4899422" y="1282933"/>
                  <a:pt x="4883547" y="1298683"/>
                  <a:pt x="4876844" y="1302979"/>
                </a:cubicBezTo>
                <a:cubicBezTo>
                  <a:pt x="4868025" y="1294030"/>
                  <a:pt x="4888133" y="1280427"/>
                  <a:pt x="4888133" y="1266825"/>
                </a:cubicBezTo>
                <a:close/>
                <a:moveTo>
                  <a:pt x="2474446" y="1266825"/>
                </a:moveTo>
                <a:cubicBezTo>
                  <a:pt x="2472344" y="1271587"/>
                  <a:pt x="2472344" y="1276350"/>
                  <a:pt x="2476900" y="1276350"/>
                </a:cubicBezTo>
                <a:cubicBezTo>
                  <a:pt x="2467787" y="1285508"/>
                  <a:pt x="2467787" y="1269389"/>
                  <a:pt x="2450263" y="1280746"/>
                </a:cubicBezTo>
                <a:cubicBezTo>
                  <a:pt x="2450263" y="1271587"/>
                  <a:pt x="2463582" y="1269389"/>
                  <a:pt x="2474446" y="1266825"/>
                </a:cubicBezTo>
                <a:close/>
                <a:moveTo>
                  <a:pt x="2446729" y="1262062"/>
                </a:moveTo>
                <a:cubicBezTo>
                  <a:pt x="2430900" y="1275618"/>
                  <a:pt x="2392409" y="1273121"/>
                  <a:pt x="2374063" y="1293455"/>
                </a:cubicBezTo>
                <a:cubicBezTo>
                  <a:pt x="2383416" y="1270980"/>
                  <a:pt x="2421907" y="1268840"/>
                  <a:pt x="2446729" y="1262062"/>
                </a:cubicBezTo>
                <a:close/>
                <a:moveTo>
                  <a:pt x="3939923" y="1257862"/>
                </a:moveTo>
                <a:cubicBezTo>
                  <a:pt x="3946802" y="1260045"/>
                  <a:pt x="3948974" y="1264774"/>
                  <a:pt x="3955854" y="1266957"/>
                </a:cubicBezTo>
                <a:cubicBezTo>
                  <a:pt x="3958026" y="1285511"/>
                  <a:pt x="3937750" y="1250950"/>
                  <a:pt x="3946802" y="1280782"/>
                </a:cubicBezTo>
                <a:cubicBezTo>
                  <a:pt x="3944630" y="1276416"/>
                  <a:pt x="3939923" y="1264774"/>
                  <a:pt x="3939923" y="1257862"/>
                </a:cubicBezTo>
                <a:close/>
                <a:moveTo>
                  <a:pt x="2571476" y="1257847"/>
                </a:moveTo>
                <a:cubicBezTo>
                  <a:pt x="2578363" y="1255712"/>
                  <a:pt x="2580538" y="1262472"/>
                  <a:pt x="2589601" y="1259982"/>
                </a:cubicBezTo>
                <a:cubicBezTo>
                  <a:pt x="2580538" y="1273503"/>
                  <a:pt x="2573651" y="1269233"/>
                  <a:pt x="2555525" y="1275994"/>
                </a:cubicBezTo>
                <a:cubicBezTo>
                  <a:pt x="2543925" y="1273503"/>
                  <a:pt x="2578363" y="1271368"/>
                  <a:pt x="2571476" y="1257847"/>
                </a:cubicBezTo>
                <a:close/>
                <a:moveTo>
                  <a:pt x="3969897" y="1257300"/>
                </a:moveTo>
                <a:cubicBezTo>
                  <a:pt x="3972278" y="1268075"/>
                  <a:pt x="3967516" y="1263698"/>
                  <a:pt x="3964738" y="1265718"/>
                </a:cubicBezTo>
                <a:cubicBezTo>
                  <a:pt x="3964738" y="1259320"/>
                  <a:pt x="3967516" y="1257300"/>
                  <a:pt x="3969897" y="1257300"/>
                </a:cubicBezTo>
                <a:close/>
                <a:moveTo>
                  <a:pt x="3960372" y="1255712"/>
                </a:moveTo>
                <a:cubicBezTo>
                  <a:pt x="3962753" y="1269633"/>
                  <a:pt x="3960372" y="1269633"/>
                  <a:pt x="3957594" y="1269633"/>
                </a:cubicBezTo>
                <a:cubicBezTo>
                  <a:pt x="3955213" y="1262673"/>
                  <a:pt x="3955213" y="1255712"/>
                  <a:pt x="3960372" y="1255712"/>
                </a:cubicBezTo>
                <a:close/>
                <a:moveTo>
                  <a:pt x="2099408" y="1252026"/>
                </a:moveTo>
                <a:cubicBezTo>
                  <a:pt x="2110642" y="1247775"/>
                  <a:pt x="2106293" y="1265486"/>
                  <a:pt x="2119701" y="1256631"/>
                </a:cubicBezTo>
                <a:cubicBezTo>
                  <a:pt x="2110642" y="1270091"/>
                  <a:pt x="2067158" y="1290283"/>
                  <a:pt x="2053388" y="1283552"/>
                </a:cubicBezTo>
                <a:cubicBezTo>
                  <a:pt x="2055925" y="1274696"/>
                  <a:pt x="2062810" y="1270091"/>
                  <a:pt x="2074043" y="1265486"/>
                </a:cubicBezTo>
                <a:cubicBezTo>
                  <a:pt x="2058099" y="1281427"/>
                  <a:pt x="2117527" y="1265486"/>
                  <a:pt x="2099408" y="1252026"/>
                </a:cubicBezTo>
                <a:close/>
                <a:moveTo>
                  <a:pt x="4411209" y="1249107"/>
                </a:moveTo>
                <a:cubicBezTo>
                  <a:pt x="4413369" y="1253426"/>
                  <a:pt x="4406888" y="1258105"/>
                  <a:pt x="4404368" y="1258105"/>
                </a:cubicBezTo>
                <a:cubicBezTo>
                  <a:pt x="4415889" y="1271783"/>
                  <a:pt x="4418049" y="1249107"/>
                  <a:pt x="4411209" y="1249107"/>
                </a:cubicBezTo>
                <a:close/>
                <a:moveTo>
                  <a:pt x="5515372" y="1247775"/>
                </a:moveTo>
                <a:cubicBezTo>
                  <a:pt x="5495264" y="1268123"/>
                  <a:pt x="5506553" y="1292756"/>
                  <a:pt x="5477625" y="1322030"/>
                </a:cubicBezTo>
                <a:cubicBezTo>
                  <a:pt x="5482211" y="1306322"/>
                  <a:pt x="5486444" y="1247775"/>
                  <a:pt x="5515372" y="1247775"/>
                </a:cubicBezTo>
                <a:close/>
                <a:moveTo>
                  <a:pt x="3982536" y="1247568"/>
                </a:moveTo>
                <a:cubicBezTo>
                  <a:pt x="3984683" y="1243012"/>
                  <a:pt x="3987187" y="1251774"/>
                  <a:pt x="3989333" y="1249671"/>
                </a:cubicBezTo>
                <a:cubicBezTo>
                  <a:pt x="3996131" y="1269649"/>
                  <a:pt x="3982536" y="1245115"/>
                  <a:pt x="3989333" y="1260887"/>
                </a:cubicBezTo>
                <a:cubicBezTo>
                  <a:pt x="3991480" y="1269649"/>
                  <a:pt x="3984683" y="1262990"/>
                  <a:pt x="3984683" y="1258433"/>
                </a:cubicBezTo>
                <a:cubicBezTo>
                  <a:pt x="3971088" y="1267546"/>
                  <a:pt x="3978243" y="1251774"/>
                  <a:pt x="3984683" y="1254228"/>
                </a:cubicBezTo>
                <a:cubicBezTo>
                  <a:pt x="3984683" y="1254228"/>
                  <a:pt x="3984683" y="1249671"/>
                  <a:pt x="3982536" y="1247568"/>
                </a:cubicBezTo>
                <a:close/>
                <a:moveTo>
                  <a:pt x="3996125" y="1242339"/>
                </a:moveTo>
                <a:cubicBezTo>
                  <a:pt x="3998282" y="1240958"/>
                  <a:pt x="4001561" y="1242080"/>
                  <a:pt x="4004839" y="1244323"/>
                </a:cubicBezTo>
                <a:cubicBezTo>
                  <a:pt x="4004839" y="1246394"/>
                  <a:pt x="4004839" y="1250880"/>
                  <a:pt x="4007255" y="1255367"/>
                </a:cubicBezTo>
                <a:cubicBezTo>
                  <a:pt x="3998282" y="1246394"/>
                  <a:pt x="4000698" y="1250880"/>
                  <a:pt x="3994141" y="1255367"/>
                </a:cubicBezTo>
                <a:cubicBezTo>
                  <a:pt x="3992933" y="1247602"/>
                  <a:pt x="3993969" y="1243719"/>
                  <a:pt x="3996125" y="1242339"/>
                </a:cubicBezTo>
                <a:close/>
                <a:moveTo>
                  <a:pt x="2173680" y="1239837"/>
                </a:moveTo>
                <a:cubicBezTo>
                  <a:pt x="2173680" y="1258520"/>
                  <a:pt x="2151128" y="1246797"/>
                  <a:pt x="2137525" y="1253758"/>
                </a:cubicBezTo>
                <a:cubicBezTo>
                  <a:pt x="2140031" y="1242401"/>
                  <a:pt x="2160077" y="1251560"/>
                  <a:pt x="2173680" y="1239837"/>
                </a:cubicBezTo>
                <a:close/>
                <a:moveTo>
                  <a:pt x="5360108" y="1238696"/>
                </a:moveTo>
                <a:cubicBezTo>
                  <a:pt x="5357515" y="1238989"/>
                  <a:pt x="5354252" y="1240564"/>
                  <a:pt x="5350292" y="1243984"/>
                </a:cubicBezTo>
                <a:cubicBezTo>
                  <a:pt x="5366132" y="1248664"/>
                  <a:pt x="5343452" y="1246144"/>
                  <a:pt x="5336612" y="1250825"/>
                </a:cubicBezTo>
                <a:cubicBezTo>
                  <a:pt x="5338772" y="1252985"/>
                  <a:pt x="5341292" y="1255505"/>
                  <a:pt x="5338772" y="1257665"/>
                </a:cubicBezTo>
                <a:cubicBezTo>
                  <a:pt x="5336612" y="1255325"/>
                  <a:pt x="5334362" y="1254785"/>
                  <a:pt x="5332112" y="1254245"/>
                </a:cubicBezTo>
                <a:lnTo>
                  <a:pt x="5329326" y="1252814"/>
                </a:lnTo>
                <a:lnTo>
                  <a:pt x="5329022" y="1256188"/>
                </a:lnTo>
                <a:lnTo>
                  <a:pt x="5325974" y="1259952"/>
                </a:lnTo>
                <a:lnTo>
                  <a:pt x="5336612" y="1259825"/>
                </a:lnTo>
                <a:cubicBezTo>
                  <a:pt x="5336612" y="1266666"/>
                  <a:pt x="5341292" y="1282867"/>
                  <a:pt x="5352452" y="1276026"/>
                </a:cubicBezTo>
                <a:cubicBezTo>
                  <a:pt x="5354792" y="1273686"/>
                  <a:pt x="5351372" y="1270806"/>
                  <a:pt x="5348222" y="1267656"/>
                </a:cubicBezTo>
                <a:lnTo>
                  <a:pt x="5345967" y="1264727"/>
                </a:lnTo>
                <a:lnTo>
                  <a:pt x="5344418" y="1264209"/>
                </a:lnTo>
                <a:lnTo>
                  <a:pt x="5344552" y="1262890"/>
                </a:lnTo>
                <a:lnTo>
                  <a:pt x="5344453" y="1262762"/>
                </a:lnTo>
                <a:lnTo>
                  <a:pt x="5344655" y="1261877"/>
                </a:lnTo>
                <a:lnTo>
                  <a:pt x="5344936" y="1259104"/>
                </a:lnTo>
                <a:cubicBezTo>
                  <a:pt x="5346377" y="1255290"/>
                  <a:pt x="5348703" y="1251198"/>
                  <a:pt x="5344052" y="1250081"/>
                </a:cubicBezTo>
                <a:cubicBezTo>
                  <a:pt x="5346377" y="1248314"/>
                  <a:pt x="5348424" y="1247872"/>
                  <a:pt x="5350075" y="1248349"/>
                </a:cubicBezTo>
                <a:cubicBezTo>
                  <a:pt x="5352552" y="1249064"/>
                  <a:pt x="5354139" y="1251846"/>
                  <a:pt x="5354444" y="1255321"/>
                </a:cubicBezTo>
                <a:lnTo>
                  <a:pt x="5353610" y="1258113"/>
                </a:lnTo>
                <a:lnTo>
                  <a:pt x="5356817" y="1255640"/>
                </a:lnTo>
                <a:cubicBezTo>
                  <a:pt x="5359922" y="1252535"/>
                  <a:pt x="5362712" y="1249745"/>
                  <a:pt x="5366132" y="1255505"/>
                </a:cubicBezTo>
                <a:cubicBezTo>
                  <a:pt x="5369642" y="1248484"/>
                  <a:pt x="5367887" y="1237819"/>
                  <a:pt x="5360108" y="1238696"/>
                </a:cubicBezTo>
                <a:close/>
                <a:moveTo>
                  <a:pt x="5795547" y="1236662"/>
                </a:moveTo>
                <a:cubicBezTo>
                  <a:pt x="5802616" y="1243463"/>
                  <a:pt x="5793315" y="1252412"/>
                  <a:pt x="5807453" y="1259214"/>
                </a:cubicBezTo>
                <a:cubicBezTo>
                  <a:pt x="5788850" y="1272817"/>
                  <a:pt x="5784013" y="1243463"/>
                  <a:pt x="5795547" y="1236662"/>
                </a:cubicBezTo>
                <a:close/>
                <a:moveTo>
                  <a:pt x="2388850" y="1235622"/>
                </a:moveTo>
                <a:cubicBezTo>
                  <a:pt x="2392230" y="1234204"/>
                  <a:pt x="2396767" y="1234204"/>
                  <a:pt x="2400147" y="1236508"/>
                </a:cubicBezTo>
                <a:cubicBezTo>
                  <a:pt x="2402282" y="1243243"/>
                  <a:pt x="2386626" y="1268057"/>
                  <a:pt x="2384491" y="1252105"/>
                </a:cubicBezTo>
                <a:lnTo>
                  <a:pt x="2393387" y="1249979"/>
                </a:lnTo>
                <a:cubicBezTo>
                  <a:pt x="2393387" y="1243243"/>
                  <a:pt x="2388761" y="1243243"/>
                  <a:pt x="2384491" y="1243243"/>
                </a:cubicBezTo>
                <a:cubicBezTo>
                  <a:pt x="2383246" y="1239876"/>
                  <a:pt x="2385470" y="1237040"/>
                  <a:pt x="2388850" y="1235622"/>
                </a:cubicBezTo>
                <a:close/>
                <a:moveTo>
                  <a:pt x="5570594" y="1231900"/>
                </a:moveTo>
                <a:cubicBezTo>
                  <a:pt x="5582042" y="1238860"/>
                  <a:pt x="5563797" y="1255345"/>
                  <a:pt x="5557000" y="1252781"/>
                </a:cubicBezTo>
                <a:cubicBezTo>
                  <a:pt x="5559146" y="1245821"/>
                  <a:pt x="5557000" y="1238860"/>
                  <a:pt x="5570594" y="1231900"/>
                </a:cubicBezTo>
                <a:close/>
                <a:moveTo>
                  <a:pt x="2842016" y="1231900"/>
                </a:moveTo>
                <a:cubicBezTo>
                  <a:pt x="2828357" y="1238860"/>
                  <a:pt x="2805713" y="1255345"/>
                  <a:pt x="2785225" y="1245821"/>
                </a:cubicBezTo>
                <a:cubicBezTo>
                  <a:pt x="2798884" y="1236662"/>
                  <a:pt x="2826201" y="1238860"/>
                  <a:pt x="2842016" y="1231900"/>
                </a:cubicBezTo>
                <a:close/>
                <a:moveTo>
                  <a:pt x="2202690" y="1230902"/>
                </a:moveTo>
                <a:cubicBezTo>
                  <a:pt x="2211775" y="1242513"/>
                  <a:pt x="2188880" y="1239973"/>
                  <a:pt x="2197965" y="1249408"/>
                </a:cubicBezTo>
                <a:cubicBezTo>
                  <a:pt x="2186700" y="1253762"/>
                  <a:pt x="2188880" y="1239973"/>
                  <a:pt x="2181975" y="1242513"/>
                </a:cubicBezTo>
                <a:cubicBezTo>
                  <a:pt x="2181975" y="1228725"/>
                  <a:pt x="2188880" y="1237796"/>
                  <a:pt x="2202690" y="1230902"/>
                </a:cubicBezTo>
                <a:close/>
                <a:moveTo>
                  <a:pt x="2445589" y="1227242"/>
                </a:moveTo>
                <a:cubicBezTo>
                  <a:pt x="2449656" y="1227005"/>
                  <a:pt x="2452941" y="1227137"/>
                  <a:pt x="2454663" y="1227666"/>
                </a:cubicBezTo>
                <a:cubicBezTo>
                  <a:pt x="2450313" y="1236486"/>
                  <a:pt x="2418051" y="1241072"/>
                  <a:pt x="2408988" y="1238603"/>
                </a:cubicBezTo>
                <a:cubicBezTo>
                  <a:pt x="2414154" y="1231988"/>
                  <a:pt x="2433389" y="1227953"/>
                  <a:pt x="2445589" y="1227242"/>
                </a:cubicBezTo>
                <a:close/>
                <a:moveTo>
                  <a:pt x="5132212" y="1223962"/>
                </a:moveTo>
                <a:cubicBezTo>
                  <a:pt x="5139124" y="1232911"/>
                  <a:pt x="5127846" y="1246514"/>
                  <a:pt x="5130029" y="1255821"/>
                </a:cubicBezTo>
                <a:cubicBezTo>
                  <a:pt x="5118387" y="1260117"/>
                  <a:pt x="5118387" y="1253315"/>
                  <a:pt x="5104563" y="1249020"/>
                </a:cubicBezTo>
                <a:cubicBezTo>
                  <a:pt x="5125300" y="1244366"/>
                  <a:pt x="5118387" y="1237565"/>
                  <a:pt x="5132212" y="1223962"/>
                </a:cubicBezTo>
                <a:close/>
                <a:moveTo>
                  <a:pt x="5632609" y="1221316"/>
                </a:moveTo>
                <a:cubicBezTo>
                  <a:pt x="5637262" y="1232540"/>
                  <a:pt x="5646211" y="1214437"/>
                  <a:pt x="5648717" y="1226023"/>
                </a:cubicBezTo>
                <a:cubicBezTo>
                  <a:pt x="5641916" y="1232540"/>
                  <a:pt x="5644064" y="1237247"/>
                  <a:pt x="5632609" y="1244126"/>
                </a:cubicBezTo>
                <a:cubicBezTo>
                  <a:pt x="5639410" y="1251005"/>
                  <a:pt x="5635115" y="1264763"/>
                  <a:pt x="5648717" y="1266936"/>
                </a:cubicBezTo>
                <a:cubicBezTo>
                  <a:pt x="5648717" y="1276349"/>
                  <a:pt x="5641916" y="1269470"/>
                  <a:pt x="5632609" y="1278522"/>
                </a:cubicBezTo>
                <a:cubicBezTo>
                  <a:pt x="5630461" y="1287573"/>
                  <a:pt x="5648717" y="1285401"/>
                  <a:pt x="5639410" y="1296625"/>
                </a:cubicBezTo>
                <a:cubicBezTo>
                  <a:pt x="5630461" y="1290108"/>
                  <a:pt x="5621512" y="1296625"/>
                  <a:pt x="5612563" y="1285401"/>
                </a:cubicBezTo>
                <a:cubicBezTo>
                  <a:pt x="5626166" y="1264763"/>
                  <a:pt x="5616859" y="1246298"/>
                  <a:pt x="5632609" y="1226023"/>
                </a:cubicBezTo>
                <a:cubicBezTo>
                  <a:pt x="5630461" y="1223488"/>
                  <a:pt x="5630461" y="1223488"/>
                  <a:pt x="5632609" y="1221316"/>
                </a:cubicBezTo>
                <a:close/>
                <a:moveTo>
                  <a:pt x="5837015" y="1221303"/>
                </a:moveTo>
                <a:cubicBezTo>
                  <a:pt x="5831435" y="1225803"/>
                  <a:pt x="5826935" y="1234894"/>
                  <a:pt x="5825225" y="1245154"/>
                </a:cubicBezTo>
                <a:lnTo>
                  <a:pt x="5829705" y="1273094"/>
                </a:lnTo>
                <a:lnTo>
                  <a:pt x="5831099" y="1271876"/>
                </a:lnTo>
                <a:lnTo>
                  <a:pt x="5836295" y="1248530"/>
                </a:lnTo>
                <a:lnTo>
                  <a:pt x="5836337" y="1246929"/>
                </a:lnTo>
                <a:lnTo>
                  <a:pt x="5836161" y="1238402"/>
                </a:lnTo>
                <a:lnTo>
                  <a:pt x="5836608" y="1236707"/>
                </a:lnTo>
                <a:close/>
                <a:moveTo>
                  <a:pt x="4417175" y="1220611"/>
                </a:moveTo>
                <a:cubicBezTo>
                  <a:pt x="4419310" y="1216025"/>
                  <a:pt x="4430696" y="1229430"/>
                  <a:pt x="4430696" y="1220611"/>
                </a:cubicBezTo>
                <a:cubicBezTo>
                  <a:pt x="4437457" y="1227314"/>
                  <a:pt x="4426071" y="1231547"/>
                  <a:pt x="4417175" y="1220611"/>
                </a:cubicBezTo>
                <a:close/>
                <a:moveTo>
                  <a:pt x="4391341" y="1220431"/>
                </a:moveTo>
                <a:cubicBezTo>
                  <a:pt x="4393876" y="1219268"/>
                  <a:pt x="4398946" y="1221035"/>
                  <a:pt x="4405707" y="1229221"/>
                </a:cubicBezTo>
                <a:cubicBezTo>
                  <a:pt x="4405707" y="1236290"/>
                  <a:pt x="4392186" y="1222151"/>
                  <a:pt x="4392186" y="1229221"/>
                </a:cubicBezTo>
                <a:cubicBezTo>
                  <a:pt x="4388805" y="1225686"/>
                  <a:pt x="4388805" y="1221593"/>
                  <a:pt x="4391341" y="1220431"/>
                </a:cubicBezTo>
                <a:close/>
                <a:moveTo>
                  <a:pt x="4950750" y="1220419"/>
                </a:moveTo>
                <a:cubicBezTo>
                  <a:pt x="4950972" y="1221331"/>
                  <a:pt x="4950528" y="1223154"/>
                  <a:pt x="4949641" y="1225112"/>
                </a:cubicBezTo>
                <a:lnTo>
                  <a:pt x="4946349" y="1229908"/>
                </a:lnTo>
                <a:lnTo>
                  <a:pt x="4949422" y="1230652"/>
                </a:lnTo>
                <a:cubicBezTo>
                  <a:pt x="4953463" y="1233126"/>
                  <a:pt x="4957895" y="1236555"/>
                  <a:pt x="4962922" y="1239085"/>
                </a:cubicBezTo>
                <a:cubicBezTo>
                  <a:pt x="4953750" y="1245832"/>
                  <a:pt x="4944931" y="1245832"/>
                  <a:pt x="4931525" y="1234824"/>
                </a:cubicBezTo>
                <a:lnTo>
                  <a:pt x="4937704" y="1228522"/>
                </a:lnTo>
                <a:lnTo>
                  <a:pt x="4936288" y="1225823"/>
                </a:lnTo>
                <a:cubicBezTo>
                  <a:pt x="4938529" y="1223332"/>
                  <a:pt x="4947867" y="1227958"/>
                  <a:pt x="4947867" y="1221197"/>
                </a:cubicBezTo>
                <a:cubicBezTo>
                  <a:pt x="4949641" y="1219507"/>
                  <a:pt x="4950528" y="1219507"/>
                  <a:pt x="4950750" y="1220419"/>
                </a:cubicBezTo>
                <a:close/>
                <a:moveTo>
                  <a:pt x="5495339" y="1220355"/>
                </a:moveTo>
                <a:cubicBezTo>
                  <a:pt x="5496899" y="1219538"/>
                  <a:pt x="5498329" y="1219538"/>
                  <a:pt x="5499492" y="1221238"/>
                </a:cubicBezTo>
                <a:cubicBezTo>
                  <a:pt x="5490549" y="1230187"/>
                  <a:pt x="5488402" y="1241643"/>
                  <a:pt x="5483751" y="1250592"/>
                </a:cubicBezTo>
                <a:cubicBezTo>
                  <a:pt x="5474450" y="1241643"/>
                  <a:pt x="5481605" y="1234841"/>
                  <a:pt x="5481605" y="1225892"/>
                </a:cubicBezTo>
                <a:cubicBezTo>
                  <a:pt x="5484825" y="1232604"/>
                  <a:pt x="5490661" y="1222804"/>
                  <a:pt x="5495339" y="1220355"/>
                </a:cubicBezTo>
                <a:close/>
                <a:moveTo>
                  <a:pt x="5941290" y="1216025"/>
                </a:moveTo>
                <a:cubicBezTo>
                  <a:pt x="5955100" y="1229849"/>
                  <a:pt x="5948195" y="1238944"/>
                  <a:pt x="5941290" y="1250586"/>
                </a:cubicBezTo>
                <a:cubicBezTo>
                  <a:pt x="5932205" y="1243674"/>
                  <a:pt x="5939110" y="1238944"/>
                  <a:pt x="5932205" y="1234579"/>
                </a:cubicBezTo>
                <a:cubicBezTo>
                  <a:pt x="5929661" y="1234579"/>
                  <a:pt x="5927480" y="1238944"/>
                  <a:pt x="5925300" y="1236761"/>
                </a:cubicBezTo>
                <a:cubicBezTo>
                  <a:pt x="5939110" y="1232032"/>
                  <a:pt x="5932205" y="1227666"/>
                  <a:pt x="5941290" y="1216025"/>
                </a:cubicBezTo>
                <a:close/>
                <a:moveTo>
                  <a:pt x="2809797" y="1212850"/>
                </a:moveTo>
                <a:cubicBezTo>
                  <a:pt x="2816616" y="1212850"/>
                  <a:pt x="2814463" y="1222041"/>
                  <a:pt x="2816616" y="1229026"/>
                </a:cubicBezTo>
                <a:cubicBezTo>
                  <a:pt x="2802978" y="1229026"/>
                  <a:pt x="2775700" y="1247407"/>
                  <a:pt x="2780366" y="1224246"/>
                </a:cubicBezTo>
                <a:cubicBezTo>
                  <a:pt x="2794005" y="1226820"/>
                  <a:pt x="2812309" y="1236011"/>
                  <a:pt x="2809797" y="1212850"/>
                </a:cubicBezTo>
                <a:close/>
                <a:moveTo>
                  <a:pt x="3391750" y="1207950"/>
                </a:moveTo>
                <a:cubicBezTo>
                  <a:pt x="3400813" y="1216846"/>
                  <a:pt x="3366376" y="1205815"/>
                  <a:pt x="3371088" y="1223606"/>
                </a:cubicBezTo>
                <a:cubicBezTo>
                  <a:pt x="3355138" y="1214711"/>
                  <a:pt x="3377976" y="1203325"/>
                  <a:pt x="3391750" y="1207950"/>
                </a:cubicBezTo>
                <a:close/>
                <a:moveTo>
                  <a:pt x="3303988" y="1207028"/>
                </a:moveTo>
                <a:cubicBezTo>
                  <a:pt x="3301885" y="1220434"/>
                  <a:pt x="3301885" y="1220434"/>
                  <a:pt x="3301885" y="1220434"/>
                </a:cubicBezTo>
                <a:cubicBezTo>
                  <a:pt x="3297328" y="1215848"/>
                  <a:pt x="3286113" y="1215848"/>
                  <a:pt x="3277350" y="1215848"/>
                </a:cubicBezTo>
                <a:cubicBezTo>
                  <a:pt x="3279453" y="1204912"/>
                  <a:pt x="3295225" y="1209145"/>
                  <a:pt x="3303988" y="1207028"/>
                </a:cubicBezTo>
                <a:close/>
                <a:moveTo>
                  <a:pt x="4849736" y="1204912"/>
                </a:moveTo>
                <a:cubicBezTo>
                  <a:pt x="4878784" y="1220862"/>
                  <a:pt x="4845131" y="1241525"/>
                  <a:pt x="4840526" y="1250587"/>
                </a:cubicBezTo>
                <a:cubicBezTo>
                  <a:pt x="4836275" y="1232100"/>
                  <a:pt x="4851862" y="1220862"/>
                  <a:pt x="4849736" y="1204912"/>
                </a:cubicBezTo>
                <a:close/>
                <a:moveTo>
                  <a:pt x="6269334" y="1198562"/>
                </a:moveTo>
                <a:cubicBezTo>
                  <a:pt x="6275993" y="1198562"/>
                  <a:pt x="6275993" y="1205221"/>
                  <a:pt x="6269334" y="1207324"/>
                </a:cubicBezTo>
                <a:cubicBezTo>
                  <a:pt x="6273890" y="1209427"/>
                  <a:pt x="6275993" y="1213983"/>
                  <a:pt x="6280550" y="1213983"/>
                </a:cubicBezTo>
                <a:cubicBezTo>
                  <a:pt x="6278096" y="1220643"/>
                  <a:pt x="6271437" y="1222746"/>
                  <a:pt x="6260572" y="1225199"/>
                </a:cubicBezTo>
                <a:cubicBezTo>
                  <a:pt x="6253913" y="1209427"/>
                  <a:pt x="6271437" y="1209427"/>
                  <a:pt x="6269334" y="1198562"/>
                </a:cubicBezTo>
                <a:close/>
                <a:moveTo>
                  <a:pt x="6046537" y="1196101"/>
                </a:moveTo>
                <a:cubicBezTo>
                  <a:pt x="6037177" y="1207622"/>
                  <a:pt x="6057697" y="1214462"/>
                  <a:pt x="6037177" y="1219142"/>
                </a:cubicBezTo>
                <a:cubicBezTo>
                  <a:pt x="6050857" y="1237144"/>
                  <a:pt x="6064537" y="1193941"/>
                  <a:pt x="6046537" y="1196101"/>
                </a:cubicBezTo>
                <a:close/>
                <a:moveTo>
                  <a:pt x="5647091" y="1194941"/>
                </a:moveTo>
                <a:cubicBezTo>
                  <a:pt x="5647903" y="1193912"/>
                  <a:pt x="5648516" y="1194021"/>
                  <a:pt x="5649152" y="1196212"/>
                </a:cubicBezTo>
                <a:cubicBezTo>
                  <a:pt x="5637523" y="1207427"/>
                  <a:pt x="5658237" y="1202871"/>
                  <a:pt x="5649152" y="1214086"/>
                </a:cubicBezTo>
                <a:cubicBezTo>
                  <a:pt x="5642247" y="1211983"/>
                  <a:pt x="5635343" y="1214086"/>
                  <a:pt x="5628438" y="1209530"/>
                </a:cubicBezTo>
                <a:cubicBezTo>
                  <a:pt x="5640430" y="1211370"/>
                  <a:pt x="5644655" y="1198030"/>
                  <a:pt x="5647091" y="1194941"/>
                </a:cubicBezTo>
                <a:close/>
                <a:moveTo>
                  <a:pt x="2191138" y="1194347"/>
                </a:moveTo>
                <a:cubicBezTo>
                  <a:pt x="2184250" y="1207868"/>
                  <a:pt x="2161413" y="1198972"/>
                  <a:pt x="2152351" y="1212494"/>
                </a:cubicBezTo>
                <a:cubicBezTo>
                  <a:pt x="2145463" y="1192212"/>
                  <a:pt x="2177725" y="1201107"/>
                  <a:pt x="2191138" y="1194347"/>
                </a:cubicBezTo>
                <a:close/>
                <a:moveTo>
                  <a:pt x="6398016" y="1192212"/>
                </a:moveTo>
                <a:cubicBezTo>
                  <a:pt x="6398016" y="1215131"/>
                  <a:pt x="6398016" y="1215131"/>
                  <a:pt x="6398016" y="1215131"/>
                </a:cubicBezTo>
                <a:cubicBezTo>
                  <a:pt x="6393350" y="1212948"/>
                  <a:pt x="6389043" y="1210402"/>
                  <a:pt x="6382224" y="1212948"/>
                </a:cubicBezTo>
                <a:lnTo>
                  <a:pt x="6382224" y="1226773"/>
                </a:lnTo>
                <a:cubicBezTo>
                  <a:pt x="6357100" y="1226773"/>
                  <a:pt x="6386531" y="1194395"/>
                  <a:pt x="6398016" y="1192212"/>
                </a:cubicBezTo>
                <a:close/>
                <a:moveTo>
                  <a:pt x="5578696" y="1192212"/>
                </a:moveTo>
                <a:cubicBezTo>
                  <a:pt x="5589985" y="1196577"/>
                  <a:pt x="5583282" y="1212948"/>
                  <a:pt x="5578696" y="1226773"/>
                </a:cubicBezTo>
                <a:cubicBezTo>
                  <a:pt x="5558588" y="1226773"/>
                  <a:pt x="5576580" y="1203490"/>
                  <a:pt x="5578696" y="1192212"/>
                </a:cubicBezTo>
                <a:close/>
                <a:moveTo>
                  <a:pt x="4976345" y="1191925"/>
                </a:moveTo>
                <a:cubicBezTo>
                  <a:pt x="4977458" y="1196521"/>
                  <a:pt x="4969875" y="1215619"/>
                  <a:pt x="4965982" y="1234717"/>
                </a:cubicBezTo>
                <a:cubicBezTo>
                  <a:pt x="4947400" y="1232216"/>
                  <a:pt x="4970718" y="1218992"/>
                  <a:pt x="4952136" y="1214346"/>
                </a:cubicBezTo>
                <a:cubicBezTo>
                  <a:pt x="4961973" y="1202462"/>
                  <a:pt x="4968190" y="1195672"/>
                  <a:pt x="4971874" y="1192701"/>
                </a:cubicBezTo>
                <a:cubicBezTo>
                  <a:pt x="4974637" y="1190473"/>
                  <a:pt x="4975974" y="1190393"/>
                  <a:pt x="4976345" y="1191925"/>
                </a:cubicBezTo>
                <a:close/>
                <a:moveTo>
                  <a:pt x="6321198" y="1189037"/>
                </a:moveTo>
                <a:cubicBezTo>
                  <a:pt x="6335119" y="1207015"/>
                  <a:pt x="6337684" y="1238657"/>
                  <a:pt x="6337684" y="1272815"/>
                </a:cubicBezTo>
                <a:cubicBezTo>
                  <a:pt x="6325961" y="1248005"/>
                  <a:pt x="6319000" y="1225353"/>
                  <a:pt x="6321198" y="1189037"/>
                </a:cubicBezTo>
                <a:close/>
                <a:moveTo>
                  <a:pt x="3495273" y="1181021"/>
                </a:moveTo>
                <a:cubicBezTo>
                  <a:pt x="3498667" y="1182756"/>
                  <a:pt x="3502650" y="1185068"/>
                  <a:pt x="3507176" y="1184001"/>
                </a:cubicBezTo>
                <a:cubicBezTo>
                  <a:pt x="3498124" y="1195031"/>
                  <a:pt x="3493418" y="1186136"/>
                  <a:pt x="3486900" y="1181510"/>
                </a:cubicBezTo>
                <a:cubicBezTo>
                  <a:pt x="3489073" y="1178130"/>
                  <a:pt x="3491879" y="1179286"/>
                  <a:pt x="3495273" y="1181021"/>
                </a:cubicBezTo>
                <a:close/>
                <a:moveTo>
                  <a:pt x="3597657" y="1177894"/>
                </a:moveTo>
                <a:cubicBezTo>
                  <a:pt x="3602075" y="1179634"/>
                  <a:pt x="3606819" y="1183115"/>
                  <a:pt x="3610353" y="1185496"/>
                </a:cubicBezTo>
                <a:cubicBezTo>
                  <a:pt x="3605516" y="1190258"/>
                  <a:pt x="3593610" y="1180733"/>
                  <a:pt x="3586913" y="1180733"/>
                </a:cubicBezTo>
                <a:cubicBezTo>
                  <a:pt x="3589146" y="1176154"/>
                  <a:pt x="3593238" y="1176154"/>
                  <a:pt x="3597657" y="1177894"/>
                </a:cubicBezTo>
                <a:close/>
                <a:moveTo>
                  <a:pt x="5648926" y="1168400"/>
                </a:moveTo>
                <a:lnTo>
                  <a:pt x="5658228" y="1179848"/>
                </a:lnTo>
                <a:cubicBezTo>
                  <a:pt x="5651159" y="1186645"/>
                  <a:pt x="5641857" y="1193442"/>
                  <a:pt x="5634788" y="1184498"/>
                </a:cubicBezTo>
                <a:cubicBezTo>
                  <a:pt x="5644090" y="1179848"/>
                  <a:pt x="5637020" y="1173050"/>
                  <a:pt x="5648926" y="1168400"/>
                </a:cubicBezTo>
                <a:close/>
                <a:moveTo>
                  <a:pt x="3531042" y="1168091"/>
                </a:moveTo>
                <a:cubicBezTo>
                  <a:pt x="3533820" y="1168664"/>
                  <a:pt x="3536642" y="1170340"/>
                  <a:pt x="3538935" y="1170340"/>
                </a:cubicBezTo>
                <a:cubicBezTo>
                  <a:pt x="3536466" y="1179159"/>
                  <a:pt x="3527647" y="1177042"/>
                  <a:pt x="3523413" y="1172456"/>
                </a:cubicBezTo>
                <a:cubicBezTo>
                  <a:pt x="3525530" y="1168047"/>
                  <a:pt x="3528264" y="1167517"/>
                  <a:pt x="3531042" y="1168091"/>
                </a:cubicBezTo>
                <a:close/>
                <a:moveTo>
                  <a:pt x="2156282" y="1167933"/>
                </a:moveTo>
                <a:cubicBezTo>
                  <a:pt x="2162323" y="1167119"/>
                  <a:pt x="2168138" y="1170015"/>
                  <a:pt x="2170500" y="1177980"/>
                </a:cubicBezTo>
                <a:cubicBezTo>
                  <a:pt x="2163595" y="1173273"/>
                  <a:pt x="2149785" y="1182325"/>
                  <a:pt x="2140700" y="1180152"/>
                </a:cubicBezTo>
                <a:cubicBezTo>
                  <a:pt x="2143971" y="1173273"/>
                  <a:pt x="2150240" y="1168748"/>
                  <a:pt x="2156282" y="1167933"/>
                </a:cubicBezTo>
                <a:close/>
                <a:moveTo>
                  <a:pt x="2543562" y="1164166"/>
                </a:moveTo>
                <a:cubicBezTo>
                  <a:pt x="2541381" y="1172986"/>
                  <a:pt x="2527572" y="1175103"/>
                  <a:pt x="2513763" y="1177572"/>
                </a:cubicBezTo>
                <a:cubicBezTo>
                  <a:pt x="2525029" y="1170869"/>
                  <a:pt x="2529753" y="1162050"/>
                  <a:pt x="2543562" y="1164166"/>
                </a:cubicBezTo>
                <a:close/>
                <a:moveTo>
                  <a:pt x="3395803" y="1161479"/>
                </a:moveTo>
                <a:cubicBezTo>
                  <a:pt x="3407159" y="1158875"/>
                  <a:pt x="3404961" y="1168176"/>
                  <a:pt x="3416684" y="1165944"/>
                </a:cubicBezTo>
                <a:cubicBezTo>
                  <a:pt x="3411922" y="1182315"/>
                  <a:pt x="3404961" y="1163712"/>
                  <a:pt x="3393238" y="1173013"/>
                </a:cubicBezTo>
                <a:cubicBezTo>
                  <a:pt x="3395803" y="1161479"/>
                  <a:pt x="3395803" y="1161479"/>
                  <a:pt x="3395803" y="1161479"/>
                </a:cubicBezTo>
                <a:close/>
                <a:moveTo>
                  <a:pt x="4922103" y="1158875"/>
                </a:moveTo>
                <a:cubicBezTo>
                  <a:pt x="4937525" y="1165672"/>
                  <a:pt x="4930865" y="1179266"/>
                  <a:pt x="4924206" y="1183917"/>
                </a:cubicBezTo>
                <a:cubicBezTo>
                  <a:pt x="4910888" y="1174616"/>
                  <a:pt x="4930865" y="1170323"/>
                  <a:pt x="4922103" y="1158875"/>
                </a:cubicBezTo>
                <a:close/>
                <a:moveTo>
                  <a:pt x="3490747" y="1158089"/>
                </a:moveTo>
                <a:cubicBezTo>
                  <a:pt x="3493037" y="1156993"/>
                  <a:pt x="3494777" y="1158133"/>
                  <a:pt x="3496059" y="1163740"/>
                </a:cubicBezTo>
                <a:cubicBezTo>
                  <a:pt x="3489099" y="1165843"/>
                  <a:pt x="3482138" y="1179161"/>
                  <a:pt x="3482138" y="1165843"/>
                </a:cubicBezTo>
                <a:cubicBezTo>
                  <a:pt x="3485619" y="1162514"/>
                  <a:pt x="3488458" y="1159184"/>
                  <a:pt x="3490747" y="1158089"/>
                </a:cubicBezTo>
                <a:close/>
                <a:moveTo>
                  <a:pt x="6411121" y="1155700"/>
                </a:moveTo>
                <a:cubicBezTo>
                  <a:pt x="6440875" y="1175728"/>
                  <a:pt x="6411121" y="1219005"/>
                  <a:pt x="6433981" y="1245829"/>
                </a:cubicBezTo>
                <a:cubicBezTo>
                  <a:pt x="6390438" y="1232238"/>
                  <a:pt x="6427087" y="1191823"/>
                  <a:pt x="6411121" y="1155700"/>
                </a:cubicBezTo>
                <a:close/>
                <a:moveTo>
                  <a:pt x="4981112" y="1155700"/>
                </a:moveTo>
                <a:cubicBezTo>
                  <a:pt x="4994668" y="1164771"/>
                  <a:pt x="4990387" y="1166948"/>
                  <a:pt x="4983609" y="1180737"/>
                </a:cubicBezTo>
                <a:cubicBezTo>
                  <a:pt x="4963275" y="1178560"/>
                  <a:pt x="4981112" y="1162594"/>
                  <a:pt x="4981112" y="1155700"/>
                </a:cubicBezTo>
                <a:close/>
                <a:moveTo>
                  <a:pt x="5592544" y="1152525"/>
                </a:moveTo>
                <a:cubicBezTo>
                  <a:pt x="5605863" y="1152525"/>
                  <a:pt x="5590441" y="1179161"/>
                  <a:pt x="5579225" y="1172502"/>
                </a:cubicBezTo>
                <a:cubicBezTo>
                  <a:pt x="5581678" y="1161637"/>
                  <a:pt x="5590441" y="1161637"/>
                  <a:pt x="5592544" y="1152525"/>
                </a:cubicBezTo>
                <a:close/>
                <a:moveTo>
                  <a:pt x="5167938" y="1150937"/>
                </a:moveTo>
                <a:cubicBezTo>
                  <a:pt x="5174740" y="1150937"/>
                  <a:pt x="5179393" y="1155616"/>
                  <a:pt x="5186194" y="1159936"/>
                </a:cubicBezTo>
                <a:cubicBezTo>
                  <a:pt x="5179393" y="1166775"/>
                  <a:pt x="5177245" y="1171454"/>
                  <a:pt x="5184047" y="1178294"/>
                </a:cubicBezTo>
                <a:cubicBezTo>
                  <a:pt x="5179393" y="1180453"/>
                  <a:pt x="5177245" y="1180453"/>
                  <a:pt x="5172592" y="1180453"/>
                </a:cubicBezTo>
                <a:cubicBezTo>
                  <a:pt x="5179393" y="1189812"/>
                  <a:pt x="5172592" y="1194132"/>
                  <a:pt x="5188342" y="1194132"/>
                </a:cubicBezTo>
                <a:cubicBezTo>
                  <a:pt x="5174740" y="1200971"/>
                  <a:pt x="5177245" y="1207810"/>
                  <a:pt x="5177245" y="1212490"/>
                </a:cubicBezTo>
                <a:cubicBezTo>
                  <a:pt x="5170444" y="1200971"/>
                  <a:pt x="5174740" y="1187293"/>
                  <a:pt x="5152188" y="1187293"/>
                </a:cubicBezTo>
                <a:cubicBezTo>
                  <a:pt x="5158989" y="1178294"/>
                  <a:pt x="5163643" y="1171454"/>
                  <a:pt x="5174740" y="1168935"/>
                </a:cubicBezTo>
                <a:cubicBezTo>
                  <a:pt x="5172592" y="1164615"/>
                  <a:pt x="5156841" y="1159936"/>
                  <a:pt x="5163643" y="1155616"/>
                </a:cubicBezTo>
                <a:cubicBezTo>
                  <a:pt x="5170444" y="1159936"/>
                  <a:pt x="5165791" y="1153097"/>
                  <a:pt x="5167938" y="1150937"/>
                </a:cubicBezTo>
                <a:close/>
                <a:moveTo>
                  <a:pt x="4880353" y="1150937"/>
                </a:moveTo>
                <a:cubicBezTo>
                  <a:pt x="4880353" y="1175995"/>
                  <a:pt x="4873284" y="1194516"/>
                  <a:pt x="4861378" y="1206137"/>
                </a:cubicBezTo>
                <a:cubicBezTo>
                  <a:pt x="4856913" y="1187616"/>
                  <a:pt x="4866215" y="1166916"/>
                  <a:pt x="4880353" y="1150937"/>
                </a:cubicBezTo>
                <a:close/>
                <a:moveTo>
                  <a:pt x="4506785" y="1149963"/>
                </a:moveTo>
                <a:cubicBezTo>
                  <a:pt x="4509320" y="1148869"/>
                  <a:pt x="4514389" y="1149374"/>
                  <a:pt x="4520001" y="1152573"/>
                </a:cubicBezTo>
                <a:cubicBezTo>
                  <a:pt x="4517829" y="1156950"/>
                  <a:pt x="4510949" y="1152573"/>
                  <a:pt x="4508777" y="1156950"/>
                </a:cubicBezTo>
                <a:cubicBezTo>
                  <a:pt x="4504251" y="1153751"/>
                  <a:pt x="4504251" y="1151057"/>
                  <a:pt x="4506785" y="1149963"/>
                </a:cubicBezTo>
                <a:close/>
                <a:moveTo>
                  <a:pt x="6053377" y="1146057"/>
                </a:moveTo>
                <a:cubicBezTo>
                  <a:pt x="6041857" y="1152898"/>
                  <a:pt x="6048697" y="1159738"/>
                  <a:pt x="6055537" y="1168739"/>
                </a:cubicBezTo>
                <a:cubicBezTo>
                  <a:pt x="6062377" y="1164419"/>
                  <a:pt x="6059857" y="1159738"/>
                  <a:pt x="6064537" y="1155418"/>
                </a:cubicBezTo>
                <a:cubicBezTo>
                  <a:pt x="6062377" y="1146057"/>
                  <a:pt x="6057697" y="1148578"/>
                  <a:pt x="6053377" y="1146057"/>
                </a:cubicBezTo>
                <a:close/>
                <a:moveTo>
                  <a:pt x="3348245" y="1143707"/>
                </a:moveTo>
                <a:cubicBezTo>
                  <a:pt x="3352664" y="1143190"/>
                  <a:pt x="3358524" y="1144311"/>
                  <a:pt x="3364291" y="1144311"/>
                </a:cubicBezTo>
                <a:cubicBezTo>
                  <a:pt x="3364291" y="1148798"/>
                  <a:pt x="3359826" y="1146382"/>
                  <a:pt x="3354989" y="1146382"/>
                </a:cubicBezTo>
                <a:cubicBezTo>
                  <a:pt x="3352757" y="1148798"/>
                  <a:pt x="3352757" y="1150868"/>
                  <a:pt x="3354989" y="1150868"/>
                </a:cubicBezTo>
                <a:cubicBezTo>
                  <a:pt x="3352757" y="1155355"/>
                  <a:pt x="3345687" y="1152939"/>
                  <a:pt x="3340850" y="1152939"/>
                </a:cubicBezTo>
                <a:cubicBezTo>
                  <a:pt x="3340850" y="1146382"/>
                  <a:pt x="3343827" y="1144225"/>
                  <a:pt x="3348245" y="1143707"/>
                </a:cubicBezTo>
                <a:close/>
                <a:moveTo>
                  <a:pt x="3476398" y="1143000"/>
                </a:moveTo>
                <a:cubicBezTo>
                  <a:pt x="3481161" y="1143000"/>
                  <a:pt x="3478596" y="1147586"/>
                  <a:pt x="3483359" y="1147586"/>
                </a:cubicBezTo>
                <a:cubicBezTo>
                  <a:pt x="3481161" y="1158522"/>
                  <a:pt x="3481161" y="1158522"/>
                  <a:pt x="3481161" y="1158522"/>
                </a:cubicBezTo>
                <a:cubicBezTo>
                  <a:pt x="3478596" y="1154289"/>
                  <a:pt x="3474200" y="1154289"/>
                  <a:pt x="3476398" y="1143000"/>
                </a:cubicBezTo>
                <a:close/>
                <a:moveTo>
                  <a:pt x="2628824" y="1143000"/>
                </a:moveTo>
                <a:cubicBezTo>
                  <a:pt x="2628824" y="1147625"/>
                  <a:pt x="2630977" y="1149760"/>
                  <a:pt x="2635641" y="1149760"/>
                </a:cubicBezTo>
                <a:cubicBezTo>
                  <a:pt x="2619854" y="1163281"/>
                  <a:pt x="2601554" y="1158655"/>
                  <a:pt x="2583613" y="1154386"/>
                </a:cubicBezTo>
                <a:cubicBezTo>
                  <a:pt x="2594737" y="1143000"/>
                  <a:pt x="2613036" y="1151895"/>
                  <a:pt x="2628824" y="1143000"/>
                </a:cubicBezTo>
                <a:close/>
                <a:moveTo>
                  <a:pt x="3053845" y="1135255"/>
                </a:moveTo>
                <a:cubicBezTo>
                  <a:pt x="3049036" y="1136421"/>
                  <a:pt x="3045080" y="1138754"/>
                  <a:pt x="3042743" y="1142162"/>
                </a:cubicBezTo>
                <a:cubicBezTo>
                  <a:pt x="3049575" y="1148980"/>
                  <a:pt x="3072230" y="1146468"/>
                  <a:pt x="3070072" y="1135345"/>
                </a:cubicBezTo>
                <a:cubicBezTo>
                  <a:pt x="3064319" y="1134089"/>
                  <a:pt x="3058655" y="1134089"/>
                  <a:pt x="3053845" y="1135255"/>
                </a:cubicBezTo>
                <a:close/>
                <a:moveTo>
                  <a:pt x="3149822" y="1135062"/>
                </a:moveTo>
                <a:cubicBezTo>
                  <a:pt x="3158994" y="1135062"/>
                  <a:pt x="3158994" y="1135062"/>
                  <a:pt x="3158994" y="1135062"/>
                </a:cubicBezTo>
                <a:cubicBezTo>
                  <a:pt x="3156524" y="1139332"/>
                  <a:pt x="3158994" y="1139332"/>
                  <a:pt x="3161110" y="1139332"/>
                </a:cubicBezTo>
                <a:cubicBezTo>
                  <a:pt x="3152291" y="1143957"/>
                  <a:pt x="3143119" y="1152853"/>
                  <a:pt x="3129713" y="1155344"/>
                </a:cubicBezTo>
                <a:cubicBezTo>
                  <a:pt x="3129713" y="1141822"/>
                  <a:pt x="3147705" y="1150718"/>
                  <a:pt x="3149822" y="1135062"/>
                </a:cubicBezTo>
                <a:close/>
                <a:moveTo>
                  <a:pt x="4822577" y="1131887"/>
                </a:moveTo>
                <a:cubicBezTo>
                  <a:pt x="4827294" y="1134451"/>
                  <a:pt x="4829471" y="1134451"/>
                  <a:pt x="4829471" y="1131887"/>
                </a:cubicBezTo>
                <a:cubicBezTo>
                  <a:pt x="4834189" y="1134451"/>
                  <a:pt x="4834189" y="1138848"/>
                  <a:pt x="4836366" y="1136649"/>
                </a:cubicBezTo>
                <a:cubicBezTo>
                  <a:pt x="4845437" y="1143610"/>
                  <a:pt x="4829471" y="1145808"/>
                  <a:pt x="4822577" y="1141412"/>
                </a:cubicBezTo>
                <a:cubicBezTo>
                  <a:pt x="4820400" y="1138848"/>
                  <a:pt x="4820400" y="1134451"/>
                  <a:pt x="4822577" y="1131887"/>
                </a:cubicBezTo>
                <a:close/>
                <a:moveTo>
                  <a:pt x="2792281" y="1131887"/>
                </a:moveTo>
                <a:cubicBezTo>
                  <a:pt x="2794397" y="1147659"/>
                  <a:pt x="2794397" y="1147659"/>
                  <a:pt x="2794397" y="1147659"/>
                </a:cubicBezTo>
                <a:cubicBezTo>
                  <a:pt x="2794397" y="1136443"/>
                  <a:pt x="2765470" y="1134340"/>
                  <a:pt x="2778875" y="1145206"/>
                </a:cubicBezTo>
                <a:cubicBezTo>
                  <a:pt x="2774289" y="1158524"/>
                  <a:pt x="2767939" y="1138546"/>
                  <a:pt x="2756650" y="1143103"/>
                </a:cubicBezTo>
                <a:cubicBezTo>
                  <a:pt x="2763353" y="1136443"/>
                  <a:pt x="2776759" y="1131887"/>
                  <a:pt x="2792281" y="1131887"/>
                </a:cubicBezTo>
                <a:close/>
                <a:moveTo>
                  <a:pt x="5039067" y="1131590"/>
                </a:moveTo>
                <a:cubicBezTo>
                  <a:pt x="5050679" y="1127125"/>
                  <a:pt x="5059750" y="1138659"/>
                  <a:pt x="5055033" y="1150565"/>
                </a:cubicBezTo>
                <a:cubicBezTo>
                  <a:pt x="5043784" y="1148332"/>
                  <a:pt x="5034713" y="1143496"/>
                  <a:pt x="5039067" y="1131590"/>
                </a:cubicBezTo>
                <a:close/>
                <a:moveTo>
                  <a:pt x="4773047" y="1130684"/>
                </a:moveTo>
                <a:cubicBezTo>
                  <a:pt x="4775207" y="1137523"/>
                  <a:pt x="4773047" y="1142202"/>
                  <a:pt x="4784208" y="1149041"/>
                </a:cubicBezTo>
                <a:cubicBezTo>
                  <a:pt x="4786728" y="1142202"/>
                  <a:pt x="4788889" y="1137523"/>
                  <a:pt x="4782048" y="1132844"/>
                </a:cubicBezTo>
                <a:cubicBezTo>
                  <a:pt x="4779887" y="1132844"/>
                  <a:pt x="4777367" y="1132844"/>
                  <a:pt x="4773047" y="1130684"/>
                </a:cubicBezTo>
                <a:close/>
                <a:moveTo>
                  <a:pt x="5181721" y="1127125"/>
                </a:moveTo>
                <a:cubicBezTo>
                  <a:pt x="5193107" y="1134194"/>
                  <a:pt x="5186346" y="1143496"/>
                  <a:pt x="5184211" y="1150565"/>
                </a:cubicBezTo>
                <a:cubicBezTo>
                  <a:pt x="5186346" y="1143496"/>
                  <a:pt x="5172825" y="1136426"/>
                  <a:pt x="5181721" y="1127125"/>
                </a:cubicBezTo>
                <a:close/>
                <a:moveTo>
                  <a:pt x="5529899" y="1124913"/>
                </a:moveTo>
                <a:cubicBezTo>
                  <a:pt x="5532235" y="1124092"/>
                  <a:pt x="5534775" y="1124247"/>
                  <a:pt x="5537587" y="1125934"/>
                </a:cubicBezTo>
                <a:cubicBezTo>
                  <a:pt x="5523799" y="1130195"/>
                  <a:pt x="5521621" y="1145820"/>
                  <a:pt x="5512550" y="1143689"/>
                </a:cubicBezTo>
                <a:cubicBezTo>
                  <a:pt x="5517720" y="1138629"/>
                  <a:pt x="5522892" y="1127377"/>
                  <a:pt x="5529899" y="1124913"/>
                </a:cubicBezTo>
                <a:close/>
                <a:moveTo>
                  <a:pt x="5982674" y="1123950"/>
                </a:moveTo>
                <a:cubicBezTo>
                  <a:pt x="5991617" y="1135239"/>
                  <a:pt x="5971226" y="1144058"/>
                  <a:pt x="5973372" y="1155347"/>
                </a:cubicBezTo>
                <a:cubicBezTo>
                  <a:pt x="5966575" y="1144058"/>
                  <a:pt x="5969079" y="1135239"/>
                  <a:pt x="5982674" y="1123950"/>
                </a:cubicBezTo>
                <a:close/>
                <a:moveTo>
                  <a:pt x="3226186" y="1116012"/>
                </a:moveTo>
                <a:cubicBezTo>
                  <a:pt x="3212350" y="1120598"/>
                  <a:pt x="3200699" y="1127301"/>
                  <a:pt x="3186863" y="1131534"/>
                </a:cubicBezTo>
                <a:cubicBezTo>
                  <a:pt x="3193781" y="1118481"/>
                  <a:pt x="3207617" y="1116012"/>
                  <a:pt x="3226186" y="1116012"/>
                </a:cubicBezTo>
                <a:close/>
                <a:moveTo>
                  <a:pt x="3145229" y="1108075"/>
                </a:moveTo>
                <a:cubicBezTo>
                  <a:pt x="3140554" y="1126374"/>
                  <a:pt x="3115382" y="1108075"/>
                  <a:pt x="3111067" y="1114892"/>
                </a:cubicBezTo>
                <a:cubicBezTo>
                  <a:pt x="3111067" y="1126374"/>
                  <a:pt x="3122214" y="1123863"/>
                  <a:pt x="3133721" y="1123863"/>
                </a:cubicBezTo>
                <a:cubicBezTo>
                  <a:pt x="3129047" y="1126374"/>
                  <a:pt x="3126889" y="1135345"/>
                  <a:pt x="3131564" y="1135345"/>
                </a:cubicBezTo>
                <a:cubicBezTo>
                  <a:pt x="3113224" y="1151133"/>
                  <a:pt x="3101717" y="1123863"/>
                  <a:pt x="3074747" y="1135345"/>
                </a:cubicBezTo>
                <a:cubicBezTo>
                  <a:pt x="3088412" y="1139650"/>
                  <a:pt x="3090569" y="1148980"/>
                  <a:pt x="3115382" y="1151133"/>
                </a:cubicBezTo>
                <a:cubicBezTo>
                  <a:pt x="3099559" y="1155797"/>
                  <a:pt x="3083737" y="1155797"/>
                  <a:pt x="3070072" y="1155797"/>
                </a:cubicBezTo>
                <a:cubicBezTo>
                  <a:pt x="3051733" y="1153285"/>
                  <a:pt x="3033753" y="1151133"/>
                  <a:pt x="3015413" y="1144315"/>
                </a:cubicBezTo>
                <a:cubicBezTo>
                  <a:pt x="3035910" y="1160103"/>
                  <a:pt x="3001748" y="1142162"/>
                  <a:pt x="2992758" y="1153285"/>
                </a:cubicBezTo>
                <a:cubicBezTo>
                  <a:pt x="2983768" y="1148980"/>
                  <a:pt x="3004265" y="1146468"/>
                  <a:pt x="2988443" y="1139650"/>
                </a:cubicBezTo>
                <a:cubicBezTo>
                  <a:pt x="2983768" y="1144315"/>
                  <a:pt x="2979093" y="1148980"/>
                  <a:pt x="2974778" y="1153285"/>
                </a:cubicBezTo>
                <a:cubicBezTo>
                  <a:pt x="2954281" y="1137498"/>
                  <a:pt x="2922277" y="1146468"/>
                  <a:pt x="2895307" y="1148980"/>
                </a:cubicBezTo>
                <a:cubicBezTo>
                  <a:pt x="2908612" y="1119557"/>
                  <a:pt x="2958596" y="1139650"/>
                  <a:pt x="2974778" y="1130680"/>
                </a:cubicBezTo>
                <a:cubicBezTo>
                  <a:pt x="2961113" y="1108075"/>
                  <a:pt x="2911129" y="1135345"/>
                  <a:pt x="2881642" y="1121710"/>
                </a:cubicBezTo>
                <a:cubicBezTo>
                  <a:pt x="2863302" y="1126374"/>
                  <a:pt x="2883799" y="1137498"/>
                  <a:pt x="2872292" y="1146468"/>
                </a:cubicBezTo>
                <a:cubicBezTo>
                  <a:pt x="2858627" y="1142162"/>
                  <a:pt x="2838130" y="1135345"/>
                  <a:pt x="2831657" y="1148980"/>
                </a:cubicBezTo>
                <a:cubicBezTo>
                  <a:pt x="2820150" y="1142162"/>
                  <a:pt x="2847480" y="1132833"/>
                  <a:pt x="2863302" y="1135345"/>
                </a:cubicBezTo>
                <a:cubicBezTo>
                  <a:pt x="2863302" y="1130680"/>
                  <a:pt x="2858627" y="1132833"/>
                  <a:pt x="2854312" y="1130680"/>
                </a:cubicBezTo>
                <a:cubicBezTo>
                  <a:pt x="2854312" y="1128527"/>
                  <a:pt x="2858627" y="1128527"/>
                  <a:pt x="2863302" y="1126374"/>
                </a:cubicBezTo>
                <a:cubicBezTo>
                  <a:pt x="2856470" y="1121710"/>
                  <a:pt x="2842805" y="1121710"/>
                  <a:pt x="2835973" y="1117045"/>
                </a:cubicBezTo>
                <a:cubicBezTo>
                  <a:pt x="2892789" y="1114892"/>
                  <a:pt x="2944931" y="1112739"/>
                  <a:pt x="2997433" y="1112739"/>
                </a:cubicBezTo>
                <a:cubicBezTo>
                  <a:pt x="3044900" y="1110228"/>
                  <a:pt x="3092727" y="1110228"/>
                  <a:pt x="3145229" y="1108075"/>
                </a:cubicBezTo>
                <a:close/>
                <a:moveTo>
                  <a:pt x="5559803" y="1091537"/>
                </a:moveTo>
                <a:cubicBezTo>
                  <a:pt x="5552734" y="1102663"/>
                  <a:pt x="5545665" y="1114149"/>
                  <a:pt x="5543432" y="1129941"/>
                </a:cubicBezTo>
                <a:cubicBezTo>
                  <a:pt x="5538595" y="1116302"/>
                  <a:pt x="5536363" y="1089025"/>
                  <a:pt x="5559803" y="1091537"/>
                </a:cubicBezTo>
                <a:close/>
                <a:moveTo>
                  <a:pt x="5163324" y="1087437"/>
                </a:moveTo>
                <a:cubicBezTo>
                  <a:pt x="5183583" y="1092154"/>
                  <a:pt x="5156571" y="1121908"/>
                  <a:pt x="5156571" y="1137874"/>
                </a:cubicBezTo>
                <a:cubicBezTo>
                  <a:pt x="5136313" y="1124085"/>
                  <a:pt x="5170077" y="1101225"/>
                  <a:pt x="5163324" y="1087437"/>
                </a:cubicBezTo>
                <a:close/>
                <a:moveTo>
                  <a:pt x="5920166" y="1070803"/>
                </a:moveTo>
                <a:cubicBezTo>
                  <a:pt x="5915329" y="1074944"/>
                  <a:pt x="5917933" y="1079430"/>
                  <a:pt x="5915329" y="1083917"/>
                </a:cubicBezTo>
                <a:cubicBezTo>
                  <a:pt x="5908259" y="1079430"/>
                  <a:pt x="5901190" y="1083917"/>
                  <a:pt x="5896725" y="1077360"/>
                </a:cubicBezTo>
                <a:cubicBezTo>
                  <a:pt x="5903794" y="1070803"/>
                  <a:pt x="5913096" y="1068387"/>
                  <a:pt x="5920166" y="1070803"/>
                </a:cubicBezTo>
                <a:close/>
                <a:moveTo>
                  <a:pt x="5197709" y="1068387"/>
                </a:moveTo>
                <a:lnTo>
                  <a:pt x="5208975" y="1077360"/>
                </a:lnTo>
                <a:cubicBezTo>
                  <a:pt x="5199889" y="1081501"/>
                  <a:pt x="5188260" y="1083917"/>
                  <a:pt x="5179175" y="1081501"/>
                </a:cubicBezTo>
                <a:cubicBezTo>
                  <a:pt x="5188260" y="1077360"/>
                  <a:pt x="5197709" y="1077360"/>
                  <a:pt x="5197709" y="1068387"/>
                </a:cubicBezTo>
                <a:close/>
                <a:moveTo>
                  <a:pt x="5130890" y="1066800"/>
                </a:moveTo>
                <a:cubicBezTo>
                  <a:pt x="5137550" y="1075895"/>
                  <a:pt x="5130890" y="1089719"/>
                  <a:pt x="5130890" y="1101361"/>
                </a:cubicBezTo>
                <a:cubicBezTo>
                  <a:pt x="5110913" y="1099178"/>
                  <a:pt x="5130890" y="1078441"/>
                  <a:pt x="5130890" y="1066800"/>
                </a:cubicBezTo>
                <a:close/>
                <a:moveTo>
                  <a:pt x="5481583" y="1063625"/>
                </a:moveTo>
                <a:cubicBezTo>
                  <a:pt x="5488380" y="1072696"/>
                  <a:pt x="5483730" y="1079590"/>
                  <a:pt x="5479079" y="1088662"/>
                </a:cubicBezTo>
                <a:cubicBezTo>
                  <a:pt x="5463338" y="1079590"/>
                  <a:pt x="5479079" y="1072696"/>
                  <a:pt x="5481583" y="1063625"/>
                </a:cubicBezTo>
                <a:close/>
                <a:moveTo>
                  <a:pt x="5043167" y="1057275"/>
                </a:moveTo>
                <a:cubicBezTo>
                  <a:pt x="5061337" y="1064094"/>
                  <a:pt x="5031538" y="1075220"/>
                  <a:pt x="5052252" y="1077733"/>
                </a:cubicBezTo>
                <a:cubicBezTo>
                  <a:pt x="5045347" y="1098191"/>
                  <a:pt x="5045347" y="1098191"/>
                  <a:pt x="5045347" y="1098191"/>
                </a:cubicBezTo>
                <a:cubicBezTo>
                  <a:pt x="5036262" y="1084552"/>
                  <a:pt x="5034082" y="1070913"/>
                  <a:pt x="5043167" y="1057275"/>
                </a:cubicBezTo>
                <a:close/>
                <a:moveTo>
                  <a:pt x="4815275" y="1057241"/>
                </a:moveTo>
                <a:cubicBezTo>
                  <a:pt x="4796741" y="1059424"/>
                  <a:pt x="4801465" y="1073248"/>
                  <a:pt x="4796741" y="1087073"/>
                </a:cubicBezTo>
                <a:cubicBezTo>
                  <a:pt x="4787655" y="1075431"/>
                  <a:pt x="4785475" y="1052512"/>
                  <a:pt x="4815275" y="1057241"/>
                </a:cubicBezTo>
                <a:close/>
                <a:moveTo>
                  <a:pt x="4497762" y="1055780"/>
                </a:moveTo>
                <a:cubicBezTo>
                  <a:pt x="4501973" y="1055246"/>
                  <a:pt x="4507303" y="1056216"/>
                  <a:pt x="4513645" y="1059567"/>
                </a:cubicBezTo>
                <a:cubicBezTo>
                  <a:pt x="4502249" y="1059567"/>
                  <a:pt x="4495264" y="1066270"/>
                  <a:pt x="4493058" y="1077559"/>
                </a:cubicBezTo>
                <a:cubicBezTo>
                  <a:pt x="4482580" y="1072532"/>
                  <a:pt x="4485131" y="1057385"/>
                  <a:pt x="4497762" y="1055780"/>
                </a:cubicBezTo>
                <a:close/>
                <a:moveTo>
                  <a:pt x="5900828" y="1042987"/>
                </a:moveTo>
                <a:cubicBezTo>
                  <a:pt x="5907488" y="1049881"/>
                  <a:pt x="5898725" y="1058952"/>
                  <a:pt x="5894169" y="1068024"/>
                </a:cubicBezTo>
                <a:cubicBezTo>
                  <a:pt x="5880850" y="1058952"/>
                  <a:pt x="5894169" y="1049881"/>
                  <a:pt x="5900828" y="1042987"/>
                </a:cubicBezTo>
                <a:close/>
                <a:moveTo>
                  <a:pt x="5620615" y="1042987"/>
                </a:moveTo>
                <a:cubicBezTo>
                  <a:pt x="5631881" y="1052072"/>
                  <a:pt x="5634425" y="1056796"/>
                  <a:pt x="5622795" y="1070606"/>
                </a:cubicBezTo>
                <a:cubicBezTo>
                  <a:pt x="5604625" y="1072786"/>
                  <a:pt x="5620615" y="1054616"/>
                  <a:pt x="5620615" y="1042987"/>
                </a:cubicBezTo>
                <a:close/>
                <a:moveTo>
                  <a:pt x="4965582" y="1041074"/>
                </a:moveTo>
                <a:cubicBezTo>
                  <a:pt x="4968426" y="1039292"/>
                  <a:pt x="4972363" y="1038782"/>
                  <a:pt x="4978189" y="1041085"/>
                </a:cubicBezTo>
                <a:cubicBezTo>
                  <a:pt x="4980374" y="1067652"/>
                  <a:pt x="4950517" y="1058796"/>
                  <a:pt x="4954886" y="1074383"/>
                </a:cubicBezTo>
                <a:cubicBezTo>
                  <a:pt x="4941050" y="1072257"/>
                  <a:pt x="4941050" y="1072257"/>
                  <a:pt x="4941050" y="1072257"/>
                </a:cubicBezTo>
                <a:cubicBezTo>
                  <a:pt x="4947968" y="1049941"/>
                  <a:pt x="4947968" y="1049941"/>
                  <a:pt x="4947968" y="1049941"/>
                </a:cubicBezTo>
                <a:cubicBezTo>
                  <a:pt x="4958345" y="1063224"/>
                  <a:pt x="4957048" y="1046420"/>
                  <a:pt x="4965582" y="1041074"/>
                </a:cubicBezTo>
                <a:close/>
                <a:moveTo>
                  <a:pt x="5920959" y="1038772"/>
                </a:moveTo>
                <a:cubicBezTo>
                  <a:pt x="5916494" y="1045532"/>
                  <a:pt x="5932866" y="1052293"/>
                  <a:pt x="5916494" y="1056919"/>
                </a:cubicBezTo>
                <a:cubicBezTo>
                  <a:pt x="5909425" y="1052293"/>
                  <a:pt x="5911657" y="1036637"/>
                  <a:pt x="5920959" y="1038772"/>
                </a:cubicBezTo>
                <a:close/>
                <a:moveTo>
                  <a:pt x="5207601" y="1038225"/>
                </a:moveTo>
                <a:cubicBezTo>
                  <a:pt x="5216903" y="1044985"/>
                  <a:pt x="5216903" y="1051746"/>
                  <a:pt x="5204997" y="1058506"/>
                </a:cubicBezTo>
                <a:cubicBezTo>
                  <a:pt x="5198300" y="1056371"/>
                  <a:pt x="5204997" y="1051746"/>
                  <a:pt x="5193463" y="1047476"/>
                </a:cubicBezTo>
                <a:cubicBezTo>
                  <a:pt x="5198300" y="1044985"/>
                  <a:pt x="5202765" y="1040715"/>
                  <a:pt x="5207601" y="1038225"/>
                </a:cubicBezTo>
                <a:close/>
                <a:moveTo>
                  <a:pt x="4805936" y="1031875"/>
                </a:moveTo>
                <a:cubicBezTo>
                  <a:pt x="4808053" y="1036637"/>
                  <a:pt x="4816872" y="1055320"/>
                  <a:pt x="4801350" y="1050558"/>
                </a:cubicBezTo>
                <a:cubicBezTo>
                  <a:pt x="4808053" y="1043598"/>
                  <a:pt x="4803467" y="1041400"/>
                  <a:pt x="4805936" y="1031875"/>
                </a:cubicBezTo>
                <a:close/>
                <a:moveTo>
                  <a:pt x="4717566" y="1025525"/>
                </a:moveTo>
                <a:cubicBezTo>
                  <a:pt x="4724269" y="1027781"/>
                  <a:pt x="4717566" y="1034924"/>
                  <a:pt x="4726385" y="1037180"/>
                </a:cubicBezTo>
                <a:cubicBezTo>
                  <a:pt x="4724269" y="1039436"/>
                  <a:pt x="4715449" y="1034924"/>
                  <a:pt x="4710863" y="1032292"/>
                </a:cubicBezTo>
                <a:cubicBezTo>
                  <a:pt x="4715449" y="1032292"/>
                  <a:pt x="4717566" y="1030036"/>
                  <a:pt x="4717566" y="1025525"/>
                </a:cubicBezTo>
                <a:close/>
                <a:moveTo>
                  <a:pt x="5379076" y="1020762"/>
                </a:moveTo>
                <a:cubicBezTo>
                  <a:pt x="5399480" y="1031862"/>
                  <a:pt x="5381224" y="1050125"/>
                  <a:pt x="5376928" y="1068029"/>
                </a:cubicBezTo>
                <a:cubicBezTo>
                  <a:pt x="5363325" y="1054780"/>
                  <a:pt x="5381224" y="1038666"/>
                  <a:pt x="5379076" y="1020762"/>
                </a:cubicBezTo>
                <a:close/>
                <a:moveTo>
                  <a:pt x="4686637" y="1012621"/>
                </a:moveTo>
                <a:cubicBezTo>
                  <a:pt x="4681957" y="1012621"/>
                  <a:pt x="4675117" y="1021620"/>
                  <a:pt x="4681957" y="1023779"/>
                </a:cubicBezTo>
                <a:cubicBezTo>
                  <a:pt x="4684117" y="1023779"/>
                  <a:pt x="4686637" y="1023779"/>
                  <a:pt x="4690958" y="1026299"/>
                </a:cubicBezTo>
                <a:cubicBezTo>
                  <a:pt x="4688798" y="1028459"/>
                  <a:pt x="4688798" y="1030618"/>
                  <a:pt x="4690958" y="1030618"/>
                </a:cubicBezTo>
                <a:cubicBezTo>
                  <a:pt x="4690958" y="1023779"/>
                  <a:pt x="4700319" y="1026299"/>
                  <a:pt x="4700319" y="1021620"/>
                </a:cubicBezTo>
                <a:cubicBezTo>
                  <a:pt x="4688798" y="1019460"/>
                  <a:pt x="4693479" y="1014781"/>
                  <a:pt x="4686637" y="1012621"/>
                </a:cubicBezTo>
                <a:close/>
                <a:moveTo>
                  <a:pt x="4732779" y="1009650"/>
                </a:moveTo>
                <a:cubicBezTo>
                  <a:pt x="4739088" y="1016610"/>
                  <a:pt x="4717006" y="1014412"/>
                  <a:pt x="4721563" y="1023570"/>
                </a:cubicBezTo>
                <a:cubicBezTo>
                  <a:pt x="4712450" y="1016610"/>
                  <a:pt x="4725769" y="1009650"/>
                  <a:pt x="4732779" y="1009650"/>
                </a:cubicBezTo>
                <a:close/>
                <a:moveTo>
                  <a:pt x="5490855" y="993775"/>
                </a:moveTo>
                <a:cubicBezTo>
                  <a:pt x="5504260" y="993775"/>
                  <a:pt x="5499674" y="1007296"/>
                  <a:pt x="5497557" y="1014056"/>
                </a:cubicBezTo>
                <a:cubicBezTo>
                  <a:pt x="5490855" y="1007296"/>
                  <a:pt x="5488738" y="1000535"/>
                  <a:pt x="5490855" y="993775"/>
                </a:cubicBezTo>
                <a:close/>
                <a:moveTo>
                  <a:pt x="4813257" y="993775"/>
                </a:moveTo>
                <a:cubicBezTo>
                  <a:pt x="4824791" y="1011766"/>
                  <a:pt x="4817721" y="1009297"/>
                  <a:pt x="4815489" y="1031522"/>
                </a:cubicBezTo>
                <a:cubicBezTo>
                  <a:pt x="4801350" y="1022703"/>
                  <a:pt x="4810652" y="1007180"/>
                  <a:pt x="4813257" y="993775"/>
                </a:cubicBezTo>
                <a:close/>
                <a:moveTo>
                  <a:pt x="4914286" y="989224"/>
                </a:moveTo>
                <a:cubicBezTo>
                  <a:pt x="4910525" y="990345"/>
                  <a:pt x="4907081" y="993126"/>
                  <a:pt x="4903637" y="995278"/>
                </a:cubicBezTo>
                <a:cubicBezTo>
                  <a:pt x="4908350" y="1004607"/>
                  <a:pt x="4924300" y="1004607"/>
                  <a:pt x="4926837" y="993125"/>
                </a:cubicBezTo>
                <a:cubicBezTo>
                  <a:pt x="4922125" y="988641"/>
                  <a:pt x="4918047" y="988102"/>
                  <a:pt x="4914286" y="989224"/>
                </a:cubicBezTo>
                <a:close/>
                <a:moveTo>
                  <a:pt x="5612011" y="987425"/>
                </a:moveTo>
                <a:cubicBezTo>
                  <a:pt x="5616152" y="996398"/>
                  <a:pt x="5618568" y="1021521"/>
                  <a:pt x="5609595" y="1028341"/>
                </a:cubicBezTo>
                <a:cubicBezTo>
                  <a:pt x="5605454" y="1016856"/>
                  <a:pt x="5603038" y="994244"/>
                  <a:pt x="5612011" y="987425"/>
                </a:cubicBezTo>
                <a:close/>
                <a:moveTo>
                  <a:pt x="5570639" y="987425"/>
                </a:moveTo>
                <a:cubicBezTo>
                  <a:pt x="5597916" y="996504"/>
                  <a:pt x="5565973" y="1019745"/>
                  <a:pt x="5579612" y="1040082"/>
                </a:cubicBezTo>
                <a:cubicBezTo>
                  <a:pt x="5572792" y="1042624"/>
                  <a:pt x="5565973" y="1042624"/>
                  <a:pt x="5557000" y="1040082"/>
                </a:cubicBezTo>
                <a:cubicBezTo>
                  <a:pt x="5565973" y="1017203"/>
                  <a:pt x="5565973" y="1012845"/>
                  <a:pt x="5570639" y="987425"/>
                </a:cubicBezTo>
                <a:close/>
                <a:moveTo>
                  <a:pt x="4994669" y="975857"/>
                </a:moveTo>
                <a:cubicBezTo>
                  <a:pt x="4985774" y="994161"/>
                  <a:pt x="4990399" y="1000981"/>
                  <a:pt x="4979014" y="1012466"/>
                </a:cubicBezTo>
                <a:cubicBezTo>
                  <a:pt x="4974388" y="1007800"/>
                  <a:pt x="4976879" y="971550"/>
                  <a:pt x="4994669" y="975857"/>
                </a:cubicBezTo>
                <a:close/>
                <a:moveTo>
                  <a:pt x="6083047" y="973137"/>
                </a:moveTo>
                <a:cubicBezTo>
                  <a:pt x="6098979" y="984592"/>
                  <a:pt x="6096806" y="995689"/>
                  <a:pt x="6101151" y="1009292"/>
                </a:cubicBezTo>
                <a:cubicBezTo>
                  <a:pt x="6087392" y="993541"/>
                  <a:pt x="6080875" y="982086"/>
                  <a:pt x="6083047" y="973137"/>
                </a:cubicBezTo>
                <a:close/>
                <a:moveTo>
                  <a:pt x="4816248" y="973137"/>
                </a:moveTo>
                <a:cubicBezTo>
                  <a:pt x="4823209" y="973137"/>
                  <a:pt x="4827972" y="988659"/>
                  <a:pt x="4814050" y="984426"/>
                </a:cubicBezTo>
                <a:cubicBezTo>
                  <a:pt x="4821011" y="979840"/>
                  <a:pt x="4816248" y="979840"/>
                  <a:pt x="4816248" y="973137"/>
                </a:cubicBezTo>
                <a:close/>
                <a:moveTo>
                  <a:pt x="4593161" y="973137"/>
                </a:moveTo>
                <a:cubicBezTo>
                  <a:pt x="4620017" y="973137"/>
                  <a:pt x="4590654" y="989508"/>
                  <a:pt x="4595309" y="996578"/>
                </a:cubicBezTo>
                <a:cubicBezTo>
                  <a:pt x="4572750" y="989508"/>
                  <a:pt x="4604261" y="977974"/>
                  <a:pt x="4593161" y="973137"/>
                </a:cubicBezTo>
                <a:close/>
                <a:moveTo>
                  <a:pt x="4523064" y="953847"/>
                </a:moveTo>
                <a:cubicBezTo>
                  <a:pt x="4526826" y="956547"/>
                  <a:pt x="4525512" y="968956"/>
                  <a:pt x="4530506" y="962248"/>
                </a:cubicBezTo>
                <a:cubicBezTo>
                  <a:pt x="4543825" y="964395"/>
                  <a:pt x="4528403" y="971192"/>
                  <a:pt x="4528403" y="971192"/>
                </a:cubicBezTo>
                <a:cubicBezTo>
                  <a:pt x="4517188" y="968688"/>
                  <a:pt x="4528403" y="959744"/>
                  <a:pt x="4517188" y="955451"/>
                </a:cubicBezTo>
                <a:cubicBezTo>
                  <a:pt x="4519992" y="953126"/>
                  <a:pt x="4521810" y="952947"/>
                  <a:pt x="4523064" y="953847"/>
                </a:cubicBezTo>
                <a:close/>
                <a:moveTo>
                  <a:pt x="5450373" y="950564"/>
                </a:moveTo>
                <a:cubicBezTo>
                  <a:pt x="5432013" y="957404"/>
                  <a:pt x="5459373" y="964245"/>
                  <a:pt x="5441373" y="971085"/>
                </a:cubicBezTo>
                <a:cubicBezTo>
                  <a:pt x="5445693" y="975406"/>
                  <a:pt x="5452533" y="973246"/>
                  <a:pt x="5448213" y="977926"/>
                </a:cubicBezTo>
                <a:cubicBezTo>
                  <a:pt x="5459373" y="977926"/>
                  <a:pt x="5464053" y="957404"/>
                  <a:pt x="5450373" y="950564"/>
                </a:cubicBezTo>
                <a:close/>
                <a:moveTo>
                  <a:pt x="4536736" y="946150"/>
                </a:moveTo>
                <a:cubicBezTo>
                  <a:pt x="4550162" y="948714"/>
                  <a:pt x="4545808" y="957872"/>
                  <a:pt x="4538914" y="960070"/>
                </a:cubicBezTo>
                <a:cubicBezTo>
                  <a:pt x="4525125" y="957872"/>
                  <a:pt x="4529842" y="948714"/>
                  <a:pt x="4536736" y="946150"/>
                </a:cubicBezTo>
                <a:close/>
                <a:moveTo>
                  <a:pt x="5673017" y="943611"/>
                </a:moveTo>
                <a:cubicBezTo>
                  <a:pt x="5683251" y="945743"/>
                  <a:pt x="5693686" y="959181"/>
                  <a:pt x="5690475" y="971186"/>
                </a:cubicBezTo>
                <a:cubicBezTo>
                  <a:pt x="5674779" y="968639"/>
                  <a:pt x="5674779" y="968639"/>
                  <a:pt x="5674779" y="968639"/>
                </a:cubicBezTo>
                <a:cubicBezTo>
                  <a:pt x="5681557" y="952632"/>
                  <a:pt x="5670141" y="952632"/>
                  <a:pt x="5663363" y="945720"/>
                </a:cubicBezTo>
                <a:cubicBezTo>
                  <a:pt x="5666217" y="943446"/>
                  <a:pt x="5669606" y="942900"/>
                  <a:pt x="5673017" y="943611"/>
                </a:cubicBezTo>
                <a:close/>
                <a:moveTo>
                  <a:pt x="4748089" y="942975"/>
                </a:moveTo>
                <a:cubicBezTo>
                  <a:pt x="4764474" y="947692"/>
                  <a:pt x="4750638" y="963658"/>
                  <a:pt x="4745904" y="968012"/>
                </a:cubicBezTo>
                <a:cubicBezTo>
                  <a:pt x="4725150" y="961480"/>
                  <a:pt x="4750638" y="956763"/>
                  <a:pt x="4748089" y="942975"/>
                </a:cubicBezTo>
                <a:close/>
                <a:moveTo>
                  <a:pt x="5424739" y="940703"/>
                </a:moveTo>
                <a:cubicBezTo>
                  <a:pt x="5413127" y="944972"/>
                  <a:pt x="5435987" y="951733"/>
                  <a:pt x="5424739" y="958494"/>
                </a:cubicBezTo>
                <a:cubicBezTo>
                  <a:pt x="5410950" y="954224"/>
                  <a:pt x="5415304" y="938212"/>
                  <a:pt x="5424739" y="940703"/>
                </a:cubicBezTo>
                <a:close/>
                <a:moveTo>
                  <a:pt x="6083182" y="936625"/>
                </a:moveTo>
                <a:cubicBezTo>
                  <a:pt x="6094716" y="943284"/>
                  <a:pt x="6090251" y="952046"/>
                  <a:pt x="6099553" y="952046"/>
                </a:cubicBezTo>
                <a:cubicBezTo>
                  <a:pt x="6092484" y="956602"/>
                  <a:pt x="6094716" y="963261"/>
                  <a:pt x="6090251" y="961158"/>
                </a:cubicBezTo>
                <a:cubicBezTo>
                  <a:pt x="6087647" y="954499"/>
                  <a:pt x="6076113" y="954499"/>
                  <a:pt x="6083182" y="936625"/>
                </a:cubicBezTo>
                <a:close/>
                <a:moveTo>
                  <a:pt x="5645537" y="935037"/>
                </a:moveTo>
                <a:cubicBezTo>
                  <a:pt x="5645537" y="975971"/>
                  <a:pt x="5638632" y="1008211"/>
                  <a:pt x="5627367" y="1042625"/>
                </a:cubicBezTo>
                <a:cubicBezTo>
                  <a:pt x="5615738" y="1006037"/>
                  <a:pt x="5638632" y="966915"/>
                  <a:pt x="5645537" y="935037"/>
                </a:cubicBezTo>
                <a:close/>
                <a:moveTo>
                  <a:pt x="4859725" y="934850"/>
                </a:moveTo>
                <a:cubicBezTo>
                  <a:pt x="4865394" y="934850"/>
                  <a:pt x="4872198" y="936016"/>
                  <a:pt x="4876734" y="934939"/>
                </a:cubicBezTo>
                <a:cubicBezTo>
                  <a:pt x="4870202" y="957545"/>
                  <a:pt x="4893062" y="984815"/>
                  <a:pt x="4858591" y="1002756"/>
                </a:cubicBezTo>
                <a:cubicBezTo>
                  <a:pt x="4860768" y="1009574"/>
                  <a:pt x="4865485" y="1002756"/>
                  <a:pt x="4874556" y="1005268"/>
                </a:cubicBezTo>
                <a:cubicBezTo>
                  <a:pt x="4876734" y="1014238"/>
                  <a:pt x="4849519" y="1014238"/>
                  <a:pt x="4860768" y="1018903"/>
                </a:cubicBezTo>
                <a:cubicBezTo>
                  <a:pt x="4856414" y="1025720"/>
                  <a:pt x="4853874" y="1012085"/>
                  <a:pt x="4840085" y="1014238"/>
                </a:cubicBezTo>
                <a:cubicBezTo>
                  <a:pt x="4837908" y="1021056"/>
                  <a:pt x="4837908" y="1021056"/>
                  <a:pt x="4837908" y="1021056"/>
                </a:cubicBezTo>
                <a:cubicBezTo>
                  <a:pt x="4840085" y="1025720"/>
                  <a:pt x="4846979" y="1021056"/>
                  <a:pt x="4851696" y="1030026"/>
                </a:cubicBezTo>
                <a:cubicBezTo>
                  <a:pt x="4828836" y="1034691"/>
                  <a:pt x="4817225" y="1012085"/>
                  <a:pt x="4835731" y="991633"/>
                </a:cubicBezTo>
                <a:cubicBezTo>
                  <a:pt x="4837908" y="993786"/>
                  <a:pt x="4842625" y="995939"/>
                  <a:pt x="4849519" y="998450"/>
                </a:cubicBezTo>
                <a:cubicBezTo>
                  <a:pt x="4860768" y="995939"/>
                  <a:pt x="4858591" y="980151"/>
                  <a:pt x="4867662" y="975486"/>
                </a:cubicBezTo>
                <a:cubicBezTo>
                  <a:pt x="4863308" y="966515"/>
                  <a:pt x="4858591" y="962210"/>
                  <a:pt x="4842625" y="964363"/>
                </a:cubicBezTo>
                <a:cubicBezTo>
                  <a:pt x="4840085" y="950727"/>
                  <a:pt x="4853874" y="950727"/>
                  <a:pt x="4863308" y="946063"/>
                </a:cubicBezTo>
                <a:cubicBezTo>
                  <a:pt x="4867662" y="934939"/>
                  <a:pt x="4844802" y="950727"/>
                  <a:pt x="4849519" y="941757"/>
                </a:cubicBezTo>
                <a:cubicBezTo>
                  <a:pt x="4849519" y="936016"/>
                  <a:pt x="4854055" y="934850"/>
                  <a:pt x="4859725" y="934850"/>
                </a:cubicBezTo>
                <a:close/>
                <a:moveTo>
                  <a:pt x="5401202" y="930275"/>
                </a:moveTo>
                <a:cubicBezTo>
                  <a:pt x="5413108" y="932421"/>
                  <a:pt x="5403434" y="946016"/>
                  <a:pt x="5415341" y="946016"/>
                </a:cubicBezTo>
                <a:cubicBezTo>
                  <a:pt x="5413108" y="955317"/>
                  <a:pt x="5403434" y="955317"/>
                  <a:pt x="5391900" y="952813"/>
                </a:cubicBezTo>
                <a:cubicBezTo>
                  <a:pt x="5391900" y="941723"/>
                  <a:pt x="5396365" y="937072"/>
                  <a:pt x="5401202" y="930275"/>
                </a:cubicBezTo>
                <a:close/>
                <a:moveTo>
                  <a:pt x="4981350" y="927662"/>
                </a:moveTo>
                <a:cubicBezTo>
                  <a:pt x="4988238" y="925115"/>
                  <a:pt x="4990775" y="943669"/>
                  <a:pt x="4995125" y="932028"/>
                </a:cubicBezTo>
                <a:cubicBezTo>
                  <a:pt x="5002013" y="934574"/>
                  <a:pt x="4997663" y="941486"/>
                  <a:pt x="5004188" y="941486"/>
                </a:cubicBezTo>
                <a:cubicBezTo>
                  <a:pt x="4995125" y="955311"/>
                  <a:pt x="4983888" y="920750"/>
                  <a:pt x="4981350" y="945852"/>
                </a:cubicBezTo>
                <a:cubicBezTo>
                  <a:pt x="4958513" y="943669"/>
                  <a:pt x="4972288" y="932028"/>
                  <a:pt x="4981350" y="927662"/>
                </a:cubicBezTo>
                <a:close/>
                <a:moveTo>
                  <a:pt x="4564606" y="922866"/>
                </a:moveTo>
                <a:cubicBezTo>
                  <a:pt x="4573369" y="920750"/>
                  <a:pt x="4586688" y="927453"/>
                  <a:pt x="4586688" y="936272"/>
                </a:cubicBezTo>
                <a:cubicBezTo>
                  <a:pt x="4571266" y="934155"/>
                  <a:pt x="4560050" y="929569"/>
                  <a:pt x="4564606" y="922866"/>
                </a:cubicBezTo>
                <a:close/>
                <a:moveTo>
                  <a:pt x="4951850" y="915987"/>
                </a:moveTo>
                <a:cubicBezTo>
                  <a:pt x="4956563" y="947919"/>
                  <a:pt x="4944963" y="984156"/>
                  <a:pt x="4931187" y="1029363"/>
                </a:cubicBezTo>
                <a:cubicBezTo>
                  <a:pt x="4917413" y="1065600"/>
                  <a:pt x="4906175" y="1113318"/>
                  <a:pt x="4878625" y="1147403"/>
                </a:cubicBezTo>
                <a:cubicBezTo>
                  <a:pt x="4864850" y="1138075"/>
                  <a:pt x="4892400" y="1106502"/>
                  <a:pt x="4892400" y="1079234"/>
                </a:cubicBezTo>
                <a:cubicBezTo>
                  <a:pt x="4894575" y="1058783"/>
                  <a:pt x="4889863" y="1063447"/>
                  <a:pt x="4899287" y="1047661"/>
                </a:cubicBezTo>
                <a:cubicBezTo>
                  <a:pt x="4899287" y="1042997"/>
                  <a:pt x="4892400" y="1020393"/>
                  <a:pt x="4885513" y="1040844"/>
                </a:cubicBezTo>
                <a:cubicBezTo>
                  <a:pt x="4880800" y="1018240"/>
                  <a:pt x="4913063" y="993125"/>
                  <a:pt x="4899287" y="972675"/>
                </a:cubicBezTo>
                <a:cubicBezTo>
                  <a:pt x="4913063" y="979492"/>
                  <a:pt x="4913063" y="974827"/>
                  <a:pt x="4924300" y="981644"/>
                </a:cubicBezTo>
                <a:cubicBezTo>
                  <a:pt x="4924300" y="981644"/>
                  <a:pt x="4924300" y="981644"/>
                  <a:pt x="4926837" y="968011"/>
                </a:cubicBezTo>
                <a:cubicBezTo>
                  <a:pt x="4929013" y="963705"/>
                  <a:pt x="4919950" y="963705"/>
                  <a:pt x="4913063" y="961552"/>
                </a:cubicBezTo>
                <a:cubicBezTo>
                  <a:pt x="4944963" y="959041"/>
                  <a:pt x="4938075" y="927468"/>
                  <a:pt x="4951850" y="915987"/>
                </a:cubicBezTo>
                <a:close/>
                <a:moveTo>
                  <a:pt x="5031086" y="911783"/>
                </a:moveTo>
                <a:cubicBezTo>
                  <a:pt x="5056574" y="914287"/>
                  <a:pt x="5028902" y="930028"/>
                  <a:pt x="5026717" y="934679"/>
                </a:cubicBezTo>
                <a:cubicBezTo>
                  <a:pt x="5017250" y="932175"/>
                  <a:pt x="5024168" y="909637"/>
                  <a:pt x="5031086" y="911783"/>
                </a:cubicBezTo>
                <a:close/>
                <a:moveTo>
                  <a:pt x="4615083" y="911225"/>
                </a:moveTo>
                <a:cubicBezTo>
                  <a:pt x="4632722" y="918185"/>
                  <a:pt x="4610497" y="922948"/>
                  <a:pt x="4621786" y="927710"/>
                </a:cubicBezTo>
                <a:cubicBezTo>
                  <a:pt x="4619317" y="929908"/>
                  <a:pt x="4617200" y="927710"/>
                  <a:pt x="4617200" y="927710"/>
                </a:cubicBezTo>
                <a:cubicBezTo>
                  <a:pt x="4608381" y="925146"/>
                  <a:pt x="4606264" y="927710"/>
                  <a:pt x="4594975" y="925146"/>
                </a:cubicBezTo>
                <a:cubicBezTo>
                  <a:pt x="4599561" y="918185"/>
                  <a:pt x="4612614" y="920750"/>
                  <a:pt x="4615083" y="911225"/>
                </a:cubicBezTo>
                <a:close/>
                <a:moveTo>
                  <a:pt x="5420853" y="902681"/>
                </a:moveTo>
                <a:lnTo>
                  <a:pt x="5420123" y="903142"/>
                </a:lnTo>
                <a:lnTo>
                  <a:pt x="5420767" y="903528"/>
                </a:lnTo>
                <a:close/>
                <a:moveTo>
                  <a:pt x="5445693" y="891520"/>
                </a:moveTo>
                <a:lnTo>
                  <a:pt x="5453609" y="901168"/>
                </a:lnTo>
                <a:lnTo>
                  <a:pt x="5454884" y="900000"/>
                </a:lnTo>
                <a:cubicBezTo>
                  <a:pt x="5459245" y="902147"/>
                  <a:pt x="5466150" y="906798"/>
                  <a:pt x="5463969" y="913595"/>
                </a:cubicBezTo>
                <a:lnTo>
                  <a:pt x="5456977" y="914300"/>
                </a:lnTo>
                <a:lnTo>
                  <a:pt x="5457213" y="916362"/>
                </a:lnTo>
                <a:cubicBezTo>
                  <a:pt x="5459373" y="914201"/>
                  <a:pt x="5461893" y="916362"/>
                  <a:pt x="5466213" y="914201"/>
                </a:cubicBezTo>
                <a:cubicBezTo>
                  <a:pt x="5473053" y="907361"/>
                  <a:pt x="5457213" y="895840"/>
                  <a:pt x="5470893" y="895840"/>
                </a:cubicBezTo>
                <a:cubicBezTo>
                  <a:pt x="5477733" y="911681"/>
                  <a:pt x="5464053" y="927882"/>
                  <a:pt x="5473053" y="943724"/>
                </a:cubicBezTo>
                <a:cubicBezTo>
                  <a:pt x="5477733" y="945884"/>
                  <a:pt x="5484573" y="934723"/>
                  <a:pt x="5489253" y="939043"/>
                </a:cubicBezTo>
                <a:cubicBezTo>
                  <a:pt x="5479893" y="945884"/>
                  <a:pt x="5491413" y="950564"/>
                  <a:pt x="5477733" y="957404"/>
                </a:cubicBezTo>
                <a:cubicBezTo>
                  <a:pt x="5473053" y="955244"/>
                  <a:pt x="5470893" y="950564"/>
                  <a:pt x="5466213" y="952724"/>
                </a:cubicBezTo>
                <a:cubicBezTo>
                  <a:pt x="5466213" y="962085"/>
                  <a:pt x="5473053" y="984766"/>
                  <a:pt x="5484573" y="977926"/>
                </a:cubicBezTo>
                <a:cubicBezTo>
                  <a:pt x="5473053" y="984766"/>
                  <a:pt x="5479893" y="989087"/>
                  <a:pt x="5468373" y="995927"/>
                </a:cubicBezTo>
                <a:cubicBezTo>
                  <a:pt x="5457213" y="989087"/>
                  <a:pt x="5479893" y="980086"/>
                  <a:pt x="5466213" y="973246"/>
                </a:cubicBezTo>
                <a:cubicBezTo>
                  <a:pt x="5455053" y="986926"/>
                  <a:pt x="5459373" y="991607"/>
                  <a:pt x="5438853" y="1002768"/>
                </a:cubicBezTo>
                <a:cubicBezTo>
                  <a:pt x="5441373" y="1007448"/>
                  <a:pt x="5443533" y="1009608"/>
                  <a:pt x="5443533" y="1012128"/>
                </a:cubicBezTo>
                <a:cubicBezTo>
                  <a:pt x="5452533" y="1012128"/>
                  <a:pt x="5448213" y="1009608"/>
                  <a:pt x="5455053" y="1002768"/>
                </a:cubicBezTo>
                <a:cubicBezTo>
                  <a:pt x="5459373" y="1007448"/>
                  <a:pt x="5464053" y="1007448"/>
                  <a:pt x="5468373" y="1005288"/>
                </a:cubicBezTo>
                <a:cubicBezTo>
                  <a:pt x="5479893" y="1012128"/>
                  <a:pt x="5470893" y="1021129"/>
                  <a:pt x="5477733" y="1027969"/>
                </a:cubicBezTo>
                <a:cubicBezTo>
                  <a:pt x="5493573" y="1023289"/>
                  <a:pt x="5479893" y="1005288"/>
                  <a:pt x="5493573" y="1016448"/>
                </a:cubicBezTo>
                <a:cubicBezTo>
                  <a:pt x="5491413" y="1027969"/>
                  <a:pt x="5489253" y="1052811"/>
                  <a:pt x="5479893" y="1057491"/>
                </a:cubicBezTo>
                <a:cubicBezTo>
                  <a:pt x="5484573" y="1052811"/>
                  <a:pt x="5477733" y="1045971"/>
                  <a:pt x="5470893" y="1041650"/>
                </a:cubicBezTo>
                <a:cubicBezTo>
                  <a:pt x="5455053" y="1059651"/>
                  <a:pt x="5470893" y="1084853"/>
                  <a:pt x="5457213" y="1093854"/>
                </a:cubicBezTo>
                <a:cubicBezTo>
                  <a:pt x="5461893" y="1098534"/>
                  <a:pt x="5466213" y="1096014"/>
                  <a:pt x="5470893" y="1091694"/>
                </a:cubicBezTo>
                <a:cubicBezTo>
                  <a:pt x="5482413" y="1098534"/>
                  <a:pt x="5479893" y="1105375"/>
                  <a:pt x="5479893" y="1114375"/>
                </a:cubicBezTo>
                <a:cubicBezTo>
                  <a:pt x="5455053" y="1130216"/>
                  <a:pt x="5464053" y="1155418"/>
                  <a:pt x="5468373" y="1182420"/>
                </a:cubicBezTo>
                <a:cubicBezTo>
                  <a:pt x="5464053" y="1178100"/>
                  <a:pt x="5468373" y="1164419"/>
                  <a:pt x="5457213" y="1168739"/>
                </a:cubicBezTo>
                <a:cubicBezTo>
                  <a:pt x="5443533" y="1178100"/>
                  <a:pt x="5464053" y="1189620"/>
                  <a:pt x="5459373" y="1198621"/>
                </a:cubicBezTo>
                <a:cubicBezTo>
                  <a:pt x="5452533" y="1198621"/>
                  <a:pt x="5448213" y="1189620"/>
                  <a:pt x="5441373" y="1198621"/>
                </a:cubicBezTo>
                <a:cubicBezTo>
                  <a:pt x="5441373" y="1198621"/>
                  <a:pt x="5441373" y="1198621"/>
                  <a:pt x="5452533" y="1207622"/>
                </a:cubicBezTo>
                <a:cubicBezTo>
                  <a:pt x="5432013" y="1221303"/>
                  <a:pt x="5466213" y="1237144"/>
                  <a:pt x="5461893" y="1252985"/>
                </a:cubicBezTo>
                <a:cubicBezTo>
                  <a:pt x="5451633" y="1258745"/>
                  <a:pt x="5448213" y="1268466"/>
                  <a:pt x="5449608" y="1276746"/>
                </a:cubicBezTo>
                <a:lnTo>
                  <a:pt x="5452007" y="1281441"/>
                </a:lnTo>
                <a:lnTo>
                  <a:pt x="5463307" y="1282181"/>
                </a:lnTo>
                <a:lnTo>
                  <a:pt x="5463108" y="1281517"/>
                </a:lnTo>
                <a:cubicBezTo>
                  <a:pt x="5461713" y="1278097"/>
                  <a:pt x="5461713" y="1275846"/>
                  <a:pt x="5468373" y="1278186"/>
                </a:cubicBezTo>
                <a:cubicBezTo>
                  <a:pt x="5461893" y="1287187"/>
                  <a:pt x="5479893" y="1273506"/>
                  <a:pt x="5482413" y="1280347"/>
                </a:cubicBezTo>
                <a:lnTo>
                  <a:pt x="5475630" y="1287844"/>
                </a:lnTo>
                <a:lnTo>
                  <a:pt x="5477261" y="1290544"/>
                </a:lnTo>
                <a:lnTo>
                  <a:pt x="5473110" y="1290630"/>
                </a:lnTo>
                <a:lnTo>
                  <a:pt x="5461893" y="1303028"/>
                </a:lnTo>
                <a:cubicBezTo>
                  <a:pt x="5455053" y="1297448"/>
                  <a:pt x="5452173" y="1295198"/>
                  <a:pt x="5450418" y="1292633"/>
                </a:cubicBezTo>
                <a:lnTo>
                  <a:pt x="5449119" y="1289254"/>
                </a:lnTo>
                <a:lnTo>
                  <a:pt x="5446156" y="1288338"/>
                </a:lnTo>
                <a:lnTo>
                  <a:pt x="5444293" y="1284292"/>
                </a:lnTo>
                <a:lnTo>
                  <a:pt x="5434353" y="1312299"/>
                </a:lnTo>
                <a:cubicBezTo>
                  <a:pt x="5433813" y="1322560"/>
                  <a:pt x="5436693" y="1331650"/>
                  <a:pt x="5443533" y="1337231"/>
                </a:cubicBezTo>
                <a:cubicBezTo>
                  <a:pt x="5436693" y="1332550"/>
                  <a:pt x="5427693" y="1348751"/>
                  <a:pt x="5425533" y="1350911"/>
                </a:cubicBezTo>
                <a:cubicBezTo>
                  <a:pt x="5445693" y="1355592"/>
                  <a:pt x="5418693" y="1371433"/>
                  <a:pt x="5423013" y="1380433"/>
                </a:cubicBezTo>
                <a:cubicBezTo>
                  <a:pt x="5427693" y="1382954"/>
                  <a:pt x="5443533" y="1394114"/>
                  <a:pt x="5438853" y="1398795"/>
                </a:cubicBezTo>
                <a:cubicBezTo>
                  <a:pt x="5429853" y="1396275"/>
                  <a:pt x="5423013" y="1394114"/>
                  <a:pt x="5414013" y="1398795"/>
                </a:cubicBezTo>
                <a:cubicBezTo>
                  <a:pt x="5427693" y="1414636"/>
                  <a:pt x="5395652" y="1414636"/>
                  <a:pt x="5411853" y="1430477"/>
                </a:cubicBezTo>
                <a:cubicBezTo>
                  <a:pt x="5414013" y="1421476"/>
                  <a:pt x="5418693" y="1428317"/>
                  <a:pt x="5425533" y="1430477"/>
                </a:cubicBezTo>
                <a:cubicBezTo>
                  <a:pt x="5420853" y="1441998"/>
                  <a:pt x="5420853" y="1464679"/>
                  <a:pt x="5407173" y="1448838"/>
                </a:cubicBezTo>
                <a:cubicBezTo>
                  <a:pt x="5414013" y="1464679"/>
                  <a:pt x="5418693" y="1489881"/>
                  <a:pt x="5402493" y="1507882"/>
                </a:cubicBezTo>
                <a:cubicBezTo>
                  <a:pt x="5402493" y="1507882"/>
                  <a:pt x="5402493" y="1507882"/>
                  <a:pt x="5411853" y="1516883"/>
                </a:cubicBezTo>
                <a:cubicBezTo>
                  <a:pt x="5400332" y="1528404"/>
                  <a:pt x="5400332" y="1507882"/>
                  <a:pt x="5393492" y="1512563"/>
                </a:cubicBezTo>
                <a:cubicBezTo>
                  <a:pt x="5391332" y="1530564"/>
                  <a:pt x="5402493" y="1542085"/>
                  <a:pt x="5393492" y="1562606"/>
                </a:cubicBezTo>
                <a:cubicBezTo>
                  <a:pt x="5405013" y="1557926"/>
                  <a:pt x="5393492" y="1551085"/>
                  <a:pt x="5405013" y="1546765"/>
                </a:cubicBezTo>
                <a:cubicBezTo>
                  <a:pt x="5398172" y="1557926"/>
                  <a:pt x="5407173" y="1583127"/>
                  <a:pt x="5391332" y="1585288"/>
                </a:cubicBezTo>
                <a:cubicBezTo>
                  <a:pt x="5395652" y="1583127"/>
                  <a:pt x="5395652" y="1566926"/>
                  <a:pt x="5391332" y="1571607"/>
                </a:cubicBezTo>
                <a:cubicBezTo>
                  <a:pt x="5386652" y="1580607"/>
                  <a:pt x="5377652" y="1589968"/>
                  <a:pt x="5386652" y="1603289"/>
                </a:cubicBezTo>
                <a:cubicBezTo>
                  <a:pt x="5391332" y="1596448"/>
                  <a:pt x="5391332" y="1587448"/>
                  <a:pt x="5400332" y="1596448"/>
                </a:cubicBezTo>
                <a:cubicBezTo>
                  <a:pt x="5393492" y="1603289"/>
                  <a:pt x="5398172" y="1614810"/>
                  <a:pt x="5384492" y="1607969"/>
                </a:cubicBezTo>
                <a:cubicBezTo>
                  <a:pt x="5402493" y="1614810"/>
                  <a:pt x="5388812" y="1619490"/>
                  <a:pt x="5391332" y="1630651"/>
                </a:cubicBezTo>
                <a:cubicBezTo>
                  <a:pt x="5395832" y="1628491"/>
                  <a:pt x="5398622" y="1625700"/>
                  <a:pt x="5401727" y="1622865"/>
                </a:cubicBezTo>
                <a:lnTo>
                  <a:pt x="5408220" y="1618608"/>
                </a:lnTo>
                <a:lnTo>
                  <a:pt x="5410031" y="1612904"/>
                </a:lnTo>
                <a:lnTo>
                  <a:pt x="5412279" y="1610086"/>
                </a:lnTo>
                <a:lnTo>
                  <a:pt x="5411403" y="1607699"/>
                </a:lnTo>
                <a:cubicBezTo>
                  <a:pt x="5411673" y="1605179"/>
                  <a:pt x="5411673" y="1602389"/>
                  <a:pt x="5407173" y="1598968"/>
                </a:cubicBezTo>
                <a:cubicBezTo>
                  <a:pt x="5448213" y="1589968"/>
                  <a:pt x="5411853" y="1546765"/>
                  <a:pt x="5448213" y="1528404"/>
                </a:cubicBezTo>
                <a:cubicBezTo>
                  <a:pt x="5438853" y="1512563"/>
                  <a:pt x="5466213" y="1501042"/>
                  <a:pt x="5452533" y="1485201"/>
                </a:cubicBezTo>
                <a:cubicBezTo>
                  <a:pt x="5464053" y="1462519"/>
                  <a:pt x="5475213" y="1437317"/>
                  <a:pt x="5475213" y="1412476"/>
                </a:cubicBezTo>
                <a:cubicBezTo>
                  <a:pt x="5482413" y="1414636"/>
                  <a:pt x="5489253" y="1407795"/>
                  <a:pt x="5495733" y="1412476"/>
                </a:cubicBezTo>
                <a:cubicBezTo>
                  <a:pt x="5495733" y="1405635"/>
                  <a:pt x="5505093" y="1400955"/>
                  <a:pt x="5498253" y="1394114"/>
                </a:cubicBezTo>
                <a:cubicBezTo>
                  <a:pt x="5509413" y="1385114"/>
                  <a:pt x="5518773" y="1387274"/>
                  <a:pt x="5527773" y="1385114"/>
                </a:cubicBezTo>
                <a:cubicBezTo>
                  <a:pt x="5520933" y="1378273"/>
                  <a:pt x="5516253" y="1371433"/>
                  <a:pt x="5509413" y="1369273"/>
                </a:cubicBezTo>
                <a:cubicBezTo>
                  <a:pt x="5511933" y="1355592"/>
                  <a:pt x="5525613" y="1350911"/>
                  <a:pt x="5529933" y="1348751"/>
                </a:cubicBezTo>
                <a:cubicBezTo>
                  <a:pt x="5520933" y="1341911"/>
                  <a:pt x="5516253" y="1341911"/>
                  <a:pt x="5520933" y="1332550"/>
                </a:cubicBezTo>
                <a:cubicBezTo>
                  <a:pt x="5534613" y="1335070"/>
                  <a:pt x="5529933" y="1350911"/>
                  <a:pt x="5543613" y="1346231"/>
                </a:cubicBezTo>
                <a:cubicBezTo>
                  <a:pt x="5541453" y="1337231"/>
                  <a:pt x="5534613" y="1321389"/>
                  <a:pt x="5552613" y="1323550"/>
                </a:cubicBezTo>
                <a:cubicBezTo>
                  <a:pt x="5548293" y="1316709"/>
                  <a:pt x="5550453" y="1312389"/>
                  <a:pt x="5548293" y="1305548"/>
                </a:cubicBezTo>
                <a:cubicBezTo>
                  <a:pt x="5538933" y="1307708"/>
                  <a:pt x="5532093" y="1307708"/>
                  <a:pt x="5525613" y="1296188"/>
                </a:cubicBezTo>
                <a:cubicBezTo>
                  <a:pt x="5534613" y="1289707"/>
                  <a:pt x="5529933" y="1303028"/>
                  <a:pt x="5543613" y="1296188"/>
                </a:cubicBezTo>
                <a:cubicBezTo>
                  <a:pt x="5534613" y="1280347"/>
                  <a:pt x="5552613" y="1273506"/>
                  <a:pt x="5552613" y="1255505"/>
                </a:cubicBezTo>
                <a:cubicBezTo>
                  <a:pt x="5564133" y="1266666"/>
                  <a:pt x="5561973" y="1271346"/>
                  <a:pt x="5575653" y="1269186"/>
                </a:cubicBezTo>
                <a:cubicBezTo>
                  <a:pt x="5568813" y="1273506"/>
                  <a:pt x="5582493" y="1278186"/>
                  <a:pt x="5584653" y="1282867"/>
                </a:cubicBezTo>
                <a:cubicBezTo>
                  <a:pt x="5577813" y="1291867"/>
                  <a:pt x="5579973" y="1300868"/>
                  <a:pt x="5577813" y="1309869"/>
                </a:cubicBezTo>
                <a:cubicBezTo>
                  <a:pt x="5568813" y="1305548"/>
                  <a:pt x="5577813" y="1291867"/>
                  <a:pt x="5566293" y="1296188"/>
                </a:cubicBezTo>
                <a:cubicBezTo>
                  <a:pt x="5577813" y="1307708"/>
                  <a:pt x="5548293" y="1319229"/>
                  <a:pt x="5570973" y="1323550"/>
                </a:cubicBezTo>
                <a:cubicBezTo>
                  <a:pt x="5552613" y="1339391"/>
                  <a:pt x="5548293" y="1350911"/>
                  <a:pt x="5538933" y="1369273"/>
                </a:cubicBezTo>
                <a:lnTo>
                  <a:pt x="5542511" y="1372068"/>
                </a:lnTo>
                <a:lnTo>
                  <a:pt x="5548694" y="1361765"/>
                </a:lnTo>
                <a:cubicBezTo>
                  <a:pt x="5553811" y="1359517"/>
                  <a:pt x="5561262" y="1358370"/>
                  <a:pt x="5569341" y="1357312"/>
                </a:cubicBezTo>
                <a:lnTo>
                  <a:pt x="5542884" y="1372360"/>
                </a:lnTo>
                <a:lnTo>
                  <a:pt x="5550453" y="1378273"/>
                </a:lnTo>
                <a:cubicBezTo>
                  <a:pt x="5548293" y="1380433"/>
                  <a:pt x="5543613" y="1385114"/>
                  <a:pt x="5550453" y="1387274"/>
                </a:cubicBezTo>
                <a:cubicBezTo>
                  <a:pt x="5541453" y="1400955"/>
                  <a:pt x="5538933" y="1380433"/>
                  <a:pt x="5532093" y="1387274"/>
                </a:cubicBezTo>
                <a:cubicBezTo>
                  <a:pt x="5525613" y="1396275"/>
                  <a:pt x="5532093" y="1405635"/>
                  <a:pt x="5543613" y="1405635"/>
                </a:cubicBezTo>
                <a:cubicBezTo>
                  <a:pt x="5536773" y="1412476"/>
                  <a:pt x="5532093" y="1405635"/>
                  <a:pt x="5525613" y="1412476"/>
                </a:cubicBezTo>
                <a:cubicBezTo>
                  <a:pt x="5520933" y="1428317"/>
                  <a:pt x="5536773" y="1435157"/>
                  <a:pt x="5511933" y="1448838"/>
                </a:cubicBezTo>
                <a:cubicBezTo>
                  <a:pt x="5516253" y="1455679"/>
                  <a:pt x="5523093" y="1448838"/>
                  <a:pt x="5525613" y="1455679"/>
                </a:cubicBezTo>
                <a:cubicBezTo>
                  <a:pt x="5518773" y="1469360"/>
                  <a:pt x="5516253" y="1471520"/>
                  <a:pt x="5529933" y="1466839"/>
                </a:cubicBezTo>
                <a:cubicBezTo>
                  <a:pt x="5529933" y="1473680"/>
                  <a:pt x="5518773" y="1480520"/>
                  <a:pt x="5516253" y="1487361"/>
                </a:cubicBezTo>
                <a:cubicBezTo>
                  <a:pt x="5527773" y="1514723"/>
                  <a:pt x="5495733" y="1535244"/>
                  <a:pt x="5491413" y="1553605"/>
                </a:cubicBezTo>
                <a:cubicBezTo>
                  <a:pt x="5498253" y="1564766"/>
                  <a:pt x="5505093" y="1580607"/>
                  <a:pt x="5518773" y="1573767"/>
                </a:cubicBezTo>
                <a:cubicBezTo>
                  <a:pt x="5514093" y="1566926"/>
                  <a:pt x="5507253" y="1569446"/>
                  <a:pt x="5509413" y="1560086"/>
                </a:cubicBezTo>
                <a:cubicBezTo>
                  <a:pt x="5516253" y="1551085"/>
                  <a:pt x="5518773" y="1566926"/>
                  <a:pt x="5525613" y="1557926"/>
                </a:cubicBezTo>
                <a:cubicBezTo>
                  <a:pt x="5538933" y="1521563"/>
                  <a:pt x="5548293" y="1485201"/>
                  <a:pt x="5570973" y="1448838"/>
                </a:cubicBezTo>
                <a:cubicBezTo>
                  <a:pt x="5582493" y="1457839"/>
                  <a:pt x="5568813" y="1464679"/>
                  <a:pt x="5573133" y="1471520"/>
                </a:cubicBezTo>
                <a:cubicBezTo>
                  <a:pt x="5584653" y="1476200"/>
                  <a:pt x="5584653" y="1462519"/>
                  <a:pt x="5593653" y="1471520"/>
                </a:cubicBezTo>
                <a:cubicBezTo>
                  <a:pt x="5589333" y="1476200"/>
                  <a:pt x="5584653" y="1476200"/>
                  <a:pt x="5579973" y="1476200"/>
                </a:cubicBezTo>
                <a:cubicBezTo>
                  <a:pt x="5586813" y="1492041"/>
                  <a:pt x="5593653" y="1494201"/>
                  <a:pt x="5591493" y="1507882"/>
                </a:cubicBezTo>
                <a:cubicBezTo>
                  <a:pt x="5589333" y="1492041"/>
                  <a:pt x="5579973" y="1503202"/>
                  <a:pt x="5570973" y="1494201"/>
                </a:cubicBezTo>
                <a:cubicBezTo>
                  <a:pt x="5575653" y="1492041"/>
                  <a:pt x="5584653" y="1487361"/>
                  <a:pt x="5582493" y="1483041"/>
                </a:cubicBezTo>
                <a:cubicBezTo>
                  <a:pt x="5575653" y="1483041"/>
                  <a:pt x="5568813" y="1473680"/>
                  <a:pt x="5559453" y="1480520"/>
                </a:cubicBezTo>
                <a:cubicBezTo>
                  <a:pt x="5582493" y="1483041"/>
                  <a:pt x="5557293" y="1492041"/>
                  <a:pt x="5566293" y="1505722"/>
                </a:cubicBezTo>
                <a:cubicBezTo>
                  <a:pt x="5575653" y="1498882"/>
                  <a:pt x="5579973" y="1516883"/>
                  <a:pt x="5582493" y="1521563"/>
                </a:cubicBezTo>
                <a:cubicBezTo>
                  <a:pt x="5568813" y="1542085"/>
                  <a:pt x="5573133" y="1601129"/>
                  <a:pt x="5550453" y="1612649"/>
                </a:cubicBezTo>
                <a:cubicBezTo>
                  <a:pt x="5555133" y="1616970"/>
                  <a:pt x="5564133" y="1607969"/>
                  <a:pt x="5568813" y="1619490"/>
                </a:cubicBezTo>
                <a:cubicBezTo>
                  <a:pt x="5543613" y="1628491"/>
                  <a:pt x="5545773" y="1633171"/>
                  <a:pt x="5536773" y="1649012"/>
                </a:cubicBezTo>
                <a:cubicBezTo>
                  <a:pt x="5536773" y="1635331"/>
                  <a:pt x="5523093" y="1635331"/>
                  <a:pt x="5532093" y="1626330"/>
                </a:cubicBezTo>
                <a:cubicBezTo>
                  <a:pt x="5534613" y="1630651"/>
                  <a:pt x="5536773" y="1633171"/>
                  <a:pt x="5543613" y="1628491"/>
                </a:cubicBezTo>
                <a:cubicBezTo>
                  <a:pt x="5538933" y="1623810"/>
                  <a:pt x="5538933" y="1610129"/>
                  <a:pt x="5529933" y="1607969"/>
                </a:cubicBezTo>
                <a:cubicBezTo>
                  <a:pt x="5534613" y="1619490"/>
                  <a:pt x="5507253" y="1646852"/>
                  <a:pt x="5538933" y="1658013"/>
                </a:cubicBezTo>
                <a:cubicBezTo>
                  <a:pt x="5532093" y="1667013"/>
                  <a:pt x="5534613" y="1676374"/>
                  <a:pt x="5527773" y="1685374"/>
                </a:cubicBezTo>
                <a:cubicBezTo>
                  <a:pt x="5516253" y="1676374"/>
                  <a:pt x="5525613" y="1660173"/>
                  <a:pt x="5511933" y="1664853"/>
                </a:cubicBezTo>
                <a:cubicBezTo>
                  <a:pt x="5500413" y="1671693"/>
                  <a:pt x="5520933" y="1687535"/>
                  <a:pt x="5509413" y="1694375"/>
                </a:cubicBezTo>
                <a:cubicBezTo>
                  <a:pt x="5536773" y="1694375"/>
                  <a:pt x="5507253" y="1728577"/>
                  <a:pt x="5520933" y="1735418"/>
                </a:cubicBezTo>
                <a:cubicBezTo>
                  <a:pt x="5511933" y="1735418"/>
                  <a:pt x="5516253" y="1730738"/>
                  <a:pt x="5509413" y="1728577"/>
                </a:cubicBezTo>
                <a:cubicBezTo>
                  <a:pt x="5502573" y="1735418"/>
                  <a:pt x="5495733" y="1746939"/>
                  <a:pt x="5507253" y="1749099"/>
                </a:cubicBezTo>
                <a:cubicBezTo>
                  <a:pt x="5491413" y="1755939"/>
                  <a:pt x="5505093" y="1762780"/>
                  <a:pt x="5489253" y="1762780"/>
                </a:cubicBezTo>
                <a:cubicBezTo>
                  <a:pt x="5486733" y="1773941"/>
                  <a:pt x="5489253" y="1785461"/>
                  <a:pt x="5500413" y="1787621"/>
                </a:cubicBezTo>
                <a:cubicBezTo>
                  <a:pt x="5500413" y="1801302"/>
                  <a:pt x="5484573" y="1783301"/>
                  <a:pt x="5484573" y="1794462"/>
                </a:cubicBezTo>
                <a:cubicBezTo>
                  <a:pt x="5493573" y="1796982"/>
                  <a:pt x="5500413" y="1803823"/>
                  <a:pt x="5486733" y="1817503"/>
                </a:cubicBezTo>
                <a:cubicBezTo>
                  <a:pt x="5482413" y="1819664"/>
                  <a:pt x="5479893" y="1810663"/>
                  <a:pt x="5475213" y="1810663"/>
                </a:cubicBezTo>
                <a:cubicBezTo>
                  <a:pt x="5470893" y="1821824"/>
                  <a:pt x="5479893" y="1817503"/>
                  <a:pt x="5484573" y="1821824"/>
                </a:cubicBezTo>
                <a:cubicBezTo>
                  <a:pt x="5477733" y="1823984"/>
                  <a:pt x="5479893" y="1828664"/>
                  <a:pt x="5473053" y="1830824"/>
                </a:cubicBezTo>
                <a:cubicBezTo>
                  <a:pt x="5459373" y="1830824"/>
                  <a:pt x="5479893" y="1814983"/>
                  <a:pt x="5464053" y="1814983"/>
                </a:cubicBezTo>
                <a:cubicBezTo>
                  <a:pt x="5452533" y="1826504"/>
                  <a:pt x="5457213" y="1844505"/>
                  <a:pt x="5475213" y="1847026"/>
                </a:cubicBezTo>
                <a:cubicBezTo>
                  <a:pt x="5457213" y="1849186"/>
                  <a:pt x="5438853" y="1860346"/>
                  <a:pt x="5459373" y="1867187"/>
                </a:cubicBezTo>
                <a:cubicBezTo>
                  <a:pt x="5455053" y="1876548"/>
                  <a:pt x="5452533" y="1869707"/>
                  <a:pt x="5443533" y="1869707"/>
                </a:cubicBezTo>
                <a:cubicBezTo>
                  <a:pt x="5438853" y="1903909"/>
                  <a:pt x="5420853" y="1912910"/>
                  <a:pt x="5418693" y="1947112"/>
                </a:cubicBezTo>
                <a:cubicBezTo>
                  <a:pt x="5407173" y="1953953"/>
                  <a:pt x="5405013" y="1944592"/>
                  <a:pt x="5398172" y="1947112"/>
                </a:cubicBezTo>
                <a:cubicBezTo>
                  <a:pt x="5395652" y="1965114"/>
                  <a:pt x="5407173" y="1981315"/>
                  <a:pt x="5386652" y="1981315"/>
                </a:cubicBezTo>
                <a:cubicBezTo>
                  <a:pt x="5391332" y="1994636"/>
                  <a:pt x="5377652" y="1999316"/>
                  <a:pt x="5384492" y="2006156"/>
                </a:cubicBezTo>
                <a:cubicBezTo>
                  <a:pt x="5381972" y="2003996"/>
                  <a:pt x="5377652" y="2006156"/>
                  <a:pt x="5372972" y="2006156"/>
                </a:cubicBezTo>
                <a:cubicBezTo>
                  <a:pt x="5377652" y="2015157"/>
                  <a:pt x="5372972" y="2060880"/>
                  <a:pt x="5352452" y="2049359"/>
                </a:cubicBezTo>
                <a:lnTo>
                  <a:pt x="5354735" y="2071448"/>
                </a:lnTo>
                <a:lnTo>
                  <a:pt x="5355247" y="2071804"/>
                </a:lnTo>
                <a:lnTo>
                  <a:pt x="5354899" y="2073029"/>
                </a:lnTo>
                <a:lnTo>
                  <a:pt x="5355062" y="2074606"/>
                </a:lnTo>
                <a:cubicBezTo>
                  <a:pt x="5355332" y="2082842"/>
                  <a:pt x="5355872" y="2090222"/>
                  <a:pt x="5359292" y="2094723"/>
                </a:cubicBezTo>
                <a:cubicBezTo>
                  <a:pt x="5329772" y="2097243"/>
                  <a:pt x="5322932" y="2156287"/>
                  <a:pt x="5309251" y="2131085"/>
                </a:cubicBezTo>
                <a:cubicBezTo>
                  <a:pt x="5295571" y="2138286"/>
                  <a:pt x="5318611" y="2149446"/>
                  <a:pt x="5298091" y="2151606"/>
                </a:cubicBezTo>
                <a:cubicBezTo>
                  <a:pt x="5286571" y="2154127"/>
                  <a:pt x="5311771" y="2138286"/>
                  <a:pt x="5295571" y="2138286"/>
                </a:cubicBezTo>
                <a:cubicBezTo>
                  <a:pt x="5284411" y="2145126"/>
                  <a:pt x="5268211" y="2163127"/>
                  <a:pt x="5288731" y="2172128"/>
                </a:cubicBezTo>
                <a:cubicBezTo>
                  <a:pt x="5288731" y="2165287"/>
                  <a:pt x="5300251" y="2151606"/>
                  <a:pt x="5304571" y="2158447"/>
                </a:cubicBezTo>
                <a:cubicBezTo>
                  <a:pt x="5291251" y="2172128"/>
                  <a:pt x="5279731" y="2192649"/>
                  <a:pt x="5261731" y="2194809"/>
                </a:cubicBezTo>
                <a:cubicBezTo>
                  <a:pt x="5259211" y="2206330"/>
                  <a:pt x="5272891" y="2194809"/>
                  <a:pt x="5270731" y="2208490"/>
                </a:cubicBezTo>
                <a:cubicBezTo>
                  <a:pt x="5252371" y="2211011"/>
                  <a:pt x="5263891" y="2217851"/>
                  <a:pt x="5254891" y="2224691"/>
                </a:cubicBezTo>
                <a:lnTo>
                  <a:pt x="5267986" y="2224691"/>
                </a:lnTo>
                <a:lnTo>
                  <a:pt x="5266401" y="2223500"/>
                </a:lnTo>
                <a:cubicBezTo>
                  <a:pt x="5262492" y="2215795"/>
                  <a:pt x="5276452" y="2209456"/>
                  <a:pt x="5281553" y="2204330"/>
                </a:cubicBezTo>
                <a:lnTo>
                  <a:pt x="5289665" y="2208092"/>
                </a:lnTo>
                <a:lnTo>
                  <a:pt x="5294363" y="2206646"/>
                </a:lnTo>
                <a:lnTo>
                  <a:pt x="5306611" y="2199654"/>
                </a:lnTo>
                <a:cubicBezTo>
                  <a:pt x="5288355" y="2190662"/>
                  <a:pt x="5301957" y="2211164"/>
                  <a:pt x="5284059" y="2199654"/>
                </a:cubicBezTo>
                <a:cubicBezTo>
                  <a:pt x="5290860" y="2192821"/>
                  <a:pt x="5297662" y="2185987"/>
                  <a:pt x="5315560" y="2190662"/>
                </a:cubicBezTo>
                <a:cubicBezTo>
                  <a:pt x="5324867" y="2199654"/>
                  <a:pt x="5297662" y="2206488"/>
                  <a:pt x="5320213" y="2217998"/>
                </a:cubicBezTo>
                <a:cubicBezTo>
                  <a:pt x="5315739" y="2216739"/>
                  <a:pt x="5305537" y="2216739"/>
                  <a:pt x="5297303" y="2215885"/>
                </a:cubicBezTo>
                <a:lnTo>
                  <a:pt x="5293414" y="2215027"/>
                </a:lnTo>
                <a:lnTo>
                  <a:pt x="5286571" y="2226852"/>
                </a:lnTo>
                <a:lnTo>
                  <a:pt x="5277110" y="2228525"/>
                </a:lnTo>
                <a:lnTo>
                  <a:pt x="5277258" y="2231665"/>
                </a:lnTo>
                <a:lnTo>
                  <a:pt x="5273426" y="2228783"/>
                </a:lnTo>
                <a:lnTo>
                  <a:pt x="5264476" y="2227977"/>
                </a:lnTo>
                <a:cubicBezTo>
                  <a:pt x="5258221" y="2227392"/>
                  <a:pt x="5253631" y="2227932"/>
                  <a:pt x="5252371" y="2235852"/>
                </a:cubicBezTo>
                <a:cubicBezTo>
                  <a:pt x="5252371" y="2241613"/>
                  <a:pt x="5254711" y="2243953"/>
                  <a:pt x="5257321" y="2246248"/>
                </a:cubicBezTo>
                <a:lnTo>
                  <a:pt x="5259631" y="2249808"/>
                </a:lnTo>
                <a:lnTo>
                  <a:pt x="5261836" y="2246704"/>
                </a:lnTo>
                <a:cubicBezTo>
                  <a:pt x="5266102" y="2242139"/>
                  <a:pt x="5270890" y="2238103"/>
                  <a:pt x="5275387" y="2235200"/>
                </a:cubicBezTo>
                <a:cubicBezTo>
                  <a:pt x="5282222" y="2237740"/>
                  <a:pt x="5289057" y="2242094"/>
                  <a:pt x="5291575" y="2239917"/>
                </a:cubicBezTo>
                <a:cubicBezTo>
                  <a:pt x="5307403" y="2248988"/>
                  <a:pt x="5293734" y="2253705"/>
                  <a:pt x="5293734" y="2255883"/>
                </a:cubicBezTo>
                <a:cubicBezTo>
                  <a:pt x="5282222" y="2258060"/>
                  <a:pt x="5277905" y="2248988"/>
                  <a:pt x="5286899" y="2246811"/>
                </a:cubicBezTo>
                <a:cubicBezTo>
                  <a:pt x="5282222" y="2246811"/>
                  <a:pt x="5280064" y="2248988"/>
                  <a:pt x="5271071" y="2244634"/>
                </a:cubicBezTo>
                <a:cubicBezTo>
                  <a:pt x="5268553" y="2251165"/>
                  <a:pt x="5275387" y="2255883"/>
                  <a:pt x="5275387" y="2260600"/>
                </a:cubicBezTo>
                <a:cubicBezTo>
                  <a:pt x="5289057" y="2253705"/>
                  <a:pt x="5300568" y="2269671"/>
                  <a:pt x="5300568" y="2278743"/>
                </a:cubicBezTo>
                <a:lnTo>
                  <a:pt x="5290124" y="2273957"/>
                </a:lnTo>
                <a:lnTo>
                  <a:pt x="5284411" y="2279055"/>
                </a:lnTo>
                <a:cubicBezTo>
                  <a:pt x="5298091" y="2274735"/>
                  <a:pt x="5291251" y="2285896"/>
                  <a:pt x="5288731" y="2290576"/>
                </a:cubicBezTo>
                <a:cubicBezTo>
                  <a:pt x="5298091" y="2279055"/>
                  <a:pt x="5309251" y="2274735"/>
                  <a:pt x="5320772" y="2279055"/>
                </a:cubicBezTo>
                <a:cubicBezTo>
                  <a:pt x="5309251" y="2274735"/>
                  <a:pt x="5309251" y="2292736"/>
                  <a:pt x="5316091" y="2290576"/>
                </a:cubicBezTo>
                <a:cubicBezTo>
                  <a:pt x="5336612" y="2279055"/>
                  <a:pt x="5329772" y="2251693"/>
                  <a:pt x="5341292" y="2238372"/>
                </a:cubicBezTo>
                <a:cubicBezTo>
                  <a:pt x="5343452" y="2247373"/>
                  <a:pt x="5341292" y="2261054"/>
                  <a:pt x="5357132" y="2254213"/>
                </a:cubicBezTo>
                <a:cubicBezTo>
                  <a:pt x="5348132" y="2238372"/>
                  <a:pt x="5345612" y="2211011"/>
                  <a:pt x="5366132" y="2211011"/>
                </a:cubicBezTo>
                <a:cubicBezTo>
                  <a:pt x="5359292" y="2211011"/>
                  <a:pt x="5354972" y="2222171"/>
                  <a:pt x="5363972" y="2222171"/>
                </a:cubicBezTo>
                <a:cubicBezTo>
                  <a:pt x="5370812" y="2211011"/>
                  <a:pt x="5381972" y="2201650"/>
                  <a:pt x="5384492" y="2185809"/>
                </a:cubicBezTo>
                <a:cubicBezTo>
                  <a:pt x="5393492" y="2183649"/>
                  <a:pt x="5400332" y="2183649"/>
                  <a:pt x="5405013" y="2185809"/>
                </a:cubicBezTo>
                <a:cubicBezTo>
                  <a:pt x="5407173" y="2172128"/>
                  <a:pt x="5402493" y="2176808"/>
                  <a:pt x="5400332" y="2163127"/>
                </a:cubicBezTo>
                <a:cubicBezTo>
                  <a:pt x="5407173" y="2163127"/>
                  <a:pt x="5407173" y="2158447"/>
                  <a:pt x="5414013" y="2156287"/>
                </a:cubicBezTo>
                <a:cubicBezTo>
                  <a:pt x="5420853" y="2156287"/>
                  <a:pt x="5418693" y="2163127"/>
                  <a:pt x="5423013" y="2160967"/>
                </a:cubicBezTo>
                <a:cubicBezTo>
                  <a:pt x="5450373" y="2140446"/>
                  <a:pt x="5443533" y="2113084"/>
                  <a:pt x="5455053" y="2087882"/>
                </a:cubicBezTo>
                <a:cubicBezTo>
                  <a:pt x="5459373" y="2094723"/>
                  <a:pt x="5466213" y="2101563"/>
                  <a:pt x="5475213" y="2104083"/>
                </a:cubicBezTo>
                <a:cubicBezTo>
                  <a:pt x="5477733" y="2094723"/>
                  <a:pt x="5489253" y="2087882"/>
                  <a:pt x="5482413" y="2074561"/>
                </a:cubicBezTo>
                <a:cubicBezTo>
                  <a:pt x="5473053" y="2078881"/>
                  <a:pt x="5477733" y="2101563"/>
                  <a:pt x="5466213" y="2087882"/>
                </a:cubicBezTo>
                <a:cubicBezTo>
                  <a:pt x="5468373" y="2074561"/>
                  <a:pt x="5482413" y="2069881"/>
                  <a:pt x="5500413" y="2060880"/>
                </a:cubicBezTo>
                <a:cubicBezTo>
                  <a:pt x="5495733" y="2042519"/>
                  <a:pt x="5486733" y="2065201"/>
                  <a:pt x="5477733" y="2056200"/>
                </a:cubicBezTo>
                <a:cubicBezTo>
                  <a:pt x="5505093" y="2033518"/>
                  <a:pt x="5505093" y="1999316"/>
                  <a:pt x="5511933" y="1974474"/>
                </a:cubicBezTo>
                <a:cubicBezTo>
                  <a:pt x="5518773" y="1983475"/>
                  <a:pt x="5507253" y="1983475"/>
                  <a:pt x="5509413" y="1990315"/>
                </a:cubicBezTo>
                <a:cubicBezTo>
                  <a:pt x="5518053" y="1985185"/>
                  <a:pt x="5520213" y="1991598"/>
                  <a:pt x="5524550" y="1992239"/>
                </a:cubicBezTo>
                <a:lnTo>
                  <a:pt x="5526506" y="1991540"/>
                </a:lnTo>
                <a:lnTo>
                  <a:pt x="5530859" y="1965456"/>
                </a:lnTo>
                <a:lnTo>
                  <a:pt x="5530895" y="1964489"/>
                </a:lnTo>
                <a:lnTo>
                  <a:pt x="5531076" y="1964153"/>
                </a:lnTo>
                <a:lnTo>
                  <a:pt x="5537473" y="1925825"/>
                </a:lnTo>
                <a:lnTo>
                  <a:pt x="5532145" y="1928454"/>
                </a:lnTo>
                <a:cubicBezTo>
                  <a:pt x="5531079" y="1925053"/>
                  <a:pt x="5533389" y="1920579"/>
                  <a:pt x="5536233" y="1914672"/>
                </a:cubicBezTo>
                <a:lnTo>
                  <a:pt x="5542594" y="1895141"/>
                </a:lnTo>
                <a:lnTo>
                  <a:pt x="5544055" y="1886384"/>
                </a:lnTo>
                <a:lnTo>
                  <a:pt x="5539081" y="1887807"/>
                </a:lnTo>
                <a:cubicBezTo>
                  <a:pt x="5539081" y="1885650"/>
                  <a:pt x="5541593" y="1885650"/>
                  <a:pt x="5543746" y="1885650"/>
                </a:cubicBezTo>
                <a:cubicBezTo>
                  <a:pt x="5548410" y="1871992"/>
                  <a:pt x="5534775" y="1860490"/>
                  <a:pt x="5550563" y="1847191"/>
                </a:cubicBezTo>
                <a:lnTo>
                  <a:pt x="5550595" y="1847196"/>
                </a:lnTo>
                <a:lnTo>
                  <a:pt x="5557077" y="1808358"/>
                </a:lnTo>
                <a:cubicBezTo>
                  <a:pt x="5557077" y="1794679"/>
                  <a:pt x="5543399" y="1780999"/>
                  <a:pt x="5570755" y="1769840"/>
                </a:cubicBezTo>
                <a:cubicBezTo>
                  <a:pt x="5581013" y="1782259"/>
                  <a:pt x="5587852" y="1796479"/>
                  <a:pt x="5592127" y="1811823"/>
                </a:cubicBezTo>
                <a:lnTo>
                  <a:pt x="5593821" y="1825625"/>
                </a:lnTo>
                <a:lnTo>
                  <a:pt x="5602091" y="1825625"/>
                </a:lnTo>
                <a:lnTo>
                  <a:pt x="5603888" y="1825625"/>
                </a:lnTo>
                <a:lnTo>
                  <a:pt x="5605545" y="1820716"/>
                </a:lnTo>
                <a:cubicBezTo>
                  <a:pt x="5606749" y="1814556"/>
                  <a:pt x="5606884" y="1808143"/>
                  <a:pt x="5605174" y="1801302"/>
                </a:cubicBezTo>
                <a:cubicBezTo>
                  <a:pt x="5607334" y="1808143"/>
                  <a:pt x="5612014" y="1808143"/>
                  <a:pt x="5618854" y="1808143"/>
                </a:cubicBezTo>
                <a:cubicBezTo>
                  <a:pt x="5623174" y="1767100"/>
                  <a:pt x="5630014" y="1773941"/>
                  <a:pt x="5650534" y="1746939"/>
                </a:cubicBezTo>
                <a:cubicBezTo>
                  <a:pt x="5652694" y="1753779"/>
                  <a:pt x="5657374" y="1758099"/>
                  <a:pt x="5664215" y="1755939"/>
                </a:cubicBezTo>
                <a:cubicBezTo>
                  <a:pt x="5652694" y="1740098"/>
                  <a:pt x="5675735" y="1749099"/>
                  <a:pt x="5671055" y="1735418"/>
                </a:cubicBezTo>
                <a:cubicBezTo>
                  <a:pt x="5666375" y="1726417"/>
                  <a:pt x="5662055" y="1721737"/>
                  <a:pt x="5657374" y="1721737"/>
                </a:cubicBezTo>
                <a:cubicBezTo>
                  <a:pt x="5664215" y="1717417"/>
                  <a:pt x="5668895" y="1712736"/>
                  <a:pt x="5668895" y="1705896"/>
                </a:cubicBezTo>
                <a:cubicBezTo>
                  <a:pt x="5664215" y="1701216"/>
                  <a:pt x="5657374" y="1710576"/>
                  <a:pt x="5655214" y="1705896"/>
                </a:cubicBezTo>
                <a:lnTo>
                  <a:pt x="5658633" y="1701163"/>
                </a:lnTo>
                <a:lnTo>
                  <a:pt x="5658237" y="1701182"/>
                </a:lnTo>
                <a:cubicBezTo>
                  <a:pt x="5652794" y="1701447"/>
                  <a:pt x="5652794" y="1701447"/>
                  <a:pt x="5652794" y="1701447"/>
                </a:cubicBezTo>
                <a:cubicBezTo>
                  <a:pt x="5651071" y="1697566"/>
                  <a:pt x="5652794" y="1694943"/>
                  <a:pt x="5656383" y="1693328"/>
                </a:cubicBezTo>
                <a:lnTo>
                  <a:pt x="5667337" y="1691796"/>
                </a:lnTo>
                <a:lnTo>
                  <a:pt x="5670149" y="1688885"/>
                </a:lnTo>
                <a:cubicBezTo>
                  <a:pt x="5671640" y="1686792"/>
                  <a:pt x="5673395" y="1683664"/>
                  <a:pt x="5675735" y="1678534"/>
                </a:cubicBezTo>
                <a:cubicBezTo>
                  <a:pt x="5668895" y="1680694"/>
                  <a:pt x="5659534" y="1690055"/>
                  <a:pt x="5657374" y="1678534"/>
                </a:cubicBezTo>
                <a:cubicBezTo>
                  <a:pt x="5684735" y="1662693"/>
                  <a:pt x="5686895" y="1614810"/>
                  <a:pt x="5709575" y="1635331"/>
                </a:cubicBezTo>
                <a:cubicBezTo>
                  <a:pt x="5721095" y="1623810"/>
                  <a:pt x="5712095" y="1607969"/>
                  <a:pt x="5718935" y="1596448"/>
                </a:cubicBezTo>
                <a:cubicBezTo>
                  <a:pt x="5721095" y="1598968"/>
                  <a:pt x="5723255" y="1605809"/>
                  <a:pt x="5727935" y="1603289"/>
                </a:cubicBezTo>
                <a:cubicBezTo>
                  <a:pt x="5723255" y="1587448"/>
                  <a:pt x="5746295" y="1592128"/>
                  <a:pt x="5743775" y="1576287"/>
                </a:cubicBezTo>
                <a:cubicBezTo>
                  <a:pt x="5732615" y="1566926"/>
                  <a:pt x="5718935" y="1573767"/>
                  <a:pt x="5709575" y="1566926"/>
                </a:cubicBezTo>
                <a:cubicBezTo>
                  <a:pt x="5727935" y="1564766"/>
                  <a:pt x="5746295" y="1539924"/>
                  <a:pt x="5725775" y="1533084"/>
                </a:cubicBezTo>
                <a:lnTo>
                  <a:pt x="5738193" y="1498416"/>
                </a:lnTo>
                <a:lnTo>
                  <a:pt x="5738088" y="1497582"/>
                </a:lnTo>
                <a:cubicBezTo>
                  <a:pt x="5737722" y="1488891"/>
                  <a:pt x="5738037" y="1479059"/>
                  <a:pt x="5739207" y="1467090"/>
                </a:cubicBezTo>
                <a:cubicBezTo>
                  <a:pt x="5741367" y="1444410"/>
                  <a:pt x="5761884" y="1428571"/>
                  <a:pt x="5768723" y="1412731"/>
                </a:cubicBezTo>
                <a:cubicBezTo>
                  <a:pt x="5770883" y="1408052"/>
                  <a:pt x="5761884" y="1403372"/>
                  <a:pt x="5764043" y="1396532"/>
                </a:cubicBezTo>
                <a:cubicBezTo>
                  <a:pt x="5766293" y="1391492"/>
                  <a:pt x="5770252" y="1386002"/>
                  <a:pt x="5775072" y="1380175"/>
                </a:cubicBezTo>
                <a:lnTo>
                  <a:pt x="5779424" y="1375234"/>
                </a:lnTo>
                <a:lnTo>
                  <a:pt x="5802815" y="1291867"/>
                </a:lnTo>
                <a:cubicBezTo>
                  <a:pt x="5814335" y="1300868"/>
                  <a:pt x="5795975" y="1307708"/>
                  <a:pt x="5802815" y="1316709"/>
                </a:cubicBezTo>
                <a:cubicBezTo>
                  <a:pt x="5812175" y="1316709"/>
                  <a:pt x="5805335" y="1328230"/>
                  <a:pt x="5816495" y="1321389"/>
                </a:cubicBezTo>
                <a:cubicBezTo>
                  <a:pt x="5814335" y="1319229"/>
                  <a:pt x="5821175" y="1314549"/>
                  <a:pt x="5819015" y="1312389"/>
                </a:cubicBezTo>
                <a:cubicBezTo>
                  <a:pt x="5814335" y="1307708"/>
                  <a:pt x="5809655" y="1309869"/>
                  <a:pt x="5807495" y="1303028"/>
                </a:cubicBezTo>
                <a:cubicBezTo>
                  <a:pt x="5810915" y="1297448"/>
                  <a:pt x="5813795" y="1296908"/>
                  <a:pt x="5816360" y="1297493"/>
                </a:cubicBezTo>
                <a:lnTo>
                  <a:pt x="5819653" y="1298066"/>
                </a:lnTo>
                <a:lnTo>
                  <a:pt x="5819249" y="1292675"/>
                </a:lnTo>
                <a:cubicBezTo>
                  <a:pt x="5819227" y="1288131"/>
                  <a:pt x="5819913" y="1283721"/>
                  <a:pt x="5822449" y="1279435"/>
                </a:cubicBezTo>
                <a:lnTo>
                  <a:pt x="5822748" y="1279174"/>
                </a:lnTo>
                <a:lnTo>
                  <a:pt x="5816495" y="1278186"/>
                </a:lnTo>
                <a:cubicBezTo>
                  <a:pt x="5805335" y="1289707"/>
                  <a:pt x="5793815" y="1289707"/>
                  <a:pt x="5782655" y="1294028"/>
                </a:cubicBezTo>
                <a:cubicBezTo>
                  <a:pt x="5789495" y="1287187"/>
                  <a:pt x="5780135" y="1280347"/>
                  <a:pt x="5791655" y="1273506"/>
                </a:cubicBezTo>
                <a:cubicBezTo>
                  <a:pt x="5795975" y="1278186"/>
                  <a:pt x="5800655" y="1289707"/>
                  <a:pt x="5807495" y="1278186"/>
                </a:cubicBezTo>
                <a:cubicBezTo>
                  <a:pt x="5802815" y="1259825"/>
                  <a:pt x="5834855" y="1239304"/>
                  <a:pt x="5819015" y="1219142"/>
                </a:cubicBezTo>
                <a:cubicBezTo>
                  <a:pt x="5830175" y="1214462"/>
                  <a:pt x="5832695" y="1212302"/>
                  <a:pt x="5821175" y="1207622"/>
                </a:cubicBezTo>
                <a:cubicBezTo>
                  <a:pt x="5832695" y="1202941"/>
                  <a:pt x="5830175" y="1193941"/>
                  <a:pt x="5834855" y="1187100"/>
                </a:cubicBezTo>
                <a:cubicBezTo>
                  <a:pt x="5838275" y="1192861"/>
                  <a:pt x="5838275" y="1198531"/>
                  <a:pt x="5838275" y="1203931"/>
                </a:cubicBezTo>
                <a:lnTo>
                  <a:pt x="5841485" y="1218207"/>
                </a:lnTo>
                <a:lnTo>
                  <a:pt x="5843906" y="1209023"/>
                </a:lnTo>
                <a:lnTo>
                  <a:pt x="5854080" y="1194580"/>
                </a:lnTo>
                <a:lnTo>
                  <a:pt x="5854205" y="1193671"/>
                </a:lnTo>
                <a:cubicBezTo>
                  <a:pt x="5853665" y="1184850"/>
                  <a:pt x="5850875" y="1175760"/>
                  <a:pt x="5853215" y="1166579"/>
                </a:cubicBezTo>
                <a:cubicBezTo>
                  <a:pt x="5869056" y="1168739"/>
                  <a:pt x="5862216" y="1150738"/>
                  <a:pt x="5869056" y="1143897"/>
                </a:cubicBezTo>
                <a:cubicBezTo>
                  <a:pt x="5880216" y="1146057"/>
                  <a:pt x="5887056" y="1164419"/>
                  <a:pt x="5898576" y="1157578"/>
                </a:cubicBezTo>
                <a:cubicBezTo>
                  <a:pt x="5884896" y="1146057"/>
                  <a:pt x="5896416" y="1134897"/>
                  <a:pt x="5893896" y="1123376"/>
                </a:cubicBezTo>
                <a:cubicBezTo>
                  <a:pt x="5882736" y="1112215"/>
                  <a:pt x="5884896" y="1116535"/>
                  <a:pt x="5873376" y="1112215"/>
                </a:cubicBezTo>
                <a:cubicBezTo>
                  <a:pt x="5887056" y="1102854"/>
                  <a:pt x="5884896" y="1102854"/>
                  <a:pt x="5896416" y="1091694"/>
                </a:cubicBezTo>
                <a:cubicBezTo>
                  <a:pt x="5905416" y="1098534"/>
                  <a:pt x="5907576" y="1096014"/>
                  <a:pt x="5921256" y="1098534"/>
                </a:cubicBezTo>
                <a:cubicBezTo>
                  <a:pt x="5923417" y="1107535"/>
                  <a:pt x="5912256" y="1116535"/>
                  <a:pt x="5923417" y="1125896"/>
                </a:cubicBezTo>
                <a:cubicBezTo>
                  <a:pt x="5908296" y="1142907"/>
                  <a:pt x="5909579" y="1159919"/>
                  <a:pt x="5905394" y="1179816"/>
                </a:cubicBezTo>
                <a:lnTo>
                  <a:pt x="5900701" y="1194247"/>
                </a:lnTo>
                <a:lnTo>
                  <a:pt x="5899938" y="1198865"/>
                </a:lnTo>
                <a:cubicBezTo>
                  <a:pt x="5900439" y="1203826"/>
                  <a:pt x="5903431" y="1207358"/>
                  <a:pt x="5911979" y="1207898"/>
                </a:cubicBezTo>
                <a:lnTo>
                  <a:pt x="5907385" y="1213224"/>
                </a:lnTo>
                <a:lnTo>
                  <a:pt x="5905326" y="1224588"/>
                </a:lnTo>
                <a:cubicBezTo>
                  <a:pt x="5901906" y="1232553"/>
                  <a:pt x="5896236" y="1240564"/>
                  <a:pt x="5898576" y="1248664"/>
                </a:cubicBezTo>
                <a:cubicBezTo>
                  <a:pt x="5903256" y="1246144"/>
                  <a:pt x="5905416" y="1243984"/>
                  <a:pt x="5910096" y="1248664"/>
                </a:cubicBezTo>
                <a:cubicBezTo>
                  <a:pt x="5901456" y="1253795"/>
                  <a:pt x="5905776" y="1260140"/>
                  <a:pt x="5901642" y="1265878"/>
                </a:cubicBezTo>
                <a:lnTo>
                  <a:pt x="5899764" y="1267204"/>
                </a:lnTo>
                <a:lnTo>
                  <a:pt x="5899871" y="1268416"/>
                </a:lnTo>
                <a:lnTo>
                  <a:pt x="5896047" y="1285358"/>
                </a:lnTo>
                <a:lnTo>
                  <a:pt x="5903256" y="1291867"/>
                </a:lnTo>
                <a:cubicBezTo>
                  <a:pt x="5891736" y="1300868"/>
                  <a:pt x="5891736" y="1305548"/>
                  <a:pt x="5900736" y="1316709"/>
                </a:cubicBezTo>
                <a:cubicBezTo>
                  <a:pt x="5898576" y="1321389"/>
                  <a:pt x="5893896" y="1321389"/>
                  <a:pt x="5889576" y="1321389"/>
                </a:cubicBezTo>
                <a:cubicBezTo>
                  <a:pt x="5891736" y="1328230"/>
                  <a:pt x="5900736" y="1337231"/>
                  <a:pt x="5896416" y="1344071"/>
                </a:cubicBezTo>
                <a:cubicBezTo>
                  <a:pt x="5879136" y="1344071"/>
                  <a:pt x="5885144" y="1331312"/>
                  <a:pt x="5888316" y="1319162"/>
                </a:cubicBezTo>
                <a:lnTo>
                  <a:pt x="5888969" y="1313229"/>
                </a:lnTo>
                <a:lnTo>
                  <a:pt x="5873314" y="1349222"/>
                </a:lnTo>
                <a:lnTo>
                  <a:pt x="5866210" y="1362587"/>
                </a:lnTo>
                <a:lnTo>
                  <a:pt x="5869056" y="1366753"/>
                </a:lnTo>
                <a:lnTo>
                  <a:pt x="5862598" y="1369380"/>
                </a:lnTo>
                <a:lnTo>
                  <a:pt x="5855151" y="1383390"/>
                </a:lnTo>
                <a:lnTo>
                  <a:pt x="5856950" y="1386329"/>
                </a:lnTo>
                <a:cubicBezTo>
                  <a:pt x="5857536" y="1389704"/>
                  <a:pt x="5857536" y="1393035"/>
                  <a:pt x="5859696" y="1396275"/>
                </a:cubicBezTo>
                <a:cubicBezTo>
                  <a:pt x="5857536" y="1398615"/>
                  <a:pt x="5851865" y="1399785"/>
                  <a:pt x="5847320" y="1401495"/>
                </a:cubicBezTo>
                <a:lnTo>
                  <a:pt x="5843645" y="1403664"/>
                </a:lnTo>
                <a:lnTo>
                  <a:pt x="5841833" y="1406806"/>
                </a:lnTo>
                <a:lnTo>
                  <a:pt x="5841695" y="1409956"/>
                </a:lnTo>
                <a:cubicBezTo>
                  <a:pt x="5850695" y="1407795"/>
                  <a:pt x="5862216" y="1400955"/>
                  <a:pt x="5871216" y="1416796"/>
                </a:cubicBezTo>
                <a:cubicBezTo>
                  <a:pt x="5843855" y="1419316"/>
                  <a:pt x="5864376" y="1430477"/>
                  <a:pt x="5839535" y="1435157"/>
                </a:cubicBezTo>
                <a:cubicBezTo>
                  <a:pt x="5850695" y="1446678"/>
                  <a:pt x="5846375" y="1444158"/>
                  <a:pt x="5850695" y="1457839"/>
                </a:cubicBezTo>
                <a:cubicBezTo>
                  <a:pt x="5857536" y="1450998"/>
                  <a:pt x="5850695" y="1428317"/>
                  <a:pt x="5866536" y="1432637"/>
                </a:cubicBezTo>
                <a:cubicBezTo>
                  <a:pt x="5866536" y="1448838"/>
                  <a:pt x="5853215" y="1464679"/>
                  <a:pt x="5850695" y="1480520"/>
                </a:cubicBezTo>
                <a:cubicBezTo>
                  <a:pt x="5871216" y="1483041"/>
                  <a:pt x="5846375" y="1519403"/>
                  <a:pt x="5848535" y="1537404"/>
                </a:cubicBezTo>
                <a:cubicBezTo>
                  <a:pt x="5862216" y="1523723"/>
                  <a:pt x="5878056" y="1483041"/>
                  <a:pt x="5900736" y="1496361"/>
                </a:cubicBezTo>
                <a:cubicBezTo>
                  <a:pt x="5903256" y="1489881"/>
                  <a:pt x="5903256" y="1485201"/>
                  <a:pt x="5898576" y="1478360"/>
                </a:cubicBezTo>
                <a:cubicBezTo>
                  <a:pt x="5893896" y="1483041"/>
                  <a:pt x="5889576" y="1483041"/>
                  <a:pt x="5884896" y="1478360"/>
                </a:cubicBezTo>
                <a:cubicBezTo>
                  <a:pt x="5898576" y="1457839"/>
                  <a:pt x="5866536" y="1464679"/>
                  <a:pt x="5875896" y="1444158"/>
                </a:cubicBezTo>
                <a:cubicBezTo>
                  <a:pt x="5880216" y="1453519"/>
                  <a:pt x="5884896" y="1459999"/>
                  <a:pt x="5891736" y="1455679"/>
                </a:cubicBezTo>
                <a:cubicBezTo>
                  <a:pt x="5896416" y="1450998"/>
                  <a:pt x="5898576" y="1446678"/>
                  <a:pt x="5898576" y="1441998"/>
                </a:cubicBezTo>
                <a:cubicBezTo>
                  <a:pt x="5898576" y="1441998"/>
                  <a:pt x="5898576" y="1441998"/>
                  <a:pt x="5889576" y="1428317"/>
                </a:cubicBezTo>
                <a:cubicBezTo>
                  <a:pt x="5898576" y="1421476"/>
                  <a:pt x="5898576" y="1414636"/>
                  <a:pt x="5907576" y="1405635"/>
                </a:cubicBezTo>
                <a:cubicBezTo>
                  <a:pt x="5921256" y="1416796"/>
                  <a:pt x="5910096" y="1423636"/>
                  <a:pt x="5916936" y="1432637"/>
                </a:cubicBezTo>
                <a:cubicBezTo>
                  <a:pt x="5923417" y="1428317"/>
                  <a:pt x="5925937" y="1421476"/>
                  <a:pt x="5925937" y="1416796"/>
                </a:cubicBezTo>
                <a:cubicBezTo>
                  <a:pt x="5925937" y="1416796"/>
                  <a:pt x="5925937" y="1416796"/>
                  <a:pt x="5912256" y="1398795"/>
                </a:cubicBezTo>
                <a:cubicBezTo>
                  <a:pt x="5910096" y="1405635"/>
                  <a:pt x="5907576" y="1407795"/>
                  <a:pt x="5900736" y="1403115"/>
                </a:cubicBezTo>
                <a:cubicBezTo>
                  <a:pt x="5912256" y="1387274"/>
                  <a:pt x="5912256" y="1369273"/>
                  <a:pt x="5919096" y="1350911"/>
                </a:cubicBezTo>
                <a:cubicBezTo>
                  <a:pt x="5873376" y="1323550"/>
                  <a:pt x="5946457" y="1276026"/>
                  <a:pt x="5923417" y="1246144"/>
                </a:cubicBezTo>
                <a:cubicBezTo>
                  <a:pt x="5930257" y="1259825"/>
                  <a:pt x="5937097" y="1259825"/>
                  <a:pt x="5946457" y="1262345"/>
                </a:cubicBezTo>
                <a:cubicBezTo>
                  <a:pt x="5930257" y="1278186"/>
                  <a:pt x="5910096" y="1303028"/>
                  <a:pt x="5930257" y="1314549"/>
                </a:cubicBezTo>
                <a:cubicBezTo>
                  <a:pt x="5914416" y="1323550"/>
                  <a:pt x="5916936" y="1332550"/>
                  <a:pt x="5916936" y="1344071"/>
                </a:cubicBezTo>
                <a:cubicBezTo>
                  <a:pt x="5930257" y="1341911"/>
                  <a:pt x="5921256" y="1326070"/>
                  <a:pt x="5939617" y="1330390"/>
                </a:cubicBezTo>
                <a:cubicBezTo>
                  <a:pt x="5916936" y="1316709"/>
                  <a:pt x="5962297" y="1303028"/>
                  <a:pt x="5932777" y="1296188"/>
                </a:cubicBezTo>
                <a:cubicBezTo>
                  <a:pt x="5955457" y="1282867"/>
                  <a:pt x="5943937" y="1269186"/>
                  <a:pt x="5955457" y="1252985"/>
                </a:cubicBezTo>
                <a:cubicBezTo>
                  <a:pt x="5962297" y="1262345"/>
                  <a:pt x="5957617" y="1269186"/>
                  <a:pt x="5969137" y="1262345"/>
                </a:cubicBezTo>
                <a:cubicBezTo>
                  <a:pt x="5962297" y="1255505"/>
                  <a:pt x="5978137" y="1252985"/>
                  <a:pt x="5980297" y="1252985"/>
                </a:cubicBezTo>
                <a:cubicBezTo>
                  <a:pt x="5966617" y="1252985"/>
                  <a:pt x="5982817" y="1241824"/>
                  <a:pt x="5969137" y="1232463"/>
                </a:cubicBezTo>
                <a:cubicBezTo>
                  <a:pt x="5966617" y="1239304"/>
                  <a:pt x="5964457" y="1241824"/>
                  <a:pt x="5957617" y="1237144"/>
                </a:cubicBezTo>
                <a:cubicBezTo>
                  <a:pt x="5966617" y="1225983"/>
                  <a:pt x="5957617" y="1214462"/>
                  <a:pt x="5975977" y="1202941"/>
                </a:cubicBezTo>
                <a:cubicBezTo>
                  <a:pt x="5980297" y="1205461"/>
                  <a:pt x="5984977" y="1214462"/>
                  <a:pt x="5989657" y="1212302"/>
                </a:cubicBezTo>
                <a:cubicBezTo>
                  <a:pt x="5991817" y="1196101"/>
                  <a:pt x="5980297" y="1196101"/>
                  <a:pt x="5975977" y="1182420"/>
                </a:cubicBezTo>
                <a:cubicBezTo>
                  <a:pt x="6000817" y="1175579"/>
                  <a:pt x="5984977" y="1157578"/>
                  <a:pt x="6010177" y="1148578"/>
                </a:cubicBezTo>
                <a:cubicBezTo>
                  <a:pt x="6005497" y="1134897"/>
                  <a:pt x="6026017" y="1116535"/>
                  <a:pt x="6026017" y="1109695"/>
                </a:cubicBezTo>
                <a:cubicBezTo>
                  <a:pt x="6019177" y="1116535"/>
                  <a:pt x="6035017" y="1119056"/>
                  <a:pt x="6039697" y="1119056"/>
                </a:cubicBezTo>
                <a:cubicBezTo>
                  <a:pt x="6039697" y="1107535"/>
                  <a:pt x="6059857" y="1089173"/>
                  <a:pt x="6041857" y="1096014"/>
                </a:cubicBezTo>
                <a:cubicBezTo>
                  <a:pt x="6046537" y="1080173"/>
                  <a:pt x="6048697" y="1091694"/>
                  <a:pt x="6059857" y="1087013"/>
                </a:cubicBezTo>
                <a:cubicBezTo>
                  <a:pt x="6053377" y="1080173"/>
                  <a:pt x="6069217" y="1073332"/>
                  <a:pt x="6064537" y="1068652"/>
                </a:cubicBezTo>
                <a:cubicBezTo>
                  <a:pt x="6050857" y="1064332"/>
                  <a:pt x="6057697" y="1073332"/>
                  <a:pt x="6050857" y="1082333"/>
                </a:cubicBezTo>
                <a:cubicBezTo>
                  <a:pt x="6039697" y="1082333"/>
                  <a:pt x="6048697" y="1075493"/>
                  <a:pt x="6037177" y="1068652"/>
                </a:cubicBezTo>
                <a:cubicBezTo>
                  <a:pt x="6046537" y="1062172"/>
                  <a:pt x="6048697" y="1057491"/>
                  <a:pt x="6039697" y="1050651"/>
                </a:cubicBezTo>
                <a:cubicBezTo>
                  <a:pt x="6050857" y="1050651"/>
                  <a:pt x="6048697" y="1030129"/>
                  <a:pt x="6062377" y="1039130"/>
                </a:cubicBezTo>
                <a:cubicBezTo>
                  <a:pt x="6059857" y="1043810"/>
                  <a:pt x="6039697" y="1048491"/>
                  <a:pt x="6057697" y="1064332"/>
                </a:cubicBezTo>
                <a:cubicBezTo>
                  <a:pt x="6067057" y="1043810"/>
                  <a:pt x="6071377" y="1057491"/>
                  <a:pt x="6087217" y="1048491"/>
                </a:cubicBezTo>
                <a:cubicBezTo>
                  <a:pt x="6071377" y="1036970"/>
                  <a:pt x="6100897" y="1023289"/>
                  <a:pt x="6091897" y="1012128"/>
                </a:cubicBezTo>
                <a:cubicBezTo>
                  <a:pt x="6103417" y="1018969"/>
                  <a:pt x="6094057" y="1025809"/>
                  <a:pt x="6105577" y="1030129"/>
                </a:cubicBezTo>
                <a:cubicBezTo>
                  <a:pt x="6089737" y="1041650"/>
                  <a:pt x="6091897" y="1050651"/>
                  <a:pt x="6094057" y="1062172"/>
                </a:cubicBezTo>
                <a:cubicBezTo>
                  <a:pt x="6098737" y="1059651"/>
                  <a:pt x="6105577" y="1059651"/>
                  <a:pt x="6100897" y="1064332"/>
                </a:cubicBezTo>
                <a:cubicBezTo>
                  <a:pt x="6089737" y="1068652"/>
                  <a:pt x="6096577" y="1098534"/>
                  <a:pt x="6105577" y="1112215"/>
                </a:cubicBezTo>
                <a:cubicBezTo>
                  <a:pt x="6098737" y="1121216"/>
                  <a:pt x="6094057" y="1114375"/>
                  <a:pt x="6087217" y="1123376"/>
                </a:cubicBezTo>
                <a:cubicBezTo>
                  <a:pt x="6094057" y="1134897"/>
                  <a:pt x="6094057" y="1157578"/>
                  <a:pt x="6080737" y="1159738"/>
                </a:cubicBezTo>
                <a:cubicBezTo>
                  <a:pt x="6067057" y="1152898"/>
                  <a:pt x="6094057" y="1148578"/>
                  <a:pt x="6085057" y="1141737"/>
                </a:cubicBezTo>
                <a:cubicBezTo>
                  <a:pt x="6076057" y="1141737"/>
                  <a:pt x="6069217" y="1119056"/>
                  <a:pt x="6059857" y="1130216"/>
                </a:cubicBezTo>
                <a:cubicBezTo>
                  <a:pt x="6057697" y="1139217"/>
                  <a:pt x="6067057" y="1132376"/>
                  <a:pt x="6071377" y="1143897"/>
                </a:cubicBezTo>
                <a:cubicBezTo>
                  <a:pt x="6062377" y="1150738"/>
                  <a:pt x="6071377" y="1159738"/>
                  <a:pt x="6067057" y="1168739"/>
                </a:cubicBezTo>
                <a:cubicBezTo>
                  <a:pt x="6059857" y="1180260"/>
                  <a:pt x="6055537" y="1162259"/>
                  <a:pt x="6048697" y="1173419"/>
                </a:cubicBezTo>
                <a:cubicBezTo>
                  <a:pt x="6064537" y="1175579"/>
                  <a:pt x="6067057" y="1193941"/>
                  <a:pt x="6062377" y="1202941"/>
                </a:cubicBezTo>
                <a:cubicBezTo>
                  <a:pt x="6076057" y="1202941"/>
                  <a:pt x="6078217" y="1205461"/>
                  <a:pt x="6085057" y="1212302"/>
                </a:cubicBezTo>
                <a:cubicBezTo>
                  <a:pt x="6076057" y="1228143"/>
                  <a:pt x="6085057" y="1243984"/>
                  <a:pt x="6071377" y="1259825"/>
                </a:cubicBezTo>
                <a:cubicBezTo>
                  <a:pt x="6064537" y="1257665"/>
                  <a:pt x="6073897" y="1241824"/>
                  <a:pt x="6062377" y="1248664"/>
                </a:cubicBezTo>
                <a:cubicBezTo>
                  <a:pt x="6067057" y="1264506"/>
                  <a:pt x="6048697" y="1264506"/>
                  <a:pt x="6057697" y="1282867"/>
                </a:cubicBezTo>
                <a:cubicBezTo>
                  <a:pt x="6048697" y="1282867"/>
                  <a:pt x="6035017" y="1307708"/>
                  <a:pt x="6039697" y="1321389"/>
                </a:cubicBezTo>
                <a:cubicBezTo>
                  <a:pt x="6028177" y="1332550"/>
                  <a:pt x="6023497" y="1314549"/>
                  <a:pt x="6010177" y="1330390"/>
                </a:cubicBezTo>
                <a:cubicBezTo>
                  <a:pt x="6026017" y="1332550"/>
                  <a:pt x="6014497" y="1350911"/>
                  <a:pt x="6028177" y="1355592"/>
                </a:cubicBezTo>
                <a:cubicBezTo>
                  <a:pt x="6019177" y="1359912"/>
                  <a:pt x="6026017" y="1366753"/>
                  <a:pt x="6019177" y="1371433"/>
                </a:cubicBezTo>
                <a:cubicBezTo>
                  <a:pt x="6017017" y="1366753"/>
                  <a:pt x="6012337" y="1359912"/>
                  <a:pt x="6007657" y="1366753"/>
                </a:cubicBezTo>
                <a:cubicBezTo>
                  <a:pt x="6012337" y="1371433"/>
                  <a:pt x="6007657" y="1376113"/>
                  <a:pt x="6012337" y="1382954"/>
                </a:cubicBezTo>
                <a:cubicBezTo>
                  <a:pt x="6003337" y="1391954"/>
                  <a:pt x="5998657" y="1380433"/>
                  <a:pt x="5989657" y="1385114"/>
                </a:cubicBezTo>
                <a:cubicBezTo>
                  <a:pt x="6007657" y="1398795"/>
                  <a:pt x="5989657" y="1407795"/>
                  <a:pt x="5993977" y="1421476"/>
                </a:cubicBezTo>
                <a:cubicBezTo>
                  <a:pt x="6003337" y="1409956"/>
                  <a:pt x="6007657" y="1400955"/>
                  <a:pt x="6014497" y="1391954"/>
                </a:cubicBezTo>
                <a:cubicBezTo>
                  <a:pt x="6019177" y="1412476"/>
                  <a:pt x="5993977" y="1428317"/>
                  <a:pt x="6000817" y="1450998"/>
                </a:cubicBezTo>
                <a:cubicBezTo>
                  <a:pt x="6012337" y="1426157"/>
                  <a:pt x="6032857" y="1405635"/>
                  <a:pt x="6032857" y="1380433"/>
                </a:cubicBezTo>
                <a:cubicBezTo>
                  <a:pt x="6026017" y="1385114"/>
                  <a:pt x="6021337" y="1389794"/>
                  <a:pt x="6019177" y="1382954"/>
                </a:cubicBezTo>
                <a:cubicBezTo>
                  <a:pt x="6030337" y="1373593"/>
                  <a:pt x="6030337" y="1378273"/>
                  <a:pt x="6037177" y="1366753"/>
                </a:cubicBezTo>
                <a:cubicBezTo>
                  <a:pt x="6044017" y="1369273"/>
                  <a:pt x="6048697" y="1376113"/>
                  <a:pt x="6055537" y="1376113"/>
                </a:cubicBezTo>
                <a:cubicBezTo>
                  <a:pt x="6030337" y="1400955"/>
                  <a:pt x="6017017" y="1428317"/>
                  <a:pt x="6032857" y="1448838"/>
                </a:cubicBezTo>
                <a:cubicBezTo>
                  <a:pt x="6028177" y="1441998"/>
                  <a:pt x="6017017" y="1457839"/>
                  <a:pt x="6028177" y="1462519"/>
                </a:cubicBezTo>
                <a:cubicBezTo>
                  <a:pt x="6019177" y="1473680"/>
                  <a:pt x="6014497" y="1455679"/>
                  <a:pt x="6005497" y="1459999"/>
                </a:cubicBezTo>
                <a:cubicBezTo>
                  <a:pt x="6010177" y="1466839"/>
                  <a:pt x="6000817" y="1473680"/>
                  <a:pt x="6000817" y="1483041"/>
                </a:cubicBezTo>
                <a:cubicBezTo>
                  <a:pt x="6007657" y="1478360"/>
                  <a:pt x="6012337" y="1457839"/>
                  <a:pt x="6019177" y="1473680"/>
                </a:cubicBezTo>
                <a:cubicBezTo>
                  <a:pt x="6028177" y="1480520"/>
                  <a:pt x="6003337" y="1483041"/>
                  <a:pt x="6010177" y="1489881"/>
                </a:cubicBezTo>
                <a:cubicBezTo>
                  <a:pt x="6023497" y="1498882"/>
                  <a:pt x="6023497" y="1494201"/>
                  <a:pt x="6026017" y="1512563"/>
                </a:cubicBezTo>
                <a:cubicBezTo>
                  <a:pt x="6035017" y="1501042"/>
                  <a:pt x="6039697" y="1510042"/>
                  <a:pt x="6044017" y="1512563"/>
                </a:cubicBezTo>
                <a:cubicBezTo>
                  <a:pt x="6030337" y="1521563"/>
                  <a:pt x="6050857" y="1528404"/>
                  <a:pt x="6053377" y="1535244"/>
                </a:cubicBezTo>
                <a:cubicBezTo>
                  <a:pt x="6041857" y="1544245"/>
                  <a:pt x="6037177" y="1521563"/>
                  <a:pt x="6026017" y="1530564"/>
                </a:cubicBezTo>
                <a:cubicBezTo>
                  <a:pt x="6030337" y="1544245"/>
                  <a:pt x="6026017" y="1555766"/>
                  <a:pt x="6021337" y="1569446"/>
                </a:cubicBezTo>
                <a:cubicBezTo>
                  <a:pt x="6017017" y="1560086"/>
                  <a:pt x="6021337" y="1553605"/>
                  <a:pt x="6010177" y="1557926"/>
                </a:cubicBezTo>
                <a:cubicBezTo>
                  <a:pt x="6007657" y="1569446"/>
                  <a:pt x="5998657" y="1562606"/>
                  <a:pt x="5989657" y="1571607"/>
                </a:cubicBezTo>
                <a:cubicBezTo>
                  <a:pt x="6005497" y="1576287"/>
                  <a:pt x="5987137" y="1589968"/>
                  <a:pt x="5973457" y="1596448"/>
                </a:cubicBezTo>
                <a:cubicBezTo>
                  <a:pt x="5978137" y="1610129"/>
                  <a:pt x="5980297" y="1621650"/>
                  <a:pt x="5991817" y="1621650"/>
                </a:cubicBezTo>
                <a:cubicBezTo>
                  <a:pt x="5980297" y="1635331"/>
                  <a:pt x="5971297" y="1630651"/>
                  <a:pt x="5962297" y="1628491"/>
                </a:cubicBezTo>
                <a:cubicBezTo>
                  <a:pt x="5975977" y="1642171"/>
                  <a:pt x="5953297" y="1660173"/>
                  <a:pt x="5969137" y="1667013"/>
                </a:cubicBezTo>
                <a:cubicBezTo>
                  <a:pt x="5964457" y="1671693"/>
                  <a:pt x="5948617" y="1673854"/>
                  <a:pt x="5953297" y="1680694"/>
                </a:cubicBezTo>
                <a:cubicBezTo>
                  <a:pt x="5982817" y="1687535"/>
                  <a:pt x="5980297" y="1633171"/>
                  <a:pt x="6005497" y="1635331"/>
                </a:cubicBezTo>
                <a:cubicBezTo>
                  <a:pt x="5998657" y="1651172"/>
                  <a:pt x="5987137" y="1662693"/>
                  <a:pt x="5980297" y="1678534"/>
                </a:cubicBezTo>
                <a:cubicBezTo>
                  <a:pt x="6007657" y="1673854"/>
                  <a:pt x="6012337" y="1696895"/>
                  <a:pt x="6035017" y="1701216"/>
                </a:cubicBezTo>
                <a:cubicBezTo>
                  <a:pt x="6014497" y="1712736"/>
                  <a:pt x="6023497" y="1746939"/>
                  <a:pt x="6014497" y="1776461"/>
                </a:cubicBezTo>
                <a:cubicBezTo>
                  <a:pt x="6012337" y="1762780"/>
                  <a:pt x="6005497" y="1760260"/>
                  <a:pt x="6003337" y="1742258"/>
                </a:cubicBezTo>
                <a:cubicBezTo>
                  <a:pt x="5990737" y="1753599"/>
                  <a:pt x="5979847" y="1765570"/>
                  <a:pt x="5972692" y="1778396"/>
                </a:cubicBezTo>
                <a:lnTo>
                  <a:pt x="5969085" y="1787749"/>
                </a:lnTo>
                <a:lnTo>
                  <a:pt x="6007364" y="1817718"/>
                </a:lnTo>
                <a:lnTo>
                  <a:pt x="6029303" y="1840862"/>
                </a:lnTo>
                <a:lnTo>
                  <a:pt x="6046537" y="1817503"/>
                </a:lnTo>
                <a:cubicBezTo>
                  <a:pt x="6039697" y="1803823"/>
                  <a:pt x="6044017" y="1808143"/>
                  <a:pt x="6055537" y="1803823"/>
                </a:cubicBezTo>
                <a:cubicBezTo>
                  <a:pt x="6055537" y="1780781"/>
                  <a:pt x="6064537" y="1746939"/>
                  <a:pt x="6082897" y="1740098"/>
                </a:cubicBezTo>
                <a:cubicBezTo>
                  <a:pt x="6077137" y="1730918"/>
                  <a:pt x="6082807" y="1720117"/>
                  <a:pt x="6091042" y="1711296"/>
                </a:cubicBezTo>
                <a:lnTo>
                  <a:pt x="6096182" y="1706887"/>
                </a:lnTo>
                <a:lnTo>
                  <a:pt x="6098948" y="1681162"/>
                </a:lnTo>
                <a:lnTo>
                  <a:pt x="6103108" y="1700946"/>
                </a:lnTo>
                <a:lnTo>
                  <a:pt x="6104210" y="1700000"/>
                </a:lnTo>
                <a:cubicBezTo>
                  <a:pt x="6108502" y="1697030"/>
                  <a:pt x="6112327" y="1695005"/>
                  <a:pt x="6114577" y="1694375"/>
                </a:cubicBezTo>
                <a:cubicBezTo>
                  <a:pt x="6110257" y="1696895"/>
                  <a:pt x="6110257" y="1714896"/>
                  <a:pt x="6114577" y="1708056"/>
                </a:cubicBezTo>
                <a:cubicBezTo>
                  <a:pt x="6121418" y="1701216"/>
                  <a:pt x="6123578" y="1692215"/>
                  <a:pt x="6121418" y="1683214"/>
                </a:cubicBezTo>
                <a:cubicBezTo>
                  <a:pt x="6117098" y="1687535"/>
                  <a:pt x="6114577" y="1690055"/>
                  <a:pt x="6112417" y="1680694"/>
                </a:cubicBezTo>
                <a:cubicBezTo>
                  <a:pt x="6121418" y="1669533"/>
                  <a:pt x="6117098" y="1655852"/>
                  <a:pt x="6119258" y="1642171"/>
                </a:cubicBezTo>
                <a:cubicBezTo>
                  <a:pt x="6128258" y="1678534"/>
                  <a:pt x="6148778" y="1680694"/>
                  <a:pt x="6126098" y="1701216"/>
                </a:cubicBezTo>
                <a:cubicBezTo>
                  <a:pt x="6132938" y="1719577"/>
                  <a:pt x="6119258" y="1735418"/>
                  <a:pt x="6121418" y="1753779"/>
                </a:cubicBezTo>
                <a:cubicBezTo>
                  <a:pt x="6112417" y="1762780"/>
                  <a:pt x="6103417" y="1753779"/>
                  <a:pt x="6100897" y="1767100"/>
                </a:cubicBezTo>
                <a:lnTo>
                  <a:pt x="6099749" y="1760179"/>
                </a:lnTo>
                <a:lnTo>
                  <a:pt x="6092253" y="1760179"/>
                </a:lnTo>
                <a:lnTo>
                  <a:pt x="6081322" y="1798962"/>
                </a:lnTo>
                <a:cubicBezTo>
                  <a:pt x="6078757" y="1813453"/>
                  <a:pt x="6079297" y="1826504"/>
                  <a:pt x="6087217" y="1835505"/>
                </a:cubicBezTo>
                <a:cubicBezTo>
                  <a:pt x="6076057" y="1844505"/>
                  <a:pt x="6073897" y="1828664"/>
                  <a:pt x="6059857" y="1837665"/>
                </a:cubicBezTo>
                <a:cubicBezTo>
                  <a:pt x="6066877" y="1847926"/>
                  <a:pt x="6062917" y="1857646"/>
                  <a:pt x="6056932" y="1866197"/>
                </a:cubicBezTo>
                <a:lnTo>
                  <a:pt x="6053633" y="1870372"/>
                </a:lnTo>
                <a:lnTo>
                  <a:pt x="6075753" y="1913115"/>
                </a:lnTo>
                <a:cubicBezTo>
                  <a:pt x="6066035" y="1930214"/>
                  <a:pt x="6053909" y="1944884"/>
                  <a:pt x="6040091" y="1957731"/>
                </a:cubicBezTo>
                <a:lnTo>
                  <a:pt x="6004049" y="1984225"/>
                </a:lnTo>
                <a:lnTo>
                  <a:pt x="6000817" y="1992476"/>
                </a:lnTo>
                <a:cubicBezTo>
                  <a:pt x="5991817" y="2001476"/>
                  <a:pt x="5989657" y="1992476"/>
                  <a:pt x="5980297" y="1999316"/>
                </a:cubicBezTo>
                <a:cubicBezTo>
                  <a:pt x="5982817" y="2010837"/>
                  <a:pt x="5982817" y="2024158"/>
                  <a:pt x="5980297" y="2033518"/>
                </a:cubicBezTo>
                <a:cubicBezTo>
                  <a:pt x="5974717" y="2033518"/>
                  <a:pt x="5971927" y="2027848"/>
                  <a:pt x="5969362" y="2021593"/>
                </a:cubicBezTo>
                <a:lnTo>
                  <a:pt x="5960452" y="2007244"/>
                </a:lnTo>
                <a:lnTo>
                  <a:pt x="5958310" y="2008247"/>
                </a:lnTo>
                <a:lnTo>
                  <a:pt x="5952577" y="2016417"/>
                </a:lnTo>
                <a:cubicBezTo>
                  <a:pt x="5951497" y="2020378"/>
                  <a:pt x="5950957" y="2024338"/>
                  <a:pt x="5948617" y="2026678"/>
                </a:cubicBezTo>
                <a:cubicBezTo>
                  <a:pt x="5964457" y="2028838"/>
                  <a:pt x="5950777" y="2047199"/>
                  <a:pt x="5946457" y="2051520"/>
                </a:cubicBezTo>
                <a:cubicBezTo>
                  <a:pt x="5962297" y="2054040"/>
                  <a:pt x="5948617" y="2067721"/>
                  <a:pt x="5955457" y="2069881"/>
                </a:cubicBezTo>
                <a:cubicBezTo>
                  <a:pt x="5957617" y="2069881"/>
                  <a:pt x="5959777" y="2067721"/>
                  <a:pt x="5962297" y="2072041"/>
                </a:cubicBezTo>
                <a:cubicBezTo>
                  <a:pt x="5948617" y="2083562"/>
                  <a:pt x="5950777" y="2060880"/>
                  <a:pt x="5939617" y="2069881"/>
                </a:cubicBezTo>
                <a:cubicBezTo>
                  <a:pt x="5923417" y="2085722"/>
                  <a:pt x="5948617" y="2110924"/>
                  <a:pt x="5932777" y="2119924"/>
                </a:cubicBezTo>
                <a:cubicBezTo>
                  <a:pt x="5932777" y="2108403"/>
                  <a:pt x="5928097" y="2104083"/>
                  <a:pt x="5921256" y="2106243"/>
                </a:cubicBezTo>
                <a:cubicBezTo>
                  <a:pt x="5896416" y="2126765"/>
                  <a:pt x="5919096" y="2154127"/>
                  <a:pt x="5921256" y="2163127"/>
                </a:cubicBezTo>
                <a:cubicBezTo>
                  <a:pt x="5916936" y="2154127"/>
                  <a:pt x="5907576" y="2160967"/>
                  <a:pt x="5900736" y="2158447"/>
                </a:cubicBezTo>
                <a:cubicBezTo>
                  <a:pt x="5898576" y="2147286"/>
                  <a:pt x="5907576" y="2124245"/>
                  <a:pt x="5898576" y="2122084"/>
                </a:cubicBezTo>
                <a:cubicBezTo>
                  <a:pt x="5873376" y="2149446"/>
                  <a:pt x="5896416" y="2158447"/>
                  <a:pt x="5889576" y="2185809"/>
                </a:cubicBezTo>
                <a:cubicBezTo>
                  <a:pt x="5882736" y="2190489"/>
                  <a:pt x="5880216" y="2185809"/>
                  <a:pt x="5873376" y="2190489"/>
                </a:cubicBezTo>
                <a:cubicBezTo>
                  <a:pt x="5875896" y="2199490"/>
                  <a:pt x="5875896" y="2206330"/>
                  <a:pt x="5878056" y="2215331"/>
                </a:cubicBezTo>
                <a:cubicBezTo>
                  <a:pt x="5884896" y="2213171"/>
                  <a:pt x="5887056" y="2187969"/>
                  <a:pt x="5896416" y="2197330"/>
                </a:cubicBezTo>
                <a:cubicBezTo>
                  <a:pt x="5889576" y="2208490"/>
                  <a:pt x="5878056" y="2220011"/>
                  <a:pt x="5875896" y="2233692"/>
                </a:cubicBezTo>
                <a:cubicBezTo>
                  <a:pt x="5903256" y="2201650"/>
                  <a:pt x="5921256" y="2165287"/>
                  <a:pt x="5943937" y="2131085"/>
                </a:cubicBezTo>
                <a:cubicBezTo>
                  <a:pt x="5946457" y="2169968"/>
                  <a:pt x="5878056" y="2215331"/>
                  <a:pt x="5898576" y="2238372"/>
                </a:cubicBezTo>
                <a:lnTo>
                  <a:pt x="5897028" y="2245267"/>
                </a:lnTo>
                <a:lnTo>
                  <a:pt x="5902653" y="2251681"/>
                </a:lnTo>
                <a:cubicBezTo>
                  <a:pt x="5903602" y="2263094"/>
                  <a:pt x="5888408" y="2281600"/>
                  <a:pt x="5888408" y="2293574"/>
                </a:cubicBezTo>
                <a:cubicBezTo>
                  <a:pt x="5878279" y="2286680"/>
                  <a:pt x="5881655" y="2277517"/>
                  <a:pt x="5886720" y="2268355"/>
                </a:cubicBezTo>
                <a:lnTo>
                  <a:pt x="5893432" y="2256124"/>
                </a:lnTo>
                <a:lnTo>
                  <a:pt x="5884896" y="2267894"/>
                </a:lnTo>
                <a:cubicBezTo>
                  <a:pt x="5884896" y="2263214"/>
                  <a:pt x="5884896" y="2254213"/>
                  <a:pt x="5880216" y="2256374"/>
                </a:cubicBezTo>
                <a:cubicBezTo>
                  <a:pt x="5866536" y="2274735"/>
                  <a:pt x="5846375" y="2288056"/>
                  <a:pt x="5834855" y="2308577"/>
                </a:cubicBezTo>
                <a:cubicBezTo>
                  <a:pt x="5832695" y="2301737"/>
                  <a:pt x="5832695" y="2294896"/>
                  <a:pt x="5828015" y="2297416"/>
                </a:cubicBezTo>
                <a:cubicBezTo>
                  <a:pt x="5830175" y="2308577"/>
                  <a:pt x="5812175" y="2311097"/>
                  <a:pt x="5814335" y="2324778"/>
                </a:cubicBezTo>
                <a:cubicBezTo>
                  <a:pt x="5821175" y="2320098"/>
                  <a:pt x="5823335" y="2311097"/>
                  <a:pt x="5834855" y="2308577"/>
                </a:cubicBezTo>
                <a:cubicBezTo>
                  <a:pt x="5832695" y="2333779"/>
                  <a:pt x="5823335" y="2342780"/>
                  <a:pt x="5830175" y="2367981"/>
                </a:cubicBezTo>
                <a:cubicBezTo>
                  <a:pt x="5812175" y="2379142"/>
                  <a:pt x="5832695" y="2381302"/>
                  <a:pt x="5802815" y="2402184"/>
                </a:cubicBezTo>
                <a:cubicBezTo>
                  <a:pt x="5805335" y="2431706"/>
                  <a:pt x="5762135" y="2465548"/>
                  <a:pt x="5739455" y="2492910"/>
                </a:cubicBezTo>
                <a:cubicBezTo>
                  <a:pt x="5739455" y="2488590"/>
                  <a:pt x="5739455" y="2479229"/>
                  <a:pt x="5734775" y="2479229"/>
                </a:cubicBezTo>
                <a:cubicBezTo>
                  <a:pt x="5734775" y="2483909"/>
                  <a:pt x="5732615" y="2486069"/>
                  <a:pt x="5725775" y="2488590"/>
                </a:cubicBezTo>
                <a:cubicBezTo>
                  <a:pt x="5736935" y="2492910"/>
                  <a:pt x="5734775" y="2511271"/>
                  <a:pt x="5716415" y="2518112"/>
                </a:cubicBezTo>
                <a:cubicBezTo>
                  <a:pt x="5712095" y="2520272"/>
                  <a:pt x="5712095" y="2511271"/>
                  <a:pt x="5707415" y="2511271"/>
                </a:cubicBezTo>
                <a:cubicBezTo>
                  <a:pt x="5707415" y="2522432"/>
                  <a:pt x="5714255" y="2518112"/>
                  <a:pt x="5707415" y="2529272"/>
                </a:cubicBezTo>
                <a:cubicBezTo>
                  <a:pt x="5698415" y="2533953"/>
                  <a:pt x="5698415" y="2524952"/>
                  <a:pt x="5695895" y="2524952"/>
                </a:cubicBezTo>
                <a:cubicBezTo>
                  <a:pt x="5693735" y="2533953"/>
                  <a:pt x="5700575" y="2531793"/>
                  <a:pt x="5698415" y="2540793"/>
                </a:cubicBezTo>
                <a:lnTo>
                  <a:pt x="5693085" y="2546840"/>
                </a:lnTo>
                <a:lnTo>
                  <a:pt x="5690284" y="2562101"/>
                </a:lnTo>
                <a:cubicBezTo>
                  <a:pt x="5688838" y="2571174"/>
                  <a:pt x="5688006" y="2580713"/>
                  <a:pt x="5689175" y="2590973"/>
                </a:cubicBezTo>
                <a:cubicBezTo>
                  <a:pt x="5686656" y="2602493"/>
                  <a:pt x="5670819" y="2586293"/>
                  <a:pt x="5666139" y="2595653"/>
                </a:cubicBezTo>
                <a:cubicBezTo>
                  <a:pt x="5672978" y="2615812"/>
                  <a:pt x="5670819" y="2632012"/>
                  <a:pt x="5666139" y="2650011"/>
                </a:cubicBezTo>
                <a:cubicBezTo>
                  <a:pt x="5659301" y="2668370"/>
                  <a:pt x="5648142" y="2684210"/>
                  <a:pt x="5636624" y="2700049"/>
                </a:cubicBezTo>
                <a:cubicBezTo>
                  <a:pt x="5616107" y="2732088"/>
                  <a:pt x="5586592" y="2756927"/>
                  <a:pt x="5579753" y="2791126"/>
                </a:cubicBezTo>
                <a:cubicBezTo>
                  <a:pt x="5563916" y="2802646"/>
                  <a:pt x="5545559" y="2813806"/>
                  <a:pt x="5529721" y="2829645"/>
                </a:cubicBezTo>
                <a:lnTo>
                  <a:pt x="5511952" y="2848674"/>
                </a:lnTo>
                <a:lnTo>
                  <a:pt x="5512453" y="2849139"/>
                </a:lnTo>
                <a:cubicBezTo>
                  <a:pt x="5514134" y="2854397"/>
                  <a:pt x="5513498" y="2860530"/>
                  <a:pt x="5510045" y="2865086"/>
                </a:cubicBezTo>
                <a:lnTo>
                  <a:pt x="5503956" y="2857238"/>
                </a:lnTo>
                <a:lnTo>
                  <a:pt x="5494275" y="2867606"/>
                </a:lnTo>
                <a:lnTo>
                  <a:pt x="5495070" y="2876181"/>
                </a:lnTo>
                <a:cubicBezTo>
                  <a:pt x="5497264" y="2885120"/>
                  <a:pt x="5500300" y="2890403"/>
                  <a:pt x="5494400" y="2886870"/>
                </a:cubicBezTo>
                <a:lnTo>
                  <a:pt x="5483043" y="2878369"/>
                </a:lnTo>
                <a:lnTo>
                  <a:pt x="5445000" y="2911092"/>
                </a:lnTo>
                <a:cubicBezTo>
                  <a:pt x="5430197" y="2921892"/>
                  <a:pt x="5414900" y="2929902"/>
                  <a:pt x="5397983" y="2932242"/>
                </a:cubicBezTo>
                <a:cubicBezTo>
                  <a:pt x="5384305" y="2943401"/>
                  <a:pt x="5368107" y="2952761"/>
                  <a:pt x="5352270" y="2963921"/>
                </a:cubicBezTo>
                <a:cubicBezTo>
                  <a:pt x="5338592" y="2973280"/>
                  <a:pt x="5322755" y="2982280"/>
                  <a:pt x="5306917" y="2991280"/>
                </a:cubicBezTo>
                <a:cubicBezTo>
                  <a:pt x="5291080" y="3000280"/>
                  <a:pt x="5274883" y="3011799"/>
                  <a:pt x="5261565" y="3018639"/>
                </a:cubicBezTo>
                <a:cubicBezTo>
                  <a:pt x="5245367" y="3027639"/>
                  <a:pt x="5229530" y="3034478"/>
                  <a:pt x="5215852" y="3043478"/>
                </a:cubicBezTo>
                <a:cubicBezTo>
                  <a:pt x="5206853" y="3048158"/>
                  <a:pt x="5197855" y="3054638"/>
                  <a:pt x="5188497" y="3063637"/>
                </a:cubicBezTo>
                <a:cubicBezTo>
                  <a:pt x="5179498" y="3072997"/>
                  <a:pt x="5172659" y="3079477"/>
                  <a:pt x="5165820" y="3088837"/>
                </a:cubicBezTo>
                <a:cubicBezTo>
                  <a:pt x="5149983" y="3106836"/>
                  <a:pt x="5134145" y="3125195"/>
                  <a:pt x="5115788" y="3138875"/>
                </a:cubicBezTo>
                <a:cubicBezTo>
                  <a:pt x="5104270" y="3145715"/>
                  <a:pt x="5074755" y="3143195"/>
                  <a:pt x="5061077" y="3147875"/>
                </a:cubicBezTo>
                <a:cubicBezTo>
                  <a:pt x="5049919" y="3152555"/>
                  <a:pt x="5040560" y="3166234"/>
                  <a:pt x="5031562" y="3166234"/>
                </a:cubicBezTo>
                <a:cubicBezTo>
                  <a:pt x="5020224" y="3166234"/>
                  <a:pt x="5010303" y="3161104"/>
                  <a:pt x="5000944" y="3153623"/>
                </a:cubicBezTo>
                <a:lnTo>
                  <a:pt x="4975480" y="3128650"/>
                </a:lnTo>
                <a:lnTo>
                  <a:pt x="4975138" y="3128756"/>
                </a:lnTo>
                <a:cubicBezTo>
                  <a:pt x="4971784" y="3128962"/>
                  <a:pt x="4969205" y="3127956"/>
                  <a:pt x="4968038" y="3125094"/>
                </a:cubicBezTo>
                <a:lnTo>
                  <a:pt x="4970532" y="3124266"/>
                </a:lnTo>
                <a:lnTo>
                  <a:pt x="4952620" y="3109346"/>
                </a:lnTo>
                <a:lnTo>
                  <a:pt x="4932329" y="3109407"/>
                </a:lnTo>
                <a:cubicBezTo>
                  <a:pt x="4918649" y="3111972"/>
                  <a:pt x="4908929" y="3118273"/>
                  <a:pt x="4911089" y="3131954"/>
                </a:cubicBezTo>
                <a:cubicBezTo>
                  <a:pt x="4897409" y="3125113"/>
                  <a:pt x="4895248" y="3145635"/>
                  <a:pt x="4881568" y="3138794"/>
                </a:cubicBezTo>
                <a:cubicBezTo>
                  <a:pt x="4881568" y="3130153"/>
                  <a:pt x="4893111" y="3127993"/>
                  <a:pt x="4895085" y="3125631"/>
                </a:cubicBezTo>
                <a:lnTo>
                  <a:pt x="4893544" y="3123564"/>
                </a:lnTo>
                <a:lnTo>
                  <a:pt x="4885420" y="3124249"/>
                </a:lnTo>
                <a:lnTo>
                  <a:pt x="4876573" y="3125743"/>
                </a:lnTo>
                <a:lnTo>
                  <a:pt x="4864177" y="3138183"/>
                </a:lnTo>
                <a:lnTo>
                  <a:pt x="4859833" y="3134744"/>
                </a:lnTo>
                <a:lnTo>
                  <a:pt x="4863575" y="3126088"/>
                </a:lnTo>
                <a:lnTo>
                  <a:pt x="4856000" y="3126726"/>
                </a:lnTo>
                <a:lnTo>
                  <a:pt x="4848889" y="3125715"/>
                </a:lnTo>
                <a:lnTo>
                  <a:pt x="4839358" y="3141854"/>
                </a:lnTo>
                <a:cubicBezTo>
                  <a:pt x="4828288" y="3155805"/>
                  <a:pt x="4813528" y="3167236"/>
                  <a:pt x="4799848" y="3172997"/>
                </a:cubicBezTo>
                <a:cubicBezTo>
                  <a:pt x="4811008" y="3159316"/>
                  <a:pt x="4786167" y="3163636"/>
                  <a:pt x="4783647" y="3166156"/>
                </a:cubicBezTo>
                <a:cubicBezTo>
                  <a:pt x="4781487" y="3184157"/>
                  <a:pt x="4747287" y="3179837"/>
                  <a:pt x="4731447" y="3184157"/>
                </a:cubicBezTo>
                <a:cubicBezTo>
                  <a:pt x="4733967" y="3179837"/>
                  <a:pt x="4742967" y="3170476"/>
                  <a:pt x="4738287" y="3168316"/>
                </a:cubicBezTo>
                <a:cubicBezTo>
                  <a:pt x="4719927" y="3166156"/>
                  <a:pt x="4722447" y="3195678"/>
                  <a:pt x="4708767" y="3195678"/>
                </a:cubicBezTo>
                <a:cubicBezTo>
                  <a:pt x="4710927" y="3175157"/>
                  <a:pt x="4692927" y="3200358"/>
                  <a:pt x="4686087" y="3200358"/>
                </a:cubicBezTo>
                <a:cubicBezTo>
                  <a:pt x="4692927" y="3190998"/>
                  <a:pt x="4672407" y="3190998"/>
                  <a:pt x="4667727" y="3186678"/>
                </a:cubicBezTo>
                <a:cubicBezTo>
                  <a:pt x="4663407" y="3193518"/>
                  <a:pt x="4656567" y="3190998"/>
                  <a:pt x="4651887" y="3197838"/>
                </a:cubicBezTo>
                <a:cubicBezTo>
                  <a:pt x="4660887" y="3193518"/>
                  <a:pt x="4672407" y="3193518"/>
                  <a:pt x="4667727" y="3204679"/>
                </a:cubicBezTo>
                <a:cubicBezTo>
                  <a:pt x="4651887" y="3202519"/>
                  <a:pt x="4633526" y="3204679"/>
                  <a:pt x="4640367" y="3220520"/>
                </a:cubicBezTo>
                <a:cubicBezTo>
                  <a:pt x="4624526" y="3220520"/>
                  <a:pt x="4645047" y="3209359"/>
                  <a:pt x="4631366" y="3206839"/>
                </a:cubicBezTo>
                <a:cubicBezTo>
                  <a:pt x="4619846" y="3227360"/>
                  <a:pt x="4619846" y="3211519"/>
                  <a:pt x="4608686" y="3216200"/>
                </a:cubicBezTo>
                <a:cubicBezTo>
                  <a:pt x="4601846" y="3225200"/>
                  <a:pt x="4606526" y="3229880"/>
                  <a:pt x="4608686" y="3234201"/>
                </a:cubicBezTo>
                <a:cubicBezTo>
                  <a:pt x="4608686" y="3220520"/>
                  <a:pt x="4636047" y="3229880"/>
                  <a:pt x="4647207" y="3225200"/>
                </a:cubicBezTo>
                <a:cubicBezTo>
                  <a:pt x="4638207" y="3232041"/>
                  <a:pt x="4649727" y="3234201"/>
                  <a:pt x="4645047" y="3243201"/>
                </a:cubicBezTo>
                <a:cubicBezTo>
                  <a:pt x="4639287" y="3243201"/>
                  <a:pt x="4634156" y="3243201"/>
                  <a:pt x="4629341" y="3244371"/>
                </a:cubicBezTo>
                <a:lnTo>
                  <a:pt x="4615723" y="3252445"/>
                </a:lnTo>
                <a:lnTo>
                  <a:pt x="4646992" y="3249579"/>
                </a:lnTo>
                <a:cubicBezTo>
                  <a:pt x="4653833" y="3256420"/>
                  <a:pt x="4653833" y="3267940"/>
                  <a:pt x="4649513" y="3276941"/>
                </a:cubicBezTo>
                <a:cubicBezTo>
                  <a:pt x="4649513" y="3276941"/>
                  <a:pt x="4649513" y="3276941"/>
                  <a:pt x="4660674" y="3274780"/>
                </a:cubicBezTo>
                <a:cubicBezTo>
                  <a:pt x="4663194" y="3258940"/>
                  <a:pt x="4653833" y="3258940"/>
                  <a:pt x="4651673" y="3249579"/>
                </a:cubicBezTo>
                <a:cubicBezTo>
                  <a:pt x="4653833" y="3236259"/>
                  <a:pt x="4660674" y="3261100"/>
                  <a:pt x="4665354" y="3263260"/>
                </a:cubicBezTo>
                <a:cubicBezTo>
                  <a:pt x="4676515" y="3258940"/>
                  <a:pt x="4685877" y="3254259"/>
                  <a:pt x="4697037" y="3249579"/>
                </a:cubicBezTo>
                <a:cubicBezTo>
                  <a:pt x="4690197" y="3281621"/>
                  <a:pt x="4717560" y="3254259"/>
                  <a:pt x="4733761" y="3263260"/>
                </a:cubicBezTo>
                <a:cubicBezTo>
                  <a:pt x="4726561" y="3283781"/>
                  <a:pt x="4708559" y="3263260"/>
                  <a:pt x="4703878" y="3290621"/>
                </a:cubicBezTo>
                <a:cubicBezTo>
                  <a:pt x="4681196" y="3286301"/>
                  <a:pt x="4672195" y="3286301"/>
                  <a:pt x="4653833" y="3302142"/>
                </a:cubicBezTo>
                <a:cubicBezTo>
                  <a:pt x="4660674" y="3317983"/>
                  <a:pt x="4670035" y="3293141"/>
                  <a:pt x="4674355" y="3304302"/>
                </a:cubicBezTo>
                <a:cubicBezTo>
                  <a:pt x="4670035" y="3352184"/>
                  <a:pt x="4685877" y="3336343"/>
                  <a:pt x="4710719" y="3304302"/>
                </a:cubicBezTo>
                <a:cubicBezTo>
                  <a:pt x="4694877" y="3324823"/>
                  <a:pt x="4706399" y="3347504"/>
                  <a:pt x="4717560" y="3361185"/>
                </a:cubicBezTo>
                <a:cubicBezTo>
                  <a:pt x="4701718" y="3368025"/>
                  <a:pt x="4701718" y="3352184"/>
                  <a:pt x="4694877" y="3343184"/>
                </a:cubicBezTo>
                <a:cubicBezTo>
                  <a:pt x="4688037" y="3354344"/>
                  <a:pt x="4685877" y="3368025"/>
                  <a:pt x="4674355" y="3372705"/>
                </a:cubicBezTo>
                <a:cubicBezTo>
                  <a:pt x="4665354" y="3372705"/>
                  <a:pt x="4672195" y="3350024"/>
                  <a:pt x="4660674" y="3354344"/>
                </a:cubicBezTo>
                <a:cubicBezTo>
                  <a:pt x="4649513" y="3363705"/>
                  <a:pt x="4653833" y="3402227"/>
                  <a:pt x="4631151" y="3393226"/>
                </a:cubicBezTo>
                <a:cubicBezTo>
                  <a:pt x="4631151" y="3386386"/>
                  <a:pt x="4644832" y="3390706"/>
                  <a:pt x="4642672" y="3381706"/>
                </a:cubicBezTo>
                <a:cubicBezTo>
                  <a:pt x="4624310" y="3372705"/>
                  <a:pt x="4624310" y="3388546"/>
                  <a:pt x="4626470" y="3404387"/>
                </a:cubicBezTo>
                <a:cubicBezTo>
                  <a:pt x="4610629" y="3406547"/>
                  <a:pt x="4615309" y="3397546"/>
                  <a:pt x="4617469" y="3386386"/>
                </a:cubicBezTo>
                <a:cubicBezTo>
                  <a:pt x="4612789" y="3400066"/>
                  <a:pt x="4594787" y="3400066"/>
                  <a:pt x="4590106" y="3413387"/>
                </a:cubicBezTo>
                <a:cubicBezTo>
                  <a:pt x="4592627" y="3420227"/>
                  <a:pt x="4601627" y="3418067"/>
                  <a:pt x="4608468" y="3418067"/>
                </a:cubicBezTo>
                <a:cubicBezTo>
                  <a:pt x="4603788" y="3424908"/>
                  <a:pt x="4601627" y="3433908"/>
                  <a:pt x="4590106" y="3436428"/>
                </a:cubicBezTo>
                <a:lnTo>
                  <a:pt x="4596039" y="3444964"/>
                </a:lnTo>
                <a:lnTo>
                  <a:pt x="4606769" y="3441721"/>
                </a:lnTo>
                <a:lnTo>
                  <a:pt x="4606803" y="3441588"/>
                </a:lnTo>
                <a:cubicBezTo>
                  <a:pt x="4607954" y="3439542"/>
                  <a:pt x="4609105" y="3437814"/>
                  <a:pt x="4609105" y="3434358"/>
                </a:cubicBezTo>
                <a:cubicBezTo>
                  <a:pt x="4614596" y="3433266"/>
                  <a:pt x="4617961" y="3434994"/>
                  <a:pt x="4621636" y="3436449"/>
                </a:cubicBezTo>
                <a:lnTo>
                  <a:pt x="4622023" y="3436462"/>
                </a:lnTo>
                <a:lnTo>
                  <a:pt x="4639449" y="3423989"/>
                </a:lnTo>
                <a:lnTo>
                  <a:pt x="4639005" y="3422562"/>
                </a:lnTo>
                <a:cubicBezTo>
                  <a:pt x="4637437" y="3419804"/>
                  <a:pt x="4635302" y="3418669"/>
                  <a:pt x="4631885" y="3420360"/>
                </a:cubicBezTo>
                <a:cubicBezTo>
                  <a:pt x="4620375" y="3411460"/>
                  <a:pt x="4640876" y="3400425"/>
                  <a:pt x="4650228" y="3406832"/>
                </a:cubicBezTo>
                <a:lnTo>
                  <a:pt x="4652040" y="3413341"/>
                </a:lnTo>
                <a:lnTo>
                  <a:pt x="4667122" y="3398708"/>
                </a:lnTo>
                <a:lnTo>
                  <a:pt x="4665429" y="3390688"/>
                </a:lnTo>
                <a:cubicBezTo>
                  <a:pt x="4649843" y="3383924"/>
                  <a:pt x="4665429" y="3413115"/>
                  <a:pt x="4649843" y="3406351"/>
                </a:cubicBezTo>
                <a:cubicBezTo>
                  <a:pt x="4647363" y="3386416"/>
                  <a:pt x="4647363" y="3386416"/>
                  <a:pt x="4647363" y="3386416"/>
                </a:cubicBezTo>
                <a:cubicBezTo>
                  <a:pt x="4658698" y="3388552"/>
                  <a:pt x="4658698" y="3375025"/>
                  <a:pt x="4670034" y="3379653"/>
                </a:cubicBezTo>
                <a:lnTo>
                  <a:pt x="4674296" y="3391524"/>
                </a:lnTo>
                <a:lnTo>
                  <a:pt x="4688177" y="3377547"/>
                </a:lnTo>
                <a:cubicBezTo>
                  <a:pt x="4695016" y="3386907"/>
                  <a:pt x="4704015" y="3393747"/>
                  <a:pt x="4710854" y="3400587"/>
                </a:cubicBezTo>
                <a:cubicBezTo>
                  <a:pt x="4707434" y="3409676"/>
                  <a:pt x="4702598" y="3417056"/>
                  <a:pt x="4696912" y="3423260"/>
                </a:cubicBezTo>
                <a:lnTo>
                  <a:pt x="4689839" y="3429063"/>
                </a:lnTo>
                <a:lnTo>
                  <a:pt x="4689871" y="3429134"/>
                </a:lnTo>
                <a:lnTo>
                  <a:pt x="4689709" y="3429170"/>
                </a:lnTo>
                <a:lnTo>
                  <a:pt x="4677874" y="3438880"/>
                </a:lnTo>
                <a:lnTo>
                  <a:pt x="4658667" y="3449953"/>
                </a:lnTo>
                <a:lnTo>
                  <a:pt x="4657062" y="3458806"/>
                </a:lnTo>
                <a:lnTo>
                  <a:pt x="4652054" y="3453766"/>
                </a:lnTo>
                <a:lnTo>
                  <a:pt x="4638145" y="3461785"/>
                </a:lnTo>
                <a:cubicBezTo>
                  <a:pt x="4627887" y="3468624"/>
                  <a:pt x="4618259" y="3477174"/>
                  <a:pt x="4605481" y="3482889"/>
                </a:cubicBezTo>
                <a:lnTo>
                  <a:pt x="4598596" y="3484728"/>
                </a:lnTo>
                <a:lnTo>
                  <a:pt x="4599467" y="3486471"/>
                </a:lnTo>
                <a:cubicBezTo>
                  <a:pt x="4608468" y="3483950"/>
                  <a:pt x="4615309" y="3481790"/>
                  <a:pt x="4619629" y="3474950"/>
                </a:cubicBezTo>
                <a:cubicBezTo>
                  <a:pt x="4626470" y="3474950"/>
                  <a:pt x="4619629" y="3497631"/>
                  <a:pt x="4637991" y="3486471"/>
                </a:cubicBezTo>
                <a:cubicBezTo>
                  <a:pt x="4632231" y="3496551"/>
                  <a:pt x="4632231" y="3503301"/>
                  <a:pt x="4632546" y="3510412"/>
                </a:cubicBezTo>
                <a:lnTo>
                  <a:pt x="4631568" y="3517588"/>
                </a:lnTo>
                <a:lnTo>
                  <a:pt x="4639351" y="3518573"/>
                </a:lnTo>
                <a:lnTo>
                  <a:pt x="4643730" y="3517881"/>
                </a:lnTo>
                <a:lnTo>
                  <a:pt x="4643720" y="3517872"/>
                </a:lnTo>
                <a:cubicBezTo>
                  <a:pt x="4646426" y="3509305"/>
                  <a:pt x="4669305" y="3492171"/>
                  <a:pt x="4652146" y="3475037"/>
                </a:cubicBezTo>
                <a:cubicBezTo>
                  <a:pt x="4657956" y="3484284"/>
                  <a:pt x="4664221" y="3492262"/>
                  <a:pt x="4669623" y="3501373"/>
                </a:cubicBezTo>
                <a:lnTo>
                  <a:pt x="4676794" y="3520687"/>
                </a:lnTo>
                <a:lnTo>
                  <a:pt x="4687351" y="3523042"/>
                </a:lnTo>
                <a:lnTo>
                  <a:pt x="4694382" y="3496235"/>
                </a:lnTo>
                <a:cubicBezTo>
                  <a:pt x="4712219" y="3507332"/>
                  <a:pt x="4718997" y="3498382"/>
                  <a:pt x="4746109" y="3494087"/>
                </a:cubicBezTo>
                <a:cubicBezTo>
                  <a:pt x="4748606" y="3505184"/>
                  <a:pt x="4743969" y="3509837"/>
                  <a:pt x="4732910" y="3511985"/>
                </a:cubicBezTo>
                <a:cubicBezTo>
                  <a:pt x="4732910" y="3516639"/>
                  <a:pt x="4735050" y="3516639"/>
                  <a:pt x="4737191" y="3516639"/>
                </a:cubicBezTo>
                <a:cubicBezTo>
                  <a:pt x="4731483" y="3514312"/>
                  <a:pt x="4721940" y="3517086"/>
                  <a:pt x="4712130" y="3520755"/>
                </a:cubicBezTo>
                <a:lnTo>
                  <a:pt x="4698629" y="3525558"/>
                </a:lnTo>
                <a:lnTo>
                  <a:pt x="4705740" y="3527144"/>
                </a:lnTo>
                <a:cubicBezTo>
                  <a:pt x="4721573" y="3529664"/>
                  <a:pt x="4739565" y="3529664"/>
                  <a:pt x="4757916" y="3529664"/>
                </a:cubicBezTo>
                <a:cubicBezTo>
                  <a:pt x="4796418" y="3527144"/>
                  <a:pt x="4835280" y="3524985"/>
                  <a:pt x="4873782" y="3518146"/>
                </a:cubicBezTo>
                <a:cubicBezTo>
                  <a:pt x="4955824" y="3506628"/>
                  <a:pt x="5039665" y="3486472"/>
                  <a:pt x="5126385" y="3470275"/>
                </a:cubicBezTo>
                <a:cubicBezTo>
                  <a:pt x="5137540" y="3490791"/>
                  <a:pt x="5121707" y="3497630"/>
                  <a:pt x="5114871" y="3509148"/>
                </a:cubicBezTo>
                <a:cubicBezTo>
                  <a:pt x="5080687" y="3513467"/>
                  <a:pt x="5053339" y="3527144"/>
                  <a:pt x="5026352" y="3543341"/>
                </a:cubicBezTo>
                <a:lnTo>
                  <a:pt x="5006317" y="3551957"/>
                </a:lnTo>
                <a:lnTo>
                  <a:pt x="5009704" y="3556904"/>
                </a:lnTo>
                <a:cubicBezTo>
                  <a:pt x="5010459" y="3561786"/>
                  <a:pt x="5009533" y="3567140"/>
                  <a:pt x="5007019" y="3570551"/>
                </a:cubicBezTo>
                <a:cubicBezTo>
                  <a:pt x="4998200" y="3573098"/>
                  <a:pt x="4998200" y="3559273"/>
                  <a:pt x="4984794" y="3566186"/>
                </a:cubicBezTo>
                <a:lnTo>
                  <a:pt x="4985052" y="3561102"/>
                </a:lnTo>
                <a:lnTo>
                  <a:pt x="4983666" y="3561698"/>
                </a:lnTo>
                <a:lnTo>
                  <a:pt x="4961178" y="3564852"/>
                </a:lnTo>
                <a:lnTo>
                  <a:pt x="4980376" y="3572257"/>
                </a:lnTo>
                <a:cubicBezTo>
                  <a:pt x="4948136" y="3581260"/>
                  <a:pt x="4902492" y="3622315"/>
                  <a:pt x="4874961" y="3603948"/>
                </a:cubicBezTo>
                <a:cubicBezTo>
                  <a:pt x="4873874" y="3600527"/>
                  <a:pt x="4874418" y="3598276"/>
                  <a:pt x="4875233" y="3596025"/>
                </a:cubicBezTo>
                <a:lnTo>
                  <a:pt x="4876381" y="3591245"/>
                </a:lnTo>
                <a:lnTo>
                  <a:pt x="4874356" y="3591752"/>
                </a:lnTo>
                <a:cubicBezTo>
                  <a:pt x="4808540" y="3601673"/>
                  <a:pt x="4736956" y="3577175"/>
                  <a:pt x="4680552" y="3577175"/>
                </a:cubicBezTo>
                <a:cubicBezTo>
                  <a:pt x="4665798" y="3567097"/>
                  <a:pt x="4644748" y="3560888"/>
                  <a:pt x="4621404" y="3558054"/>
                </a:cubicBezTo>
                <a:lnTo>
                  <a:pt x="4592278" y="3558503"/>
                </a:lnTo>
                <a:lnTo>
                  <a:pt x="4585859" y="3561185"/>
                </a:lnTo>
                <a:cubicBezTo>
                  <a:pt x="4582073" y="3563649"/>
                  <a:pt x="4578765" y="3567205"/>
                  <a:pt x="4576425" y="3572875"/>
                </a:cubicBezTo>
                <a:lnTo>
                  <a:pt x="4566282" y="3558904"/>
                </a:lnTo>
                <a:lnTo>
                  <a:pt x="4551520" y="3559132"/>
                </a:lnTo>
                <a:lnTo>
                  <a:pt x="4553743" y="3575035"/>
                </a:lnTo>
                <a:cubicBezTo>
                  <a:pt x="4531060" y="3584035"/>
                  <a:pt x="4515219" y="3563874"/>
                  <a:pt x="4501537" y="3595556"/>
                </a:cubicBezTo>
                <a:cubicBezTo>
                  <a:pt x="4496857" y="3590875"/>
                  <a:pt x="4492536" y="3586555"/>
                  <a:pt x="4490016" y="3579715"/>
                </a:cubicBezTo>
                <a:cubicBezTo>
                  <a:pt x="4439971" y="3588715"/>
                  <a:pt x="4406127" y="3597716"/>
                  <a:pt x="4369403" y="3604556"/>
                </a:cubicBezTo>
                <a:cubicBezTo>
                  <a:pt x="4335560" y="3609236"/>
                  <a:pt x="4298836" y="3613917"/>
                  <a:pt x="4251311" y="3611396"/>
                </a:cubicBezTo>
                <a:cubicBezTo>
                  <a:pt x="4253471" y="3602396"/>
                  <a:pt x="4251311" y="3593396"/>
                  <a:pt x="4244470" y="3590875"/>
                </a:cubicBezTo>
                <a:cubicBezTo>
                  <a:pt x="4230789" y="3597716"/>
                  <a:pt x="4251311" y="3609236"/>
                  <a:pt x="4246630" y="3622917"/>
                </a:cubicBezTo>
                <a:cubicBezTo>
                  <a:pt x="4169222" y="3607076"/>
                  <a:pt x="4108016" y="3622917"/>
                  <a:pt x="4030608" y="3620757"/>
                </a:cubicBezTo>
                <a:cubicBezTo>
                  <a:pt x="4028087" y="3629757"/>
                  <a:pt x="4030608" y="3634078"/>
                  <a:pt x="4037448" y="3636598"/>
                </a:cubicBezTo>
                <a:cubicBezTo>
                  <a:pt x="4030608" y="3643438"/>
                  <a:pt x="4028087" y="3638758"/>
                  <a:pt x="4012246" y="3640918"/>
                </a:cubicBezTo>
                <a:cubicBezTo>
                  <a:pt x="4021247" y="3625077"/>
                  <a:pt x="4019087" y="3625077"/>
                  <a:pt x="4007925" y="3618237"/>
                </a:cubicBezTo>
                <a:cubicBezTo>
                  <a:pt x="4001085" y="3620757"/>
                  <a:pt x="4001085" y="3631917"/>
                  <a:pt x="3998564" y="3638758"/>
                </a:cubicBezTo>
                <a:cubicBezTo>
                  <a:pt x="3991724" y="3636598"/>
                  <a:pt x="3989563" y="3629757"/>
                  <a:pt x="3994244" y="3618237"/>
                </a:cubicBezTo>
                <a:cubicBezTo>
                  <a:pt x="3994244" y="3618237"/>
                  <a:pt x="3994244" y="3618237"/>
                  <a:pt x="3930517" y="3611396"/>
                </a:cubicBezTo>
                <a:cubicBezTo>
                  <a:pt x="3930517" y="3631917"/>
                  <a:pt x="3944199" y="3620757"/>
                  <a:pt x="3948519" y="3634078"/>
                </a:cubicBezTo>
                <a:cubicBezTo>
                  <a:pt x="3930517" y="3652438"/>
                  <a:pt x="3927997" y="3640918"/>
                  <a:pt x="3925837" y="3625077"/>
                </a:cubicBezTo>
                <a:cubicBezTo>
                  <a:pt x="3921156" y="3611396"/>
                  <a:pt x="3916836" y="3595556"/>
                  <a:pt x="3896314" y="3604556"/>
                </a:cubicBezTo>
                <a:cubicBezTo>
                  <a:pt x="3891633" y="3622917"/>
                  <a:pt x="3909995" y="3618237"/>
                  <a:pt x="3914676" y="3627597"/>
                </a:cubicBezTo>
                <a:cubicBezTo>
                  <a:pt x="3911255" y="3631557"/>
                  <a:pt x="3909388" y="3634797"/>
                  <a:pt x="3908443" y="3637751"/>
                </a:cubicBezTo>
                <a:lnTo>
                  <a:pt x="3908141" y="3641398"/>
                </a:lnTo>
                <a:lnTo>
                  <a:pt x="3926181" y="3648258"/>
                </a:lnTo>
                <a:cubicBezTo>
                  <a:pt x="3921681" y="3653388"/>
                  <a:pt x="3917879" y="3655683"/>
                  <a:pt x="3914494" y="3656201"/>
                </a:cubicBezTo>
                <a:lnTo>
                  <a:pt x="3907778" y="3654211"/>
                </a:lnTo>
                <a:lnTo>
                  <a:pt x="3907835" y="3668279"/>
                </a:lnTo>
                <a:cubicBezTo>
                  <a:pt x="3912155" y="3663959"/>
                  <a:pt x="3918996" y="3666119"/>
                  <a:pt x="3921156" y="3659279"/>
                </a:cubicBezTo>
                <a:cubicBezTo>
                  <a:pt x="3921156" y="3668279"/>
                  <a:pt x="3918996" y="3670440"/>
                  <a:pt x="3918996" y="3672960"/>
                </a:cubicBezTo>
                <a:cubicBezTo>
                  <a:pt x="3918996" y="3672960"/>
                  <a:pt x="3918996" y="3672960"/>
                  <a:pt x="3934838" y="3670440"/>
                </a:cubicBezTo>
                <a:cubicBezTo>
                  <a:pt x="3923677" y="3690960"/>
                  <a:pt x="3900994" y="3677280"/>
                  <a:pt x="3887313" y="3688800"/>
                </a:cubicBezTo>
                <a:cubicBezTo>
                  <a:pt x="3882632" y="3686640"/>
                  <a:pt x="3889473" y="3672960"/>
                  <a:pt x="3882632" y="3672960"/>
                </a:cubicBezTo>
                <a:cubicBezTo>
                  <a:pt x="3848429" y="3688800"/>
                  <a:pt x="3798383" y="3688800"/>
                  <a:pt x="3768860" y="3668279"/>
                </a:cubicBezTo>
                <a:cubicBezTo>
                  <a:pt x="3768860" y="3647758"/>
                  <a:pt x="3782542" y="3675120"/>
                  <a:pt x="3789382" y="3659279"/>
                </a:cubicBezTo>
                <a:cubicBezTo>
                  <a:pt x="3787222" y="3650278"/>
                  <a:pt x="3777861" y="3650278"/>
                  <a:pt x="3777861" y="3636598"/>
                </a:cubicBezTo>
                <a:cubicBezTo>
                  <a:pt x="3762020" y="3650278"/>
                  <a:pt x="3757339" y="3640918"/>
                  <a:pt x="3734657" y="3640918"/>
                </a:cubicBezTo>
                <a:cubicBezTo>
                  <a:pt x="3741497" y="3645598"/>
                  <a:pt x="3762020" y="3657119"/>
                  <a:pt x="3737177" y="3657119"/>
                </a:cubicBezTo>
                <a:cubicBezTo>
                  <a:pt x="3737177" y="3668279"/>
                  <a:pt x="3746178" y="3668279"/>
                  <a:pt x="3741497" y="3684120"/>
                </a:cubicBezTo>
                <a:cubicBezTo>
                  <a:pt x="3734657" y="3677280"/>
                  <a:pt x="3730336" y="3670440"/>
                  <a:pt x="3725656" y="3661439"/>
                </a:cubicBezTo>
                <a:cubicBezTo>
                  <a:pt x="3716655" y="3663959"/>
                  <a:pt x="3718815" y="3681960"/>
                  <a:pt x="3707294" y="3677280"/>
                </a:cubicBezTo>
                <a:cubicBezTo>
                  <a:pt x="3707294" y="3677280"/>
                  <a:pt x="3707294" y="3677280"/>
                  <a:pt x="3709814" y="3657119"/>
                </a:cubicBezTo>
                <a:cubicBezTo>
                  <a:pt x="3691452" y="3661439"/>
                  <a:pt x="3682451" y="3657119"/>
                  <a:pt x="3670930" y="3670440"/>
                </a:cubicBezTo>
                <a:cubicBezTo>
                  <a:pt x="3643927" y="3675120"/>
                  <a:pt x="3648248" y="3645598"/>
                  <a:pt x="3620885" y="3661439"/>
                </a:cubicBezTo>
                <a:cubicBezTo>
                  <a:pt x="3616564" y="3650278"/>
                  <a:pt x="3623405" y="3654599"/>
                  <a:pt x="3623405" y="3638758"/>
                </a:cubicBezTo>
                <a:cubicBezTo>
                  <a:pt x="3609724" y="3640918"/>
                  <a:pt x="3598202" y="3645598"/>
                  <a:pt x="3596042" y="3661439"/>
                </a:cubicBezTo>
                <a:cubicBezTo>
                  <a:pt x="3587041" y="3622917"/>
                  <a:pt x="3554998" y="3659279"/>
                  <a:pt x="3529795" y="3647758"/>
                </a:cubicBezTo>
                <a:cubicBezTo>
                  <a:pt x="3529795" y="3652438"/>
                  <a:pt x="3529795" y="3654599"/>
                  <a:pt x="3529795" y="3659279"/>
                </a:cubicBezTo>
                <a:cubicBezTo>
                  <a:pt x="3529795" y="3670440"/>
                  <a:pt x="3543477" y="3659279"/>
                  <a:pt x="3548157" y="3661439"/>
                </a:cubicBezTo>
                <a:cubicBezTo>
                  <a:pt x="3543657" y="3667200"/>
                  <a:pt x="3543117" y="3669450"/>
                  <a:pt x="3542847" y="3671970"/>
                </a:cubicBezTo>
                <a:lnTo>
                  <a:pt x="3542493" y="3673135"/>
                </a:lnTo>
                <a:lnTo>
                  <a:pt x="3558363" y="3671361"/>
                </a:lnTo>
                <a:lnTo>
                  <a:pt x="3558976" y="3667505"/>
                </a:lnTo>
                <a:cubicBezTo>
                  <a:pt x="3559294" y="3665504"/>
                  <a:pt x="3559294" y="3665504"/>
                  <a:pt x="3559294" y="3665504"/>
                </a:cubicBezTo>
                <a:cubicBezTo>
                  <a:pt x="3575284" y="3660775"/>
                  <a:pt x="3575284" y="3665504"/>
                  <a:pt x="3589093" y="3660775"/>
                </a:cubicBezTo>
                <a:lnTo>
                  <a:pt x="3590563" y="3667762"/>
                </a:lnTo>
                <a:lnTo>
                  <a:pt x="3600793" y="3666618"/>
                </a:lnTo>
                <a:lnTo>
                  <a:pt x="3596115" y="3678908"/>
                </a:lnTo>
                <a:lnTo>
                  <a:pt x="3609807" y="3665504"/>
                </a:lnTo>
                <a:cubicBezTo>
                  <a:pt x="3614168" y="3667687"/>
                  <a:pt x="3609807" y="3681512"/>
                  <a:pt x="3616712" y="3681512"/>
                </a:cubicBezTo>
                <a:cubicBezTo>
                  <a:pt x="3614350" y="3688424"/>
                  <a:pt x="3607445" y="3691334"/>
                  <a:pt x="3600858" y="3690470"/>
                </a:cubicBezTo>
                <a:lnTo>
                  <a:pt x="3594201" y="3683935"/>
                </a:lnTo>
                <a:lnTo>
                  <a:pt x="3588656" y="3698499"/>
                </a:lnTo>
                <a:cubicBezTo>
                  <a:pt x="3574450" y="3722326"/>
                  <a:pt x="3554271" y="3725296"/>
                  <a:pt x="3530245" y="3737176"/>
                </a:cubicBezTo>
                <a:cubicBezTo>
                  <a:pt x="3519086" y="3732496"/>
                  <a:pt x="3507568" y="3730336"/>
                  <a:pt x="3500729" y="3718816"/>
                </a:cubicBezTo>
                <a:lnTo>
                  <a:pt x="3425690" y="3735591"/>
                </a:lnTo>
                <a:lnTo>
                  <a:pt x="3425384" y="3736683"/>
                </a:lnTo>
                <a:lnTo>
                  <a:pt x="3424297" y="3735903"/>
                </a:lnTo>
                <a:lnTo>
                  <a:pt x="3420012" y="3736860"/>
                </a:lnTo>
                <a:lnTo>
                  <a:pt x="3401802" y="3740852"/>
                </a:lnTo>
                <a:lnTo>
                  <a:pt x="3400182" y="3745683"/>
                </a:lnTo>
                <a:lnTo>
                  <a:pt x="3395375" y="3742261"/>
                </a:lnTo>
                <a:lnTo>
                  <a:pt x="3370631" y="3747685"/>
                </a:lnTo>
                <a:lnTo>
                  <a:pt x="3370659" y="3747843"/>
                </a:lnTo>
                <a:cubicBezTo>
                  <a:pt x="3363818" y="3750363"/>
                  <a:pt x="3356977" y="3750363"/>
                  <a:pt x="3350136" y="3752523"/>
                </a:cubicBezTo>
                <a:cubicBezTo>
                  <a:pt x="3350136" y="3761524"/>
                  <a:pt x="3352657" y="3768364"/>
                  <a:pt x="3359497" y="3766204"/>
                </a:cubicBezTo>
                <a:cubicBezTo>
                  <a:pt x="3352657" y="3778805"/>
                  <a:pt x="3348066" y="3774214"/>
                  <a:pt x="3343476" y="3765079"/>
                </a:cubicBezTo>
                <a:lnTo>
                  <a:pt x="3338351" y="3753972"/>
                </a:lnTo>
                <a:lnTo>
                  <a:pt x="3310539" y="3757316"/>
                </a:lnTo>
                <a:lnTo>
                  <a:pt x="3313773" y="3759364"/>
                </a:lnTo>
                <a:cubicBezTo>
                  <a:pt x="3327454" y="3770524"/>
                  <a:pt x="3296131" y="3757204"/>
                  <a:pt x="3309812" y="3766204"/>
                </a:cubicBezTo>
                <a:cubicBezTo>
                  <a:pt x="3307922" y="3778085"/>
                  <a:pt x="3302387" y="3765664"/>
                  <a:pt x="3296851" y="3760686"/>
                </a:cubicBezTo>
                <a:lnTo>
                  <a:pt x="3292125" y="3759529"/>
                </a:lnTo>
                <a:lnTo>
                  <a:pt x="3291499" y="3759605"/>
                </a:lnTo>
                <a:lnTo>
                  <a:pt x="3293116" y="3767644"/>
                </a:lnTo>
                <a:cubicBezTo>
                  <a:pt x="3295951" y="3770794"/>
                  <a:pt x="3299371" y="3775384"/>
                  <a:pt x="3298291" y="3784565"/>
                </a:cubicBezTo>
                <a:cubicBezTo>
                  <a:pt x="3293610" y="3784565"/>
                  <a:pt x="3293610" y="3786725"/>
                  <a:pt x="3293610" y="3791405"/>
                </a:cubicBezTo>
                <a:cubicBezTo>
                  <a:pt x="3290190" y="3787985"/>
                  <a:pt x="3287940" y="3782765"/>
                  <a:pt x="3286275" y="3776420"/>
                </a:cubicBezTo>
                <a:lnTo>
                  <a:pt x="3283485" y="3760568"/>
                </a:lnTo>
                <a:lnTo>
                  <a:pt x="3271446" y="3762015"/>
                </a:lnTo>
                <a:lnTo>
                  <a:pt x="3263906" y="3761813"/>
                </a:lnTo>
                <a:lnTo>
                  <a:pt x="3264087" y="3766204"/>
                </a:lnTo>
                <a:cubicBezTo>
                  <a:pt x="3266248" y="3773044"/>
                  <a:pt x="3268768" y="3759364"/>
                  <a:pt x="3270928" y="3768364"/>
                </a:cubicBezTo>
                <a:cubicBezTo>
                  <a:pt x="3272008" y="3780964"/>
                  <a:pt x="3262377" y="3769624"/>
                  <a:pt x="3253331" y="3761929"/>
                </a:cubicBezTo>
                <a:lnTo>
                  <a:pt x="3252404" y="3761505"/>
                </a:lnTo>
                <a:lnTo>
                  <a:pt x="3239348" y="3761155"/>
                </a:lnTo>
                <a:lnTo>
                  <a:pt x="3238731" y="3762404"/>
                </a:lnTo>
                <a:cubicBezTo>
                  <a:pt x="3238277" y="3765726"/>
                  <a:pt x="3238390" y="3770570"/>
                  <a:pt x="3239245" y="3777365"/>
                </a:cubicBezTo>
                <a:cubicBezTo>
                  <a:pt x="3227724" y="3777365"/>
                  <a:pt x="3218723" y="3768364"/>
                  <a:pt x="3205041" y="3777365"/>
                </a:cubicBezTo>
                <a:cubicBezTo>
                  <a:pt x="3207201" y="3782045"/>
                  <a:pt x="3209362" y="3784565"/>
                  <a:pt x="3207201" y="3786725"/>
                </a:cubicBezTo>
                <a:cubicBezTo>
                  <a:pt x="3218723" y="3795726"/>
                  <a:pt x="3214042" y="3797886"/>
                  <a:pt x="3229884" y="3818406"/>
                </a:cubicBezTo>
                <a:cubicBezTo>
                  <a:pt x="3223043" y="3818406"/>
                  <a:pt x="3211882" y="3795726"/>
                  <a:pt x="3209362" y="3814086"/>
                </a:cubicBezTo>
                <a:cubicBezTo>
                  <a:pt x="3207201" y="3804726"/>
                  <a:pt x="3202521" y="3793565"/>
                  <a:pt x="3196040" y="3795726"/>
                </a:cubicBezTo>
                <a:cubicBezTo>
                  <a:pt x="3193520" y="3797886"/>
                  <a:pt x="3198200" y="3809406"/>
                  <a:pt x="3200361" y="3816246"/>
                </a:cubicBezTo>
                <a:cubicBezTo>
                  <a:pt x="3193520" y="3811566"/>
                  <a:pt x="3184519" y="3809406"/>
                  <a:pt x="3193520" y="3818406"/>
                </a:cubicBezTo>
                <a:cubicBezTo>
                  <a:pt x="3184519" y="3832087"/>
                  <a:pt x="3172998" y="3797886"/>
                  <a:pt x="3170838" y="3788885"/>
                </a:cubicBezTo>
                <a:cubicBezTo>
                  <a:pt x="3157156" y="3816246"/>
                  <a:pt x="3186679" y="3832087"/>
                  <a:pt x="3196040" y="3861609"/>
                </a:cubicBezTo>
                <a:cubicBezTo>
                  <a:pt x="3189200" y="3854768"/>
                  <a:pt x="3186679" y="3866289"/>
                  <a:pt x="3193520" y="3868449"/>
                </a:cubicBezTo>
                <a:cubicBezTo>
                  <a:pt x="3186679" y="3893650"/>
                  <a:pt x="3184519" y="3845768"/>
                  <a:pt x="3172998" y="3854768"/>
                </a:cubicBezTo>
                <a:cubicBezTo>
                  <a:pt x="3170838" y="3884650"/>
                  <a:pt x="3189200" y="3895810"/>
                  <a:pt x="3179839" y="3904811"/>
                </a:cubicBezTo>
                <a:cubicBezTo>
                  <a:pt x="3191360" y="3918491"/>
                  <a:pt x="3205041" y="3893650"/>
                  <a:pt x="3216202" y="3921011"/>
                </a:cubicBezTo>
                <a:cubicBezTo>
                  <a:pt x="3216202" y="3932172"/>
                  <a:pt x="3202521" y="3921011"/>
                  <a:pt x="3198200" y="3909491"/>
                </a:cubicBezTo>
                <a:cubicBezTo>
                  <a:pt x="3191360" y="3916331"/>
                  <a:pt x="3198200" y="3936852"/>
                  <a:pt x="3186679" y="3936852"/>
                </a:cubicBezTo>
                <a:cubicBezTo>
                  <a:pt x="3182359" y="3921011"/>
                  <a:pt x="3177678" y="3925332"/>
                  <a:pt x="3175518" y="3911651"/>
                </a:cubicBezTo>
                <a:cubicBezTo>
                  <a:pt x="3172998" y="3927852"/>
                  <a:pt x="3182359" y="3954853"/>
                  <a:pt x="3175518" y="3961693"/>
                </a:cubicBezTo>
                <a:cubicBezTo>
                  <a:pt x="3175518" y="3948013"/>
                  <a:pt x="3172998" y="3939012"/>
                  <a:pt x="3163997" y="3941172"/>
                </a:cubicBezTo>
                <a:cubicBezTo>
                  <a:pt x="3161837" y="3936852"/>
                  <a:pt x="3168677" y="3923172"/>
                  <a:pt x="3170838" y="3932172"/>
                </a:cubicBezTo>
                <a:cubicBezTo>
                  <a:pt x="3170838" y="3930012"/>
                  <a:pt x="3168677" y="3921011"/>
                  <a:pt x="3170838" y="3921011"/>
                </a:cubicBezTo>
                <a:cubicBezTo>
                  <a:pt x="3168677" y="3907331"/>
                  <a:pt x="3163997" y="3914171"/>
                  <a:pt x="3159676" y="3902650"/>
                </a:cubicBezTo>
                <a:cubicBezTo>
                  <a:pt x="3154996" y="3902650"/>
                  <a:pt x="3163997" y="3927852"/>
                  <a:pt x="3166157" y="3916331"/>
                </a:cubicBezTo>
                <a:cubicBezTo>
                  <a:pt x="3168677" y="3932172"/>
                  <a:pt x="3154996" y="3921011"/>
                  <a:pt x="3152836" y="3918491"/>
                </a:cubicBezTo>
                <a:cubicBezTo>
                  <a:pt x="3154996" y="3895810"/>
                  <a:pt x="3132314" y="3904811"/>
                  <a:pt x="3132314" y="3888970"/>
                </a:cubicBezTo>
                <a:cubicBezTo>
                  <a:pt x="3127633" y="3893650"/>
                  <a:pt x="3122953" y="3882130"/>
                  <a:pt x="3116112" y="3888970"/>
                </a:cubicBezTo>
                <a:cubicBezTo>
                  <a:pt x="3132314" y="3897970"/>
                  <a:pt x="3132314" y="3909491"/>
                  <a:pt x="3145995" y="3927852"/>
                </a:cubicBezTo>
                <a:cubicBezTo>
                  <a:pt x="3143475" y="3932172"/>
                  <a:pt x="3141314" y="3934332"/>
                  <a:pt x="3136634" y="3936852"/>
                </a:cubicBezTo>
                <a:cubicBezTo>
                  <a:pt x="3141314" y="3927852"/>
                  <a:pt x="3132314" y="3925332"/>
                  <a:pt x="3132314" y="3916331"/>
                </a:cubicBezTo>
                <a:cubicBezTo>
                  <a:pt x="3127633" y="3909491"/>
                  <a:pt x="3118632" y="3909491"/>
                  <a:pt x="3118632" y="3916331"/>
                </a:cubicBezTo>
                <a:cubicBezTo>
                  <a:pt x="3122953" y="3930012"/>
                  <a:pt x="3125473" y="3923172"/>
                  <a:pt x="3129793" y="3927852"/>
                </a:cubicBezTo>
                <a:cubicBezTo>
                  <a:pt x="3132314" y="3945853"/>
                  <a:pt x="3109271" y="3925332"/>
                  <a:pt x="3118632" y="3945853"/>
                </a:cubicBezTo>
                <a:cubicBezTo>
                  <a:pt x="3102430" y="3934332"/>
                  <a:pt x="3100270" y="3950533"/>
                  <a:pt x="3079748" y="3954853"/>
                </a:cubicBezTo>
                <a:cubicBezTo>
                  <a:pt x="3077588" y="3950533"/>
                  <a:pt x="3082268" y="3950533"/>
                  <a:pt x="3082268" y="3948013"/>
                </a:cubicBezTo>
                <a:cubicBezTo>
                  <a:pt x="3079748" y="3943692"/>
                  <a:pt x="3077588" y="3945853"/>
                  <a:pt x="3075428" y="3945853"/>
                </a:cubicBezTo>
                <a:cubicBezTo>
                  <a:pt x="3070747" y="3930012"/>
                  <a:pt x="3086589" y="3948013"/>
                  <a:pt x="3089109" y="3939012"/>
                </a:cubicBezTo>
                <a:cubicBezTo>
                  <a:pt x="3089109" y="3939012"/>
                  <a:pt x="3089109" y="3939012"/>
                  <a:pt x="3084429" y="3930012"/>
                </a:cubicBezTo>
                <a:cubicBezTo>
                  <a:pt x="3077588" y="3923172"/>
                  <a:pt x="3070747" y="3932172"/>
                  <a:pt x="3061746" y="3918491"/>
                </a:cubicBezTo>
                <a:cubicBezTo>
                  <a:pt x="3066067" y="3934332"/>
                  <a:pt x="3079748" y="3964214"/>
                  <a:pt x="3095950" y="3975374"/>
                </a:cubicBezTo>
                <a:cubicBezTo>
                  <a:pt x="3091269" y="3977894"/>
                  <a:pt x="3079748" y="3973214"/>
                  <a:pt x="3089109" y="3980054"/>
                </a:cubicBezTo>
                <a:cubicBezTo>
                  <a:pt x="3093429" y="3991575"/>
                  <a:pt x="3077588" y="3971054"/>
                  <a:pt x="3072907" y="3973214"/>
                </a:cubicBezTo>
                <a:cubicBezTo>
                  <a:pt x="3077588" y="3980054"/>
                  <a:pt x="3084429" y="3986894"/>
                  <a:pt x="3086589" y="3986894"/>
                </a:cubicBezTo>
                <a:cubicBezTo>
                  <a:pt x="3089109" y="3998055"/>
                  <a:pt x="3075428" y="4000575"/>
                  <a:pt x="3086589" y="4018576"/>
                </a:cubicBezTo>
                <a:cubicBezTo>
                  <a:pt x="3084429" y="4018576"/>
                  <a:pt x="3079748" y="4009576"/>
                  <a:pt x="3082268" y="4009576"/>
                </a:cubicBezTo>
                <a:cubicBezTo>
                  <a:pt x="3075428" y="4000575"/>
                  <a:pt x="3072907" y="4014256"/>
                  <a:pt x="3066067" y="3995895"/>
                </a:cubicBezTo>
                <a:cubicBezTo>
                  <a:pt x="3063906" y="3984734"/>
                  <a:pt x="3070747" y="3995895"/>
                  <a:pt x="3075428" y="3989055"/>
                </a:cubicBezTo>
                <a:cubicBezTo>
                  <a:pt x="3070747" y="3982214"/>
                  <a:pt x="3068587" y="3984734"/>
                  <a:pt x="3063906" y="3977894"/>
                </a:cubicBezTo>
                <a:cubicBezTo>
                  <a:pt x="3054905" y="3977894"/>
                  <a:pt x="3068587" y="3998055"/>
                  <a:pt x="3057066" y="3989055"/>
                </a:cubicBezTo>
                <a:cubicBezTo>
                  <a:pt x="3068587" y="4011736"/>
                  <a:pt x="3072907" y="4025416"/>
                  <a:pt x="3061746" y="4023256"/>
                </a:cubicBezTo>
                <a:cubicBezTo>
                  <a:pt x="3050225" y="4009576"/>
                  <a:pt x="3052385" y="4000575"/>
                  <a:pt x="3052385" y="3991575"/>
                </a:cubicBezTo>
                <a:cubicBezTo>
                  <a:pt x="3050225" y="3989055"/>
                  <a:pt x="3045544" y="3986894"/>
                  <a:pt x="3043384" y="3980054"/>
                </a:cubicBezTo>
                <a:cubicBezTo>
                  <a:pt x="3048065" y="3991575"/>
                  <a:pt x="3048065" y="3998055"/>
                  <a:pt x="3050225" y="4007416"/>
                </a:cubicBezTo>
                <a:cubicBezTo>
                  <a:pt x="3045544" y="4009576"/>
                  <a:pt x="3038704" y="3998055"/>
                  <a:pt x="3032223" y="3989055"/>
                </a:cubicBezTo>
                <a:cubicBezTo>
                  <a:pt x="3036544" y="3998055"/>
                  <a:pt x="3041224" y="4011736"/>
                  <a:pt x="3027543" y="4004895"/>
                </a:cubicBezTo>
                <a:cubicBezTo>
                  <a:pt x="3032223" y="4011736"/>
                  <a:pt x="3038704" y="4021096"/>
                  <a:pt x="3041224" y="4018576"/>
                </a:cubicBezTo>
                <a:cubicBezTo>
                  <a:pt x="3050225" y="4032257"/>
                  <a:pt x="3036544" y="4023256"/>
                  <a:pt x="3032223" y="4014256"/>
                </a:cubicBezTo>
                <a:cubicBezTo>
                  <a:pt x="3029703" y="4016416"/>
                  <a:pt x="3043384" y="4034417"/>
                  <a:pt x="3029703" y="4023256"/>
                </a:cubicBezTo>
                <a:cubicBezTo>
                  <a:pt x="3032223" y="4025416"/>
                  <a:pt x="3057066" y="4048458"/>
                  <a:pt x="3052385" y="4057458"/>
                </a:cubicBezTo>
                <a:cubicBezTo>
                  <a:pt x="3061746" y="4068618"/>
                  <a:pt x="3063906" y="4055298"/>
                  <a:pt x="3070747" y="4059618"/>
                </a:cubicBezTo>
                <a:cubicBezTo>
                  <a:pt x="3072907" y="4057458"/>
                  <a:pt x="3068587" y="4050618"/>
                  <a:pt x="3061746" y="4041617"/>
                </a:cubicBezTo>
                <a:cubicBezTo>
                  <a:pt x="3070747" y="4048458"/>
                  <a:pt x="3068587" y="4048458"/>
                  <a:pt x="3070747" y="4041617"/>
                </a:cubicBezTo>
                <a:cubicBezTo>
                  <a:pt x="3082268" y="4057458"/>
                  <a:pt x="3072907" y="4059618"/>
                  <a:pt x="3091269" y="4077979"/>
                </a:cubicBezTo>
                <a:cubicBezTo>
                  <a:pt x="3089109" y="4084819"/>
                  <a:pt x="3077588" y="4066458"/>
                  <a:pt x="3077588" y="4061778"/>
                </a:cubicBezTo>
                <a:cubicBezTo>
                  <a:pt x="3072907" y="4071138"/>
                  <a:pt x="3075428" y="4073299"/>
                  <a:pt x="3075428" y="4082299"/>
                </a:cubicBezTo>
                <a:cubicBezTo>
                  <a:pt x="3079748" y="4086979"/>
                  <a:pt x="3082268" y="4084819"/>
                  <a:pt x="3086589" y="4091660"/>
                </a:cubicBezTo>
                <a:cubicBezTo>
                  <a:pt x="3079748" y="4093820"/>
                  <a:pt x="3070747" y="4089139"/>
                  <a:pt x="3070747" y="4100660"/>
                </a:cubicBezTo>
                <a:cubicBezTo>
                  <a:pt x="3068587" y="4091660"/>
                  <a:pt x="3070747" y="4093820"/>
                  <a:pt x="3059226" y="4084819"/>
                </a:cubicBezTo>
                <a:cubicBezTo>
                  <a:pt x="3066067" y="4093820"/>
                  <a:pt x="3059226" y="4095980"/>
                  <a:pt x="3070747" y="4107500"/>
                </a:cubicBezTo>
                <a:cubicBezTo>
                  <a:pt x="3066067" y="4104980"/>
                  <a:pt x="3059226" y="4098140"/>
                  <a:pt x="3052385" y="4091660"/>
                </a:cubicBezTo>
                <a:cubicBezTo>
                  <a:pt x="3050225" y="4102820"/>
                  <a:pt x="3038704" y="4104980"/>
                  <a:pt x="3022862" y="4098140"/>
                </a:cubicBezTo>
                <a:cubicBezTo>
                  <a:pt x="3022862" y="4102820"/>
                  <a:pt x="3043384" y="4116501"/>
                  <a:pt x="3045544" y="4109660"/>
                </a:cubicBezTo>
                <a:cubicBezTo>
                  <a:pt x="3057066" y="4125501"/>
                  <a:pt x="3041224" y="4125501"/>
                  <a:pt x="3027543" y="4107500"/>
                </a:cubicBezTo>
                <a:cubicBezTo>
                  <a:pt x="3022862" y="4111820"/>
                  <a:pt x="3018542" y="4114341"/>
                  <a:pt x="3020702" y="4121181"/>
                </a:cubicBezTo>
                <a:cubicBezTo>
                  <a:pt x="3032223" y="4125501"/>
                  <a:pt x="3020702" y="4114341"/>
                  <a:pt x="3034383" y="4123341"/>
                </a:cubicBezTo>
                <a:cubicBezTo>
                  <a:pt x="3038704" y="4137022"/>
                  <a:pt x="3029703" y="4146022"/>
                  <a:pt x="3013861" y="4152862"/>
                </a:cubicBezTo>
                <a:cubicBezTo>
                  <a:pt x="2995499" y="4134862"/>
                  <a:pt x="3020702" y="4139182"/>
                  <a:pt x="3018542" y="4125501"/>
                </a:cubicBezTo>
                <a:cubicBezTo>
                  <a:pt x="2993339" y="4109660"/>
                  <a:pt x="3009181" y="4107500"/>
                  <a:pt x="2995499" y="4095980"/>
                </a:cubicBezTo>
                <a:cubicBezTo>
                  <a:pt x="2998019" y="4109660"/>
                  <a:pt x="2989019" y="4093820"/>
                  <a:pt x="2984338" y="4102820"/>
                </a:cubicBezTo>
                <a:cubicBezTo>
                  <a:pt x="3002340" y="4111820"/>
                  <a:pt x="3004860" y="4123341"/>
                  <a:pt x="3009181" y="4134862"/>
                </a:cubicBezTo>
                <a:cubicBezTo>
                  <a:pt x="2998019" y="4128021"/>
                  <a:pt x="2993339" y="4134862"/>
                  <a:pt x="2986498" y="4139182"/>
                </a:cubicBezTo>
                <a:cubicBezTo>
                  <a:pt x="2995499" y="4141702"/>
                  <a:pt x="3007020" y="4152862"/>
                  <a:pt x="3013861" y="4152862"/>
                </a:cubicBezTo>
                <a:cubicBezTo>
                  <a:pt x="3029703" y="4152862"/>
                  <a:pt x="3016021" y="4166543"/>
                  <a:pt x="3032223" y="4178064"/>
                </a:cubicBezTo>
                <a:cubicBezTo>
                  <a:pt x="3027543" y="4180224"/>
                  <a:pt x="3016021" y="4168703"/>
                  <a:pt x="3011701" y="4171223"/>
                </a:cubicBezTo>
                <a:cubicBezTo>
                  <a:pt x="3007020" y="4164383"/>
                  <a:pt x="3016021" y="4168703"/>
                  <a:pt x="3013861" y="4161863"/>
                </a:cubicBezTo>
                <a:cubicBezTo>
                  <a:pt x="3000180" y="4152862"/>
                  <a:pt x="3000180" y="4171223"/>
                  <a:pt x="3000180" y="4178064"/>
                </a:cubicBezTo>
                <a:cubicBezTo>
                  <a:pt x="3009181" y="4184904"/>
                  <a:pt x="2998019" y="4168703"/>
                  <a:pt x="3007020" y="4168703"/>
                </a:cubicBezTo>
                <a:cubicBezTo>
                  <a:pt x="3022862" y="4189224"/>
                  <a:pt x="3013861" y="4191744"/>
                  <a:pt x="3011701" y="4205065"/>
                </a:cubicBezTo>
                <a:cubicBezTo>
                  <a:pt x="3004860" y="4200745"/>
                  <a:pt x="2995499" y="4191744"/>
                  <a:pt x="2993339" y="4193904"/>
                </a:cubicBezTo>
                <a:cubicBezTo>
                  <a:pt x="2986498" y="4189224"/>
                  <a:pt x="3002340" y="4191744"/>
                  <a:pt x="2984338" y="4180224"/>
                </a:cubicBezTo>
                <a:cubicBezTo>
                  <a:pt x="2982178" y="4182384"/>
                  <a:pt x="2982178" y="4187064"/>
                  <a:pt x="2979658" y="4189224"/>
                </a:cubicBezTo>
                <a:cubicBezTo>
                  <a:pt x="2972817" y="4191744"/>
                  <a:pt x="2975337" y="4178064"/>
                  <a:pt x="2959135" y="4173383"/>
                </a:cubicBezTo>
                <a:cubicBezTo>
                  <a:pt x="2975337" y="4193904"/>
                  <a:pt x="2965976" y="4189224"/>
                  <a:pt x="2984338" y="4207585"/>
                </a:cubicBezTo>
                <a:cubicBezTo>
                  <a:pt x="2982178" y="4211905"/>
                  <a:pt x="2979658" y="4221266"/>
                  <a:pt x="2977497" y="4225586"/>
                </a:cubicBezTo>
                <a:cubicBezTo>
                  <a:pt x="2972817" y="4232426"/>
                  <a:pt x="2968496" y="4234946"/>
                  <a:pt x="2952295" y="4228106"/>
                </a:cubicBezTo>
                <a:cubicBezTo>
                  <a:pt x="2950134" y="4232426"/>
                  <a:pt x="2970657" y="4239266"/>
                  <a:pt x="2977497" y="4243947"/>
                </a:cubicBezTo>
                <a:cubicBezTo>
                  <a:pt x="2970657" y="4246107"/>
                  <a:pt x="2959135" y="4248627"/>
                  <a:pt x="2952295" y="4239266"/>
                </a:cubicBezTo>
                <a:cubicBezTo>
                  <a:pt x="2950134" y="4243947"/>
                  <a:pt x="2956975" y="4250787"/>
                  <a:pt x="2945454" y="4248627"/>
                </a:cubicBezTo>
                <a:cubicBezTo>
                  <a:pt x="2931773" y="4243947"/>
                  <a:pt x="2936453" y="4239266"/>
                  <a:pt x="2925292" y="4234946"/>
                </a:cubicBezTo>
                <a:cubicBezTo>
                  <a:pt x="2920611" y="4241787"/>
                  <a:pt x="2936453" y="4248627"/>
                  <a:pt x="2947974" y="4255467"/>
                </a:cubicBezTo>
                <a:cubicBezTo>
                  <a:pt x="2963816" y="4264468"/>
                  <a:pt x="2943294" y="4243947"/>
                  <a:pt x="2954815" y="4252947"/>
                </a:cubicBezTo>
                <a:cubicBezTo>
                  <a:pt x="2968496" y="4255467"/>
                  <a:pt x="2959135" y="4266628"/>
                  <a:pt x="2950134" y="4259788"/>
                </a:cubicBezTo>
                <a:cubicBezTo>
                  <a:pt x="2952295" y="4266628"/>
                  <a:pt x="2959135" y="4271308"/>
                  <a:pt x="2959135" y="4275628"/>
                </a:cubicBezTo>
                <a:cubicBezTo>
                  <a:pt x="2954815" y="4284989"/>
                  <a:pt x="2938613" y="4278148"/>
                  <a:pt x="2931773" y="4282469"/>
                </a:cubicBezTo>
                <a:cubicBezTo>
                  <a:pt x="2943294" y="4282469"/>
                  <a:pt x="2961656" y="4291829"/>
                  <a:pt x="2959135" y="4287149"/>
                </a:cubicBezTo>
                <a:cubicBezTo>
                  <a:pt x="2975337" y="4289309"/>
                  <a:pt x="2963816" y="4309830"/>
                  <a:pt x="2952295" y="4309830"/>
                </a:cubicBezTo>
                <a:cubicBezTo>
                  <a:pt x="2943294" y="4305510"/>
                  <a:pt x="2963816" y="4305510"/>
                  <a:pt x="2952295" y="4296149"/>
                </a:cubicBezTo>
                <a:cubicBezTo>
                  <a:pt x="2936453" y="4298669"/>
                  <a:pt x="2956975" y="4321350"/>
                  <a:pt x="2931773" y="4316670"/>
                </a:cubicBezTo>
                <a:cubicBezTo>
                  <a:pt x="2931773" y="4325671"/>
                  <a:pt x="2950134" y="4321350"/>
                  <a:pt x="2952295" y="4328191"/>
                </a:cubicBezTo>
                <a:cubicBezTo>
                  <a:pt x="2943294" y="4328191"/>
                  <a:pt x="2936453" y="4330351"/>
                  <a:pt x="2927452" y="4332511"/>
                </a:cubicBezTo>
                <a:cubicBezTo>
                  <a:pt x="2938613" y="4337191"/>
                  <a:pt x="2927452" y="4346192"/>
                  <a:pt x="2943294" y="4350872"/>
                </a:cubicBezTo>
                <a:cubicBezTo>
                  <a:pt x="2927452" y="4366713"/>
                  <a:pt x="2913771" y="4371393"/>
                  <a:pt x="2915931" y="4391914"/>
                </a:cubicBezTo>
                <a:cubicBezTo>
                  <a:pt x="2913771" y="4389394"/>
                  <a:pt x="2906930" y="4385074"/>
                  <a:pt x="2897929" y="4382553"/>
                </a:cubicBezTo>
                <a:cubicBezTo>
                  <a:pt x="2925292" y="4409915"/>
                  <a:pt x="2888928" y="4439436"/>
                  <a:pt x="2879567" y="4464637"/>
                </a:cubicBezTo>
                <a:cubicBezTo>
                  <a:pt x="2879567" y="4471478"/>
                  <a:pt x="2897929" y="4471478"/>
                  <a:pt x="2877407" y="4473638"/>
                </a:cubicBezTo>
                <a:cubicBezTo>
                  <a:pt x="2877407" y="4475798"/>
                  <a:pt x="2882087" y="4478318"/>
                  <a:pt x="2879567" y="4480478"/>
                </a:cubicBezTo>
                <a:cubicBezTo>
                  <a:pt x="2886408" y="4480478"/>
                  <a:pt x="2888928" y="4478318"/>
                  <a:pt x="2893248" y="4475798"/>
                </a:cubicBezTo>
                <a:cubicBezTo>
                  <a:pt x="2893248" y="4487318"/>
                  <a:pt x="2868046" y="4505679"/>
                  <a:pt x="2891088" y="4521520"/>
                </a:cubicBezTo>
                <a:cubicBezTo>
                  <a:pt x="2877407" y="4525840"/>
                  <a:pt x="2859045" y="4539521"/>
                  <a:pt x="2874887" y="4555722"/>
                </a:cubicBezTo>
                <a:cubicBezTo>
                  <a:pt x="2850044" y="4564722"/>
                  <a:pt x="2843203" y="4610084"/>
                  <a:pt x="2843203" y="4637445"/>
                </a:cubicBezTo>
                <a:cubicBezTo>
                  <a:pt x="2836362" y="4635285"/>
                  <a:pt x="2836362" y="4630605"/>
                  <a:pt x="2829522" y="4628445"/>
                </a:cubicBezTo>
                <a:cubicBezTo>
                  <a:pt x="2829522" y="4639606"/>
                  <a:pt x="2820521" y="4642126"/>
                  <a:pt x="2815840" y="4651126"/>
                </a:cubicBezTo>
                <a:cubicBezTo>
                  <a:pt x="2818361" y="4655806"/>
                  <a:pt x="2822681" y="4651126"/>
                  <a:pt x="2832042" y="4653286"/>
                </a:cubicBezTo>
                <a:cubicBezTo>
                  <a:pt x="2845363" y="4673807"/>
                  <a:pt x="2804679" y="4696488"/>
                  <a:pt x="2804679" y="4726010"/>
                </a:cubicBezTo>
                <a:cubicBezTo>
                  <a:pt x="2793158" y="4721689"/>
                  <a:pt x="2786317" y="4721689"/>
                  <a:pt x="2779477" y="4723850"/>
                </a:cubicBezTo>
                <a:cubicBezTo>
                  <a:pt x="2786317" y="4737530"/>
                  <a:pt x="2765795" y="4740050"/>
                  <a:pt x="2784157" y="4746891"/>
                </a:cubicBezTo>
                <a:cubicBezTo>
                  <a:pt x="2781637" y="4755891"/>
                  <a:pt x="2768315" y="4749051"/>
                  <a:pt x="2765795" y="4755891"/>
                </a:cubicBezTo>
                <a:cubicBezTo>
                  <a:pt x="2768315" y="4764892"/>
                  <a:pt x="2781637" y="4749051"/>
                  <a:pt x="2795318" y="4755891"/>
                </a:cubicBezTo>
                <a:cubicBezTo>
                  <a:pt x="2784157" y="4764892"/>
                  <a:pt x="2795318" y="4767052"/>
                  <a:pt x="2786317" y="4778572"/>
                </a:cubicBezTo>
                <a:cubicBezTo>
                  <a:pt x="2752114" y="4753371"/>
                  <a:pt x="2761475" y="4808094"/>
                  <a:pt x="2747793" y="4823934"/>
                </a:cubicBezTo>
                <a:cubicBezTo>
                  <a:pt x="2752114" y="4817094"/>
                  <a:pt x="2770476" y="4823934"/>
                  <a:pt x="2777316" y="4814934"/>
                </a:cubicBezTo>
                <a:cubicBezTo>
                  <a:pt x="2784157" y="4817094"/>
                  <a:pt x="2774796" y="4819614"/>
                  <a:pt x="2768315" y="4819614"/>
                </a:cubicBezTo>
                <a:cubicBezTo>
                  <a:pt x="2758954" y="4846976"/>
                  <a:pt x="2781637" y="4846976"/>
                  <a:pt x="2754634" y="4855976"/>
                </a:cubicBezTo>
                <a:cubicBezTo>
                  <a:pt x="2754634" y="4862816"/>
                  <a:pt x="2761475" y="4855976"/>
                  <a:pt x="2770476" y="4858136"/>
                </a:cubicBezTo>
                <a:cubicBezTo>
                  <a:pt x="2770476" y="4876497"/>
                  <a:pt x="2754634" y="4873977"/>
                  <a:pt x="2747793" y="4883337"/>
                </a:cubicBezTo>
                <a:cubicBezTo>
                  <a:pt x="2756794" y="4887657"/>
                  <a:pt x="2774796" y="4903498"/>
                  <a:pt x="2743113" y="4906018"/>
                </a:cubicBezTo>
                <a:cubicBezTo>
                  <a:pt x="2745273" y="4908178"/>
                  <a:pt x="2752114" y="4926539"/>
                  <a:pt x="2734112" y="4919699"/>
                </a:cubicBezTo>
                <a:cubicBezTo>
                  <a:pt x="2734112" y="4928699"/>
                  <a:pt x="2745273" y="4928699"/>
                  <a:pt x="2745273" y="4937700"/>
                </a:cubicBezTo>
                <a:cubicBezTo>
                  <a:pt x="2756794" y="4940220"/>
                  <a:pt x="2752114" y="4924019"/>
                  <a:pt x="2754634" y="4919699"/>
                </a:cubicBezTo>
                <a:cubicBezTo>
                  <a:pt x="2788477" y="4930859"/>
                  <a:pt x="2802159" y="4919699"/>
                  <a:pt x="2829522" y="4926539"/>
                </a:cubicBezTo>
                <a:cubicBezTo>
                  <a:pt x="2807920" y="4937879"/>
                  <a:pt x="2782897" y="4946340"/>
                  <a:pt x="2757874" y="4955116"/>
                </a:cubicBezTo>
                <a:lnTo>
                  <a:pt x="2691823" y="4983202"/>
                </a:lnTo>
                <a:lnTo>
                  <a:pt x="2691621" y="4988380"/>
                </a:lnTo>
                <a:lnTo>
                  <a:pt x="2693405" y="4989306"/>
                </a:lnTo>
                <a:cubicBezTo>
                  <a:pt x="2703261" y="4988057"/>
                  <a:pt x="2718180" y="4976581"/>
                  <a:pt x="2711429" y="4997102"/>
                </a:cubicBezTo>
                <a:cubicBezTo>
                  <a:pt x="2720430" y="4994582"/>
                  <a:pt x="2718270" y="4985582"/>
                  <a:pt x="2734112" y="4992422"/>
                </a:cubicBezTo>
                <a:cubicBezTo>
                  <a:pt x="2738432" y="4978742"/>
                  <a:pt x="2727271" y="4978742"/>
                  <a:pt x="2738432" y="4971901"/>
                </a:cubicBezTo>
                <a:cubicBezTo>
                  <a:pt x="2749953" y="4974062"/>
                  <a:pt x="2747793" y="4983422"/>
                  <a:pt x="2743113" y="4992422"/>
                </a:cubicBezTo>
                <a:cubicBezTo>
                  <a:pt x="2749953" y="4990262"/>
                  <a:pt x="2774796" y="4980902"/>
                  <a:pt x="2781637" y="4992422"/>
                </a:cubicBezTo>
                <a:cubicBezTo>
                  <a:pt x="2793158" y="4987742"/>
                  <a:pt x="2813680" y="4971901"/>
                  <a:pt x="2825201" y="4983422"/>
                </a:cubicBezTo>
                <a:cubicBezTo>
                  <a:pt x="2820521" y="4992422"/>
                  <a:pt x="2818361" y="5001423"/>
                  <a:pt x="2809000" y="5008263"/>
                </a:cubicBezTo>
                <a:cubicBezTo>
                  <a:pt x="2772636" y="5006103"/>
                  <a:pt x="2763635" y="5028784"/>
                  <a:pt x="2734112" y="5015103"/>
                </a:cubicBezTo>
                <a:cubicBezTo>
                  <a:pt x="2722591" y="5026624"/>
                  <a:pt x="2708909" y="5026624"/>
                  <a:pt x="2693067" y="5026624"/>
                </a:cubicBezTo>
                <a:cubicBezTo>
                  <a:pt x="2694778" y="5030044"/>
                  <a:pt x="2694778" y="5033734"/>
                  <a:pt x="2694063" y="5037486"/>
                </a:cubicBezTo>
                <a:lnTo>
                  <a:pt x="2693543" y="5039263"/>
                </a:lnTo>
                <a:lnTo>
                  <a:pt x="2695469" y="5066073"/>
                </a:lnTo>
                <a:lnTo>
                  <a:pt x="2694324" y="5066078"/>
                </a:lnTo>
                <a:lnTo>
                  <a:pt x="2695228" y="5067306"/>
                </a:lnTo>
                <a:cubicBezTo>
                  <a:pt x="2706749" y="5062986"/>
                  <a:pt x="2693067" y="5051465"/>
                  <a:pt x="2706749" y="5044625"/>
                </a:cubicBezTo>
                <a:cubicBezTo>
                  <a:pt x="2727271" y="5040304"/>
                  <a:pt x="2752114" y="5069826"/>
                  <a:pt x="2763635" y="5051465"/>
                </a:cubicBezTo>
                <a:cubicBezTo>
                  <a:pt x="2781637" y="5056145"/>
                  <a:pt x="2761475" y="5060466"/>
                  <a:pt x="2763635" y="5074146"/>
                </a:cubicBezTo>
                <a:cubicBezTo>
                  <a:pt x="2736272" y="5074146"/>
                  <a:pt x="2722591" y="5065146"/>
                  <a:pt x="2708909" y="5085667"/>
                </a:cubicBezTo>
                <a:cubicBezTo>
                  <a:pt x="2702068" y="5078826"/>
                  <a:pt x="2711429" y="5078826"/>
                  <a:pt x="2699908" y="5071986"/>
                </a:cubicBezTo>
                <a:cubicBezTo>
                  <a:pt x="2688387" y="5083506"/>
                  <a:pt x="2668225" y="5085667"/>
                  <a:pt x="2656704" y="5099347"/>
                </a:cubicBezTo>
                <a:cubicBezTo>
                  <a:pt x="2658864" y="5104028"/>
                  <a:pt x="2672545" y="5101508"/>
                  <a:pt x="2681546" y="5110868"/>
                </a:cubicBezTo>
                <a:cubicBezTo>
                  <a:pt x="2674706" y="5119868"/>
                  <a:pt x="2668225" y="5131029"/>
                  <a:pt x="2686227" y="5135709"/>
                </a:cubicBezTo>
                <a:cubicBezTo>
                  <a:pt x="2697748" y="5135709"/>
                  <a:pt x="2693067" y="5117348"/>
                  <a:pt x="2697748" y="5113028"/>
                </a:cubicBezTo>
                <a:cubicBezTo>
                  <a:pt x="2720430" y="5094667"/>
                  <a:pt x="2740952" y="5128869"/>
                  <a:pt x="2752114" y="5106188"/>
                </a:cubicBezTo>
                <a:cubicBezTo>
                  <a:pt x="2754634" y="5117348"/>
                  <a:pt x="2763635" y="5122028"/>
                  <a:pt x="2781637" y="5117348"/>
                </a:cubicBezTo>
                <a:cubicBezTo>
                  <a:pt x="2779477" y="5122028"/>
                  <a:pt x="2777316" y="5128869"/>
                  <a:pt x="2784157" y="5128869"/>
                </a:cubicBezTo>
                <a:cubicBezTo>
                  <a:pt x="2756794" y="5144710"/>
                  <a:pt x="2640862" y="5144710"/>
                  <a:pt x="2693067" y="5181071"/>
                </a:cubicBezTo>
                <a:cubicBezTo>
                  <a:pt x="2713590" y="5174591"/>
                  <a:pt x="2725111" y="5178911"/>
                  <a:pt x="2745273" y="5190432"/>
                </a:cubicBezTo>
                <a:cubicBezTo>
                  <a:pt x="2756794" y="5183591"/>
                  <a:pt x="2781637" y="5169911"/>
                  <a:pt x="2799999" y="5183591"/>
                </a:cubicBezTo>
                <a:cubicBezTo>
                  <a:pt x="2752114" y="5228954"/>
                  <a:pt x="2636181" y="5192592"/>
                  <a:pt x="2610979" y="5247314"/>
                </a:cubicBezTo>
                <a:cubicBezTo>
                  <a:pt x="2610979" y="5256315"/>
                  <a:pt x="2631501" y="5254155"/>
                  <a:pt x="2634021" y="5263155"/>
                </a:cubicBezTo>
                <a:cubicBezTo>
                  <a:pt x="2665705" y="5247314"/>
                  <a:pt x="2738432" y="5260995"/>
                  <a:pt x="2774796" y="5251634"/>
                </a:cubicBezTo>
                <a:cubicBezTo>
                  <a:pt x="2761475" y="5283676"/>
                  <a:pt x="2718270" y="5249474"/>
                  <a:pt x="2704589" y="5283676"/>
                </a:cubicBezTo>
                <a:cubicBezTo>
                  <a:pt x="2665705" y="5276836"/>
                  <a:pt x="2647703" y="5294837"/>
                  <a:pt x="2608819" y="5290516"/>
                </a:cubicBezTo>
                <a:cubicBezTo>
                  <a:pt x="2606658" y="5297357"/>
                  <a:pt x="2613499" y="5299517"/>
                  <a:pt x="2608819" y="5306357"/>
                </a:cubicBezTo>
                <a:cubicBezTo>
                  <a:pt x="2604498" y="5304197"/>
                  <a:pt x="2606658" y="5297357"/>
                  <a:pt x="2595137" y="5297357"/>
                </a:cubicBezTo>
                <a:cubicBezTo>
                  <a:pt x="2586136" y="5308517"/>
                  <a:pt x="2570295" y="5313198"/>
                  <a:pt x="2568134" y="5331198"/>
                </a:cubicBezTo>
                <a:cubicBezTo>
                  <a:pt x="2604498" y="5342719"/>
                  <a:pt x="2622500" y="5317518"/>
                  <a:pt x="2652023" y="5335878"/>
                </a:cubicBezTo>
                <a:cubicBezTo>
                  <a:pt x="2674706" y="5320038"/>
                  <a:pt x="2695228" y="5324358"/>
                  <a:pt x="2727271" y="5335878"/>
                </a:cubicBezTo>
                <a:cubicBezTo>
                  <a:pt x="2704589" y="5365400"/>
                  <a:pt x="2617820" y="5370080"/>
                  <a:pt x="2599818" y="5361080"/>
                </a:cubicBezTo>
                <a:cubicBezTo>
                  <a:pt x="2588296" y="5361080"/>
                  <a:pt x="2586136" y="5370080"/>
                  <a:pt x="2581456" y="5376920"/>
                </a:cubicBezTo>
                <a:cubicBezTo>
                  <a:pt x="2556613" y="5356400"/>
                  <a:pt x="2501887" y="5388081"/>
                  <a:pt x="2488206" y="5363240"/>
                </a:cubicBezTo>
                <a:cubicBezTo>
                  <a:pt x="2474525" y="5376920"/>
                  <a:pt x="2477045" y="5372240"/>
                  <a:pt x="2460843" y="5365400"/>
                </a:cubicBezTo>
                <a:lnTo>
                  <a:pt x="2449554" y="5374677"/>
                </a:lnTo>
                <a:lnTo>
                  <a:pt x="2433311" y="5421222"/>
                </a:lnTo>
                <a:lnTo>
                  <a:pt x="2449052" y="5417197"/>
                </a:lnTo>
                <a:cubicBezTo>
                  <a:pt x="2454722" y="5417242"/>
                  <a:pt x="2458683" y="5420123"/>
                  <a:pt x="2458683" y="5429123"/>
                </a:cubicBezTo>
                <a:cubicBezTo>
                  <a:pt x="2465524" y="5426963"/>
                  <a:pt x="2470204" y="5420122"/>
                  <a:pt x="2472364" y="5413282"/>
                </a:cubicBezTo>
                <a:cubicBezTo>
                  <a:pt x="2490726" y="5411122"/>
                  <a:pt x="2481365" y="5424443"/>
                  <a:pt x="2490726" y="5426963"/>
                </a:cubicBezTo>
                <a:cubicBezTo>
                  <a:pt x="2504408" y="5426963"/>
                  <a:pt x="2486046" y="5420122"/>
                  <a:pt x="2499727" y="5415442"/>
                </a:cubicBezTo>
                <a:cubicBezTo>
                  <a:pt x="2510888" y="5415442"/>
                  <a:pt x="2501887" y="5429123"/>
                  <a:pt x="2510888" y="5429123"/>
                </a:cubicBezTo>
                <a:cubicBezTo>
                  <a:pt x="2492886" y="5447484"/>
                  <a:pt x="2474525" y="5438484"/>
                  <a:pt x="2454002" y="5449644"/>
                </a:cubicBezTo>
                <a:cubicBezTo>
                  <a:pt x="2449682" y="5435963"/>
                  <a:pt x="2440681" y="5447484"/>
                  <a:pt x="2431320" y="5438484"/>
                </a:cubicBezTo>
                <a:cubicBezTo>
                  <a:pt x="2436000" y="5444964"/>
                  <a:pt x="2433840" y="5454324"/>
                  <a:pt x="2431320" y="5465485"/>
                </a:cubicBezTo>
                <a:cubicBezTo>
                  <a:pt x="2421059" y="5458644"/>
                  <a:pt x="2413138" y="5457564"/>
                  <a:pt x="2406072" y="5457024"/>
                </a:cubicBezTo>
                <a:lnTo>
                  <a:pt x="2401495" y="5455836"/>
                </a:lnTo>
                <a:lnTo>
                  <a:pt x="2384640" y="5472949"/>
                </a:lnTo>
                <a:lnTo>
                  <a:pt x="2356470" y="5491182"/>
                </a:lnTo>
                <a:lnTo>
                  <a:pt x="2357860" y="5491992"/>
                </a:lnTo>
                <a:cubicBezTo>
                  <a:pt x="2378361" y="5496214"/>
                  <a:pt x="2404076" y="5483549"/>
                  <a:pt x="2434853" y="5483549"/>
                </a:cubicBezTo>
                <a:cubicBezTo>
                  <a:pt x="2443853" y="5483549"/>
                  <a:pt x="2443853" y="5492484"/>
                  <a:pt x="2448172" y="5492484"/>
                </a:cubicBezTo>
                <a:cubicBezTo>
                  <a:pt x="2491728" y="5497130"/>
                  <a:pt x="2548603" y="5472112"/>
                  <a:pt x="2569121" y="5474614"/>
                </a:cubicBezTo>
                <a:cubicBezTo>
                  <a:pt x="2587120" y="5476758"/>
                  <a:pt x="2580281" y="5483549"/>
                  <a:pt x="2605478" y="5472112"/>
                </a:cubicBezTo>
                <a:cubicBezTo>
                  <a:pt x="2602958" y="5492484"/>
                  <a:pt x="2582440" y="5492484"/>
                  <a:pt x="2587120" y="5519646"/>
                </a:cubicBezTo>
                <a:cubicBezTo>
                  <a:pt x="2571281" y="5519646"/>
                  <a:pt x="2584960" y="5501419"/>
                  <a:pt x="2573441" y="5499274"/>
                </a:cubicBezTo>
                <a:cubicBezTo>
                  <a:pt x="2557603" y="5501419"/>
                  <a:pt x="2543924" y="5519646"/>
                  <a:pt x="2530245" y="5508209"/>
                </a:cubicBezTo>
                <a:cubicBezTo>
                  <a:pt x="2518726" y="5508209"/>
                  <a:pt x="2534925" y="5521790"/>
                  <a:pt x="2521246" y="5526436"/>
                </a:cubicBezTo>
                <a:cubicBezTo>
                  <a:pt x="2500728" y="5512855"/>
                  <a:pt x="2505407" y="5537873"/>
                  <a:pt x="2487049" y="5540018"/>
                </a:cubicBezTo>
                <a:cubicBezTo>
                  <a:pt x="2471210" y="5537873"/>
                  <a:pt x="2475530" y="5526436"/>
                  <a:pt x="2468690" y="5519646"/>
                </a:cubicBezTo>
                <a:cubicBezTo>
                  <a:pt x="2461851" y="5540018"/>
                  <a:pt x="2409656" y="5515000"/>
                  <a:pt x="2404976" y="5515000"/>
                </a:cubicBezTo>
                <a:cubicBezTo>
                  <a:pt x="2382838" y="5515000"/>
                  <a:pt x="2347944" y="5520227"/>
                  <a:pt x="2338562" y="5504596"/>
                </a:cubicBezTo>
                <a:lnTo>
                  <a:pt x="2338748" y="5496464"/>
                </a:lnTo>
                <a:lnTo>
                  <a:pt x="2318321" y="5502198"/>
                </a:lnTo>
                <a:cubicBezTo>
                  <a:pt x="2311482" y="5515878"/>
                  <a:pt x="2314001" y="5527397"/>
                  <a:pt x="2290965" y="5532077"/>
                </a:cubicBezTo>
                <a:cubicBezTo>
                  <a:pt x="2272968" y="5509038"/>
                  <a:pt x="2259290" y="5525237"/>
                  <a:pt x="2225096" y="5513718"/>
                </a:cubicBezTo>
                <a:lnTo>
                  <a:pt x="2225237" y="5510213"/>
                </a:lnTo>
                <a:lnTo>
                  <a:pt x="2224172" y="5509763"/>
                </a:lnTo>
                <a:cubicBezTo>
                  <a:pt x="2221105" y="5507249"/>
                  <a:pt x="2218828" y="5504028"/>
                  <a:pt x="2217415" y="5500661"/>
                </a:cubicBezTo>
                <a:lnTo>
                  <a:pt x="2219795" y="5483836"/>
                </a:lnTo>
                <a:lnTo>
                  <a:pt x="2199787" y="5474007"/>
                </a:lnTo>
                <a:cubicBezTo>
                  <a:pt x="2186290" y="5469619"/>
                  <a:pt x="2171285" y="5466109"/>
                  <a:pt x="2156077" y="5462239"/>
                </a:cubicBezTo>
                <a:lnTo>
                  <a:pt x="2116987" y="5450121"/>
                </a:lnTo>
                <a:lnTo>
                  <a:pt x="2106708" y="5451028"/>
                </a:lnTo>
                <a:lnTo>
                  <a:pt x="2106605" y="5451402"/>
                </a:lnTo>
                <a:cubicBezTo>
                  <a:pt x="2105205" y="5456161"/>
                  <a:pt x="2104867" y="5452313"/>
                  <a:pt x="2092987" y="5452313"/>
                </a:cubicBezTo>
                <a:cubicBezTo>
                  <a:pt x="2092987" y="5452313"/>
                  <a:pt x="2092987" y="5452313"/>
                  <a:pt x="2110987" y="5477515"/>
                </a:cubicBezTo>
                <a:cubicBezTo>
                  <a:pt x="2101987" y="5484356"/>
                  <a:pt x="2099827" y="5491196"/>
                  <a:pt x="2104147" y="5500196"/>
                </a:cubicBezTo>
                <a:cubicBezTo>
                  <a:pt x="2117827" y="5498036"/>
                  <a:pt x="2108827" y="5491196"/>
                  <a:pt x="2113507" y="5486516"/>
                </a:cubicBezTo>
                <a:cubicBezTo>
                  <a:pt x="2119987" y="5498036"/>
                  <a:pt x="2126827" y="5500196"/>
                  <a:pt x="2134027" y="5500196"/>
                </a:cubicBezTo>
                <a:cubicBezTo>
                  <a:pt x="2129347" y="5507037"/>
                  <a:pt x="2138347" y="5516038"/>
                  <a:pt x="2122507" y="5520718"/>
                </a:cubicBezTo>
                <a:cubicBezTo>
                  <a:pt x="2115667" y="5516038"/>
                  <a:pt x="2110987" y="5509197"/>
                  <a:pt x="2099827" y="5518558"/>
                </a:cubicBezTo>
                <a:cubicBezTo>
                  <a:pt x="2113507" y="5529718"/>
                  <a:pt x="2126827" y="5543400"/>
                  <a:pt x="2138347" y="5554920"/>
                </a:cubicBezTo>
                <a:cubicBezTo>
                  <a:pt x="2113507" y="5561760"/>
                  <a:pt x="2158868" y="5579762"/>
                  <a:pt x="2136187" y="5586602"/>
                </a:cubicBezTo>
                <a:cubicBezTo>
                  <a:pt x="2124667" y="5584442"/>
                  <a:pt x="2131507" y="5575442"/>
                  <a:pt x="2117827" y="5577602"/>
                </a:cubicBezTo>
                <a:cubicBezTo>
                  <a:pt x="2126827" y="5572922"/>
                  <a:pt x="2115667" y="5563921"/>
                  <a:pt x="2117827" y="5559240"/>
                </a:cubicBezTo>
                <a:cubicBezTo>
                  <a:pt x="2113507" y="5561760"/>
                  <a:pt x="2108827" y="5559240"/>
                  <a:pt x="2101987" y="5563921"/>
                </a:cubicBezTo>
                <a:cubicBezTo>
                  <a:pt x="2101987" y="5563921"/>
                  <a:pt x="2101987" y="5563921"/>
                  <a:pt x="2115667" y="5579762"/>
                </a:cubicBezTo>
                <a:cubicBezTo>
                  <a:pt x="2095147" y="5579762"/>
                  <a:pt x="2110987" y="5595603"/>
                  <a:pt x="2101987" y="5604964"/>
                </a:cubicBezTo>
                <a:cubicBezTo>
                  <a:pt x="2088307" y="5584442"/>
                  <a:pt x="2104147" y="5559240"/>
                  <a:pt x="2067787" y="5550240"/>
                </a:cubicBezTo>
                <a:cubicBezTo>
                  <a:pt x="2054107" y="5568601"/>
                  <a:pt x="2101987" y="5609284"/>
                  <a:pt x="2056627" y="5613964"/>
                </a:cubicBezTo>
                <a:cubicBezTo>
                  <a:pt x="2054107" y="5620804"/>
                  <a:pt x="2060947" y="5625485"/>
                  <a:pt x="2065627" y="5632326"/>
                </a:cubicBezTo>
                <a:cubicBezTo>
                  <a:pt x="2070307" y="5629806"/>
                  <a:pt x="2074627" y="5625485"/>
                  <a:pt x="2077147" y="5629806"/>
                </a:cubicBezTo>
                <a:cubicBezTo>
                  <a:pt x="2063467" y="5661848"/>
                  <a:pt x="2081467" y="5700370"/>
                  <a:pt x="2063467" y="5732412"/>
                </a:cubicBezTo>
                <a:cubicBezTo>
                  <a:pt x="2067787" y="5729892"/>
                  <a:pt x="2072467" y="5736732"/>
                  <a:pt x="2077147" y="5736732"/>
                </a:cubicBezTo>
                <a:cubicBezTo>
                  <a:pt x="2063467" y="5741413"/>
                  <a:pt x="2077147" y="5750414"/>
                  <a:pt x="2067787" y="5757254"/>
                </a:cubicBezTo>
                <a:cubicBezTo>
                  <a:pt x="2058787" y="5748254"/>
                  <a:pt x="2065627" y="5739253"/>
                  <a:pt x="2051947" y="5743573"/>
                </a:cubicBezTo>
                <a:cubicBezTo>
                  <a:pt x="2049787" y="5757254"/>
                  <a:pt x="2045107" y="5770935"/>
                  <a:pt x="2047267" y="5784616"/>
                </a:cubicBezTo>
                <a:cubicBezTo>
                  <a:pt x="2040427" y="5793616"/>
                  <a:pt x="2036107" y="5786776"/>
                  <a:pt x="2029267" y="5793616"/>
                </a:cubicBezTo>
                <a:cubicBezTo>
                  <a:pt x="2033587" y="5796136"/>
                  <a:pt x="2038267" y="5796136"/>
                  <a:pt x="2040427" y="5800457"/>
                </a:cubicBezTo>
                <a:cubicBezTo>
                  <a:pt x="2033587" y="5805138"/>
                  <a:pt x="2026747" y="5802977"/>
                  <a:pt x="2019907" y="5809458"/>
                </a:cubicBezTo>
                <a:cubicBezTo>
                  <a:pt x="2026747" y="5820978"/>
                  <a:pt x="2022427" y="5820978"/>
                  <a:pt x="2031427" y="5825658"/>
                </a:cubicBezTo>
                <a:cubicBezTo>
                  <a:pt x="2019907" y="5829979"/>
                  <a:pt x="2010906" y="5823138"/>
                  <a:pt x="1999746" y="5827819"/>
                </a:cubicBezTo>
                <a:cubicBezTo>
                  <a:pt x="2001906" y="5836820"/>
                  <a:pt x="2008746" y="5848340"/>
                  <a:pt x="1997226" y="5855181"/>
                </a:cubicBezTo>
                <a:cubicBezTo>
                  <a:pt x="1997226" y="5855181"/>
                  <a:pt x="1997226" y="5855181"/>
                  <a:pt x="1992906" y="5850500"/>
                </a:cubicBezTo>
                <a:cubicBezTo>
                  <a:pt x="1990386" y="5850500"/>
                  <a:pt x="1988226" y="5852660"/>
                  <a:pt x="1988226" y="5850500"/>
                </a:cubicBezTo>
                <a:cubicBezTo>
                  <a:pt x="1999746" y="5845820"/>
                  <a:pt x="1997226" y="5829979"/>
                  <a:pt x="1988226" y="5832499"/>
                </a:cubicBezTo>
                <a:cubicBezTo>
                  <a:pt x="1986066" y="5850500"/>
                  <a:pt x="1983546" y="5862021"/>
                  <a:pt x="1995066" y="5877862"/>
                </a:cubicBezTo>
                <a:cubicBezTo>
                  <a:pt x="1979226" y="5877862"/>
                  <a:pt x="1988226" y="5889383"/>
                  <a:pt x="1974546" y="5889383"/>
                </a:cubicBezTo>
                <a:cubicBezTo>
                  <a:pt x="1981386" y="5889383"/>
                  <a:pt x="1988226" y="5896224"/>
                  <a:pt x="1981386" y="5903064"/>
                </a:cubicBezTo>
                <a:cubicBezTo>
                  <a:pt x="1972386" y="5891544"/>
                  <a:pt x="1960866" y="5889383"/>
                  <a:pt x="1947186" y="5898384"/>
                </a:cubicBezTo>
                <a:cubicBezTo>
                  <a:pt x="1947186" y="5886863"/>
                  <a:pt x="1947186" y="5877862"/>
                  <a:pt x="1945026" y="5868862"/>
                </a:cubicBezTo>
                <a:cubicBezTo>
                  <a:pt x="1936026" y="5873182"/>
                  <a:pt x="1931346" y="5859501"/>
                  <a:pt x="1922346" y="5871022"/>
                </a:cubicBezTo>
                <a:cubicBezTo>
                  <a:pt x="1940346" y="5884703"/>
                  <a:pt x="1938186" y="5898384"/>
                  <a:pt x="1938186" y="5916385"/>
                </a:cubicBezTo>
                <a:cubicBezTo>
                  <a:pt x="1949706" y="5916385"/>
                  <a:pt x="1967706" y="5925746"/>
                  <a:pt x="1956546" y="5936906"/>
                </a:cubicBezTo>
                <a:cubicBezTo>
                  <a:pt x="1949706" y="5930066"/>
                  <a:pt x="1954026" y="5925746"/>
                  <a:pt x="1945026" y="5918905"/>
                </a:cubicBezTo>
                <a:cubicBezTo>
                  <a:pt x="1936026" y="5918905"/>
                  <a:pt x="1926666" y="5927906"/>
                  <a:pt x="1926666" y="5932586"/>
                </a:cubicBezTo>
                <a:cubicBezTo>
                  <a:pt x="1929186" y="5934746"/>
                  <a:pt x="1947186" y="5932586"/>
                  <a:pt x="1940346" y="5943747"/>
                </a:cubicBezTo>
                <a:cubicBezTo>
                  <a:pt x="1938186" y="5939426"/>
                  <a:pt x="1922346" y="5939426"/>
                  <a:pt x="1929186" y="5946267"/>
                </a:cubicBezTo>
                <a:cubicBezTo>
                  <a:pt x="1933506" y="5955268"/>
                  <a:pt x="1945026" y="5948427"/>
                  <a:pt x="1949706" y="5962108"/>
                </a:cubicBezTo>
                <a:cubicBezTo>
                  <a:pt x="1942866" y="5966788"/>
                  <a:pt x="1924506" y="5964268"/>
                  <a:pt x="1929186" y="5971108"/>
                </a:cubicBezTo>
                <a:cubicBezTo>
                  <a:pt x="1936026" y="5968948"/>
                  <a:pt x="1956546" y="5977949"/>
                  <a:pt x="1951866" y="5986950"/>
                </a:cubicBezTo>
                <a:cubicBezTo>
                  <a:pt x="1940346" y="5991630"/>
                  <a:pt x="1942866" y="5980110"/>
                  <a:pt x="1936026" y="5982630"/>
                </a:cubicBezTo>
                <a:cubicBezTo>
                  <a:pt x="1942866" y="5991630"/>
                  <a:pt x="1917666" y="5984790"/>
                  <a:pt x="1926666" y="5991630"/>
                </a:cubicBezTo>
                <a:cubicBezTo>
                  <a:pt x="1949706" y="5986950"/>
                  <a:pt x="1954026" y="6021152"/>
                  <a:pt x="1942866" y="6032673"/>
                </a:cubicBezTo>
                <a:cubicBezTo>
                  <a:pt x="1949706" y="6036993"/>
                  <a:pt x="1958706" y="6036993"/>
                  <a:pt x="1965546" y="6036993"/>
                </a:cubicBezTo>
                <a:cubicBezTo>
                  <a:pt x="1956546" y="6043834"/>
                  <a:pt x="1958706" y="6050674"/>
                  <a:pt x="1970226" y="6048514"/>
                </a:cubicBezTo>
                <a:cubicBezTo>
                  <a:pt x="1963386" y="6055354"/>
                  <a:pt x="1970226" y="6062195"/>
                  <a:pt x="1960866" y="6066876"/>
                </a:cubicBezTo>
                <a:cubicBezTo>
                  <a:pt x="1947186" y="6060035"/>
                  <a:pt x="1938186" y="6034833"/>
                  <a:pt x="1938186" y="6021152"/>
                </a:cubicBezTo>
                <a:cubicBezTo>
                  <a:pt x="1936026" y="6023312"/>
                  <a:pt x="1933506" y="6021152"/>
                  <a:pt x="1929186" y="6021152"/>
                </a:cubicBezTo>
                <a:cubicBezTo>
                  <a:pt x="1942866" y="6064355"/>
                  <a:pt x="1926666" y="6087036"/>
                  <a:pt x="1949706" y="6132760"/>
                </a:cubicBezTo>
                <a:cubicBezTo>
                  <a:pt x="1938186" y="6134920"/>
                  <a:pt x="1942866" y="6141760"/>
                  <a:pt x="1933506" y="6146440"/>
                </a:cubicBezTo>
                <a:cubicBezTo>
                  <a:pt x="1917666" y="6130600"/>
                  <a:pt x="1922346" y="6102878"/>
                  <a:pt x="1894986" y="6089557"/>
                </a:cubicBezTo>
                <a:cubicBezTo>
                  <a:pt x="1894986" y="6089557"/>
                  <a:pt x="1894986" y="6089557"/>
                  <a:pt x="1888145" y="6091717"/>
                </a:cubicBezTo>
                <a:cubicBezTo>
                  <a:pt x="1901826" y="6121239"/>
                  <a:pt x="1931346" y="6153281"/>
                  <a:pt x="1901826" y="6178123"/>
                </a:cubicBezTo>
                <a:cubicBezTo>
                  <a:pt x="1906506" y="6203324"/>
                  <a:pt x="1917666" y="6239687"/>
                  <a:pt x="1894986" y="6253368"/>
                </a:cubicBezTo>
                <a:cubicBezTo>
                  <a:pt x="1901826" y="6253368"/>
                  <a:pt x="1903986" y="6260208"/>
                  <a:pt x="1899666" y="6264529"/>
                </a:cubicBezTo>
                <a:cubicBezTo>
                  <a:pt x="1894986" y="6257688"/>
                  <a:pt x="1890306" y="6253368"/>
                  <a:pt x="1881305" y="6260208"/>
                </a:cubicBezTo>
                <a:cubicBezTo>
                  <a:pt x="1881305" y="6267049"/>
                  <a:pt x="1876625" y="6273530"/>
                  <a:pt x="1865465" y="6278210"/>
                </a:cubicBezTo>
                <a:cubicBezTo>
                  <a:pt x="1869785" y="6285050"/>
                  <a:pt x="1865465" y="6291890"/>
                  <a:pt x="1876625" y="6287210"/>
                </a:cubicBezTo>
                <a:cubicBezTo>
                  <a:pt x="1876625" y="6285050"/>
                  <a:pt x="1872305" y="6280370"/>
                  <a:pt x="1874465" y="6278210"/>
                </a:cubicBezTo>
                <a:cubicBezTo>
                  <a:pt x="1890306" y="6280370"/>
                  <a:pt x="1881305" y="6298731"/>
                  <a:pt x="1894986" y="6310252"/>
                </a:cubicBezTo>
                <a:cubicBezTo>
                  <a:pt x="1858625" y="6312412"/>
                  <a:pt x="1856105" y="6346614"/>
                  <a:pt x="1838105" y="6367136"/>
                </a:cubicBezTo>
                <a:cubicBezTo>
                  <a:pt x="1826585" y="6360296"/>
                  <a:pt x="1815425" y="6376136"/>
                  <a:pt x="1803905" y="6382977"/>
                </a:cubicBezTo>
                <a:cubicBezTo>
                  <a:pt x="1767545" y="6376136"/>
                  <a:pt x="1747024" y="6335094"/>
                  <a:pt x="1735864" y="6294051"/>
                </a:cubicBezTo>
                <a:cubicBezTo>
                  <a:pt x="1749544" y="6294051"/>
                  <a:pt x="1744864" y="6303412"/>
                  <a:pt x="1753864" y="6303412"/>
                </a:cubicBezTo>
                <a:cubicBezTo>
                  <a:pt x="1765385" y="6289730"/>
                  <a:pt x="1742704" y="6280370"/>
                  <a:pt x="1751704" y="6262368"/>
                </a:cubicBezTo>
                <a:cubicBezTo>
                  <a:pt x="1705984" y="6253368"/>
                  <a:pt x="1742704" y="6184964"/>
                  <a:pt x="1722184" y="6162282"/>
                </a:cubicBezTo>
                <a:cubicBezTo>
                  <a:pt x="1747024" y="6134920"/>
                  <a:pt x="1735864" y="6091717"/>
                  <a:pt x="1726504" y="6073356"/>
                </a:cubicBezTo>
                <a:cubicBezTo>
                  <a:pt x="1724344" y="6080196"/>
                  <a:pt x="1733344" y="6100718"/>
                  <a:pt x="1715344" y="6098558"/>
                </a:cubicBezTo>
                <a:cubicBezTo>
                  <a:pt x="1712824" y="6078036"/>
                  <a:pt x="1722184" y="6062195"/>
                  <a:pt x="1708504" y="6046354"/>
                </a:cubicBezTo>
                <a:cubicBezTo>
                  <a:pt x="1717504" y="6027992"/>
                  <a:pt x="1722184" y="5996310"/>
                  <a:pt x="1703824" y="5991630"/>
                </a:cubicBezTo>
                <a:cubicBezTo>
                  <a:pt x="1708504" y="5977949"/>
                  <a:pt x="1710664" y="5993790"/>
                  <a:pt x="1719664" y="5984790"/>
                </a:cubicBezTo>
                <a:cubicBezTo>
                  <a:pt x="1719664" y="5971108"/>
                  <a:pt x="1699144" y="5957428"/>
                  <a:pt x="1712824" y="5946267"/>
                </a:cubicBezTo>
                <a:cubicBezTo>
                  <a:pt x="1719664" y="5950588"/>
                  <a:pt x="1703824" y="5964268"/>
                  <a:pt x="1717504" y="5962108"/>
                </a:cubicBezTo>
                <a:cubicBezTo>
                  <a:pt x="1722184" y="5950588"/>
                  <a:pt x="1733344" y="5930066"/>
                  <a:pt x="1710664" y="5934746"/>
                </a:cubicBezTo>
                <a:cubicBezTo>
                  <a:pt x="1724344" y="5907384"/>
                  <a:pt x="1722184" y="5875702"/>
                  <a:pt x="1722184" y="5845820"/>
                </a:cubicBezTo>
                <a:cubicBezTo>
                  <a:pt x="1701664" y="5839340"/>
                  <a:pt x="1685823" y="5807298"/>
                  <a:pt x="1685823" y="5789296"/>
                </a:cubicBezTo>
                <a:cubicBezTo>
                  <a:pt x="1674303" y="5789296"/>
                  <a:pt x="1662783" y="5789296"/>
                  <a:pt x="1651623" y="5793616"/>
                </a:cubicBezTo>
                <a:cubicBezTo>
                  <a:pt x="1651623" y="5798297"/>
                  <a:pt x="1653783" y="5802977"/>
                  <a:pt x="1658463" y="5809458"/>
                </a:cubicBezTo>
                <a:cubicBezTo>
                  <a:pt x="1667463" y="5805138"/>
                  <a:pt x="1674303" y="5805138"/>
                  <a:pt x="1681143" y="5811978"/>
                </a:cubicBezTo>
                <a:cubicBezTo>
                  <a:pt x="1674303" y="5827819"/>
                  <a:pt x="1667463" y="5843660"/>
                  <a:pt x="1674303" y="5859501"/>
                </a:cubicBezTo>
                <a:cubicBezTo>
                  <a:pt x="1669623" y="5864182"/>
                  <a:pt x="1665303" y="5862021"/>
                  <a:pt x="1658463" y="5864182"/>
                </a:cubicBezTo>
                <a:cubicBezTo>
                  <a:pt x="1674303" y="5871022"/>
                  <a:pt x="1660623" y="5875702"/>
                  <a:pt x="1665303" y="5884703"/>
                </a:cubicBezTo>
                <a:cubicBezTo>
                  <a:pt x="1669623" y="5884703"/>
                  <a:pt x="1672143" y="5882542"/>
                  <a:pt x="1674303" y="5884703"/>
                </a:cubicBezTo>
                <a:cubicBezTo>
                  <a:pt x="1667463" y="5886863"/>
                  <a:pt x="1665303" y="5891544"/>
                  <a:pt x="1662783" y="5896224"/>
                </a:cubicBezTo>
                <a:cubicBezTo>
                  <a:pt x="1655943" y="5884703"/>
                  <a:pt x="1651623" y="5859501"/>
                  <a:pt x="1633263" y="5864182"/>
                </a:cubicBezTo>
                <a:cubicBezTo>
                  <a:pt x="1635783" y="5886863"/>
                  <a:pt x="1653783" y="5898384"/>
                  <a:pt x="1642623" y="5916385"/>
                </a:cubicBezTo>
                <a:cubicBezTo>
                  <a:pt x="1633263" y="5923226"/>
                  <a:pt x="1631103" y="5907384"/>
                  <a:pt x="1622103" y="5916385"/>
                </a:cubicBezTo>
                <a:cubicBezTo>
                  <a:pt x="1615263" y="5927906"/>
                  <a:pt x="1626423" y="5943747"/>
                  <a:pt x="1612743" y="5955268"/>
                </a:cubicBezTo>
                <a:cubicBezTo>
                  <a:pt x="1608423" y="5948427"/>
                  <a:pt x="1603743" y="5941586"/>
                  <a:pt x="1594743" y="5946267"/>
                </a:cubicBezTo>
                <a:cubicBezTo>
                  <a:pt x="1585743" y="5955268"/>
                  <a:pt x="1601583" y="5966788"/>
                  <a:pt x="1581063" y="5975789"/>
                </a:cubicBezTo>
                <a:cubicBezTo>
                  <a:pt x="1583223" y="5977949"/>
                  <a:pt x="1587903" y="5975789"/>
                  <a:pt x="1590063" y="5980110"/>
                </a:cubicBezTo>
                <a:cubicBezTo>
                  <a:pt x="1572063" y="5991630"/>
                  <a:pt x="1569543" y="6005311"/>
                  <a:pt x="1572063" y="6021152"/>
                </a:cubicBezTo>
                <a:cubicBezTo>
                  <a:pt x="1549382" y="6030153"/>
                  <a:pt x="1558383" y="6043834"/>
                  <a:pt x="1542182" y="6055354"/>
                </a:cubicBezTo>
                <a:cubicBezTo>
                  <a:pt x="1522022" y="5996310"/>
                  <a:pt x="1544702" y="5939426"/>
                  <a:pt x="1519502" y="5877862"/>
                </a:cubicBezTo>
                <a:cubicBezTo>
                  <a:pt x="1533182" y="5862021"/>
                  <a:pt x="1524182" y="5841500"/>
                  <a:pt x="1512662" y="5820978"/>
                </a:cubicBezTo>
                <a:cubicBezTo>
                  <a:pt x="1531022" y="5807298"/>
                  <a:pt x="1528502" y="5777776"/>
                  <a:pt x="1503662" y="5766254"/>
                </a:cubicBezTo>
                <a:cubicBezTo>
                  <a:pt x="1508342" y="5782456"/>
                  <a:pt x="1526342" y="5798297"/>
                  <a:pt x="1515182" y="5811978"/>
                </a:cubicBezTo>
                <a:cubicBezTo>
                  <a:pt x="1505822" y="5786776"/>
                  <a:pt x="1487822" y="5761934"/>
                  <a:pt x="1501502" y="5739253"/>
                </a:cubicBezTo>
                <a:cubicBezTo>
                  <a:pt x="1487822" y="5743573"/>
                  <a:pt x="1485662" y="5725572"/>
                  <a:pt x="1487822" y="5716211"/>
                </a:cubicBezTo>
                <a:cubicBezTo>
                  <a:pt x="1496822" y="5723052"/>
                  <a:pt x="1501502" y="5741413"/>
                  <a:pt x="1512662" y="5741413"/>
                </a:cubicBezTo>
                <a:cubicBezTo>
                  <a:pt x="1510502" y="5720892"/>
                  <a:pt x="1483142" y="5714051"/>
                  <a:pt x="1478822" y="5693530"/>
                </a:cubicBezTo>
                <a:cubicBezTo>
                  <a:pt x="1485662" y="5689210"/>
                  <a:pt x="1489982" y="5691370"/>
                  <a:pt x="1494662" y="5686689"/>
                </a:cubicBezTo>
                <a:cubicBezTo>
                  <a:pt x="1494662" y="5677688"/>
                  <a:pt x="1485662" y="5657167"/>
                  <a:pt x="1501502" y="5664008"/>
                </a:cubicBezTo>
                <a:cubicBezTo>
                  <a:pt x="1498982" y="5661848"/>
                  <a:pt x="1501502" y="5659328"/>
                  <a:pt x="1498982" y="5657167"/>
                </a:cubicBezTo>
                <a:cubicBezTo>
                  <a:pt x="1489982" y="5655007"/>
                  <a:pt x="1483142" y="5643486"/>
                  <a:pt x="1474142" y="5643486"/>
                </a:cubicBezTo>
                <a:cubicBezTo>
                  <a:pt x="1471982" y="5645646"/>
                  <a:pt x="1471982" y="5648166"/>
                  <a:pt x="1471982" y="5652487"/>
                </a:cubicBezTo>
                <a:cubicBezTo>
                  <a:pt x="1476302" y="5659328"/>
                  <a:pt x="1483142" y="5655007"/>
                  <a:pt x="1487822" y="5664008"/>
                </a:cubicBezTo>
                <a:cubicBezTo>
                  <a:pt x="1469462" y="5668688"/>
                  <a:pt x="1494662" y="5677688"/>
                  <a:pt x="1485662" y="5682369"/>
                </a:cubicBezTo>
                <a:cubicBezTo>
                  <a:pt x="1469462" y="5670848"/>
                  <a:pt x="1480982" y="5670848"/>
                  <a:pt x="1471982" y="5657167"/>
                </a:cubicBezTo>
                <a:cubicBezTo>
                  <a:pt x="1462622" y="5655007"/>
                  <a:pt x="1451462" y="5664008"/>
                  <a:pt x="1453622" y="5673008"/>
                </a:cubicBezTo>
                <a:cubicBezTo>
                  <a:pt x="1446782" y="5664008"/>
                  <a:pt x="1439942" y="5652487"/>
                  <a:pt x="1428422" y="5659328"/>
                </a:cubicBezTo>
                <a:cubicBezTo>
                  <a:pt x="1444622" y="5673008"/>
                  <a:pt x="1478822" y="5705050"/>
                  <a:pt x="1451462" y="5714051"/>
                </a:cubicBezTo>
                <a:cubicBezTo>
                  <a:pt x="1453622" y="5720892"/>
                  <a:pt x="1455782" y="5727732"/>
                  <a:pt x="1455782" y="5736732"/>
                </a:cubicBezTo>
                <a:cubicBezTo>
                  <a:pt x="1460462" y="5734572"/>
                  <a:pt x="1465142" y="5734572"/>
                  <a:pt x="1469462" y="5734572"/>
                </a:cubicBezTo>
                <a:cubicBezTo>
                  <a:pt x="1462622" y="5741413"/>
                  <a:pt x="1458302" y="5745734"/>
                  <a:pt x="1460462" y="5752574"/>
                </a:cubicBezTo>
                <a:cubicBezTo>
                  <a:pt x="1483142" y="5823138"/>
                  <a:pt x="1474142" y="5900544"/>
                  <a:pt x="1469462" y="5957428"/>
                </a:cubicBezTo>
                <a:cubicBezTo>
                  <a:pt x="1451462" y="5936906"/>
                  <a:pt x="1451462" y="5930066"/>
                  <a:pt x="1439942" y="5914225"/>
                </a:cubicBezTo>
                <a:cubicBezTo>
                  <a:pt x="1437782" y="5930066"/>
                  <a:pt x="1437782" y="5946267"/>
                  <a:pt x="1437782" y="5962108"/>
                </a:cubicBezTo>
                <a:cubicBezTo>
                  <a:pt x="1433102" y="5966788"/>
                  <a:pt x="1415101" y="5971108"/>
                  <a:pt x="1419421" y="5975789"/>
                </a:cubicBezTo>
                <a:cubicBezTo>
                  <a:pt x="1439942" y="5982630"/>
                  <a:pt x="1408261" y="6000630"/>
                  <a:pt x="1426261" y="6014312"/>
                </a:cubicBezTo>
                <a:cubicBezTo>
                  <a:pt x="1412581" y="6018992"/>
                  <a:pt x="1421941" y="6025832"/>
                  <a:pt x="1415101" y="6036993"/>
                </a:cubicBezTo>
                <a:cubicBezTo>
                  <a:pt x="1408261" y="6030153"/>
                  <a:pt x="1415101" y="6023312"/>
                  <a:pt x="1408261" y="6016472"/>
                </a:cubicBezTo>
                <a:cubicBezTo>
                  <a:pt x="1398901" y="6021152"/>
                  <a:pt x="1389901" y="6018992"/>
                  <a:pt x="1387741" y="6027992"/>
                </a:cubicBezTo>
                <a:cubicBezTo>
                  <a:pt x="1364701" y="6000630"/>
                  <a:pt x="1353541" y="5968948"/>
                  <a:pt x="1337701" y="5934746"/>
                </a:cubicBezTo>
                <a:cubicBezTo>
                  <a:pt x="1328341" y="5912064"/>
                  <a:pt x="1305661" y="5864182"/>
                  <a:pt x="1312501" y="5839340"/>
                </a:cubicBezTo>
                <a:cubicBezTo>
                  <a:pt x="1285140" y="5807298"/>
                  <a:pt x="1287660" y="5757254"/>
                  <a:pt x="1287660" y="5720892"/>
                </a:cubicBezTo>
                <a:cubicBezTo>
                  <a:pt x="1269300" y="5691370"/>
                  <a:pt x="1271460" y="5657167"/>
                  <a:pt x="1269300" y="5622965"/>
                </a:cubicBezTo>
                <a:cubicBezTo>
                  <a:pt x="1273980" y="5625485"/>
                  <a:pt x="1276140" y="5625485"/>
                  <a:pt x="1280820" y="5622965"/>
                </a:cubicBezTo>
                <a:cubicBezTo>
                  <a:pt x="1273980" y="5611804"/>
                  <a:pt x="1282980" y="5586602"/>
                  <a:pt x="1264620" y="5588762"/>
                </a:cubicBezTo>
                <a:cubicBezTo>
                  <a:pt x="1264620" y="5588762"/>
                  <a:pt x="1264620" y="5588762"/>
                  <a:pt x="1282980" y="5577602"/>
                </a:cubicBezTo>
                <a:cubicBezTo>
                  <a:pt x="1276140" y="5536559"/>
                  <a:pt x="1262460" y="5495516"/>
                  <a:pt x="1228260" y="5459154"/>
                </a:cubicBezTo>
                <a:cubicBezTo>
                  <a:pt x="1237620" y="5445472"/>
                  <a:pt x="1235100" y="5429632"/>
                  <a:pt x="1217100" y="5422791"/>
                </a:cubicBezTo>
                <a:cubicBezTo>
                  <a:pt x="1251300" y="5386428"/>
                  <a:pt x="1262460" y="5334225"/>
                  <a:pt x="1251300" y="5300022"/>
                </a:cubicBezTo>
                <a:cubicBezTo>
                  <a:pt x="1244460" y="5304703"/>
                  <a:pt x="1255620" y="5311544"/>
                  <a:pt x="1246620" y="5313704"/>
                </a:cubicBezTo>
                <a:cubicBezTo>
                  <a:pt x="1235100" y="5306863"/>
                  <a:pt x="1237620" y="5302183"/>
                  <a:pt x="1223940" y="5295342"/>
                </a:cubicBezTo>
                <a:cubicBezTo>
                  <a:pt x="1223940" y="5288502"/>
                  <a:pt x="1232940" y="5281662"/>
                  <a:pt x="1221780" y="5272661"/>
                </a:cubicBezTo>
                <a:cubicBezTo>
                  <a:pt x="1232940" y="5265820"/>
                  <a:pt x="1239780" y="5258980"/>
                  <a:pt x="1237620" y="5249979"/>
                </a:cubicBezTo>
                <a:cubicBezTo>
                  <a:pt x="1228260" y="5252140"/>
                  <a:pt x="1221780" y="5243139"/>
                  <a:pt x="1214940" y="5236298"/>
                </a:cubicBezTo>
                <a:cubicBezTo>
                  <a:pt x="1251300" y="5188415"/>
                  <a:pt x="1260300" y="5138372"/>
                  <a:pt x="1241940" y="5081488"/>
                </a:cubicBezTo>
                <a:cubicBezTo>
                  <a:pt x="1264620" y="5072487"/>
                  <a:pt x="1237620" y="5051966"/>
                  <a:pt x="1241940" y="5040805"/>
                </a:cubicBezTo>
                <a:cubicBezTo>
                  <a:pt x="1210260" y="5038285"/>
                  <a:pt x="1239780" y="4988241"/>
                  <a:pt x="1200900" y="4999762"/>
                </a:cubicBezTo>
                <a:cubicBezTo>
                  <a:pt x="1255620" y="4942878"/>
                  <a:pt x="1208100" y="4849632"/>
                  <a:pt x="1230780" y="4801748"/>
                </a:cubicBezTo>
                <a:cubicBezTo>
                  <a:pt x="1217100" y="4783747"/>
                  <a:pt x="1214940" y="4747385"/>
                  <a:pt x="1223940" y="4724343"/>
                </a:cubicBezTo>
                <a:cubicBezTo>
                  <a:pt x="1208100" y="4681140"/>
                  <a:pt x="1219260" y="4642618"/>
                  <a:pt x="1228260" y="4603735"/>
                </a:cubicBezTo>
                <a:cubicBezTo>
                  <a:pt x="1219260" y="4567372"/>
                  <a:pt x="1223940" y="4549371"/>
                  <a:pt x="1214940" y="4517329"/>
                </a:cubicBezTo>
                <a:cubicBezTo>
                  <a:pt x="1221780" y="4510488"/>
                  <a:pt x="1235100" y="4517329"/>
                  <a:pt x="1232940" y="4508328"/>
                </a:cubicBezTo>
                <a:cubicBezTo>
                  <a:pt x="1210260" y="4501488"/>
                  <a:pt x="1219260" y="4469446"/>
                  <a:pt x="1221780" y="4451444"/>
                </a:cubicBezTo>
                <a:cubicBezTo>
                  <a:pt x="1223940" y="4456125"/>
                  <a:pt x="1226100" y="4465126"/>
                  <a:pt x="1230780" y="4462605"/>
                </a:cubicBezTo>
                <a:cubicBezTo>
                  <a:pt x="1217100" y="4430923"/>
                  <a:pt x="1221780" y="4380880"/>
                  <a:pt x="1244460" y="4353518"/>
                </a:cubicBezTo>
                <a:cubicBezTo>
                  <a:pt x="1244460" y="4362518"/>
                  <a:pt x="1260300" y="4408242"/>
                  <a:pt x="1232940" y="4401401"/>
                </a:cubicBezTo>
                <a:cubicBezTo>
                  <a:pt x="1232940" y="4417242"/>
                  <a:pt x="1244460" y="4435603"/>
                  <a:pt x="1246620" y="4451444"/>
                </a:cubicBezTo>
                <a:cubicBezTo>
                  <a:pt x="1253460" y="4449284"/>
                  <a:pt x="1253460" y="4442444"/>
                  <a:pt x="1260300" y="4439924"/>
                </a:cubicBezTo>
                <a:cubicBezTo>
                  <a:pt x="1267140" y="4451444"/>
                  <a:pt x="1248780" y="4469446"/>
                  <a:pt x="1264620" y="4474126"/>
                </a:cubicBezTo>
                <a:cubicBezTo>
                  <a:pt x="1264620" y="4458285"/>
                  <a:pt x="1278300" y="4430923"/>
                  <a:pt x="1255620" y="4417242"/>
                </a:cubicBezTo>
                <a:cubicBezTo>
                  <a:pt x="1276140" y="4401401"/>
                  <a:pt x="1277310" y="4378090"/>
                  <a:pt x="1277625" y="4353608"/>
                </a:cubicBezTo>
                <a:lnTo>
                  <a:pt x="1279209" y="4326402"/>
                </a:lnTo>
                <a:lnTo>
                  <a:pt x="1278808" y="4325916"/>
                </a:lnTo>
                <a:lnTo>
                  <a:pt x="1279351" y="4323970"/>
                </a:lnTo>
                <a:lnTo>
                  <a:pt x="1279768" y="4316795"/>
                </a:lnTo>
                <a:lnTo>
                  <a:pt x="1292062" y="4288555"/>
                </a:lnTo>
                <a:lnTo>
                  <a:pt x="1258586" y="4280447"/>
                </a:lnTo>
                <a:lnTo>
                  <a:pt x="1259615" y="4290503"/>
                </a:lnTo>
                <a:lnTo>
                  <a:pt x="1257799" y="4299596"/>
                </a:lnTo>
                <a:lnTo>
                  <a:pt x="1268893" y="4298792"/>
                </a:lnTo>
                <a:cubicBezTo>
                  <a:pt x="1262063" y="4316504"/>
                  <a:pt x="1273565" y="4323235"/>
                  <a:pt x="1273565" y="4336696"/>
                </a:cubicBezTo>
                <a:cubicBezTo>
                  <a:pt x="1267814" y="4332268"/>
                  <a:pt x="1260985" y="4332268"/>
                  <a:pt x="1253617" y="4333109"/>
                </a:cubicBezTo>
                <a:lnTo>
                  <a:pt x="1248532" y="4333430"/>
                </a:lnTo>
                <a:lnTo>
                  <a:pt x="1245961" y="4347812"/>
                </a:lnTo>
                <a:lnTo>
                  <a:pt x="1241667" y="4333862"/>
                </a:lnTo>
                <a:lnTo>
                  <a:pt x="1230433" y="4334570"/>
                </a:lnTo>
                <a:cubicBezTo>
                  <a:pt x="1227917" y="4318984"/>
                  <a:pt x="1216775" y="4309774"/>
                  <a:pt x="1216775" y="4294187"/>
                </a:cubicBezTo>
                <a:cubicBezTo>
                  <a:pt x="1230433" y="4298792"/>
                  <a:pt x="1246248" y="4303043"/>
                  <a:pt x="1244092" y="4318984"/>
                </a:cubicBezTo>
                <a:cubicBezTo>
                  <a:pt x="1250292" y="4318364"/>
                  <a:pt x="1253235" y="4316504"/>
                  <a:pt x="1254589" y="4314135"/>
                </a:cubicBezTo>
                <a:lnTo>
                  <a:pt x="1255340" y="4307951"/>
                </a:lnTo>
                <a:lnTo>
                  <a:pt x="1244679" y="4316055"/>
                </a:lnTo>
                <a:cubicBezTo>
                  <a:pt x="1258273" y="4298218"/>
                  <a:pt x="1242175" y="4271106"/>
                  <a:pt x="1255769" y="4252912"/>
                </a:cubicBezTo>
                <a:lnTo>
                  <a:pt x="1258253" y="4277187"/>
                </a:lnTo>
                <a:lnTo>
                  <a:pt x="1260843" y="4258437"/>
                </a:lnTo>
                <a:cubicBezTo>
                  <a:pt x="1262239" y="4251372"/>
                  <a:pt x="1264489" y="4245162"/>
                  <a:pt x="1268990" y="4241742"/>
                </a:cubicBezTo>
                <a:cubicBezTo>
                  <a:pt x="1268990" y="4239222"/>
                  <a:pt x="1264309" y="4237061"/>
                  <a:pt x="1266830" y="4232381"/>
                </a:cubicBezTo>
                <a:cubicBezTo>
                  <a:pt x="1262149" y="4232381"/>
                  <a:pt x="1262149" y="4237061"/>
                  <a:pt x="1259988" y="4241742"/>
                </a:cubicBezTo>
                <a:cubicBezTo>
                  <a:pt x="1246306" y="4234901"/>
                  <a:pt x="1268990" y="4225541"/>
                  <a:pt x="1273671" y="4221220"/>
                </a:cubicBezTo>
                <a:cubicBezTo>
                  <a:pt x="1246306" y="4214380"/>
                  <a:pt x="1227943" y="4202860"/>
                  <a:pt x="1200578" y="4214380"/>
                </a:cubicBezTo>
                <a:cubicBezTo>
                  <a:pt x="1200578" y="4230221"/>
                  <a:pt x="1207779" y="4241742"/>
                  <a:pt x="1198417" y="4252902"/>
                </a:cubicBezTo>
                <a:cubicBezTo>
                  <a:pt x="1150889" y="4246062"/>
                  <a:pt x="1118843" y="4214380"/>
                  <a:pt x="1070954" y="4196019"/>
                </a:cubicBezTo>
                <a:cubicBezTo>
                  <a:pt x="1064113" y="4200700"/>
                  <a:pt x="1068794" y="4228061"/>
                  <a:pt x="1075635" y="4237061"/>
                </a:cubicBezTo>
                <a:cubicBezTo>
                  <a:pt x="1066633" y="4250742"/>
                  <a:pt x="1043949" y="4250742"/>
                  <a:pt x="1037108" y="4266583"/>
                </a:cubicBezTo>
                <a:cubicBezTo>
                  <a:pt x="1011903" y="4264422"/>
                  <a:pt x="1016584" y="4261902"/>
                  <a:pt x="996061" y="4264422"/>
                </a:cubicBezTo>
                <a:cubicBezTo>
                  <a:pt x="982378" y="4243902"/>
                  <a:pt x="957173" y="4230221"/>
                  <a:pt x="948172" y="4207540"/>
                </a:cubicBezTo>
                <a:cubicBezTo>
                  <a:pt x="950332" y="4198180"/>
                  <a:pt x="964015" y="4200700"/>
                  <a:pt x="966535" y="4191699"/>
                </a:cubicBezTo>
                <a:cubicBezTo>
                  <a:pt x="957173" y="4180178"/>
                  <a:pt x="952853" y="4152817"/>
                  <a:pt x="966535" y="4139137"/>
                </a:cubicBezTo>
                <a:cubicBezTo>
                  <a:pt x="943491" y="4145977"/>
                  <a:pt x="939170" y="4116456"/>
                  <a:pt x="950332" y="4102775"/>
                </a:cubicBezTo>
                <a:cubicBezTo>
                  <a:pt x="925488" y="4118616"/>
                  <a:pt x="895962" y="4104935"/>
                  <a:pt x="886961" y="4139137"/>
                </a:cubicBezTo>
                <a:cubicBezTo>
                  <a:pt x="904964" y="4127976"/>
                  <a:pt x="902804" y="4139137"/>
                  <a:pt x="884440" y="4143817"/>
                </a:cubicBezTo>
                <a:cubicBezTo>
                  <a:pt x="886961" y="4150657"/>
                  <a:pt x="891282" y="4143817"/>
                  <a:pt x="900283" y="4145977"/>
                </a:cubicBezTo>
                <a:cubicBezTo>
                  <a:pt x="900283" y="4152817"/>
                  <a:pt x="893442" y="4152817"/>
                  <a:pt x="893442" y="4157498"/>
                </a:cubicBezTo>
                <a:cubicBezTo>
                  <a:pt x="900283" y="4168658"/>
                  <a:pt x="916486" y="4175498"/>
                  <a:pt x="930169" y="4182339"/>
                </a:cubicBezTo>
                <a:cubicBezTo>
                  <a:pt x="920807" y="4189179"/>
                  <a:pt x="913966" y="4200700"/>
                  <a:pt x="913966" y="4216540"/>
                </a:cubicBezTo>
                <a:cubicBezTo>
                  <a:pt x="886961" y="4214380"/>
                  <a:pt x="898123" y="4182339"/>
                  <a:pt x="870758" y="4191699"/>
                </a:cubicBezTo>
                <a:cubicBezTo>
                  <a:pt x="870758" y="4180178"/>
                  <a:pt x="875439" y="4164338"/>
                  <a:pt x="859596" y="4164338"/>
                </a:cubicBezTo>
                <a:cubicBezTo>
                  <a:pt x="870758" y="4161818"/>
                  <a:pt x="863917" y="4139137"/>
                  <a:pt x="875439" y="4139137"/>
                </a:cubicBezTo>
                <a:cubicBezTo>
                  <a:pt x="866437" y="4134816"/>
                  <a:pt x="857075" y="4127976"/>
                  <a:pt x="845913" y="4123296"/>
                </a:cubicBezTo>
                <a:cubicBezTo>
                  <a:pt x="850234" y="4114296"/>
                  <a:pt x="873278" y="4123296"/>
                  <a:pt x="884440" y="4123296"/>
                </a:cubicBezTo>
                <a:cubicBezTo>
                  <a:pt x="891282" y="4118616"/>
                  <a:pt x="893442" y="4107455"/>
                  <a:pt x="902804" y="4107455"/>
                </a:cubicBezTo>
                <a:cubicBezTo>
                  <a:pt x="895962" y="4068573"/>
                  <a:pt x="845913" y="4075414"/>
                  <a:pt x="832231" y="4036892"/>
                </a:cubicBezTo>
                <a:cubicBezTo>
                  <a:pt x="818548" y="4039052"/>
                  <a:pt x="827550" y="4061733"/>
                  <a:pt x="816388" y="4061733"/>
                </a:cubicBezTo>
                <a:cubicBezTo>
                  <a:pt x="816388" y="4068573"/>
                  <a:pt x="825390" y="4064253"/>
                  <a:pt x="827550" y="4059573"/>
                </a:cubicBezTo>
                <a:cubicBezTo>
                  <a:pt x="843393" y="4059573"/>
                  <a:pt x="811707" y="4071094"/>
                  <a:pt x="829710" y="4073254"/>
                </a:cubicBezTo>
                <a:cubicBezTo>
                  <a:pt x="827550" y="4082254"/>
                  <a:pt x="809547" y="4075414"/>
                  <a:pt x="807026" y="4084774"/>
                </a:cubicBezTo>
                <a:cubicBezTo>
                  <a:pt x="800185" y="4066413"/>
                  <a:pt x="784342" y="4073254"/>
                  <a:pt x="756977" y="4066413"/>
                </a:cubicBezTo>
                <a:cubicBezTo>
                  <a:pt x="759498" y="4048412"/>
                  <a:pt x="750136" y="4039052"/>
                  <a:pt x="725291" y="4041572"/>
                </a:cubicBezTo>
                <a:cubicBezTo>
                  <a:pt x="725291" y="4021051"/>
                  <a:pt x="697926" y="4018531"/>
                  <a:pt x="706928" y="3993690"/>
                </a:cubicBezTo>
                <a:cubicBezTo>
                  <a:pt x="706928" y="3993690"/>
                  <a:pt x="706928" y="3993690"/>
                  <a:pt x="679563" y="3991530"/>
                </a:cubicBezTo>
                <a:cubicBezTo>
                  <a:pt x="677403" y="3980009"/>
                  <a:pt x="672722" y="3966328"/>
                  <a:pt x="679563" y="3945808"/>
                </a:cubicBezTo>
                <a:cubicBezTo>
                  <a:pt x="686404" y="3941127"/>
                  <a:pt x="697926" y="3943647"/>
                  <a:pt x="711609" y="3945808"/>
                </a:cubicBezTo>
                <a:cubicBezTo>
                  <a:pt x="706928" y="3954808"/>
                  <a:pt x="709449" y="3961648"/>
                  <a:pt x="711609" y="3968488"/>
                </a:cubicBezTo>
                <a:cubicBezTo>
                  <a:pt x="720611" y="3968488"/>
                  <a:pt x="732133" y="3950488"/>
                  <a:pt x="727452" y="3968488"/>
                </a:cubicBezTo>
                <a:cubicBezTo>
                  <a:pt x="736453" y="3966328"/>
                  <a:pt x="741134" y="3959488"/>
                  <a:pt x="743295" y="3947968"/>
                </a:cubicBezTo>
                <a:cubicBezTo>
                  <a:pt x="741134" y="3941127"/>
                  <a:pt x="736453" y="3950488"/>
                  <a:pt x="727452" y="3945808"/>
                </a:cubicBezTo>
                <a:cubicBezTo>
                  <a:pt x="754817" y="3929967"/>
                  <a:pt x="700087" y="3925286"/>
                  <a:pt x="723131" y="3909446"/>
                </a:cubicBezTo>
                <a:cubicBezTo>
                  <a:pt x="711609" y="3911786"/>
                  <a:pt x="705308" y="3911246"/>
                  <a:pt x="701617" y="3907826"/>
                </a:cubicBezTo>
                <a:lnTo>
                  <a:pt x="699646" y="3901458"/>
                </a:lnTo>
                <a:lnTo>
                  <a:pt x="687943" y="3904240"/>
                </a:lnTo>
                <a:lnTo>
                  <a:pt x="687035" y="3912866"/>
                </a:lnTo>
                <a:cubicBezTo>
                  <a:pt x="687035" y="3921416"/>
                  <a:pt x="687665" y="3929967"/>
                  <a:pt x="682084" y="3936807"/>
                </a:cubicBezTo>
                <a:cubicBezTo>
                  <a:pt x="674072" y="3931677"/>
                  <a:pt x="671349" y="3923284"/>
                  <a:pt x="671023" y="3913434"/>
                </a:cubicBezTo>
                <a:lnTo>
                  <a:pt x="671571" y="3908131"/>
                </a:lnTo>
                <a:lnTo>
                  <a:pt x="655291" y="3912000"/>
                </a:lnTo>
                <a:cubicBezTo>
                  <a:pt x="648450" y="3921359"/>
                  <a:pt x="666812" y="3914520"/>
                  <a:pt x="659971" y="3923518"/>
                </a:cubicBezTo>
                <a:cubicBezTo>
                  <a:pt x="632608" y="3937196"/>
                  <a:pt x="621087" y="3946195"/>
                  <a:pt x="586883" y="3939356"/>
                </a:cubicBezTo>
                <a:cubicBezTo>
                  <a:pt x="566361" y="3957714"/>
                  <a:pt x="557360" y="3985070"/>
                  <a:pt x="529997" y="3994068"/>
                </a:cubicBezTo>
                <a:cubicBezTo>
                  <a:pt x="536838" y="3962033"/>
                  <a:pt x="555200" y="3932517"/>
                  <a:pt x="568882" y="3909840"/>
                </a:cubicBezTo>
                <a:cubicBezTo>
                  <a:pt x="573202" y="3903002"/>
                  <a:pt x="562041" y="3903002"/>
                  <a:pt x="562041" y="3898322"/>
                </a:cubicBezTo>
                <a:cubicBezTo>
                  <a:pt x="546199" y="3898322"/>
                  <a:pt x="543679" y="3898322"/>
                  <a:pt x="541519" y="3889324"/>
                </a:cubicBezTo>
                <a:cubicBezTo>
                  <a:pt x="525677" y="3887164"/>
                  <a:pt x="523157" y="3907681"/>
                  <a:pt x="507315" y="3896162"/>
                </a:cubicBezTo>
                <a:cubicBezTo>
                  <a:pt x="509475" y="3907681"/>
                  <a:pt x="500474" y="3909840"/>
                  <a:pt x="493634" y="3914520"/>
                </a:cubicBezTo>
                <a:cubicBezTo>
                  <a:pt x="491473" y="3923518"/>
                  <a:pt x="500474" y="3930358"/>
                  <a:pt x="500474" y="3939356"/>
                </a:cubicBezTo>
                <a:cubicBezTo>
                  <a:pt x="491473" y="3941516"/>
                  <a:pt x="489313" y="3937196"/>
                  <a:pt x="484633" y="3937196"/>
                </a:cubicBezTo>
                <a:cubicBezTo>
                  <a:pt x="457270" y="3959873"/>
                  <a:pt x="427747" y="3980390"/>
                  <a:pt x="391383" y="3996228"/>
                </a:cubicBezTo>
                <a:cubicBezTo>
                  <a:pt x="391383" y="4003067"/>
                  <a:pt x="391383" y="4012066"/>
                  <a:pt x="384542" y="4014585"/>
                </a:cubicBezTo>
                <a:cubicBezTo>
                  <a:pt x="352499" y="3987229"/>
                  <a:pt x="429907" y="3968872"/>
                  <a:pt x="434587" y="3934677"/>
                </a:cubicBezTo>
                <a:cubicBezTo>
                  <a:pt x="423066" y="3925678"/>
                  <a:pt x="411905" y="3934677"/>
                  <a:pt x="405064" y="3925678"/>
                </a:cubicBezTo>
                <a:cubicBezTo>
                  <a:pt x="407224" y="3921359"/>
                  <a:pt x="432427" y="3912000"/>
                  <a:pt x="407224" y="3909840"/>
                </a:cubicBezTo>
                <a:cubicBezTo>
                  <a:pt x="409385" y="3900842"/>
                  <a:pt x="423066" y="3903002"/>
                  <a:pt x="425586" y="3894003"/>
                </a:cubicBezTo>
                <a:cubicBezTo>
                  <a:pt x="436748" y="3896162"/>
                  <a:pt x="420906" y="3903002"/>
                  <a:pt x="423066" y="3907681"/>
                </a:cubicBezTo>
                <a:cubicBezTo>
                  <a:pt x="441428" y="3907681"/>
                  <a:pt x="438908" y="3891843"/>
                  <a:pt x="438908" y="3882484"/>
                </a:cubicBezTo>
                <a:cubicBezTo>
                  <a:pt x="464110" y="3875646"/>
                  <a:pt x="482472" y="3880325"/>
                  <a:pt x="507315" y="3871326"/>
                </a:cubicBezTo>
                <a:cubicBezTo>
                  <a:pt x="514156" y="3875646"/>
                  <a:pt x="514156" y="3882484"/>
                  <a:pt x="520996" y="3885004"/>
                </a:cubicBezTo>
                <a:cubicBezTo>
                  <a:pt x="534678" y="3875646"/>
                  <a:pt x="525677" y="3857648"/>
                  <a:pt x="511996" y="3855128"/>
                </a:cubicBezTo>
                <a:cubicBezTo>
                  <a:pt x="527837" y="3846130"/>
                  <a:pt x="532518" y="3821294"/>
                  <a:pt x="553040" y="3816614"/>
                </a:cubicBezTo>
                <a:cubicBezTo>
                  <a:pt x="582563" y="3816614"/>
                  <a:pt x="591564" y="3828132"/>
                  <a:pt x="609566" y="3832452"/>
                </a:cubicBezTo>
                <a:cubicBezTo>
                  <a:pt x="625768" y="3828132"/>
                  <a:pt x="632608" y="3814454"/>
                  <a:pt x="639449" y="3800776"/>
                </a:cubicBezTo>
                <a:cubicBezTo>
                  <a:pt x="650790" y="3801316"/>
                  <a:pt x="659431" y="3797739"/>
                  <a:pt x="666761" y="3791963"/>
                </a:cubicBezTo>
                <a:lnTo>
                  <a:pt x="680352" y="3776584"/>
                </a:lnTo>
                <a:lnTo>
                  <a:pt x="670111" y="3744558"/>
                </a:lnTo>
                <a:cubicBezTo>
                  <a:pt x="664710" y="3702571"/>
                  <a:pt x="677943" y="3648433"/>
                  <a:pt x="700087" y="3595511"/>
                </a:cubicBezTo>
                <a:cubicBezTo>
                  <a:pt x="688925" y="3593351"/>
                  <a:pt x="697926" y="3618192"/>
                  <a:pt x="682084" y="3607031"/>
                </a:cubicBezTo>
                <a:cubicBezTo>
                  <a:pt x="688925" y="3577150"/>
                  <a:pt x="688925" y="3554469"/>
                  <a:pt x="688925" y="3515947"/>
                </a:cubicBezTo>
                <a:cubicBezTo>
                  <a:pt x="693246" y="3520267"/>
                  <a:pt x="700087" y="3524947"/>
                  <a:pt x="711609" y="3524947"/>
                </a:cubicBezTo>
                <a:cubicBezTo>
                  <a:pt x="711609" y="3524947"/>
                  <a:pt x="711609" y="3524947"/>
                  <a:pt x="713769" y="3515947"/>
                </a:cubicBezTo>
                <a:cubicBezTo>
                  <a:pt x="713769" y="3500106"/>
                  <a:pt x="702607" y="3518107"/>
                  <a:pt x="693246" y="3511267"/>
                </a:cubicBezTo>
                <a:cubicBezTo>
                  <a:pt x="697926" y="3497586"/>
                  <a:pt x="716290" y="3506586"/>
                  <a:pt x="725291" y="3497586"/>
                </a:cubicBezTo>
                <a:cubicBezTo>
                  <a:pt x="724751" y="3493086"/>
                  <a:pt x="723064" y="3490701"/>
                  <a:pt x="720763" y="3489367"/>
                </a:cubicBezTo>
                <a:lnTo>
                  <a:pt x="715509" y="3488147"/>
                </a:lnTo>
                <a:lnTo>
                  <a:pt x="698495" y="3498060"/>
                </a:lnTo>
                <a:cubicBezTo>
                  <a:pt x="600565" y="3509579"/>
                  <a:pt x="555200" y="3523257"/>
                  <a:pt x="466631" y="3525416"/>
                </a:cubicBezTo>
                <a:cubicBezTo>
                  <a:pt x="459790" y="3525416"/>
                  <a:pt x="461950" y="3534415"/>
                  <a:pt x="457270" y="3536935"/>
                </a:cubicBezTo>
                <a:cubicBezTo>
                  <a:pt x="450429" y="3530096"/>
                  <a:pt x="434587" y="3530096"/>
                  <a:pt x="436748" y="3520737"/>
                </a:cubicBezTo>
                <a:cubicBezTo>
                  <a:pt x="429907" y="3520737"/>
                  <a:pt x="432427" y="3530096"/>
                  <a:pt x="425586" y="3530096"/>
                </a:cubicBezTo>
                <a:cubicBezTo>
                  <a:pt x="409385" y="3511738"/>
                  <a:pt x="386702" y="3513898"/>
                  <a:pt x="355019" y="3513898"/>
                </a:cubicBezTo>
                <a:cubicBezTo>
                  <a:pt x="352499" y="3509579"/>
                  <a:pt x="352499" y="3504899"/>
                  <a:pt x="352499" y="3500580"/>
                </a:cubicBezTo>
                <a:cubicBezTo>
                  <a:pt x="316135" y="3511738"/>
                  <a:pt x="307134" y="3480063"/>
                  <a:pt x="270770" y="3486902"/>
                </a:cubicBezTo>
                <a:cubicBezTo>
                  <a:pt x="286612" y="3416352"/>
                  <a:pt x="202363" y="3375318"/>
                  <a:pt x="220725" y="3302609"/>
                </a:cubicBezTo>
                <a:cubicBezTo>
                  <a:pt x="241247" y="3304768"/>
                  <a:pt x="250248" y="3291090"/>
                  <a:pt x="261769" y="3284251"/>
                </a:cubicBezTo>
                <a:cubicBezTo>
                  <a:pt x="284451" y="3323126"/>
                  <a:pt x="293452" y="3370639"/>
                  <a:pt x="318655" y="3406993"/>
                </a:cubicBezTo>
                <a:cubicBezTo>
                  <a:pt x="329816" y="3411673"/>
                  <a:pt x="336657" y="3404834"/>
                  <a:pt x="341337" y="3400514"/>
                </a:cubicBezTo>
                <a:cubicBezTo>
                  <a:pt x="343498" y="3393675"/>
                  <a:pt x="322976" y="3400514"/>
                  <a:pt x="332337" y="3388996"/>
                </a:cubicBezTo>
                <a:cubicBezTo>
                  <a:pt x="375541" y="3397995"/>
                  <a:pt x="352499" y="3338963"/>
                  <a:pt x="357179" y="3313767"/>
                </a:cubicBezTo>
                <a:cubicBezTo>
                  <a:pt x="361860" y="3306928"/>
                  <a:pt x="373021" y="3306928"/>
                  <a:pt x="377701" y="3300449"/>
                </a:cubicBezTo>
                <a:cubicBezTo>
                  <a:pt x="368700" y="3279932"/>
                  <a:pt x="373021" y="3247897"/>
                  <a:pt x="386702" y="3234219"/>
                </a:cubicBezTo>
                <a:cubicBezTo>
                  <a:pt x="382382" y="3216221"/>
                  <a:pt x="379862" y="3195704"/>
                  <a:pt x="382382" y="3175187"/>
                </a:cubicBezTo>
                <a:cubicBezTo>
                  <a:pt x="384542" y="3156830"/>
                  <a:pt x="389223" y="3138832"/>
                  <a:pt x="405064" y="3127314"/>
                </a:cubicBezTo>
                <a:cubicBezTo>
                  <a:pt x="382382" y="3166188"/>
                  <a:pt x="384542" y="3213702"/>
                  <a:pt x="402904" y="3245737"/>
                </a:cubicBezTo>
                <a:cubicBezTo>
                  <a:pt x="425586" y="3238898"/>
                  <a:pt x="407224" y="3218381"/>
                  <a:pt x="409385" y="3204703"/>
                </a:cubicBezTo>
                <a:cubicBezTo>
                  <a:pt x="420906" y="3211542"/>
                  <a:pt x="423066" y="3223060"/>
                  <a:pt x="423066" y="3227380"/>
                </a:cubicBezTo>
                <a:cubicBezTo>
                  <a:pt x="452949" y="3220541"/>
                  <a:pt x="425586" y="3200383"/>
                  <a:pt x="423066" y="3186705"/>
                </a:cubicBezTo>
                <a:cubicBezTo>
                  <a:pt x="455110" y="3173027"/>
                  <a:pt x="455110" y="3131993"/>
                  <a:pt x="448269" y="3113636"/>
                </a:cubicBezTo>
                <a:cubicBezTo>
                  <a:pt x="438908" y="3118315"/>
                  <a:pt x="434587" y="3122995"/>
                  <a:pt x="425586" y="3125154"/>
                </a:cubicBezTo>
                <a:cubicBezTo>
                  <a:pt x="420906" y="3118315"/>
                  <a:pt x="418746" y="3113636"/>
                  <a:pt x="414065" y="3106797"/>
                </a:cubicBezTo>
                <a:cubicBezTo>
                  <a:pt x="405064" y="3109317"/>
                  <a:pt x="398223" y="3113636"/>
                  <a:pt x="396063" y="3125154"/>
                </a:cubicBezTo>
                <a:cubicBezTo>
                  <a:pt x="379862" y="3111476"/>
                  <a:pt x="366180" y="3131993"/>
                  <a:pt x="355019" y="3143152"/>
                </a:cubicBezTo>
                <a:cubicBezTo>
                  <a:pt x="339177" y="3136673"/>
                  <a:pt x="368700" y="3116156"/>
                  <a:pt x="373021" y="3125154"/>
                </a:cubicBezTo>
                <a:cubicBezTo>
                  <a:pt x="375541" y="3118315"/>
                  <a:pt x="373021" y="3111476"/>
                  <a:pt x="370861" y="3118315"/>
                </a:cubicBezTo>
                <a:cubicBezTo>
                  <a:pt x="366180" y="3116156"/>
                  <a:pt x="368700" y="3106797"/>
                  <a:pt x="373021" y="3106797"/>
                </a:cubicBezTo>
                <a:cubicBezTo>
                  <a:pt x="366180" y="3102478"/>
                  <a:pt x="357179" y="3093479"/>
                  <a:pt x="334497" y="3095639"/>
                </a:cubicBezTo>
                <a:cubicBezTo>
                  <a:pt x="348178" y="3072962"/>
                  <a:pt x="313975" y="3061444"/>
                  <a:pt x="318655" y="3036967"/>
                </a:cubicBezTo>
                <a:cubicBezTo>
                  <a:pt x="309294" y="3027608"/>
                  <a:pt x="300293" y="3045966"/>
                  <a:pt x="300293" y="3036967"/>
                </a:cubicBezTo>
                <a:cubicBezTo>
                  <a:pt x="300293" y="3030128"/>
                  <a:pt x="304974" y="3030128"/>
                  <a:pt x="309294" y="3030128"/>
                </a:cubicBezTo>
                <a:cubicBezTo>
                  <a:pt x="311814" y="3004932"/>
                  <a:pt x="318655" y="2993413"/>
                  <a:pt x="320815" y="2968577"/>
                </a:cubicBezTo>
                <a:cubicBezTo>
                  <a:pt x="311814" y="2952739"/>
                  <a:pt x="293452" y="2939061"/>
                  <a:pt x="309294" y="2907026"/>
                </a:cubicBezTo>
                <a:cubicBezTo>
                  <a:pt x="286612" y="2902707"/>
                  <a:pt x="282291" y="2911705"/>
                  <a:pt x="261769" y="2900187"/>
                </a:cubicBezTo>
                <a:cubicBezTo>
                  <a:pt x="257089" y="2870671"/>
                  <a:pt x="279771" y="2841156"/>
                  <a:pt x="302813" y="2806961"/>
                </a:cubicBezTo>
                <a:cubicBezTo>
                  <a:pt x="322976" y="2773125"/>
                  <a:pt x="336657" y="2743250"/>
                  <a:pt x="309294" y="2718413"/>
                </a:cubicBezTo>
                <a:cubicBezTo>
                  <a:pt x="325496" y="2706895"/>
                  <a:pt x="334497" y="2711574"/>
                  <a:pt x="343498" y="2725252"/>
                </a:cubicBezTo>
                <a:cubicBezTo>
                  <a:pt x="393543" y="2670540"/>
                  <a:pt x="448269" y="2584153"/>
                  <a:pt x="477792" y="2513603"/>
                </a:cubicBezTo>
                <a:cubicBezTo>
                  <a:pt x="468791" y="2515763"/>
                  <a:pt x="455110" y="2508924"/>
                  <a:pt x="445749" y="2522602"/>
                </a:cubicBezTo>
                <a:cubicBezTo>
                  <a:pt x="438908" y="2504604"/>
                  <a:pt x="425586" y="2513603"/>
                  <a:pt x="407224" y="2506764"/>
                </a:cubicBezTo>
                <a:cubicBezTo>
                  <a:pt x="418746" y="2499925"/>
                  <a:pt x="429907" y="2488767"/>
                  <a:pt x="438908" y="2475089"/>
                </a:cubicBezTo>
                <a:cubicBezTo>
                  <a:pt x="441428" y="2479408"/>
                  <a:pt x="445749" y="2490926"/>
                  <a:pt x="452949" y="2475089"/>
                </a:cubicBezTo>
                <a:cubicBezTo>
                  <a:pt x="455110" y="2479408"/>
                  <a:pt x="457270" y="2486247"/>
                  <a:pt x="455110" y="2493086"/>
                </a:cubicBezTo>
                <a:cubicBezTo>
                  <a:pt x="464110" y="2484087"/>
                  <a:pt x="464110" y="2479408"/>
                  <a:pt x="475632" y="2468250"/>
                </a:cubicBezTo>
                <a:cubicBezTo>
                  <a:pt x="479952" y="2458891"/>
                  <a:pt x="466631" y="2458891"/>
                  <a:pt x="466631" y="2452052"/>
                </a:cubicBezTo>
                <a:cubicBezTo>
                  <a:pt x="475632" y="2440894"/>
                  <a:pt x="484633" y="2438734"/>
                  <a:pt x="493634" y="2447733"/>
                </a:cubicBezTo>
                <a:cubicBezTo>
                  <a:pt x="498314" y="2427216"/>
                  <a:pt x="500474" y="2438734"/>
                  <a:pt x="511996" y="2431895"/>
                </a:cubicBezTo>
                <a:cubicBezTo>
                  <a:pt x="516316" y="2427216"/>
                  <a:pt x="498314" y="2418217"/>
                  <a:pt x="498314" y="2425056"/>
                </a:cubicBezTo>
                <a:cubicBezTo>
                  <a:pt x="509475" y="2415697"/>
                  <a:pt x="523157" y="2377183"/>
                  <a:pt x="525677" y="2351987"/>
                </a:cubicBezTo>
                <a:cubicBezTo>
                  <a:pt x="525677" y="2377183"/>
                  <a:pt x="555200" y="2318152"/>
                  <a:pt x="543679" y="2349827"/>
                </a:cubicBezTo>
                <a:cubicBezTo>
                  <a:pt x="586883" y="2292955"/>
                  <a:pt x="603085" y="2265599"/>
                  <a:pt x="643769" y="2229244"/>
                </a:cubicBezTo>
                <a:cubicBezTo>
                  <a:pt x="648450" y="2218086"/>
                  <a:pt x="636929" y="2231764"/>
                  <a:pt x="636929" y="2218086"/>
                </a:cubicBezTo>
                <a:cubicBezTo>
                  <a:pt x="659971" y="2206568"/>
                  <a:pt x="680133" y="2170213"/>
                  <a:pt x="705336" y="2181731"/>
                </a:cubicBezTo>
                <a:cubicBezTo>
                  <a:pt x="723698" y="2151856"/>
                  <a:pt x="732699" y="2138538"/>
                  <a:pt x="741700" y="2120180"/>
                </a:cubicBezTo>
                <a:cubicBezTo>
                  <a:pt x="737019" y="2113341"/>
                  <a:pt x="732699" y="2118021"/>
                  <a:pt x="728018" y="2124500"/>
                </a:cubicBezTo>
                <a:cubicBezTo>
                  <a:pt x="725858" y="2106502"/>
                  <a:pt x="748541" y="2111182"/>
                  <a:pt x="755381" y="2111182"/>
                </a:cubicBezTo>
                <a:cubicBezTo>
                  <a:pt x="771223" y="2076987"/>
                  <a:pt x="798586" y="2058629"/>
                  <a:pt x="805427" y="2026954"/>
                </a:cubicBezTo>
                <a:cubicBezTo>
                  <a:pt x="814428" y="2038112"/>
                  <a:pt x="823789" y="2024434"/>
                  <a:pt x="832790" y="2029113"/>
                </a:cubicBezTo>
                <a:cubicBezTo>
                  <a:pt x="832790" y="2022274"/>
                  <a:pt x="839630" y="2015435"/>
                  <a:pt x="834950" y="2011116"/>
                </a:cubicBezTo>
                <a:cubicBezTo>
                  <a:pt x="823789" y="2008596"/>
                  <a:pt x="832790" y="2024434"/>
                  <a:pt x="821268" y="2024434"/>
                </a:cubicBezTo>
                <a:cubicBezTo>
                  <a:pt x="841790" y="1990599"/>
                  <a:pt x="887515" y="1942726"/>
                  <a:pt x="889676" y="1904212"/>
                </a:cubicBezTo>
                <a:cubicBezTo>
                  <a:pt x="903357" y="1894853"/>
                  <a:pt x="898676" y="1904212"/>
                  <a:pt x="905517" y="1911051"/>
                </a:cubicBezTo>
                <a:cubicBezTo>
                  <a:pt x="921359" y="1890534"/>
                  <a:pt x="910198" y="1879015"/>
                  <a:pt x="930720" y="1858498"/>
                </a:cubicBezTo>
                <a:cubicBezTo>
                  <a:pt x="930720" y="1870017"/>
                  <a:pt x="919199" y="1888014"/>
                  <a:pt x="923879" y="1899532"/>
                </a:cubicBezTo>
                <a:cubicBezTo>
                  <a:pt x="939721" y="1883695"/>
                  <a:pt x="953402" y="1890534"/>
                  <a:pt x="967084" y="1870017"/>
                </a:cubicBezTo>
                <a:cubicBezTo>
                  <a:pt x="973924" y="1860658"/>
                  <a:pt x="955563" y="1870017"/>
                  <a:pt x="971404" y="1854179"/>
                </a:cubicBezTo>
                <a:cubicBezTo>
                  <a:pt x="964563" y="1844820"/>
                  <a:pt x="953402" y="1856339"/>
                  <a:pt x="946562" y="1844820"/>
                </a:cubicBezTo>
                <a:cubicBezTo>
                  <a:pt x="955563" y="1840501"/>
                  <a:pt x="976085" y="1835822"/>
                  <a:pt x="976085" y="1849500"/>
                </a:cubicBezTo>
                <a:cubicBezTo>
                  <a:pt x="980765" y="1842661"/>
                  <a:pt x="987606" y="1837981"/>
                  <a:pt x="991926" y="1842661"/>
                </a:cubicBezTo>
                <a:cubicBezTo>
                  <a:pt x="994447" y="1831142"/>
                  <a:pt x="998767" y="1817824"/>
                  <a:pt x="1007768" y="1804146"/>
                </a:cubicBezTo>
                <a:cubicBezTo>
                  <a:pt x="996607" y="1799467"/>
                  <a:pt x="996607" y="1817824"/>
                  <a:pt x="989766" y="1822144"/>
                </a:cubicBezTo>
                <a:cubicBezTo>
                  <a:pt x="982925" y="1804146"/>
                  <a:pt x="1010288" y="1781110"/>
                  <a:pt x="1021449" y="1760592"/>
                </a:cubicBezTo>
                <a:cubicBezTo>
                  <a:pt x="1021449" y="1772111"/>
                  <a:pt x="1017129" y="1785789"/>
                  <a:pt x="1010288" y="1799467"/>
                </a:cubicBezTo>
                <a:cubicBezTo>
                  <a:pt x="1023970" y="1797307"/>
                  <a:pt x="1030810" y="1787949"/>
                  <a:pt x="1037651" y="1776790"/>
                </a:cubicBezTo>
                <a:cubicBezTo>
                  <a:pt x="1037651" y="1781110"/>
                  <a:pt x="1037651" y="1783629"/>
                  <a:pt x="1041972" y="1787949"/>
                </a:cubicBezTo>
                <a:cubicBezTo>
                  <a:pt x="1060334" y="1763112"/>
                  <a:pt x="1071495" y="1754113"/>
                  <a:pt x="1089857" y="1726757"/>
                </a:cubicBezTo>
                <a:cubicBezTo>
                  <a:pt x="1096697" y="1726757"/>
                  <a:pt x="1101018" y="1726757"/>
                  <a:pt x="1107859" y="1724238"/>
                </a:cubicBezTo>
                <a:cubicBezTo>
                  <a:pt x="1114699" y="1710920"/>
                  <a:pt x="1112539" y="1706240"/>
                  <a:pt x="1130901" y="1704081"/>
                </a:cubicBezTo>
                <a:cubicBezTo>
                  <a:pt x="1130901" y="1699401"/>
                  <a:pt x="1133061" y="1694722"/>
                  <a:pt x="1133061" y="1690403"/>
                </a:cubicBezTo>
                <a:cubicBezTo>
                  <a:pt x="1126221" y="1685723"/>
                  <a:pt x="1114699" y="1706240"/>
                  <a:pt x="1107859" y="1704081"/>
                </a:cubicBezTo>
                <a:cubicBezTo>
                  <a:pt x="1105698" y="1697242"/>
                  <a:pt x="1130901" y="1683564"/>
                  <a:pt x="1137742" y="1681044"/>
                </a:cubicBezTo>
                <a:cubicBezTo>
                  <a:pt x="1128381" y="1674205"/>
                  <a:pt x="1160424" y="1663047"/>
                  <a:pt x="1155744" y="1642530"/>
                </a:cubicBezTo>
                <a:cubicBezTo>
                  <a:pt x="1160424" y="1644689"/>
                  <a:pt x="1158264" y="1647209"/>
                  <a:pt x="1155744" y="1649369"/>
                </a:cubicBezTo>
                <a:cubicBezTo>
                  <a:pt x="1183107" y="1631011"/>
                  <a:pt x="1205789" y="1601496"/>
                  <a:pt x="1230992" y="1569820"/>
                </a:cubicBezTo>
                <a:cubicBezTo>
                  <a:pt x="1258355" y="1540304"/>
                  <a:pt x="1285357" y="1512948"/>
                  <a:pt x="1317401" y="1499270"/>
                </a:cubicBezTo>
                <a:cubicBezTo>
                  <a:pt x="1324242" y="1490272"/>
                  <a:pt x="1328562" y="1480913"/>
                  <a:pt x="1340083" y="1471914"/>
                </a:cubicBezTo>
                <a:cubicBezTo>
                  <a:pt x="1346924" y="1471914"/>
                  <a:pt x="1351604" y="1474074"/>
                  <a:pt x="1353765" y="1480913"/>
                </a:cubicBezTo>
                <a:cubicBezTo>
                  <a:pt x="1360605" y="1476594"/>
                  <a:pt x="1367446" y="1467235"/>
                  <a:pt x="1371767" y="1471914"/>
                </a:cubicBezTo>
                <a:cubicBezTo>
                  <a:pt x="1376447" y="1467235"/>
                  <a:pt x="1385808" y="1447078"/>
                  <a:pt x="1371767" y="1453917"/>
                </a:cubicBezTo>
                <a:cubicBezTo>
                  <a:pt x="1369606" y="1444558"/>
                  <a:pt x="1394809" y="1442399"/>
                  <a:pt x="1387968" y="1456077"/>
                </a:cubicBezTo>
                <a:cubicBezTo>
                  <a:pt x="1394809" y="1465075"/>
                  <a:pt x="1410651" y="1447078"/>
                  <a:pt x="1424332" y="1439879"/>
                </a:cubicBezTo>
                <a:cubicBezTo>
                  <a:pt x="1422172" y="1426561"/>
                  <a:pt x="1408490" y="1444558"/>
                  <a:pt x="1401650" y="1442399"/>
                </a:cubicBezTo>
                <a:cubicBezTo>
                  <a:pt x="1431173" y="1419722"/>
                  <a:pt x="1442334" y="1415043"/>
                  <a:pt x="1467537" y="1383367"/>
                </a:cubicBezTo>
                <a:cubicBezTo>
                  <a:pt x="1483378" y="1378688"/>
                  <a:pt x="1451695" y="1396685"/>
                  <a:pt x="1453855" y="1401365"/>
                </a:cubicBezTo>
                <a:cubicBezTo>
                  <a:pt x="1472217" y="1410363"/>
                  <a:pt x="1497060" y="1403524"/>
                  <a:pt x="1522263" y="1394526"/>
                </a:cubicBezTo>
                <a:cubicBezTo>
                  <a:pt x="1508581" y="1412883"/>
                  <a:pt x="1479058" y="1403524"/>
                  <a:pt x="1458536" y="1415043"/>
                </a:cubicBezTo>
                <a:cubicBezTo>
                  <a:pt x="1465377" y="1433040"/>
                  <a:pt x="1412811" y="1453917"/>
                  <a:pt x="1385808" y="1471914"/>
                </a:cubicBezTo>
                <a:cubicBezTo>
                  <a:pt x="1381128" y="1474074"/>
                  <a:pt x="1383288" y="1476594"/>
                  <a:pt x="1378967" y="1480913"/>
                </a:cubicBezTo>
                <a:cubicBezTo>
                  <a:pt x="1381128" y="1485592"/>
                  <a:pt x="1385808" y="1483433"/>
                  <a:pt x="1392289" y="1480913"/>
                </a:cubicBezTo>
                <a:cubicBezTo>
                  <a:pt x="1378967" y="1501430"/>
                  <a:pt x="1328562" y="1501430"/>
                  <a:pt x="1335403" y="1533465"/>
                </a:cubicBezTo>
                <a:cubicBezTo>
                  <a:pt x="1351604" y="1533465"/>
                  <a:pt x="1349084" y="1506109"/>
                  <a:pt x="1367446" y="1521947"/>
                </a:cubicBezTo>
                <a:cubicBezTo>
                  <a:pt x="1371767" y="1517268"/>
                  <a:pt x="1378967" y="1496751"/>
                  <a:pt x="1387968" y="1501430"/>
                </a:cubicBezTo>
                <a:cubicBezTo>
                  <a:pt x="1353765" y="1565141"/>
                  <a:pt x="1262675" y="1596816"/>
                  <a:pt x="1237832" y="1642530"/>
                </a:cubicBezTo>
                <a:cubicBezTo>
                  <a:pt x="1260515" y="1628852"/>
                  <a:pt x="1281037" y="1617333"/>
                  <a:pt x="1303719" y="1613014"/>
                </a:cubicBezTo>
                <a:cubicBezTo>
                  <a:pt x="1310560" y="1617333"/>
                  <a:pt x="1283197" y="1624172"/>
                  <a:pt x="1299039" y="1631011"/>
                </a:cubicBezTo>
                <a:cubicBezTo>
                  <a:pt x="1308400" y="1633531"/>
                  <a:pt x="1326402" y="1603655"/>
                  <a:pt x="1340083" y="1610494"/>
                </a:cubicBezTo>
                <a:cubicBezTo>
                  <a:pt x="1349084" y="1599336"/>
                  <a:pt x="1328562" y="1613014"/>
                  <a:pt x="1326402" y="1601496"/>
                </a:cubicBezTo>
                <a:cubicBezTo>
                  <a:pt x="1335403" y="1606175"/>
                  <a:pt x="1353765" y="1580979"/>
                  <a:pt x="1340083" y="1587818"/>
                </a:cubicBezTo>
                <a:cubicBezTo>
                  <a:pt x="1364926" y="1571980"/>
                  <a:pt x="1444854" y="1542464"/>
                  <a:pt x="1460696" y="1508269"/>
                </a:cubicBezTo>
                <a:cubicBezTo>
                  <a:pt x="1476538" y="1506109"/>
                  <a:pt x="1458536" y="1524107"/>
                  <a:pt x="1462856" y="1530946"/>
                </a:cubicBezTo>
                <a:cubicBezTo>
                  <a:pt x="1474377" y="1512948"/>
                  <a:pt x="1497060" y="1494591"/>
                  <a:pt x="1515422" y="1476594"/>
                </a:cubicBezTo>
                <a:cubicBezTo>
                  <a:pt x="1526583" y="1471914"/>
                  <a:pt x="1512902" y="1483433"/>
                  <a:pt x="1526583" y="1483433"/>
                </a:cubicBezTo>
                <a:cubicBezTo>
                  <a:pt x="1535584" y="1476594"/>
                  <a:pt x="1538104" y="1471914"/>
                  <a:pt x="1531263" y="1465075"/>
                </a:cubicBezTo>
                <a:cubicBezTo>
                  <a:pt x="1540264" y="1471914"/>
                  <a:pt x="1562947" y="1460396"/>
                  <a:pt x="1560787" y="1471914"/>
                </a:cubicBezTo>
                <a:cubicBezTo>
                  <a:pt x="1569788" y="1458236"/>
                  <a:pt x="1581309" y="1444558"/>
                  <a:pt x="1597150" y="1430880"/>
                </a:cubicBezTo>
                <a:cubicBezTo>
                  <a:pt x="1599311" y="1437719"/>
                  <a:pt x="1592470" y="1442399"/>
                  <a:pt x="1594990" y="1447078"/>
                </a:cubicBezTo>
                <a:cubicBezTo>
                  <a:pt x="1617673" y="1412883"/>
                  <a:pt x="1654036" y="1408204"/>
                  <a:pt x="1676719" y="1383367"/>
                </a:cubicBezTo>
                <a:cubicBezTo>
                  <a:pt x="1679239" y="1387687"/>
                  <a:pt x="1674559" y="1390206"/>
                  <a:pt x="1676719" y="1392366"/>
                </a:cubicBezTo>
                <a:cubicBezTo>
                  <a:pt x="1715603" y="1367170"/>
                  <a:pt x="1749807" y="1353492"/>
                  <a:pt x="1781490" y="1339814"/>
                </a:cubicBezTo>
                <a:cubicBezTo>
                  <a:pt x="1811013" y="1326496"/>
                  <a:pt x="1840537" y="1312818"/>
                  <a:pt x="1876900" y="1290141"/>
                </a:cubicBezTo>
                <a:cubicBezTo>
                  <a:pt x="1876900" y="1299139"/>
                  <a:pt x="1870060" y="1308138"/>
                  <a:pt x="1854218" y="1312818"/>
                </a:cubicBezTo>
                <a:cubicBezTo>
                  <a:pt x="1879421" y="1326496"/>
                  <a:pt x="1915785" y="1290141"/>
                  <a:pt x="1945308" y="1280782"/>
                </a:cubicBezTo>
                <a:cubicBezTo>
                  <a:pt x="1952148" y="1278622"/>
                  <a:pt x="1961149" y="1285461"/>
                  <a:pt x="1967990" y="1285461"/>
                </a:cubicBezTo>
                <a:cubicBezTo>
                  <a:pt x="1974831" y="1283302"/>
                  <a:pt x="1972671" y="1269624"/>
                  <a:pt x="1972671" y="1269624"/>
                </a:cubicBezTo>
                <a:cubicBezTo>
                  <a:pt x="1986352" y="1264944"/>
                  <a:pt x="2024876" y="1249107"/>
                  <a:pt x="2033877" y="1255946"/>
                </a:cubicBezTo>
                <a:cubicBezTo>
                  <a:pt x="2018035" y="1264944"/>
                  <a:pt x="1995353" y="1269624"/>
                  <a:pt x="1988512" y="1280782"/>
                </a:cubicBezTo>
                <a:cubicBezTo>
                  <a:pt x="2004354" y="1290141"/>
                  <a:pt x="2038558" y="1273943"/>
                  <a:pt x="2052239" y="1290141"/>
                </a:cubicBezTo>
                <a:cubicBezTo>
                  <a:pt x="2018035" y="1296620"/>
                  <a:pt x="2018035" y="1294460"/>
                  <a:pt x="1997513" y="1305978"/>
                </a:cubicBezTo>
                <a:cubicBezTo>
                  <a:pt x="1990672" y="1296620"/>
                  <a:pt x="1993193" y="1292300"/>
                  <a:pt x="2006874" y="1290141"/>
                </a:cubicBezTo>
                <a:cubicBezTo>
                  <a:pt x="2004354" y="1285461"/>
                  <a:pt x="1997513" y="1290141"/>
                  <a:pt x="1995353" y="1285461"/>
                </a:cubicBezTo>
                <a:cubicBezTo>
                  <a:pt x="1979511" y="1314977"/>
                  <a:pt x="1940627" y="1319657"/>
                  <a:pt x="1902103" y="1328655"/>
                </a:cubicBezTo>
                <a:cubicBezTo>
                  <a:pt x="1865739" y="1335494"/>
                  <a:pt x="1826855" y="1349172"/>
                  <a:pt x="1811013" y="1390206"/>
                </a:cubicBezTo>
                <a:cubicBezTo>
                  <a:pt x="1781490" y="1383367"/>
                  <a:pt x="1726765" y="1424041"/>
                  <a:pt x="1695081" y="1444558"/>
                </a:cubicBezTo>
                <a:cubicBezTo>
                  <a:pt x="1692561" y="1435560"/>
                  <a:pt x="1701922" y="1430880"/>
                  <a:pt x="1699401" y="1424041"/>
                </a:cubicBezTo>
                <a:cubicBezTo>
                  <a:pt x="1674559" y="1435560"/>
                  <a:pt x="1686080" y="1439879"/>
                  <a:pt x="1686080" y="1449238"/>
                </a:cubicBezTo>
                <a:cubicBezTo>
                  <a:pt x="1669878" y="1449238"/>
                  <a:pt x="1672398" y="1451397"/>
                  <a:pt x="1651876" y="1465075"/>
                </a:cubicBezTo>
                <a:cubicBezTo>
                  <a:pt x="1636035" y="1451397"/>
                  <a:pt x="1617673" y="1483433"/>
                  <a:pt x="1597150" y="1476594"/>
                </a:cubicBezTo>
                <a:cubicBezTo>
                  <a:pt x="1592470" y="1478753"/>
                  <a:pt x="1594990" y="1480913"/>
                  <a:pt x="1590310" y="1485592"/>
                </a:cubicBezTo>
                <a:cubicBezTo>
                  <a:pt x="1594990" y="1494591"/>
                  <a:pt x="1606151" y="1487752"/>
                  <a:pt x="1615512" y="1487752"/>
                </a:cubicBezTo>
                <a:cubicBezTo>
                  <a:pt x="1579149" y="1501430"/>
                  <a:pt x="1519742" y="1547143"/>
                  <a:pt x="1476538" y="1549303"/>
                </a:cubicBezTo>
                <a:cubicBezTo>
                  <a:pt x="1469697" y="1556142"/>
                  <a:pt x="1474377" y="1565141"/>
                  <a:pt x="1469697" y="1571980"/>
                </a:cubicBezTo>
                <a:cubicBezTo>
                  <a:pt x="1451695" y="1558302"/>
                  <a:pt x="1440174" y="1596816"/>
                  <a:pt x="1438014" y="1578819"/>
                </a:cubicBezTo>
                <a:cubicBezTo>
                  <a:pt x="1428653" y="1594657"/>
                  <a:pt x="1417491" y="1606175"/>
                  <a:pt x="1415331" y="1628852"/>
                </a:cubicBezTo>
                <a:cubicBezTo>
                  <a:pt x="1394809" y="1647209"/>
                  <a:pt x="1419652" y="1606175"/>
                  <a:pt x="1399129" y="1624172"/>
                </a:cubicBezTo>
                <a:cubicBezTo>
                  <a:pt x="1394809" y="1619853"/>
                  <a:pt x="1412811" y="1613014"/>
                  <a:pt x="1417491" y="1606175"/>
                </a:cubicBezTo>
                <a:cubicBezTo>
                  <a:pt x="1390129" y="1608335"/>
                  <a:pt x="1369606" y="1619853"/>
                  <a:pt x="1349084" y="1651528"/>
                </a:cubicBezTo>
                <a:cubicBezTo>
                  <a:pt x="1360605" y="1656208"/>
                  <a:pt x="1374287" y="1642530"/>
                  <a:pt x="1387968" y="1640370"/>
                </a:cubicBezTo>
                <a:cubicBezTo>
                  <a:pt x="1394809" y="1649369"/>
                  <a:pt x="1378967" y="1658367"/>
                  <a:pt x="1390129" y="1667366"/>
                </a:cubicBezTo>
                <a:cubicBezTo>
                  <a:pt x="1355925" y="1685723"/>
                  <a:pt x="1383288" y="1692562"/>
                  <a:pt x="1360605" y="1699401"/>
                </a:cubicBezTo>
                <a:cubicBezTo>
                  <a:pt x="1367446" y="1701561"/>
                  <a:pt x="1374287" y="1699401"/>
                  <a:pt x="1381128" y="1692562"/>
                </a:cubicBezTo>
                <a:cubicBezTo>
                  <a:pt x="1378967" y="1708400"/>
                  <a:pt x="1355925" y="1722078"/>
                  <a:pt x="1337923" y="1737916"/>
                </a:cubicBezTo>
                <a:cubicBezTo>
                  <a:pt x="1355925" y="1754113"/>
                  <a:pt x="1349084" y="1724238"/>
                  <a:pt x="1374287" y="1713079"/>
                </a:cubicBezTo>
                <a:cubicBezTo>
                  <a:pt x="1374287" y="1717759"/>
                  <a:pt x="1369606" y="1724238"/>
                  <a:pt x="1374287" y="1728917"/>
                </a:cubicBezTo>
                <a:cubicBezTo>
                  <a:pt x="1419652" y="1708400"/>
                  <a:pt x="1451695" y="1699401"/>
                  <a:pt x="1494900" y="1678884"/>
                </a:cubicBezTo>
                <a:cubicBezTo>
                  <a:pt x="1488059" y="1649369"/>
                  <a:pt x="1526583" y="1672045"/>
                  <a:pt x="1551786" y="1656208"/>
                </a:cubicBezTo>
                <a:cubicBezTo>
                  <a:pt x="1543145" y="1662957"/>
                  <a:pt x="1529441" y="1672338"/>
                  <a:pt x="1529812" y="1681466"/>
                </a:cubicBezTo>
                <a:lnTo>
                  <a:pt x="1535431" y="1690166"/>
                </a:lnTo>
                <a:lnTo>
                  <a:pt x="1535227" y="1690630"/>
                </a:lnTo>
                <a:lnTo>
                  <a:pt x="1528687" y="1694789"/>
                </a:lnTo>
                <a:cubicBezTo>
                  <a:pt x="1523050" y="1695869"/>
                  <a:pt x="1520553" y="1689053"/>
                  <a:pt x="1515422" y="1692562"/>
                </a:cubicBezTo>
                <a:cubicBezTo>
                  <a:pt x="1517582" y="1704081"/>
                  <a:pt x="1526583" y="1697242"/>
                  <a:pt x="1533424" y="1694722"/>
                </a:cubicBezTo>
                <a:lnTo>
                  <a:pt x="1535227" y="1690630"/>
                </a:lnTo>
                <a:lnTo>
                  <a:pt x="1535584" y="1690403"/>
                </a:lnTo>
                <a:lnTo>
                  <a:pt x="1535431" y="1690166"/>
                </a:lnTo>
                <a:lnTo>
                  <a:pt x="1541030" y="1677461"/>
                </a:lnTo>
                <a:cubicBezTo>
                  <a:pt x="1544742" y="1673496"/>
                  <a:pt x="1549445" y="1670943"/>
                  <a:pt x="1554576" y="1668671"/>
                </a:cubicBezTo>
                <a:lnTo>
                  <a:pt x="1567593" y="1662932"/>
                </a:lnTo>
                <a:lnTo>
                  <a:pt x="1567627" y="1663047"/>
                </a:lnTo>
                <a:lnTo>
                  <a:pt x="1567846" y="1662821"/>
                </a:lnTo>
                <a:lnTo>
                  <a:pt x="1570688" y="1661568"/>
                </a:lnTo>
                <a:cubicBezTo>
                  <a:pt x="1576111" y="1658727"/>
                  <a:pt x="1581399" y="1655038"/>
                  <a:pt x="1585989" y="1649369"/>
                </a:cubicBezTo>
                <a:cubicBezTo>
                  <a:pt x="1581309" y="1645949"/>
                  <a:pt x="1579599" y="1648739"/>
                  <a:pt x="1577619" y="1652698"/>
                </a:cubicBezTo>
                <a:lnTo>
                  <a:pt x="1567846" y="1662821"/>
                </a:lnTo>
                <a:lnTo>
                  <a:pt x="1567593" y="1662932"/>
                </a:lnTo>
                <a:lnTo>
                  <a:pt x="1562947" y="1647209"/>
                </a:lnTo>
                <a:cubicBezTo>
                  <a:pt x="1583469" y="1631011"/>
                  <a:pt x="1588149" y="1642530"/>
                  <a:pt x="1597150" y="1651528"/>
                </a:cubicBezTo>
                <a:cubicBezTo>
                  <a:pt x="1615512" y="1626692"/>
                  <a:pt x="1629194" y="1619853"/>
                  <a:pt x="1663037" y="1601496"/>
                </a:cubicBezTo>
                <a:cubicBezTo>
                  <a:pt x="1674559" y="1592497"/>
                  <a:pt x="1654036" y="1596816"/>
                  <a:pt x="1656197" y="1590337"/>
                </a:cubicBezTo>
                <a:cubicBezTo>
                  <a:pt x="1667718" y="1587818"/>
                  <a:pt x="1681399" y="1578819"/>
                  <a:pt x="1688240" y="1592497"/>
                </a:cubicBezTo>
                <a:cubicBezTo>
                  <a:pt x="1701922" y="1585658"/>
                  <a:pt x="1697241" y="1578819"/>
                  <a:pt x="1708763" y="1574140"/>
                </a:cubicBezTo>
                <a:cubicBezTo>
                  <a:pt x="1704082" y="1569820"/>
                  <a:pt x="1699401" y="1569820"/>
                  <a:pt x="1692561" y="1571980"/>
                </a:cubicBezTo>
                <a:cubicBezTo>
                  <a:pt x="1701922" y="1556142"/>
                  <a:pt x="1749807" y="1569820"/>
                  <a:pt x="1747287" y="1537785"/>
                </a:cubicBezTo>
                <a:cubicBezTo>
                  <a:pt x="1779330" y="1535625"/>
                  <a:pt x="1826855" y="1517268"/>
                  <a:pt x="1856378" y="1483433"/>
                </a:cubicBezTo>
                <a:cubicBezTo>
                  <a:pt x="1854218" y="1496751"/>
                  <a:pt x="1854218" y="1496751"/>
                  <a:pt x="1865739" y="1501430"/>
                </a:cubicBezTo>
                <a:cubicBezTo>
                  <a:pt x="1881581" y="1483433"/>
                  <a:pt x="1911104" y="1467235"/>
                  <a:pt x="1926946" y="1483433"/>
                </a:cubicBezTo>
                <a:cubicBezTo>
                  <a:pt x="1938467" y="1469755"/>
                  <a:pt x="1956829" y="1458236"/>
                  <a:pt x="1970510" y="1447078"/>
                </a:cubicBezTo>
                <a:cubicBezTo>
                  <a:pt x="1963670" y="1439879"/>
                  <a:pt x="1945308" y="1458236"/>
                  <a:pt x="1943147" y="1442399"/>
                </a:cubicBezTo>
                <a:cubicBezTo>
                  <a:pt x="1952148" y="1447078"/>
                  <a:pt x="1974831" y="1439879"/>
                  <a:pt x="1977351" y="1428721"/>
                </a:cubicBezTo>
                <a:cubicBezTo>
                  <a:pt x="1988512" y="1433040"/>
                  <a:pt x="1995353" y="1433040"/>
                  <a:pt x="1993193" y="1444558"/>
                </a:cubicBezTo>
                <a:cubicBezTo>
                  <a:pt x="2006874" y="1437719"/>
                  <a:pt x="2018035" y="1428721"/>
                  <a:pt x="2031717" y="1421882"/>
                </a:cubicBezTo>
                <a:cubicBezTo>
                  <a:pt x="2020196" y="1410363"/>
                  <a:pt x="2009034" y="1430880"/>
                  <a:pt x="2004354" y="1412883"/>
                </a:cubicBezTo>
                <a:cubicBezTo>
                  <a:pt x="1961149" y="1435560"/>
                  <a:pt x="1908944" y="1421882"/>
                  <a:pt x="1890582" y="1458236"/>
                </a:cubicBezTo>
                <a:cubicBezTo>
                  <a:pt x="1879421" y="1453917"/>
                  <a:pt x="1845217" y="1469755"/>
                  <a:pt x="1845217" y="1480913"/>
                </a:cubicBezTo>
                <a:cubicBezTo>
                  <a:pt x="1829375" y="1462916"/>
                  <a:pt x="1813534" y="1476594"/>
                  <a:pt x="1795172" y="1494591"/>
                </a:cubicBezTo>
                <a:cubicBezTo>
                  <a:pt x="1781490" y="1471914"/>
                  <a:pt x="1788331" y="1462916"/>
                  <a:pt x="1769969" y="1433040"/>
                </a:cubicBezTo>
                <a:cubicBezTo>
                  <a:pt x="1779330" y="1424041"/>
                  <a:pt x="1781490" y="1412883"/>
                  <a:pt x="1786171" y="1403524"/>
                </a:cubicBezTo>
                <a:cubicBezTo>
                  <a:pt x="1813534" y="1410363"/>
                  <a:pt x="1822535" y="1394526"/>
                  <a:pt x="1849898" y="1383367"/>
                </a:cubicBezTo>
                <a:cubicBezTo>
                  <a:pt x="1843057" y="1415043"/>
                  <a:pt x="1908944" y="1374009"/>
                  <a:pt x="1890582" y="1367170"/>
                </a:cubicBezTo>
                <a:cubicBezTo>
                  <a:pt x="1906784" y="1367170"/>
                  <a:pt x="1920105" y="1378688"/>
                  <a:pt x="1936307" y="1380848"/>
                </a:cubicBezTo>
                <a:cubicBezTo>
                  <a:pt x="1949988" y="1376528"/>
                  <a:pt x="1938467" y="1365010"/>
                  <a:pt x="1947468" y="1358171"/>
                </a:cubicBezTo>
                <a:cubicBezTo>
                  <a:pt x="1954309" y="1371849"/>
                  <a:pt x="1977351" y="1358171"/>
                  <a:pt x="1995353" y="1351332"/>
                </a:cubicBezTo>
                <a:cubicBezTo>
                  <a:pt x="1993193" y="1344493"/>
                  <a:pt x="1988512" y="1346653"/>
                  <a:pt x="1983832" y="1346653"/>
                </a:cubicBezTo>
                <a:cubicBezTo>
                  <a:pt x="2011195" y="1335494"/>
                  <a:pt x="2061240" y="1305978"/>
                  <a:pt x="2095444" y="1312818"/>
                </a:cubicBezTo>
                <a:cubicBezTo>
                  <a:pt x="2100124" y="1310298"/>
                  <a:pt x="2095444" y="1303459"/>
                  <a:pt x="2095444" y="1299139"/>
                </a:cubicBezTo>
                <a:cubicBezTo>
                  <a:pt x="2152330" y="1305978"/>
                  <a:pt x="2190854" y="1287621"/>
                  <a:pt x="2257101" y="1269624"/>
                </a:cubicBezTo>
                <a:cubicBezTo>
                  <a:pt x="2254580" y="1273943"/>
                  <a:pt x="2254580" y="1278622"/>
                  <a:pt x="2254580" y="1283302"/>
                </a:cubicBezTo>
                <a:cubicBezTo>
                  <a:pt x="2275103" y="1278622"/>
                  <a:pt x="2286624" y="1269624"/>
                  <a:pt x="2309306" y="1276463"/>
                </a:cubicBezTo>
                <a:cubicBezTo>
                  <a:pt x="2275103" y="1287621"/>
                  <a:pt x="2261421" y="1305978"/>
                  <a:pt x="2213896" y="1319657"/>
                </a:cubicBezTo>
                <a:cubicBezTo>
                  <a:pt x="2234418" y="1332975"/>
                  <a:pt x="2263941" y="1303459"/>
                  <a:pt x="2284104" y="1321816"/>
                </a:cubicBezTo>
                <a:cubicBezTo>
                  <a:pt x="2259261" y="1305978"/>
                  <a:pt x="2297785" y="1305978"/>
                  <a:pt x="2311466" y="1314977"/>
                </a:cubicBezTo>
                <a:cubicBezTo>
                  <a:pt x="2325148" y="1299139"/>
                  <a:pt x="2343510" y="1305978"/>
                  <a:pt x="2361512" y="1290141"/>
                </a:cubicBezTo>
                <a:cubicBezTo>
                  <a:pt x="2368352" y="1296620"/>
                  <a:pt x="2352511" y="1308138"/>
                  <a:pt x="2364032" y="1305978"/>
                </a:cubicBezTo>
                <a:cubicBezTo>
                  <a:pt x="2354671" y="1317137"/>
                  <a:pt x="2293465" y="1314977"/>
                  <a:pt x="2295625" y="1342333"/>
                </a:cubicBezTo>
                <a:cubicBezTo>
                  <a:pt x="2277263" y="1349172"/>
                  <a:pt x="2293465" y="1337654"/>
                  <a:pt x="2286624" y="1328655"/>
                </a:cubicBezTo>
                <a:cubicBezTo>
                  <a:pt x="2272942" y="1335494"/>
                  <a:pt x="2279783" y="1349172"/>
                  <a:pt x="2270782" y="1358171"/>
                </a:cubicBezTo>
                <a:cubicBezTo>
                  <a:pt x="2290944" y="1342333"/>
                  <a:pt x="2325148" y="1353492"/>
                  <a:pt x="2334509" y="1332975"/>
                </a:cubicBezTo>
                <a:cubicBezTo>
                  <a:pt x="2388875" y="1332975"/>
                  <a:pt x="2454762" y="1321816"/>
                  <a:pt x="2484645" y="1294460"/>
                </a:cubicBezTo>
                <a:cubicBezTo>
                  <a:pt x="2482124" y="1305978"/>
                  <a:pt x="2493646" y="1301299"/>
                  <a:pt x="2495806" y="1308138"/>
                </a:cubicBezTo>
                <a:cubicBezTo>
                  <a:pt x="2530010" y="1287621"/>
                  <a:pt x="2586896" y="1299139"/>
                  <a:pt x="2598417" y="1262785"/>
                </a:cubicBezTo>
                <a:cubicBezTo>
                  <a:pt x="2607418" y="1260265"/>
                  <a:pt x="2600577" y="1273943"/>
                  <a:pt x="2605257" y="1280782"/>
                </a:cubicBezTo>
                <a:cubicBezTo>
                  <a:pt x="2555212" y="1310298"/>
                  <a:pt x="2511648" y="1294460"/>
                  <a:pt x="2477804" y="1326496"/>
                </a:cubicBezTo>
                <a:cubicBezTo>
                  <a:pt x="2479964" y="1335494"/>
                  <a:pt x="2507327" y="1323976"/>
                  <a:pt x="2498326" y="1337654"/>
                </a:cubicBezTo>
                <a:cubicBezTo>
                  <a:pt x="2552692" y="1317137"/>
                  <a:pt x="2636941" y="1314977"/>
                  <a:pt x="2682306" y="1301299"/>
                </a:cubicBezTo>
                <a:cubicBezTo>
                  <a:pt x="2689146" y="1314977"/>
                  <a:pt x="2664304" y="1303459"/>
                  <a:pt x="2666464" y="1314977"/>
                </a:cubicBezTo>
                <a:cubicBezTo>
                  <a:pt x="2728030" y="1296620"/>
                  <a:pt x="2802918" y="1314977"/>
                  <a:pt x="2848643" y="1278622"/>
                </a:cubicBezTo>
                <a:cubicBezTo>
                  <a:pt x="2850803" y="1292300"/>
                  <a:pt x="2832802" y="1285461"/>
                  <a:pt x="2834962" y="1296620"/>
                </a:cubicBezTo>
                <a:cubicBezTo>
                  <a:pt x="2866645" y="1283302"/>
                  <a:pt x="2889688" y="1323976"/>
                  <a:pt x="2921371" y="1294460"/>
                </a:cubicBezTo>
                <a:cubicBezTo>
                  <a:pt x="2928212" y="1299139"/>
                  <a:pt x="2930372" y="1305978"/>
                  <a:pt x="2935052" y="1310298"/>
                </a:cubicBezTo>
                <a:cubicBezTo>
                  <a:pt x="2950894" y="1308138"/>
                  <a:pt x="2978257" y="1294460"/>
                  <a:pt x="2989778" y="1301299"/>
                </a:cubicBezTo>
                <a:cubicBezTo>
                  <a:pt x="2989778" y="1305978"/>
                  <a:pt x="2982937" y="1303459"/>
                  <a:pt x="2978257" y="1305978"/>
                </a:cubicBezTo>
                <a:cubicBezTo>
                  <a:pt x="2978257" y="1308138"/>
                  <a:pt x="2982937" y="1308138"/>
                  <a:pt x="2985098" y="1308138"/>
                </a:cubicBezTo>
                <a:cubicBezTo>
                  <a:pt x="2971416" y="1332975"/>
                  <a:pt x="3000939" y="1330815"/>
                  <a:pt x="3037303" y="1326496"/>
                </a:cubicBezTo>
                <a:cubicBezTo>
                  <a:pt x="3041984" y="1323976"/>
                  <a:pt x="3048824" y="1323976"/>
                  <a:pt x="3053145" y="1321816"/>
                </a:cubicBezTo>
                <a:cubicBezTo>
                  <a:pt x="3053145" y="1321816"/>
                  <a:pt x="3053145" y="1321816"/>
                  <a:pt x="3064666" y="1319657"/>
                </a:cubicBezTo>
                <a:cubicBezTo>
                  <a:pt x="3073667" y="1319657"/>
                  <a:pt x="3080508" y="1317137"/>
                  <a:pt x="3089869" y="1314977"/>
                </a:cubicBezTo>
                <a:cubicBezTo>
                  <a:pt x="3103190" y="1310298"/>
                  <a:pt x="3116872" y="1308138"/>
                  <a:pt x="3123712" y="1308138"/>
                </a:cubicBezTo>
                <a:cubicBezTo>
                  <a:pt x="3128393" y="1308138"/>
                  <a:pt x="3121552" y="1310298"/>
                  <a:pt x="3121552" y="1314977"/>
                </a:cubicBezTo>
                <a:cubicBezTo>
                  <a:pt x="3148915" y="1314977"/>
                  <a:pt x="3176278" y="1314977"/>
                  <a:pt x="3201121" y="1314977"/>
                </a:cubicBezTo>
                <a:cubicBezTo>
                  <a:pt x="3214802" y="1312818"/>
                  <a:pt x="3228483" y="1312818"/>
                  <a:pt x="3242165" y="1314977"/>
                </a:cubicBezTo>
                <a:cubicBezTo>
                  <a:pt x="3255846" y="1314977"/>
                  <a:pt x="3267008" y="1317137"/>
                  <a:pt x="3280689" y="1319657"/>
                </a:cubicBezTo>
                <a:cubicBezTo>
                  <a:pt x="3285369" y="1319657"/>
                  <a:pt x="3283209" y="1312818"/>
                  <a:pt x="3278529" y="1312818"/>
                </a:cubicBezTo>
                <a:cubicBezTo>
                  <a:pt x="3290050" y="1312818"/>
                  <a:pt x="3323894" y="1346653"/>
                  <a:pt x="3346576" y="1319657"/>
                </a:cubicBezTo>
                <a:cubicBezTo>
                  <a:pt x="3344056" y="1323976"/>
                  <a:pt x="3339735" y="1326496"/>
                  <a:pt x="3337215" y="1330815"/>
                </a:cubicBezTo>
                <a:cubicBezTo>
                  <a:pt x="3348736" y="1330815"/>
                  <a:pt x="3350896" y="1312818"/>
                  <a:pt x="3364578" y="1312818"/>
                </a:cubicBezTo>
                <a:cubicBezTo>
                  <a:pt x="3364578" y="1321816"/>
                  <a:pt x="3360257" y="1323976"/>
                  <a:pt x="3357737" y="1328655"/>
                </a:cubicBezTo>
                <a:cubicBezTo>
                  <a:pt x="3378259" y="1344493"/>
                  <a:pt x="3403462" y="1321816"/>
                  <a:pt x="3414623" y="1335494"/>
                </a:cubicBezTo>
                <a:cubicBezTo>
                  <a:pt x="3421464" y="1335494"/>
                  <a:pt x="3423984" y="1328655"/>
                  <a:pt x="3432985" y="1330815"/>
                </a:cubicBezTo>
                <a:cubicBezTo>
                  <a:pt x="3439826" y="1314977"/>
                  <a:pt x="3423984" y="1321816"/>
                  <a:pt x="3428305" y="1310298"/>
                </a:cubicBezTo>
                <a:cubicBezTo>
                  <a:pt x="3430465" y="1312818"/>
                  <a:pt x="3432985" y="1312818"/>
                  <a:pt x="3435145" y="1314977"/>
                </a:cubicBezTo>
                <a:cubicBezTo>
                  <a:pt x="3437306" y="1314977"/>
                  <a:pt x="3439826" y="1314977"/>
                  <a:pt x="3441986" y="1314977"/>
                </a:cubicBezTo>
                <a:cubicBezTo>
                  <a:pt x="3439826" y="1317137"/>
                  <a:pt x="3437306" y="1326496"/>
                  <a:pt x="3435145" y="1326496"/>
                </a:cubicBezTo>
                <a:cubicBezTo>
                  <a:pt x="3435145" y="1332975"/>
                  <a:pt x="3441986" y="1319657"/>
                  <a:pt x="3439826" y="1332975"/>
                </a:cubicBezTo>
                <a:cubicBezTo>
                  <a:pt x="3444146" y="1328655"/>
                  <a:pt x="3448827" y="1328655"/>
                  <a:pt x="3453507" y="1319657"/>
                </a:cubicBezTo>
                <a:cubicBezTo>
                  <a:pt x="3455667" y="1319657"/>
                  <a:pt x="3453507" y="1328655"/>
                  <a:pt x="3453507" y="1335494"/>
                </a:cubicBezTo>
                <a:cubicBezTo>
                  <a:pt x="3476190" y="1344493"/>
                  <a:pt x="3496712" y="1335494"/>
                  <a:pt x="3524075" y="1326496"/>
                </a:cubicBezTo>
                <a:lnTo>
                  <a:pt x="3529599" y="1334780"/>
                </a:lnTo>
                <a:lnTo>
                  <a:pt x="3529620" y="1335394"/>
                </a:lnTo>
                <a:lnTo>
                  <a:pt x="3531989" y="1338364"/>
                </a:lnTo>
                <a:lnTo>
                  <a:pt x="3539016" y="1348902"/>
                </a:lnTo>
                <a:cubicBezTo>
                  <a:pt x="3546667" y="1352592"/>
                  <a:pt x="3555758" y="1352592"/>
                  <a:pt x="3562599" y="1349172"/>
                </a:cubicBezTo>
                <a:cubicBezTo>
                  <a:pt x="3555758" y="1362850"/>
                  <a:pt x="3574120" y="1356011"/>
                  <a:pt x="3576280" y="1367170"/>
                </a:cubicBezTo>
                <a:cubicBezTo>
                  <a:pt x="3578440" y="1367170"/>
                  <a:pt x="3578440" y="1362850"/>
                  <a:pt x="3580961" y="1362850"/>
                </a:cubicBezTo>
                <a:cubicBezTo>
                  <a:pt x="3585281" y="1349172"/>
                  <a:pt x="3576280" y="1356011"/>
                  <a:pt x="3578440" y="1344493"/>
                </a:cubicBezTo>
                <a:cubicBezTo>
                  <a:pt x="3585281" y="1349172"/>
                  <a:pt x="3589962" y="1360331"/>
                  <a:pt x="3592122" y="1371849"/>
                </a:cubicBezTo>
                <a:cubicBezTo>
                  <a:pt x="3587801" y="1358171"/>
                  <a:pt x="3587801" y="1374009"/>
                  <a:pt x="3578440" y="1371849"/>
                </a:cubicBezTo>
                <a:cubicBezTo>
                  <a:pt x="3580961" y="1380848"/>
                  <a:pt x="3592122" y="1371849"/>
                  <a:pt x="3598963" y="1371849"/>
                </a:cubicBezTo>
                <a:cubicBezTo>
                  <a:pt x="3601123" y="1360331"/>
                  <a:pt x="3596802" y="1360331"/>
                  <a:pt x="3592122" y="1360331"/>
                </a:cubicBezTo>
                <a:cubicBezTo>
                  <a:pt x="3601123" y="1365010"/>
                  <a:pt x="3633166" y="1349172"/>
                  <a:pt x="3637847" y="1371849"/>
                </a:cubicBezTo>
                <a:cubicBezTo>
                  <a:pt x="3646848" y="1362850"/>
                  <a:pt x="3635326" y="1360331"/>
                  <a:pt x="3644687" y="1344493"/>
                </a:cubicBezTo>
                <a:cubicBezTo>
                  <a:pt x="3630646" y="1349172"/>
                  <a:pt x="3610484" y="1356011"/>
                  <a:pt x="3603643" y="1328655"/>
                </a:cubicBezTo>
                <a:cubicBezTo>
                  <a:pt x="3612644" y="1332975"/>
                  <a:pt x="3617325" y="1323976"/>
                  <a:pt x="3619485" y="1312818"/>
                </a:cubicBezTo>
                <a:cubicBezTo>
                  <a:pt x="3628486" y="1312818"/>
                  <a:pt x="3640007" y="1310298"/>
                  <a:pt x="3642167" y="1321816"/>
                </a:cubicBezTo>
                <a:cubicBezTo>
                  <a:pt x="3646848" y="1317137"/>
                  <a:pt x="3651528" y="1314977"/>
                  <a:pt x="3655849" y="1310298"/>
                </a:cubicBezTo>
                <a:cubicBezTo>
                  <a:pt x="3674211" y="1317137"/>
                  <a:pt x="3696893" y="1294460"/>
                  <a:pt x="3708054" y="1321816"/>
                </a:cubicBezTo>
                <a:cubicBezTo>
                  <a:pt x="3701213" y="1323976"/>
                  <a:pt x="3703734" y="1310298"/>
                  <a:pt x="3699053" y="1319657"/>
                </a:cubicBezTo>
                <a:cubicBezTo>
                  <a:pt x="3701213" y="1328655"/>
                  <a:pt x="3705894" y="1323976"/>
                  <a:pt x="3712735" y="1321816"/>
                </a:cubicBezTo>
                <a:cubicBezTo>
                  <a:pt x="3712735" y="1317137"/>
                  <a:pt x="3712735" y="1314977"/>
                  <a:pt x="3712735" y="1314977"/>
                </a:cubicBezTo>
                <a:cubicBezTo>
                  <a:pt x="3724256" y="1317137"/>
                  <a:pt x="3751619" y="1290141"/>
                  <a:pt x="3760620" y="1312818"/>
                </a:cubicBezTo>
                <a:cubicBezTo>
                  <a:pt x="3771781" y="1292300"/>
                  <a:pt x="3792303" y="1319657"/>
                  <a:pt x="3799144" y="1292300"/>
                </a:cubicBezTo>
                <a:cubicBezTo>
                  <a:pt x="3801304" y="1301299"/>
                  <a:pt x="3803824" y="1310298"/>
                  <a:pt x="3810665" y="1314977"/>
                </a:cubicBezTo>
                <a:cubicBezTo>
                  <a:pt x="3810665" y="1305978"/>
                  <a:pt x="3817506" y="1294460"/>
                  <a:pt x="3817506" y="1314977"/>
                </a:cubicBezTo>
                <a:cubicBezTo>
                  <a:pt x="3833347" y="1303459"/>
                  <a:pt x="3842348" y="1305978"/>
                  <a:pt x="3853870" y="1303459"/>
                </a:cubicBezTo>
                <a:cubicBezTo>
                  <a:pt x="3865031" y="1303459"/>
                  <a:pt x="3874392" y="1301299"/>
                  <a:pt x="3881233" y="1280782"/>
                </a:cubicBezTo>
                <a:cubicBezTo>
                  <a:pt x="3883393" y="1283302"/>
                  <a:pt x="3883393" y="1292300"/>
                  <a:pt x="3885553" y="1292300"/>
                </a:cubicBezTo>
                <a:cubicBezTo>
                  <a:pt x="3885553" y="1285461"/>
                  <a:pt x="3883393" y="1285461"/>
                  <a:pt x="3883393" y="1276463"/>
                </a:cubicBezTo>
                <a:cubicBezTo>
                  <a:pt x="3888073" y="1292300"/>
                  <a:pt x="3890233" y="1280782"/>
                  <a:pt x="3892394" y="1287621"/>
                </a:cubicBezTo>
                <a:cubicBezTo>
                  <a:pt x="3894914" y="1287621"/>
                  <a:pt x="3888073" y="1301299"/>
                  <a:pt x="3894914" y="1301299"/>
                </a:cubicBezTo>
                <a:cubicBezTo>
                  <a:pt x="3892394" y="1308138"/>
                  <a:pt x="3888073" y="1290141"/>
                  <a:pt x="3883393" y="1296620"/>
                </a:cubicBezTo>
                <a:cubicBezTo>
                  <a:pt x="3883393" y="1303459"/>
                  <a:pt x="3888073" y="1301299"/>
                  <a:pt x="3890233" y="1303459"/>
                </a:cubicBezTo>
                <a:cubicBezTo>
                  <a:pt x="3890233" y="1314977"/>
                  <a:pt x="3885553" y="1303459"/>
                  <a:pt x="3883393" y="1303459"/>
                </a:cubicBezTo>
                <a:cubicBezTo>
                  <a:pt x="3888073" y="1317137"/>
                  <a:pt x="3894914" y="1314977"/>
                  <a:pt x="3899234" y="1317137"/>
                </a:cubicBezTo>
                <a:cubicBezTo>
                  <a:pt x="3888073" y="1323976"/>
                  <a:pt x="3871872" y="1319657"/>
                  <a:pt x="3858190" y="1317137"/>
                </a:cubicBezTo>
                <a:cubicBezTo>
                  <a:pt x="3851709" y="1317137"/>
                  <a:pt x="3844869" y="1317137"/>
                  <a:pt x="3838028" y="1319657"/>
                </a:cubicBezTo>
                <a:cubicBezTo>
                  <a:pt x="3831187" y="1321816"/>
                  <a:pt x="3817506" y="1326496"/>
                  <a:pt x="3808505" y="1335494"/>
                </a:cubicBezTo>
                <a:cubicBezTo>
                  <a:pt x="3803824" y="1332975"/>
                  <a:pt x="3801304" y="1323976"/>
                  <a:pt x="3796984" y="1319657"/>
                </a:cubicBezTo>
                <a:cubicBezTo>
                  <a:pt x="3792303" y="1321816"/>
                  <a:pt x="3794463" y="1335494"/>
                  <a:pt x="3790143" y="1332975"/>
                </a:cubicBezTo>
                <a:cubicBezTo>
                  <a:pt x="3787983" y="1308138"/>
                  <a:pt x="3776461" y="1349172"/>
                  <a:pt x="3778622" y="1321816"/>
                </a:cubicBezTo>
                <a:cubicBezTo>
                  <a:pt x="3774301" y="1335494"/>
                  <a:pt x="3767460" y="1339814"/>
                  <a:pt x="3764940" y="1346653"/>
                </a:cubicBezTo>
                <a:cubicBezTo>
                  <a:pt x="3760620" y="1349172"/>
                  <a:pt x="3758099" y="1342333"/>
                  <a:pt x="3758099" y="1335494"/>
                </a:cubicBezTo>
                <a:cubicBezTo>
                  <a:pt x="3760620" y="1360331"/>
                  <a:pt x="3724256" y="1339814"/>
                  <a:pt x="3721736" y="1353492"/>
                </a:cubicBezTo>
                <a:cubicBezTo>
                  <a:pt x="3714895" y="1346653"/>
                  <a:pt x="3703734" y="1351332"/>
                  <a:pt x="3690052" y="1353492"/>
                </a:cubicBezTo>
                <a:cubicBezTo>
                  <a:pt x="3690052" y="1378688"/>
                  <a:pt x="3714895" y="1369689"/>
                  <a:pt x="3719575" y="1360331"/>
                </a:cubicBezTo>
                <a:cubicBezTo>
                  <a:pt x="3728576" y="1378688"/>
                  <a:pt x="3746938" y="1371849"/>
                  <a:pt x="3753779" y="1371849"/>
                </a:cubicBezTo>
                <a:cubicBezTo>
                  <a:pt x="3755939" y="1383367"/>
                  <a:pt x="3749099" y="1376528"/>
                  <a:pt x="3749099" y="1387687"/>
                </a:cubicBezTo>
                <a:cubicBezTo>
                  <a:pt x="3749099" y="1390206"/>
                  <a:pt x="3749099" y="1394526"/>
                  <a:pt x="3749099" y="1399205"/>
                </a:cubicBezTo>
                <a:cubicBezTo>
                  <a:pt x="3758099" y="1396685"/>
                  <a:pt x="3769621" y="1399205"/>
                  <a:pt x="3771781" y="1385527"/>
                </a:cubicBezTo>
                <a:cubicBezTo>
                  <a:pt x="3790143" y="1392366"/>
                  <a:pt x="3803824" y="1380848"/>
                  <a:pt x="3821826" y="1408204"/>
                </a:cubicBezTo>
                <a:cubicBezTo>
                  <a:pt x="3826507" y="1403524"/>
                  <a:pt x="3831187" y="1394526"/>
                  <a:pt x="3838028" y="1396685"/>
                </a:cubicBezTo>
                <a:cubicBezTo>
                  <a:pt x="3842348" y="1401365"/>
                  <a:pt x="3835508" y="1403524"/>
                  <a:pt x="3831187" y="1403524"/>
                </a:cubicBezTo>
                <a:cubicBezTo>
                  <a:pt x="3838028" y="1410363"/>
                  <a:pt x="3844869" y="1415043"/>
                  <a:pt x="3853870" y="1406044"/>
                </a:cubicBezTo>
                <a:cubicBezTo>
                  <a:pt x="3853870" y="1396685"/>
                  <a:pt x="3849189" y="1406044"/>
                  <a:pt x="3844869" y="1403524"/>
                </a:cubicBezTo>
                <a:cubicBezTo>
                  <a:pt x="3847029" y="1380848"/>
                  <a:pt x="3856030" y="1399205"/>
                  <a:pt x="3862871" y="1392366"/>
                </a:cubicBezTo>
                <a:cubicBezTo>
                  <a:pt x="3860710" y="1399205"/>
                  <a:pt x="3860710" y="1401365"/>
                  <a:pt x="3858190" y="1401365"/>
                </a:cubicBezTo>
                <a:cubicBezTo>
                  <a:pt x="3867551" y="1412883"/>
                  <a:pt x="3876552" y="1417202"/>
                  <a:pt x="3885553" y="1408204"/>
                </a:cubicBezTo>
                <a:cubicBezTo>
                  <a:pt x="3885553" y="1396685"/>
                  <a:pt x="3881233" y="1406044"/>
                  <a:pt x="3881233" y="1394526"/>
                </a:cubicBezTo>
                <a:cubicBezTo>
                  <a:pt x="3883393" y="1396685"/>
                  <a:pt x="3890233" y="1410363"/>
                  <a:pt x="3888073" y="1392366"/>
                </a:cubicBezTo>
                <a:cubicBezTo>
                  <a:pt x="3894914" y="1403524"/>
                  <a:pt x="3901755" y="1403524"/>
                  <a:pt x="3903915" y="1390206"/>
                </a:cubicBezTo>
                <a:cubicBezTo>
                  <a:pt x="3906075" y="1399205"/>
                  <a:pt x="3910756" y="1399205"/>
                  <a:pt x="3915436" y="1396685"/>
                </a:cubicBezTo>
                <a:cubicBezTo>
                  <a:pt x="3908595" y="1406044"/>
                  <a:pt x="3901755" y="1401365"/>
                  <a:pt x="3890233" y="1412883"/>
                </a:cubicBezTo>
                <a:cubicBezTo>
                  <a:pt x="3897074" y="1426561"/>
                  <a:pt x="3903915" y="1426561"/>
                  <a:pt x="3908595" y="1417202"/>
                </a:cubicBezTo>
                <a:cubicBezTo>
                  <a:pt x="3908595" y="1437719"/>
                  <a:pt x="3928758" y="1401365"/>
                  <a:pt x="3938119" y="1437719"/>
                </a:cubicBezTo>
                <a:cubicBezTo>
                  <a:pt x="3953960" y="1424041"/>
                  <a:pt x="3965121" y="1449238"/>
                  <a:pt x="3983483" y="1430880"/>
                </a:cubicBezTo>
                <a:cubicBezTo>
                  <a:pt x="3974482" y="1449238"/>
                  <a:pt x="3995005" y="1437719"/>
                  <a:pt x="4001845" y="1435560"/>
                </a:cubicBezTo>
                <a:cubicBezTo>
                  <a:pt x="3999325" y="1421882"/>
                  <a:pt x="3997165" y="1426561"/>
                  <a:pt x="3992484" y="1421882"/>
                </a:cubicBezTo>
                <a:cubicBezTo>
                  <a:pt x="3995005" y="1428721"/>
                  <a:pt x="3992484" y="1433040"/>
                  <a:pt x="3988164" y="1433040"/>
                </a:cubicBezTo>
                <a:cubicBezTo>
                  <a:pt x="3983483" y="1415043"/>
                  <a:pt x="3997165" y="1410363"/>
                  <a:pt x="4004006" y="1428721"/>
                </a:cubicBezTo>
                <a:cubicBezTo>
                  <a:pt x="4022007" y="1421882"/>
                  <a:pt x="4033529" y="1415043"/>
                  <a:pt x="4056211" y="1433040"/>
                </a:cubicBezTo>
                <a:cubicBezTo>
                  <a:pt x="4058731" y="1428721"/>
                  <a:pt x="4049370" y="1426561"/>
                  <a:pt x="4047210" y="1424041"/>
                </a:cubicBezTo>
                <a:cubicBezTo>
                  <a:pt x="4056211" y="1424041"/>
                  <a:pt x="4079253" y="1410363"/>
                  <a:pt x="4095095" y="1410363"/>
                </a:cubicBezTo>
                <a:cubicBezTo>
                  <a:pt x="4104096" y="1396685"/>
                  <a:pt x="4117777" y="1403524"/>
                  <a:pt x="4135779" y="1399205"/>
                </a:cubicBezTo>
                <a:cubicBezTo>
                  <a:pt x="4133619" y="1396685"/>
                  <a:pt x="4133619" y="1396685"/>
                  <a:pt x="4131459" y="1396685"/>
                </a:cubicBezTo>
                <a:cubicBezTo>
                  <a:pt x="4165663" y="1376528"/>
                  <a:pt x="4202026" y="1365010"/>
                  <a:pt x="4226869" y="1339814"/>
                </a:cubicBezTo>
                <a:cubicBezTo>
                  <a:pt x="4231549" y="1346653"/>
                  <a:pt x="4226869" y="1346653"/>
                  <a:pt x="4233710" y="1353492"/>
                </a:cubicBezTo>
                <a:cubicBezTo>
                  <a:pt x="4245231" y="1362850"/>
                  <a:pt x="4243071" y="1344493"/>
                  <a:pt x="4236230" y="1337654"/>
                </a:cubicBezTo>
                <a:cubicBezTo>
                  <a:pt x="4247391" y="1344493"/>
                  <a:pt x="4256392" y="1332975"/>
                  <a:pt x="4265753" y="1319657"/>
                </a:cubicBezTo>
                <a:cubicBezTo>
                  <a:pt x="4274754" y="1308138"/>
                  <a:pt x="4283755" y="1292300"/>
                  <a:pt x="4297437" y="1294460"/>
                </a:cubicBezTo>
                <a:lnTo>
                  <a:pt x="4302117" y="1299139"/>
                </a:lnTo>
                <a:cubicBezTo>
                  <a:pt x="4302117" y="1299139"/>
                  <a:pt x="4302117" y="1285461"/>
                  <a:pt x="4308958" y="1299139"/>
                </a:cubicBezTo>
                <a:cubicBezTo>
                  <a:pt x="4306437" y="1278622"/>
                  <a:pt x="4322639" y="1276463"/>
                  <a:pt x="4326959" y="1262785"/>
                </a:cubicBezTo>
                <a:cubicBezTo>
                  <a:pt x="4331640" y="1262785"/>
                  <a:pt x="4338481" y="1267104"/>
                  <a:pt x="4340641" y="1273943"/>
                </a:cubicBezTo>
                <a:cubicBezTo>
                  <a:pt x="4343161" y="1271783"/>
                  <a:pt x="4343161" y="1269624"/>
                  <a:pt x="4345321" y="1267104"/>
                </a:cubicBezTo>
                <a:cubicBezTo>
                  <a:pt x="4347482" y="1262785"/>
                  <a:pt x="4340641" y="1262785"/>
                  <a:pt x="4333800" y="1255946"/>
                </a:cubicBezTo>
                <a:cubicBezTo>
                  <a:pt x="4347482" y="1253426"/>
                  <a:pt x="4365844" y="1255946"/>
                  <a:pt x="4365844" y="1242268"/>
                </a:cubicBezTo>
                <a:cubicBezTo>
                  <a:pt x="4372685" y="1249107"/>
                  <a:pt x="4374845" y="1249107"/>
                  <a:pt x="4379525" y="1251266"/>
                </a:cubicBezTo>
                <a:cubicBezTo>
                  <a:pt x="4379525" y="1244427"/>
                  <a:pt x="4390686" y="1239748"/>
                  <a:pt x="4393207" y="1235429"/>
                </a:cubicBezTo>
                <a:cubicBezTo>
                  <a:pt x="4402207" y="1244427"/>
                  <a:pt x="4393207" y="1244427"/>
                  <a:pt x="4400047" y="1251266"/>
                </a:cubicBezTo>
                <a:cubicBezTo>
                  <a:pt x="4409049" y="1237588"/>
                  <a:pt x="4445412" y="1242268"/>
                  <a:pt x="4445412" y="1214912"/>
                </a:cubicBezTo>
                <a:cubicBezTo>
                  <a:pt x="4463414" y="1223910"/>
                  <a:pt x="4440731" y="1223910"/>
                  <a:pt x="4452253" y="1232909"/>
                </a:cubicBezTo>
                <a:cubicBezTo>
                  <a:pt x="4468095" y="1228590"/>
                  <a:pt x="4452253" y="1192235"/>
                  <a:pt x="4477095" y="1194395"/>
                </a:cubicBezTo>
                <a:cubicBezTo>
                  <a:pt x="4481776" y="1192235"/>
                  <a:pt x="4470255" y="1187556"/>
                  <a:pt x="4470255" y="1185396"/>
                </a:cubicBezTo>
                <a:cubicBezTo>
                  <a:pt x="4493297" y="1185396"/>
                  <a:pt x="4497617" y="1171718"/>
                  <a:pt x="4495457" y="1155880"/>
                </a:cubicBezTo>
                <a:cubicBezTo>
                  <a:pt x="4540822" y="1180717"/>
                  <a:pt x="4520300" y="1132844"/>
                  <a:pt x="4554503" y="1135363"/>
                </a:cubicBezTo>
                <a:lnTo>
                  <a:pt x="4558539" y="1119306"/>
                </a:lnTo>
                <a:lnTo>
                  <a:pt x="4554193" y="1117418"/>
                </a:lnTo>
                <a:cubicBezTo>
                  <a:pt x="4549067" y="1116874"/>
                  <a:pt x="4544480" y="1116330"/>
                  <a:pt x="4544480" y="1111794"/>
                </a:cubicBezTo>
                <a:cubicBezTo>
                  <a:pt x="4526134" y="1109254"/>
                  <a:pt x="4523976" y="1123043"/>
                  <a:pt x="4526134" y="1129937"/>
                </a:cubicBezTo>
                <a:cubicBezTo>
                  <a:pt x="4501313" y="1120865"/>
                  <a:pt x="4523976" y="1088571"/>
                  <a:pt x="4542322" y="1079500"/>
                </a:cubicBezTo>
                <a:cubicBezTo>
                  <a:pt x="4548797" y="1081677"/>
                  <a:pt x="4555632" y="1086394"/>
                  <a:pt x="4558150" y="1081677"/>
                </a:cubicBezTo>
                <a:cubicBezTo>
                  <a:pt x="4573978" y="1093288"/>
                  <a:pt x="4558150" y="1095465"/>
                  <a:pt x="4560309" y="1100183"/>
                </a:cubicBezTo>
                <a:cubicBezTo>
                  <a:pt x="4548797" y="1102360"/>
                  <a:pt x="4544480" y="1093288"/>
                  <a:pt x="4553474" y="1091111"/>
                </a:cubicBezTo>
                <a:cubicBezTo>
                  <a:pt x="4548797" y="1088571"/>
                  <a:pt x="4546639" y="1093288"/>
                  <a:pt x="4537646" y="1088571"/>
                </a:cubicBezTo>
                <a:cubicBezTo>
                  <a:pt x="4532969" y="1095465"/>
                  <a:pt x="4542322" y="1100183"/>
                  <a:pt x="4542322" y="1104900"/>
                </a:cubicBezTo>
                <a:cubicBezTo>
                  <a:pt x="4548977" y="1101453"/>
                  <a:pt x="4554643" y="1103720"/>
                  <a:pt x="4558915" y="1107984"/>
                </a:cubicBezTo>
                <a:lnTo>
                  <a:pt x="4562676" y="1114869"/>
                </a:lnTo>
                <a:lnTo>
                  <a:pt x="4577186" y="1105848"/>
                </a:lnTo>
                <a:cubicBezTo>
                  <a:pt x="4577186" y="1101168"/>
                  <a:pt x="4572865" y="1099009"/>
                  <a:pt x="4570705" y="1094329"/>
                </a:cubicBezTo>
                <a:cubicBezTo>
                  <a:pt x="4572865" y="1087490"/>
                  <a:pt x="4572865" y="1094329"/>
                  <a:pt x="4581867" y="1096489"/>
                </a:cubicBezTo>
                <a:cubicBezTo>
                  <a:pt x="4584027" y="1094329"/>
                  <a:pt x="4575026" y="1089650"/>
                  <a:pt x="4577186" y="1085331"/>
                </a:cubicBezTo>
                <a:cubicBezTo>
                  <a:pt x="4572865" y="1082811"/>
                  <a:pt x="4572865" y="1087490"/>
                  <a:pt x="4572865" y="1087490"/>
                </a:cubicBezTo>
                <a:cubicBezTo>
                  <a:pt x="4570525" y="1080651"/>
                  <a:pt x="4572775" y="1074982"/>
                  <a:pt x="4576196" y="1069583"/>
                </a:cubicBezTo>
                <a:lnTo>
                  <a:pt x="4581096" y="1061873"/>
                </a:lnTo>
                <a:lnTo>
                  <a:pt x="4565466" y="1060420"/>
                </a:lnTo>
                <a:cubicBezTo>
                  <a:pt x="4557233" y="1059559"/>
                  <a:pt x="4550969" y="1057837"/>
                  <a:pt x="4554370" y="1053124"/>
                </a:cubicBezTo>
                <a:cubicBezTo>
                  <a:pt x="4540767" y="1053124"/>
                  <a:pt x="4545421" y="1071612"/>
                  <a:pt x="4545421" y="1075962"/>
                </a:cubicBezTo>
                <a:cubicBezTo>
                  <a:pt x="4520363" y="1064725"/>
                  <a:pt x="4543273" y="1055662"/>
                  <a:pt x="4549716" y="1046237"/>
                </a:cubicBezTo>
                <a:cubicBezTo>
                  <a:pt x="4556518" y="1048774"/>
                  <a:pt x="4559023" y="1050949"/>
                  <a:pt x="4559023" y="1053124"/>
                </a:cubicBezTo>
                <a:cubicBezTo>
                  <a:pt x="4567972" y="1053124"/>
                  <a:pt x="4572626" y="1050949"/>
                  <a:pt x="4574774" y="1044062"/>
                </a:cubicBezTo>
                <a:cubicBezTo>
                  <a:pt x="4556518" y="1034999"/>
                  <a:pt x="4567972" y="1053124"/>
                  <a:pt x="4552222" y="1044062"/>
                </a:cubicBezTo>
                <a:cubicBezTo>
                  <a:pt x="4559023" y="1037174"/>
                  <a:pt x="4565825" y="1030287"/>
                  <a:pt x="4583723" y="1034999"/>
                </a:cubicBezTo>
                <a:cubicBezTo>
                  <a:pt x="4590703" y="1041796"/>
                  <a:pt x="4575937" y="1047370"/>
                  <a:pt x="4578538" y="1054625"/>
                </a:cubicBezTo>
                <a:lnTo>
                  <a:pt x="4583276" y="1058442"/>
                </a:lnTo>
                <a:lnTo>
                  <a:pt x="4586547" y="1053295"/>
                </a:lnTo>
                <a:lnTo>
                  <a:pt x="4587511" y="1061853"/>
                </a:lnTo>
                <a:lnTo>
                  <a:pt x="4588376" y="1062550"/>
                </a:lnTo>
                <a:lnTo>
                  <a:pt x="4587581" y="1062476"/>
                </a:lnTo>
                <a:lnTo>
                  <a:pt x="4588482" y="1070483"/>
                </a:lnTo>
                <a:cubicBezTo>
                  <a:pt x="4586457" y="1076152"/>
                  <a:pt x="4581867" y="1080651"/>
                  <a:pt x="4575026" y="1080651"/>
                </a:cubicBezTo>
                <a:cubicBezTo>
                  <a:pt x="4575026" y="1082811"/>
                  <a:pt x="4581867" y="1085331"/>
                  <a:pt x="4581867" y="1087490"/>
                </a:cubicBezTo>
                <a:cubicBezTo>
                  <a:pt x="4595548" y="1092170"/>
                  <a:pt x="4604549" y="1085331"/>
                  <a:pt x="4593388" y="1075972"/>
                </a:cubicBezTo>
                <a:cubicBezTo>
                  <a:pt x="4600229" y="1071653"/>
                  <a:pt x="4611389" y="1071653"/>
                  <a:pt x="4618231" y="1069133"/>
                </a:cubicBezTo>
                <a:cubicBezTo>
                  <a:pt x="4622911" y="1062654"/>
                  <a:pt x="4600229" y="1057975"/>
                  <a:pt x="4602389" y="1053295"/>
                </a:cubicBezTo>
                <a:cubicBezTo>
                  <a:pt x="4643433" y="1064814"/>
                  <a:pt x="4618231" y="1026299"/>
                  <a:pt x="4647753" y="1030618"/>
                </a:cubicBezTo>
                <a:cubicBezTo>
                  <a:pt x="4645593" y="1016940"/>
                  <a:pt x="4657115" y="1001103"/>
                  <a:pt x="4668275" y="987425"/>
                </a:cubicBezTo>
                <a:cubicBezTo>
                  <a:pt x="4677277" y="996423"/>
                  <a:pt x="4684117" y="996423"/>
                  <a:pt x="4688798" y="989584"/>
                </a:cubicBezTo>
                <a:cubicBezTo>
                  <a:pt x="4688798" y="1003262"/>
                  <a:pt x="4668275" y="994264"/>
                  <a:pt x="4681957" y="1010101"/>
                </a:cubicBezTo>
                <a:cubicBezTo>
                  <a:pt x="4690958" y="1010101"/>
                  <a:pt x="4700319" y="1012621"/>
                  <a:pt x="4700319" y="1005782"/>
                </a:cubicBezTo>
                <a:cubicBezTo>
                  <a:pt x="4688798" y="1010101"/>
                  <a:pt x="4690958" y="1003262"/>
                  <a:pt x="4695639" y="996423"/>
                </a:cubicBezTo>
                <a:cubicBezTo>
                  <a:pt x="4697799" y="998943"/>
                  <a:pt x="4704639" y="1003262"/>
                  <a:pt x="4711481" y="1005782"/>
                </a:cubicBezTo>
                <a:cubicBezTo>
                  <a:pt x="4704639" y="1019460"/>
                  <a:pt x="4695639" y="1046456"/>
                  <a:pt x="4711481" y="1066973"/>
                </a:cubicBezTo>
                <a:cubicBezTo>
                  <a:pt x="4716161" y="1060134"/>
                  <a:pt x="4720481" y="1051135"/>
                  <a:pt x="4723001" y="1046456"/>
                </a:cubicBezTo>
                <a:cubicBezTo>
                  <a:pt x="4716161" y="1044296"/>
                  <a:pt x="4711481" y="1044296"/>
                  <a:pt x="4709320" y="1048976"/>
                </a:cubicBezTo>
                <a:cubicBezTo>
                  <a:pt x="4702479" y="1046456"/>
                  <a:pt x="4711481" y="1042137"/>
                  <a:pt x="4709320" y="1039617"/>
                </a:cubicBezTo>
                <a:cubicBezTo>
                  <a:pt x="4718321" y="1048976"/>
                  <a:pt x="4720481" y="1039617"/>
                  <a:pt x="4732003" y="1042137"/>
                </a:cubicBezTo>
                <a:cubicBezTo>
                  <a:pt x="4732003" y="1042137"/>
                  <a:pt x="4732003" y="1042137"/>
                  <a:pt x="4729842" y="1053295"/>
                </a:cubicBezTo>
                <a:lnTo>
                  <a:pt x="4737887" y="1053625"/>
                </a:lnTo>
                <a:lnTo>
                  <a:pt x="4744856" y="1036845"/>
                </a:lnTo>
                <a:cubicBezTo>
                  <a:pt x="4746549" y="1029764"/>
                  <a:pt x="4746549" y="1023540"/>
                  <a:pt x="4744232" y="1019030"/>
                </a:cubicBezTo>
                <a:cubicBezTo>
                  <a:pt x="4757775" y="1014340"/>
                  <a:pt x="4757775" y="1009650"/>
                  <a:pt x="4769179" y="1009650"/>
                </a:cubicBezTo>
                <a:cubicBezTo>
                  <a:pt x="4755636" y="1012175"/>
                  <a:pt x="4775594" y="1034905"/>
                  <a:pt x="4751004" y="1032380"/>
                </a:cubicBezTo>
                <a:lnTo>
                  <a:pt x="4750899" y="1035591"/>
                </a:lnTo>
                <a:lnTo>
                  <a:pt x="4755175" y="1037941"/>
                </a:lnTo>
                <a:cubicBezTo>
                  <a:pt x="4755281" y="1038695"/>
                  <a:pt x="4754212" y="1039392"/>
                  <a:pt x="4752930" y="1040247"/>
                </a:cubicBezTo>
                <a:lnTo>
                  <a:pt x="4750474" y="1048606"/>
                </a:lnTo>
                <a:lnTo>
                  <a:pt x="4750462" y="1048978"/>
                </a:lnTo>
                <a:lnTo>
                  <a:pt x="4761824" y="1049268"/>
                </a:lnTo>
                <a:cubicBezTo>
                  <a:pt x="4768591" y="1047041"/>
                  <a:pt x="4763866" y="1038537"/>
                  <a:pt x="4770887" y="1035298"/>
                </a:cubicBezTo>
                <a:cubicBezTo>
                  <a:pt x="4791049" y="1046456"/>
                  <a:pt x="4773047" y="1057975"/>
                  <a:pt x="4773047" y="1066973"/>
                </a:cubicBezTo>
                <a:cubicBezTo>
                  <a:pt x="4773047" y="1073812"/>
                  <a:pt x="4784208" y="1075972"/>
                  <a:pt x="4770887" y="1080651"/>
                </a:cubicBezTo>
                <a:cubicBezTo>
                  <a:pt x="4777367" y="1085331"/>
                  <a:pt x="4782048" y="1099009"/>
                  <a:pt x="4782048" y="1110167"/>
                </a:cubicBezTo>
                <a:cubicBezTo>
                  <a:pt x="4777367" y="1108007"/>
                  <a:pt x="4777367" y="1105848"/>
                  <a:pt x="4773047" y="1103328"/>
                </a:cubicBezTo>
                <a:cubicBezTo>
                  <a:pt x="4769626" y="1109087"/>
                  <a:pt x="4771877" y="1114846"/>
                  <a:pt x="4776962" y="1120291"/>
                </a:cubicBezTo>
                <a:lnTo>
                  <a:pt x="4785899" y="1126727"/>
                </a:lnTo>
                <a:lnTo>
                  <a:pt x="4788468" y="1120865"/>
                </a:lnTo>
                <a:cubicBezTo>
                  <a:pt x="4792732" y="1115423"/>
                  <a:pt x="4800170" y="1109163"/>
                  <a:pt x="4802529" y="1108075"/>
                </a:cubicBezTo>
                <a:cubicBezTo>
                  <a:pt x="4823212" y="1119686"/>
                  <a:pt x="4786564" y="1121863"/>
                  <a:pt x="4793458" y="1128758"/>
                </a:cubicBezTo>
                <a:lnTo>
                  <a:pt x="4787609" y="1127959"/>
                </a:lnTo>
                <a:lnTo>
                  <a:pt x="4797889" y="1135363"/>
                </a:lnTo>
                <a:cubicBezTo>
                  <a:pt x="4804730" y="1135363"/>
                  <a:pt x="4795729" y="1128524"/>
                  <a:pt x="4804730" y="1126365"/>
                </a:cubicBezTo>
                <a:cubicBezTo>
                  <a:pt x="4802570" y="1142202"/>
                  <a:pt x="4816251" y="1135363"/>
                  <a:pt x="4827773" y="1151201"/>
                </a:cubicBezTo>
                <a:cubicBezTo>
                  <a:pt x="4823092" y="1164879"/>
                  <a:pt x="4809411" y="1180717"/>
                  <a:pt x="4829933" y="1185396"/>
                </a:cubicBezTo>
                <a:cubicBezTo>
                  <a:pt x="4827773" y="1205913"/>
                  <a:pt x="4814091" y="1214912"/>
                  <a:pt x="4827773" y="1230749"/>
                </a:cubicBezTo>
                <a:cubicBezTo>
                  <a:pt x="4800409" y="1235429"/>
                  <a:pt x="4814091" y="1260265"/>
                  <a:pt x="4816251" y="1276463"/>
                </a:cubicBezTo>
                <a:lnTo>
                  <a:pt x="4821104" y="1273483"/>
                </a:lnTo>
                <a:lnTo>
                  <a:pt x="4820420" y="1271903"/>
                </a:lnTo>
                <a:cubicBezTo>
                  <a:pt x="4820889" y="1268172"/>
                  <a:pt x="4823326" y="1264868"/>
                  <a:pt x="4827713" y="1264030"/>
                </a:cubicBezTo>
                <a:lnTo>
                  <a:pt x="4831952" y="1264855"/>
                </a:lnTo>
                <a:lnTo>
                  <a:pt x="4836773" y="1253426"/>
                </a:lnTo>
                <a:cubicBezTo>
                  <a:pt x="4847935" y="1258105"/>
                  <a:pt x="4847935" y="1271783"/>
                  <a:pt x="4841094" y="1271783"/>
                </a:cubicBezTo>
                <a:cubicBezTo>
                  <a:pt x="4841094" y="1276463"/>
                  <a:pt x="4847935" y="1280782"/>
                  <a:pt x="4854775" y="1285461"/>
                </a:cubicBezTo>
                <a:cubicBezTo>
                  <a:pt x="4870977" y="1278622"/>
                  <a:pt x="4854775" y="1255946"/>
                  <a:pt x="4875297" y="1255946"/>
                </a:cubicBezTo>
                <a:cubicBezTo>
                  <a:pt x="4875297" y="1267104"/>
                  <a:pt x="4875297" y="1294460"/>
                  <a:pt x="4866297" y="1312818"/>
                </a:cubicBezTo>
                <a:cubicBezTo>
                  <a:pt x="4864137" y="1321816"/>
                  <a:pt x="4836773" y="1339814"/>
                  <a:pt x="4857295" y="1339814"/>
                </a:cubicBezTo>
                <a:cubicBezTo>
                  <a:pt x="4861616" y="1351332"/>
                  <a:pt x="4823092" y="1358171"/>
                  <a:pt x="4854775" y="1376528"/>
                </a:cubicBezTo>
                <a:cubicBezTo>
                  <a:pt x="4834613" y="1417202"/>
                  <a:pt x="4820932" y="1453917"/>
                  <a:pt x="4795729" y="1501430"/>
                </a:cubicBezTo>
                <a:cubicBezTo>
                  <a:pt x="4802570" y="1506109"/>
                  <a:pt x="4802570" y="1494591"/>
                  <a:pt x="4807251" y="1492431"/>
                </a:cubicBezTo>
                <a:cubicBezTo>
                  <a:pt x="4811571" y="1503590"/>
                  <a:pt x="4811571" y="1490272"/>
                  <a:pt x="4820932" y="1499270"/>
                </a:cubicBezTo>
                <a:cubicBezTo>
                  <a:pt x="4811571" y="1501430"/>
                  <a:pt x="4804730" y="1506109"/>
                  <a:pt x="4793569" y="1506109"/>
                </a:cubicBezTo>
                <a:cubicBezTo>
                  <a:pt x="4795729" y="1533465"/>
                  <a:pt x="4750365" y="1542464"/>
                  <a:pt x="4766206" y="1571980"/>
                </a:cubicBezTo>
                <a:cubicBezTo>
                  <a:pt x="4754685" y="1576659"/>
                  <a:pt x="4750365" y="1578819"/>
                  <a:pt x="4761525" y="1587818"/>
                </a:cubicBezTo>
                <a:cubicBezTo>
                  <a:pt x="4741003" y="1592497"/>
                  <a:pt x="4750365" y="1617333"/>
                  <a:pt x="4734523" y="1624172"/>
                </a:cubicBezTo>
                <a:cubicBezTo>
                  <a:pt x="4761525" y="1647209"/>
                  <a:pt x="4766206" y="1606175"/>
                  <a:pt x="4784208" y="1601496"/>
                </a:cubicBezTo>
                <a:cubicBezTo>
                  <a:pt x="4780967" y="1620393"/>
                  <a:pt x="4760918" y="1635241"/>
                  <a:pt x="4749121" y="1653935"/>
                </a:cubicBezTo>
                <a:lnTo>
                  <a:pt x="4744285" y="1666011"/>
                </a:lnTo>
                <a:lnTo>
                  <a:pt x="4748827" y="1670769"/>
                </a:lnTo>
                <a:cubicBezTo>
                  <a:pt x="4750703" y="1679393"/>
                  <a:pt x="4736106" y="1687149"/>
                  <a:pt x="4729285" y="1687149"/>
                </a:cubicBezTo>
                <a:lnTo>
                  <a:pt x="4731410" y="1680267"/>
                </a:lnTo>
                <a:lnTo>
                  <a:pt x="4709320" y="1694227"/>
                </a:lnTo>
                <a:cubicBezTo>
                  <a:pt x="4698519" y="1702821"/>
                  <a:pt x="4688798" y="1712000"/>
                  <a:pt x="4684117" y="1717759"/>
                </a:cubicBezTo>
                <a:cubicBezTo>
                  <a:pt x="4693479" y="1726757"/>
                  <a:pt x="4702479" y="1726757"/>
                  <a:pt x="4711481" y="1717759"/>
                </a:cubicBezTo>
                <a:cubicBezTo>
                  <a:pt x="4716161" y="1724238"/>
                  <a:pt x="4702479" y="1726757"/>
                  <a:pt x="4702479" y="1731077"/>
                </a:cubicBezTo>
                <a:lnTo>
                  <a:pt x="4696137" y="1728970"/>
                </a:lnTo>
                <a:lnTo>
                  <a:pt x="4684673" y="1744540"/>
                </a:lnTo>
                <a:cubicBezTo>
                  <a:pt x="4682167" y="1749978"/>
                  <a:pt x="4679393" y="1755144"/>
                  <a:pt x="4671518" y="1758587"/>
                </a:cubicBezTo>
                <a:lnTo>
                  <a:pt x="4666572" y="1747872"/>
                </a:lnTo>
                <a:lnTo>
                  <a:pt x="4659185" y="1753124"/>
                </a:lnTo>
                <a:cubicBezTo>
                  <a:pt x="4649554" y="1758523"/>
                  <a:pt x="4638752" y="1764192"/>
                  <a:pt x="4634072" y="1778950"/>
                </a:cubicBezTo>
                <a:cubicBezTo>
                  <a:pt x="4634072" y="1778950"/>
                  <a:pt x="4634072" y="1778950"/>
                  <a:pt x="4629751" y="1772111"/>
                </a:cubicBezTo>
                <a:cubicBezTo>
                  <a:pt x="4602389" y="1792628"/>
                  <a:pt x="4575026" y="1806306"/>
                  <a:pt x="4547663" y="1819984"/>
                </a:cubicBezTo>
                <a:cubicBezTo>
                  <a:pt x="4522821" y="1835822"/>
                  <a:pt x="4495457" y="1847340"/>
                  <a:pt x="4468095" y="1860658"/>
                </a:cubicBezTo>
                <a:cubicBezTo>
                  <a:pt x="4433891" y="1881175"/>
                  <a:pt x="4388526" y="1915370"/>
                  <a:pt x="4340641" y="1920049"/>
                </a:cubicBezTo>
                <a:cubicBezTo>
                  <a:pt x="4336321" y="1931208"/>
                  <a:pt x="4352162" y="1935887"/>
                  <a:pt x="4356483" y="1933727"/>
                </a:cubicBezTo>
                <a:cubicBezTo>
                  <a:pt x="4349642" y="1940566"/>
                  <a:pt x="4329480" y="1951725"/>
                  <a:pt x="4317959" y="1954244"/>
                </a:cubicBezTo>
                <a:cubicBezTo>
                  <a:pt x="4311118" y="1940566"/>
                  <a:pt x="4324799" y="1954244"/>
                  <a:pt x="4322639" y="1944886"/>
                </a:cubicBezTo>
                <a:cubicBezTo>
                  <a:pt x="4320119" y="1935887"/>
                  <a:pt x="4313278" y="1947405"/>
                  <a:pt x="4308958" y="1947405"/>
                </a:cubicBezTo>
                <a:cubicBezTo>
                  <a:pt x="4304277" y="1949565"/>
                  <a:pt x="4311118" y="1951725"/>
                  <a:pt x="4311118" y="1956404"/>
                </a:cubicBezTo>
                <a:cubicBezTo>
                  <a:pt x="4256392" y="1979081"/>
                  <a:pt x="4213187" y="1985920"/>
                  <a:pt x="4160982" y="2008596"/>
                </a:cubicBezTo>
                <a:cubicBezTo>
                  <a:pt x="4176824" y="2033793"/>
                  <a:pt x="4213187" y="1981600"/>
                  <a:pt x="4224709" y="2011116"/>
                </a:cubicBezTo>
                <a:cubicBezTo>
                  <a:pt x="4206347" y="2001757"/>
                  <a:pt x="4202026" y="2024434"/>
                  <a:pt x="4188345" y="2022274"/>
                </a:cubicBezTo>
                <a:cubicBezTo>
                  <a:pt x="4197346" y="2040632"/>
                  <a:pt x="4213187" y="2017955"/>
                  <a:pt x="4215708" y="2013276"/>
                </a:cubicBezTo>
                <a:cubicBezTo>
                  <a:pt x="4215708" y="2013276"/>
                  <a:pt x="4215708" y="2013276"/>
                  <a:pt x="4220028" y="2024434"/>
                </a:cubicBezTo>
                <a:cubicBezTo>
                  <a:pt x="4220028" y="2013276"/>
                  <a:pt x="4224709" y="2015435"/>
                  <a:pt x="4233710" y="2015435"/>
                </a:cubicBezTo>
                <a:cubicBezTo>
                  <a:pt x="4229389" y="2008596"/>
                  <a:pt x="4231549" y="2008596"/>
                  <a:pt x="4231549" y="1992759"/>
                </a:cubicBezTo>
                <a:cubicBezTo>
                  <a:pt x="4243071" y="1999598"/>
                  <a:pt x="4252072" y="1983760"/>
                  <a:pt x="4256392" y="1999598"/>
                </a:cubicBezTo>
                <a:cubicBezTo>
                  <a:pt x="4270073" y="2001757"/>
                  <a:pt x="4261073" y="1985920"/>
                  <a:pt x="4272594" y="1985920"/>
                </a:cubicBezTo>
                <a:cubicBezTo>
                  <a:pt x="4279435" y="1994918"/>
                  <a:pt x="4270073" y="1994918"/>
                  <a:pt x="4272594" y="2001757"/>
                </a:cubicBezTo>
                <a:cubicBezTo>
                  <a:pt x="4281595" y="2001757"/>
                  <a:pt x="4276914" y="1994918"/>
                  <a:pt x="4283755" y="1992759"/>
                </a:cubicBezTo>
                <a:cubicBezTo>
                  <a:pt x="4281595" y="1988079"/>
                  <a:pt x="4274754" y="1992759"/>
                  <a:pt x="4274754" y="1981600"/>
                </a:cubicBezTo>
                <a:cubicBezTo>
                  <a:pt x="4285915" y="1979081"/>
                  <a:pt x="4304277" y="1981600"/>
                  <a:pt x="4313278" y="1967922"/>
                </a:cubicBezTo>
                <a:cubicBezTo>
                  <a:pt x="4313278" y="1976921"/>
                  <a:pt x="4315799" y="1972242"/>
                  <a:pt x="4320119" y="1983760"/>
                </a:cubicBezTo>
                <a:cubicBezTo>
                  <a:pt x="4324799" y="1983760"/>
                  <a:pt x="4324799" y="1980881"/>
                  <a:pt x="4324799" y="1977731"/>
                </a:cubicBezTo>
                <a:lnTo>
                  <a:pt x="4325405" y="1976741"/>
                </a:lnTo>
                <a:lnTo>
                  <a:pt x="4377410" y="1961308"/>
                </a:lnTo>
                <a:cubicBezTo>
                  <a:pt x="4393657" y="1954784"/>
                  <a:pt x="4409049" y="1947405"/>
                  <a:pt x="4424890" y="1940566"/>
                </a:cubicBezTo>
                <a:cubicBezTo>
                  <a:pt x="4456573" y="1926888"/>
                  <a:pt x="4483936" y="1908531"/>
                  <a:pt x="4515979" y="1894853"/>
                </a:cubicBezTo>
                <a:cubicBezTo>
                  <a:pt x="4520300" y="1890534"/>
                  <a:pt x="4511299" y="1892693"/>
                  <a:pt x="4513459" y="1883695"/>
                </a:cubicBezTo>
                <a:cubicBezTo>
                  <a:pt x="4524981" y="1876856"/>
                  <a:pt x="4531821" y="1860658"/>
                  <a:pt x="4545503" y="1876856"/>
                </a:cubicBezTo>
                <a:cubicBezTo>
                  <a:pt x="4554503" y="1865337"/>
                  <a:pt x="4570705" y="1867497"/>
                  <a:pt x="4568185" y="1847340"/>
                </a:cubicBezTo>
                <a:cubicBezTo>
                  <a:pt x="4579707" y="1856339"/>
                  <a:pt x="4579707" y="1835822"/>
                  <a:pt x="4588707" y="1847340"/>
                </a:cubicBezTo>
                <a:cubicBezTo>
                  <a:pt x="4593388" y="1842661"/>
                  <a:pt x="4588707" y="1835822"/>
                  <a:pt x="4586547" y="1828983"/>
                </a:cubicBezTo>
                <a:cubicBezTo>
                  <a:pt x="4595548" y="1828983"/>
                  <a:pt x="4631912" y="1824303"/>
                  <a:pt x="4622911" y="1808466"/>
                </a:cubicBezTo>
                <a:cubicBezTo>
                  <a:pt x="4645593" y="1815305"/>
                  <a:pt x="4650274" y="1790468"/>
                  <a:pt x="4663955" y="1799467"/>
                </a:cubicBezTo>
                <a:cubicBezTo>
                  <a:pt x="4666115" y="1792628"/>
                  <a:pt x="4672956" y="1787949"/>
                  <a:pt x="4661435" y="1776790"/>
                </a:cubicBezTo>
                <a:cubicBezTo>
                  <a:pt x="4663955" y="1776790"/>
                  <a:pt x="4666115" y="1781110"/>
                  <a:pt x="4670796" y="1785789"/>
                </a:cubicBezTo>
                <a:cubicBezTo>
                  <a:pt x="4684117" y="1763112"/>
                  <a:pt x="4707160" y="1744755"/>
                  <a:pt x="4729842" y="1728917"/>
                </a:cubicBezTo>
                <a:cubicBezTo>
                  <a:pt x="4743523" y="1719918"/>
                  <a:pt x="4754685" y="1710920"/>
                  <a:pt x="4766206" y="1701561"/>
                </a:cubicBezTo>
                <a:lnTo>
                  <a:pt x="4768118" y="1698929"/>
                </a:lnTo>
                <a:lnTo>
                  <a:pt x="4766408" y="1696857"/>
                </a:lnTo>
                <a:cubicBezTo>
                  <a:pt x="4762216" y="1693790"/>
                  <a:pt x="4759986" y="1690460"/>
                  <a:pt x="4767835" y="1682750"/>
                </a:cubicBezTo>
                <a:lnTo>
                  <a:pt x="4774711" y="1689855"/>
                </a:lnTo>
                <a:lnTo>
                  <a:pt x="4791049" y="1667366"/>
                </a:lnTo>
                <a:cubicBezTo>
                  <a:pt x="4800409" y="1683564"/>
                  <a:pt x="4800409" y="1658367"/>
                  <a:pt x="4809411" y="1667366"/>
                </a:cubicBezTo>
                <a:cubicBezTo>
                  <a:pt x="4861616" y="1585658"/>
                  <a:pt x="4923183" y="1517268"/>
                  <a:pt x="4971068" y="1439879"/>
                </a:cubicBezTo>
                <a:cubicBezTo>
                  <a:pt x="4948025" y="1492431"/>
                  <a:pt x="4916342" y="1547143"/>
                  <a:pt x="4877458" y="1596816"/>
                </a:cubicBezTo>
                <a:cubicBezTo>
                  <a:pt x="4859276" y="1620753"/>
                  <a:pt x="4838844" y="1643519"/>
                  <a:pt x="4817826" y="1664036"/>
                </a:cubicBezTo>
                <a:lnTo>
                  <a:pt x="4777761" y="1698125"/>
                </a:lnTo>
                <a:lnTo>
                  <a:pt x="4776753" y="1709386"/>
                </a:lnTo>
                <a:lnTo>
                  <a:pt x="4771708" y="1703276"/>
                </a:lnTo>
                <a:lnTo>
                  <a:pt x="4762374" y="1711217"/>
                </a:lnTo>
                <a:lnTo>
                  <a:pt x="4763233" y="1720481"/>
                </a:lnTo>
                <a:cubicBezTo>
                  <a:pt x="4764330" y="1724951"/>
                  <a:pt x="4765638" y="1728506"/>
                  <a:pt x="4765933" y="1730502"/>
                </a:cubicBezTo>
                <a:lnTo>
                  <a:pt x="4762947" y="1731094"/>
                </a:lnTo>
                <a:lnTo>
                  <a:pt x="4766206" y="1737916"/>
                </a:lnTo>
                <a:cubicBezTo>
                  <a:pt x="4754685" y="1733596"/>
                  <a:pt x="4745684" y="1737916"/>
                  <a:pt x="4743523" y="1744755"/>
                </a:cubicBezTo>
                <a:cubicBezTo>
                  <a:pt x="4734523" y="1737916"/>
                  <a:pt x="4725161" y="1747274"/>
                  <a:pt x="4718321" y="1758433"/>
                </a:cubicBezTo>
                <a:cubicBezTo>
                  <a:pt x="4720481" y="1763112"/>
                  <a:pt x="4725161" y="1767431"/>
                  <a:pt x="4727322" y="1765272"/>
                </a:cubicBezTo>
                <a:cubicBezTo>
                  <a:pt x="4718321" y="1765272"/>
                  <a:pt x="4709320" y="1769951"/>
                  <a:pt x="4704639" y="1778950"/>
                </a:cubicBezTo>
                <a:cubicBezTo>
                  <a:pt x="4697799" y="1785789"/>
                  <a:pt x="4693479" y="1794788"/>
                  <a:pt x="4690958" y="1806306"/>
                </a:cubicBezTo>
                <a:cubicBezTo>
                  <a:pt x="4690958" y="1806306"/>
                  <a:pt x="4690958" y="1806306"/>
                  <a:pt x="4684117" y="1797307"/>
                </a:cubicBezTo>
                <a:cubicBezTo>
                  <a:pt x="4672956" y="1817824"/>
                  <a:pt x="4650274" y="1837981"/>
                  <a:pt x="4622911" y="1837981"/>
                </a:cubicBezTo>
                <a:cubicBezTo>
                  <a:pt x="4634072" y="1851659"/>
                  <a:pt x="4634072" y="1842661"/>
                  <a:pt x="4643433" y="1856339"/>
                </a:cubicBezTo>
                <a:cubicBezTo>
                  <a:pt x="4634072" y="1854179"/>
                  <a:pt x="4627231" y="1847340"/>
                  <a:pt x="4618231" y="1844820"/>
                </a:cubicBezTo>
                <a:cubicBezTo>
                  <a:pt x="4600229" y="1858498"/>
                  <a:pt x="4581867" y="1874336"/>
                  <a:pt x="4563865" y="1888014"/>
                </a:cubicBezTo>
                <a:cubicBezTo>
                  <a:pt x="4545503" y="1899532"/>
                  <a:pt x="4522821" y="1908531"/>
                  <a:pt x="4495457" y="1913210"/>
                </a:cubicBezTo>
                <a:cubicBezTo>
                  <a:pt x="4497617" y="1920049"/>
                  <a:pt x="4502298" y="1917890"/>
                  <a:pt x="4506979" y="1915370"/>
                </a:cubicBezTo>
                <a:cubicBezTo>
                  <a:pt x="4481776" y="1926888"/>
                  <a:pt x="4456573" y="1940566"/>
                  <a:pt x="4429571" y="1954244"/>
                </a:cubicBezTo>
                <a:cubicBezTo>
                  <a:pt x="4404368" y="1970082"/>
                  <a:pt x="4379525" y="1988079"/>
                  <a:pt x="4349642" y="2001757"/>
                </a:cubicBezTo>
                <a:cubicBezTo>
                  <a:pt x="4322639" y="2015435"/>
                  <a:pt x="4295276" y="2033793"/>
                  <a:pt x="4267913" y="2044951"/>
                </a:cubicBezTo>
                <a:cubicBezTo>
                  <a:pt x="4238390" y="2056470"/>
                  <a:pt x="4208867" y="2067988"/>
                  <a:pt x="4181504" y="2074827"/>
                </a:cubicBezTo>
                <a:cubicBezTo>
                  <a:pt x="4174663" y="2074827"/>
                  <a:pt x="4174663" y="2079146"/>
                  <a:pt x="4176824" y="2088145"/>
                </a:cubicBezTo>
                <a:cubicBezTo>
                  <a:pt x="4124618" y="2079146"/>
                  <a:pt x="4069892" y="2113341"/>
                  <a:pt x="4031368" y="2136018"/>
                </a:cubicBezTo>
                <a:cubicBezTo>
                  <a:pt x="4031368" y="2136018"/>
                  <a:pt x="4031368" y="2136018"/>
                  <a:pt x="4031053" y="2134038"/>
                </a:cubicBezTo>
                <a:lnTo>
                  <a:pt x="4029177" y="2122249"/>
                </a:lnTo>
                <a:lnTo>
                  <a:pt x="4028391" y="2123711"/>
                </a:lnTo>
                <a:lnTo>
                  <a:pt x="4026927" y="2121351"/>
                </a:lnTo>
                <a:lnTo>
                  <a:pt x="3998875" y="2138448"/>
                </a:lnTo>
                <a:cubicBezTo>
                  <a:pt x="3988074" y="2143577"/>
                  <a:pt x="3976643" y="2147536"/>
                  <a:pt x="3965121" y="2149696"/>
                </a:cubicBezTo>
                <a:lnTo>
                  <a:pt x="3953971" y="2151539"/>
                </a:lnTo>
                <a:lnTo>
                  <a:pt x="3957655" y="2152844"/>
                </a:lnTo>
                <a:cubicBezTo>
                  <a:pt x="3962954" y="2153024"/>
                  <a:pt x="3968286" y="2151967"/>
                  <a:pt x="3973552" y="2150977"/>
                </a:cubicBezTo>
                <a:lnTo>
                  <a:pt x="3977365" y="2150616"/>
                </a:lnTo>
                <a:lnTo>
                  <a:pt x="3978842" y="2148962"/>
                </a:lnTo>
                <a:lnTo>
                  <a:pt x="3978092" y="2150548"/>
                </a:lnTo>
                <a:lnTo>
                  <a:pt x="3989043" y="2149514"/>
                </a:lnTo>
                <a:cubicBezTo>
                  <a:pt x="3994072" y="2149964"/>
                  <a:pt x="3998932" y="2151787"/>
                  <a:pt x="4003522" y="2156287"/>
                </a:cubicBezTo>
                <a:cubicBezTo>
                  <a:pt x="4048882" y="2133605"/>
                  <a:pt x="4094602" y="2158447"/>
                  <a:pt x="4135283" y="2135765"/>
                </a:cubicBezTo>
                <a:cubicBezTo>
                  <a:pt x="4135283" y="2135765"/>
                  <a:pt x="4135283" y="2135765"/>
                  <a:pt x="4142123" y="2147286"/>
                </a:cubicBezTo>
                <a:cubicBezTo>
                  <a:pt x="4159223" y="2138106"/>
                  <a:pt x="4177493" y="2138106"/>
                  <a:pt x="4194593" y="2137521"/>
                </a:cubicBezTo>
                <a:lnTo>
                  <a:pt x="4215963" y="2135306"/>
                </a:lnTo>
                <a:lnTo>
                  <a:pt x="4216723" y="2132623"/>
                </a:lnTo>
                <a:lnTo>
                  <a:pt x="4226729" y="2131063"/>
                </a:lnTo>
                <a:lnTo>
                  <a:pt x="4240043" y="2124245"/>
                </a:lnTo>
                <a:cubicBezTo>
                  <a:pt x="4253723" y="2142606"/>
                  <a:pt x="4262723" y="2113084"/>
                  <a:pt x="4272083" y="2133605"/>
                </a:cubicBezTo>
                <a:cubicBezTo>
                  <a:pt x="4272083" y="2133605"/>
                  <a:pt x="4272083" y="2133605"/>
                  <a:pt x="4276403" y="2119924"/>
                </a:cubicBezTo>
                <a:cubicBezTo>
                  <a:pt x="4287924" y="2133605"/>
                  <a:pt x="4294764" y="2119924"/>
                  <a:pt x="4308444" y="2117764"/>
                </a:cubicBezTo>
                <a:cubicBezTo>
                  <a:pt x="4319604" y="2117764"/>
                  <a:pt x="4333284" y="2117764"/>
                  <a:pt x="4346964" y="2115244"/>
                </a:cubicBezTo>
                <a:cubicBezTo>
                  <a:pt x="4358484" y="2115244"/>
                  <a:pt x="4369644" y="2113084"/>
                  <a:pt x="4369644" y="2104083"/>
                </a:cubicBezTo>
                <a:cubicBezTo>
                  <a:pt x="4383325" y="2104083"/>
                  <a:pt x="4394845" y="2099403"/>
                  <a:pt x="4406365" y="2097243"/>
                </a:cubicBezTo>
                <a:cubicBezTo>
                  <a:pt x="4406365" y="2097243"/>
                  <a:pt x="4406365" y="2097243"/>
                  <a:pt x="4440205" y="2085722"/>
                </a:cubicBezTo>
                <a:cubicBezTo>
                  <a:pt x="4451725" y="2081402"/>
                  <a:pt x="4460725" y="2076721"/>
                  <a:pt x="4472245" y="2074561"/>
                </a:cubicBezTo>
                <a:cubicBezTo>
                  <a:pt x="4483405" y="2069881"/>
                  <a:pt x="4494925" y="2069881"/>
                  <a:pt x="4506445" y="2067721"/>
                </a:cubicBezTo>
                <a:cubicBezTo>
                  <a:pt x="4506445" y="2063040"/>
                  <a:pt x="4503925" y="2060880"/>
                  <a:pt x="4503925" y="2058360"/>
                </a:cubicBezTo>
                <a:cubicBezTo>
                  <a:pt x="4515445" y="2056200"/>
                  <a:pt x="4529125" y="2056200"/>
                  <a:pt x="4542806" y="2051520"/>
                </a:cubicBezTo>
                <a:cubicBezTo>
                  <a:pt x="4553966" y="2047199"/>
                  <a:pt x="4563326" y="2040359"/>
                  <a:pt x="4570166" y="2028838"/>
                </a:cubicBezTo>
                <a:cubicBezTo>
                  <a:pt x="4570166" y="2028838"/>
                  <a:pt x="4570166" y="2028838"/>
                  <a:pt x="4586006" y="2040359"/>
                </a:cubicBezTo>
                <a:cubicBezTo>
                  <a:pt x="4588166" y="2024158"/>
                  <a:pt x="4599686" y="2024158"/>
                  <a:pt x="4608686" y="2026678"/>
                </a:cubicBezTo>
                <a:cubicBezTo>
                  <a:pt x="4606526" y="2021998"/>
                  <a:pt x="4604006" y="2019837"/>
                  <a:pt x="4601846" y="2017677"/>
                </a:cubicBezTo>
                <a:cubicBezTo>
                  <a:pt x="4604006" y="2012997"/>
                  <a:pt x="4622366" y="2024158"/>
                  <a:pt x="4622366" y="2017677"/>
                </a:cubicBezTo>
                <a:cubicBezTo>
                  <a:pt x="4629206" y="2008317"/>
                  <a:pt x="4636047" y="1999316"/>
                  <a:pt x="4647207" y="1992476"/>
                </a:cubicBezTo>
                <a:cubicBezTo>
                  <a:pt x="4658727" y="1987795"/>
                  <a:pt x="4670247" y="1983475"/>
                  <a:pt x="4683567" y="1978795"/>
                </a:cubicBezTo>
                <a:cubicBezTo>
                  <a:pt x="4679247" y="1983475"/>
                  <a:pt x="4676727" y="1976634"/>
                  <a:pt x="4672407" y="1969794"/>
                </a:cubicBezTo>
                <a:cubicBezTo>
                  <a:pt x="4688247" y="1967634"/>
                  <a:pt x="4701927" y="1960793"/>
                  <a:pt x="4713087" y="1949273"/>
                </a:cubicBezTo>
                <a:cubicBezTo>
                  <a:pt x="4724607" y="1940272"/>
                  <a:pt x="4733967" y="1928751"/>
                  <a:pt x="4745127" y="1917590"/>
                </a:cubicBezTo>
                <a:cubicBezTo>
                  <a:pt x="4751967" y="1917590"/>
                  <a:pt x="4754127" y="1921911"/>
                  <a:pt x="4760967" y="1921911"/>
                </a:cubicBezTo>
                <a:cubicBezTo>
                  <a:pt x="4751967" y="1908230"/>
                  <a:pt x="4765647" y="1910750"/>
                  <a:pt x="4756647" y="1899229"/>
                </a:cubicBezTo>
                <a:cubicBezTo>
                  <a:pt x="4779327" y="1903909"/>
                  <a:pt x="4772487" y="1887708"/>
                  <a:pt x="4790487" y="1887708"/>
                </a:cubicBezTo>
                <a:cubicBezTo>
                  <a:pt x="4783647" y="1869707"/>
                  <a:pt x="4813528" y="1858186"/>
                  <a:pt x="4822528" y="1842345"/>
                </a:cubicBezTo>
                <a:cubicBezTo>
                  <a:pt x="4845208" y="1851346"/>
                  <a:pt x="4834048" y="1814983"/>
                  <a:pt x="4856728" y="1812823"/>
                </a:cubicBezTo>
                <a:cubicBezTo>
                  <a:pt x="4854208" y="1805983"/>
                  <a:pt x="4847368" y="1808143"/>
                  <a:pt x="4843048" y="1803823"/>
                </a:cubicBezTo>
                <a:cubicBezTo>
                  <a:pt x="4847368" y="1801302"/>
                  <a:pt x="4865728" y="1803823"/>
                  <a:pt x="4854208" y="1790142"/>
                </a:cubicBezTo>
                <a:cubicBezTo>
                  <a:pt x="4874728" y="1780781"/>
                  <a:pt x="4881568" y="1762780"/>
                  <a:pt x="4888408" y="1749099"/>
                </a:cubicBezTo>
                <a:cubicBezTo>
                  <a:pt x="4899929" y="1744418"/>
                  <a:pt x="4899929" y="1760260"/>
                  <a:pt x="4911089" y="1755939"/>
                </a:cubicBezTo>
                <a:cubicBezTo>
                  <a:pt x="4906769" y="1735418"/>
                  <a:pt x="4904249" y="1719577"/>
                  <a:pt x="4915769" y="1699055"/>
                </a:cubicBezTo>
                <a:cubicBezTo>
                  <a:pt x="4927289" y="1703736"/>
                  <a:pt x="4915769" y="1708056"/>
                  <a:pt x="4922609" y="1714896"/>
                </a:cubicBezTo>
                <a:cubicBezTo>
                  <a:pt x="4931609" y="1710576"/>
                  <a:pt x="4934129" y="1719577"/>
                  <a:pt x="4943129" y="1717417"/>
                </a:cubicBezTo>
                <a:cubicBezTo>
                  <a:pt x="4936289" y="1703736"/>
                  <a:pt x="4934129" y="1690055"/>
                  <a:pt x="4947449" y="1687535"/>
                </a:cubicBezTo>
                <a:cubicBezTo>
                  <a:pt x="4947449" y="1690055"/>
                  <a:pt x="4938449" y="1699055"/>
                  <a:pt x="4949969" y="1701216"/>
                </a:cubicBezTo>
                <a:cubicBezTo>
                  <a:pt x="4956809" y="1692215"/>
                  <a:pt x="4963649" y="1680694"/>
                  <a:pt x="4956809" y="1667013"/>
                </a:cubicBezTo>
                <a:cubicBezTo>
                  <a:pt x="4963649" y="1664853"/>
                  <a:pt x="4965809" y="1669533"/>
                  <a:pt x="4974809" y="1664853"/>
                </a:cubicBezTo>
                <a:cubicBezTo>
                  <a:pt x="4972649" y="1655852"/>
                  <a:pt x="4984169" y="1651172"/>
                  <a:pt x="4965809" y="1642171"/>
                </a:cubicBezTo>
                <a:cubicBezTo>
                  <a:pt x="4991009" y="1633171"/>
                  <a:pt x="4979489" y="1614810"/>
                  <a:pt x="4986329" y="1601129"/>
                </a:cubicBezTo>
                <a:cubicBezTo>
                  <a:pt x="4981649" y="1594288"/>
                  <a:pt x="4970489" y="1607969"/>
                  <a:pt x="4965809" y="1598968"/>
                </a:cubicBezTo>
                <a:cubicBezTo>
                  <a:pt x="4974809" y="1589968"/>
                  <a:pt x="4991009" y="1603289"/>
                  <a:pt x="4991009" y="1592128"/>
                </a:cubicBezTo>
                <a:cubicBezTo>
                  <a:pt x="4984169" y="1592128"/>
                  <a:pt x="4965809" y="1580607"/>
                  <a:pt x="4981649" y="1576287"/>
                </a:cubicBezTo>
                <a:cubicBezTo>
                  <a:pt x="4986329" y="1580607"/>
                  <a:pt x="4988489" y="1585288"/>
                  <a:pt x="4993169" y="1585288"/>
                </a:cubicBezTo>
                <a:cubicBezTo>
                  <a:pt x="5002169" y="1573947"/>
                  <a:pt x="5008379" y="1562606"/>
                  <a:pt x="5012654" y="1550680"/>
                </a:cubicBezTo>
                <a:lnTo>
                  <a:pt x="5018238" y="1523652"/>
                </a:lnTo>
                <a:lnTo>
                  <a:pt x="5022689" y="1523723"/>
                </a:lnTo>
                <a:cubicBezTo>
                  <a:pt x="5031689" y="1510042"/>
                  <a:pt x="5052209" y="1480520"/>
                  <a:pt x="5034209" y="1476200"/>
                </a:cubicBezTo>
                <a:cubicBezTo>
                  <a:pt x="5040689" y="1473680"/>
                  <a:pt x="5038529" y="1469360"/>
                  <a:pt x="5040689" y="1466839"/>
                </a:cubicBezTo>
                <a:cubicBezTo>
                  <a:pt x="5043209" y="1469360"/>
                  <a:pt x="5047529" y="1473680"/>
                  <a:pt x="5052209" y="1469360"/>
                </a:cubicBezTo>
                <a:cubicBezTo>
                  <a:pt x="5040689" y="1462519"/>
                  <a:pt x="5059050" y="1459999"/>
                  <a:pt x="5045369" y="1453519"/>
                </a:cubicBezTo>
                <a:cubicBezTo>
                  <a:pt x="5043209" y="1457839"/>
                  <a:pt x="5040689" y="1459999"/>
                  <a:pt x="5038529" y="1464679"/>
                </a:cubicBezTo>
                <a:cubicBezTo>
                  <a:pt x="5024849" y="1450998"/>
                  <a:pt x="5063730" y="1455679"/>
                  <a:pt x="5052209" y="1439478"/>
                </a:cubicBezTo>
                <a:cubicBezTo>
                  <a:pt x="5065890" y="1437317"/>
                  <a:pt x="5054369" y="1428317"/>
                  <a:pt x="5063730" y="1423636"/>
                </a:cubicBezTo>
                <a:cubicBezTo>
                  <a:pt x="5072730" y="1428317"/>
                  <a:pt x="5063730" y="1437317"/>
                  <a:pt x="5072730" y="1432637"/>
                </a:cubicBezTo>
                <a:cubicBezTo>
                  <a:pt x="5081730" y="1416796"/>
                  <a:pt x="5086410" y="1400955"/>
                  <a:pt x="5079570" y="1382954"/>
                </a:cubicBezTo>
                <a:cubicBezTo>
                  <a:pt x="5084250" y="1385114"/>
                  <a:pt x="5088570" y="1385114"/>
                  <a:pt x="5093250" y="1385114"/>
                </a:cubicBezTo>
                <a:cubicBezTo>
                  <a:pt x="5088570" y="1380433"/>
                  <a:pt x="5097930" y="1378273"/>
                  <a:pt x="5093250" y="1371433"/>
                </a:cubicBezTo>
                <a:cubicBezTo>
                  <a:pt x="5088570" y="1369273"/>
                  <a:pt x="5084250" y="1371433"/>
                  <a:pt x="5079570" y="1369273"/>
                </a:cubicBezTo>
                <a:cubicBezTo>
                  <a:pt x="5088570" y="1362432"/>
                  <a:pt x="5091090" y="1355592"/>
                  <a:pt x="5093250" y="1348751"/>
                </a:cubicBezTo>
                <a:cubicBezTo>
                  <a:pt x="5090910" y="1349831"/>
                  <a:pt x="5086320" y="1349831"/>
                  <a:pt x="5083170" y="1348976"/>
                </a:cubicBezTo>
                <a:lnTo>
                  <a:pt x="5082085" y="1348330"/>
                </a:lnTo>
                <a:lnTo>
                  <a:pt x="5076844" y="1358537"/>
                </a:lnTo>
                <a:cubicBezTo>
                  <a:pt x="5070066" y="1352731"/>
                  <a:pt x="5072296" y="1344113"/>
                  <a:pt x="5076800" y="1334951"/>
                </a:cubicBezTo>
                <a:lnTo>
                  <a:pt x="5078858" y="1330887"/>
                </a:lnTo>
                <a:lnTo>
                  <a:pt x="5075423" y="1328560"/>
                </a:lnTo>
                <a:cubicBezTo>
                  <a:pt x="5075103" y="1325209"/>
                  <a:pt x="5077392" y="1321329"/>
                  <a:pt x="5081971" y="1319212"/>
                </a:cubicBezTo>
                <a:lnTo>
                  <a:pt x="5083132" y="1322449"/>
                </a:lnTo>
                <a:lnTo>
                  <a:pt x="5090400" y="1308100"/>
                </a:lnTo>
                <a:cubicBezTo>
                  <a:pt x="5092540" y="1316083"/>
                  <a:pt x="5091916" y="1325245"/>
                  <a:pt x="5089375" y="1334135"/>
                </a:cubicBezTo>
                <a:lnTo>
                  <a:pt x="5084232" y="1344149"/>
                </a:lnTo>
                <a:lnTo>
                  <a:pt x="5092547" y="1344408"/>
                </a:lnTo>
                <a:cubicBezTo>
                  <a:pt x="5098200" y="1340696"/>
                  <a:pt x="5091450" y="1327060"/>
                  <a:pt x="5100090" y="1323550"/>
                </a:cubicBezTo>
                <a:cubicBezTo>
                  <a:pt x="5106930" y="1321389"/>
                  <a:pt x="5111250" y="1332550"/>
                  <a:pt x="5118090" y="1330390"/>
                </a:cubicBezTo>
                <a:cubicBezTo>
                  <a:pt x="5104410" y="1319229"/>
                  <a:pt x="5118090" y="1312389"/>
                  <a:pt x="5115930" y="1303028"/>
                </a:cubicBezTo>
                <a:cubicBezTo>
                  <a:pt x="5100090" y="1309869"/>
                  <a:pt x="5104410" y="1291867"/>
                  <a:pt x="5106930" y="1287187"/>
                </a:cubicBezTo>
                <a:cubicBezTo>
                  <a:pt x="5111250" y="1294028"/>
                  <a:pt x="5118090" y="1300868"/>
                  <a:pt x="5131770" y="1294028"/>
                </a:cubicBezTo>
                <a:cubicBezTo>
                  <a:pt x="5129610" y="1289707"/>
                  <a:pt x="5115930" y="1285027"/>
                  <a:pt x="5122770" y="1280347"/>
                </a:cubicBezTo>
                <a:cubicBezTo>
                  <a:pt x="5147970" y="1289707"/>
                  <a:pt x="5147970" y="1250825"/>
                  <a:pt x="5150130" y="1237144"/>
                </a:cubicBezTo>
                <a:cubicBezTo>
                  <a:pt x="5147970" y="1239304"/>
                  <a:pt x="5143290" y="1241824"/>
                  <a:pt x="5138610" y="1237144"/>
                </a:cubicBezTo>
                <a:cubicBezTo>
                  <a:pt x="5154810" y="1228143"/>
                  <a:pt x="5141130" y="1232463"/>
                  <a:pt x="5141130" y="1223463"/>
                </a:cubicBezTo>
                <a:cubicBezTo>
                  <a:pt x="5141130" y="1223463"/>
                  <a:pt x="5141130" y="1223463"/>
                  <a:pt x="5156971" y="1214462"/>
                </a:cubicBezTo>
                <a:cubicBezTo>
                  <a:pt x="5163811" y="1223463"/>
                  <a:pt x="5170651" y="1216622"/>
                  <a:pt x="5179651" y="1219142"/>
                </a:cubicBezTo>
                <a:cubicBezTo>
                  <a:pt x="5170651" y="1232463"/>
                  <a:pt x="5165971" y="1234984"/>
                  <a:pt x="5174971" y="1248664"/>
                </a:cubicBezTo>
                <a:cubicBezTo>
                  <a:pt x="5152290" y="1257665"/>
                  <a:pt x="5168131" y="1257665"/>
                  <a:pt x="5147970" y="1271346"/>
                </a:cubicBezTo>
                <a:cubicBezTo>
                  <a:pt x="5159131" y="1269186"/>
                  <a:pt x="5163811" y="1280347"/>
                  <a:pt x="5159131" y="1287187"/>
                </a:cubicBezTo>
                <a:cubicBezTo>
                  <a:pt x="5154810" y="1285027"/>
                  <a:pt x="5152290" y="1278186"/>
                  <a:pt x="5147970" y="1280347"/>
                </a:cubicBezTo>
                <a:cubicBezTo>
                  <a:pt x="5152290" y="1285027"/>
                  <a:pt x="5131770" y="1285027"/>
                  <a:pt x="5138610" y="1291867"/>
                </a:cubicBezTo>
                <a:cubicBezTo>
                  <a:pt x="5150130" y="1296188"/>
                  <a:pt x="5159131" y="1291867"/>
                  <a:pt x="5168131" y="1300868"/>
                </a:cubicBezTo>
                <a:cubicBezTo>
                  <a:pt x="5156971" y="1307708"/>
                  <a:pt x="5150130" y="1289707"/>
                  <a:pt x="5138610" y="1300868"/>
                </a:cubicBezTo>
                <a:cubicBezTo>
                  <a:pt x="5154810" y="1312389"/>
                  <a:pt x="5115930" y="1321389"/>
                  <a:pt x="5136450" y="1332550"/>
                </a:cubicBezTo>
                <a:cubicBezTo>
                  <a:pt x="5145450" y="1330390"/>
                  <a:pt x="5156971" y="1321389"/>
                  <a:pt x="5163811" y="1328230"/>
                </a:cubicBezTo>
                <a:cubicBezTo>
                  <a:pt x="5147970" y="1335070"/>
                  <a:pt x="5150130" y="1337231"/>
                  <a:pt x="5134290" y="1335070"/>
                </a:cubicBezTo>
                <a:cubicBezTo>
                  <a:pt x="5152290" y="1355592"/>
                  <a:pt x="5134290" y="1376113"/>
                  <a:pt x="5127450" y="1396275"/>
                </a:cubicBezTo>
                <a:cubicBezTo>
                  <a:pt x="5129610" y="1394114"/>
                  <a:pt x="5131770" y="1394114"/>
                  <a:pt x="5134290" y="1398795"/>
                </a:cubicBezTo>
                <a:cubicBezTo>
                  <a:pt x="5141130" y="1394114"/>
                  <a:pt x="5131770" y="1389794"/>
                  <a:pt x="5143290" y="1387274"/>
                </a:cubicBezTo>
                <a:cubicBezTo>
                  <a:pt x="5152290" y="1398795"/>
                  <a:pt x="5124930" y="1398795"/>
                  <a:pt x="5124930" y="1407795"/>
                </a:cubicBezTo>
                <a:cubicBezTo>
                  <a:pt x="5134290" y="1407795"/>
                  <a:pt x="5141130" y="1409956"/>
                  <a:pt x="5136450" y="1419316"/>
                </a:cubicBezTo>
                <a:cubicBezTo>
                  <a:pt x="5127450" y="1405635"/>
                  <a:pt x="5127450" y="1421476"/>
                  <a:pt x="5111250" y="1423636"/>
                </a:cubicBezTo>
                <a:cubicBezTo>
                  <a:pt x="5120610" y="1439478"/>
                  <a:pt x="5093250" y="1478360"/>
                  <a:pt x="5118090" y="1489881"/>
                </a:cubicBezTo>
                <a:cubicBezTo>
                  <a:pt x="5109090" y="1496361"/>
                  <a:pt x="5106930" y="1489881"/>
                  <a:pt x="5100090" y="1489881"/>
                </a:cubicBezTo>
                <a:cubicBezTo>
                  <a:pt x="5097930" y="1503202"/>
                  <a:pt x="5084250" y="1516883"/>
                  <a:pt x="5091090" y="1530564"/>
                </a:cubicBezTo>
                <a:cubicBezTo>
                  <a:pt x="5086410" y="1526244"/>
                  <a:pt x="5081730" y="1521563"/>
                  <a:pt x="5077410" y="1523723"/>
                </a:cubicBezTo>
                <a:cubicBezTo>
                  <a:pt x="5077410" y="1530564"/>
                  <a:pt x="5072730" y="1535244"/>
                  <a:pt x="5081730" y="1542085"/>
                </a:cubicBezTo>
                <a:cubicBezTo>
                  <a:pt x="5088570" y="1539924"/>
                  <a:pt x="5093250" y="1535244"/>
                  <a:pt x="5097930" y="1537404"/>
                </a:cubicBezTo>
                <a:cubicBezTo>
                  <a:pt x="5091090" y="1542085"/>
                  <a:pt x="5100090" y="1548925"/>
                  <a:pt x="5088570" y="1553605"/>
                </a:cubicBezTo>
                <a:cubicBezTo>
                  <a:pt x="5081730" y="1544245"/>
                  <a:pt x="5074890" y="1542085"/>
                  <a:pt x="5065890" y="1548925"/>
                </a:cubicBezTo>
                <a:cubicBezTo>
                  <a:pt x="5081730" y="1566926"/>
                  <a:pt x="5034209" y="1578447"/>
                  <a:pt x="5061210" y="1594288"/>
                </a:cubicBezTo>
                <a:cubicBezTo>
                  <a:pt x="5059050" y="1598968"/>
                  <a:pt x="5056889" y="1601129"/>
                  <a:pt x="5050049" y="1598968"/>
                </a:cubicBezTo>
                <a:cubicBezTo>
                  <a:pt x="5061210" y="1605809"/>
                  <a:pt x="5045369" y="1612649"/>
                  <a:pt x="5056889" y="1612649"/>
                </a:cubicBezTo>
                <a:cubicBezTo>
                  <a:pt x="5059050" y="1610129"/>
                  <a:pt x="5059050" y="1605809"/>
                  <a:pt x="5065890" y="1607969"/>
                </a:cubicBezTo>
                <a:cubicBezTo>
                  <a:pt x="5061210" y="1619490"/>
                  <a:pt x="5045369" y="1628491"/>
                  <a:pt x="5038529" y="1637491"/>
                </a:cubicBezTo>
                <a:cubicBezTo>
                  <a:pt x="5043209" y="1635331"/>
                  <a:pt x="5045369" y="1640011"/>
                  <a:pt x="5047529" y="1640011"/>
                </a:cubicBezTo>
                <a:cubicBezTo>
                  <a:pt x="5054369" y="1637491"/>
                  <a:pt x="5054369" y="1635331"/>
                  <a:pt x="5059050" y="1633171"/>
                </a:cubicBezTo>
                <a:cubicBezTo>
                  <a:pt x="5065890" y="1660173"/>
                  <a:pt x="5022689" y="1673854"/>
                  <a:pt x="5036369" y="1705896"/>
                </a:cubicBezTo>
                <a:cubicBezTo>
                  <a:pt x="5022689" y="1710576"/>
                  <a:pt x="5036369" y="1699055"/>
                  <a:pt x="5027369" y="1701216"/>
                </a:cubicBezTo>
                <a:cubicBezTo>
                  <a:pt x="5011169" y="1712736"/>
                  <a:pt x="5011169" y="1728577"/>
                  <a:pt x="5000009" y="1740098"/>
                </a:cubicBezTo>
                <a:cubicBezTo>
                  <a:pt x="5015849" y="1762780"/>
                  <a:pt x="4958969" y="1769620"/>
                  <a:pt x="4984169" y="1787621"/>
                </a:cubicBezTo>
                <a:cubicBezTo>
                  <a:pt x="4963649" y="1783301"/>
                  <a:pt x="4981649" y="1805983"/>
                  <a:pt x="4956809" y="1805983"/>
                </a:cubicBezTo>
                <a:cubicBezTo>
                  <a:pt x="4967969" y="1819664"/>
                  <a:pt x="4954289" y="1821824"/>
                  <a:pt x="4952129" y="1828664"/>
                </a:cubicBezTo>
                <a:cubicBezTo>
                  <a:pt x="4934129" y="1821824"/>
                  <a:pt x="4924769" y="1844505"/>
                  <a:pt x="4938449" y="1860346"/>
                </a:cubicBezTo>
                <a:cubicBezTo>
                  <a:pt x="4929449" y="1865027"/>
                  <a:pt x="4929449" y="1858186"/>
                  <a:pt x="4922609" y="1856026"/>
                </a:cubicBezTo>
                <a:cubicBezTo>
                  <a:pt x="4927289" y="1865027"/>
                  <a:pt x="4906769" y="1860346"/>
                  <a:pt x="4913609" y="1867187"/>
                </a:cubicBezTo>
                <a:cubicBezTo>
                  <a:pt x="4920449" y="1869707"/>
                  <a:pt x="4929449" y="1880868"/>
                  <a:pt x="4920449" y="1880868"/>
                </a:cubicBezTo>
                <a:cubicBezTo>
                  <a:pt x="4915769" y="1878708"/>
                  <a:pt x="4915769" y="1867187"/>
                  <a:pt x="4908929" y="1867187"/>
                </a:cubicBezTo>
                <a:cubicBezTo>
                  <a:pt x="4897409" y="1869707"/>
                  <a:pt x="4913609" y="1887708"/>
                  <a:pt x="4908929" y="1892389"/>
                </a:cubicBezTo>
                <a:cubicBezTo>
                  <a:pt x="4899929" y="1887708"/>
                  <a:pt x="4899929" y="1887708"/>
                  <a:pt x="4890568" y="1890228"/>
                </a:cubicBezTo>
                <a:cubicBezTo>
                  <a:pt x="4899929" y="1903909"/>
                  <a:pt x="4888408" y="1908230"/>
                  <a:pt x="4897409" y="1921911"/>
                </a:cubicBezTo>
                <a:cubicBezTo>
                  <a:pt x="4899929" y="1919751"/>
                  <a:pt x="4904249" y="1919751"/>
                  <a:pt x="4908929" y="1924071"/>
                </a:cubicBezTo>
                <a:cubicBezTo>
                  <a:pt x="4906769" y="1924071"/>
                  <a:pt x="4902089" y="1924071"/>
                  <a:pt x="4902089" y="1926591"/>
                </a:cubicBezTo>
                <a:cubicBezTo>
                  <a:pt x="4906769" y="1930911"/>
                  <a:pt x="4915769" y="1928751"/>
                  <a:pt x="4917929" y="1933431"/>
                </a:cubicBezTo>
                <a:cubicBezTo>
                  <a:pt x="4897409" y="1937752"/>
                  <a:pt x="4917929" y="1949273"/>
                  <a:pt x="4893088" y="1951433"/>
                </a:cubicBezTo>
                <a:cubicBezTo>
                  <a:pt x="4888408" y="1944592"/>
                  <a:pt x="4906769" y="1937752"/>
                  <a:pt x="4886248" y="1937752"/>
                </a:cubicBezTo>
                <a:cubicBezTo>
                  <a:pt x="4879408" y="1928751"/>
                  <a:pt x="4899929" y="1926591"/>
                  <a:pt x="4888408" y="1921911"/>
                </a:cubicBezTo>
                <a:cubicBezTo>
                  <a:pt x="4881568" y="1924071"/>
                  <a:pt x="4886248" y="1933431"/>
                  <a:pt x="4867888" y="1928751"/>
                </a:cubicBezTo>
                <a:cubicBezTo>
                  <a:pt x="4876888" y="1942432"/>
                  <a:pt x="4861048" y="1937752"/>
                  <a:pt x="4867888" y="1947112"/>
                </a:cubicBezTo>
                <a:cubicBezTo>
                  <a:pt x="4876888" y="1949273"/>
                  <a:pt x="4872568" y="1942432"/>
                  <a:pt x="4879408" y="1942432"/>
                </a:cubicBezTo>
                <a:cubicBezTo>
                  <a:pt x="4879408" y="1949273"/>
                  <a:pt x="4888408" y="1949273"/>
                  <a:pt x="4893088" y="1951433"/>
                </a:cubicBezTo>
                <a:cubicBezTo>
                  <a:pt x="4897409" y="1960793"/>
                  <a:pt x="4893088" y="1965114"/>
                  <a:pt x="4883728" y="1965114"/>
                </a:cubicBezTo>
                <a:cubicBezTo>
                  <a:pt x="4881568" y="1960793"/>
                  <a:pt x="4881568" y="1953953"/>
                  <a:pt x="4876888" y="1953953"/>
                </a:cubicBezTo>
                <a:cubicBezTo>
                  <a:pt x="4876888" y="1956113"/>
                  <a:pt x="4872568" y="1956113"/>
                  <a:pt x="4872568" y="1958273"/>
                </a:cubicBezTo>
                <a:cubicBezTo>
                  <a:pt x="4872568" y="1962954"/>
                  <a:pt x="4875358" y="1964664"/>
                  <a:pt x="4878148" y="1966059"/>
                </a:cubicBezTo>
                <a:lnTo>
                  <a:pt x="4882006" y="1970135"/>
                </a:lnTo>
                <a:lnTo>
                  <a:pt x="4916342" y="1951725"/>
                </a:lnTo>
                <a:cubicBezTo>
                  <a:pt x="4918682" y="1946146"/>
                  <a:pt x="4922643" y="1942186"/>
                  <a:pt x="4927458" y="1941061"/>
                </a:cubicBezTo>
                <a:lnTo>
                  <a:pt x="4943071" y="1947158"/>
                </a:lnTo>
                <a:lnTo>
                  <a:pt x="4944434" y="1945582"/>
                </a:lnTo>
                <a:cubicBezTo>
                  <a:pt x="4949789" y="1941892"/>
                  <a:pt x="4957709" y="1939012"/>
                  <a:pt x="4961129" y="1937752"/>
                </a:cubicBezTo>
                <a:cubicBezTo>
                  <a:pt x="4974809" y="1928751"/>
                  <a:pt x="4965809" y="1903909"/>
                  <a:pt x="4981649" y="1908230"/>
                </a:cubicBezTo>
                <a:cubicBezTo>
                  <a:pt x="4979489" y="1912910"/>
                  <a:pt x="4981649" y="1919751"/>
                  <a:pt x="4974809" y="1921911"/>
                </a:cubicBezTo>
                <a:cubicBezTo>
                  <a:pt x="5000459" y="1925421"/>
                  <a:pt x="4990266" y="1899364"/>
                  <a:pt x="4998906" y="1886116"/>
                </a:cubicBezTo>
                <a:lnTo>
                  <a:pt x="5015305" y="1878946"/>
                </a:lnTo>
                <a:lnTo>
                  <a:pt x="5015949" y="1877475"/>
                </a:lnTo>
                <a:lnTo>
                  <a:pt x="5017419" y="1859401"/>
                </a:lnTo>
                <a:cubicBezTo>
                  <a:pt x="5026987" y="1841243"/>
                  <a:pt x="5053920" y="1826324"/>
                  <a:pt x="5038529" y="1812823"/>
                </a:cubicBezTo>
                <a:cubicBezTo>
                  <a:pt x="5047529" y="1812823"/>
                  <a:pt x="5043209" y="1805983"/>
                  <a:pt x="5052209" y="1805983"/>
                </a:cubicBezTo>
                <a:cubicBezTo>
                  <a:pt x="5043209" y="1799142"/>
                  <a:pt x="5054369" y="1778621"/>
                  <a:pt x="5072730" y="1787621"/>
                </a:cubicBezTo>
                <a:cubicBezTo>
                  <a:pt x="5079570" y="1769620"/>
                  <a:pt x="5070570" y="1746939"/>
                  <a:pt x="5091090" y="1735418"/>
                </a:cubicBezTo>
                <a:cubicBezTo>
                  <a:pt x="5097930" y="1735418"/>
                  <a:pt x="5097930" y="1746939"/>
                  <a:pt x="5104410" y="1746939"/>
                </a:cubicBezTo>
                <a:cubicBezTo>
                  <a:pt x="5104410" y="1742258"/>
                  <a:pt x="5104410" y="1730738"/>
                  <a:pt x="5093250" y="1735418"/>
                </a:cubicBezTo>
                <a:cubicBezTo>
                  <a:pt x="5093250" y="1712736"/>
                  <a:pt x="5122770" y="1699055"/>
                  <a:pt x="5115930" y="1673854"/>
                </a:cubicBezTo>
                <a:cubicBezTo>
                  <a:pt x="5127450" y="1676374"/>
                  <a:pt x="5131770" y="1664853"/>
                  <a:pt x="5118090" y="1660173"/>
                </a:cubicBezTo>
                <a:cubicBezTo>
                  <a:pt x="5124930" y="1655852"/>
                  <a:pt x="5127450" y="1660173"/>
                  <a:pt x="5131770" y="1660173"/>
                </a:cubicBezTo>
                <a:cubicBezTo>
                  <a:pt x="5131770" y="1651172"/>
                  <a:pt x="5150130" y="1640011"/>
                  <a:pt x="5131770" y="1633171"/>
                </a:cubicBezTo>
                <a:cubicBezTo>
                  <a:pt x="5138610" y="1626330"/>
                  <a:pt x="5141130" y="1616970"/>
                  <a:pt x="5145450" y="1610129"/>
                </a:cubicBezTo>
                <a:cubicBezTo>
                  <a:pt x="5177491" y="1605809"/>
                  <a:pt x="5163811" y="1553605"/>
                  <a:pt x="5198011" y="1533084"/>
                </a:cubicBezTo>
                <a:cubicBezTo>
                  <a:pt x="5179651" y="1503202"/>
                  <a:pt x="5236531" y="1483041"/>
                  <a:pt x="5211331" y="1453519"/>
                </a:cubicBezTo>
                <a:cubicBezTo>
                  <a:pt x="5227531" y="1448838"/>
                  <a:pt x="5211331" y="1441998"/>
                  <a:pt x="5222851" y="1439478"/>
                </a:cubicBezTo>
                <a:cubicBezTo>
                  <a:pt x="5231851" y="1455679"/>
                  <a:pt x="5218171" y="1476200"/>
                  <a:pt x="5220691" y="1498882"/>
                </a:cubicBezTo>
                <a:cubicBezTo>
                  <a:pt x="5225011" y="1498882"/>
                  <a:pt x="5231851" y="1503202"/>
                  <a:pt x="5238691" y="1503202"/>
                </a:cubicBezTo>
                <a:cubicBezTo>
                  <a:pt x="5243371" y="1496361"/>
                  <a:pt x="5243371" y="1492041"/>
                  <a:pt x="5234371" y="1483041"/>
                </a:cubicBezTo>
                <a:cubicBezTo>
                  <a:pt x="5245531" y="1473680"/>
                  <a:pt x="5248051" y="1498882"/>
                  <a:pt x="5259211" y="1485201"/>
                </a:cubicBezTo>
                <a:cubicBezTo>
                  <a:pt x="5245531" y="1483041"/>
                  <a:pt x="5263891" y="1459999"/>
                  <a:pt x="5241211" y="1464679"/>
                </a:cubicBezTo>
                <a:cubicBezTo>
                  <a:pt x="5257051" y="1455679"/>
                  <a:pt x="5241211" y="1444158"/>
                  <a:pt x="5252371" y="1439478"/>
                </a:cubicBezTo>
                <a:cubicBezTo>
                  <a:pt x="5236531" y="1444158"/>
                  <a:pt x="5241211" y="1435157"/>
                  <a:pt x="5227531" y="1432637"/>
                </a:cubicBezTo>
                <a:cubicBezTo>
                  <a:pt x="5245531" y="1421476"/>
                  <a:pt x="5238691" y="1409956"/>
                  <a:pt x="5231851" y="1400955"/>
                </a:cubicBezTo>
                <a:cubicBezTo>
                  <a:pt x="5238691" y="1394114"/>
                  <a:pt x="5243371" y="1403115"/>
                  <a:pt x="5250211" y="1398795"/>
                </a:cubicBezTo>
                <a:cubicBezTo>
                  <a:pt x="5248051" y="1385114"/>
                  <a:pt x="5252371" y="1359912"/>
                  <a:pt x="5266051" y="1355592"/>
                </a:cubicBezTo>
                <a:cubicBezTo>
                  <a:pt x="5259211" y="1364592"/>
                  <a:pt x="5268211" y="1376113"/>
                  <a:pt x="5263891" y="1387274"/>
                </a:cubicBezTo>
                <a:cubicBezTo>
                  <a:pt x="5272891" y="1380433"/>
                  <a:pt x="5279731" y="1389794"/>
                  <a:pt x="5288731" y="1378273"/>
                </a:cubicBezTo>
                <a:cubicBezTo>
                  <a:pt x="5277571" y="1378273"/>
                  <a:pt x="5284411" y="1371433"/>
                  <a:pt x="5275051" y="1364592"/>
                </a:cubicBezTo>
                <a:cubicBezTo>
                  <a:pt x="5295571" y="1369273"/>
                  <a:pt x="5318611" y="1319229"/>
                  <a:pt x="5302411" y="1309869"/>
                </a:cubicBezTo>
                <a:cubicBezTo>
                  <a:pt x="5311771" y="1300868"/>
                  <a:pt x="5313931" y="1314549"/>
                  <a:pt x="5320772" y="1305548"/>
                </a:cubicBezTo>
                <a:cubicBezTo>
                  <a:pt x="5318611" y="1303028"/>
                  <a:pt x="5320772" y="1300868"/>
                  <a:pt x="5318611" y="1298708"/>
                </a:cubicBezTo>
                <a:cubicBezTo>
                  <a:pt x="5307091" y="1296188"/>
                  <a:pt x="5300251" y="1291867"/>
                  <a:pt x="5288731" y="1300868"/>
                </a:cubicBezTo>
                <a:cubicBezTo>
                  <a:pt x="5293411" y="1294028"/>
                  <a:pt x="5293411" y="1287187"/>
                  <a:pt x="5293411" y="1280347"/>
                </a:cubicBezTo>
                <a:cubicBezTo>
                  <a:pt x="5281891" y="1282867"/>
                  <a:pt x="5284411" y="1296188"/>
                  <a:pt x="5275051" y="1291867"/>
                </a:cubicBezTo>
                <a:cubicBezTo>
                  <a:pt x="5291251" y="1285027"/>
                  <a:pt x="5270731" y="1276026"/>
                  <a:pt x="5286571" y="1269186"/>
                </a:cubicBezTo>
                <a:cubicBezTo>
                  <a:pt x="5300251" y="1273506"/>
                  <a:pt x="5295571" y="1282867"/>
                  <a:pt x="5307091" y="1282867"/>
                </a:cubicBezTo>
                <a:cubicBezTo>
                  <a:pt x="5316091" y="1276026"/>
                  <a:pt x="5304571" y="1266666"/>
                  <a:pt x="5313931" y="1259825"/>
                </a:cubicBezTo>
                <a:lnTo>
                  <a:pt x="5316222" y="1259853"/>
                </a:lnTo>
                <a:lnTo>
                  <a:pt x="5316893" y="1257959"/>
                </a:lnTo>
                <a:cubicBezTo>
                  <a:pt x="5319755" y="1252236"/>
                  <a:pt x="5323752" y="1245967"/>
                  <a:pt x="5323752" y="1241425"/>
                </a:cubicBezTo>
                <a:cubicBezTo>
                  <a:pt x="5327205" y="1242515"/>
                  <a:pt x="5329090" y="1244627"/>
                  <a:pt x="5329828" y="1247256"/>
                </a:cubicBezTo>
                <a:lnTo>
                  <a:pt x="5329726" y="1248385"/>
                </a:lnTo>
                <a:lnTo>
                  <a:pt x="5335307" y="1245199"/>
                </a:lnTo>
                <a:cubicBezTo>
                  <a:pt x="5340122" y="1244614"/>
                  <a:pt x="5345792" y="1243984"/>
                  <a:pt x="5350292" y="1239304"/>
                </a:cubicBezTo>
                <a:cubicBezTo>
                  <a:pt x="5348132" y="1234984"/>
                  <a:pt x="5350292" y="1230303"/>
                  <a:pt x="5343452" y="1228143"/>
                </a:cubicBezTo>
                <a:cubicBezTo>
                  <a:pt x="5336612" y="1228143"/>
                  <a:pt x="5341292" y="1241824"/>
                  <a:pt x="5331932" y="1234984"/>
                </a:cubicBezTo>
                <a:lnTo>
                  <a:pt x="5335681" y="1219274"/>
                </a:lnTo>
                <a:lnTo>
                  <a:pt x="5331417" y="1207937"/>
                </a:lnTo>
                <a:cubicBezTo>
                  <a:pt x="5329115" y="1191223"/>
                  <a:pt x="5334347" y="1166422"/>
                  <a:pt x="5350253" y="1174779"/>
                </a:cubicBezTo>
                <a:lnTo>
                  <a:pt x="5345637" y="1189682"/>
                </a:lnTo>
                <a:lnTo>
                  <a:pt x="5354522" y="1211357"/>
                </a:lnTo>
                <a:cubicBezTo>
                  <a:pt x="5357672" y="1217883"/>
                  <a:pt x="5360552" y="1224723"/>
                  <a:pt x="5361812" y="1234984"/>
                </a:cubicBezTo>
                <a:cubicBezTo>
                  <a:pt x="5366132" y="1232463"/>
                  <a:pt x="5368292" y="1232463"/>
                  <a:pt x="5370812" y="1232463"/>
                </a:cubicBezTo>
                <a:cubicBezTo>
                  <a:pt x="5370812" y="1214462"/>
                  <a:pt x="5361812" y="1193941"/>
                  <a:pt x="5363972" y="1175579"/>
                </a:cubicBezTo>
                <a:cubicBezTo>
                  <a:pt x="5370812" y="1171259"/>
                  <a:pt x="5372972" y="1175579"/>
                  <a:pt x="5377652" y="1173419"/>
                </a:cubicBezTo>
                <a:cubicBezTo>
                  <a:pt x="5375132" y="1171259"/>
                  <a:pt x="5377652" y="1168739"/>
                  <a:pt x="5377652" y="1166579"/>
                </a:cubicBezTo>
                <a:cubicBezTo>
                  <a:pt x="5372972" y="1164419"/>
                  <a:pt x="5368292" y="1168739"/>
                  <a:pt x="5366132" y="1166579"/>
                </a:cubicBezTo>
                <a:cubicBezTo>
                  <a:pt x="5363972" y="1159738"/>
                  <a:pt x="5361812" y="1143897"/>
                  <a:pt x="5377652" y="1141737"/>
                </a:cubicBezTo>
                <a:cubicBezTo>
                  <a:pt x="5372972" y="1128056"/>
                  <a:pt x="5348132" y="1102854"/>
                  <a:pt x="5368292" y="1096014"/>
                </a:cubicBezTo>
                <a:cubicBezTo>
                  <a:pt x="5368292" y="1100694"/>
                  <a:pt x="5379812" y="1112215"/>
                  <a:pt x="5388812" y="1132376"/>
                </a:cubicBezTo>
                <a:cubicBezTo>
                  <a:pt x="5393492" y="1116535"/>
                  <a:pt x="5375132" y="1100694"/>
                  <a:pt x="5391332" y="1084853"/>
                </a:cubicBezTo>
                <a:cubicBezTo>
                  <a:pt x="5379812" y="1096014"/>
                  <a:pt x="5372972" y="1082333"/>
                  <a:pt x="5363972" y="1087013"/>
                </a:cubicBezTo>
                <a:cubicBezTo>
                  <a:pt x="5368292" y="1082333"/>
                  <a:pt x="5359292" y="1078013"/>
                  <a:pt x="5366132" y="1075493"/>
                </a:cubicBezTo>
                <a:cubicBezTo>
                  <a:pt x="5370812" y="1084853"/>
                  <a:pt x="5384492" y="1087013"/>
                  <a:pt x="5398172" y="1080173"/>
                </a:cubicBezTo>
                <a:cubicBezTo>
                  <a:pt x="5379812" y="1071172"/>
                  <a:pt x="5391332" y="1064332"/>
                  <a:pt x="5405013" y="1057491"/>
                </a:cubicBezTo>
                <a:cubicBezTo>
                  <a:pt x="5394752" y="1043810"/>
                  <a:pt x="5394752" y="1033010"/>
                  <a:pt x="5396462" y="1022479"/>
                </a:cubicBezTo>
                <a:lnTo>
                  <a:pt x="5398408" y="1011333"/>
                </a:lnTo>
                <a:lnTo>
                  <a:pt x="5397457" y="1014052"/>
                </a:lnTo>
                <a:cubicBezTo>
                  <a:pt x="5381348" y="1011896"/>
                  <a:pt x="5381348" y="1011896"/>
                  <a:pt x="5381348" y="1011896"/>
                </a:cubicBezTo>
                <a:cubicBezTo>
                  <a:pt x="5379200" y="986735"/>
                  <a:pt x="5379200" y="979906"/>
                  <a:pt x="5390655" y="957262"/>
                </a:cubicBezTo>
                <a:cubicBezTo>
                  <a:pt x="5396830" y="960047"/>
                  <a:pt x="5401327" y="963417"/>
                  <a:pt x="5404353" y="967298"/>
                </a:cubicBezTo>
                <a:lnTo>
                  <a:pt x="5408294" y="977897"/>
                </a:lnTo>
                <a:lnTo>
                  <a:pt x="5416134" y="971550"/>
                </a:lnTo>
                <a:cubicBezTo>
                  <a:pt x="5428041" y="973791"/>
                  <a:pt x="5420971" y="990226"/>
                  <a:pt x="5411669" y="987985"/>
                </a:cubicBezTo>
                <a:cubicBezTo>
                  <a:pt x="5413902" y="985557"/>
                  <a:pt x="5413251" y="983783"/>
                  <a:pt x="5411483" y="982616"/>
                </a:cubicBezTo>
                <a:lnTo>
                  <a:pt x="5408695" y="981916"/>
                </a:lnTo>
                <a:lnTo>
                  <a:pt x="5404888" y="992801"/>
                </a:lnTo>
                <a:lnTo>
                  <a:pt x="5407825" y="994425"/>
                </a:lnTo>
                <a:cubicBezTo>
                  <a:pt x="5411200" y="999792"/>
                  <a:pt x="5409985" y="1007791"/>
                  <a:pt x="5413360" y="1012527"/>
                </a:cubicBezTo>
                <a:lnTo>
                  <a:pt x="5422438" y="1016215"/>
                </a:lnTo>
                <a:lnTo>
                  <a:pt x="5423399" y="1014041"/>
                </a:lnTo>
                <a:lnTo>
                  <a:pt x="5425134" y="1003229"/>
                </a:lnTo>
                <a:cubicBezTo>
                  <a:pt x="5423936" y="990234"/>
                  <a:pt x="5416713" y="977746"/>
                  <a:pt x="5438853" y="964245"/>
                </a:cubicBezTo>
                <a:cubicBezTo>
                  <a:pt x="5427693" y="950564"/>
                  <a:pt x="5434533" y="936883"/>
                  <a:pt x="5434533" y="923202"/>
                </a:cubicBezTo>
                <a:cubicBezTo>
                  <a:pt x="5431113" y="920862"/>
                  <a:pt x="5427693" y="920322"/>
                  <a:pt x="5424543" y="919512"/>
                </a:cubicBezTo>
                <a:lnTo>
                  <a:pt x="5417599" y="915106"/>
                </a:lnTo>
                <a:lnTo>
                  <a:pt x="5416246" y="917500"/>
                </a:lnTo>
                <a:cubicBezTo>
                  <a:pt x="5413111" y="920683"/>
                  <a:pt x="5409659" y="923594"/>
                  <a:pt x="5407297" y="928323"/>
                </a:cubicBezTo>
                <a:cubicBezTo>
                  <a:pt x="5393488" y="921411"/>
                  <a:pt x="5402573" y="918864"/>
                  <a:pt x="5407297" y="907586"/>
                </a:cubicBezTo>
                <a:cubicBezTo>
                  <a:pt x="5405117" y="902857"/>
                  <a:pt x="5395668" y="902857"/>
                  <a:pt x="5398212" y="893762"/>
                </a:cubicBezTo>
                <a:cubicBezTo>
                  <a:pt x="5405117" y="893762"/>
                  <a:pt x="5409114" y="896036"/>
                  <a:pt x="5412521" y="898582"/>
                </a:cubicBezTo>
                <a:lnTo>
                  <a:pt x="5413089" y="898923"/>
                </a:lnTo>
                <a:lnTo>
                  <a:pt x="5415560" y="897354"/>
                </a:lnTo>
                <a:cubicBezTo>
                  <a:pt x="5422361" y="896358"/>
                  <a:pt x="5425263" y="906551"/>
                  <a:pt x="5432013" y="911681"/>
                </a:cubicBezTo>
                <a:cubicBezTo>
                  <a:pt x="5432013" y="908351"/>
                  <a:pt x="5432598" y="907114"/>
                  <a:pt x="5433582" y="906956"/>
                </a:cubicBezTo>
                <a:lnTo>
                  <a:pt x="5437467" y="908675"/>
                </a:lnTo>
                <a:lnTo>
                  <a:pt x="5439501" y="904277"/>
                </a:lnTo>
                <a:lnTo>
                  <a:pt x="5444043" y="903859"/>
                </a:lnTo>
                <a:lnTo>
                  <a:pt x="5436693" y="897685"/>
                </a:lnTo>
                <a:cubicBezTo>
                  <a:pt x="5435523" y="894310"/>
                  <a:pt x="5437773" y="891520"/>
                  <a:pt x="5445693" y="891520"/>
                </a:cubicBezTo>
                <a:close/>
                <a:moveTo>
                  <a:pt x="4785894" y="890587"/>
                </a:moveTo>
                <a:cubicBezTo>
                  <a:pt x="4820041" y="894911"/>
                  <a:pt x="4772236" y="920133"/>
                  <a:pt x="4797037" y="931303"/>
                </a:cubicBezTo>
                <a:cubicBezTo>
                  <a:pt x="4788051" y="929141"/>
                  <a:pt x="4779065" y="942833"/>
                  <a:pt x="4792724" y="949680"/>
                </a:cubicBezTo>
                <a:cubicBezTo>
                  <a:pt x="4785894" y="949680"/>
                  <a:pt x="4774392" y="951842"/>
                  <a:pt x="4790208" y="961210"/>
                </a:cubicBezTo>
                <a:cubicBezTo>
                  <a:pt x="4767563" y="967696"/>
                  <a:pt x="4781222" y="988234"/>
                  <a:pt x="4767563" y="999764"/>
                </a:cubicBezTo>
                <a:cubicBezTo>
                  <a:pt x="4763250" y="981388"/>
                  <a:pt x="4765407" y="963372"/>
                  <a:pt x="4770079" y="944995"/>
                </a:cubicBezTo>
                <a:cubicBezTo>
                  <a:pt x="4776549" y="929141"/>
                  <a:pt x="4785894" y="910765"/>
                  <a:pt x="4785894" y="890587"/>
                </a:cubicBezTo>
                <a:close/>
                <a:moveTo>
                  <a:pt x="4864158" y="884237"/>
                </a:moveTo>
                <a:cubicBezTo>
                  <a:pt x="4884316" y="895474"/>
                  <a:pt x="4893675" y="891124"/>
                  <a:pt x="4907353" y="904537"/>
                </a:cubicBezTo>
                <a:cubicBezTo>
                  <a:pt x="4897994" y="913962"/>
                  <a:pt x="4884316" y="916137"/>
                  <a:pt x="4891155" y="929912"/>
                </a:cubicBezTo>
                <a:cubicBezTo>
                  <a:pt x="4873157" y="927737"/>
                  <a:pt x="4891155" y="916137"/>
                  <a:pt x="4879996" y="904537"/>
                </a:cubicBezTo>
                <a:cubicBezTo>
                  <a:pt x="4870997" y="909250"/>
                  <a:pt x="4868477" y="923025"/>
                  <a:pt x="4859478" y="927737"/>
                </a:cubicBezTo>
                <a:cubicBezTo>
                  <a:pt x="4845800" y="913962"/>
                  <a:pt x="4873157" y="895474"/>
                  <a:pt x="4864158" y="884237"/>
                </a:cubicBezTo>
                <a:close/>
                <a:moveTo>
                  <a:pt x="5591887" y="881624"/>
                </a:moveTo>
                <a:cubicBezTo>
                  <a:pt x="5598792" y="874712"/>
                  <a:pt x="5596248" y="886353"/>
                  <a:pt x="5596248" y="893266"/>
                </a:cubicBezTo>
                <a:cubicBezTo>
                  <a:pt x="5610057" y="895448"/>
                  <a:pt x="5607877" y="886353"/>
                  <a:pt x="5616962" y="895448"/>
                </a:cubicBezTo>
                <a:cubicBezTo>
                  <a:pt x="5610057" y="902361"/>
                  <a:pt x="5605696" y="909273"/>
                  <a:pt x="5591887" y="907090"/>
                </a:cubicBezTo>
                <a:cubicBezTo>
                  <a:pt x="5587163" y="895448"/>
                  <a:pt x="5596248" y="897995"/>
                  <a:pt x="5591887" y="881624"/>
                </a:cubicBezTo>
                <a:close/>
                <a:moveTo>
                  <a:pt x="4594975" y="863600"/>
                </a:moveTo>
                <a:cubicBezTo>
                  <a:pt x="4606617" y="867954"/>
                  <a:pt x="4617895" y="872671"/>
                  <a:pt x="4629536" y="877388"/>
                </a:cubicBezTo>
                <a:lnTo>
                  <a:pt x="4626990" y="888637"/>
                </a:lnTo>
                <a:cubicBezTo>
                  <a:pt x="4615712" y="879565"/>
                  <a:pt x="4597158" y="874848"/>
                  <a:pt x="4594975" y="863600"/>
                </a:cubicBezTo>
                <a:close/>
                <a:moveTo>
                  <a:pt x="5654814" y="853016"/>
                </a:moveTo>
                <a:cubicBezTo>
                  <a:pt x="5675697" y="850900"/>
                  <a:pt x="5657013" y="877711"/>
                  <a:pt x="5659211" y="888647"/>
                </a:cubicBezTo>
                <a:cubicBezTo>
                  <a:pt x="5652250" y="881944"/>
                  <a:pt x="5652250" y="868539"/>
                  <a:pt x="5654814" y="853016"/>
                </a:cubicBezTo>
                <a:close/>
                <a:moveTo>
                  <a:pt x="5351331" y="852487"/>
                </a:moveTo>
                <a:cubicBezTo>
                  <a:pt x="5369322" y="866043"/>
                  <a:pt x="5355917" y="895296"/>
                  <a:pt x="5349214" y="915630"/>
                </a:cubicBezTo>
                <a:cubicBezTo>
                  <a:pt x="5337925" y="902074"/>
                  <a:pt x="5349214" y="874961"/>
                  <a:pt x="5351331" y="852487"/>
                </a:cubicBezTo>
                <a:close/>
                <a:moveTo>
                  <a:pt x="5411669" y="846137"/>
                </a:moveTo>
                <a:cubicBezTo>
                  <a:pt x="5420971" y="855444"/>
                  <a:pt x="5404600" y="868689"/>
                  <a:pt x="5428041" y="871195"/>
                </a:cubicBezTo>
                <a:cubicBezTo>
                  <a:pt x="5423204" y="877996"/>
                  <a:pt x="5416134" y="873343"/>
                  <a:pt x="5411669" y="882292"/>
                </a:cubicBezTo>
                <a:cubicBezTo>
                  <a:pt x="5406832" y="871195"/>
                  <a:pt x="5404600" y="857592"/>
                  <a:pt x="5411669" y="846137"/>
                </a:cubicBezTo>
                <a:close/>
                <a:moveTo>
                  <a:pt x="5407664" y="820066"/>
                </a:moveTo>
                <a:cubicBezTo>
                  <a:pt x="5428055" y="817562"/>
                  <a:pt x="5423405" y="842604"/>
                  <a:pt x="5403013" y="837953"/>
                </a:cubicBezTo>
                <a:cubicBezTo>
                  <a:pt x="5407664" y="820066"/>
                  <a:pt x="5407664" y="820066"/>
                  <a:pt x="5407664" y="820066"/>
                </a:cubicBezTo>
                <a:close/>
                <a:moveTo>
                  <a:pt x="4599372" y="817995"/>
                </a:moveTo>
                <a:lnTo>
                  <a:pt x="4599372" y="826750"/>
                </a:lnTo>
                <a:cubicBezTo>
                  <a:pt x="4575925" y="824393"/>
                  <a:pt x="4575925" y="824393"/>
                  <a:pt x="4575925" y="824393"/>
                </a:cubicBezTo>
                <a:cubicBezTo>
                  <a:pt x="4578489" y="815975"/>
                  <a:pt x="4589846" y="817995"/>
                  <a:pt x="4599372" y="817995"/>
                </a:cubicBezTo>
                <a:close/>
                <a:moveTo>
                  <a:pt x="5451808" y="815975"/>
                </a:moveTo>
                <a:cubicBezTo>
                  <a:pt x="5458687" y="820737"/>
                  <a:pt x="5463393" y="815975"/>
                  <a:pt x="5467738" y="820737"/>
                </a:cubicBezTo>
                <a:cubicBezTo>
                  <a:pt x="5463393" y="825133"/>
                  <a:pt x="5465566" y="829896"/>
                  <a:pt x="5458687" y="834658"/>
                </a:cubicBezTo>
                <a:cubicBezTo>
                  <a:pt x="5456514" y="822935"/>
                  <a:pt x="5447463" y="822935"/>
                  <a:pt x="5451808" y="815975"/>
                </a:cubicBezTo>
                <a:close/>
                <a:moveTo>
                  <a:pt x="4804663" y="809625"/>
                </a:moveTo>
                <a:cubicBezTo>
                  <a:pt x="4839088" y="837021"/>
                  <a:pt x="4793430" y="846033"/>
                  <a:pt x="4797778" y="891814"/>
                </a:cubicBezTo>
                <a:cubicBezTo>
                  <a:pt x="4772775" y="873430"/>
                  <a:pt x="4802489" y="832335"/>
                  <a:pt x="4804663" y="809625"/>
                </a:cubicBezTo>
                <a:close/>
                <a:moveTo>
                  <a:pt x="4002838" y="803885"/>
                </a:moveTo>
                <a:cubicBezTo>
                  <a:pt x="4016759" y="808647"/>
                  <a:pt x="4009798" y="806449"/>
                  <a:pt x="4007600" y="806449"/>
                </a:cubicBezTo>
                <a:cubicBezTo>
                  <a:pt x="4007600" y="810845"/>
                  <a:pt x="3998075" y="801687"/>
                  <a:pt x="4002838" y="803885"/>
                </a:cubicBezTo>
                <a:close/>
                <a:moveTo>
                  <a:pt x="5500346" y="792747"/>
                </a:moveTo>
                <a:cubicBezTo>
                  <a:pt x="5498114" y="797454"/>
                  <a:pt x="5502579" y="797454"/>
                  <a:pt x="5507416" y="797454"/>
                </a:cubicBezTo>
                <a:cubicBezTo>
                  <a:pt x="5495509" y="803971"/>
                  <a:pt x="5502579" y="808677"/>
                  <a:pt x="5493277" y="810850"/>
                </a:cubicBezTo>
                <a:cubicBezTo>
                  <a:pt x="5483975" y="806505"/>
                  <a:pt x="5493277" y="790575"/>
                  <a:pt x="5500346" y="792747"/>
                </a:cubicBezTo>
                <a:close/>
                <a:moveTo>
                  <a:pt x="4977132" y="758825"/>
                </a:moveTo>
                <a:cubicBezTo>
                  <a:pt x="4993076" y="797811"/>
                  <a:pt x="4963362" y="850153"/>
                  <a:pt x="4960825" y="898164"/>
                </a:cubicBezTo>
                <a:cubicBezTo>
                  <a:pt x="4949592" y="893471"/>
                  <a:pt x="4937996" y="886612"/>
                  <a:pt x="4926763" y="881920"/>
                </a:cubicBezTo>
                <a:cubicBezTo>
                  <a:pt x="4928937" y="866036"/>
                  <a:pt x="4940170" y="884446"/>
                  <a:pt x="4953940" y="881920"/>
                </a:cubicBezTo>
                <a:cubicBezTo>
                  <a:pt x="4956477" y="829577"/>
                  <a:pt x="4960825" y="793118"/>
                  <a:pt x="4977132" y="758825"/>
                </a:cubicBezTo>
                <a:close/>
                <a:moveTo>
                  <a:pt x="5566847" y="755786"/>
                </a:moveTo>
                <a:lnTo>
                  <a:pt x="5566444" y="757378"/>
                </a:lnTo>
                <a:cubicBezTo>
                  <a:pt x="5565707" y="760284"/>
                  <a:pt x="5564697" y="764269"/>
                  <a:pt x="5563350" y="769583"/>
                </a:cubicBezTo>
                <a:cubicBezTo>
                  <a:pt x="5563350" y="769583"/>
                  <a:pt x="5564023" y="766926"/>
                  <a:pt x="5564865" y="763605"/>
                </a:cubicBezTo>
                <a:close/>
                <a:moveTo>
                  <a:pt x="5505231" y="755650"/>
                </a:moveTo>
                <a:cubicBezTo>
                  <a:pt x="5518550" y="759994"/>
                  <a:pt x="5505231" y="769046"/>
                  <a:pt x="5500675" y="775925"/>
                </a:cubicBezTo>
                <a:cubicBezTo>
                  <a:pt x="5491913" y="769046"/>
                  <a:pt x="5507334" y="762167"/>
                  <a:pt x="5505231" y="755650"/>
                </a:cubicBezTo>
                <a:close/>
                <a:moveTo>
                  <a:pt x="5567896" y="751650"/>
                </a:moveTo>
                <a:cubicBezTo>
                  <a:pt x="5568401" y="749657"/>
                  <a:pt x="5568064" y="750986"/>
                  <a:pt x="5567391" y="753642"/>
                </a:cubicBezTo>
                <a:lnTo>
                  <a:pt x="5566847" y="755786"/>
                </a:lnTo>
                <a:close/>
                <a:moveTo>
                  <a:pt x="5418991" y="747712"/>
                </a:moveTo>
                <a:cubicBezTo>
                  <a:pt x="5434413" y="763656"/>
                  <a:pt x="5407775" y="786485"/>
                  <a:pt x="5431959" y="800255"/>
                </a:cubicBezTo>
                <a:cubicBezTo>
                  <a:pt x="5427753" y="814024"/>
                  <a:pt x="5416537" y="798080"/>
                  <a:pt x="5414434" y="807139"/>
                </a:cubicBezTo>
                <a:cubicBezTo>
                  <a:pt x="5412331" y="798080"/>
                  <a:pt x="5414434" y="772715"/>
                  <a:pt x="5418991" y="747712"/>
                </a:cubicBezTo>
                <a:close/>
                <a:moveTo>
                  <a:pt x="5720277" y="746273"/>
                </a:moveTo>
                <a:cubicBezTo>
                  <a:pt x="5724668" y="748043"/>
                  <a:pt x="5725476" y="763851"/>
                  <a:pt x="5739204" y="757237"/>
                </a:cubicBezTo>
                <a:lnTo>
                  <a:pt x="5736692" y="772759"/>
                </a:lnTo>
                <a:cubicBezTo>
                  <a:pt x="5716234" y="761470"/>
                  <a:pt x="5698288" y="772759"/>
                  <a:pt x="5698288" y="750534"/>
                </a:cubicBezTo>
                <a:cubicBezTo>
                  <a:pt x="5698288" y="757237"/>
                  <a:pt x="5727719" y="759353"/>
                  <a:pt x="5714080" y="750534"/>
                </a:cubicBezTo>
                <a:cubicBezTo>
                  <a:pt x="5716951" y="746653"/>
                  <a:pt x="5718813" y="745683"/>
                  <a:pt x="5720277" y="746273"/>
                </a:cubicBezTo>
                <a:close/>
                <a:moveTo>
                  <a:pt x="4752138" y="741362"/>
                </a:moveTo>
                <a:cubicBezTo>
                  <a:pt x="4776321" y="741362"/>
                  <a:pt x="4778775" y="759509"/>
                  <a:pt x="4760900" y="761644"/>
                </a:cubicBezTo>
                <a:cubicBezTo>
                  <a:pt x="4770013" y="743853"/>
                  <a:pt x="4760900" y="752748"/>
                  <a:pt x="4752138" y="741362"/>
                </a:cubicBezTo>
                <a:close/>
                <a:moveTo>
                  <a:pt x="4565350" y="740419"/>
                </a:moveTo>
                <a:cubicBezTo>
                  <a:pt x="4589793" y="743024"/>
                  <a:pt x="4563225" y="750093"/>
                  <a:pt x="4574206" y="754930"/>
                </a:cubicBezTo>
                <a:cubicBezTo>
                  <a:pt x="4599003" y="738187"/>
                  <a:pt x="4578812" y="745256"/>
                  <a:pt x="4605734" y="757163"/>
                </a:cubicBezTo>
                <a:cubicBezTo>
                  <a:pt x="4596524" y="761628"/>
                  <a:pt x="4583062" y="761628"/>
                  <a:pt x="4567476" y="759395"/>
                </a:cubicBezTo>
                <a:cubicBezTo>
                  <a:pt x="4563225" y="757163"/>
                  <a:pt x="4565350" y="750093"/>
                  <a:pt x="4565350" y="740419"/>
                </a:cubicBezTo>
                <a:close/>
                <a:moveTo>
                  <a:pt x="5475408" y="738187"/>
                </a:moveTo>
                <a:cubicBezTo>
                  <a:pt x="5486794" y="742813"/>
                  <a:pt x="5473273" y="751708"/>
                  <a:pt x="5473273" y="758469"/>
                </a:cubicBezTo>
                <a:cubicBezTo>
                  <a:pt x="5466513" y="751708"/>
                  <a:pt x="5466513" y="744947"/>
                  <a:pt x="5475408" y="738187"/>
                </a:cubicBezTo>
                <a:close/>
                <a:moveTo>
                  <a:pt x="4810094" y="736600"/>
                </a:moveTo>
                <a:cubicBezTo>
                  <a:pt x="4843858" y="736600"/>
                  <a:pt x="4816846" y="748054"/>
                  <a:pt x="4826087" y="761299"/>
                </a:cubicBezTo>
                <a:cubicBezTo>
                  <a:pt x="4814714" y="763805"/>
                  <a:pt x="4807961" y="768100"/>
                  <a:pt x="4799076" y="772754"/>
                </a:cubicBezTo>
                <a:cubicBezTo>
                  <a:pt x="4796588" y="765953"/>
                  <a:pt x="4807961" y="754856"/>
                  <a:pt x="4810094" y="736600"/>
                </a:cubicBezTo>
                <a:close/>
                <a:moveTo>
                  <a:pt x="4661870" y="734511"/>
                </a:moveTo>
                <a:cubicBezTo>
                  <a:pt x="4665917" y="733659"/>
                  <a:pt x="4669373" y="733659"/>
                  <a:pt x="4672829" y="737067"/>
                </a:cubicBezTo>
                <a:cubicBezTo>
                  <a:pt x="4675012" y="743885"/>
                  <a:pt x="4670646" y="748549"/>
                  <a:pt x="4656822" y="743885"/>
                </a:cubicBezTo>
                <a:cubicBezTo>
                  <a:pt x="4681924" y="755367"/>
                  <a:pt x="4659005" y="773308"/>
                  <a:pt x="4654275" y="782278"/>
                </a:cubicBezTo>
                <a:cubicBezTo>
                  <a:pt x="4647363" y="764337"/>
                  <a:pt x="4652092" y="757520"/>
                  <a:pt x="4647363" y="737067"/>
                </a:cubicBezTo>
                <a:cubicBezTo>
                  <a:pt x="4653184" y="737067"/>
                  <a:pt x="4657822" y="735363"/>
                  <a:pt x="4661870" y="734511"/>
                </a:cubicBezTo>
                <a:close/>
                <a:moveTo>
                  <a:pt x="5383605" y="725487"/>
                </a:moveTo>
                <a:cubicBezTo>
                  <a:pt x="5370011" y="748553"/>
                  <a:pt x="5381101" y="761888"/>
                  <a:pt x="5374304" y="791801"/>
                </a:cubicBezTo>
                <a:cubicBezTo>
                  <a:pt x="5358563" y="778106"/>
                  <a:pt x="5365360" y="743867"/>
                  <a:pt x="5383605" y="725487"/>
                </a:cubicBezTo>
                <a:close/>
                <a:moveTo>
                  <a:pt x="4737369" y="725487"/>
                </a:moveTo>
                <a:cubicBezTo>
                  <a:pt x="4746287" y="730249"/>
                  <a:pt x="4764481" y="728051"/>
                  <a:pt x="4762341" y="737210"/>
                </a:cubicBezTo>
                <a:cubicBezTo>
                  <a:pt x="4753066" y="737210"/>
                  <a:pt x="4742007" y="735012"/>
                  <a:pt x="4739509" y="739408"/>
                </a:cubicBezTo>
                <a:cubicBezTo>
                  <a:pt x="4733088" y="739408"/>
                  <a:pt x="4737369" y="730249"/>
                  <a:pt x="4737369" y="725487"/>
                </a:cubicBezTo>
                <a:close/>
                <a:moveTo>
                  <a:pt x="4919213" y="715491"/>
                </a:moveTo>
                <a:cubicBezTo>
                  <a:pt x="4923063" y="714687"/>
                  <a:pt x="4927920" y="714709"/>
                  <a:pt x="4934215" y="715879"/>
                </a:cubicBezTo>
                <a:cubicBezTo>
                  <a:pt x="4931697" y="729556"/>
                  <a:pt x="4931697" y="743233"/>
                  <a:pt x="4940690" y="750071"/>
                </a:cubicBezTo>
                <a:cubicBezTo>
                  <a:pt x="4931697" y="756909"/>
                  <a:pt x="4918027" y="756909"/>
                  <a:pt x="4911192" y="765907"/>
                </a:cubicBezTo>
                <a:cubicBezTo>
                  <a:pt x="4904358" y="784263"/>
                  <a:pt x="4931697" y="802259"/>
                  <a:pt x="4904358" y="809098"/>
                </a:cubicBezTo>
                <a:cubicBezTo>
                  <a:pt x="4906876" y="815936"/>
                  <a:pt x="4911192" y="809098"/>
                  <a:pt x="4920545" y="811257"/>
                </a:cubicBezTo>
                <a:cubicBezTo>
                  <a:pt x="4897523" y="836452"/>
                  <a:pt x="4920545" y="861646"/>
                  <a:pt x="4900041" y="888640"/>
                </a:cubicBezTo>
                <a:cubicBezTo>
                  <a:pt x="4888530" y="877482"/>
                  <a:pt x="4895364" y="861646"/>
                  <a:pt x="4870543" y="854807"/>
                </a:cubicBezTo>
                <a:lnTo>
                  <a:pt x="4874983" y="831503"/>
                </a:lnTo>
                <a:lnTo>
                  <a:pt x="4869340" y="826326"/>
                </a:lnTo>
                <a:cubicBezTo>
                  <a:pt x="4867277" y="818295"/>
                  <a:pt x="4878054" y="807059"/>
                  <a:pt x="4874507" y="798512"/>
                </a:cubicBezTo>
                <a:cubicBezTo>
                  <a:pt x="4879145" y="800810"/>
                  <a:pt x="4882033" y="803245"/>
                  <a:pt x="4883648" y="805824"/>
                </a:cubicBezTo>
                <a:lnTo>
                  <a:pt x="4884387" y="809854"/>
                </a:lnTo>
                <a:lnTo>
                  <a:pt x="4887990" y="802889"/>
                </a:lnTo>
                <a:cubicBezTo>
                  <a:pt x="4895364" y="788672"/>
                  <a:pt x="4898782" y="776165"/>
                  <a:pt x="4881695" y="761228"/>
                </a:cubicBezTo>
                <a:cubicBezTo>
                  <a:pt x="4897523" y="772746"/>
                  <a:pt x="4897523" y="747911"/>
                  <a:pt x="4911192" y="743233"/>
                </a:cubicBezTo>
                <a:cubicBezTo>
                  <a:pt x="4909034" y="740713"/>
                  <a:pt x="4900041" y="740713"/>
                  <a:pt x="4900041" y="736394"/>
                </a:cubicBezTo>
                <a:cubicBezTo>
                  <a:pt x="4905167" y="727756"/>
                  <a:pt x="4907663" y="717903"/>
                  <a:pt x="4919213" y="715491"/>
                </a:cubicBezTo>
                <a:close/>
                <a:moveTo>
                  <a:pt x="4989116" y="695261"/>
                </a:moveTo>
                <a:cubicBezTo>
                  <a:pt x="4990263" y="699221"/>
                  <a:pt x="4989734" y="713817"/>
                  <a:pt x="4986382" y="736244"/>
                </a:cubicBezTo>
                <a:cubicBezTo>
                  <a:pt x="4961688" y="734108"/>
                  <a:pt x="4981796" y="720580"/>
                  <a:pt x="4981796" y="718088"/>
                </a:cubicBezTo>
                <a:cubicBezTo>
                  <a:pt x="4985147" y="697975"/>
                  <a:pt x="4987970" y="691300"/>
                  <a:pt x="4989116" y="695261"/>
                </a:cubicBezTo>
                <a:close/>
                <a:moveTo>
                  <a:pt x="5673366" y="691512"/>
                </a:moveTo>
                <a:cubicBezTo>
                  <a:pt x="5707454" y="688975"/>
                  <a:pt x="5671213" y="762200"/>
                  <a:pt x="5666548" y="780687"/>
                </a:cubicBezTo>
                <a:cubicBezTo>
                  <a:pt x="5655425" y="757850"/>
                  <a:pt x="5687001" y="721237"/>
                  <a:pt x="5673366" y="691512"/>
                </a:cubicBezTo>
                <a:close/>
                <a:moveTo>
                  <a:pt x="4814985" y="690428"/>
                </a:moveTo>
                <a:cubicBezTo>
                  <a:pt x="4837591" y="685800"/>
                  <a:pt x="4830773" y="708227"/>
                  <a:pt x="4823956" y="714990"/>
                </a:cubicBezTo>
                <a:cubicBezTo>
                  <a:pt x="4821803" y="723890"/>
                  <a:pt x="4839744" y="721754"/>
                  <a:pt x="4853379" y="721754"/>
                </a:cubicBezTo>
                <a:cubicBezTo>
                  <a:pt x="4844409" y="744181"/>
                  <a:pt x="4823956" y="717126"/>
                  <a:pt x="4806015" y="730653"/>
                </a:cubicBezTo>
                <a:cubicBezTo>
                  <a:pt x="4803503" y="728518"/>
                  <a:pt x="4808168" y="728518"/>
                  <a:pt x="4810321" y="728518"/>
                </a:cubicBezTo>
                <a:cubicBezTo>
                  <a:pt x="4814985" y="714990"/>
                  <a:pt x="4801350" y="703599"/>
                  <a:pt x="4814985" y="690428"/>
                </a:cubicBezTo>
                <a:close/>
                <a:moveTo>
                  <a:pt x="4922274" y="682625"/>
                </a:moveTo>
                <a:cubicBezTo>
                  <a:pt x="4924498" y="683251"/>
                  <a:pt x="4926032" y="685824"/>
                  <a:pt x="4926799" y="689331"/>
                </a:cubicBezTo>
                <a:lnTo>
                  <a:pt x="4926735" y="699482"/>
                </a:lnTo>
                <a:lnTo>
                  <a:pt x="4935925" y="700672"/>
                </a:lnTo>
                <a:cubicBezTo>
                  <a:pt x="4935380" y="703478"/>
                  <a:pt x="4933245" y="706013"/>
                  <a:pt x="4930417" y="707953"/>
                </a:cubicBezTo>
                <a:lnTo>
                  <a:pt x="4922684" y="710927"/>
                </a:lnTo>
                <a:lnTo>
                  <a:pt x="4921573" y="713482"/>
                </a:lnTo>
                <a:cubicBezTo>
                  <a:pt x="4918960" y="716676"/>
                  <a:pt x="4915424" y="718779"/>
                  <a:pt x="4910888" y="718779"/>
                </a:cubicBezTo>
                <a:lnTo>
                  <a:pt x="4913602" y="710160"/>
                </a:lnTo>
                <a:lnTo>
                  <a:pt x="4912314" y="709888"/>
                </a:lnTo>
                <a:cubicBezTo>
                  <a:pt x="4910304" y="708162"/>
                  <a:pt x="4909396" y="705198"/>
                  <a:pt x="4910486" y="700672"/>
                </a:cubicBezTo>
                <a:lnTo>
                  <a:pt x="4916844" y="699866"/>
                </a:lnTo>
                <a:close/>
                <a:moveTo>
                  <a:pt x="5638815" y="674687"/>
                </a:moveTo>
                <a:cubicBezTo>
                  <a:pt x="5638815" y="686196"/>
                  <a:pt x="5627834" y="681521"/>
                  <a:pt x="5625709" y="688354"/>
                </a:cubicBezTo>
                <a:cubicBezTo>
                  <a:pt x="5629960" y="702022"/>
                  <a:pt x="5641295" y="681521"/>
                  <a:pt x="5645546" y="695188"/>
                </a:cubicBezTo>
                <a:cubicBezTo>
                  <a:pt x="5632085" y="720365"/>
                  <a:pt x="5603038" y="674687"/>
                  <a:pt x="5638815" y="674687"/>
                </a:cubicBezTo>
                <a:close/>
                <a:moveTo>
                  <a:pt x="4666434" y="674687"/>
                </a:moveTo>
                <a:cubicBezTo>
                  <a:pt x="4696212" y="683994"/>
                  <a:pt x="4661713" y="692943"/>
                  <a:pt x="4671154" y="710842"/>
                </a:cubicBezTo>
                <a:cubicBezTo>
                  <a:pt x="4654813" y="708694"/>
                  <a:pt x="4671154" y="690795"/>
                  <a:pt x="4641013" y="695091"/>
                </a:cubicBezTo>
                <a:cubicBezTo>
                  <a:pt x="4654813" y="686142"/>
                  <a:pt x="4675512" y="692943"/>
                  <a:pt x="4666434" y="674687"/>
                </a:cubicBezTo>
                <a:close/>
                <a:moveTo>
                  <a:pt x="4852601" y="669925"/>
                </a:moveTo>
                <a:cubicBezTo>
                  <a:pt x="4881955" y="669925"/>
                  <a:pt x="4881955" y="669925"/>
                  <a:pt x="4881955" y="669925"/>
                </a:cubicBezTo>
                <a:cubicBezTo>
                  <a:pt x="4881955" y="674321"/>
                  <a:pt x="4845800" y="683845"/>
                  <a:pt x="4852601" y="669925"/>
                </a:cubicBezTo>
                <a:close/>
                <a:moveTo>
                  <a:pt x="4576651" y="669925"/>
                </a:moveTo>
                <a:cubicBezTo>
                  <a:pt x="4588262" y="672102"/>
                  <a:pt x="4574474" y="688068"/>
                  <a:pt x="4576651" y="694962"/>
                </a:cubicBezTo>
                <a:cubicBezTo>
                  <a:pt x="4563225" y="690608"/>
                  <a:pt x="4570119" y="678996"/>
                  <a:pt x="4576651" y="669925"/>
                </a:cubicBezTo>
                <a:close/>
                <a:moveTo>
                  <a:pt x="4948616" y="667844"/>
                </a:moveTo>
                <a:lnTo>
                  <a:pt x="4946383" y="681365"/>
                </a:lnTo>
                <a:cubicBezTo>
                  <a:pt x="4925175" y="683856"/>
                  <a:pt x="4927780" y="663575"/>
                  <a:pt x="4948616" y="667844"/>
                </a:cubicBezTo>
                <a:close/>
                <a:moveTo>
                  <a:pt x="4585147" y="627571"/>
                </a:moveTo>
                <a:cubicBezTo>
                  <a:pt x="4595086" y="629190"/>
                  <a:pt x="4602295" y="640840"/>
                  <a:pt x="4605735" y="646078"/>
                </a:cubicBezTo>
                <a:cubicBezTo>
                  <a:pt x="4599032" y="648284"/>
                  <a:pt x="4596563" y="653063"/>
                  <a:pt x="4594446" y="655269"/>
                </a:cubicBezTo>
                <a:cubicBezTo>
                  <a:pt x="4583157" y="650858"/>
                  <a:pt x="4594446" y="629903"/>
                  <a:pt x="4574338" y="629903"/>
                </a:cubicBezTo>
                <a:cubicBezTo>
                  <a:pt x="4578218" y="627605"/>
                  <a:pt x="4581834" y="627031"/>
                  <a:pt x="4585147" y="627571"/>
                </a:cubicBezTo>
                <a:close/>
                <a:moveTo>
                  <a:pt x="5522541" y="614362"/>
                </a:moveTo>
                <a:cubicBezTo>
                  <a:pt x="5529331" y="616516"/>
                  <a:pt x="5527187" y="621184"/>
                  <a:pt x="5531475" y="625493"/>
                </a:cubicBezTo>
                <a:cubicBezTo>
                  <a:pt x="5525042" y="634829"/>
                  <a:pt x="5518252" y="625493"/>
                  <a:pt x="5511461" y="630161"/>
                </a:cubicBezTo>
                <a:cubicBezTo>
                  <a:pt x="5527187" y="636984"/>
                  <a:pt x="5504671" y="650629"/>
                  <a:pt x="5518252" y="657451"/>
                </a:cubicBezTo>
                <a:cubicBezTo>
                  <a:pt x="5518252" y="652783"/>
                  <a:pt x="5525042" y="630161"/>
                  <a:pt x="5538266" y="639138"/>
                </a:cubicBezTo>
                <a:cubicBezTo>
                  <a:pt x="5527187" y="648115"/>
                  <a:pt x="5540768" y="671096"/>
                  <a:pt x="5515750" y="689050"/>
                </a:cubicBezTo>
                <a:cubicBezTo>
                  <a:pt x="5518252" y="695872"/>
                  <a:pt x="5529331" y="700540"/>
                  <a:pt x="5513606" y="709517"/>
                </a:cubicBezTo>
                <a:cubicBezTo>
                  <a:pt x="5520396" y="718494"/>
                  <a:pt x="5533977" y="725317"/>
                  <a:pt x="5529331" y="734653"/>
                </a:cubicBezTo>
                <a:cubicBezTo>
                  <a:pt x="5506815" y="725317"/>
                  <a:pt x="5508960" y="721008"/>
                  <a:pt x="5495379" y="721008"/>
                </a:cubicBezTo>
                <a:cubicBezTo>
                  <a:pt x="5497880" y="709517"/>
                  <a:pt x="5513606" y="714185"/>
                  <a:pt x="5508960" y="707363"/>
                </a:cubicBezTo>
                <a:cubicBezTo>
                  <a:pt x="5504671" y="702695"/>
                  <a:pt x="5502169" y="709517"/>
                  <a:pt x="5497880" y="707363"/>
                </a:cubicBezTo>
                <a:cubicBezTo>
                  <a:pt x="5508960" y="702695"/>
                  <a:pt x="5511461" y="698386"/>
                  <a:pt x="5500025" y="691563"/>
                </a:cubicBezTo>
                <a:cubicBezTo>
                  <a:pt x="5513606" y="668582"/>
                  <a:pt x="5506815" y="648115"/>
                  <a:pt x="5508960" y="628007"/>
                </a:cubicBezTo>
                <a:cubicBezTo>
                  <a:pt x="5472863" y="614362"/>
                  <a:pt x="5522541" y="634829"/>
                  <a:pt x="5522541" y="614362"/>
                </a:cubicBezTo>
                <a:close/>
                <a:moveTo>
                  <a:pt x="4968188" y="609600"/>
                </a:moveTo>
                <a:cubicBezTo>
                  <a:pt x="4972900" y="616401"/>
                  <a:pt x="4975075" y="625350"/>
                  <a:pt x="4981963" y="630004"/>
                </a:cubicBezTo>
                <a:cubicBezTo>
                  <a:pt x="4966013" y="627856"/>
                  <a:pt x="4950063" y="638953"/>
                  <a:pt x="4952238" y="625350"/>
                </a:cubicBezTo>
                <a:cubicBezTo>
                  <a:pt x="4938463" y="627856"/>
                  <a:pt x="4945350" y="632151"/>
                  <a:pt x="4945350" y="636805"/>
                </a:cubicBezTo>
                <a:cubicBezTo>
                  <a:pt x="4940638" y="645754"/>
                  <a:pt x="4945350" y="627856"/>
                  <a:pt x="4936288" y="630004"/>
                </a:cubicBezTo>
                <a:cubicBezTo>
                  <a:pt x="4938463" y="625350"/>
                  <a:pt x="4945350" y="623202"/>
                  <a:pt x="4943175" y="616401"/>
                </a:cubicBezTo>
                <a:cubicBezTo>
                  <a:pt x="4954413" y="618549"/>
                  <a:pt x="4970725" y="621054"/>
                  <a:pt x="4968188" y="609600"/>
                </a:cubicBezTo>
                <a:close/>
                <a:moveTo>
                  <a:pt x="5538397" y="601662"/>
                </a:moveTo>
                <a:cubicBezTo>
                  <a:pt x="5549845" y="601662"/>
                  <a:pt x="5549845" y="601662"/>
                  <a:pt x="5549845" y="601662"/>
                </a:cubicBezTo>
                <a:cubicBezTo>
                  <a:pt x="5551992" y="606248"/>
                  <a:pt x="5554496" y="610481"/>
                  <a:pt x="5554496" y="617184"/>
                </a:cubicBezTo>
                <a:cubicBezTo>
                  <a:pt x="5531600" y="612951"/>
                  <a:pt x="5556642" y="633059"/>
                  <a:pt x="5540901" y="639409"/>
                </a:cubicBezTo>
                <a:cubicBezTo>
                  <a:pt x="5534104" y="630590"/>
                  <a:pt x="5534104" y="606248"/>
                  <a:pt x="5538397" y="601662"/>
                </a:cubicBezTo>
                <a:close/>
                <a:moveTo>
                  <a:pt x="5493277" y="595312"/>
                </a:moveTo>
                <a:cubicBezTo>
                  <a:pt x="5507416" y="595312"/>
                  <a:pt x="5502579" y="615290"/>
                  <a:pt x="5495509" y="621949"/>
                </a:cubicBezTo>
                <a:cubicBezTo>
                  <a:pt x="5483975" y="619846"/>
                  <a:pt x="5495509" y="601971"/>
                  <a:pt x="5493277" y="595312"/>
                </a:cubicBezTo>
                <a:close/>
                <a:moveTo>
                  <a:pt x="5656926" y="587948"/>
                </a:moveTo>
                <a:cubicBezTo>
                  <a:pt x="5688860" y="587948"/>
                  <a:pt x="5688860" y="587948"/>
                  <a:pt x="5688860" y="587948"/>
                </a:cubicBezTo>
                <a:cubicBezTo>
                  <a:pt x="5693166" y="592631"/>
                  <a:pt x="5693166" y="599476"/>
                  <a:pt x="5691013" y="610643"/>
                </a:cubicBezTo>
                <a:cubicBezTo>
                  <a:pt x="5682043" y="606321"/>
                  <a:pt x="5691013" y="585787"/>
                  <a:pt x="5665896" y="592631"/>
                </a:cubicBezTo>
                <a:cubicBezTo>
                  <a:pt x="5688860" y="633699"/>
                  <a:pt x="5641138" y="642705"/>
                  <a:pt x="5675225" y="670083"/>
                </a:cubicBezTo>
                <a:cubicBezTo>
                  <a:pt x="5670561" y="670083"/>
                  <a:pt x="5670561" y="676928"/>
                  <a:pt x="5668408" y="679090"/>
                </a:cubicBezTo>
                <a:cubicBezTo>
                  <a:pt x="5663743" y="676928"/>
                  <a:pt x="5656926" y="674406"/>
                  <a:pt x="5647955" y="674406"/>
                </a:cubicBezTo>
                <a:cubicBezTo>
                  <a:pt x="5645444" y="633699"/>
                  <a:pt x="5659079" y="631177"/>
                  <a:pt x="5656926" y="587948"/>
                </a:cubicBezTo>
                <a:close/>
                <a:moveTo>
                  <a:pt x="5621403" y="584200"/>
                </a:moveTo>
                <a:cubicBezTo>
                  <a:pt x="5639301" y="600130"/>
                  <a:pt x="5619255" y="622940"/>
                  <a:pt x="5637154" y="641043"/>
                </a:cubicBezTo>
                <a:cubicBezTo>
                  <a:pt x="5612454" y="641043"/>
                  <a:pt x="5643955" y="650457"/>
                  <a:pt x="5635006" y="666388"/>
                </a:cubicBezTo>
                <a:cubicBezTo>
                  <a:pt x="5609948" y="657336"/>
                  <a:pt x="5623551" y="629819"/>
                  <a:pt x="5607800" y="607010"/>
                </a:cubicBezTo>
                <a:cubicBezTo>
                  <a:pt x="5632500" y="609182"/>
                  <a:pt x="5607800" y="588544"/>
                  <a:pt x="5621403" y="584200"/>
                </a:cubicBezTo>
                <a:close/>
                <a:moveTo>
                  <a:pt x="5588477" y="569912"/>
                </a:moveTo>
                <a:cubicBezTo>
                  <a:pt x="5594881" y="578861"/>
                  <a:pt x="5599507" y="599265"/>
                  <a:pt x="5590611" y="606067"/>
                </a:cubicBezTo>
                <a:cubicBezTo>
                  <a:pt x="5585986" y="599265"/>
                  <a:pt x="5579225" y="578861"/>
                  <a:pt x="5588477" y="569912"/>
                </a:cubicBezTo>
                <a:close/>
                <a:moveTo>
                  <a:pt x="4951653" y="556883"/>
                </a:moveTo>
                <a:cubicBezTo>
                  <a:pt x="4953728" y="559735"/>
                  <a:pt x="4951619" y="571144"/>
                  <a:pt x="4948081" y="571144"/>
                </a:cubicBezTo>
                <a:cubicBezTo>
                  <a:pt x="4929938" y="568653"/>
                  <a:pt x="4952798" y="566518"/>
                  <a:pt x="4948081" y="557622"/>
                </a:cubicBezTo>
                <a:cubicBezTo>
                  <a:pt x="4949804" y="555932"/>
                  <a:pt x="4950961" y="555932"/>
                  <a:pt x="4951653" y="556883"/>
                </a:cubicBezTo>
                <a:close/>
                <a:moveTo>
                  <a:pt x="4985997" y="554037"/>
                </a:moveTo>
                <a:cubicBezTo>
                  <a:pt x="4992594" y="556518"/>
                  <a:pt x="4988080" y="563254"/>
                  <a:pt x="4994678" y="563254"/>
                </a:cubicBezTo>
                <a:cubicBezTo>
                  <a:pt x="4985997" y="565381"/>
                  <a:pt x="4992594" y="590195"/>
                  <a:pt x="4983913" y="585587"/>
                </a:cubicBezTo>
                <a:cubicBezTo>
                  <a:pt x="4985997" y="576724"/>
                  <a:pt x="4985997" y="565381"/>
                  <a:pt x="4985997" y="554037"/>
                </a:cubicBezTo>
                <a:close/>
                <a:moveTo>
                  <a:pt x="5008960" y="546005"/>
                </a:moveTo>
                <a:lnTo>
                  <a:pt x="5008960" y="566473"/>
                </a:lnTo>
                <a:cubicBezTo>
                  <a:pt x="4993438" y="571141"/>
                  <a:pt x="4993438" y="541337"/>
                  <a:pt x="5008960" y="546005"/>
                </a:cubicBezTo>
                <a:close/>
                <a:moveTo>
                  <a:pt x="5586238" y="537135"/>
                </a:moveTo>
                <a:cubicBezTo>
                  <a:pt x="5613788" y="534987"/>
                  <a:pt x="5595300" y="564340"/>
                  <a:pt x="5584063" y="571142"/>
                </a:cubicBezTo>
                <a:cubicBezTo>
                  <a:pt x="5568113" y="564340"/>
                  <a:pt x="5590950" y="550737"/>
                  <a:pt x="5586238" y="537135"/>
                </a:cubicBezTo>
                <a:close/>
                <a:moveTo>
                  <a:pt x="4939191" y="535561"/>
                </a:moveTo>
                <a:cubicBezTo>
                  <a:pt x="4950621" y="535869"/>
                  <a:pt x="4963230" y="539221"/>
                  <a:pt x="4964500" y="543630"/>
                </a:cubicBezTo>
                <a:cubicBezTo>
                  <a:pt x="4920957" y="545747"/>
                  <a:pt x="4920957" y="545747"/>
                  <a:pt x="4920957" y="545747"/>
                </a:cubicBezTo>
                <a:cubicBezTo>
                  <a:pt x="4917510" y="537986"/>
                  <a:pt x="4927761" y="535252"/>
                  <a:pt x="4939191" y="535561"/>
                </a:cubicBezTo>
                <a:close/>
                <a:moveTo>
                  <a:pt x="4882812" y="527050"/>
                </a:moveTo>
                <a:cubicBezTo>
                  <a:pt x="4901006" y="529282"/>
                  <a:pt x="4889591" y="540816"/>
                  <a:pt x="4887450" y="550490"/>
                </a:cubicBezTo>
                <a:cubicBezTo>
                  <a:pt x="4869613" y="547885"/>
                  <a:pt x="4887450" y="540816"/>
                  <a:pt x="4882812" y="527050"/>
                </a:cubicBezTo>
                <a:close/>
                <a:moveTo>
                  <a:pt x="5366922" y="525462"/>
                </a:moveTo>
                <a:cubicBezTo>
                  <a:pt x="5378828" y="545842"/>
                  <a:pt x="5373991" y="575161"/>
                  <a:pt x="5371759" y="604479"/>
                </a:cubicBezTo>
                <a:cubicBezTo>
                  <a:pt x="5355388" y="604479"/>
                  <a:pt x="5355388" y="604479"/>
                  <a:pt x="5355388" y="604479"/>
                </a:cubicBezTo>
                <a:cubicBezTo>
                  <a:pt x="5366922" y="579809"/>
                  <a:pt x="5357620" y="545842"/>
                  <a:pt x="5366922" y="525462"/>
                </a:cubicBezTo>
                <a:close/>
                <a:moveTo>
                  <a:pt x="4874188" y="511175"/>
                </a:moveTo>
                <a:cubicBezTo>
                  <a:pt x="4883526" y="520482"/>
                  <a:pt x="4876429" y="543033"/>
                  <a:pt x="4864850" y="547329"/>
                </a:cubicBezTo>
                <a:cubicBezTo>
                  <a:pt x="4867091" y="540528"/>
                  <a:pt x="4869706" y="524777"/>
                  <a:pt x="4874188" y="511175"/>
                </a:cubicBezTo>
                <a:close/>
                <a:moveTo>
                  <a:pt x="5688763" y="490537"/>
                </a:moveTo>
                <a:cubicBezTo>
                  <a:pt x="5693117" y="495205"/>
                  <a:pt x="5702189" y="495205"/>
                  <a:pt x="5711623" y="495205"/>
                </a:cubicBezTo>
                <a:cubicBezTo>
                  <a:pt x="5713800" y="508850"/>
                  <a:pt x="5702189" y="508850"/>
                  <a:pt x="5697834" y="520341"/>
                </a:cubicBezTo>
                <a:cubicBezTo>
                  <a:pt x="5688763" y="515673"/>
                  <a:pt x="5688763" y="504182"/>
                  <a:pt x="5688763" y="490537"/>
                </a:cubicBezTo>
                <a:close/>
                <a:moveTo>
                  <a:pt x="4944931" y="460375"/>
                </a:moveTo>
                <a:cubicBezTo>
                  <a:pt x="4947047" y="473780"/>
                  <a:pt x="4918119" y="475897"/>
                  <a:pt x="4909300" y="469547"/>
                </a:cubicBezTo>
                <a:cubicBezTo>
                  <a:pt x="4913886" y="462844"/>
                  <a:pt x="4936111" y="464961"/>
                  <a:pt x="4944931" y="460375"/>
                </a:cubicBezTo>
                <a:close/>
                <a:moveTo>
                  <a:pt x="5663010" y="458787"/>
                </a:moveTo>
                <a:cubicBezTo>
                  <a:pt x="5674299" y="470398"/>
                  <a:pt x="5685235" y="488541"/>
                  <a:pt x="5676416" y="504507"/>
                </a:cubicBezTo>
                <a:cubicBezTo>
                  <a:pt x="5654191" y="509224"/>
                  <a:pt x="5671830" y="472575"/>
                  <a:pt x="5647488" y="476930"/>
                </a:cubicBezTo>
                <a:cubicBezTo>
                  <a:pt x="5647488" y="472575"/>
                  <a:pt x="5654191" y="474752"/>
                  <a:pt x="5658424" y="472575"/>
                </a:cubicBezTo>
                <a:cubicBezTo>
                  <a:pt x="5665127" y="472575"/>
                  <a:pt x="5663010" y="463504"/>
                  <a:pt x="5663010" y="458787"/>
                </a:cubicBezTo>
                <a:close/>
                <a:moveTo>
                  <a:pt x="5126578" y="442912"/>
                </a:moveTo>
                <a:cubicBezTo>
                  <a:pt x="5128734" y="445037"/>
                  <a:pt x="5135564" y="445037"/>
                  <a:pt x="5142393" y="445037"/>
                </a:cubicBezTo>
                <a:cubicBezTo>
                  <a:pt x="5140236" y="456373"/>
                  <a:pt x="5147066" y="458498"/>
                  <a:pt x="5144550" y="469834"/>
                </a:cubicBezTo>
                <a:cubicBezTo>
                  <a:pt x="5135564" y="467354"/>
                  <a:pt x="5119749" y="474085"/>
                  <a:pt x="5128734" y="476210"/>
                </a:cubicBezTo>
                <a:cubicBezTo>
                  <a:pt x="5124062" y="482941"/>
                  <a:pt x="5110403" y="467354"/>
                  <a:pt x="5112919" y="485421"/>
                </a:cubicBezTo>
                <a:cubicBezTo>
                  <a:pt x="5099261" y="485421"/>
                  <a:pt x="5108247" y="469834"/>
                  <a:pt x="5090275" y="471959"/>
                </a:cubicBezTo>
                <a:cubicBezTo>
                  <a:pt x="5112919" y="463103"/>
                  <a:pt x="5117233" y="458498"/>
                  <a:pt x="5126578" y="442912"/>
                </a:cubicBezTo>
                <a:close/>
                <a:moveTo>
                  <a:pt x="4949781" y="415925"/>
                </a:moveTo>
                <a:cubicBezTo>
                  <a:pt x="4967680" y="415925"/>
                  <a:pt x="4951929" y="429330"/>
                  <a:pt x="4945128" y="431447"/>
                </a:cubicBezTo>
                <a:cubicBezTo>
                  <a:pt x="4931525" y="427214"/>
                  <a:pt x="4954077" y="424744"/>
                  <a:pt x="4949781" y="415925"/>
                </a:cubicBezTo>
                <a:close/>
                <a:moveTo>
                  <a:pt x="5127012" y="388937"/>
                </a:moveTo>
                <a:cubicBezTo>
                  <a:pt x="5135955" y="395842"/>
                  <a:pt x="5135955" y="402746"/>
                  <a:pt x="5131305" y="414375"/>
                </a:cubicBezTo>
                <a:cubicBezTo>
                  <a:pt x="5110913" y="418736"/>
                  <a:pt x="5122361" y="393661"/>
                  <a:pt x="5127012" y="388937"/>
                </a:cubicBezTo>
                <a:close/>
                <a:moveTo>
                  <a:pt x="5651721" y="344487"/>
                </a:moveTo>
                <a:cubicBezTo>
                  <a:pt x="5658424" y="346622"/>
                  <a:pt x="5663010" y="358008"/>
                  <a:pt x="5656307" y="364769"/>
                </a:cubicBezTo>
                <a:cubicBezTo>
                  <a:pt x="5647488" y="362634"/>
                  <a:pt x="5654191" y="349113"/>
                  <a:pt x="5651721" y="344487"/>
                </a:cubicBezTo>
                <a:close/>
                <a:moveTo>
                  <a:pt x="4897825" y="325437"/>
                </a:moveTo>
                <a:cubicBezTo>
                  <a:pt x="4897825" y="335111"/>
                  <a:pt x="4888739" y="339576"/>
                  <a:pt x="4893464" y="348878"/>
                </a:cubicBezTo>
                <a:cubicBezTo>
                  <a:pt x="4877110" y="337343"/>
                  <a:pt x="4868025" y="337343"/>
                  <a:pt x="4897825" y="325437"/>
                </a:cubicBezTo>
                <a:close/>
                <a:moveTo>
                  <a:pt x="5705420" y="287933"/>
                </a:moveTo>
                <a:cubicBezTo>
                  <a:pt x="5707567" y="294845"/>
                  <a:pt x="5700769" y="297028"/>
                  <a:pt x="5700769" y="303940"/>
                </a:cubicBezTo>
                <a:cubicBezTo>
                  <a:pt x="5709713" y="301757"/>
                  <a:pt x="5709713" y="306486"/>
                  <a:pt x="5712217" y="310852"/>
                </a:cubicBezTo>
                <a:cubicBezTo>
                  <a:pt x="5693972" y="320311"/>
                  <a:pt x="5687175" y="285750"/>
                  <a:pt x="5705420" y="287933"/>
                </a:cubicBezTo>
                <a:close/>
                <a:moveTo>
                  <a:pt x="4972903" y="284162"/>
                </a:moveTo>
                <a:cubicBezTo>
                  <a:pt x="4988325" y="290984"/>
                  <a:pt x="4975006" y="307143"/>
                  <a:pt x="4970800" y="313966"/>
                </a:cubicBezTo>
                <a:cubicBezTo>
                  <a:pt x="4961688" y="309298"/>
                  <a:pt x="4977460" y="295652"/>
                  <a:pt x="4972903" y="284162"/>
                </a:cubicBezTo>
                <a:close/>
                <a:moveTo>
                  <a:pt x="5561763" y="279400"/>
                </a:moveTo>
                <a:cubicBezTo>
                  <a:pt x="5575684" y="279400"/>
                  <a:pt x="5573119" y="292956"/>
                  <a:pt x="5573119" y="306512"/>
                </a:cubicBezTo>
                <a:cubicBezTo>
                  <a:pt x="5552238" y="310793"/>
                  <a:pt x="5554802" y="288318"/>
                  <a:pt x="5561763" y="279400"/>
                </a:cubicBezTo>
                <a:close/>
                <a:moveTo>
                  <a:pt x="5562135" y="228600"/>
                </a:moveTo>
                <a:cubicBezTo>
                  <a:pt x="5591566" y="235401"/>
                  <a:pt x="5562135" y="251151"/>
                  <a:pt x="5573262" y="264754"/>
                </a:cubicBezTo>
                <a:cubicBezTo>
                  <a:pt x="5557469" y="264754"/>
                  <a:pt x="5557469" y="264754"/>
                  <a:pt x="5557469" y="264754"/>
                </a:cubicBezTo>
                <a:cubicBezTo>
                  <a:pt x="5559623" y="255805"/>
                  <a:pt x="5550650" y="232895"/>
                  <a:pt x="5562135" y="228600"/>
                </a:cubicBezTo>
                <a:close/>
                <a:moveTo>
                  <a:pt x="5634066" y="226545"/>
                </a:moveTo>
                <a:cubicBezTo>
                  <a:pt x="5644931" y="222250"/>
                  <a:pt x="5642828" y="244801"/>
                  <a:pt x="5649488" y="235852"/>
                </a:cubicBezTo>
                <a:cubicBezTo>
                  <a:pt x="5658250" y="235852"/>
                  <a:pt x="5651590" y="251603"/>
                  <a:pt x="5654044" y="258404"/>
                </a:cubicBezTo>
                <a:cubicBezTo>
                  <a:pt x="5647385" y="253750"/>
                  <a:pt x="5647385" y="244801"/>
                  <a:pt x="5634066" y="244801"/>
                </a:cubicBezTo>
                <a:cubicBezTo>
                  <a:pt x="5642828" y="238000"/>
                  <a:pt x="5631613" y="235852"/>
                  <a:pt x="5634066" y="226545"/>
                </a:cubicBezTo>
                <a:close/>
                <a:moveTo>
                  <a:pt x="4993301" y="220662"/>
                </a:moveTo>
                <a:cubicBezTo>
                  <a:pt x="5002196" y="227484"/>
                  <a:pt x="5008957" y="241130"/>
                  <a:pt x="5000061" y="250466"/>
                </a:cubicBezTo>
                <a:cubicBezTo>
                  <a:pt x="4988675" y="247952"/>
                  <a:pt x="5000061" y="234307"/>
                  <a:pt x="4993301" y="220662"/>
                </a:cubicBezTo>
                <a:close/>
                <a:moveTo>
                  <a:pt x="5682060" y="215900"/>
                </a:moveTo>
                <a:cubicBezTo>
                  <a:pt x="5677474" y="238459"/>
                  <a:pt x="5677474" y="270328"/>
                  <a:pt x="5679591" y="310792"/>
                </a:cubicBezTo>
                <a:cubicBezTo>
                  <a:pt x="5675357" y="308643"/>
                  <a:pt x="5650663" y="224852"/>
                  <a:pt x="5682060" y="215900"/>
                </a:cubicBezTo>
                <a:close/>
                <a:moveTo>
                  <a:pt x="4653581" y="210719"/>
                </a:moveTo>
                <a:cubicBezTo>
                  <a:pt x="4671648" y="206375"/>
                  <a:pt x="4662792" y="224477"/>
                  <a:pt x="4685109" y="215426"/>
                </a:cubicBezTo>
                <a:cubicBezTo>
                  <a:pt x="4680504" y="222305"/>
                  <a:pt x="4671648" y="226650"/>
                  <a:pt x="4660312" y="226650"/>
                </a:cubicBezTo>
                <a:cubicBezTo>
                  <a:pt x="4653581" y="222305"/>
                  <a:pt x="4642600" y="219771"/>
                  <a:pt x="4653581" y="210719"/>
                </a:cubicBezTo>
                <a:close/>
                <a:moveTo>
                  <a:pt x="6080169" y="208429"/>
                </a:moveTo>
                <a:cubicBezTo>
                  <a:pt x="6084403" y="201612"/>
                  <a:pt x="6093222" y="251488"/>
                  <a:pt x="6077700" y="253641"/>
                </a:cubicBezTo>
                <a:cubicBezTo>
                  <a:pt x="6080169" y="242517"/>
                  <a:pt x="6080169" y="228882"/>
                  <a:pt x="6080169" y="208429"/>
                </a:cubicBezTo>
                <a:close/>
                <a:moveTo>
                  <a:pt x="4995025" y="207351"/>
                </a:moveTo>
                <a:cubicBezTo>
                  <a:pt x="5008947" y="204787"/>
                  <a:pt x="5006748" y="213945"/>
                  <a:pt x="5008947" y="223470"/>
                </a:cubicBezTo>
                <a:cubicBezTo>
                  <a:pt x="5001986" y="218708"/>
                  <a:pt x="4997590" y="213945"/>
                  <a:pt x="4995025" y="207351"/>
                </a:cubicBezTo>
                <a:close/>
                <a:moveTo>
                  <a:pt x="4975318" y="206090"/>
                </a:moveTo>
                <a:cubicBezTo>
                  <a:pt x="4976920" y="208988"/>
                  <a:pt x="4976783" y="220782"/>
                  <a:pt x="4981962" y="222669"/>
                </a:cubicBezTo>
                <a:cubicBezTo>
                  <a:pt x="4968152" y="222669"/>
                  <a:pt x="4968152" y="222669"/>
                  <a:pt x="4968152" y="222669"/>
                </a:cubicBezTo>
                <a:cubicBezTo>
                  <a:pt x="4965972" y="240641"/>
                  <a:pt x="4981962" y="240641"/>
                  <a:pt x="4979781" y="256815"/>
                </a:cubicBezTo>
                <a:cubicBezTo>
                  <a:pt x="4952163" y="249986"/>
                  <a:pt x="4965972" y="222669"/>
                  <a:pt x="4972877" y="206854"/>
                </a:cubicBezTo>
                <a:cubicBezTo>
                  <a:pt x="4974058" y="205147"/>
                  <a:pt x="4974785" y="205124"/>
                  <a:pt x="4975318" y="206090"/>
                </a:cubicBezTo>
                <a:close/>
                <a:moveTo>
                  <a:pt x="4832750" y="201612"/>
                </a:moveTo>
                <a:cubicBezTo>
                  <a:pt x="4830296" y="208573"/>
                  <a:pt x="4819431" y="212969"/>
                  <a:pt x="4808216" y="215533"/>
                </a:cubicBezTo>
                <a:cubicBezTo>
                  <a:pt x="4806113" y="206374"/>
                  <a:pt x="4819431" y="203810"/>
                  <a:pt x="4832750" y="201612"/>
                </a:cubicBezTo>
                <a:close/>
                <a:moveTo>
                  <a:pt x="4991010" y="186714"/>
                </a:moveTo>
                <a:cubicBezTo>
                  <a:pt x="5002589" y="184150"/>
                  <a:pt x="4998107" y="198071"/>
                  <a:pt x="5000348" y="205031"/>
                </a:cubicBezTo>
                <a:cubicBezTo>
                  <a:pt x="4983913" y="207595"/>
                  <a:pt x="4991010" y="191110"/>
                  <a:pt x="4991010" y="186714"/>
                </a:cubicBezTo>
                <a:close/>
                <a:moveTo>
                  <a:pt x="5745879" y="179387"/>
                </a:moveTo>
                <a:cubicBezTo>
                  <a:pt x="5775711" y="179387"/>
                  <a:pt x="5748062" y="190652"/>
                  <a:pt x="5752792" y="207006"/>
                </a:cubicBezTo>
                <a:cubicBezTo>
                  <a:pt x="5741150" y="209186"/>
                  <a:pt x="5750245" y="188472"/>
                  <a:pt x="5745879" y="179387"/>
                </a:cubicBezTo>
                <a:close/>
                <a:moveTo>
                  <a:pt x="5623675" y="163512"/>
                </a:moveTo>
                <a:cubicBezTo>
                  <a:pt x="5632834" y="165628"/>
                  <a:pt x="5637597" y="170215"/>
                  <a:pt x="5637597" y="179034"/>
                </a:cubicBezTo>
                <a:cubicBezTo>
                  <a:pt x="5628438" y="176565"/>
                  <a:pt x="5626240" y="172331"/>
                  <a:pt x="5623675" y="163512"/>
                </a:cubicBezTo>
                <a:close/>
                <a:moveTo>
                  <a:pt x="4896247" y="160747"/>
                </a:moveTo>
                <a:cubicBezTo>
                  <a:pt x="4894131" y="174269"/>
                  <a:pt x="4871906" y="167508"/>
                  <a:pt x="4858500" y="167508"/>
                </a:cubicBezTo>
                <a:cubicBezTo>
                  <a:pt x="4867319" y="153987"/>
                  <a:pt x="4882842" y="167508"/>
                  <a:pt x="4896247" y="160747"/>
                </a:cubicBezTo>
                <a:close/>
                <a:moveTo>
                  <a:pt x="5596286" y="157162"/>
                </a:moveTo>
                <a:cubicBezTo>
                  <a:pt x="5619544" y="166087"/>
                  <a:pt x="5612639" y="206785"/>
                  <a:pt x="5621725" y="231418"/>
                </a:cubicBezTo>
                <a:cubicBezTo>
                  <a:pt x="5591925" y="229276"/>
                  <a:pt x="5610095" y="177154"/>
                  <a:pt x="5596286" y="157162"/>
                </a:cubicBezTo>
                <a:close/>
                <a:moveTo>
                  <a:pt x="4958786" y="152400"/>
                </a:moveTo>
                <a:cubicBezTo>
                  <a:pt x="4967682" y="152400"/>
                  <a:pt x="4960921" y="165921"/>
                  <a:pt x="4965547" y="172681"/>
                </a:cubicBezTo>
                <a:cubicBezTo>
                  <a:pt x="4958786" y="165921"/>
                  <a:pt x="4947400" y="159160"/>
                  <a:pt x="4958786" y="152400"/>
                </a:cubicBezTo>
                <a:close/>
                <a:moveTo>
                  <a:pt x="4710863" y="125412"/>
                </a:moveTo>
                <a:cubicBezTo>
                  <a:pt x="4719958" y="130175"/>
                  <a:pt x="4745424" y="120650"/>
                  <a:pt x="4745424" y="134571"/>
                </a:cubicBezTo>
                <a:cubicBezTo>
                  <a:pt x="4731600" y="134571"/>
                  <a:pt x="4710863" y="139333"/>
                  <a:pt x="4710863" y="125412"/>
                </a:cubicBezTo>
                <a:close/>
                <a:moveTo>
                  <a:pt x="5644313" y="122237"/>
                </a:moveTo>
                <a:cubicBezTo>
                  <a:pt x="5656036" y="122237"/>
                  <a:pt x="5649075" y="136431"/>
                  <a:pt x="5662997" y="131575"/>
                </a:cubicBezTo>
                <a:cubicBezTo>
                  <a:pt x="5662997" y="133816"/>
                  <a:pt x="5660432" y="133816"/>
                  <a:pt x="5658234" y="133816"/>
                </a:cubicBezTo>
                <a:cubicBezTo>
                  <a:pt x="5658234" y="140913"/>
                  <a:pt x="5658234" y="140913"/>
                  <a:pt x="5658234" y="140913"/>
                </a:cubicBezTo>
                <a:cubicBezTo>
                  <a:pt x="5649075" y="138672"/>
                  <a:pt x="5646511" y="131575"/>
                  <a:pt x="5644313" y="122237"/>
                </a:cubicBezTo>
                <a:close/>
                <a:moveTo>
                  <a:pt x="6085387" y="106362"/>
                </a:moveTo>
                <a:cubicBezTo>
                  <a:pt x="6094787" y="115311"/>
                  <a:pt x="6090275" y="131062"/>
                  <a:pt x="6090275" y="142517"/>
                </a:cubicBezTo>
                <a:cubicBezTo>
                  <a:pt x="6080875" y="137863"/>
                  <a:pt x="6087643" y="117459"/>
                  <a:pt x="6085387" y="106362"/>
                </a:cubicBezTo>
                <a:close/>
                <a:moveTo>
                  <a:pt x="4654928" y="95250"/>
                </a:moveTo>
                <a:cubicBezTo>
                  <a:pt x="4645626" y="102162"/>
                  <a:pt x="4645626" y="115986"/>
                  <a:pt x="4647859" y="129811"/>
                </a:cubicBezTo>
                <a:cubicBezTo>
                  <a:pt x="4643394" y="129811"/>
                  <a:pt x="4638557" y="127264"/>
                  <a:pt x="4631488" y="129811"/>
                </a:cubicBezTo>
                <a:cubicBezTo>
                  <a:pt x="4640790" y="115986"/>
                  <a:pt x="4640790" y="113440"/>
                  <a:pt x="4633720" y="99979"/>
                </a:cubicBezTo>
                <a:cubicBezTo>
                  <a:pt x="4654928" y="95250"/>
                  <a:pt x="4654928" y="95250"/>
                  <a:pt x="4654928" y="95250"/>
                </a:cubicBezTo>
                <a:close/>
                <a:moveTo>
                  <a:pt x="5537070" y="42862"/>
                </a:moveTo>
                <a:cubicBezTo>
                  <a:pt x="5543975" y="42862"/>
                  <a:pt x="5543975" y="49171"/>
                  <a:pt x="5537070" y="51624"/>
                </a:cubicBezTo>
                <a:cubicBezTo>
                  <a:pt x="5539251" y="53727"/>
                  <a:pt x="5543975" y="58283"/>
                  <a:pt x="5548700" y="58283"/>
                </a:cubicBezTo>
                <a:cubicBezTo>
                  <a:pt x="5546156" y="64943"/>
                  <a:pt x="5537070" y="67046"/>
                  <a:pt x="5527985" y="69499"/>
                </a:cubicBezTo>
                <a:cubicBezTo>
                  <a:pt x="5518900" y="53727"/>
                  <a:pt x="5539251" y="53727"/>
                  <a:pt x="5537070" y="42862"/>
                </a:cubicBezTo>
                <a:close/>
                <a:moveTo>
                  <a:pt x="5664004" y="36512"/>
                </a:moveTo>
                <a:cubicBezTo>
                  <a:pt x="5666176" y="59431"/>
                  <a:pt x="5666176" y="59431"/>
                  <a:pt x="5666176" y="59431"/>
                </a:cubicBezTo>
                <a:cubicBezTo>
                  <a:pt x="5661831" y="57248"/>
                  <a:pt x="5657124" y="54702"/>
                  <a:pt x="5650245" y="57248"/>
                </a:cubicBezTo>
                <a:lnTo>
                  <a:pt x="5650245" y="71073"/>
                </a:lnTo>
                <a:cubicBezTo>
                  <a:pt x="5625263" y="71073"/>
                  <a:pt x="5652418" y="38695"/>
                  <a:pt x="5664004" y="36512"/>
                </a:cubicBezTo>
                <a:close/>
                <a:moveTo>
                  <a:pt x="5589727" y="33337"/>
                </a:moveTo>
                <a:cubicBezTo>
                  <a:pt x="5603282" y="51596"/>
                  <a:pt x="5603282" y="83103"/>
                  <a:pt x="5605847" y="117117"/>
                </a:cubicBezTo>
                <a:cubicBezTo>
                  <a:pt x="5591925" y="92412"/>
                  <a:pt x="5587163" y="69856"/>
                  <a:pt x="5589727" y="33337"/>
                </a:cubicBezTo>
                <a:close/>
                <a:moveTo>
                  <a:pt x="5217443" y="31750"/>
                </a:moveTo>
                <a:cubicBezTo>
                  <a:pt x="5219977" y="33933"/>
                  <a:pt x="5231201" y="31750"/>
                  <a:pt x="5231201" y="38662"/>
                </a:cubicBezTo>
                <a:cubicBezTo>
                  <a:pt x="5213098" y="40845"/>
                  <a:pt x="5199340" y="66311"/>
                  <a:pt x="5190288" y="49940"/>
                </a:cubicBezTo>
                <a:cubicBezTo>
                  <a:pt x="5194633" y="49940"/>
                  <a:pt x="5201512" y="49940"/>
                  <a:pt x="5208391" y="47757"/>
                </a:cubicBezTo>
                <a:cubicBezTo>
                  <a:pt x="5206219" y="36479"/>
                  <a:pt x="5206219" y="36479"/>
                  <a:pt x="5206219" y="36479"/>
                </a:cubicBezTo>
                <a:cubicBezTo>
                  <a:pt x="5210563" y="33933"/>
                  <a:pt x="5217443" y="33933"/>
                  <a:pt x="5217443" y="31750"/>
                </a:cubicBezTo>
                <a:close/>
                <a:moveTo>
                  <a:pt x="5677271" y="0"/>
                </a:moveTo>
                <a:cubicBezTo>
                  <a:pt x="5704283" y="20028"/>
                  <a:pt x="5677271" y="63305"/>
                  <a:pt x="5699662" y="90129"/>
                </a:cubicBezTo>
                <a:cubicBezTo>
                  <a:pt x="5657013" y="76538"/>
                  <a:pt x="5692909" y="36123"/>
                  <a:pt x="5677271" y="0"/>
                </a:cubicBezTo>
                <a:close/>
                <a:moveTo>
                  <a:pt x="5158538" y="0"/>
                </a:moveTo>
                <a:cubicBezTo>
                  <a:pt x="5163094" y="0"/>
                  <a:pt x="5160991" y="2140"/>
                  <a:pt x="5163094" y="4281"/>
                </a:cubicBezTo>
                <a:cubicBezTo>
                  <a:pt x="5171856" y="4281"/>
                  <a:pt x="5185175" y="15696"/>
                  <a:pt x="5185175" y="31393"/>
                </a:cubicBezTo>
                <a:cubicBezTo>
                  <a:pt x="5178515" y="17837"/>
                  <a:pt x="5160991" y="15696"/>
                  <a:pt x="5158538" y="0"/>
                </a:cubicBezTo>
                <a:close/>
              </a:path>
            </a:pathLst>
          </a:custGeom>
          <a:blipFill dpi="0" rotWithShape="1">
            <a:blip r:embed="rId2"/>
            <a:srcRect/>
            <a:tile tx="-3409950" ty="0" sx="100000" sy="100000" flip="none" algn="tl"/>
          </a:blipFill>
          <a:ln>
            <a:noFill/>
          </a:ln>
          <a:effectLst/>
        </p:spPr>
        <p:txBody>
          <a:bodyPr wrap="square" anchor="ctr">
            <a:noAutofit/>
          </a:bodyPr>
          <a:lstStyle/>
          <a:p>
            <a:endParaRPr lang="en-US" dirty="0">
              <a:latin typeface="微软雅黑 Light" panose="020B0502040204020203" pitchFamily="34" charset="-122"/>
            </a:endParaRPr>
          </a:p>
        </p:txBody>
      </p:sp>
      <p:sp>
        <p:nvSpPr>
          <p:cNvPr id="6" name="TextBox 1214">
            <a:extLst>
              <a:ext uri="{FF2B5EF4-FFF2-40B4-BE49-F238E27FC236}">
                <a16:creationId xmlns:a16="http://schemas.microsoft.com/office/drawing/2014/main" id="{3B0FF396-F3D8-4E5B-84E5-62411298689D}"/>
              </a:ext>
            </a:extLst>
          </p:cNvPr>
          <p:cNvSpPr txBox="1"/>
          <p:nvPr/>
        </p:nvSpPr>
        <p:spPr>
          <a:xfrm>
            <a:off x="2917569" y="2629625"/>
            <a:ext cx="2646878" cy="830997"/>
          </a:xfrm>
          <a:prstGeom prst="rect">
            <a:avLst/>
          </a:prstGeom>
          <a:noFill/>
        </p:spPr>
        <p:txBody>
          <a:bodyPr wrap="none" rtlCol="0" anchor="ctr" anchorCtr="0">
            <a:spAutoFit/>
          </a:bodyPr>
          <a:lstStyle/>
          <a:p>
            <a:pPr algn="r"/>
            <a:r>
              <a:rPr lang="zh-CN" altLang="en-US" sz="4800" dirty="0">
                <a:latin typeface="微软雅黑" panose="020B0503020204020204" pitchFamily="34" charset="-122"/>
                <a:ea typeface="微软雅黑" panose="020B0503020204020204" pitchFamily="34" charset="-122"/>
                <a:cs typeface="Montserrat Semi" charset="0"/>
              </a:rPr>
              <a:t>广播信道</a:t>
            </a:r>
            <a:endParaRPr lang="en-US" sz="4800" dirty="0">
              <a:latin typeface="微软雅黑" panose="020B0503020204020204" pitchFamily="34" charset="-122"/>
              <a:ea typeface="微软雅黑" panose="020B0503020204020204" pitchFamily="34" charset="-122"/>
              <a:cs typeface="Montserrat Semi" charset="0"/>
            </a:endParaRPr>
          </a:p>
        </p:txBody>
      </p:sp>
      <p:cxnSp>
        <p:nvCxnSpPr>
          <p:cNvPr id="7" name="Straight Connector 3">
            <a:extLst>
              <a:ext uri="{FF2B5EF4-FFF2-40B4-BE49-F238E27FC236}">
                <a16:creationId xmlns:a16="http://schemas.microsoft.com/office/drawing/2014/main" id="{AA468FF2-DDA8-43D3-A654-FAA92A90D35A}"/>
              </a:ext>
            </a:extLst>
          </p:cNvPr>
          <p:cNvCxnSpPr>
            <a:cxnSpLocks/>
          </p:cNvCxnSpPr>
          <p:nvPr/>
        </p:nvCxnSpPr>
        <p:spPr>
          <a:xfrm>
            <a:off x="1052093" y="3460622"/>
            <a:ext cx="4512354" cy="0"/>
          </a:xfrm>
          <a:prstGeom prst="line">
            <a:avLst/>
          </a:prstGeom>
          <a:ln w="317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2C7EA877-8D17-4F65-A013-89AD066CBDAF}"/>
              </a:ext>
            </a:extLst>
          </p:cNvPr>
          <p:cNvSpPr txBox="1"/>
          <p:nvPr/>
        </p:nvSpPr>
        <p:spPr>
          <a:xfrm>
            <a:off x="3269332" y="3460622"/>
            <a:ext cx="2295115" cy="501612"/>
          </a:xfrm>
          <a:prstGeom prst="rect">
            <a:avLst/>
          </a:prstGeom>
          <a:noFill/>
        </p:spPr>
        <p:txBody>
          <a:bodyPr wrap="none" lIns="91440" tIns="45720" rIns="91440" bIns="45720" rtlCol="0">
            <a:spAutoFit/>
          </a:bodyPr>
          <a:lstStyle/>
          <a:p>
            <a:pPr algn="r">
              <a:lnSpc>
                <a:spcPct val="150000"/>
              </a:lnSpc>
            </a:pPr>
            <a:r>
              <a:rPr lang="en-US" altLang="zh-CN" sz="2000" dirty="0">
                <a:solidFill>
                  <a:schemeClr val="tx1"/>
                </a:solidFill>
                <a:latin typeface="微软雅黑 Light" panose="020B0502040204020203" pitchFamily="34" charset="-122"/>
                <a:ea typeface="微软雅黑 Light" panose="020B0502040204020203" pitchFamily="34" charset="-122"/>
              </a:rPr>
              <a:t>Broadcast channel</a:t>
            </a:r>
          </a:p>
        </p:txBody>
      </p:sp>
    </p:spTree>
    <p:extLst>
      <p:ext uri="{BB962C8B-B14F-4D97-AF65-F5344CB8AC3E}">
        <p14:creationId xmlns:p14="http://schemas.microsoft.com/office/powerpoint/2010/main" val="16315838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Char"/>
      </p:transition>
    </mc:Choice>
    <mc:Fallback xmlns="">
      <p:transition>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a:extLst>
              <a:ext uri="{FF2B5EF4-FFF2-40B4-BE49-F238E27FC236}">
                <a16:creationId xmlns:a16="http://schemas.microsoft.com/office/drawing/2014/main" id="{680003E4-6F4B-42ED-B3A5-B7B93BFB7B8B}"/>
              </a:ext>
            </a:extLst>
          </p:cNvPr>
          <p:cNvSpPr>
            <a:spLocks noGrp="1"/>
          </p:cNvSpPr>
          <p:nvPr>
            <p:ph type="title"/>
          </p:nvPr>
        </p:nvSpPr>
        <p:spPr/>
        <p:txBody>
          <a:bodyPr/>
          <a:lstStyle/>
          <a:p>
            <a:r>
              <a:rPr lang="zh-CN" altLang="en-US" dirty="0"/>
              <a:t>广播信道</a:t>
            </a:r>
          </a:p>
        </p:txBody>
      </p:sp>
      <p:sp>
        <p:nvSpPr>
          <p:cNvPr id="4" name="文本占位符 3">
            <a:extLst>
              <a:ext uri="{FF2B5EF4-FFF2-40B4-BE49-F238E27FC236}">
                <a16:creationId xmlns:a16="http://schemas.microsoft.com/office/drawing/2014/main" id="{D81DE4BE-D5F7-4413-B006-C7ED23CA6945}"/>
              </a:ext>
            </a:extLst>
          </p:cNvPr>
          <p:cNvSpPr>
            <a:spLocks noGrp="1"/>
          </p:cNvSpPr>
          <p:nvPr>
            <p:ph type="body" sz="quarter" idx="11"/>
          </p:nvPr>
        </p:nvSpPr>
        <p:spPr/>
        <p:txBody>
          <a:bodyPr/>
          <a:lstStyle/>
          <a:p>
            <a:r>
              <a:rPr lang="en-US" altLang="zh-CN" dirty="0"/>
              <a:t>Broadcast channel</a:t>
            </a:r>
          </a:p>
        </p:txBody>
      </p:sp>
      <p:sp>
        <p:nvSpPr>
          <p:cNvPr id="3" name="文本占位符 2">
            <a:extLst>
              <a:ext uri="{FF2B5EF4-FFF2-40B4-BE49-F238E27FC236}">
                <a16:creationId xmlns:a16="http://schemas.microsoft.com/office/drawing/2014/main" id="{20AA8CDF-E629-424B-BA0A-F3F50A349EB3}"/>
              </a:ext>
            </a:extLst>
          </p:cNvPr>
          <p:cNvSpPr>
            <a:spLocks noGrp="1"/>
          </p:cNvSpPr>
          <p:nvPr>
            <p:ph type="body" sz="quarter" idx="12"/>
          </p:nvPr>
        </p:nvSpPr>
        <p:spPr/>
        <p:txBody>
          <a:bodyPr/>
          <a:lstStyle/>
          <a:p>
            <a:r>
              <a:rPr lang="zh-CN" altLang="zh-CN" dirty="0"/>
              <a:t>典型应用：</a:t>
            </a:r>
            <a:endParaRPr lang="en-US" altLang="zh-CN" dirty="0"/>
          </a:p>
          <a:p>
            <a:pPr lvl="1"/>
            <a:r>
              <a:rPr lang="zh-CN" altLang="zh-CN" dirty="0"/>
              <a:t>局域网</a:t>
            </a:r>
            <a:r>
              <a:rPr lang="en-US" altLang="zh-CN" dirty="0"/>
              <a:t>LAN-local area network</a:t>
            </a:r>
            <a:endParaRPr lang="zh-CN" altLang="zh-CN" dirty="0"/>
          </a:p>
          <a:p>
            <a:r>
              <a:rPr lang="zh-CN" altLang="zh-CN" dirty="0"/>
              <a:t>局域网</a:t>
            </a:r>
            <a:r>
              <a:rPr lang="zh-CN" altLang="en-US" dirty="0"/>
              <a:t>链路层</a:t>
            </a:r>
            <a:r>
              <a:rPr lang="zh-CN" altLang="zh-CN" dirty="0"/>
              <a:t>优点：</a:t>
            </a:r>
          </a:p>
          <a:p>
            <a:pPr marL="800100" lvl="1" indent="-342900">
              <a:buFont typeface="+mj-lt"/>
              <a:buAutoNum type="arabicPeriod"/>
            </a:pPr>
            <a:r>
              <a:rPr lang="zh-CN" altLang="en-US" dirty="0"/>
              <a:t>具有广播功能 </a:t>
            </a:r>
            <a:r>
              <a:rPr lang="en-US" altLang="zh-CN" dirty="0"/>
              <a:t>broadcast</a:t>
            </a:r>
          </a:p>
          <a:p>
            <a:pPr marL="800100" lvl="1" indent="-342900">
              <a:buFont typeface="+mj-lt"/>
              <a:buAutoNum type="arabicPeriod"/>
            </a:pPr>
            <a:r>
              <a:rPr lang="zh-CN" altLang="zh-CN" dirty="0"/>
              <a:t>资源共享</a:t>
            </a:r>
            <a:r>
              <a:rPr lang="en-US" altLang="zh-CN" dirty="0"/>
              <a:t> sharing-</a:t>
            </a:r>
            <a:r>
              <a:rPr lang="zh-CN" altLang="en-US" dirty="0"/>
              <a:t>资源共享、信道</a:t>
            </a:r>
            <a:r>
              <a:rPr lang="en-US" altLang="zh-CN" dirty="0"/>
              <a:t>/</a:t>
            </a:r>
            <a:r>
              <a:rPr lang="zh-CN" altLang="en-US" dirty="0"/>
              <a:t>介质共享</a:t>
            </a:r>
            <a:endParaRPr lang="zh-CN" altLang="zh-CN" dirty="0"/>
          </a:p>
          <a:p>
            <a:pPr marL="800100" lvl="1" indent="-342900">
              <a:buFont typeface="+mj-lt"/>
              <a:buAutoNum type="arabicPeriod"/>
            </a:pPr>
            <a:r>
              <a:rPr lang="zh-CN" altLang="zh-CN" dirty="0"/>
              <a:t>便于系统扩展和演变，可灵活调整和改变</a:t>
            </a:r>
            <a:r>
              <a:rPr lang="en-US" altLang="zh-CN" dirty="0"/>
              <a:t>flexibility</a:t>
            </a:r>
            <a:endParaRPr lang="zh-CN" altLang="zh-CN" dirty="0"/>
          </a:p>
          <a:p>
            <a:pPr marL="800100" lvl="1" indent="-342900">
              <a:buFont typeface="+mj-lt"/>
              <a:buAutoNum type="arabicPeriod"/>
            </a:pPr>
            <a:r>
              <a:rPr lang="zh-CN" altLang="zh-CN" dirty="0"/>
              <a:t>三高：可靠性高</a:t>
            </a:r>
            <a:r>
              <a:rPr lang="en-US" altLang="zh-CN" dirty="0"/>
              <a:t> reliability</a:t>
            </a:r>
            <a:r>
              <a:rPr lang="zh-CN" altLang="zh-CN" dirty="0"/>
              <a:t>、可用性高</a:t>
            </a:r>
            <a:r>
              <a:rPr lang="en-US" altLang="zh-CN" dirty="0"/>
              <a:t> availability</a:t>
            </a:r>
            <a:r>
              <a:rPr lang="zh-CN" altLang="zh-CN" dirty="0"/>
              <a:t>、生存性高</a:t>
            </a:r>
            <a:r>
              <a:rPr lang="en-US" altLang="zh-CN" dirty="0"/>
              <a:t> survivability</a:t>
            </a:r>
            <a:endParaRPr lang="zh-CN" altLang="zh-CN" dirty="0"/>
          </a:p>
        </p:txBody>
      </p:sp>
    </p:spTree>
    <p:extLst>
      <p:ext uri="{BB962C8B-B14F-4D97-AF65-F5344CB8AC3E}">
        <p14:creationId xmlns:p14="http://schemas.microsoft.com/office/powerpoint/2010/main" val="33559088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Char"/>
      </p:transition>
    </mc:Choice>
    <mc:Fallback xmlns="">
      <p:transition>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a:extLst>
              <a:ext uri="{FF2B5EF4-FFF2-40B4-BE49-F238E27FC236}">
                <a16:creationId xmlns:a16="http://schemas.microsoft.com/office/drawing/2014/main" id="{680003E4-6F4B-42ED-B3A5-B7B93BFB7B8B}"/>
              </a:ext>
            </a:extLst>
          </p:cNvPr>
          <p:cNvSpPr>
            <a:spLocks noGrp="1"/>
          </p:cNvSpPr>
          <p:nvPr>
            <p:ph type="title"/>
          </p:nvPr>
        </p:nvSpPr>
        <p:spPr/>
        <p:txBody>
          <a:bodyPr/>
          <a:lstStyle/>
          <a:p>
            <a:r>
              <a:rPr lang="zh-CN" altLang="en-US" dirty="0"/>
              <a:t>局域网拓扑结构</a:t>
            </a:r>
          </a:p>
        </p:txBody>
      </p:sp>
      <p:sp>
        <p:nvSpPr>
          <p:cNvPr id="4" name="文本占位符 3">
            <a:extLst>
              <a:ext uri="{FF2B5EF4-FFF2-40B4-BE49-F238E27FC236}">
                <a16:creationId xmlns:a16="http://schemas.microsoft.com/office/drawing/2014/main" id="{D81DE4BE-D5F7-4413-B006-C7ED23CA6945}"/>
              </a:ext>
            </a:extLst>
          </p:cNvPr>
          <p:cNvSpPr>
            <a:spLocks noGrp="1"/>
          </p:cNvSpPr>
          <p:nvPr>
            <p:ph type="body" sz="quarter" idx="11"/>
          </p:nvPr>
        </p:nvSpPr>
        <p:spPr/>
        <p:txBody>
          <a:bodyPr/>
          <a:lstStyle/>
          <a:p>
            <a:r>
              <a:rPr lang="en-US" altLang="zh-CN" dirty="0"/>
              <a:t>LAN topology</a:t>
            </a:r>
          </a:p>
        </p:txBody>
      </p:sp>
      <p:sp>
        <p:nvSpPr>
          <p:cNvPr id="7" name="文本框 6">
            <a:extLst>
              <a:ext uri="{FF2B5EF4-FFF2-40B4-BE49-F238E27FC236}">
                <a16:creationId xmlns:a16="http://schemas.microsoft.com/office/drawing/2014/main" id="{F454C449-7A5E-409C-8647-E1C7175EB36B}"/>
              </a:ext>
            </a:extLst>
          </p:cNvPr>
          <p:cNvSpPr txBox="1"/>
          <p:nvPr/>
        </p:nvSpPr>
        <p:spPr>
          <a:xfrm>
            <a:off x="9358950" y="5418592"/>
            <a:ext cx="1077218" cy="430887"/>
          </a:xfrm>
          <a:prstGeom prst="rect">
            <a:avLst/>
          </a:prstGeom>
          <a:noFill/>
        </p:spPr>
        <p:txBody>
          <a:bodyPr wrap="none" lIns="0" tIns="0" rIns="0" bIns="0" rtlCol="0">
            <a:spAutoFit/>
          </a:bodyPr>
          <a:lstStyle>
            <a:defPPr>
              <a:defRPr lang="zh-CN"/>
            </a:defPPr>
            <a:lvl1pPr>
              <a:defRPr sz="8000">
                <a:gradFill>
                  <a:gsLst>
                    <a:gs pos="0">
                      <a:srgbClr val="C00000"/>
                    </a:gs>
                    <a:gs pos="53000">
                      <a:srgbClr val="FFC000"/>
                    </a:gs>
                    <a:gs pos="100000">
                      <a:srgbClr val="FFFF00"/>
                    </a:gs>
                  </a:gsLst>
                  <a:lin ang="5400000" scaled="0"/>
                </a:gradFill>
                <a:effectLst>
                  <a:outerShdw blurRad="50800" dist="38100" dir="2700000" algn="tl" rotWithShape="0">
                    <a:prstClr val="black">
                      <a:alpha val="40000"/>
                    </a:prstClr>
                  </a:outerShdw>
                </a:effectLst>
                <a:latin typeface="Cuprum" panose="00000500000000000000" pitchFamily="2" charset="0"/>
                <a:ea typeface="微软雅黑 Light" panose="020B0502040204020203" pitchFamily="34" charset="-122"/>
              </a:defRPr>
            </a:lvl1pPr>
          </a:lstStyle>
          <a:p>
            <a:pPr algn="ctr"/>
            <a:r>
              <a:rPr lang="zh-CN" altLang="en-US" sz="2800" dirty="0">
                <a:latin typeface="微软雅黑" panose="020B0503020204020204" pitchFamily="34" charset="-122"/>
                <a:ea typeface="微软雅黑" panose="020B0503020204020204" pitchFamily="34" charset="-122"/>
              </a:rPr>
              <a:t>总线型</a:t>
            </a:r>
          </a:p>
        </p:txBody>
      </p:sp>
      <p:sp>
        <p:nvSpPr>
          <p:cNvPr id="10" name="文本框 9">
            <a:extLst>
              <a:ext uri="{FF2B5EF4-FFF2-40B4-BE49-F238E27FC236}">
                <a16:creationId xmlns:a16="http://schemas.microsoft.com/office/drawing/2014/main" id="{ABD11A99-7EE4-4DEA-8789-A7CCB8D52155}"/>
              </a:ext>
            </a:extLst>
          </p:cNvPr>
          <p:cNvSpPr txBox="1"/>
          <p:nvPr/>
        </p:nvSpPr>
        <p:spPr>
          <a:xfrm>
            <a:off x="9642525" y="5831997"/>
            <a:ext cx="510076" cy="338554"/>
          </a:xfrm>
          <a:prstGeom prst="rect">
            <a:avLst/>
          </a:prstGeom>
          <a:noFill/>
        </p:spPr>
        <p:txBody>
          <a:bodyPr wrap="none" rtlCol="0">
            <a:spAutoFit/>
          </a:bodyPr>
          <a:lstStyle/>
          <a:p>
            <a:pPr algn="ctr">
              <a:buClr>
                <a:schemeClr val="accent2">
                  <a:lumMod val="75000"/>
                </a:schemeClr>
              </a:buClr>
            </a:pPr>
            <a:r>
              <a:rPr lang="en-US" altLang="zh-CN" sz="1600" dirty="0">
                <a:latin typeface="微软雅黑 Light" panose="020B0502040204020203" pitchFamily="34" charset="-122"/>
                <a:ea typeface="微软雅黑 Light" panose="020B0502040204020203" pitchFamily="34" charset="-122"/>
              </a:rPr>
              <a:t>Bus</a:t>
            </a:r>
            <a:endParaRPr lang="zh-CN" altLang="en-US" sz="1600" dirty="0">
              <a:latin typeface="微软雅黑 Light" panose="020B0502040204020203" pitchFamily="34" charset="-122"/>
              <a:ea typeface="微软雅黑 Light" panose="020B0502040204020203" pitchFamily="34" charset="-122"/>
            </a:endParaRPr>
          </a:p>
        </p:txBody>
      </p:sp>
      <p:sp>
        <p:nvSpPr>
          <p:cNvPr id="11" name="文本框 10">
            <a:extLst>
              <a:ext uri="{FF2B5EF4-FFF2-40B4-BE49-F238E27FC236}">
                <a16:creationId xmlns:a16="http://schemas.microsoft.com/office/drawing/2014/main" id="{95A8FDD0-8DE6-4518-AB27-704F031A6D22}"/>
              </a:ext>
            </a:extLst>
          </p:cNvPr>
          <p:cNvSpPr txBox="1"/>
          <p:nvPr/>
        </p:nvSpPr>
        <p:spPr>
          <a:xfrm>
            <a:off x="1935366" y="5418592"/>
            <a:ext cx="718145" cy="430887"/>
          </a:xfrm>
          <a:prstGeom prst="rect">
            <a:avLst/>
          </a:prstGeom>
          <a:noFill/>
        </p:spPr>
        <p:txBody>
          <a:bodyPr wrap="none" lIns="0" tIns="0" rIns="0" bIns="0" rtlCol="0">
            <a:spAutoFit/>
          </a:bodyPr>
          <a:lstStyle>
            <a:defPPr>
              <a:defRPr lang="zh-CN"/>
            </a:defPPr>
            <a:lvl1pPr>
              <a:defRPr sz="8000">
                <a:gradFill>
                  <a:gsLst>
                    <a:gs pos="0">
                      <a:srgbClr val="C00000"/>
                    </a:gs>
                    <a:gs pos="53000">
                      <a:srgbClr val="FFC000"/>
                    </a:gs>
                    <a:gs pos="100000">
                      <a:srgbClr val="FFFF00"/>
                    </a:gs>
                  </a:gsLst>
                  <a:lin ang="5400000" scaled="0"/>
                </a:gradFill>
                <a:effectLst>
                  <a:outerShdw blurRad="50800" dist="38100" dir="2700000" algn="tl" rotWithShape="0">
                    <a:prstClr val="black">
                      <a:alpha val="40000"/>
                    </a:prstClr>
                  </a:outerShdw>
                </a:effectLst>
                <a:latin typeface="Cuprum" panose="00000500000000000000" pitchFamily="2" charset="0"/>
                <a:ea typeface="微软雅黑 Light" panose="020B0502040204020203" pitchFamily="34" charset="-122"/>
              </a:defRPr>
            </a:lvl1pPr>
          </a:lstStyle>
          <a:p>
            <a:pPr algn="ctr"/>
            <a:r>
              <a:rPr lang="zh-CN" altLang="en-US" sz="2800" dirty="0">
                <a:latin typeface="微软雅黑" panose="020B0503020204020204" pitchFamily="34" charset="-122"/>
                <a:ea typeface="微软雅黑" panose="020B0503020204020204" pitchFamily="34" charset="-122"/>
              </a:rPr>
              <a:t>星型</a:t>
            </a:r>
          </a:p>
        </p:txBody>
      </p:sp>
      <p:sp>
        <p:nvSpPr>
          <p:cNvPr id="12" name="文本框 11">
            <a:extLst>
              <a:ext uri="{FF2B5EF4-FFF2-40B4-BE49-F238E27FC236}">
                <a16:creationId xmlns:a16="http://schemas.microsoft.com/office/drawing/2014/main" id="{1076E9C8-3986-4B70-AE6C-681A60F1C4D9}"/>
              </a:ext>
            </a:extLst>
          </p:cNvPr>
          <p:cNvSpPr txBox="1"/>
          <p:nvPr/>
        </p:nvSpPr>
        <p:spPr>
          <a:xfrm>
            <a:off x="2022569" y="5831997"/>
            <a:ext cx="543740" cy="338554"/>
          </a:xfrm>
          <a:prstGeom prst="rect">
            <a:avLst/>
          </a:prstGeom>
          <a:noFill/>
        </p:spPr>
        <p:txBody>
          <a:bodyPr wrap="none" rtlCol="0">
            <a:spAutoFit/>
          </a:bodyPr>
          <a:lstStyle/>
          <a:p>
            <a:pPr algn="ctr">
              <a:buClr>
                <a:schemeClr val="accent2">
                  <a:lumMod val="75000"/>
                </a:schemeClr>
              </a:buClr>
            </a:pPr>
            <a:r>
              <a:rPr lang="en-US" altLang="zh-CN" sz="1600" dirty="0">
                <a:latin typeface="微软雅黑 Light" panose="020B0502040204020203" pitchFamily="34" charset="-122"/>
                <a:ea typeface="微软雅黑 Light" panose="020B0502040204020203" pitchFamily="34" charset="-122"/>
              </a:rPr>
              <a:t>Star</a:t>
            </a:r>
            <a:endParaRPr lang="zh-CN" altLang="en-US" sz="1600" dirty="0">
              <a:latin typeface="微软雅黑 Light" panose="020B0502040204020203" pitchFamily="34" charset="-122"/>
              <a:ea typeface="微软雅黑 Light" panose="020B0502040204020203" pitchFamily="34" charset="-122"/>
            </a:endParaRPr>
          </a:p>
        </p:txBody>
      </p:sp>
      <p:sp>
        <p:nvSpPr>
          <p:cNvPr id="13" name="文本框 12">
            <a:extLst>
              <a:ext uri="{FF2B5EF4-FFF2-40B4-BE49-F238E27FC236}">
                <a16:creationId xmlns:a16="http://schemas.microsoft.com/office/drawing/2014/main" id="{38D2C55B-4C12-4BE6-9CDF-7E59BC5F42C6}"/>
              </a:ext>
            </a:extLst>
          </p:cNvPr>
          <p:cNvSpPr txBox="1"/>
          <p:nvPr/>
        </p:nvSpPr>
        <p:spPr>
          <a:xfrm>
            <a:off x="5843906" y="5418592"/>
            <a:ext cx="718145" cy="430887"/>
          </a:xfrm>
          <a:prstGeom prst="rect">
            <a:avLst/>
          </a:prstGeom>
          <a:noFill/>
        </p:spPr>
        <p:txBody>
          <a:bodyPr wrap="none" lIns="0" tIns="0" rIns="0" bIns="0" rtlCol="0">
            <a:spAutoFit/>
          </a:bodyPr>
          <a:lstStyle>
            <a:defPPr>
              <a:defRPr lang="zh-CN"/>
            </a:defPPr>
            <a:lvl1pPr>
              <a:defRPr sz="8000">
                <a:gradFill>
                  <a:gsLst>
                    <a:gs pos="0">
                      <a:srgbClr val="C00000"/>
                    </a:gs>
                    <a:gs pos="53000">
                      <a:srgbClr val="FFC000"/>
                    </a:gs>
                    <a:gs pos="100000">
                      <a:srgbClr val="FFFF00"/>
                    </a:gs>
                  </a:gsLst>
                  <a:lin ang="5400000" scaled="0"/>
                </a:gradFill>
                <a:effectLst>
                  <a:outerShdw blurRad="50800" dist="38100" dir="2700000" algn="tl" rotWithShape="0">
                    <a:prstClr val="black">
                      <a:alpha val="40000"/>
                    </a:prstClr>
                  </a:outerShdw>
                </a:effectLst>
                <a:latin typeface="Cuprum" panose="00000500000000000000" pitchFamily="2" charset="0"/>
                <a:ea typeface="微软雅黑 Light" panose="020B0502040204020203" pitchFamily="34" charset="-122"/>
              </a:defRPr>
            </a:lvl1pPr>
          </a:lstStyle>
          <a:p>
            <a:pPr algn="ctr"/>
            <a:r>
              <a:rPr lang="zh-CN" altLang="en-US" sz="2800" dirty="0">
                <a:latin typeface="微软雅黑" panose="020B0503020204020204" pitchFamily="34" charset="-122"/>
                <a:ea typeface="微软雅黑" panose="020B0503020204020204" pitchFamily="34" charset="-122"/>
              </a:rPr>
              <a:t>环型</a:t>
            </a:r>
          </a:p>
        </p:txBody>
      </p:sp>
      <p:sp>
        <p:nvSpPr>
          <p:cNvPr id="14" name="文本框 13">
            <a:extLst>
              <a:ext uri="{FF2B5EF4-FFF2-40B4-BE49-F238E27FC236}">
                <a16:creationId xmlns:a16="http://schemas.microsoft.com/office/drawing/2014/main" id="{175BFD9C-E66C-4DAC-9701-9CCC271C28C5}"/>
              </a:ext>
            </a:extLst>
          </p:cNvPr>
          <p:cNvSpPr txBox="1"/>
          <p:nvPr/>
        </p:nvSpPr>
        <p:spPr>
          <a:xfrm>
            <a:off x="5905460" y="5831997"/>
            <a:ext cx="595036" cy="338554"/>
          </a:xfrm>
          <a:prstGeom prst="rect">
            <a:avLst/>
          </a:prstGeom>
          <a:noFill/>
        </p:spPr>
        <p:txBody>
          <a:bodyPr wrap="none" rtlCol="0">
            <a:spAutoFit/>
          </a:bodyPr>
          <a:lstStyle/>
          <a:p>
            <a:pPr algn="ctr">
              <a:buClr>
                <a:schemeClr val="accent2">
                  <a:lumMod val="75000"/>
                </a:schemeClr>
              </a:buClr>
            </a:pPr>
            <a:r>
              <a:rPr lang="en-US" altLang="zh-CN" sz="1600" dirty="0">
                <a:latin typeface="微软雅黑 Light" panose="020B0502040204020203" pitchFamily="34" charset="-122"/>
                <a:ea typeface="微软雅黑 Light" panose="020B0502040204020203" pitchFamily="34" charset="-122"/>
              </a:rPr>
              <a:t>Ring</a:t>
            </a:r>
            <a:endParaRPr lang="zh-CN" altLang="en-US" sz="1600" dirty="0">
              <a:latin typeface="微软雅黑 Light" panose="020B0502040204020203" pitchFamily="34" charset="-122"/>
              <a:ea typeface="微软雅黑 Light" panose="020B0502040204020203" pitchFamily="34" charset="-122"/>
            </a:endParaRPr>
          </a:p>
        </p:txBody>
      </p:sp>
      <p:cxnSp>
        <p:nvCxnSpPr>
          <p:cNvPr id="21" name="直接连接符 20">
            <a:extLst>
              <a:ext uri="{FF2B5EF4-FFF2-40B4-BE49-F238E27FC236}">
                <a16:creationId xmlns:a16="http://schemas.microsoft.com/office/drawing/2014/main" id="{7E13389C-0C49-4435-8C35-BBBD292334C1}"/>
              </a:ext>
            </a:extLst>
          </p:cNvPr>
          <p:cNvCxnSpPr>
            <a:cxnSpLocks/>
          </p:cNvCxnSpPr>
          <p:nvPr/>
        </p:nvCxnSpPr>
        <p:spPr>
          <a:xfrm flipV="1">
            <a:off x="2370806" y="3236186"/>
            <a:ext cx="474793" cy="385146"/>
          </a:xfrm>
          <a:prstGeom prst="line">
            <a:avLst/>
          </a:prstGeom>
          <a:ln w="6350">
            <a:solidFill>
              <a:schemeClr val="tx1"/>
            </a:solidFill>
            <a:prstDash val="solid"/>
            <a:tailEnd type="none"/>
          </a:ln>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80288F4A-D1EE-403B-AAD0-DF74BC4729EC}"/>
              </a:ext>
            </a:extLst>
          </p:cNvPr>
          <p:cNvCxnSpPr>
            <a:cxnSpLocks/>
          </p:cNvCxnSpPr>
          <p:nvPr/>
        </p:nvCxnSpPr>
        <p:spPr>
          <a:xfrm flipH="1" flipV="1">
            <a:off x="1903734" y="3075325"/>
            <a:ext cx="314336" cy="546007"/>
          </a:xfrm>
          <a:prstGeom prst="line">
            <a:avLst/>
          </a:prstGeom>
          <a:ln w="6350">
            <a:solidFill>
              <a:schemeClr val="tx1"/>
            </a:solidFill>
            <a:prstDash val="solid"/>
            <a:tailEnd type="none"/>
          </a:ln>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00F24727-6637-4792-99E5-0E33D7FB0D60}"/>
              </a:ext>
            </a:extLst>
          </p:cNvPr>
          <p:cNvCxnSpPr>
            <a:cxnSpLocks/>
          </p:cNvCxnSpPr>
          <p:nvPr/>
        </p:nvCxnSpPr>
        <p:spPr>
          <a:xfrm flipV="1">
            <a:off x="1581005" y="3774068"/>
            <a:ext cx="637065" cy="582874"/>
          </a:xfrm>
          <a:prstGeom prst="line">
            <a:avLst/>
          </a:prstGeom>
          <a:ln w="6350">
            <a:solidFill>
              <a:schemeClr val="tx1"/>
            </a:solidFill>
            <a:prstDash val="solid"/>
            <a:tailEnd type="none"/>
          </a:ln>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id="{8A71734C-9EF9-4E08-AE03-AA5502B45CE6}"/>
              </a:ext>
            </a:extLst>
          </p:cNvPr>
          <p:cNvCxnSpPr>
            <a:cxnSpLocks/>
          </p:cNvCxnSpPr>
          <p:nvPr/>
        </p:nvCxnSpPr>
        <p:spPr>
          <a:xfrm>
            <a:off x="2294438" y="3805700"/>
            <a:ext cx="198592" cy="773323"/>
          </a:xfrm>
          <a:prstGeom prst="line">
            <a:avLst/>
          </a:prstGeom>
          <a:ln w="6350">
            <a:solidFill>
              <a:schemeClr val="tx1"/>
            </a:solidFill>
            <a:prstDash val="solid"/>
            <a:tailEnd type="none"/>
          </a:ln>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B51193E8-D1F9-4812-8ECA-9D42A447BBC9}"/>
              </a:ext>
            </a:extLst>
          </p:cNvPr>
          <p:cNvCxnSpPr>
            <a:cxnSpLocks/>
          </p:cNvCxnSpPr>
          <p:nvPr/>
        </p:nvCxnSpPr>
        <p:spPr>
          <a:xfrm>
            <a:off x="2370806" y="3774068"/>
            <a:ext cx="515199" cy="180047"/>
          </a:xfrm>
          <a:prstGeom prst="line">
            <a:avLst/>
          </a:prstGeom>
          <a:ln w="6350">
            <a:solidFill>
              <a:schemeClr val="tx1"/>
            </a:solidFill>
            <a:prstDash val="solid"/>
            <a:tailEnd type="none"/>
          </a:ln>
        </p:spPr>
        <p:style>
          <a:lnRef idx="1">
            <a:schemeClr val="accent1"/>
          </a:lnRef>
          <a:fillRef idx="0">
            <a:schemeClr val="accent1"/>
          </a:fillRef>
          <a:effectRef idx="0">
            <a:schemeClr val="accent1"/>
          </a:effectRef>
          <a:fontRef idx="minor">
            <a:schemeClr val="tx1"/>
          </a:fontRef>
        </p:style>
      </p:cxnSp>
      <p:cxnSp>
        <p:nvCxnSpPr>
          <p:cNvPr id="41" name="直接连接符 40">
            <a:extLst>
              <a:ext uri="{FF2B5EF4-FFF2-40B4-BE49-F238E27FC236}">
                <a16:creationId xmlns:a16="http://schemas.microsoft.com/office/drawing/2014/main" id="{DAFA23DF-DE65-4F08-B004-53D2101D24EC}"/>
              </a:ext>
            </a:extLst>
          </p:cNvPr>
          <p:cNvCxnSpPr>
            <a:cxnSpLocks/>
          </p:cNvCxnSpPr>
          <p:nvPr/>
        </p:nvCxnSpPr>
        <p:spPr>
          <a:xfrm>
            <a:off x="6310982" y="2943893"/>
            <a:ext cx="564864" cy="300498"/>
          </a:xfrm>
          <a:prstGeom prst="line">
            <a:avLst/>
          </a:prstGeom>
          <a:ln w="6350">
            <a:solidFill>
              <a:schemeClr val="tx1"/>
            </a:solidFill>
            <a:prstDash val="solid"/>
            <a:tailEnd type="none"/>
          </a:ln>
        </p:spPr>
        <p:style>
          <a:lnRef idx="1">
            <a:schemeClr val="accent1"/>
          </a:lnRef>
          <a:fillRef idx="0">
            <a:schemeClr val="accent1"/>
          </a:fillRef>
          <a:effectRef idx="0">
            <a:schemeClr val="accent1"/>
          </a:effectRef>
          <a:fontRef idx="minor">
            <a:schemeClr val="tx1"/>
          </a:fontRef>
        </p:style>
      </p:cxnSp>
      <p:cxnSp>
        <p:nvCxnSpPr>
          <p:cNvPr id="42" name="直接连接符 41">
            <a:extLst>
              <a:ext uri="{FF2B5EF4-FFF2-40B4-BE49-F238E27FC236}">
                <a16:creationId xmlns:a16="http://schemas.microsoft.com/office/drawing/2014/main" id="{063A567B-7DD8-4289-A7EB-DDEA48602250}"/>
              </a:ext>
            </a:extLst>
          </p:cNvPr>
          <p:cNvCxnSpPr>
            <a:cxnSpLocks/>
          </p:cNvCxnSpPr>
          <p:nvPr/>
        </p:nvCxnSpPr>
        <p:spPr>
          <a:xfrm flipH="1">
            <a:off x="6920582" y="3428759"/>
            <a:ext cx="31632" cy="632328"/>
          </a:xfrm>
          <a:prstGeom prst="line">
            <a:avLst/>
          </a:prstGeom>
          <a:ln w="6350">
            <a:solidFill>
              <a:schemeClr val="tx1"/>
            </a:solidFill>
            <a:prstDash val="solid"/>
            <a:tailEnd type="none"/>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73062850-B8E7-478F-A43D-8DF6C9A6AAE4}"/>
              </a:ext>
            </a:extLst>
          </p:cNvPr>
          <p:cNvCxnSpPr>
            <a:cxnSpLocks/>
          </p:cNvCxnSpPr>
          <p:nvPr/>
        </p:nvCxnSpPr>
        <p:spPr>
          <a:xfrm flipH="1">
            <a:off x="6166628" y="4213823"/>
            <a:ext cx="601218" cy="195969"/>
          </a:xfrm>
          <a:prstGeom prst="line">
            <a:avLst/>
          </a:prstGeom>
          <a:ln w="6350">
            <a:solidFill>
              <a:schemeClr val="tx1"/>
            </a:solidFill>
            <a:prstDash val="solid"/>
            <a:tailEnd type="none"/>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EFC37666-5E66-4822-96BB-869519ACA7C3}"/>
              </a:ext>
            </a:extLst>
          </p:cNvPr>
          <p:cNvCxnSpPr>
            <a:cxnSpLocks/>
          </p:cNvCxnSpPr>
          <p:nvPr/>
        </p:nvCxnSpPr>
        <p:spPr>
          <a:xfrm flipH="1" flipV="1">
            <a:off x="5548028" y="4138483"/>
            <a:ext cx="402600" cy="271309"/>
          </a:xfrm>
          <a:prstGeom prst="line">
            <a:avLst/>
          </a:prstGeom>
          <a:ln w="6350">
            <a:solidFill>
              <a:schemeClr val="tx1"/>
            </a:solidFill>
            <a:prstDash val="solid"/>
            <a:tailEnd type="none"/>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30BD56C5-F81A-41E1-807E-4771FDA4F4BB}"/>
              </a:ext>
            </a:extLst>
          </p:cNvPr>
          <p:cNvCxnSpPr>
            <a:cxnSpLocks/>
          </p:cNvCxnSpPr>
          <p:nvPr/>
        </p:nvCxnSpPr>
        <p:spPr>
          <a:xfrm flipV="1">
            <a:off x="5471660" y="3291325"/>
            <a:ext cx="32639" cy="662790"/>
          </a:xfrm>
          <a:prstGeom prst="line">
            <a:avLst/>
          </a:prstGeom>
          <a:ln w="6350">
            <a:solidFill>
              <a:schemeClr val="tx1"/>
            </a:solidFill>
            <a:prstDash val="solid"/>
            <a:tailEnd type="none"/>
          </a:ln>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E70B342F-F0EB-4CE2-8754-FC9C62020277}"/>
              </a:ext>
            </a:extLst>
          </p:cNvPr>
          <p:cNvCxnSpPr>
            <a:cxnSpLocks/>
          </p:cNvCxnSpPr>
          <p:nvPr/>
        </p:nvCxnSpPr>
        <p:spPr>
          <a:xfrm flipV="1">
            <a:off x="5657035" y="2943893"/>
            <a:ext cx="437947" cy="194696"/>
          </a:xfrm>
          <a:prstGeom prst="line">
            <a:avLst/>
          </a:prstGeom>
          <a:ln w="6350">
            <a:solidFill>
              <a:schemeClr val="tx1"/>
            </a:solidFill>
            <a:prstDash val="solid"/>
            <a:tailEnd type="none"/>
          </a:ln>
        </p:spPr>
        <p:style>
          <a:lnRef idx="1">
            <a:schemeClr val="accent1"/>
          </a:lnRef>
          <a:fillRef idx="0">
            <a:schemeClr val="accent1"/>
          </a:fillRef>
          <a:effectRef idx="0">
            <a:schemeClr val="accent1"/>
          </a:effectRef>
          <a:fontRef idx="minor">
            <a:schemeClr val="tx1"/>
          </a:fontRef>
        </p:style>
      </p:cxnSp>
      <p:cxnSp>
        <p:nvCxnSpPr>
          <p:cNvPr id="5" name="直接连接符 4">
            <a:extLst>
              <a:ext uri="{FF2B5EF4-FFF2-40B4-BE49-F238E27FC236}">
                <a16:creationId xmlns:a16="http://schemas.microsoft.com/office/drawing/2014/main" id="{949D0ED0-F765-5B01-90B2-616397809988}"/>
              </a:ext>
            </a:extLst>
          </p:cNvPr>
          <p:cNvCxnSpPr/>
          <p:nvPr/>
        </p:nvCxnSpPr>
        <p:spPr>
          <a:xfrm>
            <a:off x="8864244" y="3259351"/>
            <a:ext cx="2340000" cy="0"/>
          </a:xfrm>
          <a:prstGeom prst="line">
            <a:avLst/>
          </a:prstGeom>
          <a:ln w="19050">
            <a:solidFill>
              <a:schemeClr val="tx1"/>
            </a:solidFill>
            <a:tailEnd type="none"/>
          </a:ln>
        </p:spPr>
        <p:style>
          <a:lnRef idx="1">
            <a:schemeClr val="dk1"/>
          </a:lnRef>
          <a:fillRef idx="0">
            <a:schemeClr val="dk1"/>
          </a:fillRef>
          <a:effectRef idx="0">
            <a:schemeClr val="dk1"/>
          </a:effectRef>
          <a:fontRef idx="minor">
            <a:schemeClr val="tx1"/>
          </a:fontRef>
        </p:style>
      </p:cxnSp>
      <p:pic>
        <p:nvPicPr>
          <p:cNvPr id="9" name="图片 8">
            <a:extLst>
              <a:ext uri="{FF2B5EF4-FFF2-40B4-BE49-F238E27FC236}">
                <a16:creationId xmlns:a16="http://schemas.microsoft.com/office/drawing/2014/main" id="{8CBD729B-A588-7C9A-3AB9-334C7E1192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42245" y="2666186"/>
            <a:ext cx="323850" cy="304800"/>
          </a:xfrm>
          <a:prstGeom prst="rect">
            <a:avLst/>
          </a:prstGeom>
        </p:spPr>
      </p:pic>
      <p:pic>
        <p:nvPicPr>
          <p:cNvPr id="27" name="图片 26">
            <a:extLst>
              <a:ext uri="{FF2B5EF4-FFF2-40B4-BE49-F238E27FC236}">
                <a16:creationId xmlns:a16="http://schemas.microsoft.com/office/drawing/2014/main" id="{FBF989F2-6C6B-A255-6B6A-FEB279AE15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01957" y="3555483"/>
            <a:ext cx="323850" cy="304800"/>
          </a:xfrm>
          <a:prstGeom prst="rect">
            <a:avLst/>
          </a:prstGeom>
        </p:spPr>
      </p:pic>
      <p:pic>
        <p:nvPicPr>
          <p:cNvPr id="29" name="图片 28">
            <a:extLst>
              <a:ext uri="{FF2B5EF4-FFF2-40B4-BE49-F238E27FC236}">
                <a16:creationId xmlns:a16="http://schemas.microsoft.com/office/drawing/2014/main" id="{12A28EFC-21D4-96E6-B2C1-537B6FC297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82533" y="3547498"/>
            <a:ext cx="323850" cy="304800"/>
          </a:xfrm>
          <a:prstGeom prst="rect">
            <a:avLst/>
          </a:prstGeom>
        </p:spPr>
      </p:pic>
      <p:pic>
        <p:nvPicPr>
          <p:cNvPr id="31" name="图片 30">
            <a:extLst>
              <a:ext uri="{FF2B5EF4-FFF2-40B4-BE49-F238E27FC236}">
                <a16:creationId xmlns:a16="http://schemas.microsoft.com/office/drawing/2014/main" id="{465679F2-FFAB-14C0-F220-AB54E1C6F7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110" y="3560949"/>
            <a:ext cx="323850" cy="304800"/>
          </a:xfrm>
          <a:prstGeom prst="rect">
            <a:avLst/>
          </a:prstGeom>
        </p:spPr>
      </p:pic>
      <p:pic>
        <p:nvPicPr>
          <p:cNvPr id="33" name="图片 32">
            <a:extLst>
              <a:ext uri="{FF2B5EF4-FFF2-40B4-BE49-F238E27FC236}">
                <a16:creationId xmlns:a16="http://schemas.microsoft.com/office/drawing/2014/main" id="{A716606B-F2D3-6DB9-EB1E-DFB5EF2568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21381" y="3555483"/>
            <a:ext cx="323850" cy="304800"/>
          </a:xfrm>
          <a:prstGeom prst="rect">
            <a:avLst/>
          </a:prstGeom>
        </p:spPr>
      </p:pic>
      <p:cxnSp>
        <p:nvCxnSpPr>
          <p:cNvPr id="56" name="连接符: 肘形 55">
            <a:extLst>
              <a:ext uri="{FF2B5EF4-FFF2-40B4-BE49-F238E27FC236}">
                <a16:creationId xmlns:a16="http://schemas.microsoft.com/office/drawing/2014/main" id="{6850AF10-6036-351B-B566-5ABDC5F7E6D6}"/>
              </a:ext>
            </a:extLst>
          </p:cNvPr>
          <p:cNvCxnSpPr>
            <a:stCxn id="9" idx="2"/>
            <a:endCxn id="27" idx="0"/>
          </p:cNvCxnSpPr>
          <p:nvPr/>
        </p:nvCxnSpPr>
        <p:spPr>
          <a:xfrm rot="5400000">
            <a:off x="9541778" y="3093090"/>
            <a:ext cx="584497" cy="340288"/>
          </a:xfrm>
          <a:prstGeom prst="bentConnector3">
            <a:avLst/>
          </a:prstGeom>
          <a:ln w="12700">
            <a:solidFill>
              <a:schemeClr val="bg1">
                <a:lumMod val="50000"/>
              </a:schemeClr>
            </a:solidFill>
            <a:tailEnd type="none"/>
          </a:ln>
        </p:spPr>
        <p:style>
          <a:lnRef idx="1">
            <a:schemeClr val="dk1"/>
          </a:lnRef>
          <a:fillRef idx="0">
            <a:schemeClr val="dk1"/>
          </a:fillRef>
          <a:effectRef idx="0">
            <a:schemeClr val="dk1"/>
          </a:effectRef>
          <a:fontRef idx="minor">
            <a:schemeClr val="tx1"/>
          </a:fontRef>
        </p:style>
      </p:cxnSp>
      <p:cxnSp>
        <p:nvCxnSpPr>
          <p:cNvPr id="60" name="连接符: 肘形 59">
            <a:extLst>
              <a:ext uri="{FF2B5EF4-FFF2-40B4-BE49-F238E27FC236}">
                <a16:creationId xmlns:a16="http://schemas.microsoft.com/office/drawing/2014/main" id="{25FDE784-0E44-ADA7-D8C1-8BEA8DCA6C5F}"/>
              </a:ext>
            </a:extLst>
          </p:cNvPr>
          <p:cNvCxnSpPr>
            <a:stCxn id="33" idx="0"/>
            <a:endCxn id="9" idx="2"/>
          </p:cNvCxnSpPr>
          <p:nvPr/>
        </p:nvCxnSpPr>
        <p:spPr>
          <a:xfrm rot="5400000" flipH="1" flipV="1">
            <a:off x="9201490" y="2752803"/>
            <a:ext cx="584497" cy="1020864"/>
          </a:xfrm>
          <a:prstGeom prst="bentConnector3">
            <a:avLst/>
          </a:prstGeom>
          <a:ln w="12700">
            <a:solidFill>
              <a:schemeClr val="bg1">
                <a:lumMod val="50000"/>
              </a:schemeClr>
            </a:solidFill>
            <a:tailEnd type="none"/>
          </a:ln>
        </p:spPr>
        <p:style>
          <a:lnRef idx="1">
            <a:schemeClr val="dk1"/>
          </a:lnRef>
          <a:fillRef idx="0">
            <a:schemeClr val="dk1"/>
          </a:fillRef>
          <a:effectRef idx="0">
            <a:schemeClr val="dk1"/>
          </a:effectRef>
          <a:fontRef idx="minor">
            <a:schemeClr val="tx1"/>
          </a:fontRef>
        </p:style>
      </p:cxnSp>
      <p:cxnSp>
        <p:nvCxnSpPr>
          <p:cNvPr id="62" name="连接符: 肘形 61">
            <a:extLst>
              <a:ext uri="{FF2B5EF4-FFF2-40B4-BE49-F238E27FC236}">
                <a16:creationId xmlns:a16="http://schemas.microsoft.com/office/drawing/2014/main" id="{511DD123-2A6F-55D4-55B4-6B12DB826019}"/>
              </a:ext>
            </a:extLst>
          </p:cNvPr>
          <p:cNvCxnSpPr>
            <a:stCxn id="29" idx="0"/>
            <a:endCxn id="9" idx="2"/>
          </p:cNvCxnSpPr>
          <p:nvPr/>
        </p:nvCxnSpPr>
        <p:spPr>
          <a:xfrm rot="16200000" flipV="1">
            <a:off x="9886058" y="3089098"/>
            <a:ext cx="576512" cy="340288"/>
          </a:xfrm>
          <a:prstGeom prst="bentConnector3">
            <a:avLst/>
          </a:prstGeom>
          <a:ln w="12700">
            <a:solidFill>
              <a:schemeClr val="bg1">
                <a:lumMod val="50000"/>
              </a:schemeClr>
            </a:solidFill>
            <a:tailEnd type="none"/>
          </a:ln>
        </p:spPr>
        <p:style>
          <a:lnRef idx="1">
            <a:schemeClr val="dk1"/>
          </a:lnRef>
          <a:fillRef idx="0">
            <a:schemeClr val="dk1"/>
          </a:fillRef>
          <a:effectRef idx="0">
            <a:schemeClr val="dk1"/>
          </a:effectRef>
          <a:fontRef idx="minor">
            <a:schemeClr val="tx1"/>
          </a:fontRef>
        </p:style>
      </p:cxnSp>
      <p:cxnSp>
        <p:nvCxnSpPr>
          <p:cNvPr id="64" name="连接符: 肘形 63">
            <a:extLst>
              <a:ext uri="{FF2B5EF4-FFF2-40B4-BE49-F238E27FC236}">
                <a16:creationId xmlns:a16="http://schemas.microsoft.com/office/drawing/2014/main" id="{609BB7D1-086F-C1B5-F6B7-7B9D926B9D3E}"/>
              </a:ext>
            </a:extLst>
          </p:cNvPr>
          <p:cNvCxnSpPr>
            <a:stCxn id="31" idx="0"/>
            <a:endCxn id="9" idx="2"/>
          </p:cNvCxnSpPr>
          <p:nvPr/>
        </p:nvCxnSpPr>
        <p:spPr>
          <a:xfrm rot="16200000" flipV="1">
            <a:off x="10219622" y="2755535"/>
            <a:ext cx="589963" cy="1020865"/>
          </a:xfrm>
          <a:prstGeom prst="bentConnector3">
            <a:avLst/>
          </a:prstGeom>
          <a:ln w="12700">
            <a:solidFill>
              <a:schemeClr val="bg1">
                <a:lumMod val="50000"/>
              </a:schemeClr>
            </a:solidFill>
            <a:tailEnd type="none"/>
          </a:ln>
        </p:spPr>
        <p:style>
          <a:lnRef idx="1">
            <a:schemeClr val="dk1"/>
          </a:lnRef>
          <a:fillRef idx="0">
            <a:schemeClr val="dk1"/>
          </a:fillRef>
          <a:effectRef idx="0">
            <a:schemeClr val="dk1"/>
          </a:effectRef>
          <a:fontRef idx="minor">
            <a:schemeClr val="tx1"/>
          </a:fontRef>
        </p:style>
      </p:cxnSp>
      <p:pic>
        <p:nvPicPr>
          <p:cNvPr id="66" name="图片 65">
            <a:extLst>
              <a:ext uri="{FF2B5EF4-FFF2-40B4-BE49-F238E27FC236}">
                <a16:creationId xmlns:a16="http://schemas.microsoft.com/office/drawing/2014/main" id="{75D403F9-12DC-B202-FFE3-DA1AA00006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54056" y="2794826"/>
            <a:ext cx="323850" cy="304800"/>
          </a:xfrm>
          <a:prstGeom prst="rect">
            <a:avLst/>
          </a:prstGeom>
        </p:spPr>
      </p:pic>
      <p:pic>
        <p:nvPicPr>
          <p:cNvPr id="68" name="图片 67">
            <a:extLst>
              <a:ext uri="{FF2B5EF4-FFF2-40B4-BE49-F238E27FC236}">
                <a16:creationId xmlns:a16="http://schemas.microsoft.com/office/drawing/2014/main" id="{67170150-BCF3-E6A9-2A8E-395745DE71B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33185" y="3900247"/>
            <a:ext cx="323850" cy="304800"/>
          </a:xfrm>
          <a:prstGeom prst="rect">
            <a:avLst/>
          </a:prstGeom>
        </p:spPr>
      </p:pic>
      <p:pic>
        <p:nvPicPr>
          <p:cNvPr id="70" name="图片 69">
            <a:extLst>
              <a:ext uri="{FF2B5EF4-FFF2-40B4-BE49-F238E27FC236}">
                <a16:creationId xmlns:a16="http://schemas.microsoft.com/office/drawing/2014/main" id="{F007EC13-9D05-E388-6871-28E5BEE5B7A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81742" y="3966576"/>
            <a:ext cx="323850" cy="304800"/>
          </a:xfrm>
          <a:prstGeom prst="rect">
            <a:avLst/>
          </a:prstGeom>
        </p:spPr>
      </p:pic>
      <p:pic>
        <p:nvPicPr>
          <p:cNvPr id="72" name="图片 71">
            <a:extLst>
              <a:ext uri="{FF2B5EF4-FFF2-40B4-BE49-F238E27FC236}">
                <a16:creationId xmlns:a16="http://schemas.microsoft.com/office/drawing/2014/main" id="{D934576D-50D2-4D20-E7D5-B3748FAADC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00891" y="3168044"/>
            <a:ext cx="323850" cy="304800"/>
          </a:xfrm>
          <a:prstGeom prst="rect">
            <a:avLst/>
          </a:prstGeom>
        </p:spPr>
      </p:pic>
      <p:pic>
        <p:nvPicPr>
          <p:cNvPr id="74" name="图片 73">
            <a:extLst>
              <a:ext uri="{FF2B5EF4-FFF2-40B4-BE49-F238E27FC236}">
                <a16:creationId xmlns:a16="http://schemas.microsoft.com/office/drawing/2014/main" id="{49BB69A5-A5DB-FD4A-A150-30DA45C04F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07966" y="4228355"/>
            <a:ext cx="323850" cy="304800"/>
          </a:xfrm>
          <a:prstGeom prst="rect">
            <a:avLst/>
          </a:prstGeom>
        </p:spPr>
      </p:pic>
      <p:pic>
        <p:nvPicPr>
          <p:cNvPr id="76" name="图片 75">
            <a:extLst>
              <a:ext uri="{FF2B5EF4-FFF2-40B4-BE49-F238E27FC236}">
                <a16:creationId xmlns:a16="http://schemas.microsoft.com/office/drawing/2014/main" id="{B7AF2AF5-1559-0D38-798A-2FA88459531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25478" y="3068140"/>
            <a:ext cx="323850" cy="304800"/>
          </a:xfrm>
          <a:prstGeom prst="rect">
            <a:avLst/>
          </a:prstGeom>
        </p:spPr>
      </p:pic>
      <p:pic>
        <p:nvPicPr>
          <p:cNvPr id="78" name="图片 77">
            <a:extLst>
              <a:ext uri="{FF2B5EF4-FFF2-40B4-BE49-F238E27FC236}">
                <a16:creationId xmlns:a16="http://schemas.microsoft.com/office/drawing/2014/main" id="{12010DBF-7BD0-C918-06E1-2E870DE4D26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60202" y="2897084"/>
            <a:ext cx="323850" cy="304800"/>
          </a:xfrm>
          <a:prstGeom prst="rect">
            <a:avLst/>
          </a:prstGeom>
        </p:spPr>
      </p:pic>
      <p:pic>
        <p:nvPicPr>
          <p:cNvPr id="80" name="图片 79">
            <a:extLst>
              <a:ext uri="{FF2B5EF4-FFF2-40B4-BE49-F238E27FC236}">
                <a16:creationId xmlns:a16="http://schemas.microsoft.com/office/drawing/2014/main" id="{6CCB20A8-0F4B-91C9-5ED0-4813B760A6C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69781" y="4192361"/>
            <a:ext cx="323850" cy="304800"/>
          </a:xfrm>
          <a:prstGeom prst="rect">
            <a:avLst/>
          </a:prstGeom>
        </p:spPr>
      </p:pic>
      <p:pic>
        <p:nvPicPr>
          <p:cNvPr id="82" name="图片 81">
            <a:extLst>
              <a:ext uri="{FF2B5EF4-FFF2-40B4-BE49-F238E27FC236}">
                <a16:creationId xmlns:a16="http://schemas.microsoft.com/office/drawing/2014/main" id="{314EB33B-B600-32D7-D6D5-53571D0FEC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35016" y="3774068"/>
            <a:ext cx="323850" cy="304800"/>
          </a:xfrm>
          <a:prstGeom prst="rect">
            <a:avLst/>
          </a:prstGeom>
        </p:spPr>
      </p:pic>
      <p:pic>
        <p:nvPicPr>
          <p:cNvPr id="84" name="图片 83">
            <a:extLst>
              <a:ext uri="{FF2B5EF4-FFF2-40B4-BE49-F238E27FC236}">
                <a16:creationId xmlns:a16="http://schemas.microsoft.com/office/drawing/2014/main" id="{376ED756-239D-F5A9-F66A-B0E920376D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20203" y="3049484"/>
            <a:ext cx="323850" cy="304800"/>
          </a:xfrm>
          <a:prstGeom prst="rect">
            <a:avLst/>
          </a:prstGeom>
        </p:spPr>
      </p:pic>
      <p:pic>
        <p:nvPicPr>
          <p:cNvPr id="86" name="图片 85">
            <a:extLst>
              <a:ext uri="{FF2B5EF4-FFF2-40B4-BE49-F238E27FC236}">
                <a16:creationId xmlns:a16="http://schemas.microsoft.com/office/drawing/2014/main" id="{FD4130FE-F736-3FC0-776A-AE711D0619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29661" y="4458255"/>
            <a:ext cx="323850" cy="304800"/>
          </a:xfrm>
          <a:prstGeom prst="rect">
            <a:avLst/>
          </a:prstGeom>
        </p:spPr>
      </p:pic>
      <p:pic>
        <p:nvPicPr>
          <p:cNvPr id="88" name="图片 87">
            <a:extLst>
              <a:ext uri="{FF2B5EF4-FFF2-40B4-BE49-F238E27FC236}">
                <a16:creationId xmlns:a16="http://schemas.microsoft.com/office/drawing/2014/main" id="{5D24F824-579F-010D-A483-368AE89AE74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60902" y="3561443"/>
            <a:ext cx="400050" cy="304800"/>
          </a:xfrm>
          <a:prstGeom prst="rect">
            <a:avLst/>
          </a:prstGeom>
        </p:spPr>
      </p:pic>
    </p:spTree>
    <p:extLst>
      <p:ext uri="{BB962C8B-B14F-4D97-AF65-F5344CB8AC3E}">
        <p14:creationId xmlns:p14="http://schemas.microsoft.com/office/powerpoint/2010/main" val="86610356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Char"/>
      </p:transition>
    </mc:Choice>
    <mc:Fallback xmlns="">
      <p:transition>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a:extLst>
              <a:ext uri="{FF2B5EF4-FFF2-40B4-BE49-F238E27FC236}">
                <a16:creationId xmlns:a16="http://schemas.microsoft.com/office/drawing/2014/main" id="{680003E4-6F4B-42ED-B3A5-B7B93BFB7B8B}"/>
              </a:ext>
            </a:extLst>
          </p:cNvPr>
          <p:cNvSpPr>
            <a:spLocks noGrp="1"/>
          </p:cNvSpPr>
          <p:nvPr>
            <p:ph type="title"/>
          </p:nvPr>
        </p:nvSpPr>
        <p:spPr/>
        <p:txBody>
          <a:bodyPr/>
          <a:lstStyle/>
          <a:p>
            <a:r>
              <a:rPr lang="zh-CN" altLang="en-US" dirty="0"/>
              <a:t>广播信道</a:t>
            </a:r>
          </a:p>
        </p:txBody>
      </p:sp>
      <p:sp>
        <p:nvSpPr>
          <p:cNvPr id="4" name="文本占位符 3">
            <a:extLst>
              <a:ext uri="{FF2B5EF4-FFF2-40B4-BE49-F238E27FC236}">
                <a16:creationId xmlns:a16="http://schemas.microsoft.com/office/drawing/2014/main" id="{D81DE4BE-D5F7-4413-B006-C7ED23CA6945}"/>
              </a:ext>
            </a:extLst>
          </p:cNvPr>
          <p:cNvSpPr>
            <a:spLocks noGrp="1"/>
          </p:cNvSpPr>
          <p:nvPr>
            <p:ph type="body" sz="quarter" idx="11"/>
          </p:nvPr>
        </p:nvSpPr>
        <p:spPr/>
        <p:txBody>
          <a:bodyPr/>
          <a:lstStyle/>
          <a:p>
            <a:r>
              <a:rPr lang="en-US" altLang="zh-CN" dirty="0"/>
              <a:t>Broadcast channel</a:t>
            </a:r>
          </a:p>
        </p:txBody>
      </p:sp>
      <p:sp>
        <p:nvSpPr>
          <p:cNvPr id="3" name="文本占位符 2">
            <a:extLst>
              <a:ext uri="{FF2B5EF4-FFF2-40B4-BE49-F238E27FC236}">
                <a16:creationId xmlns:a16="http://schemas.microsoft.com/office/drawing/2014/main" id="{20AA8CDF-E629-424B-BA0A-F3F50A349EB3}"/>
              </a:ext>
            </a:extLst>
          </p:cNvPr>
          <p:cNvSpPr>
            <a:spLocks noGrp="1"/>
          </p:cNvSpPr>
          <p:nvPr>
            <p:ph type="body" sz="quarter" idx="12"/>
          </p:nvPr>
        </p:nvSpPr>
        <p:spPr/>
        <p:txBody>
          <a:bodyPr/>
          <a:lstStyle/>
          <a:p>
            <a:r>
              <a:rPr lang="zh-CN" altLang="en-US" dirty="0"/>
              <a:t>传统的信道复用技术</a:t>
            </a:r>
            <a:r>
              <a:rPr lang="zh-CN" altLang="en-US" dirty="0">
                <a:solidFill>
                  <a:srgbClr val="FF0000"/>
                </a:solidFill>
              </a:rPr>
              <a:t>代价</a:t>
            </a:r>
            <a:r>
              <a:rPr lang="zh-CN" altLang="en-US" dirty="0"/>
              <a:t>高</a:t>
            </a:r>
          </a:p>
          <a:p>
            <a:r>
              <a:rPr lang="zh-CN" altLang="en-US" dirty="0"/>
              <a:t>动态媒体接入控制</a:t>
            </a:r>
            <a:endParaRPr lang="en-US" altLang="zh-CN" dirty="0"/>
          </a:p>
          <a:p>
            <a:pPr lvl="1"/>
            <a:r>
              <a:rPr lang="zh-CN" altLang="en-US" dirty="0"/>
              <a:t>随机接入：容易碰撞，需要解决碰撞的问题，已经很完美的应用到了现在的局域网</a:t>
            </a:r>
            <a:endParaRPr lang="en-US" altLang="zh-CN" dirty="0"/>
          </a:p>
          <a:p>
            <a:pPr lvl="1"/>
            <a:r>
              <a:rPr lang="zh-CN" altLang="en-US" dirty="0"/>
              <a:t>受控接入：多见于旧式的网络架构</a:t>
            </a:r>
            <a:endParaRPr lang="en-US" altLang="zh-CN" dirty="0"/>
          </a:p>
        </p:txBody>
      </p:sp>
      <p:sp>
        <p:nvSpPr>
          <p:cNvPr id="12" name="文本框 11">
            <a:extLst>
              <a:ext uri="{FF2B5EF4-FFF2-40B4-BE49-F238E27FC236}">
                <a16:creationId xmlns:a16="http://schemas.microsoft.com/office/drawing/2014/main" id="{2A03760E-7823-49FB-8A5E-DDFA08C1BCCB}"/>
              </a:ext>
            </a:extLst>
          </p:cNvPr>
          <p:cNvSpPr txBox="1"/>
          <p:nvPr/>
        </p:nvSpPr>
        <p:spPr>
          <a:xfrm>
            <a:off x="4754054" y="4898557"/>
            <a:ext cx="258404" cy="215444"/>
          </a:xfrm>
          <a:prstGeom prst="rect">
            <a:avLst/>
          </a:prstGeom>
          <a:noFill/>
        </p:spPr>
        <p:txBody>
          <a:bodyPr wrap="none" lIns="91440" tIns="45720" rIns="91440" bIns="45720" rtlCol="0">
            <a:spAutoFit/>
          </a:bodyPr>
          <a:lstStyle/>
          <a:p>
            <a:pPr algn="ctr"/>
            <a:r>
              <a:rPr lang="en-US" altLang="zh-CN" sz="800" dirty="0">
                <a:solidFill>
                  <a:schemeClr val="tx1"/>
                </a:solidFill>
                <a:latin typeface="Times New Roman" panose="02020603050405020304" pitchFamily="18" charset="0"/>
                <a:ea typeface="微软雅黑 Light" panose="020B0502040204020203" pitchFamily="34" charset="-122"/>
              </a:rPr>
              <a:t>A</a:t>
            </a:r>
            <a:endParaRPr lang="zh-CN" altLang="en-US" sz="800" dirty="0">
              <a:solidFill>
                <a:schemeClr val="tx1"/>
              </a:solidFill>
              <a:latin typeface="Times New Roman" panose="02020603050405020304" pitchFamily="18" charset="0"/>
              <a:ea typeface="微软雅黑 Light" panose="020B0502040204020203" pitchFamily="34" charset="-122"/>
            </a:endParaRPr>
          </a:p>
        </p:txBody>
      </p:sp>
      <p:sp>
        <p:nvSpPr>
          <p:cNvPr id="13" name="文本框 12">
            <a:extLst>
              <a:ext uri="{FF2B5EF4-FFF2-40B4-BE49-F238E27FC236}">
                <a16:creationId xmlns:a16="http://schemas.microsoft.com/office/drawing/2014/main" id="{D06D5AAA-FB2F-444D-8981-D12C14C14C94}"/>
              </a:ext>
            </a:extLst>
          </p:cNvPr>
          <p:cNvSpPr txBox="1"/>
          <p:nvPr/>
        </p:nvSpPr>
        <p:spPr>
          <a:xfrm>
            <a:off x="5434886" y="4898557"/>
            <a:ext cx="253595" cy="215444"/>
          </a:xfrm>
          <a:prstGeom prst="rect">
            <a:avLst/>
          </a:prstGeom>
          <a:noFill/>
        </p:spPr>
        <p:txBody>
          <a:bodyPr wrap="none" lIns="91440" tIns="45720" rIns="91440" bIns="45720" rtlCol="0">
            <a:spAutoFit/>
          </a:bodyPr>
          <a:lstStyle/>
          <a:p>
            <a:pPr algn="ctr"/>
            <a:r>
              <a:rPr lang="en-US" altLang="zh-CN" sz="800" dirty="0">
                <a:solidFill>
                  <a:schemeClr val="tx1"/>
                </a:solidFill>
                <a:latin typeface="Times New Roman" panose="02020603050405020304" pitchFamily="18" charset="0"/>
                <a:ea typeface="微软雅黑 Light" panose="020B0502040204020203" pitchFamily="34" charset="-122"/>
              </a:rPr>
              <a:t>B</a:t>
            </a:r>
            <a:endParaRPr lang="zh-CN" altLang="en-US" sz="800" dirty="0">
              <a:solidFill>
                <a:schemeClr val="tx1"/>
              </a:solidFill>
              <a:latin typeface="Times New Roman" panose="02020603050405020304" pitchFamily="18" charset="0"/>
              <a:ea typeface="微软雅黑 Light" panose="020B0502040204020203" pitchFamily="34" charset="-122"/>
            </a:endParaRPr>
          </a:p>
        </p:txBody>
      </p:sp>
      <p:sp>
        <p:nvSpPr>
          <p:cNvPr id="14" name="文本框 13">
            <a:extLst>
              <a:ext uri="{FF2B5EF4-FFF2-40B4-BE49-F238E27FC236}">
                <a16:creationId xmlns:a16="http://schemas.microsoft.com/office/drawing/2014/main" id="{F1323C74-F1A1-4828-9BE0-1CFD18CE1AB4}"/>
              </a:ext>
            </a:extLst>
          </p:cNvPr>
          <p:cNvSpPr txBox="1"/>
          <p:nvPr/>
        </p:nvSpPr>
        <p:spPr>
          <a:xfrm>
            <a:off x="6109307" y="4898557"/>
            <a:ext cx="253595" cy="215444"/>
          </a:xfrm>
          <a:prstGeom prst="rect">
            <a:avLst/>
          </a:prstGeom>
          <a:noFill/>
        </p:spPr>
        <p:txBody>
          <a:bodyPr wrap="none" lIns="91440" tIns="45720" rIns="91440" bIns="45720" rtlCol="0">
            <a:spAutoFit/>
          </a:bodyPr>
          <a:lstStyle/>
          <a:p>
            <a:pPr algn="ctr"/>
            <a:r>
              <a:rPr lang="en-US" altLang="zh-CN" sz="800" dirty="0">
                <a:solidFill>
                  <a:schemeClr val="tx1"/>
                </a:solidFill>
                <a:latin typeface="Times New Roman" panose="02020603050405020304" pitchFamily="18" charset="0"/>
                <a:ea typeface="微软雅黑 Light" panose="020B0502040204020203" pitchFamily="34" charset="-122"/>
              </a:rPr>
              <a:t>C</a:t>
            </a:r>
            <a:endParaRPr lang="zh-CN" altLang="en-US" sz="800" dirty="0">
              <a:solidFill>
                <a:schemeClr val="tx1"/>
              </a:solidFill>
              <a:latin typeface="Times New Roman" panose="02020603050405020304" pitchFamily="18" charset="0"/>
              <a:ea typeface="微软雅黑 Light" panose="020B0502040204020203" pitchFamily="34" charset="-122"/>
            </a:endParaRPr>
          </a:p>
        </p:txBody>
      </p:sp>
      <p:sp>
        <p:nvSpPr>
          <p:cNvPr id="15" name="文本框 14">
            <a:extLst>
              <a:ext uri="{FF2B5EF4-FFF2-40B4-BE49-F238E27FC236}">
                <a16:creationId xmlns:a16="http://schemas.microsoft.com/office/drawing/2014/main" id="{8A1524F7-18CA-40F4-8676-B3FB1550743A}"/>
              </a:ext>
            </a:extLst>
          </p:cNvPr>
          <p:cNvSpPr txBox="1"/>
          <p:nvPr/>
        </p:nvSpPr>
        <p:spPr>
          <a:xfrm>
            <a:off x="6785332" y="4898557"/>
            <a:ext cx="258404" cy="215444"/>
          </a:xfrm>
          <a:prstGeom prst="rect">
            <a:avLst/>
          </a:prstGeom>
          <a:noFill/>
        </p:spPr>
        <p:txBody>
          <a:bodyPr wrap="none" lIns="91440" tIns="45720" rIns="91440" bIns="45720" rtlCol="0">
            <a:spAutoFit/>
          </a:bodyPr>
          <a:lstStyle/>
          <a:p>
            <a:pPr algn="ctr"/>
            <a:r>
              <a:rPr lang="en-US" altLang="zh-CN" sz="800" dirty="0">
                <a:latin typeface="Times New Roman" panose="02020603050405020304" pitchFamily="18" charset="0"/>
                <a:ea typeface="微软雅黑 Light" panose="020B0502040204020203" pitchFamily="34" charset="-122"/>
              </a:rPr>
              <a:t>D</a:t>
            </a:r>
            <a:endParaRPr lang="zh-CN" altLang="en-US" sz="800" dirty="0">
              <a:solidFill>
                <a:schemeClr val="tx1"/>
              </a:solidFill>
              <a:latin typeface="Times New Roman" panose="02020603050405020304" pitchFamily="18" charset="0"/>
              <a:ea typeface="微软雅黑 Light" panose="020B0502040204020203" pitchFamily="34" charset="-122"/>
            </a:endParaRPr>
          </a:p>
        </p:txBody>
      </p:sp>
      <p:cxnSp>
        <p:nvCxnSpPr>
          <p:cNvPr id="31" name="直接连接符 30">
            <a:extLst>
              <a:ext uri="{FF2B5EF4-FFF2-40B4-BE49-F238E27FC236}">
                <a16:creationId xmlns:a16="http://schemas.microsoft.com/office/drawing/2014/main" id="{15CD501C-42A8-190F-A24E-246B887A8DA0}"/>
              </a:ext>
            </a:extLst>
          </p:cNvPr>
          <p:cNvCxnSpPr/>
          <p:nvPr/>
        </p:nvCxnSpPr>
        <p:spPr>
          <a:xfrm>
            <a:off x="4764194" y="4239371"/>
            <a:ext cx="2340000" cy="0"/>
          </a:xfrm>
          <a:prstGeom prst="line">
            <a:avLst/>
          </a:prstGeom>
          <a:ln w="19050">
            <a:solidFill>
              <a:schemeClr val="tx1"/>
            </a:solidFill>
            <a:tailEnd type="none"/>
          </a:ln>
        </p:spPr>
        <p:style>
          <a:lnRef idx="1">
            <a:schemeClr val="dk1"/>
          </a:lnRef>
          <a:fillRef idx="0">
            <a:schemeClr val="dk1"/>
          </a:fillRef>
          <a:effectRef idx="0">
            <a:schemeClr val="dk1"/>
          </a:effectRef>
          <a:fontRef idx="minor">
            <a:schemeClr val="tx1"/>
          </a:fontRef>
        </p:style>
      </p:cxnSp>
      <p:pic>
        <p:nvPicPr>
          <p:cNvPr id="32" name="图片 31">
            <a:extLst>
              <a:ext uri="{FF2B5EF4-FFF2-40B4-BE49-F238E27FC236}">
                <a16:creationId xmlns:a16="http://schemas.microsoft.com/office/drawing/2014/main" id="{D59668CF-B0FD-4A39-4D49-F4A396DC71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42195" y="3646206"/>
            <a:ext cx="323850" cy="304800"/>
          </a:xfrm>
          <a:prstGeom prst="rect">
            <a:avLst/>
          </a:prstGeom>
        </p:spPr>
      </p:pic>
      <p:pic>
        <p:nvPicPr>
          <p:cNvPr id="33" name="图片 32">
            <a:extLst>
              <a:ext uri="{FF2B5EF4-FFF2-40B4-BE49-F238E27FC236}">
                <a16:creationId xmlns:a16="http://schemas.microsoft.com/office/drawing/2014/main" id="{1FAB3AC2-C6B8-90C7-9225-C0E422CCF7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01907" y="4535503"/>
            <a:ext cx="323850" cy="304800"/>
          </a:xfrm>
          <a:prstGeom prst="rect">
            <a:avLst/>
          </a:prstGeom>
        </p:spPr>
      </p:pic>
      <p:pic>
        <p:nvPicPr>
          <p:cNvPr id="34" name="图片 33">
            <a:extLst>
              <a:ext uri="{FF2B5EF4-FFF2-40B4-BE49-F238E27FC236}">
                <a16:creationId xmlns:a16="http://schemas.microsoft.com/office/drawing/2014/main" id="{7B015EFC-66B8-7B01-6E39-F748DC552C1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82483" y="4527518"/>
            <a:ext cx="323850" cy="304800"/>
          </a:xfrm>
          <a:prstGeom prst="rect">
            <a:avLst/>
          </a:prstGeom>
        </p:spPr>
      </p:pic>
      <p:pic>
        <p:nvPicPr>
          <p:cNvPr id="35" name="图片 34">
            <a:extLst>
              <a:ext uri="{FF2B5EF4-FFF2-40B4-BE49-F238E27FC236}">
                <a16:creationId xmlns:a16="http://schemas.microsoft.com/office/drawing/2014/main" id="{162D826D-7B91-1141-B0AF-39A057B3116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63060" y="4540969"/>
            <a:ext cx="323850" cy="304800"/>
          </a:xfrm>
          <a:prstGeom prst="rect">
            <a:avLst/>
          </a:prstGeom>
        </p:spPr>
      </p:pic>
      <p:pic>
        <p:nvPicPr>
          <p:cNvPr id="36" name="图片 35">
            <a:extLst>
              <a:ext uri="{FF2B5EF4-FFF2-40B4-BE49-F238E27FC236}">
                <a16:creationId xmlns:a16="http://schemas.microsoft.com/office/drawing/2014/main" id="{C9B4F096-8BFE-1401-7EE9-55CB74CBEB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21331" y="4535503"/>
            <a:ext cx="323850" cy="304800"/>
          </a:xfrm>
          <a:prstGeom prst="rect">
            <a:avLst/>
          </a:prstGeom>
        </p:spPr>
      </p:pic>
      <p:cxnSp>
        <p:nvCxnSpPr>
          <p:cNvPr id="37" name="连接符: 肘形 36">
            <a:extLst>
              <a:ext uri="{FF2B5EF4-FFF2-40B4-BE49-F238E27FC236}">
                <a16:creationId xmlns:a16="http://schemas.microsoft.com/office/drawing/2014/main" id="{CAD251AD-46C5-35B0-E08E-FABDDD58F07C}"/>
              </a:ext>
            </a:extLst>
          </p:cNvPr>
          <p:cNvCxnSpPr>
            <a:stCxn id="32" idx="2"/>
            <a:endCxn id="33" idx="0"/>
          </p:cNvCxnSpPr>
          <p:nvPr/>
        </p:nvCxnSpPr>
        <p:spPr>
          <a:xfrm rot="5400000">
            <a:off x="5441728" y="4073110"/>
            <a:ext cx="584497" cy="340288"/>
          </a:xfrm>
          <a:prstGeom prst="bentConnector3">
            <a:avLst/>
          </a:prstGeom>
          <a:ln w="12700">
            <a:solidFill>
              <a:schemeClr val="bg1">
                <a:lumMod val="50000"/>
              </a:schemeClr>
            </a:solidFill>
            <a:tailEnd type="none"/>
          </a:ln>
        </p:spPr>
        <p:style>
          <a:lnRef idx="1">
            <a:schemeClr val="dk1"/>
          </a:lnRef>
          <a:fillRef idx="0">
            <a:schemeClr val="dk1"/>
          </a:fillRef>
          <a:effectRef idx="0">
            <a:schemeClr val="dk1"/>
          </a:effectRef>
          <a:fontRef idx="minor">
            <a:schemeClr val="tx1"/>
          </a:fontRef>
        </p:style>
      </p:cxnSp>
      <p:cxnSp>
        <p:nvCxnSpPr>
          <p:cNvPr id="38" name="连接符: 肘形 37">
            <a:extLst>
              <a:ext uri="{FF2B5EF4-FFF2-40B4-BE49-F238E27FC236}">
                <a16:creationId xmlns:a16="http://schemas.microsoft.com/office/drawing/2014/main" id="{5F170668-D7DB-246B-A656-AF03435891CA}"/>
              </a:ext>
            </a:extLst>
          </p:cNvPr>
          <p:cNvCxnSpPr>
            <a:stCxn id="36" idx="0"/>
            <a:endCxn id="32" idx="2"/>
          </p:cNvCxnSpPr>
          <p:nvPr/>
        </p:nvCxnSpPr>
        <p:spPr>
          <a:xfrm rot="5400000" flipH="1" flipV="1">
            <a:off x="5101440" y="3732823"/>
            <a:ext cx="584497" cy="1020864"/>
          </a:xfrm>
          <a:prstGeom prst="bentConnector3">
            <a:avLst/>
          </a:prstGeom>
          <a:ln w="12700">
            <a:solidFill>
              <a:schemeClr val="bg1">
                <a:lumMod val="50000"/>
              </a:schemeClr>
            </a:solidFill>
            <a:tailEnd type="none"/>
          </a:ln>
        </p:spPr>
        <p:style>
          <a:lnRef idx="1">
            <a:schemeClr val="dk1"/>
          </a:lnRef>
          <a:fillRef idx="0">
            <a:schemeClr val="dk1"/>
          </a:fillRef>
          <a:effectRef idx="0">
            <a:schemeClr val="dk1"/>
          </a:effectRef>
          <a:fontRef idx="minor">
            <a:schemeClr val="tx1"/>
          </a:fontRef>
        </p:style>
      </p:cxnSp>
      <p:cxnSp>
        <p:nvCxnSpPr>
          <p:cNvPr id="39" name="连接符: 肘形 38">
            <a:extLst>
              <a:ext uri="{FF2B5EF4-FFF2-40B4-BE49-F238E27FC236}">
                <a16:creationId xmlns:a16="http://schemas.microsoft.com/office/drawing/2014/main" id="{B9BE4EFF-8722-E3FD-5DBF-F85E55A776B5}"/>
              </a:ext>
            </a:extLst>
          </p:cNvPr>
          <p:cNvCxnSpPr>
            <a:stCxn id="34" idx="0"/>
            <a:endCxn id="32" idx="2"/>
          </p:cNvCxnSpPr>
          <p:nvPr/>
        </p:nvCxnSpPr>
        <p:spPr>
          <a:xfrm rot="16200000" flipV="1">
            <a:off x="5786008" y="4069118"/>
            <a:ext cx="576512" cy="340288"/>
          </a:xfrm>
          <a:prstGeom prst="bentConnector3">
            <a:avLst/>
          </a:prstGeom>
          <a:ln w="12700">
            <a:solidFill>
              <a:schemeClr val="bg1">
                <a:lumMod val="50000"/>
              </a:schemeClr>
            </a:solidFill>
            <a:tailEnd type="none"/>
          </a:ln>
        </p:spPr>
        <p:style>
          <a:lnRef idx="1">
            <a:schemeClr val="dk1"/>
          </a:lnRef>
          <a:fillRef idx="0">
            <a:schemeClr val="dk1"/>
          </a:fillRef>
          <a:effectRef idx="0">
            <a:schemeClr val="dk1"/>
          </a:effectRef>
          <a:fontRef idx="minor">
            <a:schemeClr val="tx1"/>
          </a:fontRef>
        </p:style>
      </p:cxnSp>
      <p:cxnSp>
        <p:nvCxnSpPr>
          <p:cNvPr id="40" name="连接符: 肘形 39">
            <a:extLst>
              <a:ext uri="{FF2B5EF4-FFF2-40B4-BE49-F238E27FC236}">
                <a16:creationId xmlns:a16="http://schemas.microsoft.com/office/drawing/2014/main" id="{49BEF8AB-2AA2-EA4B-13ED-C8FBCDD3F149}"/>
              </a:ext>
            </a:extLst>
          </p:cNvPr>
          <p:cNvCxnSpPr>
            <a:stCxn id="35" idx="0"/>
            <a:endCxn id="32" idx="2"/>
          </p:cNvCxnSpPr>
          <p:nvPr/>
        </p:nvCxnSpPr>
        <p:spPr>
          <a:xfrm rot="16200000" flipV="1">
            <a:off x="6119572" y="3735555"/>
            <a:ext cx="589963" cy="1020865"/>
          </a:xfrm>
          <a:prstGeom prst="bentConnector3">
            <a:avLst/>
          </a:prstGeom>
          <a:ln w="12700">
            <a:solidFill>
              <a:schemeClr val="bg1">
                <a:lumMod val="50000"/>
              </a:schemeClr>
            </a:solidFill>
            <a:tailEnd type="none"/>
          </a:ln>
        </p:spPr>
        <p:style>
          <a:lnRef idx="1">
            <a:schemeClr val="dk1"/>
          </a:lnRef>
          <a:fillRef idx="0">
            <a:schemeClr val="dk1"/>
          </a:fillRef>
          <a:effectRef idx="0">
            <a:schemeClr val="dk1"/>
          </a:effectRef>
          <a:fontRef idx="minor">
            <a:schemeClr val="tx1"/>
          </a:fontRef>
        </p:style>
      </p:cxnSp>
      <p:sp>
        <p:nvSpPr>
          <p:cNvPr id="22" name="爆炸形: 8 pt  21">
            <a:extLst>
              <a:ext uri="{FF2B5EF4-FFF2-40B4-BE49-F238E27FC236}">
                <a16:creationId xmlns:a16="http://schemas.microsoft.com/office/drawing/2014/main" id="{58B29B5A-FD58-4362-8BF1-1432F4057781}"/>
              </a:ext>
            </a:extLst>
          </p:cNvPr>
          <p:cNvSpPr/>
          <p:nvPr/>
        </p:nvSpPr>
        <p:spPr>
          <a:xfrm>
            <a:off x="4996870" y="4083987"/>
            <a:ext cx="324000" cy="324000"/>
          </a:xfrm>
          <a:prstGeom prst="irregularSeal1">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800" dirty="0">
                <a:latin typeface="Times New Roman" panose="02020603050405020304" pitchFamily="18" charset="0"/>
                <a:ea typeface="微软雅黑 Light" panose="020B0502040204020203" pitchFamily="34" charset="-122"/>
              </a:rPr>
              <a:t>A</a:t>
            </a:r>
            <a:endParaRPr lang="zh-CN" altLang="en-US" sz="800" dirty="0">
              <a:latin typeface="Times New Roman" panose="02020603050405020304" pitchFamily="18" charset="0"/>
              <a:ea typeface="微软雅黑 Light" panose="020B0502040204020203" pitchFamily="34" charset="-122"/>
            </a:endParaRPr>
          </a:p>
        </p:txBody>
      </p:sp>
      <p:sp>
        <p:nvSpPr>
          <p:cNvPr id="23" name="爆炸形: 8 pt  22">
            <a:extLst>
              <a:ext uri="{FF2B5EF4-FFF2-40B4-BE49-F238E27FC236}">
                <a16:creationId xmlns:a16="http://schemas.microsoft.com/office/drawing/2014/main" id="{23130921-431C-42A2-9E19-F93558BF910A}"/>
              </a:ext>
            </a:extLst>
          </p:cNvPr>
          <p:cNvSpPr/>
          <p:nvPr/>
        </p:nvSpPr>
        <p:spPr>
          <a:xfrm>
            <a:off x="6496982" y="4087620"/>
            <a:ext cx="324000" cy="324000"/>
          </a:xfrm>
          <a:prstGeom prst="irregularSeal1">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800" dirty="0">
                <a:latin typeface="Times New Roman" panose="02020603050405020304" pitchFamily="18" charset="0"/>
                <a:ea typeface="微软雅黑 Light" panose="020B0502040204020203" pitchFamily="34" charset="-122"/>
              </a:rPr>
              <a:t>D</a:t>
            </a:r>
            <a:endParaRPr lang="zh-CN" altLang="en-US" sz="800" dirty="0">
              <a:latin typeface="Times New Roman" panose="02020603050405020304" pitchFamily="18" charset="0"/>
              <a:ea typeface="微软雅黑 Light" panose="020B0502040204020203" pitchFamily="34" charset="-122"/>
            </a:endParaRPr>
          </a:p>
        </p:txBody>
      </p:sp>
    </p:spTree>
    <p:extLst>
      <p:ext uri="{BB962C8B-B14F-4D97-AF65-F5344CB8AC3E}">
        <p14:creationId xmlns:p14="http://schemas.microsoft.com/office/powerpoint/2010/main" val="6082817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Char"/>
      </p:transition>
    </mc:Choice>
    <mc:Fallback xmlns="">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reeform 1213">
            <a:extLst>
              <a:ext uri="{FF2B5EF4-FFF2-40B4-BE49-F238E27FC236}">
                <a16:creationId xmlns:a16="http://schemas.microsoft.com/office/drawing/2014/main" id="{8E7984DD-A9DC-4AF6-9B13-BC8A5BBC1561}"/>
              </a:ext>
            </a:extLst>
          </p:cNvPr>
          <p:cNvSpPr>
            <a:spLocks noChangeAspect="1" noChangeArrowheads="1"/>
          </p:cNvSpPr>
          <p:nvPr/>
        </p:nvSpPr>
        <p:spPr bwMode="auto">
          <a:xfrm>
            <a:off x="5933379" y="1066981"/>
            <a:ext cx="6074982" cy="4550534"/>
          </a:xfrm>
          <a:custGeom>
            <a:avLst/>
            <a:gdLst>
              <a:gd name="connsiteX0" fmla="*/ 1776545 w 6501199"/>
              <a:gd name="connsiteY0" fmla="*/ 6193964 h 6382977"/>
              <a:gd name="connsiteX1" fmla="*/ 1788065 w 6501199"/>
              <a:gd name="connsiteY1" fmla="*/ 6217006 h 6382977"/>
              <a:gd name="connsiteX2" fmla="*/ 1776545 w 6501199"/>
              <a:gd name="connsiteY2" fmla="*/ 6193964 h 6382977"/>
              <a:gd name="connsiteX3" fmla="*/ 1428422 w 6501199"/>
              <a:gd name="connsiteY3" fmla="*/ 5800457 h 6382977"/>
              <a:gd name="connsiteX4" fmla="*/ 1417261 w 6501199"/>
              <a:gd name="connsiteY4" fmla="*/ 5816298 h 6382977"/>
              <a:gd name="connsiteX5" fmla="*/ 1437782 w 6501199"/>
              <a:gd name="connsiteY5" fmla="*/ 5818818 h 6382977"/>
              <a:gd name="connsiteX6" fmla="*/ 1428422 w 6501199"/>
              <a:gd name="connsiteY6" fmla="*/ 5800457 h 6382977"/>
              <a:gd name="connsiteX7" fmla="*/ 1974546 w 6501199"/>
              <a:gd name="connsiteY7" fmla="*/ 5798297 h 6382977"/>
              <a:gd name="connsiteX8" fmla="*/ 1981386 w 6501199"/>
              <a:gd name="connsiteY8" fmla="*/ 5811978 h 6382977"/>
              <a:gd name="connsiteX9" fmla="*/ 1983546 w 6501199"/>
              <a:gd name="connsiteY9" fmla="*/ 5802977 h 6382977"/>
              <a:gd name="connsiteX10" fmla="*/ 1974546 w 6501199"/>
              <a:gd name="connsiteY10" fmla="*/ 5798297 h 6382977"/>
              <a:gd name="connsiteX11" fmla="*/ 1951866 w 6501199"/>
              <a:gd name="connsiteY11" fmla="*/ 5791456 h 6382977"/>
              <a:gd name="connsiteX12" fmla="*/ 1942866 w 6501199"/>
              <a:gd name="connsiteY12" fmla="*/ 5811978 h 6382977"/>
              <a:gd name="connsiteX13" fmla="*/ 1929186 w 6501199"/>
              <a:gd name="connsiteY13" fmla="*/ 5805138 h 6382977"/>
              <a:gd name="connsiteX14" fmla="*/ 1924506 w 6501199"/>
              <a:gd name="connsiteY14" fmla="*/ 5855181 h 6382977"/>
              <a:gd name="connsiteX15" fmla="*/ 1972386 w 6501199"/>
              <a:gd name="connsiteY15" fmla="*/ 5855181 h 6382977"/>
              <a:gd name="connsiteX16" fmla="*/ 1940346 w 6501199"/>
              <a:gd name="connsiteY16" fmla="*/ 5850500 h 6382977"/>
              <a:gd name="connsiteX17" fmla="*/ 1970226 w 6501199"/>
              <a:gd name="connsiteY17" fmla="*/ 5839340 h 6382977"/>
              <a:gd name="connsiteX18" fmla="*/ 1972386 w 6501199"/>
              <a:gd name="connsiteY18" fmla="*/ 5823138 h 6382977"/>
              <a:gd name="connsiteX19" fmla="*/ 1951866 w 6501199"/>
              <a:gd name="connsiteY19" fmla="*/ 5791456 h 6382977"/>
              <a:gd name="connsiteX20" fmla="*/ 1933506 w 6501199"/>
              <a:gd name="connsiteY20" fmla="*/ 5782456 h 6382977"/>
              <a:gd name="connsiteX21" fmla="*/ 1929186 w 6501199"/>
              <a:gd name="connsiteY21" fmla="*/ 5800457 h 6382977"/>
              <a:gd name="connsiteX22" fmla="*/ 1933506 w 6501199"/>
              <a:gd name="connsiteY22" fmla="*/ 5782456 h 6382977"/>
              <a:gd name="connsiteX23" fmla="*/ 1653783 w 6501199"/>
              <a:gd name="connsiteY23" fmla="*/ 5770935 h 6382977"/>
              <a:gd name="connsiteX24" fmla="*/ 1658463 w 6501199"/>
              <a:gd name="connsiteY24" fmla="*/ 5789296 h 6382977"/>
              <a:gd name="connsiteX25" fmla="*/ 1653783 w 6501199"/>
              <a:gd name="connsiteY25" fmla="*/ 5770935 h 6382977"/>
              <a:gd name="connsiteX26" fmla="*/ 1681143 w 6501199"/>
              <a:gd name="connsiteY26" fmla="*/ 5750414 h 6382977"/>
              <a:gd name="connsiteX27" fmla="*/ 1662783 w 6501199"/>
              <a:gd name="connsiteY27" fmla="*/ 5759414 h 6382977"/>
              <a:gd name="connsiteX28" fmla="*/ 1676463 w 6501199"/>
              <a:gd name="connsiteY28" fmla="*/ 5777776 h 6382977"/>
              <a:gd name="connsiteX29" fmla="*/ 1681143 w 6501199"/>
              <a:gd name="connsiteY29" fmla="*/ 5770935 h 6382977"/>
              <a:gd name="connsiteX30" fmla="*/ 1699144 w 6501199"/>
              <a:gd name="connsiteY30" fmla="*/ 5768775 h 6382977"/>
              <a:gd name="connsiteX31" fmla="*/ 1681143 w 6501199"/>
              <a:gd name="connsiteY31" fmla="*/ 5750414 h 6382977"/>
              <a:gd name="connsiteX32" fmla="*/ 1947186 w 6501199"/>
              <a:gd name="connsiteY32" fmla="*/ 5718732 h 6382977"/>
              <a:gd name="connsiteX33" fmla="*/ 1945026 w 6501199"/>
              <a:gd name="connsiteY33" fmla="*/ 5755094 h 6382977"/>
              <a:gd name="connsiteX34" fmla="*/ 1947186 w 6501199"/>
              <a:gd name="connsiteY34" fmla="*/ 5718732 h 6382977"/>
              <a:gd name="connsiteX35" fmla="*/ 1967706 w 6501199"/>
              <a:gd name="connsiteY35" fmla="*/ 5673008 h 6382977"/>
              <a:gd name="connsiteX36" fmla="*/ 1963386 w 6501199"/>
              <a:gd name="connsiteY36" fmla="*/ 5689210 h 6382977"/>
              <a:gd name="connsiteX37" fmla="*/ 1967706 w 6501199"/>
              <a:gd name="connsiteY37" fmla="*/ 5673008 h 6382977"/>
              <a:gd name="connsiteX38" fmla="*/ 1467302 w 6501199"/>
              <a:gd name="connsiteY38" fmla="*/ 5581922 h 6382977"/>
              <a:gd name="connsiteX39" fmla="*/ 1453622 w 6501199"/>
              <a:gd name="connsiteY39" fmla="*/ 5591282 h 6382977"/>
              <a:gd name="connsiteX40" fmla="*/ 1485662 w 6501199"/>
              <a:gd name="connsiteY40" fmla="*/ 5643486 h 6382977"/>
              <a:gd name="connsiteX41" fmla="*/ 1467302 w 6501199"/>
              <a:gd name="connsiteY41" fmla="*/ 5581922 h 6382977"/>
              <a:gd name="connsiteX42" fmla="*/ 2454663 w 6501199"/>
              <a:gd name="connsiteY42" fmla="*/ 5568266 h 6382977"/>
              <a:gd name="connsiteX43" fmla="*/ 2434388 w 6501199"/>
              <a:gd name="connsiteY43" fmla="*/ 5583921 h 6382977"/>
              <a:gd name="connsiteX44" fmla="*/ 2454663 w 6501199"/>
              <a:gd name="connsiteY44" fmla="*/ 5568266 h 6382977"/>
              <a:gd name="connsiteX45" fmla="*/ 2549669 w 6501199"/>
              <a:gd name="connsiteY45" fmla="*/ 5543550 h 6382977"/>
              <a:gd name="connsiteX46" fmla="*/ 2558587 w 6501199"/>
              <a:gd name="connsiteY46" fmla="*/ 5572478 h 6382977"/>
              <a:gd name="connsiteX47" fmla="*/ 2513638 w 6501199"/>
              <a:gd name="connsiteY47" fmla="*/ 5556956 h 6382977"/>
              <a:gd name="connsiteX48" fmla="*/ 2545031 w 6501199"/>
              <a:gd name="connsiteY48" fmla="*/ 5563658 h 6382977"/>
              <a:gd name="connsiteX49" fmla="*/ 2549669 w 6501199"/>
              <a:gd name="connsiteY49" fmla="*/ 5543550 h 6382977"/>
              <a:gd name="connsiteX50" fmla="*/ 1460462 w 6501199"/>
              <a:gd name="connsiteY50" fmla="*/ 5522878 h 6382977"/>
              <a:gd name="connsiteX51" fmla="*/ 1458302 w 6501199"/>
              <a:gd name="connsiteY51" fmla="*/ 5572922 h 6382977"/>
              <a:gd name="connsiteX52" fmla="*/ 1476302 w 6501199"/>
              <a:gd name="connsiteY52" fmla="*/ 5568601 h 6382977"/>
              <a:gd name="connsiteX53" fmla="*/ 1460462 w 6501199"/>
              <a:gd name="connsiteY53" fmla="*/ 5522878 h 6382977"/>
              <a:gd name="connsiteX54" fmla="*/ 2191815 w 6501199"/>
              <a:gd name="connsiteY54" fmla="*/ 5490491 h 6382977"/>
              <a:gd name="connsiteX55" fmla="*/ 2200671 w 6501199"/>
              <a:gd name="connsiteY55" fmla="*/ 5499435 h 6382977"/>
              <a:gd name="connsiteX56" fmla="*/ 2158163 w 6501199"/>
              <a:gd name="connsiteY56" fmla="*/ 5499435 h 6382977"/>
              <a:gd name="connsiteX57" fmla="*/ 2191815 w 6501199"/>
              <a:gd name="connsiteY57" fmla="*/ 5490491 h 6382977"/>
              <a:gd name="connsiteX58" fmla="*/ 2223615 w 6501199"/>
              <a:gd name="connsiteY58" fmla="*/ 5485713 h 6382977"/>
              <a:gd name="connsiteX59" fmla="*/ 2233422 w 6501199"/>
              <a:gd name="connsiteY59" fmla="*/ 5492248 h 6382977"/>
              <a:gd name="connsiteX60" fmla="*/ 2234454 w 6501199"/>
              <a:gd name="connsiteY60" fmla="*/ 5491038 h 6382977"/>
              <a:gd name="connsiteX61" fmla="*/ 2648288 w 6501199"/>
              <a:gd name="connsiteY61" fmla="*/ 5462587 h 6382977"/>
              <a:gd name="connsiteX62" fmla="*/ 2661607 w 6501199"/>
              <a:gd name="connsiteY62" fmla="*/ 5485447 h 6382977"/>
              <a:gd name="connsiteX63" fmla="*/ 2648288 w 6501199"/>
              <a:gd name="connsiteY63" fmla="*/ 5462587 h 6382977"/>
              <a:gd name="connsiteX64" fmla="*/ 1469462 w 6501199"/>
              <a:gd name="connsiteY64" fmla="*/ 5445472 h 6382977"/>
              <a:gd name="connsiteX65" fmla="*/ 1455782 w 6501199"/>
              <a:gd name="connsiteY65" fmla="*/ 5447993 h 6382977"/>
              <a:gd name="connsiteX66" fmla="*/ 1465142 w 6501199"/>
              <a:gd name="connsiteY66" fmla="*/ 5495516 h 6382977"/>
              <a:gd name="connsiteX67" fmla="*/ 1489982 w 6501199"/>
              <a:gd name="connsiteY67" fmla="*/ 5504876 h 6382977"/>
              <a:gd name="connsiteX68" fmla="*/ 1469462 w 6501199"/>
              <a:gd name="connsiteY68" fmla="*/ 5445472 h 6382977"/>
              <a:gd name="connsiteX69" fmla="*/ 2559622 w 6501199"/>
              <a:gd name="connsiteY69" fmla="*/ 5434012 h 6382977"/>
              <a:gd name="connsiteX70" fmla="*/ 2543925 w 6501199"/>
              <a:gd name="connsiteY70" fmla="*/ 5458196 h 6382977"/>
              <a:gd name="connsiteX71" fmla="*/ 2559622 w 6501199"/>
              <a:gd name="connsiteY71" fmla="*/ 5434012 h 6382977"/>
              <a:gd name="connsiteX72" fmla="*/ 2553087 w 6501199"/>
              <a:gd name="connsiteY72" fmla="*/ 5413341 h 6382977"/>
              <a:gd name="connsiteX73" fmla="*/ 2548726 w 6501199"/>
              <a:gd name="connsiteY73" fmla="*/ 5443173 h 6382977"/>
              <a:gd name="connsiteX74" fmla="*/ 2528012 w 6501199"/>
              <a:gd name="connsiteY74" fmla="*/ 5436261 h 6382977"/>
              <a:gd name="connsiteX75" fmla="*/ 2523288 w 6501199"/>
              <a:gd name="connsiteY75" fmla="*/ 5431895 h 6382977"/>
              <a:gd name="connsiteX76" fmla="*/ 2553087 w 6501199"/>
              <a:gd name="connsiteY76" fmla="*/ 5413341 h 6382977"/>
              <a:gd name="connsiteX77" fmla="*/ 2613743 w 6501199"/>
              <a:gd name="connsiteY77" fmla="*/ 5395731 h 6382977"/>
              <a:gd name="connsiteX78" fmla="*/ 2697554 w 6501199"/>
              <a:gd name="connsiteY78" fmla="*/ 5404848 h 6382977"/>
              <a:gd name="connsiteX79" fmla="*/ 2640751 w 6501199"/>
              <a:gd name="connsiteY79" fmla="*/ 5448391 h 6382977"/>
              <a:gd name="connsiteX80" fmla="*/ 2558782 w 6501199"/>
              <a:gd name="connsiteY80" fmla="*/ 5429885 h 6382977"/>
              <a:gd name="connsiteX81" fmla="*/ 2613743 w 6501199"/>
              <a:gd name="connsiteY81" fmla="*/ 5395731 h 6382977"/>
              <a:gd name="connsiteX82" fmla="*/ 2488206 w 6501199"/>
              <a:gd name="connsiteY82" fmla="*/ 5304197 h 6382977"/>
              <a:gd name="connsiteX83" fmla="*/ 2484143 w 6501199"/>
              <a:gd name="connsiteY83" fmla="*/ 5306138 h 6382977"/>
              <a:gd name="connsiteX84" fmla="*/ 2458972 w 6501199"/>
              <a:gd name="connsiteY84" fmla="*/ 5350103 h 6382977"/>
              <a:gd name="connsiteX85" fmla="*/ 2465524 w 6501199"/>
              <a:gd name="connsiteY85" fmla="*/ 5361080 h 6382977"/>
              <a:gd name="connsiteX86" fmla="*/ 2477045 w 6501199"/>
              <a:gd name="connsiteY86" fmla="*/ 5335878 h 6382977"/>
              <a:gd name="connsiteX87" fmla="*/ 2499727 w 6501199"/>
              <a:gd name="connsiteY87" fmla="*/ 5356400 h 6382977"/>
              <a:gd name="connsiteX88" fmla="*/ 2529250 w 6501199"/>
              <a:gd name="connsiteY88" fmla="*/ 5335878 h 6382977"/>
              <a:gd name="connsiteX89" fmla="*/ 2547612 w 6501199"/>
              <a:gd name="connsiteY89" fmla="*/ 5304197 h 6382977"/>
              <a:gd name="connsiteX90" fmla="*/ 2515569 w 6501199"/>
              <a:gd name="connsiteY90" fmla="*/ 5306357 h 6382977"/>
              <a:gd name="connsiteX91" fmla="*/ 2520249 w 6501199"/>
              <a:gd name="connsiteY91" fmla="*/ 5326878 h 6382977"/>
              <a:gd name="connsiteX92" fmla="*/ 2497567 w 6501199"/>
              <a:gd name="connsiteY92" fmla="*/ 5333718 h 6382977"/>
              <a:gd name="connsiteX93" fmla="*/ 2488206 w 6501199"/>
              <a:gd name="connsiteY93" fmla="*/ 5304197 h 6382977"/>
              <a:gd name="connsiteX94" fmla="*/ 2586136 w 6501199"/>
              <a:gd name="connsiteY94" fmla="*/ 5294837 h 6382977"/>
              <a:gd name="connsiteX95" fmla="*/ 2558773 w 6501199"/>
              <a:gd name="connsiteY95" fmla="*/ 5301677 h 6382977"/>
              <a:gd name="connsiteX96" fmla="*/ 2570295 w 6501199"/>
              <a:gd name="connsiteY96" fmla="*/ 5315358 h 6382977"/>
              <a:gd name="connsiteX97" fmla="*/ 2586136 w 6501199"/>
              <a:gd name="connsiteY97" fmla="*/ 5294837 h 6382977"/>
              <a:gd name="connsiteX98" fmla="*/ 2795926 w 6501199"/>
              <a:gd name="connsiteY98" fmla="*/ 5115905 h 6382977"/>
              <a:gd name="connsiteX99" fmla="*/ 2813450 w 6501199"/>
              <a:gd name="connsiteY99" fmla="*/ 5117819 h 6382977"/>
              <a:gd name="connsiteX100" fmla="*/ 2800132 w 6501199"/>
              <a:gd name="connsiteY100" fmla="*/ 5132013 h 6382977"/>
              <a:gd name="connsiteX101" fmla="*/ 2786813 w 6501199"/>
              <a:gd name="connsiteY101" fmla="*/ 5122675 h 6382977"/>
              <a:gd name="connsiteX102" fmla="*/ 2795926 w 6501199"/>
              <a:gd name="connsiteY102" fmla="*/ 5115905 h 6382977"/>
              <a:gd name="connsiteX103" fmla="*/ 2805134 w 6501199"/>
              <a:gd name="connsiteY103" fmla="*/ 5051425 h 6382977"/>
              <a:gd name="connsiteX104" fmla="*/ 2777777 w 6501199"/>
              <a:gd name="connsiteY104" fmla="*/ 5060374 h 6382977"/>
              <a:gd name="connsiteX105" fmla="*/ 2805134 w 6501199"/>
              <a:gd name="connsiteY105" fmla="*/ 5051425 h 6382977"/>
              <a:gd name="connsiteX106" fmla="*/ 2691234 w 6501199"/>
              <a:gd name="connsiteY106" fmla="*/ 4998292 h 6382977"/>
              <a:gd name="connsiteX107" fmla="*/ 2691133 w 6501199"/>
              <a:gd name="connsiteY107" fmla="*/ 5000874 h 6382977"/>
              <a:gd name="connsiteX108" fmla="*/ 2695228 w 6501199"/>
              <a:gd name="connsiteY108" fmla="*/ 4999262 h 6382977"/>
              <a:gd name="connsiteX109" fmla="*/ 2622500 w 6501199"/>
              <a:gd name="connsiteY109" fmla="*/ 4871816 h 6382977"/>
              <a:gd name="connsiteX110" fmla="*/ 2604498 w 6501199"/>
              <a:gd name="connsiteY110" fmla="*/ 4885497 h 6382977"/>
              <a:gd name="connsiteX111" fmla="*/ 2622500 w 6501199"/>
              <a:gd name="connsiteY111" fmla="*/ 4871816 h 6382977"/>
              <a:gd name="connsiteX112" fmla="*/ 2734112 w 6501199"/>
              <a:gd name="connsiteY112" fmla="*/ 4858136 h 6382977"/>
              <a:gd name="connsiteX113" fmla="*/ 2727271 w 6501199"/>
              <a:gd name="connsiteY113" fmla="*/ 4883337 h 6382977"/>
              <a:gd name="connsiteX114" fmla="*/ 2734112 w 6501199"/>
              <a:gd name="connsiteY114" fmla="*/ 4858136 h 6382977"/>
              <a:gd name="connsiteX115" fmla="*/ 2643976 w 6501199"/>
              <a:gd name="connsiteY115" fmla="*/ 4840208 h 6382977"/>
              <a:gd name="connsiteX116" fmla="*/ 2638342 w 6501199"/>
              <a:gd name="connsiteY116" fmla="*/ 4846976 h 6382977"/>
              <a:gd name="connsiteX117" fmla="*/ 2644706 w 6501199"/>
              <a:gd name="connsiteY117" fmla="*/ 4846976 h 6382977"/>
              <a:gd name="connsiteX118" fmla="*/ 2701570 w 6501199"/>
              <a:gd name="connsiteY118" fmla="*/ 4836655 h 6382977"/>
              <a:gd name="connsiteX119" fmla="*/ 2701288 w 6501199"/>
              <a:gd name="connsiteY119" fmla="*/ 4840353 h 6382977"/>
              <a:gd name="connsiteX120" fmla="*/ 2704589 w 6501199"/>
              <a:gd name="connsiteY120" fmla="*/ 4840135 h 6382977"/>
              <a:gd name="connsiteX121" fmla="*/ 2720430 w 6501199"/>
              <a:gd name="connsiteY121" fmla="*/ 4867136 h 6382977"/>
              <a:gd name="connsiteX122" fmla="*/ 2713590 w 6501199"/>
              <a:gd name="connsiteY122" fmla="*/ 4853456 h 6382977"/>
              <a:gd name="connsiteX123" fmla="*/ 2720430 w 6501199"/>
              <a:gd name="connsiteY123" fmla="*/ 4844455 h 6382977"/>
              <a:gd name="connsiteX124" fmla="*/ 2708099 w 6501199"/>
              <a:gd name="connsiteY124" fmla="*/ 4837390 h 6382977"/>
              <a:gd name="connsiteX125" fmla="*/ 2734112 w 6501199"/>
              <a:gd name="connsiteY125" fmla="*/ 4833295 h 6382977"/>
              <a:gd name="connsiteX126" fmla="*/ 2758954 w 6501199"/>
              <a:gd name="connsiteY126" fmla="*/ 4842295 h 6382977"/>
              <a:gd name="connsiteX127" fmla="*/ 2734112 w 6501199"/>
              <a:gd name="connsiteY127" fmla="*/ 4833295 h 6382977"/>
              <a:gd name="connsiteX128" fmla="*/ 2641267 w 6501199"/>
              <a:gd name="connsiteY128" fmla="*/ 4797518 h 6382977"/>
              <a:gd name="connsiteX129" fmla="*/ 2629341 w 6501199"/>
              <a:gd name="connsiteY129" fmla="*/ 4805933 h 6382977"/>
              <a:gd name="connsiteX130" fmla="*/ 2656704 w 6501199"/>
              <a:gd name="connsiteY130" fmla="*/ 4801253 h 6382977"/>
              <a:gd name="connsiteX131" fmla="*/ 2641267 w 6501199"/>
              <a:gd name="connsiteY131" fmla="*/ 4797518 h 6382977"/>
              <a:gd name="connsiteX132" fmla="*/ 2778352 w 6501199"/>
              <a:gd name="connsiteY132" fmla="*/ 4792753 h 6382977"/>
              <a:gd name="connsiteX133" fmla="*/ 2785302 w 6501199"/>
              <a:gd name="connsiteY133" fmla="*/ 4808174 h 6382977"/>
              <a:gd name="connsiteX134" fmla="*/ 2764588 w 6501199"/>
              <a:gd name="connsiteY134" fmla="*/ 4801280 h 6382977"/>
              <a:gd name="connsiteX135" fmla="*/ 2778352 w 6501199"/>
              <a:gd name="connsiteY135" fmla="*/ 4792753 h 6382977"/>
              <a:gd name="connsiteX136" fmla="*/ 2786317 w 6501199"/>
              <a:gd name="connsiteY136" fmla="*/ 4694328 h 6382977"/>
              <a:gd name="connsiteX137" fmla="*/ 2754634 w 6501199"/>
              <a:gd name="connsiteY137" fmla="*/ 4730690 h 6382977"/>
              <a:gd name="connsiteX138" fmla="*/ 2786317 w 6501199"/>
              <a:gd name="connsiteY138" fmla="*/ 4714849 h 6382977"/>
              <a:gd name="connsiteX139" fmla="*/ 2793158 w 6501199"/>
              <a:gd name="connsiteY139" fmla="*/ 4714849 h 6382977"/>
              <a:gd name="connsiteX140" fmla="*/ 2786317 w 6501199"/>
              <a:gd name="connsiteY140" fmla="*/ 4694328 h 6382977"/>
              <a:gd name="connsiteX141" fmla="*/ 2813680 w 6501199"/>
              <a:gd name="connsiteY141" fmla="*/ 4657966 h 6382977"/>
              <a:gd name="connsiteX142" fmla="*/ 2795318 w 6501199"/>
              <a:gd name="connsiteY142" fmla="*/ 4664807 h 6382977"/>
              <a:gd name="connsiteX143" fmla="*/ 2802159 w 6501199"/>
              <a:gd name="connsiteY143" fmla="*/ 4676327 h 6382977"/>
              <a:gd name="connsiteX144" fmla="*/ 2813680 w 6501199"/>
              <a:gd name="connsiteY144" fmla="*/ 4657966 h 6382977"/>
              <a:gd name="connsiteX145" fmla="*/ 1253460 w 6501199"/>
              <a:gd name="connsiteY145" fmla="*/ 4581053 h 6382977"/>
              <a:gd name="connsiteX146" fmla="*/ 1241940 w 6501199"/>
              <a:gd name="connsiteY146" fmla="*/ 4585734 h 6382977"/>
              <a:gd name="connsiteX147" fmla="*/ 1248780 w 6501199"/>
              <a:gd name="connsiteY147" fmla="*/ 4596894 h 6382977"/>
              <a:gd name="connsiteX148" fmla="*/ 1253460 w 6501199"/>
              <a:gd name="connsiteY148" fmla="*/ 4581053 h 6382977"/>
              <a:gd name="connsiteX149" fmla="*/ 1237620 w 6501199"/>
              <a:gd name="connsiteY149" fmla="*/ 4553692 h 6382977"/>
              <a:gd name="connsiteX150" fmla="*/ 1230780 w 6501199"/>
              <a:gd name="connsiteY150" fmla="*/ 4574213 h 6382977"/>
              <a:gd name="connsiteX151" fmla="*/ 1258140 w 6501199"/>
              <a:gd name="connsiteY151" fmla="*/ 4576733 h 6382977"/>
              <a:gd name="connsiteX152" fmla="*/ 1237620 w 6501199"/>
              <a:gd name="connsiteY152" fmla="*/ 4553692 h 6382977"/>
              <a:gd name="connsiteX153" fmla="*/ 1255620 w 6501199"/>
              <a:gd name="connsiteY153" fmla="*/ 4515169 h 6382977"/>
              <a:gd name="connsiteX154" fmla="*/ 1237620 w 6501199"/>
              <a:gd name="connsiteY154" fmla="*/ 4528850 h 6382977"/>
              <a:gd name="connsiteX155" fmla="*/ 1269300 w 6501199"/>
              <a:gd name="connsiteY155" fmla="*/ 4537850 h 6382977"/>
              <a:gd name="connsiteX156" fmla="*/ 1255620 w 6501199"/>
              <a:gd name="connsiteY156" fmla="*/ 4515169 h 6382977"/>
              <a:gd name="connsiteX157" fmla="*/ 1237620 w 6501199"/>
              <a:gd name="connsiteY157" fmla="*/ 4480966 h 6382977"/>
              <a:gd name="connsiteX158" fmla="*/ 1253460 w 6501199"/>
              <a:gd name="connsiteY158" fmla="*/ 4496808 h 6382977"/>
              <a:gd name="connsiteX159" fmla="*/ 1246620 w 6501199"/>
              <a:gd name="connsiteY159" fmla="*/ 4506168 h 6382977"/>
              <a:gd name="connsiteX160" fmla="*/ 1273980 w 6501199"/>
              <a:gd name="connsiteY160" fmla="*/ 4515169 h 6382977"/>
              <a:gd name="connsiteX161" fmla="*/ 1255620 w 6501199"/>
              <a:gd name="connsiteY161" fmla="*/ 4483487 h 6382977"/>
              <a:gd name="connsiteX162" fmla="*/ 1237620 w 6501199"/>
              <a:gd name="connsiteY162" fmla="*/ 4480966 h 6382977"/>
              <a:gd name="connsiteX163" fmla="*/ 2928150 w 6501199"/>
              <a:gd name="connsiteY163" fmla="*/ 4465086 h 6382977"/>
              <a:gd name="connsiteX164" fmla="*/ 2912225 w 6501199"/>
              <a:gd name="connsiteY164" fmla="*/ 4471634 h 6382977"/>
              <a:gd name="connsiteX165" fmla="*/ 2928150 w 6501199"/>
              <a:gd name="connsiteY165" fmla="*/ 4465086 h 6382977"/>
              <a:gd name="connsiteX166" fmla="*/ 2971294 w 6501199"/>
              <a:gd name="connsiteY166" fmla="*/ 4314555 h 6382977"/>
              <a:gd name="connsiteX167" fmla="*/ 2975313 w 6501199"/>
              <a:gd name="connsiteY167" fmla="*/ 4318794 h 6382977"/>
              <a:gd name="connsiteX168" fmla="*/ 2992838 w 6501199"/>
              <a:gd name="connsiteY168" fmla="*/ 4320924 h 6382977"/>
              <a:gd name="connsiteX169" fmla="*/ 2986178 w 6501199"/>
              <a:gd name="connsiteY169" fmla="*/ 4331932 h 6382977"/>
              <a:gd name="connsiteX170" fmla="*/ 2971294 w 6501199"/>
              <a:gd name="connsiteY170" fmla="*/ 4314555 h 6382977"/>
              <a:gd name="connsiteX171" fmla="*/ 2909090 w 6501199"/>
              <a:gd name="connsiteY171" fmla="*/ 4312350 h 6382977"/>
              <a:gd name="connsiteX172" fmla="*/ 2922772 w 6501199"/>
              <a:gd name="connsiteY172" fmla="*/ 4330351 h 6382977"/>
              <a:gd name="connsiteX173" fmla="*/ 2909090 w 6501199"/>
              <a:gd name="connsiteY173" fmla="*/ 4312350 h 6382977"/>
              <a:gd name="connsiteX174" fmla="*/ 933197 w 6501199"/>
              <a:gd name="connsiteY174" fmla="*/ 4310062 h 6382977"/>
              <a:gd name="connsiteX175" fmla="*/ 971938 w 6501199"/>
              <a:gd name="connsiteY175" fmla="*/ 4330344 h 6382977"/>
              <a:gd name="connsiteX176" fmla="*/ 933197 w 6501199"/>
              <a:gd name="connsiteY176" fmla="*/ 4310062 h 6382977"/>
              <a:gd name="connsiteX177" fmla="*/ 297727 w 6501199"/>
              <a:gd name="connsiteY177" fmla="*/ 4273550 h 6382977"/>
              <a:gd name="connsiteX178" fmla="*/ 311536 w 6501199"/>
              <a:gd name="connsiteY178" fmla="*/ 4280619 h 6382977"/>
              <a:gd name="connsiteX179" fmla="*/ 281738 w 6501199"/>
              <a:gd name="connsiteY179" fmla="*/ 4289921 h 6382977"/>
              <a:gd name="connsiteX180" fmla="*/ 297727 w 6501199"/>
              <a:gd name="connsiteY180" fmla="*/ 4273550 h 6382977"/>
              <a:gd name="connsiteX181" fmla="*/ 838950 w 6501199"/>
              <a:gd name="connsiteY181" fmla="*/ 4219575 h 6382977"/>
              <a:gd name="connsiteX182" fmla="*/ 862391 w 6501199"/>
              <a:gd name="connsiteY182" fmla="*/ 4238259 h 6382977"/>
              <a:gd name="connsiteX183" fmla="*/ 838950 w 6501199"/>
              <a:gd name="connsiteY183" fmla="*/ 4219575 h 6382977"/>
              <a:gd name="connsiteX184" fmla="*/ 3063649 w 6501199"/>
              <a:gd name="connsiteY184" fmla="*/ 4203700 h 6382977"/>
              <a:gd name="connsiteX185" fmla="*/ 3075372 w 6501199"/>
              <a:gd name="connsiteY185" fmla="*/ 4215423 h 6382977"/>
              <a:gd name="connsiteX186" fmla="*/ 3068411 w 6501199"/>
              <a:gd name="connsiteY186" fmla="*/ 4222384 h 6382977"/>
              <a:gd name="connsiteX187" fmla="*/ 3063649 w 6501199"/>
              <a:gd name="connsiteY187" fmla="*/ 4203700 h 6382977"/>
              <a:gd name="connsiteX188" fmla="*/ 2917287 w 6501199"/>
              <a:gd name="connsiteY188" fmla="*/ 4202047 h 6382977"/>
              <a:gd name="connsiteX189" fmla="*/ 2915641 w 6501199"/>
              <a:gd name="connsiteY189" fmla="*/ 4205166 h 6382977"/>
              <a:gd name="connsiteX190" fmla="*/ 2920656 w 6501199"/>
              <a:gd name="connsiteY190" fmla="*/ 4211230 h 6382977"/>
              <a:gd name="connsiteX191" fmla="*/ 2913771 w 6501199"/>
              <a:gd name="connsiteY191" fmla="*/ 4214425 h 6382977"/>
              <a:gd name="connsiteX192" fmla="*/ 2929612 w 6501199"/>
              <a:gd name="connsiteY192" fmla="*/ 4207585 h 6382977"/>
              <a:gd name="connsiteX193" fmla="*/ 2922828 w 6501199"/>
              <a:gd name="connsiteY193" fmla="*/ 4208256 h 6382977"/>
              <a:gd name="connsiteX194" fmla="*/ 3034046 w 6501199"/>
              <a:gd name="connsiteY194" fmla="*/ 4201602 h 6382977"/>
              <a:gd name="connsiteX195" fmla="*/ 3045213 w 6501199"/>
              <a:gd name="connsiteY195" fmla="*/ 4208553 h 6382977"/>
              <a:gd name="connsiteX196" fmla="*/ 3040869 w 6501199"/>
              <a:gd name="connsiteY196" fmla="*/ 4217624 h 6382977"/>
              <a:gd name="connsiteX197" fmla="*/ 3034046 w 6501199"/>
              <a:gd name="connsiteY197" fmla="*/ 4201602 h 6382977"/>
              <a:gd name="connsiteX198" fmla="*/ 2945454 w 6501199"/>
              <a:gd name="connsiteY198" fmla="*/ 4200745 h 6382977"/>
              <a:gd name="connsiteX199" fmla="*/ 2963816 w 6501199"/>
              <a:gd name="connsiteY199" fmla="*/ 4218746 h 6382977"/>
              <a:gd name="connsiteX200" fmla="*/ 2947974 w 6501199"/>
              <a:gd name="connsiteY200" fmla="*/ 4218746 h 6382977"/>
              <a:gd name="connsiteX201" fmla="*/ 2965976 w 6501199"/>
              <a:gd name="connsiteY201" fmla="*/ 4218746 h 6382977"/>
              <a:gd name="connsiteX202" fmla="*/ 2945454 w 6501199"/>
              <a:gd name="connsiteY202" fmla="*/ 4200745 h 6382977"/>
              <a:gd name="connsiteX203" fmla="*/ 1175120 w 6501199"/>
              <a:gd name="connsiteY203" fmla="*/ 4194394 h 6382977"/>
              <a:gd name="connsiteX204" fmla="*/ 1166731 w 6501199"/>
              <a:gd name="connsiteY204" fmla="*/ 4198180 h 6382977"/>
              <a:gd name="connsiteX205" fmla="*/ 1180414 w 6501199"/>
              <a:gd name="connsiteY205" fmla="*/ 4216540 h 6382977"/>
              <a:gd name="connsiteX206" fmla="*/ 1168892 w 6501199"/>
              <a:gd name="connsiteY206" fmla="*/ 4218700 h 6382977"/>
              <a:gd name="connsiteX207" fmla="*/ 1191576 w 6501199"/>
              <a:gd name="connsiteY207" fmla="*/ 4211860 h 6382977"/>
              <a:gd name="connsiteX208" fmla="*/ 1175120 w 6501199"/>
              <a:gd name="connsiteY208" fmla="*/ 4194394 h 6382977"/>
              <a:gd name="connsiteX209" fmla="*/ 3072053 w 6501199"/>
              <a:gd name="connsiteY209" fmla="*/ 4190684 h 6382977"/>
              <a:gd name="connsiteX210" fmla="*/ 3081732 w 6501199"/>
              <a:gd name="connsiteY210" fmla="*/ 4196583 h 6382977"/>
              <a:gd name="connsiteX211" fmla="*/ 3077107 w 6501199"/>
              <a:gd name="connsiteY211" fmla="*/ 4203344 h 6382977"/>
              <a:gd name="connsiteX212" fmla="*/ 3072053 w 6501199"/>
              <a:gd name="connsiteY212" fmla="*/ 4190684 h 6382977"/>
              <a:gd name="connsiteX213" fmla="*/ 3057099 w 6501199"/>
              <a:gd name="connsiteY213" fmla="*/ 4158307 h 6382977"/>
              <a:gd name="connsiteX214" fmla="*/ 3070619 w 6501199"/>
              <a:gd name="connsiteY214" fmla="*/ 4172446 h 6382977"/>
              <a:gd name="connsiteX215" fmla="*/ 3059234 w 6501199"/>
              <a:gd name="connsiteY215" fmla="*/ 4176910 h 6382977"/>
              <a:gd name="connsiteX216" fmla="*/ 3057099 w 6501199"/>
              <a:gd name="connsiteY216" fmla="*/ 4158307 h 6382977"/>
              <a:gd name="connsiteX217" fmla="*/ 3089320 w 6501199"/>
              <a:gd name="connsiteY217" fmla="*/ 4125912 h 6382977"/>
              <a:gd name="connsiteX218" fmla="*/ 3093553 w 6501199"/>
              <a:gd name="connsiteY218" fmla="*/ 4141924 h 6382977"/>
              <a:gd name="connsiteX219" fmla="*/ 3089320 w 6501199"/>
              <a:gd name="connsiteY219" fmla="*/ 4125912 h 6382977"/>
              <a:gd name="connsiteX220" fmla="*/ 3078871 w 6501199"/>
              <a:gd name="connsiteY220" fmla="*/ 4105495 h 6382977"/>
              <a:gd name="connsiteX221" fmla="*/ 3086484 w 6501199"/>
              <a:gd name="connsiteY221" fmla="*/ 4108261 h 6382977"/>
              <a:gd name="connsiteX222" fmla="*/ 3077326 w 6501199"/>
              <a:gd name="connsiteY222" fmla="*/ 4121906 h 6382977"/>
              <a:gd name="connsiteX223" fmla="*/ 3078871 w 6501199"/>
              <a:gd name="connsiteY223" fmla="*/ 4105495 h 6382977"/>
              <a:gd name="connsiteX224" fmla="*/ 870815 w 6501199"/>
              <a:gd name="connsiteY224" fmla="*/ 4083050 h 6382977"/>
              <a:gd name="connsiteX225" fmla="*/ 884624 w 6501199"/>
              <a:gd name="connsiteY225" fmla="*/ 4087701 h 6382977"/>
              <a:gd name="connsiteX226" fmla="*/ 875539 w 6501199"/>
              <a:gd name="connsiteY226" fmla="*/ 4108092 h 6382977"/>
              <a:gd name="connsiteX227" fmla="*/ 857005 w 6501199"/>
              <a:gd name="connsiteY227" fmla="*/ 4094498 h 6382977"/>
              <a:gd name="connsiteX228" fmla="*/ 870815 w 6501199"/>
              <a:gd name="connsiteY228" fmla="*/ 4083050 h 6382977"/>
              <a:gd name="connsiteX229" fmla="*/ 3022840 w 6501199"/>
              <a:gd name="connsiteY229" fmla="*/ 4062104 h 6382977"/>
              <a:gd name="connsiteX230" fmla="*/ 3020702 w 6501199"/>
              <a:gd name="connsiteY230" fmla="*/ 4064298 h 6382977"/>
              <a:gd name="connsiteX231" fmla="*/ 3034383 w 6501199"/>
              <a:gd name="connsiteY231" fmla="*/ 4080139 h 6382977"/>
              <a:gd name="connsiteX232" fmla="*/ 3034383 w 6501199"/>
              <a:gd name="connsiteY232" fmla="*/ 4066458 h 6382977"/>
              <a:gd name="connsiteX233" fmla="*/ 3022840 w 6501199"/>
              <a:gd name="connsiteY233" fmla="*/ 4062104 h 6382977"/>
              <a:gd name="connsiteX234" fmla="*/ 958236 w 6501199"/>
              <a:gd name="connsiteY234" fmla="*/ 4046646 h 6382977"/>
              <a:gd name="connsiteX235" fmla="*/ 955587 w 6501199"/>
              <a:gd name="connsiteY235" fmla="*/ 4052001 h 6382977"/>
              <a:gd name="connsiteX236" fmla="*/ 952853 w 6501199"/>
              <a:gd name="connsiteY236" fmla="*/ 4064253 h 6382977"/>
              <a:gd name="connsiteX237" fmla="*/ 950332 w 6501199"/>
              <a:gd name="connsiteY237" fmla="*/ 4084774 h 6382977"/>
              <a:gd name="connsiteX238" fmla="*/ 982378 w 6501199"/>
              <a:gd name="connsiteY238" fmla="*/ 4084774 h 6382977"/>
              <a:gd name="connsiteX239" fmla="*/ 966985 w 6501199"/>
              <a:gd name="connsiteY239" fmla="*/ 4058701 h 6382977"/>
              <a:gd name="connsiteX240" fmla="*/ 968257 w 6501199"/>
              <a:gd name="connsiteY240" fmla="*/ 4047574 h 6382977"/>
              <a:gd name="connsiteX241" fmla="*/ 960243 w 6501199"/>
              <a:gd name="connsiteY241" fmla="*/ 4050940 h 6382977"/>
              <a:gd name="connsiteX242" fmla="*/ 3093102 w 6501199"/>
              <a:gd name="connsiteY242" fmla="*/ 4039061 h 6382977"/>
              <a:gd name="connsiteX243" fmla="*/ 3107565 w 6501199"/>
              <a:gd name="connsiteY243" fmla="*/ 4048124 h 6382977"/>
              <a:gd name="connsiteX244" fmla="*/ 3100660 w 6501199"/>
              <a:gd name="connsiteY244" fmla="*/ 4068400 h 6382977"/>
              <a:gd name="connsiteX245" fmla="*/ 3096299 w 6501199"/>
              <a:gd name="connsiteY245" fmla="*/ 4057176 h 6382977"/>
              <a:gd name="connsiteX246" fmla="*/ 3102840 w 6501199"/>
              <a:gd name="connsiteY246" fmla="*/ 4048124 h 6382977"/>
              <a:gd name="connsiteX247" fmla="*/ 3096299 w 6501199"/>
              <a:gd name="connsiteY247" fmla="*/ 4048124 h 6382977"/>
              <a:gd name="connsiteX248" fmla="*/ 3093102 w 6501199"/>
              <a:gd name="connsiteY248" fmla="*/ 4039061 h 6382977"/>
              <a:gd name="connsiteX249" fmla="*/ 1034432 w 6501199"/>
              <a:gd name="connsiteY249" fmla="*/ 4034878 h 6382977"/>
              <a:gd name="connsiteX250" fmla="*/ 1030361 w 6501199"/>
              <a:gd name="connsiteY250" fmla="*/ 4036992 h 6382977"/>
              <a:gd name="connsiteX251" fmla="*/ 1026494 w 6501199"/>
              <a:gd name="connsiteY251" fmla="*/ 4038699 h 6382977"/>
              <a:gd name="connsiteX252" fmla="*/ 1050655 w 6501199"/>
              <a:gd name="connsiteY252" fmla="*/ 4052193 h 6382977"/>
              <a:gd name="connsiteX253" fmla="*/ 1089317 w 6501199"/>
              <a:gd name="connsiteY253" fmla="*/ 4073254 h 6382977"/>
              <a:gd name="connsiteX254" fmla="*/ 1093998 w 6501199"/>
              <a:gd name="connsiteY254" fmla="*/ 4050572 h 6382977"/>
              <a:gd name="connsiteX255" fmla="*/ 1040731 w 6501199"/>
              <a:gd name="connsiteY255" fmla="*/ 4035081 h 6382977"/>
              <a:gd name="connsiteX256" fmla="*/ 3004860 w 6501199"/>
              <a:gd name="connsiteY256" fmla="*/ 4032257 h 6382977"/>
              <a:gd name="connsiteX257" fmla="*/ 3002340 w 6501199"/>
              <a:gd name="connsiteY257" fmla="*/ 4041617 h 6382977"/>
              <a:gd name="connsiteX258" fmla="*/ 3027543 w 6501199"/>
              <a:gd name="connsiteY258" fmla="*/ 4052778 h 6382977"/>
              <a:gd name="connsiteX259" fmla="*/ 3004860 w 6501199"/>
              <a:gd name="connsiteY259" fmla="*/ 4032257 h 6382977"/>
              <a:gd name="connsiteX260" fmla="*/ 2943294 w 6501199"/>
              <a:gd name="connsiteY260" fmla="*/ 4027936 h 6382977"/>
              <a:gd name="connsiteX261" fmla="*/ 2936453 w 6501199"/>
              <a:gd name="connsiteY261" fmla="*/ 4048458 h 6382977"/>
              <a:gd name="connsiteX262" fmla="*/ 2943294 w 6501199"/>
              <a:gd name="connsiteY262" fmla="*/ 4027936 h 6382977"/>
              <a:gd name="connsiteX263" fmla="*/ 3082909 w 6501199"/>
              <a:gd name="connsiteY263" fmla="*/ 4016449 h 6382977"/>
              <a:gd name="connsiteX264" fmla="*/ 3080418 w 6501199"/>
              <a:gd name="connsiteY264" fmla="*/ 4035053 h 6382977"/>
              <a:gd name="connsiteX265" fmla="*/ 3082909 w 6501199"/>
              <a:gd name="connsiteY265" fmla="*/ 4016449 h 6382977"/>
              <a:gd name="connsiteX266" fmla="*/ 3000180 w 6501199"/>
              <a:gd name="connsiteY266" fmla="*/ 4016416 h 6382977"/>
              <a:gd name="connsiteX267" fmla="*/ 3018542 w 6501199"/>
              <a:gd name="connsiteY267" fmla="*/ 4039097 h 6382977"/>
              <a:gd name="connsiteX268" fmla="*/ 3000180 w 6501199"/>
              <a:gd name="connsiteY268" fmla="*/ 4016416 h 6382977"/>
              <a:gd name="connsiteX269" fmla="*/ 786503 w 6501199"/>
              <a:gd name="connsiteY269" fmla="*/ 3998010 h 6382977"/>
              <a:gd name="connsiteX270" fmla="*/ 765979 w 6501199"/>
              <a:gd name="connsiteY270" fmla="*/ 4014211 h 6382977"/>
              <a:gd name="connsiteX271" fmla="*/ 782182 w 6501199"/>
              <a:gd name="connsiteY271" fmla="*/ 4014211 h 6382977"/>
              <a:gd name="connsiteX272" fmla="*/ 786503 w 6501199"/>
              <a:gd name="connsiteY272" fmla="*/ 3998010 h 6382977"/>
              <a:gd name="connsiteX273" fmla="*/ 477862 w 6501199"/>
              <a:gd name="connsiteY273" fmla="*/ 3973512 h 6382977"/>
              <a:gd name="connsiteX274" fmla="*/ 436832 w 6501199"/>
              <a:gd name="connsiteY274" fmla="*/ 4078026 h 6382977"/>
              <a:gd name="connsiteX275" fmla="*/ 407319 w 6501199"/>
              <a:gd name="connsiteY275" fmla="*/ 4104962 h 6382977"/>
              <a:gd name="connsiteX276" fmla="*/ 384645 w 6501199"/>
              <a:gd name="connsiteY276" fmla="*/ 4109631 h 6382977"/>
              <a:gd name="connsiteX277" fmla="*/ 375647 w 6501199"/>
              <a:gd name="connsiteY277" fmla="*/ 4134772 h 6382977"/>
              <a:gd name="connsiteX278" fmla="*/ 423155 w 6501199"/>
              <a:gd name="connsiteY278" fmla="*/ 4227793 h 6382977"/>
              <a:gd name="connsiteX279" fmla="*/ 409479 w 6501199"/>
              <a:gd name="connsiteY279" fmla="*/ 4238927 h 6382977"/>
              <a:gd name="connsiteX280" fmla="*/ 370968 w 6501199"/>
              <a:gd name="connsiteY280" fmla="*/ 4207321 h 6382977"/>
              <a:gd name="connsiteX281" fmla="*/ 343615 w 6501199"/>
              <a:gd name="connsiteY281" fmla="*/ 4207321 h 6382977"/>
              <a:gd name="connsiteX282" fmla="*/ 332458 w 6501199"/>
              <a:gd name="connsiteY282" fmla="*/ 4204807 h 6382977"/>
              <a:gd name="connsiteX283" fmla="*/ 339296 w 6501199"/>
              <a:gd name="connsiteY283" fmla="*/ 4236772 h 6382977"/>
              <a:gd name="connsiteX284" fmla="*/ 314102 w 6501199"/>
              <a:gd name="connsiteY284" fmla="*/ 4238927 h 6382977"/>
              <a:gd name="connsiteX285" fmla="*/ 305105 w 6501199"/>
              <a:gd name="connsiteY285" fmla="*/ 4211631 h 6382977"/>
              <a:gd name="connsiteX286" fmla="*/ 289269 w 6501199"/>
              <a:gd name="connsiteY286" fmla="*/ 4139082 h 6382977"/>
              <a:gd name="connsiteX287" fmla="*/ 273073 w 6501199"/>
              <a:gd name="connsiteY287" fmla="*/ 4189004 h 6382977"/>
              <a:gd name="connsiteX288" fmla="*/ 252558 w 6501199"/>
              <a:gd name="connsiteY288" fmla="*/ 4195828 h 6382977"/>
              <a:gd name="connsiteX289" fmla="*/ 264075 w 6501199"/>
              <a:gd name="connsiteY289" fmla="*/ 4127948 h 6382977"/>
              <a:gd name="connsiteX290" fmla="*/ 282430 w 6501199"/>
              <a:gd name="connsiteY290" fmla="*/ 4132258 h 6382977"/>
              <a:gd name="connsiteX291" fmla="*/ 357292 w 6501199"/>
              <a:gd name="connsiteY291" fmla="*/ 4087005 h 6382977"/>
              <a:gd name="connsiteX292" fmla="*/ 355132 w 6501199"/>
              <a:gd name="connsiteY292" fmla="*/ 4073357 h 6382977"/>
              <a:gd name="connsiteX293" fmla="*/ 375647 w 6501199"/>
              <a:gd name="connsiteY293" fmla="*/ 4073357 h 6382977"/>
              <a:gd name="connsiteX294" fmla="*/ 389324 w 6501199"/>
              <a:gd name="connsiteY294" fmla="*/ 4057554 h 6382977"/>
              <a:gd name="connsiteX295" fmla="*/ 382485 w 6501199"/>
              <a:gd name="connsiteY295" fmla="*/ 4046061 h 6382977"/>
              <a:gd name="connsiteX296" fmla="*/ 405160 w 6501199"/>
              <a:gd name="connsiteY296" fmla="*/ 4037082 h 6382977"/>
              <a:gd name="connsiteX297" fmla="*/ 398321 w 6501199"/>
              <a:gd name="connsiteY297" fmla="*/ 4023434 h 6382977"/>
              <a:gd name="connsiteX298" fmla="*/ 436832 w 6501199"/>
              <a:gd name="connsiteY298" fmla="*/ 4005118 h 6382977"/>
              <a:gd name="connsiteX299" fmla="*/ 477862 w 6501199"/>
              <a:gd name="connsiteY299" fmla="*/ 3973512 h 6382977"/>
              <a:gd name="connsiteX300" fmla="*/ 3197641 w 6501199"/>
              <a:gd name="connsiteY300" fmla="*/ 3949049 h 6382977"/>
              <a:gd name="connsiteX301" fmla="*/ 3211906 w 6501199"/>
              <a:gd name="connsiteY301" fmla="*/ 3955381 h 6382977"/>
              <a:gd name="connsiteX302" fmla="*/ 3205108 w 6501199"/>
              <a:gd name="connsiteY302" fmla="*/ 3984782 h 6382977"/>
              <a:gd name="connsiteX303" fmla="*/ 3193660 w 6501199"/>
              <a:gd name="connsiteY303" fmla="*/ 3982302 h 6382977"/>
              <a:gd name="connsiteX304" fmla="*/ 3196165 w 6501199"/>
              <a:gd name="connsiteY304" fmla="*/ 3964591 h 6382977"/>
              <a:gd name="connsiteX305" fmla="*/ 3186863 w 6501199"/>
              <a:gd name="connsiteY305" fmla="*/ 3957860 h 6382977"/>
              <a:gd name="connsiteX306" fmla="*/ 3197641 w 6501199"/>
              <a:gd name="connsiteY306" fmla="*/ 3949049 h 6382977"/>
              <a:gd name="connsiteX307" fmla="*/ 3149995 w 6501199"/>
              <a:gd name="connsiteY307" fmla="*/ 3940664 h 6382977"/>
              <a:gd name="connsiteX308" fmla="*/ 3143242 w 6501199"/>
              <a:gd name="connsiteY308" fmla="*/ 3995377 h 6382977"/>
              <a:gd name="connsiteX309" fmla="*/ 3141110 w 6501199"/>
              <a:gd name="connsiteY309" fmla="*/ 3961181 h 6382977"/>
              <a:gd name="connsiteX310" fmla="*/ 3132224 w 6501199"/>
              <a:gd name="connsiteY310" fmla="*/ 3954342 h 6382977"/>
              <a:gd name="connsiteX311" fmla="*/ 3127604 w 6501199"/>
              <a:gd name="connsiteY311" fmla="*/ 3974860 h 6382977"/>
              <a:gd name="connsiteX312" fmla="*/ 3109478 w 6501199"/>
              <a:gd name="connsiteY312" fmla="*/ 3968021 h 6382977"/>
              <a:gd name="connsiteX313" fmla="*/ 3107346 w 6501199"/>
              <a:gd name="connsiteY313" fmla="*/ 3952183 h 6382977"/>
              <a:gd name="connsiteX314" fmla="*/ 3129736 w 6501199"/>
              <a:gd name="connsiteY314" fmla="*/ 3950023 h 6382977"/>
              <a:gd name="connsiteX315" fmla="*/ 3122984 w 6501199"/>
              <a:gd name="connsiteY315" fmla="*/ 3947503 h 6382977"/>
              <a:gd name="connsiteX316" fmla="*/ 3149995 w 6501199"/>
              <a:gd name="connsiteY316" fmla="*/ 3940664 h 6382977"/>
              <a:gd name="connsiteX317" fmla="*/ 3086589 w 6501199"/>
              <a:gd name="connsiteY317" fmla="*/ 3900490 h 6382977"/>
              <a:gd name="connsiteX318" fmla="*/ 3079748 w 6501199"/>
              <a:gd name="connsiteY318" fmla="*/ 3909491 h 6382977"/>
              <a:gd name="connsiteX319" fmla="*/ 3091269 w 6501199"/>
              <a:gd name="connsiteY319" fmla="*/ 3925332 h 6382977"/>
              <a:gd name="connsiteX320" fmla="*/ 3086589 w 6501199"/>
              <a:gd name="connsiteY320" fmla="*/ 3900490 h 6382977"/>
              <a:gd name="connsiteX321" fmla="*/ 283987 w 6501199"/>
              <a:gd name="connsiteY321" fmla="*/ 3894137 h 6382977"/>
              <a:gd name="connsiteX322" fmla="*/ 263250 w 6501199"/>
              <a:gd name="connsiteY322" fmla="*/ 3936646 h 6382977"/>
              <a:gd name="connsiteX323" fmla="*/ 283987 w 6501199"/>
              <a:gd name="connsiteY323" fmla="*/ 3894137 h 6382977"/>
              <a:gd name="connsiteX324" fmla="*/ 3250186 w 6501199"/>
              <a:gd name="connsiteY324" fmla="*/ 3890962 h 6382977"/>
              <a:gd name="connsiteX325" fmla="*/ 3241367 w 6501199"/>
              <a:gd name="connsiteY325" fmla="*/ 3904359 h 6382977"/>
              <a:gd name="connsiteX326" fmla="*/ 3250186 w 6501199"/>
              <a:gd name="connsiteY326" fmla="*/ 3890962 h 6382977"/>
              <a:gd name="connsiteX327" fmla="*/ 336840 w 6501199"/>
              <a:gd name="connsiteY327" fmla="*/ 3886200 h 6382977"/>
              <a:gd name="connsiteX328" fmla="*/ 369115 w 6501199"/>
              <a:gd name="connsiteY328" fmla="*/ 3886200 h 6382977"/>
              <a:gd name="connsiteX329" fmla="*/ 398850 w 6501199"/>
              <a:gd name="connsiteY329" fmla="*/ 3897136 h 6382977"/>
              <a:gd name="connsiteX330" fmla="*/ 369115 w 6501199"/>
              <a:gd name="connsiteY330" fmla="*/ 3923947 h 6382977"/>
              <a:gd name="connsiteX331" fmla="*/ 341555 w 6501199"/>
              <a:gd name="connsiteY331" fmla="*/ 3901722 h 6382977"/>
              <a:gd name="connsiteX332" fmla="*/ 343730 w 6501199"/>
              <a:gd name="connsiteY332" fmla="*/ 3913011 h 6382977"/>
              <a:gd name="connsiteX333" fmla="*/ 336840 w 6501199"/>
              <a:gd name="connsiteY333" fmla="*/ 3886200 h 6382977"/>
              <a:gd name="connsiteX334" fmla="*/ 3209495 w 6501199"/>
              <a:gd name="connsiteY334" fmla="*/ 3884432 h 6382977"/>
              <a:gd name="connsiteX335" fmla="*/ 3218705 w 6501199"/>
              <a:gd name="connsiteY335" fmla="*/ 3891262 h 6382977"/>
              <a:gd name="connsiteX336" fmla="*/ 3218705 w 6501199"/>
              <a:gd name="connsiteY336" fmla="*/ 3907077 h 6382977"/>
              <a:gd name="connsiteX337" fmla="*/ 3238896 w 6501199"/>
              <a:gd name="connsiteY337" fmla="*/ 3931878 h 6382977"/>
              <a:gd name="connsiteX338" fmla="*/ 3216225 w 6501199"/>
              <a:gd name="connsiteY338" fmla="*/ 3920735 h 6382977"/>
              <a:gd name="connsiteX339" fmla="*/ 3198514 w 6501199"/>
              <a:gd name="connsiteY339" fmla="*/ 3893418 h 6382977"/>
              <a:gd name="connsiteX340" fmla="*/ 3209495 w 6501199"/>
              <a:gd name="connsiteY340" fmla="*/ 3884432 h 6382977"/>
              <a:gd name="connsiteX341" fmla="*/ 3143475 w 6501199"/>
              <a:gd name="connsiteY341" fmla="*/ 3882130 h 6382977"/>
              <a:gd name="connsiteX342" fmla="*/ 3163997 w 6501199"/>
              <a:gd name="connsiteY342" fmla="*/ 3900490 h 6382977"/>
              <a:gd name="connsiteX343" fmla="*/ 3163997 w 6501199"/>
              <a:gd name="connsiteY343" fmla="*/ 3884650 h 6382977"/>
              <a:gd name="connsiteX344" fmla="*/ 3143475 w 6501199"/>
              <a:gd name="connsiteY344" fmla="*/ 3882130 h 6382977"/>
              <a:gd name="connsiteX345" fmla="*/ 3102430 w 6501199"/>
              <a:gd name="connsiteY345" fmla="*/ 3873129 h 6382977"/>
              <a:gd name="connsiteX346" fmla="*/ 3091269 w 6501199"/>
              <a:gd name="connsiteY346" fmla="*/ 3879970 h 6382977"/>
              <a:gd name="connsiteX347" fmla="*/ 3102430 w 6501199"/>
              <a:gd name="connsiteY347" fmla="*/ 3902650 h 6382977"/>
              <a:gd name="connsiteX348" fmla="*/ 3116112 w 6501199"/>
              <a:gd name="connsiteY348" fmla="*/ 3900490 h 6382977"/>
              <a:gd name="connsiteX349" fmla="*/ 3102430 w 6501199"/>
              <a:gd name="connsiteY349" fmla="*/ 3873129 h 6382977"/>
              <a:gd name="connsiteX350" fmla="*/ 3223830 w 6501199"/>
              <a:gd name="connsiteY350" fmla="*/ 3872518 h 6382977"/>
              <a:gd name="connsiteX351" fmla="*/ 3237307 w 6501199"/>
              <a:gd name="connsiteY351" fmla="*/ 3874840 h 6382977"/>
              <a:gd name="connsiteX352" fmla="*/ 3221651 w 6501199"/>
              <a:gd name="connsiteY352" fmla="*/ 3890612 h 6382977"/>
              <a:gd name="connsiteX353" fmla="*/ 3217025 w 6501199"/>
              <a:gd name="connsiteY353" fmla="*/ 3881499 h 6382977"/>
              <a:gd name="connsiteX354" fmla="*/ 3223830 w 6501199"/>
              <a:gd name="connsiteY354" fmla="*/ 3872518 h 6382977"/>
              <a:gd name="connsiteX355" fmla="*/ 3163997 w 6501199"/>
              <a:gd name="connsiteY355" fmla="*/ 3857288 h 6382977"/>
              <a:gd name="connsiteX356" fmla="*/ 3159676 w 6501199"/>
              <a:gd name="connsiteY356" fmla="*/ 3870969 h 6382977"/>
              <a:gd name="connsiteX357" fmla="*/ 3168677 w 6501199"/>
              <a:gd name="connsiteY357" fmla="*/ 3893650 h 6382977"/>
              <a:gd name="connsiteX358" fmla="*/ 3163997 w 6501199"/>
              <a:gd name="connsiteY358" fmla="*/ 3857288 h 6382977"/>
              <a:gd name="connsiteX359" fmla="*/ 3134474 w 6501199"/>
              <a:gd name="connsiteY359" fmla="*/ 3825247 h 6382977"/>
              <a:gd name="connsiteX360" fmla="*/ 3132314 w 6501199"/>
              <a:gd name="connsiteY360" fmla="*/ 3836767 h 6382977"/>
              <a:gd name="connsiteX361" fmla="*/ 3132314 w 6501199"/>
              <a:gd name="connsiteY361" fmla="*/ 3850448 h 6382977"/>
              <a:gd name="connsiteX362" fmla="*/ 3148155 w 6501199"/>
              <a:gd name="connsiteY362" fmla="*/ 3870969 h 6382977"/>
              <a:gd name="connsiteX363" fmla="*/ 3154996 w 6501199"/>
              <a:gd name="connsiteY363" fmla="*/ 3854768 h 6382977"/>
              <a:gd name="connsiteX364" fmla="*/ 3134474 w 6501199"/>
              <a:gd name="connsiteY364" fmla="*/ 3825247 h 6382977"/>
              <a:gd name="connsiteX365" fmla="*/ 3112208 w 6501199"/>
              <a:gd name="connsiteY365" fmla="*/ 3818277 h 6382977"/>
              <a:gd name="connsiteX366" fmla="*/ 3109271 w 6501199"/>
              <a:gd name="connsiteY366" fmla="*/ 3825247 h 6382977"/>
              <a:gd name="connsiteX367" fmla="*/ 3125473 w 6501199"/>
              <a:gd name="connsiteY367" fmla="*/ 3845768 h 6382977"/>
              <a:gd name="connsiteX368" fmla="*/ 3112208 w 6501199"/>
              <a:gd name="connsiteY368" fmla="*/ 3818277 h 6382977"/>
              <a:gd name="connsiteX369" fmla="*/ 3214485 w 6501199"/>
              <a:gd name="connsiteY369" fmla="*/ 3816350 h 6382977"/>
              <a:gd name="connsiteX370" fmla="*/ 3242062 w 6501199"/>
              <a:gd name="connsiteY370" fmla="*/ 3825320 h 6382977"/>
              <a:gd name="connsiteX371" fmla="*/ 3205414 w 6501199"/>
              <a:gd name="connsiteY371" fmla="*/ 3868378 h 6382977"/>
              <a:gd name="connsiteX372" fmla="*/ 3196342 w 6501199"/>
              <a:gd name="connsiteY372" fmla="*/ 3845773 h 6382977"/>
              <a:gd name="connsiteX373" fmla="*/ 3191625 w 6501199"/>
              <a:gd name="connsiteY373" fmla="*/ 3847926 h 6382977"/>
              <a:gd name="connsiteX374" fmla="*/ 3214485 w 6501199"/>
              <a:gd name="connsiteY374" fmla="*/ 3816350 h 6382977"/>
              <a:gd name="connsiteX375" fmla="*/ 3389293 w 6501199"/>
              <a:gd name="connsiteY375" fmla="*/ 3814091 h 6382977"/>
              <a:gd name="connsiteX376" fmla="*/ 3382895 w 6501199"/>
              <a:gd name="connsiteY376" fmla="*/ 3834125 h 6382977"/>
              <a:gd name="connsiteX377" fmla="*/ 3389293 w 6501199"/>
              <a:gd name="connsiteY377" fmla="*/ 3814091 h 6382977"/>
              <a:gd name="connsiteX378" fmla="*/ 3435242 w 6501199"/>
              <a:gd name="connsiteY378" fmla="*/ 3811331 h 6382977"/>
              <a:gd name="connsiteX379" fmla="*/ 3445275 w 6501199"/>
              <a:gd name="connsiteY379" fmla="*/ 3823369 h 6382977"/>
              <a:gd name="connsiteX380" fmla="*/ 3423194 w 6501199"/>
              <a:gd name="connsiteY380" fmla="*/ 3830274 h 6382977"/>
              <a:gd name="connsiteX381" fmla="*/ 3418638 w 6501199"/>
              <a:gd name="connsiteY381" fmla="*/ 3816464 h 6382977"/>
              <a:gd name="connsiteX382" fmla="*/ 3435242 w 6501199"/>
              <a:gd name="connsiteY382" fmla="*/ 3811331 h 6382977"/>
              <a:gd name="connsiteX383" fmla="*/ 3344611 w 6501199"/>
              <a:gd name="connsiteY383" fmla="*/ 3806825 h 6382977"/>
              <a:gd name="connsiteX384" fmla="*/ 3344611 w 6501199"/>
              <a:gd name="connsiteY384" fmla="*/ 3811086 h 6382977"/>
              <a:gd name="connsiteX385" fmla="*/ 3351596 w 6501199"/>
              <a:gd name="connsiteY385" fmla="*/ 3820318 h 6382977"/>
              <a:gd name="connsiteX386" fmla="*/ 3317038 w 6501199"/>
              <a:gd name="connsiteY386" fmla="*/ 3831326 h 6382977"/>
              <a:gd name="connsiteX387" fmla="*/ 3344611 w 6501199"/>
              <a:gd name="connsiteY387" fmla="*/ 3806825 h 6382977"/>
              <a:gd name="connsiteX388" fmla="*/ 3285972 w 6501199"/>
              <a:gd name="connsiteY388" fmla="*/ 3802590 h 6382977"/>
              <a:gd name="connsiteX389" fmla="*/ 3296036 w 6501199"/>
              <a:gd name="connsiteY389" fmla="*/ 3811753 h 6382977"/>
              <a:gd name="connsiteX390" fmla="*/ 3277467 w 6501199"/>
              <a:gd name="connsiteY390" fmla="*/ 3832011 h 6382977"/>
              <a:gd name="connsiteX391" fmla="*/ 3261447 w 6501199"/>
              <a:gd name="connsiteY391" fmla="*/ 3829879 h 6382977"/>
              <a:gd name="connsiteX392" fmla="*/ 3285972 w 6501199"/>
              <a:gd name="connsiteY392" fmla="*/ 3802590 h 6382977"/>
              <a:gd name="connsiteX393" fmla="*/ 3136634 w 6501199"/>
              <a:gd name="connsiteY393" fmla="*/ 3795726 h 6382977"/>
              <a:gd name="connsiteX394" fmla="*/ 3163997 w 6501199"/>
              <a:gd name="connsiteY394" fmla="*/ 3845768 h 6382977"/>
              <a:gd name="connsiteX395" fmla="*/ 3175518 w 6501199"/>
              <a:gd name="connsiteY395" fmla="*/ 3843608 h 6382977"/>
              <a:gd name="connsiteX396" fmla="*/ 3157156 w 6501199"/>
              <a:gd name="connsiteY396" fmla="*/ 3800406 h 6382977"/>
              <a:gd name="connsiteX397" fmla="*/ 3136634 w 6501199"/>
              <a:gd name="connsiteY397" fmla="*/ 3795726 h 6382977"/>
              <a:gd name="connsiteX398" fmla="*/ 3345766 w 6501199"/>
              <a:gd name="connsiteY398" fmla="*/ 3792420 h 6382977"/>
              <a:gd name="connsiteX399" fmla="*/ 3344025 w 6501199"/>
              <a:gd name="connsiteY399" fmla="*/ 3796593 h 6382977"/>
              <a:gd name="connsiteX400" fmla="*/ 3344341 w 6501199"/>
              <a:gd name="connsiteY400" fmla="*/ 3792682 h 6382977"/>
              <a:gd name="connsiteX401" fmla="*/ 3184519 w 6501199"/>
              <a:gd name="connsiteY401" fmla="*/ 3779885 h 6382977"/>
              <a:gd name="connsiteX402" fmla="*/ 3186679 w 6501199"/>
              <a:gd name="connsiteY402" fmla="*/ 3793565 h 6382977"/>
              <a:gd name="connsiteX403" fmla="*/ 3202521 w 6501199"/>
              <a:gd name="connsiteY403" fmla="*/ 3782045 h 6382977"/>
              <a:gd name="connsiteX404" fmla="*/ 3184519 w 6501199"/>
              <a:gd name="connsiteY404" fmla="*/ 3779885 h 6382977"/>
              <a:gd name="connsiteX405" fmla="*/ 3389806 w 6501199"/>
              <a:gd name="connsiteY405" fmla="*/ 3778250 h 6382977"/>
              <a:gd name="connsiteX406" fmla="*/ 3385120 w 6501199"/>
              <a:gd name="connsiteY406" fmla="*/ 3801268 h 6382977"/>
              <a:gd name="connsiteX407" fmla="*/ 3391969 w 6501199"/>
              <a:gd name="connsiteY407" fmla="*/ 3782926 h 6382977"/>
              <a:gd name="connsiteX408" fmla="*/ 3426215 w 6501199"/>
              <a:gd name="connsiteY408" fmla="*/ 3794435 h 6382977"/>
              <a:gd name="connsiteX409" fmla="*/ 3389806 w 6501199"/>
              <a:gd name="connsiteY409" fmla="*/ 3798751 h 6382977"/>
              <a:gd name="connsiteX410" fmla="*/ 3396655 w 6501199"/>
              <a:gd name="connsiteY410" fmla="*/ 3808102 h 6382977"/>
              <a:gd name="connsiteX411" fmla="*/ 3369259 w 6501199"/>
              <a:gd name="connsiteY411" fmla="*/ 3796593 h 6382977"/>
              <a:gd name="connsiteX412" fmla="*/ 3357724 w 6501199"/>
              <a:gd name="connsiteY412" fmla="*/ 3810260 h 6382977"/>
              <a:gd name="connsiteX413" fmla="*/ 3344025 w 6501199"/>
              <a:gd name="connsiteY413" fmla="*/ 3801268 h 6382977"/>
              <a:gd name="connsiteX414" fmla="*/ 3346549 w 6501199"/>
              <a:gd name="connsiteY414" fmla="*/ 3792277 h 6382977"/>
              <a:gd name="connsiteX415" fmla="*/ 3345766 w 6501199"/>
              <a:gd name="connsiteY415" fmla="*/ 3792420 h 6382977"/>
              <a:gd name="connsiteX416" fmla="*/ 3348621 w 6501199"/>
              <a:gd name="connsiteY416" fmla="*/ 3785578 h 6382977"/>
              <a:gd name="connsiteX417" fmla="*/ 3360247 w 6501199"/>
              <a:gd name="connsiteY417" fmla="*/ 3782926 h 6382977"/>
              <a:gd name="connsiteX418" fmla="*/ 3389806 w 6501199"/>
              <a:gd name="connsiteY418" fmla="*/ 3778250 h 6382977"/>
              <a:gd name="connsiteX419" fmla="*/ 3429387 w 6501199"/>
              <a:gd name="connsiteY419" fmla="*/ 3750072 h 6382977"/>
              <a:gd name="connsiteX420" fmla="*/ 3404350 w 6501199"/>
              <a:gd name="connsiteY420" fmla="*/ 3769957 h 6382977"/>
              <a:gd name="connsiteX421" fmla="*/ 3429387 w 6501199"/>
              <a:gd name="connsiteY421" fmla="*/ 3750072 h 6382977"/>
              <a:gd name="connsiteX422" fmla="*/ 3447952 w 6501199"/>
              <a:gd name="connsiteY422" fmla="*/ 3748432 h 6382977"/>
              <a:gd name="connsiteX423" fmla="*/ 3472260 w 6501199"/>
              <a:gd name="connsiteY423" fmla="*/ 3757846 h 6382977"/>
              <a:gd name="connsiteX424" fmla="*/ 3447566 w 6501199"/>
              <a:gd name="connsiteY424" fmla="*/ 3753192 h 6382977"/>
              <a:gd name="connsiteX425" fmla="*/ 3447952 w 6501199"/>
              <a:gd name="connsiteY425" fmla="*/ 3748432 h 6382977"/>
              <a:gd name="connsiteX426" fmla="*/ 4356488 w 6501199"/>
              <a:gd name="connsiteY426" fmla="*/ 3736304 h 6382977"/>
              <a:gd name="connsiteX427" fmla="*/ 4310813 w 6501199"/>
              <a:gd name="connsiteY427" fmla="*/ 3752045 h 6382977"/>
              <a:gd name="connsiteX428" fmla="*/ 4356488 w 6501199"/>
              <a:gd name="connsiteY428" fmla="*/ 3736304 h 6382977"/>
              <a:gd name="connsiteX429" fmla="*/ 4426341 w 6501199"/>
              <a:gd name="connsiteY429" fmla="*/ 3729581 h 6382977"/>
              <a:gd name="connsiteX430" fmla="*/ 4369550 w 6501199"/>
              <a:gd name="connsiteY430" fmla="*/ 3747724 h 6382977"/>
              <a:gd name="connsiteX431" fmla="*/ 4426341 w 6501199"/>
              <a:gd name="connsiteY431" fmla="*/ 3729581 h 6382977"/>
              <a:gd name="connsiteX432" fmla="*/ 3909785 w 6501199"/>
              <a:gd name="connsiteY432" fmla="*/ 3704880 h 6382977"/>
              <a:gd name="connsiteX433" fmla="*/ 3932634 w 6501199"/>
              <a:gd name="connsiteY433" fmla="*/ 3714601 h 6382977"/>
              <a:gd name="connsiteX434" fmla="*/ 3914922 w 6501199"/>
              <a:gd name="connsiteY434" fmla="*/ 3719066 h 6382977"/>
              <a:gd name="connsiteX435" fmla="*/ 3890125 w 6501199"/>
              <a:gd name="connsiteY435" fmla="*/ 3721670 h 6382977"/>
              <a:gd name="connsiteX436" fmla="*/ 3909785 w 6501199"/>
              <a:gd name="connsiteY436" fmla="*/ 3704880 h 6382977"/>
              <a:gd name="connsiteX437" fmla="*/ 110597 w 6501199"/>
              <a:gd name="connsiteY437" fmla="*/ 3681412 h 6382977"/>
              <a:gd name="connsiteX438" fmla="*/ 130574 w 6501199"/>
              <a:gd name="connsiteY438" fmla="*/ 3700096 h 6382977"/>
              <a:gd name="connsiteX439" fmla="*/ 103938 w 6501199"/>
              <a:gd name="connsiteY439" fmla="*/ 3693135 h 6382977"/>
              <a:gd name="connsiteX440" fmla="*/ 110597 w 6501199"/>
              <a:gd name="connsiteY440" fmla="*/ 3681412 h 6382977"/>
              <a:gd name="connsiteX441" fmla="*/ 4488713 w 6501199"/>
              <a:gd name="connsiteY441" fmla="*/ 3680970 h 6382977"/>
              <a:gd name="connsiteX442" fmla="*/ 4486301 w 6501199"/>
              <a:gd name="connsiteY442" fmla="*/ 3682688 h 6382977"/>
              <a:gd name="connsiteX443" fmla="*/ 4488406 w 6501199"/>
              <a:gd name="connsiteY443" fmla="*/ 3685009 h 6382977"/>
              <a:gd name="connsiteX444" fmla="*/ 4491195 w 6501199"/>
              <a:gd name="connsiteY444" fmla="*/ 3681126 h 6382977"/>
              <a:gd name="connsiteX445" fmla="*/ 4962922 w 6501199"/>
              <a:gd name="connsiteY445" fmla="*/ 3652837 h 6382977"/>
              <a:gd name="connsiteX446" fmla="*/ 4933994 w 6501199"/>
              <a:gd name="connsiteY446" fmla="*/ 3680043 h 6382977"/>
              <a:gd name="connsiteX447" fmla="*/ 4962922 w 6501199"/>
              <a:gd name="connsiteY447" fmla="*/ 3652837 h 6382977"/>
              <a:gd name="connsiteX448" fmla="*/ 589713 w 6501199"/>
              <a:gd name="connsiteY448" fmla="*/ 3652837 h 6382977"/>
              <a:gd name="connsiteX449" fmla="*/ 605678 w 6501199"/>
              <a:gd name="connsiteY449" fmla="*/ 3654953 h 6382977"/>
              <a:gd name="connsiteX450" fmla="*/ 598784 w 6501199"/>
              <a:gd name="connsiteY450" fmla="*/ 3668359 h 6382977"/>
              <a:gd name="connsiteX451" fmla="*/ 589713 w 6501199"/>
              <a:gd name="connsiteY451" fmla="*/ 3652837 h 6382977"/>
              <a:gd name="connsiteX452" fmla="*/ 3518747 w 6501199"/>
              <a:gd name="connsiteY452" fmla="*/ 3652365 h 6382977"/>
              <a:gd name="connsiteX453" fmla="*/ 3509633 w 6501199"/>
              <a:gd name="connsiteY453" fmla="*/ 3670440 h 6382977"/>
              <a:gd name="connsiteX454" fmla="*/ 3500272 w 6501199"/>
              <a:gd name="connsiteY454" fmla="*/ 3677280 h 6382977"/>
              <a:gd name="connsiteX455" fmla="*/ 3527635 w 6501199"/>
              <a:gd name="connsiteY455" fmla="*/ 3652438 h 6382977"/>
              <a:gd name="connsiteX456" fmla="*/ 3518747 w 6501199"/>
              <a:gd name="connsiteY456" fmla="*/ 3652365 h 6382977"/>
              <a:gd name="connsiteX457" fmla="*/ 3450227 w 6501199"/>
              <a:gd name="connsiteY457" fmla="*/ 3647758 h 6382977"/>
              <a:gd name="connsiteX458" fmla="*/ 3450902 w 6501199"/>
              <a:gd name="connsiteY458" fmla="*/ 3665534 h 6382977"/>
              <a:gd name="connsiteX459" fmla="*/ 3450366 w 6501199"/>
              <a:gd name="connsiteY459" fmla="*/ 3668232 h 6382977"/>
              <a:gd name="connsiteX460" fmla="*/ 3455888 w 6501199"/>
              <a:gd name="connsiteY460" fmla="*/ 3675867 h 6382977"/>
              <a:gd name="connsiteX461" fmla="*/ 3456663 w 6501199"/>
              <a:gd name="connsiteY461" fmla="*/ 3674310 h 6382977"/>
              <a:gd name="connsiteX462" fmla="*/ 3461748 w 6501199"/>
              <a:gd name="connsiteY462" fmla="*/ 3663959 h 6382977"/>
              <a:gd name="connsiteX463" fmla="*/ 3466429 w 6501199"/>
              <a:gd name="connsiteY463" fmla="*/ 3663959 h 6382977"/>
              <a:gd name="connsiteX464" fmla="*/ 3450227 w 6501199"/>
              <a:gd name="connsiteY464" fmla="*/ 3647758 h 6382977"/>
              <a:gd name="connsiteX465" fmla="*/ 15732 w 6501199"/>
              <a:gd name="connsiteY465" fmla="*/ 3643312 h 6382977"/>
              <a:gd name="connsiteX466" fmla="*/ 4454 w 6501199"/>
              <a:gd name="connsiteY466" fmla="*/ 3660951 h 6382977"/>
              <a:gd name="connsiteX467" fmla="*/ 15732 w 6501199"/>
              <a:gd name="connsiteY467" fmla="*/ 3643312 h 6382977"/>
              <a:gd name="connsiteX468" fmla="*/ 4713676 w 6501199"/>
              <a:gd name="connsiteY468" fmla="*/ 3641725 h 6382977"/>
              <a:gd name="connsiteX469" fmla="*/ 4693400 w 6501199"/>
              <a:gd name="connsiteY469" fmla="*/ 3665171 h 6382977"/>
              <a:gd name="connsiteX470" fmla="*/ 4693400 w 6501199"/>
              <a:gd name="connsiteY470" fmla="*/ 3644289 h 6382977"/>
              <a:gd name="connsiteX471" fmla="*/ 4713676 w 6501199"/>
              <a:gd name="connsiteY471" fmla="*/ 3641725 h 6382977"/>
              <a:gd name="connsiteX472" fmla="*/ 3866283 w 6501199"/>
              <a:gd name="connsiteY472" fmla="*/ 3638734 h 6382977"/>
              <a:gd name="connsiteX473" fmla="*/ 3865514 w 6501199"/>
              <a:gd name="connsiteY473" fmla="*/ 3645784 h 6382977"/>
              <a:gd name="connsiteX474" fmla="*/ 3853109 w 6501199"/>
              <a:gd name="connsiteY474" fmla="*/ 3663959 h 6382977"/>
              <a:gd name="connsiteX475" fmla="*/ 3887313 w 6501199"/>
              <a:gd name="connsiteY475" fmla="*/ 3657119 h 6382977"/>
              <a:gd name="connsiteX476" fmla="*/ 3874082 w 6501199"/>
              <a:gd name="connsiteY476" fmla="*/ 3642808 h 6382977"/>
              <a:gd name="connsiteX477" fmla="*/ 3873702 w 6501199"/>
              <a:gd name="connsiteY477" fmla="*/ 3639666 h 6382977"/>
              <a:gd name="connsiteX478" fmla="*/ 57528 w 6501199"/>
              <a:gd name="connsiteY478" fmla="*/ 3638550 h 6382977"/>
              <a:gd name="connsiteX479" fmla="*/ 34088 w 6501199"/>
              <a:gd name="connsiteY479" fmla="*/ 3665187 h 6382977"/>
              <a:gd name="connsiteX480" fmla="*/ 57528 w 6501199"/>
              <a:gd name="connsiteY480" fmla="*/ 3638550 h 6382977"/>
              <a:gd name="connsiteX481" fmla="*/ 3757295 w 6501199"/>
              <a:gd name="connsiteY481" fmla="*/ 3627393 h 6382977"/>
              <a:gd name="connsiteX482" fmla="*/ 3757339 w 6501199"/>
              <a:gd name="connsiteY482" fmla="*/ 3627597 h 6382977"/>
              <a:gd name="connsiteX483" fmla="*/ 3759464 w 6501199"/>
              <a:gd name="connsiteY483" fmla="*/ 3627543 h 6382977"/>
              <a:gd name="connsiteX484" fmla="*/ 3737419 w 6501199"/>
              <a:gd name="connsiteY484" fmla="*/ 3623937 h 6382977"/>
              <a:gd name="connsiteX485" fmla="*/ 3737177 w 6501199"/>
              <a:gd name="connsiteY485" fmla="*/ 3625077 h 6382977"/>
              <a:gd name="connsiteX486" fmla="*/ 3741065 w 6501199"/>
              <a:gd name="connsiteY486" fmla="*/ 3624634 h 6382977"/>
              <a:gd name="connsiteX487" fmla="*/ 3712143 w 6501199"/>
              <a:gd name="connsiteY487" fmla="*/ 3619108 h 6382977"/>
              <a:gd name="connsiteX488" fmla="*/ 3711974 w 6501199"/>
              <a:gd name="connsiteY488" fmla="*/ 3620757 h 6382977"/>
              <a:gd name="connsiteX489" fmla="*/ 3725656 w 6501199"/>
              <a:gd name="connsiteY489" fmla="*/ 3625077 h 6382977"/>
              <a:gd name="connsiteX490" fmla="*/ 3726465 w 6501199"/>
              <a:gd name="connsiteY490" fmla="*/ 3621844 h 6382977"/>
              <a:gd name="connsiteX491" fmla="*/ 4663092 w 6501199"/>
              <a:gd name="connsiteY491" fmla="*/ 3617429 h 6382977"/>
              <a:gd name="connsiteX492" fmla="*/ 4702565 w 6501199"/>
              <a:gd name="connsiteY492" fmla="*/ 3621566 h 6382977"/>
              <a:gd name="connsiteX493" fmla="*/ 4605899 w 6501199"/>
              <a:gd name="connsiteY493" fmla="*/ 3683731 h 6382977"/>
              <a:gd name="connsiteX494" fmla="*/ 4596660 w 6501199"/>
              <a:gd name="connsiteY494" fmla="*/ 3683843 h 6382977"/>
              <a:gd name="connsiteX495" fmla="*/ 4595002 w 6501199"/>
              <a:gd name="connsiteY495" fmla="*/ 3684234 h 6382977"/>
              <a:gd name="connsiteX496" fmla="*/ 4542588 w 6501199"/>
              <a:gd name="connsiteY496" fmla="*/ 3690584 h 6382977"/>
              <a:gd name="connsiteX497" fmla="*/ 4542588 w 6501199"/>
              <a:gd name="connsiteY497" fmla="*/ 3684353 h 6382977"/>
              <a:gd name="connsiteX498" fmla="*/ 4505490 w 6501199"/>
              <a:gd name="connsiteY498" fmla="*/ 3682023 h 6382977"/>
              <a:gd name="connsiteX499" fmla="*/ 4505537 w 6501199"/>
              <a:gd name="connsiteY499" fmla="*/ 3682265 h 6382977"/>
              <a:gd name="connsiteX500" fmla="*/ 4503828 w 6501199"/>
              <a:gd name="connsiteY500" fmla="*/ 3694683 h 6382977"/>
              <a:gd name="connsiteX501" fmla="*/ 4488406 w 6501199"/>
              <a:gd name="connsiteY501" fmla="*/ 3696915 h 6382977"/>
              <a:gd name="connsiteX502" fmla="*/ 4483850 w 6501199"/>
              <a:gd name="connsiteY502" fmla="*/ 3685009 h 6382977"/>
              <a:gd name="connsiteX503" fmla="*/ 4485326 w 6501199"/>
              <a:gd name="connsiteY503" fmla="*/ 3683382 h 6382977"/>
              <a:gd name="connsiteX504" fmla="*/ 4456671 w 6501199"/>
              <a:gd name="connsiteY504" fmla="*/ 3703789 h 6382977"/>
              <a:gd name="connsiteX505" fmla="*/ 4331743 w 6501199"/>
              <a:gd name="connsiteY505" fmla="*/ 3708498 h 6382977"/>
              <a:gd name="connsiteX506" fmla="*/ 4220137 w 6501199"/>
              <a:gd name="connsiteY506" fmla="*/ 3726609 h 6382977"/>
              <a:gd name="connsiteX507" fmla="*/ 4015645 w 6501199"/>
              <a:gd name="connsiteY507" fmla="*/ 3694734 h 6382977"/>
              <a:gd name="connsiteX508" fmla="*/ 3942561 w 6501199"/>
              <a:gd name="connsiteY508" fmla="*/ 3703789 h 6382977"/>
              <a:gd name="connsiteX509" fmla="*/ 3935721 w 6501199"/>
              <a:gd name="connsiteY509" fmla="*/ 3692198 h 6382977"/>
              <a:gd name="connsiteX510" fmla="*/ 3947241 w 6501199"/>
              <a:gd name="connsiteY510" fmla="*/ 3655614 h 6382977"/>
              <a:gd name="connsiteX511" fmla="*/ 3983603 w 6501199"/>
              <a:gd name="connsiteY511" fmla="*/ 3671552 h 6382977"/>
              <a:gd name="connsiteX512" fmla="*/ 4105160 w 6501199"/>
              <a:gd name="connsiteY512" fmla="*/ 3675882 h 6382977"/>
              <a:gd name="connsiteX513" fmla="*/ 4119537 w 6501199"/>
              <a:gd name="connsiteY513" fmla="*/ 3676018 h 6382977"/>
              <a:gd name="connsiteX514" fmla="*/ 4119505 w 6501199"/>
              <a:gd name="connsiteY514" fmla="*/ 3674963 h 6382977"/>
              <a:gd name="connsiteX515" fmla="*/ 4156463 w 6501199"/>
              <a:gd name="connsiteY515" fmla="*/ 3670300 h 6382977"/>
              <a:gd name="connsiteX516" fmla="*/ 4155331 w 6501199"/>
              <a:gd name="connsiteY516" fmla="*/ 3673285 h 6382977"/>
              <a:gd name="connsiteX517" fmla="*/ 4180670 w 6501199"/>
              <a:gd name="connsiteY517" fmla="*/ 3665802 h 6382977"/>
              <a:gd name="connsiteX518" fmla="*/ 4217977 w 6501199"/>
              <a:gd name="connsiteY518" fmla="*/ 3653441 h 6382977"/>
              <a:gd name="connsiteX519" fmla="*/ 4295787 w 6501199"/>
              <a:gd name="connsiteY519" fmla="*/ 3642438 h 6382977"/>
              <a:gd name="connsiteX520" fmla="*/ 4308531 w 6501199"/>
              <a:gd name="connsiteY520" fmla="*/ 3641673 h 6382977"/>
              <a:gd name="connsiteX521" fmla="*/ 4308821 w 6501199"/>
              <a:gd name="connsiteY521" fmla="*/ 3641596 h 6382977"/>
              <a:gd name="connsiteX522" fmla="*/ 4379313 w 6501199"/>
              <a:gd name="connsiteY522" fmla="*/ 3632200 h 6382977"/>
              <a:gd name="connsiteX523" fmla="*/ 4380579 w 6501199"/>
              <a:gd name="connsiteY523" fmla="*/ 3637431 h 6382977"/>
              <a:gd name="connsiteX524" fmla="*/ 4531915 w 6501199"/>
              <a:gd name="connsiteY524" fmla="*/ 3630621 h 6382977"/>
              <a:gd name="connsiteX525" fmla="*/ 4663092 w 6501199"/>
              <a:gd name="connsiteY525" fmla="*/ 3617429 h 6382977"/>
              <a:gd name="connsiteX526" fmla="*/ 3690114 w 6501199"/>
              <a:gd name="connsiteY526" fmla="*/ 3612038 h 6382977"/>
              <a:gd name="connsiteX527" fmla="*/ 3689292 w 6501199"/>
              <a:gd name="connsiteY527" fmla="*/ 3613917 h 6382977"/>
              <a:gd name="connsiteX528" fmla="*/ 3691452 w 6501199"/>
              <a:gd name="connsiteY528" fmla="*/ 3625077 h 6382977"/>
              <a:gd name="connsiteX529" fmla="*/ 3703586 w 6501199"/>
              <a:gd name="connsiteY529" fmla="*/ 3616529 h 6382977"/>
              <a:gd name="connsiteX530" fmla="*/ 4858141 w 6501199"/>
              <a:gd name="connsiteY530" fmla="*/ 3608924 h 6382977"/>
              <a:gd name="connsiteX531" fmla="*/ 4737850 w 6501199"/>
              <a:gd name="connsiteY531" fmla="*/ 3640825 h 6382977"/>
              <a:gd name="connsiteX532" fmla="*/ 4858141 w 6501199"/>
              <a:gd name="connsiteY532" fmla="*/ 3608924 h 6382977"/>
              <a:gd name="connsiteX533" fmla="*/ 3616991 w 6501199"/>
              <a:gd name="connsiteY533" fmla="*/ 3602900 h 6382977"/>
              <a:gd name="connsiteX534" fmla="*/ 3606663 w 6501199"/>
              <a:gd name="connsiteY534" fmla="*/ 3609381 h 6382977"/>
              <a:gd name="connsiteX535" fmla="*/ 3606281 w 6501199"/>
              <a:gd name="connsiteY535" fmla="*/ 3614316 h 6382977"/>
              <a:gd name="connsiteX536" fmla="*/ 3609724 w 6501199"/>
              <a:gd name="connsiteY536" fmla="*/ 3629757 h 6382977"/>
              <a:gd name="connsiteX537" fmla="*/ 3639247 w 6501199"/>
              <a:gd name="connsiteY537" fmla="*/ 3629757 h 6382977"/>
              <a:gd name="connsiteX538" fmla="*/ 3648248 w 6501199"/>
              <a:gd name="connsiteY538" fmla="*/ 3607076 h 6382977"/>
              <a:gd name="connsiteX539" fmla="*/ 3616564 w 6501199"/>
              <a:gd name="connsiteY539" fmla="*/ 3625077 h 6382977"/>
              <a:gd name="connsiteX540" fmla="*/ 3625374 w 6501199"/>
              <a:gd name="connsiteY540" fmla="*/ 3611053 h 6382977"/>
              <a:gd name="connsiteX541" fmla="*/ 3625546 w 6501199"/>
              <a:gd name="connsiteY541" fmla="*/ 3603254 h 6382977"/>
              <a:gd name="connsiteX542" fmla="*/ 3857430 w 6501199"/>
              <a:gd name="connsiteY542" fmla="*/ 3595556 h 6382977"/>
              <a:gd name="connsiteX543" fmla="*/ 3846268 w 6501199"/>
              <a:gd name="connsiteY543" fmla="*/ 3620757 h 6382977"/>
              <a:gd name="connsiteX544" fmla="*/ 3839428 w 6501199"/>
              <a:gd name="connsiteY544" fmla="*/ 3609236 h 6382977"/>
              <a:gd name="connsiteX545" fmla="*/ 3837267 w 6501199"/>
              <a:gd name="connsiteY545" fmla="*/ 3625077 h 6382977"/>
              <a:gd name="connsiteX546" fmla="*/ 3856215 w 6501199"/>
              <a:gd name="connsiteY546" fmla="*/ 3627147 h 6382977"/>
              <a:gd name="connsiteX547" fmla="*/ 3861385 w 6501199"/>
              <a:gd name="connsiteY547" fmla="*/ 3630535 h 6382977"/>
              <a:gd name="connsiteX548" fmla="*/ 3872614 w 6501199"/>
              <a:gd name="connsiteY548" fmla="*/ 3630666 h 6382977"/>
              <a:gd name="connsiteX549" fmla="*/ 3871111 w 6501199"/>
              <a:gd name="connsiteY549" fmla="*/ 3618237 h 6382977"/>
              <a:gd name="connsiteX550" fmla="*/ 3887313 w 6501199"/>
              <a:gd name="connsiteY550" fmla="*/ 3629757 h 6382977"/>
              <a:gd name="connsiteX551" fmla="*/ 3857430 w 6501199"/>
              <a:gd name="connsiteY551" fmla="*/ 3595556 h 6382977"/>
              <a:gd name="connsiteX552" fmla="*/ 3718815 w 6501199"/>
              <a:gd name="connsiteY552" fmla="*/ 3593396 h 6382977"/>
              <a:gd name="connsiteX553" fmla="*/ 3716294 w 6501199"/>
              <a:gd name="connsiteY553" fmla="*/ 3598810 h 6382977"/>
              <a:gd name="connsiteX554" fmla="*/ 3731841 w 6501199"/>
              <a:gd name="connsiteY554" fmla="*/ 3601150 h 6382977"/>
              <a:gd name="connsiteX555" fmla="*/ 3729886 w 6501199"/>
              <a:gd name="connsiteY555" fmla="*/ 3598166 h 6382977"/>
              <a:gd name="connsiteX556" fmla="*/ 3718815 w 6501199"/>
              <a:gd name="connsiteY556" fmla="*/ 3593396 h 6382977"/>
              <a:gd name="connsiteX557" fmla="*/ 3750858 w 6501199"/>
              <a:gd name="connsiteY557" fmla="*/ 3584035 h 6382977"/>
              <a:gd name="connsiteX558" fmla="*/ 3745908 w 6501199"/>
              <a:gd name="connsiteY558" fmla="*/ 3595241 h 6382977"/>
              <a:gd name="connsiteX559" fmla="*/ 3740789 w 6501199"/>
              <a:gd name="connsiteY559" fmla="*/ 3602498 h 6382977"/>
              <a:gd name="connsiteX560" fmla="*/ 3758967 w 6501199"/>
              <a:gd name="connsiteY560" fmla="*/ 3605235 h 6382977"/>
              <a:gd name="connsiteX561" fmla="*/ 3759859 w 6501199"/>
              <a:gd name="connsiteY561" fmla="*/ 3604556 h 6382977"/>
              <a:gd name="connsiteX562" fmla="*/ 3759649 w 6501199"/>
              <a:gd name="connsiteY562" fmla="*/ 3605337 h 6382977"/>
              <a:gd name="connsiteX563" fmla="*/ 3767275 w 6501199"/>
              <a:gd name="connsiteY563" fmla="*/ 3606485 h 6382977"/>
              <a:gd name="connsiteX564" fmla="*/ 3767555 w 6501199"/>
              <a:gd name="connsiteY564" fmla="*/ 3601811 h 6382977"/>
              <a:gd name="connsiteX565" fmla="*/ 3773541 w 6501199"/>
              <a:gd name="connsiteY565" fmla="*/ 3584035 h 6382977"/>
              <a:gd name="connsiteX566" fmla="*/ 3753019 w 6501199"/>
              <a:gd name="connsiteY566" fmla="*/ 3600236 h 6382977"/>
              <a:gd name="connsiteX567" fmla="*/ 3750858 w 6501199"/>
              <a:gd name="connsiteY567" fmla="*/ 3584035 h 6382977"/>
              <a:gd name="connsiteX568" fmla="*/ 59130 w 6501199"/>
              <a:gd name="connsiteY568" fmla="*/ 3581400 h 6382977"/>
              <a:gd name="connsiteX569" fmla="*/ 11863 w 6501199"/>
              <a:gd name="connsiteY569" fmla="*/ 3642952 h 6382977"/>
              <a:gd name="connsiteX570" fmla="*/ 59130 w 6501199"/>
              <a:gd name="connsiteY570" fmla="*/ 3581400 h 6382977"/>
              <a:gd name="connsiteX571" fmla="*/ 3800544 w 6501199"/>
              <a:gd name="connsiteY571" fmla="*/ 3579715 h 6382977"/>
              <a:gd name="connsiteX572" fmla="*/ 3796223 w 6501199"/>
              <a:gd name="connsiteY572" fmla="*/ 3611396 h 6382977"/>
              <a:gd name="connsiteX573" fmla="*/ 3782272 w 6501199"/>
              <a:gd name="connsiteY573" fmla="*/ 3604286 h 6382977"/>
              <a:gd name="connsiteX574" fmla="*/ 3777362 w 6501199"/>
              <a:gd name="connsiteY574" fmla="*/ 3608004 h 6382977"/>
              <a:gd name="connsiteX575" fmla="*/ 3779325 w 6501199"/>
              <a:gd name="connsiteY575" fmla="*/ 3608300 h 6382977"/>
              <a:gd name="connsiteX576" fmla="*/ 3811382 w 6501199"/>
              <a:gd name="connsiteY576" fmla="*/ 3617254 h 6382977"/>
              <a:gd name="connsiteX577" fmla="*/ 3811861 w 6501199"/>
              <a:gd name="connsiteY577" fmla="*/ 3617492 h 6382977"/>
              <a:gd name="connsiteX578" fmla="*/ 3812813 w 6501199"/>
              <a:gd name="connsiteY578" fmla="*/ 3614850 h 6382977"/>
              <a:gd name="connsiteX579" fmla="*/ 3814585 w 6501199"/>
              <a:gd name="connsiteY579" fmla="*/ 3602396 h 6382977"/>
              <a:gd name="connsiteX580" fmla="*/ 3820166 w 6501199"/>
              <a:gd name="connsiteY580" fmla="*/ 3613736 h 6382977"/>
              <a:gd name="connsiteX581" fmla="*/ 3819231 w 6501199"/>
              <a:gd name="connsiteY581" fmla="*/ 3621143 h 6382977"/>
              <a:gd name="connsiteX582" fmla="*/ 3825745 w 6501199"/>
              <a:gd name="connsiteY582" fmla="*/ 3624369 h 6382977"/>
              <a:gd name="connsiteX583" fmla="*/ 3825701 w 6501199"/>
              <a:gd name="connsiteY583" fmla="*/ 3605861 h 6382977"/>
              <a:gd name="connsiteX584" fmla="*/ 3818906 w 6501199"/>
              <a:gd name="connsiteY584" fmla="*/ 3593396 h 6382977"/>
              <a:gd name="connsiteX585" fmla="*/ 3800544 w 6501199"/>
              <a:gd name="connsiteY585" fmla="*/ 3579715 h 6382977"/>
              <a:gd name="connsiteX586" fmla="*/ 79218 w 6501199"/>
              <a:gd name="connsiteY586" fmla="*/ 3576637 h 6382977"/>
              <a:gd name="connsiteX587" fmla="*/ 74863 w 6501199"/>
              <a:gd name="connsiteY587" fmla="*/ 3608034 h 6382977"/>
              <a:gd name="connsiteX588" fmla="*/ 74863 w 6501199"/>
              <a:gd name="connsiteY588" fmla="*/ 3599215 h 6382977"/>
              <a:gd name="connsiteX589" fmla="*/ 61075 w 6501199"/>
              <a:gd name="connsiteY589" fmla="*/ 3587926 h 6382977"/>
              <a:gd name="connsiteX590" fmla="*/ 79218 w 6501199"/>
              <a:gd name="connsiteY590" fmla="*/ 3576637 h 6382977"/>
              <a:gd name="connsiteX591" fmla="*/ 4430970 w 6501199"/>
              <a:gd name="connsiteY591" fmla="*/ 3568194 h 6382977"/>
              <a:gd name="connsiteX592" fmla="*/ 4401447 w 6501199"/>
              <a:gd name="connsiteY592" fmla="*/ 3579715 h 6382977"/>
              <a:gd name="connsiteX593" fmla="*/ 4430970 w 6501199"/>
              <a:gd name="connsiteY593" fmla="*/ 3568194 h 6382977"/>
              <a:gd name="connsiteX594" fmla="*/ 4953239 w 6501199"/>
              <a:gd name="connsiteY594" fmla="*/ 3565966 h 6382977"/>
              <a:gd name="connsiteX595" fmla="*/ 4937473 w 6501199"/>
              <a:gd name="connsiteY595" fmla="*/ 3568177 h 6382977"/>
              <a:gd name="connsiteX596" fmla="*/ 4906686 w 6501199"/>
              <a:gd name="connsiteY596" fmla="*/ 3583651 h 6382977"/>
              <a:gd name="connsiteX597" fmla="*/ 4892302 w 6501199"/>
              <a:gd name="connsiteY597" fmla="*/ 3587255 h 6382977"/>
              <a:gd name="connsiteX598" fmla="*/ 4899824 w 6501199"/>
              <a:gd name="connsiteY598" fmla="*/ 3586835 h 6382977"/>
              <a:gd name="connsiteX599" fmla="*/ 4941192 w 6501199"/>
              <a:gd name="connsiteY599" fmla="*/ 3569546 h 6382977"/>
              <a:gd name="connsiteX600" fmla="*/ 4462653 w 6501199"/>
              <a:gd name="connsiteY600" fmla="*/ 3559194 h 6382977"/>
              <a:gd name="connsiteX601" fmla="*/ 4448971 w 6501199"/>
              <a:gd name="connsiteY601" fmla="*/ 3581875 h 6382977"/>
              <a:gd name="connsiteX602" fmla="*/ 4462653 w 6501199"/>
              <a:gd name="connsiteY602" fmla="*/ 3559194 h 6382977"/>
              <a:gd name="connsiteX603" fmla="*/ 114686 w 6501199"/>
              <a:gd name="connsiteY603" fmla="*/ 3547085 h 6382977"/>
              <a:gd name="connsiteX604" fmla="*/ 87068 w 6501199"/>
              <a:gd name="connsiteY604" fmla="*/ 3563570 h 6382977"/>
              <a:gd name="connsiteX605" fmla="*/ 114686 w 6501199"/>
              <a:gd name="connsiteY605" fmla="*/ 3547085 h 6382977"/>
              <a:gd name="connsiteX606" fmla="*/ 4547685 w 6501199"/>
              <a:gd name="connsiteY606" fmla="*/ 3537100 h 6382977"/>
              <a:gd name="connsiteX607" fmla="*/ 4544741 w 6501199"/>
              <a:gd name="connsiteY607" fmla="*/ 3538673 h 6382977"/>
              <a:gd name="connsiteX608" fmla="*/ 4547086 w 6501199"/>
              <a:gd name="connsiteY608" fmla="*/ 3544706 h 6382977"/>
              <a:gd name="connsiteX609" fmla="*/ 4547458 w 6501199"/>
              <a:gd name="connsiteY609" fmla="*/ 3538077 h 6382977"/>
              <a:gd name="connsiteX610" fmla="*/ 4119881 w 6501199"/>
              <a:gd name="connsiteY610" fmla="*/ 3529194 h 6382977"/>
              <a:gd name="connsiteX611" fmla="*/ 4114857 w 6501199"/>
              <a:gd name="connsiteY611" fmla="*/ 3531833 h 6382977"/>
              <a:gd name="connsiteX612" fmla="*/ 4114857 w 6501199"/>
              <a:gd name="connsiteY612" fmla="*/ 3552354 h 6382977"/>
              <a:gd name="connsiteX613" fmla="*/ 4135019 w 6501199"/>
              <a:gd name="connsiteY613" fmla="*/ 3547673 h 6382977"/>
              <a:gd name="connsiteX614" fmla="*/ 4128313 w 6501199"/>
              <a:gd name="connsiteY614" fmla="*/ 3531248 h 6382977"/>
              <a:gd name="connsiteX615" fmla="*/ 4119881 w 6501199"/>
              <a:gd name="connsiteY615" fmla="*/ 3529194 h 6382977"/>
              <a:gd name="connsiteX616" fmla="*/ 4652146 w 6501199"/>
              <a:gd name="connsiteY616" fmla="*/ 3511662 h 6382977"/>
              <a:gd name="connsiteX617" fmla="*/ 4649286 w 6501199"/>
              <a:gd name="connsiteY617" fmla="*/ 3516513 h 6382977"/>
              <a:gd name="connsiteX618" fmla="*/ 4649335 w 6501199"/>
              <a:gd name="connsiteY618" fmla="*/ 3516996 h 6382977"/>
              <a:gd name="connsiteX619" fmla="*/ 4655723 w 6501199"/>
              <a:gd name="connsiteY619" fmla="*/ 3515986 h 6382977"/>
              <a:gd name="connsiteX620" fmla="*/ 4658476 w 6501199"/>
              <a:gd name="connsiteY620" fmla="*/ 3516600 h 6382977"/>
              <a:gd name="connsiteX621" fmla="*/ 4169222 w 6501199"/>
              <a:gd name="connsiteY621" fmla="*/ 3506631 h 6382977"/>
              <a:gd name="connsiteX622" fmla="*/ 4144379 w 6501199"/>
              <a:gd name="connsiteY622" fmla="*/ 3518152 h 6382977"/>
              <a:gd name="connsiteX623" fmla="*/ 4171743 w 6501199"/>
              <a:gd name="connsiteY623" fmla="*/ 3545513 h 6382977"/>
              <a:gd name="connsiteX624" fmla="*/ 4169222 w 6501199"/>
              <a:gd name="connsiteY624" fmla="*/ 3506631 h 6382977"/>
              <a:gd name="connsiteX625" fmla="*/ 4064811 w 6501199"/>
              <a:gd name="connsiteY625" fmla="*/ 3502311 h 6382977"/>
              <a:gd name="connsiteX626" fmla="*/ 4064811 w 6501199"/>
              <a:gd name="connsiteY626" fmla="*/ 3533993 h 6382977"/>
              <a:gd name="connsiteX627" fmla="*/ 4064811 w 6501199"/>
              <a:gd name="connsiteY627" fmla="*/ 3502311 h 6382977"/>
              <a:gd name="connsiteX628" fmla="*/ 4005405 w 6501199"/>
              <a:gd name="connsiteY628" fmla="*/ 3502311 h 6382977"/>
              <a:gd name="connsiteX629" fmla="*/ 3987403 w 6501199"/>
              <a:gd name="connsiteY629" fmla="*/ 3531833 h 6382977"/>
              <a:gd name="connsiteX630" fmla="*/ 3975882 w 6501199"/>
              <a:gd name="connsiteY630" fmla="*/ 3515992 h 6382977"/>
              <a:gd name="connsiteX631" fmla="*/ 3998564 w 6501199"/>
              <a:gd name="connsiteY631" fmla="*/ 3538673 h 6382977"/>
              <a:gd name="connsiteX632" fmla="*/ 4005405 w 6501199"/>
              <a:gd name="connsiteY632" fmla="*/ 3502311 h 6382977"/>
              <a:gd name="connsiteX633" fmla="*/ 4255631 w 6501199"/>
              <a:gd name="connsiteY633" fmla="*/ 3500151 h 6382977"/>
              <a:gd name="connsiteX634" fmla="*/ 4258151 w 6501199"/>
              <a:gd name="connsiteY634" fmla="*/ 3527152 h 6382977"/>
              <a:gd name="connsiteX635" fmla="*/ 4271833 w 6501199"/>
              <a:gd name="connsiteY635" fmla="*/ 3511312 h 6382977"/>
              <a:gd name="connsiteX636" fmla="*/ 4298836 w 6501199"/>
              <a:gd name="connsiteY636" fmla="*/ 3531833 h 6382977"/>
              <a:gd name="connsiteX637" fmla="*/ 4255631 w 6501199"/>
              <a:gd name="connsiteY637" fmla="*/ 3500151 h 6382977"/>
              <a:gd name="connsiteX638" fmla="*/ 4319358 w 6501199"/>
              <a:gd name="connsiteY638" fmla="*/ 3495471 h 6382977"/>
              <a:gd name="connsiteX639" fmla="*/ 4326199 w 6501199"/>
              <a:gd name="connsiteY639" fmla="*/ 3527152 h 6382977"/>
              <a:gd name="connsiteX640" fmla="*/ 4335560 w 6501199"/>
              <a:gd name="connsiteY640" fmla="*/ 3538673 h 6382977"/>
              <a:gd name="connsiteX641" fmla="*/ 4342400 w 6501199"/>
              <a:gd name="connsiteY641" fmla="*/ 3506631 h 6382977"/>
              <a:gd name="connsiteX642" fmla="*/ 4360402 w 6501199"/>
              <a:gd name="connsiteY642" fmla="*/ 3495471 h 6382977"/>
              <a:gd name="connsiteX643" fmla="*/ 4319358 w 6501199"/>
              <a:gd name="connsiteY643" fmla="*/ 3495471 h 6382977"/>
              <a:gd name="connsiteX644" fmla="*/ 4108016 w 6501199"/>
              <a:gd name="connsiteY644" fmla="*/ 3493311 h 6382977"/>
              <a:gd name="connsiteX645" fmla="*/ 4089654 w 6501199"/>
              <a:gd name="connsiteY645" fmla="*/ 3520312 h 6382977"/>
              <a:gd name="connsiteX646" fmla="*/ 4108016 w 6501199"/>
              <a:gd name="connsiteY646" fmla="*/ 3493311 h 6382977"/>
              <a:gd name="connsiteX647" fmla="*/ 4226028 w 6501199"/>
              <a:gd name="connsiteY647" fmla="*/ 3493131 h 6382977"/>
              <a:gd name="connsiteX648" fmla="*/ 4237429 w 6501199"/>
              <a:gd name="connsiteY648" fmla="*/ 3496017 h 6382977"/>
              <a:gd name="connsiteX649" fmla="*/ 4203282 w 6501199"/>
              <a:gd name="connsiteY649" fmla="*/ 3520717 h 6382977"/>
              <a:gd name="connsiteX650" fmla="*/ 4226028 w 6501199"/>
              <a:gd name="connsiteY650" fmla="*/ 3493131 h 6382977"/>
              <a:gd name="connsiteX651" fmla="*/ 4610629 w 6501199"/>
              <a:gd name="connsiteY651" fmla="*/ 3490791 h 6382977"/>
              <a:gd name="connsiteX652" fmla="*/ 4615309 w 6501199"/>
              <a:gd name="connsiteY652" fmla="*/ 3515992 h 6382977"/>
              <a:gd name="connsiteX653" fmla="*/ 4610629 w 6501199"/>
              <a:gd name="connsiteY653" fmla="*/ 3490791 h 6382977"/>
              <a:gd name="connsiteX654" fmla="*/ 4558423 w 6501199"/>
              <a:gd name="connsiteY654" fmla="*/ 3490791 h 6382977"/>
              <a:gd name="connsiteX655" fmla="*/ 4540061 w 6501199"/>
              <a:gd name="connsiteY655" fmla="*/ 3524992 h 6382977"/>
              <a:gd name="connsiteX656" fmla="*/ 4551013 w 6501199"/>
              <a:gd name="connsiteY656" fmla="*/ 3522763 h 6382977"/>
              <a:gd name="connsiteX657" fmla="*/ 4553171 w 6501199"/>
              <a:gd name="connsiteY657" fmla="*/ 3513467 h 6382977"/>
              <a:gd name="connsiteX658" fmla="*/ 4558709 w 6501199"/>
              <a:gd name="connsiteY658" fmla="*/ 3511752 h 6382977"/>
              <a:gd name="connsiteX659" fmla="*/ 4556983 w 6501199"/>
              <a:gd name="connsiteY659" fmla="*/ 3511638 h 6382977"/>
              <a:gd name="connsiteX660" fmla="*/ 4553743 w 6501199"/>
              <a:gd name="connsiteY660" fmla="*/ 3506631 h 6382977"/>
              <a:gd name="connsiteX661" fmla="*/ 4558423 w 6501199"/>
              <a:gd name="connsiteY661" fmla="*/ 3490791 h 6382977"/>
              <a:gd name="connsiteX662" fmla="*/ 4589481 w 6501199"/>
              <a:gd name="connsiteY662" fmla="*/ 3487163 h 6382977"/>
              <a:gd name="connsiteX663" fmla="*/ 4583479 w 6501199"/>
              <a:gd name="connsiteY663" fmla="*/ 3488767 h 6382977"/>
              <a:gd name="connsiteX664" fmla="*/ 4580284 w 6501199"/>
              <a:gd name="connsiteY664" fmla="*/ 3488574 h 6382977"/>
              <a:gd name="connsiteX665" fmla="*/ 4580284 w 6501199"/>
              <a:gd name="connsiteY665" fmla="*/ 3488580 h 6382977"/>
              <a:gd name="connsiteX666" fmla="*/ 4576425 w 6501199"/>
              <a:gd name="connsiteY666" fmla="*/ 3495471 h 6382977"/>
              <a:gd name="connsiteX667" fmla="*/ 4760064 w 6501199"/>
              <a:gd name="connsiteY667" fmla="*/ 3484562 h 6382977"/>
              <a:gd name="connsiteX668" fmla="*/ 4794081 w 6501199"/>
              <a:gd name="connsiteY668" fmla="*/ 3484562 h 6382977"/>
              <a:gd name="connsiteX669" fmla="*/ 4748963 w 6501199"/>
              <a:gd name="connsiteY669" fmla="*/ 3519123 h 6382977"/>
              <a:gd name="connsiteX670" fmla="*/ 4760064 w 6501199"/>
              <a:gd name="connsiteY670" fmla="*/ 3484562 h 6382977"/>
              <a:gd name="connsiteX671" fmla="*/ 4126018 w 6501199"/>
              <a:gd name="connsiteY671" fmla="*/ 3483950 h 6382977"/>
              <a:gd name="connsiteX672" fmla="*/ 4121337 w 6501199"/>
              <a:gd name="connsiteY672" fmla="*/ 3515992 h 6382977"/>
              <a:gd name="connsiteX673" fmla="*/ 4141859 w 6501199"/>
              <a:gd name="connsiteY673" fmla="*/ 3502311 h 6382977"/>
              <a:gd name="connsiteX674" fmla="*/ 4128178 w 6501199"/>
              <a:gd name="connsiteY674" fmla="*/ 3495471 h 6382977"/>
              <a:gd name="connsiteX675" fmla="*/ 4126018 w 6501199"/>
              <a:gd name="connsiteY675" fmla="*/ 3483950 h 6382977"/>
              <a:gd name="connsiteX676" fmla="*/ 5228024 w 6501199"/>
              <a:gd name="connsiteY676" fmla="*/ 3477656 h 6382977"/>
              <a:gd name="connsiteX677" fmla="*/ 5193463 w 6501199"/>
              <a:gd name="connsiteY677" fmla="*/ 3495530 h 6382977"/>
              <a:gd name="connsiteX678" fmla="*/ 5228024 w 6501199"/>
              <a:gd name="connsiteY678" fmla="*/ 3477656 h 6382977"/>
              <a:gd name="connsiteX679" fmla="*/ 4467333 w 6501199"/>
              <a:gd name="connsiteY679" fmla="*/ 3477110 h 6382977"/>
              <a:gd name="connsiteX680" fmla="*/ 4465173 w 6501199"/>
              <a:gd name="connsiteY680" fmla="*/ 3497631 h 6382977"/>
              <a:gd name="connsiteX681" fmla="*/ 4476335 w 6501199"/>
              <a:gd name="connsiteY681" fmla="*/ 3486471 h 6382977"/>
              <a:gd name="connsiteX682" fmla="*/ 4490016 w 6501199"/>
              <a:gd name="connsiteY682" fmla="*/ 3490791 h 6382977"/>
              <a:gd name="connsiteX683" fmla="*/ 4467333 w 6501199"/>
              <a:gd name="connsiteY683" fmla="*/ 3477110 h 6382977"/>
              <a:gd name="connsiteX684" fmla="*/ 4399286 w 6501199"/>
              <a:gd name="connsiteY684" fmla="*/ 3474950 h 6382977"/>
              <a:gd name="connsiteX685" fmla="*/ 4371923 w 6501199"/>
              <a:gd name="connsiteY685" fmla="*/ 3483950 h 6382977"/>
              <a:gd name="connsiteX686" fmla="*/ 4362563 w 6501199"/>
              <a:gd name="connsiteY686" fmla="*/ 3527152 h 6382977"/>
              <a:gd name="connsiteX687" fmla="*/ 4383085 w 6501199"/>
              <a:gd name="connsiteY687" fmla="*/ 3500151 h 6382977"/>
              <a:gd name="connsiteX688" fmla="*/ 4380925 w 6501199"/>
              <a:gd name="connsiteY688" fmla="*/ 3520312 h 6382977"/>
              <a:gd name="connsiteX689" fmla="*/ 4399286 w 6501199"/>
              <a:gd name="connsiteY689" fmla="*/ 3474950 h 6382977"/>
              <a:gd name="connsiteX690" fmla="*/ 4164423 w 6501199"/>
              <a:gd name="connsiteY690" fmla="*/ 3473111 h 6382977"/>
              <a:gd name="connsiteX691" fmla="*/ 4160221 w 6501199"/>
              <a:gd name="connsiteY691" fmla="*/ 3474950 h 6382977"/>
              <a:gd name="connsiteX692" fmla="*/ 4155541 w 6501199"/>
              <a:gd name="connsiteY692" fmla="*/ 3506631 h 6382977"/>
              <a:gd name="connsiteX693" fmla="*/ 4182903 w 6501199"/>
              <a:gd name="connsiteY693" fmla="*/ 3477110 h 6382977"/>
              <a:gd name="connsiteX694" fmla="*/ 4164423 w 6501199"/>
              <a:gd name="connsiteY694" fmla="*/ 3473111 h 6382977"/>
              <a:gd name="connsiteX695" fmla="*/ 4519113 w 6501199"/>
              <a:gd name="connsiteY695" fmla="*/ 3469494 h 6382977"/>
              <a:gd name="connsiteX696" fmla="*/ 4519342 w 6501199"/>
              <a:gd name="connsiteY696" fmla="*/ 3471153 h 6382977"/>
              <a:gd name="connsiteX697" fmla="*/ 4503697 w 6501199"/>
              <a:gd name="connsiteY697" fmla="*/ 3474950 h 6382977"/>
              <a:gd name="connsiteX698" fmla="*/ 4535741 w 6501199"/>
              <a:gd name="connsiteY698" fmla="*/ 3497631 h 6382977"/>
              <a:gd name="connsiteX699" fmla="*/ 4535741 w 6501199"/>
              <a:gd name="connsiteY699" fmla="*/ 3481790 h 6382977"/>
              <a:gd name="connsiteX700" fmla="*/ 4548882 w 6501199"/>
              <a:gd name="connsiteY700" fmla="*/ 3489216 h 6382977"/>
              <a:gd name="connsiteX701" fmla="*/ 4553503 w 6501199"/>
              <a:gd name="connsiteY701" fmla="*/ 3486827 h 6382977"/>
              <a:gd name="connsiteX702" fmla="*/ 4536338 w 6501199"/>
              <a:gd name="connsiteY702" fmla="*/ 3480358 h 6382977"/>
              <a:gd name="connsiteX703" fmla="*/ 4520175 w 6501199"/>
              <a:gd name="connsiteY703" fmla="*/ 3470154 h 6382977"/>
              <a:gd name="connsiteX704" fmla="*/ 4237629 w 6501199"/>
              <a:gd name="connsiteY704" fmla="*/ 3468110 h 6382977"/>
              <a:gd name="connsiteX705" fmla="*/ 4182903 w 6501199"/>
              <a:gd name="connsiteY705" fmla="*/ 3502311 h 6382977"/>
              <a:gd name="connsiteX706" fmla="*/ 4196585 w 6501199"/>
              <a:gd name="connsiteY706" fmla="*/ 3536513 h 6382977"/>
              <a:gd name="connsiteX707" fmla="*/ 4232949 w 6501199"/>
              <a:gd name="connsiteY707" fmla="*/ 3511312 h 6382977"/>
              <a:gd name="connsiteX708" fmla="*/ 4228629 w 6501199"/>
              <a:gd name="connsiteY708" fmla="*/ 3531833 h 6382977"/>
              <a:gd name="connsiteX709" fmla="*/ 4258151 w 6501199"/>
              <a:gd name="connsiteY709" fmla="*/ 3490791 h 6382977"/>
              <a:gd name="connsiteX710" fmla="*/ 4237629 w 6501199"/>
              <a:gd name="connsiteY710" fmla="*/ 3468110 h 6382977"/>
              <a:gd name="connsiteX711" fmla="*/ 4448769 w 6501199"/>
              <a:gd name="connsiteY711" fmla="*/ 3462794 h 6382977"/>
              <a:gd name="connsiteX712" fmla="*/ 4426289 w 6501199"/>
              <a:gd name="connsiteY712" fmla="*/ 3468110 h 6382977"/>
              <a:gd name="connsiteX713" fmla="*/ 4424129 w 6501199"/>
              <a:gd name="connsiteY713" fmla="*/ 3488631 h 6382977"/>
              <a:gd name="connsiteX714" fmla="*/ 4412608 w 6501199"/>
              <a:gd name="connsiteY714" fmla="*/ 3479630 h 6382977"/>
              <a:gd name="connsiteX715" fmla="*/ 4406127 w 6501199"/>
              <a:gd name="connsiteY715" fmla="*/ 3500151 h 6382977"/>
              <a:gd name="connsiteX716" fmla="*/ 4451492 w 6501199"/>
              <a:gd name="connsiteY716" fmla="*/ 3493311 h 6382977"/>
              <a:gd name="connsiteX717" fmla="*/ 4453652 w 6501199"/>
              <a:gd name="connsiteY717" fmla="*/ 3465950 h 6382977"/>
              <a:gd name="connsiteX718" fmla="*/ 4448769 w 6501199"/>
              <a:gd name="connsiteY718" fmla="*/ 3462794 h 6382977"/>
              <a:gd name="connsiteX719" fmla="*/ 4845390 w 6501199"/>
              <a:gd name="connsiteY719" fmla="*/ 3459697 h 6382977"/>
              <a:gd name="connsiteX720" fmla="*/ 4852201 w 6501199"/>
              <a:gd name="connsiteY720" fmla="*/ 3482526 h 6382977"/>
              <a:gd name="connsiteX721" fmla="*/ 4863672 w 6501199"/>
              <a:gd name="connsiteY721" fmla="*/ 3480351 h 6382977"/>
              <a:gd name="connsiteX722" fmla="*/ 4865823 w 6501199"/>
              <a:gd name="connsiteY722" fmla="*/ 3464407 h 6382977"/>
              <a:gd name="connsiteX723" fmla="*/ 4870483 w 6501199"/>
              <a:gd name="connsiteY723" fmla="*/ 3501006 h 6382977"/>
              <a:gd name="connsiteX724" fmla="*/ 4822807 w 6501199"/>
              <a:gd name="connsiteY724" fmla="*/ 3516950 h 6382977"/>
              <a:gd name="connsiteX725" fmla="*/ 4804525 w 6501199"/>
              <a:gd name="connsiteY725" fmla="*/ 3482526 h 6382977"/>
              <a:gd name="connsiteX726" fmla="*/ 4836429 w 6501199"/>
              <a:gd name="connsiteY726" fmla="*/ 3475641 h 6382977"/>
              <a:gd name="connsiteX727" fmla="*/ 4827467 w 6501199"/>
              <a:gd name="connsiteY727" fmla="*/ 3473467 h 6382977"/>
              <a:gd name="connsiteX728" fmla="*/ 4845390 w 6501199"/>
              <a:gd name="connsiteY728" fmla="*/ 3459697 h 6382977"/>
              <a:gd name="connsiteX729" fmla="*/ 4473929 w 6501199"/>
              <a:gd name="connsiteY729" fmla="*/ 3456325 h 6382977"/>
              <a:gd name="connsiteX730" fmla="*/ 4455724 w 6501199"/>
              <a:gd name="connsiteY730" fmla="*/ 3458104 h 6382977"/>
              <a:gd name="connsiteX731" fmla="*/ 4453652 w 6501199"/>
              <a:gd name="connsiteY731" fmla="*/ 3461269 h 6382977"/>
              <a:gd name="connsiteX732" fmla="*/ 4476335 w 6501199"/>
              <a:gd name="connsiteY732" fmla="*/ 3470270 h 6382977"/>
              <a:gd name="connsiteX733" fmla="*/ 4475119 w 6501199"/>
              <a:gd name="connsiteY733" fmla="*/ 3460189 h 6382977"/>
              <a:gd name="connsiteX734" fmla="*/ 4488050 w 6501199"/>
              <a:gd name="connsiteY734" fmla="*/ 3454945 h 6382977"/>
              <a:gd name="connsiteX735" fmla="*/ 4481267 w 6501199"/>
              <a:gd name="connsiteY735" fmla="*/ 3455608 h 6382977"/>
              <a:gd name="connsiteX736" fmla="*/ 4481251 w 6501199"/>
              <a:gd name="connsiteY736" fmla="*/ 3456904 h 6382977"/>
              <a:gd name="connsiteX737" fmla="*/ 4490016 w 6501199"/>
              <a:gd name="connsiteY737" fmla="*/ 3470270 h 6382977"/>
              <a:gd name="connsiteX738" fmla="*/ 4490944 w 6501199"/>
              <a:gd name="connsiteY738" fmla="*/ 3455901 h 6382977"/>
              <a:gd name="connsiteX739" fmla="*/ 4771866 w 6501199"/>
              <a:gd name="connsiteY739" fmla="*/ 3451814 h 6382977"/>
              <a:gd name="connsiteX740" fmla="*/ 4774006 w 6501199"/>
              <a:gd name="connsiteY740" fmla="*/ 3465602 h 6382977"/>
              <a:gd name="connsiteX741" fmla="*/ 4753672 w 6501199"/>
              <a:gd name="connsiteY741" fmla="*/ 3474674 h 6382977"/>
              <a:gd name="connsiteX742" fmla="*/ 4744753 w 6501199"/>
              <a:gd name="connsiteY742" fmla="*/ 3472497 h 6382977"/>
              <a:gd name="connsiteX743" fmla="*/ 4749391 w 6501199"/>
              <a:gd name="connsiteY743" fmla="*/ 3453991 h 6382977"/>
              <a:gd name="connsiteX744" fmla="*/ 4753672 w 6501199"/>
              <a:gd name="connsiteY744" fmla="*/ 3465602 h 6382977"/>
              <a:gd name="connsiteX745" fmla="*/ 4771866 w 6501199"/>
              <a:gd name="connsiteY745" fmla="*/ 3451814 h 6382977"/>
              <a:gd name="connsiteX746" fmla="*/ 4422635 w 6501199"/>
              <a:gd name="connsiteY746" fmla="*/ 3450793 h 6382977"/>
              <a:gd name="connsiteX747" fmla="*/ 4420945 w 6501199"/>
              <a:gd name="connsiteY747" fmla="*/ 3451505 h 6382977"/>
              <a:gd name="connsiteX748" fmla="*/ 4421969 w 6501199"/>
              <a:gd name="connsiteY748" fmla="*/ 3452269 h 6382977"/>
              <a:gd name="connsiteX749" fmla="*/ 4389447 w 6501199"/>
              <a:gd name="connsiteY749" fmla="*/ 3450421 h 6382977"/>
              <a:gd name="connsiteX750" fmla="*/ 4394606 w 6501199"/>
              <a:gd name="connsiteY750" fmla="*/ 3459109 h 6382977"/>
              <a:gd name="connsiteX751" fmla="*/ 4398986 w 6501199"/>
              <a:gd name="connsiteY751" fmla="*/ 3457608 h 6382977"/>
              <a:gd name="connsiteX752" fmla="*/ 5193107 w 6501199"/>
              <a:gd name="connsiteY752" fmla="*/ 3449637 h 6382977"/>
              <a:gd name="connsiteX753" fmla="*/ 5145761 w 6501199"/>
              <a:gd name="connsiteY753" fmla="*/ 3481030 h 6382977"/>
              <a:gd name="connsiteX754" fmla="*/ 5193107 w 6501199"/>
              <a:gd name="connsiteY754" fmla="*/ 3449637 h 6382977"/>
              <a:gd name="connsiteX755" fmla="*/ 4066026 w 6501199"/>
              <a:gd name="connsiteY755" fmla="*/ 3449434 h 6382977"/>
              <a:gd name="connsiteX756" fmla="*/ 4060131 w 6501199"/>
              <a:gd name="connsiteY756" fmla="*/ 3452269 h 6382977"/>
              <a:gd name="connsiteX757" fmla="*/ 4055450 w 6501199"/>
              <a:gd name="connsiteY757" fmla="*/ 3479630 h 6382977"/>
              <a:gd name="connsiteX758" fmla="*/ 4078493 w 6501199"/>
              <a:gd name="connsiteY758" fmla="*/ 3454429 h 6382977"/>
              <a:gd name="connsiteX759" fmla="*/ 4073812 w 6501199"/>
              <a:gd name="connsiteY759" fmla="*/ 3450109 h 6382977"/>
              <a:gd name="connsiteX760" fmla="*/ 4066026 w 6501199"/>
              <a:gd name="connsiteY760" fmla="*/ 3449434 h 6382977"/>
              <a:gd name="connsiteX761" fmla="*/ 5292556 w 6501199"/>
              <a:gd name="connsiteY761" fmla="*/ 3438525 h 6382977"/>
              <a:gd name="connsiteX762" fmla="*/ 5258539 w 6501199"/>
              <a:gd name="connsiteY762" fmla="*/ 3468357 h 6382977"/>
              <a:gd name="connsiteX763" fmla="*/ 5292556 w 6501199"/>
              <a:gd name="connsiteY763" fmla="*/ 3438525 h 6382977"/>
              <a:gd name="connsiteX764" fmla="*/ 4369674 w 6501199"/>
              <a:gd name="connsiteY764" fmla="*/ 3438464 h 6382977"/>
              <a:gd name="connsiteX765" fmla="*/ 4363208 w 6501199"/>
              <a:gd name="connsiteY765" fmla="*/ 3438725 h 6382977"/>
              <a:gd name="connsiteX766" fmla="*/ 4366928 w 6501199"/>
              <a:gd name="connsiteY766" fmla="*/ 3438768 h 6382977"/>
              <a:gd name="connsiteX767" fmla="*/ 4374084 w 6501199"/>
              <a:gd name="connsiteY767" fmla="*/ 3447589 h 6382977"/>
              <a:gd name="connsiteX768" fmla="*/ 4375838 w 6501199"/>
              <a:gd name="connsiteY768" fmla="*/ 3441541 h 6382977"/>
              <a:gd name="connsiteX769" fmla="*/ 4352276 w 6501199"/>
              <a:gd name="connsiteY769" fmla="*/ 3436255 h 6382977"/>
              <a:gd name="connsiteX770" fmla="*/ 4351401 w 6501199"/>
              <a:gd name="connsiteY770" fmla="*/ 3438588 h 6382977"/>
              <a:gd name="connsiteX771" fmla="*/ 4353529 w 6501199"/>
              <a:gd name="connsiteY771" fmla="*/ 3438613 h 6382977"/>
              <a:gd name="connsiteX772" fmla="*/ 4988317 w 6501199"/>
              <a:gd name="connsiteY772" fmla="*/ 3432175 h 6382977"/>
              <a:gd name="connsiteX773" fmla="*/ 4956772 w 6501199"/>
              <a:gd name="connsiteY773" fmla="*/ 3447900 h 6382977"/>
              <a:gd name="connsiteX774" fmla="*/ 4949961 w 6501199"/>
              <a:gd name="connsiteY774" fmla="*/ 3470416 h 6382977"/>
              <a:gd name="connsiteX775" fmla="*/ 4888663 w 6501199"/>
              <a:gd name="connsiteY775" fmla="*/ 3490787 h 6382977"/>
              <a:gd name="connsiteX776" fmla="*/ 4888663 w 6501199"/>
              <a:gd name="connsiteY776" fmla="*/ 3463983 h 6382977"/>
              <a:gd name="connsiteX777" fmla="*/ 4988317 w 6501199"/>
              <a:gd name="connsiteY777" fmla="*/ 3432175 h 6382977"/>
              <a:gd name="connsiteX778" fmla="*/ 4324573 w 6501199"/>
              <a:gd name="connsiteY778" fmla="*/ 3423091 h 6382977"/>
              <a:gd name="connsiteX779" fmla="*/ 4317198 w 6501199"/>
              <a:gd name="connsiteY779" fmla="*/ 3427068 h 6382977"/>
              <a:gd name="connsiteX780" fmla="*/ 4321878 w 6501199"/>
              <a:gd name="connsiteY780" fmla="*/ 3438588 h 6382977"/>
              <a:gd name="connsiteX781" fmla="*/ 4303516 w 6501199"/>
              <a:gd name="connsiteY781" fmla="*/ 3443268 h 6382977"/>
              <a:gd name="connsiteX782" fmla="*/ 4298836 w 6501199"/>
              <a:gd name="connsiteY782" fmla="*/ 3431748 h 6382977"/>
              <a:gd name="connsiteX783" fmla="*/ 4296675 w 6501199"/>
              <a:gd name="connsiteY783" fmla="*/ 3454429 h 6382977"/>
              <a:gd name="connsiteX784" fmla="*/ 4319358 w 6501199"/>
              <a:gd name="connsiteY784" fmla="*/ 3454429 h 6382977"/>
              <a:gd name="connsiteX785" fmla="*/ 4324573 w 6501199"/>
              <a:gd name="connsiteY785" fmla="*/ 3423091 h 6382977"/>
              <a:gd name="connsiteX786" fmla="*/ 4185064 w 6501199"/>
              <a:gd name="connsiteY786" fmla="*/ 3418067 h 6382977"/>
              <a:gd name="connsiteX787" fmla="*/ 4167062 w 6501199"/>
              <a:gd name="connsiteY787" fmla="*/ 3454429 h 6382977"/>
              <a:gd name="connsiteX788" fmla="*/ 4169222 w 6501199"/>
              <a:gd name="connsiteY788" fmla="*/ 3465950 h 6382977"/>
              <a:gd name="connsiteX789" fmla="*/ 4194425 w 6501199"/>
              <a:gd name="connsiteY789" fmla="*/ 3424908 h 6382977"/>
              <a:gd name="connsiteX790" fmla="*/ 4185064 w 6501199"/>
              <a:gd name="connsiteY790" fmla="*/ 3418067 h 6382977"/>
              <a:gd name="connsiteX791" fmla="*/ 4519539 w 6501199"/>
              <a:gd name="connsiteY791" fmla="*/ 3415907 h 6382977"/>
              <a:gd name="connsiteX792" fmla="*/ 4518731 w 6501199"/>
              <a:gd name="connsiteY792" fmla="*/ 3417383 h 6382977"/>
              <a:gd name="connsiteX793" fmla="*/ 4531243 w 6501199"/>
              <a:gd name="connsiteY793" fmla="*/ 3416426 h 6382977"/>
              <a:gd name="connsiteX794" fmla="*/ 4530973 w 6501199"/>
              <a:gd name="connsiteY794" fmla="*/ 3418406 h 6382977"/>
              <a:gd name="connsiteX795" fmla="*/ 4529869 w 6501199"/>
              <a:gd name="connsiteY795" fmla="*/ 3426499 h 6382977"/>
              <a:gd name="connsiteX796" fmla="*/ 4539071 w 6501199"/>
              <a:gd name="connsiteY796" fmla="*/ 3428373 h 6382977"/>
              <a:gd name="connsiteX797" fmla="*/ 4549062 w 6501199"/>
              <a:gd name="connsiteY797" fmla="*/ 3418067 h 6382977"/>
              <a:gd name="connsiteX798" fmla="*/ 4519539 w 6501199"/>
              <a:gd name="connsiteY798" fmla="*/ 3415907 h 6382977"/>
              <a:gd name="connsiteX799" fmla="*/ 518836 w 6501199"/>
              <a:gd name="connsiteY799" fmla="*/ 3413832 h 6382977"/>
              <a:gd name="connsiteX800" fmla="*/ 493634 w 6501199"/>
              <a:gd name="connsiteY800" fmla="*/ 3420671 h 6382977"/>
              <a:gd name="connsiteX801" fmla="*/ 511996 w 6501199"/>
              <a:gd name="connsiteY801" fmla="*/ 3425351 h 6382977"/>
              <a:gd name="connsiteX802" fmla="*/ 518836 w 6501199"/>
              <a:gd name="connsiteY802" fmla="*/ 3413832 h 6382977"/>
              <a:gd name="connsiteX803" fmla="*/ 5203774 w 6501199"/>
              <a:gd name="connsiteY803" fmla="*/ 3413125 h 6382977"/>
              <a:gd name="connsiteX804" fmla="*/ 5210567 w 6501199"/>
              <a:gd name="connsiteY804" fmla="*/ 3433661 h 6382977"/>
              <a:gd name="connsiteX805" fmla="*/ 5131550 w 6501199"/>
              <a:gd name="connsiteY805" fmla="*/ 3463564 h 6382977"/>
              <a:gd name="connsiteX806" fmla="*/ 5203774 w 6501199"/>
              <a:gd name="connsiteY806" fmla="*/ 3413125 h 6382977"/>
              <a:gd name="connsiteX807" fmla="*/ 5395854 w 6501199"/>
              <a:gd name="connsiteY807" fmla="*/ 3409228 h 6382977"/>
              <a:gd name="connsiteX808" fmla="*/ 5371154 w 6501199"/>
              <a:gd name="connsiteY808" fmla="*/ 3433411 h 6382977"/>
              <a:gd name="connsiteX809" fmla="*/ 5395854 w 6501199"/>
              <a:gd name="connsiteY809" fmla="*/ 3409228 h 6382977"/>
              <a:gd name="connsiteX810" fmla="*/ 5344314 w 6501199"/>
              <a:gd name="connsiteY810" fmla="*/ 3408962 h 6382977"/>
              <a:gd name="connsiteX811" fmla="*/ 5351860 w 6501199"/>
              <a:gd name="connsiteY811" fmla="*/ 3422910 h 6382977"/>
              <a:gd name="connsiteX812" fmla="*/ 5322932 w 6501199"/>
              <a:gd name="connsiteY812" fmla="*/ 3436577 h 6382977"/>
              <a:gd name="connsiteX813" fmla="*/ 5344314 w 6501199"/>
              <a:gd name="connsiteY813" fmla="*/ 3408962 h 6382977"/>
              <a:gd name="connsiteX814" fmla="*/ 4861312 w 6501199"/>
              <a:gd name="connsiteY814" fmla="*/ 3406775 h 6382977"/>
              <a:gd name="connsiteX815" fmla="*/ 4836275 w 6501199"/>
              <a:gd name="connsiteY815" fmla="*/ 3422786 h 6382977"/>
              <a:gd name="connsiteX816" fmla="*/ 4861312 w 6501199"/>
              <a:gd name="connsiteY816" fmla="*/ 3406775 h 6382977"/>
              <a:gd name="connsiteX817" fmla="*/ 4483175 w 6501199"/>
              <a:gd name="connsiteY817" fmla="*/ 3402227 h 6382977"/>
              <a:gd name="connsiteX818" fmla="*/ 4484244 w 6501199"/>
              <a:gd name="connsiteY818" fmla="*/ 3419643 h 6382977"/>
              <a:gd name="connsiteX819" fmla="*/ 4484233 w 6501199"/>
              <a:gd name="connsiteY819" fmla="*/ 3419718 h 6382977"/>
              <a:gd name="connsiteX820" fmla="*/ 4485344 w 6501199"/>
              <a:gd name="connsiteY820" fmla="*/ 3419936 h 6382977"/>
              <a:gd name="connsiteX821" fmla="*/ 4503021 w 6501199"/>
              <a:gd name="connsiteY821" fmla="*/ 3418584 h 6382977"/>
              <a:gd name="connsiteX822" fmla="*/ 4506217 w 6501199"/>
              <a:gd name="connsiteY822" fmla="*/ 3415907 h 6382977"/>
              <a:gd name="connsiteX823" fmla="*/ 4506217 w 6501199"/>
              <a:gd name="connsiteY823" fmla="*/ 3406547 h 6382977"/>
              <a:gd name="connsiteX824" fmla="*/ 4487855 w 6501199"/>
              <a:gd name="connsiteY824" fmla="*/ 3411227 h 6382977"/>
              <a:gd name="connsiteX825" fmla="*/ 4483175 w 6501199"/>
              <a:gd name="connsiteY825" fmla="*/ 3402227 h 6382977"/>
              <a:gd name="connsiteX826" fmla="*/ 5456641 w 6501199"/>
              <a:gd name="connsiteY826" fmla="*/ 3390900 h 6382977"/>
              <a:gd name="connsiteX827" fmla="*/ 5467742 w 6501199"/>
              <a:gd name="connsiteY827" fmla="*/ 3409243 h 6382977"/>
              <a:gd name="connsiteX828" fmla="*/ 5422623 w 6501199"/>
              <a:gd name="connsiteY828" fmla="*/ 3434059 h 6382977"/>
              <a:gd name="connsiteX829" fmla="*/ 5456641 w 6501199"/>
              <a:gd name="connsiteY829" fmla="*/ 3390900 h 6382977"/>
              <a:gd name="connsiteX830" fmla="*/ 5155701 w 6501199"/>
              <a:gd name="connsiteY830" fmla="*/ 3387620 h 6382977"/>
              <a:gd name="connsiteX831" fmla="*/ 5166799 w 6501199"/>
              <a:gd name="connsiteY831" fmla="*/ 3388078 h 6382977"/>
              <a:gd name="connsiteX832" fmla="*/ 5117263 w 6501199"/>
              <a:gd name="connsiteY832" fmla="*/ 3419122 h 6382977"/>
              <a:gd name="connsiteX833" fmla="*/ 5155701 w 6501199"/>
              <a:gd name="connsiteY833" fmla="*/ 3387620 h 6382977"/>
              <a:gd name="connsiteX834" fmla="*/ 4553743 w 6501199"/>
              <a:gd name="connsiteY834" fmla="*/ 3386386 h 6382977"/>
              <a:gd name="connsiteX835" fmla="*/ 4576425 w 6501199"/>
              <a:gd name="connsiteY835" fmla="*/ 3411227 h 6382977"/>
              <a:gd name="connsiteX836" fmla="*/ 4553743 w 6501199"/>
              <a:gd name="connsiteY836" fmla="*/ 3386386 h 6382977"/>
              <a:gd name="connsiteX837" fmla="*/ 4836335 w 6501199"/>
              <a:gd name="connsiteY837" fmla="*/ 3386137 h 6382977"/>
              <a:gd name="connsiteX838" fmla="*/ 4763250 w 6501199"/>
              <a:gd name="connsiteY838" fmla="*/ 3404078 h 6382977"/>
              <a:gd name="connsiteX839" fmla="*/ 4781340 w 6501199"/>
              <a:gd name="connsiteY839" fmla="*/ 3397260 h 6382977"/>
              <a:gd name="connsiteX840" fmla="*/ 4795089 w 6501199"/>
              <a:gd name="connsiteY840" fmla="*/ 3410895 h 6382977"/>
              <a:gd name="connsiteX841" fmla="*/ 4836335 w 6501199"/>
              <a:gd name="connsiteY841" fmla="*/ 3386137 h 6382977"/>
              <a:gd name="connsiteX842" fmla="*/ 5475584 w 6501199"/>
              <a:gd name="connsiteY842" fmla="*/ 3385887 h 6382977"/>
              <a:gd name="connsiteX843" fmla="*/ 5476023 w 6501199"/>
              <a:gd name="connsiteY843" fmla="*/ 3385908 h 6382977"/>
              <a:gd name="connsiteX844" fmla="*/ 5473407 w 6501199"/>
              <a:gd name="connsiteY844" fmla="*/ 3394764 h 6382977"/>
              <a:gd name="connsiteX845" fmla="*/ 5475584 w 6501199"/>
              <a:gd name="connsiteY845" fmla="*/ 3385887 h 6382977"/>
              <a:gd name="connsiteX846" fmla="*/ 5089913 w 6501199"/>
              <a:gd name="connsiteY846" fmla="*/ 3357562 h 6382977"/>
              <a:gd name="connsiteX847" fmla="*/ 5060208 w 6501199"/>
              <a:gd name="connsiteY847" fmla="*/ 3409657 h 6382977"/>
              <a:gd name="connsiteX848" fmla="*/ 4984861 w 6501199"/>
              <a:gd name="connsiteY848" fmla="*/ 3411813 h 6382977"/>
              <a:gd name="connsiteX849" fmla="*/ 4982325 w 6501199"/>
              <a:gd name="connsiteY849" fmla="*/ 3398160 h 6382977"/>
              <a:gd name="connsiteX850" fmla="*/ 5089913 w 6501199"/>
              <a:gd name="connsiteY850" fmla="*/ 3357562 h 6382977"/>
              <a:gd name="connsiteX851" fmla="*/ 5320102 w 6501199"/>
              <a:gd name="connsiteY851" fmla="*/ 3352800 h 6382977"/>
              <a:gd name="connsiteX852" fmla="*/ 5228888 w 6501199"/>
              <a:gd name="connsiteY852" fmla="*/ 3420702 h 6382977"/>
              <a:gd name="connsiteX853" fmla="*/ 5222038 w 6501199"/>
              <a:gd name="connsiteY853" fmla="*/ 3404894 h 6382977"/>
              <a:gd name="connsiteX854" fmla="*/ 5320102 w 6501199"/>
              <a:gd name="connsiteY854" fmla="*/ 3352800 h 6382977"/>
              <a:gd name="connsiteX855" fmla="*/ 4166262 w 6501199"/>
              <a:gd name="connsiteY855" fmla="*/ 3350709 h 6382977"/>
              <a:gd name="connsiteX856" fmla="*/ 4156354 w 6501199"/>
              <a:gd name="connsiteY856" fmla="*/ 3351203 h 6382977"/>
              <a:gd name="connsiteX857" fmla="*/ 4148557 w 6501199"/>
              <a:gd name="connsiteY857" fmla="*/ 3357644 h 6382977"/>
              <a:gd name="connsiteX858" fmla="*/ 4137688 w 6501199"/>
              <a:gd name="connsiteY858" fmla="*/ 3357295 h 6382977"/>
              <a:gd name="connsiteX859" fmla="*/ 4134132 w 6501199"/>
              <a:gd name="connsiteY859" fmla="*/ 3352311 h 6382977"/>
              <a:gd name="connsiteX860" fmla="*/ 4111866 w 6501199"/>
              <a:gd name="connsiteY860" fmla="*/ 3353420 h 6382977"/>
              <a:gd name="connsiteX861" fmla="*/ 4110311 w 6501199"/>
              <a:gd name="connsiteY861" fmla="*/ 3357157 h 6382977"/>
              <a:gd name="connsiteX862" fmla="*/ 4103335 w 6501199"/>
              <a:gd name="connsiteY862" fmla="*/ 3377025 h 6382977"/>
              <a:gd name="connsiteX863" fmla="*/ 4130698 w 6501199"/>
              <a:gd name="connsiteY863" fmla="*/ 3379545 h 6382977"/>
              <a:gd name="connsiteX864" fmla="*/ 4137539 w 6501199"/>
              <a:gd name="connsiteY864" fmla="*/ 3363705 h 6382977"/>
              <a:gd name="connsiteX865" fmla="*/ 4154730 w 6501199"/>
              <a:gd name="connsiteY865" fmla="*/ 3370281 h 6382977"/>
              <a:gd name="connsiteX866" fmla="*/ 4172256 w 6501199"/>
              <a:gd name="connsiteY866" fmla="*/ 3368851 h 6382977"/>
              <a:gd name="connsiteX867" fmla="*/ 4171616 w 6501199"/>
              <a:gd name="connsiteY867" fmla="*/ 3364317 h 6382977"/>
              <a:gd name="connsiteX868" fmla="*/ 4170174 w 6501199"/>
              <a:gd name="connsiteY868" fmla="*/ 3354931 h 6382977"/>
              <a:gd name="connsiteX869" fmla="*/ 4165217 w 6501199"/>
              <a:gd name="connsiteY869" fmla="*/ 3354532 h 6382977"/>
              <a:gd name="connsiteX870" fmla="*/ 5542350 w 6501199"/>
              <a:gd name="connsiteY870" fmla="*/ 3350022 h 6382977"/>
              <a:gd name="connsiteX871" fmla="*/ 5495048 w 6501199"/>
              <a:gd name="connsiteY871" fmla="*/ 3386824 h 6382977"/>
              <a:gd name="connsiteX872" fmla="*/ 5476023 w 6501199"/>
              <a:gd name="connsiteY872" fmla="*/ 3385908 h 6382977"/>
              <a:gd name="connsiteX873" fmla="*/ 5477699 w 6501199"/>
              <a:gd name="connsiteY873" fmla="*/ 3380233 h 6382977"/>
              <a:gd name="connsiteX874" fmla="*/ 5542350 w 6501199"/>
              <a:gd name="connsiteY874" fmla="*/ 3350022 h 6382977"/>
              <a:gd name="connsiteX875" fmla="*/ 5220150 w 6501199"/>
              <a:gd name="connsiteY875" fmla="*/ 3349625 h 6382977"/>
              <a:gd name="connsiteX876" fmla="*/ 5229136 w 6501199"/>
              <a:gd name="connsiteY876" fmla="*/ 3351773 h 6382977"/>
              <a:gd name="connsiteX877" fmla="*/ 5235966 w 6501199"/>
              <a:gd name="connsiteY877" fmla="*/ 3353920 h 6382977"/>
              <a:gd name="connsiteX878" fmla="*/ 5186004 w 6501199"/>
              <a:gd name="connsiteY878" fmla="*/ 3381125 h 6382977"/>
              <a:gd name="connsiteX879" fmla="*/ 5220150 w 6501199"/>
              <a:gd name="connsiteY879" fmla="*/ 3349625 h 6382977"/>
              <a:gd name="connsiteX880" fmla="*/ 486793 w 6501199"/>
              <a:gd name="connsiteY880" fmla="*/ 3347962 h 6382977"/>
              <a:gd name="connsiteX881" fmla="*/ 475632 w 6501199"/>
              <a:gd name="connsiteY881" fmla="*/ 3361640 h 6382977"/>
              <a:gd name="connsiteX882" fmla="*/ 486793 w 6501199"/>
              <a:gd name="connsiteY882" fmla="*/ 3386836 h 6382977"/>
              <a:gd name="connsiteX883" fmla="*/ 546199 w 6501199"/>
              <a:gd name="connsiteY883" fmla="*/ 3402674 h 6382977"/>
              <a:gd name="connsiteX884" fmla="*/ 562041 w 6501199"/>
              <a:gd name="connsiteY884" fmla="*/ 3382157 h 6382977"/>
              <a:gd name="connsiteX885" fmla="*/ 507315 w 6501199"/>
              <a:gd name="connsiteY885" fmla="*/ 3370639 h 6382977"/>
              <a:gd name="connsiteX886" fmla="*/ 486793 w 6501199"/>
              <a:gd name="connsiteY886" fmla="*/ 3347962 h 6382977"/>
              <a:gd name="connsiteX887" fmla="*/ 4034470 w 6501199"/>
              <a:gd name="connsiteY887" fmla="*/ 3347780 h 6382977"/>
              <a:gd name="connsiteX888" fmla="*/ 4034073 w 6501199"/>
              <a:gd name="connsiteY888" fmla="*/ 3349889 h 6382977"/>
              <a:gd name="connsiteX889" fmla="*/ 4028087 w 6501199"/>
              <a:gd name="connsiteY889" fmla="*/ 3381706 h 6382977"/>
              <a:gd name="connsiteX890" fmla="*/ 4055450 w 6501199"/>
              <a:gd name="connsiteY890" fmla="*/ 3383866 h 6382977"/>
              <a:gd name="connsiteX891" fmla="*/ 4069132 w 6501199"/>
              <a:gd name="connsiteY891" fmla="*/ 3356864 h 6382977"/>
              <a:gd name="connsiteX892" fmla="*/ 4069132 w 6501199"/>
              <a:gd name="connsiteY892" fmla="*/ 3379545 h 6382977"/>
              <a:gd name="connsiteX893" fmla="*/ 4103335 w 6501199"/>
              <a:gd name="connsiteY893" fmla="*/ 3361185 h 6382977"/>
              <a:gd name="connsiteX894" fmla="*/ 4096686 w 6501199"/>
              <a:gd name="connsiteY894" fmla="*/ 3356105 h 6382977"/>
              <a:gd name="connsiteX895" fmla="*/ 4095682 w 6501199"/>
              <a:gd name="connsiteY895" fmla="*/ 3354037 h 6382977"/>
              <a:gd name="connsiteX896" fmla="*/ 3947979 w 6501199"/>
              <a:gd name="connsiteY896" fmla="*/ 3339194 h 6382977"/>
              <a:gd name="connsiteX897" fmla="*/ 3953200 w 6501199"/>
              <a:gd name="connsiteY897" fmla="*/ 3370185 h 6382977"/>
              <a:gd name="connsiteX898" fmla="*/ 3971202 w 6501199"/>
              <a:gd name="connsiteY898" fmla="*/ 3365865 h 6382977"/>
              <a:gd name="connsiteX899" fmla="*/ 3962201 w 6501199"/>
              <a:gd name="connsiteY899" fmla="*/ 3386386 h 6382977"/>
              <a:gd name="connsiteX900" fmla="*/ 3994244 w 6501199"/>
              <a:gd name="connsiteY900" fmla="*/ 3361185 h 6382977"/>
              <a:gd name="connsiteX901" fmla="*/ 3978402 w 6501199"/>
              <a:gd name="connsiteY901" fmla="*/ 3393226 h 6382977"/>
              <a:gd name="connsiteX902" fmla="*/ 4020071 w 6501199"/>
              <a:gd name="connsiteY902" fmla="*/ 3355357 h 6382977"/>
              <a:gd name="connsiteX903" fmla="*/ 4031729 w 6501199"/>
              <a:gd name="connsiteY903" fmla="*/ 3347500 h 6382977"/>
              <a:gd name="connsiteX904" fmla="*/ 4030294 w 6501199"/>
              <a:gd name="connsiteY904" fmla="*/ 3347353 h 6382977"/>
              <a:gd name="connsiteX905" fmla="*/ 3998480 w 6501199"/>
              <a:gd name="connsiteY905" fmla="*/ 3343334 h 6382977"/>
              <a:gd name="connsiteX906" fmla="*/ 3997101 w 6501199"/>
              <a:gd name="connsiteY906" fmla="*/ 3344505 h 6382977"/>
              <a:gd name="connsiteX907" fmla="*/ 3996352 w 6501199"/>
              <a:gd name="connsiteY907" fmla="*/ 3343065 h 6382977"/>
              <a:gd name="connsiteX908" fmla="*/ 3966224 w 6501199"/>
              <a:gd name="connsiteY908" fmla="*/ 3339259 h 6382977"/>
              <a:gd name="connsiteX909" fmla="*/ 3926085 w 6501199"/>
              <a:gd name="connsiteY909" fmla="*/ 3339117 h 6382977"/>
              <a:gd name="connsiteX910" fmla="*/ 3927277 w 6501199"/>
              <a:gd name="connsiteY910" fmla="*/ 3352454 h 6382977"/>
              <a:gd name="connsiteX911" fmla="*/ 3937358 w 6501199"/>
              <a:gd name="connsiteY911" fmla="*/ 3363705 h 6382977"/>
              <a:gd name="connsiteX912" fmla="*/ 3941678 w 6501199"/>
              <a:gd name="connsiteY912" fmla="*/ 3340664 h 6382977"/>
              <a:gd name="connsiteX913" fmla="*/ 3936137 w 6501199"/>
              <a:gd name="connsiteY913" fmla="*/ 3339152 h 6382977"/>
              <a:gd name="connsiteX914" fmla="*/ 3916700 w 6501199"/>
              <a:gd name="connsiteY914" fmla="*/ 3339083 h 6382977"/>
              <a:gd name="connsiteX915" fmla="*/ 3913776 w 6501199"/>
              <a:gd name="connsiteY915" fmla="*/ 3351554 h 6382977"/>
              <a:gd name="connsiteX916" fmla="*/ 3905315 w 6501199"/>
              <a:gd name="connsiteY916" fmla="*/ 3354344 h 6382977"/>
              <a:gd name="connsiteX917" fmla="*/ 3909995 w 6501199"/>
              <a:gd name="connsiteY917" fmla="*/ 3345344 h 6382977"/>
              <a:gd name="connsiteX918" fmla="*/ 3900243 w 6501199"/>
              <a:gd name="connsiteY918" fmla="*/ 3342445 h 6382977"/>
              <a:gd name="connsiteX919" fmla="*/ 3896854 w 6501199"/>
              <a:gd name="connsiteY919" fmla="*/ 3339701 h 6382977"/>
              <a:gd name="connsiteX920" fmla="*/ 3891531 w 6501199"/>
              <a:gd name="connsiteY920" fmla="*/ 3340497 h 6382977"/>
              <a:gd name="connsiteX921" fmla="*/ 3889473 w 6501199"/>
              <a:gd name="connsiteY921" fmla="*/ 3343184 h 6382977"/>
              <a:gd name="connsiteX922" fmla="*/ 3891633 w 6501199"/>
              <a:gd name="connsiteY922" fmla="*/ 3359024 h 6382977"/>
              <a:gd name="connsiteX923" fmla="*/ 3918996 w 6501199"/>
              <a:gd name="connsiteY923" fmla="*/ 3365865 h 6382977"/>
              <a:gd name="connsiteX924" fmla="*/ 3923047 w 6501199"/>
              <a:gd name="connsiteY924" fmla="*/ 3352184 h 6382977"/>
              <a:gd name="connsiteX925" fmla="*/ 3917100 w 6501199"/>
              <a:gd name="connsiteY925" fmla="*/ 3339085 h 6382977"/>
              <a:gd name="connsiteX926" fmla="*/ 5460913 w 6501199"/>
              <a:gd name="connsiteY926" fmla="*/ 3328987 h 6382977"/>
              <a:gd name="connsiteX927" fmla="*/ 5478854 w 6501199"/>
              <a:gd name="connsiteY927" fmla="*/ 3360898 h 6382977"/>
              <a:gd name="connsiteX928" fmla="*/ 5460913 w 6501199"/>
              <a:gd name="connsiteY928" fmla="*/ 3383744 h 6382977"/>
              <a:gd name="connsiteX929" fmla="*/ 5435796 w 6501199"/>
              <a:gd name="connsiteY929" fmla="*/ 3363437 h 6382977"/>
              <a:gd name="connsiteX930" fmla="*/ 5374438 w 6501199"/>
              <a:gd name="connsiteY930" fmla="*/ 3390634 h 6382977"/>
              <a:gd name="connsiteX931" fmla="*/ 5460913 w 6501199"/>
              <a:gd name="connsiteY931" fmla="*/ 3328987 h 6382977"/>
              <a:gd name="connsiteX932" fmla="*/ 4539656 w 6501199"/>
              <a:gd name="connsiteY932" fmla="*/ 3328918 h 6382977"/>
              <a:gd name="connsiteX933" fmla="*/ 4533221 w 6501199"/>
              <a:gd name="connsiteY933" fmla="*/ 3345344 h 6382977"/>
              <a:gd name="connsiteX934" fmla="*/ 4558423 w 6501199"/>
              <a:gd name="connsiteY934" fmla="*/ 3354344 h 6382977"/>
              <a:gd name="connsiteX935" fmla="*/ 4563103 w 6501199"/>
              <a:gd name="connsiteY935" fmla="*/ 3329503 h 6382977"/>
              <a:gd name="connsiteX936" fmla="*/ 4539656 w 6501199"/>
              <a:gd name="connsiteY936" fmla="*/ 3328918 h 6382977"/>
              <a:gd name="connsiteX937" fmla="*/ 4766807 w 6501199"/>
              <a:gd name="connsiteY937" fmla="*/ 3327850 h 6382977"/>
              <a:gd name="connsiteX938" fmla="*/ 4778759 w 6501199"/>
              <a:gd name="connsiteY938" fmla="*/ 3329296 h 6382977"/>
              <a:gd name="connsiteX939" fmla="*/ 4778759 w 6501199"/>
              <a:gd name="connsiteY939" fmla="*/ 3338058 h 6382977"/>
              <a:gd name="connsiteX940" fmla="*/ 4760075 w 6501199"/>
              <a:gd name="connsiteY940" fmla="*/ 3342615 h 6382977"/>
              <a:gd name="connsiteX941" fmla="*/ 4760075 w 6501199"/>
              <a:gd name="connsiteY941" fmla="*/ 3331399 h 6382977"/>
              <a:gd name="connsiteX942" fmla="*/ 4766807 w 6501199"/>
              <a:gd name="connsiteY942" fmla="*/ 3327850 h 6382977"/>
              <a:gd name="connsiteX943" fmla="*/ 4637991 w 6501199"/>
              <a:gd name="connsiteY943" fmla="*/ 3324823 h 6382977"/>
              <a:gd name="connsiteX944" fmla="*/ 4642672 w 6501199"/>
              <a:gd name="connsiteY944" fmla="*/ 3345344 h 6382977"/>
              <a:gd name="connsiteX945" fmla="*/ 4663194 w 6501199"/>
              <a:gd name="connsiteY945" fmla="*/ 3331663 h 6382977"/>
              <a:gd name="connsiteX946" fmla="*/ 4642672 w 6501199"/>
              <a:gd name="connsiteY946" fmla="*/ 3329503 h 6382977"/>
              <a:gd name="connsiteX947" fmla="*/ 4637991 w 6501199"/>
              <a:gd name="connsiteY947" fmla="*/ 3324823 h 6382977"/>
              <a:gd name="connsiteX948" fmla="*/ 5524897 w 6501199"/>
              <a:gd name="connsiteY948" fmla="*/ 3324817 h 6382977"/>
              <a:gd name="connsiteX949" fmla="*/ 5493500 w 6501199"/>
              <a:gd name="connsiteY949" fmla="*/ 3350256 h 6382977"/>
              <a:gd name="connsiteX950" fmla="*/ 5524897 w 6501199"/>
              <a:gd name="connsiteY950" fmla="*/ 3324817 h 6382977"/>
              <a:gd name="connsiteX951" fmla="*/ 4484076 w 6501199"/>
              <a:gd name="connsiteY951" fmla="*/ 3316633 h 6382977"/>
              <a:gd name="connsiteX952" fmla="*/ 4474174 w 6501199"/>
              <a:gd name="connsiteY952" fmla="*/ 3329503 h 6382977"/>
              <a:gd name="connsiteX953" fmla="*/ 4494696 w 6501199"/>
              <a:gd name="connsiteY953" fmla="*/ 3333823 h 6382977"/>
              <a:gd name="connsiteX954" fmla="*/ 4476335 w 6501199"/>
              <a:gd name="connsiteY954" fmla="*/ 3345344 h 6382977"/>
              <a:gd name="connsiteX955" fmla="*/ 4446811 w 6501199"/>
              <a:gd name="connsiteY955" fmla="*/ 3340664 h 6382977"/>
              <a:gd name="connsiteX956" fmla="*/ 4433130 w 6501199"/>
              <a:gd name="connsiteY956" fmla="*/ 3352184 h 6382977"/>
              <a:gd name="connsiteX957" fmla="*/ 4444651 w 6501199"/>
              <a:gd name="connsiteY957" fmla="*/ 3377025 h 6382977"/>
              <a:gd name="connsiteX958" fmla="*/ 4453652 w 6501199"/>
              <a:gd name="connsiteY958" fmla="*/ 3361185 h 6382977"/>
              <a:gd name="connsiteX959" fmla="*/ 4481015 w 6501199"/>
              <a:gd name="connsiteY959" fmla="*/ 3374865 h 6382977"/>
              <a:gd name="connsiteX960" fmla="*/ 4506217 w 6501199"/>
              <a:gd name="connsiteY960" fmla="*/ 3374865 h 6382977"/>
              <a:gd name="connsiteX961" fmla="*/ 4515219 w 6501199"/>
              <a:gd name="connsiteY961" fmla="*/ 3336343 h 6382977"/>
              <a:gd name="connsiteX962" fmla="*/ 4499377 w 6501199"/>
              <a:gd name="connsiteY962" fmla="*/ 3322663 h 6382977"/>
              <a:gd name="connsiteX963" fmla="*/ 4484076 w 6501199"/>
              <a:gd name="connsiteY963" fmla="*/ 3316633 h 6382977"/>
              <a:gd name="connsiteX964" fmla="*/ 5384073 w 6501199"/>
              <a:gd name="connsiteY964" fmla="*/ 3312512 h 6382977"/>
              <a:gd name="connsiteX965" fmla="*/ 5399479 w 6501199"/>
              <a:gd name="connsiteY965" fmla="*/ 3319639 h 6382977"/>
              <a:gd name="connsiteX966" fmla="*/ 5351674 w 6501199"/>
              <a:gd name="connsiteY966" fmla="*/ 3339747 h 6382977"/>
              <a:gd name="connsiteX967" fmla="*/ 5384073 w 6501199"/>
              <a:gd name="connsiteY967" fmla="*/ 3312512 h 6382977"/>
              <a:gd name="connsiteX968" fmla="*/ 4774918 w 6501199"/>
              <a:gd name="connsiteY968" fmla="*/ 3307453 h 6382977"/>
              <a:gd name="connsiteX969" fmla="*/ 4785116 w 6501199"/>
              <a:gd name="connsiteY969" fmla="*/ 3318164 h 6382977"/>
              <a:gd name="connsiteX970" fmla="*/ 4733088 w 6501199"/>
              <a:gd name="connsiteY970" fmla="*/ 3327137 h 6382977"/>
              <a:gd name="connsiteX971" fmla="*/ 4774918 w 6501199"/>
              <a:gd name="connsiteY971" fmla="*/ 3307453 h 6382977"/>
              <a:gd name="connsiteX972" fmla="*/ 4264743 w 6501199"/>
              <a:gd name="connsiteY972" fmla="*/ 3304985 h 6382977"/>
              <a:gd name="connsiteX973" fmla="*/ 4259667 w 6501199"/>
              <a:gd name="connsiteY973" fmla="*/ 3309839 h 6382977"/>
              <a:gd name="connsiteX974" fmla="*/ 4269313 w 6501199"/>
              <a:gd name="connsiteY974" fmla="*/ 3311142 h 6382977"/>
              <a:gd name="connsiteX975" fmla="*/ 4263919 w 6501199"/>
              <a:gd name="connsiteY975" fmla="*/ 3322722 h 6382977"/>
              <a:gd name="connsiteX976" fmla="*/ 4272298 w 6501199"/>
              <a:gd name="connsiteY976" fmla="*/ 3323245 h 6382977"/>
              <a:gd name="connsiteX977" fmla="*/ 4272690 w 6501199"/>
              <a:gd name="connsiteY977" fmla="*/ 3323375 h 6382977"/>
              <a:gd name="connsiteX978" fmla="*/ 4273099 w 6501199"/>
              <a:gd name="connsiteY978" fmla="*/ 3321279 h 6382977"/>
              <a:gd name="connsiteX979" fmla="*/ 4278674 w 6501199"/>
              <a:gd name="connsiteY979" fmla="*/ 3311142 h 6382977"/>
              <a:gd name="connsiteX980" fmla="*/ 4271113 w 6501199"/>
              <a:gd name="connsiteY980" fmla="*/ 3305967 h 6382977"/>
              <a:gd name="connsiteX981" fmla="*/ 5497747 w 6501199"/>
              <a:gd name="connsiteY981" fmla="*/ 3302625 h 6382977"/>
              <a:gd name="connsiteX982" fmla="*/ 5509231 w 6501199"/>
              <a:gd name="connsiteY982" fmla="*/ 3323415 h 6382977"/>
              <a:gd name="connsiteX983" fmla="*/ 5487150 w 6501199"/>
              <a:gd name="connsiteY983" fmla="*/ 3307307 h 6382977"/>
              <a:gd name="connsiteX984" fmla="*/ 5497747 w 6501199"/>
              <a:gd name="connsiteY984" fmla="*/ 3302625 h 6382977"/>
              <a:gd name="connsiteX985" fmla="*/ 4239375 w 6501199"/>
              <a:gd name="connsiteY985" fmla="*/ 3300412 h 6382977"/>
              <a:gd name="connsiteX986" fmla="*/ 4244905 w 6501199"/>
              <a:gd name="connsiteY986" fmla="*/ 3301926 h 6382977"/>
              <a:gd name="connsiteX987" fmla="*/ 4246873 w 6501199"/>
              <a:gd name="connsiteY987" fmla="*/ 3302465 h 6382977"/>
              <a:gd name="connsiteX988" fmla="*/ 4635831 w 6501199"/>
              <a:gd name="connsiteY988" fmla="*/ 3288461 h 6382977"/>
              <a:gd name="connsiteX989" fmla="*/ 4596947 w 6501199"/>
              <a:gd name="connsiteY989" fmla="*/ 3324823 h 6382977"/>
              <a:gd name="connsiteX990" fmla="*/ 4610629 w 6501199"/>
              <a:gd name="connsiteY990" fmla="*/ 3338504 h 6382977"/>
              <a:gd name="connsiteX991" fmla="*/ 4635831 w 6501199"/>
              <a:gd name="connsiteY991" fmla="*/ 3288461 h 6382977"/>
              <a:gd name="connsiteX992" fmla="*/ 4459654 w 6501199"/>
              <a:gd name="connsiteY992" fmla="*/ 3286717 h 6382977"/>
              <a:gd name="connsiteX993" fmla="*/ 4448971 w 6501199"/>
              <a:gd name="connsiteY993" fmla="*/ 3299982 h 6382977"/>
              <a:gd name="connsiteX994" fmla="*/ 4439971 w 6501199"/>
              <a:gd name="connsiteY994" fmla="*/ 3295301 h 6382977"/>
              <a:gd name="connsiteX995" fmla="*/ 4448971 w 6501199"/>
              <a:gd name="connsiteY995" fmla="*/ 3315822 h 6382977"/>
              <a:gd name="connsiteX996" fmla="*/ 4460493 w 6501199"/>
              <a:gd name="connsiteY996" fmla="*/ 3313302 h 6382977"/>
              <a:gd name="connsiteX997" fmla="*/ 4467333 w 6501199"/>
              <a:gd name="connsiteY997" fmla="*/ 3288461 h 6382977"/>
              <a:gd name="connsiteX998" fmla="*/ 4459654 w 6501199"/>
              <a:gd name="connsiteY998" fmla="*/ 3286717 h 6382977"/>
              <a:gd name="connsiteX999" fmla="*/ 4474174 w 6501199"/>
              <a:gd name="connsiteY999" fmla="*/ 3286301 h 6382977"/>
              <a:gd name="connsiteX1000" fmla="*/ 4478855 w 6501199"/>
              <a:gd name="connsiteY1000" fmla="*/ 3313302 h 6382977"/>
              <a:gd name="connsiteX1001" fmla="*/ 4485020 w 6501199"/>
              <a:gd name="connsiteY1001" fmla="*/ 3298181 h 6382977"/>
              <a:gd name="connsiteX1002" fmla="*/ 4477860 w 6501199"/>
              <a:gd name="connsiteY1002" fmla="*/ 3290339 h 6382977"/>
              <a:gd name="connsiteX1003" fmla="*/ 4474325 w 6501199"/>
              <a:gd name="connsiteY1003" fmla="*/ 3290660 h 6382977"/>
              <a:gd name="connsiteX1004" fmla="*/ 4476610 w 6501199"/>
              <a:gd name="connsiteY1004" fmla="*/ 3288969 h 6382977"/>
              <a:gd name="connsiteX1005" fmla="*/ 4963307 w 6501199"/>
              <a:gd name="connsiteY1005" fmla="*/ 3284590 h 6382977"/>
              <a:gd name="connsiteX1006" fmla="*/ 4970253 w 6501199"/>
              <a:gd name="connsiteY1006" fmla="*/ 3286124 h 6382977"/>
              <a:gd name="connsiteX1007" fmla="*/ 4944787 w 6501199"/>
              <a:gd name="connsiteY1007" fmla="*/ 3300045 h 6382977"/>
              <a:gd name="connsiteX1008" fmla="*/ 4963307 w 6501199"/>
              <a:gd name="connsiteY1008" fmla="*/ 3284590 h 6382977"/>
              <a:gd name="connsiteX1009" fmla="*/ 4523497 w 6501199"/>
              <a:gd name="connsiteY1009" fmla="*/ 3281828 h 6382977"/>
              <a:gd name="connsiteX1010" fmla="*/ 4508378 w 6501199"/>
              <a:gd name="connsiteY1010" fmla="*/ 3295301 h 6382977"/>
              <a:gd name="connsiteX1011" fmla="*/ 4529665 w 6501199"/>
              <a:gd name="connsiteY1011" fmla="*/ 3291251 h 6382977"/>
              <a:gd name="connsiteX1012" fmla="*/ 4535529 w 6501199"/>
              <a:gd name="connsiteY1012" fmla="*/ 3284754 h 6382977"/>
              <a:gd name="connsiteX1013" fmla="*/ 4542581 w 6501199"/>
              <a:gd name="connsiteY1013" fmla="*/ 3276941 h 6382977"/>
              <a:gd name="connsiteX1014" fmla="*/ 4538738 w 6501199"/>
              <a:gd name="connsiteY1014" fmla="*/ 3277663 h 6382977"/>
              <a:gd name="connsiteX1015" fmla="*/ 4539719 w 6501199"/>
              <a:gd name="connsiteY1015" fmla="*/ 3280112 h 6382977"/>
              <a:gd name="connsiteX1016" fmla="*/ 4506768 w 6501199"/>
              <a:gd name="connsiteY1016" fmla="*/ 3267169 h 6382977"/>
              <a:gd name="connsiteX1017" fmla="*/ 4506217 w 6501199"/>
              <a:gd name="connsiteY1017" fmla="*/ 3270100 h 6382977"/>
              <a:gd name="connsiteX1018" fmla="*/ 4510990 w 6501199"/>
              <a:gd name="connsiteY1018" fmla="*/ 3268465 h 6382977"/>
              <a:gd name="connsiteX1019" fmla="*/ 4510690 w 6501199"/>
              <a:gd name="connsiteY1019" fmla="*/ 3267986 h 6382977"/>
              <a:gd name="connsiteX1020" fmla="*/ 4598938 w 6501199"/>
              <a:gd name="connsiteY1020" fmla="*/ 3265718 h 6382977"/>
              <a:gd name="connsiteX1021" fmla="*/ 4572105 w 6501199"/>
              <a:gd name="connsiteY1021" fmla="*/ 3274780 h 6382977"/>
              <a:gd name="connsiteX1022" fmla="*/ 4572105 w 6501199"/>
              <a:gd name="connsiteY1022" fmla="*/ 3290621 h 6382977"/>
              <a:gd name="connsiteX1023" fmla="*/ 4606308 w 6501199"/>
              <a:gd name="connsiteY1023" fmla="*/ 3270100 h 6382977"/>
              <a:gd name="connsiteX1024" fmla="*/ 4598938 w 6501199"/>
              <a:gd name="connsiteY1024" fmla="*/ 3265718 h 6382977"/>
              <a:gd name="connsiteX1025" fmla="*/ 4572105 w 6501199"/>
              <a:gd name="connsiteY1025" fmla="*/ 3258940 h 6382977"/>
              <a:gd name="connsiteX1026" fmla="*/ 4571947 w 6501199"/>
              <a:gd name="connsiteY1026" fmla="*/ 3259446 h 6382977"/>
              <a:gd name="connsiteX1027" fmla="*/ 4563103 w 6501199"/>
              <a:gd name="connsiteY1027" fmla="*/ 3261100 h 6382977"/>
              <a:gd name="connsiteX1028" fmla="*/ 4572105 w 6501199"/>
              <a:gd name="connsiteY1028" fmla="*/ 3258940 h 6382977"/>
              <a:gd name="connsiteX1029" fmla="*/ 4388005 w 6501199"/>
              <a:gd name="connsiteY1029" fmla="*/ 3252562 h 6382977"/>
              <a:gd name="connsiteX1030" fmla="*/ 4319604 w 6501199"/>
              <a:gd name="connsiteY1030" fmla="*/ 3270563 h 6382977"/>
              <a:gd name="connsiteX1031" fmla="*/ 4290084 w 6501199"/>
              <a:gd name="connsiteY1031" fmla="*/ 3273083 h 6382977"/>
              <a:gd name="connsiteX1032" fmla="*/ 4269563 w 6501199"/>
              <a:gd name="connsiteY1032" fmla="*/ 3254722 h 6382977"/>
              <a:gd name="connsiteX1033" fmla="*/ 4240043 w 6501199"/>
              <a:gd name="connsiteY1033" fmla="*/ 3293605 h 6382977"/>
              <a:gd name="connsiteX1034" fmla="*/ 4222043 w 6501199"/>
              <a:gd name="connsiteY1034" fmla="*/ 3277404 h 6382977"/>
              <a:gd name="connsiteX1035" fmla="*/ 4235723 w 6501199"/>
              <a:gd name="connsiteY1035" fmla="*/ 3261563 h 6382977"/>
              <a:gd name="connsiteX1036" fmla="*/ 4195223 w 6501199"/>
              <a:gd name="connsiteY1036" fmla="*/ 3268549 h 6382977"/>
              <a:gd name="connsiteX1037" fmla="*/ 4189006 w 6501199"/>
              <a:gd name="connsiteY1037" fmla="*/ 3276008 h 6382977"/>
              <a:gd name="connsiteX1038" fmla="*/ 4189964 w 6501199"/>
              <a:gd name="connsiteY1038" fmla="*/ 3277410 h 6382977"/>
              <a:gd name="connsiteX1039" fmla="*/ 4202558 w 6501199"/>
              <a:gd name="connsiteY1039" fmla="*/ 3277449 h 6382977"/>
              <a:gd name="connsiteX1040" fmla="*/ 4210523 w 6501199"/>
              <a:gd name="connsiteY1040" fmla="*/ 3284244 h 6382977"/>
              <a:gd name="connsiteX1041" fmla="*/ 4198426 w 6501199"/>
              <a:gd name="connsiteY1041" fmla="*/ 3287166 h 6382977"/>
              <a:gd name="connsiteX1042" fmla="*/ 4213088 w 6501199"/>
              <a:gd name="connsiteY1042" fmla="*/ 3302223 h 6382977"/>
              <a:gd name="connsiteX1043" fmla="*/ 4214947 w 6501199"/>
              <a:gd name="connsiteY1043" fmla="*/ 3297462 h 6382977"/>
              <a:gd name="connsiteX1044" fmla="*/ 4235351 w 6501199"/>
              <a:gd name="connsiteY1044" fmla="*/ 3308346 h 6382977"/>
              <a:gd name="connsiteX1045" fmla="*/ 4236772 w 6501199"/>
              <a:gd name="connsiteY1045" fmla="*/ 3315704 h 6382977"/>
              <a:gd name="connsiteX1046" fmla="*/ 4237523 w 6501199"/>
              <a:gd name="connsiteY1046" fmla="*/ 3315840 h 6382977"/>
              <a:gd name="connsiteX1047" fmla="*/ 4240761 w 6501199"/>
              <a:gd name="connsiteY1047" fmla="*/ 3317798 h 6382977"/>
              <a:gd name="connsiteX1048" fmla="*/ 4252661 w 6501199"/>
              <a:gd name="connsiteY1048" fmla="*/ 3308892 h 6382977"/>
              <a:gd name="connsiteX1049" fmla="*/ 4255483 w 6501199"/>
              <a:gd name="connsiteY1049" fmla="*/ 3309273 h 6382977"/>
              <a:gd name="connsiteX1050" fmla="*/ 4249952 w 6501199"/>
              <a:gd name="connsiteY1050" fmla="*/ 3305520 h 6382977"/>
              <a:gd name="connsiteX1051" fmla="*/ 4249356 w 6501199"/>
              <a:gd name="connsiteY1051" fmla="*/ 3303144 h 6382977"/>
              <a:gd name="connsiteX1052" fmla="*/ 4248603 w 6501199"/>
              <a:gd name="connsiteY1052" fmla="*/ 3300138 h 6382977"/>
              <a:gd name="connsiteX1053" fmla="*/ 4258276 w 6501199"/>
              <a:gd name="connsiteY1053" fmla="*/ 3290887 h 6382977"/>
              <a:gd name="connsiteX1054" fmla="*/ 4262927 w 6501199"/>
              <a:gd name="connsiteY1054" fmla="*/ 3295779 h 6382977"/>
              <a:gd name="connsiteX1055" fmla="*/ 4265712 w 6501199"/>
              <a:gd name="connsiteY1055" fmla="*/ 3299667 h 6382977"/>
              <a:gd name="connsiteX1056" fmla="*/ 4276829 w 6501199"/>
              <a:gd name="connsiteY1056" fmla="*/ 3290126 h 6382977"/>
              <a:gd name="connsiteX1057" fmla="*/ 4269313 w 6501199"/>
              <a:gd name="connsiteY1057" fmla="*/ 3279461 h 6382977"/>
              <a:gd name="connsiteX1058" fmla="*/ 4295505 w 6501199"/>
              <a:gd name="connsiteY1058" fmla="*/ 3281666 h 6382977"/>
              <a:gd name="connsiteX1059" fmla="*/ 4300366 w 6501199"/>
              <a:gd name="connsiteY1059" fmla="*/ 3287858 h 6382977"/>
              <a:gd name="connsiteX1060" fmla="*/ 4309800 w 6501199"/>
              <a:gd name="connsiteY1060" fmla="*/ 3282973 h 6382977"/>
              <a:gd name="connsiteX1061" fmla="*/ 4324663 w 6501199"/>
              <a:gd name="connsiteY1061" fmla="*/ 3275012 h 6382977"/>
              <a:gd name="connsiteX1062" fmla="*/ 4336263 w 6501199"/>
              <a:gd name="connsiteY1062" fmla="*/ 3293159 h 6382977"/>
              <a:gd name="connsiteX1063" fmla="*/ 4305269 w 6501199"/>
              <a:gd name="connsiteY1063" fmla="*/ 3291107 h 6382977"/>
              <a:gd name="connsiteX1064" fmla="*/ 4302836 w 6501199"/>
              <a:gd name="connsiteY1064" fmla="*/ 3291004 h 6382977"/>
              <a:gd name="connsiteX1065" fmla="*/ 4305260 w 6501199"/>
              <a:gd name="connsiteY1065" fmla="*/ 3294092 h 6382977"/>
              <a:gd name="connsiteX1066" fmla="*/ 4308197 w 6501199"/>
              <a:gd name="connsiteY1066" fmla="*/ 3311142 h 6382977"/>
              <a:gd name="connsiteX1067" fmla="*/ 4290735 w 6501199"/>
              <a:gd name="connsiteY1067" fmla="*/ 3323968 h 6382977"/>
              <a:gd name="connsiteX1068" fmla="*/ 4288527 w 6501199"/>
              <a:gd name="connsiteY1068" fmla="*/ 3328609 h 6382977"/>
              <a:gd name="connsiteX1069" fmla="*/ 4308889 w 6501199"/>
              <a:gd name="connsiteY1069" fmla="*/ 3335339 h 6382977"/>
              <a:gd name="connsiteX1070" fmla="*/ 4342944 w 6501199"/>
              <a:gd name="connsiteY1070" fmla="*/ 3355520 h 6382977"/>
              <a:gd name="connsiteX1071" fmla="*/ 4351401 w 6501199"/>
              <a:gd name="connsiteY1071" fmla="*/ 3354344 h 6382977"/>
              <a:gd name="connsiteX1072" fmla="*/ 4352890 w 6501199"/>
              <a:gd name="connsiteY1072" fmla="*/ 3361414 h 6382977"/>
              <a:gd name="connsiteX1073" fmla="*/ 4365069 w 6501199"/>
              <a:gd name="connsiteY1073" fmla="*/ 3368632 h 6382977"/>
              <a:gd name="connsiteX1074" fmla="*/ 4367243 w 6501199"/>
              <a:gd name="connsiteY1074" fmla="*/ 3368025 h 6382977"/>
              <a:gd name="connsiteX1075" fmla="*/ 4369403 w 6501199"/>
              <a:gd name="connsiteY1075" fmla="*/ 3338504 h 6382977"/>
              <a:gd name="connsiteX1076" fmla="*/ 4385605 w 6501199"/>
              <a:gd name="connsiteY1076" fmla="*/ 3352184 h 6382977"/>
              <a:gd name="connsiteX1077" fmla="*/ 4376244 w 6501199"/>
              <a:gd name="connsiteY1077" fmla="*/ 3363705 h 6382977"/>
              <a:gd name="connsiteX1078" fmla="*/ 4383085 w 6501199"/>
              <a:gd name="connsiteY1078" fmla="*/ 3374865 h 6382977"/>
              <a:gd name="connsiteX1079" fmla="*/ 4394606 w 6501199"/>
              <a:gd name="connsiteY1079" fmla="*/ 3352184 h 6382977"/>
              <a:gd name="connsiteX1080" fmla="*/ 4394606 w 6501199"/>
              <a:gd name="connsiteY1080" fmla="*/ 3331663 h 6382977"/>
              <a:gd name="connsiteX1081" fmla="*/ 4374084 w 6501199"/>
              <a:gd name="connsiteY1081" fmla="*/ 3331663 h 6382977"/>
              <a:gd name="connsiteX1082" fmla="*/ 4370933 w 6501199"/>
              <a:gd name="connsiteY1082" fmla="*/ 3309387 h 6382977"/>
              <a:gd name="connsiteX1083" fmla="*/ 4370918 w 6501199"/>
              <a:gd name="connsiteY1083" fmla="*/ 3309200 h 6382977"/>
              <a:gd name="connsiteX1084" fmla="*/ 4367200 w 6501199"/>
              <a:gd name="connsiteY1084" fmla="*/ 3311168 h 6382977"/>
              <a:gd name="connsiteX1085" fmla="*/ 4358438 w 6501199"/>
              <a:gd name="connsiteY1085" fmla="*/ 3304390 h 6382977"/>
              <a:gd name="connsiteX1086" fmla="*/ 4369434 w 6501199"/>
              <a:gd name="connsiteY1086" fmla="*/ 3291280 h 6382977"/>
              <a:gd name="connsiteX1087" fmla="*/ 4369453 w 6501199"/>
              <a:gd name="connsiteY1087" fmla="*/ 3291231 h 6382977"/>
              <a:gd name="connsiteX1088" fmla="*/ 4369403 w 6501199"/>
              <a:gd name="connsiteY1088" fmla="*/ 3290621 h 6382977"/>
              <a:gd name="connsiteX1089" fmla="*/ 4369654 w 6501199"/>
              <a:gd name="connsiteY1089" fmla="*/ 3290707 h 6382977"/>
              <a:gd name="connsiteX1090" fmla="*/ 4373859 w 6501199"/>
              <a:gd name="connsiteY1090" fmla="*/ 3279775 h 6382977"/>
              <a:gd name="connsiteX1091" fmla="*/ 4385075 w 6501199"/>
              <a:gd name="connsiteY1091" fmla="*/ 3290834 h 6382977"/>
              <a:gd name="connsiteX1092" fmla="*/ 4377488 w 6501199"/>
              <a:gd name="connsiteY1092" fmla="*/ 3296537 h 6382977"/>
              <a:gd name="connsiteX1093" fmla="*/ 4378809 w 6501199"/>
              <a:gd name="connsiteY1093" fmla="*/ 3300657 h 6382977"/>
              <a:gd name="connsiteX1094" fmla="*/ 4383085 w 6501199"/>
              <a:gd name="connsiteY1094" fmla="*/ 3315822 h 6382977"/>
              <a:gd name="connsiteX1095" fmla="*/ 4415128 w 6501199"/>
              <a:gd name="connsiteY1095" fmla="*/ 3299982 h 6382977"/>
              <a:gd name="connsiteX1096" fmla="*/ 4387765 w 6501199"/>
              <a:gd name="connsiteY1096" fmla="*/ 3279461 h 6382977"/>
              <a:gd name="connsiteX1097" fmla="*/ 4399151 w 6501199"/>
              <a:gd name="connsiteY1097" fmla="*/ 3276895 h 6382977"/>
              <a:gd name="connsiteX1098" fmla="*/ 4398840 w 6501199"/>
              <a:gd name="connsiteY1098" fmla="*/ 3270712 h 6382977"/>
              <a:gd name="connsiteX1099" fmla="*/ 4392685 w 6501199"/>
              <a:gd name="connsiteY1099" fmla="*/ 3277404 h 6382977"/>
              <a:gd name="connsiteX1100" fmla="*/ 4388410 w 6501199"/>
              <a:gd name="connsiteY1100" fmla="*/ 3271598 h 6382977"/>
              <a:gd name="connsiteX1101" fmla="*/ 4390153 w 6501199"/>
              <a:gd name="connsiteY1101" fmla="*/ 3267397 h 6382977"/>
              <a:gd name="connsiteX1102" fmla="*/ 4384911 w 6501199"/>
              <a:gd name="connsiteY1102" fmla="*/ 3275228 h 6382977"/>
              <a:gd name="connsiteX1103" fmla="*/ 4370109 w 6501199"/>
              <a:gd name="connsiteY1103" fmla="*/ 3278908 h 6382977"/>
              <a:gd name="connsiteX1104" fmla="*/ 4371211 w 6501199"/>
              <a:gd name="connsiteY1104" fmla="*/ 3271124 h 6382977"/>
              <a:gd name="connsiteX1105" fmla="*/ 4368384 w 6501199"/>
              <a:gd name="connsiteY1105" fmla="*/ 3273667 h 6382977"/>
              <a:gd name="connsiteX1106" fmla="*/ 4348483 w 6501199"/>
              <a:gd name="connsiteY1106" fmla="*/ 3284184 h 6382977"/>
              <a:gd name="connsiteX1107" fmla="*/ 4339388 w 6501199"/>
              <a:gd name="connsiteY1107" fmla="*/ 3277481 h 6382977"/>
              <a:gd name="connsiteX1108" fmla="*/ 4359261 w 6501199"/>
              <a:gd name="connsiteY1108" fmla="*/ 3271484 h 6382977"/>
              <a:gd name="connsiteX1109" fmla="*/ 4371493 w 6501199"/>
              <a:gd name="connsiteY1109" fmla="*/ 3269134 h 6382977"/>
              <a:gd name="connsiteX1110" fmla="*/ 4371825 w 6501199"/>
              <a:gd name="connsiteY1110" fmla="*/ 3266784 h 6382977"/>
              <a:gd name="connsiteX1111" fmla="*/ 4378203 w 6501199"/>
              <a:gd name="connsiteY1111" fmla="*/ 3260245 h 6382977"/>
              <a:gd name="connsiteX1112" fmla="*/ 4391885 w 6501199"/>
              <a:gd name="connsiteY1112" fmla="*/ 3262918 h 6382977"/>
              <a:gd name="connsiteX1113" fmla="*/ 4393495 w 6501199"/>
              <a:gd name="connsiteY1113" fmla="*/ 3258367 h 6382977"/>
              <a:gd name="connsiteX1114" fmla="*/ 4388005 w 6501199"/>
              <a:gd name="connsiteY1114" fmla="*/ 3252562 h 6382977"/>
              <a:gd name="connsiteX1115" fmla="*/ 4522059 w 6501199"/>
              <a:gd name="connsiteY1115" fmla="*/ 3252099 h 6382977"/>
              <a:gd name="connsiteX1116" fmla="*/ 4520644 w 6501199"/>
              <a:gd name="connsiteY1116" fmla="*/ 3252515 h 6382977"/>
              <a:gd name="connsiteX1117" fmla="*/ 4516453 w 6501199"/>
              <a:gd name="connsiteY1117" fmla="*/ 3254933 h 6382977"/>
              <a:gd name="connsiteX1118" fmla="*/ 4512567 w 6501199"/>
              <a:gd name="connsiteY1118" fmla="*/ 3263575 h 6382977"/>
              <a:gd name="connsiteX1119" fmla="*/ 4518091 w 6501199"/>
              <a:gd name="connsiteY1119" fmla="*/ 3264434 h 6382977"/>
              <a:gd name="connsiteX1120" fmla="*/ 4778762 w 6501199"/>
              <a:gd name="connsiteY1120" fmla="*/ 3249612 h 6382977"/>
              <a:gd name="connsiteX1121" fmla="*/ 4760228 w 6501199"/>
              <a:gd name="connsiteY1121" fmla="*/ 3279416 h 6382977"/>
              <a:gd name="connsiteX1122" fmla="*/ 4748963 w 6501199"/>
              <a:gd name="connsiteY1122" fmla="*/ 3261102 h 6382977"/>
              <a:gd name="connsiteX1123" fmla="*/ 4778762 w 6501199"/>
              <a:gd name="connsiteY1123" fmla="*/ 3249612 h 6382977"/>
              <a:gd name="connsiteX1124" fmla="*/ 4551738 w 6501199"/>
              <a:gd name="connsiteY1124" fmla="*/ 3249209 h 6382977"/>
              <a:gd name="connsiteX1125" fmla="*/ 4552438 w 6501199"/>
              <a:gd name="connsiteY1125" fmla="*/ 3255430 h 6382977"/>
              <a:gd name="connsiteX1126" fmla="*/ 4555903 w 6501199"/>
              <a:gd name="connsiteY1126" fmla="*/ 3293141 h 6382977"/>
              <a:gd name="connsiteX1127" fmla="*/ 4563103 w 6501199"/>
              <a:gd name="connsiteY1127" fmla="*/ 3290621 h 6382977"/>
              <a:gd name="connsiteX1128" fmla="*/ 4566659 w 6501199"/>
              <a:gd name="connsiteY1128" fmla="*/ 3276401 h 6382977"/>
              <a:gd name="connsiteX1129" fmla="*/ 4571947 w 6501199"/>
              <a:gd name="connsiteY1129" fmla="*/ 3259446 h 6382977"/>
              <a:gd name="connsiteX1130" fmla="*/ 4595430 w 6501199"/>
              <a:gd name="connsiteY1130" fmla="*/ 3255055 h 6382977"/>
              <a:gd name="connsiteX1131" fmla="*/ 4588166 w 6501199"/>
              <a:gd name="connsiteY1131" fmla="*/ 3250042 h 6382977"/>
              <a:gd name="connsiteX1132" fmla="*/ 4564226 w 6501199"/>
              <a:gd name="connsiteY1132" fmla="*/ 3253012 h 6382977"/>
              <a:gd name="connsiteX1133" fmla="*/ 4410072 w 6501199"/>
              <a:gd name="connsiteY1133" fmla="*/ 3248152 h 6382977"/>
              <a:gd name="connsiteX1134" fmla="*/ 4401685 w 6501199"/>
              <a:gd name="connsiteY1134" fmla="*/ 3250042 h 6382977"/>
              <a:gd name="connsiteX1135" fmla="*/ 4396128 w 6501199"/>
              <a:gd name="connsiteY1135" fmla="*/ 3257608 h 6382977"/>
              <a:gd name="connsiteX1136" fmla="*/ 4397653 w 6501199"/>
              <a:gd name="connsiteY1136" fmla="*/ 3262715 h 6382977"/>
              <a:gd name="connsiteX1137" fmla="*/ 4396766 w 6501199"/>
              <a:gd name="connsiteY1137" fmla="*/ 3258940 h 6382977"/>
              <a:gd name="connsiteX1138" fmla="*/ 4401447 w 6501199"/>
              <a:gd name="connsiteY1138" fmla="*/ 3258940 h 6382977"/>
              <a:gd name="connsiteX1139" fmla="*/ 4406127 w 6501199"/>
              <a:gd name="connsiteY1139" fmla="*/ 3252099 h 6382977"/>
              <a:gd name="connsiteX1140" fmla="*/ 4404001 w 6501199"/>
              <a:gd name="connsiteY1140" fmla="*/ 3279489 h 6382977"/>
              <a:gd name="connsiteX1141" fmla="*/ 4405290 w 6501199"/>
              <a:gd name="connsiteY1141" fmla="*/ 3279986 h 6382977"/>
              <a:gd name="connsiteX1142" fmla="*/ 4409352 w 6501199"/>
              <a:gd name="connsiteY1142" fmla="*/ 3276600 h 6382977"/>
              <a:gd name="connsiteX1143" fmla="*/ 4411078 w 6501199"/>
              <a:gd name="connsiteY1143" fmla="*/ 3277432 h 6382977"/>
              <a:gd name="connsiteX1144" fmla="*/ 4416525 w 6501199"/>
              <a:gd name="connsiteY1144" fmla="*/ 3280058 h 6382977"/>
              <a:gd name="connsiteX1145" fmla="*/ 4422853 w 6501199"/>
              <a:gd name="connsiteY1145" fmla="*/ 3263197 h 6382977"/>
              <a:gd name="connsiteX1146" fmla="*/ 4415860 w 6501199"/>
              <a:gd name="connsiteY1146" fmla="*/ 3253282 h 6382977"/>
              <a:gd name="connsiteX1147" fmla="*/ 4410072 w 6501199"/>
              <a:gd name="connsiteY1147" fmla="*/ 3248152 h 6382977"/>
              <a:gd name="connsiteX1148" fmla="*/ 5340940 w 6501199"/>
              <a:gd name="connsiteY1148" fmla="*/ 3247180 h 6382977"/>
              <a:gd name="connsiteX1149" fmla="*/ 5350253 w 6501199"/>
              <a:gd name="connsiteY1149" fmla="*/ 3256676 h 6382977"/>
              <a:gd name="connsiteX1150" fmla="*/ 5326813 w 6501199"/>
              <a:gd name="connsiteY1150" fmla="*/ 3268327 h 6382977"/>
              <a:gd name="connsiteX1151" fmla="*/ 5340940 w 6501199"/>
              <a:gd name="connsiteY1151" fmla="*/ 3247180 h 6382977"/>
              <a:gd name="connsiteX1152" fmla="*/ 4207868 w 6501199"/>
              <a:gd name="connsiteY1152" fmla="*/ 3241401 h 6382977"/>
              <a:gd name="connsiteX1153" fmla="*/ 4192163 w 6501199"/>
              <a:gd name="connsiteY1153" fmla="*/ 3247882 h 6382977"/>
              <a:gd name="connsiteX1154" fmla="*/ 4215203 w 6501199"/>
              <a:gd name="connsiteY1154" fmla="*/ 3250042 h 6382977"/>
              <a:gd name="connsiteX1155" fmla="*/ 4207868 w 6501199"/>
              <a:gd name="connsiteY1155" fmla="*/ 3241401 h 6382977"/>
              <a:gd name="connsiteX1156" fmla="*/ 4178865 w 6501199"/>
              <a:gd name="connsiteY1156" fmla="*/ 3233854 h 6382977"/>
              <a:gd name="connsiteX1157" fmla="*/ 4172540 w 6501199"/>
              <a:gd name="connsiteY1157" fmla="*/ 3233998 h 6382977"/>
              <a:gd name="connsiteX1158" fmla="*/ 4173981 w 6501199"/>
              <a:gd name="connsiteY1158" fmla="*/ 3241233 h 6382977"/>
              <a:gd name="connsiteX1159" fmla="*/ 4489454 w 6501199"/>
              <a:gd name="connsiteY1159" fmla="*/ 3227209 h 6382977"/>
              <a:gd name="connsiteX1160" fmla="*/ 4487179 w 6501199"/>
              <a:gd name="connsiteY1160" fmla="*/ 3232986 h 6382977"/>
              <a:gd name="connsiteX1161" fmla="*/ 4472245 w 6501199"/>
              <a:gd name="connsiteY1161" fmla="*/ 3234201 h 6382977"/>
              <a:gd name="connsiteX1162" fmla="*/ 4472245 w 6501199"/>
              <a:gd name="connsiteY1162" fmla="*/ 3254722 h 6382977"/>
              <a:gd name="connsiteX1163" fmla="*/ 4488085 w 6501199"/>
              <a:gd name="connsiteY1163" fmla="*/ 3259403 h 6382977"/>
              <a:gd name="connsiteX1164" fmla="*/ 4479389 w 6501199"/>
              <a:gd name="connsiteY1164" fmla="*/ 3258089 h 6382977"/>
              <a:gd name="connsiteX1165" fmla="*/ 4487855 w 6501199"/>
              <a:gd name="connsiteY1165" fmla="*/ 3270100 h 6382977"/>
              <a:gd name="connsiteX1166" fmla="*/ 4506217 w 6501199"/>
              <a:gd name="connsiteY1166" fmla="*/ 3231578 h 6382977"/>
              <a:gd name="connsiteX1167" fmla="*/ 4503124 w 6501199"/>
              <a:gd name="connsiteY1167" fmla="*/ 3230728 h 6382977"/>
              <a:gd name="connsiteX1168" fmla="*/ 4500595 w 6501199"/>
              <a:gd name="connsiteY1168" fmla="*/ 3241356 h 6382977"/>
              <a:gd name="connsiteX1169" fmla="*/ 4490245 w 6501199"/>
              <a:gd name="connsiteY1169" fmla="*/ 3243201 h 6382977"/>
              <a:gd name="connsiteX1170" fmla="*/ 4496776 w 6501199"/>
              <a:gd name="connsiteY1170" fmla="*/ 3230544 h 6382977"/>
              <a:gd name="connsiteX1171" fmla="*/ 4493904 w 6501199"/>
              <a:gd name="connsiteY1171" fmla="*/ 3228194 h 6382977"/>
              <a:gd name="connsiteX1172" fmla="*/ 4490826 w 6501199"/>
              <a:gd name="connsiteY1172" fmla="*/ 3227348 h 6382977"/>
              <a:gd name="connsiteX1173" fmla="*/ 4204452 w 6501199"/>
              <a:gd name="connsiteY1173" fmla="*/ 3227018 h 6382977"/>
              <a:gd name="connsiteX1174" fmla="*/ 4189813 w 6501199"/>
              <a:gd name="connsiteY1174" fmla="*/ 3232378 h 6382977"/>
              <a:gd name="connsiteX1175" fmla="*/ 4185323 w 6501199"/>
              <a:gd name="connsiteY1175" fmla="*/ 3236721 h 6382977"/>
              <a:gd name="connsiteX1176" fmla="*/ 4215203 w 6501199"/>
              <a:gd name="connsiteY1176" fmla="*/ 3227360 h 6382977"/>
              <a:gd name="connsiteX1177" fmla="*/ 4547126 w 6501199"/>
              <a:gd name="connsiteY1177" fmla="*/ 3218360 h 6382977"/>
              <a:gd name="connsiteX1178" fmla="*/ 4541760 w 6501199"/>
              <a:gd name="connsiteY1178" fmla="*/ 3219478 h 6382977"/>
              <a:gd name="connsiteX1179" fmla="*/ 4540061 w 6501199"/>
              <a:gd name="connsiteY1179" fmla="*/ 3236259 h 6382977"/>
              <a:gd name="connsiteX1180" fmla="*/ 4543285 w 6501199"/>
              <a:gd name="connsiteY1180" fmla="*/ 3235447 h 6382977"/>
              <a:gd name="connsiteX1181" fmla="*/ 4544516 w 6501199"/>
              <a:gd name="connsiteY1181" fmla="*/ 3231230 h 6382977"/>
              <a:gd name="connsiteX1182" fmla="*/ 4547126 w 6501199"/>
              <a:gd name="connsiteY1182" fmla="*/ 3218360 h 6382977"/>
              <a:gd name="connsiteX1183" fmla="*/ 5648500 w 6501199"/>
              <a:gd name="connsiteY1183" fmla="*/ 3213687 h 6382977"/>
              <a:gd name="connsiteX1184" fmla="*/ 5614493 w 6501199"/>
              <a:gd name="connsiteY1184" fmla="*/ 3255012 h 6382977"/>
              <a:gd name="connsiteX1185" fmla="*/ 5648500 w 6501199"/>
              <a:gd name="connsiteY1185" fmla="*/ 3213687 h 6382977"/>
              <a:gd name="connsiteX1186" fmla="*/ 4595554 w 6501199"/>
              <a:gd name="connsiteY1186" fmla="*/ 3213435 h 6382977"/>
              <a:gd name="connsiteX1187" fmla="*/ 4585516 w 6501199"/>
              <a:gd name="connsiteY1187" fmla="*/ 3217673 h 6382977"/>
              <a:gd name="connsiteX1188" fmla="*/ 4584652 w 6501199"/>
              <a:gd name="connsiteY1188" fmla="*/ 3217707 h 6382977"/>
              <a:gd name="connsiteX1189" fmla="*/ 4584476 w 6501199"/>
              <a:gd name="connsiteY1189" fmla="*/ 3218045 h 6382977"/>
              <a:gd name="connsiteX1190" fmla="*/ 4583486 w 6501199"/>
              <a:gd name="connsiteY1190" fmla="*/ 3227360 h 6382977"/>
              <a:gd name="connsiteX1191" fmla="*/ 4578266 w 6501199"/>
              <a:gd name="connsiteY1191" fmla="*/ 3221735 h 6382977"/>
              <a:gd name="connsiteX1192" fmla="*/ 4577310 w 6501199"/>
              <a:gd name="connsiteY1192" fmla="*/ 3218000 h 6382977"/>
              <a:gd name="connsiteX1193" fmla="*/ 4563373 w 6501199"/>
              <a:gd name="connsiteY1193" fmla="*/ 3218556 h 6382977"/>
              <a:gd name="connsiteX1194" fmla="*/ 4560550 w 6501199"/>
              <a:gd name="connsiteY1194" fmla="*/ 3216098 h 6382977"/>
              <a:gd name="connsiteX1195" fmla="*/ 4558331 w 6501199"/>
              <a:gd name="connsiteY1195" fmla="*/ 3223175 h 6382977"/>
              <a:gd name="connsiteX1196" fmla="*/ 4557766 w 6501199"/>
              <a:gd name="connsiteY1196" fmla="*/ 3224788 h 6382977"/>
              <a:gd name="connsiteX1197" fmla="*/ 4560583 w 6501199"/>
              <a:gd name="connsiteY1197" fmla="*/ 3224738 h 6382977"/>
              <a:gd name="connsiteX1198" fmla="*/ 4550850 w 6501199"/>
              <a:gd name="connsiteY1198" fmla="*/ 3239633 h 6382977"/>
              <a:gd name="connsiteX1199" fmla="*/ 4560463 w 6501199"/>
              <a:gd name="connsiteY1199" fmla="*/ 3241575 h 6382977"/>
              <a:gd name="connsiteX1200" fmla="*/ 4573091 w 6501199"/>
              <a:gd name="connsiteY1200" fmla="*/ 3238566 h 6382977"/>
              <a:gd name="connsiteX1201" fmla="*/ 4578485 w 6501199"/>
              <a:gd name="connsiteY1201" fmla="*/ 3236620 h 6382977"/>
              <a:gd name="connsiteX1202" fmla="*/ 4567988 w 6501199"/>
              <a:gd name="connsiteY1202" fmla="*/ 3234112 h 6382977"/>
              <a:gd name="connsiteX1203" fmla="*/ 4581812 w 6501199"/>
              <a:gd name="connsiteY1203" fmla="*/ 3231971 h 6382977"/>
              <a:gd name="connsiteX1204" fmla="*/ 4587224 w 6501199"/>
              <a:gd name="connsiteY1204" fmla="*/ 3223855 h 6382977"/>
              <a:gd name="connsiteX1205" fmla="*/ 4597798 w 6501199"/>
              <a:gd name="connsiteY1205" fmla="*/ 3220563 h 6382977"/>
              <a:gd name="connsiteX1206" fmla="*/ 4598066 w 6501199"/>
              <a:gd name="connsiteY1206" fmla="*/ 3216604 h 6382977"/>
              <a:gd name="connsiteX1207" fmla="*/ 4718444 w 6501199"/>
              <a:gd name="connsiteY1207" fmla="*/ 3208337 h 6382977"/>
              <a:gd name="connsiteX1208" fmla="*/ 4648950 w 6501199"/>
              <a:gd name="connsiteY1208" fmla="*/ 3219561 h 6382977"/>
              <a:gd name="connsiteX1209" fmla="*/ 4718444 w 6501199"/>
              <a:gd name="connsiteY1209" fmla="*/ 3208337 h 6382977"/>
              <a:gd name="connsiteX1210" fmla="*/ 4546902 w 6501199"/>
              <a:gd name="connsiteY1210" fmla="*/ 3204217 h 6382977"/>
              <a:gd name="connsiteX1211" fmla="*/ 4546791 w 6501199"/>
              <a:gd name="connsiteY1211" fmla="*/ 3204531 h 6382977"/>
              <a:gd name="connsiteX1212" fmla="*/ 4547126 w 6501199"/>
              <a:gd name="connsiteY1212" fmla="*/ 3204679 h 6382977"/>
              <a:gd name="connsiteX1213" fmla="*/ 4547269 w 6501199"/>
              <a:gd name="connsiteY1213" fmla="*/ 3204536 h 6382977"/>
              <a:gd name="connsiteX1214" fmla="*/ 5365205 w 6501199"/>
              <a:gd name="connsiteY1214" fmla="*/ 3203575 h 6382977"/>
              <a:gd name="connsiteX1215" fmla="*/ 5371952 w 6501199"/>
              <a:gd name="connsiteY1215" fmla="*/ 3224288 h 6382977"/>
              <a:gd name="connsiteX1216" fmla="*/ 5347450 w 6501199"/>
              <a:gd name="connsiteY1216" fmla="*/ 3222108 h 6382977"/>
              <a:gd name="connsiteX1217" fmla="*/ 5365205 w 6501199"/>
              <a:gd name="connsiteY1217" fmla="*/ 3203575 h 6382977"/>
              <a:gd name="connsiteX1218" fmla="*/ 4913134 w 6501199"/>
              <a:gd name="connsiteY1218" fmla="*/ 3201513 h 6382977"/>
              <a:gd name="connsiteX1219" fmla="*/ 4870002 w 6501199"/>
              <a:gd name="connsiteY1219" fmla="*/ 3233375 h 6382977"/>
              <a:gd name="connsiteX1220" fmla="*/ 4863173 w 6501199"/>
              <a:gd name="connsiteY1220" fmla="*/ 3215272 h 6382977"/>
              <a:gd name="connsiteX1221" fmla="*/ 4896959 w 6501199"/>
              <a:gd name="connsiteY1221" fmla="*/ 3217444 h 6382977"/>
              <a:gd name="connsiteX1222" fmla="*/ 4913134 w 6501199"/>
              <a:gd name="connsiteY1222" fmla="*/ 3201513 h 6382977"/>
              <a:gd name="connsiteX1223" fmla="*/ 4523653 w 6501199"/>
              <a:gd name="connsiteY1223" fmla="*/ 3199423 h 6382977"/>
              <a:gd name="connsiteX1224" fmla="*/ 4520691 w 6501199"/>
              <a:gd name="connsiteY1224" fmla="*/ 3205346 h 6382977"/>
              <a:gd name="connsiteX1225" fmla="*/ 4524219 w 6501199"/>
              <a:gd name="connsiteY1225" fmla="*/ 3199897 h 6382977"/>
              <a:gd name="connsiteX1226" fmla="*/ 4835505 w 6501199"/>
              <a:gd name="connsiteY1226" fmla="*/ 3198393 h 6382977"/>
              <a:gd name="connsiteX1227" fmla="*/ 4842265 w 6501199"/>
              <a:gd name="connsiteY1227" fmla="*/ 3203111 h 6382977"/>
              <a:gd name="connsiteX1228" fmla="*/ 4828643 w 6501199"/>
              <a:gd name="connsiteY1228" fmla="*/ 3205112 h 6382977"/>
              <a:gd name="connsiteX1229" fmla="*/ 4822487 w 6501199"/>
              <a:gd name="connsiteY1229" fmla="*/ 3217647 h 6382977"/>
              <a:gd name="connsiteX1230" fmla="*/ 4827972 w 6501199"/>
              <a:gd name="connsiteY1230" fmla="*/ 3219853 h 6382977"/>
              <a:gd name="connsiteX1231" fmla="*/ 4827972 w 6501199"/>
              <a:gd name="connsiteY1231" fmla="*/ 3248996 h 6382977"/>
              <a:gd name="connsiteX1232" fmla="*/ 4809288 w 6501199"/>
              <a:gd name="connsiteY1232" fmla="*/ 3222340 h 6382977"/>
              <a:gd name="connsiteX1233" fmla="*/ 4814050 w 6501199"/>
              <a:gd name="connsiteY1233" fmla="*/ 3217720 h 6382977"/>
              <a:gd name="connsiteX1234" fmla="*/ 4818093 w 6501199"/>
              <a:gd name="connsiteY1234" fmla="*/ 3217333 h 6382977"/>
              <a:gd name="connsiteX1235" fmla="*/ 4815021 w 6501199"/>
              <a:gd name="connsiteY1235" fmla="*/ 3215839 h 6382977"/>
              <a:gd name="connsiteX1236" fmla="*/ 4801264 w 6501199"/>
              <a:gd name="connsiteY1236" fmla="*/ 3212206 h 6382977"/>
              <a:gd name="connsiteX1237" fmla="*/ 4835505 w 6501199"/>
              <a:gd name="connsiteY1237" fmla="*/ 3198393 h 6382977"/>
              <a:gd name="connsiteX1238" fmla="*/ 4625264 w 6501199"/>
              <a:gd name="connsiteY1238" fmla="*/ 3182161 h 6382977"/>
              <a:gd name="connsiteX1239" fmla="*/ 4619371 w 6501199"/>
              <a:gd name="connsiteY1239" fmla="*/ 3186261 h 6382977"/>
              <a:gd name="connsiteX1240" fmla="*/ 4619621 w 6501199"/>
              <a:gd name="connsiteY1240" fmla="*/ 3186678 h 6382977"/>
              <a:gd name="connsiteX1241" fmla="*/ 4622366 w 6501199"/>
              <a:gd name="connsiteY1241" fmla="*/ 3193518 h 6382977"/>
              <a:gd name="connsiteX1242" fmla="*/ 4632627 w 6501199"/>
              <a:gd name="connsiteY1242" fmla="*/ 3190053 h 6382977"/>
              <a:gd name="connsiteX1243" fmla="*/ 4639150 w 6501199"/>
              <a:gd name="connsiteY1243" fmla="*/ 3183558 h 6382977"/>
              <a:gd name="connsiteX1244" fmla="*/ 457270 w 6501199"/>
              <a:gd name="connsiteY1244" fmla="*/ 3182026 h 6382977"/>
              <a:gd name="connsiteX1245" fmla="*/ 441428 w 6501199"/>
              <a:gd name="connsiteY1245" fmla="*/ 3220541 h 6382977"/>
              <a:gd name="connsiteX1246" fmla="*/ 457270 w 6501199"/>
              <a:gd name="connsiteY1246" fmla="*/ 3182026 h 6382977"/>
              <a:gd name="connsiteX1247" fmla="*/ 4829564 w 6501199"/>
              <a:gd name="connsiteY1247" fmla="*/ 3179666 h 6382977"/>
              <a:gd name="connsiteX1248" fmla="*/ 4813689 w 6501199"/>
              <a:gd name="connsiteY1248" fmla="*/ 3200124 h 6382977"/>
              <a:gd name="connsiteX1249" fmla="*/ 4799979 w 6501199"/>
              <a:gd name="connsiteY1249" fmla="*/ 3186485 h 6382977"/>
              <a:gd name="connsiteX1250" fmla="*/ 4763539 w 6501199"/>
              <a:gd name="connsiteY1250" fmla="*/ 3211250 h 6382977"/>
              <a:gd name="connsiteX1251" fmla="*/ 4726738 w 6501199"/>
              <a:gd name="connsiteY1251" fmla="*/ 3206584 h 6382977"/>
              <a:gd name="connsiteX1252" fmla="*/ 4829564 w 6501199"/>
              <a:gd name="connsiteY1252" fmla="*/ 3179666 h 6382977"/>
              <a:gd name="connsiteX1253" fmla="*/ 4618098 w 6501199"/>
              <a:gd name="connsiteY1253" fmla="*/ 3179455 h 6382977"/>
              <a:gd name="connsiteX1254" fmla="*/ 4615526 w 6501199"/>
              <a:gd name="connsiteY1254" fmla="*/ 3179837 h 6382977"/>
              <a:gd name="connsiteX1255" fmla="*/ 4616282 w 6501199"/>
              <a:gd name="connsiteY1255" fmla="*/ 3181101 h 6382977"/>
              <a:gd name="connsiteX1256" fmla="*/ 4617919 w 6501199"/>
              <a:gd name="connsiteY1256" fmla="*/ 3179670 h 6382977"/>
              <a:gd name="connsiteX1257" fmla="*/ 4701927 w 6501199"/>
              <a:gd name="connsiteY1257" fmla="*/ 3163636 h 6382977"/>
              <a:gd name="connsiteX1258" fmla="*/ 4673487 w 6501199"/>
              <a:gd name="connsiteY1258" fmla="*/ 3169981 h 6382977"/>
              <a:gd name="connsiteX1259" fmla="*/ 4658345 w 6501199"/>
              <a:gd name="connsiteY1259" fmla="*/ 3175229 h 6382977"/>
              <a:gd name="connsiteX1260" fmla="*/ 4656300 w 6501199"/>
              <a:gd name="connsiteY1260" fmla="*/ 3178784 h 6382977"/>
              <a:gd name="connsiteX1261" fmla="*/ 4670067 w 6501199"/>
              <a:gd name="connsiteY1261" fmla="*/ 3177497 h 6382977"/>
              <a:gd name="connsiteX1262" fmla="*/ 4695087 w 6501199"/>
              <a:gd name="connsiteY1262" fmla="*/ 3175157 h 6382977"/>
              <a:gd name="connsiteX1263" fmla="*/ 4701927 w 6501199"/>
              <a:gd name="connsiteY1263" fmla="*/ 3163636 h 6382977"/>
              <a:gd name="connsiteX1264" fmla="*/ 4856705 w 6501199"/>
              <a:gd name="connsiteY1264" fmla="*/ 3157405 h 6382977"/>
              <a:gd name="connsiteX1265" fmla="*/ 4869263 w 6501199"/>
              <a:gd name="connsiteY1265" fmla="*/ 3159059 h 6382977"/>
              <a:gd name="connsiteX1266" fmla="*/ 4844728 w 6501199"/>
              <a:gd name="connsiteY1266" fmla="*/ 3184161 h 6382977"/>
              <a:gd name="connsiteX1267" fmla="*/ 4856705 w 6501199"/>
              <a:gd name="connsiteY1267" fmla="*/ 3157405 h 6382977"/>
              <a:gd name="connsiteX1268" fmla="*/ 4741437 w 6501199"/>
              <a:gd name="connsiteY1268" fmla="*/ 3152019 h 6382977"/>
              <a:gd name="connsiteX1269" fmla="*/ 4713087 w 6501199"/>
              <a:gd name="connsiteY1269" fmla="*/ 3152475 h 6382977"/>
              <a:gd name="connsiteX1270" fmla="*/ 4710927 w 6501199"/>
              <a:gd name="connsiteY1270" fmla="*/ 3166156 h 6382977"/>
              <a:gd name="connsiteX1271" fmla="*/ 4745127 w 6501199"/>
              <a:gd name="connsiteY1271" fmla="*/ 3156795 h 6382977"/>
              <a:gd name="connsiteX1272" fmla="*/ 4741437 w 6501199"/>
              <a:gd name="connsiteY1272" fmla="*/ 3152019 h 6382977"/>
              <a:gd name="connsiteX1273" fmla="*/ 5809050 w 6501199"/>
              <a:gd name="connsiteY1273" fmla="*/ 3140075 h 6382977"/>
              <a:gd name="connsiteX1274" fmla="*/ 5790907 w 6501199"/>
              <a:gd name="connsiteY1274" fmla="*/ 3171472 h 6382977"/>
              <a:gd name="connsiteX1275" fmla="*/ 5809050 w 6501199"/>
              <a:gd name="connsiteY1275" fmla="*/ 3140075 h 6382977"/>
              <a:gd name="connsiteX1276" fmla="*/ 4785211 w 6501199"/>
              <a:gd name="connsiteY1276" fmla="*/ 3139863 h 6382977"/>
              <a:gd name="connsiteX1277" fmla="*/ 4754127 w 6501199"/>
              <a:gd name="connsiteY1277" fmla="*/ 3145635 h 6382977"/>
              <a:gd name="connsiteX1278" fmla="*/ 4765647 w 6501199"/>
              <a:gd name="connsiteY1278" fmla="*/ 3154635 h 6382977"/>
              <a:gd name="connsiteX1279" fmla="*/ 4747287 w 6501199"/>
              <a:gd name="connsiteY1279" fmla="*/ 3175157 h 6382977"/>
              <a:gd name="connsiteX1280" fmla="*/ 4773342 w 6501199"/>
              <a:gd name="connsiteY1280" fmla="*/ 3166336 h 6382977"/>
              <a:gd name="connsiteX1281" fmla="*/ 4788476 w 6501199"/>
              <a:gd name="connsiteY1281" fmla="*/ 3148062 h 6382977"/>
              <a:gd name="connsiteX1282" fmla="*/ 4783447 w 6501199"/>
              <a:gd name="connsiteY1282" fmla="*/ 3145174 h 6382977"/>
              <a:gd name="connsiteX1283" fmla="*/ 4785213 w 6501199"/>
              <a:gd name="connsiteY1283" fmla="*/ 3140708 h 6382977"/>
              <a:gd name="connsiteX1284" fmla="*/ 4785994 w 6501199"/>
              <a:gd name="connsiteY1284" fmla="*/ 3140720 h 6382977"/>
              <a:gd name="connsiteX1285" fmla="*/ 4865656 w 6501199"/>
              <a:gd name="connsiteY1285" fmla="*/ 3139353 h 6382977"/>
              <a:gd name="connsiteX1286" fmla="*/ 4868608 w 6501199"/>
              <a:gd name="connsiteY1286" fmla="*/ 3140144 h 6382977"/>
              <a:gd name="connsiteX1287" fmla="*/ 4870408 w 6501199"/>
              <a:gd name="connsiteY1287" fmla="*/ 3143115 h 6382977"/>
              <a:gd name="connsiteX1288" fmla="*/ 4864177 w 6501199"/>
              <a:gd name="connsiteY1288" fmla="*/ 3138183 h 6382977"/>
              <a:gd name="connsiteX1289" fmla="*/ 4865656 w 6501199"/>
              <a:gd name="connsiteY1289" fmla="*/ 3139353 h 6382977"/>
              <a:gd name="connsiteX1290" fmla="*/ 4863568 w 6501199"/>
              <a:gd name="connsiteY1290" fmla="*/ 3138794 h 6382977"/>
              <a:gd name="connsiteX1291" fmla="*/ 307698 w 6501199"/>
              <a:gd name="connsiteY1291" fmla="*/ 3133323 h 6382977"/>
              <a:gd name="connsiteX1292" fmla="*/ 341705 w 6501199"/>
              <a:gd name="connsiteY1292" fmla="*/ 3133323 h 6382977"/>
              <a:gd name="connsiteX1293" fmla="*/ 312351 w 6501199"/>
              <a:gd name="connsiteY1293" fmla="*/ 3154037 h 6382977"/>
              <a:gd name="connsiteX1294" fmla="*/ 307698 w 6501199"/>
              <a:gd name="connsiteY1294" fmla="*/ 3133323 h 6382977"/>
              <a:gd name="connsiteX1295" fmla="*/ 5251836 w 6501199"/>
              <a:gd name="connsiteY1295" fmla="*/ 3124200 h 6382977"/>
              <a:gd name="connsiteX1296" fmla="*/ 5217275 w 6501199"/>
              <a:gd name="connsiteY1296" fmla="*/ 3149274 h 6382977"/>
              <a:gd name="connsiteX1297" fmla="*/ 5251836 w 6501199"/>
              <a:gd name="connsiteY1297" fmla="*/ 3124200 h 6382977"/>
              <a:gd name="connsiteX1298" fmla="*/ 4829368 w 6501199"/>
              <a:gd name="connsiteY1298" fmla="*/ 3118273 h 6382977"/>
              <a:gd name="connsiteX1299" fmla="*/ 4821943 w 6501199"/>
              <a:gd name="connsiteY1299" fmla="*/ 3129974 h 6382977"/>
              <a:gd name="connsiteX1300" fmla="*/ 4819751 w 6501199"/>
              <a:gd name="connsiteY1300" fmla="*/ 3131249 h 6382977"/>
              <a:gd name="connsiteX1301" fmla="*/ 4819546 w 6501199"/>
              <a:gd name="connsiteY1301" fmla="*/ 3136770 h 6382977"/>
              <a:gd name="connsiteX1302" fmla="*/ 4808694 w 6501199"/>
              <a:gd name="connsiteY1302" fmla="*/ 3147965 h 6382977"/>
              <a:gd name="connsiteX1303" fmla="*/ 4800899 w 6501199"/>
              <a:gd name="connsiteY1303" fmla="*/ 3149873 h 6382977"/>
              <a:gd name="connsiteX1304" fmla="*/ 4799313 w 6501199"/>
              <a:gd name="connsiteY1304" fmla="*/ 3155260 h 6382977"/>
              <a:gd name="connsiteX1305" fmla="*/ 4806688 w 6501199"/>
              <a:gd name="connsiteY1305" fmla="*/ 3161476 h 6382977"/>
              <a:gd name="connsiteX1306" fmla="*/ 4840528 w 6501199"/>
              <a:gd name="connsiteY1306" fmla="*/ 3129794 h 6382977"/>
              <a:gd name="connsiteX1307" fmla="*/ 4839623 w 6501199"/>
              <a:gd name="connsiteY1307" fmla="*/ 3124398 h 6382977"/>
              <a:gd name="connsiteX1308" fmla="*/ 4836450 w 6501199"/>
              <a:gd name="connsiteY1308" fmla="*/ 3123947 h 6382977"/>
              <a:gd name="connsiteX1309" fmla="*/ 4830628 w 6501199"/>
              <a:gd name="connsiteY1309" fmla="*/ 3118783 h 6382977"/>
              <a:gd name="connsiteX1310" fmla="*/ 5750351 w 6501199"/>
              <a:gd name="connsiteY1310" fmla="*/ 3106737 h 6382977"/>
              <a:gd name="connsiteX1311" fmla="*/ 5750351 w 6501199"/>
              <a:gd name="connsiteY1311" fmla="*/ 3122730 h 6382977"/>
              <a:gd name="connsiteX1312" fmla="*/ 5772803 w 6501199"/>
              <a:gd name="connsiteY1312" fmla="*/ 3120242 h 6382977"/>
              <a:gd name="connsiteX1313" fmla="*/ 5770665 w 6501199"/>
              <a:gd name="connsiteY1313" fmla="*/ 3145121 h 6382977"/>
              <a:gd name="connsiteX1314" fmla="*/ 5736809 w 6501199"/>
              <a:gd name="connsiteY1314" fmla="*/ 3142633 h 6382977"/>
              <a:gd name="connsiteX1315" fmla="*/ 5750351 w 6501199"/>
              <a:gd name="connsiteY1315" fmla="*/ 3106737 h 6382977"/>
              <a:gd name="connsiteX1316" fmla="*/ 5484769 w 6501199"/>
              <a:gd name="connsiteY1316" fmla="*/ 3106737 h 6382977"/>
              <a:gd name="connsiteX1317" fmla="*/ 5484769 w 6501199"/>
              <a:gd name="connsiteY1317" fmla="*/ 3131779 h 6382977"/>
              <a:gd name="connsiteX1318" fmla="*/ 5484769 w 6501199"/>
              <a:gd name="connsiteY1318" fmla="*/ 3106737 h 6382977"/>
              <a:gd name="connsiteX1319" fmla="*/ 4924008 w 6501199"/>
              <a:gd name="connsiteY1319" fmla="*/ 3097051 h 6382977"/>
              <a:gd name="connsiteX1320" fmla="*/ 4910710 w 6501199"/>
              <a:gd name="connsiteY1320" fmla="*/ 3097739 h 6382977"/>
              <a:gd name="connsiteX1321" fmla="*/ 4902350 w 6501199"/>
              <a:gd name="connsiteY1321" fmla="*/ 3103403 h 6382977"/>
              <a:gd name="connsiteX1322" fmla="*/ 4902135 w 6501199"/>
              <a:gd name="connsiteY1322" fmla="*/ 3105321 h 6382977"/>
              <a:gd name="connsiteX1323" fmla="*/ 4912776 w 6501199"/>
              <a:gd name="connsiteY1323" fmla="*/ 3102100 h 6382977"/>
              <a:gd name="connsiteX1324" fmla="*/ 5508494 w 6501199"/>
              <a:gd name="connsiteY1324" fmla="*/ 3087687 h 6382977"/>
              <a:gd name="connsiteX1325" fmla="*/ 5513080 w 6501199"/>
              <a:gd name="connsiteY1325" fmla="*/ 3101826 h 6382977"/>
              <a:gd name="connsiteX1326" fmla="*/ 5519782 w 6501199"/>
              <a:gd name="connsiteY1326" fmla="*/ 3094756 h 6382977"/>
              <a:gd name="connsiteX1327" fmla="*/ 5504260 w 6501199"/>
              <a:gd name="connsiteY1327" fmla="*/ 3108895 h 6382977"/>
              <a:gd name="connsiteX1328" fmla="*/ 5495088 w 6501199"/>
              <a:gd name="connsiteY1328" fmla="*/ 3096989 h 6382977"/>
              <a:gd name="connsiteX1329" fmla="*/ 5508494 w 6501199"/>
              <a:gd name="connsiteY1329" fmla="*/ 3087687 h 6382977"/>
              <a:gd name="connsiteX1330" fmla="*/ 236622 w 6501199"/>
              <a:gd name="connsiteY1330" fmla="*/ 3068637 h 6382977"/>
              <a:gd name="connsiteX1331" fmla="*/ 257055 w 6501199"/>
              <a:gd name="connsiteY1331" fmla="*/ 3125043 h 6382977"/>
              <a:gd name="connsiteX1332" fmla="*/ 268526 w 6501199"/>
              <a:gd name="connsiteY1332" fmla="*/ 3122901 h 6382977"/>
              <a:gd name="connsiteX1333" fmla="*/ 266016 w 6501199"/>
              <a:gd name="connsiteY1333" fmla="*/ 3093627 h 6382977"/>
              <a:gd name="connsiteX1334" fmla="*/ 306882 w 6501199"/>
              <a:gd name="connsiteY1334" fmla="*/ 3086844 h 6382977"/>
              <a:gd name="connsiteX1335" fmla="*/ 270676 w 6501199"/>
              <a:gd name="connsiteY1335" fmla="*/ 3133968 h 6382977"/>
              <a:gd name="connsiteX1336" fmla="*/ 232320 w 6501199"/>
              <a:gd name="connsiteY1336" fmla="*/ 3142893 h 6382977"/>
              <a:gd name="connsiteX1337" fmla="*/ 211888 w 6501199"/>
              <a:gd name="connsiteY1337" fmla="*/ 3111477 h 6382977"/>
              <a:gd name="connsiteX1338" fmla="*/ 234471 w 6501199"/>
              <a:gd name="connsiteY1338" fmla="*/ 3093627 h 6382977"/>
              <a:gd name="connsiteX1339" fmla="*/ 236622 w 6501199"/>
              <a:gd name="connsiteY1339" fmla="*/ 3068637 h 6382977"/>
              <a:gd name="connsiteX1340" fmla="*/ 272159 w 6501199"/>
              <a:gd name="connsiteY1340" fmla="*/ 3056008 h 6382977"/>
              <a:gd name="connsiteX1341" fmla="*/ 288212 w 6501199"/>
              <a:gd name="connsiteY1341" fmla="*/ 3080980 h 6382977"/>
              <a:gd name="connsiteX1342" fmla="*/ 270018 w 6501199"/>
              <a:gd name="connsiteY1342" fmla="*/ 3076342 h 6382977"/>
              <a:gd name="connsiteX1343" fmla="*/ 272159 w 6501199"/>
              <a:gd name="connsiteY1343" fmla="*/ 3056008 h 6382977"/>
              <a:gd name="connsiteX1344" fmla="*/ 4215383 w 6501199"/>
              <a:gd name="connsiteY1344" fmla="*/ 3048428 h 6382977"/>
              <a:gd name="connsiteX1345" fmla="*/ 4196573 w 6501199"/>
              <a:gd name="connsiteY1345" fmla="*/ 3051972 h 6382977"/>
              <a:gd name="connsiteX1346" fmla="*/ 4192107 w 6501199"/>
              <a:gd name="connsiteY1346" fmla="*/ 3052195 h 6382977"/>
              <a:gd name="connsiteX1347" fmla="*/ 4192450 w 6501199"/>
              <a:gd name="connsiteY1347" fmla="*/ 3054006 h 6382977"/>
              <a:gd name="connsiteX1348" fmla="*/ 4201265 w 6501199"/>
              <a:gd name="connsiteY1348" fmla="*/ 3054090 h 6382977"/>
              <a:gd name="connsiteX1349" fmla="*/ 4199927 w 6501199"/>
              <a:gd name="connsiteY1349" fmla="*/ 3058818 h 6382977"/>
              <a:gd name="connsiteX1350" fmla="*/ 4205123 w 6501199"/>
              <a:gd name="connsiteY1350" fmla="*/ 3058689 h 6382977"/>
              <a:gd name="connsiteX1351" fmla="*/ 4237883 w 6501199"/>
              <a:gd name="connsiteY1351" fmla="*/ 3061389 h 6382977"/>
              <a:gd name="connsiteX1352" fmla="*/ 4215383 w 6501199"/>
              <a:gd name="connsiteY1352" fmla="*/ 3048428 h 6382977"/>
              <a:gd name="connsiteX1353" fmla="*/ 4388844 w 6501199"/>
              <a:gd name="connsiteY1353" fmla="*/ 3045528 h 6382977"/>
              <a:gd name="connsiteX1354" fmla="*/ 4383325 w 6501199"/>
              <a:gd name="connsiteY1354" fmla="*/ 3048068 h 6382977"/>
              <a:gd name="connsiteX1355" fmla="*/ 4388506 w 6501199"/>
              <a:gd name="connsiteY1355" fmla="*/ 3047689 h 6382977"/>
              <a:gd name="connsiteX1356" fmla="*/ 4306351 w 6501199"/>
              <a:gd name="connsiteY1356" fmla="*/ 3042775 h 6382977"/>
              <a:gd name="connsiteX1357" fmla="*/ 4293955 w 6501199"/>
              <a:gd name="connsiteY1357" fmla="*/ 3045572 h 6382977"/>
              <a:gd name="connsiteX1358" fmla="*/ 4292058 w 6501199"/>
              <a:gd name="connsiteY1358" fmla="*/ 3047264 h 6382977"/>
              <a:gd name="connsiteX1359" fmla="*/ 4288455 w 6501199"/>
              <a:gd name="connsiteY1359" fmla="*/ 3048398 h 6382977"/>
              <a:gd name="connsiteX1360" fmla="*/ 4278406 w 6501199"/>
              <a:gd name="connsiteY1360" fmla="*/ 3053609 h 6382977"/>
              <a:gd name="connsiteX1361" fmla="*/ 4265243 w 6501199"/>
              <a:gd name="connsiteY1361" fmla="*/ 3059229 h 6382977"/>
              <a:gd name="connsiteX1362" fmla="*/ 4310604 w 6501199"/>
              <a:gd name="connsiteY1362" fmla="*/ 3052748 h 6382977"/>
              <a:gd name="connsiteX1363" fmla="*/ 4308468 w 6501199"/>
              <a:gd name="connsiteY1363" fmla="*/ 3047738 h 6382977"/>
              <a:gd name="connsiteX1364" fmla="*/ 4308197 w 6501199"/>
              <a:gd name="connsiteY1364" fmla="*/ 3047610 h 6382977"/>
              <a:gd name="connsiteX1365" fmla="*/ 4308331 w 6501199"/>
              <a:gd name="connsiteY1365" fmla="*/ 3047416 h 6382977"/>
              <a:gd name="connsiteX1366" fmla="*/ 5868122 w 6501199"/>
              <a:gd name="connsiteY1366" fmla="*/ 3040271 h 6382977"/>
              <a:gd name="connsiteX1367" fmla="*/ 5877321 w 6501199"/>
              <a:gd name="connsiteY1367" fmla="*/ 3045827 h 6382977"/>
              <a:gd name="connsiteX1368" fmla="*/ 5852879 w 6501199"/>
              <a:gd name="connsiteY1368" fmla="*/ 3068275 h 6382977"/>
              <a:gd name="connsiteX1369" fmla="*/ 5868122 w 6501199"/>
              <a:gd name="connsiteY1369" fmla="*/ 3040271 h 6382977"/>
              <a:gd name="connsiteX1370" fmla="*/ 4407815 w 6501199"/>
              <a:gd name="connsiteY1370" fmla="*/ 3036798 h 6382977"/>
              <a:gd name="connsiteX1371" fmla="*/ 4405764 w 6501199"/>
              <a:gd name="connsiteY1371" fmla="*/ 3037741 h 6382977"/>
              <a:gd name="connsiteX1372" fmla="*/ 4408287 w 6501199"/>
              <a:gd name="connsiteY1372" fmla="*/ 3038609 h 6382977"/>
              <a:gd name="connsiteX1373" fmla="*/ 4095727 w 6501199"/>
              <a:gd name="connsiteY1373" fmla="*/ 3030787 h 6382977"/>
              <a:gd name="connsiteX1374" fmla="*/ 4078762 w 6501199"/>
              <a:gd name="connsiteY1374" fmla="*/ 3032227 h 6382977"/>
              <a:gd name="connsiteX1375" fmla="*/ 4078350 w 6501199"/>
              <a:gd name="connsiteY1375" fmla="*/ 3033432 h 6382977"/>
              <a:gd name="connsiteX1376" fmla="*/ 4078493 w 6501199"/>
              <a:gd name="connsiteY1376" fmla="*/ 3033929 h 6382977"/>
              <a:gd name="connsiteX1377" fmla="*/ 4078252 w 6501199"/>
              <a:gd name="connsiteY1377" fmla="*/ 3033717 h 6382977"/>
              <a:gd name="connsiteX1378" fmla="*/ 4075297 w 6501199"/>
              <a:gd name="connsiteY1378" fmla="*/ 3042353 h 6382977"/>
              <a:gd name="connsiteX1379" fmla="*/ 4072940 w 6501199"/>
              <a:gd name="connsiteY1379" fmla="*/ 3046251 h 6382977"/>
              <a:gd name="connsiteX1380" fmla="*/ 4071466 w 6501199"/>
              <a:gd name="connsiteY1380" fmla="*/ 3047470 h 6382977"/>
              <a:gd name="connsiteX1381" fmla="*/ 4070645 w 6501199"/>
              <a:gd name="connsiteY1381" fmla="*/ 3052611 h 6382977"/>
              <a:gd name="connsiteX1382" fmla="*/ 4067967 w 6501199"/>
              <a:gd name="connsiteY1382" fmla="*/ 3052987 h 6382977"/>
              <a:gd name="connsiteX1383" fmla="*/ 4075128 w 6501199"/>
              <a:gd name="connsiteY1383" fmla="*/ 3053581 h 6382977"/>
              <a:gd name="connsiteX1384" fmla="*/ 4098922 w 6501199"/>
              <a:gd name="connsiteY1384" fmla="*/ 3041228 h 6382977"/>
              <a:gd name="connsiteX1385" fmla="*/ 4100954 w 6501199"/>
              <a:gd name="connsiteY1385" fmla="*/ 3033265 h 6382977"/>
              <a:gd name="connsiteX1386" fmla="*/ 4100871 w 6501199"/>
              <a:gd name="connsiteY1386" fmla="*/ 3033087 h 6382977"/>
              <a:gd name="connsiteX1387" fmla="*/ 4032443 w 6501199"/>
              <a:gd name="connsiteY1387" fmla="*/ 3029717 h 6382977"/>
              <a:gd name="connsiteX1388" fmla="*/ 4031748 w 6501199"/>
              <a:gd name="connsiteY1388" fmla="*/ 3034279 h 6382977"/>
              <a:gd name="connsiteX1389" fmla="*/ 4035202 w 6501199"/>
              <a:gd name="connsiteY1389" fmla="*/ 3030067 h 6382977"/>
              <a:gd name="connsiteX1390" fmla="*/ 4335804 w 6501199"/>
              <a:gd name="connsiteY1390" fmla="*/ 3027547 h 6382977"/>
              <a:gd name="connsiteX1391" fmla="*/ 4335394 w 6501199"/>
              <a:gd name="connsiteY1391" fmla="*/ 3028367 h 6382977"/>
              <a:gd name="connsiteX1392" fmla="*/ 4336572 w 6501199"/>
              <a:gd name="connsiteY1392" fmla="*/ 3028072 h 6382977"/>
              <a:gd name="connsiteX1393" fmla="*/ 5916912 w 6501199"/>
              <a:gd name="connsiteY1393" fmla="*/ 3025775 h 6382977"/>
              <a:gd name="connsiteX1394" fmla="*/ 5894001 w 6501199"/>
              <a:gd name="connsiteY1394" fmla="*/ 3060332 h 6382977"/>
              <a:gd name="connsiteX1395" fmla="*/ 5916912 w 6501199"/>
              <a:gd name="connsiteY1395" fmla="*/ 3025775 h 6382977"/>
              <a:gd name="connsiteX1396" fmla="*/ 4193693 w 6501199"/>
              <a:gd name="connsiteY1396" fmla="*/ 3015486 h 6382977"/>
              <a:gd name="connsiteX1397" fmla="*/ 4183163 w 6501199"/>
              <a:gd name="connsiteY1397" fmla="*/ 3023226 h 6382977"/>
              <a:gd name="connsiteX1398" fmla="*/ 4192937 w 6501199"/>
              <a:gd name="connsiteY1398" fmla="*/ 3024900 h 6382977"/>
              <a:gd name="connsiteX1399" fmla="*/ 4194425 w 6501199"/>
              <a:gd name="connsiteY1399" fmla="*/ 3022768 h 6382977"/>
              <a:gd name="connsiteX1400" fmla="*/ 4194080 w 6501199"/>
              <a:gd name="connsiteY1400" fmla="*/ 3025096 h 6382977"/>
              <a:gd name="connsiteX1401" fmla="*/ 4197878 w 6501199"/>
              <a:gd name="connsiteY1401" fmla="*/ 3025746 h 6382977"/>
              <a:gd name="connsiteX1402" fmla="*/ 4205843 w 6501199"/>
              <a:gd name="connsiteY1402" fmla="*/ 3016386 h 6382977"/>
              <a:gd name="connsiteX1403" fmla="*/ 4193693 w 6501199"/>
              <a:gd name="connsiteY1403" fmla="*/ 3015486 h 6382977"/>
              <a:gd name="connsiteX1404" fmla="*/ 4361576 w 6501199"/>
              <a:gd name="connsiteY1404" fmla="*/ 3011879 h 6382977"/>
              <a:gd name="connsiteX1405" fmla="*/ 4357928 w 6501199"/>
              <a:gd name="connsiteY1405" fmla="*/ 3015297 h 6382977"/>
              <a:gd name="connsiteX1406" fmla="*/ 4360644 w 6501199"/>
              <a:gd name="connsiteY1406" fmla="*/ 3016386 h 6382977"/>
              <a:gd name="connsiteX1407" fmla="*/ 4072727 w 6501199"/>
              <a:gd name="connsiteY1407" fmla="*/ 3011063 h 6382977"/>
              <a:gd name="connsiteX1408" fmla="*/ 4071568 w 6501199"/>
              <a:gd name="connsiteY1408" fmla="*/ 3011132 h 6382977"/>
              <a:gd name="connsiteX1409" fmla="*/ 4071111 w 6501199"/>
              <a:gd name="connsiteY1409" fmla="*/ 3011435 h 6382977"/>
              <a:gd name="connsiteX1410" fmla="*/ 4072102 w 6501199"/>
              <a:gd name="connsiteY1410" fmla="*/ 3011743 h 6382977"/>
              <a:gd name="connsiteX1411" fmla="*/ 4074764 w 6501199"/>
              <a:gd name="connsiteY1411" fmla="*/ 3020983 h 6382977"/>
              <a:gd name="connsiteX1412" fmla="*/ 4083892 w 6501199"/>
              <a:gd name="connsiteY1412" fmla="*/ 3019986 h 6382977"/>
              <a:gd name="connsiteX1413" fmla="*/ 4095131 w 6501199"/>
              <a:gd name="connsiteY1413" fmla="*/ 3020875 h 6382977"/>
              <a:gd name="connsiteX1414" fmla="*/ 4095170 w 6501199"/>
              <a:gd name="connsiteY1414" fmla="*/ 3020909 h 6382977"/>
              <a:gd name="connsiteX1415" fmla="*/ 4094913 w 6501199"/>
              <a:gd name="connsiteY1415" fmla="*/ 3020360 h 6382977"/>
              <a:gd name="connsiteX1416" fmla="*/ 4110618 w 6501199"/>
              <a:gd name="connsiteY1416" fmla="*/ 3016099 h 6382977"/>
              <a:gd name="connsiteX1417" fmla="*/ 4116136 w 6501199"/>
              <a:gd name="connsiteY1417" fmla="*/ 3015796 h 6382977"/>
              <a:gd name="connsiteX1418" fmla="*/ 4117283 w 6501199"/>
              <a:gd name="connsiteY1418" fmla="*/ 3013866 h 6382977"/>
              <a:gd name="connsiteX1419" fmla="*/ 4093482 w 6501199"/>
              <a:gd name="connsiteY1419" fmla="*/ 3011102 h 6382977"/>
              <a:gd name="connsiteX1420" fmla="*/ 4091641 w 6501199"/>
              <a:gd name="connsiteY1420" fmla="*/ 3011720 h 6382977"/>
              <a:gd name="connsiteX1421" fmla="*/ 4076380 w 6501199"/>
              <a:gd name="connsiteY1421" fmla="*/ 3012563 h 6382977"/>
              <a:gd name="connsiteX1422" fmla="*/ 4367008 w 6501199"/>
              <a:gd name="connsiteY1422" fmla="*/ 3006788 h 6382977"/>
              <a:gd name="connsiteX1423" fmla="*/ 4366487 w 6501199"/>
              <a:gd name="connsiteY1423" fmla="*/ 3007276 h 6382977"/>
              <a:gd name="connsiteX1424" fmla="*/ 4367461 w 6501199"/>
              <a:gd name="connsiteY1424" fmla="*/ 3007031 h 6382977"/>
              <a:gd name="connsiteX1425" fmla="*/ 4367450 w 6501199"/>
              <a:gd name="connsiteY1425" fmla="*/ 3007008 h 6382977"/>
              <a:gd name="connsiteX1426" fmla="*/ 4324238 w 6501199"/>
              <a:gd name="connsiteY1426" fmla="*/ 3006301 h 6382977"/>
              <a:gd name="connsiteX1427" fmla="*/ 4315284 w 6501199"/>
              <a:gd name="connsiteY1427" fmla="*/ 3011706 h 6382977"/>
              <a:gd name="connsiteX1428" fmla="*/ 4337964 w 6501199"/>
              <a:gd name="connsiteY1428" fmla="*/ 3012290 h 6382977"/>
              <a:gd name="connsiteX1429" fmla="*/ 4338159 w 6501199"/>
              <a:gd name="connsiteY1429" fmla="*/ 3012281 h 6382977"/>
              <a:gd name="connsiteX1430" fmla="*/ 4324039 w 6501199"/>
              <a:gd name="connsiteY1430" fmla="*/ 3006568 h 6382977"/>
              <a:gd name="connsiteX1431" fmla="*/ 5786830 w 6501199"/>
              <a:gd name="connsiteY1431" fmla="*/ 2997200 h 6382977"/>
              <a:gd name="connsiteX1432" fmla="*/ 5739563 w 6501199"/>
              <a:gd name="connsiteY1432" fmla="*/ 3055579 h 6382977"/>
              <a:gd name="connsiteX1433" fmla="*/ 5786830 w 6501199"/>
              <a:gd name="connsiteY1433" fmla="*/ 2997200 h 6382977"/>
              <a:gd name="connsiteX1434" fmla="*/ 3630322 w 6501199"/>
              <a:gd name="connsiteY1434" fmla="*/ 2994339 h 6382977"/>
              <a:gd name="connsiteX1435" fmla="*/ 3621390 w 6501199"/>
              <a:gd name="connsiteY1435" fmla="*/ 3001287 h 6382977"/>
              <a:gd name="connsiteX1436" fmla="*/ 3621348 w 6501199"/>
              <a:gd name="connsiteY1436" fmla="*/ 3004042 h 6382977"/>
              <a:gd name="connsiteX1437" fmla="*/ 3627725 w 6501199"/>
              <a:gd name="connsiteY1437" fmla="*/ 3009088 h 6382977"/>
              <a:gd name="connsiteX1438" fmla="*/ 4547065 w 6501199"/>
              <a:gd name="connsiteY1438" fmla="*/ 2992982 h 6382977"/>
              <a:gd name="connsiteX1439" fmla="*/ 4537162 w 6501199"/>
              <a:gd name="connsiteY1439" fmla="*/ 2993210 h 6382977"/>
              <a:gd name="connsiteX1440" fmla="*/ 4540466 w 6501199"/>
              <a:gd name="connsiteY1440" fmla="*/ 3003373 h 6382977"/>
              <a:gd name="connsiteX1441" fmla="*/ 4544423 w 6501199"/>
              <a:gd name="connsiteY1441" fmla="*/ 3006464 h 6382977"/>
              <a:gd name="connsiteX1442" fmla="*/ 4545360 w 6501199"/>
              <a:gd name="connsiteY1442" fmla="*/ 3005810 h 6382977"/>
              <a:gd name="connsiteX1443" fmla="*/ 4547126 w 6501199"/>
              <a:gd name="connsiteY1443" fmla="*/ 2998025 h 6382977"/>
              <a:gd name="connsiteX1444" fmla="*/ 4547711 w 6501199"/>
              <a:gd name="connsiteY1444" fmla="*/ 3004865 h 6382977"/>
              <a:gd name="connsiteX1445" fmla="*/ 4550589 w 6501199"/>
              <a:gd name="connsiteY1445" fmla="*/ 3009673 h 6382977"/>
              <a:gd name="connsiteX1446" fmla="*/ 4560583 w 6501199"/>
              <a:gd name="connsiteY1446" fmla="*/ 3004408 h 6382977"/>
              <a:gd name="connsiteX1447" fmla="*/ 4551447 w 6501199"/>
              <a:gd name="connsiteY1447" fmla="*/ 2997297 h 6382977"/>
              <a:gd name="connsiteX1448" fmla="*/ 4603788 w 6501199"/>
              <a:gd name="connsiteY1448" fmla="*/ 2992887 h 6382977"/>
              <a:gd name="connsiteX1449" fmla="*/ 4603654 w 6501199"/>
              <a:gd name="connsiteY1449" fmla="*/ 2993581 h 6382977"/>
              <a:gd name="connsiteX1450" fmla="*/ 4605583 w 6501199"/>
              <a:gd name="connsiteY1450" fmla="*/ 2993342 h 6382977"/>
              <a:gd name="connsiteX1451" fmla="*/ 538976 w 6501199"/>
              <a:gd name="connsiteY1451" fmla="*/ 2991057 h 6382977"/>
              <a:gd name="connsiteX1452" fmla="*/ 505155 w 6501199"/>
              <a:gd name="connsiteY1452" fmla="*/ 3020769 h 6382977"/>
              <a:gd name="connsiteX1453" fmla="*/ 566361 w 6501199"/>
              <a:gd name="connsiteY1453" fmla="*/ 3018610 h 6382977"/>
              <a:gd name="connsiteX1454" fmla="*/ 555200 w 6501199"/>
              <a:gd name="connsiteY1454" fmla="*/ 2991254 h 6382977"/>
              <a:gd name="connsiteX1455" fmla="*/ 538976 w 6501199"/>
              <a:gd name="connsiteY1455" fmla="*/ 2991057 h 6382977"/>
              <a:gd name="connsiteX1456" fmla="*/ 5461339 w 6501199"/>
              <a:gd name="connsiteY1456" fmla="*/ 2990762 h 6382977"/>
              <a:gd name="connsiteX1457" fmla="*/ 5415602 w 6501199"/>
              <a:gd name="connsiteY1457" fmla="*/ 3031765 h 6382977"/>
              <a:gd name="connsiteX1458" fmla="*/ 5408760 w 6501199"/>
              <a:gd name="connsiteY1458" fmla="*/ 3018098 h 6382977"/>
              <a:gd name="connsiteX1459" fmla="*/ 5395075 w 6501199"/>
              <a:gd name="connsiteY1459" fmla="*/ 3022773 h 6382977"/>
              <a:gd name="connsiteX1460" fmla="*/ 5461339 w 6501199"/>
              <a:gd name="connsiteY1460" fmla="*/ 2990762 h 6382977"/>
              <a:gd name="connsiteX1461" fmla="*/ 4622150 w 6501199"/>
              <a:gd name="connsiteY1461" fmla="*/ 2990727 h 6382977"/>
              <a:gd name="connsiteX1462" fmla="*/ 4622069 w 6501199"/>
              <a:gd name="connsiteY1462" fmla="*/ 2991295 h 6382977"/>
              <a:gd name="connsiteX1463" fmla="*/ 4622890 w 6501199"/>
              <a:gd name="connsiteY1463" fmla="*/ 2991193 h 6382977"/>
              <a:gd name="connsiteX1464" fmla="*/ 3933222 w 6501199"/>
              <a:gd name="connsiteY1464" fmla="*/ 2990008 h 6382977"/>
              <a:gd name="connsiteX1465" fmla="*/ 3933123 w 6501199"/>
              <a:gd name="connsiteY1465" fmla="*/ 2990039 h 6382977"/>
              <a:gd name="connsiteX1466" fmla="*/ 3921218 w 6501199"/>
              <a:gd name="connsiteY1466" fmla="*/ 2993671 h 6382977"/>
              <a:gd name="connsiteX1467" fmla="*/ 3923123 w 6501199"/>
              <a:gd name="connsiteY1467" fmla="*/ 2996117 h 6382977"/>
              <a:gd name="connsiteX1468" fmla="*/ 3927336 w 6501199"/>
              <a:gd name="connsiteY1468" fmla="*/ 2996089 h 6382977"/>
              <a:gd name="connsiteX1469" fmla="*/ 3932141 w 6501199"/>
              <a:gd name="connsiteY1469" fmla="*/ 2995950 h 6382977"/>
              <a:gd name="connsiteX1470" fmla="*/ 3933578 w 6501199"/>
              <a:gd name="connsiteY1470" fmla="*/ 2991132 h 6382977"/>
              <a:gd name="connsiteX1471" fmla="*/ 4691017 w 6501199"/>
              <a:gd name="connsiteY1471" fmla="*/ 2986554 h 6382977"/>
              <a:gd name="connsiteX1472" fmla="*/ 4673534 w 6501199"/>
              <a:gd name="connsiteY1472" fmla="*/ 2992381 h 6382977"/>
              <a:gd name="connsiteX1473" fmla="*/ 4672894 w 6501199"/>
              <a:gd name="connsiteY1473" fmla="*/ 2992111 h 6382977"/>
              <a:gd name="connsiteX1474" fmla="*/ 4668329 w 6501199"/>
              <a:gd name="connsiteY1474" fmla="*/ 2994998 h 6382977"/>
              <a:gd name="connsiteX1475" fmla="*/ 4658727 w 6501199"/>
              <a:gd name="connsiteY1475" fmla="*/ 2998025 h 6382977"/>
              <a:gd name="connsiteX1476" fmla="*/ 4670247 w 6501199"/>
              <a:gd name="connsiteY1476" fmla="*/ 3007025 h 6382977"/>
              <a:gd name="connsiteX1477" fmla="*/ 4672623 w 6501199"/>
              <a:gd name="connsiteY1477" fmla="*/ 3004262 h 6382977"/>
              <a:gd name="connsiteX1478" fmla="*/ 4672837 w 6501199"/>
              <a:gd name="connsiteY1478" fmla="*/ 3001962 h 6382977"/>
              <a:gd name="connsiteX1479" fmla="*/ 4673723 w 6501199"/>
              <a:gd name="connsiteY1479" fmla="*/ 3002982 h 6382977"/>
              <a:gd name="connsiteX1480" fmla="*/ 4675973 w 6501199"/>
              <a:gd name="connsiteY1480" fmla="*/ 3000365 h 6382977"/>
              <a:gd name="connsiteX1481" fmla="*/ 4699767 w 6501199"/>
              <a:gd name="connsiteY1481" fmla="*/ 2989024 h 6382977"/>
              <a:gd name="connsiteX1482" fmla="*/ 4711900 w 6501199"/>
              <a:gd name="connsiteY1482" fmla="*/ 2983694 h 6382977"/>
              <a:gd name="connsiteX1483" fmla="*/ 4710927 w 6501199"/>
              <a:gd name="connsiteY1483" fmla="*/ 2984344 h 6382977"/>
              <a:gd name="connsiteX1484" fmla="*/ 4712850 w 6501199"/>
              <a:gd name="connsiteY1484" fmla="*/ 2984539 h 6382977"/>
              <a:gd name="connsiteX1485" fmla="*/ 4607966 w 6501199"/>
              <a:gd name="connsiteY1485" fmla="*/ 2978493 h 6382977"/>
              <a:gd name="connsiteX1486" fmla="*/ 4596786 w 6501199"/>
              <a:gd name="connsiteY1486" fmla="*/ 2983152 h 6382977"/>
              <a:gd name="connsiteX1487" fmla="*/ 4612789 w 6501199"/>
              <a:gd name="connsiteY1487" fmla="*/ 2988567 h 6382977"/>
              <a:gd name="connsiteX1488" fmla="*/ 4622363 w 6501199"/>
              <a:gd name="connsiteY1488" fmla="*/ 2980040 h 6382977"/>
              <a:gd name="connsiteX1489" fmla="*/ 5805651 w 6501199"/>
              <a:gd name="connsiteY1489" fmla="*/ 2971949 h 6382977"/>
              <a:gd name="connsiteX1490" fmla="*/ 5812230 w 6501199"/>
              <a:gd name="connsiteY1490" fmla="*/ 2976509 h 6382977"/>
              <a:gd name="connsiteX1491" fmla="*/ 5793985 w 6501199"/>
              <a:gd name="connsiteY1491" fmla="*/ 2996843 h 6382977"/>
              <a:gd name="connsiteX1492" fmla="*/ 5787188 w 6501199"/>
              <a:gd name="connsiteY1492" fmla="*/ 2983287 h 6382977"/>
              <a:gd name="connsiteX1493" fmla="*/ 5805651 w 6501199"/>
              <a:gd name="connsiteY1493" fmla="*/ 2971949 h 6382977"/>
              <a:gd name="connsiteX1494" fmla="*/ 4783185 w 6501199"/>
              <a:gd name="connsiteY1494" fmla="*/ 2971087 h 6382977"/>
              <a:gd name="connsiteX1495" fmla="*/ 4765025 w 6501199"/>
              <a:gd name="connsiteY1495" fmla="*/ 2971576 h 6382977"/>
              <a:gd name="connsiteX1496" fmla="*/ 4762734 w 6501199"/>
              <a:gd name="connsiteY1496" fmla="*/ 2971131 h 6382977"/>
              <a:gd name="connsiteX1497" fmla="*/ 4756512 w 6501199"/>
              <a:gd name="connsiteY1497" fmla="*/ 2978713 h 6382977"/>
              <a:gd name="connsiteX1498" fmla="*/ 4745127 w 6501199"/>
              <a:gd name="connsiteY1498" fmla="*/ 2982183 h 6382977"/>
              <a:gd name="connsiteX1499" fmla="*/ 4774945 w 6501199"/>
              <a:gd name="connsiteY1499" fmla="*/ 2976665 h 6382977"/>
              <a:gd name="connsiteX1500" fmla="*/ 4778028 w 6501199"/>
              <a:gd name="connsiteY1500" fmla="*/ 2976302 h 6382977"/>
              <a:gd name="connsiteX1501" fmla="*/ 4783666 w 6501199"/>
              <a:gd name="connsiteY1501" fmla="*/ 2971773 h 6382977"/>
              <a:gd name="connsiteX1502" fmla="*/ 4743012 w 6501199"/>
              <a:gd name="connsiteY1502" fmla="*/ 2969355 h 6382977"/>
              <a:gd name="connsiteX1503" fmla="*/ 4737297 w 6501199"/>
              <a:gd name="connsiteY1503" fmla="*/ 2970496 h 6382977"/>
              <a:gd name="connsiteX1504" fmla="*/ 4735607 w 6501199"/>
              <a:gd name="connsiteY1504" fmla="*/ 2975775 h 6382977"/>
              <a:gd name="connsiteX1505" fmla="*/ 4724715 w 6501199"/>
              <a:gd name="connsiteY1505" fmla="*/ 2982728 h 6382977"/>
              <a:gd name="connsiteX1506" fmla="*/ 4723999 w 6501199"/>
              <a:gd name="connsiteY1506" fmla="*/ 2985668 h 6382977"/>
              <a:gd name="connsiteX1507" fmla="*/ 4724697 w 6501199"/>
              <a:gd name="connsiteY1507" fmla="*/ 2985739 h 6382977"/>
              <a:gd name="connsiteX1508" fmla="*/ 4731447 w 6501199"/>
              <a:gd name="connsiteY1508" fmla="*/ 2989024 h 6382977"/>
              <a:gd name="connsiteX1509" fmla="*/ 4743687 w 6501199"/>
              <a:gd name="connsiteY1509" fmla="*/ 2980383 h 6382977"/>
              <a:gd name="connsiteX1510" fmla="*/ 4746729 w 6501199"/>
              <a:gd name="connsiteY1510" fmla="*/ 2970342 h 6382977"/>
              <a:gd name="connsiteX1511" fmla="*/ 6013275 w 6501199"/>
              <a:gd name="connsiteY1511" fmla="*/ 2966567 h 6382977"/>
              <a:gd name="connsiteX1512" fmla="*/ 6023371 w 6501199"/>
              <a:gd name="connsiteY1512" fmla="*/ 2970365 h 6382977"/>
              <a:gd name="connsiteX1513" fmla="*/ 5998929 w 6501199"/>
              <a:gd name="connsiteY1513" fmla="*/ 2988898 h 6382977"/>
              <a:gd name="connsiteX1514" fmla="*/ 6013275 w 6501199"/>
              <a:gd name="connsiteY1514" fmla="*/ 2966567 h 6382977"/>
              <a:gd name="connsiteX1515" fmla="*/ 4686087 w 6501199"/>
              <a:gd name="connsiteY1515" fmla="*/ 2959502 h 6382977"/>
              <a:gd name="connsiteX1516" fmla="*/ 4674342 w 6501199"/>
              <a:gd name="connsiteY1516" fmla="*/ 2967332 h 6382977"/>
              <a:gd name="connsiteX1517" fmla="*/ 4672135 w 6501199"/>
              <a:gd name="connsiteY1517" fmla="*/ 2972286 h 6382977"/>
              <a:gd name="connsiteX1518" fmla="*/ 4691039 w 6501199"/>
              <a:gd name="connsiteY1518" fmla="*/ 2970486 h 6382977"/>
              <a:gd name="connsiteX1519" fmla="*/ 4691951 w 6501199"/>
              <a:gd name="connsiteY1519" fmla="*/ 2970023 h 6382977"/>
              <a:gd name="connsiteX1520" fmla="*/ 4689057 w 6501199"/>
              <a:gd name="connsiteY1520" fmla="*/ 2966612 h 6382977"/>
              <a:gd name="connsiteX1521" fmla="*/ 4686087 w 6501199"/>
              <a:gd name="connsiteY1521" fmla="*/ 2959502 h 6382977"/>
              <a:gd name="connsiteX1522" fmla="*/ 5443824 w 6501199"/>
              <a:gd name="connsiteY1522" fmla="*/ 2959100 h 6382977"/>
              <a:gd name="connsiteX1523" fmla="*/ 5464561 w 6501199"/>
              <a:gd name="connsiteY1523" fmla="*/ 2970348 h 6382977"/>
              <a:gd name="connsiteX1524" fmla="*/ 5439095 w 6501199"/>
              <a:gd name="connsiteY1524" fmla="*/ 2981960 h 6382977"/>
              <a:gd name="connsiteX1525" fmla="*/ 5443824 w 6501199"/>
              <a:gd name="connsiteY1525" fmla="*/ 2959100 h 6382977"/>
              <a:gd name="connsiteX1526" fmla="*/ 5499752 w 6501199"/>
              <a:gd name="connsiteY1526" fmla="*/ 2943378 h 6382977"/>
              <a:gd name="connsiteX1527" fmla="*/ 5481725 w 6501199"/>
              <a:gd name="connsiteY1527" fmla="*/ 2966320 h 6382977"/>
              <a:gd name="connsiteX1528" fmla="*/ 5499752 w 6501199"/>
              <a:gd name="connsiteY1528" fmla="*/ 2943378 h 6382977"/>
              <a:gd name="connsiteX1529" fmla="*/ 5832167 w 6501199"/>
              <a:gd name="connsiteY1529" fmla="*/ 2936875 h 6382977"/>
              <a:gd name="connsiteX1530" fmla="*/ 5815825 w 6501199"/>
              <a:gd name="connsiteY1530" fmla="*/ 2973029 h 6382977"/>
              <a:gd name="connsiteX1531" fmla="*/ 5832167 w 6501199"/>
              <a:gd name="connsiteY1531" fmla="*/ 2936875 h 6382977"/>
              <a:gd name="connsiteX1532" fmla="*/ 4636269 w 6501199"/>
              <a:gd name="connsiteY1532" fmla="*/ 2936119 h 6382977"/>
              <a:gd name="connsiteX1533" fmla="*/ 4632906 w 6501199"/>
              <a:gd name="connsiteY1533" fmla="*/ 2944780 h 6382977"/>
              <a:gd name="connsiteX1534" fmla="*/ 4624310 w 6501199"/>
              <a:gd name="connsiteY1534" fmla="*/ 2954365 h 6382977"/>
              <a:gd name="connsiteX1535" fmla="*/ 4621790 w 6501199"/>
              <a:gd name="connsiteY1535" fmla="*/ 2938255 h 6382977"/>
              <a:gd name="connsiteX1536" fmla="*/ 4622524 w 6501199"/>
              <a:gd name="connsiteY1536" fmla="*/ 2936362 h 6382977"/>
              <a:gd name="connsiteX1537" fmla="*/ 4619846 w 6501199"/>
              <a:gd name="connsiteY1537" fmla="*/ 2936820 h 6382977"/>
              <a:gd name="connsiteX1538" fmla="*/ 4613006 w 6501199"/>
              <a:gd name="connsiteY1538" fmla="*/ 2954822 h 6382977"/>
              <a:gd name="connsiteX1539" fmla="*/ 4613006 w 6501199"/>
              <a:gd name="connsiteY1539" fmla="*/ 2961662 h 6382977"/>
              <a:gd name="connsiteX1540" fmla="*/ 4608686 w 6501199"/>
              <a:gd name="connsiteY1540" fmla="*/ 2968502 h 6382977"/>
              <a:gd name="connsiteX1541" fmla="*/ 4624526 w 6501199"/>
              <a:gd name="connsiteY1541" fmla="*/ 2970663 h 6382977"/>
              <a:gd name="connsiteX1542" fmla="*/ 4640367 w 6501199"/>
              <a:gd name="connsiteY1542" fmla="*/ 2936820 h 6382977"/>
              <a:gd name="connsiteX1543" fmla="*/ 252025 w 6501199"/>
              <a:gd name="connsiteY1543" fmla="*/ 2928937 h 6382977"/>
              <a:gd name="connsiteX1544" fmla="*/ 258854 w 6501199"/>
              <a:gd name="connsiteY1544" fmla="*/ 2958290 h 6382977"/>
              <a:gd name="connsiteX1545" fmla="*/ 227224 w 6501199"/>
              <a:gd name="connsiteY1545" fmla="*/ 2955785 h 6382977"/>
              <a:gd name="connsiteX1546" fmla="*/ 252025 w 6501199"/>
              <a:gd name="connsiteY1546" fmla="*/ 2928937 h 6382977"/>
              <a:gd name="connsiteX1547" fmla="*/ 5626997 w 6501199"/>
              <a:gd name="connsiteY1547" fmla="*/ 2925762 h 6382977"/>
              <a:gd name="connsiteX1548" fmla="*/ 5624866 w 6501199"/>
              <a:gd name="connsiteY1548" fmla="*/ 2934847 h 6382977"/>
              <a:gd name="connsiteX1549" fmla="*/ 5631258 w 6501199"/>
              <a:gd name="connsiteY1549" fmla="*/ 2948657 h 6382977"/>
              <a:gd name="connsiteX1550" fmla="*/ 5618119 w 6501199"/>
              <a:gd name="connsiteY1550" fmla="*/ 2955561 h 6382977"/>
              <a:gd name="connsiteX1551" fmla="*/ 5626997 w 6501199"/>
              <a:gd name="connsiteY1551" fmla="*/ 2925762 h 6382977"/>
              <a:gd name="connsiteX1552" fmla="*/ 5569016 w 6501199"/>
              <a:gd name="connsiteY1552" fmla="*/ 2913062 h 6382977"/>
              <a:gd name="connsiteX1553" fmla="*/ 5557561 w 6501199"/>
              <a:gd name="connsiteY1553" fmla="*/ 2938104 h 6382977"/>
              <a:gd name="connsiteX1554" fmla="*/ 5569016 w 6501199"/>
              <a:gd name="connsiteY1554" fmla="*/ 2913062 h 6382977"/>
              <a:gd name="connsiteX1555" fmla="*/ 4963533 w 6501199"/>
              <a:gd name="connsiteY1555" fmla="*/ 2909563 h 6382977"/>
              <a:gd name="connsiteX1556" fmla="*/ 4956803 w 6501199"/>
              <a:gd name="connsiteY1556" fmla="*/ 2913035 h 6382977"/>
              <a:gd name="connsiteX1557" fmla="*/ 4961344 w 6501199"/>
              <a:gd name="connsiteY1557" fmla="*/ 2914170 h 6382977"/>
              <a:gd name="connsiteX1558" fmla="*/ 5951087 w 6501199"/>
              <a:gd name="connsiteY1558" fmla="*/ 2906294 h 6382977"/>
              <a:gd name="connsiteX1559" fmla="*/ 5955752 w 6501199"/>
              <a:gd name="connsiteY1559" fmla="*/ 2942863 h 6382977"/>
              <a:gd name="connsiteX1560" fmla="*/ 5951087 w 6501199"/>
              <a:gd name="connsiteY1560" fmla="*/ 2906294 h 6382977"/>
              <a:gd name="connsiteX1561" fmla="*/ 5529315 w 6501199"/>
              <a:gd name="connsiteY1561" fmla="*/ 2889250 h 6382977"/>
              <a:gd name="connsiteX1562" fmla="*/ 5495065 w 6501199"/>
              <a:gd name="connsiteY1562" fmla="*/ 2934416 h 6382977"/>
              <a:gd name="connsiteX1563" fmla="*/ 5556716 w 6501199"/>
              <a:gd name="connsiteY1563" fmla="*/ 2889250 h 6382977"/>
              <a:gd name="connsiteX1564" fmla="*/ 5554552 w 6501199"/>
              <a:gd name="connsiteY1564" fmla="*/ 2900362 h 6382977"/>
              <a:gd name="connsiteX1565" fmla="*/ 5558879 w 6501199"/>
              <a:gd name="connsiteY1565" fmla="*/ 2916493 h 6382977"/>
              <a:gd name="connsiteX1566" fmla="*/ 5472351 w 6501199"/>
              <a:gd name="connsiteY1566" fmla="*/ 2988903 h 6382977"/>
              <a:gd name="connsiteX1567" fmla="*/ 5463338 w 6501199"/>
              <a:gd name="connsiteY1567" fmla="*/ 2963811 h 6382977"/>
              <a:gd name="connsiteX1568" fmla="*/ 5529315 w 6501199"/>
              <a:gd name="connsiteY1568" fmla="*/ 2889250 h 6382977"/>
              <a:gd name="connsiteX1569" fmla="*/ 5027369 w 6501199"/>
              <a:gd name="connsiteY1569" fmla="*/ 2856895 h 6382977"/>
              <a:gd name="connsiteX1570" fmla="*/ 5026514 w 6501199"/>
              <a:gd name="connsiteY1570" fmla="*/ 2858920 h 6382977"/>
              <a:gd name="connsiteX1571" fmla="*/ 5024078 w 6501199"/>
              <a:gd name="connsiteY1571" fmla="*/ 2864691 h 6382977"/>
              <a:gd name="connsiteX1572" fmla="*/ 5024153 w 6501199"/>
              <a:gd name="connsiteY1572" fmla="*/ 2865133 h 6382977"/>
              <a:gd name="connsiteX1573" fmla="*/ 5025260 w 6501199"/>
              <a:gd name="connsiteY1573" fmla="*/ 2871928 h 6382977"/>
              <a:gd name="connsiteX1574" fmla="*/ 5031284 w 6501199"/>
              <a:gd name="connsiteY1574" fmla="*/ 2870441 h 6382977"/>
              <a:gd name="connsiteX1575" fmla="*/ 5038529 w 6501199"/>
              <a:gd name="connsiteY1575" fmla="*/ 2859415 h 6382977"/>
              <a:gd name="connsiteX1576" fmla="*/ 5027369 w 6501199"/>
              <a:gd name="connsiteY1576" fmla="*/ 2856895 h 6382977"/>
              <a:gd name="connsiteX1577" fmla="*/ 5886913 w 6501199"/>
              <a:gd name="connsiteY1577" fmla="*/ 2855912 h 6382977"/>
              <a:gd name="connsiteX1578" fmla="*/ 5850209 w 6501199"/>
              <a:gd name="connsiteY1578" fmla="*/ 2928579 h 6382977"/>
              <a:gd name="connsiteX1579" fmla="*/ 5836400 w 6501199"/>
              <a:gd name="connsiteY1579" fmla="*/ 2912470 h 6382977"/>
              <a:gd name="connsiteX1580" fmla="*/ 5886913 w 6501199"/>
              <a:gd name="connsiteY1580" fmla="*/ 2855912 h 6382977"/>
              <a:gd name="connsiteX1581" fmla="*/ 6090037 w 6501199"/>
              <a:gd name="connsiteY1581" fmla="*/ 2844800 h 6382977"/>
              <a:gd name="connsiteX1582" fmla="*/ 6071503 w 6501199"/>
              <a:gd name="connsiteY1582" fmla="*/ 2890150 h 6382977"/>
              <a:gd name="connsiteX1583" fmla="*/ 6043884 w 6501199"/>
              <a:gd name="connsiteY1583" fmla="*/ 2933340 h 6382977"/>
              <a:gd name="connsiteX1584" fmla="*/ 6030075 w 6501199"/>
              <a:gd name="connsiteY1584" fmla="*/ 2924342 h 6382977"/>
              <a:gd name="connsiteX1585" fmla="*/ 6090037 w 6501199"/>
              <a:gd name="connsiteY1585" fmla="*/ 2844800 h 6382977"/>
              <a:gd name="connsiteX1586" fmla="*/ 4907326 w 6501199"/>
              <a:gd name="connsiteY1586" fmla="*/ 2837622 h 6382977"/>
              <a:gd name="connsiteX1587" fmla="*/ 4900963 w 6501199"/>
              <a:gd name="connsiteY1587" fmla="*/ 2839524 h 6382977"/>
              <a:gd name="connsiteX1588" fmla="*/ 4892787 w 6501199"/>
              <a:gd name="connsiteY1588" fmla="*/ 2851488 h 6382977"/>
              <a:gd name="connsiteX1589" fmla="*/ 4910108 w 6501199"/>
              <a:gd name="connsiteY1589" fmla="*/ 2841756 h 6382977"/>
              <a:gd name="connsiteX1590" fmla="*/ 5011169 w 6501199"/>
              <a:gd name="connsiteY1590" fmla="*/ 2834213 h 6382977"/>
              <a:gd name="connsiteX1591" fmla="*/ 5008857 w 6501199"/>
              <a:gd name="connsiteY1591" fmla="*/ 2834951 h 6382977"/>
              <a:gd name="connsiteX1592" fmla="*/ 5006753 w 6501199"/>
              <a:gd name="connsiteY1592" fmla="*/ 2840377 h 6382977"/>
              <a:gd name="connsiteX1593" fmla="*/ 5011494 w 6501199"/>
              <a:gd name="connsiteY1593" fmla="*/ 2834925 h 6382977"/>
              <a:gd name="connsiteX1594" fmla="*/ 5045369 w 6501199"/>
              <a:gd name="connsiteY1594" fmla="*/ 2829533 h 6382977"/>
              <a:gd name="connsiteX1595" fmla="*/ 5036369 w 6501199"/>
              <a:gd name="connsiteY1595" fmla="*/ 2841054 h 6382977"/>
              <a:gd name="connsiteX1596" fmla="*/ 5045369 w 6501199"/>
              <a:gd name="connsiteY1596" fmla="*/ 2861575 h 6382977"/>
              <a:gd name="connsiteX1597" fmla="*/ 5063280 w 6501199"/>
              <a:gd name="connsiteY1597" fmla="*/ 2848434 h 6382977"/>
              <a:gd name="connsiteX1598" fmla="*/ 5067179 w 6501199"/>
              <a:gd name="connsiteY1598" fmla="*/ 2845884 h 6382977"/>
              <a:gd name="connsiteX1599" fmla="*/ 5060844 w 6501199"/>
              <a:gd name="connsiteY1599" fmla="*/ 2837060 h 6382977"/>
              <a:gd name="connsiteX1600" fmla="*/ 5060472 w 6501199"/>
              <a:gd name="connsiteY1600" fmla="*/ 2836427 h 6382977"/>
              <a:gd name="connsiteX1601" fmla="*/ 5052209 w 6501199"/>
              <a:gd name="connsiteY1601" fmla="*/ 2845734 h 6382977"/>
              <a:gd name="connsiteX1602" fmla="*/ 5045369 w 6501199"/>
              <a:gd name="connsiteY1602" fmla="*/ 2829533 h 6382977"/>
              <a:gd name="connsiteX1603" fmla="*/ 4822528 w 6501199"/>
              <a:gd name="connsiteY1603" fmla="*/ 2829533 h 6382977"/>
              <a:gd name="connsiteX1604" fmla="*/ 4813528 w 6501199"/>
              <a:gd name="connsiteY1604" fmla="*/ 2843214 h 6382977"/>
              <a:gd name="connsiteX1605" fmla="*/ 4825093 w 6501199"/>
              <a:gd name="connsiteY1605" fmla="*/ 2843574 h 6382977"/>
              <a:gd name="connsiteX1606" fmla="*/ 4827313 w 6501199"/>
              <a:gd name="connsiteY1606" fmla="*/ 2839600 h 6382977"/>
              <a:gd name="connsiteX1607" fmla="*/ 4824325 w 6501199"/>
              <a:gd name="connsiteY1607" fmla="*/ 2834394 h 6382977"/>
              <a:gd name="connsiteX1608" fmla="*/ 4822687 w 6501199"/>
              <a:gd name="connsiteY1608" fmla="*/ 2829577 h 6382977"/>
              <a:gd name="connsiteX1609" fmla="*/ 5698288 w 6501199"/>
              <a:gd name="connsiteY1609" fmla="*/ 2828925 h 6382977"/>
              <a:gd name="connsiteX1610" fmla="*/ 5725210 w 6501199"/>
              <a:gd name="connsiteY1610" fmla="*/ 2868248 h 6382977"/>
              <a:gd name="connsiteX1611" fmla="*/ 5698288 w 6501199"/>
              <a:gd name="connsiteY1611" fmla="*/ 2828925 h 6382977"/>
              <a:gd name="connsiteX1612" fmla="*/ 5051945 w 6501199"/>
              <a:gd name="connsiteY1612" fmla="*/ 2821928 h 6382977"/>
              <a:gd name="connsiteX1613" fmla="*/ 5051669 w 6501199"/>
              <a:gd name="connsiteY1613" fmla="*/ 2822288 h 6382977"/>
              <a:gd name="connsiteX1614" fmla="*/ 5050049 w 6501199"/>
              <a:gd name="connsiteY1614" fmla="*/ 2827373 h 6382977"/>
              <a:gd name="connsiteX1615" fmla="*/ 5053874 w 6501199"/>
              <a:gd name="connsiteY1615" fmla="*/ 2825208 h 6382977"/>
              <a:gd name="connsiteX1616" fmla="*/ 5027369 w 6501199"/>
              <a:gd name="connsiteY1616" fmla="*/ 2818372 h 6382977"/>
              <a:gd name="connsiteX1617" fmla="*/ 5016394 w 6501199"/>
              <a:gd name="connsiteY1617" fmla="*/ 2820268 h 6382977"/>
              <a:gd name="connsiteX1618" fmla="*/ 5013565 w 6501199"/>
              <a:gd name="connsiteY1618" fmla="*/ 2822805 h 6382977"/>
              <a:gd name="connsiteX1619" fmla="*/ 5010575 w 6501199"/>
              <a:gd name="connsiteY1619" fmla="*/ 2830519 h 6382977"/>
              <a:gd name="connsiteX1620" fmla="*/ 5013314 w 6501199"/>
              <a:gd name="connsiteY1620" fmla="*/ 2832832 h 6382977"/>
              <a:gd name="connsiteX1621" fmla="*/ 5013951 w 6501199"/>
              <a:gd name="connsiteY1621" fmla="*/ 2832100 h 6382977"/>
              <a:gd name="connsiteX1622" fmla="*/ 5014416 w 6501199"/>
              <a:gd name="connsiteY1622" fmla="*/ 2833762 h 6382977"/>
              <a:gd name="connsiteX1623" fmla="*/ 5016389 w 6501199"/>
              <a:gd name="connsiteY1623" fmla="*/ 2835428 h 6382977"/>
              <a:gd name="connsiteX1624" fmla="*/ 5022689 w 6501199"/>
              <a:gd name="connsiteY1624" fmla="*/ 2843214 h 6382977"/>
              <a:gd name="connsiteX1625" fmla="*/ 5027369 w 6501199"/>
              <a:gd name="connsiteY1625" fmla="*/ 2818372 h 6382977"/>
              <a:gd name="connsiteX1626" fmla="*/ 6101820 w 6501199"/>
              <a:gd name="connsiteY1626" fmla="*/ 2814889 h 6382977"/>
              <a:gd name="connsiteX1627" fmla="*/ 6112267 w 6501199"/>
              <a:gd name="connsiteY1627" fmla="*/ 2818715 h 6382977"/>
              <a:gd name="connsiteX1628" fmla="*/ 6094022 w 6501199"/>
              <a:gd name="connsiteY1628" fmla="*/ 2841267 h 6382977"/>
              <a:gd name="connsiteX1629" fmla="*/ 6101820 w 6501199"/>
              <a:gd name="connsiteY1629" fmla="*/ 2814889 h 6382977"/>
              <a:gd name="connsiteX1630" fmla="*/ 5026984 w 6501199"/>
              <a:gd name="connsiteY1630" fmla="*/ 2810769 h 6382977"/>
              <a:gd name="connsiteX1631" fmla="*/ 5026115 w 6501199"/>
              <a:gd name="connsiteY1631" fmla="*/ 2811549 h 6382977"/>
              <a:gd name="connsiteX1632" fmla="*/ 5027369 w 6501199"/>
              <a:gd name="connsiteY1632" fmla="*/ 2811532 h 6382977"/>
              <a:gd name="connsiteX1633" fmla="*/ 5073081 w 6501199"/>
              <a:gd name="connsiteY1633" fmla="*/ 2809378 h 6382977"/>
              <a:gd name="connsiteX1634" fmla="*/ 5068419 w 6501199"/>
              <a:gd name="connsiteY1634" fmla="*/ 2815828 h 6382977"/>
              <a:gd name="connsiteX1635" fmla="*/ 5068875 w 6501199"/>
              <a:gd name="connsiteY1635" fmla="*/ 2816738 h 6382977"/>
              <a:gd name="connsiteX1636" fmla="*/ 5079066 w 6501199"/>
              <a:gd name="connsiteY1636" fmla="*/ 2814350 h 6382977"/>
              <a:gd name="connsiteX1637" fmla="*/ 5104636 w 6501199"/>
              <a:gd name="connsiteY1637" fmla="*/ 2806870 h 6382977"/>
              <a:gd name="connsiteX1638" fmla="*/ 5107146 w 6501199"/>
              <a:gd name="connsiteY1638" fmla="*/ 2825145 h 6382977"/>
              <a:gd name="connsiteX1639" fmla="*/ 5082538 w 6501199"/>
              <a:gd name="connsiteY1639" fmla="*/ 2817234 h 6382977"/>
              <a:gd name="connsiteX1640" fmla="*/ 5081692 w 6501199"/>
              <a:gd name="connsiteY1640" fmla="*/ 2816531 h 6382977"/>
              <a:gd name="connsiteX1641" fmla="*/ 5077522 w 6501199"/>
              <a:gd name="connsiteY1641" fmla="*/ 2818749 h 6382977"/>
              <a:gd name="connsiteX1642" fmla="*/ 5072346 w 6501199"/>
              <a:gd name="connsiteY1642" fmla="*/ 2823658 h 6382977"/>
              <a:gd name="connsiteX1643" fmla="*/ 5073053 w 6501199"/>
              <a:gd name="connsiteY1643" fmla="*/ 2825067 h 6382977"/>
              <a:gd name="connsiteX1644" fmla="*/ 5070487 w 6501199"/>
              <a:gd name="connsiteY1644" fmla="*/ 2841931 h 6382977"/>
              <a:gd name="connsiteX1645" fmla="*/ 5071342 w 6501199"/>
              <a:gd name="connsiteY1645" fmla="*/ 2843163 h 6382977"/>
              <a:gd name="connsiteX1646" fmla="*/ 5072606 w 6501199"/>
              <a:gd name="connsiteY1646" fmla="*/ 2842336 h 6382977"/>
              <a:gd name="connsiteX1647" fmla="*/ 5079570 w 6501199"/>
              <a:gd name="connsiteY1647" fmla="*/ 2832053 h 6382977"/>
              <a:gd name="connsiteX1648" fmla="*/ 5102250 w 6501199"/>
              <a:gd name="connsiteY1648" fmla="*/ 2838894 h 6382977"/>
              <a:gd name="connsiteX1649" fmla="*/ 5113916 w 6501199"/>
              <a:gd name="connsiteY1649" fmla="*/ 2823092 h 6382977"/>
              <a:gd name="connsiteX1650" fmla="*/ 5115415 w 6501199"/>
              <a:gd name="connsiteY1650" fmla="*/ 2820404 h 6382977"/>
              <a:gd name="connsiteX1651" fmla="*/ 5108625 w 6501199"/>
              <a:gd name="connsiteY1651" fmla="*/ 2819591 h 6382977"/>
              <a:gd name="connsiteX1652" fmla="*/ 5104636 w 6501199"/>
              <a:gd name="connsiteY1652" fmla="*/ 2806870 h 6382977"/>
              <a:gd name="connsiteX1653" fmla="*/ 5922755 w 6501199"/>
              <a:gd name="connsiteY1653" fmla="*/ 2806700 h 6382977"/>
              <a:gd name="connsiteX1654" fmla="*/ 5907169 w 6501199"/>
              <a:gd name="connsiteY1654" fmla="*/ 2846023 h 6382977"/>
              <a:gd name="connsiteX1655" fmla="*/ 5922755 w 6501199"/>
              <a:gd name="connsiteY1655" fmla="*/ 2806700 h 6382977"/>
              <a:gd name="connsiteX1656" fmla="*/ 5090882 w 6501199"/>
              <a:gd name="connsiteY1656" fmla="*/ 2782623 h 6382977"/>
              <a:gd name="connsiteX1657" fmla="*/ 5089062 w 6501199"/>
              <a:gd name="connsiteY1657" fmla="*/ 2784132 h 6382977"/>
              <a:gd name="connsiteX1658" fmla="*/ 5091368 w 6501199"/>
              <a:gd name="connsiteY1658" fmla="*/ 2793253 h 6382977"/>
              <a:gd name="connsiteX1659" fmla="*/ 5099372 w 6501199"/>
              <a:gd name="connsiteY1659" fmla="*/ 2788369 h 6382977"/>
              <a:gd name="connsiteX1660" fmla="*/ 5094915 w 6501199"/>
              <a:gd name="connsiteY1660" fmla="*/ 2785025 h 6382977"/>
              <a:gd name="connsiteX1661" fmla="*/ 5090882 w 6501199"/>
              <a:gd name="connsiteY1661" fmla="*/ 2782623 h 6382977"/>
              <a:gd name="connsiteX1662" fmla="*/ 4145654 w 6501199"/>
              <a:gd name="connsiteY1662" fmla="*/ 2779378 h 6382977"/>
              <a:gd name="connsiteX1663" fmla="*/ 4139110 w 6501199"/>
              <a:gd name="connsiteY1663" fmla="*/ 2787143 h 6382977"/>
              <a:gd name="connsiteX1664" fmla="*/ 4138936 w 6501199"/>
              <a:gd name="connsiteY1664" fmla="*/ 2787586 h 6382977"/>
              <a:gd name="connsiteX1665" fmla="*/ 4144643 w 6501199"/>
              <a:gd name="connsiteY1665" fmla="*/ 2791010 h 6382977"/>
              <a:gd name="connsiteX1666" fmla="*/ 4145968 w 6501199"/>
              <a:gd name="connsiteY1666" fmla="*/ 2779784 h 6382977"/>
              <a:gd name="connsiteX1667" fmla="*/ 4147508 w 6501199"/>
              <a:gd name="connsiteY1667" fmla="*/ 2762344 h 6382977"/>
              <a:gd name="connsiteX1668" fmla="*/ 4144282 w 6501199"/>
              <a:gd name="connsiteY1668" fmla="*/ 2763601 h 6382977"/>
              <a:gd name="connsiteX1669" fmla="*/ 4134878 w 6501199"/>
              <a:gd name="connsiteY1669" fmla="*/ 2769094 h 6382977"/>
              <a:gd name="connsiteX1670" fmla="*/ 4134345 w 6501199"/>
              <a:gd name="connsiteY1670" fmla="*/ 2769913 h 6382977"/>
              <a:gd name="connsiteX1671" fmla="*/ 4143502 w 6501199"/>
              <a:gd name="connsiteY1671" fmla="*/ 2772952 h 6382977"/>
              <a:gd name="connsiteX1672" fmla="*/ 4149060 w 6501199"/>
              <a:gd name="connsiteY1672" fmla="*/ 2762911 h 6382977"/>
              <a:gd name="connsiteX1673" fmla="*/ 4149124 w 6501199"/>
              <a:gd name="connsiteY1673" fmla="*/ 2762539 h 6382977"/>
              <a:gd name="connsiteX1674" fmla="*/ 6156896 w 6501199"/>
              <a:gd name="connsiteY1674" fmla="*/ 2749550 h 6382977"/>
              <a:gd name="connsiteX1675" fmla="*/ 6177354 w 6501199"/>
              <a:gd name="connsiteY1675" fmla="*/ 2765921 h 6382977"/>
              <a:gd name="connsiteX1676" fmla="*/ 6138950 w 6501199"/>
              <a:gd name="connsiteY1676" fmla="*/ 2784111 h 6382977"/>
              <a:gd name="connsiteX1677" fmla="*/ 6156896 w 6501199"/>
              <a:gd name="connsiteY1677" fmla="*/ 2749550 h 6382977"/>
              <a:gd name="connsiteX1678" fmla="*/ 4302588 w 6501199"/>
              <a:gd name="connsiteY1678" fmla="*/ 2745985 h 6382977"/>
              <a:gd name="connsiteX1679" fmla="*/ 4297779 w 6501199"/>
              <a:gd name="connsiteY1679" fmla="*/ 2751588 h 6382977"/>
              <a:gd name="connsiteX1680" fmla="*/ 4290880 w 6501199"/>
              <a:gd name="connsiteY1680" fmla="*/ 2768533 h 6382977"/>
              <a:gd name="connsiteX1681" fmla="*/ 4305181 w 6501199"/>
              <a:gd name="connsiteY1681" fmla="*/ 2773097 h 6382977"/>
              <a:gd name="connsiteX1682" fmla="*/ 4301418 w 6501199"/>
              <a:gd name="connsiteY1682" fmla="*/ 2775776 h 6382977"/>
              <a:gd name="connsiteX1683" fmla="*/ 4303494 w 6501199"/>
              <a:gd name="connsiteY1683" fmla="*/ 2776744 h 6382977"/>
              <a:gd name="connsiteX1684" fmla="*/ 4315284 w 6501199"/>
              <a:gd name="connsiteY1684" fmla="*/ 2773009 h 6382977"/>
              <a:gd name="connsiteX1685" fmla="*/ 4310604 w 6501199"/>
              <a:gd name="connsiteY1685" fmla="*/ 2747807 h 6382977"/>
              <a:gd name="connsiteX1686" fmla="*/ 4302588 w 6501199"/>
              <a:gd name="connsiteY1686" fmla="*/ 2745985 h 6382977"/>
              <a:gd name="connsiteX1687" fmla="*/ 5120174 w 6501199"/>
              <a:gd name="connsiteY1687" fmla="*/ 2743881 h 6382977"/>
              <a:gd name="connsiteX1688" fmla="*/ 5120610 w 6501199"/>
              <a:gd name="connsiteY1688" fmla="*/ 2747807 h 6382977"/>
              <a:gd name="connsiteX1689" fmla="*/ 5125554 w 6501199"/>
              <a:gd name="connsiteY1689" fmla="*/ 2745782 h 6382977"/>
              <a:gd name="connsiteX1690" fmla="*/ 5152290 w 6501199"/>
              <a:gd name="connsiteY1690" fmla="*/ 2738807 h 6382977"/>
              <a:gd name="connsiteX1691" fmla="*/ 5116144 w 6501199"/>
              <a:gd name="connsiteY1691" fmla="*/ 2763615 h 6382977"/>
              <a:gd name="connsiteX1692" fmla="*/ 5118040 w 6501199"/>
              <a:gd name="connsiteY1692" fmla="*/ 2776978 h 6382977"/>
              <a:gd name="connsiteX1693" fmla="*/ 5131888 w 6501199"/>
              <a:gd name="connsiteY1693" fmla="*/ 2768528 h 6382977"/>
              <a:gd name="connsiteX1694" fmla="*/ 5168406 w 6501199"/>
              <a:gd name="connsiteY1694" fmla="*/ 2744200 h 6382977"/>
              <a:gd name="connsiteX1695" fmla="*/ 5164542 w 6501199"/>
              <a:gd name="connsiteY1695" fmla="*/ 2746047 h 6382977"/>
              <a:gd name="connsiteX1696" fmla="*/ 5152290 w 6501199"/>
              <a:gd name="connsiteY1696" fmla="*/ 2738807 h 6382977"/>
              <a:gd name="connsiteX1697" fmla="*/ 5178063 w 6501199"/>
              <a:gd name="connsiteY1697" fmla="*/ 2724707 h 6382977"/>
              <a:gd name="connsiteX1698" fmla="*/ 5169869 w 6501199"/>
              <a:gd name="connsiteY1698" fmla="*/ 2729479 h 6382977"/>
              <a:gd name="connsiteX1699" fmla="*/ 5166045 w 6501199"/>
              <a:gd name="connsiteY1699" fmla="*/ 2731324 h 6382977"/>
              <a:gd name="connsiteX1700" fmla="*/ 5170520 w 6501199"/>
              <a:gd name="connsiteY1700" fmla="*/ 2742792 h 6382977"/>
              <a:gd name="connsiteX1701" fmla="*/ 5172766 w 6501199"/>
              <a:gd name="connsiteY1701" fmla="*/ 2741295 h 6382977"/>
              <a:gd name="connsiteX1702" fmla="*/ 5177307 w 6501199"/>
              <a:gd name="connsiteY1702" fmla="*/ 2736081 h 6382977"/>
              <a:gd name="connsiteX1703" fmla="*/ 5176904 w 6501199"/>
              <a:gd name="connsiteY1703" fmla="*/ 2736482 h 6382977"/>
              <a:gd name="connsiteX1704" fmla="*/ 4438045 w 6501199"/>
              <a:gd name="connsiteY1704" fmla="*/ 2720445 h 6382977"/>
              <a:gd name="connsiteX1705" fmla="*/ 4422205 w 6501199"/>
              <a:gd name="connsiteY1705" fmla="*/ 2745647 h 6382977"/>
              <a:gd name="connsiteX1706" fmla="*/ 4424640 w 6501199"/>
              <a:gd name="connsiteY1706" fmla="*/ 2744875 h 6382977"/>
              <a:gd name="connsiteX1707" fmla="*/ 4424776 w 6501199"/>
              <a:gd name="connsiteY1707" fmla="*/ 2743195 h 6382977"/>
              <a:gd name="connsiteX1708" fmla="*/ 4430124 w 6501199"/>
              <a:gd name="connsiteY1708" fmla="*/ 2743134 h 6382977"/>
              <a:gd name="connsiteX1709" fmla="*/ 4436245 w 6501199"/>
              <a:gd name="connsiteY1709" fmla="*/ 2741192 h 6382977"/>
              <a:gd name="connsiteX1710" fmla="*/ 4442387 w 6501199"/>
              <a:gd name="connsiteY1710" fmla="*/ 2732055 h 6382977"/>
              <a:gd name="connsiteX1711" fmla="*/ 4442510 w 6501199"/>
              <a:gd name="connsiteY1711" fmla="*/ 2727325 h 6382977"/>
              <a:gd name="connsiteX1712" fmla="*/ 4445567 w 6501199"/>
              <a:gd name="connsiteY1712" fmla="*/ 2727325 h 6382977"/>
              <a:gd name="connsiteX1713" fmla="*/ 4447045 w 6501199"/>
              <a:gd name="connsiteY1713" fmla="*/ 2725126 h 6382977"/>
              <a:gd name="connsiteX1714" fmla="*/ 4438045 w 6501199"/>
              <a:gd name="connsiteY1714" fmla="*/ 2720445 h 6382977"/>
              <a:gd name="connsiteX1715" fmla="*/ 4456045 w 6501199"/>
              <a:gd name="connsiteY1715" fmla="*/ 2715765 h 6382977"/>
              <a:gd name="connsiteX1716" fmla="*/ 4457862 w 6501199"/>
              <a:gd name="connsiteY1716" fmla="*/ 2724237 h 6382977"/>
              <a:gd name="connsiteX1717" fmla="*/ 4455619 w 6501199"/>
              <a:gd name="connsiteY1717" fmla="*/ 2727325 h 6382977"/>
              <a:gd name="connsiteX1718" fmla="*/ 4456148 w 6501199"/>
              <a:gd name="connsiteY1718" fmla="*/ 2727325 h 6382977"/>
              <a:gd name="connsiteX1719" fmla="*/ 4458096 w 6501199"/>
              <a:gd name="connsiteY1719" fmla="*/ 2727325 h 6382977"/>
              <a:gd name="connsiteX1720" fmla="*/ 4456883 w 6501199"/>
              <a:gd name="connsiteY1720" fmla="*/ 2733989 h 6382977"/>
              <a:gd name="connsiteX1721" fmla="*/ 4460320 w 6501199"/>
              <a:gd name="connsiteY1721" fmla="*/ 2729536 h 6382977"/>
              <a:gd name="connsiteX1722" fmla="*/ 4456045 w 6501199"/>
              <a:gd name="connsiteY1722" fmla="*/ 2715765 h 6382977"/>
              <a:gd name="connsiteX1723" fmla="*/ 4629542 w 6501199"/>
              <a:gd name="connsiteY1723" fmla="*/ 2709558 h 6382977"/>
              <a:gd name="connsiteX1724" fmla="*/ 4626478 w 6501199"/>
              <a:gd name="connsiteY1724" fmla="*/ 2709798 h 6382977"/>
              <a:gd name="connsiteX1725" fmla="*/ 4626729 w 6501199"/>
              <a:gd name="connsiteY1725" fmla="*/ 2713865 h 6382977"/>
              <a:gd name="connsiteX1726" fmla="*/ 4629656 w 6501199"/>
              <a:gd name="connsiteY1726" fmla="*/ 2711985 h 6382977"/>
              <a:gd name="connsiteX1727" fmla="*/ 5220553 w 6501199"/>
              <a:gd name="connsiteY1727" fmla="*/ 2700337 h 6382977"/>
              <a:gd name="connsiteX1728" fmla="*/ 5222727 w 6501199"/>
              <a:gd name="connsiteY1728" fmla="*/ 2709574 h 6382977"/>
              <a:gd name="connsiteX1729" fmla="*/ 5224507 w 6501199"/>
              <a:gd name="connsiteY1729" fmla="*/ 2709291 h 6382977"/>
              <a:gd name="connsiteX1730" fmla="*/ 5224713 w 6501199"/>
              <a:gd name="connsiteY1730" fmla="*/ 2718017 h 6382977"/>
              <a:gd name="connsiteX1731" fmla="*/ 5224759 w 6501199"/>
              <a:gd name="connsiteY1731" fmla="*/ 2718212 h 6382977"/>
              <a:gd name="connsiteX1732" fmla="*/ 5227213 w 6501199"/>
              <a:gd name="connsiteY1732" fmla="*/ 2718212 h 6382977"/>
              <a:gd name="connsiteX1733" fmla="*/ 5222656 w 6501199"/>
              <a:gd name="connsiteY1733" fmla="*/ 2724871 h 6382977"/>
              <a:gd name="connsiteX1734" fmla="*/ 5217566 w 6501199"/>
              <a:gd name="connsiteY1734" fmla="*/ 2723312 h 6382977"/>
              <a:gd name="connsiteX1735" fmla="*/ 5198049 w 6501199"/>
              <a:gd name="connsiteY1735" fmla="*/ 2730128 h 6382977"/>
              <a:gd name="connsiteX1736" fmla="*/ 5203738 w 6501199"/>
              <a:gd name="connsiteY1736" fmla="*/ 2712594 h 6382977"/>
              <a:gd name="connsiteX1737" fmla="*/ 5214755 w 6501199"/>
              <a:gd name="connsiteY1737" fmla="*/ 2710842 h 6382977"/>
              <a:gd name="connsiteX1738" fmla="*/ 4544966 w 6501199"/>
              <a:gd name="connsiteY1738" fmla="*/ 2686243 h 6382977"/>
              <a:gd name="connsiteX1739" fmla="*/ 4547126 w 6501199"/>
              <a:gd name="connsiteY1739" fmla="*/ 2704604 h 6382977"/>
              <a:gd name="connsiteX1740" fmla="*/ 4533445 w 6501199"/>
              <a:gd name="connsiteY1740" fmla="*/ 2693084 h 6382977"/>
              <a:gd name="connsiteX1741" fmla="*/ 4522285 w 6501199"/>
              <a:gd name="connsiteY1741" fmla="*/ 2706765 h 6382977"/>
              <a:gd name="connsiteX1742" fmla="*/ 4542806 w 6501199"/>
              <a:gd name="connsiteY1742" fmla="*/ 2711445 h 6382977"/>
              <a:gd name="connsiteX1743" fmla="*/ 4515445 w 6501199"/>
              <a:gd name="connsiteY1743" fmla="*/ 2727286 h 6382977"/>
              <a:gd name="connsiteX1744" fmla="*/ 4494925 w 6501199"/>
              <a:gd name="connsiteY1744" fmla="*/ 2713605 h 6382977"/>
              <a:gd name="connsiteX1745" fmla="*/ 4503925 w 6501199"/>
              <a:gd name="connsiteY1745" fmla="*/ 2725126 h 6382977"/>
              <a:gd name="connsiteX1746" fmla="*/ 4476565 w 6501199"/>
              <a:gd name="connsiteY1746" fmla="*/ 2738807 h 6382977"/>
              <a:gd name="connsiteX1747" fmla="*/ 4478403 w 6501199"/>
              <a:gd name="connsiteY1747" fmla="*/ 2738640 h 6382977"/>
              <a:gd name="connsiteX1748" fmla="*/ 4480320 w 6501199"/>
              <a:gd name="connsiteY1748" fmla="*/ 2736427 h 6382977"/>
              <a:gd name="connsiteX1749" fmla="*/ 4486945 w 6501199"/>
              <a:gd name="connsiteY1749" fmla="*/ 2737702 h 6382977"/>
              <a:gd name="connsiteX1750" fmla="*/ 4487022 w 6501199"/>
              <a:gd name="connsiteY1750" fmla="*/ 2737856 h 6382977"/>
              <a:gd name="connsiteX1751" fmla="*/ 4527551 w 6501199"/>
              <a:gd name="connsiteY1751" fmla="*/ 2734171 h 6382977"/>
              <a:gd name="connsiteX1752" fmla="*/ 4576646 w 6501199"/>
              <a:gd name="connsiteY1752" fmla="*/ 2715765 h 6382977"/>
              <a:gd name="connsiteX1753" fmla="*/ 4558646 w 6501199"/>
              <a:gd name="connsiteY1753" fmla="*/ 2713605 h 6382977"/>
              <a:gd name="connsiteX1754" fmla="*/ 4560806 w 6501199"/>
              <a:gd name="connsiteY1754" fmla="*/ 2686243 h 6382977"/>
              <a:gd name="connsiteX1755" fmla="*/ 4544966 w 6501199"/>
              <a:gd name="connsiteY1755" fmla="*/ 2686243 h 6382977"/>
              <a:gd name="connsiteX1756" fmla="*/ 4638207 w 6501199"/>
              <a:gd name="connsiteY1756" fmla="*/ 2663562 h 6382977"/>
              <a:gd name="connsiteX1757" fmla="*/ 4633526 w 6501199"/>
              <a:gd name="connsiteY1757" fmla="*/ 2684083 h 6382977"/>
              <a:gd name="connsiteX1758" fmla="*/ 4638207 w 6501199"/>
              <a:gd name="connsiteY1758" fmla="*/ 2663562 h 6382977"/>
              <a:gd name="connsiteX1759" fmla="*/ 4623581 w 6501199"/>
              <a:gd name="connsiteY1759" fmla="*/ 2647901 h 6382977"/>
              <a:gd name="connsiteX1760" fmla="*/ 4613006 w 6501199"/>
              <a:gd name="connsiteY1760" fmla="*/ 2654561 h 6382977"/>
              <a:gd name="connsiteX1761" fmla="*/ 4599686 w 6501199"/>
              <a:gd name="connsiteY1761" fmla="*/ 2672562 h 6382977"/>
              <a:gd name="connsiteX1762" fmla="*/ 4597166 w 6501199"/>
              <a:gd name="connsiteY1762" fmla="*/ 2652401 h 6382977"/>
              <a:gd name="connsiteX1763" fmla="*/ 4588166 w 6501199"/>
              <a:gd name="connsiteY1763" fmla="*/ 2672562 h 6382977"/>
              <a:gd name="connsiteX1764" fmla="*/ 4606526 w 6501199"/>
              <a:gd name="connsiteY1764" fmla="*/ 2679403 h 6382977"/>
              <a:gd name="connsiteX1765" fmla="*/ 4581326 w 6501199"/>
              <a:gd name="connsiteY1765" fmla="*/ 2686243 h 6382977"/>
              <a:gd name="connsiteX1766" fmla="*/ 4576646 w 6501199"/>
              <a:gd name="connsiteY1766" fmla="*/ 2702444 h 6382977"/>
              <a:gd name="connsiteX1767" fmla="*/ 4599686 w 6501199"/>
              <a:gd name="connsiteY1767" fmla="*/ 2697764 h 6382977"/>
              <a:gd name="connsiteX1768" fmla="*/ 4586006 w 6501199"/>
              <a:gd name="connsiteY1768" fmla="*/ 2715765 h 6382977"/>
              <a:gd name="connsiteX1769" fmla="*/ 4603241 w 6501199"/>
              <a:gd name="connsiteY1769" fmla="*/ 2711265 h 6382977"/>
              <a:gd name="connsiteX1770" fmla="*/ 4621790 w 6501199"/>
              <a:gd name="connsiteY1770" fmla="*/ 2706900 h 6382977"/>
              <a:gd name="connsiteX1771" fmla="*/ 4623158 w 6501199"/>
              <a:gd name="connsiteY1771" fmla="*/ 2698283 h 6382977"/>
              <a:gd name="connsiteX1772" fmla="*/ 4621190 w 6501199"/>
              <a:gd name="connsiteY1772" fmla="*/ 2699086 h 6382977"/>
              <a:gd name="connsiteX1773" fmla="*/ 4608686 w 6501199"/>
              <a:gd name="connsiteY1773" fmla="*/ 2699924 h 6382977"/>
              <a:gd name="connsiteX1774" fmla="*/ 4619846 w 6501199"/>
              <a:gd name="connsiteY1774" fmla="*/ 2695604 h 6382977"/>
              <a:gd name="connsiteX1775" fmla="*/ 4610846 w 6501199"/>
              <a:gd name="connsiteY1775" fmla="*/ 2681923 h 6382977"/>
              <a:gd name="connsiteX1776" fmla="*/ 4619846 w 6501199"/>
              <a:gd name="connsiteY1776" fmla="*/ 2688763 h 6382977"/>
              <a:gd name="connsiteX1777" fmla="*/ 4615526 w 6501199"/>
              <a:gd name="connsiteY1777" fmla="*/ 2672562 h 6382977"/>
              <a:gd name="connsiteX1778" fmla="*/ 4636047 w 6501199"/>
              <a:gd name="connsiteY1778" fmla="*/ 2649881 h 6382977"/>
              <a:gd name="connsiteX1779" fmla="*/ 4623581 w 6501199"/>
              <a:gd name="connsiteY1779" fmla="*/ 2647901 h 6382977"/>
              <a:gd name="connsiteX1780" fmla="*/ 4747084 w 6501199"/>
              <a:gd name="connsiteY1780" fmla="*/ 2646790 h 6382977"/>
              <a:gd name="connsiteX1781" fmla="*/ 4762900 w 6501199"/>
              <a:gd name="connsiteY1781" fmla="*/ 2646973 h 6382977"/>
              <a:gd name="connsiteX1782" fmla="*/ 4758343 w 6501199"/>
              <a:gd name="connsiteY1782" fmla="*/ 2658695 h 6382977"/>
              <a:gd name="connsiteX1783" fmla="*/ 4736263 w 6501199"/>
              <a:gd name="connsiteY1783" fmla="*/ 2658695 h 6382977"/>
              <a:gd name="connsiteX1784" fmla="*/ 4747084 w 6501199"/>
              <a:gd name="connsiteY1784" fmla="*/ 2646790 h 6382977"/>
              <a:gd name="connsiteX1785" fmla="*/ 5285941 w 6501199"/>
              <a:gd name="connsiteY1785" fmla="*/ 2635750 h 6382977"/>
              <a:gd name="connsiteX1786" fmla="*/ 5277571 w 6501199"/>
              <a:gd name="connsiteY1786" fmla="*/ 2645560 h 6382977"/>
              <a:gd name="connsiteX1787" fmla="*/ 5304571 w 6501199"/>
              <a:gd name="connsiteY1787" fmla="*/ 2636200 h 6382977"/>
              <a:gd name="connsiteX1788" fmla="*/ 5285941 w 6501199"/>
              <a:gd name="connsiteY1788" fmla="*/ 2635750 h 6382977"/>
              <a:gd name="connsiteX1789" fmla="*/ 5383618 w 6501199"/>
              <a:gd name="connsiteY1789" fmla="*/ 2622550 h 6382977"/>
              <a:gd name="connsiteX1790" fmla="*/ 5368088 w 6501199"/>
              <a:gd name="connsiteY1790" fmla="*/ 2649186 h 6382977"/>
              <a:gd name="connsiteX1791" fmla="*/ 5383618 w 6501199"/>
              <a:gd name="connsiteY1791" fmla="*/ 2622550 h 6382977"/>
              <a:gd name="connsiteX1792" fmla="*/ 4780467 w 6501199"/>
              <a:gd name="connsiteY1792" fmla="*/ 2613540 h 6382977"/>
              <a:gd name="connsiteX1793" fmla="*/ 4782613 w 6501199"/>
              <a:gd name="connsiteY1793" fmla="*/ 2622302 h 6382977"/>
              <a:gd name="connsiteX1794" fmla="*/ 4760075 w 6501199"/>
              <a:gd name="connsiteY1794" fmla="*/ 2628961 h 6382977"/>
              <a:gd name="connsiteX1795" fmla="*/ 4778320 w 6501199"/>
              <a:gd name="connsiteY1795" fmla="*/ 2615643 h 6382977"/>
              <a:gd name="connsiteX1796" fmla="*/ 4780467 w 6501199"/>
              <a:gd name="connsiteY1796" fmla="*/ 2613540 h 6382977"/>
              <a:gd name="connsiteX1797" fmla="*/ 5326870 w 6501199"/>
              <a:gd name="connsiteY1797" fmla="*/ 2612231 h 6382977"/>
              <a:gd name="connsiteX1798" fmla="*/ 5327264 w 6501199"/>
              <a:gd name="connsiteY1798" fmla="*/ 2613476 h 6382977"/>
              <a:gd name="connsiteX1799" fmla="*/ 5329833 w 6501199"/>
              <a:gd name="connsiteY1799" fmla="*/ 2612887 h 6382977"/>
              <a:gd name="connsiteX1800" fmla="*/ 5459373 w 6501199"/>
              <a:gd name="connsiteY1800" fmla="*/ 2604518 h 6382977"/>
              <a:gd name="connsiteX1801" fmla="*/ 5445693 w 6501199"/>
              <a:gd name="connsiteY1801" fmla="*/ 2611358 h 6382977"/>
              <a:gd name="connsiteX1802" fmla="*/ 5446053 w 6501199"/>
              <a:gd name="connsiteY1802" fmla="*/ 2622384 h 6382977"/>
              <a:gd name="connsiteX1803" fmla="*/ 5454847 w 6501199"/>
              <a:gd name="connsiteY1803" fmla="*/ 2624978 h 6382977"/>
              <a:gd name="connsiteX1804" fmla="*/ 5455183 w 6501199"/>
              <a:gd name="connsiteY1804" fmla="*/ 2624420 h 6382977"/>
              <a:gd name="connsiteX1805" fmla="*/ 5390725 w 6501199"/>
              <a:gd name="connsiteY1805" fmla="*/ 2603500 h 6382977"/>
              <a:gd name="connsiteX1806" fmla="*/ 5388272 w 6501199"/>
              <a:gd name="connsiteY1806" fmla="*/ 2624236 h 6382977"/>
              <a:gd name="connsiteX1807" fmla="*/ 5390725 w 6501199"/>
              <a:gd name="connsiteY1807" fmla="*/ 2603500 h 6382977"/>
              <a:gd name="connsiteX1808" fmla="*/ 4790767 w 6501199"/>
              <a:gd name="connsiteY1808" fmla="*/ 2603500 h 6382977"/>
              <a:gd name="connsiteX1809" fmla="*/ 4804172 w 6501199"/>
              <a:gd name="connsiteY1809" fmla="*/ 2608086 h 6382977"/>
              <a:gd name="connsiteX1810" fmla="*/ 4788650 w 6501199"/>
              <a:gd name="connsiteY1810" fmla="*/ 2619022 h 6382977"/>
              <a:gd name="connsiteX1811" fmla="*/ 4790767 w 6501199"/>
              <a:gd name="connsiteY1811" fmla="*/ 2603500 h 6382977"/>
              <a:gd name="connsiteX1812" fmla="*/ 5327655 w 6501199"/>
              <a:gd name="connsiteY1812" fmla="*/ 2586160 h 6382977"/>
              <a:gd name="connsiteX1813" fmla="*/ 5327613 w 6501199"/>
              <a:gd name="connsiteY1813" fmla="*/ 2586185 h 6382977"/>
              <a:gd name="connsiteX1814" fmla="*/ 5327724 w 6501199"/>
              <a:gd name="connsiteY1814" fmla="*/ 2589899 h 6382977"/>
              <a:gd name="connsiteX1815" fmla="*/ 5330806 w 6501199"/>
              <a:gd name="connsiteY1815" fmla="*/ 2587321 h 6382977"/>
              <a:gd name="connsiteX1816" fmla="*/ 5331571 w 6501199"/>
              <a:gd name="connsiteY1816" fmla="*/ 2586486 h 6382977"/>
              <a:gd name="connsiteX1817" fmla="*/ 5395212 w 6501199"/>
              <a:gd name="connsiteY1817" fmla="*/ 2579687 h 6382977"/>
              <a:gd name="connsiteX1818" fmla="*/ 5406823 w 6501199"/>
              <a:gd name="connsiteY1818" fmla="*/ 2579687 h 6382977"/>
              <a:gd name="connsiteX1819" fmla="*/ 5397752 w 6501199"/>
              <a:gd name="connsiteY1819" fmla="*/ 2598370 h 6382977"/>
              <a:gd name="connsiteX1820" fmla="*/ 5383963 w 6501199"/>
              <a:gd name="connsiteY1820" fmla="*/ 2589212 h 6382977"/>
              <a:gd name="connsiteX1821" fmla="*/ 5395212 w 6501199"/>
              <a:gd name="connsiteY1821" fmla="*/ 2579687 h 6382977"/>
              <a:gd name="connsiteX1822" fmla="*/ 5356394 w 6501199"/>
              <a:gd name="connsiteY1822" fmla="*/ 2569242 h 6382977"/>
              <a:gd name="connsiteX1823" fmla="*/ 5352919 w 6501199"/>
              <a:gd name="connsiteY1823" fmla="*/ 2571173 h 6382977"/>
              <a:gd name="connsiteX1824" fmla="*/ 5350205 w 6501199"/>
              <a:gd name="connsiteY1824" fmla="*/ 2583548 h 6382977"/>
              <a:gd name="connsiteX1825" fmla="*/ 5353196 w 6501199"/>
              <a:gd name="connsiteY1825" fmla="*/ 2584172 h 6382977"/>
              <a:gd name="connsiteX1826" fmla="*/ 5355543 w 6501199"/>
              <a:gd name="connsiteY1826" fmla="*/ 2573647 h 6382977"/>
              <a:gd name="connsiteX1827" fmla="*/ 5451949 w 6501199"/>
              <a:gd name="connsiteY1827" fmla="*/ 2555069 h 6382977"/>
              <a:gd name="connsiteX1828" fmla="*/ 5440827 w 6501199"/>
              <a:gd name="connsiteY1828" fmla="*/ 2559400 h 6382977"/>
              <a:gd name="connsiteX1829" fmla="*/ 5445805 w 6501199"/>
              <a:gd name="connsiteY1829" fmla="*/ 2567251 h 6382977"/>
              <a:gd name="connsiteX1830" fmla="*/ 5446081 w 6501199"/>
              <a:gd name="connsiteY1830" fmla="*/ 2567841 h 6382977"/>
              <a:gd name="connsiteX1831" fmla="*/ 5457842 w 6501199"/>
              <a:gd name="connsiteY1831" fmla="*/ 2558326 h 6382977"/>
              <a:gd name="connsiteX1832" fmla="*/ 4943920 w 6501199"/>
              <a:gd name="connsiteY1832" fmla="*/ 2548497 h 6382977"/>
              <a:gd name="connsiteX1833" fmla="*/ 4953994 w 6501199"/>
              <a:gd name="connsiteY1833" fmla="*/ 2551485 h 6382977"/>
              <a:gd name="connsiteX1834" fmla="*/ 4942637 w 6501199"/>
              <a:gd name="connsiteY1834" fmla="*/ 2561197 h 6382977"/>
              <a:gd name="connsiteX1835" fmla="*/ 4943920 w 6501199"/>
              <a:gd name="connsiteY1835" fmla="*/ 2548497 h 6382977"/>
              <a:gd name="connsiteX1836" fmla="*/ 4895084 w 6501199"/>
              <a:gd name="connsiteY1836" fmla="*/ 2533650 h 6382977"/>
              <a:gd name="connsiteX1837" fmla="*/ 4909384 w 6501199"/>
              <a:gd name="connsiteY1837" fmla="*/ 2547141 h 6382977"/>
              <a:gd name="connsiteX1838" fmla="*/ 4919673 w 6501199"/>
              <a:gd name="connsiteY1838" fmla="*/ 2540000 h 6382977"/>
              <a:gd name="connsiteX1839" fmla="*/ 4890250 w 6501199"/>
              <a:gd name="connsiteY1839" fmla="*/ 2558170 h 6382977"/>
              <a:gd name="connsiteX1840" fmla="*/ 4902060 w 6501199"/>
              <a:gd name="connsiteY1840" fmla="*/ 2551902 h 6382977"/>
              <a:gd name="connsiteX1841" fmla="*/ 4899722 w 6501199"/>
              <a:gd name="connsiteY1841" fmla="*/ 2547285 h 6382977"/>
              <a:gd name="connsiteX1842" fmla="*/ 4856913 w 6501199"/>
              <a:gd name="connsiteY1842" fmla="*/ 2585678 h 6382977"/>
              <a:gd name="connsiteX1843" fmla="*/ 4857138 w 6501199"/>
              <a:gd name="connsiteY1843" fmla="*/ 2584945 h 6382977"/>
              <a:gd name="connsiteX1844" fmla="*/ 4855897 w 6501199"/>
              <a:gd name="connsiteY1844" fmla="*/ 2586908 h 6382977"/>
              <a:gd name="connsiteX1845" fmla="*/ 4837863 w 6501199"/>
              <a:gd name="connsiteY1845" fmla="*/ 2598386 h 6382977"/>
              <a:gd name="connsiteX1846" fmla="*/ 4849901 w 6501199"/>
              <a:gd name="connsiteY1846" fmla="*/ 2584411 h 6382977"/>
              <a:gd name="connsiteX1847" fmla="*/ 4859764 w 6501199"/>
              <a:gd name="connsiteY1847" fmla="*/ 2576396 h 6382977"/>
              <a:gd name="connsiteX1848" fmla="*/ 4861874 w 6501199"/>
              <a:gd name="connsiteY1848" fmla="*/ 2569526 h 6382977"/>
              <a:gd name="connsiteX1849" fmla="*/ 4895084 w 6501199"/>
              <a:gd name="connsiteY1849" fmla="*/ 2533650 h 6382977"/>
              <a:gd name="connsiteX1850" fmla="*/ 264714 w 6501199"/>
              <a:gd name="connsiteY1850" fmla="*/ 2532062 h 6382977"/>
              <a:gd name="connsiteX1851" fmla="*/ 278208 w 6501199"/>
              <a:gd name="connsiteY1851" fmla="*/ 2543070 h 6382977"/>
              <a:gd name="connsiteX1852" fmla="*/ 249090 w 6501199"/>
              <a:gd name="connsiteY1852" fmla="*/ 2578935 h 6382977"/>
              <a:gd name="connsiteX1853" fmla="*/ 235596 w 6501199"/>
              <a:gd name="connsiteY1853" fmla="*/ 2585682 h 6382977"/>
              <a:gd name="connsiteX1854" fmla="*/ 244473 w 6501199"/>
              <a:gd name="connsiteY1854" fmla="*/ 2554433 h 6382977"/>
              <a:gd name="connsiteX1855" fmla="*/ 264714 w 6501199"/>
              <a:gd name="connsiteY1855" fmla="*/ 2532062 h 6382977"/>
              <a:gd name="connsiteX1856" fmla="*/ 518836 w 6501199"/>
              <a:gd name="connsiteY1856" fmla="*/ 2525121 h 6382977"/>
              <a:gd name="connsiteX1857" fmla="*/ 486793 w 6501199"/>
              <a:gd name="connsiteY1857" fmla="*/ 2561476 h 6382977"/>
              <a:gd name="connsiteX1858" fmla="*/ 468791 w 6501199"/>
              <a:gd name="connsiteY1858" fmla="*/ 2554637 h 6382977"/>
              <a:gd name="connsiteX1859" fmla="*/ 450429 w 6501199"/>
              <a:gd name="connsiteY1859" fmla="*/ 2625187 h 6382977"/>
              <a:gd name="connsiteX1860" fmla="*/ 464110 w 6501199"/>
              <a:gd name="connsiteY1860" fmla="*/ 2629506 h 6382977"/>
              <a:gd name="connsiteX1861" fmla="*/ 491473 w 6501199"/>
              <a:gd name="connsiteY1861" fmla="*/ 2606830 h 6382977"/>
              <a:gd name="connsiteX1862" fmla="*/ 518836 w 6501199"/>
              <a:gd name="connsiteY1862" fmla="*/ 2525121 h 6382977"/>
              <a:gd name="connsiteX1863" fmla="*/ 4944402 w 6501199"/>
              <a:gd name="connsiteY1863" fmla="*/ 2523999 h 6382977"/>
              <a:gd name="connsiteX1864" fmla="*/ 4926763 w 6501199"/>
              <a:gd name="connsiteY1864" fmla="*/ 2535058 h 6382977"/>
              <a:gd name="connsiteX1865" fmla="*/ 4944402 w 6501199"/>
              <a:gd name="connsiteY1865" fmla="*/ 2523999 h 6382977"/>
              <a:gd name="connsiteX1866" fmla="*/ 5006822 w 6501199"/>
              <a:gd name="connsiteY1866" fmla="*/ 2513012 h 6382977"/>
              <a:gd name="connsiteX1867" fmla="*/ 5000061 w 6501199"/>
              <a:gd name="connsiteY1867" fmla="*/ 2528534 h 6382977"/>
              <a:gd name="connsiteX1868" fmla="*/ 5006822 w 6501199"/>
              <a:gd name="connsiteY1868" fmla="*/ 2513012 h 6382977"/>
              <a:gd name="connsiteX1869" fmla="*/ 6100714 w 6501199"/>
              <a:gd name="connsiteY1869" fmla="*/ 2503487 h 6382977"/>
              <a:gd name="connsiteX1870" fmla="*/ 6087044 w 6501199"/>
              <a:gd name="connsiteY1870" fmla="*/ 2524018 h 6382977"/>
              <a:gd name="connsiteX1871" fmla="*/ 6082727 w 6501199"/>
              <a:gd name="connsiteY1871" fmla="*/ 2544550 h 6382977"/>
              <a:gd name="connsiteX1872" fmla="*/ 6116903 w 6501199"/>
              <a:gd name="connsiteY1872" fmla="*/ 2530862 h 6382977"/>
              <a:gd name="connsiteX1873" fmla="*/ 6121220 w 6501199"/>
              <a:gd name="connsiteY1873" fmla="*/ 2546711 h 6382977"/>
              <a:gd name="connsiteX1874" fmla="*/ 6091721 w 6501199"/>
              <a:gd name="connsiteY1874" fmla="*/ 2551034 h 6382977"/>
              <a:gd name="connsiteX1875" fmla="*/ 6089562 w 6501199"/>
              <a:gd name="connsiteY1875" fmla="*/ 2614790 h 6382977"/>
              <a:gd name="connsiteX1876" fmla="*/ 6046393 w 6501199"/>
              <a:gd name="connsiteY1876" fmla="*/ 2687911 h 6382977"/>
              <a:gd name="connsiteX1877" fmla="*/ 6014375 w 6501199"/>
              <a:gd name="connsiteY1877" fmla="*/ 2762833 h 6382977"/>
              <a:gd name="connsiteX1878" fmla="*/ 5980199 w 6501199"/>
              <a:gd name="connsiteY1878" fmla="*/ 2853965 h 6382977"/>
              <a:gd name="connsiteX1879" fmla="*/ 5987034 w 6501199"/>
              <a:gd name="connsiteY1879" fmla="*/ 2788047 h 6382977"/>
              <a:gd name="connsiteX1880" fmla="*/ 6007540 w 6501199"/>
              <a:gd name="connsiteY1880" fmla="*/ 2708442 h 6382977"/>
              <a:gd name="connsiteX1881" fmla="*/ 6024493 w 6501199"/>
              <a:gd name="connsiteY1881" fmla="*/ 2667920 h 6382977"/>
              <a:gd name="connsiteX1882" fmla="*/ 6031927 w 6501199"/>
              <a:gd name="connsiteY1882" fmla="*/ 2646322 h 6382977"/>
              <a:gd name="connsiteX1883" fmla="*/ 6032010 w 6501199"/>
              <a:gd name="connsiteY1883" fmla="*/ 2638643 h 6382977"/>
              <a:gd name="connsiteX1884" fmla="*/ 6043470 w 6501199"/>
              <a:gd name="connsiteY1884" fmla="*/ 2614612 h 6382977"/>
              <a:gd name="connsiteX1885" fmla="*/ 6048771 w 6501199"/>
              <a:gd name="connsiteY1885" fmla="*/ 2626550 h 6382977"/>
              <a:gd name="connsiteX1886" fmla="*/ 6051682 w 6501199"/>
              <a:gd name="connsiteY1886" fmla="*/ 2627307 h 6382977"/>
              <a:gd name="connsiteX1887" fmla="*/ 6064380 w 6501199"/>
              <a:gd name="connsiteY1887" fmla="*/ 2598941 h 6382977"/>
              <a:gd name="connsiteX1888" fmla="*/ 6048551 w 6501199"/>
              <a:gd name="connsiteY1888" fmla="*/ 2608306 h 6382977"/>
              <a:gd name="connsiteX1889" fmla="*/ 6078050 w 6501199"/>
              <a:gd name="connsiteY1889" fmla="*/ 2505648 h 6382977"/>
              <a:gd name="connsiteX1890" fmla="*/ 6091721 w 6501199"/>
              <a:gd name="connsiteY1890" fmla="*/ 2514653 h 6382977"/>
              <a:gd name="connsiteX1891" fmla="*/ 6100714 w 6501199"/>
              <a:gd name="connsiteY1891" fmla="*/ 2503487 h 6382977"/>
              <a:gd name="connsiteX1892" fmla="*/ 5026516 w 6501199"/>
              <a:gd name="connsiteY1892" fmla="*/ 2502944 h 6382977"/>
              <a:gd name="connsiteX1893" fmla="*/ 5031212 w 6501199"/>
              <a:gd name="connsiteY1893" fmla="*/ 2503350 h 6382977"/>
              <a:gd name="connsiteX1894" fmla="*/ 5015223 w 6501199"/>
              <a:gd name="connsiteY1894" fmla="*/ 2519006 h 6382977"/>
              <a:gd name="connsiteX1895" fmla="*/ 5026516 w 6501199"/>
              <a:gd name="connsiteY1895" fmla="*/ 2502944 h 6382977"/>
              <a:gd name="connsiteX1896" fmla="*/ 5010538 w 6501199"/>
              <a:gd name="connsiteY1896" fmla="*/ 2482850 h 6382977"/>
              <a:gd name="connsiteX1897" fmla="*/ 4990263 w 6501199"/>
              <a:gd name="connsiteY1897" fmla="*/ 2498372 h 6382977"/>
              <a:gd name="connsiteX1898" fmla="*/ 5010538 w 6501199"/>
              <a:gd name="connsiteY1898" fmla="*/ 2482850 h 6382977"/>
              <a:gd name="connsiteX1899" fmla="*/ 6100537 w 6501199"/>
              <a:gd name="connsiteY1899" fmla="*/ 2481081 h 6382977"/>
              <a:gd name="connsiteX1900" fmla="*/ 6115437 w 6501199"/>
              <a:gd name="connsiteY1900" fmla="*/ 2487886 h 6382977"/>
              <a:gd name="connsiteX1901" fmla="*/ 6085638 w 6501199"/>
              <a:gd name="connsiteY1901" fmla="*/ 2487886 h 6382977"/>
              <a:gd name="connsiteX1902" fmla="*/ 6100537 w 6501199"/>
              <a:gd name="connsiteY1902" fmla="*/ 2481081 h 6382977"/>
              <a:gd name="connsiteX1903" fmla="*/ 5540857 w 6501199"/>
              <a:gd name="connsiteY1903" fmla="*/ 2478548 h 6382977"/>
              <a:gd name="connsiteX1904" fmla="*/ 5533750 w 6501199"/>
              <a:gd name="connsiteY1904" fmla="*/ 2486489 h 6382977"/>
              <a:gd name="connsiteX1905" fmla="*/ 5508635 w 6501199"/>
              <a:gd name="connsiteY1905" fmla="*/ 2495873 h 6382977"/>
              <a:gd name="connsiteX1906" fmla="*/ 5488544 w 6501199"/>
              <a:gd name="connsiteY1906" fmla="*/ 2516086 h 6382977"/>
              <a:gd name="connsiteX1907" fmla="*/ 5495002 w 6501199"/>
              <a:gd name="connsiteY1907" fmla="*/ 2529802 h 6382977"/>
              <a:gd name="connsiteX1908" fmla="*/ 5481512 w 6501199"/>
              <a:gd name="connsiteY1908" fmla="*/ 2537874 h 6382977"/>
              <a:gd name="connsiteX1909" fmla="*/ 5484573 w 6501199"/>
              <a:gd name="connsiteY1909" fmla="*/ 2545473 h 6382977"/>
              <a:gd name="connsiteX1910" fmla="*/ 5511933 w 6501199"/>
              <a:gd name="connsiteY1910" fmla="*/ 2531793 h 6382977"/>
              <a:gd name="connsiteX1911" fmla="*/ 5498253 w 6501199"/>
              <a:gd name="connsiteY1911" fmla="*/ 2549794 h 6382977"/>
              <a:gd name="connsiteX1912" fmla="*/ 5527773 w 6501199"/>
              <a:gd name="connsiteY1912" fmla="*/ 2527112 h 6382977"/>
              <a:gd name="connsiteX1913" fmla="*/ 5527773 w 6501199"/>
              <a:gd name="connsiteY1913" fmla="*/ 2536113 h 6382977"/>
              <a:gd name="connsiteX1914" fmla="*/ 5532093 w 6501199"/>
              <a:gd name="connsiteY1914" fmla="*/ 2542953 h 6382977"/>
              <a:gd name="connsiteX1915" fmla="*/ 5514093 w 6501199"/>
              <a:gd name="connsiteY1915" fmla="*/ 2551954 h 6382977"/>
              <a:gd name="connsiteX1916" fmla="*/ 5516253 w 6501199"/>
              <a:gd name="connsiteY1916" fmla="*/ 2563475 h 6382977"/>
              <a:gd name="connsiteX1917" fmla="*/ 5537189 w 6501199"/>
              <a:gd name="connsiteY1917" fmla="*/ 2545289 h 6382977"/>
              <a:gd name="connsiteX1918" fmla="*/ 5537730 w 6501199"/>
              <a:gd name="connsiteY1918" fmla="*/ 2540575 h 6382977"/>
              <a:gd name="connsiteX1919" fmla="*/ 5536560 w 6501199"/>
              <a:gd name="connsiteY1919" fmla="*/ 2502416 h 6382977"/>
              <a:gd name="connsiteX1920" fmla="*/ 5725775 w 6501199"/>
              <a:gd name="connsiteY1920" fmla="*/ 2474909 h 6382977"/>
              <a:gd name="connsiteX1921" fmla="*/ 5706920 w 6501199"/>
              <a:gd name="connsiteY1921" fmla="*/ 2494440 h 6382977"/>
              <a:gd name="connsiteX1922" fmla="*/ 5695005 w 6501199"/>
              <a:gd name="connsiteY1922" fmla="*/ 2510863 h 6382977"/>
              <a:gd name="connsiteX1923" fmla="*/ 5695199 w 6501199"/>
              <a:gd name="connsiteY1923" fmla="*/ 2511241 h 6382977"/>
              <a:gd name="connsiteX1924" fmla="*/ 5695190 w 6501199"/>
              <a:gd name="connsiteY1924" fmla="*/ 2513057 h 6382977"/>
              <a:gd name="connsiteX1925" fmla="*/ 5714615 w 6501199"/>
              <a:gd name="connsiteY1925" fmla="*/ 2499435 h 6382977"/>
              <a:gd name="connsiteX1926" fmla="*/ 5725775 w 6501199"/>
              <a:gd name="connsiteY1926" fmla="*/ 2474909 h 6382977"/>
              <a:gd name="connsiteX1927" fmla="*/ 5100090 w 6501199"/>
              <a:gd name="connsiteY1927" fmla="*/ 2472388 h 6382977"/>
              <a:gd name="connsiteX1928" fmla="*/ 5084250 w 6501199"/>
              <a:gd name="connsiteY1928" fmla="*/ 2499750 h 6382977"/>
              <a:gd name="connsiteX1929" fmla="*/ 5089503 w 6501199"/>
              <a:gd name="connsiteY1929" fmla="*/ 2499466 h 6382977"/>
              <a:gd name="connsiteX1930" fmla="*/ 5091367 w 6501199"/>
              <a:gd name="connsiteY1930" fmla="*/ 2492375 h 6382977"/>
              <a:gd name="connsiteX1931" fmla="*/ 5094809 w 6501199"/>
              <a:gd name="connsiteY1931" fmla="*/ 2499178 h 6382977"/>
              <a:gd name="connsiteX1932" fmla="*/ 5094836 w 6501199"/>
              <a:gd name="connsiteY1932" fmla="*/ 2499177 h 6382977"/>
              <a:gd name="connsiteX1933" fmla="*/ 5113770 w 6501199"/>
              <a:gd name="connsiteY1933" fmla="*/ 2479229 h 6382977"/>
              <a:gd name="connsiteX1934" fmla="*/ 5100090 w 6501199"/>
              <a:gd name="connsiteY1934" fmla="*/ 2472388 h 6382977"/>
              <a:gd name="connsiteX1935" fmla="*/ 5821936 w 6501199"/>
              <a:gd name="connsiteY1935" fmla="*/ 2463800 h 6382977"/>
              <a:gd name="connsiteX1936" fmla="*/ 5811000 w 6501199"/>
              <a:gd name="connsiteY1936" fmla="*/ 2514237 h 6382977"/>
              <a:gd name="connsiteX1937" fmla="*/ 5821936 w 6501199"/>
              <a:gd name="connsiteY1937" fmla="*/ 2463800 h 6382977"/>
              <a:gd name="connsiteX1938" fmla="*/ 5504270 w 6501199"/>
              <a:gd name="connsiteY1938" fmla="*/ 2438400 h 6382977"/>
              <a:gd name="connsiteX1939" fmla="*/ 5513219 w 6501199"/>
              <a:gd name="connsiteY1939" fmla="*/ 2468198 h 6382977"/>
              <a:gd name="connsiteX1940" fmla="*/ 5504270 w 6501199"/>
              <a:gd name="connsiteY1940" fmla="*/ 2438400 h 6382977"/>
              <a:gd name="connsiteX1941" fmla="*/ 5015849 w 6501199"/>
              <a:gd name="connsiteY1941" fmla="*/ 2436026 h 6382977"/>
              <a:gd name="connsiteX1942" fmla="*/ 4993169 w 6501199"/>
              <a:gd name="connsiteY1942" fmla="*/ 2456547 h 6382977"/>
              <a:gd name="connsiteX1943" fmla="*/ 5015849 w 6501199"/>
              <a:gd name="connsiteY1943" fmla="*/ 2436026 h 6382977"/>
              <a:gd name="connsiteX1944" fmla="*/ 6105383 w 6501199"/>
              <a:gd name="connsiteY1944" fmla="*/ 2435225 h 6382977"/>
              <a:gd name="connsiteX1945" fmla="*/ 6082463 w 6501199"/>
              <a:gd name="connsiteY1945" fmla="*/ 2453470 h 6382977"/>
              <a:gd name="connsiteX1946" fmla="*/ 6105383 w 6501199"/>
              <a:gd name="connsiteY1946" fmla="*/ 2435225 h 6382977"/>
              <a:gd name="connsiteX1947" fmla="*/ 5067703 w 6501199"/>
              <a:gd name="connsiteY1947" fmla="*/ 2432050 h 6382977"/>
              <a:gd name="connsiteX1948" fmla="*/ 5056938 w 6501199"/>
              <a:gd name="connsiteY1948" fmla="*/ 2450152 h 6382977"/>
              <a:gd name="connsiteX1949" fmla="*/ 5067703 w 6501199"/>
              <a:gd name="connsiteY1949" fmla="*/ 2432050 h 6382977"/>
              <a:gd name="connsiteX1950" fmla="*/ 5147067 w 6501199"/>
              <a:gd name="connsiteY1950" fmla="*/ 2429422 h 6382977"/>
              <a:gd name="connsiteX1951" fmla="*/ 5142417 w 6501199"/>
              <a:gd name="connsiteY1951" fmla="*/ 2447569 h 6382977"/>
              <a:gd name="connsiteX1952" fmla="*/ 5124171 w 6501199"/>
              <a:gd name="connsiteY1952" fmla="*/ 2447569 h 6382977"/>
              <a:gd name="connsiteX1953" fmla="*/ 5128822 w 6501199"/>
              <a:gd name="connsiteY1953" fmla="*/ 2431913 h 6382977"/>
              <a:gd name="connsiteX1954" fmla="*/ 5140270 w 6501199"/>
              <a:gd name="connsiteY1954" fmla="*/ 2436182 h 6382977"/>
              <a:gd name="connsiteX1955" fmla="*/ 5147067 w 6501199"/>
              <a:gd name="connsiteY1955" fmla="*/ 2429422 h 6382977"/>
              <a:gd name="connsiteX1956" fmla="*/ 462355 w 6501199"/>
              <a:gd name="connsiteY1956" fmla="*/ 2426237 h 6382977"/>
              <a:gd name="connsiteX1957" fmla="*/ 448761 w 6501199"/>
              <a:gd name="connsiteY1957" fmla="*/ 2465024 h 6382977"/>
              <a:gd name="connsiteX1958" fmla="*/ 462355 w 6501199"/>
              <a:gd name="connsiteY1958" fmla="*/ 2426237 h 6382977"/>
              <a:gd name="connsiteX1959" fmla="*/ 6136018 w 6501199"/>
              <a:gd name="connsiteY1959" fmla="*/ 2411412 h 6382977"/>
              <a:gd name="connsiteX1960" fmla="*/ 6125037 w 6501199"/>
              <a:gd name="connsiteY1960" fmla="*/ 2526941 h 6382977"/>
              <a:gd name="connsiteX1961" fmla="*/ 6136018 w 6501199"/>
              <a:gd name="connsiteY1961" fmla="*/ 2411412 h 6382977"/>
              <a:gd name="connsiteX1962" fmla="*/ 6250376 w 6501199"/>
              <a:gd name="connsiteY1962" fmla="*/ 2403475 h 6382977"/>
              <a:gd name="connsiteX1963" fmla="*/ 6209463 w 6501199"/>
              <a:gd name="connsiteY1963" fmla="*/ 2477730 h 6382977"/>
              <a:gd name="connsiteX1964" fmla="*/ 6250376 w 6501199"/>
              <a:gd name="connsiteY1964" fmla="*/ 2403475 h 6382977"/>
              <a:gd name="connsiteX1965" fmla="*/ 5191627 w 6501199"/>
              <a:gd name="connsiteY1965" fmla="*/ 2401613 h 6382977"/>
              <a:gd name="connsiteX1966" fmla="*/ 5190496 w 6501199"/>
              <a:gd name="connsiteY1966" fmla="*/ 2402724 h 6382977"/>
              <a:gd name="connsiteX1967" fmla="*/ 5188389 w 6501199"/>
              <a:gd name="connsiteY1967" fmla="*/ 2408310 h 6382977"/>
              <a:gd name="connsiteX1968" fmla="*/ 5190882 w 6501199"/>
              <a:gd name="connsiteY1968" fmla="*/ 2410985 h 6382977"/>
              <a:gd name="connsiteX1969" fmla="*/ 5193470 w 6501199"/>
              <a:gd name="connsiteY1969" fmla="*/ 2409595 h 6382977"/>
              <a:gd name="connsiteX1970" fmla="*/ 6055590 w 6501199"/>
              <a:gd name="connsiteY1970" fmla="*/ 2397125 h 6382977"/>
              <a:gd name="connsiteX1971" fmla="*/ 6050866 w 6501199"/>
              <a:gd name="connsiteY1971" fmla="*/ 2426923 h 6382977"/>
              <a:gd name="connsiteX1972" fmla="*/ 6055590 w 6501199"/>
              <a:gd name="connsiteY1972" fmla="*/ 2397125 h 6382977"/>
              <a:gd name="connsiteX1973" fmla="*/ 5157467 w 6501199"/>
              <a:gd name="connsiteY1973" fmla="*/ 2394874 h 6382977"/>
              <a:gd name="connsiteX1974" fmla="*/ 5159647 w 6501199"/>
              <a:gd name="connsiteY1974" fmla="*/ 2424305 h 6382977"/>
              <a:gd name="connsiteX1975" fmla="*/ 5148382 w 6501199"/>
              <a:gd name="connsiteY1975" fmla="*/ 2419639 h 6382977"/>
              <a:gd name="connsiteX1976" fmla="*/ 5148382 w 6501199"/>
              <a:gd name="connsiteY1976" fmla="*/ 2401693 h 6382977"/>
              <a:gd name="connsiteX1977" fmla="*/ 5159647 w 6501199"/>
              <a:gd name="connsiteY1977" fmla="*/ 2399181 h 6382977"/>
              <a:gd name="connsiteX1978" fmla="*/ 5157467 w 6501199"/>
              <a:gd name="connsiteY1978" fmla="*/ 2394874 h 6382977"/>
              <a:gd name="connsiteX1979" fmla="*/ 5520933 w 6501199"/>
              <a:gd name="connsiteY1979" fmla="*/ 2392823 h 6382977"/>
              <a:gd name="connsiteX1980" fmla="*/ 5514093 w 6501199"/>
              <a:gd name="connsiteY1980" fmla="*/ 2404344 h 6382977"/>
              <a:gd name="connsiteX1981" fmla="*/ 5518773 w 6501199"/>
              <a:gd name="connsiteY1981" fmla="*/ 2429185 h 6382977"/>
              <a:gd name="connsiteX1982" fmla="*/ 5514844 w 6501199"/>
              <a:gd name="connsiteY1982" fmla="*/ 2428778 h 6382977"/>
              <a:gd name="connsiteX1983" fmla="*/ 5513771 w 6501199"/>
              <a:gd name="connsiteY1983" fmla="*/ 2433270 h 6382977"/>
              <a:gd name="connsiteX1984" fmla="*/ 5504613 w 6501199"/>
              <a:gd name="connsiteY1984" fmla="*/ 2414587 h 6382977"/>
              <a:gd name="connsiteX1985" fmla="*/ 5506152 w 6501199"/>
              <a:gd name="connsiteY1985" fmla="*/ 2415718 h 6382977"/>
              <a:gd name="connsiteX1986" fmla="*/ 5505864 w 6501199"/>
              <a:gd name="connsiteY1986" fmla="*/ 2414655 h 6382977"/>
              <a:gd name="connsiteX1987" fmla="*/ 5500895 w 6501199"/>
              <a:gd name="connsiteY1987" fmla="*/ 2411491 h 6382977"/>
              <a:gd name="connsiteX1988" fmla="*/ 5498047 w 6501199"/>
              <a:gd name="connsiteY1988" fmla="*/ 2447698 h 6382977"/>
              <a:gd name="connsiteX1989" fmla="*/ 5472356 w 6501199"/>
              <a:gd name="connsiteY1989" fmla="*/ 2467272 h 6382977"/>
              <a:gd name="connsiteX1990" fmla="*/ 5450404 w 6501199"/>
              <a:gd name="connsiteY1990" fmla="*/ 2488514 h 6382977"/>
              <a:gd name="connsiteX1991" fmla="*/ 5450373 w 6501199"/>
              <a:gd name="connsiteY1991" fmla="*/ 2490750 h 6382977"/>
              <a:gd name="connsiteX1992" fmla="*/ 5479893 w 6501199"/>
              <a:gd name="connsiteY1992" fmla="*/ 2490750 h 6382977"/>
              <a:gd name="connsiteX1993" fmla="*/ 5427693 w 6501199"/>
              <a:gd name="connsiteY1993" fmla="*/ 2545473 h 6382977"/>
              <a:gd name="connsiteX1994" fmla="*/ 5434533 w 6501199"/>
              <a:gd name="connsiteY1994" fmla="*/ 2549794 h 6382977"/>
              <a:gd name="connsiteX1995" fmla="*/ 5420043 w 6501199"/>
              <a:gd name="connsiteY1995" fmla="*/ 2541603 h 6382977"/>
              <a:gd name="connsiteX1996" fmla="*/ 5416662 w 6501199"/>
              <a:gd name="connsiteY1996" fmla="*/ 2534352 h 6382977"/>
              <a:gd name="connsiteX1997" fmla="*/ 5410253 w 6501199"/>
              <a:gd name="connsiteY1997" fmla="*/ 2549986 h 6382977"/>
              <a:gd name="connsiteX1998" fmla="*/ 5410253 w 6501199"/>
              <a:gd name="connsiteY1998" fmla="*/ 2534152 h 6382977"/>
              <a:gd name="connsiteX1999" fmla="*/ 5406528 w 6501199"/>
              <a:gd name="connsiteY1999" fmla="*/ 2535076 h 6382977"/>
              <a:gd name="connsiteX2000" fmla="*/ 5405176 w 6501199"/>
              <a:gd name="connsiteY2000" fmla="*/ 2541952 h 6382977"/>
              <a:gd name="connsiteX2001" fmla="*/ 5402308 w 6501199"/>
              <a:gd name="connsiteY2001" fmla="*/ 2543173 h 6382977"/>
              <a:gd name="connsiteX2002" fmla="*/ 5402579 w 6501199"/>
              <a:gd name="connsiteY2002" fmla="*/ 2545218 h 6382977"/>
              <a:gd name="connsiteX2003" fmla="*/ 5404159 w 6501199"/>
              <a:gd name="connsiteY2003" fmla="*/ 2553686 h 6382977"/>
              <a:gd name="connsiteX2004" fmla="*/ 5400608 w 6501199"/>
              <a:gd name="connsiteY2004" fmla="*/ 2554141 h 6382977"/>
              <a:gd name="connsiteX2005" fmla="*/ 5404518 w 6501199"/>
              <a:gd name="connsiteY2005" fmla="*/ 2554964 h 6382977"/>
              <a:gd name="connsiteX2006" fmla="*/ 5407122 w 6501199"/>
              <a:gd name="connsiteY2006" fmla="*/ 2560735 h 6382977"/>
              <a:gd name="connsiteX2007" fmla="*/ 5408871 w 6501199"/>
              <a:gd name="connsiteY2007" fmla="*/ 2560939 h 6382977"/>
              <a:gd name="connsiteX2008" fmla="*/ 5412781 w 6501199"/>
              <a:gd name="connsiteY2008" fmla="*/ 2565820 h 6382977"/>
              <a:gd name="connsiteX2009" fmla="*/ 5390166 w 6501199"/>
              <a:gd name="connsiteY2009" fmla="*/ 2570852 h 6382977"/>
              <a:gd name="connsiteX2010" fmla="*/ 5377427 w 6501199"/>
              <a:gd name="connsiteY2010" fmla="*/ 2578519 h 6382977"/>
              <a:gd name="connsiteX2011" fmla="*/ 5375132 w 6501199"/>
              <a:gd name="connsiteY2011" fmla="*/ 2592997 h 6382977"/>
              <a:gd name="connsiteX2012" fmla="*/ 5358855 w 6501199"/>
              <a:gd name="connsiteY2012" fmla="*/ 2604646 h 6382977"/>
              <a:gd name="connsiteX2013" fmla="*/ 5353196 w 6501199"/>
              <a:gd name="connsiteY2013" fmla="*/ 2615840 h 6382977"/>
              <a:gd name="connsiteX2014" fmla="*/ 5348309 w 6501199"/>
              <a:gd name="connsiteY2014" fmla="*/ 2612040 h 6382977"/>
              <a:gd name="connsiteX2015" fmla="*/ 5342991 w 6501199"/>
              <a:gd name="connsiteY2015" fmla="*/ 2615567 h 6382977"/>
              <a:gd name="connsiteX2016" fmla="*/ 5346661 w 6501199"/>
              <a:gd name="connsiteY2016" fmla="*/ 2619181 h 6382977"/>
              <a:gd name="connsiteX2017" fmla="*/ 5347668 w 6501199"/>
              <a:gd name="connsiteY2017" fmla="*/ 2633880 h 6382977"/>
              <a:gd name="connsiteX2018" fmla="*/ 5336258 w 6501199"/>
              <a:gd name="connsiteY2018" fmla="*/ 2628958 h 6382977"/>
              <a:gd name="connsiteX2019" fmla="*/ 5330838 w 6501199"/>
              <a:gd name="connsiteY2019" fmla="*/ 2623627 h 6382977"/>
              <a:gd name="connsiteX2020" fmla="*/ 5325452 w 6501199"/>
              <a:gd name="connsiteY2020" fmla="*/ 2627199 h 6382977"/>
              <a:gd name="connsiteX2021" fmla="*/ 5326346 w 6501199"/>
              <a:gd name="connsiteY2021" fmla="*/ 2622472 h 6382977"/>
              <a:gd name="connsiteX2022" fmla="*/ 5325116 w 6501199"/>
              <a:gd name="connsiteY2022" fmla="*/ 2622425 h 6382977"/>
              <a:gd name="connsiteX2023" fmla="*/ 5322432 w 6501199"/>
              <a:gd name="connsiteY2023" fmla="*/ 2613745 h 6382977"/>
              <a:gd name="connsiteX2024" fmla="*/ 5322846 w 6501199"/>
              <a:gd name="connsiteY2024" fmla="*/ 2612655 h 6382977"/>
              <a:gd name="connsiteX2025" fmla="*/ 5322217 w 6501199"/>
              <a:gd name="connsiteY2025" fmla="*/ 2613149 h 6382977"/>
              <a:gd name="connsiteX2026" fmla="*/ 5311367 w 6501199"/>
              <a:gd name="connsiteY2026" fmla="*/ 2640340 h 6382977"/>
              <a:gd name="connsiteX2027" fmla="*/ 5284411 w 6501199"/>
              <a:gd name="connsiteY2027" fmla="*/ 2666082 h 6382977"/>
              <a:gd name="connsiteX2028" fmla="*/ 5266051 w 6501199"/>
              <a:gd name="connsiteY2028" fmla="*/ 2659241 h 6382977"/>
              <a:gd name="connsiteX2029" fmla="*/ 5248051 w 6501199"/>
              <a:gd name="connsiteY2029" fmla="*/ 2684083 h 6382977"/>
              <a:gd name="connsiteX2030" fmla="*/ 5235361 w 6501199"/>
              <a:gd name="connsiteY2030" fmla="*/ 2680753 h 6382977"/>
              <a:gd name="connsiteX2031" fmla="*/ 5234338 w 6501199"/>
              <a:gd name="connsiteY2031" fmla="*/ 2678886 h 6382977"/>
              <a:gd name="connsiteX2032" fmla="*/ 5204334 w 6501199"/>
              <a:gd name="connsiteY2032" fmla="*/ 2709409 h 6382977"/>
              <a:gd name="connsiteX2033" fmla="*/ 5188157 w 6501199"/>
              <a:gd name="connsiteY2033" fmla="*/ 2718829 h 6382977"/>
              <a:gd name="connsiteX2034" fmla="*/ 5185071 w 6501199"/>
              <a:gd name="connsiteY2034" fmla="*/ 2728348 h 6382977"/>
              <a:gd name="connsiteX2035" fmla="*/ 5180074 w 6501199"/>
              <a:gd name="connsiteY2035" fmla="*/ 2733325 h 6382977"/>
              <a:gd name="connsiteX2036" fmla="*/ 5188095 w 6501199"/>
              <a:gd name="connsiteY2036" fmla="*/ 2729504 h 6382977"/>
              <a:gd name="connsiteX2037" fmla="*/ 5197866 w 6501199"/>
              <a:gd name="connsiteY2037" fmla="*/ 2739145 h 6382977"/>
              <a:gd name="connsiteX2038" fmla="*/ 5129439 w 6501199"/>
              <a:gd name="connsiteY2038" fmla="*/ 2790644 h 6382977"/>
              <a:gd name="connsiteX2039" fmla="*/ 5119104 w 6501199"/>
              <a:gd name="connsiteY2039" fmla="*/ 2813785 h 6382977"/>
              <a:gd name="connsiteX2040" fmla="*/ 5122140 w 6501199"/>
              <a:gd name="connsiteY2040" fmla="*/ 2808337 h 6382977"/>
              <a:gd name="connsiteX2041" fmla="*/ 5152290 w 6501199"/>
              <a:gd name="connsiteY2041" fmla="*/ 2793170 h 6382977"/>
              <a:gd name="connsiteX2042" fmla="*/ 5154810 w 6501199"/>
              <a:gd name="connsiteY2042" fmla="*/ 2811532 h 6382977"/>
              <a:gd name="connsiteX2043" fmla="*/ 5172811 w 6501199"/>
              <a:gd name="connsiteY2043" fmla="*/ 2782010 h 6382977"/>
              <a:gd name="connsiteX2044" fmla="*/ 5172811 w 6501199"/>
              <a:gd name="connsiteY2044" fmla="*/ 2806851 h 6382977"/>
              <a:gd name="connsiteX2045" fmla="*/ 5179651 w 6501199"/>
              <a:gd name="connsiteY2045" fmla="*/ 2770489 h 6382977"/>
              <a:gd name="connsiteX2046" fmla="*/ 5195491 w 6501199"/>
              <a:gd name="connsiteY2046" fmla="*/ 2791010 h 6382977"/>
              <a:gd name="connsiteX2047" fmla="*/ 5200171 w 6501199"/>
              <a:gd name="connsiteY2047" fmla="*/ 2761488 h 6382977"/>
              <a:gd name="connsiteX2048" fmla="*/ 5227531 w 6501199"/>
              <a:gd name="connsiteY2048" fmla="*/ 2743127 h 6382977"/>
              <a:gd name="connsiteX2049" fmla="*/ 5236531 w 6501199"/>
              <a:gd name="connsiteY2049" fmla="*/ 2734126 h 6382977"/>
              <a:gd name="connsiteX2050" fmla="*/ 5261731 w 6501199"/>
              <a:gd name="connsiteY2050" fmla="*/ 2738807 h 6382977"/>
              <a:gd name="connsiteX2051" fmla="*/ 5252371 w 6501199"/>
              <a:gd name="connsiteY2051" fmla="*/ 2718285 h 6382977"/>
              <a:gd name="connsiteX2052" fmla="*/ 5286571 w 6501199"/>
              <a:gd name="connsiteY2052" fmla="*/ 2699924 h 6382977"/>
              <a:gd name="connsiteX2053" fmla="*/ 5261731 w 6501199"/>
              <a:gd name="connsiteY2053" fmla="*/ 2718285 h 6382977"/>
              <a:gd name="connsiteX2054" fmla="*/ 5329772 w 6501199"/>
              <a:gd name="connsiteY2054" fmla="*/ 2697764 h 6382977"/>
              <a:gd name="connsiteX2055" fmla="*/ 5361812 w 6501199"/>
              <a:gd name="connsiteY2055" fmla="*/ 2661401 h 6382977"/>
              <a:gd name="connsiteX2056" fmla="*/ 5331932 w 6501199"/>
              <a:gd name="connsiteY2056" fmla="*/ 2686243 h 6382977"/>
              <a:gd name="connsiteX2057" fmla="*/ 5313931 w 6501199"/>
              <a:gd name="connsiteY2057" fmla="*/ 2686243 h 6382977"/>
              <a:gd name="connsiteX2058" fmla="*/ 5318611 w 6501199"/>
              <a:gd name="connsiteY2058" fmla="*/ 2670402 h 6382977"/>
              <a:gd name="connsiteX2059" fmla="*/ 5363972 w 6501199"/>
              <a:gd name="connsiteY2059" fmla="*/ 2649881 h 6382977"/>
              <a:gd name="connsiteX2060" fmla="*/ 5377652 w 6501199"/>
              <a:gd name="connsiteY2060" fmla="*/ 2666082 h 6382977"/>
              <a:gd name="connsiteX2061" fmla="*/ 5420853 w 6501199"/>
              <a:gd name="connsiteY2061" fmla="*/ 2627199 h 6382977"/>
              <a:gd name="connsiteX2062" fmla="*/ 5418693 w 6501199"/>
              <a:gd name="connsiteY2062" fmla="*/ 2592997 h 6382977"/>
              <a:gd name="connsiteX2063" fmla="*/ 5423013 w 6501199"/>
              <a:gd name="connsiteY2063" fmla="*/ 2583996 h 6382977"/>
              <a:gd name="connsiteX2064" fmla="*/ 5450373 w 6501199"/>
              <a:gd name="connsiteY2064" fmla="*/ 2597677 h 6382977"/>
              <a:gd name="connsiteX2065" fmla="*/ 5454918 w 6501199"/>
              <a:gd name="connsiteY2065" fmla="*/ 2580216 h 6382977"/>
              <a:gd name="connsiteX2066" fmla="*/ 5447075 w 6501199"/>
              <a:gd name="connsiteY2066" fmla="*/ 2569962 h 6382977"/>
              <a:gd name="connsiteX2067" fmla="*/ 5447739 w 6501199"/>
              <a:gd name="connsiteY2067" fmla="*/ 2571379 h 6382977"/>
              <a:gd name="connsiteX2068" fmla="*/ 5440827 w 6501199"/>
              <a:gd name="connsiteY2068" fmla="*/ 2579974 h 6382977"/>
              <a:gd name="connsiteX2069" fmla="*/ 5415713 w 6501199"/>
              <a:gd name="connsiteY2069" fmla="*/ 2582501 h 6382977"/>
              <a:gd name="connsiteX2070" fmla="*/ 5495002 w 6501199"/>
              <a:gd name="connsiteY2070" fmla="*/ 2489015 h 6382977"/>
              <a:gd name="connsiteX2071" fmla="*/ 5515452 w 6501199"/>
              <a:gd name="connsiteY2071" fmla="*/ 2489015 h 6382977"/>
              <a:gd name="connsiteX2072" fmla="*/ 5511147 w 6501199"/>
              <a:gd name="connsiteY2072" fmla="*/ 2477465 h 6382977"/>
              <a:gd name="connsiteX2073" fmla="*/ 5528267 w 6501199"/>
              <a:gd name="connsiteY2073" fmla="*/ 2464161 h 6382977"/>
              <a:gd name="connsiteX2074" fmla="*/ 5544975 w 6501199"/>
              <a:gd name="connsiteY2074" fmla="*/ 2455796 h 6382977"/>
              <a:gd name="connsiteX2075" fmla="*/ 5548079 w 6501199"/>
              <a:gd name="connsiteY2075" fmla="*/ 2438698 h 6382977"/>
              <a:gd name="connsiteX2076" fmla="*/ 5544851 w 6501199"/>
              <a:gd name="connsiteY2076" fmla="*/ 2417717 h 6382977"/>
              <a:gd name="connsiteX2077" fmla="*/ 5542509 w 6501199"/>
              <a:gd name="connsiteY2077" fmla="*/ 2407883 h 6382977"/>
              <a:gd name="connsiteX2078" fmla="*/ 5536188 w 6501199"/>
              <a:gd name="connsiteY2078" fmla="*/ 2410166 h 6382977"/>
              <a:gd name="connsiteX2079" fmla="*/ 5529933 w 6501199"/>
              <a:gd name="connsiteY2079" fmla="*/ 2418025 h 6382977"/>
              <a:gd name="connsiteX2080" fmla="*/ 5520933 w 6501199"/>
              <a:gd name="connsiteY2080" fmla="*/ 2392823 h 6382977"/>
              <a:gd name="connsiteX2081" fmla="*/ 4899929 w 6501199"/>
              <a:gd name="connsiteY2081" fmla="*/ 2388143 h 6382977"/>
              <a:gd name="connsiteX2082" fmla="*/ 4897409 w 6501199"/>
              <a:gd name="connsiteY2082" fmla="*/ 2413344 h 6382977"/>
              <a:gd name="connsiteX2083" fmla="*/ 4911089 w 6501199"/>
              <a:gd name="connsiteY2083" fmla="*/ 2388143 h 6382977"/>
              <a:gd name="connsiteX2084" fmla="*/ 4906769 w 6501199"/>
              <a:gd name="connsiteY2084" fmla="*/ 2390663 h 6382977"/>
              <a:gd name="connsiteX2085" fmla="*/ 4899929 w 6501199"/>
              <a:gd name="connsiteY2085" fmla="*/ 2388143 h 6382977"/>
              <a:gd name="connsiteX2086" fmla="*/ 5864190 w 6501199"/>
              <a:gd name="connsiteY2086" fmla="*/ 2379662 h 6382977"/>
              <a:gd name="connsiteX2087" fmla="*/ 5862050 w 6501199"/>
              <a:gd name="connsiteY2087" fmla="*/ 2411521 h 6382977"/>
              <a:gd name="connsiteX2088" fmla="*/ 5839575 w 6501199"/>
              <a:gd name="connsiteY2088" fmla="*/ 2404720 h 6382977"/>
              <a:gd name="connsiteX2089" fmla="*/ 5864190 w 6501199"/>
              <a:gd name="connsiteY2089" fmla="*/ 2379662 h 6382977"/>
              <a:gd name="connsiteX2090" fmla="*/ 5243371 w 6501199"/>
              <a:gd name="connsiteY2090" fmla="*/ 2376982 h 6382977"/>
              <a:gd name="connsiteX2091" fmla="*/ 5220691 w 6501199"/>
              <a:gd name="connsiteY2091" fmla="*/ 2413344 h 6382977"/>
              <a:gd name="connsiteX2092" fmla="*/ 5243371 w 6501199"/>
              <a:gd name="connsiteY2092" fmla="*/ 2376982 h 6382977"/>
              <a:gd name="connsiteX2093" fmla="*/ 5123178 w 6501199"/>
              <a:gd name="connsiteY2093" fmla="*/ 2375380 h 6382977"/>
              <a:gd name="connsiteX2094" fmla="*/ 5137544 w 6501199"/>
              <a:gd name="connsiteY2094" fmla="*/ 2383333 h 6382977"/>
              <a:gd name="connsiteX2095" fmla="*/ 5124023 w 6501199"/>
              <a:gd name="connsiteY2095" fmla="*/ 2383333 h 6382977"/>
              <a:gd name="connsiteX2096" fmla="*/ 5123178 w 6501199"/>
              <a:gd name="connsiteY2096" fmla="*/ 2375380 h 6382977"/>
              <a:gd name="connsiteX2097" fmla="*/ 553040 w 6501199"/>
              <a:gd name="connsiteY2097" fmla="*/ 2361345 h 6382977"/>
              <a:gd name="connsiteX2098" fmla="*/ 532518 w 6501199"/>
              <a:gd name="connsiteY2098" fmla="*/ 2372504 h 6382977"/>
              <a:gd name="connsiteX2099" fmla="*/ 527837 w 6501199"/>
              <a:gd name="connsiteY2099" fmla="*/ 2399860 h 6382977"/>
              <a:gd name="connsiteX2100" fmla="*/ 553040 w 6501199"/>
              <a:gd name="connsiteY2100" fmla="*/ 2361345 h 6382977"/>
              <a:gd name="connsiteX2101" fmla="*/ 5739455 w 6501199"/>
              <a:gd name="connsiteY2101" fmla="*/ 2358621 h 6382977"/>
              <a:gd name="connsiteX2102" fmla="*/ 5709575 w 6501199"/>
              <a:gd name="connsiteY2102" fmla="*/ 2372302 h 6382977"/>
              <a:gd name="connsiteX2103" fmla="*/ 5732615 w 6501199"/>
              <a:gd name="connsiteY2103" fmla="*/ 2374822 h 6382977"/>
              <a:gd name="connsiteX2104" fmla="*/ 5707415 w 6501199"/>
              <a:gd name="connsiteY2104" fmla="*/ 2399663 h 6382977"/>
              <a:gd name="connsiteX2105" fmla="*/ 5707415 w 6501199"/>
              <a:gd name="connsiteY2105" fmla="*/ 2413344 h 6382977"/>
              <a:gd name="connsiteX2106" fmla="*/ 5739455 w 6501199"/>
              <a:gd name="connsiteY2106" fmla="*/ 2358621 h 6382977"/>
              <a:gd name="connsiteX2107" fmla="*/ 6312121 w 6501199"/>
              <a:gd name="connsiteY2107" fmla="*/ 2347912 h 6382977"/>
              <a:gd name="connsiteX2108" fmla="*/ 6312121 w 6501199"/>
              <a:gd name="connsiteY2108" fmla="*/ 2382469 h 6382977"/>
              <a:gd name="connsiteX2109" fmla="*/ 6312121 w 6501199"/>
              <a:gd name="connsiteY2109" fmla="*/ 2347912 h 6382977"/>
              <a:gd name="connsiteX2110" fmla="*/ 6164649 w 6501199"/>
              <a:gd name="connsiteY2110" fmla="*/ 2335212 h 6382977"/>
              <a:gd name="connsiteX2111" fmla="*/ 6157555 w 6501199"/>
              <a:gd name="connsiteY2111" fmla="*/ 2364855 h 6382977"/>
              <a:gd name="connsiteX2112" fmla="*/ 6142086 w 6501199"/>
              <a:gd name="connsiteY2112" fmla="*/ 2400701 h 6382977"/>
              <a:gd name="connsiteX2113" fmla="*/ 6141817 w 6501199"/>
              <a:gd name="connsiteY2113" fmla="*/ 2401528 h 6382977"/>
              <a:gd name="connsiteX2114" fmla="*/ 6141758 w 6501199"/>
              <a:gd name="connsiteY2114" fmla="*/ 2401462 h 6382977"/>
              <a:gd name="connsiteX2115" fmla="*/ 6141730 w 6501199"/>
              <a:gd name="connsiteY2115" fmla="*/ 2401526 h 6382977"/>
              <a:gd name="connsiteX2116" fmla="*/ 6141724 w 6501199"/>
              <a:gd name="connsiteY2116" fmla="*/ 2401425 h 6382977"/>
              <a:gd name="connsiteX2117" fmla="*/ 6135469 w 6501199"/>
              <a:gd name="connsiteY2117" fmla="*/ 2394478 h 6382977"/>
              <a:gd name="connsiteX2118" fmla="*/ 6138627 w 6501199"/>
              <a:gd name="connsiteY2118" fmla="*/ 2384435 h 6382977"/>
              <a:gd name="connsiteX2119" fmla="*/ 6140477 w 6501199"/>
              <a:gd name="connsiteY2119" fmla="*/ 2380328 h 6382977"/>
              <a:gd name="connsiteX2120" fmla="*/ 6139411 w 6501199"/>
              <a:gd name="connsiteY2120" fmla="*/ 2362287 h 6382977"/>
              <a:gd name="connsiteX2121" fmla="*/ 6164649 w 6501199"/>
              <a:gd name="connsiteY2121" fmla="*/ 2335212 h 6382977"/>
              <a:gd name="connsiteX2122" fmla="*/ 6085280 w 6501199"/>
              <a:gd name="connsiteY2122" fmla="*/ 2330839 h 6382977"/>
              <a:gd name="connsiteX2123" fmla="*/ 6069539 w 6501199"/>
              <a:gd name="connsiteY2123" fmla="*/ 2376127 h 6382977"/>
              <a:gd name="connsiteX2124" fmla="*/ 6085280 w 6501199"/>
              <a:gd name="connsiteY2124" fmla="*/ 2330839 h 6382977"/>
              <a:gd name="connsiteX2125" fmla="*/ 5232290 w 6501199"/>
              <a:gd name="connsiteY2125" fmla="*/ 2324100 h 6382977"/>
              <a:gd name="connsiteX2126" fmla="*/ 5214100 w 6501199"/>
              <a:gd name="connsiteY2126" fmla="*/ 2361847 h 6382977"/>
              <a:gd name="connsiteX2127" fmla="*/ 5232290 w 6501199"/>
              <a:gd name="connsiteY2127" fmla="*/ 2324100 h 6382977"/>
              <a:gd name="connsiteX2128" fmla="*/ 3777806 w 6501199"/>
              <a:gd name="connsiteY2128" fmla="*/ 2318660 h 6382977"/>
              <a:gd name="connsiteX2129" fmla="*/ 3777885 w 6501199"/>
              <a:gd name="connsiteY2129" fmla="*/ 2319422 h 6382977"/>
              <a:gd name="connsiteX2130" fmla="*/ 3783336 w 6501199"/>
              <a:gd name="connsiteY2130" fmla="*/ 2319715 h 6382977"/>
              <a:gd name="connsiteX2131" fmla="*/ 3783152 w 6501199"/>
              <a:gd name="connsiteY2131" fmla="*/ 2319677 h 6382977"/>
              <a:gd name="connsiteX2132" fmla="*/ 5529933 w 6501199"/>
              <a:gd name="connsiteY2132" fmla="*/ 2317938 h 6382977"/>
              <a:gd name="connsiteX2133" fmla="*/ 5525613 w 6501199"/>
              <a:gd name="connsiteY2133" fmla="*/ 2326938 h 6382977"/>
              <a:gd name="connsiteX2134" fmla="*/ 5505093 w 6501199"/>
              <a:gd name="connsiteY2134" fmla="*/ 2376982 h 6382977"/>
              <a:gd name="connsiteX2135" fmla="*/ 5534613 w 6501199"/>
              <a:gd name="connsiteY2135" fmla="*/ 2335939 h 6382977"/>
              <a:gd name="connsiteX2136" fmla="*/ 5529933 w 6501199"/>
              <a:gd name="connsiteY2136" fmla="*/ 2317938 h 6382977"/>
              <a:gd name="connsiteX2137" fmla="*/ 3786078 w 6501199"/>
              <a:gd name="connsiteY2137" fmla="*/ 2314247 h 6382977"/>
              <a:gd name="connsiteX2138" fmla="*/ 3786179 w 6501199"/>
              <a:gd name="connsiteY2138" fmla="*/ 2315627 h 6382977"/>
              <a:gd name="connsiteX2139" fmla="*/ 3786725 w 6501199"/>
              <a:gd name="connsiteY2139" fmla="*/ 2319897 h 6382977"/>
              <a:gd name="connsiteX2140" fmla="*/ 3800850 w 6501199"/>
              <a:gd name="connsiteY2140" fmla="*/ 2320655 h 6382977"/>
              <a:gd name="connsiteX2141" fmla="*/ 3800764 w 6501199"/>
              <a:gd name="connsiteY2141" fmla="*/ 2319016 h 6382977"/>
              <a:gd name="connsiteX2142" fmla="*/ 3787381 w 6501199"/>
              <a:gd name="connsiteY2142" fmla="*/ 2316807 h 6382977"/>
              <a:gd name="connsiteX2143" fmla="*/ 5713309 w 6501199"/>
              <a:gd name="connsiteY2143" fmla="*/ 2313143 h 6382977"/>
              <a:gd name="connsiteX2144" fmla="*/ 5708208 w 6501199"/>
              <a:gd name="connsiteY2144" fmla="*/ 2318325 h 6382977"/>
              <a:gd name="connsiteX2145" fmla="*/ 5692864 w 6501199"/>
              <a:gd name="connsiteY2145" fmla="*/ 2342787 h 6382977"/>
              <a:gd name="connsiteX2146" fmla="*/ 5685201 w 6501199"/>
              <a:gd name="connsiteY2146" fmla="*/ 2341919 h 6382977"/>
              <a:gd name="connsiteX2147" fmla="*/ 5686794 w 6501199"/>
              <a:gd name="connsiteY2147" fmla="*/ 2361573 h 6382977"/>
              <a:gd name="connsiteX2148" fmla="*/ 5701430 w 6501199"/>
              <a:gd name="connsiteY2148" fmla="*/ 2344928 h 6382977"/>
              <a:gd name="connsiteX2149" fmla="*/ 5715355 w 6501199"/>
              <a:gd name="connsiteY2149" fmla="*/ 2336059 h 6382977"/>
              <a:gd name="connsiteX2150" fmla="*/ 5708266 w 6501199"/>
              <a:gd name="connsiteY2150" fmla="*/ 2332576 h 6382977"/>
              <a:gd name="connsiteX2151" fmla="*/ 5709959 w 6501199"/>
              <a:gd name="connsiteY2151" fmla="*/ 2321778 h 6382977"/>
              <a:gd name="connsiteX2152" fmla="*/ 3857860 w 6501199"/>
              <a:gd name="connsiteY2152" fmla="*/ 2310610 h 6382977"/>
              <a:gd name="connsiteX2153" fmla="*/ 3850361 w 6501199"/>
              <a:gd name="connsiteY2153" fmla="*/ 2313501 h 6382977"/>
              <a:gd name="connsiteX2154" fmla="*/ 3849086 w 6501199"/>
              <a:gd name="connsiteY2154" fmla="*/ 2320269 h 6382977"/>
              <a:gd name="connsiteX2155" fmla="*/ 3849189 w 6501199"/>
              <a:gd name="connsiteY2155" fmla="*/ 2320311 h 6382977"/>
              <a:gd name="connsiteX2156" fmla="*/ 3849070 w 6501199"/>
              <a:gd name="connsiteY2156" fmla="*/ 2320355 h 6382977"/>
              <a:gd name="connsiteX2157" fmla="*/ 3848772 w 6501199"/>
              <a:gd name="connsiteY2157" fmla="*/ 2321934 h 6382977"/>
              <a:gd name="connsiteX2158" fmla="*/ 3857673 w 6501199"/>
              <a:gd name="connsiteY2158" fmla="*/ 2315978 h 6382977"/>
              <a:gd name="connsiteX2159" fmla="*/ 6141201 w 6501199"/>
              <a:gd name="connsiteY2159" fmla="*/ 2301875 h 6382977"/>
              <a:gd name="connsiteX2160" fmla="*/ 6152924 w 6501199"/>
              <a:gd name="connsiteY2160" fmla="*/ 2333272 h 6382977"/>
              <a:gd name="connsiteX2161" fmla="*/ 6141201 w 6501199"/>
              <a:gd name="connsiteY2161" fmla="*/ 2301875 h 6382977"/>
              <a:gd name="connsiteX2162" fmla="*/ 3921795 w 6501199"/>
              <a:gd name="connsiteY2162" fmla="*/ 2296189 h 6382977"/>
              <a:gd name="connsiteX2163" fmla="*/ 3921532 w 6501199"/>
              <a:gd name="connsiteY2163" fmla="*/ 2299589 h 6382977"/>
              <a:gd name="connsiteX2164" fmla="*/ 3930507 w 6501199"/>
              <a:gd name="connsiteY2164" fmla="*/ 2296940 h 6382977"/>
              <a:gd name="connsiteX2165" fmla="*/ 3838715 w 6501199"/>
              <a:gd name="connsiteY2165" fmla="*/ 2295193 h 6382977"/>
              <a:gd name="connsiteX2166" fmla="*/ 3838548 w 6501199"/>
              <a:gd name="connsiteY2166" fmla="*/ 2295215 h 6382977"/>
              <a:gd name="connsiteX2167" fmla="*/ 3830720 w 6501199"/>
              <a:gd name="connsiteY2167" fmla="*/ 2299577 h 6382977"/>
              <a:gd name="connsiteX2168" fmla="*/ 3831365 w 6501199"/>
              <a:gd name="connsiteY2168" fmla="*/ 2296135 h 6382977"/>
              <a:gd name="connsiteX2169" fmla="*/ 3819666 w 6501199"/>
              <a:gd name="connsiteY2169" fmla="*/ 2297635 h 6382977"/>
              <a:gd name="connsiteX2170" fmla="*/ 3819666 w 6501199"/>
              <a:gd name="connsiteY2170" fmla="*/ 2301954 h 6382977"/>
              <a:gd name="connsiteX2171" fmla="*/ 3805917 w 6501199"/>
              <a:gd name="connsiteY2171" fmla="*/ 2299417 h 6382977"/>
              <a:gd name="connsiteX2172" fmla="*/ 3804159 w 6501199"/>
              <a:gd name="connsiteY2172" fmla="*/ 2298074 h 6382977"/>
              <a:gd name="connsiteX2173" fmla="*/ 3797740 w 6501199"/>
              <a:gd name="connsiteY2173" fmla="*/ 2302993 h 6382977"/>
              <a:gd name="connsiteX2174" fmla="*/ 3785127 w 6501199"/>
              <a:gd name="connsiteY2174" fmla="*/ 2301249 h 6382977"/>
              <a:gd name="connsiteX2175" fmla="*/ 3785325 w 6501199"/>
              <a:gd name="connsiteY2175" fmla="*/ 2303953 h 6382977"/>
              <a:gd name="connsiteX2176" fmla="*/ 3789867 w 6501199"/>
              <a:gd name="connsiteY2176" fmla="*/ 2303619 h 6382977"/>
              <a:gd name="connsiteX2177" fmla="*/ 3801304 w 6501199"/>
              <a:gd name="connsiteY2177" fmla="*/ 2306633 h 6382977"/>
              <a:gd name="connsiteX2178" fmla="*/ 3804935 w 6501199"/>
              <a:gd name="connsiteY2178" fmla="*/ 2320874 h 6382977"/>
              <a:gd name="connsiteX2179" fmla="*/ 3824106 w 6501199"/>
              <a:gd name="connsiteY2179" fmla="*/ 2321903 h 6382977"/>
              <a:gd name="connsiteX2180" fmla="*/ 3829342 w 6501199"/>
              <a:gd name="connsiteY2180" fmla="*/ 2319951 h 6382977"/>
              <a:gd name="connsiteX2181" fmla="*/ 3833799 w 6501199"/>
              <a:gd name="connsiteY2181" fmla="*/ 2318696 h 6382977"/>
              <a:gd name="connsiteX2182" fmla="*/ 3831575 w 6501199"/>
              <a:gd name="connsiteY2182" fmla="*/ 2309665 h 6382977"/>
              <a:gd name="connsiteX2183" fmla="*/ 3839857 w 6501199"/>
              <a:gd name="connsiteY2183" fmla="*/ 2296929 h 6382977"/>
              <a:gd name="connsiteX2184" fmla="*/ 3908217 w 6501199"/>
              <a:gd name="connsiteY2184" fmla="*/ 2294334 h 6382977"/>
              <a:gd name="connsiteX2185" fmla="*/ 3898761 w 6501199"/>
              <a:gd name="connsiteY2185" fmla="*/ 2301737 h 6382977"/>
              <a:gd name="connsiteX2186" fmla="*/ 3897551 w 6501199"/>
              <a:gd name="connsiteY2186" fmla="*/ 2297904 h 6382977"/>
              <a:gd name="connsiteX2187" fmla="*/ 3890228 w 6501199"/>
              <a:gd name="connsiteY2187" fmla="*/ 2307751 h 6382977"/>
              <a:gd name="connsiteX2188" fmla="*/ 3912151 w 6501199"/>
              <a:gd name="connsiteY2188" fmla="*/ 2302359 h 6382977"/>
              <a:gd name="connsiteX2189" fmla="*/ 3918957 w 6501199"/>
              <a:gd name="connsiteY2189" fmla="*/ 2300349 h 6382977"/>
              <a:gd name="connsiteX2190" fmla="*/ 3914737 w 6501199"/>
              <a:gd name="connsiteY2190" fmla="*/ 2295298 h 6382977"/>
              <a:gd name="connsiteX2191" fmla="*/ 5163811 w 6501199"/>
              <a:gd name="connsiteY2191" fmla="*/ 2292736 h 6382977"/>
              <a:gd name="connsiteX2192" fmla="*/ 5138610 w 6501199"/>
              <a:gd name="connsiteY2192" fmla="*/ 2299577 h 6382977"/>
              <a:gd name="connsiteX2193" fmla="*/ 5159131 w 6501199"/>
              <a:gd name="connsiteY2193" fmla="*/ 2315418 h 6382977"/>
              <a:gd name="connsiteX2194" fmla="*/ 5163811 w 6501199"/>
              <a:gd name="connsiteY2194" fmla="*/ 2292736 h 6382977"/>
              <a:gd name="connsiteX2195" fmla="*/ 3869118 w 6501199"/>
              <a:gd name="connsiteY2195" fmla="*/ 2291003 h 6382977"/>
              <a:gd name="connsiteX2196" fmla="*/ 3865060 w 6501199"/>
              <a:gd name="connsiteY2196" fmla="*/ 2291365 h 6382977"/>
              <a:gd name="connsiteX2197" fmla="*/ 3869652 w 6501199"/>
              <a:gd name="connsiteY2197" fmla="*/ 2297919 h 6382977"/>
              <a:gd name="connsiteX2198" fmla="*/ 3864860 w 6501199"/>
              <a:gd name="connsiteY2198" fmla="*/ 2313991 h 6382977"/>
              <a:gd name="connsiteX2199" fmla="*/ 3888685 w 6501199"/>
              <a:gd name="connsiteY2199" fmla="*/ 2308131 h 6382977"/>
              <a:gd name="connsiteX2200" fmla="*/ 3883967 w 6501199"/>
              <a:gd name="connsiteY2200" fmla="*/ 2306431 h 6382977"/>
              <a:gd name="connsiteX2201" fmla="*/ 3881965 w 6501199"/>
              <a:gd name="connsiteY2201" fmla="*/ 2301280 h 6382977"/>
              <a:gd name="connsiteX2202" fmla="*/ 3877363 w 6501199"/>
              <a:gd name="connsiteY2202" fmla="*/ 2299082 h 6382977"/>
              <a:gd name="connsiteX2203" fmla="*/ 3872998 w 6501199"/>
              <a:gd name="connsiteY2203" fmla="*/ 2299712 h 6382977"/>
              <a:gd name="connsiteX2204" fmla="*/ 3873519 w 6501199"/>
              <a:gd name="connsiteY2204" fmla="*/ 2294555 h 6382977"/>
              <a:gd name="connsiteX2205" fmla="*/ 3871614 w 6501199"/>
              <a:gd name="connsiteY2205" fmla="*/ 2294665 h 6382977"/>
              <a:gd name="connsiteX2206" fmla="*/ 3871919 w 6501199"/>
              <a:gd name="connsiteY2206" fmla="*/ 2292873 h 6382977"/>
              <a:gd name="connsiteX2207" fmla="*/ 3789107 w 6501199"/>
              <a:gd name="connsiteY2207" fmla="*/ 2290129 h 6382977"/>
              <a:gd name="connsiteX2208" fmla="*/ 3789260 w 6501199"/>
              <a:gd name="connsiteY2208" fmla="*/ 2290956 h 6382977"/>
              <a:gd name="connsiteX2209" fmla="*/ 3791240 w 6501199"/>
              <a:gd name="connsiteY2209" fmla="*/ 2290818 h 6382977"/>
              <a:gd name="connsiteX2210" fmla="*/ 3815780 w 6501199"/>
              <a:gd name="connsiteY2210" fmla="*/ 2289046 h 6382977"/>
              <a:gd name="connsiteX2211" fmla="*/ 3814512 w 6501199"/>
              <a:gd name="connsiteY2211" fmla="*/ 2289066 h 6382977"/>
              <a:gd name="connsiteX2212" fmla="*/ 3811171 w 6501199"/>
              <a:gd name="connsiteY2212" fmla="*/ 2292116 h 6382977"/>
              <a:gd name="connsiteX2213" fmla="*/ 3817675 w 6501199"/>
              <a:gd name="connsiteY2213" fmla="*/ 2293771 h 6382977"/>
              <a:gd name="connsiteX2214" fmla="*/ 3825172 w 6501199"/>
              <a:gd name="connsiteY2214" fmla="*/ 2289801 h 6382977"/>
              <a:gd name="connsiteX2215" fmla="*/ 3823689 w 6501199"/>
              <a:gd name="connsiteY2215" fmla="*/ 2290137 h 6382977"/>
              <a:gd name="connsiteX2216" fmla="*/ 3815780 w 6501199"/>
              <a:gd name="connsiteY2216" fmla="*/ 2289046 h 6382977"/>
              <a:gd name="connsiteX2217" fmla="*/ 5263688 w 6501199"/>
              <a:gd name="connsiteY2217" fmla="*/ 2288656 h 6382977"/>
              <a:gd name="connsiteX2218" fmla="*/ 5268319 w 6501199"/>
              <a:gd name="connsiteY2218" fmla="*/ 2292296 h 6382977"/>
              <a:gd name="connsiteX2219" fmla="*/ 5263923 w 6501199"/>
              <a:gd name="connsiteY2219" fmla="*/ 2301214 h 6382977"/>
              <a:gd name="connsiteX2220" fmla="*/ 5263923 w 6501199"/>
              <a:gd name="connsiteY2220" fmla="*/ 2310490 h 6382977"/>
              <a:gd name="connsiteX2221" fmla="*/ 5256963 w 6501199"/>
              <a:gd name="connsiteY2221" fmla="*/ 2312630 h 6382977"/>
              <a:gd name="connsiteX2222" fmla="*/ 5252200 w 6501199"/>
              <a:gd name="connsiteY2222" fmla="*/ 2307992 h 6382977"/>
              <a:gd name="connsiteX2223" fmla="*/ 5252200 w 6501199"/>
              <a:gd name="connsiteY2223" fmla="*/ 2296933 h 6382977"/>
              <a:gd name="connsiteX2224" fmla="*/ 5263688 w 6501199"/>
              <a:gd name="connsiteY2224" fmla="*/ 2288656 h 6382977"/>
              <a:gd name="connsiteX2225" fmla="*/ 3946641 w 6501199"/>
              <a:gd name="connsiteY2225" fmla="*/ 2288056 h 6382977"/>
              <a:gd name="connsiteX2226" fmla="*/ 3934012 w 6501199"/>
              <a:gd name="connsiteY2226" fmla="*/ 2295905 h 6382977"/>
              <a:gd name="connsiteX2227" fmla="*/ 3947263 w 6501199"/>
              <a:gd name="connsiteY2227" fmla="*/ 2291993 h 6382977"/>
              <a:gd name="connsiteX2228" fmla="*/ 3894441 w 6501199"/>
              <a:gd name="connsiteY2228" fmla="*/ 2288056 h 6382977"/>
              <a:gd name="connsiteX2229" fmla="*/ 3894326 w 6501199"/>
              <a:gd name="connsiteY2229" fmla="*/ 2288129 h 6382977"/>
              <a:gd name="connsiteX2230" fmla="*/ 3893869 w 6501199"/>
              <a:gd name="connsiteY2230" fmla="*/ 2290782 h 6382977"/>
              <a:gd name="connsiteX2231" fmla="*/ 3897184 w 6501199"/>
              <a:gd name="connsiteY2231" fmla="*/ 2296742 h 6382977"/>
              <a:gd name="connsiteX2232" fmla="*/ 5823335 w 6501199"/>
              <a:gd name="connsiteY2232" fmla="*/ 2285896 h 6382977"/>
              <a:gd name="connsiteX2233" fmla="*/ 5798495 w 6501199"/>
              <a:gd name="connsiteY2233" fmla="*/ 2308577 h 6382977"/>
              <a:gd name="connsiteX2234" fmla="*/ 5823335 w 6501199"/>
              <a:gd name="connsiteY2234" fmla="*/ 2285896 h 6382977"/>
              <a:gd name="connsiteX2235" fmla="*/ 3940263 w 6501199"/>
              <a:gd name="connsiteY2235" fmla="*/ 2269509 h 6382977"/>
              <a:gd name="connsiteX2236" fmla="*/ 3938901 w 6501199"/>
              <a:gd name="connsiteY2236" fmla="*/ 2271315 h 6382977"/>
              <a:gd name="connsiteX2237" fmla="*/ 3939801 w 6501199"/>
              <a:gd name="connsiteY2237" fmla="*/ 2281575 h 6382977"/>
              <a:gd name="connsiteX2238" fmla="*/ 3949206 w 6501199"/>
              <a:gd name="connsiteY2238" fmla="*/ 2278110 h 6382977"/>
              <a:gd name="connsiteX2239" fmla="*/ 3950995 w 6501199"/>
              <a:gd name="connsiteY2239" fmla="*/ 2273835 h 6382977"/>
              <a:gd name="connsiteX2240" fmla="*/ 3943252 w 6501199"/>
              <a:gd name="connsiteY2240" fmla="*/ 2271610 h 6382977"/>
              <a:gd name="connsiteX2241" fmla="*/ 5720925 w 6501199"/>
              <a:gd name="connsiteY2241" fmla="*/ 2266950 h 6382977"/>
              <a:gd name="connsiteX2242" fmla="*/ 5703050 w 6501199"/>
              <a:gd name="connsiteY2242" fmla="*/ 2286835 h 6382977"/>
              <a:gd name="connsiteX2243" fmla="*/ 5720925 w 6501199"/>
              <a:gd name="connsiteY2243" fmla="*/ 2266950 h 6382977"/>
              <a:gd name="connsiteX2244" fmla="*/ 5834855 w 6501199"/>
              <a:gd name="connsiteY2244" fmla="*/ 2256374 h 6382977"/>
              <a:gd name="connsiteX2245" fmla="*/ 5825855 w 6501199"/>
              <a:gd name="connsiteY2245" fmla="*/ 2283736 h 6382977"/>
              <a:gd name="connsiteX2246" fmla="*/ 5855375 w 6501199"/>
              <a:gd name="connsiteY2246" fmla="*/ 2274735 h 6382977"/>
              <a:gd name="connsiteX2247" fmla="*/ 5834855 w 6501199"/>
              <a:gd name="connsiteY2247" fmla="*/ 2256374 h 6382977"/>
              <a:gd name="connsiteX2248" fmla="*/ 5254891 w 6501199"/>
              <a:gd name="connsiteY2248" fmla="*/ 2256374 h 6382977"/>
              <a:gd name="connsiteX2249" fmla="*/ 5254647 w 6501199"/>
              <a:gd name="connsiteY2249" fmla="*/ 2256827 h 6382977"/>
              <a:gd name="connsiteX2250" fmla="*/ 5254969 w 6501199"/>
              <a:gd name="connsiteY2250" fmla="*/ 2256374 h 6382977"/>
              <a:gd name="connsiteX2251" fmla="*/ 5800655 w 6501199"/>
              <a:gd name="connsiteY2251" fmla="*/ 2249533 h 6382977"/>
              <a:gd name="connsiteX2252" fmla="*/ 5786975 w 6501199"/>
              <a:gd name="connsiteY2252" fmla="*/ 2281575 h 6382977"/>
              <a:gd name="connsiteX2253" fmla="*/ 5800655 w 6501199"/>
              <a:gd name="connsiteY2253" fmla="*/ 2285896 h 6382977"/>
              <a:gd name="connsiteX2254" fmla="*/ 5828015 w 6501199"/>
              <a:gd name="connsiteY2254" fmla="*/ 2256374 h 6382977"/>
              <a:gd name="connsiteX2255" fmla="*/ 5802815 w 6501199"/>
              <a:gd name="connsiteY2255" fmla="*/ 2274735 h 6382977"/>
              <a:gd name="connsiteX2256" fmla="*/ 5800655 w 6501199"/>
              <a:gd name="connsiteY2256" fmla="*/ 2249533 h 6382977"/>
              <a:gd name="connsiteX2257" fmla="*/ 6293228 w 6501199"/>
              <a:gd name="connsiteY2257" fmla="*/ 2247900 h 6382977"/>
              <a:gd name="connsiteX2258" fmla="*/ 6276857 w 6501199"/>
              <a:gd name="connsiteY2258" fmla="*/ 2285647 h 6382977"/>
              <a:gd name="connsiteX2259" fmla="*/ 6293228 w 6501199"/>
              <a:gd name="connsiteY2259" fmla="*/ 2247900 h 6382977"/>
              <a:gd name="connsiteX2260" fmla="*/ 5225011 w 6501199"/>
              <a:gd name="connsiteY2260" fmla="*/ 2231532 h 6382977"/>
              <a:gd name="connsiteX2261" fmla="*/ 5222851 w 6501199"/>
              <a:gd name="connsiteY2261" fmla="*/ 2261054 h 6382977"/>
              <a:gd name="connsiteX2262" fmla="*/ 5200171 w 6501199"/>
              <a:gd name="connsiteY2262" fmla="*/ 2306417 h 6382977"/>
              <a:gd name="connsiteX2263" fmla="*/ 5174971 w 6501199"/>
              <a:gd name="connsiteY2263" fmla="*/ 2285896 h 6382977"/>
              <a:gd name="connsiteX2264" fmla="*/ 5184331 w 6501199"/>
              <a:gd name="connsiteY2264" fmla="*/ 2313258 h 6382977"/>
              <a:gd name="connsiteX2265" fmla="*/ 5163811 w 6501199"/>
              <a:gd name="connsiteY2265" fmla="*/ 2340619 h 6382977"/>
              <a:gd name="connsiteX2266" fmla="*/ 5141130 w 6501199"/>
              <a:gd name="connsiteY2266" fmla="*/ 2326938 h 6382977"/>
              <a:gd name="connsiteX2267" fmla="*/ 5141130 w 6501199"/>
              <a:gd name="connsiteY2267" fmla="*/ 2351780 h 6382977"/>
              <a:gd name="connsiteX2268" fmla="*/ 5109090 w 6501199"/>
              <a:gd name="connsiteY2268" fmla="*/ 2356461 h 6382977"/>
              <a:gd name="connsiteX2269" fmla="*/ 5111250 w 6501199"/>
              <a:gd name="connsiteY2269" fmla="*/ 2367981 h 6382977"/>
              <a:gd name="connsiteX2270" fmla="*/ 5086410 w 6501199"/>
              <a:gd name="connsiteY2270" fmla="*/ 2411184 h 6382977"/>
              <a:gd name="connsiteX2271" fmla="*/ 5065890 w 6501199"/>
              <a:gd name="connsiteY2271" fmla="*/ 2427025 h 6382977"/>
              <a:gd name="connsiteX2272" fmla="*/ 5027369 w 6501199"/>
              <a:gd name="connsiteY2272" fmla="*/ 2449707 h 6382977"/>
              <a:gd name="connsiteX2273" fmla="*/ 5022689 w 6501199"/>
              <a:gd name="connsiteY2273" fmla="*/ 2458708 h 6382977"/>
              <a:gd name="connsiteX2274" fmla="*/ 5031689 w 6501199"/>
              <a:gd name="connsiteY2274" fmla="*/ 2465548 h 6382977"/>
              <a:gd name="connsiteX2275" fmla="*/ 5015849 w 6501199"/>
              <a:gd name="connsiteY2275" fmla="*/ 2486069 h 6382977"/>
              <a:gd name="connsiteX2276" fmla="*/ 5018009 w 6501199"/>
              <a:gd name="connsiteY2276" fmla="*/ 2463388 h 6382977"/>
              <a:gd name="connsiteX2277" fmla="*/ 4963649 w 6501199"/>
              <a:gd name="connsiteY2277" fmla="*/ 2486069 h 6382977"/>
              <a:gd name="connsiteX2278" fmla="*/ 4965809 w 6501199"/>
              <a:gd name="connsiteY2278" fmla="*/ 2508751 h 6382977"/>
              <a:gd name="connsiteX2279" fmla="*/ 4981649 w 6501199"/>
              <a:gd name="connsiteY2279" fmla="*/ 2486069 h 6382977"/>
              <a:gd name="connsiteX2280" fmla="*/ 4995329 w 6501199"/>
              <a:gd name="connsiteY2280" fmla="*/ 2515591 h 6382977"/>
              <a:gd name="connsiteX2281" fmla="*/ 4961129 w 6501199"/>
              <a:gd name="connsiteY2281" fmla="*/ 2520272 h 6382977"/>
              <a:gd name="connsiteX2282" fmla="*/ 4947449 w 6501199"/>
              <a:gd name="connsiteY2282" fmla="*/ 2497590 h 6382977"/>
              <a:gd name="connsiteX2283" fmla="*/ 4943129 w 6501199"/>
              <a:gd name="connsiteY2283" fmla="*/ 2515591 h 6382977"/>
              <a:gd name="connsiteX2284" fmla="*/ 4938449 w 6501199"/>
              <a:gd name="connsiteY2284" fmla="*/ 2504431 h 6382977"/>
              <a:gd name="connsiteX2285" fmla="*/ 4915769 w 6501199"/>
              <a:gd name="connsiteY2285" fmla="*/ 2529272 h 6382977"/>
              <a:gd name="connsiteX2286" fmla="*/ 4858888 w 6501199"/>
              <a:gd name="connsiteY2286" fmla="*/ 2549794 h 6382977"/>
              <a:gd name="connsiteX2287" fmla="*/ 4863568 w 6501199"/>
              <a:gd name="connsiteY2287" fmla="*/ 2563475 h 6382977"/>
              <a:gd name="connsiteX2288" fmla="*/ 4849888 w 6501199"/>
              <a:gd name="connsiteY2288" fmla="*/ 2574995 h 6382977"/>
              <a:gd name="connsiteX2289" fmla="*/ 4813528 w 6501199"/>
              <a:gd name="connsiteY2289" fmla="*/ 2592997 h 6382977"/>
              <a:gd name="connsiteX2290" fmla="*/ 4799848 w 6501199"/>
              <a:gd name="connsiteY2290" fmla="*/ 2583996 h 6382977"/>
              <a:gd name="connsiteX2291" fmla="*/ 4813528 w 6501199"/>
              <a:gd name="connsiteY2291" fmla="*/ 2565635 h 6382977"/>
              <a:gd name="connsiteX2292" fmla="*/ 4772487 w 6501199"/>
              <a:gd name="connsiteY2292" fmla="*/ 2581836 h 6382977"/>
              <a:gd name="connsiteX2293" fmla="*/ 4795167 w 6501199"/>
              <a:gd name="connsiteY2293" fmla="*/ 2579316 h 6382977"/>
              <a:gd name="connsiteX2294" fmla="*/ 4738287 w 6501199"/>
              <a:gd name="connsiteY2294" fmla="*/ 2625039 h 6382977"/>
              <a:gd name="connsiteX2295" fmla="*/ 4747287 w 6501199"/>
              <a:gd name="connsiteY2295" fmla="*/ 2631879 h 6382977"/>
              <a:gd name="connsiteX2296" fmla="*/ 4740447 w 6501199"/>
              <a:gd name="connsiteY2296" fmla="*/ 2649881 h 6382977"/>
              <a:gd name="connsiteX2297" fmla="*/ 4724607 w 6501199"/>
              <a:gd name="connsiteY2297" fmla="*/ 2629359 h 6382977"/>
              <a:gd name="connsiteX2298" fmla="*/ 4695087 w 6501199"/>
              <a:gd name="connsiteY2298" fmla="*/ 2638720 h 6382977"/>
              <a:gd name="connsiteX2299" fmla="*/ 4722447 w 6501199"/>
              <a:gd name="connsiteY2299" fmla="*/ 2647720 h 6382977"/>
              <a:gd name="connsiteX2300" fmla="*/ 4701927 w 6501199"/>
              <a:gd name="connsiteY2300" fmla="*/ 2668242 h 6382977"/>
              <a:gd name="connsiteX2301" fmla="*/ 4676727 w 6501199"/>
              <a:gd name="connsiteY2301" fmla="*/ 2634040 h 6382977"/>
              <a:gd name="connsiteX2302" fmla="*/ 4645047 w 6501199"/>
              <a:gd name="connsiteY2302" fmla="*/ 2684083 h 6382977"/>
              <a:gd name="connsiteX2303" fmla="*/ 4674567 w 6501199"/>
              <a:gd name="connsiteY2303" fmla="*/ 2661401 h 6382977"/>
              <a:gd name="connsiteX2304" fmla="*/ 4670247 w 6501199"/>
              <a:gd name="connsiteY2304" fmla="*/ 2681923 h 6382977"/>
              <a:gd name="connsiteX2305" fmla="*/ 4636901 w 6501199"/>
              <a:gd name="connsiteY2305" fmla="*/ 2692678 h 6382977"/>
              <a:gd name="connsiteX2306" fmla="*/ 4628304 w 6501199"/>
              <a:gd name="connsiteY2306" fmla="*/ 2696185 h 6382977"/>
              <a:gd name="connsiteX2307" fmla="*/ 4629977 w 6501199"/>
              <a:gd name="connsiteY2307" fmla="*/ 2698664 h 6382977"/>
              <a:gd name="connsiteX2308" fmla="*/ 4635284 w 6501199"/>
              <a:gd name="connsiteY2308" fmla="*/ 2700143 h 6382977"/>
              <a:gd name="connsiteX2309" fmla="*/ 4637518 w 6501199"/>
              <a:gd name="connsiteY2309" fmla="*/ 2701420 h 6382977"/>
              <a:gd name="connsiteX2310" fmla="*/ 4648557 w 6501199"/>
              <a:gd name="connsiteY2310" fmla="*/ 2700059 h 6382977"/>
              <a:gd name="connsiteX2311" fmla="*/ 4660887 w 6501199"/>
              <a:gd name="connsiteY2311" fmla="*/ 2690923 h 6382977"/>
              <a:gd name="connsiteX2312" fmla="*/ 4670247 w 6501199"/>
              <a:gd name="connsiteY2312" fmla="*/ 2686243 h 6382977"/>
              <a:gd name="connsiteX2313" fmla="*/ 4679247 w 6501199"/>
              <a:gd name="connsiteY2313" fmla="*/ 2695604 h 6382977"/>
              <a:gd name="connsiteX2314" fmla="*/ 4690407 w 6501199"/>
              <a:gd name="connsiteY2314" fmla="*/ 2679403 h 6382977"/>
              <a:gd name="connsiteX2315" fmla="*/ 4726767 w 6501199"/>
              <a:gd name="connsiteY2315" fmla="*/ 2666082 h 6382977"/>
              <a:gd name="connsiteX2316" fmla="*/ 4736127 w 6501199"/>
              <a:gd name="connsiteY2316" fmla="*/ 2679403 h 6382977"/>
              <a:gd name="connsiteX2317" fmla="*/ 4767807 w 6501199"/>
              <a:gd name="connsiteY2317" fmla="*/ 2663562 h 6382977"/>
              <a:gd name="connsiteX2318" fmla="*/ 4790487 w 6501199"/>
              <a:gd name="connsiteY2318" fmla="*/ 2640880 h 6382977"/>
              <a:gd name="connsiteX2319" fmla="*/ 4808848 w 6501199"/>
              <a:gd name="connsiteY2319" fmla="*/ 2627199 h 6382977"/>
              <a:gd name="connsiteX2320" fmla="*/ 4818574 w 6501199"/>
              <a:gd name="connsiteY2320" fmla="*/ 2632082 h 6382977"/>
              <a:gd name="connsiteX2321" fmla="*/ 4817225 w 6501199"/>
              <a:gd name="connsiteY2321" fmla="*/ 2627535 h 6382977"/>
              <a:gd name="connsiteX2322" fmla="*/ 4867662 w 6501199"/>
              <a:gd name="connsiteY2322" fmla="*/ 2600325 h 6382977"/>
              <a:gd name="connsiteX2323" fmla="*/ 4861431 w 6501199"/>
              <a:gd name="connsiteY2323" fmla="*/ 2620335 h 6382977"/>
              <a:gd name="connsiteX2324" fmla="*/ 4860096 w 6501199"/>
              <a:gd name="connsiteY2324" fmla="*/ 2621942 h 6382977"/>
              <a:gd name="connsiteX2325" fmla="*/ 4865514 w 6501199"/>
              <a:gd name="connsiteY2325" fmla="*/ 2621506 h 6382977"/>
              <a:gd name="connsiteX2326" fmla="*/ 4879408 w 6501199"/>
              <a:gd name="connsiteY2326" fmla="*/ 2615678 h 6382977"/>
              <a:gd name="connsiteX2327" fmla="*/ 4874728 w 6501199"/>
              <a:gd name="connsiteY2327" fmla="*/ 2602357 h 6382977"/>
              <a:gd name="connsiteX2328" fmla="*/ 4904249 w 6501199"/>
              <a:gd name="connsiteY2328" fmla="*/ 2586156 h 6382977"/>
              <a:gd name="connsiteX2329" fmla="*/ 4906769 w 6501199"/>
              <a:gd name="connsiteY2329" fmla="*/ 2606678 h 6382977"/>
              <a:gd name="connsiteX2330" fmla="*/ 4916123 w 6501199"/>
              <a:gd name="connsiteY2330" fmla="*/ 2582702 h 6382977"/>
              <a:gd name="connsiteX2331" fmla="*/ 4916553 w 6501199"/>
              <a:gd name="connsiteY2331" fmla="*/ 2582401 h 6382977"/>
              <a:gd name="connsiteX2332" fmla="*/ 4916926 w 6501199"/>
              <a:gd name="connsiteY2332" fmla="*/ 2574036 h 6382977"/>
              <a:gd name="connsiteX2333" fmla="*/ 4940695 w 6501199"/>
              <a:gd name="connsiteY2333" fmla="*/ 2555875 h 6382977"/>
              <a:gd name="connsiteX2334" fmla="*/ 4938110 w 6501199"/>
              <a:gd name="connsiteY2334" fmla="*/ 2567927 h 6382977"/>
              <a:gd name="connsiteX2335" fmla="*/ 4958862 w 6501199"/>
              <a:gd name="connsiteY2335" fmla="*/ 2559593 h 6382977"/>
              <a:gd name="connsiteX2336" fmla="*/ 4966610 w 6501199"/>
              <a:gd name="connsiteY2336" fmla="*/ 2555482 h 6382977"/>
              <a:gd name="connsiteX2337" fmla="*/ 4958513 w 6501199"/>
              <a:gd name="connsiteY2337" fmla="*/ 2547013 h 6382977"/>
              <a:gd name="connsiteX2338" fmla="*/ 4967332 w 6501199"/>
              <a:gd name="connsiteY2338" fmla="*/ 2538127 h 6382977"/>
              <a:gd name="connsiteX2339" fmla="*/ 4971093 w 6501199"/>
              <a:gd name="connsiteY2339" fmla="*/ 2542074 h 6382977"/>
              <a:gd name="connsiteX2340" fmla="*/ 4970489 w 6501199"/>
              <a:gd name="connsiteY2340" fmla="*/ 2533953 h 6382977"/>
              <a:gd name="connsiteX2341" fmla="*/ 4995329 w 6501199"/>
              <a:gd name="connsiteY2341" fmla="*/ 2518112 h 6382977"/>
              <a:gd name="connsiteX2342" fmla="*/ 4997849 w 6501199"/>
              <a:gd name="connsiteY2342" fmla="*/ 2542953 h 6382977"/>
              <a:gd name="connsiteX2343" fmla="*/ 5059364 w 6501199"/>
              <a:gd name="connsiteY2343" fmla="*/ 2492730 h 6382977"/>
              <a:gd name="connsiteX2344" fmla="*/ 5085382 w 6501199"/>
              <a:gd name="connsiteY2344" fmla="*/ 2471262 h 6382977"/>
              <a:gd name="connsiteX2345" fmla="*/ 5080515 w 6501199"/>
              <a:gd name="connsiteY2345" fmla="*/ 2465113 h 6382977"/>
              <a:gd name="connsiteX2346" fmla="*/ 5074385 w 6501199"/>
              <a:gd name="connsiteY2346" fmla="*/ 2467753 h 6382977"/>
              <a:gd name="connsiteX2347" fmla="*/ 5097294 w 6501199"/>
              <a:gd name="connsiteY2347" fmla="*/ 2438400 h 6382977"/>
              <a:gd name="connsiteX2348" fmla="*/ 5090493 w 6501199"/>
              <a:gd name="connsiteY2348" fmla="*/ 2456298 h 6382977"/>
              <a:gd name="connsiteX2349" fmla="*/ 5086690 w 6501199"/>
              <a:gd name="connsiteY2349" fmla="*/ 2463681 h 6382977"/>
              <a:gd name="connsiteX2350" fmla="*/ 5087396 w 6501199"/>
              <a:gd name="connsiteY2350" fmla="*/ 2469601 h 6382977"/>
              <a:gd name="connsiteX2351" fmla="*/ 5089430 w 6501199"/>
              <a:gd name="connsiteY2351" fmla="*/ 2467922 h 6382977"/>
              <a:gd name="connsiteX2352" fmla="*/ 5122770 w 6501199"/>
              <a:gd name="connsiteY2352" fmla="*/ 2454387 h 6382977"/>
              <a:gd name="connsiteX2353" fmla="*/ 5111250 w 6501199"/>
              <a:gd name="connsiteY2353" fmla="*/ 2468068 h 6382977"/>
              <a:gd name="connsiteX2354" fmla="*/ 5129610 w 6501199"/>
              <a:gd name="connsiteY2354" fmla="*/ 2472388 h 6382977"/>
              <a:gd name="connsiteX2355" fmla="*/ 5139645 w 6501199"/>
              <a:gd name="connsiteY2355" fmla="*/ 2458528 h 6382977"/>
              <a:gd name="connsiteX2356" fmla="*/ 5147964 w 6501199"/>
              <a:gd name="connsiteY2356" fmla="*/ 2458705 h 6382977"/>
              <a:gd name="connsiteX2357" fmla="*/ 5151722 w 6501199"/>
              <a:gd name="connsiteY2357" fmla="*/ 2451292 h 6382977"/>
              <a:gd name="connsiteX2358" fmla="*/ 5153522 w 6501199"/>
              <a:gd name="connsiteY2358" fmla="*/ 2448734 h 6382977"/>
              <a:gd name="connsiteX2359" fmla="*/ 5152740 w 6501199"/>
              <a:gd name="connsiteY2359" fmla="*/ 2443992 h 6382977"/>
              <a:gd name="connsiteX2360" fmla="*/ 5152290 w 6501199"/>
              <a:gd name="connsiteY2360" fmla="*/ 2431706 h 6382977"/>
              <a:gd name="connsiteX2361" fmla="*/ 5156567 w 6501199"/>
              <a:gd name="connsiteY2361" fmla="*/ 2432383 h 6382977"/>
              <a:gd name="connsiteX2362" fmla="*/ 5156433 w 6501199"/>
              <a:gd name="connsiteY2362" fmla="*/ 2431030 h 6382977"/>
              <a:gd name="connsiteX2363" fmla="*/ 5168768 w 6501199"/>
              <a:gd name="connsiteY2363" fmla="*/ 2432975 h 6382977"/>
              <a:gd name="connsiteX2364" fmla="*/ 5176405 w 6501199"/>
              <a:gd name="connsiteY2364" fmla="*/ 2429657 h 6382977"/>
              <a:gd name="connsiteX2365" fmla="*/ 5170203 w 6501199"/>
              <a:gd name="connsiteY2365" fmla="*/ 2424156 h 6382977"/>
              <a:gd name="connsiteX2366" fmla="*/ 5175016 w 6501199"/>
              <a:gd name="connsiteY2366" fmla="*/ 2422039 h 6382977"/>
              <a:gd name="connsiteX2367" fmla="*/ 5170651 w 6501199"/>
              <a:gd name="connsiteY2367" fmla="*/ 2418025 h 6382977"/>
              <a:gd name="connsiteX2368" fmla="*/ 5191357 w 6501199"/>
              <a:gd name="connsiteY2368" fmla="*/ 2394280 h 6382977"/>
              <a:gd name="connsiteX2369" fmla="*/ 5194116 w 6501199"/>
              <a:gd name="connsiteY2369" fmla="*/ 2394721 h 6382977"/>
              <a:gd name="connsiteX2370" fmla="*/ 5195998 w 6501199"/>
              <a:gd name="connsiteY2370" fmla="*/ 2391994 h 6382977"/>
              <a:gd name="connsiteX2371" fmla="*/ 5204902 w 6501199"/>
              <a:gd name="connsiteY2371" fmla="*/ 2376487 h 6382977"/>
              <a:gd name="connsiteX2372" fmla="*/ 5207005 w 6501199"/>
              <a:gd name="connsiteY2372" fmla="*/ 2396360 h 6382977"/>
              <a:gd name="connsiteX2373" fmla="*/ 5196538 w 6501199"/>
              <a:gd name="connsiteY2373" fmla="*/ 2408007 h 6382977"/>
              <a:gd name="connsiteX2374" fmla="*/ 5202061 w 6501199"/>
              <a:gd name="connsiteY2374" fmla="*/ 2409879 h 6382977"/>
              <a:gd name="connsiteX2375" fmla="*/ 5216011 w 6501199"/>
              <a:gd name="connsiteY2375" fmla="*/ 2420185 h 6382977"/>
              <a:gd name="connsiteX2376" fmla="*/ 5209171 w 6501199"/>
              <a:gd name="connsiteY2376" fmla="*/ 2402184 h 6382977"/>
              <a:gd name="connsiteX2377" fmla="*/ 5259211 w 6501199"/>
              <a:gd name="connsiteY2377" fmla="*/ 2356461 h 6382977"/>
              <a:gd name="connsiteX2378" fmla="*/ 5257051 w 6501199"/>
              <a:gd name="connsiteY2378" fmla="*/ 2326938 h 6382977"/>
              <a:gd name="connsiteX2379" fmla="*/ 5277571 w 6501199"/>
              <a:gd name="connsiteY2379" fmla="*/ 2335939 h 6382977"/>
              <a:gd name="connsiteX2380" fmla="*/ 5284411 w 6501199"/>
              <a:gd name="connsiteY2380" fmla="*/ 2299577 h 6382977"/>
              <a:gd name="connsiteX2381" fmla="*/ 5272891 w 6501199"/>
              <a:gd name="connsiteY2381" fmla="*/ 2299577 h 6382977"/>
              <a:gd name="connsiteX2382" fmla="*/ 5270731 w 6501199"/>
              <a:gd name="connsiteY2382" fmla="*/ 2281575 h 6382977"/>
              <a:gd name="connsiteX2383" fmla="*/ 5279236 w 6501199"/>
              <a:gd name="connsiteY2383" fmla="*/ 2272260 h 6382977"/>
              <a:gd name="connsiteX2384" fmla="*/ 5282361 w 6501199"/>
              <a:gd name="connsiteY2384" fmla="*/ 2269907 h 6382977"/>
              <a:gd name="connsiteX2385" fmla="*/ 5277905 w 6501199"/>
              <a:gd name="connsiteY2385" fmla="*/ 2267494 h 6382977"/>
              <a:gd name="connsiteX2386" fmla="*/ 5259559 w 6501199"/>
              <a:gd name="connsiteY2386" fmla="*/ 2285637 h 6382977"/>
              <a:gd name="connsiteX2387" fmla="*/ 5251420 w 6501199"/>
              <a:gd name="connsiteY2387" fmla="*/ 2261371 h 6382977"/>
              <a:gd name="connsiteX2388" fmla="*/ 5252212 w 6501199"/>
              <a:gd name="connsiteY2388" fmla="*/ 2260256 h 6382977"/>
              <a:gd name="connsiteX2389" fmla="*/ 5249356 w 6501199"/>
              <a:gd name="connsiteY2389" fmla="*/ 2245888 h 6382977"/>
              <a:gd name="connsiteX2390" fmla="*/ 5241211 w 6501199"/>
              <a:gd name="connsiteY2390" fmla="*/ 2235852 h 6382977"/>
              <a:gd name="connsiteX2391" fmla="*/ 5225011 w 6501199"/>
              <a:gd name="connsiteY2391" fmla="*/ 2231532 h 6382977"/>
              <a:gd name="connsiteX2392" fmla="*/ 5864315 w 6501199"/>
              <a:gd name="connsiteY2392" fmla="*/ 2222500 h 6382977"/>
              <a:gd name="connsiteX2393" fmla="*/ 5864315 w 6501199"/>
              <a:gd name="connsiteY2393" fmla="*/ 2257061 h 6382977"/>
              <a:gd name="connsiteX2394" fmla="*/ 5864315 w 6501199"/>
              <a:gd name="connsiteY2394" fmla="*/ 2222500 h 6382977"/>
              <a:gd name="connsiteX2395" fmla="*/ 5738681 w 6501199"/>
              <a:gd name="connsiteY2395" fmla="*/ 2222500 h 6382977"/>
              <a:gd name="connsiteX2396" fmla="*/ 5740797 w 6501199"/>
              <a:gd name="connsiteY2396" fmla="*/ 2238985 h 6382977"/>
              <a:gd name="connsiteX2397" fmla="*/ 5725275 w 6501199"/>
              <a:gd name="connsiteY2397" fmla="*/ 2241183 h 6382977"/>
              <a:gd name="connsiteX2398" fmla="*/ 5738681 w 6501199"/>
              <a:gd name="connsiteY2398" fmla="*/ 2222500 h 6382977"/>
              <a:gd name="connsiteX2399" fmla="*/ 5873376 w 6501199"/>
              <a:gd name="connsiteY2399" fmla="*/ 2213171 h 6382977"/>
              <a:gd name="connsiteX2400" fmla="*/ 5843855 w 6501199"/>
              <a:gd name="connsiteY2400" fmla="*/ 2231532 h 6382977"/>
              <a:gd name="connsiteX2401" fmla="*/ 5855375 w 6501199"/>
              <a:gd name="connsiteY2401" fmla="*/ 2267894 h 6382977"/>
              <a:gd name="connsiteX2402" fmla="*/ 5873376 w 6501199"/>
              <a:gd name="connsiteY2402" fmla="*/ 2213171 h 6382977"/>
              <a:gd name="connsiteX2403" fmla="*/ 5282057 w 6501199"/>
              <a:gd name="connsiteY2403" fmla="*/ 2212875 h 6382977"/>
              <a:gd name="connsiteX2404" fmla="*/ 5276631 w 6501199"/>
              <a:gd name="connsiteY2404" fmla="*/ 2218402 h 6382977"/>
              <a:gd name="connsiteX2405" fmla="*/ 5276929 w 6501199"/>
              <a:gd name="connsiteY2405" fmla="*/ 2224691 h 6382977"/>
              <a:gd name="connsiteX2406" fmla="*/ 5277571 w 6501199"/>
              <a:gd name="connsiteY2406" fmla="*/ 2224691 h 6382977"/>
              <a:gd name="connsiteX2407" fmla="*/ 5286207 w 6501199"/>
              <a:gd name="connsiteY2407" fmla="*/ 2208646 h 6382977"/>
              <a:gd name="connsiteX2408" fmla="*/ 5285490 w 6501199"/>
              <a:gd name="connsiteY2408" fmla="*/ 2209377 h 6382977"/>
              <a:gd name="connsiteX2409" fmla="*/ 5286319 w 6501199"/>
              <a:gd name="connsiteY2409" fmla="*/ 2209122 h 6382977"/>
              <a:gd name="connsiteX2410" fmla="*/ 6354040 w 6501199"/>
              <a:gd name="connsiteY2410" fmla="*/ 2198687 h 6382977"/>
              <a:gd name="connsiteX2411" fmla="*/ 6358401 w 6501199"/>
              <a:gd name="connsiteY2411" fmla="*/ 2226306 h 6382977"/>
              <a:gd name="connsiteX2412" fmla="*/ 6354040 w 6501199"/>
              <a:gd name="connsiteY2412" fmla="*/ 2198687 h 6382977"/>
              <a:gd name="connsiteX2413" fmla="*/ 5136450 w 6501199"/>
              <a:gd name="connsiteY2413" fmla="*/ 2185809 h 6382977"/>
              <a:gd name="connsiteX2414" fmla="*/ 5138610 w 6501199"/>
              <a:gd name="connsiteY2414" fmla="*/ 2199490 h 6382977"/>
              <a:gd name="connsiteX2415" fmla="*/ 5136450 w 6501199"/>
              <a:gd name="connsiteY2415" fmla="*/ 2185809 h 6382977"/>
              <a:gd name="connsiteX2416" fmla="*/ 5259211 w 6501199"/>
              <a:gd name="connsiteY2416" fmla="*/ 2183649 h 6382977"/>
              <a:gd name="connsiteX2417" fmla="*/ 5242111 w 6501199"/>
              <a:gd name="connsiteY2417" fmla="*/ 2202415 h 6382977"/>
              <a:gd name="connsiteX2418" fmla="*/ 5234310 w 6501199"/>
              <a:gd name="connsiteY2418" fmla="*/ 2212577 h 6382977"/>
              <a:gd name="connsiteX2419" fmla="*/ 5239790 w 6501199"/>
              <a:gd name="connsiteY2419" fmla="*/ 2213896 h 6382977"/>
              <a:gd name="connsiteX2420" fmla="*/ 5247376 w 6501199"/>
              <a:gd name="connsiteY2420" fmla="*/ 2208355 h 6382977"/>
              <a:gd name="connsiteX2421" fmla="*/ 5259211 w 6501199"/>
              <a:gd name="connsiteY2421" fmla="*/ 2183649 h 6382977"/>
              <a:gd name="connsiteX2422" fmla="*/ 6112501 w 6501199"/>
              <a:gd name="connsiteY2422" fmla="*/ 2176462 h 6382977"/>
              <a:gd name="connsiteX2423" fmla="*/ 6110353 w 6501199"/>
              <a:gd name="connsiteY2423" fmla="*/ 2223731 h 6382977"/>
              <a:gd name="connsiteX2424" fmla="*/ 6112501 w 6501199"/>
              <a:gd name="connsiteY2424" fmla="*/ 2176462 h 6382977"/>
              <a:gd name="connsiteX2425" fmla="*/ 5425527 w 6501199"/>
              <a:gd name="connsiteY2425" fmla="*/ 2170204 h 6382977"/>
              <a:gd name="connsiteX2426" fmla="*/ 5418693 w 6501199"/>
              <a:gd name="connsiteY2426" fmla="*/ 2172128 h 6382977"/>
              <a:gd name="connsiteX2427" fmla="*/ 5400332 w 6501199"/>
              <a:gd name="connsiteY2427" fmla="*/ 2201650 h 6382977"/>
              <a:gd name="connsiteX2428" fmla="*/ 5429853 w 6501199"/>
              <a:gd name="connsiteY2428" fmla="*/ 2172128 h 6382977"/>
              <a:gd name="connsiteX2429" fmla="*/ 5425527 w 6501199"/>
              <a:gd name="connsiteY2429" fmla="*/ 2170204 h 6382977"/>
              <a:gd name="connsiteX2430" fmla="*/ 6159281 w 6501199"/>
              <a:gd name="connsiteY2430" fmla="*/ 2165350 h 6382977"/>
              <a:gd name="connsiteX2431" fmla="*/ 6156828 w 6501199"/>
              <a:gd name="connsiteY2431" fmla="*/ 2195148 h 6382977"/>
              <a:gd name="connsiteX2432" fmla="*/ 6159281 w 6501199"/>
              <a:gd name="connsiteY2432" fmla="*/ 2165350 h 6382977"/>
              <a:gd name="connsiteX2433" fmla="*/ 5850695 w 6501199"/>
              <a:gd name="connsiteY2433" fmla="*/ 2165287 h 6382977"/>
              <a:gd name="connsiteX2434" fmla="*/ 5846375 w 6501199"/>
              <a:gd name="connsiteY2434" fmla="*/ 2204170 h 6382977"/>
              <a:gd name="connsiteX2435" fmla="*/ 5850695 w 6501199"/>
              <a:gd name="connsiteY2435" fmla="*/ 2165287 h 6382977"/>
              <a:gd name="connsiteX2436" fmla="*/ 5705255 w 6501199"/>
              <a:gd name="connsiteY2436" fmla="*/ 2154127 h 6382977"/>
              <a:gd name="connsiteX2437" fmla="*/ 5700505 w 6501199"/>
              <a:gd name="connsiteY2437" fmla="*/ 2156365 h 6382977"/>
              <a:gd name="connsiteX2438" fmla="*/ 5691245 w 6501199"/>
              <a:gd name="connsiteY2438" fmla="*/ 2181216 h 6382977"/>
              <a:gd name="connsiteX2439" fmla="*/ 5688196 w 6501199"/>
              <a:gd name="connsiteY2439" fmla="*/ 2195294 h 6382977"/>
              <a:gd name="connsiteX2440" fmla="*/ 5694005 w 6501199"/>
              <a:gd name="connsiteY2440" fmla="*/ 2190759 h 6382977"/>
              <a:gd name="connsiteX2441" fmla="*/ 5709575 w 6501199"/>
              <a:gd name="connsiteY2441" fmla="*/ 2181488 h 6382977"/>
              <a:gd name="connsiteX2442" fmla="*/ 5705255 w 6501199"/>
              <a:gd name="connsiteY2442" fmla="*/ 2154127 h 6382977"/>
              <a:gd name="connsiteX2443" fmla="*/ 3203455 w 6501199"/>
              <a:gd name="connsiteY2443" fmla="*/ 2146445 h 6382977"/>
              <a:gd name="connsiteX2444" fmla="*/ 3201514 w 6501199"/>
              <a:gd name="connsiteY2444" fmla="*/ 2150944 h 6382977"/>
              <a:gd name="connsiteX2445" fmla="*/ 3204174 w 6501199"/>
              <a:gd name="connsiteY2445" fmla="*/ 2148737 h 6382977"/>
              <a:gd name="connsiteX2446" fmla="*/ 6346164 w 6501199"/>
              <a:gd name="connsiteY2446" fmla="*/ 2143125 h 6382977"/>
              <a:gd name="connsiteX2447" fmla="*/ 6341578 w 6501199"/>
              <a:gd name="connsiteY2447" fmla="*/ 2184041 h 6382977"/>
              <a:gd name="connsiteX2448" fmla="*/ 6346164 w 6501199"/>
              <a:gd name="connsiteY2448" fmla="*/ 2143125 h 6382977"/>
              <a:gd name="connsiteX2449" fmla="*/ 6304064 w 6501199"/>
              <a:gd name="connsiteY2449" fmla="*/ 2143125 h 6382977"/>
              <a:gd name="connsiteX2450" fmla="*/ 6313037 w 6501199"/>
              <a:gd name="connsiteY2450" fmla="*/ 2195782 h 6382977"/>
              <a:gd name="connsiteX2451" fmla="*/ 6290425 w 6501199"/>
              <a:gd name="connsiteY2451" fmla="*/ 2195782 h 6382977"/>
              <a:gd name="connsiteX2452" fmla="*/ 6304064 w 6501199"/>
              <a:gd name="connsiteY2452" fmla="*/ 2143125 h 6382977"/>
              <a:gd name="connsiteX2453" fmla="*/ 3200741 w 6501199"/>
              <a:gd name="connsiteY2453" fmla="*/ 2137801 h 6382977"/>
              <a:gd name="connsiteX2454" fmla="*/ 3200615 w 6501199"/>
              <a:gd name="connsiteY2454" fmla="*/ 2139580 h 6382977"/>
              <a:gd name="connsiteX2455" fmla="*/ 3201207 w 6501199"/>
              <a:gd name="connsiteY2455" fmla="*/ 2139285 h 6382977"/>
              <a:gd name="connsiteX2456" fmla="*/ 3726543 w 6501199"/>
              <a:gd name="connsiteY2456" fmla="*/ 2131377 h 6382977"/>
              <a:gd name="connsiteX2457" fmla="*/ 3722056 w 6501199"/>
              <a:gd name="connsiteY2457" fmla="*/ 2137136 h 6382977"/>
              <a:gd name="connsiteX2458" fmla="*/ 3721736 w 6501199"/>
              <a:gd name="connsiteY2458" fmla="*/ 2137618 h 6382977"/>
              <a:gd name="connsiteX2459" fmla="*/ 3721736 w 6501199"/>
              <a:gd name="connsiteY2459" fmla="*/ 2142857 h 6382977"/>
              <a:gd name="connsiteX2460" fmla="*/ 3730062 w 6501199"/>
              <a:gd name="connsiteY2460" fmla="*/ 2140337 h 6382977"/>
              <a:gd name="connsiteX2461" fmla="*/ 3732186 w 6501199"/>
              <a:gd name="connsiteY2461" fmla="*/ 2132921 h 6382977"/>
              <a:gd name="connsiteX2462" fmla="*/ 5325889 w 6501199"/>
              <a:gd name="connsiteY2462" fmla="*/ 2128837 h 6382977"/>
              <a:gd name="connsiteX2463" fmla="*/ 5330154 w 6501199"/>
              <a:gd name="connsiteY2463" fmla="*/ 2152278 h 6382977"/>
              <a:gd name="connsiteX2464" fmla="*/ 5325889 w 6501199"/>
              <a:gd name="connsiteY2464" fmla="*/ 2128837 h 6382977"/>
              <a:gd name="connsiteX2465" fmla="*/ 3188159 w 6501199"/>
              <a:gd name="connsiteY2465" fmla="*/ 2127514 h 6382977"/>
              <a:gd name="connsiteX2466" fmla="*/ 3179473 w 6501199"/>
              <a:gd name="connsiteY2466" fmla="*/ 2131760 h 6382977"/>
              <a:gd name="connsiteX2467" fmla="*/ 3179083 w 6501199"/>
              <a:gd name="connsiteY2467" fmla="*/ 2132519 h 6382977"/>
              <a:gd name="connsiteX2468" fmla="*/ 3192234 w 6501199"/>
              <a:gd name="connsiteY2468" fmla="*/ 2129386 h 6382977"/>
              <a:gd name="connsiteX2469" fmla="*/ 3196071 w 6501199"/>
              <a:gd name="connsiteY2469" fmla="*/ 2128261 h 6382977"/>
              <a:gd name="connsiteX2470" fmla="*/ 5815407 w 6501199"/>
              <a:gd name="connsiteY2470" fmla="*/ 2127250 h 6382977"/>
              <a:gd name="connsiteX2471" fmla="*/ 5799751 w 6501199"/>
              <a:gd name="connsiteY2471" fmla="*/ 2157048 h 6382977"/>
              <a:gd name="connsiteX2472" fmla="*/ 5815407 w 6501199"/>
              <a:gd name="connsiteY2472" fmla="*/ 2127250 h 6382977"/>
              <a:gd name="connsiteX2473" fmla="*/ 713719 w 6501199"/>
              <a:gd name="connsiteY2473" fmla="*/ 2127250 h 6382977"/>
              <a:gd name="connsiteX2474" fmla="*/ 697753 w 6501199"/>
              <a:gd name="connsiteY2474" fmla="*/ 2163404 h 6382977"/>
              <a:gd name="connsiteX2475" fmla="*/ 713719 w 6501199"/>
              <a:gd name="connsiteY2475" fmla="*/ 2127250 h 6382977"/>
              <a:gd name="connsiteX2476" fmla="*/ 3603945 w 6501199"/>
              <a:gd name="connsiteY2476" fmla="*/ 2126439 h 6382977"/>
              <a:gd name="connsiteX2477" fmla="*/ 3612244 w 6501199"/>
              <a:gd name="connsiteY2477" fmla="*/ 2126796 h 6382977"/>
              <a:gd name="connsiteX2478" fmla="*/ 3614314 w 6501199"/>
              <a:gd name="connsiteY2478" fmla="*/ 2138408 h 6382977"/>
              <a:gd name="connsiteX2479" fmla="*/ 3601200 w 6501199"/>
              <a:gd name="connsiteY2479" fmla="*/ 2131150 h 6382977"/>
              <a:gd name="connsiteX2480" fmla="*/ 3603945 w 6501199"/>
              <a:gd name="connsiteY2480" fmla="*/ 2126439 h 6382977"/>
              <a:gd name="connsiteX2481" fmla="*/ 3335721 w 6501199"/>
              <a:gd name="connsiteY2481" fmla="*/ 2124685 h 6382977"/>
              <a:gd name="connsiteX2482" fmla="*/ 3301163 w 6501199"/>
              <a:gd name="connsiteY2482" fmla="*/ 2127249 h 6382977"/>
              <a:gd name="connsiteX2483" fmla="*/ 3335721 w 6501199"/>
              <a:gd name="connsiteY2483" fmla="*/ 2124685 h 6382977"/>
              <a:gd name="connsiteX2484" fmla="*/ 5735582 w 6501199"/>
              <a:gd name="connsiteY2484" fmla="*/ 2124475 h 6382977"/>
              <a:gd name="connsiteX2485" fmla="*/ 5722199 w 6501199"/>
              <a:gd name="connsiteY2485" fmla="*/ 2131067 h 6382977"/>
              <a:gd name="connsiteX2486" fmla="*/ 5722518 w 6501199"/>
              <a:gd name="connsiteY2486" fmla="*/ 2133246 h 6382977"/>
              <a:gd name="connsiteX2487" fmla="*/ 5728094 w 6501199"/>
              <a:gd name="connsiteY2487" fmla="*/ 2131557 h 6382977"/>
              <a:gd name="connsiteX2488" fmla="*/ 5727162 w 6501199"/>
              <a:gd name="connsiteY2488" fmla="*/ 2134894 h 6382977"/>
              <a:gd name="connsiteX2489" fmla="*/ 5733695 w 6501199"/>
              <a:gd name="connsiteY2489" fmla="*/ 2129223 h 6382977"/>
              <a:gd name="connsiteX2490" fmla="*/ 3805978 w 6501199"/>
              <a:gd name="connsiteY2490" fmla="*/ 2122425 h 6382977"/>
              <a:gd name="connsiteX2491" fmla="*/ 3793228 w 6501199"/>
              <a:gd name="connsiteY2491" fmla="*/ 2124841 h 6382977"/>
              <a:gd name="connsiteX2492" fmla="*/ 3790187 w 6501199"/>
              <a:gd name="connsiteY2492" fmla="*/ 2127530 h 6382977"/>
              <a:gd name="connsiteX2493" fmla="*/ 3802744 w 6501199"/>
              <a:gd name="connsiteY2493" fmla="*/ 2123510 h 6382977"/>
              <a:gd name="connsiteX2494" fmla="*/ 5479893 w 6501199"/>
              <a:gd name="connsiteY2494" fmla="*/ 2122084 h 6382977"/>
              <a:gd name="connsiteX2495" fmla="*/ 5479165 w 6501199"/>
              <a:gd name="connsiteY2495" fmla="*/ 2122413 h 6382977"/>
              <a:gd name="connsiteX2496" fmla="*/ 5477145 w 6501199"/>
              <a:gd name="connsiteY2496" fmla="*/ 2125311 h 6382977"/>
              <a:gd name="connsiteX2497" fmla="*/ 5475605 w 6501199"/>
              <a:gd name="connsiteY2497" fmla="*/ 2124019 h 6382977"/>
              <a:gd name="connsiteX2498" fmla="*/ 5467923 w 6501199"/>
              <a:gd name="connsiteY2498" fmla="*/ 2127485 h 6382977"/>
              <a:gd name="connsiteX2499" fmla="*/ 5466213 w 6501199"/>
              <a:gd name="connsiteY2499" fmla="*/ 2138286 h 6382977"/>
              <a:gd name="connsiteX2500" fmla="*/ 5479893 w 6501199"/>
              <a:gd name="connsiteY2500" fmla="*/ 2122084 h 6382977"/>
              <a:gd name="connsiteX2501" fmla="*/ 4619621 w 6501199"/>
              <a:gd name="connsiteY2501" fmla="*/ 2121319 h 6382977"/>
              <a:gd name="connsiteX2502" fmla="*/ 4613006 w 6501199"/>
              <a:gd name="connsiteY2502" fmla="*/ 2128925 h 6382977"/>
              <a:gd name="connsiteX2503" fmla="*/ 4631366 w 6501199"/>
              <a:gd name="connsiteY2503" fmla="*/ 2122084 h 6382977"/>
              <a:gd name="connsiteX2504" fmla="*/ 4619621 w 6501199"/>
              <a:gd name="connsiteY2504" fmla="*/ 2121319 h 6382977"/>
              <a:gd name="connsiteX2505" fmla="*/ 6123722 w 6501199"/>
              <a:gd name="connsiteY2505" fmla="*/ 2112962 h 6382977"/>
              <a:gd name="connsiteX2506" fmla="*/ 6130524 w 6501199"/>
              <a:gd name="connsiteY2506" fmla="*/ 2171344 h 6382977"/>
              <a:gd name="connsiteX2507" fmla="*/ 6114773 w 6501199"/>
              <a:gd name="connsiteY2507" fmla="*/ 2167072 h 6382977"/>
              <a:gd name="connsiteX2508" fmla="*/ 6123722 w 6501199"/>
              <a:gd name="connsiteY2508" fmla="*/ 2112962 h 6382977"/>
              <a:gd name="connsiteX2509" fmla="*/ 3438292 w 6501199"/>
              <a:gd name="connsiteY2509" fmla="*/ 2111497 h 6382977"/>
              <a:gd name="connsiteX2510" fmla="*/ 3445280 w 6501199"/>
              <a:gd name="connsiteY2510" fmla="*/ 2115160 h 6382977"/>
              <a:gd name="connsiteX2511" fmla="*/ 3434237 w 6501199"/>
              <a:gd name="connsiteY2511" fmla="*/ 2126883 h 6382977"/>
              <a:gd name="connsiteX2512" fmla="*/ 3432213 w 6501199"/>
              <a:gd name="connsiteY2512" fmla="*/ 2122230 h 6382977"/>
              <a:gd name="connsiteX2513" fmla="*/ 3402763 w 6501199"/>
              <a:gd name="connsiteY2513" fmla="*/ 2133244 h 6382977"/>
              <a:gd name="connsiteX2514" fmla="*/ 3430701 w 6501199"/>
              <a:gd name="connsiteY2514" fmla="*/ 2116131 h 6382977"/>
              <a:gd name="connsiteX2515" fmla="*/ 3432706 w 6501199"/>
              <a:gd name="connsiteY2515" fmla="*/ 2117007 h 6382977"/>
              <a:gd name="connsiteX2516" fmla="*/ 5416134 w 6501199"/>
              <a:gd name="connsiteY2516" fmla="*/ 2111375 h 6382977"/>
              <a:gd name="connsiteX2517" fmla="*/ 5428041 w 6501199"/>
              <a:gd name="connsiteY2517" fmla="*/ 2122598 h 6382977"/>
              <a:gd name="connsiteX2518" fmla="*/ 5406832 w 6501199"/>
              <a:gd name="connsiteY2518" fmla="*/ 2120426 h 6382977"/>
              <a:gd name="connsiteX2519" fmla="*/ 5416134 w 6501199"/>
              <a:gd name="connsiteY2519" fmla="*/ 2111375 h 6382977"/>
              <a:gd name="connsiteX2520" fmla="*/ 3351014 w 6501199"/>
              <a:gd name="connsiteY2520" fmla="*/ 2107543 h 6382977"/>
              <a:gd name="connsiteX2521" fmla="*/ 3359555 w 6501199"/>
              <a:gd name="connsiteY2521" fmla="*/ 2111101 h 6382977"/>
              <a:gd name="connsiteX2522" fmla="*/ 3357139 w 6501199"/>
              <a:gd name="connsiteY2522" fmla="*/ 2111101 h 6382977"/>
              <a:gd name="connsiteX2523" fmla="*/ 3344025 w 6501199"/>
              <a:gd name="connsiteY2523" fmla="*/ 2117861 h 6382977"/>
              <a:gd name="connsiteX2524" fmla="*/ 3351014 w 6501199"/>
              <a:gd name="connsiteY2524" fmla="*/ 2107543 h 6382977"/>
              <a:gd name="connsiteX2525" fmla="*/ 3644823 w 6501199"/>
              <a:gd name="connsiteY2525" fmla="*/ 2104501 h 6382977"/>
              <a:gd name="connsiteX2526" fmla="*/ 3659581 w 6501199"/>
              <a:gd name="connsiteY2526" fmla="*/ 2107437 h 6382977"/>
              <a:gd name="connsiteX2527" fmla="*/ 3637042 w 6501199"/>
              <a:gd name="connsiteY2527" fmla="*/ 2122858 h 6382977"/>
              <a:gd name="connsiteX2528" fmla="*/ 3644823 w 6501199"/>
              <a:gd name="connsiteY2528" fmla="*/ 2104501 h 6382977"/>
              <a:gd name="connsiteX2529" fmla="*/ 3839857 w 6501199"/>
              <a:gd name="connsiteY2529" fmla="*/ 2103600 h 6382977"/>
              <a:gd name="connsiteX2530" fmla="*/ 3839457 w 6501199"/>
              <a:gd name="connsiteY2530" fmla="*/ 2104159 h 6382977"/>
              <a:gd name="connsiteX2531" fmla="*/ 3830855 w 6501199"/>
              <a:gd name="connsiteY2531" fmla="*/ 2105760 h 6382977"/>
              <a:gd name="connsiteX2532" fmla="*/ 3839857 w 6501199"/>
              <a:gd name="connsiteY2532" fmla="*/ 2103600 h 6382977"/>
              <a:gd name="connsiteX2533" fmla="*/ 4725786 w 6501199"/>
              <a:gd name="connsiteY2533" fmla="*/ 2101577 h 6382977"/>
              <a:gd name="connsiteX2534" fmla="*/ 4722987 w 6501199"/>
              <a:gd name="connsiteY2534" fmla="*/ 2103363 h 6382977"/>
              <a:gd name="connsiteX2535" fmla="*/ 4688821 w 6501199"/>
              <a:gd name="connsiteY2535" fmla="*/ 2123900 h 6382977"/>
              <a:gd name="connsiteX2536" fmla="*/ 4694435 w 6501199"/>
              <a:gd name="connsiteY2536" fmla="*/ 2123752 h 6382977"/>
              <a:gd name="connsiteX2537" fmla="*/ 4718231 w 6501199"/>
              <a:gd name="connsiteY2537" fmla="*/ 2109337 h 6382977"/>
              <a:gd name="connsiteX2538" fmla="*/ 6406442 w 6501199"/>
              <a:gd name="connsiteY2538" fmla="*/ 2099311 h 6382977"/>
              <a:gd name="connsiteX2539" fmla="*/ 6423900 w 6501199"/>
              <a:gd name="connsiteY2539" fmla="*/ 2126886 h 6382977"/>
              <a:gd name="connsiteX2540" fmla="*/ 6408204 w 6501199"/>
              <a:gd name="connsiteY2540" fmla="*/ 2124339 h 6382977"/>
              <a:gd name="connsiteX2541" fmla="*/ 6396788 w 6501199"/>
              <a:gd name="connsiteY2541" fmla="*/ 2101420 h 6382977"/>
              <a:gd name="connsiteX2542" fmla="*/ 6406442 w 6501199"/>
              <a:gd name="connsiteY2542" fmla="*/ 2099311 h 6382977"/>
              <a:gd name="connsiteX2543" fmla="*/ 3789808 w 6501199"/>
              <a:gd name="connsiteY2543" fmla="*/ 2096759 h 6382977"/>
              <a:gd name="connsiteX2544" fmla="*/ 3771444 w 6501199"/>
              <a:gd name="connsiteY2544" fmla="*/ 2114760 h 6382977"/>
              <a:gd name="connsiteX2545" fmla="*/ 3789808 w 6501199"/>
              <a:gd name="connsiteY2545" fmla="*/ 2096759 h 6382977"/>
              <a:gd name="connsiteX2546" fmla="*/ 4686492 w 6501199"/>
              <a:gd name="connsiteY2546" fmla="*/ 2096028 h 6382977"/>
              <a:gd name="connsiteX2547" fmla="*/ 4683567 w 6501199"/>
              <a:gd name="connsiteY2547" fmla="*/ 2101563 h 6382977"/>
              <a:gd name="connsiteX2548" fmla="*/ 4692927 w 6501199"/>
              <a:gd name="connsiteY2548" fmla="*/ 2097243 h 6382977"/>
              <a:gd name="connsiteX2549" fmla="*/ 4686492 w 6501199"/>
              <a:gd name="connsiteY2549" fmla="*/ 2096028 h 6382977"/>
              <a:gd name="connsiteX2550" fmla="*/ 3717415 w 6501199"/>
              <a:gd name="connsiteY2550" fmla="*/ 2094984 h 6382977"/>
              <a:gd name="connsiteX2551" fmla="*/ 3718428 w 6501199"/>
              <a:gd name="connsiteY2551" fmla="*/ 2102491 h 6382977"/>
              <a:gd name="connsiteX2552" fmla="*/ 3723120 w 6501199"/>
              <a:gd name="connsiteY2552" fmla="*/ 2101845 h 6382977"/>
              <a:gd name="connsiteX2553" fmla="*/ 3722456 w 6501199"/>
              <a:gd name="connsiteY2553" fmla="*/ 2099123 h 6382977"/>
              <a:gd name="connsiteX2554" fmla="*/ 3717415 w 6501199"/>
              <a:gd name="connsiteY2554" fmla="*/ 2094984 h 6382977"/>
              <a:gd name="connsiteX2555" fmla="*/ 6378962 w 6501199"/>
              <a:gd name="connsiteY2555" fmla="*/ 2090737 h 6382977"/>
              <a:gd name="connsiteX2556" fmla="*/ 6360792 w 6501199"/>
              <a:gd name="connsiteY2556" fmla="*/ 2198325 h 6382977"/>
              <a:gd name="connsiteX2557" fmla="*/ 6378962 w 6501199"/>
              <a:gd name="connsiteY2557" fmla="*/ 2090737 h 6382977"/>
              <a:gd name="connsiteX2558" fmla="*/ 3676371 w 6501199"/>
              <a:gd name="connsiteY2558" fmla="*/ 2090665 h 6382977"/>
              <a:gd name="connsiteX2559" fmla="*/ 3674346 w 6501199"/>
              <a:gd name="connsiteY2559" fmla="*/ 2097999 h 6382977"/>
              <a:gd name="connsiteX2560" fmla="*/ 3674229 w 6501199"/>
              <a:gd name="connsiteY2560" fmla="*/ 2101295 h 6382977"/>
              <a:gd name="connsiteX2561" fmla="*/ 3674615 w 6501199"/>
              <a:gd name="connsiteY2561" fmla="*/ 2106114 h 6382977"/>
              <a:gd name="connsiteX2562" fmla="*/ 3682868 w 6501199"/>
              <a:gd name="connsiteY2562" fmla="*/ 2128441 h 6382977"/>
              <a:gd name="connsiteX2563" fmla="*/ 3694821 w 6501199"/>
              <a:gd name="connsiteY2563" fmla="*/ 2094846 h 6382977"/>
              <a:gd name="connsiteX2564" fmla="*/ 3694373 w 6501199"/>
              <a:gd name="connsiteY2564" fmla="*/ 2092824 h 6382977"/>
              <a:gd name="connsiteX2565" fmla="*/ 3676371 w 6501199"/>
              <a:gd name="connsiteY2565" fmla="*/ 2090665 h 6382977"/>
              <a:gd name="connsiteX2566" fmla="*/ 3486544 w 6501199"/>
              <a:gd name="connsiteY2566" fmla="*/ 2087562 h 6382977"/>
              <a:gd name="connsiteX2567" fmla="*/ 3466263 w 6501199"/>
              <a:gd name="connsiteY2567" fmla="*/ 2108444 h 6382977"/>
              <a:gd name="connsiteX2568" fmla="*/ 3486544 w 6501199"/>
              <a:gd name="connsiteY2568" fmla="*/ 2087562 h 6382977"/>
              <a:gd name="connsiteX2569" fmla="*/ 6135461 w 6501199"/>
              <a:gd name="connsiteY2569" fmla="*/ 2085975 h 6382977"/>
              <a:gd name="connsiteX2570" fmla="*/ 6147184 w 6501199"/>
              <a:gd name="connsiteY2570" fmla="*/ 2101716 h 6382977"/>
              <a:gd name="connsiteX2571" fmla="*/ 6123738 w 6501199"/>
              <a:gd name="connsiteY2571" fmla="*/ 2108513 h 6382977"/>
              <a:gd name="connsiteX2572" fmla="*/ 6135461 w 6501199"/>
              <a:gd name="connsiteY2572" fmla="*/ 2085975 h 6382977"/>
              <a:gd name="connsiteX2573" fmla="*/ 5333340 w 6501199"/>
              <a:gd name="connsiteY2573" fmla="*/ 2081487 h 6382977"/>
              <a:gd name="connsiteX2574" fmla="*/ 5332534 w 6501199"/>
              <a:gd name="connsiteY2574" fmla="*/ 2087348 h 6382977"/>
              <a:gd name="connsiteX2575" fmla="*/ 5327612 w 6501199"/>
              <a:gd name="connsiteY2575" fmla="*/ 2092562 h 6382977"/>
              <a:gd name="connsiteX2576" fmla="*/ 5340257 w 6501199"/>
              <a:gd name="connsiteY2576" fmla="*/ 2088107 h 6382977"/>
              <a:gd name="connsiteX2577" fmla="*/ 5340588 w 6501199"/>
              <a:gd name="connsiteY2577" fmla="*/ 2082283 h 6382977"/>
              <a:gd name="connsiteX2578" fmla="*/ 5340190 w 6501199"/>
              <a:gd name="connsiteY2578" fmla="*/ 2082240 h 6382977"/>
              <a:gd name="connsiteX2579" fmla="*/ 3553575 w 6501199"/>
              <a:gd name="connsiteY2579" fmla="*/ 2081212 h 6382977"/>
              <a:gd name="connsiteX2580" fmla="*/ 3567497 w 6501199"/>
              <a:gd name="connsiteY2580" fmla="*/ 2085557 h 6382977"/>
              <a:gd name="connsiteX2581" fmla="*/ 3553575 w 6501199"/>
              <a:gd name="connsiteY2581" fmla="*/ 2092436 h 6382977"/>
              <a:gd name="connsiteX2582" fmla="*/ 3553575 w 6501199"/>
              <a:gd name="connsiteY2582" fmla="*/ 2081212 h 6382977"/>
              <a:gd name="connsiteX2583" fmla="*/ 3441362 w 6501199"/>
              <a:gd name="connsiteY2583" fmla="*/ 2076199 h 6382977"/>
              <a:gd name="connsiteX2584" fmla="*/ 3439233 w 6501199"/>
              <a:gd name="connsiteY2584" fmla="*/ 2076613 h 6382977"/>
              <a:gd name="connsiteX2585" fmla="*/ 3441512 w 6501199"/>
              <a:gd name="connsiteY2585" fmla="*/ 2086374 h 6382977"/>
              <a:gd name="connsiteX2586" fmla="*/ 3441671 w 6501199"/>
              <a:gd name="connsiteY2586" fmla="*/ 2080946 h 6382977"/>
              <a:gd name="connsiteX2587" fmla="*/ 3441362 w 6501199"/>
              <a:gd name="connsiteY2587" fmla="*/ 2076199 h 6382977"/>
              <a:gd name="connsiteX2588" fmla="*/ 3844323 w 6501199"/>
              <a:gd name="connsiteY2588" fmla="*/ 2074304 h 6382977"/>
              <a:gd name="connsiteX2589" fmla="*/ 3841854 w 6501199"/>
              <a:gd name="connsiteY2589" fmla="*/ 2074794 h 6382977"/>
              <a:gd name="connsiteX2590" fmla="*/ 3848388 w 6501199"/>
              <a:gd name="connsiteY2590" fmla="*/ 2076564 h 6382977"/>
              <a:gd name="connsiteX2591" fmla="*/ 3848476 w 6501199"/>
              <a:gd name="connsiteY2591" fmla="*/ 2076410 h 6382977"/>
              <a:gd name="connsiteX2592" fmla="*/ 3726416 w 6501199"/>
              <a:gd name="connsiteY2592" fmla="*/ 2072307 h 6382977"/>
              <a:gd name="connsiteX2593" fmla="*/ 3727129 w 6501199"/>
              <a:gd name="connsiteY2593" fmla="*/ 2072427 h 6382977"/>
              <a:gd name="connsiteX2594" fmla="*/ 3726804 w 6501199"/>
              <a:gd name="connsiteY2594" fmla="*/ 2072791 h 6382977"/>
              <a:gd name="connsiteX2595" fmla="*/ 5341292 w 6501199"/>
              <a:gd name="connsiteY2595" fmla="*/ 2069881 h 6382977"/>
              <a:gd name="connsiteX2596" fmla="*/ 5334953 w 6501199"/>
              <a:gd name="connsiteY2596" fmla="*/ 2073678 h 6382977"/>
              <a:gd name="connsiteX2597" fmla="*/ 5333922 w 6501199"/>
              <a:gd name="connsiteY2597" fmla="*/ 2078382 h 6382977"/>
              <a:gd name="connsiteX2598" fmla="*/ 5338982 w 6501199"/>
              <a:gd name="connsiteY2598" fmla="*/ 2074862 h 6382977"/>
              <a:gd name="connsiteX2599" fmla="*/ 5341113 w 6501199"/>
              <a:gd name="connsiteY2599" fmla="*/ 2073036 h 6382977"/>
              <a:gd name="connsiteX2600" fmla="*/ 3735800 w 6501199"/>
              <a:gd name="connsiteY2600" fmla="*/ 2069692 h 6382977"/>
              <a:gd name="connsiteX2601" fmla="*/ 3755939 w 6501199"/>
              <a:gd name="connsiteY2601" fmla="*/ 2076987 h 6382977"/>
              <a:gd name="connsiteX2602" fmla="*/ 3741178 w 6501199"/>
              <a:gd name="connsiteY2602" fmla="*/ 2074782 h 6382977"/>
              <a:gd name="connsiteX2603" fmla="*/ 3732917 w 6501199"/>
              <a:gd name="connsiteY2603" fmla="*/ 2073397 h 6382977"/>
              <a:gd name="connsiteX2604" fmla="*/ 3732917 w 6501199"/>
              <a:gd name="connsiteY2604" fmla="*/ 2080428 h 6382977"/>
              <a:gd name="connsiteX2605" fmla="*/ 3733342 w 6501199"/>
              <a:gd name="connsiteY2605" fmla="*/ 2080957 h 6382977"/>
              <a:gd name="connsiteX2606" fmla="*/ 3758099 w 6501199"/>
              <a:gd name="connsiteY2606" fmla="*/ 2088145 h 6382977"/>
              <a:gd name="connsiteX2607" fmla="*/ 3746938 w 6501199"/>
              <a:gd name="connsiteY2607" fmla="*/ 2101823 h 6382977"/>
              <a:gd name="connsiteX2608" fmla="*/ 3735417 w 6501199"/>
              <a:gd name="connsiteY2608" fmla="*/ 2085985 h 6382977"/>
              <a:gd name="connsiteX2609" fmla="*/ 3727087 w 6501199"/>
              <a:gd name="connsiteY2609" fmla="*/ 2101298 h 6382977"/>
              <a:gd name="connsiteX2610" fmla="*/ 3730307 w 6501199"/>
              <a:gd name="connsiteY2610" fmla="*/ 2100855 h 6382977"/>
              <a:gd name="connsiteX2611" fmla="*/ 3755601 w 6501199"/>
              <a:gd name="connsiteY2611" fmla="*/ 2114760 h 6382977"/>
              <a:gd name="connsiteX2612" fmla="*/ 3773965 w 6501199"/>
              <a:gd name="connsiteY2612" fmla="*/ 2076238 h 6382977"/>
              <a:gd name="connsiteX2613" fmla="*/ 3762122 w 6501199"/>
              <a:gd name="connsiteY2613" fmla="*/ 2072984 h 6382977"/>
              <a:gd name="connsiteX2614" fmla="*/ 3758099 w 6501199"/>
              <a:gd name="connsiteY2614" fmla="*/ 2072307 h 6382977"/>
              <a:gd name="connsiteX2615" fmla="*/ 3758516 w 6501199"/>
              <a:gd name="connsiteY2615" fmla="*/ 2072002 h 6382977"/>
              <a:gd name="connsiteX2616" fmla="*/ 3687892 w 6501199"/>
              <a:gd name="connsiteY2616" fmla="*/ 2063309 h 6382977"/>
              <a:gd name="connsiteX2617" fmla="*/ 3690052 w 6501199"/>
              <a:gd name="connsiteY2617" fmla="*/ 2081666 h 6382977"/>
              <a:gd name="connsiteX2618" fmla="*/ 3696893 w 6501199"/>
              <a:gd name="connsiteY2618" fmla="*/ 2079146 h 6382977"/>
              <a:gd name="connsiteX2619" fmla="*/ 3687892 w 6501199"/>
              <a:gd name="connsiteY2619" fmla="*/ 2063309 h 6382977"/>
              <a:gd name="connsiteX2620" fmla="*/ 3707555 w 6501199"/>
              <a:gd name="connsiteY2620" fmla="*/ 2063032 h 6382977"/>
              <a:gd name="connsiteX2621" fmla="*/ 3707921 w 6501199"/>
              <a:gd name="connsiteY2621" fmla="*/ 2066486 h 6382977"/>
              <a:gd name="connsiteX2622" fmla="*/ 3708189 w 6501199"/>
              <a:gd name="connsiteY2622" fmla="*/ 2064479 h 6382977"/>
              <a:gd name="connsiteX2623" fmla="*/ 3660529 w 6501199"/>
              <a:gd name="connsiteY2623" fmla="*/ 2061149 h 6382977"/>
              <a:gd name="connsiteX2624" fmla="*/ 3658009 w 6501199"/>
              <a:gd name="connsiteY2624" fmla="*/ 2094984 h 6382977"/>
              <a:gd name="connsiteX2625" fmla="*/ 3646642 w 6501199"/>
              <a:gd name="connsiteY2625" fmla="*/ 2089150 h 6382977"/>
              <a:gd name="connsiteX2626" fmla="*/ 3646222 w 6501199"/>
              <a:gd name="connsiteY2626" fmla="*/ 2089473 h 6382977"/>
              <a:gd name="connsiteX2627" fmla="*/ 3641371 w 6501199"/>
              <a:gd name="connsiteY2627" fmla="*/ 2087955 h 6382977"/>
              <a:gd name="connsiteX2628" fmla="*/ 3638972 w 6501199"/>
              <a:gd name="connsiteY2628" fmla="*/ 2087847 h 6382977"/>
              <a:gd name="connsiteX2629" fmla="*/ 3630646 w 6501199"/>
              <a:gd name="connsiteY2629" fmla="*/ 2092824 h 6382977"/>
              <a:gd name="connsiteX2630" fmla="*/ 3634607 w 6501199"/>
              <a:gd name="connsiteY2630" fmla="*/ 2082701 h 6382977"/>
              <a:gd name="connsiteX2631" fmla="*/ 3633227 w 6501199"/>
              <a:gd name="connsiteY2631" fmla="*/ 2072747 h 6382977"/>
              <a:gd name="connsiteX2632" fmla="*/ 3633366 w 6501199"/>
              <a:gd name="connsiteY2632" fmla="*/ 2072501 h 6382977"/>
              <a:gd name="connsiteX2633" fmla="*/ 3639467 w 6501199"/>
              <a:gd name="connsiteY2633" fmla="*/ 2078426 h 6382977"/>
              <a:gd name="connsiteX2634" fmla="*/ 3641461 w 6501199"/>
              <a:gd name="connsiteY2634" fmla="*/ 2078577 h 6382977"/>
              <a:gd name="connsiteX2635" fmla="*/ 3644581 w 6501199"/>
              <a:gd name="connsiteY2635" fmla="*/ 2071722 h 6382977"/>
              <a:gd name="connsiteX2636" fmla="*/ 3642274 w 6501199"/>
              <a:gd name="connsiteY2636" fmla="*/ 2067853 h 6382977"/>
              <a:gd name="connsiteX2637" fmla="*/ 3634291 w 6501199"/>
              <a:gd name="connsiteY2637" fmla="*/ 2070868 h 6382977"/>
              <a:gd name="connsiteX2638" fmla="*/ 3633366 w 6501199"/>
              <a:gd name="connsiteY2638" fmla="*/ 2072501 h 6382977"/>
              <a:gd name="connsiteX2639" fmla="*/ 3633166 w 6501199"/>
              <a:gd name="connsiteY2639" fmla="*/ 2072307 h 6382977"/>
              <a:gd name="connsiteX2640" fmla="*/ 3633227 w 6501199"/>
              <a:gd name="connsiteY2640" fmla="*/ 2072747 h 6382977"/>
              <a:gd name="connsiteX2641" fmla="*/ 3627996 w 6501199"/>
              <a:gd name="connsiteY2641" fmla="*/ 2081981 h 6382977"/>
              <a:gd name="connsiteX2642" fmla="*/ 3626326 w 6501199"/>
              <a:gd name="connsiteY2642" fmla="*/ 2094984 h 6382977"/>
              <a:gd name="connsiteX2643" fmla="*/ 3607964 w 6501199"/>
              <a:gd name="connsiteY2643" fmla="*/ 2085985 h 6382977"/>
              <a:gd name="connsiteX2644" fmla="*/ 3603643 w 6501199"/>
              <a:gd name="connsiteY2644" fmla="*/ 2108662 h 6382977"/>
              <a:gd name="connsiteX2645" fmla="*/ 3610484 w 6501199"/>
              <a:gd name="connsiteY2645" fmla="*/ 2072307 h 6382977"/>
              <a:gd name="connsiteX2646" fmla="*/ 3587801 w 6501199"/>
              <a:gd name="connsiteY2646" fmla="*/ 2085985 h 6382977"/>
              <a:gd name="connsiteX2647" fmla="*/ 3585281 w 6501199"/>
              <a:gd name="connsiteY2647" fmla="*/ 2076987 h 6382977"/>
              <a:gd name="connsiteX2648" fmla="*/ 3583121 w 6501199"/>
              <a:gd name="connsiteY2648" fmla="*/ 2090665 h 6382977"/>
              <a:gd name="connsiteX2649" fmla="*/ 3544237 w 6501199"/>
              <a:gd name="connsiteY2649" fmla="*/ 2085985 h 6382977"/>
              <a:gd name="connsiteX2650" fmla="*/ 3528395 w 6501199"/>
              <a:gd name="connsiteY2650" fmla="*/ 2074827 h 6382977"/>
              <a:gd name="connsiteX2651" fmla="*/ 3521554 w 6501199"/>
              <a:gd name="connsiteY2651" fmla="*/ 2092824 h 6382977"/>
              <a:gd name="connsiteX2652" fmla="*/ 3444146 w 6501199"/>
              <a:gd name="connsiteY2652" fmla="*/ 2088145 h 6382977"/>
              <a:gd name="connsiteX2653" fmla="*/ 3441548 w 6501199"/>
              <a:gd name="connsiteY2653" fmla="*/ 2086527 h 6382977"/>
              <a:gd name="connsiteX2654" fmla="*/ 3443676 w 6501199"/>
              <a:gd name="connsiteY2654" fmla="*/ 2095644 h 6382977"/>
              <a:gd name="connsiteX2655" fmla="*/ 3432452 w 6501199"/>
              <a:gd name="connsiteY2655" fmla="*/ 2109424 h 6382977"/>
              <a:gd name="connsiteX2656" fmla="*/ 3430144 w 6501199"/>
              <a:gd name="connsiteY2656" fmla="*/ 2097458 h 6382977"/>
              <a:gd name="connsiteX2657" fmla="*/ 3414922 w 6501199"/>
              <a:gd name="connsiteY2657" fmla="*/ 2089258 h 6382977"/>
              <a:gd name="connsiteX2658" fmla="*/ 3413588 w 6501199"/>
              <a:gd name="connsiteY2658" fmla="*/ 2089990 h 6382977"/>
              <a:gd name="connsiteX2659" fmla="*/ 3412672 w 6501199"/>
              <a:gd name="connsiteY2659" fmla="*/ 2090182 h 6382977"/>
              <a:gd name="connsiteX2660" fmla="*/ 3409642 w 6501199"/>
              <a:gd name="connsiteY2660" fmla="*/ 2093469 h 6382977"/>
              <a:gd name="connsiteX2661" fmla="*/ 3409284 w 6501199"/>
              <a:gd name="connsiteY2661" fmla="*/ 2090891 h 6382977"/>
              <a:gd name="connsiteX2662" fmla="*/ 3402928 w 6501199"/>
              <a:gd name="connsiteY2662" fmla="*/ 2092222 h 6382977"/>
              <a:gd name="connsiteX2663" fmla="*/ 3396621 w 6501199"/>
              <a:gd name="connsiteY2663" fmla="*/ 2085985 h 6382977"/>
              <a:gd name="connsiteX2664" fmla="*/ 3410303 w 6501199"/>
              <a:gd name="connsiteY2664" fmla="*/ 2079146 h 6382977"/>
              <a:gd name="connsiteX2665" fmla="*/ 3387260 w 6501199"/>
              <a:gd name="connsiteY2665" fmla="*/ 2081666 h 6382977"/>
              <a:gd name="connsiteX2666" fmla="*/ 3373579 w 6501199"/>
              <a:gd name="connsiteY2666" fmla="*/ 2094984 h 6382977"/>
              <a:gd name="connsiteX2667" fmla="*/ 3382940 w 6501199"/>
              <a:gd name="connsiteY2667" fmla="*/ 2088145 h 6382977"/>
              <a:gd name="connsiteX2668" fmla="*/ 3382940 w 6501199"/>
              <a:gd name="connsiteY2668" fmla="*/ 2081666 h 6382977"/>
              <a:gd name="connsiteX2669" fmla="*/ 3317053 w 6501199"/>
              <a:gd name="connsiteY2669" fmla="*/ 2085985 h 6382977"/>
              <a:gd name="connsiteX2670" fmla="*/ 3330374 w 6501199"/>
              <a:gd name="connsiteY2670" fmla="*/ 2113341 h 6382977"/>
              <a:gd name="connsiteX2671" fmla="*/ 3277089 w 6501199"/>
              <a:gd name="connsiteY2671" fmla="*/ 2106772 h 6382977"/>
              <a:gd name="connsiteX2672" fmla="*/ 3221783 w 6501199"/>
              <a:gd name="connsiteY2672" fmla="*/ 2122300 h 6382977"/>
              <a:gd name="connsiteX2673" fmla="*/ 3221797 w 6501199"/>
              <a:gd name="connsiteY2673" fmla="*/ 2122372 h 6382977"/>
              <a:gd name="connsiteX2674" fmla="*/ 3241850 w 6501199"/>
              <a:gd name="connsiteY2674" fmla="*/ 2126614 h 6382977"/>
              <a:gd name="connsiteX2675" fmla="*/ 3253686 w 6501199"/>
              <a:gd name="connsiteY2675" fmla="*/ 2136018 h 6382977"/>
              <a:gd name="connsiteX2676" fmla="*/ 3231094 w 6501199"/>
              <a:gd name="connsiteY2676" fmla="*/ 2131204 h 6382977"/>
              <a:gd name="connsiteX2677" fmla="*/ 3222957 w 6501199"/>
              <a:gd name="connsiteY2677" fmla="*/ 2128603 h 6382977"/>
              <a:gd name="connsiteX2678" fmla="*/ 3225578 w 6501199"/>
              <a:gd name="connsiteY2678" fmla="*/ 2142672 h 6382977"/>
              <a:gd name="connsiteX2679" fmla="*/ 3228076 w 6501199"/>
              <a:gd name="connsiteY2679" fmla="*/ 2142606 h 6382977"/>
              <a:gd name="connsiteX2680" fmla="*/ 3225783 w 6501199"/>
              <a:gd name="connsiteY2680" fmla="*/ 2143769 h 6382977"/>
              <a:gd name="connsiteX2681" fmla="*/ 3225945 w 6501199"/>
              <a:gd name="connsiteY2681" fmla="*/ 2144642 h 6382977"/>
              <a:gd name="connsiteX2682" fmla="*/ 3220611 w 6501199"/>
              <a:gd name="connsiteY2682" fmla="*/ 2151977 h 6382977"/>
              <a:gd name="connsiteX2683" fmla="*/ 3228666 w 6501199"/>
              <a:gd name="connsiteY2683" fmla="*/ 2152715 h 6382977"/>
              <a:gd name="connsiteX2684" fmla="*/ 3246436 w 6501199"/>
              <a:gd name="connsiteY2684" fmla="*/ 2138286 h 6382977"/>
              <a:gd name="connsiteX2685" fmla="*/ 3260116 w 6501199"/>
              <a:gd name="connsiteY2685" fmla="*/ 2149446 h 6382977"/>
              <a:gd name="connsiteX2686" fmla="*/ 3269096 w 6501199"/>
              <a:gd name="connsiteY2686" fmla="*/ 2148525 h 6382977"/>
              <a:gd name="connsiteX2687" fmla="*/ 3269944 w 6501199"/>
              <a:gd name="connsiteY2687" fmla="*/ 2147761 h 6382977"/>
              <a:gd name="connsiteX2688" fmla="*/ 3275204 w 6501199"/>
              <a:gd name="connsiteY2688" fmla="*/ 2147300 h 6382977"/>
              <a:gd name="connsiteX2689" fmla="*/ 3275389 w 6501199"/>
              <a:gd name="connsiteY2689" fmla="*/ 2147879 h 6382977"/>
              <a:gd name="connsiteX2690" fmla="*/ 3368837 w 6501199"/>
              <a:gd name="connsiteY2690" fmla="*/ 2138286 h 6382977"/>
              <a:gd name="connsiteX2691" fmla="*/ 3454919 w 6501199"/>
              <a:gd name="connsiteY2691" fmla="*/ 2130594 h 6382977"/>
              <a:gd name="connsiteX2692" fmla="*/ 3452844 w 6501199"/>
              <a:gd name="connsiteY2692" fmla="*/ 2124106 h 6382977"/>
              <a:gd name="connsiteX2693" fmla="*/ 3448594 w 6501199"/>
              <a:gd name="connsiteY2693" fmla="*/ 2127175 h 6382977"/>
              <a:gd name="connsiteX2694" fmla="*/ 3450697 w 6501199"/>
              <a:gd name="connsiteY2694" fmla="*/ 2115269 h 6382977"/>
              <a:gd name="connsiteX2695" fmla="*/ 3455254 w 6501199"/>
              <a:gd name="connsiteY2695" fmla="*/ 2110804 h 6382977"/>
              <a:gd name="connsiteX2696" fmla="*/ 3466031 w 6501199"/>
              <a:gd name="connsiteY2696" fmla="*/ 2115920 h 6382977"/>
              <a:gd name="connsiteX2697" fmla="*/ 3456040 w 6501199"/>
              <a:gd name="connsiteY2697" fmla="*/ 2130494 h 6382977"/>
              <a:gd name="connsiteX2698" fmla="*/ 3473598 w 6501199"/>
              <a:gd name="connsiteY2698" fmla="*/ 2128925 h 6382977"/>
              <a:gd name="connsiteX2699" fmla="*/ 3475758 w 6501199"/>
              <a:gd name="connsiteY2699" fmla="*/ 2138286 h 6382977"/>
              <a:gd name="connsiteX2700" fmla="*/ 3491598 w 6501199"/>
              <a:gd name="connsiteY2700" fmla="*/ 2128925 h 6382977"/>
              <a:gd name="connsiteX2701" fmla="*/ 3544999 w 6501199"/>
              <a:gd name="connsiteY2701" fmla="*/ 2133697 h 6382977"/>
              <a:gd name="connsiteX2702" fmla="*/ 3547230 w 6501199"/>
              <a:gd name="connsiteY2702" fmla="*/ 2128407 h 6382977"/>
              <a:gd name="connsiteX2703" fmla="*/ 3537042 w 6501199"/>
              <a:gd name="connsiteY2703" fmla="*/ 2123761 h 6382977"/>
              <a:gd name="connsiteX2704" fmla="*/ 3563372 w 6501199"/>
              <a:gd name="connsiteY2704" fmla="*/ 2126146 h 6382977"/>
              <a:gd name="connsiteX2705" fmla="*/ 3567417 w 6501199"/>
              <a:gd name="connsiteY2705" fmla="*/ 2135700 h 6382977"/>
              <a:gd name="connsiteX2706" fmla="*/ 3596359 w 6501199"/>
              <a:gd name="connsiteY2706" fmla="*/ 2138286 h 6382977"/>
              <a:gd name="connsiteX2707" fmla="*/ 3619444 w 6501199"/>
              <a:gd name="connsiteY2707" fmla="*/ 2139197 h 6382977"/>
              <a:gd name="connsiteX2708" fmla="*/ 3637834 w 6501199"/>
              <a:gd name="connsiteY2708" fmla="*/ 2139923 h 6382977"/>
              <a:gd name="connsiteX2709" fmla="*/ 3637500 w 6501199"/>
              <a:gd name="connsiteY2709" fmla="*/ 2135281 h 6382977"/>
              <a:gd name="connsiteX2710" fmla="*/ 3644094 w 6501199"/>
              <a:gd name="connsiteY2710" fmla="*/ 2137650 h 6382977"/>
              <a:gd name="connsiteX2711" fmla="*/ 3644714 w 6501199"/>
              <a:gd name="connsiteY2711" fmla="*/ 2140195 h 6382977"/>
              <a:gd name="connsiteX2712" fmla="*/ 3651079 w 6501199"/>
              <a:gd name="connsiteY2712" fmla="*/ 2140446 h 6382977"/>
              <a:gd name="connsiteX2713" fmla="*/ 3655039 w 6501199"/>
              <a:gd name="connsiteY2713" fmla="*/ 2140446 h 6382977"/>
              <a:gd name="connsiteX2714" fmla="*/ 3663056 w 6501199"/>
              <a:gd name="connsiteY2714" fmla="*/ 2140446 h 6382977"/>
              <a:gd name="connsiteX2715" fmla="*/ 3656691 w 6501199"/>
              <a:gd name="connsiteY2715" fmla="*/ 2138010 h 6382977"/>
              <a:gd name="connsiteX2716" fmla="*/ 3653343 w 6501199"/>
              <a:gd name="connsiteY2716" fmla="*/ 2123761 h 6382977"/>
              <a:gd name="connsiteX2717" fmla="*/ 3664505 w 6501199"/>
              <a:gd name="connsiteY2717" fmla="*/ 2103600 h 6382977"/>
              <a:gd name="connsiteX2718" fmla="*/ 3669186 w 6501199"/>
              <a:gd name="connsiteY2718" fmla="*/ 2103600 h 6382977"/>
              <a:gd name="connsiteX2719" fmla="*/ 3672651 w 6501199"/>
              <a:gd name="connsiteY2719" fmla="*/ 2098536 h 6382977"/>
              <a:gd name="connsiteX2720" fmla="*/ 3669170 w 6501199"/>
              <a:gd name="connsiteY2720" fmla="*/ 2091205 h 6382977"/>
              <a:gd name="connsiteX2721" fmla="*/ 3669530 w 6501199"/>
              <a:gd name="connsiteY2721" fmla="*/ 2083826 h 6382977"/>
              <a:gd name="connsiteX2722" fmla="*/ 3685372 w 6501199"/>
              <a:gd name="connsiteY2722" fmla="*/ 2074827 h 6382977"/>
              <a:gd name="connsiteX2723" fmla="*/ 3660529 w 6501199"/>
              <a:gd name="connsiteY2723" fmla="*/ 2061149 h 6382977"/>
              <a:gd name="connsiteX2724" fmla="*/ 5277571 w 6501199"/>
              <a:gd name="connsiteY2724" fmla="*/ 2058360 h 6382977"/>
              <a:gd name="connsiteX2725" fmla="*/ 5270731 w 6501199"/>
              <a:gd name="connsiteY2725" fmla="*/ 2083562 h 6382977"/>
              <a:gd name="connsiteX2726" fmla="*/ 5275051 w 6501199"/>
              <a:gd name="connsiteY2726" fmla="*/ 2072041 h 6382977"/>
              <a:gd name="connsiteX2727" fmla="*/ 5279731 w 6501199"/>
              <a:gd name="connsiteY2727" fmla="*/ 2074561 h 6382977"/>
              <a:gd name="connsiteX2728" fmla="*/ 5277571 w 6501199"/>
              <a:gd name="connsiteY2728" fmla="*/ 2058360 h 6382977"/>
              <a:gd name="connsiteX2729" fmla="*/ 3731964 w 6501199"/>
              <a:gd name="connsiteY2729" fmla="*/ 2054861 h 6382977"/>
              <a:gd name="connsiteX2730" fmla="*/ 3714895 w 6501199"/>
              <a:gd name="connsiteY2730" fmla="*/ 2065468 h 6382977"/>
              <a:gd name="connsiteX2731" fmla="*/ 3721736 w 6501199"/>
              <a:gd name="connsiteY2731" fmla="*/ 2072307 h 6382977"/>
              <a:gd name="connsiteX2732" fmla="*/ 3707379 w 6501199"/>
              <a:gd name="connsiteY2732" fmla="*/ 2085491 h 6382977"/>
              <a:gd name="connsiteX2733" fmla="*/ 3703581 w 6501199"/>
              <a:gd name="connsiteY2733" fmla="*/ 2092257 h 6382977"/>
              <a:gd name="connsiteX2734" fmla="*/ 3710118 w 6501199"/>
              <a:gd name="connsiteY2734" fmla="*/ 2098390 h 6382977"/>
              <a:gd name="connsiteX2735" fmla="*/ 3717775 w 6501199"/>
              <a:gd name="connsiteY2735" fmla="*/ 2082892 h 6382977"/>
              <a:gd name="connsiteX2736" fmla="*/ 3726804 w 6501199"/>
              <a:gd name="connsiteY2736" fmla="*/ 2072791 h 6382977"/>
              <a:gd name="connsiteX2737" fmla="*/ 3730906 w 6501199"/>
              <a:gd name="connsiteY2737" fmla="*/ 2077915 h 6382977"/>
              <a:gd name="connsiteX2738" fmla="*/ 3729018 w 6501199"/>
              <a:gd name="connsiteY2738" fmla="*/ 2075097 h 6382977"/>
              <a:gd name="connsiteX2739" fmla="*/ 3729533 w 6501199"/>
              <a:gd name="connsiteY2739" fmla="*/ 2072830 h 6382977"/>
              <a:gd name="connsiteX2740" fmla="*/ 3727129 w 6501199"/>
              <a:gd name="connsiteY2740" fmla="*/ 2072427 h 6382977"/>
              <a:gd name="connsiteX2741" fmla="*/ 3730476 w 6501199"/>
              <a:gd name="connsiteY2741" fmla="*/ 2068682 h 6382977"/>
              <a:gd name="connsiteX2742" fmla="*/ 3731162 w 6501199"/>
              <a:gd name="connsiteY2742" fmla="*/ 2065663 h 6382977"/>
              <a:gd name="connsiteX2743" fmla="*/ 4745127 w 6501199"/>
              <a:gd name="connsiteY2743" fmla="*/ 2051520 h 6382977"/>
              <a:gd name="connsiteX2744" fmla="*/ 4724607 w 6501199"/>
              <a:gd name="connsiteY2744" fmla="*/ 2063040 h 6382977"/>
              <a:gd name="connsiteX2745" fmla="*/ 4731447 w 6501199"/>
              <a:gd name="connsiteY2745" fmla="*/ 2081402 h 6382977"/>
              <a:gd name="connsiteX2746" fmla="*/ 4738771 w 6501199"/>
              <a:gd name="connsiteY2746" fmla="*/ 2085716 h 6382977"/>
              <a:gd name="connsiteX2747" fmla="*/ 4742119 w 6501199"/>
              <a:gd name="connsiteY2747" fmla="*/ 2084378 h 6382977"/>
              <a:gd name="connsiteX2748" fmla="*/ 4748274 w 6501199"/>
              <a:gd name="connsiteY2748" fmla="*/ 2077408 h 6382977"/>
              <a:gd name="connsiteX2749" fmla="*/ 4740447 w 6501199"/>
              <a:gd name="connsiteY2749" fmla="*/ 2069881 h 6382977"/>
              <a:gd name="connsiteX2750" fmla="*/ 4751967 w 6501199"/>
              <a:gd name="connsiteY2750" fmla="*/ 2072041 h 6382977"/>
              <a:gd name="connsiteX2751" fmla="*/ 4745127 w 6501199"/>
              <a:gd name="connsiteY2751" fmla="*/ 2051520 h 6382977"/>
              <a:gd name="connsiteX2752" fmla="*/ 3817487 w 6501199"/>
              <a:gd name="connsiteY2752" fmla="*/ 2051108 h 6382977"/>
              <a:gd name="connsiteX2753" fmla="*/ 3812978 w 6501199"/>
              <a:gd name="connsiteY2753" fmla="*/ 2054163 h 6382977"/>
              <a:gd name="connsiteX2754" fmla="*/ 3809521 w 6501199"/>
              <a:gd name="connsiteY2754" fmla="*/ 2063143 h 6382977"/>
              <a:gd name="connsiteX2755" fmla="*/ 3805650 w 6501199"/>
              <a:gd name="connsiteY2755" fmla="*/ 2080919 h 6382977"/>
              <a:gd name="connsiteX2756" fmla="*/ 3808619 w 6501199"/>
              <a:gd name="connsiteY2756" fmla="*/ 2080299 h 6382977"/>
              <a:gd name="connsiteX2757" fmla="*/ 3816876 w 6501199"/>
              <a:gd name="connsiteY2757" fmla="*/ 2070507 h 6382977"/>
              <a:gd name="connsiteX2758" fmla="*/ 3819256 w 6501199"/>
              <a:gd name="connsiteY2758" fmla="*/ 2052702 h 6382977"/>
              <a:gd name="connsiteX2759" fmla="*/ 3738545 w 6501199"/>
              <a:gd name="connsiteY2759" fmla="*/ 2050772 h 6382977"/>
              <a:gd name="connsiteX2760" fmla="*/ 3734454 w 6501199"/>
              <a:gd name="connsiteY2760" fmla="*/ 2053315 h 6382977"/>
              <a:gd name="connsiteX2761" fmla="*/ 3737834 w 6501199"/>
              <a:gd name="connsiteY2761" fmla="*/ 2058176 h 6382977"/>
              <a:gd name="connsiteX2762" fmla="*/ 3762443 w 6501199"/>
              <a:gd name="connsiteY2762" fmla="*/ 2067238 h 6382977"/>
              <a:gd name="connsiteX2763" fmla="*/ 3767486 w 6501199"/>
              <a:gd name="connsiteY2763" fmla="*/ 2065434 h 6382977"/>
              <a:gd name="connsiteX2764" fmla="*/ 3770796 w 6501199"/>
              <a:gd name="connsiteY2764" fmla="*/ 2063011 h 6382977"/>
              <a:gd name="connsiteX2765" fmla="*/ 3774491 w 6501199"/>
              <a:gd name="connsiteY2765" fmla="*/ 2062929 h 6382977"/>
              <a:gd name="connsiteX2766" fmla="*/ 3780311 w 6501199"/>
              <a:gd name="connsiteY2766" fmla="*/ 2060848 h 6382977"/>
              <a:gd name="connsiteX2767" fmla="*/ 3784041 w 6501199"/>
              <a:gd name="connsiteY2767" fmla="*/ 2054308 h 6382977"/>
              <a:gd name="connsiteX2768" fmla="*/ 3763140 w 6501199"/>
              <a:gd name="connsiteY2768" fmla="*/ 2051835 h 6382977"/>
              <a:gd name="connsiteX2769" fmla="*/ 3738545 w 6501199"/>
              <a:gd name="connsiteY2769" fmla="*/ 2050772 h 6382977"/>
              <a:gd name="connsiteX2770" fmla="*/ 6132230 w 6501199"/>
              <a:gd name="connsiteY2770" fmla="*/ 2049462 h 6382977"/>
              <a:gd name="connsiteX2771" fmla="*/ 6155125 w 6501199"/>
              <a:gd name="connsiteY2771" fmla="*/ 2061103 h 6382977"/>
              <a:gd name="connsiteX2772" fmla="*/ 6139135 w 6501199"/>
              <a:gd name="connsiteY2772" fmla="*/ 2084023 h 6382977"/>
              <a:gd name="connsiteX2773" fmla="*/ 6139135 w 6501199"/>
              <a:gd name="connsiteY2773" fmla="*/ 2063286 h 6382977"/>
              <a:gd name="connsiteX2774" fmla="*/ 6132230 w 6501199"/>
              <a:gd name="connsiteY2774" fmla="*/ 2049462 h 6382977"/>
              <a:gd name="connsiteX2775" fmla="*/ 4074573 w 6501199"/>
              <a:gd name="connsiteY2775" fmla="*/ 2042792 h 6382977"/>
              <a:gd name="connsiteX2776" fmla="*/ 4004006 w 6501199"/>
              <a:gd name="connsiteY2776" fmla="*/ 2065468 h 6382977"/>
              <a:gd name="connsiteX2777" fmla="*/ 4004006 w 6501199"/>
              <a:gd name="connsiteY2777" fmla="*/ 2054310 h 6382977"/>
              <a:gd name="connsiteX2778" fmla="*/ 3951800 w 6501199"/>
              <a:gd name="connsiteY2778" fmla="*/ 2063309 h 6382977"/>
              <a:gd name="connsiteX2779" fmla="*/ 3897074 w 6501199"/>
              <a:gd name="connsiteY2779" fmla="*/ 2054310 h 6382977"/>
              <a:gd name="connsiteX2780" fmla="*/ 3881233 w 6501199"/>
              <a:gd name="connsiteY2780" fmla="*/ 2051790 h 6382977"/>
              <a:gd name="connsiteX2781" fmla="*/ 3865031 w 6501199"/>
              <a:gd name="connsiteY2781" fmla="*/ 2065468 h 6382977"/>
              <a:gd name="connsiteX2782" fmla="*/ 3871872 w 6501199"/>
              <a:gd name="connsiteY2782" fmla="*/ 2070148 h 6382977"/>
              <a:gd name="connsiteX2783" fmla="*/ 3865481 w 6501199"/>
              <a:gd name="connsiteY2783" fmla="*/ 2067583 h 6382977"/>
              <a:gd name="connsiteX2784" fmla="*/ 3864726 w 6501199"/>
              <a:gd name="connsiteY2784" fmla="*/ 2067129 h 6382977"/>
              <a:gd name="connsiteX2785" fmla="*/ 3865758 w 6501199"/>
              <a:gd name="connsiteY2785" fmla="*/ 2073983 h 6382977"/>
              <a:gd name="connsiteX2786" fmla="*/ 3869711 w 6501199"/>
              <a:gd name="connsiteY2786" fmla="*/ 2076987 h 6382977"/>
              <a:gd name="connsiteX2787" fmla="*/ 3866183 w 6501199"/>
              <a:gd name="connsiteY2787" fmla="*/ 2076804 h 6382977"/>
              <a:gd name="connsiteX2788" fmla="*/ 3866578 w 6501199"/>
              <a:gd name="connsiteY2788" fmla="*/ 2079426 h 6382977"/>
              <a:gd name="connsiteX2789" fmla="*/ 3860029 w 6501199"/>
              <a:gd name="connsiteY2789" fmla="*/ 2090373 h 6382977"/>
              <a:gd name="connsiteX2790" fmla="*/ 3834563 w 6501199"/>
              <a:gd name="connsiteY2790" fmla="*/ 2078745 h 6382977"/>
              <a:gd name="connsiteX2791" fmla="*/ 3838392 w 6501199"/>
              <a:gd name="connsiteY2791" fmla="*/ 2075481 h 6382977"/>
              <a:gd name="connsiteX2792" fmla="*/ 3834203 w 6501199"/>
              <a:gd name="connsiteY2792" fmla="*/ 2076312 h 6382977"/>
              <a:gd name="connsiteX2793" fmla="*/ 3825365 w 6501199"/>
              <a:gd name="connsiteY2793" fmla="*/ 2079197 h 6382977"/>
              <a:gd name="connsiteX2794" fmla="*/ 3821352 w 6501199"/>
              <a:gd name="connsiteY2794" fmla="*/ 2077641 h 6382977"/>
              <a:gd name="connsiteX2795" fmla="*/ 3819343 w 6501199"/>
              <a:gd name="connsiteY2795" fmla="*/ 2081075 h 6382977"/>
              <a:gd name="connsiteX2796" fmla="*/ 3818586 w 6501199"/>
              <a:gd name="connsiteY2796" fmla="*/ 2090665 h 6382977"/>
              <a:gd name="connsiteX2797" fmla="*/ 3818525 w 6501199"/>
              <a:gd name="connsiteY2797" fmla="*/ 2091439 h 6382977"/>
              <a:gd name="connsiteX2798" fmla="*/ 3819648 w 6501199"/>
              <a:gd name="connsiteY2798" fmla="*/ 2099280 h 6382977"/>
              <a:gd name="connsiteX2799" fmla="*/ 3823881 w 6501199"/>
              <a:gd name="connsiteY2799" fmla="*/ 2116423 h 6382977"/>
              <a:gd name="connsiteX2800" fmla="*/ 3833604 w 6501199"/>
              <a:gd name="connsiteY2800" fmla="*/ 2113163 h 6382977"/>
              <a:gd name="connsiteX2801" fmla="*/ 3833640 w 6501199"/>
              <a:gd name="connsiteY2801" fmla="*/ 2112296 h 6382977"/>
              <a:gd name="connsiteX2802" fmla="*/ 3839457 w 6501199"/>
              <a:gd name="connsiteY2802" fmla="*/ 2104159 h 6382977"/>
              <a:gd name="connsiteX2803" fmla="*/ 3871227 w 6501199"/>
              <a:gd name="connsiteY2803" fmla="*/ 2098245 h 6382977"/>
              <a:gd name="connsiteX2804" fmla="*/ 3915110 w 6501199"/>
              <a:gd name="connsiteY2804" fmla="*/ 2094239 h 6382977"/>
              <a:gd name="connsiteX2805" fmla="*/ 3917802 w 6501199"/>
              <a:gd name="connsiteY2805" fmla="*/ 2102792 h 6382977"/>
              <a:gd name="connsiteX2806" fmla="*/ 3923748 w 6501199"/>
              <a:gd name="connsiteY2806" fmla="*/ 2101258 h 6382977"/>
              <a:gd name="connsiteX2807" fmla="*/ 3919431 w 6501199"/>
              <a:gd name="connsiteY2807" fmla="*/ 2094239 h 6382977"/>
              <a:gd name="connsiteX2808" fmla="*/ 3925327 w 6501199"/>
              <a:gd name="connsiteY2808" fmla="*/ 2095274 h 6382977"/>
              <a:gd name="connsiteX2809" fmla="*/ 3927862 w 6501199"/>
              <a:gd name="connsiteY2809" fmla="*/ 2100196 h 6382977"/>
              <a:gd name="connsiteX2810" fmla="*/ 3936442 w 6501199"/>
              <a:gd name="connsiteY2810" fmla="*/ 2097982 h 6382977"/>
              <a:gd name="connsiteX2811" fmla="*/ 3958281 w 6501199"/>
              <a:gd name="connsiteY2811" fmla="*/ 2074827 h 6382977"/>
              <a:gd name="connsiteX2812" fmla="*/ 3971962 w 6501199"/>
              <a:gd name="connsiteY2812" fmla="*/ 2076987 h 6382977"/>
              <a:gd name="connsiteX2813" fmla="*/ 3958281 w 6501199"/>
              <a:gd name="connsiteY2813" fmla="*/ 2090665 h 6382977"/>
              <a:gd name="connsiteX2814" fmla="*/ 3999325 w 6501199"/>
              <a:gd name="connsiteY2814" fmla="*/ 2070148 h 6382977"/>
              <a:gd name="connsiteX2815" fmla="*/ 4074573 w 6501199"/>
              <a:gd name="connsiteY2815" fmla="*/ 2042792 h 6382977"/>
              <a:gd name="connsiteX2816" fmla="*/ 5268211 w 6501199"/>
              <a:gd name="connsiteY2816" fmla="*/ 2042519 h 6382977"/>
              <a:gd name="connsiteX2817" fmla="*/ 5257051 w 6501199"/>
              <a:gd name="connsiteY2817" fmla="*/ 2054040 h 6382977"/>
              <a:gd name="connsiteX2818" fmla="*/ 5272891 w 6501199"/>
              <a:gd name="connsiteY2818" fmla="*/ 2054040 h 6382977"/>
              <a:gd name="connsiteX2819" fmla="*/ 4807907 w 6501199"/>
              <a:gd name="connsiteY2819" fmla="*/ 2041313 h 6382977"/>
              <a:gd name="connsiteX2820" fmla="*/ 4786167 w 6501199"/>
              <a:gd name="connsiteY2820" fmla="*/ 2058360 h 6382977"/>
              <a:gd name="connsiteX2821" fmla="*/ 4786120 w 6501199"/>
              <a:gd name="connsiteY2821" fmla="*/ 2058410 h 6382977"/>
              <a:gd name="connsiteX2822" fmla="*/ 4806800 w 6501199"/>
              <a:gd name="connsiteY2822" fmla="*/ 2042477 h 6382977"/>
              <a:gd name="connsiteX2823" fmla="*/ 5386371 w 6501199"/>
              <a:gd name="connsiteY2823" fmla="*/ 2039937 h 6382977"/>
              <a:gd name="connsiteX2824" fmla="*/ 5372850 w 6501199"/>
              <a:gd name="connsiteY2824" fmla="*/ 2049275 h 6382977"/>
              <a:gd name="connsiteX2825" fmla="*/ 5372850 w 6501199"/>
              <a:gd name="connsiteY2825" fmla="*/ 2042178 h 6382977"/>
              <a:gd name="connsiteX2826" fmla="*/ 5386371 w 6501199"/>
              <a:gd name="connsiteY2826" fmla="*/ 2039937 h 6382977"/>
              <a:gd name="connsiteX2827" fmla="*/ 6328440 w 6501199"/>
              <a:gd name="connsiteY2827" fmla="*/ 2036329 h 6382977"/>
              <a:gd name="connsiteX2828" fmla="*/ 6328834 w 6501199"/>
              <a:gd name="connsiteY2828" fmla="*/ 2048966 h 6382977"/>
              <a:gd name="connsiteX2829" fmla="*/ 6348813 w 6501199"/>
              <a:gd name="connsiteY2829" fmla="*/ 2051148 h 6382977"/>
              <a:gd name="connsiteX2830" fmla="*/ 6326731 w 6501199"/>
              <a:gd name="connsiteY2830" fmla="*/ 2062790 h 6382977"/>
              <a:gd name="connsiteX2831" fmla="*/ 6324628 w 6501199"/>
              <a:gd name="connsiteY2831" fmla="*/ 2039871 h 6382977"/>
              <a:gd name="connsiteX2832" fmla="*/ 6328440 w 6501199"/>
              <a:gd name="connsiteY2832" fmla="*/ 2036329 h 6382977"/>
              <a:gd name="connsiteX2833" fmla="*/ 5915058 w 6501199"/>
              <a:gd name="connsiteY2833" fmla="*/ 2028494 h 6382977"/>
              <a:gd name="connsiteX2834" fmla="*/ 5908965 w 6501199"/>
              <a:gd name="connsiteY2834" fmla="*/ 2031347 h 6382977"/>
              <a:gd name="connsiteX2835" fmla="*/ 5907970 w 6501199"/>
              <a:gd name="connsiteY2835" fmla="*/ 2036399 h 6382977"/>
              <a:gd name="connsiteX2836" fmla="*/ 5905874 w 6501199"/>
              <a:gd name="connsiteY2836" fmla="*/ 2032793 h 6382977"/>
              <a:gd name="connsiteX2837" fmla="*/ 5889303 w 6501199"/>
              <a:gd name="connsiteY2837" fmla="*/ 2040551 h 6382977"/>
              <a:gd name="connsiteX2838" fmla="*/ 5799993 w 6501199"/>
              <a:gd name="connsiteY2838" fmla="*/ 2092749 h 6382977"/>
              <a:gd name="connsiteX2839" fmla="*/ 5797510 w 6501199"/>
              <a:gd name="connsiteY2839" fmla="*/ 2093972 h 6382977"/>
              <a:gd name="connsiteX2840" fmla="*/ 5798495 w 6501199"/>
              <a:gd name="connsiteY2840" fmla="*/ 2094723 h 6382977"/>
              <a:gd name="connsiteX2841" fmla="*/ 5796760 w 6501199"/>
              <a:gd name="connsiteY2841" fmla="*/ 2094342 h 6382977"/>
              <a:gd name="connsiteX2842" fmla="*/ 5747678 w 6501199"/>
              <a:gd name="connsiteY2842" fmla="*/ 2118517 h 6382977"/>
              <a:gd name="connsiteX2843" fmla="*/ 5746295 w 6501199"/>
              <a:gd name="connsiteY2843" fmla="*/ 2124245 h 6382977"/>
              <a:gd name="connsiteX2844" fmla="*/ 5759615 w 6501199"/>
              <a:gd name="connsiteY2844" fmla="*/ 2117764 h 6382977"/>
              <a:gd name="connsiteX2845" fmla="*/ 5741615 w 6501199"/>
              <a:gd name="connsiteY2845" fmla="*/ 2185809 h 6382977"/>
              <a:gd name="connsiteX2846" fmla="*/ 5686895 w 6501199"/>
              <a:gd name="connsiteY2846" fmla="*/ 2238372 h 6382977"/>
              <a:gd name="connsiteX2847" fmla="*/ 5683925 w 6501199"/>
              <a:gd name="connsiteY2847" fmla="*/ 2250928 h 6382977"/>
              <a:gd name="connsiteX2848" fmla="*/ 5682337 w 6501199"/>
              <a:gd name="connsiteY2848" fmla="*/ 2254225 h 6382977"/>
              <a:gd name="connsiteX2849" fmla="*/ 5682337 w 6501199"/>
              <a:gd name="connsiteY2849" fmla="*/ 2264083 h 6382977"/>
              <a:gd name="connsiteX2850" fmla="*/ 5682575 w 6501199"/>
              <a:gd name="connsiteY2850" fmla="*/ 2265374 h 6382977"/>
              <a:gd name="connsiteX2851" fmla="*/ 5695895 w 6501199"/>
              <a:gd name="connsiteY2851" fmla="*/ 2265374 h 6382977"/>
              <a:gd name="connsiteX2852" fmla="*/ 5682552 w 6501199"/>
              <a:gd name="connsiteY2852" fmla="*/ 2274921 h 6382977"/>
              <a:gd name="connsiteX2853" fmla="*/ 5682337 w 6501199"/>
              <a:gd name="connsiteY2853" fmla="*/ 2275399 h 6382977"/>
              <a:gd name="connsiteX2854" fmla="*/ 5682337 w 6501199"/>
              <a:gd name="connsiteY2854" fmla="*/ 2306582 h 6382977"/>
              <a:gd name="connsiteX2855" fmla="*/ 5683307 w 6501199"/>
              <a:gd name="connsiteY2855" fmla="*/ 2318545 h 6382977"/>
              <a:gd name="connsiteX2856" fmla="*/ 5692864 w 6501199"/>
              <a:gd name="connsiteY2856" fmla="*/ 2322087 h 6382977"/>
              <a:gd name="connsiteX2857" fmla="*/ 5724915 w 6501199"/>
              <a:gd name="connsiteY2857" fmla="*/ 2292308 h 6382977"/>
              <a:gd name="connsiteX2858" fmla="*/ 5720233 w 6501199"/>
              <a:gd name="connsiteY2858" fmla="*/ 2306108 h 6382977"/>
              <a:gd name="connsiteX2859" fmla="*/ 5714589 w 6501199"/>
              <a:gd name="connsiteY2859" fmla="*/ 2311842 h 6382977"/>
              <a:gd name="connsiteX2860" fmla="*/ 5721894 w 6501199"/>
              <a:gd name="connsiteY2860" fmla="*/ 2317200 h 6382977"/>
              <a:gd name="connsiteX2861" fmla="*/ 5723483 w 6501199"/>
              <a:gd name="connsiteY2861" fmla="*/ 2322149 h 6382977"/>
              <a:gd name="connsiteX2862" fmla="*/ 5716790 w 6501199"/>
              <a:gd name="connsiteY2862" fmla="*/ 2335145 h 6382977"/>
              <a:gd name="connsiteX2863" fmla="*/ 5718935 w 6501199"/>
              <a:gd name="connsiteY2863" fmla="*/ 2333779 h 6382977"/>
              <a:gd name="connsiteX2864" fmla="*/ 5721095 w 6501199"/>
              <a:gd name="connsiteY2864" fmla="*/ 2347460 h 6382977"/>
              <a:gd name="connsiteX2865" fmla="*/ 5746295 w 6501199"/>
              <a:gd name="connsiteY2865" fmla="*/ 2342780 h 6382977"/>
              <a:gd name="connsiteX2866" fmla="*/ 5727935 w 6501199"/>
              <a:gd name="connsiteY2866" fmla="*/ 2331619 h 6382977"/>
              <a:gd name="connsiteX2867" fmla="*/ 5753135 w 6501199"/>
              <a:gd name="connsiteY2867" fmla="*/ 2279055 h 6382977"/>
              <a:gd name="connsiteX2868" fmla="*/ 5727935 w 6501199"/>
              <a:gd name="connsiteY2868" fmla="*/ 2279055 h 6382977"/>
              <a:gd name="connsiteX2869" fmla="*/ 5748455 w 6501199"/>
              <a:gd name="connsiteY2869" fmla="*/ 2249533 h 6382977"/>
              <a:gd name="connsiteX2870" fmla="*/ 5762135 w 6501199"/>
              <a:gd name="connsiteY2870" fmla="*/ 2256374 h 6382977"/>
              <a:gd name="connsiteX2871" fmla="*/ 5734775 w 6501199"/>
              <a:gd name="connsiteY2871" fmla="*/ 2281575 h 6382977"/>
              <a:gd name="connsiteX2872" fmla="*/ 5757455 w 6501199"/>
              <a:gd name="connsiteY2872" fmla="*/ 2276895 h 6382977"/>
              <a:gd name="connsiteX2873" fmla="*/ 5777263 w 6501199"/>
              <a:gd name="connsiteY2873" fmla="*/ 2250051 h 6382977"/>
              <a:gd name="connsiteX2874" fmla="*/ 5770732 w 6501199"/>
              <a:gd name="connsiteY2874" fmla="*/ 2233433 h 6382977"/>
              <a:gd name="connsiteX2875" fmla="*/ 5776592 w 6501199"/>
              <a:gd name="connsiteY2875" fmla="*/ 2212975 h 6382977"/>
              <a:gd name="connsiteX2876" fmla="*/ 5785677 w 6501199"/>
              <a:gd name="connsiteY2876" fmla="*/ 2233433 h 6382977"/>
              <a:gd name="connsiteX2877" fmla="*/ 5782433 w 6501199"/>
              <a:gd name="connsiteY2877" fmla="*/ 2243044 h 6382977"/>
              <a:gd name="connsiteX2878" fmla="*/ 5795975 w 6501199"/>
              <a:gd name="connsiteY2878" fmla="*/ 2224691 h 6382977"/>
              <a:gd name="connsiteX2879" fmla="*/ 5823335 w 6501199"/>
              <a:gd name="connsiteY2879" fmla="*/ 2226852 h 6382977"/>
              <a:gd name="connsiteX2880" fmla="*/ 5809655 w 6501199"/>
              <a:gd name="connsiteY2880" fmla="*/ 2249533 h 6382977"/>
              <a:gd name="connsiteX2881" fmla="*/ 5837015 w 6501199"/>
              <a:gd name="connsiteY2881" fmla="*/ 2211011 h 6382977"/>
              <a:gd name="connsiteX2882" fmla="*/ 5819015 w 6501199"/>
              <a:gd name="connsiteY2882" fmla="*/ 2206330 h 6382977"/>
              <a:gd name="connsiteX2883" fmla="*/ 5805335 w 6501199"/>
              <a:gd name="connsiteY2883" fmla="*/ 2233692 h 6382977"/>
              <a:gd name="connsiteX2884" fmla="*/ 5805335 w 6501199"/>
              <a:gd name="connsiteY2884" fmla="*/ 2206330 h 6382977"/>
              <a:gd name="connsiteX2885" fmla="*/ 5853215 w 6501199"/>
              <a:gd name="connsiteY2885" fmla="*/ 2122084 h 6382977"/>
              <a:gd name="connsiteX2886" fmla="*/ 5878056 w 6501199"/>
              <a:gd name="connsiteY2886" fmla="*/ 2115244 h 6382977"/>
              <a:gd name="connsiteX2887" fmla="*/ 5880216 w 6501199"/>
              <a:gd name="connsiteY2887" fmla="*/ 2104083 h 6382977"/>
              <a:gd name="connsiteX2888" fmla="*/ 5875896 w 6501199"/>
              <a:gd name="connsiteY2888" fmla="*/ 2087882 h 6382977"/>
              <a:gd name="connsiteX2889" fmla="*/ 5916143 w 6501199"/>
              <a:gd name="connsiteY2889" fmla="*/ 2033659 h 6382977"/>
              <a:gd name="connsiteX2890" fmla="*/ 4149461 w 6501199"/>
              <a:gd name="connsiteY2890" fmla="*/ 2022274 h 6382977"/>
              <a:gd name="connsiteX2891" fmla="*/ 4076733 w 6501199"/>
              <a:gd name="connsiteY2891" fmla="*/ 2054310 h 6382977"/>
              <a:gd name="connsiteX2892" fmla="*/ 4149461 w 6501199"/>
              <a:gd name="connsiteY2892" fmla="*/ 2022274 h 6382977"/>
              <a:gd name="connsiteX2893" fmla="*/ 4742967 w 6501199"/>
              <a:gd name="connsiteY2893" fmla="*/ 2021998 h 6382977"/>
              <a:gd name="connsiteX2894" fmla="*/ 4760967 w 6501199"/>
              <a:gd name="connsiteY2894" fmla="*/ 2060880 h 6382977"/>
              <a:gd name="connsiteX2895" fmla="*/ 4772487 w 6501199"/>
              <a:gd name="connsiteY2895" fmla="*/ 2060880 h 6382977"/>
              <a:gd name="connsiteX2896" fmla="*/ 4760967 w 6501199"/>
              <a:gd name="connsiteY2896" fmla="*/ 2040359 h 6382977"/>
              <a:gd name="connsiteX2897" fmla="*/ 4772487 w 6501199"/>
              <a:gd name="connsiteY2897" fmla="*/ 2054040 h 6382977"/>
              <a:gd name="connsiteX2898" fmla="*/ 4779327 w 6501199"/>
              <a:gd name="connsiteY2898" fmla="*/ 2024158 h 6382977"/>
              <a:gd name="connsiteX2899" fmla="*/ 4742967 w 6501199"/>
              <a:gd name="connsiteY2899" fmla="*/ 2021998 h 6382977"/>
              <a:gd name="connsiteX2900" fmla="*/ 5291251 w 6501199"/>
              <a:gd name="connsiteY2900" fmla="*/ 2017677 h 6382977"/>
              <a:gd name="connsiteX2901" fmla="*/ 5286571 w 6501199"/>
              <a:gd name="connsiteY2901" fmla="*/ 2040359 h 6382977"/>
              <a:gd name="connsiteX2902" fmla="*/ 5291251 w 6501199"/>
              <a:gd name="connsiteY2902" fmla="*/ 2017677 h 6382977"/>
              <a:gd name="connsiteX2903" fmla="*/ 4811008 w 6501199"/>
              <a:gd name="connsiteY2903" fmla="*/ 2012997 h 6382977"/>
              <a:gd name="connsiteX2904" fmla="*/ 4808848 w 6501199"/>
              <a:gd name="connsiteY2904" fmla="*/ 2017677 h 6382977"/>
              <a:gd name="connsiteX2905" fmla="*/ 4813348 w 6501199"/>
              <a:gd name="connsiteY2905" fmla="*/ 2025463 h 6382977"/>
              <a:gd name="connsiteX2906" fmla="*/ 4816914 w 6501199"/>
              <a:gd name="connsiteY2906" fmla="*/ 2031847 h 6382977"/>
              <a:gd name="connsiteX2907" fmla="*/ 4828071 w 6501199"/>
              <a:gd name="connsiteY2907" fmla="*/ 2020123 h 6382977"/>
              <a:gd name="connsiteX2908" fmla="*/ 4822866 w 6501199"/>
              <a:gd name="connsiteY2908" fmla="*/ 2021801 h 6382977"/>
              <a:gd name="connsiteX2909" fmla="*/ 4811008 w 6501199"/>
              <a:gd name="connsiteY2909" fmla="*/ 2012997 h 6382977"/>
              <a:gd name="connsiteX2910" fmla="*/ 6387873 w 6501199"/>
              <a:gd name="connsiteY2910" fmla="*/ 2011186 h 6382977"/>
              <a:gd name="connsiteX2911" fmla="*/ 6392636 w 6501199"/>
              <a:gd name="connsiteY2911" fmla="*/ 2044347 h 6382977"/>
              <a:gd name="connsiteX2912" fmla="*/ 6387873 w 6501199"/>
              <a:gd name="connsiteY2912" fmla="*/ 2011186 h 6382977"/>
              <a:gd name="connsiteX2913" fmla="*/ 6085174 w 6501199"/>
              <a:gd name="connsiteY2913" fmla="*/ 2008187 h 6382977"/>
              <a:gd name="connsiteX2914" fmla="*/ 6085174 w 6501199"/>
              <a:gd name="connsiteY2914" fmla="*/ 2071330 h 6382977"/>
              <a:gd name="connsiteX2915" fmla="*/ 6085174 w 6501199"/>
              <a:gd name="connsiteY2915" fmla="*/ 2008187 h 6382977"/>
              <a:gd name="connsiteX2916" fmla="*/ 4240911 w 6501199"/>
              <a:gd name="connsiteY2916" fmla="*/ 2001308 h 6382977"/>
              <a:gd name="connsiteX2917" fmla="*/ 4238390 w 6501199"/>
              <a:gd name="connsiteY2917" fmla="*/ 2011116 h 6382977"/>
              <a:gd name="connsiteX2918" fmla="*/ 4252072 w 6501199"/>
              <a:gd name="connsiteY2918" fmla="*/ 2001757 h 6382977"/>
              <a:gd name="connsiteX2919" fmla="*/ 4240911 w 6501199"/>
              <a:gd name="connsiteY2919" fmla="*/ 2001308 h 6382977"/>
              <a:gd name="connsiteX2920" fmla="*/ 4804168 w 6501199"/>
              <a:gd name="connsiteY2920" fmla="*/ 1999316 h 6382977"/>
              <a:gd name="connsiteX2921" fmla="*/ 4799848 w 6501199"/>
              <a:gd name="connsiteY2921" fmla="*/ 2008317 h 6382977"/>
              <a:gd name="connsiteX2922" fmla="*/ 4804168 w 6501199"/>
              <a:gd name="connsiteY2922" fmla="*/ 1999316 h 6382977"/>
              <a:gd name="connsiteX2923" fmla="*/ 6026019 w 6501199"/>
              <a:gd name="connsiteY2923" fmla="*/ 1997075 h 6382977"/>
              <a:gd name="connsiteX2924" fmla="*/ 6017199 w 6501199"/>
              <a:gd name="connsiteY2924" fmla="*/ 2031632 h 6382977"/>
              <a:gd name="connsiteX2925" fmla="*/ 6026019 w 6501199"/>
              <a:gd name="connsiteY2925" fmla="*/ 1997075 h 6382977"/>
              <a:gd name="connsiteX2926" fmla="*/ 4831528 w 6501199"/>
              <a:gd name="connsiteY2926" fmla="*/ 1992476 h 6382977"/>
              <a:gd name="connsiteX2927" fmla="*/ 4834048 w 6501199"/>
              <a:gd name="connsiteY2927" fmla="*/ 2006156 h 6382977"/>
              <a:gd name="connsiteX2928" fmla="*/ 4842401 w 6501199"/>
              <a:gd name="connsiteY2928" fmla="*/ 2001954 h 6382977"/>
              <a:gd name="connsiteX2929" fmla="*/ 4844247 w 6501199"/>
              <a:gd name="connsiteY2929" fmla="*/ 2003516 h 6382977"/>
              <a:gd name="connsiteX2930" fmla="*/ 4854916 w 6501199"/>
              <a:gd name="connsiteY2930" fmla="*/ 1993632 h 6382977"/>
              <a:gd name="connsiteX2931" fmla="*/ 4851277 w 6501199"/>
              <a:gd name="connsiteY2931" fmla="*/ 1995699 h 6382977"/>
              <a:gd name="connsiteX2932" fmla="*/ 4831528 w 6501199"/>
              <a:gd name="connsiteY2932" fmla="*/ 1992476 h 6382977"/>
              <a:gd name="connsiteX2933" fmla="*/ 5307569 w 6501199"/>
              <a:gd name="connsiteY2933" fmla="*/ 1986501 h 6382977"/>
              <a:gd name="connsiteX2934" fmla="*/ 5295571 w 6501199"/>
              <a:gd name="connsiteY2934" fmla="*/ 2015157 h 6382977"/>
              <a:gd name="connsiteX2935" fmla="*/ 5318611 w 6501199"/>
              <a:gd name="connsiteY2935" fmla="*/ 1990315 h 6382977"/>
              <a:gd name="connsiteX2936" fmla="*/ 5307569 w 6501199"/>
              <a:gd name="connsiteY2936" fmla="*/ 1986501 h 6382977"/>
              <a:gd name="connsiteX2937" fmla="*/ 6139501 w 6501199"/>
              <a:gd name="connsiteY2937" fmla="*/ 1977027 h 6382977"/>
              <a:gd name="connsiteX2938" fmla="*/ 6134850 w 6501199"/>
              <a:gd name="connsiteY2938" fmla="*/ 1995170 h 6382977"/>
              <a:gd name="connsiteX2939" fmla="*/ 6139501 w 6501199"/>
              <a:gd name="connsiteY2939" fmla="*/ 1977027 h 6382977"/>
              <a:gd name="connsiteX2940" fmla="*/ 4329480 w 6501199"/>
              <a:gd name="connsiteY2940" fmla="*/ 1970082 h 6382977"/>
              <a:gd name="connsiteX2941" fmla="*/ 4325405 w 6501199"/>
              <a:gd name="connsiteY2941" fmla="*/ 1976741 h 6382977"/>
              <a:gd name="connsiteX2942" fmla="*/ 4324799 w 6501199"/>
              <a:gd name="connsiteY2942" fmla="*/ 1976921 h 6382977"/>
              <a:gd name="connsiteX2943" fmla="*/ 4329480 w 6501199"/>
              <a:gd name="connsiteY2943" fmla="*/ 1970082 h 6382977"/>
              <a:gd name="connsiteX2944" fmla="*/ 4941684 w 6501199"/>
              <a:gd name="connsiteY2944" fmla="*/ 1955823 h 6382977"/>
              <a:gd name="connsiteX2945" fmla="*/ 4940894 w 6501199"/>
              <a:gd name="connsiteY2945" fmla="*/ 1959116 h 6382977"/>
              <a:gd name="connsiteX2946" fmla="*/ 4943129 w 6501199"/>
              <a:gd name="connsiteY2946" fmla="*/ 1958273 h 6382977"/>
              <a:gd name="connsiteX2947" fmla="*/ 4858888 w 6501199"/>
              <a:gd name="connsiteY2947" fmla="*/ 1953953 h 6382977"/>
              <a:gd name="connsiteX2948" fmla="*/ 4854208 w 6501199"/>
              <a:gd name="connsiteY2948" fmla="*/ 1967634 h 6382977"/>
              <a:gd name="connsiteX2949" fmla="*/ 4858888 w 6501199"/>
              <a:gd name="connsiteY2949" fmla="*/ 1953953 h 6382977"/>
              <a:gd name="connsiteX2950" fmla="*/ 4539631 w 6501199"/>
              <a:gd name="connsiteY2950" fmla="*/ 1946275 h 6382977"/>
              <a:gd name="connsiteX2951" fmla="*/ 4532829 w 6501199"/>
              <a:gd name="connsiteY2951" fmla="*/ 1973893 h 6382977"/>
              <a:gd name="connsiteX2952" fmla="*/ 4522627 w 6501199"/>
              <a:gd name="connsiteY2952" fmla="*/ 1973847 h 6382977"/>
              <a:gd name="connsiteX2953" fmla="*/ 4517684 w 6501199"/>
              <a:gd name="connsiteY2953" fmla="*/ 1970524 h 6382977"/>
              <a:gd name="connsiteX2954" fmla="*/ 4515268 w 6501199"/>
              <a:gd name="connsiteY2954" fmla="*/ 1980495 h 6382977"/>
              <a:gd name="connsiteX2955" fmla="*/ 4485438 w 6501199"/>
              <a:gd name="connsiteY2955" fmla="*/ 1995162 h 6382977"/>
              <a:gd name="connsiteX2956" fmla="*/ 4498167 w 6501199"/>
              <a:gd name="connsiteY2956" fmla="*/ 1981807 h 6382977"/>
              <a:gd name="connsiteX2957" fmla="*/ 4517389 w 6501199"/>
              <a:gd name="connsiteY2957" fmla="*/ 1970326 h 6382977"/>
              <a:gd name="connsiteX2958" fmla="*/ 4512425 w 6501199"/>
              <a:gd name="connsiteY2958" fmla="*/ 1966988 h 6382977"/>
              <a:gd name="connsiteX2959" fmla="*/ 4539631 w 6501199"/>
              <a:gd name="connsiteY2959" fmla="*/ 1946275 h 6382977"/>
              <a:gd name="connsiteX2960" fmla="*/ 4977329 w 6501199"/>
              <a:gd name="connsiteY2960" fmla="*/ 1926591 h 6382977"/>
              <a:gd name="connsiteX2961" fmla="*/ 4958969 w 6501199"/>
              <a:gd name="connsiteY2961" fmla="*/ 1949273 h 6382977"/>
              <a:gd name="connsiteX2962" fmla="*/ 4977329 w 6501199"/>
              <a:gd name="connsiteY2962" fmla="*/ 1926591 h 6382977"/>
              <a:gd name="connsiteX2963" fmla="*/ 5350292 w 6501199"/>
              <a:gd name="connsiteY2963" fmla="*/ 1921911 h 6382977"/>
              <a:gd name="connsiteX2964" fmla="*/ 5343452 w 6501199"/>
              <a:gd name="connsiteY2964" fmla="*/ 1942432 h 6382977"/>
              <a:gd name="connsiteX2965" fmla="*/ 5350292 w 6501199"/>
              <a:gd name="connsiteY2965" fmla="*/ 1921911 h 6382977"/>
              <a:gd name="connsiteX2966" fmla="*/ 6150478 w 6501199"/>
              <a:gd name="connsiteY2966" fmla="*/ 1903412 h 6382977"/>
              <a:gd name="connsiteX2967" fmla="*/ 6163796 w 6501199"/>
              <a:gd name="connsiteY2967" fmla="*/ 1955507 h 6382977"/>
              <a:gd name="connsiteX2968" fmla="*/ 6146272 w 6501199"/>
              <a:gd name="connsiteY2968" fmla="*/ 1962333 h 6382977"/>
              <a:gd name="connsiteX2969" fmla="*/ 6150478 w 6501199"/>
              <a:gd name="connsiteY2969" fmla="*/ 1903412 h 6382977"/>
              <a:gd name="connsiteX2970" fmla="*/ 6452149 w 6501199"/>
              <a:gd name="connsiteY2970" fmla="*/ 1901973 h 6382977"/>
              <a:gd name="connsiteX2971" fmla="*/ 6471038 w 6501199"/>
              <a:gd name="connsiteY2971" fmla="*/ 1912937 h 6382977"/>
              <a:gd name="connsiteX2972" fmla="*/ 6468866 w 6501199"/>
              <a:gd name="connsiteY2972" fmla="*/ 1928459 h 6382977"/>
              <a:gd name="connsiteX2973" fmla="*/ 6430125 w 6501199"/>
              <a:gd name="connsiteY2973" fmla="*/ 1906234 h 6382977"/>
              <a:gd name="connsiteX2974" fmla="*/ 6446056 w 6501199"/>
              <a:gd name="connsiteY2974" fmla="*/ 1906234 h 6382977"/>
              <a:gd name="connsiteX2975" fmla="*/ 6452149 w 6501199"/>
              <a:gd name="connsiteY2975" fmla="*/ 1901973 h 6382977"/>
              <a:gd name="connsiteX2976" fmla="*/ 4648593 w 6501199"/>
              <a:gd name="connsiteY2976" fmla="*/ 1892300 h 6382977"/>
              <a:gd name="connsiteX2977" fmla="*/ 4548938 w 6501199"/>
              <a:gd name="connsiteY2977" fmla="*/ 1955443 h 6382977"/>
              <a:gd name="connsiteX2978" fmla="*/ 4648593 w 6501199"/>
              <a:gd name="connsiteY2978" fmla="*/ 1892300 h 6382977"/>
              <a:gd name="connsiteX2979" fmla="*/ 6117030 w 6501199"/>
              <a:gd name="connsiteY2979" fmla="*/ 1881187 h 6382977"/>
              <a:gd name="connsiteX2980" fmla="*/ 6107729 w 6501199"/>
              <a:gd name="connsiteY2980" fmla="*/ 1947501 h 6382977"/>
              <a:gd name="connsiteX2981" fmla="*/ 6117030 w 6501199"/>
              <a:gd name="connsiteY2981" fmla="*/ 1881187 h 6382977"/>
              <a:gd name="connsiteX2982" fmla="*/ 5470614 w 6501199"/>
              <a:gd name="connsiteY2982" fmla="*/ 1881187 h 6382977"/>
              <a:gd name="connsiteX2983" fmla="*/ 5495390 w 6501199"/>
              <a:gd name="connsiteY2983" fmla="*/ 1892910 h 6382977"/>
              <a:gd name="connsiteX2984" fmla="*/ 5474923 w 6501199"/>
              <a:gd name="connsiteY2984" fmla="*/ 1895108 h 6382977"/>
              <a:gd name="connsiteX2985" fmla="*/ 5470614 w 6501199"/>
              <a:gd name="connsiteY2985" fmla="*/ 1881187 h 6382977"/>
              <a:gd name="connsiteX2986" fmla="*/ 4951916 w 6501199"/>
              <a:gd name="connsiteY2986" fmla="*/ 1879033 h 6382977"/>
              <a:gd name="connsiteX2987" fmla="*/ 4962919 w 6501199"/>
              <a:gd name="connsiteY2987" fmla="*/ 1880741 h 6382977"/>
              <a:gd name="connsiteX2988" fmla="*/ 4959549 w 6501199"/>
              <a:gd name="connsiteY2988" fmla="*/ 1883087 h 6382977"/>
              <a:gd name="connsiteX2989" fmla="*/ 4962767 w 6501199"/>
              <a:gd name="connsiteY2989" fmla="*/ 1890140 h 6382977"/>
              <a:gd name="connsiteX2990" fmla="*/ 4951509 w 6501199"/>
              <a:gd name="connsiteY2990" fmla="*/ 1897896 h 6382977"/>
              <a:gd name="connsiteX2991" fmla="*/ 4948216 w 6501199"/>
              <a:gd name="connsiteY2991" fmla="*/ 1894531 h 6382977"/>
              <a:gd name="connsiteX2992" fmla="*/ 4944744 w 6501199"/>
              <a:gd name="connsiteY2992" fmla="*/ 1906162 h 6382977"/>
              <a:gd name="connsiteX2993" fmla="*/ 4931201 w 6501199"/>
              <a:gd name="connsiteY2993" fmla="*/ 1903983 h 6382977"/>
              <a:gd name="connsiteX2994" fmla="*/ 4935834 w 6501199"/>
              <a:gd name="connsiteY2994" fmla="*/ 1913062 h 6382977"/>
              <a:gd name="connsiteX2995" fmla="*/ 4920154 w 6501199"/>
              <a:gd name="connsiteY2995" fmla="*/ 1908341 h 6382977"/>
              <a:gd name="connsiteX2996" fmla="*/ 4920154 w 6501199"/>
              <a:gd name="connsiteY2996" fmla="*/ 1913062 h 6382977"/>
              <a:gd name="connsiteX2997" fmla="*/ 4929063 w 6501199"/>
              <a:gd name="connsiteY2997" fmla="*/ 1922141 h 6382977"/>
              <a:gd name="connsiteX2998" fmla="*/ 4920154 w 6501199"/>
              <a:gd name="connsiteY2998" fmla="*/ 1926862 h 6382977"/>
              <a:gd name="connsiteX2999" fmla="*/ 4913383 w 6501199"/>
              <a:gd name="connsiteY2999" fmla="*/ 1903983 h 6382977"/>
              <a:gd name="connsiteX3000" fmla="*/ 4929063 w 6501199"/>
              <a:gd name="connsiteY3000" fmla="*/ 1892362 h 6382977"/>
              <a:gd name="connsiteX3001" fmla="*/ 4951916 w 6501199"/>
              <a:gd name="connsiteY3001" fmla="*/ 1879033 h 6382977"/>
              <a:gd name="connsiteX3002" fmla="*/ 4938516 w 6501199"/>
              <a:gd name="connsiteY3002" fmla="*/ 1866900 h 6382977"/>
              <a:gd name="connsiteX3003" fmla="*/ 4934171 w 6501199"/>
              <a:gd name="connsiteY3003" fmla="*/ 1887291 h 6382977"/>
              <a:gd name="connsiteX3004" fmla="*/ 4920413 w 6501199"/>
              <a:gd name="connsiteY3004" fmla="*/ 1882998 h 6382977"/>
              <a:gd name="connsiteX3005" fmla="*/ 4938516 w 6501199"/>
              <a:gd name="connsiteY3005" fmla="*/ 1866900 h 6382977"/>
              <a:gd name="connsiteX3006" fmla="*/ 5366132 w 6501199"/>
              <a:gd name="connsiteY3006" fmla="*/ 1858186 h 6382977"/>
              <a:gd name="connsiteX3007" fmla="*/ 5345612 w 6501199"/>
              <a:gd name="connsiteY3007" fmla="*/ 1874027 h 6382977"/>
              <a:gd name="connsiteX3008" fmla="*/ 5368292 w 6501199"/>
              <a:gd name="connsiteY3008" fmla="*/ 1887708 h 6382977"/>
              <a:gd name="connsiteX3009" fmla="*/ 5354972 w 6501199"/>
              <a:gd name="connsiteY3009" fmla="*/ 1912910 h 6382977"/>
              <a:gd name="connsiteX3010" fmla="*/ 5368292 w 6501199"/>
              <a:gd name="connsiteY3010" fmla="*/ 1924071 h 6382977"/>
              <a:gd name="connsiteX3011" fmla="*/ 5375132 w 6501199"/>
              <a:gd name="connsiteY3011" fmla="*/ 1885548 h 6382977"/>
              <a:gd name="connsiteX3012" fmla="*/ 5393492 w 6501199"/>
              <a:gd name="connsiteY3012" fmla="*/ 1878708 h 6382977"/>
              <a:gd name="connsiteX3013" fmla="*/ 5395652 w 6501199"/>
              <a:gd name="connsiteY3013" fmla="*/ 1865027 h 6382977"/>
              <a:gd name="connsiteX3014" fmla="*/ 5370812 w 6501199"/>
              <a:gd name="connsiteY3014" fmla="*/ 1883388 h 6382977"/>
              <a:gd name="connsiteX3015" fmla="*/ 5366132 w 6501199"/>
              <a:gd name="connsiteY3015" fmla="*/ 1858186 h 6382977"/>
              <a:gd name="connsiteX3016" fmla="*/ 1221991 w 6501199"/>
              <a:gd name="connsiteY3016" fmla="*/ 1854179 h 6382977"/>
              <a:gd name="connsiteX3017" fmla="*/ 1198948 w 6501199"/>
              <a:gd name="connsiteY3017" fmla="*/ 1879015 h 6382977"/>
              <a:gd name="connsiteX3018" fmla="*/ 1205789 w 6501199"/>
              <a:gd name="connsiteY3018" fmla="*/ 1892693 h 6382977"/>
              <a:gd name="connsiteX3019" fmla="*/ 1221991 w 6501199"/>
              <a:gd name="connsiteY3019" fmla="*/ 1854179 h 6382977"/>
              <a:gd name="connsiteX3020" fmla="*/ 4822528 w 6501199"/>
              <a:gd name="connsiteY3020" fmla="*/ 1853866 h 6382977"/>
              <a:gd name="connsiteX3021" fmla="*/ 4822528 w 6501199"/>
              <a:gd name="connsiteY3021" fmla="*/ 1867187 h 6382977"/>
              <a:gd name="connsiteX3022" fmla="*/ 4822528 w 6501199"/>
              <a:gd name="connsiteY3022" fmla="*/ 1853866 h 6382977"/>
              <a:gd name="connsiteX3023" fmla="*/ 5385863 w 6501199"/>
              <a:gd name="connsiteY3023" fmla="*/ 1852245 h 6382977"/>
              <a:gd name="connsiteX3024" fmla="*/ 5380037 w 6501199"/>
              <a:gd name="connsiteY3024" fmla="*/ 1855351 h 6382977"/>
              <a:gd name="connsiteX3025" fmla="*/ 5379812 w 6501199"/>
              <a:gd name="connsiteY3025" fmla="*/ 1867187 h 6382977"/>
              <a:gd name="connsiteX3026" fmla="*/ 5391242 w 6501199"/>
              <a:gd name="connsiteY3026" fmla="*/ 1859672 h 6382977"/>
              <a:gd name="connsiteX3027" fmla="*/ 5392148 w 6501199"/>
              <a:gd name="connsiteY3027" fmla="*/ 1857074 h 6382977"/>
              <a:gd name="connsiteX3028" fmla="*/ 5387930 w 6501199"/>
              <a:gd name="connsiteY3028" fmla="*/ 1852300 h 6382977"/>
              <a:gd name="connsiteX3029" fmla="*/ 6405438 w 6501199"/>
              <a:gd name="connsiteY3029" fmla="*/ 1847212 h 6382977"/>
              <a:gd name="connsiteX3030" fmla="*/ 6400805 w 6501199"/>
              <a:gd name="connsiteY3030" fmla="*/ 1936387 h 6382977"/>
              <a:gd name="connsiteX3031" fmla="*/ 6405438 w 6501199"/>
              <a:gd name="connsiteY3031" fmla="*/ 1847212 h 6382977"/>
              <a:gd name="connsiteX3032" fmla="*/ 5771135 w 6501199"/>
              <a:gd name="connsiteY3032" fmla="*/ 1840185 h 6382977"/>
              <a:gd name="connsiteX3033" fmla="*/ 5762135 w 6501199"/>
              <a:gd name="connsiteY3033" fmla="*/ 1851346 h 6382977"/>
              <a:gd name="connsiteX3034" fmla="*/ 5775815 w 6501199"/>
              <a:gd name="connsiteY3034" fmla="*/ 1878708 h 6382977"/>
              <a:gd name="connsiteX3035" fmla="*/ 5771135 w 6501199"/>
              <a:gd name="connsiteY3035" fmla="*/ 1840185 h 6382977"/>
              <a:gd name="connsiteX3036" fmla="*/ 6501199 w 6501199"/>
              <a:gd name="connsiteY3036" fmla="*/ 1836737 h 6382977"/>
              <a:gd name="connsiteX3037" fmla="*/ 6466638 w 6501199"/>
              <a:gd name="connsiteY3037" fmla="*/ 1866536 h 6382977"/>
              <a:gd name="connsiteX3038" fmla="*/ 6501199 w 6501199"/>
              <a:gd name="connsiteY3038" fmla="*/ 1836737 h 6382977"/>
              <a:gd name="connsiteX3039" fmla="*/ 4956892 w 6501199"/>
              <a:gd name="connsiteY3039" fmla="*/ 1835739 h 6382977"/>
              <a:gd name="connsiteX3040" fmla="*/ 4984541 w 6501199"/>
              <a:gd name="connsiteY3040" fmla="*/ 1847350 h 6382977"/>
              <a:gd name="connsiteX3041" fmla="*/ 4975083 w 6501199"/>
              <a:gd name="connsiteY3041" fmla="*/ 1858599 h 6382977"/>
              <a:gd name="connsiteX3042" fmla="*/ 4965987 w 6501199"/>
              <a:gd name="connsiteY3042" fmla="*/ 1844810 h 6382977"/>
              <a:gd name="connsiteX3043" fmla="*/ 4952163 w 6501199"/>
              <a:gd name="connsiteY3043" fmla="*/ 1849527 h 6382977"/>
              <a:gd name="connsiteX3044" fmla="*/ 4956892 w 6501199"/>
              <a:gd name="connsiteY3044" fmla="*/ 1835739 h 6382977"/>
              <a:gd name="connsiteX3045" fmla="*/ 4729447 w 6501199"/>
              <a:gd name="connsiteY3045" fmla="*/ 1835062 h 6382977"/>
              <a:gd name="connsiteX3046" fmla="*/ 4681328 w 6501199"/>
              <a:gd name="connsiteY3046" fmla="*/ 1876065 h 6382977"/>
              <a:gd name="connsiteX3047" fmla="*/ 4676625 w 6501199"/>
              <a:gd name="connsiteY3047" fmla="*/ 1862398 h 6382977"/>
              <a:gd name="connsiteX3048" fmla="*/ 4663238 w 6501199"/>
              <a:gd name="connsiteY3048" fmla="*/ 1866714 h 6382977"/>
              <a:gd name="connsiteX3049" fmla="*/ 4729447 w 6501199"/>
              <a:gd name="connsiteY3049" fmla="*/ 1835062 h 6382977"/>
              <a:gd name="connsiteX3050" fmla="*/ 5601998 w 6501199"/>
              <a:gd name="connsiteY3050" fmla="*/ 1831222 h 6382977"/>
              <a:gd name="connsiteX3051" fmla="*/ 5597079 w 6501199"/>
              <a:gd name="connsiteY3051" fmla="*/ 1832494 h 6382977"/>
              <a:gd name="connsiteX3052" fmla="*/ 5594654 w 6501199"/>
              <a:gd name="connsiteY3052" fmla="*/ 1832407 h 6382977"/>
              <a:gd name="connsiteX3053" fmla="*/ 5596459 w 6501199"/>
              <a:gd name="connsiteY3053" fmla="*/ 1847106 h 6382977"/>
              <a:gd name="connsiteX3054" fmla="*/ 5599503 w 6501199"/>
              <a:gd name="connsiteY3054" fmla="*/ 1838610 h 6382977"/>
              <a:gd name="connsiteX3055" fmla="*/ 6370653 w 6501199"/>
              <a:gd name="connsiteY3055" fmla="*/ 1830387 h 6382977"/>
              <a:gd name="connsiteX3056" fmla="*/ 6357192 w 6501199"/>
              <a:gd name="connsiteY3056" fmla="*/ 1844054 h 6382977"/>
              <a:gd name="connsiteX3057" fmla="*/ 6377384 w 6501199"/>
              <a:gd name="connsiteY3057" fmla="*/ 1850888 h 6382977"/>
              <a:gd name="connsiteX3058" fmla="*/ 6370653 w 6501199"/>
              <a:gd name="connsiteY3058" fmla="*/ 1830387 h 6382977"/>
              <a:gd name="connsiteX3059" fmla="*/ 5955241 w 6501199"/>
              <a:gd name="connsiteY3059" fmla="*/ 1827540 h 6382977"/>
              <a:gd name="connsiteX3060" fmla="*/ 5945737 w 6501199"/>
              <a:gd name="connsiteY3060" fmla="*/ 1835662 h 6382977"/>
              <a:gd name="connsiteX3061" fmla="*/ 5910096 w 6501199"/>
              <a:gd name="connsiteY3061" fmla="*/ 1887708 h 6382977"/>
              <a:gd name="connsiteX3062" fmla="*/ 5907576 w 6501199"/>
              <a:gd name="connsiteY3062" fmla="*/ 1908230 h 6382977"/>
              <a:gd name="connsiteX3063" fmla="*/ 5889576 w 6501199"/>
              <a:gd name="connsiteY3063" fmla="*/ 1917590 h 6382977"/>
              <a:gd name="connsiteX3064" fmla="*/ 5866400 w 6501199"/>
              <a:gd name="connsiteY3064" fmla="*/ 1967814 h 6382977"/>
              <a:gd name="connsiteX3065" fmla="*/ 5848183 w 6501199"/>
              <a:gd name="connsiteY3065" fmla="*/ 1987437 h 6382977"/>
              <a:gd name="connsiteX3066" fmla="*/ 5888718 w 6501199"/>
              <a:gd name="connsiteY3066" fmla="*/ 1971028 h 6382977"/>
              <a:gd name="connsiteX3067" fmla="*/ 5969682 w 6501199"/>
              <a:gd name="connsiteY3067" fmla="*/ 1931682 h 6382977"/>
              <a:gd name="connsiteX3068" fmla="*/ 5969137 w 6501199"/>
              <a:gd name="connsiteY3068" fmla="*/ 1926591 h 6382977"/>
              <a:gd name="connsiteX3069" fmla="*/ 5974993 w 6501199"/>
              <a:gd name="connsiteY3069" fmla="*/ 1929101 h 6382977"/>
              <a:gd name="connsiteX3070" fmla="*/ 5980108 w 6501199"/>
              <a:gd name="connsiteY3070" fmla="*/ 1926615 h 6382977"/>
              <a:gd name="connsiteX3071" fmla="*/ 5983357 w 6501199"/>
              <a:gd name="connsiteY3071" fmla="*/ 1922541 h 6382977"/>
              <a:gd name="connsiteX3072" fmla="*/ 5990197 w 6501199"/>
              <a:gd name="connsiteY3072" fmla="*/ 1912415 h 6382977"/>
              <a:gd name="connsiteX3073" fmla="*/ 5991205 w 6501199"/>
              <a:gd name="connsiteY3073" fmla="*/ 1912018 h 6382977"/>
              <a:gd name="connsiteX3074" fmla="*/ 5993343 w 6501199"/>
              <a:gd name="connsiteY3074" fmla="*/ 1900274 h 6382977"/>
              <a:gd name="connsiteX3075" fmla="*/ 5984688 w 6501199"/>
              <a:gd name="connsiteY3075" fmla="*/ 1849397 h 6382977"/>
              <a:gd name="connsiteX3076" fmla="*/ 5979850 w 6501199"/>
              <a:gd name="connsiteY3076" fmla="*/ 1845612 h 6382977"/>
              <a:gd name="connsiteX3077" fmla="*/ 5979173 w 6501199"/>
              <a:gd name="connsiteY3077" fmla="*/ 1849713 h 6382977"/>
              <a:gd name="connsiteX3078" fmla="*/ 5985295 w 6501199"/>
              <a:gd name="connsiteY3078" fmla="*/ 1858600 h 6382977"/>
              <a:gd name="connsiteX3079" fmla="*/ 5973653 w 6501199"/>
              <a:gd name="connsiteY3079" fmla="*/ 1879238 h 6382977"/>
              <a:gd name="connsiteX3080" fmla="*/ 5973653 w 6501199"/>
              <a:gd name="connsiteY3080" fmla="*/ 1854255 h 6382977"/>
              <a:gd name="connsiteX3081" fmla="*/ 5955463 w 6501199"/>
              <a:gd name="connsiteY3081" fmla="*/ 1851721 h 6382977"/>
              <a:gd name="connsiteX3082" fmla="*/ 5969634 w 6501199"/>
              <a:gd name="connsiteY3082" fmla="*/ 1837617 h 6382977"/>
              <a:gd name="connsiteX3083" fmla="*/ 5959897 w 6501199"/>
              <a:gd name="connsiteY3083" fmla="*/ 1829997 h 6382977"/>
              <a:gd name="connsiteX3084" fmla="*/ 6050857 w 6501199"/>
              <a:gd name="connsiteY3084" fmla="*/ 1826504 h 6382977"/>
              <a:gd name="connsiteX3085" fmla="*/ 6037307 w 6501199"/>
              <a:gd name="connsiteY3085" fmla="*/ 1849305 h 6382977"/>
              <a:gd name="connsiteX3086" fmla="*/ 6044636 w 6501199"/>
              <a:gd name="connsiteY3086" fmla="*/ 1857037 h 6382977"/>
              <a:gd name="connsiteX3087" fmla="*/ 6057427 w 6501199"/>
              <a:gd name="connsiteY3087" fmla="*/ 1841805 h 6382977"/>
              <a:gd name="connsiteX3088" fmla="*/ 6050857 w 6501199"/>
              <a:gd name="connsiteY3088" fmla="*/ 1826504 h 6382977"/>
              <a:gd name="connsiteX3089" fmla="*/ 5707415 w 6501199"/>
              <a:gd name="connsiteY3089" fmla="*/ 1819664 h 6382977"/>
              <a:gd name="connsiteX3090" fmla="*/ 5689415 w 6501199"/>
              <a:gd name="connsiteY3090" fmla="*/ 1847026 h 6382977"/>
              <a:gd name="connsiteX3091" fmla="*/ 5707415 w 6501199"/>
              <a:gd name="connsiteY3091" fmla="*/ 1819664 h 6382977"/>
              <a:gd name="connsiteX3092" fmla="*/ 5782655 w 6501199"/>
              <a:gd name="connsiteY3092" fmla="*/ 1812823 h 6382977"/>
              <a:gd name="connsiteX3093" fmla="*/ 5805335 w 6501199"/>
              <a:gd name="connsiteY3093" fmla="*/ 1862867 h 6382977"/>
              <a:gd name="connsiteX3094" fmla="*/ 5786975 w 6501199"/>
              <a:gd name="connsiteY3094" fmla="*/ 1899229 h 6382977"/>
              <a:gd name="connsiteX3095" fmla="*/ 5809655 w 6501199"/>
              <a:gd name="connsiteY3095" fmla="*/ 1885548 h 6382977"/>
              <a:gd name="connsiteX3096" fmla="*/ 5832695 w 6501199"/>
              <a:gd name="connsiteY3096" fmla="*/ 1856026 h 6382977"/>
              <a:gd name="connsiteX3097" fmla="*/ 5828015 w 6501199"/>
              <a:gd name="connsiteY3097" fmla="*/ 1835505 h 6382977"/>
              <a:gd name="connsiteX3098" fmla="*/ 5782655 w 6501199"/>
              <a:gd name="connsiteY3098" fmla="*/ 1812823 h 6382977"/>
              <a:gd name="connsiteX3099" fmla="*/ 5009099 w 6501199"/>
              <a:gd name="connsiteY3099" fmla="*/ 1803400 h 6382977"/>
              <a:gd name="connsiteX3100" fmla="*/ 4986708 w 6501199"/>
              <a:gd name="connsiteY3100" fmla="*/ 1834444 h 6382977"/>
              <a:gd name="connsiteX3101" fmla="*/ 5000214 w 6501199"/>
              <a:gd name="connsiteY3101" fmla="*/ 1834444 h 6382977"/>
              <a:gd name="connsiteX3102" fmla="*/ 4979956 w 6501199"/>
              <a:gd name="connsiteY3102" fmla="*/ 1839030 h 6382977"/>
              <a:gd name="connsiteX3103" fmla="*/ 4979956 w 6501199"/>
              <a:gd name="connsiteY3103" fmla="*/ 1807633 h 6382977"/>
              <a:gd name="connsiteX3104" fmla="*/ 4993461 w 6501199"/>
              <a:gd name="connsiteY3104" fmla="*/ 1818922 h 6382977"/>
              <a:gd name="connsiteX3105" fmla="*/ 5009099 w 6501199"/>
              <a:gd name="connsiteY3105" fmla="*/ 1803400 h 6382977"/>
              <a:gd name="connsiteX3106" fmla="*/ 4710995 w 6501199"/>
              <a:gd name="connsiteY3106" fmla="*/ 1803400 h 6382977"/>
              <a:gd name="connsiteX3107" fmla="*/ 4729549 w 6501199"/>
              <a:gd name="connsiteY3107" fmla="*/ 1814648 h 6382977"/>
              <a:gd name="connsiteX3108" fmla="*/ 4706630 w 6501199"/>
              <a:gd name="connsiteY3108" fmla="*/ 1826260 h 6382977"/>
              <a:gd name="connsiteX3109" fmla="*/ 4710995 w 6501199"/>
              <a:gd name="connsiteY3109" fmla="*/ 1803400 h 6382977"/>
              <a:gd name="connsiteX3110" fmla="*/ 5420853 w 6501199"/>
              <a:gd name="connsiteY3110" fmla="*/ 1799142 h 6382977"/>
              <a:gd name="connsiteX3111" fmla="*/ 5411853 w 6501199"/>
              <a:gd name="connsiteY3111" fmla="*/ 1803823 h 6382977"/>
              <a:gd name="connsiteX3112" fmla="*/ 5402493 w 6501199"/>
              <a:gd name="connsiteY3112" fmla="*/ 1821824 h 6382977"/>
              <a:gd name="connsiteX3113" fmla="*/ 5409333 w 6501199"/>
              <a:gd name="connsiteY3113" fmla="*/ 1835505 h 6382977"/>
              <a:gd name="connsiteX3114" fmla="*/ 5420853 w 6501199"/>
              <a:gd name="connsiteY3114" fmla="*/ 1799142 h 6382977"/>
              <a:gd name="connsiteX3115" fmla="*/ 5899568 w 6501199"/>
              <a:gd name="connsiteY3115" fmla="*/ 1793955 h 6382977"/>
              <a:gd name="connsiteX3116" fmla="*/ 5898576 w 6501199"/>
              <a:gd name="connsiteY3116" fmla="*/ 1794462 h 6382977"/>
              <a:gd name="connsiteX3117" fmla="*/ 5903453 w 6501199"/>
              <a:gd name="connsiteY3117" fmla="*/ 1799643 h 6382977"/>
              <a:gd name="connsiteX3118" fmla="*/ 5906221 w 6501199"/>
              <a:gd name="connsiteY3118" fmla="*/ 1799562 h 6382977"/>
              <a:gd name="connsiteX3119" fmla="*/ 4766118 w 6501199"/>
              <a:gd name="connsiteY3119" fmla="*/ 1787678 h 6382977"/>
              <a:gd name="connsiteX3120" fmla="*/ 4750346 w 6501199"/>
              <a:gd name="connsiteY3120" fmla="*/ 1810620 h 6382977"/>
              <a:gd name="connsiteX3121" fmla="*/ 4766118 w 6501199"/>
              <a:gd name="connsiteY3121" fmla="*/ 1787678 h 6382977"/>
              <a:gd name="connsiteX3122" fmla="*/ 5484573 w 6501199"/>
              <a:gd name="connsiteY3122" fmla="*/ 1780781 h 6382977"/>
              <a:gd name="connsiteX3123" fmla="*/ 5466213 w 6501199"/>
              <a:gd name="connsiteY3123" fmla="*/ 1803823 h 6382977"/>
              <a:gd name="connsiteX3124" fmla="*/ 5484573 w 6501199"/>
              <a:gd name="connsiteY3124" fmla="*/ 1780781 h 6382977"/>
              <a:gd name="connsiteX3125" fmla="*/ 1303720 w 6501199"/>
              <a:gd name="connsiteY3125" fmla="*/ 1780249 h 6382977"/>
              <a:gd name="connsiteX3126" fmla="*/ 1296879 w 6501199"/>
              <a:gd name="connsiteY3126" fmla="*/ 1783629 h 6382977"/>
              <a:gd name="connsiteX3127" fmla="*/ 1301559 w 6501199"/>
              <a:gd name="connsiteY3127" fmla="*/ 1797307 h 6382977"/>
              <a:gd name="connsiteX3128" fmla="*/ 1285357 w 6501199"/>
              <a:gd name="connsiteY3128" fmla="*/ 1792628 h 6382977"/>
              <a:gd name="connsiteX3129" fmla="*/ 1228471 w 6501199"/>
              <a:gd name="connsiteY3129" fmla="*/ 1842661 h 6382977"/>
              <a:gd name="connsiteX3130" fmla="*/ 1239993 w 6501199"/>
              <a:gd name="connsiteY3130" fmla="*/ 1860658 h 6382977"/>
              <a:gd name="connsiteX3131" fmla="*/ 1326402 w 6501199"/>
              <a:gd name="connsiteY3131" fmla="*/ 1781110 h 6382977"/>
              <a:gd name="connsiteX3132" fmla="*/ 1303720 w 6501199"/>
              <a:gd name="connsiteY3132" fmla="*/ 1780249 h 6382977"/>
              <a:gd name="connsiteX3133" fmla="*/ 5643694 w 6501199"/>
              <a:gd name="connsiteY3133" fmla="*/ 1778621 h 6382977"/>
              <a:gd name="connsiteX3134" fmla="*/ 5627854 w 6501199"/>
              <a:gd name="connsiteY3134" fmla="*/ 1810663 h 6382977"/>
              <a:gd name="connsiteX3135" fmla="*/ 5643694 w 6501199"/>
              <a:gd name="connsiteY3135" fmla="*/ 1805983 h 6382977"/>
              <a:gd name="connsiteX3136" fmla="*/ 5643694 w 6501199"/>
              <a:gd name="connsiteY3136" fmla="*/ 1778621 h 6382977"/>
              <a:gd name="connsiteX3137" fmla="*/ 5095410 w 6501199"/>
              <a:gd name="connsiteY3137" fmla="*/ 1762780 h 6382977"/>
              <a:gd name="connsiteX3138" fmla="*/ 5095410 w 6501199"/>
              <a:gd name="connsiteY3138" fmla="*/ 1780781 h 6382977"/>
              <a:gd name="connsiteX3139" fmla="*/ 5095410 w 6501199"/>
              <a:gd name="connsiteY3139" fmla="*/ 1762780 h 6382977"/>
              <a:gd name="connsiteX3140" fmla="*/ 6271684 w 6501199"/>
              <a:gd name="connsiteY3140" fmla="*/ 1757362 h 6382977"/>
              <a:gd name="connsiteX3141" fmla="*/ 6282900 w 6501199"/>
              <a:gd name="connsiteY3141" fmla="*/ 1757362 h 6382977"/>
              <a:gd name="connsiteX3142" fmla="*/ 6287106 w 6501199"/>
              <a:gd name="connsiteY3142" fmla="*/ 1773383 h 6382977"/>
              <a:gd name="connsiteX3143" fmla="*/ 6274138 w 6501199"/>
              <a:gd name="connsiteY3143" fmla="*/ 1796686 h 6382977"/>
              <a:gd name="connsiteX3144" fmla="*/ 6271684 w 6501199"/>
              <a:gd name="connsiteY3144" fmla="*/ 1757362 h 6382977"/>
              <a:gd name="connsiteX3145" fmla="*/ 4835922 w 6501199"/>
              <a:gd name="connsiteY3145" fmla="*/ 1757362 h 6382977"/>
              <a:gd name="connsiteX3146" fmla="*/ 4824633 w 6501199"/>
              <a:gd name="connsiteY3146" fmla="*/ 1782404 h 6382977"/>
              <a:gd name="connsiteX3147" fmla="*/ 4835922 w 6501199"/>
              <a:gd name="connsiteY3147" fmla="*/ 1757362 h 6382977"/>
              <a:gd name="connsiteX3148" fmla="*/ 6226702 w 6501199"/>
              <a:gd name="connsiteY3148" fmla="*/ 1751012 h 6382977"/>
              <a:gd name="connsiteX3149" fmla="*/ 6228934 w 6501199"/>
              <a:gd name="connsiteY3149" fmla="*/ 1777649 h 6382977"/>
              <a:gd name="connsiteX3150" fmla="*/ 6226702 w 6501199"/>
              <a:gd name="connsiteY3150" fmla="*/ 1751012 h 6382977"/>
              <a:gd name="connsiteX3151" fmla="*/ 5777975 w 6501199"/>
              <a:gd name="connsiteY3151" fmla="*/ 1749099 h 6382977"/>
              <a:gd name="connsiteX3152" fmla="*/ 5771135 w 6501199"/>
              <a:gd name="connsiteY3152" fmla="*/ 1780781 h 6382977"/>
              <a:gd name="connsiteX3153" fmla="*/ 5777975 w 6501199"/>
              <a:gd name="connsiteY3153" fmla="*/ 1749099 h 6382977"/>
              <a:gd name="connsiteX3154" fmla="*/ 5037182 w 6501199"/>
              <a:gd name="connsiteY3154" fmla="*/ 1746250 h 6382977"/>
              <a:gd name="connsiteX3155" fmla="*/ 5041769 w 6501199"/>
              <a:gd name="connsiteY3155" fmla="*/ 1766570 h 6382977"/>
              <a:gd name="connsiteX3156" fmla="*/ 5014957 w 6501199"/>
              <a:gd name="connsiteY3156" fmla="*/ 1764393 h 6382977"/>
              <a:gd name="connsiteX3157" fmla="*/ 5037182 w 6501199"/>
              <a:gd name="connsiteY3157" fmla="*/ 1746250 h 6382977"/>
              <a:gd name="connsiteX3158" fmla="*/ 6390187 w 6501199"/>
              <a:gd name="connsiteY3158" fmla="*/ 1743648 h 6382977"/>
              <a:gd name="connsiteX3159" fmla="*/ 6421436 w 6501199"/>
              <a:gd name="connsiteY3159" fmla="*/ 1743648 h 6382977"/>
              <a:gd name="connsiteX3160" fmla="*/ 6423922 w 6501199"/>
              <a:gd name="connsiteY3160" fmla="*/ 1766343 h 6382977"/>
              <a:gd name="connsiteX3161" fmla="*/ 6399065 w 6501199"/>
              <a:gd name="connsiteY3161" fmla="*/ 1748331 h 6382977"/>
              <a:gd name="connsiteX3162" fmla="*/ 6408297 w 6501199"/>
              <a:gd name="connsiteY3162" fmla="*/ 1825783 h 6382977"/>
              <a:gd name="connsiteX3163" fmla="*/ 6403681 w 6501199"/>
              <a:gd name="connsiteY3163" fmla="*/ 1834790 h 6382977"/>
              <a:gd name="connsiteX3164" fmla="*/ 6383440 w 6501199"/>
              <a:gd name="connsiteY3164" fmla="*/ 1830106 h 6382977"/>
              <a:gd name="connsiteX3165" fmla="*/ 6390187 w 6501199"/>
              <a:gd name="connsiteY3165" fmla="*/ 1743648 h 6382977"/>
              <a:gd name="connsiteX3166" fmla="*/ 1458536 w 6501199"/>
              <a:gd name="connsiteY3166" fmla="*/ 1740435 h 6382977"/>
              <a:gd name="connsiteX3167" fmla="*/ 1419652 w 6501199"/>
              <a:gd name="connsiteY3167" fmla="*/ 1756273 h 6382977"/>
              <a:gd name="connsiteX3168" fmla="*/ 1458536 w 6501199"/>
              <a:gd name="connsiteY3168" fmla="*/ 1740435 h 6382977"/>
              <a:gd name="connsiteX3169" fmla="*/ 6353044 w 6501199"/>
              <a:gd name="connsiteY3169" fmla="*/ 1739900 h 6382977"/>
              <a:gd name="connsiteX3170" fmla="*/ 6368566 w 6501199"/>
              <a:gd name="connsiteY3170" fmla="*/ 1797105 h 6382977"/>
              <a:gd name="connsiteX3171" fmla="*/ 6366449 w 6501199"/>
              <a:gd name="connsiteY3171" fmla="*/ 1822088 h 6382977"/>
              <a:gd name="connsiteX3172" fmla="*/ 6339638 w 6501199"/>
              <a:gd name="connsiteY3172" fmla="*/ 1762710 h 6382977"/>
              <a:gd name="connsiteX3173" fmla="*/ 6353044 w 6501199"/>
              <a:gd name="connsiteY3173" fmla="*/ 1739900 h 6382977"/>
              <a:gd name="connsiteX3174" fmla="*/ 6105412 w 6501199"/>
              <a:gd name="connsiteY3174" fmla="*/ 1734498 h 6382977"/>
              <a:gd name="connsiteX3175" fmla="*/ 6104889 w 6501199"/>
              <a:gd name="connsiteY3175" fmla="*/ 1742394 h 6382977"/>
              <a:gd name="connsiteX3176" fmla="*/ 6112417 w 6501199"/>
              <a:gd name="connsiteY3176" fmla="*/ 1740098 h 6382977"/>
              <a:gd name="connsiteX3177" fmla="*/ 6107000 w 6501199"/>
              <a:gd name="connsiteY3177" fmla="*/ 1738281 h 6382977"/>
              <a:gd name="connsiteX3178" fmla="*/ 1364926 w 6501199"/>
              <a:gd name="connsiteY3178" fmla="*/ 1733596 h 6382977"/>
              <a:gd name="connsiteX3179" fmla="*/ 1322081 w 6501199"/>
              <a:gd name="connsiteY3179" fmla="*/ 1778950 h 6382977"/>
              <a:gd name="connsiteX3180" fmla="*/ 1371767 w 6501199"/>
              <a:gd name="connsiteY3180" fmla="*/ 1742595 h 6382977"/>
              <a:gd name="connsiteX3181" fmla="*/ 1364926 w 6501199"/>
              <a:gd name="connsiteY3181" fmla="*/ 1733596 h 6382977"/>
              <a:gd name="connsiteX3182" fmla="*/ 5947376 w 6501199"/>
              <a:gd name="connsiteY3182" fmla="*/ 1733550 h 6382977"/>
              <a:gd name="connsiteX3183" fmla="*/ 5951841 w 6501199"/>
              <a:gd name="connsiteY3183" fmla="*/ 1749539 h 6382977"/>
              <a:gd name="connsiteX3184" fmla="*/ 5933238 w 6501199"/>
              <a:gd name="connsiteY3184" fmla="*/ 1751720 h 6382977"/>
              <a:gd name="connsiteX3185" fmla="*/ 5947376 w 6501199"/>
              <a:gd name="connsiteY3185" fmla="*/ 1733550 h 6382977"/>
              <a:gd name="connsiteX3186" fmla="*/ 4797663 w 6501199"/>
              <a:gd name="connsiteY3186" fmla="*/ 1733550 h 6382977"/>
              <a:gd name="connsiteX3187" fmla="*/ 4763967 w 6501199"/>
              <a:gd name="connsiteY3187" fmla="*/ 1778716 h 6382977"/>
              <a:gd name="connsiteX3188" fmla="*/ 4824906 w 6501199"/>
              <a:gd name="connsiteY3188" fmla="*/ 1733550 h 6382977"/>
              <a:gd name="connsiteX3189" fmla="*/ 4822756 w 6501199"/>
              <a:gd name="connsiteY3189" fmla="*/ 1744662 h 6382977"/>
              <a:gd name="connsiteX3190" fmla="*/ 4827416 w 6501199"/>
              <a:gd name="connsiteY3190" fmla="*/ 1760435 h 6382977"/>
              <a:gd name="connsiteX3191" fmla="*/ 4738875 w 6501199"/>
              <a:gd name="connsiteY3191" fmla="*/ 1833203 h 6382977"/>
              <a:gd name="connsiteX3192" fmla="*/ 4729913 w 6501199"/>
              <a:gd name="connsiteY3192" fmla="*/ 1808111 h 6382977"/>
              <a:gd name="connsiteX3193" fmla="*/ 4797663 w 6501199"/>
              <a:gd name="connsiteY3193" fmla="*/ 1733550 h 6382977"/>
              <a:gd name="connsiteX3194" fmla="*/ 5046188 w 6501199"/>
              <a:gd name="connsiteY3194" fmla="*/ 1726171 h 6382977"/>
              <a:gd name="connsiteX3195" fmla="*/ 5052266 w 6501199"/>
              <a:gd name="connsiteY3195" fmla="*/ 1727647 h 6382977"/>
              <a:gd name="connsiteX3196" fmla="*/ 5054443 w 6501199"/>
              <a:gd name="connsiteY3196" fmla="*/ 1734444 h 6382977"/>
              <a:gd name="connsiteX3197" fmla="*/ 5045371 w 6501199"/>
              <a:gd name="connsiteY3197" fmla="*/ 1745892 h 6382977"/>
              <a:gd name="connsiteX3198" fmla="*/ 5038477 w 6501199"/>
              <a:gd name="connsiteY3198" fmla="*/ 1729793 h 6382977"/>
              <a:gd name="connsiteX3199" fmla="*/ 5046188 w 6501199"/>
              <a:gd name="connsiteY3199" fmla="*/ 1726171 h 6382977"/>
              <a:gd name="connsiteX3200" fmla="*/ 6324036 w 6501199"/>
              <a:gd name="connsiteY3200" fmla="*/ 1725612 h 6382977"/>
              <a:gd name="connsiteX3201" fmla="*/ 6324036 w 6501199"/>
              <a:gd name="connsiteY3201" fmla="*/ 1761767 h 6382977"/>
              <a:gd name="connsiteX3202" fmla="*/ 6324036 w 6501199"/>
              <a:gd name="connsiteY3202" fmla="*/ 1725612 h 6382977"/>
              <a:gd name="connsiteX3203" fmla="*/ 4929449 w 6501199"/>
              <a:gd name="connsiteY3203" fmla="*/ 1719577 h 6382977"/>
              <a:gd name="connsiteX3204" fmla="*/ 4924769 w 6501199"/>
              <a:gd name="connsiteY3204" fmla="*/ 1737578 h 6382977"/>
              <a:gd name="connsiteX3205" fmla="*/ 4929449 w 6501199"/>
              <a:gd name="connsiteY3205" fmla="*/ 1719577 h 6382977"/>
              <a:gd name="connsiteX3206" fmla="*/ 5452647 w 6501199"/>
              <a:gd name="connsiteY3206" fmla="*/ 1714500 h 6382977"/>
              <a:gd name="connsiteX3207" fmla="*/ 5455251 w 6501199"/>
              <a:gd name="connsiteY3207" fmla="*/ 1744298 h 6382977"/>
              <a:gd name="connsiteX3208" fmla="*/ 5452647 w 6501199"/>
              <a:gd name="connsiteY3208" fmla="*/ 1714500 h 6382977"/>
              <a:gd name="connsiteX3209" fmla="*/ 6105788 w 6501199"/>
              <a:gd name="connsiteY3209" fmla="*/ 1713694 h 6382977"/>
              <a:gd name="connsiteX3210" fmla="*/ 6106550 w 6501199"/>
              <a:gd name="connsiteY3210" fmla="*/ 1717319 h 6382977"/>
              <a:gd name="connsiteX3211" fmla="*/ 6105691 w 6501199"/>
              <a:gd name="connsiteY3211" fmla="*/ 1730294 h 6382977"/>
              <a:gd name="connsiteX3212" fmla="*/ 6106291 w 6501199"/>
              <a:gd name="connsiteY3212" fmla="*/ 1728707 h 6382977"/>
              <a:gd name="connsiteX3213" fmla="*/ 6112417 w 6501199"/>
              <a:gd name="connsiteY3213" fmla="*/ 1730738 h 6382977"/>
              <a:gd name="connsiteX3214" fmla="*/ 6110032 w 6501199"/>
              <a:gd name="connsiteY3214" fmla="*/ 1718587 h 6382977"/>
              <a:gd name="connsiteX3215" fmla="*/ 5802815 w 6501199"/>
              <a:gd name="connsiteY3215" fmla="*/ 1708056 h 6382977"/>
              <a:gd name="connsiteX3216" fmla="*/ 5789495 w 6501199"/>
              <a:gd name="connsiteY3216" fmla="*/ 1726417 h 6382977"/>
              <a:gd name="connsiteX3217" fmla="*/ 5809655 w 6501199"/>
              <a:gd name="connsiteY3217" fmla="*/ 1721737 h 6382977"/>
              <a:gd name="connsiteX3218" fmla="*/ 5802815 w 6501199"/>
              <a:gd name="connsiteY3218" fmla="*/ 1708056 h 6382977"/>
              <a:gd name="connsiteX3219" fmla="*/ 5118090 w 6501199"/>
              <a:gd name="connsiteY3219" fmla="*/ 1705896 h 6382977"/>
              <a:gd name="connsiteX3220" fmla="*/ 5106930 w 6501199"/>
              <a:gd name="connsiteY3220" fmla="*/ 1723897 h 6382977"/>
              <a:gd name="connsiteX3221" fmla="*/ 5118090 w 6501199"/>
              <a:gd name="connsiteY3221" fmla="*/ 1705896 h 6382977"/>
              <a:gd name="connsiteX3222" fmla="*/ 5994112 w 6501199"/>
              <a:gd name="connsiteY3222" fmla="*/ 1700135 h 6382977"/>
              <a:gd name="connsiteX3223" fmla="*/ 5982817 w 6501199"/>
              <a:gd name="connsiteY3223" fmla="*/ 1708056 h 6382977"/>
              <a:gd name="connsiteX3224" fmla="*/ 5998657 w 6501199"/>
              <a:gd name="connsiteY3224" fmla="*/ 1712736 h 6382977"/>
              <a:gd name="connsiteX3225" fmla="*/ 5994112 w 6501199"/>
              <a:gd name="connsiteY3225" fmla="*/ 1700135 h 6382977"/>
              <a:gd name="connsiteX3226" fmla="*/ 1355925 w 6501199"/>
              <a:gd name="connsiteY3226" fmla="*/ 1699401 h 6382977"/>
              <a:gd name="connsiteX3227" fmla="*/ 1337923 w 6501199"/>
              <a:gd name="connsiteY3227" fmla="*/ 1724238 h 6382977"/>
              <a:gd name="connsiteX3228" fmla="*/ 1360605 w 6501199"/>
              <a:gd name="connsiteY3228" fmla="*/ 1713079 h 6382977"/>
              <a:gd name="connsiteX3229" fmla="*/ 1355925 w 6501199"/>
              <a:gd name="connsiteY3229" fmla="*/ 1699401 h 6382977"/>
              <a:gd name="connsiteX3230" fmla="*/ 4719470 w 6501199"/>
              <a:gd name="connsiteY3230" fmla="*/ 1693862 h 6382977"/>
              <a:gd name="connsiteX3231" fmla="*/ 4701299 w 6501199"/>
              <a:gd name="connsiteY3231" fmla="*/ 1717308 h 6382977"/>
              <a:gd name="connsiteX3232" fmla="*/ 4719470 w 6501199"/>
              <a:gd name="connsiteY3232" fmla="*/ 1693862 h 6382977"/>
              <a:gd name="connsiteX3233" fmla="*/ 6319664 w 6501199"/>
              <a:gd name="connsiteY3233" fmla="*/ 1692275 h 6382977"/>
              <a:gd name="connsiteX3234" fmla="*/ 6317531 w 6501199"/>
              <a:gd name="connsiteY3234" fmla="*/ 1726836 h 6382977"/>
              <a:gd name="connsiteX3235" fmla="*/ 6319664 w 6501199"/>
              <a:gd name="connsiteY3235" fmla="*/ 1692275 h 6382977"/>
              <a:gd name="connsiteX3236" fmla="*/ 5944876 w 6501199"/>
              <a:gd name="connsiteY3236" fmla="*/ 1690831 h 6382977"/>
              <a:gd name="connsiteX3237" fmla="*/ 5930257 w 6501199"/>
              <a:gd name="connsiteY3237" fmla="*/ 1701216 h 6382977"/>
              <a:gd name="connsiteX3238" fmla="*/ 5946457 w 6501199"/>
              <a:gd name="connsiteY3238" fmla="*/ 1701216 h 6382977"/>
              <a:gd name="connsiteX3239" fmla="*/ 5921256 w 6501199"/>
              <a:gd name="connsiteY3239" fmla="*/ 1726417 h 6382977"/>
              <a:gd name="connsiteX3240" fmla="*/ 5914461 w 6501199"/>
              <a:gd name="connsiteY3240" fmla="*/ 1743789 h 6382977"/>
              <a:gd name="connsiteX3241" fmla="*/ 5912521 w 6501199"/>
              <a:gd name="connsiteY3241" fmla="*/ 1748696 h 6382977"/>
              <a:gd name="connsiteX3242" fmla="*/ 5914139 w 6501199"/>
              <a:gd name="connsiteY3242" fmla="*/ 1751480 h 6382977"/>
              <a:gd name="connsiteX3243" fmla="*/ 5929500 w 6501199"/>
              <a:gd name="connsiteY3243" fmla="*/ 1761282 h 6382977"/>
              <a:gd name="connsiteX3244" fmla="*/ 5939617 w 6501199"/>
              <a:gd name="connsiteY3244" fmla="*/ 1755939 h 6382977"/>
              <a:gd name="connsiteX3245" fmla="*/ 5939443 w 6501199"/>
              <a:gd name="connsiteY3245" fmla="*/ 1761627 h 6382977"/>
              <a:gd name="connsiteX3246" fmla="*/ 5936053 w 6501199"/>
              <a:gd name="connsiteY3246" fmla="*/ 1765464 h 6382977"/>
              <a:gd name="connsiteX3247" fmla="*/ 5942269 w 6501199"/>
              <a:gd name="connsiteY3247" fmla="*/ 1769430 h 6382977"/>
              <a:gd name="connsiteX3248" fmla="*/ 5942587 w 6501199"/>
              <a:gd name="connsiteY3248" fmla="*/ 1769125 h 6382977"/>
              <a:gd name="connsiteX3249" fmla="*/ 5944860 w 6501199"/>
              <a:gd name="connsiteY3249" fmla="*/ 1768209 h 6382977"/>
              <a:gd name="connsiteX3250" fmla="*/ 5948099 w 6501199"/>
              <a:gd name="connsiteY3250" fmla="*/ 1773150 h 6382977"/>
              <a:gd name="connsiteX3251" fmla="*/ 5948781 w 6501199"/>
              <a:gd name="connsiteY3251" fmla="*/ 1773586 h 6382977"/>
              <a:gd name="connsiteX3252" fmla="*/ 5962297 w 6501199"/>
              <a:gd name="connsiteY3252" fmla="*/ 1744418 h 6382977"/>
              <a:gd name="connsiteX3253" fmla="*/ 5966617 w 6501199"/>
              <a:gd name="connsiteY3253" fmla="*/ 1755939 h 6382977"/>
              <a:gd name="connsiteX3254" fmla="*/ 5982817 w 6501199"/>
              <a:gd name="connsiteY3254" fmla="*/ 1737578 h 6382977"/>
              <a:gd name="connsiteX3255" fmla="*/ 5973457 w 6501199"/>
              <a:gd name="connsiteY3255" fmla="*/ 1719577 h 6382977"/>
              <a:gd name="connsiteX3256" fmla="*/ 5957617 w 6501199"/>
              <a:gd name="connsiteY3256" fmla="*/ 1726417 h 6382977"/>
              <a:gd name="connsiteX3257" fmla="*/ 5964457 w 6501199"/>
              <a:gd name="connsiteY3257" fmla="*/ 1710576 h 6382977"/>
              <a:gd name="connsiteX3258" fmla="*/ 5978137 w 6501199"/>
              <a:gd name="connsiteY3258" fmla="*/ 1710576 h 6382977"/>
              <a:gd name="connsiteX3259" fmla="*/ 5944876 w 6501199"/>
              <a:gd name="connsiteY3259" fmla="*/ 1690831 h 6382977"/>
              <a:gd name="connsiteX3260" fmla="*/ 5458878 w 6501199"/>
              <a:gd name="connsiteY3260" fmla="*/ 1687670 h 6382977"/>
              <a:gd name="connsiteX3261" fmla="*/ 5441373 w 6501199"/>
              <a:gd name="connsiteY3261" fmla="*/ 1690055 h 6382977"/>
              <a:gd name="connsiteX3262" fmla="*/ 5427693 w 6501199"/>
              <a:gd name="connsiteY3262" fmla="*/ 1699055 h 6382977"/>
              <a:gd name="connsiteX3263" fmla="*/ 5418693 w 6501199"/>
              <a:gd name="connsiteY3263" fmla="*/ 1749099 h 6382977"/>
              <a:gd name="connsiteX3264" fmla="*/ 5405013 w 6501199"/>
              <a:gd name="connsiteY3264" fmla="*/ 1753779 h 6382977"/>
              <a:gd name="connsiteX3265" fmla="*/ 5405013 w 6501199"/>
              <a:gd name="connsiteY3265" fmla="*/ 1769620 h 6382977"/>
              <a:gd name="connsiteX3266" fmla="*/ 5414013 w 6501199"/>
              <a:gd name="connsiteY3266" fmla="*/ 1794462 h 6382977"/>
              <a:gd name="connsiteX3267" fmla="*/ 5414013 w 6501199"/>
              <a:gd name="connsiteY3267" fmla="*/ 1758099 h 6382977"/>
              <a:gd name="connsiteX3268" fmla="*/ 5434533 w 6501199"/>
              <a:gd name="connsiteY3268" fmla="*/ 1737578 h 6382977"/>
              <a:gd name="connsiteX3269" fmla="*/ 5436693 w 6501199"/>
              <a:gd name="connsiteY3269" fmla="*/ 1744418 h 6382977"/>
              <a:gd name="connsiteX3270" fmla="*/ 5438853 w 6501199"/>
              <a:gd name="connsiteY3270" fmla="*/ 1785461 h 6382977"/>
              <a:gd name="connsiteX3271" fmla="*/ 5443533 w 6501199"/>
              <a:gd name="connsiteY3271" fmla="*/ 1755939 h 6382977"/>
              <a:gd name="connsiteX3272" fmla="*/ 5461893 w 6501199"/>
              <a:gd name="connsiteY3272" fmla="*/ 1749099 h 6382977"/>
              <a:gd name="connsiteX3273" fmla="*/ 5450373 w 6501199"/>
              <a:gd name="connsiteY3273" fmla="*/ 1696895 h 6382977"/>
              <a:gd name="connsiteX3274" fmla="*/ 5459373 w 6501199"/>
              <a:gd name="connsiteY3274" fmla="*/ 1699055 h 6382977"/>
              <a:gd name="connsiteX3275" fmla="*/ 5458878 w 6501199"/>
              <a:gd name="connsiteY3275" fmla="*/ 1687670 h 6382977"/>
              <a:gd name="connsiteX3276" fmla="*/ 5067914 w 6501199"/>
              <a:gd name="connsiteY3276" fmla="*/ 1685925 h 6382977"/>
              <a:gd name="connsiteX3277" fmla="*/ 5054247 w 6501199"/>
              <a:gd name="connsiteY3277" fmla="*/ 1723672 h 6382977"/>
              <a:gd name="connsiteX3278" fmla="*/ 5061080 w 6501199"/>
              <a:gd name="connsiteY3278" fmla="*/ 1688041 h 6382977"/>
              <a:gd name="connsiteX3279" fmla="*/ 5067914 w 6501199"/>
              <a:gd name="connsiteY3279" fmla="*/ 1685925 h 6382977"/>
              <a:gd name="connsiteX3280" fmla="*/ 5616444 w 6501199"/>
              <a:gd name="connsiteY3280" fmla="*/ 1682750 h 6382977"/>
              <a:gd name="connsiteX3281" fmla="*/ 5621030 w 6501199"/>
              <a:gd name="connsiteY3281" fmla="*/ 1706190 h 6382977"/>
              <a:gd name="connsiteX3282" fmla="*/ 5616444 w 6501199"/>
              <a:gd name="connsiteY3282" fmla="*/ 1682750 h 6382977"/>
              <a:gd name="connsiteX3283" fmla="*/ 5082057 w 6501199"/>
              <a:gd name="connsiteY3283" fmla="*/ 1662112 h 6382977"/>
              <a:gd name="connsiteX3284" fmla="*/ 5096251 w 6501199"/>
              <a:gd name="connsiteY3284" fmla="*/ 1666594 h 6382977"/>
              <a:gd name="connsiteX3285" fmla="*/ 5079816 w 6501199"/>
              <a:gd name="connsiteY3285" fmla="*/ 1676306 h 6382977"/>
              <a:gd name="connsiteX3286" fmla="*/ 5082057 w 6501199"/>
              <a:gd name="connsiteY3286" fmla="*/ 1662112 h 6382977"/>
              <a:gd name="connsiteX3287" fmla="*/ 4948614 w 6501199"/>
              <a:gd name="connsiteY3287" fmla="*/ 1654175 h 6382977"/>
              <a:gd name="connsiteX3288" fmla="*/ 4932179 w 6501199"/>
              <a:gd name="connsiteY3288" fmla="*/ 1685568 h 6382977"/>
              <a:gd name="connsiteX3289" fmla="*/ 4948614 w 6501199"/>
              <a:gd name="connsiteY3289" fmla="*/ 1654175 h 6382977"/>
              <a:gd name="connsiteX3290" fmla="*/ 5871216 w 6501199"/>
              <a:gd name="connsiteY3290" fmla="*/ 1653692 h 6382977"/>
              <a:gd name="connsiteX3291" fmla="*/ 5864376 w 6501199"/>
              <a:gd name="connsiteY3291" fmla="*/ 1699055 h 6382977"/>
              <a:gd name="connsiteX3292" fmla="*/ 5882736 w 6501199"/>
              <a:gd name="connsiteY3292" fmla="*/ 1655852 h 6382977"/>
              <a:gd name="connsiteX3293" fmla="*/ 5871216 w 6501199"/>
              <a:gd name="connsiteY3293" fmla="*/ 1653692 h 6382977"/>
              <a:gd name="connsiteX3294" fmla="*/ 5700575 w 6501199"/>
              <a:gd name="connsiteY3294" fmla="*/ 1649012 h 6382977"/>
              <a:gd name="connsiteX3295" fmla="*/ 5686895 w 6501199"/>
              <a:gd name="connsiteY3295" fmla="*/ 1683214 h 6382977"/>
              <a:gd name="connsiteX3296" fmla="*/ 5700575 w 6501199"/>
              <a:gd name="connsiteY3296" fmla="*/ 1649012 h 6382977"/>
              <a:gd name="connsiteX3297" fmla="*/ 6424692 w 6501199"/>
              <a:gd name="connsiteY3297" fmla="*/ 1646237 h 6382977"/>
              <a:gd name="connsiteX3298" fmla="*/ 6445084 w 6501199"/>
              <a:gd name="connsiteY3298" fmla="*/ 1650598 h 6382977"/>
              <a:gd name="connsiteX3299" fmla="*/ 6433636 w 6501199"/>
              <a:gd name="connsiteY3299" fmla="*/ 1676036 h 6382977"/>
              <a:gd name="connsiteX3300" fmla="*/ 6424692 w 6501199"/>
              <a:gd name="connsiteY3300" fmla="*/ 1646237 h 6382977"/>
              <a:gd name="connsiteX3301" fmla="*/ 5104265 w 6501199"/>
              <a:gd name="connsiteY3301" fmla="*/ 1642003 h 6382977"/>
              <a:gd name="connsiteX3302" fmla="*/ 5088258 w 6501199"/>
              <a:gd name="connsiteY3302" fmla="*/ 1653292 h 6382977"/>
              <a:gd name="connsiteX3303" fmla="*/ 5104265 w 6501199"/>
              <a:gd name="connsiteY3303" fmla="*/ 1642003 h 6382977"/>
              <a:gd name="connsiteX3304" fmla="*/ 5918106 w 6501199"/>
              <a:gd name="connsiteY3304" fmla="*/ 1625228 h 6382977"/>
              <a:gd name="connsiteX3305" fmla="*/ 5907576 w 6501199"/>
              <a:gd name="connsiteY3305" fmla="*/ 1640011 h 6382977"/>
              <a:gd name="connsiteX3306" fmla="*/ 5916936 w 6501199"/>
              <a:gd name="connsiteY3306" fmla="*/ 1655852 h 6382977"/>
              <a:gd name="connsiteX3307" fmla="*/ 5939617 w 6501199"/>
              <a:gd name="connsiteY3307" fmla="*/ 1644332 h 6382977"/>
              <a:gd name="connsiteX3308" fmla="*/ 5916936 w 6501199"/>
              <a:gd name="connsiteY3308" fmla="*/ 1646852 h 6382977"/>
              <a:gd name="connsiteX3309" fmla="*/ 5923417 w 6501199"/>
              <a:gd name="connsiteY3309" fmla="*/ 1626330 h 6382977"/>
              <a:gd name="connsiteX3310" fmla="*/ 5918106 w 6501199"/>
              <a:gd name="connsiteY3310" fmla="*/ 1625228 h 6382977"/>
              <a:gd name="connsiteX3311" fmla="*/ 5676769 w 6501199"/>
              <a:gd name="connsiteY3311" fmla="*/ 1616075 h 6382977"/>
              <a:gd name="connsiteX3312" fmla="*/ 5641138 w 6501199"/>
              <a:gd name="connsiteY3312" fmla="*/ 1625048 h 6382977"/>
              <a:gd name="connsiteX3313" fmla="*/ 5676769 w 6501199"/>
              <a:gd name="connsiteY3313" fmla="*/ 1616075 h 6382977"/>
              <a:gd name="connsiteX3314" fmla="*/ 5184331 w 6501199"/>
              <a:gd name="connsiteY3314" fmla="*/ 1614810 h 6382977"/>
              <a:gd name="connsiteX3315" fmla="*/ 5165971 w 6501199"/>
              <a:gd name="connsiteY3315" fmla="*/ 1635331 h 6382977"/>
              <a:gd name="connsiteX3316" fmla="*/ 5184331 w 6501199"/>
              <a:gd name="connsiteY3316" fmla="*/ 1614810 h 6382977"/>
              <a:gd name="connsiteX3317" fmla="*/ 6398552 w 6501199"/>
              <a:gd name="connsiteY3317" fmla="*/ 1614487 h 6382977"/>
              <a:gd name="connsiteX3318" fmla="*/ 6411957 w 6501199"/>
              <a:gd name="connsiteY3318" fmla="*/ 1662747 h 6382977"/>
              <a:gd name="connsiteX3319" fmla="*/ 6380913 w 6501199"/>
              <a:gd name="connsiteY3319" fmla="*/ 1632992 h 6382977"/>
              <a:gd name="connsiteX3320" fmla="*/ 6391849 w 6501199"/>
              <a:gd name="connsiteY3320" fmla="*/ 1628275 h 6382977"/>
              <a:gd name="connsiteX3321" fmla="*/ 6398552 w 6501199"/>
              <a:gd name="connsiteY3321" fmla="*/ 1614487 h 6382977"/>
              <a:gd name="connsiteX3322" fmla="*/ 5759396 w 6501199"/>
              <a:gd name="connsiteY3322" fmla="*/ 1606951 h 6382977"/>
              <a:gd name="connsiteX3323" fmla="*/ 5750615 w 6501199"/>
              <a:gd name="connsiteY3323" fmla="*/ 1610129 h 6382977"/>
              <a:gd name="connsiteX3324" fmla="*/ 5764295 w 6501199"/>
              <a:gd name="connsiteY3324" fmla="*/ 1623810 h 6382977"/>
              <a:gd name="connsiteX3325" fmla="*/ 5753135 w 6501199"/>
              <a:gd name="connsiteY3325" fmla="*/ 1621650 h 6382977"/>
              <a:gd name="connsiteX3326" fmla="*/ 5757455 w 6501199"/>
              <a:gd name="connsiteY3326" fmla="*/ 1642171 h 6382977"/>
              <a:gd name="connsiteX3327" fmla="*/ 5768975 w 6501199"/>
              <a:gd name="connsiteY3327" fmla="*/ 1646852 h 6382977"/>
              <a:gd name="connsiteX3328" fmla="*/ 5770685 w 6501199"/>
              <a:gd name="connsiteY3328" fmla="*/ 1645682 h 6382977"/>
              <a:gd name="connsiteX3329" fmla="*/ 5773984 w 6501199"/>
              <a:gd name="connsiteY3329" fmla="*/ 1643425 h 6382977"/>
              <a:gd name="connsiteX3330" fmla="*/ 5771197 w 6501199"/>
              <a:gd name="connsiteY3330" fmla="*/ 1635755 h 6382977"/>
              <a:gd name="connsiteX3331" fmla="*/ 5770939 w 6501199"/>
              <a:gd name="connsiteY3331" fmla="*/ 1634734 h 6382977"/>
              <a:gd name="connsiteX3332" fmla="*/ 5764295 w 6501199"/>
              <a:gd name="connsiteY3332" fmla="*/ 1633171 h 6382977"/>
              <a:gd name="connsiteX3333" fmla="*/ 5767625 w 6501199"/>
              <a:gd name="connsiteY3333" fmla="*/ 1628491 h 6382977"/>
              <a:gd name="connsiteX3334" fmla="*/ 5769183 w 6501199"/>
              <a:gd name="connsiteY3334" fmla="*/ 1627786 h 6382977"/>
              <a:gd name="connsiteX3335" fmla="*/ 5764779 w 6501199"/>
              <a:gd name="connsiteY3335" fmla="*/ 1610359 h 6382977"/>
              <a:gd name="connsiteX3336" fmla="*/ 5882736 w 6501199"/>
              <a:gd name="connsiteY3336" fmla="*/ 1605809 h 6382977"/>
              <a:gd name="connsiteX3337" fmla="*/ 5875896 w 6501199"/>
              <a:gd name="connsiteY3337" fmla="*/ 1626330 h 6382977"/>
              <a:gd name="connsiteX3338" fmla="*/ 5893896 w 6501199"/>
              <a:gd name="connsiteY3338" fmla="*/ 1623810 h 6382977"/>
              <a:gd name="connsiteX3339" fmla="*/ 5882736 w 6501199"/>
              <a:gd name="connsiteY3339" fmla="*/ 1605809 h 6382977"/>
              <a:gd name="connsiteX3340" fmla="*/ 6135461 w 6501199"/>
              <a:gd name="connsiteY3340" fmla="*/ 1604962 h 6382977"/>
              <a:gd name="connsiteX3341" fmla="*/ 6135461 w 6501199"/>
              <a:gd name="connsiteY3341" fmla="*/ 1642709 h 6382977"/>
              <a:gd name="connsiteX3342" fmla="*/ 6135461 w 6501199"/>
              <a:gd name="connsiteY3342" fmla="*/ 1604962 h 6382977"/>
              <a:gd name="connsiteX3343" fmla="*/ 5912256 w 6501199"/>
              <a:gd name="connsiteY3343" fmla="*/ 1598968 h 6382977"/>
              <a:gd name="connsiteX3344" fmla="*/ 5903256 w 6501199"/>
              <a:gd name="connsiteY3344" fmla="*/ 1616970 h 6382977"/>
              <a:gd name="connsiteX3345" fmla="*/ 5919096 w 6501199"/>
              <a:gd name="connsiteY3345" fmla="*/ 1612649 h 6382977"/>
              <a:gd name="connsiteX3346" fmla="*/ 5690201 w 6501199"/>
              <a:gd name="connsiteY3346" fmla="*/ 1597025 h 6382977"/>
              <a:gd name="connsiteX3347" fmla="*/ 5694666 w 6501199"/>
              <a:gd name="connsiteY3347" fmla="*/ 1610945 h 6382977"/>
              <a:gd name="connsiteX3348" fmla="*/ 5676063 w 6501199"/>
              <a:gd name="connsiteY3348" fmla="*/ 1606549 h 6382977"/>
              <a:gd name="connsiteX3349" fmla="*/ 5690201 w 6501199"/>
              <a:gd name="connsiteY3349" fmla="*/ 1597025 h 6382977"/>
              <a:gd name="connsiteX3350" fmla="*/ 5495733 w 6501199"/>
              <a:gd name="connsiteY3350" fmla="*/ 1594288 h 6382977"/>
              <a:gd name="connsiteX3351" fmla="*/ 5484573 w 6501199"/>
              <a:gd name="connsiteY3351" fmla="*/ 1616970 h 6382977"/>
              <a:gd name="connsiteX3352" fmla="*/ 5482413 w 6501199"/>
              <a:gd name="connsiteY3352" fmla="*/ 1605809 h 6382977"/>
              <a:gd name="connsiteX3353" fmla="*/ 5470893 w 6501199"/>
              <a:gd name="connsiteY3353" fmla="*/ 1646852 h 6382977"/>
              <a:gd name="connsiteX3354" fmla="*/ 5450373 w 6501199"/>
              <a:gd name="connsiteY3354" fmla="*/ 1658013 h 6382977"/>
              <a:gd name="connsiteX3355" fmla="*/ 5473053 w 6501199"/>
              <a:gd name="connsiteY3355" fmla="*/ 1705896 h 6382977"/>
              <a:gd name="connsiteX3356" fmla="*/ 5473053 w 6501199"/>
              <a:gd name="connsiteY3356" fmla="*/ 1676374 h 6382977"/>
              <a:gd name="connsiteX3357" fmla="*/ 5498253 w 6501199"/>
              <a:gd name="connsiteY3357" fmla="*/ 1637491 h 6382977"/>
              <a:gd name="connsiteX3358" fmla="*/ 5486733 w 6501199"/>
              <a:gd name="connsiteY3358" fmla="*/ 1612649 h 6382977"/>
              <a:gd name="connsiteX3359" fmla="*/ 5495733 w 6501199"/>
              <a:gd name="connsiteY3359" fmla="*/ 1594288 h 6382977"/>
              <a:gd name="connsiteX3360" fmla="*/ 5129607 w 6501199"/>
              <a:gd name="connsiteY3360" fmla="*/ 1587098 h 6382977"/>
              <a:gd name="connsiteX3361" fmla="*/ 5109325 w 6501199"/>
              <a:gd name="connsiteY3361" fmla="*/ 1605632 h 6382977"/>
              <a:gd name="connsiteX3362" fmla="*/ 5129607 w 6501199"/>
              <a:gd name="connsiteY3362" fmla="*/ 1587098 h 6382977"/>
              <a:gd name="connsiteX3363" fmla="*/ 5536773 w 6501199"/>
              <a:gd name="connsiteY3363" fmla="*/ 1585288 h 6382977"/>
              <a:gd name="connsiteX3364" fmla="*/ 5536773 w 6501199"/>
              <a:gd name="connsiteY3364" fmla="*/ 1598968 h 6382977"/>
              <a:gd name="connsiteX3365" fmla="*/ 5550453 w 6501199"/>
              <a:gd name="connsiteY3365" fmla="*/ 1592128 h 6382977"/>
              <a:gd name="connsiteX3366" fmla="*/ 5536773 w 6501199"/>
              <a:gd name="connsiteY3366" fmla="*/ 1585288 h 6382977"/>
              <a:gd name="connsiteX3367" fmla="*/ 4802761 w 6501199"/>
              <a:gd name="connsiteY3367" fmla="*/ 1582812 h 6382977"/>
              <a:gd name="connsiteX3368" fmla="*/ 4787239 w 6501199"/>
              <a:gd name="connsiteY3368" fmla="*/ 1601415 h 6382977"/>
              <a:gd name="connsiteX3369" fmla="*/ 4802761 w 6501199"/>
              <a:gd name="connsiteY3369" fmla="*/ 1582812 h 6382977"/>
              <a:gd name="connsiteX3370" fmla="*/ 5067408 w 6501199"/>
              <a:gd name="connsiteY3370" fmla="*/ 1582737 h 6382977"/>
              <a:gd name="connsiteX3371" fmla="*/ 5083566 w 6501199"/>
              <a:gd name="connsiteY3371" fmla="*/ 1593860 h 6382977"/>
              <a:gd name="connsiteX3372" fmla="*/ 5074230 w 6501199"/>
              <a:gd name="connsiteY3372" fmla="*/ 1634766 h 6382977"/>
              <a:gd name="connsiteX3373" fmla="*/ 5058431 w 6501199"/>
              <a:gd name="connsiteY3373" fmla="*/ 1625795 h 6382977"/>
              <a:gd name="connsiteX3374" fmla="*/ 5063099 w 6501199"/>
              <a:gd name="connsiteY3374" fmla="*/ 1596013 h 6382977"/>
              <a:gd name="connsiteX3375" fmla="*/ 5076744 w 6501199"/>
              <a:gd name="connsiteY3375" fmla="*/ 1591707 h 6382977"/>
              <a:gd name="connsiteX3376" fmla="*/ 5067408 w 6501199"/>
              <a:gd name="connsiteY3376" fmla="*/ 1582737 h 6382977"/>
              <a:gd name="connsiteX3377" fmla="*/ 5810460 w 6501199"/>
              <a:gd name="connsiteY3377" fmla="*/ 1579675 h 6382977"/>
              <a:gd name="connsiteX3378" fmla="*/ 5813641 w 6501199"/>
              <a:gd name="connsiteY3378" fmla="*/ 1591950 h 6382977"/>
              <a:gd name="connsiteX3379" fmla="*/ 5814959 w 6501199"/>
              <a:gd name="connsiteY3379" fmla="*/ 1584860 h 6382977"/>
              <a:gd name="connsiteX3380" fmla="*/ 5486733 w 6501199"/>
              <a:gd name="connsiteY3380" fmla="*/ 1576287 h 6382977"/>
              <a:gd name="connsiteX3381" fmla="*/ 5509413 w 6501199"/>
              <a:gd name="connsiteY3381" fmla="*/ 1598968 h 6382977"/>
              <a:gd name="connsiteX3382" fmla="*/ 5507253 w 6501199"/>
              <a:gd name="connsiteY3382" fmla="*/ 1585288 h 6382977"/>
              <a:gd name="connsiteX3383" fmla="*/ 5486733 w 6501199"/>
              <a:gd name="connsiteY3383" fmla="*/ 1576287 h 6382977"/>
              <a:gd name="connsiteX3384" fmla="*/ 4800187 w 6501199"/>
              <a:gd name="connsiteY3384" fmla="*/ 1563121 h 6382977"/>
              <a:gd name="connsiteX3385" fmla="*/ 4805768 w 6501199"/>
              <a:gd name="connsiteY3385" fmla="*/ 1566639 h 6382977"/>
              <a:gd name="connsiteX3386" fmla="*/ 4799211 w 6501199"/>
              <a:gd name="connsiteY3386" fmla="*/ 1571476 h 6382977"/>
              <a:gd name="connsiteX3387" fmla="*/ 4799211 w 6501199"/>
              <a:gd name="connsiteY3387" fmla="*/ 1580778 h 6382977"/>
              <a:gd name="connsiteX3388" fmla="*/ 4790238 w 6501199"/>
              <a:gd name="connsiteY3388" fmla="*/ 1569243 h 6382977"/>
              <a:gd name="connsiteX3389" fmla="*/ 4800187 w 6501199"/>
              <a:gd name="connsiteY3389" fmla="*/ 1563121 h 6382977"/>
              <a:gd name="connsiteX3390" fmla="*/ 1294718 w 6501199"/>
              <a:gd name="connsiteY3390" fmla="*/ 1560462 h 6382977"/>
              <a:gd name="connsiteX3391" fmla="*/ 1271676 w 6501199"/>
              <a:gd name="connsiteY3391" fmla="*/ 1565141 h 6382977"/>
              <a:gd name="connsiteX3392" fmla="*/ 1217310 w 6501199"/>
              <a:gd name="connsiteY3392" fmla="*/ 1603655 h 6382977"/>
              <a:gd name="connsiteX3393" fmla="*/ 1219470 w 6501199"/>
              <a:gd name="connsiteY3393" fmla="*/ 1631011 h 6382977"/>
              <a:gd name="connsiteX3394" fmla="*/ 1258355 w 6501199"/>
              <a:gd name="connsiteY3394" fmla="*/ 1599336 h 6382977"/>
              <a:gd name="connsiteX3395" fmla="*/ 1294718 w 6501199"/>
              <a:gd name="connsiteY3395" fmla="*/ 1560462 h 6382977"/>
              <a:gd name="connsiteX3396" fmla="*/ 5193331 w 6501199"/>
              <a:gd name="connsiteY3396" fmla="*/ 1560086 h 6382977"/>
              <a:gd name="connsiteX3397" fmla="*/ 5186491 w 6501199"/>
              <a:gd name="connsiteY3397" fmla="*/ 1578447 h 6382977"/>
              <a:gd name="connsiteX3398" fmla="*/ 5193331 w 6501199"/>
              <a:gd name="connsiteY3398" fmla="*/ 1560086 h 6382977"/>
              <a:gd name="connsiteX3399" fmla="*/ 5557293 w 6501199"/>
              <a:gd name="connsiteY3399" fmla="*/ 1555766 h 6382977"/>
              <a:gd name="connsiteX3400" fmla="*/ 5564133 w 6501199"/>
              <a:gd name="connsiteY3400" fmla="*/ 1571607 h 6382977"/>
              <a:gd name="connsiteX3401" fmla="*/ 5557293 w 6501199"/>
              <a:gd name="connsiteY3401" fmla="*/ 1555766 h 6382977"/>
              <a:gd name="connsiteX3402" fmla="*/ 5131682 w 6501199"/>
              <a:gd name="connsiteY3402" fmla="*/ 1555750 h 6382977"/>
              <a:gd name="connsiteX3403" fmla="*/ 5150236 w 6501199"/>
              <a:gd name="connsiteY3403" fmla="*/ 1564821 h 6382977"/>
              <a:gd name="connsiteX3404" fmla="*/ 5138595 w 6501199"/>
              <a:gd name="connsiteY3404" fmla="*/ 1573893 h 6382977"/>
              <a:gd name="connsiteX3405" fmla="*/ 5134229 w 6501199"/>
              <a:gd name="connsiteY3405" fmla="*/ 1562644 h 6382977"/>
              <a:gd name="connsiteX3406" fmla="*/ 5115675 w 6501199"/>
              <a:gd name="connsiteY3406" fmla="*/ 1569538 h 6382977"/>
              <a:gd name="connsiteX3407" fmla="*/ 5131682 w 6501199"/>
              <a:gd name="connsiteY3407" fmla="*/ 1555750 h 6382977"/>
              <a:gd name="connsiteX3408" fmla="*/ 4993998 w 6501199"/>
              <a:gd name="connsiteY3408" fmla="*/ 1555750 h 6382977"/>
              <a:gd name="connsiteX3409" fmla="*/ 4984660 w 6501199"/>
              <a:gd name="connsiteY3409" fmla="*/ 1574426 h 6382977"/>
              <a:gd name="connsiteX3410" fmla="*/ 4993998 w 6501199"/>
              <a:gd name="connsiteY3410" fmla="*/ 1555750 h 6382977"/>
              <a:gd name="connsiteX3411" fmla="*/ 5381972 w 6501199"/>
              <a:gd name="connsiteY3411" fmla="*/ 1553605 h 6382977"/>
              <a:gd name="connsiteX3412" fmla="*/ 5375132 w 6501199"/>
              <a:gd name="connsiteY3412" fmla="*/ 1573767 h 6382977"/>
              <a:gd name="connsiteX3413" fmla="*/ 5381972 w 6501199"/>
              <a:gd name="connsiteY3413" fmla="*/ 1553605 h 6382977"/>
              <a:gd name="connsiteX3414" fmla="*/ 5926977 w 6501199"/>
              <a:gd name="connsiteY3414" fmla="*/ 1552452 h 6382977"/>
              <a:gd name="connsiteX3415" fmla="*/ 5921256 w 6501199"/>
              <a:gd name="connsiteY3415" fmla="*/ 1573767 h 6382977"/>
              <a:gd name="connsiteX3416" fmla="*/ 5934937 w 6501199"/>
              <a:gd name="connsiteY3416" fmla="*/ 1555766 h 6382977"/>
              <a:gd name="connsiteX3417" fmla="*/ 5926977 w 6501199"/>
              <a:gd name="connsiteY3417" fmla="*/ 1552452 h 6382977"/>
              <a:gd name="connsiteX3418" fmla="*/ 6167271 w 6501199"/>
              <a:gd name="connsiteY3418" fmla="*/ 1547748 h 6382977"/>
              <a:gd name="connsiteX3419" fmla="*/ 6171007 w 6501199"/>
              <a:gd name="connsiteY3419" fmla="*/ 1549193 h 6382977"/>
              <a:gd name="connsiteX3420" fmla="*/ 6159977 w 6501199"/>
              <a:gd name="connsiteY3420" fmla="*/ 1571274 h 6382977"/>
              <a:gd name="connsiteX3421" fmla="*/ 6155351 w 6501199"/>
              <a:gd name="connsiteY3421" fmla="*/ 1555853 h 6382977"/>
              <a:gd name="connsiteX3422" fmla="*/ 6166737 w 6501199"/>
              <a:gd name="connsiteY3422" fmla="*/ 1551296 h 6382977"/>
              <a:gd name="connsiteX3423" fmla="*/ 6167271 w 6501199"/>
              <a:gd name="connsiteY3423" fmla="*/ 1547748 h 6382977"/>
              <a:gd name="connsiteX3424" fmla="*/ 5900736 w 6501199"/>
              <a:gd name="connsiteY3424" fmla="*/ 1546765 h 6382977"/>
              <a:gd name="connsiteX3425" fmla="*/ 5884896 w 6501199"/>
              <a:gd name="connsiteY3425" fmla="*/ 1571607 h 6382977"/>
              <a:gd name="connsiteX3426" fmla="*/ 5900736 w 6501199"/>
              <a:gd name="connsiteY3426" fmla="*/ 1546765 h 6382977"/>
              <a:gd name="connsiteX3427" fmla="*/ 4814901 w 6501199"/>
              <a:gd name="connsiteY3427" fmla="*/ 1535112 h 6382977"/>
              <a:gd name="connsiteX3428" fmla="*/ 4808078 w 6501199"/>
              <a:gd name="connsiteY3428" fmla="*/ 1561749 h 6382977"/>
              <a:gd name="connsiteX3429" fmla="*/ 4801256 w 6501199"/>
              <a:gd name="connsiteY3429" fmla="*/ 1546328 h 6382977"/>
              <a:gd name="connsiteX3430" fmla="*/ 4814901 w 6501199"/>
              <a:gd name="connsiteY3430" fmla="*/ 1535112 h 6382977"/>
              <a:gd name="connsiteX3431" fmla="*/ 1317401 w 6501199"/>
              <a:gd name="connsiteY3431" fmla="*/ 1533465 h 6382977"/>
              <a:gd name="connsiteX3432" fmla="*/ 1299039 w 6501199"/>
              <a:gd name="connsiteY3432" fmla="*/ 1558302 h 6382977"/>
              <a:gd name="connsiteX3433" fmla="*/ 1317401 w 6501199"/>
              <a:gd name="connsiteY3433" fmla="*/ 1533465 h 6382977"/>
              <a:gd name="connsiteX3434" fmla="*/ 5834855 w 6501199"/>
              <a:gd name="connsiteY3434" fmla="*/ 1523723 h 6382977"/>
              <a:gd name="connsiteX3435" fmla="*/ 5816495 w 6501199"/>
              <a:gd name="connsiteY3435" fmla="*/ 1546765 h 6382977"/>
              <a:gd name="connsiteX3436" fmla="*/ 5825855 w 6501199"/>
              <a:gd name="connsiteY3436" fmla="*/ 1560086 h 6382977"/>
              <a:gd name="connsiteX3437" fmla="*/ 5839535 w 6501199"/>
              <a:gd name="connsiteY3437" fmla="*/ 1560086 h 6382977"/>
              <a:gd name="connsiteX3438" fmla="*/ 5834855 w 6501199"/>
              <a:gd name="connsiteY3438" fmla="*/ 1523723 h 6382977"/>
              <a:gd name="connsiteX3439" fmla="*/ 5018267 w 6501199"/>
              <a:gd name="connsiteY3439" fmla="*/ 1523514 h 6382977"/>
              <a:gd name="connsiteX3440" fmla="*/ 5018238 w 6501199"/>
              <a:gd name="connsiteY3440" fmla="*/ 1523652 h 6382977"/>
              <a:gd name="connsiteX3441" fmla="*/ 5018150 w 6501199"/>
              <a:gd name="connsiteY3441" fmla="*/ 1523650 h 6382977"/>
              <a:gd name="connsiteX3442" fmla="*/ 1290038 w 6501199"/>
              <a:gd name="connsiteY3442" fmla="*/ 1521947 h 6382977"/>
              <a:gd name="connsiteX3443" fmla="*/ 1274196 w 6501199"/>
              <a:gd name="connsiteY3443" fmla="*/ 1535625 h 6382977"/>
              <a:gd name="connsiteX3444" fmla="*/ 1290038 w 6501199"/>
              <a:gd name="connsiteY3444" fmla="*/ 1521947 h 6382977"/>
              <a:gd name="connsiteX3445" fmla="*/ 5709822 w 6501199"/>
              <a:gd name="connsiteY3445" fmla="*/ 1519237 h 6382977"/>
              <a:gd name="connsiteX3446" fmla="*/ 5716891 w 6501199"/>
              <a:gd name="connsiteY3446" fmla="*/ 1556984 h 6382977"/>
              <a:gd name="connsiteX3447" fmla="*/ 5698288 w 6501199"/>
              <a:gd name="connsiteY3447" fmla="*/ 1543578 h 6382977"/>
              <a:gd name="connsiteX3448" fmla="*/ 5709822 w 6501199"/>
              <a:gd name="connsiteY3448" fmla="*/ 1519237 h 6382977"/>
              <a:gd name="connsiteX3449" fmla="*/ 5921256 w 6501199"/>
              <a:gd name="connsiteY3449" fmla="*/ 1512563 h 6382977"/>
              <a:gd name="connsiteX3450" fmla="*/ 5910096 w 6501199"/>
              <a:gd name="connsiteY3450" fmla="*/ 1516883 h 6382977"/>
              <a:gd name="connsiteX3451" fmla="*/ 5910096 w 6501199"/>
              <a:gd name="connsiteY3451" fmla="*/ 1553605 h 6382977"/>
              <a:gd name="connsiteX3452" fmla="*/ 5921256 w 6501199"/>
              <a:gd name="connsiteY3452" fmla="*/ 1512563 h 6382977"/>
              <a:gd name="connsiteX3453" fmla="*/ 5020529 w 6501199"/>
              <a:gd name="connsiteY3453" fmla="*/ 1512563 h 6382977"/>
              <a:gd name="connsiteX3454" fmla="*/ 5020664 w 6501199"/>
              <a:gd name="connsiteY3454" fmla="*/ 1520708 h 6382977"/>
              <a:gd name="connsiteX3455" fmla="*/ 5018267 w 6501199"/>
              <a:gd name="connsiteY3455" fmla="*/ 1523514 h 6382977"/>
              <a:gd name="connsiteX3456" fmla="*/ 4876025 w 6501199"/>
              <a:gd name="connsiteY3456" fmla="*/ 1500187 h 6382977"/>
              <a:gd name="connsiteX3457" fmla="*/ 4865159 w 6501199"/>
              <a:gd name="connsiteY3457" fmla="*/ 1534748 h 6382977"/>
              <a:gd name="connsiteX3458" fmla="*/ 4876025 w 6501199"/>
              <a:gd name="connsiteY3458" fmla="*/ 1500187 h 6382977"/>
              <a:gd name="connsiteX3459" fmla="*/ 1512902 w 6501199"/>
              <a:gd name="connsiteY3459" fmla="*/ 1499270 h 6382977"/>
              <a:gd name="connsiteX3460" fmla="*/ 1488059 w 6501199"/>
              <a:gd name="connsiteY3460" fmla="*/ 1521947 h 6382977"/>
              <a:gd name="connsiteX3461" fmla="*/ 1512902 w 6501199"/>
              <a:gd name="connsiteY3461" fmla="*/ 1499270 h 6382977"/>
              <a:gd name="connsiteX3462" fmla="*/ 5980297 w 6501199"/>
              <a:gd name="connsiteY3462" fmla="*/ 1496361 h 6382977"/>
              <a:gd name="connsiteX3463" fmla="*/ 5953297 w 6501199"/>
              <a:gd name="connsiteY3463" fmla="*/ 1560086 h 6382977"/>
              <a:gd name="connsiteX3464" fmla="*/ 5934937 w 6501199"/>
              <a:gd name="connsiteY3464" fmla="*/ 1573767 h 6382977"/>
              <a:gd name="connsiteX3465" fmla="*/ 5950777 w 6501199"/>
              <a:gd name="connsiteY3465" fmla="*/ 1571607 h 6382977"/>
              <a:gd name="connsiteX3466" fmla="*/ 5934937 w 6501199"/>
              <a:gd name="connsiteY3466" fmla="*/ 1628491 h 6382977"/>
              <a:gd name="connsiteX3467" fmla="*/ 5969137 w 6501199"/>
              <a:gd name="connsiteY3467" fmla="*/ 1589968 h 6382977"/>
              <a:gd name="connsiteX3468" fmla="*/ 5964457 w 6501199"/>
              <a:gd name="connsiteY3468" fmla="*/ 1548925 h 6382977"/>
              <a:gd name="connsiteX3469" fmla="*/ 5987137 w 6501199"/>
              <a:gd name="connsiteY3469" fmla="*/ 1553605 h 6382977"/>
              <a:gd name="connsiteX3470" fmla="*/ 5993977 w 6501199"/>
              <a:gd name="connsiteY3470" fmla="*/ 1530564 h 6382977"/>
              <a:gd name="connsiteX3471" fmla="*/ 5975977 w 6501199"/>
              <a:gd name="connsiteY3471" fmla="*/ 1519403 h 6382977"/>
              <a:gd name="connsiteX3472" fmla="*/ 5980297 w 6501199"/>
              <a:gd name="connsiteY3472" fmla="*/ 1496361 h 6382977"/>
              <a:gd name="connsiteX3473" fmla="*/ 5165499 w 6501199"/>
              <a:gd name="connsiteY3473" fmla="*/ 1495425 h 6382977"/>
              <a:gd name="connsiteX3474" fmla="*/ 5177222 w 6501199"/>
              <a:gd name="connsiteY3474" fmla="*/ 1502185 h 6382977"/>
              <a:gd name="connsiteX3475" fmla="*/ 5158538 w 6501199"/>
              <a:gd name="connsiteY3475" fmla="*/ 1508946 h 6382977"/>
              <a:gd name="connsiteX3476" fmla="*/ 5170261 w 6501199"/>
              <a:gd name="connsiteY3476" fmla="*/ 1506811 h 6382977"/>
              <a:gd name="connsiteX3477" fmla="*/ 5165499 w 6501199"/>
              <a:gd name="connsiteY3477" fmla="*/ 1495425 h 6382977"/>
              <a:gd name="connsiteX3478" fmla="*/ 5629116 w 6501199"/>
              <a:gd name="connsiteY3478" fmla="*/ 1479550 h 6382977"/>
              <a:gd name="connsiteX3479" fmla="*/ 5624835 w 6501199"/>
              <a:gd name="connsiteY3479" fmla="*/ 1502990 h 6382977"/>
              <a:gd name="connsiteX3480" fmla="*/ 5629116 w 6501199"/>
              <a:gd name="connsiteY3480" fmla="*/ 1479550 h 6382977"/>
              <a:gd name="connsiteX3481" fmla="*/ 5810345 w 6501199"/>
              <a:gd name="connsiteY3481" fmla="*/ 1474623 h 6382977"/>
              <a:gd name="connsiteX3482" fmla="*/ 5807354 w 6501199"/>
              <a:gd name="connsiteY3482" fmla="*/ 1486502 h 6382977"/>
              <a:gd name="connsiteX3483" fmla="*/ 5811995 w 6501199"/>
              <a:gd name="connsiteY3483" fmla="*/ 1490646 h 6382977"/>
              <a:gd name="connsiteX3484" fmla="*/ 5823335 w 6501199"/>
              <a:gd name="connsiteY3484" fmla="*/ 1498882 h 6382977"/>
              <a:gd name="connsiteX3485" fmla="*/ 5832695 w 6501199"/>
              <a:gd name="connsiteY3485" fmla="*/ 1485201 h 6382977"/>
              <a:gd name="connsiteX3486" fmla="*/ 5816495 w 6501199"/>
              <a:gd name="connsiteY3486" fmla="*/ 1483041 h 6382977"/>
              <a:gd name="connsiteX3487" fmla="*/ 4899223 w 6501199"/>
              <a:gd name="connsiteY3487" fmla="*/ 1468437 h 6382977"/>
              <a:gd name="connsiteX3488" fmla="*/ 4892666 w 6501199"/>
              <a:gd name="connsiteY3488" fmla="*/ 1493474 h 6382977"/>
              <a:gd name="connsiteX3489" fmla="*/ 4899223 w 6501199"/>
              <a:gd name="connsiteY3489" fmla="*/ 1468437 h 6382977"/>
              <a:gd name="connsiteX3490" fmla="*/ 5934937 w 6501199"/>
              <a:gd name="connsiteY3490" fmla="*/ 1464679 h 6382977"/>
              <a:gd name="connsiteX3491" fmla="*/ 5914416 w 6501199"/>
              <a:gd name="connsiteY3491" fmla="*/ 1503202 h 6382977"/>
              <a:gd name="connsiteX3492" fmla="*/ 5943937 w 6501199"/>
              <a:gd name="connsiteY3492" fmla="*/ 1492041 h 6382977"/>
              <a:gd name="connsiteX3493" fmla="*/ 5953297 w 6501199"/>
              <a:gd name="connsiteY3493" fmla="*/ 1476200 h 6382977"/>
              <a:gd name="connsiteX3494" fmla="*/ 5928097 w 6501199"/>
              <a:gd name="connsiteY3494" fmla="*/ 1471520 h 6382977"/>
              <a:gd name="connsiteX3495" fmla="*/ 5817247 w 6501199"/>
              <a:gd name="connsiteY3495" fmla="*/ 1455764 h 6382977"/>
              <a:gd name="connsiteX3496" fmla="*/ 5815940 w 6501199"/>
              <a:gd name="connsiteY3496" fmla="*/ 1458664 h 6382977"/>
              <a:gd name="connsiteX3497" fmla="*/ 5817553 w 6501199"/>
              <a:gd name="connsiteY3497" fmla="*/ 1457012 h 6382977"/>
              <a:gd name="connsiteX3498" fmla="*/ 5170567 w 6501199"/>
              <a:gd name="connsiteY3498" fmla="*/ 1454803 h 6382977"/>
              <a:gd name="connsiteX3499" fmla="*/ 5193105 w 6501199"/>
              <a:gd name="connsiteY3499" fmla="*/ 1457044 h 6382977"/>
              <a:gd name="connsiteX3500" fmla="*/ 5181657 w 6501199"/>
              <a:gd name="connsiteY3500" fmla="*/ 1471238 h 6382977"/>
              <a:gd name="connsiteX3501" fmla="*/ 5170567 w 6501199"/>
              <a:gd name="connsiteY3501" fmla="*/ 1454803 h 6382977"/>
              <a:gd name="connsiteX3502" fmla="*/ 5126924 w 6501199"/>
              <a:gd name="connsiteY3502" fmla="*/ 1450677 h 6382977"/>
              <a:gd name="connsiteX3503" fmla="*/ 5117673 w 6501199"/>
              <a:gd name="connsiteY3503" fmla="*/ 1464816 h 6382977"/>
              <a:gd name="connsiteX3504" fmla="*/ 5126924 w 6501199"/>
              <a:gd name="connsiteY3504" fmla="*/ 1450677 h 6382977"/>
              <a:gd name="connsiteX3505" fmla="*/ 5922517 w 6501199"/>
              <a:gd name="connsiteY3505" fmla="*/ 1447353 h 6382977"/>
              <a:gd name="connsiteX3506" fmla="*/ 5916936 w 6501199"/>
              <a:gd name="connsiteY3506" fmla="*/ 1450998 h 6382977"/>
              <a:gd name="connsiteX3507" fmla="*/ 5923417 w 6501199"/>
              <a:gd name="connsiteY3507" fmla="*/ 1464679 h 6382977"/>
              <a:gd name="connsiteX3508" fmla="*/ 5928097 w 6501199"/>
              <a:gd name="connsiteY3508" fmla="*/ 1448838 h 6382977"/>
              <a:gd name="connsiteX3509" fmla="*/ 5922517 w 6501199"/>
              <a:gd name="connsiteY3509" fmla="*/ 1447353 h 6382977"/>
              <a:gd name="connsiteX3510" fmla="*/ 6439405 w 6501199"/>
              <a:gd name="connsiteY3510" fmla="*/ 1443633 h 6382977"/>
              <a:gd name="connsiteX3511" fmla="*/ 6432607 w 6501199"/>
              <a:gd name="connsiteY3511" fmla="*/ 1459640 h 6382977"/>
              <a:gd name="connsiteX3512" fmla="*/ 6444055 w 6501199"/>
              <a:gd name="connsiteY3512" fmla="*/ 1466552 h 6382977"/>
              <a:gd name="connsiteX3513" fmla="*/ 6439405 w 6501199"/>
              <a:gd name="connsiteY3513" fmla="*/ 1443633 h 6382977"/>
              <a:gd name="connsiteX3514" fmla="*/ 6294965 w 6501199"/>
              <a:gd name="connsiteY3514" fmla="*/ 1435100 h 6382977"/>
              <a:gd name="connsiteX3515" fmla="*/ 6306871 w 6501199"/>
              <a:gd name="connsiteY3515" fmla="*/ 1462212 h 6382977"/>
              <a:gd name="connsiteX3516" fmla="*/ 6294965 w 6501199"/>
              <a:gd name="connsiteY3516" fmla="*/ 1435100 h 6382977"/>
              <a:gd name="connsiteX3517" fmla="*/ 3923751 w 6501199"/>
              <a:gd name="connsiteY3517" fmla="*/ 1429210 h 6382977"/>
              <a:gd name="connsiteX3518" fmla="*/ 3912916 w 6501199"/>
              <a:gd name="connsiteY3518" fmla="*/ 1447078 h 6382977"/>
              <a:gd name="connsiteX3519" fmla="*/ 3928758 w 6501199"/>
              <a:gd name="connsiteY3519" fmla="*/ 1430880 h 6382977"/>
              <a:gd name="connsiteX3520" fmla="*/ 3923751 w 6501199"/>
              <a:gd name="connsiteY3520" fmla="*/ 1429210 h 6382977"/>
              <a:gd name="connsiteX3521" fmla="*/ 1958989 w 6501199"/>
              <a:gd name="connsiteY3521" fmla="*/ 1408204 h 6382977"/>
              <a:gd name="connsiteX3522" fmla="*/ 1929466 w 6501199"/>
              <a:gd name="connsiteY3522" fmla="*/ 1419722 h 6382977"/>
              <a:gd name="connsiteX3523" fmla="*/ 1940627 w 6501199"/>
              <a:gd name="connsiteY3523" fmla="*/ 1424041 h 6382977"/>
              <a:gd name="connsiteX3524" fmla="*/ 1965830 w 6501199"/>
              <a:gd name="connsiteY3524" fmla="*/ 1412883 h 6382977"/>
              <a:gd name="connsiteX3525" fmla="*/ 1958989 w 6501199"/>
              <a:gd name="connsiteY3525" fmla="*/ 1408204 h 6382977"/>
              <a:gd name="connsiteX3526" fmla="*/ 2081762 w 6501199"/>
              <a:gd name="connsiteY3526" fmla="*/ 1401365 h 6382977"/>
              <a:gd name="connsiteX3527" fmla="*/ 2063760 w 6501199"/>
              <a:gd name="connsiteY3527" fmla="*/ 1412883 h 6382977"/>
              <a:gd name="connsiteX3528" fmla="*/ 2077442 w 6501199"/>
              <a:gd name="connsiteY3528" fmla="*/ 1424041 h 6382977"/>
              <a:gd name="connsiteX3529" fmla="*/ 2081762 w 6501199"/>
              <a:gd name="connsiteY3529" fmla="*/ 1401365 h 6382977"/>
              <a:gd name="connsiteX3530" fmla="*/ 5591396 w 6501199"/>
              <a:gd name="connsiteY3530" fmla="*/ 1400175 h 6382977"/>
              <a:gd name="connsiteX3531" fmla="*/ 5595630 w 6501199"/>
              <a:gd name="connsiteY3531" fmla="*/ 1436329 h 6382977"/>
              <a:gd name="connsiteX3532" fmla="*/ 5584694 w 6501199"/>
              <a:gd name="connsiteY3532" fmla="*/ 1434181 h 6382977"/>
              <a:gd name="connsiteX3533" fmla="*/ 5591396 w 6501199"/>
              <a:gd name="connsiteY3533" fmla="*/ 1400175 h 6382977"/>
              <a:gd name="connsiteX3534" fmla="*/ 5885278 w 6501199"/>
              <a:gd name="connsiteY3534" fmla="*/ 1398587 h 6382977"/>
              <a:gd name="connsiteX3535" fmla="*/ 5869257 w 6501199"/>
              <a:gd name="connsiteY3535" fmla="*/ 1454952 h 6382977"/>
              <a:gd name="connsiteX3536" fmla="*/ 5885278 w 6501199"/>
              <a:gd name="connsiteY3536" fmla="*/ 1398587 h 6382977"/>
              <a:gd name="connsiteX3537" fmla="*/ 3727496 w 6501199"/>
              <a:gd name="connsiteY3537" fmla="*/ 1396325 h 6382977"/>
              <a:gd name="connsiteX3538" fmla="*/ 3721736 w 6501199"/>
              <a:gd name="connsiteY3538" fmla="*/ 1396685 h 6382977"/>
              <a:gd name="connsiteX3539" fmla="*/ 3733257 w 6501199"/>
              <a:gd name="connsiteY3539" fmla="*/ 1399205 h 6382977"/>
              <a:gd name="connsiteX3540" fmla="*/ 3727496 w 6501199"/>
              <a:gd name="connsiteY3540" fmla="*/ 1396325 h 6382977"/>
              <a:gd name="connsiteX3541" fmla="*/ 2122806 w 6501199"/>
              <a:gd name="connsiteY3541" fmla="*/ 1390206 h 6382977"/>
              <a:gd name="connsiteX3542" fmla="*/ 2109125 w 6501199"/>
              <a:gd name="connsiteY3542" fmla="*/ 1410363 h 6382977"/>
              <a:gd name="connsiteX3543" fmla="*/ 2120286 w 6501199"/>
              <a:gd name="connsiteY3543" fmla="*/ 1415043 h 6382977"/>
              <a:gd name="connsiteX3544" fmla="*/ 2141168 w 6501199"/>
              <a:gd name="connsiteY3544" fmla="*/ 1403524 h 6382977"/>
              <a:gd name="connsiteX3545" fmla="*/ 2122806 w 6501199"/>
              <a:gd name="connsiteY3545" fmla="*/ 1394526 h 6382977"/>
              <a:gd name="connsiteX3546" fmla="*/ 2122806 w 6501199"/>
              <a:gd name="connsiteY3546" fmla="*/ 1390206 h 6382977"/>
              <a:gd name="connsiteX3547" fmla="*/ 2168171 w 6501199"/>
              <a:gd name="connsiteY3547" fmla="*/ 1387687 h 6382977"/>
              <a:gd name="connsiteX3548" fmla="*/ 2145489 w 6501199"/>
              <a:gd name="connsiteY3548" fmla="*/ 1403524 h 6382977"/>
              <a:gd name="connsiteX3549" fmla="*/ 2168171 w 6501199"/>
              <a:gd name="connsiteY3549" fmla="*/ 1387687 h 6382977"/>
              <a:gd name="connsiteX3550" fmla="*/ 6293614 w 6501199"/>
              <a:gd name="connsiteY3550" fmla="*/ 1384300 h 6382977"/>
              <a:gd name="connsiteX3551" fmla="*/ 6305100 w 6501199"/>
              <a:gd name="connsiteY3551" fmla="*/ 1420454 h 6382977"/>
              <a:gd name="connsiteX3552" fmla="*/ 6289307 w 6501199"/>
              <a:gd name="connsiteY3552" fmla="*/ 1420454 h 6382977"/>
              <a:gd name="connsiteX3553" fmla="*/ 6293614 w 6501199"/>
              <a:gd name="connsiteY3553" fmla="*/ 1384300 h 6382977"/>
              <a:gd name="connsiteX3554" fmla="*/ 4891566 w 6501199"/>
              <a:gd name="connsiteY3554" fmla="*/ 1384300 h 6382977"/>
              <a:gd name="connsiteX3555" fmla="*/ 4854917 w 6501199"/>
              <a:gd name="connsiteY3555" fmla="*/ 1410936 h 6382977"/>
              <a:gd name="connsiteX3556" fmla="*/ 4891566 w 6501199"/>
              <a:gd name="connsiteY3556" fmla="*/ 1384300 h 6382977"/>
              <a:gd name="connsiteX3557" fmla="*/ 4044819 w 6501199"/>
              <a:gd name="connsiteY3557" fmla="*/ 1379537 h 6382977"/>
              <a:gd name="connsiteX3558" fmla="*/ 4031413 w 6501199"/>
              <a:gd name="connsiteY3558" fmla="*/ 1393458 h 6382977"/>
              <a:gd name="connsiteX3559" fmla="*/ 4044819 w 6501199"/>
              <a:gd name="connsiteY3559" fmla="*/ 1379537 h 6382977"/>
              <a:gd name="connsiteX3560" fmla="*/ 5061210 w 6501199"/>
              <a:gd name="connsiteY3560" fmla="*/ 1378273 h 6382977"/>
              <a:gd name="connsiteX3561" fmla="*/ 5063730 w 6501199"/>
              <a:gd name="connsiteY3561" fmla="*/ 1419316 h 6382977"/>
              <a:gd name="connsiteX3562" fmla="*/ 5052209 w 6501199"/>
              <a:gd name="connsiteY3562" fmla="*/ 1439478 h 6382977"/>
              <a:gd name="connsiteX3563" fmla="*/ 5038529 w 6501199"/>
              <a:gd name="connsiteY3563" fmla="*/ 1446678 h 6382977"/>
              <a:gd name="connsiteX3564" fmla="*/ 5061210 w 6501199"/>
              <a:gd name="connsiteY3564" fmla="*/ 1378273 h 6382977"/>
              <a:gd name="connsiteX3565" fmla="*/ 3884997 w 6501199"/>
              <a:gd name="connsiteY3565" fmla="*/ 1377950 h 6382977"/>
              <a:gd name="connsiteX3566" fmla="*/ 3878036 w 6501199"/>
              <a:gd name="connsiteY3566" fmla="*/ 1388725 h 6382977"/>
              <a:gd name="connsiteX3567" fmla="*/ 3884997 w 6501199"/>
              <a:gd name="connsiteY3567" fmla="*/ 1377950 h 6382977"/>
              <a:gd name="connsiteX3568" fmla="*/ 3900898 w 6501199"/>
              <a:gd name="connsiteY3568" fmla="*/ 1375751 h 6382977"/>
              <a:gd name="connsiteX3569" fmla="*/ 3896475 w 6501199"/>
              <a:gd name="connsiteY3569" fmla="*/ 1391870 h 6382977"/>
              <a:gd name="connsiteX3570" fmla="*/ 3900898 w 6501199"/>
              <a:gd name="connsiteY3570" fmla="*/ 1375751 h 6382977"/>
              <a:gd name="connsiteX3571" fmla="*/ 6417061 w 6501199"/>
              <a:gd name="connsiteY3571" fmla="*/ 1371600 h 6382977"/>
              <a:gd name="connsiteX3572" fmla="*/ 6412332 w 6501199"/>
              <a:gd name="connsiteY3572" fmla="*/ 1466492 h 6382977"/>
              <a:gd name="connsiteX3573" fmla="*/ 6417061 w 6501199"/>
              <a:gd name="connsiteY3573" fmla="*/ 1371600 h 6382977"/>
              <a:gd name="connsiteX3574" fmla="*/ 5884744 w 6501199"/>
              <a:gd name="connsiteY3574" fmla="*/ 1368425 h 6382977"/>
              <a:gd name="connsiteX3575" fmla="*/ 5901116 w 6501199"/>
              <a:gd name="connsiteY3575" fmla="*/ 1389138 h 6382977"/>
              <a:gd name="connsiteX3576" fmla="*/ 5884744 w 6501199"/>
              <a:gd name="connsiteY3576" fmla="*/ 1368425 h 6382977"/>
              <a:gd name="connsiteX3577" fmla="*/ 5586022 w 6501199"/>
              <a:gd name="connsiteY3577" fmla="*/ 1366837 h 6382977"/>
              <a:gd name="connsiteX3578" fmla="*/ 5590673 w 6501199"/>
              <a:gd name="connsiteY3578" fmla="*/ 1393474 h 6382977"/>
              <a:gd name="connsiteX3579" fmla="*/ 5586022 w 6501199"/>
              <a:gd name="connsiteY3579" fmla="*/ 1366837 h 6382977"/>
              <a:gd name="connsiteX3580" fmla="*/ 5949669 w 6501199"/>
              <a:gd name="connsiteY3580" fmla="*/ 1364176 h 6382977"/>
              <a:gd name="connsiteX3581" fmla="*/ 5937097 w 6501199"/>
              <a:gd name="connsiteY3581" fmla="*/ 1364592 h 6382977"/>
              <a:gd name="connsiteX3582" fmla="*/ 5939617 w 6501199"/>
              <a:gd name="connsiteY3582" fmla="*/ 1380433 h 6382977"/>
              <a:gd name="connsiteX3583" fmla="*/ 5957617 w 6501199"/>
              <a:gd name="connsiteY3583" fmla="*/ 1396275 h 6382977"/>
              <a:gd name="connsiteX3584" fmla="*/ 5949669 w 6501199"/>
              <a:gd name="connsiteY3584" fmla="*/ 1364176 h 6382977"/>
              <a:gd name="connsiteX3585" fmla="*/ 3994900 w 6501199"/>
              <a:gd name="connsiteY3585" fmla="*/ 1362075 h 6382977"/>
              <a:gd name="connsiteX3586" fmla="*/ 4004059 w 6501199"/>
              <a:gd name="connsiteY3586" fmla="*/ 1375393 h 6382977"/>
              <a:gd name="connsiteX3587" fmla="*/ 3987940 w 6501199"/>
              <a:gd name="connsiteY3587" fmla="*/ 1379599 h 6382977"/>
              <a:gd name="connsiteX3588" fmla="*/ 3994900 w 6501199"/>
              <a:gd name="connsiteY3588" fmla="*/ 1362075 h 6382977"/>
              <a:gd name="connsiteX3589" fmla="*/ 3558909 w 6501199"/>
              <a:gd name="connsiteY3589" fmla="*/ 1361231 h 6382977"/>
              <a:gd name="connsiteX3590" fmla="*/ 3542077 w 6501199"/>
              <a:gd name="connsiteY3590" fmla="*/ 1367170 h 6382977"/>
              <a:gd name="connsiteX3591" fmla="*/ 3574120 w 6501199"/>
              <a:gd name="connsiteY3591" fmla="*/ 1367170 h 6382977"/>
              <a:gd name="connsiteX3592" fmla="*/ 3558909 w 6501199"/>
              <a:gd name="connsiteY3592" fmla="*/ 1361231 h 6382977"/>
              <a:gd name="connsiteX3593" fmla="*/ 2183788 w 6501199"/>
              <a:gd name="connsiteY3593" fmla="*/ 1355111 h 6382977"/>
              <a:gd name="connsiteX3594" fmla="*/ 2175012 w 6501199"/>
              <a:gd name="connsiteY3594" fmla="*/ 1365010 h 6382977"/>
              <a:gd name="connsiteX3595" fmla="*/ 2197694 w 6501199"/>
              <a:gd name="connsiteY3595" fmla="*/ 1360331 h 6382977"/>
              <a:gd name="connsiteX3596" fmla="*/ 2183788 w 6501199"/>
              <a:gd name="connsiteY3596" fmla="*/ 1355111 h 6382977"/>
              <a:gd name="connsiteX3597" fmla="*/ 3836135 w 6501199"/>
              <a:gd name="connsiteY3597" fmla="*/ 1352428 h 6382977"/>
              <a:gd name="connsiteX3598" fmla="*/ 3842134 w 6501199"/>
              <a:gd name="connsiteY3598" fmla="*/ 1357923 h 6382977"/>
              <a:gd name="connsiteX3599" fmla="*/ 3828213 w 6501199"/>
              <a:gd name="connsiteY3599" fmla="*/ 1355725 h 6382977"/>
              <a:gd name="connsiteX3600" fmla="*/ 3836135 w 6501199"/>
              <a:gd name="connsiteY3600" fmla="*/ 1352428 h 6382977"/>
              <a:gd name="connsiteX3601" fmla="*/ 5769227 w 6501199"/>
              <a:gd name="connsiteY3601" fmla="*/ 1350962 h 6382977"/>
              <a:gd name="connsiteX3602" fmla="*/ 5780475 w 6501199"/>
              <a:gd name="connsiteY3602" fmla="*/ 1360120 h 6382977"/>
              <a:gd name="connsiteX3603" fmla="*/ 5773581 w 6501199"/>
              <a:gd name="connsiteY3603" fmla="*/ 1369645 h 6382977"/>
              <a:gd name="connsiteX3604" fmla="*/ 5769227 w 6501199"/>
              <a:gd name="connsiteY3604" fmla="*/ 1350962 h 6382977"/>
              <a:gd name="connsiteX3605" fmla="*/ 1519620 w 6501199"/>
              <a:gd name="connsiteY3605" fmla="*/ 1350962 h 6382977"/>
              <a:gd name="connsiteX3606" fmla="*/ 1489474 w 6501199"/>
              <a:gd name="connsiteY3606" fmla="*/ 1380761 h 6382977"/>
              <a:gd name="connsiteX3607" fmla="*/ 1519620 w 6501199"/>
              <a:gd name="connsiteY3607" fmla="*/ 1350962 h 6382977"/>
              <a:gd name="connsiteX3608" fmla="*/ 3675904 w 6501199"/>
              <a:gd name="connsiteY3608" fmla="*/ 1348334 h 6382977"/>
              <a:gd name="connsiteX3609" fmla="*/ 3662689 w 6501199"/>
              <a:gd name="connsiteY3609" fmla="*/ 1360331 h 6382977"/>
              <a:gd name="connsiteX3610" fmla="*/ 3676371 w 6501199"/>
              <a:gd name="connsiteY3610" fmla="*/ 1358171 h 6382977"/>
              <a:gd name="connsiteX3611" fmla="*/ 3675904 w 6501199"/>
              <a:gd name="connsiteY3611" fmla="*/ 1348334 h 6382977"/>
              <a:gd name="connsiteX3612" fmla="*/ 5441113 w 6501199"/>
              <a:gd name="connsiteY3612" fmla="*/ 1345707 h 6382977"/>
              <a:gd name="connsiteX3613" fmla="*/ 5456635 w 6501199"/>
              <a:gd name="connsiteY3613" fmla="*/ 1345707 h 6382977"/>
              <a:gd name="connsiteX3614" fmla="*/ 5445346 w 6501199"/>
              <a:gd name="connsiteY3614" fmla="*/ 1357093 h 6382977"/>
              <a:gd name="connsiteX3615" fmla="*/ 5441113 w 6501199"/>
              <a:gd name="connsiteY3615" fmla="*/ 1345707 h 6382977"/>
              <a:gd name="connsiteX3616" fmla="*/ 4060672 w 6501199"/>
              <a:gd name="connsiteY3616" fmla="*/ 1344612 h 6382977"/>
              <a:gd name="connsiteX3617" fmla="*/ 4042525 w 6501199"/>
              <a:gd name="connsiteY3617" fmla="*/ 1360353 h 6382977"/>
              <a:gd name="connsiteX3618" fmla="*/ 4060672 w 6501199"/>
              <a:gd name="connsiteY3618" fmla="*/ 1344612 h 6382977"/>
              <a:gd name="connsiteX3619" fmla="*/ 4096781 w 6501199"/>
              <a:gd name="connsiteY3619" fmla="*/ 1341276 h 6382977"/>
              <a:gd name="connsiteX3620" fmla="*/ 4104074 w 6501199"/>
              <a:gd name="connsiteY3620" fmla="*/ 1346075 h 6382977"/>
              <a:gd name="connsiteX3621" fmla="*/ 4072060 w 6501199"/>
              <a:gd name="connsiteY3621" fmla="*/ 1357530 h 6382977"/>
              <a:gd name="connsiteX3622" fmla="*/ 4069513 w 6501199"/>
              <a:gd name="connsiteY3622" fmla="*/ 1341779 h 6382977"/>
              <a:gd name="connsiteX3623" fmla="*/ 4096781 w 6501199"/>
              <a:gd name="connsiteY3623" fmla="*/ 1341276 h 6382977"/>
              <a:gd name="connsiteX3624" fmla="*/ 3406207 w 6501199"/>
              <a:gd name="connsiteY3624" fmla="*/ 1340218 h 6382977"/>
              <a:gd name="connsiteX3625" fmla="*/ 3398781 w 6501199"/>
              <a:gd name="connsiteY3625" fmla="*/ 1351332 h 6382977"/>
              <a:gd name="connsiteX3626" fmla="*/ 3417143 w 6501199"/>
              <a:gd name="connsiteY3626" fmla="*/ 1344493 h 6382977"/>
              <a:gd name="connsiteX3627" fmla="*/ 3406207 w 6501199"/>
              <a:gd name="connsiteY3627" fmla="*/ 1340218 h 6382977"/>
              <a:gd name="connsiteX3628" fmla="*/ 1969457 w 6501199"/>
              <a:gd name="connsiteY3628" fmla="*/ 1339850 h 6382977"/>
              <a:gd name="connsiteX3629" fmla="*/ 1973663 w 6501199"/>
              <a:gd name="connsiteY3629" fmla="*/ 1351573 h 6382977"/>
              <a:gd name="connsiteX3630" fmla="*/ 1949479 w 6501199"/>
              <a:gd name="connsiteY3630" fmla="*/ 1349375 h 6382977"/>
              <a:gd name="connsiteX3631" fmla="*/ 1969457 w 6501199"/>
              <a:gd name="connsiteY3631" fmla="*/ 1339850 h 6382977"/>
              <a:gd name="connsiteX3632" fmla="*/ 1876913 w 6501199"/>
              <a:gd name="connsiteY3632" fmla="*/ 1339850 h 6382977"/>
              <a:gd name="connsiteX3633" fmla="*/ 1843176 w 6501199"/>
              <a:gd name="connsiteY3633" fmla="*/ 1369653 h 6382977"/>
              <a:gd name="connsiteX3634" fmla="*/ 1876913 w 6501199"/>
              <a:gd name="connsiteY3634" fmla="*/ 1339850 h 6382977"/>
              <a:gd name="connsiteX3635" fmla="*/ 3889023 w 6501199"/>
              <a:gd name="connsiteY3635" fmla="*/ 1338228 h 6382977"/>
              <a:gd name="connsiteX3636" fmla="*/ 3894535 w 6501199"/>
              <a:gd name="connsiteY3636" fmla="*/ 1341163 h 6382977"/>
              <a:gd name="connsiteX3637" fmla="*/ 3885363 w 6501199"/>
              <a:gd name="connsiteY3637" fmla="*/ 1345433 h 6382977"/>
              <a:gd name="connsiteX3638" fmla="*/ 3889023 w 6501199"/>
              <a:gd name="connsiteY3638" fmla="*/ 1338228 h 6382977"/>
              <a:gd name="connsiteX3639" fmla="*/ 2382214 w 6501199"/>
              <a:gd name="connsiteY3639" fmla="*/ 1335764 h 6382977"/>
              <a:gd name="connsiteX3640" fmla="*/ 2364032 w 6501199"/>
              <a:gd name="connsiteY3640" fmla="*/ 1349172 h 6382977"/>
              <a:gd name="connsiteX3641" fmla="*/ 2400396 w 6501199"/>
              <a:gd name="connsiteY3641" fmla="*/ 1344493 h 6382977"/>
              <a:gd name="connsiteX3642" fmla="*/ 2382214 w 6501199"/>
              <a:gd name="connsiteY3642" fmla="*/ 1335764 h 6382977"/>
              <a:gd name="connsiteX3643" fmla="*/ 6478871 w 6501199"/>
              <a:gd name="connsiteY3643" fmla="*/ 1335087 h 6382977"/>
              <a:gd name="connsiteX3644" fmla="*/ 6485672 w 6501199"/>
              <a:gd name="connsiteY3644" fmla="*/ 1362706 h 6382977"/>
              <a:gd name="connsiteX3645" fmla="*/ 6478871 w 6501199"/>
              <a:gd name="connsiteY3645" fmla="*/ 1335087 h 6382977"/>
              <a:gd name="connsiteX3646" fmla="*/ 3995783 w 6501199"/>
              <a:gd name="connsiteY3646" fmla="*/ 1331912 h 6382977"/>
              <a:gd name="connsiteX3647" fmla="*/ 3997899 w 6501199"/>
              <a:gd name="connsiteY3647" fmla="*/ 1348010 h 6382977"/>
              <a:gd name="connsiteX3648" fmla="*/ 3989080 w 6501199"/>
              <a:gd name="connsiteY3648" fmla="*/ 1348010 h 6382977"/>
              <a:gd name="connsiteX3649" fmla="*/ 3995783 w 6501199"/>
              <a:gd name="connsiteY3649" fmla="*/ 1331912 h 6382977"/>
              <a:gd name="connsiteX3650" fmla="*/ 4904456 w 6501199"/>
              <a:gd name="connsiteY3650" fmla="*/ 1328737 h 6382977"/>
              <a:gd name="connsiteX3651" fmla="*/ 4909081 w 6501199"/>
              <a:gd name="connsiteY3651" fmla="*/ 1351597 h 6382977"/>
              <a:gd name="connsiteX3652" fmla="*/ 4895560 w 6501199"/>
              <a:gd name="connsiteY3652" fmla="*/ 1353774 h 6382977"/>
              <a:gd name="connsiteX3653" fmla="*/ 4904456 w 6501199"/>
              <a:gd name="connsiteY3653" fmla="*/ 1328737 h 6382977"/>
              <a:gd name="connsiteX3654" fmla="*/ 3742438 w 6501199"/>
              <a:gd name="connsiteY3654" fmla="*/ 1324471 h 6382977"/>
              <a:gd name="connsiteX3655" fmla="*/ 3733257 w 6501199"/>
              <a:gd name="connsiteY3655" fmla="*/ 1328655 h 6382977"/>
              <a:gd name="connsiteX3656" fmla="*/ 3751619 w 6501199"/>
              <a:gd name="connsiteY3656" fmla="*/ 1328655 h 6382977"/>
              <a:gd name="connsiteX3657" fmla="*/ 3742438 w 6501199"/>
              <a:gd name="connsiteY3657" fmla="*/ 1324471 h 6382977"/>
              <a:gd name="connsiteX3658" fmla="*/ 2473123 w 6501199"/>
              <a:gd name="connsiteY3658" fmla="*/ 1323976 h 6382977"/>
              <a:gd name="connsiteX3659" fmla="*/ 2434599 w 6501199"/>
              <a:gd name="connsiteY3659" fmla="*/ 1339814 h 6382977"/>
              <a:gd name="connsiteX3660" fmla="*/ 2470963 w 6501199"/>
              <a:gd name="connsiteY3660" fmla="*/ 1335494 h 6382977"/>
              <a:gd name="connsiteX3661" fmla="*/ 2473123 w 6501199"/>
              <a:gd name="connsiteY3661" fmla="*/ 1323976 h 6382977"/>
              <a:gd name="connsiteX3662" fmla="*/ 2059080 w 6501199"/>
              <a:gd name="connsiteY3662" fmla="*/ 1323976 h 6382977"/>
              <a:gd name="connsiteX3663" fmla="*/ 2038558 w 6501199"/>
              <a:gd name="connsiteY3663" fmla="*/ 1332975 h 6382977"/>
              <a:gd name="connsiteX3664" fmla="*/ 2059080 w 6501199"/>
              <a:gd name="connsiteY3664" fmla="*/ 1323976 h 6382977"/>
              <a:gd name="connsiteX3665" fmla="*/ 3653688 w 6501199"/>
              <a:gd name="connsiteY3665" fmla="*/ 1321816 h 6382977"/>
              <a:gd name="connsiteX3666" fmla="*/ 3653688 w 6501199"/>
              <a:gd name="connsiteY3666" fmla="*/ 1337654 h 6382977"/>
              <a:gd name="connsiteX3667" fmla="*/ 3671690 w 6501199"/>
              <a:gd name="connsiteY3667" fmla="*/ 1323976 h 6382977"/>
              <a:gd name="connsiteX3668" fmla="*/ 3653688 w 6501199"/>
              <a:gd name="connsiteY3668" fmla="*/ 1321816 h 6382977"/>
              <a:gd name="connsiteX3669" fmla="*/ 4038997 w 6501199"/>
              <a:gd name="connsiteY3669" fmla="*/ 1317157 h 6382977"/>
              <a:gd name="connsiteX3670" fmla="*/ 4010070 w 6501199"/>
              <a:gd name="connsiteY3670" fmla="*/ 1349017 h 6382977"/>
              <a:gd name="connsiteX3671" fmla="*/ 4001250 w 6501199"/>
              <a:gd name="connsiteY3671" fmla="*/ 1332908 h 6382977"/>
              <a:gd name="connsiteX3672" fmla="*/ 4023475 w 6501199"/>
              <a:gd name="connsiteY3672" fmla="*/ 1326465 h 6382977"/>
              <a:gd name="connsiteX3673" fmla="*/ 4038997 w 6501199"/>
              <a:gd name="connsiteY3673" fmla="*/ 1317157 h 6382977"/>
              <a:gd name="connsiteX3674" fmla="*/ 2885277 w 6501199"/>
              <a:gd name="connsiteY3674" fmla="*/ 1316687 h 6382977"/>
              <a:gd name="connsiteX3675" fmla="*/ 2873486 w 6501199"/>
              <a:gd name="connsiteY3675" fmla="*/ 1323976 h 6382977"/>
              <a:gd name="connsiteX3676" fmla="*/ 2898689 w 6501199"/>
              <a:gd name="connsiteY3676" fmla="*/ 1319657 h 6382977"/>
              <a:gd name="connsiteX3677" fmla="*/ 2885277 w 6501199"/>
              <a:gd name="connsiteY3677" fmla="*/ 1316687 h 6382977"/>
              <a:gd name="connsiteX3678" fmla="*/ 6328124 w 6501199"/>
              <a:gd name="connsiteY3678" fmla="*/ 1312862 h 6382977"/>
              <a:gd name="connsiteX3679" fmla="*/ 6353562 w 6501199"/>
              <a:gd name="connsiteY3679" fmla="*/ 1387118 h 6382977"/>
              <a:gd name="connsiteX3680" fmla="*/ 6328124 w 6501199"/>
              <a:gd name="connsiteY3680" fmla="*/ 1312862 h 6382977"/>
              <a:gd name="connsiteX3681" fmla="*/ 5528289 w 6501199"/>
              <a:gd name="connsiteY3681" fmla="*/ 1312862 h 6382977"/>
              <a:gd name="connsiteX3682" fmla="*/ 5543944 w 6501199"/>
              <a:gd name="connsiteY3682" fmla="*/ 1321681 h 6382977"/>
              <a:gd name="connsiteX3683" fmla="*/ 5528289 w 6501199"/>
              <a:gd name="connsiteY3683" fmla="*/ 1323798 h 6382977"/>
              <a:gd name="connsiteX3684" fmla="*/ 5526154 w 6501199"/>
              <a:gd name="connsiteY3684" fmla="*/ 1326267 h 6382977"/>
              <a:gd name="connsiteX3685" fmla="*/ 5528289 w 6501199"/>
              <a:gd name="connsiteY3685" fmla="*/ 1312862 h 6382977"/>
              <a:gd name="connsiteX3686" fmla="*/ 4052447 w 6501199"/>
              <a:gd name="connsiteY3686" fmla="*/ 1312862 h 6382977"/>
              <a:gd name="connsiteX3687" fmla="*/ 4052447 w 6501199"/>
              <a:gd name="connsiteY3687" fmla="*/ 1333138 h 6382977"/>
              <a:gd name="connsiteX3688" fmla="*/ 4049669 w 6501199"/>
              <a:gd name="connsiteY3688" fmla="*/ 1321914 h 6382977"/>
              <a:gd name="connsiteX3689" fmla="*/ 4052447 w 6501199"/>
              <a:gd name="connsiteY3689" fmla="*/ 1312862 h 6382977"/>
              <a:gd name="connsiteX3690" fmla="*/ 2973576 w 6501199"/>
              <a:gd name="connsiteY3690" fmla="*/ 1312818 h 6382977"/>
              <a:gd name="connsiteX3691" fmla="*/ 2907689 w 6501199"/>
              <a:gd name="connsiteY3691" fmla="*/ 1323976 h 6382977"/>
              <a:gd name="connsiteX3692" fmla="*/ 2966736 w 6501199"/>
              <a:gd name="connsiteY3692" fmla="*/ 1328655 h 6382977"/>
              <a:gd name="connsiteX3693" fmla="*/ 2973576 w 6501199"/>
              <a:gd name="connsiteY3693" fmla="*/ 1312818 h 6382977"/>
              <a:gd name="connsiteX3694" fmla="*/ 3570212 w 6501199"/>
              <a:gd name="connsiteY3694" fmla="*/ 1312766 h 6382977"/>
              <a:gd name="connsiteX3695" fmla="*/ 3574876 w 6501199"/>
              <a:gd name="connsiteY3695" fmla="*/ 1321738 h 6382977"/>
              <a:gd name="connsiteX3696" fmla="*/ 3536124 w 6501199"/>
              <a:gd name="connsiteY3696" fmla="*/ 1335377 h 6382977"/>
              <a:gd name="connsiteX3697" fmla="*/ 3542941 w 6501199"/>
              <a:gd name="connsiteY3697" fmla="*/ 1339684 h 6382977"/>
              <a:gd name="connsiteX3698" fmla="*/ 3534509 w 6501199"/>
              <a:gd name="connsiteY3698" fmla="*/ 1341524 h 6382977"/>
              <a:gd name="connsiteX3699" fmla="*/ 3531989 w 6501199"/>
              <a:gd name="connsiteY3699" fmla="*/ 1338364 h 6382977"/>
              <a:gd name="connsiteX3700" fmla="*/ 3529599 w 6501199"/>
              <a:gd name="connsiteY3700" fmla="*/ 1334780 h 6382977"/>
              <a:gd name="connsiteX3701" fmla="*/ 3529306 w 6501199"/>
              <a:gd name="connsiteY3701" fmla="*/ 1326404 h 6382977"/>
              <a:gd name="connsiteX3702" fmla="*/ 3538635 w 6501199"/>
              <a:gd name="connsiteY3702" fmla="*/ 1314919 h 6382977"/>
              <a:gd name="connsiteX3703" fmla="*/ 3570212 w 6501199"/>
              <a:gd name="connsiteY3703" fmla="*/ 1312766 h 6382977"/>
              <a:gd name="connsiteX3704" fmla="*/ 3599535 w 6501199"/>
              <a:gd name="connsiteY3704" fmla="*/ 1311648 h 6382977"/>
              <a:gd name="connsiteX3705" fmla="*/ 3604039 w 6501199"/>
              <a:gd name="connsiteY3705" fmla="*/ 1323601 h 6382977"/>
              <a:gd name="connsiteX3706" fmla="*/ 3593263 w 6501199"/>
              <a:gd name="connsiteY3706" fmla="*/ 1312022 h 6382977"/>
              <a:gd name="connsiteX3707" fmla="*/ 3599535 w 6501199"/>
              <a:gd name="connsiteY3707" fmla="*/ 1311648 h 6382977"/>
              <a:gd name="connsiteX3708" fmla="*/ 3524646 w 6501199"/>
              <a:gd name="connsiteY3708" fmla="*/ 1310216 h 6382977"/>
              <a:gd name="connsiteX3709" fmla="*/ 3522521 w 6501199"/>
              <a:gd name="connsiteY3709" fmla="*/ 1323622 h 6382977"/>
              <a:gd name="connsiteX3710" fmla="*/ 3509060 w 6501199"/>
              <a:gd name="connsiteY3710" fmla="*/ 1316919 h 6382977"/>
              <a:gd name="connsiteX3711" fmla="*/ 3524646 w 6501199"/>
              <a:gd name="connsiteY3711" fmla="*/ 1310216 h 6382977"/>
              <a:gd name="connsiteX3712" fmla="*/ 3384306 w 6501199"/>
              <a:gd name="connsiteY3712" fmla="*/ 1309194 h 6382977"/>
              <a:gd name="connsiteX3713" fmla="*/ 3400296 w 6501199"/>
              <a:gd name="connsiteY3713" fmla="*/ 1311685 h 6382977"/>
              <a:gd name="connsiteX3714" fmla="*/ 3389030 w 6501199"/>
              <a:gd name="connsiteY3714" fmla="*/ 1325206 h 6382977"/>
              <a:gd name="connsiteX3715" fmla="*/ 3384306 w 6501199"/>
              <a:gd name="connsiteY3715" fmla="*/ 1309194 h 6382977"/>
              <a:gd name="connsiteX3716" fmla="*/ 5597813 w 6501199"/>
              <a:gd name="connsiteY3716" fmla="*/ 1303337 h 6382977"/>
              <a:gd name="connsiteX3717" fmla="*/ 5619835 w 6501199"/>
              <a:gd name="connsiteY3717" fmla="*/ 1317542 h 6382977"/>
              <a:gd name="connsiteX3718" fmla="*/ 5620308 w 6501199"/>
              <a:gd name="connsiteY3718" fmla="*/ 1318248 h 6382977"/>
              <a:gd name="connsiteX3719" fmla="*/ 5629667 w 6501199"/>
              <a:gd name="connsiteY3719" fmla="*/ 1316447 h 6382977"/>
              <a:gd name="connsiteX3720" fmla="*/ 5624723 w 6501199"/>
              <a:gd name="connsiteY3720" fmla="*/ 1323208 h 6382977"/>
              <a:gd name="connsiteX3721" fmla="*/ 5623748 w 6501199"/>
              <a:gd name="connsiteY3721" fmla="*/ 1323379 h 6382977"/>
              <a:gd name="connsiteX3722" fmla="*/ 5625748 w 6501199"/>
              <a:gd name="connsiteY3722" fmla="*/ 1326363 h 6382977"/>
              <a:gd name="connsiteX3723" fmla="*/ 5622825 w 6501199"/>
              <a:gd name="connsiteY3723" fmla="*/ 1333108 h 6382977"/>
              <a:gd name="connsiteX3724" fmla="*/ 5604700 w 6501199"/>
              <a:gd name="connsiteY3724" fmla="*/ 1358522 h 6382977"/>
              <a:gd name="connsiteX3725" fmla="*/ 5609050 w 6501199"/>
              <a:gd name="connsiteY3725" fmla="*/ 1377038 h 6382977"/>
              <a:gd name="connsiteX3726" fmla="*/ 5599988 w 6501199"/>
              <a:gd name="connsiteY3726" fmla="*/ 1383937 h 6382977"/>
              <a:gd name="connsiteX3727" fmla="*/ 5594686 w 6501199"/>
              <a:gd name="connsiteY3727" fmla="*/ 1343501 h 6382977"/>
              <a:gd name="connsiteX3728" fmla="*/ 5596249 w 6501199"/>
              <a:gd name="connsiteY3728" fmla="*/ 1323423 h 6382977"/>
              <a:gd name="connsiteX3729" fmla="*/ 5593513 w 6501199"/>
              <a:gd name="connsiteY3729" fmla="*/ 1323208 h 6382977"/>
              <a:gd name="connsiteX3730" fmla="*/ 5596468 w 6501199"/>
              <a:gd name="connsiteY3730" fmla="*/ 1320609 h 6382977"/>
              <a:gd name="connsiteX3731" fmla="*/ 2193374 w 6501199"/>
              <a:gd name="connsiteY3731" fmla="*/ 1301299 h 6382977"/>
              <a:gd name="connsiteX3732" fmla="*/ 2170692 w 6501199"/>
              <a:gd name="connsiteY3732" fmla="*/ 1317137 h 6382977"/>
              <a:gd name="connsiteX3733" fmla="*/ 2193374 w 6501199"/>
              <a:gd name="connsiteY3733" fmla="*/ 1301299 h 6382977"/>
              <a:gd name="connsiteX3734" fmla="*/ 3951061 w 6501199"/>
              <a:gd name="connsiteY3734" fmla="*/ 1298079 h 6382977"/>
              <a:gd name="connsiteX3735" fmla="*/ 3953259 w 6501199"/>
              <a:gd name="connsiteY3735" fmla="*/ 1302444 h 6382977"/>
              <a:gd name="connsiteX3736" fmla="*/ 3951061 w 6501199"/>
              <a:gd name="connsiteY3736" fmla="*/ 1298159 h 6382977"/>
              <a:gd name="connsiteX3737" fmla="*/ 5271325 w 6501199"/>
              <a:gd name="connsiteY3737" fmla="*/ 1297964 h 6382977"/>
              <a:gd name="connsiteX3738" fmla="*/ 5289928 w 6501199"/>
              <a:gd name="connsiteY3738" fmla="*/ 1309321 h 6382977"/>
              <a:gd name="connsiteX3739" fmla="*/ 5282859 w 6501199"/>
              <a:gd name="connsiteY3739" fmla="*/ 1318845 h 6382977"/>
              <a:gd name="connsiteX3740" fmla="*/ 5271325 w 6501199"/>
              <a:gd name="connsiteY3740" fmla="*/ 1297964 h 6382977"/>
              <a:gd name="connsiteX3741" fmla="*/ 2234418 w 6501199"/>
              <a:gd name="connsiteY3741" fmla="*/ 1296620 h 6382977"/>
              <a:gd name="connsiteX3742" fmla="*/ 2204535 w 6501199"/>
              <a:gd name="connsiteY3742" fmla="*/ 1310298 h 6382977"/>
              <a:gd name="connsiteX3743" fmla="*/ 2234418 w 6501199"/>
              <a:gd name="connsiteY3743" fmla="*/ 1296620 h 6382977"/>
              <a:gd name="connsiteX3744" fmla="*/ 3949075 w 6501199"/>
              <a:gd name="connsiteY3744" fmla="*/ 1294287 h 6382977"/>
              <a:gd name="connsiteX3745" fmla="*/ 3951061 w 6501199"/>
              <a:gd name="connsiteY3745" fmla="*/ 1298159 h 6382977"/>
              <a:gd name="connsiteX3746" fmla="*/ 3951061 w 6501199"/>
              <a:gd name="connsiteY3746" fmla="*/ 1302444 h 6382977"/>
              <a:gd name="connsiteX3747" fmla="*/ 3939338 w 6501199"/>
              <a:gd name="connsiteY3747" fmla="*/ 1314086 h 6382977"/>
              <a:gd name="connsiteX3748" fmla="*/ 3949075 w 6501199"/>
              <a:gd name="connsiteY3748" fmla="*/ 1294287 h 6382977"/>
              <a:gd name="connsiteX3749" fmla="*/ 3094732 w 6501199"/>
              <a:gd name="connsiteY3749" fmla="*/ 1292393 h 6382977"/>
              <a:gd name="connsiteX3750" fmla="*/ 3111894 w 6501199"/>
              <a:gd name="connsiteY3750" fmla="*/ 1298848 h 6382977"/>
              <a:gd name="connsiteX3751" fmla="*/ 3091613 w 6501199"/>
              <a:gd name="connsiteY3751" fmla="*/ 1303118 h 6382977"/>
              <a:gd name="connsiteX3752" fmla="*/ 3091613 w 6501199"/>
              <a:gd name="connsiteY3752" fmla="*/ 1294222 h 6382977"/>
              <a:gd name="connsiteX3753" fmla="*/ 3094732 w 6501199"/>
              <a:gd name="connsiteY3753" fmla="*/ 1292393 h 6382977"/>
              <a:gd name="connsiteX3754" fmla="*/ 3906000 w 6501199"/>
              <a:gd name="connsiteY3754" fmla="*/ 1292225 h 6382977"/>
              <a:gd name="connsiteX3755" fmla="*/ 3913541 w 6501199"/>
              <a:gd name="connsiteY3755" fmla="*/ 1306363 h 6382977"/>
              <a:gd name="connsiteX3756" fmla="*/ 3908779 w 6501199"/>
              <a:gd name="connsiteY3756" fmla="*/ 1315665 h 6382977"/>
              <a:gd name="connsiteX3757" fmla="*/ 3906000 w 6501199"/>
              <a:gd name="connsiteY3757" fmla="*/ 1292225 h 6382977"/>
              <a:gd name="connsiteX3758" fmla="*/ 3900841 w 6501199"/>
              <a:gd name="connsiteY3758" fmla="*/ 1292225 h 6382977"/>
              <a:gd name="connsiteX3759" fmla="*/ 3905603 w 6501199"/>
              <a:gd name="connsiteY3759" fmla="*/ 1303284 h 6382977"/>
              <a:gd name="connsiteX3760" fmla="*/ 3900841 w 6501199"/>
              <a:gd name="connsiteY3760" fmla="*/ 1323618 h 6382977"/>
              <a:gd name="connsiteX3761" fmla="*/ 3903222 w 6501199"/>
              <a:gd name="connsiteY3761" fmla="*/ 1307921 h 6382977"/>
              <a:gd name="connsiteX3762" fmla="*/ 3898063 w 6501199"/>
              <a:gd name="connsiteY3762" fmla="*/ 1296506 h 6382977"/>
              <a:gd name="connsiteX3763" fmla="*/ 3900841 w 6501199"/>
              <a:gd name="connsiteY3763" fmla="*/ 1292225 h 6382977"/>
              <a:gd name="connsiteX3764" fmla="*/ 5465887 w 6501199"/>
              <a:gd name="connsiteY3764" fmla="*/ 1290780 h 6382977"/>
              <a:gd name="connsiteX3765" fmla="*/ 5463610 w 6501199"/>
              <a:gd name="connsiteY3765" fmla="*/ 1290828 h 6382977"/>
              <a:gd name="connsiteX3766" fmla="*/ 5466213 w 6501199"/>
              <a:gd name="connsiteY3766" fmla="*/ 1291867 h 6382977"/>
              <a:gd name="connsiteX3767" fmla="*/ 4841094 w 6501199"/>
              <a:gd name="connsiteY3767" fmla="*/ 1280782 h 6382977"/>
              <a:gd name="connsiteX3768" fmla="*/ 4832093 w 6501199"/>
              <a:gd name="connsiteY3768" fmla="*/ 1299139 h 6382977"/>
              <a:gd name="connsiteX3769" fmla="*/ 4841094 w 6501199"/>
              <a:gd name="connsiteY3769" fmla="*/ 1280782 h 6382977"/>
              <a:gd name="connsiteX3770" fmla="*/ 5445693 w 6501199"/>
              <a:gd name="connsiteY3770" fmla="*/ 1280347 h 6382977"/>
              <a:gd name="connsiteX3771" fmla="*/ 5445457 w 6501199"/>
              <a:gd name="connsiteY3771" fmla="*/ 1281013 h 6382977"/>
              <a:gd name="connsiteX3772" fmla="*/ 5445962 w 6501199"/>
              <a:gd name="connsiteY3772" fmla="*/ 1281046 h 6382977"/>
              <a:gd name="connsiteX3773" fmla="*/ 5345612 w 6501199"/>
              <a:gd name="connsiteY3773" fmla="*/ 1280347 h 6382977"/>
              <a:gd name="connsiteX3774" fmla="*/ 5343452 w 6501199"/>
              <a:gd name="connsiteY3774" fmla="*/ 1298708 h 6382977"/>
              <a:gd name="connsiteX3775" fmla="*/ 5345612 w 6501199"/>
              <a:gd name="connsiteY3775" fmla="*/ 1280347 h 6382977"/>
              <a:gd name="connsiteX3776" fmla="*/ 6021337 w 6501199"/>
              <a:gd name="connsiteY3776" fmla="*/ 1276026 h 6382977"/>
              <a:gd name="connsiteX3777" fmla="*/ 6000817 w 6501199"/>
              <a:gd name="connsiteY3777" fmla="*/ 1289707 h 6382977"/>
              <a:gd name="connsiteX3778" fmla="*/ 5998657 w 6501199"/>
              <a:gd name="connsiteY3778" fmla="*/ 1314549 h 6382977"/>
              <a:gd name="connsiteX3779" fmla="*/ 6021337 w 6501199"/>
              <a:gd name="connsiteY3779" fmla="*/ 1276026 h 6382977"/>
              <a:gd name="connsiteX3780" fmla="*/ 2440845 w 6501199"/>
              <a:gd name="connsiteY3780" fmla="*/ 1273175 h 6382977"/>
              <a:gd name="connsiteX3781" fmla="*/ 2445142 w 6501199"/>
              <a:gd name="connsiteY3781" fmla="*/ 1280135 h 6382977"/>
              <a:gd name="connsiteX3782" fmla="*/ 2397875 w 6501199"/>
              <a:gd name="connsiteY3782" fmla="*/ 1291858 h 6382977"/>
              <a:gd name="connsiteX3783" fmla="*/ 2440845 w 6501199"/>
              <a:gd name="connsiteY3783" fmla="*/ 1273175 h 6382977"/>
              <a:gd name="connsiteX3784" fmla="*/ 1829589 w 6501199"/>
              <a:gd name="connsiteY3784" fmla="*/ 1271587 h 6382977"/>
              <a:gd name="connsiteX3785" fmla="*/ 1833950 w 6501199"/>
              <a:gd name="connsiteY3785" fmla="*/ 1280349 h 6382977"/>
              <a:gd name="connsiteX3786" fmla="*/ 1804150 w 6501199"/>
              <a:gd name="connsiteY3786" fmla="*/ 1282803 h 6382977"/>
              <a:gd name="connsiteX3787" fmla="*/ 3918198 w 6501199"/>
              <a:gd name="connsiteY3787" fmla="*/ 1270576 h 6382977"/>
              <a:gd name="connsiteX3788" fmla="*/ 3933673 w 6501199"/>
              <a:gd name="connsiteY3788" fmla="*/ 1284064 h 6382977"/>
              <a:gd name="connsiteX3789" fmla="*/ 3945324 w 6501199"/>
              <a:gd name="connsiteY3789" fmla="*/ 1284064 h 6382977"/>
              <a:gd name="connsiteX3790" fmla="*/ 3915467 w 6501199"/>
              <a:gd name="connsiteY3790" fmla="*/ 1304565 h 6382977"/>
              <a:gd name="connsiteX3791" fmla="*/ 3935857 w 6501199"/>
              <a:gd name="connsiteY3791" fmla="*/ 1295214 h 6382977"/>
              <a:gd name="connsiteX3792" fmla="*/ 3924570 w 6501199"/>
              <a:gd name="connsiteY3792" fmla="*/ 1275072 h 6382977"/>
              <a:gd name="connsiteX3793" fmla="*/ 3906000 w 6501199"/>
              <a:gd name="connsiteY3793" fmla="*/ 1286222 h 6382977"/>
              <a:gd name="connsiteX3794" fmla="*/ 3918198 w 6501199"/>
              <a:gd name="connsiteY3794" fmla="*/ 1270576 h 6382977"/>
              <a:gd name="connsiteX3795" fmla="*/ 4370164 w 6501199"/>
              <a:gd name="connsiteY3795" fmla="*/ 1267104 h 6382977"/>
              <a:gd name="connsiteX3796" fmla="*/ 4365844 w 6501199"/>
              <a:gd name="connsiteY3796" fmla="*/ 1285461 h 6382977"/>
              <a:gd name="connsiteX3797" fmla="*/ 4377005 w 6501199"/>
              <a:gd name="connsiteY3797" fmla="*/ 1276463 h 6382977"/>
              <a:gd name="connsiteX3798" fmla="*/ 4370164 w 6501199"/>
              <a:gd name="connsiteY3798" fmla="*/ 1267104 h 6382977"/>
              <a:gd name="connsiteX3799" fmla="*/ 4917104 w 6501199"/>
              <a:gd name="connsiteY3799" fmla="*/ 1266825 h 6382977"/>
              <a:gd name="connsiteX3800" fmla="*/ 4921755 w 6501199"/>
              <a:gd name="connsiteY3800" fmla="*/ 1285508 h 6382977"/>
              <a:gd name="connsiteX3801" fmla="*/ 4901363 w 6501199"/>
              <a:gd name="connsiteY3801" fmla="*/ 1283310 h 6382977"/>
              <a:gd name="connsiteX3802" fmla="*/ 4917104 w 6501199"/>
              <a:gd name="connsiteY3802" fmla="*/ 1266825 h 6382977"/>
              <a:gd name="connsiteX3803" fmla="*/ 4888133 w 6501199"/>
              <a:gd name="connsiteY3803" fmla="*/ 1266825 h 6382977"/>
              <a:gd name="connsiteX3804" fmla="*/ 4876844 w 6501199"/>
              <a:gd name="connsiteY3804" fmla="*/ 1302979 h 6382977"/>
              <a:gd name="connsiteX3805" fmla="*/ 4888133 w 6501199"/>
              <a:gd name="connsiteY3805" fmla="*/ 1266825 h 6382977"/>
              <a:gd name="connsiteX3806" fmla="*/ 2474446 w 6501199"/>
              <a:gd name="connsiteY3806" fmla="*/ 1266825 h 6382977"/>
              <a:gd name="connsiteX3807" fmla="*/ 2476900 w 6501199"/>
              <a:gd name="connsiteY3807" fmla="*/ 1276350 h 6382977"/>
              <a:gd name="connsiteX3808" fmla="*/ 2450263 w 6501199"/>
              <a:gd name="connsiteY3808" fmla="*/ 1280746 h 6382977"/>
              <a:gd name="connsiteX3809" fmla="*/ 2474446 w 6501199"/>
              <a:gd name="connsiteY3809" fmla="*/ 1266825 h 6382977"/>
              <a:gd name="connsiteX3810" fmla="*/ 2446729 w 6501199"/>
              <a:gd name="connsiteY3810" fmla="*/ 1262062 h 6382977"/>
              <a:gd name="connsiteX3811" fmla="*/ 2374063 w 6501199"/>
              <a:gd name="connsiteY3811" fmla="*/ 1293455 h 6382977"/>
              <a:gd name="connsiteX3812" fmla="*/ 2446729 w 6501199"/>
              <a:gd name="connsiteY3812" fmla="*/ 1262062 h 6382977"/>
              <a:gd name="connsiteX3813" fmla="*/ 3939923 w 6501199"/>
              <a:gd name="connsiteY3813" fmla="*/ 1257862 h 6382977"/>
              <a:gd name="connsiteX3814" fmla="*/ 3955854 w 6501199"/>
              <a:gd name="connsiteY3814" fmla="*/ 1266957 h 6382977"/>
              <a:gd name="connsiteX3815" fmla="*/ 3946802 w 6501199"/>
              <a:gd name="connsiteY3815" fmla="*/ 1280782 h 6382977"/>
              <a:gd name="connsiteX3816" fmla="*/ 3939923 w 6501199"/>
              <a:gd name="connsiteY3816" fmla="*/ 1257862 h 6382977"/>
              <a:gd name="connsiteX3817" fmla="*/ 2571476 w 6501199"/>
              <a:gd name="connsiteY3817" fmla="*/ 1257847 h 6382977"/>
              <a:gd name="connsiteX3818" fmla="*/ 2589601 w 6501199"/>
              <a:gd name="connsiteY3818" fmla="*/ 1259982 h 6382977"/>
              <a:gd name="connsiteX3819" fmla="*/ 2555525 w 6501199"/>
              <a:gd name="connsiteY3819" fmla="*/ 1275994 h 6382977"/>
              <a:gd name="connsiteX3820" fmla="*/ 2571476 w 6501199"/>
              <a:gd name="connsiteY3820" fmla="*/ 1257847 h 6382977"/>
              <a:gd name="connsiteX3821" fmla="*/ 3969897 w 6501199"/>
              <a:gd name="connsiteY3821" fmla="*/ 1257300 h 6382977"/>
              <a:gd name="connsiteX3822" fmla="*/ 3964738 w 6501199"/>
              <a:gd name="connsiteY3822" fmla="*/ 1265718 h 6382977"/>
              <a:gd name="connsiteX3823" fmla="*/ 3969897 w 6501199"/>
              <a:gd name="connsiteY3823" fmla="*/ 1257300 h 6382977"/>
              <a:gd name="connsiteX3824" fmla="*/ 3960372 w 6501199"/>
              <a:gd name="connsiteY3824" fmla="*/ 1255712 h 6382977"/>
              <a:gd name="connsiteX3825" fmla="*/ 3957594 w 6501199"/>
              <a:gd name="connsiteY3825" fmla="*/ 1269633 h 6382977"/>
              <a:gd name="connsiteX3826" fmla="*/ 3960372 w 6501199"/>
              <a:gd name="connsiteY3826" fmla="*/ 1255712 h 6382977"/>
              <a:gd name="connsiteX3827" fmla="*/ 2099408 w 6501199"/>
              <a:gd name="connsiteY3827" fmla="*/ 1252026 h 6382977"/>
              <a:gd name="connsiteX3828" fmla="*/ 2119701 w 6501199"/>
              <a:gd name="connsiteY3828" fmla="*/ 1256631 h 6382977"/>
              <a:gd name="connsiteX3829" fmla="*/ 2053388 w 6501199"/>
              <a:gd name="connsiteY3829" fmla="*/ 1283552 h 6382977"/>
              <a:gd name="connsiteX3830" fmla="*/ 2074043 w 6501199"/>
              <a:gd name="connsiteY3830" fmla="*/ 1265486 h 6382977"/>
              <a:gd name="connsiteX3831" fmla="*/ 2099408 w 6501199"/>
              <a:gd name="connsiteY3831" fmla="*/ 1252026 h 6382977"/>
              <a:gd name="connsiteX3832" fmla="*/ 4411209 w 6501199"/>
              <a:gd name="connsiteY3832" fmla="*/ 1249107 h 6382977"/>
              <a:gd name="connsiteX3833" fmla="*/ 4404368 w 6501199"/>
              <a:gd name="connsiteY3833" fmla="*/ 1258105 h 6382977"/>
              <a:gd name="connsiteX3834" fmla="*/ 4411209 w 6501199"/>
              <a:gd name="connsiteY3834" fmla="*/ 1249107 h 6382977"/>
              <a:gd name="connsiteX3835" fmla="*/ 5515372 w 6501199"/>
              <a:gd name="connsiteY3835" fmla="*/ 1247775 h 6382977"/>
              <a:gd name="connsiteX3836" fmla="*/ 5477625 w 6501199"/>
              <a:gd name="connsiteY3836" fmla="*/ 1322030 h 6382977"/>
              <a:gd name="connsiteX3837" fmla="*/ 5515372 w 6501199"/>
              <a:gd name="connsiteY3837" fmla="*/ 1247775 h 6382977"/>
              <a:gd name="connsiteX3838" fmla="*/ 3982536 w 6501199"/>
              <a:gd name="connsiteY3838" fmla="*/ 1247568 h 6382977"/>
              <a:gd name="connsiteX3839" fmla="*/ 3989333 w 6501199"/>
              <a:gd name="connsiteY3839" fmla="*/ 1249671 h 6382977"/>
              <a:gd name="connsiteX3840" fmla="*/ 3989333 w 6501199"/>
              <a:gd name="connsiteY3840" fmla="*/ 1260887 h 6382977"/>
              <a:gd name="connsiteX3841" fmla="*/ 3984683 w 6501199"/>
              <a:gd name="connsiteY3841" fmla="*/ 1258433 h 6382977"/>
              <a:gd name="connsiteX3842" fmla="*/ 3984683 w 6501199"/>
              <a:gd name="connsiteY3842" fmla="*/ 1254228 h 6382977"/>
              <a:gd name="connsiteX3843" fmla="*/ 3982536 w 6501199"/>
              <a:gd name="connsiteY3843" fmla="*/ 1247568 h 6382977"/>
              <a:gd name="connsiteX3844" fmla="*/ 3996125 w 6501199"/>
              <a:gd name="connsiteY3844" fmla="*/ 1242339 h 6382977"/>
              <a:gd name="connsiteX3845" fmla="*/ 4004839 w 6501199"/>
              <a:gd name="connsiteY3845" fmla="*/ 1244323 h 6382977"/>
              <a:gd name="connsiteX3846" fmla="*/ 4007255 w 6501199"/>
              <a:gd name="connsiteY3846" fmla="*/ 1255367 h 6382977"/>
              <a:gd name="connsiteX3847" fmla="*/ 3994141 w 6501199"/>
              <a:gd name="connsiteY3847" fmla="*/ 1255367 h 6382977"/>
              <a:gd name="connsiteX3848" fmla="*/ 3996125 w 6501199"/>
              <a:gd name="connsiteY3848" fmla="*/ 1242339 h 6382977"/>
              <a:gd name="connsiteX3849" fmla="*/ 2173680 w 6501199"/>
              <a:gd name="connsiteY3849" fmla="*/ 1239837 h 6382977"/>
              <a:gd name="connsiteX3850" fmla="*/ 2137525 w 6501199"/>
              <a:gd name="connsiteY3850" fmla="*/ 1253758 h 6382977"/>
              <a:gd name="connsiteX3851" fmla="*/ 2173680 w 6501199"/>
              <a:gd name="connsiteY3851" fmla="*/ 1239837 h 6382977"/>
              <a:gd name="connsiteX3852" fmla="*/ 5360108 w 6501199"/>
              <a:gd name="connsiteY3852" fmla="*/ 1238696 h 6382977"/>
              <a:gd name="connsiteX3853" fmla="*/ 5350292 w 6501199"/>
              <a:gd name="connsiteY3853" fmla="*/ 1243984 h 6382977"/>
              <a:gd name="connsiteX3854" fmla="*/ 5336612 w 6501199"/>
              <a:gd name="connsiteY3854" fmla="*/ 1250825 h 6382977"/>
              <a:gd name="connsiteX3855" fmla="*/ 5338772 w 6501199"/>
              <a:gd name="connsiteY3855" fmla="*/ 1257665 h 6382977"/>
              <a:gd name="connsiteX3856" fmla="*/ 5332112 w 6501199"/>
              <a:gd name="connsiteY3856" fmla="*/ 1254245 h 6382977"/>
              <a:gd name="connsiteX3857" fmla="*/ 5329326 w 6501199"/>
              <a:gd name="connsiteY3857" fmla="*/ 1252814 h 6382977"/>
              <a:gd name="connsiteX3858" fmla="*/ 5329022 w 6501199"/>
              <a:gd name="connsiteY3858" fmla="*/ 1256188 h 6382977"/>
              <a:gd name="connsiteX3859" fmla="*/ 5325974 w 6501199"/>
              <a:gd name="connsiteY3859" fmla="*/ 1259952 h 6382977"/>
              <a:gd name="connsiteX3860" fmla="*/ 5336612 w 6501199"/>
              <a:gd name="connsiteY3860" fmla="*/ 1259825 h 6382977"/>
              <a:gd name="connsiteX3861" fmla="*/ 5352452 w 6501199"/>
              <a:gd name="connsiteY3861" fmla="*/ 1276026 h 6382977"/>
              <a:gd name="connsiteX3862" fmla="*/ 5348222 w 6501199"/>
              <a:gd name="connsiteY3862" fmla="*/ 1267656 h 6382977"/>
              <a:gd name="connsiteX3863" fmla="*/ 5345967 w 6501199"/>
              <a:gd name="connsiteY3863" fmla="*/ 1264727 h 6382977"/>
              <a:gd name="connsiteX3864" fmla="*/ 5344418 w 6501199"/>
              <a:gd name="connsiteY3864" fmla="*/ 1264209 h 6382977"/>
              <a:gd name="connsiteX3865" fmla="*/ 5344552 w 6501199"/>
              <a:gd name="connsiteY3865" fmla="*/ 1262890 h 6382977"/>
              <a:gd name="connsiteX3866" fmla="*/ 5344453 w 6501199"/>
              <a:gd name="connsiteY3866" fmla="*/ 1262762 h 6382977"/>
              <a:gd name="connsiteX3867" fmla="*/ 5344655 w 6501199"/>
              <a:gd name="connsiteY3867" fmla="*/ 1261877 h 6382977"/>
              <a:gd name="connsiteX3868" fmla="*/ 5344936 w 6501199"/>
              <a:gd name="connsiteY3868" fmla="*/ 1259104 h 6382977"/>
              <a:gd name="connsiteX3869" fmla="*/ 5344052 w 6501199"/>
              <a:gd name="connsiteY3869" fmla="*/ 1250081 h 6382977"/>
              <a:gd name="connsiteX3870" fmla="*/ 5350075 w 6501199"/>
              <a:gd name="connsiteY3870" fmla="*/ 1248349 h 6382977"/>
              <a:gd name="connsiteX3871" fmla="*/ 5354444 w 6501199"/>
              <a:gd name="connsiteY3871" fmla="*/ 1255321 h 6382977"/>
              <a:gd name="connsiteX3872" fmla="*/ 5353610 w 6501199"/>
              <a:gd name="connsiteY3872" fmla="*/ 1258113 h 6382977"/>
              <a:gd name="connsiteX3873" fmla="*/ 5356817 w 6501199"/>
              <a:gd name="connsiteY3873" fmla="*/ 1255640 h 6382977"/>
              <a:gd name="connsiteX3874" fmla="*/ 5366132 w 6501199"/>
              <a:gd name="connsiteY3874" fmla="*/ 1255505 h 6382977"/>
              <a:gd name="connsiteX3875" fmla="*/ 5360108 w 6501199"/>
              <a:gd name="connsiteY3875" fmla="*/ 1238696 h 6382977"/>
              <a:gd name="connsiteX3876" fmla="*/ 5795547 w 6501199"/>
              <a:gd name="connsiteY3876" fmla="*/ 1236662 h 6382977"/>
              <a:gd name="connsiteX3877" fmla="*/ 5807453 w 6501199"/>
              <a:gd name="connsiteY3877" fmla="*/ 1259214 h 6382977"/>
              <a:gd name="connsiteX3878" fmla="*/ 5795547 w 6501199"/>
              <a:gd name="connsiteY3878" fmla="*/ 1236662 h 6382977"/>
              <a:gd name="connsiteX3879" fmla="*/ 2388850 w 6501199"/>
              <a:gd name="connsiteY3879" fmla="*/ 1235622 h 6382977"/>
              <a:gd name="connsiteX3880" fmla="*/ 2400147 w 6501199"/>
              <a:gd name="connsiteY3880" fmla="*/ 1236508 h 6382977"/>
              <a:gd name="connsiteX3881" fmla="*/ 2384491 w 6501199"/>
              <a:gd name="connsiteY3881" fmla="*/ 1252105 h 6382977"/>
              <a:gd name="connsiteX3882" fmla="*/ 2393387 w 6501199"/>
              <a:gd name="connsiteY3882" fmla="*/ 1249979 h 6382977"/>
              <a:gd name="connsiteX3883" fmla="*/ 2384491 w 6501199"/>
              <a:gd name="connsiteY3883" fmla="*/ 1243243 h 6382977"/>
              <a:gd name="connsiteX3884" fmla="*/ 2388850 w 6501199"/>
              <a:gd name="connsiteY3884" fmla="*/ 1235622 h 6382977"/>
              <a:gd name="connsiteX3885" fmla="*/ 5570594 w 6501199"/>
              <a:gd name="connsiteY3885" fmla="*/ 1231900 h 6382977"/>
              <a:gd name="connsiteX3886" fmla="*/ 5557000 w 6501199"/>
              <a:gd name="connsiteY3886" fmla="*/ 1252781 h 6382977"/>
              <a:gd name="connsiteX3887" fmla="*/ 5570594 w 6501199"/>
              <a:gd name="connsiteY3887" fmla="*/ 1231900 h 6382977"/>
              <a:gd name="connsiteX3888" fmla="*/ 2842016 w 6501199"/>
              <a:gd name="connsiteY3888" fmla="*/ 1231900 h 6382977"/>
              <a:gd name="connsiteX3889" fmla="*/ 2785225 w 6501199"/>
              <a:gd name="connsiteY3889" fmla="*/ 1245821 h 6382977"/>
              <a:gd name="connsiteX3890" fmla="*/ 2842016 w 6501199"/>
              <a:gd name="connsiteY3890" fmla="*/ 1231900 h 6382977"/>
              <a:gd name="connsiteX3891" fmla="*/ 2202690 w 6501199"/>
              <a:gd name="connsiteY3891" fmla="*/ 1230902 h 6382977"/>
              <a:gd name="connsiteX3892" fmla="*/ 2197965 w 6501199"/>
              <a:gd name="connsiteY3892" fmla="*/ 1249408 h 6382977"/>
              <a:gd name="connsiteX3893" fmla="*/ 2181975 w 6501199"/>
              <a:gd name="connsiteY3893" fmla="*/ 1242513 h 6382977"/>
              <a:gd name="connsiteX3894" fmla="*/ 2202690 w 6501199"/>
              <a:gd name="connsiteY3894" fmla="*/ 1230902 h 6382977"/>
              <a:gd name="connsiteX3895" fmla="*/ 2445589 w 6501199"/>
              <a:gd name="connsiteY3895" fmla="*/ 1227242 h 6382977"/>
              <a:gd name="connsiteX3896" fmla="*/ 2454663 w 6501199"/>
              <a:gd name="connsiteY3896" fmla="*/ 1227666 h 6382977"/>
              <a:gd name="connsiteX3897" fmla="*/ 2408988 w 6501199"/>
              <a:gd name="connsiteY3897" fmla="*/ 1238603 h 6382977"/>
              <a:gd name="connsiteX3898" fmla="*/ 2445589 w 6501199"/>
              <a:gd name="connsiteY3898" fmla="*/ 1227242 h 6382977"/>
              <a:gd name="connsiteX3899" fmla="*/ 5132212 w 6501199"/>
              <a:gd name="connsiteY3899" fmla="*/ 1223962 h 6382977"/>
              <a:gd name="connsiteX3900" fmla="*/ 5130029 w 6501199"/>
              <a:gd name="connsiteY3900" fmla="*/ 1255821 h 6382977"/>
              <a:gd name="connsiteX3901" fmla="*/ 5104563 w 6501199"/>
              <a:gd name="connsiteY3901" fmla="*/ 1249020 h 6382977"/>
              <a:gd name="connsiteX3902" fmla="*/ 5132212 w 6501199"/>
              <a:gd name="connsiteY3902" fmla="*/ 1223962 h 6382977"/>
              <a:gd name="connsiteX3903" fmla="*/ 5632609 w 6501199"/>
              <a:gd name="connsiteY3903" fmla="*/ 1221316 h 6382977"/>
              <a:gd name="connsiteX3904" fmla="*/ 5648717 w 6501199"/>
              <a:gd name="connsiteY3904" fmla="*/ 1226023 h 6382977"/>
              <a:gd name="connsiteX3905" fmla="*/ 5632609 w 6501199"/>
              <a:gd name="connsiteY3905" fmla="*/ 1244126 h 6382977"/>
              <a:gd name="connsiteX3906" fmla="*/ 5648717 w 6501199"/>
              <a:gd name="connsiteY3906" fmla="*/ 1266936 h 6382977"/>
              <a:gd name="connsiteX3907" fmla="*/ 5632609 w 6501199"/>
              <a:gd name="connsiteY3907" fmla="*/ 1278522 h 6382977"/>
              <a:gd name="connsiteX3908" fmla="*/ 5639410 w 6501199"/>
              <a:gd name="connsiteY3908" fmla="*/ 1296625 h 6382977"/>
              <a:gd name="connsiteX3909" fmla="*/ 5612563 w 6501199"/>
              <a:gd name="connsiteY3909" fmla="*/ 1285401 h 6382977"/>
              <a:gd name="connsiteX3910" fmla="*/ 5632609 w 6501199"/>
              <a:gd name="connsiteY3910" fmla="*/ 1226023 h 6382977"/>
              <a:gd name="connsiteX3911" fmla="*/ 5632609 w 6501199"/>
              <a:gd name="connsiteY3911" fmla="*/ 1221316 h 6382977"/>
              <a:gd name="connsiteX3912" fmla="*/ 5837015 w 6501199"/>
              <a:gd name="connsiteY3912" fmla="*/ 1221303 h 6382977"/>
              <a:gd name="connsiteX3913" fmla="*/ 5825225 w 6501199"/>
              <a:gd name="connsiteY3913" fmla="*/ 1245154 h 6382977"/>
              <a:gd name="connsiteX3914" fmla="*/ 5829705 w 6501199"/>
              <a:gd name="connsiteY3914" fmla="*/ 1273094 h 6382977"/>
              <a:gd name="connsiteX3915" fmla="*/ 5831099 w 6501199"/>
              <a:gd name="connsiteY3915" fmla="*/ 1271876 h 6382977"/>
              <a:gd name="connsiteX3916" fmla="*/ 5836295 w 6501199"/>
              <a:gd name="connsiteY3916" fmla="*/ 1248530 h 6382977"/>
              <a:gd name="connsiteX3917" fmla="*/ 5836337 w 6501199"/>
              <a:gd name="connsiteY3917" fmla="*/ 1246929 h 6382977"/>
              <a:gd name="connsiteX3918" fmla="*/ 5836161 w 6501199"/>
              <a:gd name="connsiteY3918" fmla="*/ 1238402 h 6382977"/>
              <a:gd name="connsiteX3919" fmla="*/ 5836608 w 6501199"/>
              <a:gd name="connsiteY3919" fmla="*/ 1236707 h 6382977"/>
              <a:gd name="connsiteX3920" fmla="*/ 4417175 w 6501199"/>
              <a:gd name="connsiteY3920" fmla="*/ 1220611 h 6382977"/>
              <a:gd name="connsiteX3921" fmla="*/ 4430696 w 6501199"/>
              <a:gd name="connsiteY3921" fmla="*/ 1220611 h 6382977"/>
              <a:gd name="connsiteX3922" fmla="*/ 4417175 w 6501199"/>
              <a:gd name="connsiteY3922" fmla="*/ 1220611 h 6382977"/>
              <a:gd name="connsiteX3923" fmla="*/ 4391341 w 6501199"/>
              <a:gd name="connsiteY3923" fmla="*/ 1220431 h 6382977"/>
              <a:gd name="connsiteX3924" fmla="*/ 4405707 w 6501199"/>
              <a:gd name="connsiteY3924" fmla="*/ 1229221 h 6382977"/>
              <a:gd name="connsiteX3925" fmla="*/ 4392186 w 6501199"/>
              <a:gd name="connsiteY3925" fmla="*/ 1229221 h 6382977"/>
              <a:gd name="connsiteX3926" fmla="*/ 4391341 w 6501199"/>
              <a:gd name="connsiteY3926" fmla="*/ 1220431 h 6382977"/>
              <a:gd name="connsiteX3927" fmla="*/ 4950750 w 6501199"/>
              <a:gd name="connsiteY3927" fmla="*/ 1220419 h 6382977"/>
              <a:gd name="connsiteX3928" fmla="*/ 4949641 w 6501199"/>
              <a:gd name="connsiteY3928" fmla="*/ 1225112 h 6382977"/>
              <a:gd name="connsiteX3929" fmla="*/ 4946349 w 6501199"/>
              <a:gd name="connsiteY3929" fmla="*/ 1229908 h 6382977"/>
              <a:gd name="connsiteX3930" fmla="*/ 4949422 w 6501199"/>
              <a:gd name="connsiteY3930" fmla="*/ 1230652 h 6382977"/>
              <a:gd name="connsiteX3931" fmla="*/ 4962922 w 6501199"/>
              <a:gd name="connsiteY3931" fmla="*/ 1239085 h 6382977"/>
              <a:gd name="connsiteX3932" fmla="*/ 4931525 w 6501199"/>
              <a:gd name="connsiteY3932" fmla="*/ 1234824 h 6382977"/>
              <a:gd name="connsiteX3933" fmla="*/ 4937704 w 6501199"/>
              <a:gd name="connsiteY3933" fmla="*/ 1228522 h 6382977"/>
              <a:gd name="connsiteX3934" fmla="*/ 4936288 w 6501199"/>
              <a:gd name="connsiteY3934" fmla="*/ 1225823 h 6382977"/>
              <a:gd name="connsiteX3935" fmla="*/ 4947867 w 6501199"/>
              <a:gd name="connsiteY3935" fmla="*/ 1221197 h 6382977"/>
              <a:gd name="connsiteX3936" fmla="*/ 4950750 w 6501199"/>
              <a:gd name="connsiteY3936" fmla="*/ 1220419 h 6382977"/>
              <a:gd name="connsiteX3937" fmla="*/ 5495339 w 6501199"/>
              <a:gd name="connsiteY3937" fmla="*/ 1220355 h 6382977"/>
              <a:gd name="connsiteX3938" fmla="*/ 5499492 w 6501199"/>
              <a:gd name="connsiteY3938" fmla="*/ 1221238 h 6382977"/>
              <a:gd name="connsiteX3939" fmla="*/ 5483751 w 6501199"/>
              <a:gd name="connsiteY3939" fmla="*/ 1250592 h 6382977"/>
              <a:gd name="connsiteX3940" fmla="*/ 5481605 w 6501199"/>
              <a:gd name="connsiteY3940" fmla="*/ 1225892 h 6382977"/>
              <a:gd name="connsiteX3941" fmla="*/ 5495339 w 6501199"/>
              <a:gd name="connsiteY3941" fmla="*/ 1220355 h 6382977"/>
              <a:gd name="connsiteX3942" fmla="*/ 5941290 w 6501199"/>
              <a:gd name="connsiteY3942" fmla="*/ 1216025 h 6382977"/>
              <a:gd name="connsiteX3943" fmla="*/ 5941290 w 6501199"/>
              <a:gd name="connsiteY3943" fmla="*/ 1250586 h 6382977"/>
              <a:gd name="connsiteX3944" fmla="*/ 5932205 w 6501199"/>
              <a:gd name="connsiteY3944" fmla="*/ 1234579 h 6382977"/>
              <a:gd name="connsiteX3945" fmla="*/ 5925300 w 6501199"/>
              <a:gd name="connsiteY3945" fmla="*/ 1236761 h 6382977"/>
              <a:gd name="connsiteX3946" fmla="*/ 5941290 w 6501199"/>
              <a:gd name="connsiteY3946" fmla="*/ 1216025 h 6382977"/>
              <a:gd name="connsiteX3947" fmla="*/ 2809797 w 6501199"/>
              <a:gd name="connsiteY3947" fmla="*/ 1212850 h 6382977"/>
              <a:gd name="connsiteX3948" fmla="*/ 2816616 w 6501199"/>
              <a:gd name="connsiteY3948" fmla="*/ 1229026 h 6382977"/>
              <a:gd name="connsiteX3949" fmla="*/ 2780366 w 6501199"/>
              <a:gd name="connsiteY3949" fmla="*/ 1224246 h 6382977"/>
              <a:gd name="connsiteX3950" fmla="*/ 2809797 w 6501199"/>
              <a:gd name="connsiteY3950" fmla="*/ 1212850 h 6382977"/>
              <a:gd name="connsiteX3951" fmla="*/ 3391750 w 6501199"/>
              <a:gd name="connsiteY3951" fmla="*/ 1207950 h 6382977"/>
              <a:gd name="connsiteX3952" fmla="*/ 3371088 w 6501199"/>
              <a:gd name="connsiteY3952" fmla="*/ 1223606 h 6382977"/>
              <a:gd name="connsiteX3953" fmla="*/ 3391750 w 6501199"/>
              <a:gd name="connsiteY3953" fmla="*/ 1207950 h 6382977"/>
              <a:gd name="connsiteX3954" fmla="*/ 3303988 w 6501199"/>
              <a:gd name="connsiteY3954" fmla="*/ 1207028 h 6382977"/>
              <a:gd name="connsiteX3955" fmla="*/ 3301885 w 6501199"/>
              <a:gd name="connsiteY3955" fmla="*/ 1220434 h 6382977"/>
              <a:gd name="connsiteX3956" fmla="*/ 3277350 w 6501199"/>
              <a:gd name="connsiteY3956" fmla="*/ 1215848 h 6382977"/>
              <a:gd name="connsiteX3957" fmla="*/ 3303988 w 6501199"/>
              <a:gd name="connsiteY3957" fmla="*/ 1207028 h 6382977"/>
              <a:gd name="connsiteX3958" fmla="*/ 4849736 w 6501199"/>
              <a:gd name="connsiteY3958" fmla="*/ 1204912 h 6382977"/>
              <a:gd name="connsiteX3959" fmla="*/ 4840526 w 6501199"/>
              <a:gd name="connsiteY3959" fmla="*/ 1250587 h 6382977"/>
              <a:gd name="connsiteX3960" fmla="*/ 4849736 w 6501199"/>
              <a:gd name="connsiteY3960" fmla="*/ 1204912 h 6382977"/>
              <a:gd name="connsiteX3961" fmla="*/ 6269334 w 6501199"/>
              <a:gd name="connsiteY3961" fmla="*/ 1198562 h 6382977"/>
              <a:gd name="connsiteX3962" fmla="*/ 6269334 w 6501199"/>
              <a:gd name="connsiteY3962" fmla="*/ 1207324 h 6382977"/>
              <a:gd name="connsiteX3963" fmla="*/ 6280550 w 6501199"/>
              <a:gd name="connsiteY3963" fmla="*/ 1213983 h 6382977"/>
              <a:gd name="connsiteX3964" fmla="*/ 6260572 w 6501199"/>
              <a:gd name="connsiteY3964" fmla="*/ 1225199 h 6382977"/>
              <a:gd name="connsiteX3965" fmla="*/ 6269334 w 6501199"/>
              <a:gd name="connsiteY3965" fmla="*/ 1198562 h 6382977"/>
              <a:gd name="connsiteX3966" fmla="*/ 6046537 w 6501199"/>
              <a:gd name="connsiteY3966" fmla="*/ 1196101 h 6382977"/>
              <a:gd name="connsiteX3967" fmla="*/ 6037177 w 6501199"/>
              <a:gd name="connsiteY3967" fmla="*/ 1219142 h 6382977"/>
              <a:gd name="connsiteX3968" fmla="*/ 6046537 w 6501199"/>
              <a:gd name="connsiteY3968" fmla="*/ 1196101 h 6382977"/>
              <a:gd name="connsiteX3969" fmla="*/ 5647091 w 6501199"/>
              <a:gd name="connsiteY3969" fmla="*/ 1194941 h 6382977"/>
              <a:gd name="connsiteX3970" fmla="*/ 5649152 w 6501199"/>
              <a:gd name="connsiteY3970" fmla="*/ 1196212 h 6382977"/>
              <a:gd name="connsiteX3971" fmla="*/ 5649152 w 6501199"/>
              <a:gd name="connsiteY3971" fmla="*/ 1214086 h 6382977"/>
              <a:gd name="connsiteX3972" fmla="*/ 5628438 w 6501199"/>
              <a:gd name="connsiteY3972" fmla="*/ 1209530 h 6382977"/>
              <a:gd name="connsiteX3973" fmla="*/ 5647091 w 6501199"/>
              <a:gd name="connsiteY3973" fmla="*/ 1194941 h 6382977"/>
              <a:gd name="connsiteX3974" fmla="*/ 2191138 w 6501199"/>
              <a:gd name="connsiteY3974" fmla="*/ 1194347 h 6382977"/>
              <a:gd name="connsiteX3975" fmla="*/ 2152351 w 6501199"/>
              <a:gd name="connsiteY3975" fmla="*/ 1212494 h 6382977"/>
              <a:gd name="connsiteX3976" fmla="*/ 2191138 w 6501199"/>
              <a:gd name="connsiteY3976" fmla="*/ 1194347 h 6382977"/>
              <a:gd name="connsiteX3977" fmla="*/ 6398016 w 6501199"/>
              <a:gd name="connsiteY3977" fmla="*/ 1192212 h 6382977"/>
              <a:gd name="connsiteX3978" fmla="*/ 6398016 w 6501199"/>
              <a:gd name="connsiteY3978" fmla="*/ 1215131 h 6382977"/>
              <a:gd name="connsiteX3979" fmla="*/ 6382224 w 6501199"/>
              <a:gd name="connsiteY3979" fmla="*/ 1212948 h 6382977"/>
              <a:gd name="connsiteX3980" fmla="*/ 6382224 w 6501199"/>
              <a:gd name="connsiteY3980" fmla="*/ 1226773 h 6382977"/>
              <a:gd name="connsiteX3981" fmla="*/ 6398016 w 6501199"/>
              <a:gd name="connsiteY3981" fmla="*/ 1192212 h 6382977"/>
              <a:gd name="connsiteX3982" fmla="*/ 5578696 w 6501199"/>
              <a:gd name="connsiteY3982" fmla="*/ 1192212 h 6382977"/>
              <a:gd name="connsiteX3983" fmla="*/ 5578696 w 6501199"/>
              <a:gd name="connsiteY3983" fmla="*/ 1226773 h 6382977"/>
              <a:gd name="connsiteX3984" fmla="*/ 5578696 w 6501199"/>
              <a:gd name="connsiteY3984" fmla="*/ 1192212 h 6382977"/>
              <a:gd name="connsiteX3985" fmla="*/ 4976345 w 6501199"/>
              <a:gd name="connsiteY3985" fmla="*/ 1191925 h 6382977"/>
              <a:gd name="connsiteX3986" fmla="*/ 4965982 w 6501199"/>
              <a:gd name="connsiteY3986" fmla="*/ 1234717 h 6382977"/>
              <a:gd name="connsiteX3987" fmla="*/ 4952136 w 6501199"/>
              <a:gd name="connsiteY3987" fmla="*/ 1214346 h 6382977"/>
              <a:gd name="connsiteX3988" fmla="*/ 4971874 w 6501199"/>
              <a:gd name="connsiteY3988" fmla="*/ 1192701 h 6382977"/>
              <a:gd name="connsiteX3989" fmla="*/ 4976345 w 6501199"/>
              <a:gd name="connsiteY3989" fmla="*/ 1191925 h 6382977"/>
              <a:gd name="connsiteX3990" fmla="*/ 6321198 w 6501199"/>
              <a:gd name="connsiteY3990" fmla="*/ 1189037 h 6382977"/>
              <a:gd name="connsiteX3991" fmla="*/ 6337684 w 6501199"/>
              <a:gd name="connsiteY3991" fmla="*/ 1272815 h 6382977"/>
              <a:gd name="connsiteX3992" fmla="*/ 6321198 w 6501199"/>
              <a:gd name="connsiteY3992" fmla="*/ 1189037 h 6382977"/>
              <a:gd name="connsiteX3993" fmla="*/ 3495273 w 6501199"/>
              <a:gd name="connsiteY3993" fmla="*/ 1181021 h 6382977"/>
              <a:gd name="connsiteX3994" fmla="*/ 3507176 w 6501199"/>
              <a:gd name="connsiteY3994" fmla="*/ 1184001 h 6382977"/>
              <a:gd name="connsiteX3995" fmla="*/ 3486900 w 6501199"/>
              <a:gd name="connsiteY3995" fmla="*/ 1181510 h 6382977"/>
              <a:gd name="connsiteX3996" fmla="*/ 3495273 w 6501199"/>
              <a:gd name="connsiteY3996" fmla="*/ 1181021 h 6382977"/>
              <a:gd name="connsiteX3997" fmla="*/ 3597657 w 6501199"/>
              <a:gd name="connsiteY3997" fmla="*/ 1177894 h 6382977"/>
              <a:gd name="connsiteX3998" fmla="*/ 3610353 w 6501199"/>
              <a:gd name="connsiteY3998" fmla="*/ 1185496 h 6382977"/>
              <a:gd name="connsiteX3999" fmla="*/ 3586913 w 6501199"/>
              <a:gd name="connsiteY3999" fmla="*/ 1180733 h 6382977"/>
              <a:gd name="connsiteX4000" fmla="*/ 3597657 w 6501199"/>
              <a:gd name="connsiteY4000" fmla="*/ 1177894 h 6382977"/>
              <a:gd name="connsiteX4001" fmla="*/ 5648926 w 6501199"/>
              <a:gd name="connsiteY4001" fmla="*/ 1168400 h 6382977"/>
              <a:gd name="connsiteX4002" fmla="*/ 5658228 w 6501199"/>
              <a:gd name="connsiteY4002" fmla="*/ 1179848 h 6382977"/>
              <a:gd name="connsiteX4003" fmla="*/ 5634788 w 6501199"/>
              <a:gd name="connsiteY4003" fmla="*/ 1184498 h 6382977"/>
              <a:gd name="connsiteX4004" fmla="*/ 5648926 w 6501199"/>
              <a:gd name="connsiteY4004" fmla="*/ 1168400 h 6382977"/>
              <a:gd name="connsiteX4005" fmla="*/ 3531042 w 6501199"/>
              <a:gd name="connsiteY4005" fmla="*/ 1168091 h 6382977"/>
              <a:gd name="connsiteX4006" fmla="*/ 3538935 w 6501199"/>
              <a:gd name="connsiteY4006" fmla="*/ 1170340 h 6382977"/>
              <a:gd name="connsiteX4007" fmla="*/ 3523413 w 6501199"/>
              <a:gd name="connsiteY4007" fmla="*/ 1172456 h 6382977"/>
              <a:gd name="connsiteX4008" fmla="*/ 3531042 w 6501199"/>
              <a:gd name="connsiteY4008" fmla="*/ 1168091 h 6382977"/>
              <a:gd name="connsiteX4009" fmla="*/ 2156282 w 6501199"/>
              <a:gd name="connsiteY4009" fmla="*/ 1167933 h 6382977"/>
              <a:gd name="connsiteX4010" fmla="*/ 2170500 w 6501199"/>
              <a:gd name="connsiteY4010" fmla="*/ 1177980 h 6382977"/>
              <a:gd name="connsiteX4011" fmla="*/ 2140700 w 6501199"/>
              <a:gd name="connsiteY4011" fmla="*/ 1180152 h 6382977"/>
              <a:gd name="connsiteX4012" fmla="*/ 2156282 w 6501199"/>
              <a:gd name="connsiteY4012" fmla="*/ 1167933 h 6382977"/>
              <a:gd name="connsiteX4013" fmla="*/ 2543562 w 6501199"/>
              <a:gd name="connsiteY4013" fmla="*/ 1164166 h 6382977"/>
              <a:gd name="connsiteX4014" fmla="*/ 2513763 w 6501199"/>
              <a:gd name="connsiteY4014" fmla="*/ 1177572 h 6382977"/>
              <a:gd name="connsiteX4015" fmla="*/ 2543562 w 6501199"/>
              <a:gd name="connsiteY4015" fmla="*/ 1164166 h 6382977"/>
              <a:gd name="connsiteX4016" fmla="*/ 3395803 w 6501199"/>
              <a:gd name="connsiteY4016" fmla="*/ 1161479 h 6382977"/>
              <a:gd name="connsiteX4017" fmla="*/ 3416684 w 6501199"/>
              <a:gd name="connsiteY4017" fmla="*/ 1165944 h 6382977"/>
              <a:gd name="connsiteX4018" fmla="*/ 3393238 w 6501199"/>
              <a:gd name="connsiteY4018" fmla="*/ 1173013 h 6382977"/>
              <a:gd name="connsiteX4019" fmla="*/ 3395803 w 6501199"/>
              <a:gd name="connsiteY4019" fmla="*/ 1161479 h 6382977"/>
              <a:gd name="connsiteX4020" fmla="*/ 4922103 w 6501199"/>
              <a:gd name="connsiteY4020" fmla="*/ 1158875 h 6382977"/>
              <a:gd name="connsiteX4021" fmla="*/ 4924206 w 6501199"/>
              <a:gd name="connsiteY4021" fmla="*/ 1183917 h 6382977"/>
              <a:gd name="connsiteX4022" fmla="*/ 4922103 w 6501199"/>
              <a:gd name="connsiteY4022" fmla="*/ 1158875 h 6382977"/>
              <a:gd name="connsiteX4023" fmla="*/ 3490747 w 6501199"/>
              <a:gd name="connsiteY4023" fmla="*/ 1158089 h 6382977"/>
              <a:gd name="connsiteX4024" fmla="*/ 3496059 w 6501199"/>
              <a:gd name="connsiteY4024" fmla="*/ 1163740 h 6382977"/>
              <a:gd name="connsiteX4025" fmla="*/ 3482138 w 6501199"/>
              <a:gd name="connsiteY4025" fmla="*/ 1165843 h 6382977"/>
              <a:gd name="connsiteX4026" fmla="*/ 3490747 w 6501199"/>
              <a:gd name="connsiteY4026" fmla="*/ 1158089 h 6382977"/>
              <a:gd name="connsiteX4027" fmla="*/ 6411121 w 6501199"/>
              <a:gd name="connsiteY4027" fmla="*/ 1155700 h 6382977"/>
              <a:gd name="connsiteX4028" fmla="*/ 6433981 w 6501199"/>
              <a:gd name="connsiteY4028" fmla="*/ 1245829 h 6382977"/>
              <a:gd name="connsiteX4029" fmla="*/ 6411121 w 6501199"/>
              <a:gd name="connsiteY4029" fmla="*/ 1155700 h 6382977"/>
              <a:gd name="connsiteX4030" fmla="*/ 4981112 w 6501199"/>
              <a:gd name="connsiteY4030" fmla="*/ 1155700 h 6382977"/>
              <a:gd name="connsiteX4031" fmla="*/ 4983609 w 6501199"/>
              <a:gd name="connsiteY4031" fmla="*/ 1180737 h 6382977"/>
              <a:gd name="connsiteX4032" fmla="*/ 4981112 w 6501199"/>
              <a:gd name="connsiteY4032" fmla="*/ 1155700 h 6382977"/>
              <a:gd name="connsiteX4033" fmla="*/ 5592544 w 6501199"/>
              <a:gd name="connsiteY4033" fmla="*/ 1152525 h 6382977"/>
              <a:gd name="connsiteX4034" fmla="*/ 5579225 w 6501199"/>
              <a:gd name="connsiteY4034" fmla="*/ 1172502 h 6382977"/>
              <a:gd name="connsiteX4035" fmla="*/ 5592544 w 6501199"/>
              <a:gd name="connsiteY4035" fmla="*/ 1152525 h 6382977"/>
              <a:gd name="connsiteX4036" fmla="*/ 5167938 w 6501199"/>
              <a:gd name="connsiteY4036" fmla="*/ 1150937 h 6382977"/>
              <a:gd name="connsiteX4037" fmla="*/ 5186194 w 6501199"/>
              <a:gd name="connsiteY4037" fmla="*/ 1159936 h 6382977"/>
              <a:gd name="connsiteX4038" fmla="*/ 5184047 w 6501199"/>
              <a:gd name="connsiteY4038" fmla="*/ 1178294 h 6382977"/>
              <a:gd name="connsiteX4039" fmla="*/ 5172592 w 6501199"/>
              <a:gd name="connsiteY4039" fmla="*/ 1180453 h 6382977"/>
              <a:gd name="connsiteX4040" fmla="*/ 5188342 w 6501199"/>
              <a:gd name="connsiteY4040" fmla="*/ 1194132 h 6382977"/>
              <a:gd name="connsiteX4041" fmla="*/ 5177245 w 6501199"/>
              <a:gd name="connsiteY4041" fmla="*/ 1212490 h 6382977"/>
              <a:gd name="connsiteX4042" fmla="*/ 5152188 w 6501199"/>
              <a:gd name="connsiteY4042" fmla="*/ 1187293 h 6382977"/>
              <a:gd name="connsiteX4043" fmla="*/ 5174740 w 6501199"/>
              <a:gd name="connsiteY4043" fmla="*/ 1168935 h 6382977"/>
              <a:gd name="connsiteX4044" fmla="*/ 5163643 w 6501199"/>
              <a:gd name="connsiteY4044" fmla="*/ 1155616 h 6382977"/>
              <a:gd name="connsiteX4045" fmla="*/ 5167938 w 6501199"/>
              <a:gd name="connsiteY4045" fmla="*/ 1150937 h 6382977"/>
              <a:gd name="connsiteX4046" fmla="*/ 4880353 w 6501199"/>
              <a:gd name="connsiteY4046" fmla="*/ 1150937 h 6382977"/>
              <a:gd name="connsiteX4047" fmla="*/ 4861378 w 6501199"/>
              <a:gd name="connsiteY4047" fmla="*/ 1206137 h 6382977"/>
              <a:gd name="connsiteX4048" fmla="*/ 4880353 w 6501199"/>
              <a:gd name="connsiteY4048" fmla="*/ 1150937 h 6382977"/>
              <a:gd name="connsiteX4049" fmla="*/ 4506785 w 6501199"/>
              <a:gd name="connsiteY4049" fmla="*/ 1149963 h 6382977"/>
              <a:gd name="connsiteX4050" fmla="*/ 4520001 w 6501199"/>
              <a:gd name="connsiteY4050" fmla="*/ 1152573 h 6382977"/>
              <a:gd name="connsiteX4051" fmla="*/ 4508777 w 6501199"/>
              <a:gd name="connsiteY4051" fmla="*/ 1156950 h 6382977"/>
              <a:gd name="connsiteX4052" fmla="*/ 4506785 w 6501199"/>
              <a:gd name="connsiteY4052" fmla="*/ 1149963 h 6382977"/>
              <a:gd name="connsiteX4053" fmla="*/ 6053377 w 6501199"/>
              <a:gd name="connsiteY4053" fmla="*/ 1146057 h 6382977"/>
              <a:gd name="connsiteX4054" fmla="*/ 6055537 w 6501199"/>
              <a:gd name="connsiteY4054" fmla="*/ 1168739 h 6382977"/>
              <a:gd name="connsiteX4055" fmla="*/ 6064537 w 6501199"/>
              <a:gd name="connsiteY4055" fmla="*/ 1155418 h 6382977"/>
              <a:gd name="connsiteX4056" fmla="*/ 6053377 w 6501199"/>
              <a:gd name="connsiteY4056" fmla="*/ 1146057 h 6382977"/>
              <a:gd name="connsiteX4057" fmla="*/ 3348245 w 6501199"/>
              <a:gd name="connsiteY4057" fmla="*/ 1143707 h 6382977"/>
              <a:gd name="connsiteX4058" fmla="*/ 3364291 w 6501199"/>
              <a:gd name="connsiteY4058" fmla="*/ 1144311 h 6382977"/>
              <a:gd name="connsiteX4059" fmla="*/ 3354989 w 6501199"/>
              <a:gd name="connsiteY4059" fmla="*/ 1146382 h 6382977"/>
              <a:gd name="connsiteX4060" fmla="*/ 3354989 w 6501199"/>
              <a:gd name="connsiteY4060" fmla="*/ 1150868 h 6382977"/>
              <a:gd name="connsiteX4061" fmla="*/ 3340850 w 6501199"/>
              <a:gd name="connsiteY4061" fmla="*/ 1152939 h 6382977"/>
              <a:gd name="connsiteX4062" fmla="*/ 3348245 w 6501199"/>
              <a:gd name="connsiteY4062" fmla="*/ 1143707 h 6382977"/>
              <a:gd name="connsiteX4063" fmla="*/ 3476398 w 6501199"/>
              <a:gd name="connsiteY4063" fmla="*/ 1143000 h 6382977"/>
              <a:gd name="connsiteX4064" fmla="*/ 3483359 w 6501199"/>
              <a:gd name="connsiteY4064" fmla="*/ 1147586 h 6382977"/>
              <a:gd name="connsiteX4065" fmla="*/ 3481161 w 6501199"/>
              <a:gd name="connsiteY4065" fmla="*/ 1158522 h 6382977"/>
              <a:gd name="connsiteX4066" fmla="*/ 3476398 w 6501199"/>
              <a:gd name="connsiteY4066" fmla="*/ 1143000 h 6382977"/>
              <a:gd name="connsiteX4067" fmla="*/ 2628824 w 6501199"/>
              <a:gd name="connsiteY4067" fmla="*/ 1143000 h 6382977"/>
              <a:gd name="connsiteX4068" fmla="*/ 2635641 w 6501199"/>
              <a:gd name="connsiteY4068" fmla="*/ 1149760 h 6382977"/>
              <a:gd name="connsiteX4069" fmla="*/ 2583613 w 6501199"/>
              <a:gd name="connsiteY4069" fmla="*/ 1154386 h 6382977"/>
              <a:gd name="connsiteX4070" fmla="*/ 2628824 w 6501199"/>
              <a:gd name="connsiteY4070" fmla="*/ 1143000 h 6382977"/>
              <a:gd name="connsiteX4071" fmla="*/ 3053845 w 6501199"/>
              <a:gd name="connsiteY4071" fmla="*/ 1135255 h 6382977"/>
              <a:gd name="connsiteX4072" fmla="*/ 3042743 w 6501199"/>
              <a:gd name="connsiteY4072" fmla="*/ 1142162 h 6382977"/>
              <a:gd name="connsiteX4073" fmla="*/ 3070072 w 6501199"/>
              <a:gd name="connsiteY4073" fmla="*/ 1135345 h 6382977"/>
              <a:gd name="connsiteX4074" fmla="*/ 3053845 w 6501199"/>
              <a:gd name="connsiteY4074" fmla="*/ 1135255 h 6382977"/>
              <a:gd name="connsiteX4075" fmla="*/ 3149822 w 6501199"/>
              <a:gd name="connsiteY4075" fmla="*/ 1135062 h 6382977"/>
              <a:gd name="connsiteX4076" fmla="*/ 3158994 w 6501199"/>
              <a:gd name="connsiteY4076" fmla="*/ 1135062 h 6382977"/>
              <a:gd name="connsiteX4077" fmla="*/ 3161110 w 6501199"/>
              <a:gd name="connsiteY4077" fmla="*/ 1139332 h 6382977"/>
              <a:gd name="connsiteX4078" fmla="*/ 3129713 w 6501199"/>
              <a:gd name="connsiteY4078" fmla="*/ 1155344 h 6382977"/>
              <a:gd name="connsiteX4079" fmla="*/ 3149822 w 6501199"/>
              <a:gd name="connsiteY4079" fmla="*/ 1135062 h 6382977"/>
              <a:gd name="connsiteX4080" fmla="*/ 4822577 w 6501199"/>
              <a:gd name="connsiteY4080" fmla="*/ 1131887 h 6382977"/>
              <a:gd name="connsiteX4081" fmla="*/ 4829471 w 6501199"/>
              <a:gd name="connsiteY4081" fmla="*/ 1131887 h 6382977"/>
              <a:gd name="connsiteX4082" fmla="*/ 4836366 w 6501199"/>
              <a:gd name="connsiteY4082" fmla="*/ 1136649 h 6382977"/>
              <a:gd name="connsiteX4083" fmla="*/ 4822577 w 6501199"/>
              <a:gd name="connsiteY4083" fmla="*/ 1141412 h 6382977"/>
              <a:gd name="connsiteX4084" fmla="*/ 4822577 w 6501199"/>
              <a:gd name="connsiteY4084" fmla="*/ 1131887 h 6382977"/>
              <a:gd name="connsiteX4085" fmla="*/ 2792281 w 6501199"/>
              <a:gd name="connsiteY4085" fmla="*/ 1131887 h 6382977"/>
              <a:gd name="connsiteX4086" fmla="*/ 2794397 w 6501199"/>
              <a:gd name="connsiteY4086" fmla="*/ 1147659 h 6382977"/>
              <a:gd name="connsiteX4087" fmla="*/ 2778875 w 6501199"/>
              <a:gd name="connsiteY4087" fmla="*/ 1145206 h 6382977"/>
              <a:gd name="connsiteX4088" fmla="*/ 2756650 w 6501199"/>
              <a:gd name="connsiteY4088" fmla="*/ 1143103 h 6382977"/>
              <a:gd name="connsiteX4089" fmla="*/ 2792281 w 6501199"/>
              <a:gd name="connsiteY4089" fmla="*/ 1131887 h 6382977"/>
              <a:gd name="connsiteX4090" fmla="*/ 5039067 w 6501199"/>
              <a:gd name="connsiteY4090" fmla="*/ 1131590 h 6382977"/>
              <a:gd name="connsiteX4091" fmla="*/ 5055033 w 6501199"/>
              <a:gd name="connsiteY4091" fmla="*/ 1150565 h 6382977"/>
              <a:gd name="connsiteX4092" fmla="*/ 5039067 w 6501199"/>
              <a:gd name="connsiteY4092" fmla="*/ 1131590 h 6382977"/>
              <a:gd name="connsiteX4093" fmla="*/ 4773047 w 6501199"/>
              <a:gd name="connsiteY4093" fmla="*/ 1130684 h 6382977"/>
              <a:gd name="connsiteX4094" fmla="*/ 4784208 w 6501199"/>
              <a:gd name="connsiteY4094" fmla="*/ 1149041 h 6382977"/>
              <a:gd name="connsiteX4095" fmla="*/ 4782048 w 6501199"/>
              <a:gd name="connsiteY4095" fmla="*/ 1132844 h 6382977"/>
              <a:gd name="connsiteX4096" fmla="*/ 4773047 w 6501199"/>
              <a:gd name="connsiteY4096" fmla="*/ 1130684 h 6382977"/>
              <a:gd name="connsiteX4097" fmla="*/ 5181721 w 6501199"/>
              <a:gd name="connsiteY4097" fmla="*/ 1127125 h 6382977"/>
              <a:gd name="connsiteX4098" fmla="*/ 5184211 w 6501199"/>
              <a:gd name="connsiteY4098" fmla="*/ 1150565 h 6382977"/>
              <a:gd name="connsiteX4099" fmla="*/ 5181721 w 6501199"/>
              <a:gd name="connsiteY4099" fmla="*/ 1127125 h 6382977"/>
              <a:gd name="connsiteX4100" fmla="*/ 5529899 w 6501199"/>
              <a:gd name="connsiteY4100" fmla="*/ 1124913 h 6382977"/>
              <a:gd name="connsiteX4101" fmla="*/ 5537587 w 6501199"/>
              <a:gd name="connsiteY4101" fmla="*/ 1125934 h 6382977"/>
              <a:gd name="connsiteX4102" fmla="*/ 5512550 w 6501199"/>
              <a:gd name="connsiteY4102" fmla="*/ 1143689 h 6382977"/>
              <a:gd name="connsiteX4103" fmla="*/ 5529899 w 6501199"/>
              <a:gd name="connsiteY4103" fmla="*/ 1124913 h 6382977"/>
              <a:gd name="connsiteX4104" fmla="*/ 5982674 w 6501199"/>
              <a:gd name="connsiteY4104" fmla="*/ 1123950 h 6382977"/>
              <a:gd name="connsiteX4105" fmla="*/ 5973372 w 6501199"/>
              <a:gd name="connsiteY4105" fmla="*/ 1155347 h 6382977"/>
              <a:gd name="connsiteX4106" fmla="*/ 5982674 w 6501199"/>
              <a:gd name="connsiteY4106" fmla="*/ 1123950 h 6382977"/>
              <a:gd name="connsiteX4107" fmla="*/ 3226186 w 6501199"/>
              <a:gd name="connsiteY4107" fmla="*/ 1116012 h 6382977"/>
              <a:gd name="connsiteX4108" fmla="*/ 3186863 w 6501199"/>
              <a:gd name="connsiteY4108" fmla="*/ 1131534 h 6382977"/>
              <a:gd name="connsiteX4109" fmla="*/ 3226186 w 6501199"/>
              <a:gd name="connsiteY4109" fmla="*/ 1116012 h 6382977"/>
              <a:gd name="connsiteX4110" fmla="*/ 3145229 w 6501199"/>
              <a:gd name="connsiteY4110" fmla="*/ 1108075 h 6382977"/>
              <a:gd name="connsiteX4111" fmla="*/ 3111067 w 6501199"/>
              <a:gd name="connsiteY4111" fmla="*/ 1114892 h 6382977"/>
              <a:gd name="connsiteX4112" fmla="*/ 3133721 w 6501199"/>
              <a:gd name="connsiteY4112" fmla="*/ 1123863 h 6382977"/>
              <a:gd name="connsiteX4113" fmla="*/ 3131564 w 6501199"/>
              <a:gd name="connsiteY4113" fmla="*/ 1135345 h 6382977"/>
              <a:gd name="connsiteX4114" fmla="*/ 3074747 w 6501199"/>
              <a:gd name="connsiteY4114" fmla="*/ 1135345 h 6382977"/>
              <a:gd name="connsiteX4115" fmla="*/ 3115382 w 6501199"/>
              <a:gd name="connsiteY4115" fmla="*/ 1151133 h 6382977"/>
              <a:gd name="connsiteX4116" fmla="*/ 3070072 w 6501199"/>
              <a:gd name="connsiteY4116" fmla="*/ 1155797 h 6382977"/>
              <a:gd name="connsiteX4117" fmla="*/ 3015413 w 6501199"/>
              <a:gd name="connsiteY4117" fmla="*/ 1144315 h 6382977"/>
              <a:gd name="connsiteX4118" fmla="*/ 2992758 w 6501199"/>
              <a:gd name="connsiteY4118" fmla="*/ 1153285 h 6382977"/>
              <a:gd name="connsiteX4119" fmla="*/ 2988443 w 6501199"/>
              <a:gd name="connsiteY4119" fmla="*/ 1139650 h 6382977"/>
              <a:gd name="connsiteX4120" fmla="*/ 2974778 w 6501199"/>
              <a:gd name="connsiteY4120" fmla="*/ 1153285 h 6382977"/>
              <a:gd name="connsiteX4121" fmla="*/ 2895307 w 6501199"/>
              <a:gd name="connsiteY4121" fmla="*/ 1148980 h 6382977"/>
              <a:gd name="connsiteX4122" fmla="*/ 2974778 w 6501199"/>
              <a:gd name="connsiteY4122" fmla="*/ 1130680 h 6382977"/>
              <a:gd name="connsiteX4123" fmla="*/ 2881642 w 6501199"/>
              <a:gd name="connsiteY4123" fmla="*/ 1121710 h 6382977"/>
              <a:gd name="connsiteX4124" fmla="*/ 2872292 w 6501199"/>
              <a:gd name="connsiteY4124" fmla="*/ 1146468 h 6382977"/>
              <a:gd name="connsiteX4125" fmla="*/ 2831657 w 6501199"/>
              <a:gd name="connsiteY4125" fmla="*/ 1148980 h 6382977"/>
              <a:gd name="connsiteX4126" fmla="*/ 2863302 w 6501199"/>
              <a:gd name="connsiteY4126" fmla="*/ 1135345 h 6382977"/>
              <a:gd name="connsiteX4127" fmla="*/ 2854312 w 6501199"/>
              <a:gd name="connsiteY4127" fmla="*/ 1130680 h 6382977"/>
              <a:gd name="connsiteX4128" fmla="*/ 2863302 w 6501199"/>
              <a:gd name="connsiteY4128" fmla="*/ 1126374 h 6382977"/>
              <a:gd name="connsiteX4129" fmla="*/ 2835973 w 6501199"/>
              <a:gd name="connsiteY4129" fmla="*/ 1117045 h 6382977"/>
              <a:gd name="connsiteX4130" fmla="*/ 2997433 w 6501199"/>
              <a:gd name="connsiteY4130" fmla="*/ 1112739 h 6382977"/>
              <a:gd name="connsiteX4131" fmla="*/ 3145229 w 6501199"/>
              <a:gd name="connsiteY4131" fmla="*/ 1108075 h 6382977"/>
              <a:gd name="connsiteX4132" fmla="*/ 5559803 w 6501199"/>
              <a:gd name="connsiteY4132" fmla="*/ 1091537 h 6382977"/>
              <a:gd name="connsiteX4133" fmla="*/ 5543432 w 6501199"/>
              <a:gd name="connsiteY4133" fmla="*/ 1129941 h 6382977"/>
              <a:gd name="connsiteX4134" fmla="*/ 5559803 w 6501199"/>
              <a:gd name="connsiteY4134" fmla="*/ 1091537 h 6382977"/>
              <a:gd name="connsiteX4135" fmla="*/ 5163324 w 6501199"/>
              <a:gd name="connsiteY4135" fmla="*/ 1087437 h 6382977"/>
              <a:gd name="connsiteX4136" fmla="*/ 5156571 w 6501199"/>
              <a:gd name="connsiteY4136" fmla="*/ 1137874 h 6382977"/>
              <a:gd name="connsiteX4137" fmla="*/ 5163324 w 6501199"/>
              <a:gd name="connsiteY4137" fmla="*/ 1087437 h 6382977"/>
              <a:gd name="connsiteX4138" fmla="*/ 5920166 w 6501199"/>
              <a:gd name="connsiteY4138" fmla="*/ 1070803 h 6382977"/>
              <a:gd name="connsiteX4139" fmla="*/ 5915329 w 6501199"/>
              <a:gd name="connsiteY4139" fmla="*/ 1083917 h 6382977"/>
              <a:gd name="connsiteX4140" fmla="*/ 5896725 w 6501199"/>
              <a:gd name="connsiteY4140" fmla="*/ 1077360 h 6382977"/>
              <a:gd name="connsiteX4141" fmla="*/ 5920166 w 6501199"/>
              <a:gd name="connsiteY4141" fmla="*/ 1070803 h 6382977"/>
              <a:gd name="connsiteX4142" fmla="*/ 5197709 w 6501199"/>
              <a:gd name="connsiteY4142" fmla="*/ 1068387 h 6382977"/>
              <a:gd name="connsiteX4143" fmla="*/ 5208975 w 6501199"/>
              <a:gd name="connsiteY4143" fmla="*/ 1077360 h 6382977"/>
              <a:gd name="connsiteX4144" fmla="*/ 5179175 w 6501199"/>
              <a:gd name="connsiteY4144" fmla="*/ 1081501 h 6382977"/>
              <a:gd name="connsiteX4145" fmla="*/ 5197709 w 6501199"/>
              <a:gd name="connsiteY4145" fmla="*/ 1068387 h 6382977"/>
              <a:gd name="connsiteX4146" fmla="*/ 5130890 w 6501199"/>
              <a:gd name="connsiteY4146" fmla="*/ 1066800 h 6382977"/>
              <a:gd name="connsiteX4147" fmla="*/ 5130890 w 6501199"/>
              <a:gd name="connsiteY4147" fmla="*/ 1101361 h 6382977"/>
              <a:gd name="connsiteX4148" fmla="*/ 5130890 w 6501199"/>
              <a:gd name="connsiteY4148" fmla="*/ 1066800 h 6382977"/>
              <a:gd name="connsiteX4149" fmla="*/ 5481583 w 6501199"/>
              <a:gd name="connsiteY4149" fmla="*/ 1063625 h 6382977"/>
              <a:gd name="connsiteX4150" fmla="*/ 5479079 w 6501199"/>
              <a:gd name="connsiteY4150" fmla="*/ 1088662 h 6382977"/>
              <a:gd name="connsiteX4151" fmla="*/ 5481583 w 6501199"/>
              <a:gd name="connsiteY4151" fmla="*/ 1063625 h 6382977"/>
              <a:gd name="connsiteX4152" fmla="*/ 5043167 w 6501199"/>
              <a:gd name="connsiteY4152" fmla="*/ 1057275 h 6382977"/>
              <a:gd name="connsiteX4153" fmla="*/ 5052252 w 6501199"/>
              <a:gd name="connsiteY4153" fmla="*/ 1077733 h 6382977"/>
              <a:gd name="connsiteX4154" fmla="*/ 5045347 w 6501199"/>
              <a:gd name="connsiteY4154" fmla="*/ 1098191 h 6382977"/>
              <a:gd name="connsiteX4155" fmla="*/ 5043167 w 6501199"/>
              <a:gd name="connsiteY4155" fmla="*/ 1057275 h 6382977"/>
              <a:gd name="connsiteX4156" fmla="*/ 4815275 w 6501199"/>
              <a:gd name="connsiteY4156" fmla="*/ 1057241 h 6382977"/>
              <a:gd name="connsiteX4157" fmla="*/ 4796741 w 6501199"/>
              <a:gd name="connsiteY4157" fmla="*/ 1087073 h 6382977"/>
              <a:gd name="connsiteX4158" fmla="*/ 4815275 w 6501199"/>
              <a:gd name="connsiteY4158" fmla="*/ 1057241 h 6382977"/>
              <a:gd name="connsiteX4159" fmla="*/ 4497762 w 6501199"/>
              <a:gd name="connsiteY4159" fmla="*/ 1055780 h 6382977"/>
              <a:gd name="connsiteX4160" fmla="*/ 4513645 w 6501199"/>
              <a:gd name="connsiteY4160" fmla="*/ 1059567 h 6382977"/>
              <a:gd name="connsiteX4161" fmla="*/ 4493058 w 6501199"/>
              <a:gd name="connsiteY4161" fmla="*/ 1077559 h 6382977"/>
              <a:gd name="connsiteX4162" fmla="*/ 4497762 w 6501199"/>
              <a:gd name="connsiteY4162" fmla="*/ 1055780 h 6382977"/>
              <a:gd name="connsiteX4163" fmla="*/ 5900828 w 6501199"/>
              <a:gd name="connsiteY4163" fmla="*/ 1042987 h 6382977"/>
              <a:gd name="connsiteX4164" fmla="*/ 5894169 w 6501199"/>
              <a:gd name="connsiteY4164" fmla="*/ 1068024 h 6382977"/>
              <a:gd name="connsiteX4165" fmla="*/ 5900828 w 6501199"/>
              <a:gd name="connsiteY4165" fmla="*/ 1042987 h 6382977"/>
              <a:gd name="connsiteX4166" fmla="*/ 5620615 w 6501199"/>
              <a:gd name="connsiteY4166" fmla="*/ 1042987 h 6382977"/>
              <a:gd name="connsiteX4167" fmla="*/ 5622795 w 6501199"/>
              <a:gd name="connsiteY4167" fmla="*/ 1070606 h 6382977"/>
              <a:gd name="connsiteX4168" fmla="*/ 5620615 w 6501199"/>
              <a:gd name="connsiteY4168" fmla="*/ 1042987 h 6382977"/>
              <a:gd name="connsiteX4169" fmla="*/ 4965582 w 6501199"/>
              <a:gd name="connsiteY4169" fmla="*/ 1041074 h 6382977"/>
              <a:gd name="connsiteX4170" fmla="*/ 4978189 w 6501199"/>
              <a:gd name="connsiteY4170" fmla="*/ 1041085 h 6382977"/>
              <a:gd name="connsiteX4171" fmla="*/ 4954886 w 6501199"/>
              <a:gd name="connsiteY4171" fmla="*/ 1074383 h 6382977"/>
              <a:gd name="connsiteX4172" fmla="*/ 4941050 w 6501199"/>
              <a:gd name="connsiteY4172" fmla="*/ 1072257 h 6382977"/>
              <a:gd name="connsiteX4173" fmla="*/ 4947968 w 6501199"/>
              <a:gd name="connsiteY4173" fmla="*/ 1049941 h 6382977"/>
              <a:gd name="connsiteX4174" fmla="*/ 4965582 w 6501199"/>
              <a:gd name="connsiteY4174" fmla="*/ 1041074 h 6382977"/>
              <a:gd name="connsiteX4175" fmla="*/ 5920959 w 6501199"/>
              <a:gd name="connsiteY4175" fmla="*/ 1038772 h 6382977"/>
              <a:gd name="connsiteX4176" fmla="*/ 5916494 w 6501199"/>
              <a:gd name="connsiteY4176" fmla="*/ 1056919 h 6382977"/>
              <a:gd name="connsiteX4177" fmla="*/ 5920959 w 6501199"/>
              <a:gd name="connsiteY4177" fmla="*/ 1038772 h 6382977"/>
              <a:gd name="connsiteX4178" fmla="*/ 5207601 w 6501199"/>
              <a:gd name="connsiteY4178" fmla="*/ 1038225 h 6382977"/>
              <a:gd name="connsiteX4179" fmla="*/ 5204997 w 6501199"/>
              <a:gd name="connsiteY4179" fmla="*/ 1058506 h 6382977"/>
              <a:gd name="connsiteX4180" fmla="*/ 5193463 w 6501199"/>
              <a:gd name="connsiteY4180" fmla="*/ 1047476 h 6382977"/>
              <a:gd name="connsiteX4181" fmla="*/ 5207601 w 6501199"/>
              <a:gd name="connsiteY4181" fmla="*/ 1038225 h 6382977"/>
              <a:gd name="connsiteX4182" fmla="*/ 4805936 w 6501199"/>
              <a:gd name="connsiteY4182" fmla="*/ 1031875 h 6382977"/>
              <a:gd name="connsiteX4183" fmla="*/ 4801350 w 6501199"/>
              <a:gd name="connsiteY4183" fmla="*/ 1050558 h 6382977"/>
              <a:gd name="connsiteX4184" fmla="*/ 4805936 w 6501199"/>
              <a:gd name="connsiteY4184" fmla="*/ 1031875 h 6382977"/>
              <a:gd name="connsiteX4185" fmla="*/ 4717566 w 6501199"/>
              <a:gd name="connsiteY4185" fmla="*/ 1025525 h 6382977"/>
              <a:gd name="connsiteX4186" fmla="*/ 4726385 w 6501199"/>
              <a:gd name="connsiteY4186" fmla="*/ 1037180 h 6382977"/>
              <a:gd name="connsiteX4187" fmla="*/ 4710863 w 6501199"/>
              <a:gd name="connsiteY4187" fmla="*/ 1032292 h 6382977"/>
              <a:gd name="connsiteX4188" fmla="*/ 4717566 w 6501199"/>
              <a:gd name="connsiteY4188" fmla="*/ 1025525 h 6382977"/>
              <a:gd name="connsiteX4189" fmla="*/ 5379076 w 6501199"/>
              <a:gd name="connsiteY4189" fmla="*/ 1020762 h 6382977"/>
              <a:gd name="connsiteX4190" fmla="*/ 5376928 w 6501199"/>
              <a:gd name="connsiteY4190" fmla="*/ 1068029 h 6382977"/>
              <a:gd name="connsiteX4191" fmla="*/ 5379076 w 6501199"/>
              <a:gd name="connsiteY4191" fmla="*/ 1020762 h 6382977"/>
              <a:gd name="connsiteX4192" fmla="*/ 4686637 w 6501199"/>
              <a:gd name="connsiteY4192" fmla="*/ 1012621 h 6382977"/>
              <a:gd name="connsiteX4193" fmla="*/ 4681957 w 6501199"/>
              <a:gd name="connsiteY4193" fmla="*/ 1023779 h 6382977"/>
              <a:gd name="connsiteX4194" fmla="*/ 4690958 w 6501199"/>
              <a:gd name="connsiteY4194" fmla="*/ 1026299 h 6382977"/>
              <a:gd name="connsiteX4195" fmla="*/ 4690958 w 6501199"/>
              <a:gd name="connsiteY4195" fmla="*/ 1030618 h 6382977"/>
              <a:gd name="connsiteX4196" fmla="*/ 4700319 w 6501199"/>
              <a:gd name="connsiteY4196" fmla="*/ 1021620 h 6382977"/>
              <a:gd name="connsiteX4197" fmla="*/ 4686637 w 6501199"/>
              <a:gd name="connsiteY4197" fmla="*/ 1012621 h 6382977"/>
              <a:gd name="connsiteX4198" fmla="*/ 4732779 w 6501199"/>
              <a:gd name="connsiteY4198" fmla="*/ 1009650 h 6382977"/>
              <a:gd name="connsiteX4199" fmla="*/ 4721563 w 6501199"/>
              <a:gd name="connsiteY4199" fmla="*/ 1023570 h 6382977"/>
              <a:gd name="connsiteX4200" fmla="*/ 4732779 w 6501199"/>
              <a:gd name="connsiteY4200" fmla="*/ 1009650 h 6382977"/>
              <a:gd name="connsiteX4201" fmla="*/ 5490855 w 6501199"/>
              <a:gd name="connsiteY4201" fmla="*/ 993775 h 6382977"/>
              <a:gd name="connsiteX4202" fmla="*/ 5497557 w 6501199"/>
              <a:gd name="connsiteY4202" fmla="*/ 1014056 h 6382977"/>
              <a:gd name="connsiteX4203" fmla="*/ 5490855 w 6501199"/>
              <a:gd name="connsiteY4203" fmla="*/ 993775 h 6382977"/>
              <a:gd name="connsiteX4204" fmla="*/ 4813257 w 6501199"/>
              <a:gd name="connsiteY4204" fmla="*/ 993775 h 6382977"/>
              <a:gd name="connsiteX4205" fmla="*/ 4815489 w 6501199"/>
              <a:gd name="connsiteY4205" fmla="*/ 1031522 h 6382977"/>
              <a:gd name="connsiteX4206" fmla="*/ 4813257 w 6501199"/>
              <a:gd name="connsiteY4206" fmla="*/ 993775 h 6382977"/>
              <a:gd name="connsiteX4207" fmla="*/ 4914286 w 6501199"/>
              <a:gd name="connsiteY4207" fmla="*/ 989224 h 6382977"/>
              <a:gd name="connsiteX4208" fmla="*/ 4903637 w 6501199"/>
              <a:gd name="connsiteY4208" fmla="*/ 995278 h 6382977"/>
              <a:gd name="connsiteX4209" fmla="*/ 4926837 w 6501199"/>
              <a:gd name="connsiteY4209" fmla="*/ 993125 h 6382977"/>
              <a:gd name="connsiteX4210" fmla="*/ 4914286 w 6501199"/>
              <a:gd name="connsiteY4210" fmla="*/ 989224 h 6382977"/>
              <a:gd name="connsiteX4211" fmla="*/ 5612011 w 6501199"/>
              <a:gd name="connsiteY4211" fmla="*/ 987425 h 6382977"/>
              <a:gd name="connsiteX4212" fmla="*/ 5609595 w 6501199"/>
              <a:gd name="connsiteY4212" fmla="*/ 1028341 h 6382977"/>
              <a:gd name="connsiteX4213" fmla="*/ 5612011 w 6501199"/>
              <a:gd name="connsiteY4213" fmla="*/ 987425 h 6382977"/>
              <a:gd name="connsiteX4214" fmla="*/ 5570639 w 6501199"/>
              <a:gd name="connsiteY4214" fmla="*/ 987425 h 6382977"/>
              <a:gd name="connsiteX4215" fmla="*/ 5579612 w 6501199"/>
              <a:gd name="connsiteY4215" fmla="*/ 1040082 h 6382977"/>
              <a:gd name="connsiteX4216" fmla="*/ 5557000 w 6501199"/>
              <a:gd name="connsiteY4216" fmla="*/ 1040082 h 6382977"/>
              <a:gd name="connsiteX4217" fmla="*/ 5570639 w 6501199"/>
              <a:gd name="connsiteY4217" fmla="*/ 987425 h 6382977"/>
              <a:gd name="connsiteX4218" fmla="*/ 4994669 w 6501199"/>
              <a:gd name="connsiteY4218" fmla="*/ 975857 h 6382977"/>
              <a:gd name="connsiteX4219" fmla="*/ 4979014 w 6501199"/>
              <a:gd name="connsiteY4219" fmla="*/ 1012466 h 6382977"/>
              <a:gd name="connsiteX4220" fmla="*/ 4994669 w 6501199"/>
              <a:gd name="connsiteY4220" fmla="*/ 975857 h 6382977"/>
              <a:gd name="connsiteX4221" fmla="*/ 6083047 w 6501199"/>
              <a:gd name="connsiteY4221" fmla="*/ 973137 h 6382977"/>
              <a:gd name="connsiteX4222" fmla="*/ 6101151 w 6501199"/>
              <a:gd name="connsiteY4222" fmla="*/ 1009292 h 6382977"/>
              <a:gd name="connsiteX4223" fmla="*/ 6083047 w 6501199"/>
              <a:gd name="connsiteY4223" fmla="*/ 973137 h 6382977"/>
              <a:gd name="connsiteX4224" fmla="*/ 4816248 w 6501199"/>
              <a:gd name="connsiteY4224" fmla="*/ 973137 h 6382977"/>
              <a:gd name="connsiteX4225" fmla="*/ 4814050 w 6501199"/>
              <a:gd name="connsiteY4225" fmla="*/ 984426 h 6382977"/>
              <a:gd name="connsiteX4226" fmla="*/ 4816248 w 6501199"/>
              <a:gd name="connsiteY4226" fmla="*/ 973137 h 6382977"/>
              <a:gd name="connsiteX4227" fmla="*/ 4593161 w 6501199"/>
              <a:gd name="connsiteY4227" fmla="*/ 973137 h 6382977"/>
              <a:gd name="connsiteX4228" fmla="*/ 4595309 w 6501199"/>
              <a:gd name="connsiteY4228" fmla="*/ 996578 h 6382977"/>
              <a:gd name="connsiteX4229" fmla="*/ 4593161 w 6501199"/>
              <a:gd name="connsiteY4229" fmla="*/ 973137 h 6382977"/>
              <a:gd name="connsiteX4230" fmla="*/ 4523064 w 6501199"/>
              <a:gd name="connsiteY4230" fmla="*/ 953847 h 6382977"/>
              <a:gd name="connsiteX4231" fmla="*/ 4530506 w 6501199"/>
              <a:gd name="connsiteY4231" fmla="*/ 962248 h 6382977"/>
              <a:gd name="connsiteX4232" fmla="*/ 4528403 w 6501199"/>
              <a:gd name="connsiteY4232" fmla="*/ 971192 h 6382977"/>
              <a:gd name="connsiteX4233" fmla="*/ 4517188 w 6501199"/>
              <a:gd name="connsiteY4233" fmla="*/ 955451 h 6382977"/>
              <a:gd name="connsiteX4234" fmla="*/ 4523064 w 6501199"/>
              <a:gd name="connsiteY4234" fmla="*/ 953847 h 6382977"/>
              <a:gd name="connsiteX4235" fmla="*/ 5450373 w 6501199"/>
              <a:gd name="connsiteY4235" fmla="*/ 950564 h 6382977"/>
              <a:gd name="connsiteX4236" fmla="*/ 5441373 w 6501199"/>
              <a:gd name="connsiteY4236" fmla="*/ 971085 h 6382977"/>
              <a:gd name="connsiteX4237" fmla="*/ 5448213 w 6501199"/>
              <a:gd name="connsiteY4237" fmla="*/ 977926 h 6382977"/>
              <a:gd name="connsiteX4238" fmla="*/ 5450373 w 6501199"/>
              <a:gd name="connsiteY4238" fmla="*/ 950564 h 6382977"/>
              <a:gd name="connsiteX4239" fmla="*/ 4536736 w 6501199"/>
              <a:gd name="connsiteY4239" fmla="*/ 946150 h 6382977"/>
              <a:gd name="connsiteX4240" fmla="*/ 4538914 w 6501199"/>
              <a:gd name="connsiteY4240" fmla="*/ 960070 h 6382977"/>
              <a:gd name="connsiteX4241" fmla="*/ 4536736 w 6501199"/>
              <a:gd name="connsiteY4241" fmla="*/ 946150 h 6382977"/>
              <a:gd name="connsiteX4242" fmla="*/ 5673017 w 6501199"/>
              <a:gd name="connsiteY4242" fmla="*/ 943611 h 6382977"/>
              <a:gd name="connsiteX4243" fmla="*/ 5690475 w 6501199"/>
              <a:gd name="connsiteY4243" fmla="*/ 971186 h 6382977"/>
              <a:gd name="connsiteX4244" fmla="*/ 5674779 w 6501199"/>
              <a:gd name="connsiteY4244" fmla="*/ 968639 h 6382977"/>
              <a:gd name="connsiteX4245" fmla="*/ 5663363 w 6501199"/>
              <a:gd name="connsiteY4245" fmla="*/ 945720 h 6382977"/>
              <a:gd name="connsiteX4246" fmla="*/ 5673017 w 6501199"/>
              <a:gd name="connsiteY4246" fmla="*/ 943611 h 6382977"/>
              <a:gd name="connsiteX4247" fmla="*/ 4748089 w 6501199"/>
              <a:gd name="connsiteY4247" fmla="*/ 942975 h 6382977"/>
              <a:gd name="connsiteX4248" fmla="*/ 4745904 w 6501199"/>
              <a:gd name="connsiteY4248" fmla="*/ 968012 h 6382977"/>
              <a:gd name="connsiteX4249" fmla="*/ 4748089 w 6501199"/>
              <a:gd name="connsiteY4249" fmla="*/ 942975 h 6382977"/>
              <a:gd name="connsiteX4250" fmla="*/ 5424739 w 6501199"/>
              <a:gd name="connsiteY4250" fmla="*/ 940703 h 6382977"/>
              <a:gd name="connsiteX4251" fmla="*/ 5424739 w 6501199"/>
              <a:gd name="connsiteY4251" fmla="*/ 958494 h 6382977"/>
              <a:gd name="connsiteX4252" fmla="*/ 5424739 w 6501199"/>
              <a:gd name="connsiteY4252" fmla="*/ 940703 h 6382977"/>
              <a:gd name="connsiteX4253" fmla="*/ 6083182 w 6501199"/>
              <a:gd name="connsiteY4253" fmla="*/ 936625 h 6382977"/>
              <a:gd name="connsiteX4254" fmla="*/ 6099553 w 6501199"/>
              <a:gd name="connsiteY4254" fmla="*/ 952046 h 6382977"/>
              <a:gd name="connsiteX4255" fmla="*/ 6090251 w 6501199"/>
              <a:gd name="connsiteY4255" fmla="*/ 961158 h 6382977"/>
              <a:gd name="connsiteX4256" fmla="*/ 6083182 w 6501199"/>
              <a:gd name="connsiteY4256" fmla="*/ 936625 h 6382977"/>
              <a:gd name="connsiteX4257" fmla="*/ 5645537 w 6501199"/>
              <a:gd name="connsiteY4257" fmla="*/ 935037 h 6382977"/>
              <a:gd name="connsiteX4258" fmla="*/ 5627367 w 6501199"/>
              <a:gd name="connsiteY4258" fmla="*/ 1042625 h 6382977"/>
              <a:gd name="connsiteX4259" fmla="*/ 5645537 w 6501199"/>
              <a:gd name="connsiteY4259" fmla="*/ 935037 h 6382977"/>
              <a:gd name="connsiteX4260" fmla="*/ 4859725 w 6501199"/>
              <a:gd name="connsiteY4260" fmla="*/ 934850 h 6382977"/>
              <a:gd name="connsiteX4261" fmla="*/ 4876734 w 6501199"/>
              <a:gd name="connsiteY4261" fmla="*/ 934939 h 6382977"/>
              <a:gd name="connsiteX4262" fmla="*/ 4858591 w 6501199"/>
              <a:gd name="connsiteY4262" fmla="*/ 1002756 h 6382977"/>
              <a:gd name="connsiteX4263" fmla="*/ 4874556 w 6501199"/>
              <a:gd name="connsiteY4263" fmla="*/ 1005268 h 6382977"/>
              <a:gd name="connsiteX4264" fmla="*/ 4860768 w 6501199"/>
              <a:gd name="connsiteY4264" fmla="*/ 1018903 h 6382977"/>
              <a:gd name="connsiteX4265" fmla="*/ 4840085 w 6501199"/>
              <a:gd name="connsiteY4265" fmla="*/ 1014238 h 6382977"/>
              <a:gd name="connsiteX4266" fmla="*/ 4837908 w 6501199"/>
              <a:gd name="connsiteY4266" fmla="*/ 1021056 h 6382977"/>
              <a:gd name="connsiteX4267" fmla="*/ 4851696 w 6501199"/>
              <a:gd name="connsiteY4267" fmla="*/ 1030026 h 6382977"/>
              <a:gd name="connsiteX4268" fmla="*/ 4835731 w 6501199"/>
              <a:gd name="connsiteY4268" fmla="*/ 991633 h 6382977"/>
              <a:gd name="connsiteX4269" fmla="*/ 4849519 w 6501199"/>
              <a:gd name="connsiteY4269" fmla="*/ 998450 h 6382977"/>
              <a:gd name="connsiteX4270" fmla="*/ 4867662 w 6501199"/>
              <a:gd name="connsiteY4270" fmla="*/ 975486 h 6382977"/>
              <a:gd name="connsiteX4271" fmla="*/ 4842625 w 6501199"/>
              <a:gd name="connsiteY4271" fmla="*/ 964363 h 6382977"/>
              <a:gd name="connsiteX4272" fmla="*/ 4863308 w 6501199"/>
              <a:gd name="connsiteY4272" fmla="*/ 946063 h 6382977"/>
              <a:gd name="connsiteX4273" fmla="*/ 4849519 w 6501199"/>
              <a:gd name="connsiteY4273" fmla="*/ 941757 h 6382977"/>
              <a:gd name="connsiteX4274" fmla="*/ 4859725 w 6501199"/>
              <a:gd name="connsiteY4274" fmla="*/ 934850 h 6382977"/>
              <a:gd name="connsiteX4275" fmla="*/ 5401202 w 6501199"/>
              <a:gd name="connsiteY4275" fmla="*/ 930275 h 6382977"/>
              <a:gd name="connsiteX4276" fmla="*/ 5415341 w 6501199"/>
              <a:gd name="connsiteY4276" fmla="*/ 946016 h 6382977"/>
              <a:gd name="connsiteX4277" fmla="*/ 5391900 w 6501199"/>
              <a:gd name="connsiteY4277" fmla="*/ 952813 h 6382977"/>
              <a:gd name="connsiteX4278" fmla="*/ 5401202 w 6501199"/>
              <a:gd name="connsiteY4278" fmla="*/ 930275 h 6382977"/>
              <a:gd name="connsiteX4279" fmla="*/ 4981350 w 6501199"/>
              <a:gd name="connsiteY4279" fmla="*/ 927662 h 6382977"/>
              <a:gd name="connsiteX4280" fmla="*/ 4995125 w 6501199"/>
              <a:gd name="connsiteY4280" fmla="*/ 932028 h 6382977"/>
              <a:gd name="connsiteX4281" fmla="*/ 5004188 w 6501199"/>
              <a:gd name="connsiteY4281" fmla="*/ 941486 h 6382977"/>
              <a:gd name="connsiteX4282" fmla="*/ 4981350 w 6501199"/>
              <a:gd name="connsiteY4282" fmla="*/ 945852 h 6382977"/>
              <a:gd name="connsiteX4283" fmla="*/ 4981350 w 6501199"/>
              <a:gd name="connsiteY4283" fmla="*/ 927662 h 6382977"/>
              <a:gd name="connsiteX4284" fmla="*/ 4564606 w 6501199"/>
              <a:gd name="connsiteY4284" fmla="*/ 922866 h 6382977"/>
              <a:gd name="connsiteX4285" fmla="*/ 4586688 w 6501199"/>
              <a:gd name="connsiteY4285" fmla="*/ 936272 h 6382977"/>
              <a:gd name="connsiteX4286" fmla="*/ 4564606 w 6501199"/>
              <a:gd name="connsiteY4286" fmla="*/ 922866 h 6382977"/>
              <a:gd name="connsiteX4287" fmla="*/ 4951850 w 6501199"/>
              <a:gd name="connsiteY4287" fmla="*/ 915987 h 6382977"/>
              <a:gd name="connsiteX4288" fmla="*/ 4931187 w 6501199"/>
              <a:gd name="connsiteY4288" fmla="*/ 1029363 h 6382977"/>
              <a:gd name="connsiteX4289" fmla="*/ 4878625 w 6501199"/>
              <a:gd name="connsiteY4289" fmla="*/ 1147403 h 6382977"/>
              <a:gd name="connsiteX4290" fmla="*/ 4892400 w 6501199"/>
              <a:gd name="connsiteY4290" fmla="*/ 1079234 h 6382977"/>
              <a:gd name="connsiteX4291" fmla="*/ 4899287 w 6501199"/>
              <a:gd name="connsiteY4291" fmla="*/ 1047661 h 6382977"/>
              <a:gd name="connsiteX4292" fmla="*/ 4885513 w 6501199"/>
              <a:gd name="connsiteY4292" fmla="*/ 1040844 h 6382977"/>
              <a:gd name="connsiteX4293" fmla="*/ 4899287 w 6501199"/>
              <a:gd name="connsiteY4293" fmla="*/ 972675 h 6382977"/>
              <a:gd name="connsiteX4294" fmla="*/ 4924300 w 6501199"/>
              <a:gd name="connsiteY4294" fmla="*/ 981644 h 6382977"/>
              <a:gd name="connsiteX4295" fmla="*/ 4926837 w 6501199"/>
              <a:gd name="connsiteY4295" fmla="*/ 968011 h 6382977"/>
              <a:gd name="connsiteX4296" fmla="*/ 4913063 w 6501199"/>
              <a:gd name="connsiteY4296" fmla="*/ 961552 h 6382977"/>
              <a:gd name="connsiteX4297" fmla="*/ 4951850 w 6501199"/>
              <a:gd name="connsiteY4297" fmla="*/ 915987 h 6382977"/>
              <a:gd name="connsiteX4298" fmla="*/ 5031086 w 6501199"/>
              <a:gd name="connsiteY4298" fmla="*/ 911783 h 6382977"/>
              <a:gd name="connsiteX4299" fmla="*/ 5026717 w 6501199"/>
              <a:gd name="connsiteY4299" fmla="*/ 934679 h 6382977"/>
              <a:gd name="connsiteX4300" fmla="*/ 5031086 w 6501199"/>
              <a:gd name="connsiteY4300" fmla="*/ 911783 h 6382977"/>
              <a:gd name="connsiteX4301" fmla="*/ 4615083 w 6501199"/>
              <a:gd name="connsiteY4301" fmla="*/ 911225 h 6382977"/>
              <a:gd name="connsiteX4302" fmla="*/ 4621786 w 6501199"/>
              <a:gd name="connsiteY4302" fmla="*/ 927710 h 6382977"/>
              <a:gd name="connsiteX4303" fmla="*/ 4617200 w 6501199"/>
              <a:gd name="connsiteY4303" fmla="*/ 927710 h 6382977"/>
              <a:gd name="connsiteX4304" fmla="*/ 4594975 w 6501199"/>
              <a:gd name="connsiteY4304" fmla="*/ 925146 h 6382977"/>
              <a:gd name="connsiteX4305" fmla="*/ 4615083 w 6501199"/>
              <a:gd name="connsiteY4305" fmla="*/ 911225 h 6382977"/>
              <a:gd name="connsiteX4306" fmla="*/ 5420853 w 6501199"/>
              <a:gd name="connsiteY4306" fmla="*/ 902681 h 6382977"/>
              <a:gd name="connsiteX4307" fmla="*/ 5420123 w 6501199"/>
              <a:gd name="connsiteY4307" fmla="*/ 903142 h 6382977"/>
              <a:gd name="connsiteX4308" fmla="*/ 5420767 w 6501199"/>
              <a:gd name="connsiteY4308" fmla="*/ 903528 h 6382977"/>
              <a:gd name="connsiteX4309" fmla="*/ 5445693 w 6501199"/>
              <a:gd name="connsiteY4309" fmla="*/ 891520 h 6382977"/>
              <a:gd name="connsiteX4310" fmla="*/ 5453609 w 6501199"/>
              <a:gd name="connsiteY4310" fmla="*/ 901168 h 6382977"/>
              <a:gd name="connsiteX4311" fmla="*/ 5454884 w 6501199"/>
              <a:gd name="connsiteY4311" fmla="*/ 900000 h 6382977"/>
              <a:gd name="connsiteX4312" fmla="*/ 5463969 w 6501199"/>
              <a:gd name="connsiteY4312" fmla="*/ 913595 h 6382977"/>
              <a:gd name="connsiteX4313" fmla="*/ 5456977 w 6501199"/>
              <a:gd name="connsiteY4313" fmla="*/ 914300 h 6382977"/>
              <a:gd name="connsiteX4314" fmla="*/ 5457213 w 6501199"/>
              <a:gd name="connsiteY4314" fmla="*/ 916362 h 6382977"/>
              <a:gd name="connsiteX4315" fmla="*/ 5466213 w 6501199"/>
              <a:gd name="connsiteY4315" fmla="*/ 914201 h 6382977"/>
              <a:gd name="connsiteX4316" fmla="*/ 5470893 w 6501199"/>
              <a:gd name="connsiteY4316" fmla="*/ 895840 h 6382977"/>
              <a:gd name="connsiteX4317" fmla="*/ 5473053 w 6501199"/>
              <a:gd name="connsiteY4317" fmla="*/ 943724 h 6382977"/>
              <a:gd name="connsiteX4318" fmla="*/ 5489253 w 6501199"/>
              <a:gd name="connsiteY4318" fmla="*/ 939043 h 6382977"/>
              <a:gd name="connsiteX4319" fmla="*/ 5477733 w 6501199"/>
              <a:gd name="connsiteY4319" fmla="*/ 957404 h 6382977"/>
              <a:gd name="connsiteX4320" fmla="*/ 5466213 w 6501199"/>
              <a:gd name="connsiteY4320" fmla="*/ 952724 h 6382977"/>
              <a:gd name="connsiteX4321" fmla="*/ 5484573 w 6501199"/>
              <a:gd name="connsiteY4321" fmla="*/ 977926 h 6382977"/>
              <a:gd name="connsiteX4322" fmla="*/ 5468373 w 6501199"/>
              <a:gd name="connsiteY4322" fmla="*/ 995927 h 6382977"/>
              <a:gd name="connsiteX4323" fmla="*/ 5466213 w 6501199"/>
              <a:gd name="connsiteY4323" fmla="*/ 973246 h 6382977"/>
              <a:gd name="connsiteX4324" fmla="*/ 5438853 w 6501199"/>
              <a:gd name="connsiteY4324" fmla="*/ 1002768 h 6382977"/>
              <a:gd name="connsiteX4325" fmla="*/ 5443533 w 6501199"/>
              <a:gd name="connsiteY4325" fmla="*/ 1012128 h 6382977"/>
              <a:gd name="connsiteX4326" fmla="*/ 5455053 w 6501199"/>
              <a:gd name="connsiteY4326" fmla="*/ 1002768 h 6382977"/>
              <a:gd name="connsiteX4327" fmla="*/ 5468373 w 6501199"/>
              <a:gd name="connsiteY4327" fmla="*/ 1005288 h 6382977"/>
              <a:gd name="connsiteX4328" fmla="*/ 5477733 w 6501199"/>
              <a:gd name="connsiteY4328" fmla="*/ 1027969 h 6382977"/>
              <a:gd name="connsiteX4329" fmla="*/ 5493573 w 6501199"/>
              <a:gd name="connsiteY4329" fmla="*/ 1016448 h 6382977"/>
              <a:gd name="connsiteX4330" fmla="*/ 5479893 w 6501199"/>
              <a:gd name="connsiteY4330" fmla="*/ 1057491 h 6382977"/>
              <a:gd name="connsiteX4331" fmla="*/ 5470893 w 6501199"/>
              <a:gd name="connsiteY4331" fmla="*/ 1041650 h 6382977"/>
              <a:gd name="connsiteX4332" fmla="*/ 5457213 w 6501199"/>
              <a:gd name="connsiteY4332" fmla="*/ 1093854 h 6382977"/>
              <a:gd name="connsiteX4333" fmla="*/ 5470893 w 6501199"/>
              <a:gd name="connsiteY4333" fmla="*/ 1091694 h 6382977"/>
              <a:gd name="connsiteX4334" fmla="*/ 5479893 w 6501199"/>
              <a:gd name="connsiteY4334" fmla="*/ 1114375 h 6382977"/>
              <a:gd name="connsiteX4335" fmla="*/ 5468373 w 6501199"/>
              <a:gd name="connsiteY4335" fmla="*/ 1182420 h 6382977"/>
              <a:gd name="connsiteX4336" fmla="*/ 5457213 w 6501199"/>
              <a:gd name="connsiteY4336" fmla="*/ 1168739 h 6382977"/>
              <a:gd name="connsiteX4337" fmla="*/ 5459373 w 6501199"/>
              <a:gd name="connsiteY4337" fmla="*/ 1198621 h 6382977"/>
              <a:gd name="connsiteX4338" fmla="*/ 5441373 w 6501199"/>
              <a:gd name="connsiteY4338" fmla="*/ 1198621 h 6382977"/>
              <a:gd name="connsiteX4339" fmla="*/ 5452533 w 6501199"/>
              <a:gd name="connsiteY4339" fmla="*/ 1207622 h 6382977"/>
              <a:gd name="connsiteX4340" fmla="*/ 5461893 w 6501199"/>
              <a:gd name="connsiteY4340" fmla="*/ 1252985 h 6382977"/>
              <a:gd name="connsiteX4341" fmla="*/ 5449608 w 6501199"/>
              <a:gd name="connsiteY4341" fmla="*/ 1276746 h 6382977"/>
              <a:gd name="connsiteX4342" fmla="*/ 5452007 w 6501199"/>
              <a:gd name="connsiteY4342" fmla="*/ 1281441 h 6382977"/>
              <a:gd name="connsiteX4343" fmla="*/ 5463307 w 6501199"/>
              <a:gd name="connsiteY4343" fmla="*/ 1282181 h 6382977"/>
              <a:gd name="connsiteX4344" fmla="*/ 5463108 w 6501199"/>
              <a:gd name="connsiteY4344" fmla="*/ 1281517 h 6382977"/>
              <a:gd name="connsiteX4345" fmla="*/ 5468373 w 6501199"/>
              <a:gd name="connsiteY4345" fmla="*/ 1278186 h 6382977"/>
              <a:gd name="connsiteX4346" fmla="*/ 5482413 w 6501199"/>
              <a:gd name="connsiteY4346" fmla="*/ 1280347 h 6382977"/>
              <a:gd name="connsiteX4347" fmla="*/ 5475630 w 6501199"/>
              <a:gd name="connsiteY4347" fmla="*/ 1287844 h 6382977"/>
              <a:gd name="connsiteX4348" fmla="*/ 5477261 w 6501199"/>
              <a:gd name="connsiteY4348" fmla="*/ 1290544 h 6382977"/>
              <a:gd name="connsiteX4349" fmla="*/ 5473110 w 6501199"/>
              <a:gd name="connsiteY4349" fmla="*/ 1290630 h 6382977"/>
              <a:gd name="connsiteX4350" fmla="*/ 5461893 w 6501199"/>
              <a:gd name="connsiteY4350" fmla="*/ 1303028 h 6382977"/>
              <a:gd name="connsiteX4351" fmla="*/ 5450418 w 6501199"/>
              <a:gd name="connsiteY4351" fmla="*/ 1292633 h 6382977"/>
              <a:gd name="connsiteX4352" fmla="*/ 5449119 w 6501199"/>
              <a:gd name="connsiteY4352" fmla="*/ 1289254 h 6382977"/>
              <a:gd name="connsiteX4353" fmla="*/ 5446156 w 6501199"/>
              <a:gd name="connsiteY4353" fmla="*/ 1288338 h 6382977"/>
              <a:gd name="connsiteX4354" fmla="*/ 5444293 w 6501199"/>
              <a:gd name="connsiteY4354" fmla="*/ 1284292 h 6382977"/>
              <a:gd name="connsiteX4355" fmla="*/ 5434353 w 6501199"/>
              <a:gd name="connsiteY4355" fmla="*/ 1312299 h 6382977"/>
              <a:gd name="connsiteX4356" fmla="*/ 5443533 w 6501199"/>
              <a:gd name="connsiteY4356" fmla="*/ 1337231 h 6382977"/>
              <a:gd name="connsiteX4357" fmla="*/ 5425533 w 6501199"/>
              <a:gd name="connsiteY4357" fmla="*/ 1350911 h 6382977"/>
              <a:gd name="connsiteX4358" fmla="*/ 5423013 w 6501199"/>
              <a:gd name="connsiteY4358" fmla="*/ 1380433 h 6382977"/>
              <a:gd name="connsiteX4359" fmla="*/ 5438853 w 6501199"/>
              <a:gd name="connsiteY4359" fmla="*/ 1398795 h 6382977"/>
              <a:gd name="connsiteX4360" fmla="*/ 5414013 w 6501199"/>
              <a:gd name="connsiteY4360" fmla="*/ 1398795 h 6382977"/>
              <a:gd name="connsiteX4361" fmla="*/ 5411853 w 6501199"/>
              <a:gd name="connsiteY4361" fmla="*/ 1430477 h 6382977"/>
              <a:gd name="connsiteX4362" fmla="*/ 5425533 w 6501199"/>
              <a:gd name="connsiteY4362" fmla="*/ 1430477 h 6382977"/>
              <a:gd name="connsiteX4363" fmla="*/ 5407173 w 6501199"/>
              <a:gd name="connsiteY4363" fmla="*/ 1448838 h 6382977"/>
              <a:gd name="connsiteX4364" fmla="*/ 5402493 w 6501199"/>
              <a:gd name="connsiteY4364" fmla="*/ 1507882 h 6382977"/>
              <a:gd name="connsiteX4365" fmla="*/ 5411853 w 6501199"/>
              <a:gd name="connsiteY4365" fmla="*/ 1516883 h 6382977"/>
              <a:gd name="connsiteX4366" fmla="*/ 5393492 w 6501199"/>
              <a:gd name="connsiteY4366" fmla="*/ 1512563 h 6382977"/>
              <a:gd name="connsiteX4367" fmla="*/ 5393492 w 6501199"/>
              <a:gd name="connsiteY4367" fmla="*/ 1562606 h 6382977"/>
              <a:gd name="connsiteX4368" fmla="*/ 5405013 w 6501199"/>
              <a:gd name="connsiteY4368" fmla="*/ 1546765 h 6382977"/>
              <a:gd name="connsiteX4369" fmla="*/ 5391332 w 6501199"/>
              <a:gd name="connsiteY4369" fmla="*/ 1585288 h 6382977"/>
              <a:gd name="connsiteX4370" fmla="*/ 5391332 w 6501199"/>
              <a:gd name="connsiteY4370" fmla="*/ 1571607 h 6382977"/>
              <a:gd name="connsiteX4371" fmla="*/ 5386652 w 6501199"/>
              <a:gd name="connsiteY4371" fmla="*/ 1603289 h 6382977"/>
              <a:gd name="connsiteX4372" fmla="*/ 5400332 w 6501199"/>
              <a:gd name="connsiteY4372" fmla="*/ 1596448 h 6382977"/>
              <a:gd name="connsiteX4373" fmla="*/ 5384492 w 6501199"/>
              <a:gd name="connsiteY4373" fmla="*/ 1607969 h 6382977"/>
              <a:gd name="connsiteX4374" fmla="*/ 5391332 w 6501199"/>
              <a:gd name="connsiteY4374" fmla="*/ 1630651 h 6382977"/>
              <a:gd name="connsiteX4375" fmla="*/ 5401727 w 6501199"/>
              <a:gd name="connsiteY4375" fmla="*/ 1622865 h 6382977"/>
              <a:gd name="connsiteX4376" fmla="*/ 5408220 w 6501199"/>
              <a:gd name="connsiteY4376" fmla="*/ 1618608 h 6382977"/>
              <a:gd name="connsiteX4377" fmla="*/ 5410031 w 6501199"/>
              <a:gd name="connsiteY4377" fmla="*/ 1612904 h 6382977"/>
              <a:gd name="connsiteX4378" fmla="*/ 5412279 w 6501199"/>
              <a:gd name="connsiteY4378" fmla="*/ 1610086 h 6382977"/>
              <a:gd name="connsiteX4379" fmla="*/ 5411403 w 6501199"/>
              <a:gd name="connsiteY4379" fmla="*/ 1607699 h 6382977"/>
              <a:gd name="connsiteX4380" fmla="*/ 5407173 w 6501199"/>
              <a:gd name="connsiteY4380" fmla="*/ 1598968 h 6382977"/>
              <a:gd name="connsiteX4381" fmla="*/ 5448213 w 6501199"/>
              <a:gd name="connsiteY4381" fmla="*/ 1528404 h 6382977"/>
              <a:gd name="connsiteX4382" fmla="*/ 5452533 w 6501199"/>
              <a:gd name="connsiteY4382" fmla="*/ 1485201 h 6382977"/>
              <a:gd name="connsiteX4383" fmla="*/ 5475213 w 6501199"/>
              <a:gd name="connsiteY4383" fmla="*/ 1412476 h 6382977"/>
              <a:gd name="connsiteX4384" fmla="*/ 5495733 w 6501199"/>
              <a:gd name="connsiteY4384" fmla="*/ 1412476 h 6382977"/>
              <a:gd name="connsiteX4385" fmla="*/ 5498253 w 6501199"/>
              <a:gd name="connsiteY4385" fmla="*/ 1394114 h 6382977"/>
              <a:gd name="connsiteX4386" fmla="*/ 5527773 w 6501199"/>
              <a:gd name="connsiteY4386" fmla="*/ 1385114 h 6382977"/>
              <a:gd name="connsiteX4387" fmla="*/ 5509413 w 6501199"/>
              <a:gd name="connsiteY4387" fmla="*/ 1369273 h 6382977"/>
              <a:gd name="connsiteX4388" fmla="*/ 5529933 w 6501199"/>
              <a:gd name="connsiteY4388" fmla="*/ 1348751 h 6382977"/>
              <a:gd name="connsiteX4389" fmla="*/ 5520933 w 6501199"/>
              <a:gd name="connsiteY4389" fmla="*/ 1332550 h 6382977"/>
              <a:gd name="connsiteX4390" fmla="*/ 5543613 w 6501199"/>
              <a:gd name="connsiteY4390" fmla="*/ 1346231 h 6382977"/>
              <a:gd name="connsiteX4391" fmla="*/ 5552613 w 6501199"/>
              <a:gd name="connsiteY4391" fmla="*/ 1323550 h 6382977"/>
              <a:gd name="connsiteX4392" fmla="*/ 5548293 w 6501199"/>
              <a:gd name="connsiteY4392" fmla="*/ 1305548 h 6382977"/>
              <a:gd name="connsiteX4393" fmla="*/ 5525613 w 6501199"/>
              <a:gd name="connsiteY4393" fmla="*/ 1296188 h 6382977"/>
              <a:gd name="connsiteX4394" fmla="*/ 5543613 w 6501199"/>
              <a:gd name="connsiteY4394" fmla="*/ 1296188 h 6382977"/>
              <a:gd name="connsiteX4395" fmla="*/ 5552613 w 6501199"/>
              <a:gd name="connsiteY4395" fmla="*/ 1255505 h 6382977"/>
              <a:gd name="connsiteX4396" fmla="*/ 5575653 w 6501199"/>
              <a:gd name="connsiteY4396" fmla="*/ 1269186 h 6382977"/>
              <a:gd name="connsiteX4397" fmla="*/ 5584653 w 6501199"/>
              <a:gd name="connsiteY4397" fmla="*/ 1282867 h 6382977"/>
              <a:gd name="connsiteX4398" fmla="*/ 5577813 w 6501199"/>
              <a:gd name="connsiteY4398" fmla="*/ 1309869 h 6382977"/>
              <a:gd name="connsiteX4399" fmla="*/ 5566293 w 6501199"/>
              <a:gd name="connsiteY4399" fmla="*/ 1296188 h 6382977"/>
              <a:gd name="connsiteX4400" fmla="*/ 5570973 w 6501199"/>
              <a:gd name="connsiteY4400" fmla="*/ 1323550 h 6382977"/>
              <a:gd name="connsiteX4401" fmla="*/ 5538933 w 6501199"/>
              <a:gd name="connsiteY4401" fmla="*/ 1369273 h 6382977"/>
              <a:gd name="connsiteX4402" fmla="*/ 5542511 w 6501199"/>
              <a:gd name="connsiteY4402" fmla="*/ 1372068 h 6382977"/>
              <a:gd name="connsiteX4403" fmla="*/ 5548694 w 6501199"/>
              <a:gd name="connsiteY4403" fmla="*/ 1361765 h 6382977"/>
              <a:gd name="connsiteX4404" fmla="*/ 5569341 w 6501199"/>
              <a:gd name="connsiteY4404" fmla="*/ 1357312 h 6382977"/>
              <a:gd name="connsiteX4405" fmla="*/ 5542884 w 6501199"/>
              <a:gd name="connsiteY4405" fmla="*/ 1372360 h 6382977"/>
              <a:gd name="connsiteX4406" fmla="*/ 5550453 w 6501199"/>
              <a:gd name="connsiteY4406" fmla="*/ 1378273 h 6382977"/>
              <a:gd name="connsiteX4407" fmla="*/ 5550453 w 6501199"/>
              <a:gd name="connsiteY4407" fmla="*/ 1387274 h 6382977"/>
              <a:gd name="connsiteX4408" fmla="*/ 5532093 w 6501199"/>
              <a:gd name="connsiteY4408" fmla="*/ 1387274 h 6382977"/>
              <a:gd name="connsiteX4409" fmla="*/ 5543613 w 6501199"/>
              <a:gd name="connsiteY4409" fmla="*/ 1405635 h 6382977"/>
              <a:gd name="connsiteX4410" fmla="*/ 5525613 w 6501199"/>
              <a:gd name="connsiteY4410" fmla="*/ 1412476 h 6382977"/>
              <a:gd name="connsiteX4411" fmla="*/ 5511933 w 6501199"/>
              <a:gd name="connsiteY4411" fmla="*/ 1448838 h 6382977"/>
              <a:gd name="connsiteX4412" fmla="*/ 5525613 w 6501199"/>
              <a:gd name="connsiteY4412" fmla="*/ 1455679 h 6382977"/>
              <a:gd name="connsiteX4413" fmla="*/ 5529933 w 6501199"/>
              <a:gd name="connsiteY4413" fmla="*/ 1466839 h 6382977"/>
              <a:gd name="connsiteX4414" fmla="*/ 5516253 w 6501199"/>
              <a:gd name="connsiteY4414" fmla="*/ 1487361 h 6382977"/>
              <a:gd name="connsiteX4415" fmla="*/ 5491413 w 6501199"/>
              <a:gd name="connsiteY4415" fmla="*/ 1553605 h 6382977"/>
              <a:gd name="connsiteX4416" fmla="*/ 5518773 w 6501199"/>
              <a:gd name="connsiteY4416" fmla="*/ 1573767 h 6382977"/>
              <a:gd name="connsiteX4417" fmla="*/ 5509413 w 6501199"/>
              <a:gd name="connsiteY4417" fmla="*/ 1560086 h 6382977"/>
              <a:gd name="connsiteX4418" fmla="*/ 5525613 w 6501199"/>
              <a:gd name="connsiteY4418" fmla="*/ 1557926 h 6382977"/>
              <a:gd name="connsiteX4419" fmla="*/ 5570973 w 6501199"/>
              <a:gd name="connsiteY4419" fmla="*/ 1448838 h 6382977"/>
              <a:gd name="connsiteX4420" fmla="*/ 5573133 w 6501199"/>
              <a:gd name="connsiteY4420" fmla="*/ 1471520 h 6382977"/>
              <a:gd name="connsiteX4421" fmla="*/ 5593653 w 6501199"/>
              <a:gd name="connsiteY4421" fmla="*/ 1471520 h 6382977"/>
              <a:gd name="connsiteX4422" fmla="*/ 5579973 w 6501199"/>
              <a:gd name="connsiteY4422" fmla="*/ 1476200 h 6382977"/>
              <a:gd name="connsiteX4423" fmla="*/ 5591493 w 6501199"/>
              <a:gd name="connsiteY4423" fmla="*/ 1507882 h 6382977"/>
              <a:gd name="connsiteX4424" fmla="*/ 5570973 w 6501199"/>
              <a:gd name="connsiteY4424" fmla="*/ 1494201 h 6382977"/>
              <a:gd name="connsiteX4425" fmla="*/ 5582493 w 6501199"/>
              <a:gd name="connsiteY4425" fmla="*/ 1483041 h 6382977"/>
              <a:gd name="connsiteX4426" fmla="*/ 5559453 w 6501199"/>
              <a:gd name="connsiteY4426" fmla="*/ 1480520 h 6382977"/>
              <a:gd name="connsiteX4427" fmla="*/ 5566293 w 6501199"/>
              <a:gd name="connsiteY4427" fmla="*/ 1505722 h 6382977"/>
              <a:gd name="connsiteX4428" fmla="*/ 5582493 w 6501199"/>
              <a:gd name="connsiteY4428" fmla="*/ 1521563 h 6382977"/>
              <a:gd name="connsiteX4429" fmla="*/ 5550453 w 6501199"/>
              <a:gd name="connsiteY4429" fmla="*/ 1612649 h 6382977"/>
              <a:gd name="connsiteX4430" fmla="*/ 5568813 w 6501199"/>
              <a:gd name="connsiteY4430" fmla="*/ 1619490 h 6382977"/>
              <a:gd name="connsiteX4431" fmla="*/ 5536773 w 6501199"/>
              <a:gd name="connsiteY4431" fmla="*/ 1649012 h 6382977"/>
              <a:gd name="connsiteX4432" fmla="*/ 5532093 w 6501199"/>
              <a:gd name="connsiteY4432" fmla="*/ 1626330 h 6382977"/>
              <a:gd name="connsiteX4433" fmla="*/ 5543613 w 6501199"/>
              <a:gd name="connsiteY4433" fmla="*/ 1628491 h 6382977"/>
              <a:gd name="connsiteX4434" fmla="*/ 5529933 w 6501199"/>
              <a:gd name="connsiteY4434" fmla="*/ 1607969 h 6382977"/>
              <a:gd name="connsiteX4435" fmla="*/ 5538933 w 6501199"/>
              <a:gd name="connsiteY4435" fmla="*/ 1658013 h 6382977"/>
              <a:gd name="connsiteX4436" fmla="*/ 5527773 w 6501199"/>
              <a:gd name="connsiteY4436" fmla="*/ 1685374 h 6382977"/>
              <a:gd name="connsiteX4437" fmla="*/ 5511933 w 6501199"/>
              <a:gd name="connsiteY4437" fmla="*/ 1664853 h 6382977"/>
              <a:gd name="connsiteX4438" fmla="*/ 5509413 w 6501199"/>
              <a:gd name="connsiteY4438" fmla="*/ 1694375 h 6382977"/>
              <a:gd name="connsiteX4439" fmla="*/ 5520933 w 6501199"/>
              <a:gd name="connsiteY4439" fmla="*/ 1735418 h 6382977"/>
              <a:gd name="connsiteX4440" fmla="*/ 5509413 w 6501199"/>
              <a:gd name="connsiteY4440" fmla="*/ 1728577 h 6382977"/>
              <a:gd name="connsiteX4441" fmla="*/ 5507253 w 6501199"/>
              <a:gd name="connsiteY4441" fmla="*/ 1749099 h 6382977"/>
              <a:gd name="connsiteX4442" fmla="*/ 5489253 w 6501199"/>
              <a:gd name="connsiteY4442" fmla="*/ 1762780 h 6382977"/>
              <a:gd name="connsiteX4443" fmla="*/ 5500413 w 6501199"/>
              <a:gd name="connsiteY4443" fmla="*/ 1787621 h 6382977"/>
              <a:gd name="connsiteX4444" fmla="*/ 5484573 w 6501199"/>
              <a:gd name="connsiteY4444" fmla="*/ 1794462 h 6382977"/>
              <a:gd name="connsiteX4445" fmla="*/ 5486733 w 6501199"/>
              <a:gd name="connsiteY4445" fmla="*/ 1817503 h 6382977"/>
              <a:gd name="connsiteX4446" fmla="*/ 5475213 w 6501199"/>
              <a:gd name="connsiteY4446" fmla="*/ 1810663 h 6382977"/>
              <a:gd name="connsiteX4447" fmla="*/ 5484573 w 6501199"/>
              <a:gd name="connsiteY4447" fmla="*/ 1821824 h 6382977"/>
              <a:gd name="connsiteX4448" fmla="*/ 5473053 w 6501199"/>
              <a:gd name="connsiteY4448" fmla="*/ 1830824 h 6382977"/>
              <a:gd name="connsiteX4449" fmla="*/ 5464053 w 6501199"/>
              <a:gd name="connsiteY4449" fmla="*/ 1814983 h 6382977"/>
              <a:gd name="connsiteX4450" fmla="*/ 5475213 w 6501199"/>
              <a:gd name="connsiteY4450" fmla="*/ 1847026 h 6382977"/>
              <a:gd name="connsiteX4451" fmla="*/ 5459373 w 6501199"/>
              <a:gd name="connsiteY4451" fmla="*/ 1867187 h 6382977"/>
              <a:gd name="connsiteX4452" fmla="*/ 5443533 w 6501199"/>
              <a:gd name="connsiteY4452" fmla="*/ 1869707 h 6382977"/>
              <a:gd name="connsiteX4453" fmla="*/ 5418693 w 6501199"/>
              <a:gd name="connsiteY4453" fmla="*/ 1947112 h 6382977"/>
              <a:gd name="connsiteX4454" fmla="*/ 5398172 w 6501199"/>
              <a:gd name="connsiteY4454" fmla="*/ 1947112 h 6382977"/>
              <a:gd name="connsiteX4455" fmla="*/ 5386652 w 6501199"/>
              <a:gd name="connsiteY4455" fmla="*/ 1981315 h 6382977"/>
              <a:gd name="connsiteX4456" fmla="*/ 5384492 w 6501199"/>
              <a:gd name="connsiteY4456" fmla="*/ 2006156 h 6382977"/>
              <a:gd name="connsiteX4457" fmla="*/ 5372972 w 6501199"/>
              <a:gd name="connsiteY4457" fmla="*/ 2006156 h 6382977"/>
              <a:gd name="connsiteX4458" fmla="*/ 5352452 w 6501199"/>
              <a:gd name="connsiteY4458" fmla="*/ 2049359 h 6382977"/>
              <a:gd name="connsiteX4459" fmla="*/ 5354735 w 6501199"/>
              <a:gd name="connsiteY4459" fmla="*/ 2071448 h 6382977"/>
              <a:gd name="connsiteX4460" fmla="*/ 5355247 w 6501199"/>
              <a:gd name="connsiteY4460" fmla="*/ 2071804 h 6382977"/>
              <a:gd name="connsiteX4461" fmla="*/ 5354899 w 6501199"/>
              <a:gd name="connsiteY4461" fmla="*/ 2073029 h 6382977"/>
              <a:gd name="connsiteX4462" fmla="*/ 5355062 w 6501199"/>
              <a:gd name="connsiteY4462" fmla="*/ 2074606 h 6382977"/>
              <a:gd name="connsiteX4463" fmla="*/ 5359292 w 6501199"/>
              <a:gd name="connsiteY4463" fmla="*/ 2094723 h 6382977"/>
              <a:gd name="connsiteX4464" fmla="*/ 5309251 w 6501199"/>
              <a:gd name="connsiteY4464" fmla="*/ 2131085 h 6382977"/>
              <a:gd name="connsiteX4465" fmla="*/ 5298091 w 6501199"/>
              <a:gd name="connsiteY4465" fmla="*/ 2151606 h 6382977"/>
              <a:gd name="connsiteX4466" fmla="*/ 5295571 w 6501199"/>
              <a:gd name="connsiteY4466" fmla="*/ 2138286 h 6382977"/>
              <a:gd name="connsiteX4467" fmla="*/ 5288731 w 6501199"/>
              <a:gd name="connsiteY4467" fmla="*/ 2172128 h 6382977"/>
              <a:gd name="connsiteX4468" fmla="*/ 5304571 w 6501199"/>
              <a:gd name="connsiteY4468" fmla="*/ 2158447 h 6382977"/>
              <a:gd name="connsiteX4469" fmla="*/ 5261731 w 6501199"/>
              <a:gd name="connsiteY4469" fmla="*/ 2194809 h 6382977"/>
              <a:gd name="connsiteX4470" fmla="*/ 5270731 w 6501199"/>
              <a:gd name="connsiteY4470" fmla="*/ 2208490 h 6382977"/>
              <a:gd name="connsiteX4471" fmla="*/ 5254891 w 6501199"/>
              <a:gd name="connsiteY4471" fmla="*/ 2224691 h 6382977"/>
              <a:gd name="connsiteX4472" fmla="*/ 5267986 w 6501199"/>
              <a:gd name="connsiteY4472" fmla="*/ 2224691 h 6382977"/>
              <a:gd name="connsiteX4473" fmla="*/ 5266401 w 6501199"/>
              <a:gd name="connsiteY4473" fmla="*/ 2223500 h 6382977"/>
              <a:gd name="connsiteX4474" fmla="*/ 5281553 w 6501199"/>
              <a:gd name="connsiteY4474" fmla="*/ 2204330 h 6382977"/>
              <a:gd name="connsiteX4475" fmla="*/ 5289665 w 6501199"/>
              <a:gd name="connsiteY4475" fmla="*/ 2208092 h 6382977"/>
              <a:gd name="connsiteX4476" fmla="*/ 5294363 w 6501199"/>
              <a:gd name="connsiteY4476" fmla="*/ 2206646 h 6382977"/>
              <a:gd name="connsiteX4477" fmla="*/ 5306611 w 6501199"/>
              <a:gd name="connsiteY4477" fmla="*/ 2199654 h 6382977"/>
              <a:gd name="connsiteX4478" fmla="*/ 5284059 w 6501199"/>
              <a:gd name="connsiteY4478" fmla="*/ 2199654 h 6382977"/>
              <a:gd name="connsiteX4479" fmla="*/ 5315560 w 6501199"/>
              <a:gd name="connsiteY4479" fmla="*/ 2190662 h 6382977"/>
              <a:gd name="connsiteX4480" fmla="*/ 5320213 w 6501199"/>
              <a:gd name="connsiteY4480" fmla="*/ 2217998 h 6382977"/>
              <a:gd name="connsiteX4481" fmla="*/ 5297303 w 6501199"/>
              <a:gd name="connsiteY4481" fmla="*/ 2215885 h 6382977"/>
              <a:gd name="connsiteX4482" fmla="*/ 5293414 w 6501199"/>
              <a:gd name="connsiteY4482" fmla="*/ 2215027 h 6382977"/>
              <a:gd name="connsiteX4483" fmla="*/ 5286571 w 6501199"/>
              <a:gd name="connsiteY4483" fmla="*/ 2226852 h 6382977"/>
              <a:gd name="connsiteX4484" fmla="*/ 5277110 w 6501199"/>
              <a:gd name="connsiteY4484" fmla="*/ 2228525 h 6382977"/>
              <a:gd name="connsiteX4485" fmla="*/ 5277258 w 6501199"/>
              <a:gd name="connsiteY4485" fmla="*/ 2231665 h 6382977"/>
              <a:gd name="connsiteX4486" fmla="*/ 5273426 w 6501199"/>
              <a:gd name="connsiteY4486" fmla="*/ 2228783 h 6382977"/>
              <a:gd name="connsiteX4487" fmla="*/ 5264476 w 6501199"/>
              <a:gd name="connsiteY4487" fmla="*/ 2227977 h 6382977"/>
              <a:gd name="connsiteX4488" fmla="*/ 5252371 w 6501199"/>
              <a:gd name="connsiteY4488" fmla="*/ 2235852 h 6382977"/>
              <a:gd name="connsiteX4489" fmla="*/ 5257321 w 6501199"/>
              <a:gd name="connsiteY4489" fmla="*/ 2246248 h 6382977"/>
              <a:gd name="connsiteX4490" fmla="*/ 5259631 w 6501199"/>
              <a:gd name="connsiteY4490" fmla="*/ 2249808 h 6382977"/>
              <a:gd name="connsiteX4491" fmla="*/ 5261836 w 6501199"/>
              <a:gd name="connsiteY4491" fmla="*/ 2246704 h 6382977"/>
              <a:gd name="connsiteX4492" fmla="*/ 5275387 w 6501199"/>
              <a:gd name="connsiteY4492" fmla="*/ 2235200 h 6382977"/>
              <a:gd name="connsiteX4493" fmla="*/ 5291575 w 6501199"/>
              <a:gd name="connsiteY4493" fmla="*/ 2239917 h 6382977"/>
              <a:gd name="connsiteX4494" fmla="*/ 5293734 w 6501199"/>
              <a:gd name="connsiteY4494" fmla="*/ 2255883 h 6382977"/>
              <a:gd name="connsiteX4495" fmla="*/ 5286899 w 6501199"/>
              <a:gd name="connsiteY4495" fmla="*/ 2246811 h 6382977"/>
              <a:gd name="connsiteX4496" fmla="*/ 5271071 w 6501199"/>
              <a:gd name="connsiteY4496" fmla="*/ 2244634 h 6382977"/>
              <a:gd name="connsiteX4497" fmla="*/ 5275387 w 6501199"/>
              <a:gd name="connsiteY4497" fmla="*/ 2260600 h 6382977"/>
              <a:gd name="connsiteX4498" fmla="*/ 5300568 w 6501199"/>
              <a:gd name="connsiteY4498" fmla="*/ 2278743 h 6382977"/>
              <a:gd name="connsiteX4499" fmla="*/ 5290124 w 6501199"/>
              <a:gd name="connsiteY4499" fmla="*/ 2273957 h 6382977"/>
              <a:gd name="connsiteX4500" fmla="*/ 5284411 w 6501199"/>
              <a:gd name="connsiteY4500" fmla="*/ 2279055 h 6382977"/>
              <a:gd name="connsiteX4501" fmla="*/ 5288731 w 6501199"/>
              <a:gd name="connsiteY4501" fmla="*/ 2290576 h 6382977"/>
              <a:gd name="connsiteX4502" fmla="*/ 5320772 w 6501199"/>
              <a:gd name="connsiteY4502" fmla="*/ 2279055 h 6382977"/>
              <a:gd name="connsiteX4503" fmla="*/ 5316091 w 6501199"/>
              <a:gd name="connsiteY4503" fmla="*/ 2290576 h 6382977"/>
              <a:gd name="connsiteX4504" fmla="*/ 5341292 w 6501199"/>
              <a:gd name="connsiteY4504" fmla="*/ 2238372 h 6382977"/>
              <a:gd name="connsiteX4505" fmla="*/ 5357132 w 6501199"/>
              <a:gd name="connsiteY4505" fmla="*/ 2254213 h 6382977"/>
              <a:gd name="connsiteX4506" fmla="*/ 5366132 w 6501199"/>
              <a:gd name="connsiteY4506" fmla="*/ 2211011 h 6382977"/>
              <a:gd name="connsiteX4507" fmla="*/ 5363972 w 6501199"/>
              <a:gd name="connsiteY4507" fmla="*/ 2222171 h 6382977"/>
              <a:gd name="connsiteX4508" fmla="*/ 5384492 w 6501199"/>
              <a:gd name="connsiteY4508" fmla="*/ 2185809 h 6382977"/>
              <a:gd name="connsiteX4509" fmla="*/ 5405013 w 6501199"/>
              <a:gd name="connsiteY4509" fmla="*/ 2185809 h 6382977"/>
              <a:gd name="connsiteX4510" fmla="*/ 5400332 w 6501199"/>
              <a:gd name="connsiteY4510" fmla="*/ 2163127 h 6382977"/>
              <a:gd name="connsiteX4511" fmla="*/ 5414013 w 6501199"/>
              <a:gd name="connsiteY4511" fmla="*/ 2156287 h 6382977"/>
              <a:gd name="connsiteX4512" fmla="*/ 5423013 w 6501199"/>
              <a:gd name="connsiteY4512" fmla="*/ 2160967 h 6382977"/>
              <a:gd name="connsiteX4513" fmla="*/ 5455053 w 6501199"/>
              <a:gd name="connsiteY4513" fmla="*/ 2087882 h 6382977"/>
              <a:gd name="connsiteX4514" fmla="*/ 5475213 w 6501199"/>
              <a:gd name="connsiteY4514" fmla="*/ 2104083 h 6382977"/>
              <a:gd name="connsiteX4515" fmla="*/ 5482413 w 6501199"/>
              <a:gd name="connsiteY4515" fmla="*/ 2074561 h 6382977"/>
              <a:gd name="connsiteX4516" fmla="*/ 5466213 w 6501199"/>
              <a:gd name="connsiteY4516" fmla="*/ 2087882 h 6382977"/>
              <a:gd name="connsiteX4517" fmla="*/ 5500413 w 6501199"/>
              <a:gd name="connsiteY4517" fmla="*/ 2060880 h 6382977"/>
              <a:gd name="connsiteX4518" fmla="*/ 5477733 w 6501199"/>
              <a:gd name="connsiteY4518" fmla="*/ 2056200 h 6382977"/>
              <a:gd name="connsiteX4519" fmla="*/ 5511933 w 6501199"/>
              <a:gd name="connsiteY4519" fmla="*/ 1974474 h 6382977"/>
              <a:gd name="connsiteX4520" fmla="*/ 5509413 w 6501199"/>
              <a:gd name="connsiteY4520" fmla="*/ 1990315 h 6382977"/>
              <a:gd name="connsiteX4521" fmla="*/ 5524550 w 6501199"/>
              <a:gd name="connsiteY4521" fmla="*/ 1992239 h 6382977"/>
              <a:gd name="connsiteX4522" fmla="*/ 5526506 w 6501199"/>
              <a:gd name="connsiteY4522" fmla="*/ 1991540 h 6382977"/>
              <a:gd name="connsiteX4523" fmla="*/ 5530859 w 6501199"/>
              <a:gd name="connsiteY4523" fmla="*/ 1965456 h 6382977"/>
              <a:gd name="connsiteX4524" fmla="*/ 5530895 w 6501199"/>
              <a:gd name="connsiteY4524" fmla="*/ 1964489 h 6382977"/>
              <a:gd name="connsiteX4525" fmla="*/ 5531076 w 6501199"/>
              <a:gd name="connsiteY4525" fmla="*/ 1964153 h 6382977"/>
              <a:gd name="connsiteX4526" fmla="*/ 5537473 w 6501199"/>
              <a:gd name="connsiteY4526" fmla="*/ 1925825 h 6382977"/>
              <a:gd name="connsiteX4527" fmla="*/ 5532145 w 6501199"/>
              <a:gd name="connsiteY4527" fmla="*/ 1928454 h 6382977"/>
              <a:gd name="connsiteX4528" fmla="*/ 5536233 w 6501199"/>
              <a:gd name="connsiteY4528" fmla="*/ 1914672 h 6382977"/>
              <a:gd name="connsiteX4529" fmla="*/ 5542594 w 6501199"/>
              <a:gd name="connsiteY4529" fmla="*/ 1895141 h 6382977"/>
              <a:gd name="connsiteX4530" fmla="*/ 5544055 w 6501199"/>
              <a:gd name="connsiteY4530" fmla="*/ 1886384 h 6382977"/>
              <a:gd name="connsiteX4531" fmla="*/ 5539081 w 6501199"/>
              <a:gd name="connsiteY4531" fmla="*/ 1887807 h 6382977"/>
              <a:gd name="connsiteX4532" fmla="*/ 5543746 w 6501199"/>
              <a:gd name="connsiteY4532" fmla="*/ 1885650 h 6382977"/>
              <a:gd name="connsiteX4533" fmla="*/ 5550563 w 6501199"/>
              <a:gd name="connsiteY4533" fmla="*/ 1847191 h 6382977"/>
              <a:gd name="connsiteX4534" fmla="*/ 5550595 w 6501199"/>
              <a:gd name="connsiteY4534" fmla="*/ 1847196 h 6382977"/>
              <a:gd name="connsiteX4535" fmla="*/ 5557077 w 6501199"/>
              <a:gd name="connsiteY4535" fmla="*/ 1808358 h 6382977"/>
              <a:gd name="connsiteX4536" fmla="*/ 5570755 w 6501199"/>
              <a:gd name="connsiteY4536" fmla="*/ 1769840 h 6382977"/>
              <a:gd name="connsiteX4537" fmla="*/ 5592127 w 6501199"/>
              <a:gd name="connsiteY4537" fmla="*/ 1811823 h 6382977"/>
              <a:gd name="connsiteX4538" fmla="*/ 5593821 w 6501199"/>
              <a:gd name="connsiteY4538" fmla="*/ 1825625 h 6382977"/>
              <a:gd name="connsiteX4539" fmla="*/ 5602091 w 6501199"/>
              <a:gd name="connsiteY4539" fmla="*/ 1825625 h 6382977"/>
              <a:gd name="connsiteX4540" fmla="*/ 5603888 w 6501199"/>
              <a:gd name="connsiteY4540" fmla="*/ 1825625 h 6382977"/>
              <a:gd name="connsiteX4541" fmla="*/ 5605545 w 6501199"/>
              <a:gd name="connsiteY4541" fmla="*/ 1820716 h 6382977"/>
              <a:gd name="connsiteX4542" fmla="*/ 5605174 w 6501199"/>
              <a:gd name="connsiteY4542" fmla="*/ 1801302 h 6382977"/>
              <a:gd name="connsiteX4543" fmla="*/ 5618854 w 6501199"/>
              <a:gd name="connsiteY4543" fmla="*/ 1808143 h 6382977"/>
              <a:gd name="connsiteX4544" fmla="*/ 5650534 w 6501199"/>
              <a:gd name="connsiteY4544" fmla="*/ 1746939 h 6382977"/>
              <a:gd name="connsiteX4545" fmla="*/ 5664215 w 6501199"/>
              <a:gd name="connsiteY4545" fmla="*/ 1755939 h 6382977"/>
              <a:gd name="connsiteX4546" fmla="*/ 5671055 w 6501199"/>
              <a:gd name="connsiteY4546" fmla="*/ 1735418 h 6382977"/>
              <a:gd name="connsiteX4547" fmla="*/ 5657374 w 6501199"/>
              <a:gd name="connsiteY4547" fmla="*/ 1721737 h 6382977"/>
              <a:gd name="connsiteX4548" fmla="*/ 5668895 w 6501199"/>
              <a:gd name="connsiteY4548" fmla="*/ 1705896 h 6382977"/>
              <a:gd name="connsiteX4549" fmla="*/ 5655214 w 6501199"/>
              <a:gd name="connsiteY4549" fmla="*/ 1705896 h 6382977"/>
              <a:gd name="connsiteX4550" fmla="*/ 5658633 w 6501199"/>
              <a:gd name="connsiteY4550" fmla="*/ 1701163 h 6382977"/>
              <a:gd name="connsiteX4551" fmla="*/ 5658237 w 6501199"/>
              <a:gd name="connsiteY4551" fmla="*/ 1701182 h 6382977"/>
              <a:gd name="connsiteX4552" fmla="*/ 5652794 w 6501199"/>
              <a:gd name="connsiteY4552" fmla="*/ 1701447 h 6382977"/>
              <a:gd name="connsiteX4553" fmla="*/ 5656383 w 6501199"/>
              <a:gd name="connsiteY4553" fmla="*/ 1693328 h 6382977"/>
              <a:gd name="connsiteX4554" fmla="*/ 5667337 w 6501199"/>
              <a:gd name="connsiteY4554" fmla="*/ 1691796 h 6382977"/>
              <a:gd name="connsiteX4555" fmla="*/ 5670149 w 6501199"/>
              <a:gd name="connsiteY4555" fmla="*/ 1688885 h 6382977"/>
              <a:gd name="connsiteX4556" fmla="*/ 5675735 w 6501199"/>
              <a:gd name="connsiteY4556" fmla="*/ 1678534 h 6382977"/>
              <a:gd name="connsiteX4557" fmla="*/ 5657374 w 6501199"/>
              <a:gd name="connsiteY4557" fmla="*/ 1678534 h 6382977"/>
              <a:gd name="connsiteX4558" fmla="*/ 5709575 w 6501199"/>
              <a:gd name="connsiteY4558" fmla="*/ 1635331 h 6382977"/>
              <a:gd name="connsiteX4559" fmla="*/ 5718935 w 6501199"/>
              <a:gd name="connsiteY4559" fmla="*/ 1596448 h 6382977"/>
              <a:gd name="connsiteX4560" fmla="*/ 5727935 w 6501199"/>
              <a:gd name="connsiteY4560" fmla="*/ 1603289 h 6382977"/>
              <a:gd name="connsiteX4561" fmla="*/ 5743775 w 6501199"/>
              <a:gd name="connsiteY4561" fmla="*/ 1576287 h 6382977"/>
              <a:gd name="connsiteX4562" fmla="*/ 5709575 w 6501199"/>
              <a:gd name="connsiteY4562" fmla="*/ 1566926 h 6382977"/>
              <a:gd name="connsiteX4563" fmla="*/ 5725775 w 6501199"/>
              <a:gd name="connsiteY4563" fmla="*/ 1533084 h 6382977"/>
              <a:gd name="connsiteX4564" fmla="*/ 5738193 w 6501199"/>
              <a:gd name="connsiteY4564" fmla="*/ 1498416 h 6382977"/>
              <a:gd name="connsiteX4565" fmla="*/ 5738088 w 6501199"/>
              <a:gd name="connsiteY4565" fmla="*/ 1497582 h 6382977"/>
              <a:gd name="connsiteX4566" fmla="*/ 5739207 w 6501199"/>
              <a:gd name="connsiteY4566" fmla="*/ 1467090 h 6382977"/>
              <a:gd name="connsiteX4567" fmla="*/ 5768723 w 6501199"/>
              <a:gd name="connsiteY4567" fmla="*/ 1412731 h 6382977"/>
              <a:gd name="connsiteX4568" fmla="*/ 5764043 w 6501199"/>
              <a:gd name="connsiteY4568" fmla="*/ 1396532 h 6382977"/>
              <a:gd name="connsiteX4569" fmla="*/ 5775072 w 6501199"/>
              <a:gd name="connsiteY4569" fmla="*/ 1380175 h 6382977"/>
              <a:gd name="connsiteX4570" fmla="*/ 5779424 w 6501199"/>
              <a:gd name="connsiteY4570" fmla="*/ 1375234 h 6382977"/>
              <a:gd name="connsiteX4571" fmla="*/ 5802815 w 6501199"/>
              <a:gd name="connsiteY4571" fmla="*/ 1291867 h 6382977"/>
              <a:gd name="connsiteX4572" fmla="*/ 5802815 w 6501199"/>
              <a:gd name="connsiteY4572" fmla="*/ 1316709 h 6382977"/>
              <a:gd name="connsiteX4573" fmla="*/ 5816495 w 6501199"/>
              <a:gd name="connsiteY4573" fmla="*/ 1321389 h 6382977"/>
              <a:gd name="connsiteX4574" fmla="*/ 5819015 w 6501199"/>
              <a:gd name="connsiteY4574" fmla="*/ 1312389 h 6382977"/>
              <a:gd name="connsiteX4575" fmla="*/ 5807495 w 6501199"/>
              <a:gd name="connsiteY4575" fmla="*/ 1303028 h 6382977"/>
              <a:gd name="connsiteX4576" fmla="*/ 5816360 w 6501199"/>
              <a:gd name="connsiteY4576" fmla="*/ 1297493 h 6382977"/>
              <a:gd name="connsiteX4577" fmla="*/ 5819653 w 6501199"/>
              <a:gd name="connsiteY4577" fmla="*/ 1298066 h 6382977"/>
              <a:gd name="connsiteX4578" fmla="*/ 5819249 w 6501199"/>
              <a:gd name="connsiteY4578" fmla="*/ 1292675 h 6382977"/>
              <a:gd name="connsiteX4579" fmla="*/ 5822449 w 6501199"/>
              <a:gd name="connsiteY4579" fmla="*/ 1279435 h 6382977"/>
              <a:gd name="connsiteX4580" fmla="*/ 5822748 w 6501199"/>
              <a:gd name="connsiteY4580" fmla="*/ 1279174 h 6382977"/>
              <a:gd name="connsiteX4581" fmla="*/ 5816495 w 6501199"/>
              <a:gd name="connsiteY4581" fmla="*/ 1278186 h 6382977"/>
              <a:gd name="connsiteX4582" fmla="*/ 5782655 w 6501199"/>
              <a:gd name="connsiteY4582" fmla="*/ 1294028 h 6382977"/>
              <a:gd name="connsiteX4583" fmla="*/ 5791655 w 6501199"/>
              <a:gd name="connsiteY4583" fmla="*/ 1273506 h 6382977"/>
              <a:gd name="connsiteX4584" fmla="*/ 5807495 w 6501199"/>
              <a:gd name="connsiteY4584" fmla="*/ 1278186 h 6382977"/>
              <a:gd name="connsiteX4585" fmla="*/ 5819015 w 6501199"/>
              <a:gd name="connsiteY4585" fmla="*/ 1219142 h 6382977"/>
              <a:gd name="connsiteX4586" fmla="*/ 5821175 w 6501199"/>
              <a:gd name="connsiteY4586" fmla="*/ 1207622 h 6382977"/>
              <a:gd name="connsiteX4587" fmla="*/ 5834855 w 6501199"/>
              <a:gd name="connsiteY4587" fmla="*/ 1187100 h 6382977"/>
              <a:gd name="connsiteX4588" fmla="*/ 5838275 w 6501199"/>
              <a:gd name="connsiteY4588" fmla="*/ 1203931 h 6382977"/>
              <a:gd name="connsiteX4589" fmla="*/ 5841485 w 6501199"/>
              <a:gd name="connsiteY4589" fmla="*/ 1218207 h 6382977"/>
              <a:gd name="connsiteX4590" fmla="*/ 5843906 w 6501199"/>
              <a:gd name="connsiteY4590" fmla="*/ 1209023 h 6382977"/>
              <a:gd name="connsiteX4591" fmla="*/ 5854080 w 6501199"/>
              <a:gd name="connsiteY4591" fmla="*/ 1194580 h 6382977"/>
              <a:gd name="connsiteX4592" fmla="*/ 5854205 w 6501199"/>
              <a:gd name="connsiteY4592" fmla="*/ 1193671 h 6382977"/>
              <a:gd name="connsiteX4593" fmla="*/ 5853215 w 6501199"/>
              <a:gd name="connsiteY4593" fmla="*/ 1166579 h 6382977"/>
              <a:gd name="connsiteX4594" fmla="*/ 5869056 w 6501199"/>
              <a:gd name="connsiteY4594" fmla="*/ 1143897 h 6382977"/>
              <a:gd name="connsiteX4595" fmla="*/ 5898576 w 6501199"/>
              <a:gd name="connsiteY4595" fmla="*/ 1157578 h 6382977"/>
              <a:gd name="connsiteX4596" fmla="*/ 5893896 w 6501199"/>
              <a:gd name="connsiteY4596" fmla="*/ 1123376 h 6382977"/>
              <a:gd name="connsiteX4597" fmla="*/ 5873376 w 6501199"/>
              <a:gd name="connsiteY4597" fmla="*/ 1112215 h 6382977"/>
              <a:gd name="connsiteX4598" fmla="*/ 5896416 w 6501199"/>
              <a:gd name="connsiteY4598" fmla="*/ 1091694 h 6382977"/>
              <a:gd name="connsiteX4599" fmla="*/ 5921256 w 6501199"/>
              <a:gd name="connsiteY4599" fmla="*/ 1098534 h 6382977"/>
              <a:gd name="connsiteX4600" fmla="*/ 5923417 w 6501199"/>
              <a:gd name="connsiteY4600" fmla="*/ 1125896 h 6382977"/>
              <a:gd name="connsiteX4601" fmla="*/ 5905394 w 6501199"/>
              <a:gd name="connsiteY4601" fmla="*/ 1179816 h 6382977"/>
              <a:gd name="connsiteX4602" fmla="*/ 5900701 w 6501199"/>
              <a:gd name="connsiteY4602" fmla="*/ 1194247 h 6382977"/>
              <a:gd name="connsiteX4603" fmla="*/ 5899938 w 6501199"/>
              <a:gd name="connsiteY4603" fmla="*/ 1198865 h 6382977"/>
              <a:gd name="connsiteX4604" fmla="*/ 5911979 w 6501199"/>
              <a:gd name="connsiteY4604" fmla="*/ 1207898 h 6382977"/>
              <a:gd name="connsiteX4605" fmla="*/ 5907385 w 6501199"/>
              <a:gd name="connsiteY4605" fmla="*/ 1213224 h 6382977"/>
              <a:gd name="connsiteX4606" fmla="*/ 5905326 w 6501199"/>
              <a:gd name="connsiteY4606" fmla="*/ 1224588 h 6382977"/>
              <a:gd name="connsiteX4607" fmla="*/ 5898576 w 6501199"/>
              <a:gd name="connsiteY4607" fmla="*/ 1248664 h 6382977"/>
              <a:gd name="connsiteX4608" fmla="*/ 5910096 w 6501199"/>
              <a:gd name="connsiteY4608" fmla="*/ 1248664 h 6382977"/>
              <a:gd name="connsiteX4609" fmla="*/ 5901642 w 6501199"/>
              <a:gd name="connsiteY4609" fmla="*/ 1265878 h 6382977"/>
              <a:gd name="connsiteX4610" fmla="*/ 5899764 w 6501199"/>
              <a:gd name="connsiteY4610" fmla="*/ 1267204 h 6382977"/>
              <a:gd name="connsiteX4611" fmla="*/ 5899871 w 6501199"/>
              <a:gd name="connsiteY4611" fmla="*/ 1268416 h 6382977"/>
              <a:gd name="connsiteX4612" fmla="*/ 5896047 w 6501199"/>
              <a:gd name="connsiteY4612" fmla="*/ 1285358 h 6382977"/>
              <a:gd name="connsiteX4613" fmla="*/ 5903256 w 6501199"/>
              <a:gd name="connsiteY4613" fmla="*/ 1291867 h 6382977"/>
              <a:gd name="connsiteX4614" fmla="*/ 5900736 w 6501199"/>
              <a:gd name="connsiteY4614" fmla="*/ 1316709 h 6382977"/>
              <a:gd name="connsiteX4615" fmla="*/ 5889576 w 6501199"/>
              <a:gd name="connsiteY4615" fmla="*/ 1321389 h 6382977"/>
              <a:gd name="connsiteX4616" fmla="*/ 5896416 w 6501199"/>
              <a:gd name="connsiteY4616" fmla="*/ 1344071 h 6382977"/>
              <a:gd name="connsiteX4617" fmla="*/ 5888316 w 6501199"/>
              <a:gd name="connsiteY4617" fmla="*/ 1319162 h 6382977"/>
              <a:gd name="connsiteX4618" fmla="*/ 5888969 w 6501199"/>
              <a:gd name="connsiteY4618" fmla="*/ 1313229 h 6382977"/>
              <a:gd name="connsiteX4619" fmla="*/ 5873314 w 6501199"/>
              <a:gd name="connsiteY4619" fmla="*/ 1349222 h 6382977"/>
              <a:gd name="connsiteX4620" fmla="*/ 5866210 w 6501199"/>
              <a:gd name="connsiteY4620" fmla="*/ 1362587 h 6382977"/>
              <a:gd name="connsiteX4621" fmla="*/ 5869056 w 6501199"/>
              <a:gd name="connsiteY4621" fmla="*/ 1366753 h 6382977"/>
              <a:gd name="connsiteX4622" fmla="*/ 5862598 w 6501199"/>
              <a:gd name="connsiteY4622" fmla="*/ 1369380 h 6382977"/>
              <a:gd name="connsiteX4623" fmla="*/ 5855151 w 6501199"/>
              <a:gd name="connsiteY4623" fmla="*/ 1383390 h 6382977"/>
              <a:gd name="connsiteX4624" fmla="*/ 5856950 w 6501199"/>
              <a:gd name="connsiteY4624" fmla="*/ 1386329 h 6382977"/>
              <a:gd name="connsiteX4625" fmla="*/ 5859696 w 6501199"/>
              <a:gd name="connsiteY4625" fmla="*/ 1396275 h 6382977"/>
              <a:gd name="connsiteX4626" fmla="*/ 5847320 w 6501199"/>
              <a:gd name="connsiteY4626" fmla="*/ 1401495 h 6382977"/>
              <a:gd name="connsiteX4627" fmla="*/ 5843645 w 6501199"/>
              <a:gd name="connsiteY4627" fmla="*/ 1403664 h 6382977"/>
              <a:gd name="connsiteX4628" fmla="*/ 5841833 w 6501199"/>
              <a:gd name="connsiteY4628" fmla="*/ 1406806 h 6382977"/>
              <a:gd name="connsiteX4629" fmla="*/ 5841695 w 6501199"/>
              <a:gd name="connsiteY4629" fmla="*/ 1409956 h 6382977"/>
              <a:gd name="connsiteX4630" fmla="*/ 5871216 w 6501199"/>
              <a:gd name="connsiteY4630" fmla="*/ 1416796 h 6382977"/>
              <a:gd name="connsiteX4631" fmla="*/ 5839535 w 6501199"/>
              <a:gd name="connsiteY4631" fmla="*/ 1435157 h 6382977"/>
              <a:gd name="connsiteX4632" fmla="*/ 5850695 w 6501199"/>
              <a:gd name="connsiteY4632" fmla="*/ 1457839 h 6382977"/>
              <a:gd name="connsiteX4633" fmla="*/ 5866536 w 6501199"/>
              <a:gd name="connsiteY4633" fmla="*/ 1432637 h 6382977"/>
              <a:gd name="connsiteX4634" fmla="*/ 5850695 w 6501199"/>
              <a:gd name="connsiteY4634" fmla="*/ 1480520 h 6382977"/>
              <a:gd name="connsiteX4635" fmla="*/ 5848535 w 6501199"/>
              <a:gd name="connsiteY4635" fmla="*/ 1537404 h 6382977"/>
              <a:gd name="connsiteX4636" fmla="*/ 5900736 w 6501199"/>
              <a:gd name="connsiteY4636" fmla="*/ 1496361 h 6382977"/>
              <a:gd name="connsiteX4637" fmla="*/ 5898576 w 6501199"/>
              <a:gd name="connsiteY4637" fmla="*/ 1478360 h 6382977"/>
              <a:gd name="connsiteX4638" fmla="*/ 5884896 w 6501199"/>
              <a:gd name="connsiteY4638" fmla="*/ 1478360 h 6382977"/>
              <a:gd name="connsiteX4639" fmla="*/ 5875896 w 6501199"/>
              <a:gd name="connsiteY4639" fmla="*/ 1444158 h 6382977"/>
              <a:gd name="connsiteX4640" fmla="*/ 5891736 w 6501199"/>
              <a:gd name="connsiteY4640" fmla="*/ 1455679 h 6382977"/>
              <a:gd name="connsiteX4641" fmla="*/ 5898576 w 6501199"/>
              <a:gd name="connsiteY4641" fmla="*/ 1441998 h 6382977"/>
              <a:gd name="connsiteX4642" fmla="*/ 5889576 w 6501199"/>
              <a:gd name="connsiteY4642" fmla="*/ 1428317 h 6382977"/>
              <a:gd name="connsiteX4643" fmla="*/ 5907576 w 6501199"/>
              <a:gd name="connsiteY4643" fmla="*/ 1405635 h 6382977"/>
              <a:gd name="connsiteX4644" fmla="*/ 5916936 w 6501199"/>
              <a:gd name="connsiteY4644" fmla="*/ 1432637 h 6382977"/>
              <a:gd name="connsiteX4645" fmla="*/ 5925937 w 6501199"/>
              <a:gd name="connsiteY4645" fmla="*/ 1416796 h 6382977"/>
              <a:gd name="connsiteX4646" fmla="*/ 5912256 w 6501199"/>
              <a:gd name="connsiteY4646" fmla="*/ 1398795 h 6382977"/>
              <a:gd name="connsiteX4647" fmla="*/ 5900736 w 6501199"/>
              <a:gd name="connsiteY4647" fmla="*/ 1403115 h 6382977"/>
              <a:gd name="connsiteX4648" fmla="*/ 5919096 w 6501199"/>
              <a:gd name="connsiteY4648" fmla="*/ 1350911 h 6382977"/>
              <a:gd name="connsiteX4649" fmla="*/ 5923417 w 6501199"/>
              <a:gd name="connsiteY4649" fmla="*/ 1246144 h 6382977"/>
              <a:gd name="connsiteX4650" fmla="*/ 5946457 w 6501199"/>
              <a:gd name="connsiteY4650" fmla="*/ 1262345 h 6382977"/>
              <a:gd name="connsiteX4651" fmla="*/ 5930257 w 6501199"/>
              <a:gd name="connsiteY4651" fmla="*/ 1314549 h 6382977"/>
              <a:gd name="connsiteX4652" fmla="*/ 5916936 w 6501199"/>
              <a:gd name="connsiteY4652" fmla="*/ 1344071 h 6382977"/>
              <a:gd name="connsiteX4653" fmla="*/ 5939617 w 6501199"/>
              <a:gd name="connsiteY4653" fmla="*/ 1330390 h 6382977"/>
              <a:gd name="connsiteX4654" fmla="*/ 5932777 w 6501199"/>
              <a:gd name="connsiteY4654" fmla="*/ 1296188 h 6382977"/>
              <a:gd name="connsiteX4655" fmla="*/ 5955457 w 6501199"/>
              <a:gd name="connsiteY4655" fmla="*/ 1252985 h 6382977"/>
              <a:gd name="connsiteX4656" fmla="*/ 5969137 w 6501199"/>
              <a:gd name="connsiteY4656" fmla="*/ 1262345 h 6382977"/>
              <a:gd name="connsiteX4657" fmla="*/ 5980297 w 6501199"/>
              <a:gd name="connsiteY4657" fmla="*/ 1252985 h 6382977"/>
              <a:gd name="connsiteX4658" fmla="*/ 5969137 w 6501199"/>
              <a:gd name="connsiteY4658" fmla="*/ 1232463 h 6382977"/>
              <a:gd name="connsiteX4659" fmla="*/ 5957617 w 6501199"/>
              <a:gd name="connsiteY4659" fmla="*/ 1237144 h 6382977"/>
              <a:gd name="connsiteX4660" fmla="*/ 5975977 w 6501199"/>
              <a:gd name="connsiteY4660" fmla="*/ 1202941 h 6382977"/>
              <a:gd name="connsiteX4661" fmla="*/ 5989657 w 6501199"/>
              <a:gd name="connsiteY4661" fmla="*/ 1212302 h 6382977"/>
              <a:gd name="connsiteX4662" fmla="*/ 5975977 w 6501199"/>
              <a:gd name="connsiteY4662" fmla="*/ 1182420 h 6382977"/>
              <a:gd name="connsiteX4663" fmla="*/ 6010177 w 6501199"/>
              <a:gd name="connsiteY4663" fmla="*/ 1148578 h 6382977"/>
              <a:gd name="connsiteX4664" fmla="*/ 6026017 w 6501199"/>
              <a:gd name="connsiteY4664" fmla="*/ 1109695 h 6382977"/>
              <a:gd name="connsiteX4665" fmla="*/ 6039697 w 6501199"/>
              <a:gd name="connsiteY4665" fmla="*/ 1119056 h 6382977"/>
              <a:gd name="connsiteX4666" fmla="*/ 6041857 w 6501199"/>
              <a:gd name="connsiteY4666" fmla="*/ 1096014 h 6382977"/>
              <a:gd name="connsiteX4667" fmla="*/ 6059857 w 6501199"/>
              <a:gd name="connsiteY4667" fmla="*/ 1087013 h 6382977"/>
              <a:gd name="connsiteX4668" fmla="*/ 6064537 w 6501199"/>
              <a:gd name="connsiteY4668" fmla="*/ 1068652 h 6382977"/>
              <a:gd name="connsiteX4669" fmla="*/ 6050857 w 6501199"/>
              <a:gd name="connsiteY4669" fmla="*/ 1082333 h 6382977"/>
              <a:gd name="connsiteX4670" fmla="*/ 6037177 w 6501199"/>
              <a:gd name="connsiteY4670" fmla="*/ 1068652 h 6382977"/>
              <a:gd name="connsiteX4671" fmla="*/ 6039697 w 6501199"/>
              <a:gd name="connsiteY4671" fmla="*/ 1050651 h 6382977"/>
              <a:gd name="connsiteX4672" fmla="*/ 6062377 w 6501199"/>
              <a:gd name="connsiteY4672" fmla="*/ 1039130 h 6382977"/>
              <a:gd name="connsiteX4673" fmla="*/ 6057697 w 6501199"/>
              <a:gd name="connsiteY4673" fmla="*/ 1064332 h 6382977"/>
              <a:gd name="connsiteX4674" fmla="*/ 6087217 w 6501199"/>
              <a:gd name="connsiteY4674" fmla="*/ 1048491 h 6382977"/>
              <a:gd name="connsiteX4675" fmla="*/ 6091897 w 6501199"/>
              <a:gd name="connsiteY4675" fmla="*/ 1012128 h 6382977"/>
              <a:gd name="connsiteX4676" fmla="*/ 6105577 w 6501199"/>
              <a:gd name="connsiteY4676" fmla="*/ 1030129 h 6382977"/>
              <a:gd name="connsiteX4677" fmla="*/ 6094057 w 6501199"/>
              <a:gd name="connsiteY4677" fmla="*/ 1062172 h 6382977"/>
              <a:gd name="connsiteX4678" fmla="*/ 6100897 w 6501199"/>
              <a:gd name="connsiteY4678" fmla="*/ 1064332 h 6382977"/>
              <a:gd name="connsiteX4679" fmla="*/ 6105577 w 6501199"/>
              <a:gd name="connsiteY4679" fmla="*/ 1112215 h 6382977"/>
              <a:gd name="connsiteX4680" fmla="*/ 6087217 w 6501199"/>
              <a:gd name="connsiteY4680" fmla="*/ 1123376 h 6382977"/>
              <a:gd name="connsiteX4681" fmla="*/ 6080737 w 6501199"/>
              <a:gd name="connsiteY4681" fmla="*/ 1159738 h 6382977"/>
              <a:gd name="connsiteX4682" fmla="*/ 6085057 w 6501199"/>
              <a:gd name="connsiteY4682" fmla="*/ 1141737 h 6382977"/>
              <a:gd name="connsiteX4683" fmla="*/ 6059857 w 6501199"/>
              <a:gd name="connsiteY4683" fmla="*/ 1130216 h 6382977"/>
              <a:gd name="connsiteX4684" fmla="*/ 6071377 w 6501199"/>
              <a:gd name="connsiteY4684" fmla="*/ 1143897 h 6382977"/>
              <a:gd name="connsiteX4685" fmla="*/ 6067057 w 6501199"/>
              <a:gd name="connsiteY4685" fmla="*/ 1168739 h 6382977"/>
              <a:gd name="connsiteX4686" fmla="*/ 6048697 w 6501199"/>
              <a:gd name="connsiteY4686" fmla="*/ 1173419 h 6382977"/>
              <a:gd name="connsiteX4687" fmla="*/ 6062377 w 6501199"/>
              <a:gd name="connsiteY4687" fmla="*/ 1202941 h 6382977"/>
              <a:gd name="connsiteX4688" fmla="*/ 6085057 w 6501199"/>
              <a:gd name="connsiteY4688" fmla="*/ 1212302 h 6382977"/>
              <a:gd name="connsiteX4689" fmla="*/ 6071377 w 6501199"/>
              <a:gd name="connsiteY4689" fmla="*/ 1259825 h 6382977"/>
              <a:gd name="connsiteX4690" fmla="*/ 6062377 w 6501199"/>
              <a:gd name="connsiteY4690" fmla="*/ 1248664 h 6382977"/>
              <a:gd name="connsiteX4691" fmla="*/ 6057697 w 6501199"/>
              <a:gd name="connsiteY4691" fmla="*/ 1282867 h 6382977"/>
              <a:gd name="connsiteX4692" fmla="*/ 6039697 w 6501199"/>
              <a:gd name="connsiteY4692" fmla="*/ 1321389 h 6382977"/>
              <a:gd name="connsiteX4693" fmla="*/ 6010177 w 6501199"/>
              <a:gd name="connsiteY4693" fmla="*/ 1330390 h 6382977"/>
              <a:gd name="connsiteX4694" fmla="*/ 6028177 w 6501199"/>
              <a:gd name="connsiteY4694" fmla="*/ 1355592 h 6382977"/>
              <a:gd name="connsiteX4695" fmla="*/ 6019177 w 6501199"/>
              <a:gd name="connsiteY4695" fmla="*/ 1371433 h 6382977"/>
              <a:gd name="connsiteX4696" fmla="*/ 6007657 w 6501199"/>
              <a:gd name="connsiteY4696" fmla="*/ 1366753 h 6382977"/>
              <a:gd name="connsiteX4697" fmla="*/ 6012337 w 6501199"/>
              <a:gd name="connsiteY4697" fmla="*/ 1382954 h 6382977"/>
              <a:gd name="connsiteX4698" fmla="*/ 5989657 w 6501199"/>
              <a:gd name="connsiteY4698" fmla="*/ 1385114 h 6382977"/>
              <a:gd name="connsiteX4699" fmla="*/ 5993977 w 6501199"/>
              <a:gd name="connsiteY4699" fmla="*/ 1421476 h 6382977"/>
              <a:gd name="connsiteX4700" fmla="*/ 6014497 w 6501199"/>
              <a:gd name="connsiteY4700" fmla="*/ 1391954 h 6382977"/>
              <a:gd name="connsiteX4701" fmla="*/ 6000817 w 6501199"/>
              <a:gd name="connsiteY4701" fmla="*/ 1450998 h 6382977"/>
              <a:gd name="connsiteX4702" fmla="*/ 6032857 w 6501199"/>
              <a:gd name="connsiteY4702" fmla="*/ 1380433 h 6382977"/>
              <a:gd name="connsiteX4703" fmla="*/ 6019177 w 6501199"/>
              <a:gd name="connsiteY4703" fmla="*/ 1382954 h 6382977"/>
              <a:gd name="connsiteX4704" fmla="*/ 6037177 w 6501199"/>
              <a:gd name="connsiteY4704" fmla="*/ 1366753 h 6382977"/>
              <a:gd name="connsiteX4705" fmla="*/ 6055537 w 6501199"/>
              <a:gd name="connsiteY4705" fmla="*/ 1376113 h 6382977"/>
              <a:gd name="connsiteX4706" fmla="*/ 6032857 w 6501199"/>
              <a:gd name="connsiteY4706" fmla="*/ 1448838 h 6382977"/>
              <a:gd name="connsiteX4707" fmla="*/ 6028177 w 6501199"/>
              <a:gd name="connsiteY4707" fmla="*/ 1462519 h 6382977"/>
              <a:gd name="connsiteX4708" fmla="*/ 6005497 w 6501199"/>
              <a:gd name="connsiteY4708" fmla="*/ 1459999 h 6382977"/>
              <a:gd name="connsiteX4709" fmla="*/ 6000817 w 6501199"/>
              <a:gd name="connsiteY4709" fmla="*/ 1483041 h 6382977"/>
              <a:gd name="connsiteX4710" fmla="*/ 6019177 w 6501199"/>
              <a:gd name="connsiteY4710" fmla="*/ 1473680 h 6382977"/>
              <a:gd name="connsiteX4711" fmla="*/ 6010177 w 6501199"/>
              <a:gd name="connsiteY4711" fmla="*/ 1489881 h 6382977"/>
              <a:gd name="connsiteX4712" fmla="*/ 6026017 w 6501199"/>
              <a:gd name="connsiteY4712" fmla="*/ 1512563 h 6382977"/>
              <a:gd name="connsiteX4713" fmla="*/ 6044017 w 6501199"/>
              <a:gd name="connsiteY4713" fmla="*/ 1512563 h 6382977"/>
              <a:gd name="connsiteX4714" fmla="*/ 6053377 w 6501199"/>
              <a:gd name="connsiteY4714" fmla="*/ 1535244 h 6382977"/>
              <a:gd name="connsiteX4715" fmla="*/ 6026017 w 6501199"/>
              <a:gd name="connsiteY4715" fmla="*/ 1530564 h 6382977"/>
              <a:gd name="connsiteX4716" fmla="*/ 6021337 w 6501199"/>
              <a:gd name="connsiteY4716" fmla="*/ 1569446 h 6382977"/>
              <a:gd name="connsiteX4717" fmla="*/ 6010177 w 6501199"/>
              <a:gd name="connsiteY4717" fmla="*/ 1557926 h 6382977"/>
              <a:gd name="connsiteX4718" fmla="*/ 5989657 w 6501199"/>
              <a:gd name="connsiteY4718" fmla="*/ 1571607 h 6382977"/>
              <a:gd name="connsiteX4719" fmla="*/ 5973457 w 6501199"/>
              <a:gd name="connsiteY4719" fmla="*/ 1596448 h 6382977"/>
              <a:gd name="connsiteX4720" fmla="*/ 5991817 w 6501199"/>
              <a:gd name="connsiteY4720" fmla="*/ 1621650 h 6382977"/>
              <a:gd name="connsiteX4721" fmla="*/ 5962297 w 6501199"/>
              <a:gd name="connsiteY4721" fmla="*/ 1628491 h 6382977"/>
              <a:gd name="connsiteX4722" fmla="*/ 5969137 w 6501199"/>
              <a:gd name="connsiteY4722" fmla="*/ 1667013 h 6382977"/>
              <a:gd name="connsiteX4723" fmla="*/ 5953297 w 6501199"/>
              <a:gd name="connsiteY4723" fmla="*/ 1680694 h 6382977"/>
              <a:gd name="connsiteX4724" fmla="*/ 6005497 w 6501199"/>
              <a:gd name="connsiteY4724" fmla="*/ 1635331 h 6382977"/>
              <a:gd name="connsiteX4725" fmla="*/ 5980297 w 6501199"/>
              <a:gd name="connsiteY4725" fmla="*/ 1678534 h 6382977"/>
              <a:gd name="connsiteX4726" fmla="*/ 6035017 w 6501199"/>
              <a:gd name="connsiteY4726" fmla="*/ 1701216 h 6382977"/>
              <a:gd name="connsiteX4727" fmla="*/ 6014497 w 6501199"/>
              <a:gd name="connsiteY4727" fmla="*/ 1776461 h 6382977"/>
              <a:gd name="connsiteX4728" fmla="*/ 6003337 w 6501199"/>
              <a:gd name="connsiteY4728" fmla="*/ 1742258 h 6382977"/>
              <a:gd name="connsiteX4729" fmla="*/ 5972692 w 6501199"/>
              <a:gd name="connsiteY4729" fmla="*/ 1778396 h 6382977"/>
              <a:gd name="connsiteX4730" fmla="*/ 5969085 w 6501199"/>
              <a:gd name="connsiteY4730" fmla="*/ 1787749 h 6382977"/>
              <a:gd name="connsiteX4731" fmla="*/ 6007364 w 6501199"/>
              <a:gd name="connsiteY4731" fmla="*/ 1817718 h 6382977"/>
              <a:gd name="connsiteX4732" fmla="*/ 6029303 w 6501199"/>
              <a:gd name="connsiteY4732" fmla="*/ 1840862 h 6382977"/>
              <a:gd name="connsiteX4733" fmla="*/ 6046537 w 6501199"/>
              <a:gd name="connsiteY4733" fmla="*/ 1817503 h 6382977"/>
              <a:gd name="connsiteX4734" fmla="*/ 6055537 w 6501199"/>
              <a:gd name="connsiteY4734" fmla="*/ 1803823 h 6382977"/>
              <a:gd name="connsiteX4735" fmla="*/ 6082897 w 6501199"/>
              <a:gd name="connsiteY4735" fmla="*/ 1740098 h 6382977"/>
              <a:gd name="connsiteX4736" fmla="*/ 6091042 w 6501199"/>
              <a:gd name="connsiteY4736" fmla="*/ 1711296 h 6382977"/>
              <a:gd name="connsiteX4737" fmla="*/ 6096182 w 6501199"/>
              <a:gd name="connsiteY4737" fmla="*/ 1706887 h 6382977"/>
              <a:gd name="connsiteX4738" fmla="*/ 6098948 w 6501199"/>
              <a:gd name="connsiteY4738" fmla="*/ 1681162 h 6382977"/>
              <a:gd name="connsiteX4739" fmla="*/ 6103108 w 6501199"/>
              <a:gd name="connsiteY4739" fmla="*/ 1700946 h 6382977"/>
              <a:gd name="connsiteX4740" fmla="*/ 6104210 w 6501199"/>
              <a:gd name="connsiteY4740" fmla="*/ 1700000 h 6382977"/>
              <a:gd name="connsiteX4741" fmla="*/ 6114577 w 6501199"/>
              <a:gd name="connsiteY4741" fmla="*/ 1694375 h 6382977"/>
              <a:gd name="connsiteX4742" fmla="*/ 6114577 w 6501199"/>
              <a:gd name="connsiteY4742" fmla="*/ 1708056 h 6382977"/>
              <a:gd name="connsiteX4743" fmla="*/ 6121418 w 6501199"/>
              <a:gd name="connsiteY4743" fmla="*/ 1683214 h 6382977"/>
              <a:gd name="connsiteX4744" fmla="*/ 6112417 w 6501199"/>
              <a:gd name="connsiteY4744" fmla="*/ 1680694 h 6382977"/>
              <a:gd name="connsiteX4745" fmla="*/ 6119258 w 6501199"/>
              <a:gd name="connsiteY4745" fmla="*/ 1642171 h 6382977"/>
              <a:gd name="connsiteX4746" fmla="*/ 6126098 w 6501199"/>
              <a:gd name="connsiteY4746" fmla="*/ 1701216 h 6382977"/>
              <a:gd name="connsiteX4747" fmla="*/ 6121418 w 6501199"/>
              <a:gd name="connsiteY4747" fmla="*/ 1753779 h 6382977"/>
              <a:gd name="connsiteX4748" fmla="*/ 6100897 w 6501199"/>
              <a:gd name="connsiteY4748" fmla="*/ 1767100 h 6382977"/>
              <a:gd name="connsiteX4749" fmla="*/ 6099749 w 6501199"/>
              <a:gd name="connsiteY4749" fmla="*/ 1760179 h 6382977"/>
              <a:gd name="connsiteX4750" fmla="*/ 6092253 w 6501199"/>
              <a:gd name="connsiteY4750" fmla="*/ 1760179 h 6382977"/>
              <a:gd name="connsiteX4751" fmla="*/ 6081322 w 6501199"/>
              <a:gd name="connsiteY4751" fmla="*/ 1798962 h 6382977"/>
              <a:gd name="connsiteX4752" fmla="*/ 6087217 w 6501199"/>
              <a:gd name="connsiteY4752" fmla="*/ 1835505 h 6382977"/>
              <a:gd name="connsiteX4753" fmla="*/ 6059857 w 6501199"/>
              <a:gd name="connsiteY4753" fmla="*/ 1837665 h 6382977"/>
              <a:gd name="connsiteX4754" fmla="*/ 6056932 w 6501199"/>
              <a:gd name="connsiteY4754" fmla="*/ 1866197 h 6382977"/>
              <a:gd name="connsiteX4755" fmla="*/ 6053633 w 6501199"/>
              <a:gd name="connsiteY4755" fmla="*/ 1870372 h 6382977"/>
              <a:gd name="connsiteX4756" fmla="*/ 6075753 w 6501199"/>
              <a:gd name="connsiteY4756" fmla="*/ 1913115 h 6382977"/>
              <a:gd name="connsiteX4757" fmla="*/ 6040091 w 6501199"/>
              <a:gd name="connsiteY4757" fmla="*/ 1957731 h 6382977"/>
              <a:gd name="connsiteX4758" fmla="*/ 6004049 w 6501199"/>
              <a:gd name="connsiteY4758" fmla="*/ 1984225 h 6382977"/>
              <a:gd name="connsiteX4759" fmla="*/ 6000817 w 6501199"/>
              <a:gd name="connsiteY4759" fmla="*/ 1992476 h 6382977"/>
              <a:gd name="connsiteX4760" fmla="*/ 5980297 w 6501199"/>
              <a:gd name="connsiteY4760" fmla="*/ 1999316 h 6382977"/>
              <a:gd name="connsiteX4761" fmla="*/ 5980297 w 6501199"/>
              <a:gd name="connsiteY4761" fmla="*/ 2033518 h 6382977"/>
              <a:gd name="connsiteX4762" fmla="*/ 5969362 w 6501199"/>
              <a:gd name="connsiteY4762" fmla="*/ 2021593 h 6382977"/>
              <a:gd name="connsiteX4763" fmla="*/ 5960452 w 6501199"/>
              <a:gd name="connsiteY4763" fmla="*/ 2007244 h 6382977"/>
              <a:gd name="connsiteX4764" fmla="*/ 5958310 w 6501199"/>
              <a:gd name="connsiteY4764" fmla="*/ 2008247 h 6382977"/>
              <a:gd name="connsiteX4765" fmla="*/ 5952577 w 6501199"/>
              <a:gd name="connsiteY4765" fmla="*/ 2016417 h 6382977"/>
              <a:gd name="connsiteX4766" fmla="*/ 5948617 w 6501199"/>
              <a:gd name="connsiteY4766" fmla="*/ 2026678 h 6382977"/>
              <a:gd name="connsiteX4767" fmla="*/ 5946457 w 6501199"/>
              <a:gd name="connsiteY4767" fmla="*/ 2051520 h 6382977"/>
              <a:gd name="connsiteX4768" fmla="*/ 5955457 w 6501199"/>
              <a:gd name="connsiteY4768" fmla="*/ 2069881 h 6382977"/>
              <a:gd name="connsiteX4769" fmla="*/ 5962297 w 6501199"/>
              <a:gd name="connsiteY4769" fmla="*/ 2072041 h 6382977"/>
              <a:gd name="connsiteX4770" fmla="*/ 5939617 w 6501199"/>
              <a:gd name="connsiteY4770" fmla="*/ 2069881 h 6382977"/>
              <a:gd name="connsiteX4771" fmla="*/ 5932777 w 6501199"/>
              <a:gd name="connsiteY4771" fmla="*/ 2119924 h 6382977"/>
              <a:gd name="connsiteX4772" fmla="*/ 5921256 w 6501199"/>
              <a:gd name="connsiteY4772" fmla="*/ 2106243 h 6382977"/>
              <a:gd name="connsiteX4773" fmla="*/ 5921256 w 6501199"/>
              <a:gd name="connsiteY4773" fmla="*/ 2163127 h 6382977"/>
              <a:gd name="connsiteX4774" fmla="*/ 5900736 w 6501199"/>
              <a:gd name="connsiteY4774" fmla="*/ 2158447 h 6382977"/>
              <a:gd name="connsiteX4775" fmla="*/ 5898576 w 6501199"/>
              <a:gd name="connsiteY4775" fmla="*/ 2122084 h 6382977"/>
              <a:gd name="connsiteX4776" fmla="*/ 5889576 w 6501199"/>
              <a:gd name="connsiteY4776" fmla="*/ 2185809 h 6382977"/>
              <a:gd name="connsiteX4777" fmla="*/ 5873376 w 6501199"/>
              <a:gd name="connsiteY4777" fmla="*/ 2190489 h 6382977"/>
              <a:gd name="connsiteX4778" fmla="*/ 5878056 w 6501199"/>
              <a:gd name="connsiteY4778" fmla="*/ 2215331 h 6382977"/>
              <a:gd name="connsiteX4779" fmla="*/ 5896416 w 6501199"/>
              <a:gd name="connsiteY4779" fmla="*/ 2197330 h 6382977"/>
              <a:gd name="connsiteX4780" fmla="*/ 5875896 w 6501199"/>
              <a:gd name="connsiteY4780" fmla="*/ 2233692 h 6382977"/>
              <a:gd name="connsiteX4781" fmla="*/ 5943937 w 6501199"/>
              <a:gd name="connsiteY4781" fmla="*/ 2131085 h 6382977"/>
              <a:gd name="connsiteX4782" fmla="*/ 5898576 w 6501199"/>
              <a:gd name="connsiteY4782" fmla="*/ 2238372 h 6382977"/>
              <a:gd name="connsiteX4783" fmla="*/ 5897028 w 6501199"/>
              <a:gd name="connsiteY4783" fmla="*/ 2245267 h 6382977"/>
              <a:gd name="connsiteX4784" fmla="*/ 5902653 w 6501199"/>
              <a:gd name="connsiteY4784" fmla="*/ 2251681 h 6382977"/>
              <a:gd name="connsiteX4785" fmla="*/ 5888408 w 6501199"/>
              <a:gd name="connsiteY4785" fmla="*/ 2293574 h 6382977"/>
              <a:gd name="connsiteX4786" fmla="*/ 5886720 w 6501199"/>
              <a:gd name="connsiteY4786" fmla="*/ 2268355 h 6382977"/>
              <a:gd name="connsiteX4787" fmla="*/ 5893432 w 6501199"/>
              <a:gd name="connsiteY4787" fmla="*/ 2256124 h 6382977"/>
              <a:gd name="connsiteX4788" fmla="*/ 5884896 w 6501199"/>
              <a:gd name="connsiteY4788" fmla="*/ 2267894 h 6382977"/>
              <a:gd name="connsiteX4789" fmla="*/ 5880216 w 6501199"/>
              <a:gd name="connsiteY4789" fmla="*/ 2256374 h 6382977"/>
              <a:gd name="connsiteX4790" fmla="*/ 5834855 w 6501199"/>
              <a:gd name="connsiteY4790" fmla="*/ 2308577 h 6382977"/>
              <a:gd name="connsiteX4791" fmla="*/ 5828015 w 6501199"/>
              <a:gd name="connsiteY4791" fmla="*/ 2297416 h 6382977"/>
              <a:gd name="connsiteX4792" fmla="*/ 5814335 w 6501199"/>
              <a:gd name="connsiteY4792" fmla="*/ 2324778 h 6382977"/>
              <a:gd name="connsiteX4793" fmla="*/ 5834855 w 6501199"/>
              <a:gd name="connsiteY4793" fmla="*/ 2308577 h 6382977"/>
              <a:gd name="connsiteX4794" fmla="*/ 5830175 w 6501199"/>
              <a:gd name="connsiteY4794" fmla="*/ 2367981 h 6382977"/>
              <a:gd name="connsiteX4795" fmla="*/ 5802815 w 6501199"/>
              <a:gd name="connsiteY4795" fmla="*/ 2402184 h 6382977"/>
              <a:gd name="connsiteX4796" fmla="*/ 5739455 w 6501199"/>
              <a:gd name="connsiteY4796" fmla="*/ 2492910 h 6382977"/>
              <a:gd name="connsiteX4797" fmla="*/ 5734775 w 6501199"/>
              <a:gd name="connsiteY4797" fmla="*/ 2479229 h 6382977"/>
              <a:gd name="connsiteX4798" fmla="*/ 5725775 w 6501199"/>
              <a:gd name="connsiteY4798" fmla="*/ 2488590 h 6382977"/>
              <a:gd name="connsiteX4799" fmla="*/ 5716415 w 6501199"/>
              <a:gd name="connsiteY4799" fmla="*/ 2518112 h 6382977"/>
              <a:gd name="connsiteX4800" fmla="*/ 5707415 w 6501199"/>
              <a:gd name="connsiteY4800" fmla="*/ 2511271 h 6382977"/>
              <a:gd name="connsiteX4801" fmla="*/ 5707415 w 6501199"/>
              <a:gd name="connsiteY4801" fmla="*/ 2529272 h 6382977"/>
              <a:gd name="connsiteX4802" fmla="*/ 5695895 w 6501199"/>
              <a:gd name="connsiteY4802" fmla="*/ 2524952 h 6382977"/>
              <a:gd name="connsiteX4803" fmla="*/ 5698415 w 6501199"/>
              <a:gd name="connsiteY4803" fmla="*/ 2540793 h 6382977"/>
              <a:gd name="connsiteX4804" fmla="*/ 5693085 w 6501199"/>
              <a:gd name="connsiteY4804" fmla="*/ 2546840 h 6382977"/>
              <a:gd name="connsiteX4805" fmla="*/ 5690284 w 6501199"/>
              <a:gd name="connsiteY4805" fmla="*/ 2562101 h 6382977"/>
              <a:gd name="connsiteX4806" fmla="*/ 5689175 w 6501199"/>
              <a:gd name="connsiteY4806" fmla="*/ 2590973 h 6382977"/>
              <a:gd name="connsiteX4807" fmla="*/ 5666139 w 6501199"/>
              <a:gd name="connsiteY4807" fmla="*/ 2595653 h 6382977"/>
              <a:gd name="connsiteX4808" fmla="*/ 5666139 w 6501199"/>
              <a:gd name="connsiteY4808" fmla="*/ 2650011 h 6382977"/>
              <a:gd name="connsiteX4809" fmla="*/ 5636624 w 6501199"/>
              <a:gd name="connsiteY4809" fmla="*/ 2700049 h 6382977"/>
              <a:gd name="connsiteX4810" fmla="*/ 5579753 w 6501199"/>
              <a:gd name="connsiteY4810" fmla="*/ 2791126 h 6382977"/>
              <a:gd name="connsiteX4811" fmla="*/ 5529721 w 6501199"/>
              <a:gd name="connsiteY4811" fmla="*/ 2829645 h 6382977"/>
              <a:gd name="connsiteX4812" fmla="*/ 5511952 w 6501199"/>
              <a:gd name="connsiteY4812" fmla="*/ 2848674 h 6382977"/>
              <a:gd name="connsiteX4813" fmla="*/ 5512453 w 6501199"/>
              <a:gd name="connsiteY4813" fmla="*/ 2849139 h 6382977"/>
              <a:gd name="connsiteX4814" fmla="*/ 5510045 w 6501199"/>
              <a:gd name="connsiteY4814" fmla="*/ 2865086 h 6382977"/>
              <a:gd name="connsiteX4815" fmla="*/ 5503956 w 6501199"/>
              <a:gd name="connsiteY4815" fmla="*/ 2857238 h 6382977"/>
              <a:gd name="connsiteX4816" fmla="*/ 5494275 w 6501199"/>
              <a:gd name="connsiteY4816" fmla="*/ 2867606 h 6382977"/>
              <a:gd name="connsiteX4817" fmla="*/ 5495070 w 6501199"/>
              <a:gd name="connsiteY4817" fmla="*/ 2876181 h 6382977"/>
              <a:gd name="connsiteX4818" fmla="*/ 5494400 w 6501199"/>
              <a:gd name="connsiteY4818" fmla="*/ 2886870 h 6382977"/>
              <a:gd name="connsiteX4819" fmla="*/ 5483043 w 6501199"/>
              <a:gd name="connsiteY4819" fmla="*/ 2878369 h 6382977"/>
              <a:gd name="connsiteX4820" fmla="*/ 5445000 w 6501199"/>
              <a:gd name="connsiteY4820" fmla="*/ 2911092 h 6382977"/>
              <a:gd name="connsiteX4821" fmla="*/ 5397983 w 6501199"/>
              <a:gd name="connsiteY4821" fmla="*/ 2932242 h 6382977"/>
              <a:gd name="connsiteX4822" fmla="*/ 5352270 w 6501199"/>
              <a:gd name="connsiteY4822" fmla="*/ 2963921 h 6382977"/>
              <a:gd name="connsiteX4823" fmla="*/ 5306917 w 6501199"/>
              <a:gd name="connsiteY4823" fmla="*/ 2991280 h 6382977"/>
              <a:gd name="connsiteX4824" fmla="*/ 5261565 w 6501199"/>
              <a:gd name="connsiteY4824" fmla="*/ 3018639 h 6382977"/>
              <a:gd name="connsiteX4825" fmla="*/ 5215852 w 6501199"/>
              <a:gd name="connsiteY4825" fmla="*/ 3043478 h 6382977"/>
              <a:gd name="connsiteX4826" fmla="*/ 5188497 w 6501199"/>
              <a:gd name="connsiteY4826" fmla="*/ 3063637 h 6382977"/>
              <a:gd name="connsiteX4827" fmla="*/ 5165820 w 6501199"/>
              <a:gd name="connsiteY4827" fmla="*/ 3088837 h 6382977"/>
              <a:gd name="connsiteX4828" fmla="*/ 5115788 w 6501199"/>
              <a:gd name="connsiteY4828" fmla="*/ 3138875 h 6382977"/>
              <a:gd name="connsiteX4829" fmla="*/ 5061077 w 6501199"/>
              <a:gd name="connsiteY4829" fmla="*/ 3147875 h 6382977"/>
              <a:gd name="connsiteX4830" fmla="*/ 5031562 w 6501199"/>
              <a:gd name="connsiteY4830" fmla="*/ 3166234 h 6382977"/>
              <a:gd name="connsiteX4831" fmla="*/ 5000944 w 6501199"/>
              <a:gd name="connsiteY4831" fmla="*/ 3153623 h 6382977"/>
              <a:gd name="connsiteX4832" fmla="*/ 4975480 w 6501199"/>
              <a:gd name="connsiteY4832" fmla="*/ 3128650 h 6382977"/>
              <a:gd name="connsiteX4833" fmla="*/ 4975138 w 6501199"/>
              <a:gd name="connsiteY4833" fmla="*/ 3128756 h 6382977"/>
              <a:gd name="connsiteX4834" fmla="*/ 4968038 w 6501199"/>
              <a:gd name="connsiteY4834" fmla="*/ 3125094 h 6382977"/>
              <a:gd name="connsiteX4835" fmla="*/ 4970532 w 6501199"/>
              <a:gd name="connsiteY4835" fmla="*/ 3124266 h 6382977"/>
              <a:gd name="connsiteX4836" fmla="*/ 4952620 w 6501199"/>
              <a:gd name="connsiteY4836" fmla="*/ 3109346 h 6382977"/>
              <a:gd name="connsiteX4837" fmla="*/ 4932329 w 6501199"/>
              <a:gd name="connsiteY4837" fmla="*/ 3109407 h 6382977"/>
              <a:gd name="connsiteX4838" fmla="*/ 4911089 w 6501199"/>
              <a:gd name="connsiteY4838" fmla="*/ 3131954 h 6382977"/>
              <a:gd name="connsiteX4839" fmla="*/ 4881568 w 6501199"/>
              <a:gd name="connsiteY4839" fmla="*/ 3138794 h 6382977"/>
              <a:gd name="connsiteX4840" fmla="*/ 4895085 w 6501199"/>
              <a:gd name="connsiteY4840" fmla="*/ 3125631 h 6382977"/>
              <a:gd name="connsiteX4841" fmla="*/ 4893544 w 6501199"/>
              <a:gd name="connsiteY4841" fmla="*/ 3123564 h 6382977"/>
              <a:gd name="connsiteX4842" fmla="*/ 4885420 w 6501199"/>
              <a:gd name="connsiteY4842" fmla="*/ 3124249 h 6382977"/>
              <a:gd name="connsiteX4843" fmla="*/ 4876573 w 6501199"/>
              <a:gd name="connsiteY4843" fmla="*/ 3125743 h 6382977"/>
              <a:gd name="connsiteX4844" fmla="*/ 4864177 w 6501199"/>
              <a:gd name="connsiteY4844" fmla="*/ 3138183 h 6382977"/>
              <a:gd name="connsiteX4845" fmla="*/ 4859833 w 6501199"/>
              <a:gd name="connsiteY4845" fmla="*/ 3134744 h 6382977"/>
              <a:gd name="connsiteX4846" fmla="*/ 4863575 w 6501199"/>
              <a:gd name="connsiteY4846" fmla="*/ 3126088 h 6382977"/>
              <a:gd name="connsiteX4847" fmla="*/ 4856000 w 6501199"/>
              <a:gd name="connsiteY4847" fmla="*/ 3126726 h 6382977"/>
              <a:gd name="connsiteX4848" fmla="*/ 4848889 w 6501199"/>
              <a:gd name="connsiteY4848" fmla="*/ 3125715 h 6382977"/>
              <a:gd name="connsiteX4849" fmla="*/ 4839358 w 6501199"/>
              <a:gd name="connsiteY4849" fmla="*/ 3141854 h 6382977"/>
              <a:gd name="connsiteX4850" fmla="*/ 4799848 w 6501199"/>
              <a:gd name="connsiteY4850" fmla="*/ 3172997 h 6382977"/>
              <a:gd name="connsiteX4851" fmla="*/ 4783647 w 6501199"/>
              <a:gd name="connsiteY4851" fmla="*/ 3166156 h 6382977"/>
              <a:gd name="connsiteX4852" fmla="*/ 4731447 w 6501199"/>
              <a:gd name="connsiteY4852" fmla="*/ 3184157 h 6382977"/>
              <a:gd name="connsiteX4853" fmla="*/ 4738287 w 6501199"/>
              <a:gd name="connsiteY4853" fmla="*/ 3168316 h 6382977"/>
              <a:gd name="connsiteX4854" fmla="*/ 4708767 w 6501199"/>
              <a:gd name="connsiteY4854" fmla="*/ 3195678 h 6382977"/>
              <a:gd name="connsiteX4855" fmla="*/ 4686087 w 6501199"/>
              <a:gd name="connsiteY4855" fmla="*/ 3200358 h 6382977"/>
              <a:gd name="connsiteX4856" fmla="*/ 4667727 w 6501199"/>
              <a:gd name="connsiteY4856" fmla="*/ 3186678 h 6382977"/>
              <a:gd name="connsiteX4857" fmla="*/ 4651887 w 6501199"/>
              <a:gd name="connsiteY4857" fmla="*/ 3197838 h 6382977"/>
              <a:gd name="connsiteX4858" fmla="*/ 4667727 w 6501199"/>
              <a:gd name="connsiteY4858" fmla="*/ 3204679 h 6382977"/>
              <a:gd name="connsiteX4859" fmla="*/ 4640367 w 6501199"/>
              <a:gd name="connsiteY4859" fmla="*/ 3220520 h 6382977"/>
              <a:gd name="connsiteX4860" fmla="*/ 4631366 w 6501199"/>
              <a:gd name="connsiteY4860" fmla="*/ 3206839 h 6382977"/>
              <a:gd name="connsiteX4861" fmla="*/ 4608686 w 6501199"/>
              <a:gd name="connsiteY4861" fmla="*/ 3216200 h 6382977"/>
              <a:gd name="connsiteX4862" fmla="*/ 4608686 w 6501199"/>
              <a:gd name="connsiteY4862" fmla="*/ 3234201 h 6382977"/>
              <a:gd name="connsiteX4863" fmla="*/ 4647207 w 6501199"/>
              <a:gd name="connsiteY4863" fmla="*/ 3225200 h 6382977"/>
              <a:gd name="connsiteX4864" fmla="*/ 4645047 w 6501199"/>
              <a:gd name="connsiteY4864" fmla="*/ 3243201 h 6382977"/>
              <a:gd name="connsiteX4865" fmla="*/ 4629341 w 6501199"/>
              <a:gd name="connsiteY4865" fmla="*/ 3244371 h 6382977"/>
              <a:gd name="connsiteX4866" fmla="*/ 4615723 w 6501199"/>
              <a:gd name="connsiteY4866" fmla="*/ 3252445 h 6382977"/>
              <a:gd name="connsiteX4867" fmla="*/ 4646992 w 6501199"/>
              <a:gd name="connsiteY4867" fmla="*/ 3249579 h 6382977"/>
              <a:gd name="connsiteX4868" fmla="*/ 4649513 w 6501199"/>
              <a:gd name="connsiteY4868" fmla="*/ 3276941 h 6382977"/>
              <a:gd name="connsiteX4869" fmla="*/ 4660674 w 6501199"/>
              <a:gd name="connsiteY4869" fmla="*/ 3274780 h 6382977"/>
              <a:gd name="connsiteX4870" fmla="*/ 4651673 w 6501199"/>
              <a:gd name="connsiteY4870" fmla="*/ 3249579 h 6382977"/>
              <a:gd name="connsiteX4871" fmla="*/ 4665354 w 6501199"/>
              <a:gd name="connsiteY4871" fmla="*/ 3263260 h 6382977"/>
              <a:gd name="connsiteX4872" fmla="*/ 4697037 w 6501199"/>
              <a:gd name="connsiteY4872" fmla="*/ 3249579 h 6382977"/>
              <a:gd name="connsiteX4873" fmla="*/ 4733761 w 6501199"/>
              <a:gd name="connsiteY4873" fmla="*/ 3263260 h 6382977"/>
              <a:gd name="connsiteX4874" fmla="*/ 4703878 w 6501199"/>
              <a:gd name="connsiteY4874" fmla="*/ 3290621 h 6382977"/>
              <a:gd name="connsiteX4875" fmla="*/ 4653833 w 6501199"/>
              <a:gd name="connsiteY4875" fmla="*/ 3302142 h 6382977"/>
              <a:gd name="connsiteX4876" fmla="*/ 4674355 w 6501199"/>
              <a:gd name="connsiteY4876" fmla="*/ 3304302 h 6382977"/>
              <a:gd name="connsiteX4877" fmla="*/ 4710719 w 6501199"/>
              <a:gd name="connsiteY4877" fmla="*/ 3304302 h 6382977"/>
              <a:gd name="connsiteX4878" fmla="*/ 4717560 w 6501199"/>
              <a:gd name="connsiteY4878" fmla="*/ 3361185 h 6382977"/>
              <a:gd name="connsiteX4879" fmla="*/ 4694877 w 6501199"/>
              <a:gd name="connsiteY4879" fmla="*/ 3343184 h 6382977"/>
              <a:gd name="connsiteX4880" fmla="*/ 4674355 w 6501199"/>
              <a:gd name="connsiteY4880" fmla="*/ 3372705 h 6382977"/>
              <a:gd name="connsiteX4881" fmla="*/ 4660674 w 6501199"/>
              <a:gd name="connsiteY4881" fmla="*/ 3354344 h 6382977"/>
              <a:gd name="connsiteX4882" fmla="*/ 4631151 w 6501199"/>
              <a:gd name="connsiteY4882" fmla="*/ 3393226 h 6382977"/>
              <a:gd name="connsiteX4883" fmla="*/ 4642672 w 6501199"/>
              <a:gd name="connsiteY4883" fmla="*/ 3381706 h 6382977"/>
              <a:gd name="connsiteX4884" fmla="*/ 4626470 w 6501199"/>
              <a:gd name="connsiteY4884" fmla="*/ 3404387 h 6382977"/>
              <a:gd name="connsiteX4885" fmla="*/ 4617469 w 6501199"/>
              <a:gd name="connsiteY4885" fmla="*/ 3386386 h 6382977"/>
              <a:gd name="connsiteX4886" fmla="*/ 4590106 w 6501199"/>
              <a:gd name="connsiteY4886" fmla="*/ 3413387 h 6382977"/>
              <a:gd name="connsiteX4887" fmla="*/ 4608468 w 6501199"/>
              <a:gd name="connsiteY4887" fmla="*/ 3418067 h 6382977"/>
              <a:gd name="connsiteX4888" fmla="*/ 4590106 w 6501199"/>
              <a:gd name="connsiteY4888" fmla="*/ 3436428 h 6382977"/>
              <a:gd name="connsiteX4889" fmla="*/ 4596039 w 6501199"/>
              <a:gd name="connsiteY4889" fmla="*/ 3444964 h 6382977"/>
              <a:gd name="connsiteX4890" fmla="*/ 4606769 w 6501199"/>
              <a:gd name="connsiteY4890" fmla="*/ 3441721 h 6382977"/>
              <a:gd name="connsiteX4891" fmla="*/ 4606803 w 6501199"/>
              <a:gd name="connsiteY4891" fmla="*/ 3441588 h 6382977"/>
              <a:gd name="connsiteX4892" fmla="*/ 4609105 w 6501199"/>
              <a:gd name="connsiteY4892" fmla="*/ 3434358 h 6382977"/>
              <a:gd name="connsiteX4893" fmla="*/ 4621636 w 6501199"/>
              <a:gd name="connsiteY4893" fmla="*/ 3436449 h 6382977"/>
              <a:gd name="connsiteX4894" fmla="*/ 4622023 w 6501199"/>
              <a:gd name="connsiteY4894" fmla="*/ 3436462 h 6382977"/>
              <a:gd name="connsiteX4895" fmla="*/ 4639449 w 6501199"/>
              <a:gd name="connsiteY4895" fmla="*/ 3423989 h 6382977"/>
              <a:gd name="connsiteX4896" fmla="*/ 4639005 w 6501199"/>
              <a:gd name="connsiteY4896" fmla="*/ 3422562 h 6382977"/>
              <a:gd name="connsiteX4897" fmla="*/ 4631885 w 6501199"/>
              <a:gd name="connsiteY4897" fmla="*/ 3420360 h 6382977"/>
              <a:gd name="connsiteX4898" fmla="*/ 4650228 w 6501199"/>
              <a:gd name="connsiteY4898" fmla="*/ 3406832 h 6382977"/>
              <a:gd name="connsiteX4899" fmla="*/ 4652040 w 6501199"/>
              <a:gd name="connsiteY4899" fmla="*/ 3413341 h 6382977"/>
              <a:gd name="connsiteX4900" fmla="*/ 4667122 w 6501199"/>
              <a:gd name="connsiteY4900" fmla="*/ 3398708 h 6382977"/>
              <a:gd name="connsiteX4901" fmla="*/ 4665429 w 6501199"/>
              <a:gd name="connsiteY4901" fmla="*/ 3390688 h 6382977"/>
              <a:gd name="connsiteX4902" fmla="*/ 4649843 w 6501199"/>
              <a:gd name="connsiteY4902" fmla="*/ 3406351 h 6382977"/>
              <a:gd name="connsiteX4903" fmla="*/ 4647363 w 6501199"/>
              <a:gd name="connsiteY4903" fmla="*/ 3386416 h 6382977"/>
              <a:gd name="connsiteX4904" fmla="*/ 4670034 w 6501199"/>
              <a:gd name="connsiteY4904" fmla="*/ 3379653 h 6382977"/>
              <a:gd name="connsiteX4905" fmla="*/ 4674296 w 6501199"/>
              <a:gd name="connsiteY4905" fmla="*/ 3391524 h 6382977"/>
              <a:gd name="connsiteX4906" fmla="*/ 4688177 w 6501199"/>
              <a:gd name="connsiteY4906" fmla="*/ 3377547 h 6382977"/>
              <a:gd name="connsiteX4907" fmla="*/ 4710854 w 6501199"/>
              <a:gd name="connsiteY4907" fmla="*/ 3400587 h 6382977"/>
              <a:gd name="connsiteX4908" fmla="*/ 4696912 w 6501199"/>
              <a:gd name="connsiteY4908" fmla="*/ 3423260 h 6382977"/>
              <a:gd name="connsiteX4909" fmla="*/ 4689839 w 6501199"/>
              <a:gd name="connsiteY4909" fmla="*/ 3429063 h 6382977"/>
              <a:gd name="connsiteX4910" fmla="*/ 4689871 w 6501199"/>
              <a:gd name="connsiteY4910" fmla="*/ 3429134 h 6382977"/>
              <a:gd name="connsiteX4911" fmla="*/ 4689709 w 6501199"/>
              <a:gd name="connsiteY4911" fmla="*/ 3429170 h 6382977"/>
              <a:gd name="connsiteX4912" fmla="*/ 4677874 w 6501199"/>
              <a:gd name="connsiteY4912" fmla="*/ 3438880 h 6382977"/>
              <a:gd name="connsiteX4913" fmla="*/ 4658667 w 6501199"/>
              <a:gd name="connsiteY4913" fmla="*/ 3449953 h 6382977"/>
              <a:gd name="connsiteX4914" fmla="*/ 4657062 w 6501199"/>
              <a:gd name="connsiteY4914" fmla="*/ 3458806 h 6382977"/>
              <a:gd name="connsiteX4915" fmla="*/ 4652054 w 6501199"/>
              <a:gd name="connsiteY4915" fmla="*/ 3453766 h 6382977"/>
              <a:gd name="connsiteX4916" fmla="*/ 4638145 w 6501199"/>
              <a:gd name="connsiteY4916" fmla="*/ 3461785 h 6382977"/>
              <a:gd name="connsiteX4917" fmla="*/ 4605481 w 6501199"/>
              <a:gd name="connsiteY4917" fmla="*/ 3482889 h 6382977"/>
              <a:gd name="connsiteX4918" fmla="*/ 4598596 w 6501199"/>
              <a:gd name="connsiteY4918" fmla="*/ 3484728 h 6382977"/>
              <a:gd name="connsiteX4919" fmla="*/ 4599467 w 6501199"/>
              <a:gd name="connsiteY4919" fmla="*/ 3486471 h 6382977"/>
              <a:gd name="connsiteX4920" fmla="*/ 4619629 w 6501199"/>
              <a:gd name="connsiteY4920" fmla="*/ 3474950 h 6382977"/>
              <a:gd name="connsiteX4921" fmla="*/ 4637991 w 6501199"/>
              <a:gd name="connsiteY4921" fmla="*/ 3486471 h 6382977"/>
              <a:gd name="connsiteX4922" fmla="*/ 4632546 w 6501199"/>
              <a:gd name="connsiteY4922" fmla="*/ 3510412 h 6382977"/>
              <a:gd name="connsiteX4923" fmla="*/ 4631568 w 6501199"/>
              <a:gd name="connsiteY4923" fmla="*/ 3517588 h 6382977"/>
              <a:gd name="connsiteX4924" fmla="*/ 4639351 w 6501199"/>
              <a:gd name="connsiteY4924" fmla="*/ 3518573 h 6382977"/>
              <a:gd name="connsiteX4925" fmla="*/ 4643730 w 6501199"/>
              <a:gd name="connsiteY4925" fmla="*/ 3517881 h 6382977"/>
              <a:gd name="connsiteX4926" fmla="*/ 4643720 w 6501199"/>
              <a:gd name="connsiteY4926" fmla="*/ 3517872 h 6382977"/>
              <a:gd name="connsiteX4927" fmla="*/ 4652146 w 6501199"/>
              <a:gd name="connsiteY4927" fmla="*/ 3475037 h 6382977"/>
              <a:gd name="connsiteX4928" fmla="*/ 4669623 w 6501199"/>
              <a:gd name="connsiteY4928" fmla="*/ 3501373 h 6382977"/>
              <a:gd name="connsiteX4929" fmla="*/ 4676794 w 6501199"/>
              <a:gd name="connsiteY4929" fmla="*/ 3520687 h 6382977"/>
              <a:gd name="connsiteX4930" fmla="*/ 4687351 w 6501199"/>
              <a:gd name="connsiteY4930" fmla="*/ 3523042 h 6382977"/>
              <a:gd name="connsiteX4931" fmla="*/ 4694382 w 6501199"/>
              <a:gd name="connsiteY4931" fmla="*/ 3496235 h 6382977"/>
              <a:gd name="connsiteX4932" fmla="*/ 4746109 w 6501199"/>
              <a:gd name="connsiteY4932" fmla="*/ 3494087 h 6382977"/>
              <a:gd name="connsiteX4933" fmla="*/ 4732910 w 6501199"/>
              <a:gd name="connsiteY4933" fmla="*/ 3511985 h 6382977"/>
              <a:gd name="connsiteX4934" fmla="*/ 4737191 w 6501199"/>
              <a:gd name="connsiteY4934" fmla="*/ 3516639 h 6382977"/>
              <a:gd name="connsiteX4935" fmla="*/ 4712130 w 6501199"/>
              <a:gd name="connsiteY4935" fmla="*/ 3520755 h 6382977"/>
              <a:gd name="connsiteX4936" fmla="*/ 4698629 w 6501199"/>
              <a:gd name="connsiteY4936" fmla="*/ 3525558 h 6382977"/>
              <a:gd name="connsiteX4937" fmla="*/ 4705740 w 6501199"/>
              <a:gd name="connsiteY4937" fmla="*/ 3527144 h 6382977"/>
              <a:gd name="connsiteX4938" fmla="*/ 4757916 w 6501199"/>
              <a:gd name="connsiteY4938" fmla="*/ 3529664 h 6382977"/>
              <a:gd name="connsiteX4939" fmla="*/ 4873782 w 6501199"/>
              <a:gd name="connsiteY4939" fmla="*/ 3518146 h 6382977"/>
              <a:gd name="connsiteX4940" fmla="*/ 5126385 w 6501199"/>
              <a:gd name="connsiteY4940" fmla="*/ 3470275 h 6382977"/>
              <a:gd name="connsiteX4941" fmla="*/ 5114871 w 6501199"/>
              <a:gd name="connsiteY4941" fmla="*/ 3509148 h 6382977"/>
              <a:gd name="connsiteX4942" fmla="*/ 5026352 w 6501199"/>
              <a:gd name="connsiteY4942" fmla="*/ 3543341 h 6382977"/>
              <a:gd name="connsiteX4943" fmla="*/ 5006317 w 6501199"/>
              <a:gd name="connsiteY4943" fmla="*/ 3551957 h 6382977"/>
              <a:gd name="connsiteX4944" fmla="*/ 5009704 w 6501199"/>
              <a:gd name="connsiteY4944" fmla="*/ 3556904 h 6382977"/>
              <a:gd name="connsiteX4945" fmla="*/ 5007019 w 6501199"/>
              <a:gd name="connsiteY4945" fmla="*/ 3570551 h 6382977"/>
              <a:gd name="connsiteX4946" fmla="*/ 4984794 w 6501199"/>
              <a:gd name="connsiteY4946" fmla="*/ 3566186 h 6382977"/>
              <a:gd name="connsiteX4947" fmla="*/ 4985052 w 6501199"/>
              <a:gd name="connsiteY4947" fmla="*/ 3561102 h 6382977"/>
              <a:gd name="connsiteX4948" fmla="*/ 4983666 w 6501199"/>
              <a:gd name="connsiteY4948" fmla="*/ 3561698 h 6382977"/>
              <a:gd name="connsiteX4949" fmla="*/ 4961178 w 6501199"/>
              <a:gd name="connsiteY4949" fmla="*/ 3564852 h 6382977"/>
              <a:gd name="connsiteX4950" fmla="*/ 4980376 w 6501199"/>
              <a:gd name="connsiteY4950" fmla="*/ 3572257 h 6382977"/>
              <a:gd name="connsiteX4951" fmla="*/ 4874961 w 6501199"/>
              <a:gd name="connsiteY4951" fmla="*/ 3603948 h 6382977"/>
              <a:gd name="connsiteX4952" fmla="*/ 4875233 w 6501199"/>
              <a:gd name="connsiteY4952" fmla="*/ 3596025 h 6382977"/>
              <a:gd name="connsiteX4953" fmla="*/ 4876381 w 6501199"/>
              <a:gd name="connsiteY4953" fmla="*/ 3591245 h 6382977"/>
              <a:gd name="connsiteX4954" fmla="*/ 4874356 w 6501199"/>
              <a:gd name="connsiteY4954" fmla="*/ 3591752 h 6382977"/>
              <a:gd name="connsiteX4955" fmla="*/ 4680552 w 6501199"/>
              <a:gd name="connsiteY4955" fmla="*/ 3577175 h 6382977"/>
              <a:gd name="connsiteX4956" fmla="*/ 4621404 w 6501199"/>
              <a:gd name="connsiteY4956" fmla="*/ 3558054 h 6382977"/>
              <a:gd name="connsiteX4957" fmla="*/ 4592278 w 6501199"/>
              <a:gd name="connsiteY4957" fmla="*/ 3558503 h 6382977"/>
              <a:gd name="connsiteX4958" fmla="*/ 4585859 w 6501199"/>
              <a:gd name="connsiteY4958" fmla="*/ 3561185 h 6382977"/>
              <a:gd name="connsiteX4959" fmla="*/ 4576425 w 6501199"/>
              <a:gd name="connsiteY4959" fmla="*/ 3572875 h 6382977"/>
              <a:gd name="connsiteX4960" fmla="*/ 4566282 w 6501199"/>
              <a:gd name="connsiteY4960" fmla="*/ 3558904 h 6382977"/>
              <a:gd name="connsiteX4961" fmla="*/ 4551520 w 6501199"/>
              <a:gd name="connsiteY4961" fmla="*/ 3559132 h 6382977"/>
              <a:gd name="connsiteX4962" fmla="*/ 4553743 w 6501199"/>
              <a:gd name="connsiteY4962" fmla="*/ 3575035 h 6382977"/>
              <a:gd name="connsiteX4963" fmla="*/ 4501537 w 6501199"/>
              <a:gd name="connsiteY4963" fmla="*/ 3595556 h 6382977"/>
              <a:gd name="connsiteX4964" fmla="*/ 4490016 w 6501199"/>
              <a:gd name="connsiteY4964" fmla="*/ 3579715 h 6382977"/>
              <a:gd name="connsiteX4965" fmla="*/ 4369403 w 6501199"/>
              <a:gd name="connsiteY4965" fmla="*/ 3604556 h 6382977"/>
              <a:gd name="connsiteX4966" fmla="*/ 4251311 w 6501199"/>
              <a:gd name="connsiteY4966" fmla="*/ 3611396 h 6382977"/>
              <a:gd name="connsiteX4967" fmla="*/ 4244470 w 6501199"/>
              <a:gd name="connsiteY4967" fmla="*/ 3590875 h 6382977"/>
              <a:gd name="connsiteX4968" fmla="*/ 4246630 w 6501199"/>
              <a:gd name="connsiteY4968" fmla="*/ 3622917 h 6382977"/>
              <a:gd name="connsiteX4969" fmla="*/ 4030608 w 6501199"/>
              <a:gd name="connsiteY4969" fmla="*/ 3620757 h 6382977"/>
              <a:gd name="connsiteX4970" fmla="*/ 4037448 w 6501199"/>
              <a:gd name="connsiteY4970" fmla="*/ 3636598 h 6382977"/>
              <a:gd name="connsiteX4971" fmla="*/ 4012246 w 6501199"/>
              <a:gd name="connsiteY4971" fmla="*/ 3640918 h 6382977"/>
              <a:gd name="connsiteX4972" fmla="*/ 4007925 w 6501199"/>
              <a:gd name="connsiteY4972" fmla="*/ 3618237 h 6382977"/>
              <a:gd name="connsiteX4973" fmla="*/ 3998564 w 6501199"/>
              <a:gd name="connsiteY4973" fmla="*/ 3638758 h 6382977"/>
              <a:gd name="connsiteX4974" fmla="*/ 3994244 w 6501199"/>
              <a:gd name="connsiteY4974" fmla="*/ 3618237 h 6382977"/>
              <a:gd name="connsiteX4975" fmla="*/ 3930517 w 6501199"/>
              <a:gd name="connsiteY4975" fmla="*/ 3611396 h 6382977"/>
              <a:gd name="connsiteX4976" fmla="*/ 3948519 w 6501199"/>
              <a:gd name="connsiteY4976" fmla="*/ 3634078 h 6382977"/>
              <a:gd name="connsiteX4977" fmla="*/ 3925837 w 6501199"/>
              <a:gd name="connsiteY4977" fmla="*/ 3625077 h 6382977"/>
              <a:gd name="connsiteX4978" fmla="*/ 3896314 w 6501199"/>
              <a:gd name="connsiteY4978" fmla="*/ 3604556 h 6382977"/>
              <a:gd name="connsiteX4979" fmla="*/ 3914676 w 6501199"/>
              <a:gd name="connsiteY4979" fmla="*/ 3627597 h 6382977"/>
              <a:gd name="connsiteX4980" fmla="*/ 3908443 w 6501199"/>
              <a:gd name="connsiteY4980" fmla="*/ 3637751 h 6382977"/>
              <a:gd name="connsiteX4981" fmla="*/ 3908141 w 6501199"/>
              <a:gd name="connsiteY4981" fmla="*/ 3641398 h 6382977"/>
              <a:gd name="connsiteX4982" fmla="*/ 3926181 w 6501199"/>
              <a:gd name="connsiteY4982" fmla="*/ 3648258 h 6382977"/>
              <a:gd name="connsiteX4983" fmla="*/ 3914494 w 6501199"/>
              <a:gd name="connsiteY4983" fmla="*/ 3656201 h 6382977"/>
              <a:gd name="connsiteX4984" fmla="*/ 3907778 w 6501199"/>
              <a:gd name="connsiteY4984" fmla="*/ 3654211 h 6382977"/>
              <a:gd name="connsiteX4985" fmla="*/ 3907835 w 6501199"/>
              <a:gd name="connsiteY4985" fmla="*/ 3668279 h 6382977"/>
              <a:gd name="connsiteX4986" fmla="*/ 3921156 w 6501199"/>
              <a:gd name="connsiteY4986" fmla="*/ 3659279 h 6382977"/>
              <a:gd name="connsiteX4987" fmla="*/ 3918996 w 6501199"/>
              <a:gd name="connsiteY4987" fmla="*/ 3672960 h 6382977"/>
              <a:gd name="connsiteX4988" fmla="*/ 3934838 w 6501199"/>
              <a:gd name="connsiteY4988" fmla="*/ 3670440 h 6382977"/>
              <a:gd name="connsiteX4989" fmla="*/ 3887313 w 6501199"/>
              <a:gd name="connsiteY4989" fmla="*/ 3688800 h 6382977"/>
              <a:gd name="connsiteX4990" fmla="*/ 3882632 w 6501199"/>
              <a:gd name="connsiteY4990" fmla="*/ 3672960 h 6382977"/>
              <a:gd name="connsiteX4991" fmla="*/ 3768860 w 6501199"/>
              <a:gd name="connsiteY4991" fmla="*/ 3668279 h 6382977"/>
              <a:gd name="connsiteX4992" fmla="*/ 3789382 w 6501199"/>
              <a:gd name="connsiteY4992" fmla="*/ 3659279 h 6382977"/>
              <a:gd name="connsiteX4993" fmla="*/ 3777861 w 6501199"/>
              <a:gd name="connsiteY4993" fmla="*/ 3636598 h 6382977"/>
              <a:gd name="connsiteX4994" fmla="*/ 3734657 w 6501199"/>
              <a:gd name="connsiteY4994" fmla="*/ 3640918 h 6382977"/>
              <a:gd name="connsiteX4995" fmla="*/ 3737177 w 6501199"/>
              <a:gd name="connsiteY4995" fmla="*/ 3657119 h 6382977"/>
              <a:gd name="connsiteX4996" fmla="*/ 3741497 w 6501199"/>
              <a:gd name="connsiteY4996" fmla="*/ 3684120 h 6382977"/>
              <a:gd name="connsiteX4997" fmla="*/ 3725656 w 6501199"/>
              <a:gd name="connsiteY4997" fmla="*/ 3661439 h 6382977"/>
              <a:gd name="connsiteX4998" fmla="*/ 3707294 w 6501199"/>
              <a:gd name="connsiteY4998" fmla="*/ 3677280 h 6382977"/>
              <a:gd name="connsiteX4999" fmla="*/ 3709814 w 6501199"/>
              <a:gd name="connsiteY4999" fmla="*/ 3657119 h 6382977"/>
              <a:gd name="connsiteX5000" fmla="*/ 3670930 w 6501199"/>
              <a:gd name="connsiteY5000" fmla="*/ 3670440 h 6382977"/>
              <a:gd name="connsiteX5001" fmla="*/ 3620885 w 6501199"/>
              <a:gd name="connsiteY5001" fmla="*/ 3661439 h 6382977"/>
              <a:gd name="connsiteX5002" fmla="*/ 3623405 w 6501199"/>
              <a:gd name="connsiteY5002" fmla="*/ 3638758 h 6382977"/>
              <a:gd name="connsiteX5003" fmla="*/ 3596042 w 6501199"/>
              <a:gd name="connsiteY5003" fmla="*/ 3661439 h 6382977"/>
              <a:gd name="connsiteX5004" fmla="*/ 3529795 w 6501199"/>
              <a:gd name="connsiteY5004" fmla="*/ 3647758 h 6382977"/>
              <a:gd name="connsiteX5005" fmla="*/ 3529795 w 6501199"/>
              <a:gd name="connsiteY5005" fmla="*/ 3659279 h 6382977"/>
              <a:gd name="connsiteX5006" fmla="*/ 3548157 w 6501199"/>
              <a:gd name="connsiteY5006" fmla="*/ 3661439 h 6382977"/>
              <a:gd name="connsiteX5007" fmla="*/ 3542847 w 6501199"/>
              <a:gd name="connsiteY5007" fmla="*/ 3671970 h 6382977"/>
              <a:gd name="connsiteX5008" fmla="*/ 3542493 w 6501199"/>
              <a:gd name="connsiteY5008" fmla="*/ 3673135 h 6382977"/>
              <a:gd name="connsiteX5009" fmla="*/ 3558363 w 6501199"/>
              <a:gd name="connsiteY5009" fmla="*/ 3671361 h 6382977"/>
              <a:gd name="connsiteX5010" fmla="*/ 3558976 w 6501199"/>
              <a:gd name="connsiteY5010" fmla="*/ 3667505 h 6382977"/>
              <a:gd name="connsiteX5011" fmla="*/ 3559294 w 6501199"/>
              <a:gd name="connsiteY5011" fmla="*/ 3665504 h 6382977"/>
              <a:gd name="connsiteX5012" fmla="*/ 3589093 w 6501199"/>
              <a:gd name="connsiteY5012" fmla="*/ 3660775 h 6382977"/>
              <a:gd name="connsiteX5013" fmla="*/ 3590563 w 6501199"/>
              <a:gd name="connsiteY5013" fmla="*/ 3667762 h 6382977"/>
              <a:gd name="connsiteX5014" fmla="*/ 3600793 w 6501199"/>
              <a:gd name="connsiteY5014" fmla="*/ 3666618 h 6382977"/>
              <a:gd name="connsiteX5015" fmla="*/ 3596115 w 6501199"/>
              <a:gd name="connsiteY5015" fmla="*/ 3678908 h 6382977"/>
              <a:gd name="connsiteX5016" fmla="*/ 3609807 w 6501199"/>
              <a:gd name="connsiteY5016" fmla="*/ 3665504 h 6382977"/>
              <a:gd name="connsiteX5017" fmla="*/ 3616712 w 6501199"/>
              <a:gd name="connsiteY5017" fmla="*/ 3681512 h 6382977"/>
              <a:gd name="connsiteX5018" fmla="*/ 3600858 w 6501199"/>
              <a:gd name="connsiteY5018" fmla="*/ 3690470 h 6382977"/>
              <a:gd name="connsiteX5019" fmla="*/ 3594201 w 6501199"/>
              <a:gd name="connsiteY5019" fmla="*/ 3683935 h 6382977"/>
              <a:gd name="connsiteX5020" fmla="*/ 3588656 w 6501199"/>
              <a:gd name="connsiteY5020" fmla="*/ 3698499 h 6382977"/>
              <a:gd name="connsiteX5021" fmla="*/ 3530245 w 6501199"/>
              <a:gd name="connsiteY5021" fmla="*/ 3737176 h 6382977"/>
              <a:gd name="connsiteX5022" fmla="*/ 3500729 w 6501199"/>
              <a:gd name="connsiteY5022" fmla="*/ 3718816 h 6382977"/>
              <a:gd name="connsiteX5023" fmla="*/ 3425690 w 6501199"/>
              <a:gd name="connsiteY5023" fmla="*/ 3735591 h 6382977"/>
              <a:gd name="connsiteX5024" fmla="*/ 3425384 w 6501199"/>
              <a:gd name="connsiteY5024" fmla="*/ 3736683 h 6382977"/>
              <a:gd name="connsiteX5025" fmla="*/ 3424297 w 6501199"/>
              <a:gd name="connsiteY5025" fmla="*/ 3735903 h 6382977"/>
              <a:gd name="connsiteX5026" fmla="*/ 3420012 w 6501199"/>
              <a:gd name="connsiteY5026" fmla="*/ 3736860 h 6382977"/>
              <a:gd name="connsiteX5027" fmla="*/ 3401802 w 6501199"/>
              <a:gd name="connsiteY5027" fmla="*/ 3740852 h 6382977"/>
              <a:gd name="connsiteX5028" fmla="*/ 3400182 w 6501199"/>
              <a:gd name="connsiteY5028" fmla="*/ 3745683 h 6382977"/>
              <a:gd name="connsiteX5029" fmla="*/ 3395375 w 6501199"/>
              <a:gd name="connsiteY5029" fmla="*/ 3742261 h 6382977"/>
              <a:gd name="connsiteX5030" fmla="*/ 3370631 w 6501199"/>
              <a:gd name="connsiteY5030" fmla="*/ 3747685 h 6382977"/>
              <a:gd name="connsiteX5031" fmla="*/ 3370659 w 6501199"/>
              <a:gd name="connsiteY5031" fmla="*/ 3747843 h 6382977"/>
              <a:gd name="connsiteX5032" fmla="*/ 3350136 w 6501199"/>
              <a:gd name="connsiteY5032" fmla="*/ 3752523 h 6382977"/>
              <a:gd name="connsiteX5033" fmla="*/ 3359497 w 6501199"/>
              <a:gd name="connsiteY5033" fmla="*/ 3766204 h 6382977"/>
              <a:gd name="connsiteX5034" fmla="*/ 3343476 w 6501199"/>
              <a:gd name="connsiteY5034" fmla="*/ 3765079 h 6382977"/>
              <a:gd name="connsiteX5035" fmla="*/ 3338351 w 6501199"/>
              <a:gd name="connsiteY5035" fmla="*/ 3753972 h 6382977"/>
              <a:gd name="connsiteX5036" fmla="*/ 3310539 w 6501199"/>
              <a:gd name="connsiteY5036" fmla="*/ 3757316 h 6382977"/>
              <a:gd name="connsiteX5037" fmla="*/ 3313773 w 6501199"/>
              <a:gd name="connsiteY5037" fmla="*/ 3759364 h 6382977"/>
              <a:gd name="connsiteX5038" fmla="*/ 3309812 w 6501199"/>
              <a:gd name="connsiteY5038" fmla="*/ 3766204 h 6382977"/>
              <a:gd name="connsiteX5039" fmla="*/ 3296851 w 6501199"/>
              <a:gd name="connsiteY5039" fmla="*/ 3760686 h 6382977"/>
              <a:gd name="connsiteX5040" fmla="*/ 3292125 w 6501199"/>
              <a:gd name="connsiteY5040" fmla="*/ 3759529 h 6382977"/>
              <a:gd name="connsiteX5041" fmla="*/ 3291499 w 6501199"/>
              <a:gd name="connsiteY5041" fmla="*/ 3759605 h 6382977"/>
              <a:gd name="connsiteX5042" fmla="*/ 3293116 w 6501199"/>
              <a:gd name="connsiteY5042" fmla="*/ 3767644 h 6382977"/>
              <a:gd name="connsiteX5043" fmla="*/ 3298291 w 6501199"/>
              <a:gd name="connsiteY5043" fmla="*/ 3784565 h 6382977"/>
              <a:gd name="connsiteX5044" fmla="*/ 3293610 w 6501199"/>
              <a:gd name="connsiteY5044" fmla="*/ 3791405 h 6382977"/>
              <a:gd name="connsiteX5045" fmla="*/ 3286275 w 6501199"/>
              <a:gd name="connsiteY5045" fmla="*/ 3776420 h 6382977"/>
              <a:gd name="connsiteX5046" fmla="*/ 3283485 w 6501199"/>
              <a:gd name="connsiteY5046" fmla="*/ 3760568 h 6382977"/>
              <a:gd name="connsiteX5047" fmla="*/ 3271446 w 6501199"/>
              <a:gd name="connsiteY5047" fmla="*/ 3762015 h 6382977"/>
              <a:gd name="connsiteX5048" fmla="*/ 3263906 w 6501199"/>
              <a:gd name="connsiteY5048" fmla="*/ 3761813 h 6382977"/>
              <a:gd name="connsiteX5049" fmla="*/ 3264087 w 6501199"/>
              <a:gd name="connsiteY5049" fmla="*/ 3766204 h 6382977"/>
              <a:gd name="connsiteX5050" fmla="*/ 3270928 w 6501199"/>
              <a:gd name="connsiteY5050" fmla="*/ 3768364 h 6382977"/>
              <a:gd name="connsiteX5051" fmla="*/ 3253331 w 6501199"/>
              <a:gd name="connsiteY5051" fmla="*/ 3761929 h 6382977"/>
              <a:gd name="connsiteX5052" fmla="*/ 3252404 w 6501199"/>
              <a:gd name="connsiteY5052" fmla="*/ 3761505 h 6382977"/>
              <a:gd name="connsiteX5053" fmla="*/ 3239348 w 6501199"/>
              <a:gd name="connsiteY5053" fmla="*/ 3761155 h 6382977"/>
              <a:gd name="connsiteX5054" fmla="*/ 3238731 w 6501199"/>
              <a:gd name="connsiteY5054" fmla="*/ 3762404 h 6382977"/>
              <a:gd name="connsiteX5055" fmla="*/ 3239245 w 6501199"/>
              <a:gd name="connsiteY5055" fmla="*/ 3777365 h 6382977"/>
              <a:gd name="connsiteX5056" fmla="*/ 3205041 w 6501199"/>
              <a:gd name="connsiteY5056" fmla="*/ 3777365 h 6382977"/>
              <a:gd name="connsiteX5057" fmla="*/ 3207201 w 6501199"/>
              <a:gd name="connsiteY5057" fmla="*/ 3786725 h 6382977"/>
              <a:gd name="connsiteX5058" fmla="*/ 3229884 w 6501199"/>
              <a:gd name="connsiteY5058" fmla="*/ 3818406 h 6382977"/>
              <a:gd name="connsiteX5059" fmla="*/ 3209362 w 6501199"/>
              <a:gd name="connsiteY5059" fmla="*/ 3814086 h 6382977"/>
              <a:gd name="connsiteX5060" fmla="*/ 3196040 w 6501199"/>
              <a:gd name="connsiteY5060" fmla="*/ 3795726 h 6382977"/>
              <a:gd name="connsiteX5061" fmla="*/ 3200361 w 6501199"/>
              <a:gd name="connsiteY5061" fmla="*/ 3816246 h 6382977"/>
              <a:gd name="connsiteX5062" fmla="*/ 3193520 w 6501199"/>
              <a:gd name="connsiteY5062" fmla="*/ 3818406 h 6382977"/>
              <a:gd name="connsiteX5063" fmla="*/ 3170838 w 6501199"/>
              <a:gd name="connsiteY5063" fmla="*/ 3788885 h 6382977"/>
              <a:gd name="connsiteX5064" fmla="*/ 3196040 w 6501199"/>
              <a:gd name="connsiteY5064" fmla="*/ 3861609 h 6382977"/>
              <a:gd name="connsiteX5065" fmla="*/ 3193520 w 6501199"/>
              <a:gd name="connsiteY5065" fmla="*/ 3868449 h 6382977"/>
              <a:gd name="connsiteX5066" fmla="*/ 3172998 w 6501199"/>
              <a:gd name="connsiteY5066" fmla="*/ 3854768 h 6382977"/>
              <a:gd name="connsiteX5067" fmla="*/ 3179839 w 6501199"/>
              <a:gd name="connsiteY5067" fmla="*/ 3904811 h 6382977"/>
              <a:gd name="connsiteX5068" fmla="*/ 3216202 w 6501199"/>
              <a:gd name="connsiteY5068" fmla="*/ 3921011 h 6382977"/>
              <a:gd name="connsiteX5069" fmla="*/ 3198200 w 6501199"/>
              <a:gd name="connsiteY5069" fmla="*/ 3909491 h 6382977"/>
              <a:gd name="connsiteX5070" fmla="*/ 3186679 w 6501199"/>
              <a:gd name="connsiteY5070" fmla="*/ 3936852 h 6382977"/>
              <a:gd name="connsiteX5071" fmla="*/ 3175518 w 6501199"/>
              <a:gd name="connsiteY5071" fmla="*/ 3911651 h 6382977"/>
              <a:gd name="connsiteX5072" fmla="*/ 3175518 w 6501199"/>
              <a:gd name="connsiteY5072" fmla="*/ 3961693 h 6382977"/>
              <a:gd name="connsiteX5073" fmla="*/ 3163997 w 6501199"/>
              <a:gd name="connsiteY5073" fmla="*/ 3941172 h 6382977"/>
              <a:gd name="connsiteX5074" fmla="*/ 3170838 w 6501199"/>
              <a:gd name="connsiteY5074" fmla="*/ 3932172 h 6382977"/>
              <a:gd name="connsiteX5075" fmla="*/ 3170838 w 6501199"/>
              <a:gd name="connsiteY5075" fmla="*/ 3921011 h 6382977"/>
              <a:gd name="connsiteX5076" fmla="*/ 3159676 w 6501199"/>
              <a:gd name="connsiteY5076" fmla="*/ 3902650 h 6382977"/>
              <a:gd name="connsiteX5077" fmla="*/ 3166157 w 6501199"/>
              <a:gd name="connsiteY5077" fmla="*/ 3916331 h 6382977"/>
              <a:gd name="connsiteX5078" fmla="*/ 3152836 w 6501199"/>
              <a:gd name="connsiteY5078" fmla="*/ 3918491 h 6382977"/>
              <a:gd name="connsiteX5079" fmla="*/ 3132314 w 6501199"/>
              <a:gd name="connsiteY5079" fmla="*/ 3888970 h 6382977"/>
              <a:gd name="connsiteX5080" fmla="*/ 3116112 w 6501199"/>
              <a:gd name="connsiteY5080" fmla="*/ 3888970 h 6382977"/>
              <a:gd name="connsiteX5081" fmla="*/ 3145995 w 6501199"/>
              <a:gd name="connsiteY5081" fmla="*/ 3927852 h 6382977"/>
              <a:gd name="connsiteX5082" fmla="*/ 3136634 w 6501199"/>
              <a:gd name="connsiteY5082" fmla="*/ 3936852 h 6382977"/>
              <a:gd name="connsiteX5083" fmla="*/ 3132314 w 6501199"/>
              <a:gd name="connsiteY5083" fmla="*/ 3916331 h 6382977"/>
              <a:gd name="connsiteX5084" fmla="*/ 3118632 w 6501199"/>
              <a:gd name="connsiteY5084" fmla="*/ 3916331 h 6382977"/>
              <a:gd name="connsiteX5085" fmla="*/ 3129793 w 6501199"/>
              <a:gd name="connsiteY5085" fmla="*/ 3927852 h 6382977"/>
              <a:gd name="connsiteX5086" fmla="*/ 3118632 w 6501199"/>
              <a:gd name="connsiteY5086" fmla="*/ 3945853 h 6382977"/>
              <a:gd name="connsiteX5087" fmla="*/ 3079748 w 6501199"/>
              <a:gd name="connsiteY5087" fmla="*/ 3954853 h 6382977"/>
              <a:gd name="connsiteX5088" fmla="*/ 3082268 w 6501199"/>
              <a:gd name="connsiteY5088" fmla="*/ 3948013 h 6382977"/>
              <a:gd name="connsiteX5089" fmla="*/ 3075428 w 6501199"/>
              <a:gd name="connsiteY5089" fmla="*/ 3945853 h 6382977"/>
              <a:gd name="connsiteX5090" fmla="*/ 3089109 w 6501199"/>
              <a:gd name="connsiteY5090" fmla="*/ 3939012 h 6382977"/>
              <a:gd name="connsiteX5091" fmla="*/ 3084429 w 6501199"/>
              <a:gd name="connsiteY5091" fmla="*/ 3930012 h 6382977"/>
              <a:gd name="connsiteX5092" fmla="*/ 3061746 w 6501199"/>
              <a:gd name="connsiteY5092" fmla="*/ 3918491 h 6382977"/>
              <a:gd name="connsiteX5093" fmla="*/ 3095950 w 6501199"/>
              <a:gd name="connsiteY5093" fmla="*/ 3975374 h 6382977"/>
              <a:gd name="connsiteX5094" fmla="*/ 3089109 w 6501199"/>
              <a:gd name="connsiteY5094" fmla="*/ 3980054 h 6382977"/>
              <a:gd name="connsiteX5095" fmla="*/ 3072907 w 6501199"/>
              <a:gd name="connsiteY5095" fmla="*/ 3973214 h 6382977"/>
              <a:gd name="connsiteX5096" fmla="*/ 3086589 w 6501199"/>
              <a:gd name="connsiteY5096" fmla="*/ 3986894 h 6382977"/>
              <a:gd name="connsiteX5097" fmla="*/ 3086589 w 6501199"/>
              <a:gd name="connsiteY5097" fmla="*/ 4018576 h 6382977"/>
              <a:gd name="connsiteX5098" fmla="*/ 3082268 w 6501199"/>
              <a:gd name="connsiteY5098" fmla="*/ 4009576 h 6382977"/>
              <a:gd name="connsiteX5099" fmla="*/ 3066067 w 6501199"/>
              <a:gd name="connsiteY5099" fmla="*/ 3995895 h 6382977"/>
              <a:gd name="connsiteX5100" fmla="*/ 3075428 w 6501199"/>
              <a:gd name="connsiteY5100" fmla="*/ 3989055 h 6382977"/>
              <a:gd name="connsiteX5101" fmla="*/ 3063906 w 6501199"/>
              <a:gd name="connsiteY5101" fmla="*/ 3977894 h 6382977"/>
              <a:gd name="connsiteX5102" fmla="*/ 3057066 w 6501199"/>
              <a:gd name="connsiteY5102" fmla="*/ 3989055 h 6382977"/>
              <a:gd name="connsiteX5103" fmla="*/ 3061746 w 6501199"/>
              <a:gd name="connsiteY5103" fmla="*/ 4023256 h 6382977"/>
              <a:gd name="connsiteX5104" fmla="*/ 3052385 w 6501199"/>
              <a:gd name="connsiteY5104" fmla="*/ 3991575 h 6382977"/>
              <a:gd name="connsiteX5105" fmla="*/ 3043384 w 6501199"/>
              <a:gd name="connsiteY5105" fmla="*/ 3980054 h 6382977"/>
              <a:gd name="connsiteX5106" fmla="*/ 3050225 w 6501199"/>
              <a:gd name="connsiteY5106" fmla="*/ 4007416 h 6382977"/>
              <a:gd name="connsiteX5107" fmla="*/ 3032223 w 6501199"/>
              <a:gd name="connsiteY5107" fmla="*/ 3989055 h 6382977"/>
              <a:gd name="connsiteX5108" fmla="*/ 3027543 w 6501199"/>
              <a:gd name="connsiteY5108" fmla="*/ 4004895 h 6382977"/>
              <a:gd name="connsiteX5109" fmla="*/ 3041224 w 6501199"/>
              <a:gd name="connsiteY5109" fmla="*/ 4018576 h 6382977"/>
              <a:gd name="connsiteX5110" fmla="*/ 3032223 w 6501199"/>
              <a:gd name="connsiteY5110" fmla="*/ 4014256 h 6382977"/>
              <a:gd name="connsiteX5111" fmla="*/ 3029703 w 6501199"/>
              <a:gd name="connsiteY5111" fmla="*/ 4023256 h 6382977"/>
              <a:gd name="connsiteX5112" fmla="*/ 3052385 w 6501199"/>
              <a:gd name="connsiteY5112" fmla="*/ 4057458 h 6382977"/>
              <a:gd name="connsiteX5113" fmla="*/ 3070747 w 6501199"/>
              <a:gd name="connsiteY5113" fmla="*/ 4059618 h 6382977"/>
              <a:gd name="connsiteX5114" fmla="*/ 3061746 w 6501199"/>
              <a:gd name="connsiteY5114" fmla="*/ 4041617 h 6382977"/>
              <a:gd name="connsiteX5115" fmla="*/ 3070747 w 6501199"/>
              <a:gd name="connsiteY5115" fmla="*/ 4041617 h 6382977"/>
              <a:gd name="connsiteX5116" fmla="*/ 3091269 w 6501199"/>
              <a:gd name="connsiteY5116" fmla="*/ 4077979 h 6382977"/>
              <a:gd name="connsiteX5117" fmla="*/ 3077588 w 6501199"/>
              <a:gd name="connsiteY5117" fmla="*/ 4061778 h 6382977"/>
              <a:gd name="connsiteX5118" fmla="*/ 3075428 w 6501199"/>
              <a:gd name="connsiteY5118" fmla="*/ 4082299 h 6382977"/>
              <a:gd name="connsiteX5119" fmla="*/ 3086589 w 6501199"/>
              <a:gd name="connsiteY5119" fmla="*/ 4091660 h 6382977"/>
              <a:gd name="connsiteX5120" fmla="*/ 3070747 w 6501199"/>
              <a:gd name="connsiteY5120" fmla="*/ 4100660 h 6382977"/>
              <a:gd name="connsiteX5121" fmla="*/ 3059226 w 6501199"/>
              <a:gd name="connsiteY5121" fmla="*/ 4084819 h 6382977"/>
              <a:gd name="connsiteX5122" fmla="*/ 3070747 w 6501199"/>
              <a:gd name="connsiteY5122" fmla="*/ 4107500 h 6382977"/>
              <a:gd name="connsiteX5123" fmla="*/ 3052385 w 6501199"/>
              <a:gd name="connsiteY5123" fmla="*/ 4091660 h 6382977"/>
              <a:gd name="connsiteX5124" fmla="*/ 3022862 w 6501199"/>
              <a:gd name="connsiteY5124" fmla="*/ 4098140 h 6382977"/>
              <a:gd name="connsiteX5125" fmla="*/ 3045544 w 6501199"/>
              <a:gd name="connsiteY5125" fmla="*/ 4109660 h 6382977"/>
              <a:gd name="connsiteX5126" fmla="*/ 3027543 w 6501199"/>
              <a:gd name="connsiteY5126" fmla="*/ 4107500 h 6382977"/>
              <a:gd name="connsiteX5127" fmla="*/ 3020702 w 6501199"/>
              <a:gd name="connsiteY5127" fmla="*/ 4121181 h 6382977"/>
              <a:gd name="connsiteX5128" fmla="*/ 3034383 w 6501199"/>
              <a:gd name="connsiteY5128" fmla="*/ 4123341 h 6382977"/>
              <a:gd name="connsiteX5129" fmla="*/ 3013861 w 6501199"/>
              <a:gd name="connsiteY5129" fmla="*/ 4152862 h 6382977"/>
              <a:gd name="connsiteX5130" fmla="*/ 3018542 w 6501199"/>
              <a:gd name="connsiteY5130" fmla="*/ 4125501 h 6382977"/>
              <a:gd name="connsiteX5131" fmla="*/ 2995499 w 6501199"/>
              <a:gd name="connsiteY5131" fmla="*/ 4095980 h 6382977"/>
              <a:gd name="connsiteX5132" fmla="*/ 2984338 w 6501199"/>
              <a:gd name="connsiteY5132" fmla="*/ 4102820 h 6382977"/>
              <a:gd name="connsiteX5133" fmla="*/ 3009181 w 6501199"/>
              <a:gd name="connsiteY5133" fmla="*/ 4134862 h 6382977"/>
              <a:gd name="connsiteX5134" fmla="*/ 2986498 w 6501199"/>
              <a:gd name="connsiteY5134" fmla="*/ 4139182 h 6382977"/>
              <a:gd name="connsiteX5135" fmla="*/ 3013861 w 6501199"/>
              <a:gd name="connsiteY5135" fmla="*/ 4152862 h 6382977"/>
              <a:gd name="connsiteX5136" fmla="*/ 3032223 w 6501199"/>
              <a:gd name="connsiteY5136" fmla="*/ 4178064 h 6382977"/>
              <a:gd name="connsiteX5137" fmla="*/ 3011701 w 6501199"/>
              <a:gd name="connsiteY5137" fmla="*/ 4171223 h 6382977"/>
              <a:gd name="connsiteX5138" fmla="*/ 3013861 w 6501199"/>
              <a:gd name="connsiteY5138" fmla="*/ 4161863 h 6382977"/>
              <a:gd name="connsiteX5139" fmla="*/ 3000180 w 6501199"/>
              <a:gd name="connsiteY5139" fmla="*/ 4178064 h 6382977"/>
              <a:gd name="connsiteX5140" fmla="*/ 3007020 w 6501199"/>
              <a:gd name="connsiteY5140" fmla="*/ 4168703 h 6382977"/>
              <a:gd name="connsiteX5141" fmla="*/ 3011701 w 6501199"/>
              <a:gd name="connsiteY5141" fmla="*/ 4205065 h 6382977"/>
              <a:gd name="connsiteX5142" fmla="*/ 2993339 w 6501199"/>
              <a:gd name="connsiteY5142" fmla="*/ 4193904 h 6382977"/>
              <a:gd name="connsiteX5143" fmla="*/ 2984338 w 6501199"/>
              <a:gd name="connsiteY5143" fmla="*/ 4180224 h 6382977"/>
              <a:gd name="connsiteX5144" fmla="*/ 2979658 w 6501199"/>
              <a:gd name="connsiteY5144" fmla="*/ 4189224 h 6382977"/>
              <a:gd name="connsiteX5145" fmla="*/ 2959135 w 6501199"/>
              <a:gd name="connsiteY5145" fmla="*/ 4173383 h 6382977"/>
              <a:gd name="connsiteX5146" fmla="*/ 2984338 w 6501199"/>
              <a:gd name="connsiteY5146" fmla="*/ 4207585 h 6382977"/>
              <a:gd name="connsiteX5147" fmla="*/ 2977497 w 6501199"/>
              <a:gd name="connsiteY5147" fmla="*/ 4225586 h 6382977"/>
              <a:gd name="connsiteX5148" fmla="*/ 2952295 w 6501199"/>
              <a:gd name="connsiteY5148" fmla="*/ 4228106 h 6382977"/>
              <a:gd name="connsiteX5149" fmla="*/ 2977497 w 6501199"/>
              <a:gd name="connsiteY5149" fmla="*/ 4243947 h 6382977"/>
              <a:gd name="connsiteX5150" fmla="*/ 2952295 w 6501199"/>
              <a:gd name="connsiteY5150" fmla="*/ 4239266 h 6382977"/>
              <a:gd name="connsiteX5151" fmla="*/ 2945454 w 6501199"/>
              <a:gd name="connsiteY5151" fmla="*/ 4248627 h 6382977"/>
              <a:gd name="connsiteX5152" fmla="*/ 2925292 w 6501199"/>
              <a:gd name="connsiteY5152" fmla="*/ 4234946 h 6382977"/>
              <a:gd name="connsiteX5153" fmla="*/ 2947974 w 6501199"/>
              <a:gd name="connsiteY5153" fmla="*/ 4255467 h 6382977"/>
              <a:gd name="connsiteX5154" fmla="*/ 2954815 w 6501199"/>
              <a:gd name="connsiteY5154" fmla="*/ 4252947 h 6382977"/>
              <a:gd name="connsiteX5155" fmla="*/ 2950134 w 6501199"/>
              <a:gd name="connsiteY5155" fmla="*/ 4259788 h 6382977"/>
              <a:gd name="connsiteX5156" fmla="*/ 2959135 w 6501199"/>
              <a:gd name="connsiteY5156" fmla="*/ 4275628 h 6382977"/>
              <a:gd name="connsiteX5157" fmla="*/ 2931773 w 6501199"/>
              <a:gd name="connsiteY5157" fmla="*/ 4282469 h 6382977"/>
              <a:gd name="connsiteX5158" fmla="*/ 2959135 w 6501199"/>
              <a:gd name="connsiteY5158" fmla="*/ 4287149 h 6382977"/>
              <a:gd name="connsiteX5159" fmla="*/ 2952295 w 6501199"/>
              <a:gd name="connsiteY5159" fmla="*/ 4309830 h 6382977"/>
              <a:gd name="connsiteX5160" fmla="*/ 2952295 w 6501199"/>
              <a:gd name="connsiteY5160" fmla="*/ 4296149 h 6382977"/>
              <a:gd name="connsiteX5161" fmla="*/ 2931773 w 6501199"/>
              <a:gd name="connsiteY5161" fmla="*/ 4316670 h 6382977"/>
              <a:gd name="connsiteX5162" fmla="*/ 2952295 w 6501199"/>
              <a:gd name="connsiteY5162" fmla="*/ 4328191 h 6382977"/>
              <a:gd name="connsiteX5163" fmla="*/ 2927452 w 6501199"/>
              <a:gd name="connsiteY5163" fmla="*/ 4332511 h 6382977"/>
              <a:gd name="connsiteX5164" fmla="*/ 2943294 w 6501199"/>
              <a:gd name="connsiteY5164" fmla="*/ 4350872 h 6382977"/>
              <a:gd name="connsiteX5165" fmla="*/ 2915931 w 6501199"/>
              <a:gd name="connsiteY5165" fmla="*/ 4391914 h 6382977"/>
              <a:gd name="connsiteX5166" fmla="*/ 2897929 w 6501199"/>
              <a:gd name="connsiteY5166" fmla="*/ 4382553 h 6382977"/>
              <a:gd name="connsiteX5167" fmla="*/ 2879567 w 6501199"/>
              <a:gd name="connsiteY5167" fmla="*/ 4464637 h 6382977"/>
              <a:gd name="connsiteX5168" fmla="*/ 2877407 w 6501199"/>
              <a:gd name="connsiteY5168" fmla="*/ 4473638 h 6382977"/>
              <a:gd name="connsiteX5169" fmla="*/ 2879567 w 6501199"/>
              <a:gd name="connsiteY5169" fmla="*/ 4480478 h 6382977"/>
              <a:gd name="connsiteX5170" fmla="*/ 2893248 w 6501199"/>
              <a:gd name="connsiteY5170" fmla="*/ 4475798 h 6382977"/>
              <a:gd name="connsiteX5171" fmla="*/ 2891088 w 6501199"/>
              <a:gd name="connsiteY5171" fmla="*/ 4521520 h 6382977"/>
              <a:gd name="connsiteX5172" fmla="*/ 2874887 w 6501199"/>
              <a:gd name="connsiteY5172" fmla="*/ 4555722 h 6382977"/>
              <a:gd name="connsiteX5173" fmla="*/ 2843203 w 6501199"/>
              <a:gd name="connsiteY5173" fmla="*/ 4637445 h 6382977"/>
              <a:gd name="connsiteX5174" fmla="*/ 2829522 w 6501199"/>
              <a:gd name="connsiteY5174" fmla="*/ 4628445 h 6382977"/>
              <a:gd name="connsiteX5175" fmla="*/ 2815840 w 6501199"/>
              <a:gd name="connsiteY5175" fmla="*/ 4651126 h 6382977"/>
              <a:gd name="connsiteX5176" fmla="*/ 2832042 w 6501199"/>
              <a:gd name="connsiteY5176" fmla="*/ 4653286 h 6382977"/>
              <a:gd name="connsiteX5177" fmla="*/ 2804679 w 6501199"/>
              <a:gd name="connsiteY5177" fmla="*/ 4726010 h 6382977"/>
              <a:gd name="connsiteX5178" fmla="*/ 2779477 w 6501199"/>
              <a:gd name="connsiteY5178" fmla="*/ 4723850 h 6382977"/>
              <a:gd name="connsiteX5179" fmla="*/ 2784157 w 6501199"/>
              <a:gd name="connsiteY5179" fmla="*/ 4746891 h 6382977"/>
              <a:gd name="connsiteX5180" fmla="*/ 2765795 w 6501199"/>
              <a:gd name="connsiteY5180" fmla="*/ 4755891 h 6382977"/>
              <a:gd name="connsiteX5181" fmla="*/ 2795318 w 6501199"/>
              <a:gd name="connsiteY5181" fmla="*/ 4755891 h 6382977"/>
              <a:gd name="connsiteX5182" fmla="*/ 2786317 w 6501199"/>
              <a:gd name="connsiteY5182" fmla="*/ 4778572 h 6382977"/>
              <a:gd name="connsiteX5183" fmla="*/ 2747793 w 6501199"/>
              <a:gd name="connsiteY5183" fmla="*/ 4823934 h 6382977"/>
              <a:gd name="connsiteX5184" fmla="*/ 2777316 w 6501199"/>
              <a:gd name="connsiteY5184" fmla="*/ 4814934 h 6382977"/>
              <a:gd name="connsiteX5185" fmla="*/ 2768315 w 6501199"/>
              <a:gd name="connsiteY5185" fmla="*/ 4819614 h 6382977"/>
              <a:gd name="connsiteX5186" fmla="*/ 2754634 w 6501199"/>
              <a:gd name="connsiteY5186" fmla="*/ 4855976 h 6382977"/>
              <a:gd name="connsiteX5187" fmla="*/ 2770476 w 6501199"/>
              <a:gd name="connsiteY5187" fmla="*/ 4858136 h 6382977"/>
              <a:gd name="connsiteX5188" fmla="*/ 2747793 w 6501199"/>
              <a:gd name="connsiteY5188" fmla="*/ 4883337 h 6382977"/>
              <a:gd name="connsiteX5189" fmla="*/ 2743113 w 6501199"/>
              <a:gd name="connsiteY5189" fmla="*/ 4906018 h 6382977"/>
              <a:gd name="connsiteX5190" fmla="*/ 2734112 w 6501199"/>
              <a:gd name="connsiteY5190" fmla="*/ 4919699 h 6382977"/>
              <a:gd name="connsiteX5191" fmla="*/ 2745273 w 6501199"/>
              <a:gd name="connsiteY5191" fmla="*/ 4937700 h 6382977"/>
              <a:gd name="connsiteX5192" fmla="*/ 2754634 w 6501199"/>
              <a:gd name="connsiteY5192" fmla="*/ 4919699 h 6382977"/>
              <a:gd name="connsiteX5193" fmla="*/ 2829522 w 6501199"/>
              <a:gd name="connsiteY5193" fmla="*/ 4926539 h 6382977"/>
              <a:gd name="connsiteX5194" fmla="*/ 2757874 w 6501199"/>
              <a:gd name="connsiteY5194" fmla="*/ 4955116 h 6382977"/>
              <a:gd name="connsiteX5195" fmla="*/ 2691823 w 6501199"/>
              <a:gd name="connsiteY5195" fmla="*/ 4983202 h 6382977"/>
              <a:gd name="connsiteX5196" fmla="*/ 2691621 w 6501199"/>
              <a:gd name="connsiteY5196" fmla="*/ 4988380 h 6382977"/>
              <a:gd name="connsiteX5197" fmla="*/ 2693405 w 6501199"/>
              <a:gd name="connsiteY5197" fmla="*/ 4989306 h 6382977"/>
              <a:gd name="connsiteX5198" fmla="*/ 2711429 w 6501199"/>
              <a:gd name="connsiteY5198" fmla="*/ 4997102 h 6382977"/>
              <a:gd name="connsiteX5199" fmla="*/ 2734112 w 6501199"/>
              <a:gd name="connsiteY5199" fmla="*/ 4992422 h 6382977"/>
              <a:gd name="connsiteX5200" fmla="*/ 2738432 w 6501199"/>
              <a:gd name="connsiteY5200" fmla="*/ 4971901 h 6382977"/>
              <a:gd name="connsiteX5201" fmla="*/ 2743113 w 6501199"/>
              <a:gd name="connsiteY5201" fmla="*/ 4992422 h 6382977"/>
              <a:gd name="connsiteX5202" fmla="*/ 2781637 w 6501199"/>
              <a:gd name="connsiteY5202" fmla="*/ 4992422 h 6382977"/>
              <a:gd name="connsiteX5203" fmla="*/ 2825201 w 6501199"/>
              <a:gd name="connsiteY5203" fmla="*/ 4983422 h 6382977"/>
              <a:gd name="connsiteX5204" fmla="*/ 2809000 w 6501199"/>
              <a:gd name="connsiteY5204" fmla="*/ 5008263 h 6382977"/>
              <a:gd name="connsiteX5205" fmla="*/ 2734112 w 6501199"/>
              <a:gd name="connsiteY5205" fmla="*/ 5015103 h 6382977"/>
              <a:gd name="connsiteX5206" fmla="*/ 2693067 w 6501199"/>
              <a:gd name="connsiteY5206" fmla="*/ 5026624 h 6382977"/>
              <a:gd name="connsiteX5207" fmla="*/ 2694063 w 6501199"/>
              <a:gd name="connsiteY5207" fmla="*/ 5037486 h 6382977"/>
              <a:gd name="connsiteX5208" fmla="*/ 2693543 w 6501199"/>
              <a:gd name="connsiteY5208" fmla="*/ 5039263 h 6382977"/>
              <a:gd name="connsiteX5209" fmla="*/ 2695469 w 6501199"/>
              <a:gd name="connsiteY5209" fmla="*/ 5066073 h 6382977"/>
              <a:gd name="connsiteX5210" fmla="*/ 2694324 w 6501199"/>
              <a:gd name="connsiteY5210" fmla="*/ 5066078 h 6382977"/>
              <a:gd name="connsiteX5211" fmla="*/ 2695228 w 6501199"/>
              <a:gd name="connsiteY5211" fmla="*/ 5067306 h 6382977"/>
              <a:gd name="connsiteX5212" fmla="*/ 2706749 w 6501199"/>
              <a:gd name="connsiteY5212" fmla="*/ 5044625 h 6382977"/>
              <a:gd name="connsiteX5213" fmla="*/ 2763635 w 6501199"/>
              <a:gd name="connsiteY5213" fmla="*/ 5051465 h 6382977"/>
              <a:gd name="connsiteX5214" fmla="*/ 2763635 w 6501199"/>
              <a:gd name="connsiteY5214" fmla="*/ 5074146 h 6382977"/>
              <a:gd name="connsiteX5215" fmla="*/ 2708909 w 6501199"/>
              <a:gd name="connsiteY5215" fmla="*/ 5085667 h 6382977"/>
              <a:gd name="connsiteX5216" fmla="*/ 2699908 w 6501199"/>
              <a:gd name="connsiteY5216" fmla="*/ 5071986 h 6382977"/>
              <a:gd name="connsiteX5217" fmla="*/ 2656704 w 6501199"/>
              <a:gd name="connsiteY5217" fmla="*/ 5099347 h 6382977"/>
              <a:gd name="connsiteX5218" fmla="*/ 2681546 w 6501199"/>
              <a:gd name="connsiteY5218" fmla="*/ 5110868 h 6382977"/>
              <a:gd name="connsiteX5219" fmla="*/ 2686227 w 6501199"/>
              <a:gd name="connsiteY5219" fmla="*/ 5135709 h 6382977"/>
              <a:gd name="connsiteX5220" fmla="*/ 2697748 w 6501199"/>
              <a:gd name="connsiteY5220" fmla="*/ 5113028 h 6382977"/>
              <a:gd name="connsiteX5221" fmla="*/ 2752114 w 6501199"/>
              <a:gd name="connsiteY5221" fmla="*/ 5106188 h 6382977"/>
              <a:gd name="connsiteX5222" fmla="*/ 2781637 w 6501199"/>
              <a:gd name="connsiteY5222" fmla="*/ 5117348 h 6382977"/>
              <a:gd name="connsiteX5223" fmla="*/ 2784157 w 6501199"/>
              <a:gd name="connsiteY5223" fmla="*/ 5128869 h 6382977"/>
              <a:gd name="connsiteX5224" fmla="*/ 2693067 w 6501199"/>
              <a:gd name="connsiteY5224" fmla="*/ 5181071 h 6382977"/>
              <a:gd name="connsiteX5225" fmla="*/ 2745273 w 6501199"/>
              <a:gd name="connsiteY5225" fmla="*/ 5190432 h 6382977"/>
              <a:gd name="connsiteX5226" fmla="*/ 2799999 w 6501199"/>
              <a:gd name="connsiteY5226" fmla="*/ 5183591 h 6382977"/>
              <a:gd name="connsiteX5227" fmla="*/ 2610979 w 6501199"/>
              <a:gd name="connsiteY5227" fmla="*/ 5247314 h 6382977"/>
              <a:gd name="connsiteX5228" fmla="*/ 2634021 w 6501199"/>
              <a:gd name="connsiteY5228" fmla="*/ 5263155 h 6382977"/>
              <a:gd name="connsiteX5229" fmla="*/ 2774796 w 6501199"/>
              <a:gd name="connsiteY5229" fmla="*/ 5251634 h 6382977"/>
              <a:gd name="connsiteX5230" fmla="*/ 2704589 w 6501199"/>
              <a:gd name="connsiteY5230" fmla="*/ 5283676 h 6382977"/>
              <a:gd name="connsiteX5231" fmla="*/ 2608819 w 6501199"/>
              <a:gd name="connsiteY5231" fmla="*/ 5290516 h 6382977"/>
              <a:gd name="connsiteX5232" fmla="*/ 2608819 w 6501199"/>
              <a:gd name="connsiteY5232" fmla="*/ 5306357 h 6382977"/>
              <a:gd name="connsiteX5233" fmla="*/ 2595137 w 6501199"/>
              <a:gd name="connsiteY5233" fmla="*/ 5297357 h 6382977"/>
              <a:gd name="connsiteX5234" fmla="*/ 2568134 w 6501199"/>
              <a:gd name="connsiteY5234" fmla="*/ 5331198 h 6382977"/>
              <a:gd name="connsiteX5235" fmla="*/ 2652023 w 6501199"/>
              <a:gd name="connsiteY5235" fmla="*/ 5335878 h 6382977"/>
              <a:gd name="connsiteX5236" fmla="*/ 2727271 w 6501199"/>
              <a:gd name="connsiteY5236" fmla="*/ 5335878 h 6382977"/>
              <a:gd name="connsiteX5237" fmla="*/ 2599818 w 6501199"/>
              <a:gd name="connsiteY5237" fmla="*/ 5361080 h 6382977"/>
              <a:gd name="connsiteX5238" fmla="*/ 2581456 w 6501199"/>
              <a:gd name="connsiteY5238" fmla="*/ 5376920 h 6382977"/>
              <a:gd name="connsiteX5239" fmla="*/ 2488206 w 6501199"/>
              <a:gd name="connsiteY5239" fmla="*/ 5363240 h 6382977"/>
              <a:gd name="connsiteX5240" fmla="*/ 2460843 w 6501199"/>
              <a:gd name="connsiteY5240" fmla="*/ 5365400 h 6382977"/>
              <a:gd name="connsiteX5241" fmla="*/ 2449554 w 6501199"/>
              <a:gd name="connsiteY5241" fmla="*/ 5374677 h 6382977"/>
              <a:gd name="connsiteX5242" fmla="*/ 2433311 w 6501199"/>
              <a:gd name="connsiteY5242" fmla="*/ 5421222 h 6382977"/>
              <a:gd name="connsiteX5243" fmla="*/ 2449052 w 6501199"/>
              <a:gd name="connsiteY5243" fmla="*/ 5417197 h 6382977"/>
              <a:gd name="connsiteX5244" fmla="*/ 2458683 w 6501199"/>
              <a:gd name="connsiteY5244" fmla="*/ 5429123 h 6382977"/>
              <a:gd name="connsiteX5245" fmla="*/ 2472364 w 6501199"/>
              <a:gd name="connsiteY5245" fmla="*/ 5413282 h 6382977"/>
              <a:gd name="connsiteX5246" fmla="*/ 2490726 w 6501199"/>
              <a:gd name="connsiteY5246" fmla="*/ 5426963 h 6382977"/>
              <a:gd name="connsiteX5247" fmla="*/ 2499727 w 6501199"/>
              <a:gd name="connsiteY5247" fmla="*/ 5415442 h 6382977"/>
              <a:gd name="connsiteX5248" fmla="*/ 2510888 w 6501199"/>
              <a:gd name="connsiteY5248" fmla="*/ 5429123 h 6382977"/>
              <a:gd name="connsiteX5249" fmla="*/ 2454002 w 6501199"/>
              <a:gd name="connsiteY5249" fmla="*/ 5449644 h 6382977"/>
              <a:gd name="connsiteX5250" fmla="*/ 2431320 w 6501199"/>
              <a:gd name="connsiteY5250" fmla="*/ 5438484 h 6382977"/>
              <a:gd name="connsiteX5251" fmla="*/ 2431320 w 6501199"/>
              <a:gd name="connsiteY5251" fmla="*/ 5465485 h 6382977"/>
              <a:gd name="connsiteX5252" fmla="*/ 2406072 w 6501199"/>
              <a:gd name="connsiteY5252" fmla="*/ 5457024 h 6382977"/>
              <a:gd name="connsiteX5253" fmla="*/ 2401495 w 6501199"/>
              <a:gd name="connsiteY5253" fmla="*/ 5455836 h 6382977"/>
              <a:gd name="connsiteX5254" fmla="*/ 2384640 w 6501199"/>
              <a:gd name="connsiteY5254" fmla="*/ 5472949 h 6382977"/>
              <a:gd name="connsiteX5255" fmla="*/ 2356470 w 6501199"/>
              <a:gd name="connsiteY5255" fmla="*/ 5491182 h 6382977"/>
              <a:gd name="connsiteX5256" fmla="*/ 2357860 w 6501199"/>
              <a:gd name="connsiteY5256" fmla="*/ 5491992 h 6382977"/>
              <a:gd name="connsiteX5257" fmla="*/ 2434853 w 6501199"/>
              <a:gd name="connsiteY5257" fmla="*/ 5483549 h 6382977"/>
              <a:gd name="connsiteX5258" fmla="*/ 2448172 w 6501199"/>
              <a:gd name="connsiteY5258" fmla="*/ 5492484 h 6382977"/>
              <a:gd name="connsiteX5259" fmla="*/ 2569121 w 6501199"/>
              <a:gd name="connsiteY5259" fmla="*/ 5474614 h 6382977"/>
              <a:gd name="connsiteX5260" fmla="*/ 2605478 w 6501199"/>
              <a:gd name="connsiteY5260" fmla="*/ 5472112 h 6382977"/>
              <a:gd name="connsiteX5261" fmla="*/ 2587120 w 6501199"/>
              <a:gd name="connsiteY5261" fmla="*/ 5519646 h 6382977"/>
              <a:gd name="connsiteX5262" fmla="*/ 2573441 w 6501199"/>
              <a:gd name="connsiteY5262" fmla="*/ 5499274 h 6382977"/>
              <a:gd name="connsiteX5263" fmla="*/ 2530245 w 6501199"/>
              <a:gd name="connsiteY5263" fmla="*/ 5508209 h 6382977"/>
              <a:gd name="connsiteX5264" fmla="*/ 2521246 w 6501199"/>
              <a:gd name="connsiteY5264" fmla="*/ 5526436 h 6382977"/>
              <a:gd name="connsiteX5265" fmla="*/ 2487049 w 6501199"/>
              <a:gd name="connsiteY5265" fmla="*/ 5540018 h 6382977"/>
              <a:gd name="connsiteX5266" fmla="*/ 2468690 w 6501199"/>
              <a:gd name="connsiteY5266" fmla="*/ 5519646 h 6382977"/>
              <a:gd name="connsiteX5267" fmla="*/ 2404976 w 6501199"/>
              <a:gd name="connsiteY5267" fmla="*/ 5515000 h 6382977"/>
              <a:gd name="connsiteX5268" fmla="*/ 2338562 w 6501199"/>
              <a:gd name="connsiteY5268" fmla="*/ 5504596 h 6382977"/>
              <a:gd name="connsiteX5269" fmla="*/ 2338748 w 6501199"/>
              <a:gd name="connsiteY5269" fmla="*/ 5496464 h 6382977"/>
              <a:gd name="connsiteX5270" fmla="*/ 2318321 w 6501199"/>
              <a:gd name="connsiteY5270" fmla="*/ 5502198 h 6382977"/>
              <a:gd name="connsiteX5271" fmla="*/ 2290965 w 6501199"/>
              <a:gd name="connsiteY5271" fmla="*/ 5532077 h 6382977"/>
              <a:gd name="connsiteX5272" fmla="*/ 2225096 w 6501199"/>
              <a:gd name="connsiteY5272" fmla="*/ 5513718 h 6382977"/>
              <a:gd name="connsiteX5273" fmla="*/ 2225237 w 6501199"/>
              <a:gd name="connsiteY5273" fmla="*/ 5510213 h 6382977"/>
              <a:gd name="connsiteX5274" fmla="*/ 2224172 w 6501199"/>
              <a:gd name="connsiteY5274" fmla="*/ 5509763 h 6382977"/>
              <a:gd name="connsiteX5275" fmla="*/ 2217415 w 6501199"/>
              <a:gd name="connsiteY5275" fmla="*/ 5500661 h 6382977"/>
              <a:gd name="connsiteX5276" fmla="*/ 2219795 w 6501199"/>
              <a:gd name="connsiteY5276" fmla="*/ 5483836 h 6382977"/>
              <a:gd name="connsiteX5277" fmla="*/ 2199787 w 6501199"/>
              <a:gd name="connsiteY5277" fmla="*/ 5474007 h 6382977"/>
              <a:gd name="connsiteX5278" fmla="*/ 2156077 w 6501199"/>
              <a:gd name="connsiteY5278" fmla="*/ 5462239 h 6382977"/>
              <a:gd name="connsiteX5279" fmla="*/ 2116987 w 6501199"/>
              <a:gd name="connsiteY5279" fmla="*/ 5450121 h 6382977"/>
              <a:gd name="connsiteX5280" fmla="*/ 2106708 w 6501199"/>
              <a:gd name="connsiteY5280" fmla="*/ 5451028 h 6382977"/>
              <a:gd name="connsiteX5281" fmla="*/ 2106605 w 6501199"/>
              <a:gd name="connsiteY5281" fmla="*/ 5451402 h 6382977"/>
              <a:gd name="connsiteX5282" fmla="*/ 2092987 w 6501199"/>
              <a:gd name="connsiteY5282" fmla="*/ 5452313 h 6382977"/>
              <a:gd name="connsiteX5283" fmla="*/ 2110987 w 6501199"/>
              <a:gd name="connsiteY5283" fmla="*/ 5477515 h 6382977"/>
              <a:gd name="connsiteX5284" fmla="*/ 2104147 w 6501199"/>
              <a:gd name="connsiteY5284" fmla="*/ 5500196 h 6382977"/>
              <a:gd name="connsiteX5285" fmla="*/ 2113507 w 6501199"/>
              <a:gd name="connsiteY5285" fmla="*/ 5486516 h 6382977"/>
              <a:gd name="connsiteX5286" fmla="*/ 2134027 w 6501199"/>
              <a:gd name="connsiteY5286" fmla="*/ 5500196 h 6382977"/>
              <a:gd name="connsiteX5287" fmla="*/ 2122507 w 6501199"/>
              <a:gd name="connsiteY5287" fmla="*/ 5520718 h 6382977"/>
              <a:gd name="connsiteX5288" fmla="*/ 2099827 w 6501199"/>
              <a:gd name="connsiteY5288" fmla="*/ 5518558 h 6382977"/>
              <a:gd name="connsiteX5289" fmla="*/ 2138347 w 6501199"/>
              <a:gd name="connsiteY5289" fmla="*/ 5554920 h 6382977"/>
              <a:gd name="connsiteX5290" fmla="*/ 2136187 w 6501199"/>
              <a:gd name="connsiteY5290" fmla="*/ 5586602 h 6382977"/>
              <a:gd name="connsiteX5291" fmla="*/ 2117827 w 6501199"/>
              <a:gd name="connsiteY5291" fmla="*/ 5577602 h 6382977"/>
              <a:gd name="connsiteX5292" fmla="*/ 2117827 w 6501199"/>
              <a:gd name="connsiteY5292" fmla="*/ 5559240 h 6382977"/>
              <a:gd name="connsiteX5293" fmla="*/ 2101987 w 6501199"/>
              <a:gd name="connsiteY5293" fmla="*/ 5563921 h 6382977"/>
              <a:gd name="connsiteX5294" fmla="*/ 2115667 w 6501199"/>
              <a:gd name="connsiteY5294" fmla="*/ 5579762 h 6382977"/>
              <a:gd name="connsiteX5295" fmla="*/ 2101987 w 6501199"/>
              <a:gd name="connsiteY5295" fmla="*/ 5604964 h 6382977"/>
              <a:gd name="connsiteX5296" fmla="*/ 2067787 w 6501199"/>
              <a:gd name="connsiteY5296" fmla="*/ 5550240 h 6382977"/>
              <a:gd name="connsiteX5297" fmla="*/ 2056627 w 6501199"/>
              <a:gd name="connsiteY5297" fmla="*/ 5613964 h 6382977"/>
              <a:gd name="connsiteX5298" fmla="*/ 2065627 w 6501199"/>
              <a:gd name="connsiteY5298" fmla="*/ 5632326 h 6382977"/>
              <a:gd name="connsiteX5299" fmla="*/ 2077147 w 6501199"/>
              <a:gd name="connsiteY5299" fmla="*/ 5629806 h 6382977"/>
              <a:gd name="connsiteX5300" fmla="*/ 2063467 w 6501199"/>
              <a:gd name="connsiteY5300" fmla="*/ 5732412 h 6382977"/>
              <a:gd name="connsiteX5301" fmla="*/ 2077147 w 6501199"/>
              <a:gd name="connsiteY5301" fmla="*/ 5736732 h 6382977"/>
              <a:gd name="connsiteX5302" fmla="*/ 2067787 w 6501199"/>
              <a:gd name="connsiteY5302" fmla="*/ 5757254 h 6382977"/>
              <a:gd name="connsiteX5303" fmla="*/ 2051947 w 6501199"/>
              <a:gd name="connsiteY5303" fmla="*/ 5743573 h 6382977"/>
              <a:gd name="connsiteX5304" fmla="*/ 2047267 w 6501199"/>
              <a:gd name="connsiteY5304" fmla="*/ 5784616 h 6382977"/>
              <a:gd name="connsiteX5305" fmla="*/ 2029267 w 6501199"/>
              <a:gd name="connsiteY5305" fmla="*/ 5793616 h 6382977"/>
              <a:gd name="connsiteX5306" fmla="*/ 2040427 w 6501199"/>
              <a:gd name="connsiteY5306" fmla="*/ 5800457 h 6382977"/>
              <a:gd name="connsiteX5307" fmla="*/ 2019907 w 6501199"/>
              <a:gd name="connsiteY5307" fmla="*/ 5809458 h 6382977"/>
              <a:gd name="connsiteX5308" fmla="*/ 2031427 w 6501199"/>
              <a:gd name="connsiteY5308" fmla="*/ 5825658 h 6382977"/>
              <a:gd name="connsiteX5309" fmla="*/ 1999746 w 6501199"/>
              <a:gd name="connsiteY5309" fmla="*/ 5827819 h 6382977"/>
              <a:gd name="connsiteX5310" fmla="*/ 1997226 w 6501199"/>
              <a:gd name="connsiteY5310" fmla="*/ 5855181 h 6382977"/>
              <a:gd name="connsiteX5311" fmla="*/ 1992906 w 6501199"/>
              <a:gd name="connsiteY5311" fmla="*/ 5850500 h 6382977"/>
              <a:gd name="connsiteX5312" fmla="*/ 1988226 w 6501199"/>
              <a:gd name="connsiteY5312" fmla="*/ 5850500 h 6382977"/>
              <a:gd name="connsiteX5313" fmla="*/ 1988226 w 6501199"/>
              <a:gd name="connsiteY5313" fmla="*/ 5832499 h 6382977"/>
              <a:gd name="connsiteX5314" fmla="*/ 1995066 w 6501199"/>
              <a:gd name="connsiteY5314" fmla="*/ 5877862 h 6382977"/>
              <a:gd name="connsiteX5315" fmla="*/ 1974546 w 6501199"/>
              <a:gd name="connsiteY5315" fmla="*/ 5889383 h 6382977"/>
              <a:gd name="connsiteX5316" fmla="*/ 1981386 w 6501199"/>
              <a:gd name="connsiteY5316" fmla="*/ 5903064 h 6382977"/>
              <a:gd name="connsiteX5317" fmla="*/ 1947186 w 6501199"/>
              <a:gd name="connsiteY5317" fmla="*/ 5898384 h 6382977"/>
              <a:gd name="connsiteX5318" fmla="*/ 1945026 w 6501199"/>
              <a:gd name="connsiteY5318" fmla="*/ 5868862 h 6382977"/>
              <a:gd name="connsiteX5319" fmla="*/ 1922346 w 6501199"/>
              <a:gd name="connsiteY5319" fmla="*/ 5871022 h 6382977"/>
              <a:gd name="connsiteX5320" fmla="*/ 1938186 w 6501199"/>
              <a:gd name="connsiteY5320" fmla="*/ 5916385 h 6382977"/>
              <a:gd name="connsiteX5321" fmla="*/ 1956546 w 6501199"/>
              <a:gd name="connsiteY5321" fmla="*/ 5936906 h 6382977"/>
              <a:gd name="connsiteX5322" fmla="*/ 1945026 w 6501199"/>
              <a:gd name="connsiteY5322" fmla="*/ 5918905 h 6382977"/>
              <a:gd name="connsiteX5323" fmla="*/ 1926666 w 6501199"/>
              <a:gd name="connsiteY5323" fmla="*/ 5932586 h 6382977"/>
              <a:gd name="connsiteX5324" fmla="*/ 1940346 w 6501199"/>
              <a:gd name="connsiteY5324" fmla="*/ 5943747 h 6382977"/>
              <a:gd name="connsiteX5325" fmla="*/ 1929186 w 6501199"/>
              <a:gd name="connsiteY5325" fmla="*/ 5946267 h 6382977"/>
              <a:gd name="connsiteX5326" fmla="*/ 1949706 w 6501199"/>
              <a:gd name="connsiteY5326" fmla="*/ 5962108 h 6382977"/>
              <a:gd name="connsiteX5327" fmla="*/ 1929186 w 6501199"/>
              <a:gd name="connsiteY5327" fmla="*/ 5971108 h 6382977"/>
              <a:gd name="connsiteX5328" fmla="*/ 1951866 w 6501199"/>
              <a:gd name="connsiteY5328" fmla="*/ 5986950 h 6382977"/>
              <a:gd name="connsiteX5329" fmla="*/ 1936026 w 6501199"/>
              <a:gd name="connsiteY5329" fmla="*/ 5982630 h 6382977"/>
              <a:gd name="connsiteX5330" fmla="*/ 1926666 w 6501199"/>
              <a:gd name="connsiteY5330" fmla="*/ 5991630 h 6382977"/>
              <a:gd name="connsiteX5331" fmla="*/ 1942866 w 6501199"/>
              <a:gd name="connsiteY5331" fmla="*/ 6032673 h 6382977"/>
              <a:gd name="connsiteX5332" fmla="*/ 1965546 w 6501199"/>
              <a:gd name="connsiteY5332" fmla="*/ 6036993 h 6382977"/>
              <a:gd name="connsiteX5333" fmla="*/ 1970226 w 6501199"/>
              <a:gd name="connsiteY5333" fmla="*/ 6048514 h 6382977"/>
              <a:gd name="connsiteX5334" fmla="*/ 1960866 w 6501199"/>
              <a:gd name="connsiteY5334" fmla="*/ 6066876 h 6382977"/>
              <a:gd name="connsiteX5335" fmla="*/ 1938186 w 6501199"/>
              <a:gd name="connsiteY5335" fmla="*/ 6021152 h 6382977"/>
              <a:gd name="connsiteX5336" fmla="*/ 1929186 w 6501199"/>
              <a:gd name="connsiteY5336" fmla="*/ 6021152 h 6382977"/>
              <a:gd name="connsiteX5337" fmla="*/ 1949706 w 6501199"/>
              <a:gd name="connsiteY5337" fmla="*/ 6132760 h 6382977"/>
              <a:gd name="connsiteX5338" fmla="*/ 1933506 w 6501199"/>
              <a:gd name="connsiteY5338" fmla="*/ 6146440 h 6382977"/>
              <a:gd name="connsiteX5339" fmla="*/ 1894986 w 6501199"/>
              <a:gd name="connsiteY5339" fmla="*/ 6089557 h 6382977"/>
              <a:gd name="connsiteX5340" fmla="*/ 1888145 w 6501199"/>
              <a:gd name="connsiteY5340" fmla="*/ 6091717 h 6382977"/>
              <a:gd name="connsiteX5341" fmla="*/ 1901826 w 6501199"/>
              <a:gd name="connsiteY5341" fmla="*/ 6178123 h 6382977"/>
              <a:gd name="connsiteX5342" fmla="*/ 1894986 w 6501199"/>
              <a:gd name="connsiteY5342" fmla="*/ 6253368 h 6382977"/>
              <a:gd name="connsiteX5343" fmla="*/ 1899666 w 6501199"/>
              <a:gd name="connsiteY5343" fmla="*/ 6264529 h 6382977"/>
              <a:gd name="connsiteX5344" fmla="*/ 1881305 w 6501199"/>
              <a:gd name="connsiteY5344" fmla="*/ 6260208 h 6382977"/>
              <a:gd name="connsiteX5345" fmla="*/ 1865465 w 6501199"/>
              <a:gd name="connsiteY5345" fmla="*/ 6278210 h 6382977"/>
              <a:gd name="connsiteX5346" fmla="*/ 1876625 w 6501199"/>
              <a:gd name="connsiteY5346" fmla="*/ 6287210 h 6382977"/>
              <a:gd name="connsiteX5347" fmla="*/ 1874465 w 6501199"/>
              <a:gd name="connsiteY5347" fmla="*/ 6278210 h 6382977"/>
              <a:gd name="connsiteX5348" fmla="*/ 1894986 w 6501199"/>
              <a:gd name="connsiteY5348" fmla="*/ 6310252 h 6382977"/>
              <a:gd name="connsiteX5349" fmla="*/ 1838105 w 6501199"/>
              <a:gd name="connsiteY5349" fmla="*/ 6367136 h 6382977"/>
              <a:gd name="connsiteX5350" fmla="*/ 1803905 w 6501199"/>
              <a:gd name="connsiteY5350" fmla="*/ 6382977 h 6382977"/>
              <a:gd name="connsiteX5351" fmla="*/ 1735864 w 6501199"/>
              <a:gd name="connsiteY5351" fmla="*/ 6294051 h 6382977"/>
              <a:gd name="connsiteX5352" fmla="*/ 1753864 w 6501199"/>
              <a:gd name="connsiteY5352" fmla="*/ 6303412 h 6382977"/>
              <a:gd name="connsiteX5353" fmla="*/ 1751704 w 6501199"/>
              <a:gd name="connsiteY5353" fmla="*/ 6262368 h 6382977"/>
              <a:gd name="connsiteX5354" fmla="*/ 1722184 w 6501199"/>
              <a:gd name="connsiteY5354" fmla="*/ 6162282 h 6382977"/>
              <a:gd name="connsiteX5355" fmla="*/ 1726504 w 6501199"/>
              <a:gd name="connsiteY5355" fmla="*/ 6073356 h 6382977"/>
              <a:gd name="connsiteX5356" fmla="*/ 1715344 w 6501199"/>
              <a:gd name="connsiteY5356" fmla="*/ 6098558 h 6382977"/>
              <a:gd name="connsiteX5357" fmla="*/ 1708504 w 6501199"/>
              <a:gd name="connsiteY5357" fmla="*/ 6046354 h 6382977"/>
              <a:gd name="connsiteX5358" fmla="*/ 1703824 w 6501199"/>
              <a:gd name="connsiteY5358" fmla="*/ 5991630 h 6382977"/>
              <a:gd name="connsiteX5359" fmla="*/ 1719664 w 6501199"/>
              <a:gd name="connsiteY5359" fmla="*/ 5984790 h 6382977"/>
              <a:gd name="connsiteX5360" fmla="*/ 1712824 w 6501199"/>
              <a:gd name="connsiteY5360" fmla="*/ 5946267 h 6382977"/>
              <a:gd name="connsiteX5361" fmla="*/ 1717504 w 6501199"/>
              <a:gd name="connsiteY5361" fmla="*/ 5962108 h 6382977"/>
              <a:gd name="connsiteX5362" fmla="*/ 1710664 w 6501199"/>
              <a:gd name="connsiteY5362" fmla="*/ 5934746 h 6382977"/>
              <a:gd name="connsiteX5363" fmla="*/ 1722184 w 6501199"/>
              <a:gd name="connsiteY5363" fmla="*/ 5845820 h 6382977"/>
              <a:gd name="connsiteX5364" fmla="*/ 1685823 w 6501199"/>
              <a:gd name="connsiteY5364" fmla="*/ 5789296 h 6382977"/>
              <a:gd name="connsiteX5365" fmla="*/ 1651623 w 6501199"/>
              <a:gd name="connsiteY5365" fmla="*/ 5793616 h 6382977"/>
              <a:gd name="connsiteX5366" fmla="*/ 1658463 w 6501199"/>
              <a:gd name="connsiteY5366" fmla="*/ 5809458 h 6382977"/>
              <a:gd name="connsiteX5367" fmla="*/ 1681143 w 6501199"/>
              <a:gd name="connsiteY5367" fmla="*/ 5811978 h 6382977"/>
              <a:gd name="connsiteX5368" fmla="*/ 1674303 w 6501199"/>
              <a:gd name="connsiteY5368" fmla="*/ 5859501 h 6382977"/>
              <a:gd name="connsiteX5369" fmla="*/ 1658463 w 6501199"/>
              <a:gd name="connsiteY5369" fmla="*/ 5864182 h 6382977"/>
              <a:gd name="connsiteX5370" fmla="*/ 1665303 w 6501199"/>
              <a:gd name="connsiteY5370" fmla="*/ 5884703 h 6382977"/>
              <a:gd name="connsiteX5371" fmla="*/ 1674303 w 6501199"/>
              <a:gd name="connsiteY5371" fmla="*/ 5884703 h 6382977"/>
              <a:gd name="connsiteX5372" fmla="*/ 1662783 w 6501199"/>
              <a:gd name="connsiteY5372" fmla="*/ 5896224 h 6382977"/>
              <a:gd name="connsiteX5373" fmla="*/ 1633263 w 6501199"/>
              <a:gd name="connsiteY5373" fmla="*/ 5864182 h 6382977"/>
              <a:gd name="connsiteX5374" fmla="*/ 1642623 w 6501199"/>
              <a:gd name="connsiteY5374" fmla="*/ 5916385 h 6382977"/>
              <a:gd name="connsiteX5375" fmla="*/ 1622103 w 6501199"/>
              <a:gd name="connsiteY5375" fmla="*/ 5916385 h 6382977"/>
              <a:gd name="connsiteX5376" fmla="*/ 1612743 w 6501199"/>
              <a:gd name="connsiteY5376" fmla="*/ 5955268 h 6382977"/>
              <a:gd name="connsiteX5377" fmla="*/ 1594743 w 6501199"/>
              <a:gd name="connsiteY5377" fmla="*/ 5946267 h 6382977"/>
              <a:gd name="connsiteX5378" fmla="*/ 1581063 w 6501199"/>
              <a:gd name="connsiteY5378" fmla="*/ 5975789 h 6382977"/>
              <a:gd name="connsiteX5379" fmla="*/ 1590063 w 6501199"/>
              <a:gd name="connsiteY5379" fmla="*/ 5980110 h 6382977"/>
              <a:gd name="connsiteX5380" fmla="*/ 1572063 w 6501199"/>
              <a:gd name="connsiteY5380" fmla="*/ 6021152 h 6382977"/>
              <a:gd name="connsiteX5381" fmla="*/ 1542182 w 6501199"/>
              <a:gd name="connsiteY5381" fmla="*/ 6055354 h 6382977"/>
              <a:gd name="connsiteX5382" fmla="*/ 1519502 w 6501199"/>
              <a:gd name="connsiteY5382" fmla="*/ 5877862 h 6382977"/>
              <a:gd name="connsiteX5383" fmla="*/ 1512662 w 6501199"/>
              <a:gd name="connsiteY5383" fmla="*/ 5820978 h 6382977"/>
              <a:gd name="connsiteX5384" fmla="*/ 1503662 w 6501199"/>
              <a:gd name="connsiteY5384" fmla="*/ 5766254 h 6382977"/>
              <a:gd name="connsiteX5385" fmla="*/ 1515182 w 6501199"/>
              <a:gd name="connsiteY5385" fmla="*/ 5811978 h 6382977"/>
              <a:gd name="connsiteX5386" fmla="*/ 1501502 w 6501199"/>
              <a:gd name="connsiteY5386" fmla="*/ 5739253 h 6382977"/>
              <a:gd name="connsiteX5387" fmla="*/ 1487822 w 6501199"/>
              <a:gd name="connsiteY5387" fmla="*/ 5716211 h 6382977"/>
              <a:gd name="connsiteX5388" fmla="*/ 1512662 w 6501199"/>
              <a:gd name="connsiteY5388" fmla="*/ 5741413 h 6382977"/>
              <a:gd name="connsiteX5389" fmla="*/ 1478822 w 6501199"/>
              <a:gd name="connsiteY5389" fmla="*/ 5693530 h 6382977"/>
              <a:gd name="connsiteX5390" fmla="*/ 1494662 w 6501199"/>
              <a:gd name="connsiteY5390" fmla="*/ 5686689 h 6382977"/>
              <a:gd name="connsiteX5391" fmla="*/ 1501502 w 6501199"/>
              <a:gd name="connsiteY5391" fmla="*/ 5664008 h 6382977"/>
              <a:gd name="connsiteX5392" fmla="*/ 1498982 w 6501199"/>
              <a:gd name="connsiteY5392" fmla="*/ 5657167 h 6382977"/>
              <a:gd name="connsiteX5393" fmla="*/ 1474142 w 6501199"/>
              <a:gd name="connsiteY5393" fmla="*/ 5643486 h 6382977"/>
              <a:gd name="connsiteX5394" fmla="*/ 1471982 w 6501199"/>
              <a:gd name="connsiteY5394" fmla="*/ 5652487 h 6382977"/>
              <a:gd name="connsiteX5395" fmla="*/ 1487822 w 6501199"/>
              <a:gd name="connsiteY5395" fmla="*/ 5664008 h 6382977"/>
              <a:gd name="connsiteX5396" fmla="*/ 1485662 w 6501199"/>
              <a:gd name="connsiteY5396" fmla="*/ 5682369 h 6382977"/>
              <a:gd name="connsiteX5397" fmla="*/ 1471982 w 6501199"/>
              <a:gd name="connsiteY5397" fmla="*/ 5657167 h 6382977"/>
              <a:gd name="connsiteX5398" fmla="*/ 1453622 w 6501199"/>
              <a:gd name="connsiteY5398" fmla="*/ 5673008 h 6382977"/>
              <a:gd name="connsiteX5399" fmla="*/ 1428422 w 6501199"/>
              <a:gd name="connsiteY5399" fmla="*/ 5659328 h 6382977"/>
              <a:gd name="connsiteX5400" fmla="*/ 1451462 w 6501199"/>
              <a:gd name="connsiteY5400" fmla="*/ 5714051 h 6382977"/>
              <a:gd name="connsiteX5401" fmla="*/ 1455782 w 6501199"/>
              <a:gd name="connsiteY5401" fmla="*/ 5736732 h 6382977"/>
              <a:gd name="connsiteX5402" fmla="*/ 1469462 w 6501199"/>
              <a:gd name="connsiteY5402" fmla="*/ 5734572 h 6382977"/>
              <a:gd name="connsiteX5403" fmla="*/ 1460462 w 6501199"/>
              <a:gd name="connsiteY5403" fmla="*/ 5752574 h 6382977"/>
              <a:gd name="connsiteX5404" fmla="*/ 1469462 w 6501199"/>
              <a:gd name="connsiteY5404" fmla="*/ 5957428 h 6382977"/>
              <a:gd name="connsiteX5405" fmla="*/ 1439942 w 6501199"/>
              <a:gd name="connsiteY5405" fmla="*/ 5914225 h 6382977"/>
              <a:gd name="connsiteX5406" fmla="*/ 1437782 w 6501199"/>
              <a:gd name="connsiteY5406" fmla="*/ 5962108 h 6382977"/>
              <a:gd name="connsiteX5407" fmla="*/ 1419421 w 6501199"/>
              <a:gd name="connsiteY5407" fmla="*/ 5975789 h 6382977"/>
              <a:gd name="connsiteX5408" fmla="*/ 1426261 w 6501199"/>
              <a:gd name="connsiteY5408" fmla="*/ 6014312 h 6382977"/>
              <a:gd name="connsiteX5409" fmla="*/ 1415101 w 6501199"/>
              <a:gd name="connsiteY5409" fmla="*/ 6036993 h 6382977"/>
              <a:gd name="connsiteX5410" fmla="*/ 1408261 w 6501199"/>
              <a:gd name="connsiteY5410" fmla="*/ 6016472 h 6382977"/>
              <a:gd name="connsiteX5411" fmla="*/ 1387741 w 6501199"/>
              <a:gd name="connsiteY5411" fmla="*/ 6027992 h 6382977"/>
              <a:gd name="connsiteX5412" fmla="*/ 1337701 w 6501199"/>
              <a:gd name="connsiteY5412" fmla="*/ 5934746 h 6382977"/>
              <a:gd name="connsiteX5413" fmla="*/ 1312501 w 6501199"/>
              <a:gd name="connsiteY5413" fmla="*/ 5839340 h 6382977"/>
              <a:gd name="connsiteX5414" fmla="*/ 1287660 w 6501199"/>
              <a:gd name="connsiteY5414" fmla="*/ 5720892 h 6382977"/>
              <a:gd name="connsiteX5415" fmla="*/ 1269300 w 6501199"/>
              <a:gd name="connsiteY5415" fmla="*/ 5622965 h 6382977"/>
              <a:gd name="connsiteX5416" fmla="*/ 1280820 w 6501199"/>
              <a:gd name="connsiteY5416" fmla="*/ 5622965 h 6382977"/>
              <a:gd name="connsiteX5417" fmla="*/ 1264620 w 6501199"/>
              <a:gd name="connsiteY5417" fmla="*/ 5588762 h 6382977"/>
              <a:gd name="connsiteX5418" fmla="*/ 1282980 w 6501199"/>
              <a:gd name="connsiteY5418" fmla="*/ 5577602 h 6382977"/>
              <a:gd name="connsiteX5419" fmla="*/ 1228260 w 6501199"/>
              <a:gd name="connsiteY5419" fmla="*/ 5459154 h 6382977"/>
              <a:gd name="connsiteX5420" fmla="*/ 1217100 w 6501199"/>
              <a:gd name="connsiteY5420" fmla="*/ 5422791 h 6382977"/>
              <a:gd name="connsiteX5421" fmla="*/ 1251300 w 6501199"/>
              <a:gd name="connsiteY5421" fmla="*/ 5300022 h 6382977"/>
              <a:gd name="connsiteX5422" fmla="*/ 1246620 w 6501199"/>
              <a:gd name="connsiteY5422" fmla="*/ 5313704 h 6382977"/>
              <a:gd name="connsiteX5423" fmla="*/ 1223940 w 6501199"/>
              <a:gd name="connsiteY5423" fmla="*/ 5295342 h 6382977"/>
              <a:gd name="connsiteX5424" fmla="*/ 1221780 w 6501199"/>
              <a:gd name="connsiteY5424" fmla="*/ 5272661 h 6382977"/>
              <a:gd name="connsiteX5425" fmla="*/ 1237620 w 6501199"/>
              <a:gd name="connsiteY5425" fmla="*/ 5249979 h 6382977"/>
              <a:gd name="connsiteX5426" fmla="*/ 1214940 w 6501199"/>
              <a:gd name="connsiteY5426" fmla="*/ 5236298 h 6382977"/>
              <a:gd name="connsiteX5427" fmla="*/ 1241940 w 6501199"/>
              <a:gd name="connsiteY5427" fmla="*/ 5081488 h 6382977"/>
              <a:gd name="connsiteX5428" fmla="*/ 1241940 w 6501199"/>
              <a:gd name="connsiteY5428" fmla="*/ 5040805 h 6382977"/>
              <a:gd name="connsiteX5429" fmla="*/ 1200900 w 6501199"/>
              <a:gd name="connsiteY5429" fmla="*/ 4999762 h 6382977"/>
              <a:gd name="connsiteX5430" fmla="*/ 1230780 w 6501199"/>
              <a:gd name="connsiteY5430" fmla="*/ 4801748 h 6382977"/>
              <a:gd name="connsiteX5431" fmla="*/ 1223940 w 6501199"/>
              <a:gd name="connsiteY5431" fmla="*/ 4724343 h 6382977"/>
              <a:gd name="connsiteX5432" fmla="*/ 1228260 w 6501199"/>
              <a:gd name="connsiteY5432" fmla="*/ 4603735 h 6382977"/>
              <a:gd name="connsiteX5433" fmla="*/ 1214940 w 6501199"/>
              <a:gd name="connsiteY5433" fmla="*/ 4517329 h 6382977"/>
              <a:gd name="connsiteX5434" fmla="*/ 1232940 w 6501199"/>
              <a:gd name="connsiteY5434" fmla="*/ 4508328 h 6382977"/>
              <a:gd name="connsiteX5435" fmla="*/ 1221780 w 6501199"/>
              <a:gd name="connsiteY5435" fmla="*/ 4451444 h 6382977"/>
              <a:gd name="connsiteX5436" fmla="*/ 1230780 w 6501199"/>
              <a:gd name="connsiteY5436" fmla="*/ 4462605 h 6382977"/>
              <a:gd name="connsiteX5437" fmla="*/ 1244460 w 6501199"/>
              <a:gd name="connsiteY5437" fmla="*/ 4353518 h 6382977"/>
              <a:gd name="connsiteX5438" fmla="*/ 1232940 w 6501199"/>
              <a:gd name="connsiteY5438" fmla="*/ 4401401 h 6382977"/>
              <a:gd name="connsiteX5439" fmla="*/ 1246620 w 6501199"/>
              <a:gd name="connsiteY5439" fmla="*/ 4451444 h 6382977"/>
              <a:gd name="connsiteX5440" fmla="*/ 1260300 w 6501199"/>
              <a:gd name="connsiteY5440" fmla="*/ 4439924 h 6382977"/>
              <a:gd name="connsiteX5441" fmla="*/ 1264620 w 6501199"/>
              <a:gd name="connsiteY5441" fmla="*/ 4474126 h 6382977"/>
              <a:gd name="connsiteX5442" fmla="*/ 1255620 w 6501199"/>
              <a:gd name="connsiteY5442" fmla="*/ 4417242 h 6382977"/>
              <a:gd name="connsiteX5443" fmla="*/ 1277625 w 6501199"/>
              <a:gd name="connsiteY5443" fmla="*/ 4353608 h 6382977"/>
              <a:gd name="connsiteX5444" fmla="*/ 1279209 w 6501199"/>
              <a:gd name="connsiteY5444" fmla="*/ 4326402 h 6382977"/>
              <a:gd name="connsiteX5445" fmla="*/ 1278808 w 6501199"/>
              <a:gd name="connsiteY5445" fmla="*/ 4325916 h 6382977"/>
              <a:gd name="connsiteX5446" fmla="*/ 1279351 w 6501199"/>
              <a:gd name="connsiteY5446" fmla="*/ 4323970 h 6382977"/>
              <a:gd name="connsiteX5447" fmla="*/ 1279768 w 6501199"/>
              <a:gd name="connsiteY5447" fmla="*/ 4316795 h 6382977"/>
              <a:gd name="connsiteX5448" fmla="*/ 1292062 w 6501199"/>
              <a:gd name="connsiteY5448" fmla="*/ 4288555 h 6382977"/>
              <a:gd name="connsiteX5449" fmla="*/ 1258586 w 6501199"/>
              <a:gd name="connsiteY5449" fmla="*/ 4280447 h 6382977"/>
              <a:gd name="connsiteX5450" fmla="*/ 1259615 w 6501199"/>
              <a:gd name="connsiteY5450" fmla="*/ 4290503 h 6382977"/>
              <a:gd name="connsiteX5451" fmla="*/ 1257799 w 6501199"/>
              <a:gd name="connsiteY5451" fmla="*/ 4299596 h 6382977"/>
              <a:gd name="connsiteX5452" fmla="*/ 1268893 w 6501199"/>
              <a:gd name="connsiteY5452" fmla="*/ 4298792 h 6382977"/>
              <a:gd name="connsiteX5453" fmla="*/ 1273565 w 6501199"/>
              <a:gd name="connsiteY5453" fmla="*/ 4336696 h 6382977"/>
              <a:gd name="connsiteX5454" fmla="*/ 1253617 w 6501199"/>
              <a:gd name="connsiteY5454" fmla="*/ 4333109 h 6382977"/>
              <a:gd name="connsiteX5455" fmla="*/ 1248532 w 6501199"/>
              <a:gd name="connsiteY5455" fmla="*/ 4333430 h 6382977"/>
              <a:gd name="connsiteX5456" fmla="*/ 1245961 w 6501199"/>
              <a:gd name="connsiteY5456" fmla="*/ 4347812 h 6382977"/>
              <a:gd name="connsiteX5457" fmla="*/ 1241667 w 6501199"/>
              <a:gd name="connsiteY5457" fmla="*/ 4333862 h 6382977"/>
              <a:gd name="connsiteX5458" fmla="*/ 1230433 w 6501199"/>
              <a:gd name="connsiteY5458" fmla="*/ 4334570 h 6382977"/>
              <a:gd name="connsiteX5459" fmla="*/ 1216775 w 6501199"/>
              <a:gd name="connsiteY5459" fmla="*/ 4294187 h 6382977"/>
              <a:gd name="connsiteX5460" fmla="*/ 1244092 w 6501199"/>
              <a:gd name="connsiteY5460" fmla="*/ 4318984 h 6382977"/>
              <a:gd name="connsiteX5461" fmla="*/ 1254589 w 6501199"/>
              <a:gd name="connsiteY5461" fmla="*/ 4314135 h 6382977"/>
              <a:gd name="connsiteX5462" fmla="*/ 1255340 w 6501199"/>
              <a:gd name="connsiteY5462" fmla="*/ 4307951 h 6382977"/>
              <a:gd name="connsiteX5463" fmla="*/ 1244679 w 6501199"/>
              <a:gd name="connsiteY5463" fmla="*/ 4316055 h 6382977"/>
              <a:gd name="connsiteX5464" fmla="*/ 1255769 w 6501199"/>
              <a:gd name="connsiteY5464" fmla="*/ 4252912 h 6382977"/>
              <a:gd name="connsiteX5465" fmla="*/ 1258253 w 6501199"/>
              <a:gd name="connsiteY5465" fmla="*/ 4277187 h 6382977"/>
              <a:gd name="connsiteX5466" fmla="*/ 1260843 w 6501199"/>
              <a:gd name="connsiteY5466" fmla="*/ 4258437 h 6382977"/>
              <a:gd name="connsiteX5467" fmla="*/ 1268990 w 6501199"/>
              <a:gd name="connsiteY5467" fmla="*/ 4241742 h 6382977"/>
              <a:gd name="connsiteX5468" fmla="*/ 1266830 w 6501199"/>
              <a:gd name="connsiteY5468" fmla="*/ 4232381 h 6382977"/>
              <a:gd name="connsiteX5469" fmla="*/ 1259988 w 6501199"/>
              <a:gd name="connsiteY5469" fmla="*/ 4241742 h 6382977"/>
              <a:gd name="connsiteX5470" fmla="*/ 1273671 w 6501199"/>
              <a:gd name="connsiteY5470" fmla="*/ 4221220 h 6382977"/>
              <a:gd name="connsiteX5471" fmla="*/ 1200578 w 6501199"/>
              <a:gd name="connsiteY5471" fmla="*/ 4214380 h 6382977"/>
              <a:gd name="connsiteX5472" fmla="*/ 1198417 w 6501199"/>
              <a:gd name="connsiteY5472" fmla="*/ 4252902 h 6382977"/>
              <a:gd name="connsiteX5473" fmla="*/ 1070954 w 6501199"/>
              <a:gd name="connsiteY5473" fmla="*/ 4196019 h 6382977"/>
              <a:gd name="connsiteX5474" fmla="*/ 1075635 w 6501199"/>
              <a:gd name="connsiteY5474" fmla="*/ 4237061 h 6382977"/>
              <a:gd name="connsiteX5475" fmla="*/ 1037108 w 6501199"/>
              <a:gd name="connsiteY5475" fmla="*/ 4266583 h 6382977"/>
              <a:gd name="connsiteX5476" fmla="*/ 996061 w 6501199"/>
              <a:gd name="connsiteY5476" fmla="*/ 4264422 h 6382977"/>
              <a:gd name="connsiteX5477" fmla="*/ 948172 w 6501199"/>
              <a:gd name="connsiteY5477" fmla="*/ 4207540 h 6382977"/>
              <a:gd name="connsiteX5478" fmla="*/ 966535 w 6501199"/>
              <a:gd name="connsiteY5478" fmla="*/ 4191699 h 6382977"/>
              <a:gd name="connsiteX5479" fmla="*/ 966535 w 6501199"/>
              <a:gd name="connsiteY5479" fmla="*/ 4139137 h 6382977"/>
              <a:gd name="connsiteX5480" fmla="*/ 950332 w 6501199"/>
              <a:gd name="connsiteY5480" fmla="*/ 4102775 h 6382977"/>
              <a:gd name="connsiteX5481" fmla="*/ 886961 w 6501199"/>
              <a:gd name="connsiteY5481" fmla="*/ 4139137 h 6382977"/>
              <a:gd name="connsiteX5482" fmla="*/ 884440 w 6501199"/>
              <a:gd name="connsiteY5482" fmla="*/ 4143817 h 6382977"/>
              <a:gd name="connsiteX5483" fmla="*/ 900283 w 6501199"/>
              <a:gd name="connsiteY5483" fmla="*/ 4145977 h 6382977"/>
              <a:gd name="connsiteX5484" fmla="*/ 893442 w 6501199"/>
              <a:gd name="connsiteY5484" fmla="*/ 4157498 h 6382977"/>
              <a:gd name="connsiteX5485" fmla="*/ 930169 w 6501199"/>
              <a:gd name="connsiteY5485" fmla="*/ 4182339 h 6382977"/>
              <a:gd name="connsiteX5486" fmla="*/ 913966 w 6501199"/>
              <a:gd name="connsiteY5486" fmla="*/ 4216540 h 6382977"/>
              <a:gd name="connsiteX5487" fmla="*/ 870758 w 6501199"/>
              <a:gd name="connsiteY5487" fmla="*/ 4191699 h 6382977"/>
              <a:gd name="connsiteX5488" fmla="*/ 859596 w 6501199"/>
              <a:gd name="connsiteY5488" fmla="*/ 4164338 h 6382977"/>
              <a:gd name="connsiteX5489" fmla="*/ 875439 w 6501199"/>
              <a:gd name="connsiteY5489" fmla="*/ 4139137 h 6382977"/>
              <a:gd name="connsiteX5490" fmla="*/ 845913 w 6501199"/>
              <a:gd name="connsiteY5490" fmla="*/ 4123296 h 6382977"/>
              <a:gd name="connsiteX5491" fmla="*/ 884440 w 6501199"/>
              <a:gd name="connsiteY5491" fmla="*/ 4123296 h 6382977"/>
              <a:gd name="connsiteX5492" fmla="*/ 902804 w 6501199"/>
              <a:gd name="connsiteY5492" fmla="*/ 4107455 h 6382977"/>
              <a:gd name="connsiteX5493" fmla="*/ 832231 w 6501199"/>
              <a:gd name="connsiteY5493" fmla="*/ 4036892 h 6382977"/>
              <a:gd name="connsiteX5494" fmla="*/ 816388 w 6501199"/>
              <a:gd name="connsiteY5494" fmla="*/ 4061733 h 6382977"/>
              <a:gd name="connsiteX5495" fmla="*/ 827550 w 6501199"/>
              <a:gd name="connsiteY5495" fmla="*/ 4059573 h 6382977"/>
              <a:gd name="connsiteX5496" fmla="*/ 829710 w 6501199"/>
              <a:gd name="connsiteY5496" fmla="*/ 4073254 h 6382977"/>
              <a:gd name="connsiteX5497" fmla="*/ 807026 w 6501199"/>
              <a:gd name="connsiteY5497" fmla="*/ 4084774 h 6382977"/>
              <a:gd name="connsiteX5498" fmla="*/ 756977 w 6501199"/>
              <a:gd name="connsiteY5498" fmla="*/ 4066413 h 6382977"/>
              <a:gd name="connsiteX5499" fmla="*/ 725291 w 6501199"/>
              <a:gd name="connsiteY5499" fmla="*/ 4041572 h 6382977"/>
              <a:gd name="connsiteX5500" fmla="*/ 706928 w 6501199"/>
              <a:gd name="connsiteY5500" fmla="*/ 3993690 h 6382977"/>
              <a:gd name="connsiteX5501" fmla="*/ 679563 w 6501199"/>
              <a:gd name="connsiteY5501" fmla="*/ 3991530 h 6382977"/>
              <a:gd name="connsiteX5502" fmla="*/ 679563 w 6501199"/>
              <a:gd name="connsiteY5502" fmla="*/ 3945808 h 6382977"/>
              <a:gd name="connsiteX5503" fmla="*/ 711609 w 6501199"/>
              <a:gd name="connsiteY5503" fmla="*/ 3945808 h 6382977"/>
              <a:gd name="connsiteX5504" fmla="*/ 711609 w 6501199"/>
              <a:gd name="connsiteY5504" fmla="*/ 3968488 h 6382977"/>
              <a:gd name="connsiteX5505" fmla="*/ 727452 w 6501199"/>
              <a:gd name="connsiteY5505" fmla="*/ 3968488 h 6382977"/>
              <a:gd name="connsiteX5506" fmla="*/ 743295 w 6501199"/>
              <a:gd name="connsiteY5506" fmla="*/ 3947968 h 6382977"/>
              <a:gd name="connsiteX5507" fmla="*/ 727452 w 6501199"/>
              <a:gd name="connsiteY5507" fmla="*/ 3945808 h 6382977"/>
              <a:gd name="connsiteX5508" fmla="*/ 723131 w 6501199"/>
              <a:gd name="connsiteY5508" fmla="*/ 3909446 h 6382977"/>
              <a:gd name="connsiteX5509" fmla="*/ 701617 w 6501199"/>
              <a:gd name="connsiteY5509" fmla="*/ 3907826 h 6382977"/>
              <a:gd name="connsiteX5510" fmla="*/ 699646 w 6501199"/>
              <a:gd name="connsiteY5510" fmla="*/ 3901458 h 6382977"/>
              <a:gd name="connsiteX5511" fmla="*/ 687943 w 6501199"/>
              <a:gd name="connsiteY5511" fmla="*/ 3904240 h 6382977"/>
              <a:gd name="connsiteX5512" fmla="*/ 687035 w 6501199"/>
              <a:gd name="connsiteY5512" fmla="*/ 3912866 h 6382977"/>
              <a:gd name="connsiteX5513" fmla="*/ 682084 w 6501199"/>
              <a:gd name="connsiteY5513" fmla="*/ 3936807 h 6382977"/>
              <a:gd name="connsiteX5514" fmla="*/ 671023 w 6501199"/>
              <a:gd name="connsiteY5514" fmla="*/ 3913434 h 6382977"/>
              <a:gd name="connsiteX5515" fmla="*/ 671571 w 6501199"/>
              <a:gd name="connsiteY5515" fmla="*/ 3908131 h 6382977"/>
              <a:gd name="connsiteX5516" fmla="*/ 655291 w 6501199"/>
              <a:gd name="connsiteY5516" fmla="*/ 3912000 h 6382977"/>
              <a:gd name="connsiteX5517" fmla="*/ 659971 w 6501199"/>
              <a:gd name="connsiteY5517" fmla="*/ 3923518 h 6382977"/>
              <a:gd name="connsiteX5518" fmla="*/ 586883 w 6501199"/>
              <a:gd name="connsiteY5518" fmla="*/ 3939356 h 6382977"/>
              <a:gd name="connsiteX5519" fmla="*/ 529997 w 6501199"/>
              <a:gd name="connsiteY5519" fmla="*/ 3994068 h 6382977"/>
              <a:gd name="connsiteX5520" fmla="*/ 568882 w 6501199"/>
              <a:gd name="connsiteY5520" fmla="*/ 3909840 h 6382977"/>
              <a:gd name="connsiteX5521" fmla="*/ 562041 w 6501199"/>
              <a:gd name="connsiteY5521" fmla="*/ 3898322 h 6382977"/>
              <a:gd name="connsiteX5522" fmla="*/ 541519 w 6501199"/>
              <a:gd name="connsiteY5522" fmla="*/ 3889324 h 6382977"/>
              <a:gd name="connsiteX5523" fmla="*/ 507315 w 6501199"/>
              <a:gd name="connsiteY5523" fmla="*/ 3896162 h 6382977"/>
              <a:gd name="connsiteX5524" fmla="*/ 493634 w 6501199"/>
              <a:gd name="connsiteY5524" fmla="*/ 3914520 h 6382977"/>
              <a:gd name="connsiteX5525" fmla="*/ 500474 w 6501199"/>
              <a:gd name="connsiteY5525" fmla="*/ 3939356 h 6382977"/>
              <a:gd name="connsiteX5526" fmla="*/ 484633 w 6501199"/>
              <a:gd name="connsiteY5526" fmla="*/ 3937196 h 6382977"/>
              <a:gd name="connsiteX5527" fmla="*/ 391383 w 6501199"/>
              <a:gd name="connsiteY5527" fmla="*/ 3996228 h 6382977"/>
              <a:gd name="connsiteX5528" fmla="*/ 384542 w 6501199"/>
              <a:gd name="connsiteY5528" fmla="*/ 4014585 h 6382977"/>
              <a:gd name="connsiteX5529" fmla="*/ 434587 w 6501199"/>
              <a:gd name="connsiteY5529" fmla="*/ 3934677 h 6382977"/>
              <a:gd name="connsiteX5530" fmla="*/ 405064 w 6501199"/>
              <a:gd name="connsiteY5530" fmla="*/ 3925678 h 6382977"/>
              <a:gd name="connsiteX5531" fmla="*/ 407224 w 6501199"/>
              <a:gd name="connsiteY5531" fmla="*/ 3909840 h 6382977"/>
              <a:gd name="connsiteX5532" fmla="*/ 425586 w 6501199"/>
              <a:gd name="connsiteY5532" fmla="*/ 3894003 h 6382977"/>
              <a:gd name="connsiteX5533" fmla="*/ 423066 w 6501199"/>
              <a:gd name="connsiteY5533" fmla="*/ 3907681 h 6382977"/>
              <a:gd name="connsiteX5534" fmla="*/ 438908 w 6501199"/>
              <a:gd name="connsiteY5534" fmla="*/ 3882484 h 6382977"/>
              <a:gd name="connsiteX5535" fmla="*/ 507315 w 6501199"/>
              <a:gd name="connsiteY5535" fmla="*/ 3871326 h 6382977"/>
              <a:gd name="connsiteX5536" fmla="*/ 520996 w 6501199"/>
              <a:gd name="connsiteY5536" fmla="*/ 3885004 h 6382977"/>
              <a:gd name="connsiteX5537" fmla="*/ 511996 w 6501199"/>
              <a:gd name="connsiteY5537" fmla="*/ 3855128 h 6382977"/>
              <a:gd name="connsiteX5538" fmla="*/ 553040 w 6501199"/>
              <a:gd name="connsiteY5538" fmla="*/ 3816614 h 6382977"/>
              <a:gd name="connsiteX5539" fmla="*/ 609566 w 6501199"/>
              <a:gd name="connsiteY5539" fmla="*/ 3832452 h 6382977"/>
              <a:gd name="connsiteX5540" fmla="*/ 639449 w 6501199"/>
              <a:gd name="connsiteY5540" fmla="*/ 3800776 h 6382977"/>
              <a:gd name="connsiteX5541" fmla="*/ 666761 w 6501199"/>
              <a:gd name="connsiteY5541" fmla="*/ 3791963 h 6382977"/>
              <a:gd name="connsiteX5542" fmla="*/ 680352 w 6501199"/>
              <a:gd name="connsiteY5542" fmla="*/ 3776584 h 6382977"/>
              <a:gd name="connsiteX5543" fmla="*/ 670111 w 6501199"/>
              <a:gd name="connsiteY5543" fmla="*/ 3744558 h 6382977"/>
              <a:gd name="connsiteX5544" fmla="*/ 700087 w 6501199"/>
              <a:gd name="connsiteY5544" fmla="*/ 3595511 h 6382977"/>
              <a:gd name="connsiteX5545" fmla="*/ 682084 w 6501199"/>
              <a:gd name="connsiteY5545" fmla="*/ 3607031 h 6382977"/>
              <a:gd name="connsiteX5546" fmla="*/ 688925 w 6501199"/>
              <a:gd name="connsiteY5546" fmla="*/ 3515947 h 6382977"/>
              <a:gd name="connsiteX5547" fmla="*/ 711609 w 6501199"/>
              <a:gd name="connsiteY5547" fmla="*/ 3524947 h 6382977"/>
              <a:gd name="connsiteX5548" fmla="*/ 713769 w 6501199"/>
              <a:gd name="connsiteY5548" fmla="*/ 3515947 h 6382977"/>
              <a:gd name="connsiteX5549" fmla="*/ 693246 w 6501199"/>
              <a:gd name="connsiteY5549" fmla="*/ 3511267 h 6382977"/>
              <a:gd name="connsiteX5550" fmla="*/ 725291 w 6501199"/>
              <a:gd name="connsiteY5550" fmla="*/ 3497586 h 6382977"/>
              <a:gd name="connsiteX5551" fmla="*/ 720763 w 6501199"/>
              <a:gd name="connsiteY5551" fmla="*/ 3489367 h 6382977"/>
              <a:gd name="connsiteX5552" fmla="*/ 715509 w 6501199"/>
              <a:gd name="connsiteY5552" fmla="*/ 3488147 h 6382977"/>
              <a:gd name="connsiteX5553" fmla="*/ 698495 w 6501199"/>
              <a:gd name="connsiteY5553" fmla="*/ 3498060 h 6382977"/>
              <a:gd name="connsiteX5554" fmla="*/ 466631 w 6501199"/>
              <a:gd name="connsiteY5554" fmla="*/ 3525416 h 6382977"/>
              <a:gd name="connsiteX5555" fmla="*/ 457270 w 6501199"/>
              <a:gd name="connsiteY5555" fmla="*/ 3536935 h 6382977"/>
              <a:gd name="connsiteX5556" fmla="*/ 436748 w 6501199"/>
              <a:gd name="connsiteY5556" fmla="*/ 3520737 h 6382977"/>
              <a:gd name="connsiteX5557" fmla="*/ 425586 w 6501199"/>
              <a:gd name="connsiteY5557" fmla="*/ 3530096 h 6382977"/>
              <a:gd name="connsiteX5558" fmla="*/ 355019 w 6501199"/>
              <a:gd name="connsiteY5558" fmla="*/ 3513898 h 6382977"/>
              <a:gd name="connsiteX5559" fmla="*/ 352499 w 6501199"/>
              <a:gd name="connsiteY5559" fmla="*/ 3500580 h 6382977"/>
              <a:gd name="connsiteX5560" fmla="*/ 270770 w 6501199"/>
              <a:gd name="connsiteY5560" fmla="*/ 3486902 h 6382977"/>
              <a:gd name="connsiteX5561" fmla="*/ 220725 w 6501199"/>
              <a:gd name="connsiteY5561" fmla="*/ 3302609 h 6382977"/>
              <a:gd name="connsiteX5562" fmla="*/ 261769 w 6501199"/>
              <a:gd name="connsiteY5562" fmla="*/ 3284251 h 6382977"/>
              <a:gd name="connsiteX5563" fmla="*/ 318655 w 6501199"/>
              <a:gd name="connsiteY5563" fmla="*/ 3406993 h 6382977"/>
              <a:gd name="connsiteX5564" fmla="*/ 341337 w 6501199"/>
              <a:gd name="connsiteY5564" fmla="*/ 3400514 h 6382977"/>
              <a:gd name="connsiteX5565" fmla="*/ 332337 w 6501199"/>
              <a:gd name="connsiteY5565" fmla="*/ 3388996 h 6382977"/>
              <a:gd name="connsiteX5566" fmla="*/ 357179 w 6501199"/>
              <a:gd name="connsiteY5566" fmla="*/ 3313767 h 6382977"/>
              <a:gd name="connsiteX5567" fmla="*/ 377701 w 6501199"/>
              <a:gd name="connsiteY5567" fmla="*/ 3300449 h 6382977"/>
              <a:gd name="connsiteX5568" fmla="*/ 386702 w 6501199"/>
              <a:gd name="connsiteY5568" fmla="*/ 3234219 h 6382977"/>
              <a:gd name="connsiteX5569" fmla="*/ 382382 w 6501199"/>
              <a:gd name="connsiteY5569" fmla="*/ 3175187 h 6382977"/>
              <a:gd name="connsiteX5570" fmla="*/ 405064 w 6501199"/>
              <a:gd name="connsiteY5570" fmla="*/ 3127314 h 6382977"/>
              <a:gd name="connsiteX5571" fmla="*/ 402904 w 6501199"/>
              <a:gd name="connsiteY5571" fmla="*/ 3245737 h 6382977"/>
              <a:gd name="connsiteX5572" fmla="*/ 409385 w 6501199"/>
              <a:gd name="connsiteY5572" fmla="*/ 3204703 h 6382977"/>
              <a:gd name="connsiteX5573" fmla="*/ 423066 w 6501199"/>
              <a:gd name="connsiteY5573" fmla="*/ 3227380 h 6382977"/>
              <a:gd name="connsiteX5574" fmla="*/ 423066 w 6501199"/>
              <a:gd name="connsiteY5574" fmla="*/ 3186705 h 6382977"/>
              <a:gd name="connsiteX5575" fmla="*/ 448269 w 6501199"/>
              <a:gd name="connsiteY5575" fmla="*/ 3113636 h 6382977"/>
              <a:gd name="connsiteX5576" fmla="*/ 425586 w 6501199"/>
              <a:gd name="connsiteY5576" fmla="*/ 3125154 h 6382977"/>
              <a:gd name="connsiteX5577" fmla="*/ 414065 w 6501199"/>
              <a:gd name="connsiteY5577" fmla="*/ 3106797 h 6382977"/>
              <a:gd name="connsiteX5578" fmla="*/ 396063 w 6501199"/>
              <a:gd name="connsiteY5578" fmla="*/ 3125154 h 6382977"/>
              <a:gd name="connsiteX5579" fmla="*/ 355019 w 6501199"/>
              <a:gd name="connsiteY5579" fmla="*/ 3143152 h 6382977"/>
              <a:gd name="connsiteX5580" fmla="*/ 373021 w 6501199"/>
              <a:gd name="connsiteY5580" fmla="*/ 3125154 h 6382977"/>
              <a:gd name="connsiteX5581" fmla="*/ 370861 w 6501199"/>
              <a:gd name="connsiteY5581" fmla="*/ 3118315 h 6382977"/>
              <a:gd name="connsiteX5582" fmla="*/ 373021 w 6501199"/>
              <a:gd name="connsiteY5582" fmla="*/ 3106797 h 6382977"/>
              <a:gd name="connsiteX5583" fmla="*/ 334497 w 6501199"/>
              <a:gd name="connsiteY5583" fmla="*/ 3095639 h 6382977"/>
              <a:gd name="connsiteX5584" fmla="*/ 318655 w 6501199"/>
              <a:gd name="connsiteY5584" fmla="*/ 3036967 h 6382977"/>
              <a:gd name="connsiteX5585" fmla="*/ 300293 w 6501199"/>
              <a:gd name="connsiteY5585" fmla="*/ 3036967 h 6382977"/>
              <a:gd name="connsiteX5586" fmla="*/ 309294 w 6501199"/>
              <a:gd name="connsiteY5586" fmla="*/ 3030128 h 6382977"/>
              <a:gd name="connsiteX5587" fmla="*/ 320815 w 6501199"/>
              <a:gd name="connsiteY5587" fmla="*/ 2968577 h 6382977"/>
              <a:gd name="connsiteX5588" fmla="*/ 309294 w 6501199"/>
              <a:gd name="connsiteY5588" fmla="*/ 2907026 h 6382977"/>
              <a:gd name="connsiteX5589" fmla="*/ 261769 w 6501199"/>
              <a:gd name="connsiteY5589" fmla="*/ 2900187 h 6382977"/>
              <a:gd name="connsiteX5590" fmla="*/ 302813 w 6501199"/>
              <a:gd name="connsiteY5590" fmla="*/ 2806961 h 6382977"/>
              <a:gd name="connsiteX5591" fmla="*/ 309294 w 6501199"/>
              <a:gd name="connsiteY5591" fmla="*/ 2718413 h 6382977"/>
              <a:gd name="connsiteX5592" fmla="*/ 343498 w 6501199"/>
              <a:gd name="connsiteY5592" fmla="*/ 2725252 h 6382977"/>
              <a:gd name="connsiteX5593" fmla="*/ 477792 w 6501199"/>
              <a:gd name="connsiteY5593" fmla="*/ 2513603 h 6382977"/>
              <a:gd name="connsiteX5594" fmla="*/ 445749 w 6501199"/>
              <a:gd name="connsiteY5594" fmla="*/ 2522602 h 6382977"/>
              <a:gd name="connsiteX5595" fmla="*/ 407224 w 6501199"/>
              <a:gd name="connsiteY5595" fmla="*/ 2506764 h 6382977"/>
              <a:gd name="connsiteX5596" fmla="*/ 438908 w 6501199"/>
              <a:gd name="connsiteY5596" fmla="*/ 2475089 h 6382977"/>
              <a:gd name="connsiteX5597" fmla="*/ 452949 w 6501199"/>
              <a:gd name="connsiteY5597" fmla="*/ 2475089 h 6382977"/>
              <a:gd name="connsiteX5598" fmla="*/ 455110 w 6501199"/>
              <a:gd name="connsiteY5598" fmla="*/ 2493086 h 6382977"/>
              <a:gd name="connsiteX5599" fmla="*/ 475632 w 6501199"/>
              <a:gd name="connsiteY5599" fmla="*/ 2468250 h 6382977"/>
              <a:gd name="connsiteX5600" fmla="*/ 466631 w 6501199"/>
              <a:gd name="connsiteY5600" fmla="*/ 2452052 h 6382977"/>
              <a:gd name="connsiteX5601" fmla="*/ 493634 w 6501199"/>
              <a:gd name="connsiteY5601" fmla="*/ 2447733 h 6382977"/>
              <a:gd name="connsiteX5602" fmla="*/ 511996 w 6501199"/>
              <a:gd name="connsiteY5602" fmla="*/ 2431895 h 6382977"/>
              <a:gd name="connsiteX5603" fmla="*/ 498314 w 6501199"/>
              <a:gd name="connsiteY5603" fmla="*/ 2425056 h 6382977"/>
              <a:gd name="connsiteX5604" fmla="*/ 525677 w 6501199"/>
              <a:gd name="connsiteY5604" fmla="*/ 2351987 h 6382977"/>
              <a:gd name="connsiteX5605" fmla="*/ 543679 w 6501199"/>
              <a:gd name="connsiteY5605" fmla="*/ 2349827 h 6382977"/>
              <a:gd name="connsiteX5606" fmla="*/ 643769 w 6501199"/>
              <a:gd name="connsiteY5606" fmla="*/ 2229244 h 6382977"/>
              <a:gd name="connsiteX5607" fmla="*/ 636929 w 6501199"/>
              <a:gd name="connsiteY5607" fmla="*/ 2218086 h 6382977"/>
              <a:gd name="connsiteX5608" fmla="*/ 705336 w 6501199"/>
              <a:gd name="connsiteY5608" fmla="*/ 2181731 h 6382977"/>
              <a:gd name="connsiteX5609" fmla="*/ 741700 w 6501199"/>
              <a:gd name="connsiteY5609" fmla="*/ 2120180 h 6382977"/>
              <a:gd name="connsiteX5610" fmla="*/ 728018 w 6501199"/>
              <a:gd name="connsiteY5610" fmla="*/ 2124500 h 6382977"/>
              <a:gd name="connsiteX5611" fmla="*/ 755381 w 6501199"/>
              <a:gd name="connsiteY5611" fmla="*/ 2111182 h 6382977"/>
              <a:gd name="connsiteX5612" fmla="*/ 805427 w 6501199"/>
              <a:gd name="connsiteY5612" fmla="*/ 2026954 h 6382977"/>
              <a:gd name="connsiteX5613" fmla="*/ 832790 w 6501199"/>
              <a:gd name="connsiteY5613" fmla="*/ 2029113 h 6382977"/>
              <a:gd name="connsiteX5614" fmla="*/ 834950 w 6501199"/>
              <a:gd name="connsiteY5614" fmla="*/ 2011116 h 6382977"/>
              <a:gd name="connsiteX5615" fmla="*/ 821268 w 6501199"/>
              <a:gd name="connsiteY5615" fmla="*/ 2024434 h 6382977"/>
              <a:gd name="connsiteX5616" fmla="*/ 889676 w 6501199"/>
              <a:gd name="connsiteY5616" fmla="*/ 1904212 h 6382977"/>
              <a:gd name="connsiteX5617" fmla="*/ 905517 w 6501199"/>
              <a:gd name="connsiteY5617" fmla="*/ 1911051 h 6382977"/>
              <a:gd name="connsiteX5618" fmla="*/ 930720 w 6501199"/>
              <a:gd name="connsiteY5618" fmla="*/ 1858498 h 6382977"/>
              <a:gd name="connsiteX5619" fmla="*/ 923879 w 6501199"/>
              <a:gd name="connsiteY5619" fmla="*/ 1899532 h 6382977"/>
              <a:gd name="connsiteX5620" fmla="*/ 967084 w 6501199"/>
              <a:gd name="connsiteY5620" fmla="*/ 1870017 h 6382977"/>
              <a:gd name="connsiteX5621" fmla="*/ 971404 w 6501199"/>
              <a:gd name="connsiteY5621" fmla="*/ 1854179 h 6382977"/>
              <a:gd name="connsiteX5622" fmla="*/ 946562 w 6501199"/>
              <a:gd name="connsiteY5622" fmla="*/ 1844820 h 6382977"/>
              <a:gd name="connsiteX5623" fmla="*/ 976085 w 6501199"/>
              <a:gd name="connsiteY5623" fmla="*/ 1849500 h 6382977"/>
              <a:gd name="connsiteX5624" fmla="*/ 991926 w 6501199"/>
              <a:gd name="connsiteY5624" fmla="*/ 1842661 h 6382977"/>
              <a:gd name="connsiteX5625" fmla="*/ 1007768 w 6501199"/>
              <a:gd name="connsiteY5625" fmla="*/ 1804146 h 6382977"/>
              <a:gd name="connsiteX5626" fmla="*/ 989766 w 6501199"/>
              <a:gd name="connsiteY5626" fmla="*/ 1822144 h 6382977"/>
              <a:gd name="connsiteX5627" fmla="*/ 1021449 w 6501199"/>
              <a:gd name="connsiteY5627" fmla="*/ 1760592 h 6382977"/>
              <a:gd name="connsiteX5628" fmla="*/ 1010288 w 6501199"/>
              <a:gd name="connsiteY5628" fmla="*/ 1799467 h 6382977"/>
              <a:gd name="connsiteX5629" fmla="*/ 1037651 w 6501199"/>
              <a:gd name="connsiteY5629" fmla="*/ 1776790 h 6382977"/>
              <a:gd name="connsiteX5630" fmla="*/ 1041972 w 6501199"/>
              <a:gd name="connsiteY5630" fmla="*/ 1787949 h 6382977"/>
              <a:gd name="connsiteX5631" fmla="*/ 1089857 w 6501199"/>
              <a:gd name="connsiteY5631" fmla="*/ 1726757 h 6382977"/>
              <a:gd name="connsiteX5632" fmla="*/ 1107859 w 6501199"/>
              <a:gd name="connsiteY5632" fmla="*/ 1724238 h 6382977"/>
              <a:gd name="connsiteX5633" fmla="*/ 1130901 w 6501199"/>
              <a:gd name="connsiteY5633" fmla="*/ 1704081 h 6382977"/>
              <a:gd name="connsiteX5634" fmla="*/ 1133061 w 6501199"/>
              <a:gd name="connsiteY5634" fmla="*/ 1690403 h 6382977"/>
              <a:gd name="connsiteX5635" fmla="*/ 1107859 w 6501199"/>
              <a:gd name="connsiteY5635" fmla="*/ 1704081 h 6382977"/>
              <a:gd name="connsiteX5636" fmla="*/ 1137742 w 6501199"/>
              <a:gd name="connsiteY5636" fmla="*/ 1681044 h 6382977"/>
              <a:gd name="connsiteX5637" fmla="*/ 1155744 w 6501199"/>
              <a:gd name="connsiteY5637" fmla="*/ 1642530 h 6382977"/>
              <a:gd name="connsiteX5638" fmla="*/ 1155744 w 6501199"/>
              <a:gd name="connsiteY5638" fmla="*/ 1649369 h 6382977"/>
              <a:gd name="connsiteX5639" fmla="*/ 1230992 w 6501199"/>
              <a:gd name="connsiteY5639" fmla="*/ 1569820 h 6382977"/>
              <a:gd name="connsiteX5640" fmla="*/ 1317401 w 6501199"/>
              <a:gd name="connsiteY5640" fmla="*/ 1499270 h 6382977"/>
              <a:gd name="connsiteX5641" fmla="*/ 1340083 w 6501199"/>
              <a:gd name="connsiteY5641" fmla="*/ 1471914 h 6382977"/>
              <a:gd name="connsiteX5642" fmla="*/ 1353765 w 6501199"/>
              <a:gd name="connsiteY5642" fmla="*/ 1480913 h 6382977"/>
              <a:gd name="connsiteX5643" fmla="*/ 1371767 w 6501199"/>
              <a:gd name="connsiteY5643" fmla="*/ 1471914 h 6382977"/>
              <a:gd name="connsiteX5644" fmla="*/ 1371767 w 6501199"/>
              <a:gd name="connsiteY5644" fmla="*/ 1453917 h 6382977"/>
              <a:gd name="connsiteX5645" fmla="*/ 1387968 w 6501199"/>
              <a:gd name="connsiteY5645" fmla="*/ 1456077 h 6382977"/>
              <a:gd name="connsiteX5646" fmla="*/ 1424332 w 6501199"/>
              <a:gd name="connsiteY5646" fmla="*/ 1439879 h 6382977"/>
              <a:gd name="connsiteX5647" fmla="*/ 1401650 w 6501199"/>
              <a:gd name="connsiteY5647" fmla="*/ 1442399 h 6382977"/>
              <a:gd name="connsiteX5648" fmla="*/ 1467537 w 6501199"/>
              <a:gd name="connsiteY5648" fmla="*/ 1383367 h 6382977"/>
              <a:gd name="connsiteX5649" fmla="*/ 1453855 w 6501199"/>
              <a:gd name="connsiteY5649" fmla="*/ 1401365 h 6382977"/>
              <a:gd name="connsiteX5650" fmla="*/ 1522263 w 6501199"/>
              <a:gd name="connsiteY5650" fmla="*/ 1394526 h 6382977"/>
              <a:gd name="connsiteX5651" fmla="*/ 1458536 w 6501199"/>
              <a:gd name="connsiteY5651" fmla="*/ 1415043 h 6382977"/>
              <a:gd name="connsiteX5652" fmla="*/ 1385808 w 6501199"/>
              <a:gd name="connsiteY5652" fmla="*/ 1471914 h 6382977"/>
              <a:gd name="connsiteX5653" fmla="*/ 1378967 w 6501199"/>
              <a:gd name="connsiteY5653" fmla="*/ 1480913 h 6382977"/>
              <a:gd name="connsiteX5654" fmla="*/ 1392289 w 6501199"/>
              <a:gd name="connsiteY5654" fmla="*/ 1480913 h 6382977"/>
              <a:gd name="connsiteX5655" fmla="*/ 1335403 w 6501199"/>
              <a:gd name="connsiteY5655" fmla="*/ 1533465 h 6382977"/>
              <a:gd name="connsiteX5656" fmla="*/ 1367446 w 6501199"/>
              <a:gd name="connsiteY5656" fmla="*/ 1521947 h 6382977"/>
              <a:gd name="connsiteX5657" fmla="*/ 1387968 w 6501199"/>
              <a:gd name="connsiteY5657" fmla="*/ 1501430 h 6382977"/>
              <a:gd name="connsiteX5658" fmla="*/ 1237832 w 6501199"/>
              <a:gd name="connsiteY5658" fmla="*/ 1642530 h 6382977"/>
              <a:gd name="connsiteX5659" fmla="*/ 1303719 w 6501199"/>
              <a:gd name="connsiteY5659" fmla="*/ 1613014 h 6382977"/>
              <a:gd name="connsiteX5660" fmla="*/ 1299039 w 6501199"/>
              <a:gd name="connsiteY5660" fmla="*/ 1631011 h 6382977"/>
              <a:gd name="connsiteX5661" fmla="*/ 1340083 w 6501199"/>
              <a:gd name="connsiteY5661" fmla="*/ 1610494 h 6382977"/>
              <a:gd name="connsiteX5662" fmla="*/ 1326402 w 6501199"/>
              <a:gd name="connsiteY5662" fmla="*/ 1601496 h 6382977"/>
              <a:gd name="connsiteX5663" fmla="*/ 1340083 w 6501199"/>
              <a:gd name="connsiteY5663" fmla="*/ 1587818 h 6382977"/>
              <a:gd name="connsiteX5664" fmla="*/ 1460696 w 6501199"/>
              <a:gd name="connsiteY5664" fmla="*/ 1508269 h 6382977"/>
              <a:gd name="connsiteX5665" fmla="*/ 1462856 w 6501199"/>
              <a:gd name="connsiteY5665" fmla="*/ 1530946 h 6382977"/>
              <a:gd name="connsiteX5666" fmla="*/ 1515422 w 6501199"/>
              <a:gd name="connsiteY5666" fmla="*/ 1476594 h 6382977"/>
              <a:gd name="connsiteX5667" fmla="*/ 1526583 w 6501199"/>
              <a:gd name="connsiteY5667" fmla="*/ 1483433 h 6382977"/>
              <a:gd name="connsiteX5668" fmla="*/ 1531263 w 6501199"/>
              <a:gd name="connsiteY5668" fmla="*/ 1465075 h 6382977"/>
              <a:gd name="connsiteX5669" fmla="*/ 1560787 w 6501199"/>
              <a:gd name="connsiteY5669" fmla="*/ 1471914 h 6382977"/>
              <a:gd name="connsiteX5670" fmla="*/ 1597150 w 6501199"/>
              <a:gd name="connsiteY5670" fmla="*/ 1430880 h 6382977"/>
              <a:gd name="connsiteX5671" fmla="*/ 1594990 w 6501199"/>
              <a:gd name="connsiteY5671" fmla="*/ 1447078 h 6382977"/>
              <a:gd name="connsiteX5672" fmla="*/ 1676719 w 6501199"/>
              <a:gd name="connsiteY5672" fmla="*/ 1383367 h 6382977"/>
              <a:gd name="connsiteX5673" fmla="*/ 1676719 w 6501199"/>
              <a:gd name="connsiteY5673" fmla="*/ 1392366 h 6382977"/>
              <a:gd name="connsiteX5674" fmla="*/ 1781490 w 6501199"/>
              <a:gd name="connsiteY5674" fmla="*/ 1339814 h 6382977"/>
              <a:gd name="connsiteX5675" fmla="*/ 1876900 w 6501199"/>
              <a:gd name="connsiteY5675" fmla="*/ 1290141 h 6382977"/>
              <a:gd name="connsiteX5676" fmla="*/ 1854218 w 6501199"/>
              <a:gd name="connsiteY5676" fmla="*/ 1312818 h 6382977"/>
              <a:gd name="connsiteX5677" fmla="*/ 1945308 w 6501199"/>
              <a:gd name="connsiteY5677" fmla="*/ 1280782 h 6382977"/>
              <a:gd name="connsiteX5678" fmla="*/ 1967990 w 6501199"/>
              <a:gd name="connsiteY5678" fmla="*/ 1285461 h 6382977"/>
              <a:gd name="connsiteX5679" fmla="*/ 1972671 w 6501199"/>
              <a:gd name="connsiteY5679" fmla="*/ 1269624 h 6382977"/>
              <a:gd name="connsiteX5680" fmla="*/ 2033877 w 6501199"/>
              <a:gd name="connsiteY5680" fmla="*/ 1255946 h 6382977"/>
              <a:gd name="connsiteX5681" fmla="*/ 1988512 w 6501199"/>
              <a:gd name="connsiteY5681" fmla="*/ 1280782 h 6382977"/>
              <a:gd name="connsiteX5682" fmla="*/ 2052239 w 6501199"/>
              <a:gd name="connsiteY5682" fmla="*/ 1290141 h 6382977"/>
              <a:gd name="connsiteX5683" fmla="*/ 1997513 w 6501199"/>
              <a:gd name="connsiteY5683" fmla="*/ 1305978 h 6382977"/>
              <a:gd name="connsiteX5684" fmla="*/ 2006874 w 6501199"/>
              <a:gd name="connsiteY5684" fmla="*/ 1290141 h 6382977"/>
              <a:gd name="connsiteX5685" fmla="*/ 1995353 w 6501199"/>
              <a:gd name="connsiteY5685" fmla="*/ 1285461 h 6382977"/>
              <a:gd name="connsiteX5686" fmla="*/ 1902103 w 6501199"/>
              <a:gd name="connsiteY5686" fmla="*/ 1328655 h 6382977"/>
              <a:gd name="connsiteX5687" fmla="*/ 1811013 w 6501199"/>
              <a:gd name="connsiteY5687" fmla="*/ 1390206 h 6382977"/>
              <a:gd name="connsiteX5688" fmla="*/ 1695081 w 6501199"/>
              <a:gd name="connsiteY5688" fmla="*/ 1444558 h 6382977"/>
              <a:gd name="connsiteX5689" fmla="*/ 1699401 w 6501199"/>
              <a:gd name="connsiteY5689" fmla="*/ 1424041 h 6382977"/>
              <a:gd name="connsiteX5690" fmla="*/ 1686080 w 6501199"/>
              <a:gd name="connsiteY5690" fmla="*/ 1449238 h 6382977"/>
              <a:gd name="connsiteX5691" fmla="*/ 1651876 w 6501199"/>
              <a:gd name="connsiteY5691" fmla="*/ 1465075 h 6382977"/>
              <a:gd name="connsiteX5692" fmla="*/ 1597150 w 6501199"/>
              <a:gd name="connsiteY5692" fmla="*/ 1476594 h 6382977"/>
              <a:gd name="connsiteX5693" fmla="*/ 1590310 w 6501199"/>
              <a:gd name="connsiteY5693" fmla="*/ 1485592 h 6382977"/>
              <a:gd name="connsiteX5694" fmla="*/ 1615512 w 6501199"/>
              <a:gd name="connsiteY5694" fmla="*/ 1487752 h 6382977"/>
              <a:gd name="connsiteX5695" fmla="*/ 1476538 w 6501199"/>
              <a:gd name="connsiteY5695" fmla="*/ 1549303 h 6382977"/>
              <a:gd name="connsiteX5696" fmla="*/ 1469697 w 6501199"/>
              <a:gd name="connsiteY5696" fmla="*/ 1571980 h 6382977"/>
              <a:gd name="connsiteX5697" fmla="*/ 1438014 w 6501199"/>
              <a:gd name="connsiteY5697" fmla="*/ 1578819 h 6382977"/>
              <a:gd name="connsiteX5698" fmla="*/ 1415331 w 6501199"/>
              <a:gd name="connsiteY5698" fmla="*/ 1628852 h 6382977"/>
              <a:gd name="connsiteX5699" fmla="*/ 1399129 w 6501199"/>
              <a:gd name="connsiteY5699" fmla="*/ 1624172 h 6382977"/>
              <a:gd name="connsiteX5700" fmla="*/ 1417491 w 6501199"/>
              <a:gd name="connsiteY5700" fmla="*/ 1606175 h 6382977"/>
              <a:gd name="connsiteX5701" fmla="*/ 1349084 w 6501199"/>
              <a:gd name="connsiteY5701" fmla="*/ 1651528 h 6382977"/>
              <a:gd name="connsiteX5702" fmla="*/ 1387968 w 6501199"/>
              <a:gd name="connsiteY5702" fmla="*/ 1640370 h 6382977"/>
              <a:gd name="connsiteX5703" fmla="*/ 1390129 w 6501199"/>
              <a:gd name="connsiteY5703" fmla="*/ 1667366 h 6382977"/>
              <a:gd name="connsiteX5704" fmla="*/ 1360605 w 6501199"/>
              <a:gd name="connsiteY5704" fmla="*/ 1699401 h 6382977"/>
              <a:gd name="connsiteX5705" fmla="*/ 1381128 w 6501199"/>
              <a:gd name="connsiteY5705" fmla="*/ 1692562 h 6382977"/>
              <a:gd name="connsiteX5706" fmla="*/ 1337923 w 6501199"/>
              <a:gd name="connsiteY5706" fmla="*/ 1737916 h 6382977"/>
              <a:gd name="connsiteX5707" fmla="*/ 1374287 w 6501199"/>
              <a:gd name="connsiteY5707" fmla="*/ 1713079 h 6382977"/>
              <a:gd name="connsiteX5708" fmla="*/ 1374287 w 6501199"/>
              <a:gd name="connsiteY5708" fmla="*/ 1728917 h 6382977"/>
              <a:gd name="connsiteX5709" fmla="*/ 1494900 w 6501199"/>
              <a:gd name="connsiteY5709" fmla="*/ 1678884 h 6382977"/>
              <a:gd name="connsiteX5710" fmla="*/ 1551786 w 6501199"/>
              <a:gd name="connsiteY5710" fmla="*/ 1656208 h 6382977"/>
              <a:gd name="connsiteX5711" fmla="*/ 1529812 w 6501199"/>
              <a:gd name="connsiteY5711" fmla="*/ 1681466 h 6382977"/>
              <a:gd name="connsiteX5712" fmla="*/ 1535431 w 6501199"/>
              <a:gd name="connsiteY5712" fmla="*/ 1690166 h 6382977"/>
              <a:gd name="connsiteX5713" fmla="*/ 1535227 w 6501199"/>
              <a:gd name="connsiteY5713" fmla="*/ 1690630 h 6382977"/>
              <a:gd name="connsiteX5714" fmla="*/ 1528687 w 6501199"/>
              <a:gd name="connsiteY5714" fmla="*/ 1694789 h 6382977"/>
              <a:gd name="connsiteX5715" fmla="*/ 1515422 w 6501199"/>
              <a:gd name="connsiteY5715" fmla="*/ 1692562 h 6382977"/>
              <a:gd name="connsiteX5716" fmla="*/ 1533424 w 6501199"/>
              <a:gd name="connsiteY5716" fmla="*/ 1694722 h 6382977"/>
              <a:gd name="connsiteX5717" fmla="*/ 1535227 w 6501199"/>
              <a:gd name="connsiteY5717" fmla="*/ 1690630 h 6382977"/>
              <a:gd name="connsiteX5718" fmla="*/ 1535584 w 6501199"/>
              <a:gd name="connsiteY5718" fmla="*/ 1690403 h 6382977"/>
              <a:gd name="connsiteX5719" fmla="*/ 1535431 w 6501199"/>
              <a:gd name="connsiteY5719" fmla="*/ 1690166 h 6382977"/>
              <a:gd name="connsiteX5720" fmla="*/ 1541030 w 6501199"/>
              <a:gd name="connsiteY5720" fmla="*/ 1677461 h 6382977"/>
              <a:gd name="connsiteX5721" fmla="*/ 1554576 w 6501199"/>
              <a:gd name="connsiteY5721" fmla="*/ 1668671 h 6382977"/>
              <a:gd name="connsiteX5722" fmla="*/ 1567593 w 6501199"/>
              <a:gd name="connsiteY5722" fmla="*/ 1662932 h 6382977"/>
              <a:gd name="connsiteX5723" fmla="*/ 1567627 w 6501199"/>
              <a:gd name="connsiteY5723" fmla="*/ 1663047 h 6382977"/>
              <a:gd name="connsiteX5724" fmla="*/ 1567846 w 6501199"/>
              <a:gd name="connsiteY5724" fmla="*/ 1662821 h 6382977"/>
              <a:gd name="connsiteX5725" fmla="*/ 1570688 w 6501199"/>
              <a:gd name="connsiteY5725" fmla="*/ 1661568 h 6382977"/>
              <a:gd name="connsiteX5726" fmla="*/ 1585989 w 6501199"/>
              <a:gd name="connsiteY5726" fmla="*/ 1649369 h 6382977"/>
              <a:gd name="connsiteX5727" fmla="*/ 1577619 w 6501199"/>
              <a:gd name="connsiteY5727" fmla="*/ 1652698 h 6382977"/>
              <a:gd name="connsiteX5728" fmla="*/ 1567846 w 6501199"/>
              <a:gd name="connsiteY5728" fmla="*/ 1662821 h 6382977"/>
              <a:gd name="connsiteX5729" fmla="*/ 1567593 w 6501199"/>
              <a:gd name="connsiteY5729" fmla="*/ 1662932 h 6382977"/>
              <a:gd name="connsiteX5730" fmla="*/ 1562947 w 6501199"/>
              <a:gd name="connsiteY5730" fmla="*/ 1647209 h 6382977"/>
              <a:gd name="connsiteX5731" fmla="*/ 1597150 w 6501199"/>
              <a:gd name="connsiteY5731" fmla="*/ 1651528 h 6382977"/>
              <a:gd name="connsiteX5732" fmla="*/ 1663037 w 6501199"/>
              <a:gd name="connsiteY5732" fmla="*/ 1601496 h 6382977"/>
              <a:gd name="connsiteX5733" fmla="*/ 1656197 w 6501199"/>
              <a:gd name="connsiteY5733" fmla="*/ 1590337 h 6382977"/>
              <a:gd name="connsiteX5734" fmla="*/ 1688240 w 6501199"/>
              <a:gd name="connsiteY5734" fmla="*/ 1592497 h 6382977"/>
              <a:gd name="connsiteX5735" fmla="*/ 1708763 w 6501199"/>
              <a:gd name="connsiteY5735" fmla="*/ 1574140 h 6382977"/>
              <a:gd name="connsiteX5736" fmla="*/ 1692561 w 6501199"/>
              <a:gd name="connsiteY5736" fmla="*/ 1571980 h 6382977"/>
              <a:gd name="connsiteX5737" fmla="*/ 1747287 w 6501199"/>
              <a:gd name="connsiteY5737" fmla="*/ 1537785 h 6382977"/>
              <a:gd name="connsiteX5738" fmla="*/ 1856378 w 6501199"/>
              <a:gd name="connsiteY5738" fmla="*/ 1483433 h 6382977"/>
              <a:gd name="connsiteX5739" fmla="*/ 1865739 w 6501199"/>
              <a:gd name="connsiteY5739" fmla="*/ 1501430 h 6382977"/>
              <a:gd name="connsiteX5740" fmla="*/ 1926946 w 6501199"/>
              <a:gd name="connsiteY5740" fmla="*/ 1483433 h 6382977"/>
              <a:gd name="connsiteX5741" fmla="*/ 1970510 w 6501199"/>
              <a:gd name="connsiteY5741" fmla="*/ 1447078 h 6382977"/>
              <a:gd name="connsiteX5742" fmla="*/ 1943147 w 6501199"/>
              <a:gd name="connsiteY5742" fmla="*/ 1442399 h 6382977"/>
              <a:gd name="connsiteX5743" fmla="*/ 1977351 w 6501199"/>
              <a:gd name="connsiteY5743" fmla="*/ 1428721 h 6382977"/>
              <a:gd name="connsiteX5744" fmla="*/ 1993193 w 6501199"/>
              <a:gd name="connsiteY5744" fmla="*/ 1444558 h 6382977"/>
              <a:gd name="connsiteX5745" fmla="*/ 2031717 w 6501199"/>
              <a:gd name="connsiteY5745" fmla="*/ 1421882 h 6382977"/>
              <a:gd name="connsiteX5746" fmla="*/ 2004354 w 6501199"/>
              <a:gd name="connsiteY5746" fmla="*/ 1412883 h 6382977"/>
              <a:gd name="connsiteX5747" fmla="*/ 1890582 w 6501199"/>
              <a:gd name="connsiteY5747" fmla="*/ 1458236 h 6382977"/>
              <a:gd name="connsiteX5748" fmla="*/ 1845217 w 6501199"/>
              <a:gd name="connsiteY5748" fmla="*/ 1480913 h 6382977"/>
              <a:gd name="connsiteX5749" fmla="*/ 1795172 w 6501199"/>
              <a:gd name="connsiteY5749" fmla="*/ 1494591 h 6382977"/>
              <a:gd name="connsiteX5750" fmla="*/ 1769969 w 6501199"/>
              <a:gd name="connsiteY5750" fmla="*/ 1433040 h 6382977"/>
              <a:gd name="connsiteX5751" fmla="*/ 1786171 w 6501199"/>
              <a:gd name="connsiteY5751" fmla="*/ 1403524 h 6382977"/>
              <a:gd name="connsiteX5752" fmla="*/ 1849898 w 6501199"/>
              <a:gd name="connsiteY5752" fmla="*/ 1383367 h 6382977"/>
              <a:gd name="connsiteX5753" fmla="*/ 1890582 w 6501199"/>
              <a:gd name="connsiteY5753" fmla="*/ 1367170 h 6382977"/>
              <a:gd name="connsiteX5754" fmla="*/ 1936307 w 6501199"/>
              <a:gd name="connsiteY5754" fmla="*/ 1380848 h 6382977"/>
              <a:gd name="connsiteX5755" fmla="*/ 1947468 w 6501199"/>
              <a:gd name="connsiteY5755" fmla="*/ 1358171 h 6382977"/>
              <a:gd name="connsiteX5756" fmla="*/ 1995353 w 6501199"/>
              <a:gd name="connsiteY5756" fmla="*/ 1351332 h 6382977"/>
              <a:gd name="connsiteX5757" fmla="*/ 1983832 w 6501199"/>
              <a:gd name="connsiteY5757" fmla="*/ 1346653 h 6382977"/>
              <a:gd name="connsiteX5758" fmla="*/ 2095444 w 6501199"/>
              <a:gd name="connsiteY5758" fmla="*/ 1312818 h 6382977"/>
              <a:gd name="connsiteX5759" fmla="*/ 2095444 w 6501199"/>
              <a:gd name="connsiteY5759" fmla="*/ 1299139 h 6382977"/>
              <a:gd name="connsiteX5760" fmla="*/ 2257101 w 6501199"/>
              <a:gd name="connsiteY5760" fmla="*/ 1269624 h 6382977"/>
              <a:gd name="connsiteX5761" fmla="*/ 2254580 w 6501199"/>
              <a:gd name="connsiteY5761" fmla="*/ 1283302 h 6382977"/>
              <a:gd name="connsiteX5762" fmla="*/ 2309306 w 6501199"/>
              <a:gd name="connsiteY5762" fmla="*/ 1276463 h 6382977"/>
              <a:gd name="connsiteX5763" fmla="*/ 2213896 w 6501199"/>
              <a:gd name="connsiteY5763" fmla="*/ 1319657 h 6382977"/>
              <a:gd name="connsiteX5764" fmla="*/ 2284104 w 6501199"/>
              <a:gd name="connsiteY5764" fmla="*/ 1321816 h 6382977"/>
              <a:gd name="connsiteX5765" fmla="*/ 2311466 w 6501199"/>
              <a:gd name="connsiteY5765" fmla="*/ 1314977 h 6382977"/>
              <a:gd name="connsiteX5766" fmla="*/ 2361512 w 6501199"/>
              <a:gd name="connsiteY5766" fmla="*/ 1290141 h 6382977"/>
              <a:gd name="connsiteX5767" fmla="*/ 2364032 w 6501199"/>
              <a:gd name="connsiteY5767" fmla="*/ 1305978 h 6382977"/>
              <a:gd name="connsiteX5768" fmla="*/ 2295625 w 6501199"/>
              <a:gd name="connsiteY5768" fmla="*/ 1342333 h 6382977"/>
              <a:gd name="connsiteX5769" fmla="*/ 2286624 w 6501199"/>
              <a:gd name="connsiteY5769" fmla="*/ 1328655 h 6382977"/>
              <a:gd name="connsiteX5770" fmla="*/ 2270782 w 6501199"/>
              <a:gd name="connsiteY5770" fmla="*/ 1358171 h 6382977"/>
              <a:gd name="connsiteX5771" fmla="*/ 2334509 w 6501199"/>
              <a:gd name="connsiteY5771" fmla="*/ 1332975 h 6382977"/>
              <a:gd name="connsiteX5772" fmla="*/ 2484645 w 6501199"/>
              <a:gd name="connsiteY5772" fmla="*/ 1294460 h 6382977"/>
              <a:gd name="connsiteX5773" fmla="*/ 2495806 w 6501199"/>
              <a:gd name="connsiteY5773" fmla="*/ 1308138 h 6382977"/>
              <a:gd name="connsiteX5774" fmla="*/ 2598417 w 6501199"/>
              <a:gd name="connsiteY5774" fmla="*/ 1262785 h 6382977"/>
              <a:gd name="connsiteX5775" fmla="*/ 2605257 w 6501199"/>
              <a:gd name="connsiteY5775" fmla="*/ 1280782 h 6382977"/>
              <a:gd name="connsiteX5776" fmla="*/ 2477804 w 6501199"/>
              <a:gd name="connsiteY5776" fmla="*/ 1326496 h 6382977"/>
              <a:gd name="connsiteX5777" fmla="*/ 2498326 w 6501199"/>
              <a:gd name="connsiteY5777" fmla="*/ 1337654 h 6382977"/>
              <a:gd name="connsiteX5778" fmla="*/ 2682306 w 6501199"/>
              <a:gd name="connsiteY5778" fmla="*/ 1301299 h 6382977"/>
              <a:gd name="connsiteX5779" fmla="*/ 2666464 w 6501199"/>
              <a:gd name="connsiteY5779" fmla="*/ 1314977 h 6382977"/>
              <a:gd name="connsiteX5780" fmla="*/ 2848643 w 6501199"/>
              <a:gd name="connsiteY5780" fmla="*/ 1278622 h 6382977"/>
              <a:gd name="connsiteX5781" fmla="*/ 2834962 w 6501199"/>
              <a:gd name="connsiteY5781" fmla="*/ 1296620 h 6382977"/>
              <a:gd name="connsiteX5782" fmla="*/ 2921371 w 6501199"/>
              <a:gd name="connsiteY5782" fmla="*/ 1294460 h 6382977"/>
              <a:gd name="connsiteX5783" fmla="*/ 2935052 w 6501199"/>
              <a:gd name="connsiteY5783" fmla="*/ 1310298 h 6382977"/>
              <a:gd name="connsiteX5784" fmla="*/ 2989778 w 6501199"/>
              <a:gd name="connsiteY5784" fmla="*/ 1301299 h 6382977"/>
              <a:gd name="connsiteX5785" fmla="*/ 2978257 w 6501199"/>
              <a:gd name="connsiteY5785" fmla="*/ 1305978 h 6382977"/>
              <a:gd name="connsiteX5786" fmla="*/ 2985098 w 6501199"/>
              <a:gd name="connsiteY5786" fmla="*/ 1308138 h 6382977"/>
              <a:gd name="connsiteX5787" fmla="*/ 3037303 w 6501199"/>
              <a:gd name="connsiteY5787" fmla="*/ 1326496 h 6382977"/>
              <a:gd name="connsiteX5788" fmla="*/ 3053145 w 6501199"/>
              <a:gd name="connsiteY5788" fmla="*/ 1321816 h 6382977"/>
              <a:gd name="connsiteX5789" fmla="*/ 3064666 w 6501199"/>
              <a:gd name="connsiteY5789" fmla="*/ 1319657 h 6382977"/>
              <a:gd name="connsiteX5790" fmla="*/ 3089869 w 6501199"/>
              <a:gd name="connsiteY5790" fmla="*/ 1314977 h 6382977"/>
              <a:gd name="connsiteX5791" fmla="*/ 3123712 w 6501199"/>
              <a:gd name="connsiteY5791" fmla="*/ 1308138 h 6382977"/>
              <a:gd name="connsiteX5792" fmla="*/ 3121552 w 6501199"/>
              <a:gd name="connsiteY5792" fmla="*/ 1314977 h 6382977"/>
              <a:gd name="connsiteX5793" fmla="*/ 3201121 w 6501199"/>
              <a:gd name="connsiteY5793" fmla="*/ 1314977 h 6382977"/>
              <a:gd name="connsiteX5794" fmla="*/ 3242165 w 6501199"/>
              <a:gd name="connsiteY5794" fmla="*/ 1314977 h 6382977"/>
              <a:gd name="connsiteX5795" fmla="*/ 3280689 w 6501199"/>
              <a:gd name="connsiteY5795" fmla="*/ 1319657 h 6382977"/>
              <a:gd name="connsiteX5796" fmla="*/ 3278529 w 6501199"/>
              <a:gd name="connsiteY5796" fmla="*/ 1312818 h 6382977"/>
              <a:gd name="connsiteX5797" fmla="*/ 3346576 w 6501199"/>
              <a:gd name="connsiteY5797" fmla="*/ 1319657 h 6382977"/>
              <a:gd name="connsiteX5798" fmla="*/ 3337215 w 6501199"/>
              <a:gd name="connsiteY5798" fmla="*/ 1330815 h 6382977"/>
              <a:gd name="connsiteX5799" fmla="*/ 3364578 w 6501199"/>
              <a:gd name="connsiteY5799" fmla="*/ 1312818 h 6382977"/>
              <a:gd name="connsiteX5800" fmla="*/ 3357737 w 6501199"/>
              <a:gd name="connsiteY5800" fmla="*/ 1328655 h 6382977"/>
              <a:gd name="connsiteX5801" fmla="*/ 3414623 w 6501199"/>
              <a:gd name="connsiteY5801" fmla="*/ 1335494 h 6382977"/>
              <a:gd name="connsiteX5802" fmla="*/ 3432985 w 6501199"/>
              <a:gd name="connsiteY5802" fmla="*/ 1330815 h 6382977"/>
              <a:gd name="connsiteX5803" fmla="*/ 3428305 w 6501199"/>
              <a:gd name="connsiteY5803" fmla="*/ 1310298 h 6382977"/>
              <a:gd name="connsiteX5804" fmla="*/ 3435145 w 6501199"/>
              <a:gd name="connsiteY5804" fmla="*/ 1314977 h 6382977"/>
              <a:gd name="connsiteX5805" fmla="*/ 3441986 w 6501199"/>
              <a:gd name="connsiteY5805" fmla="*/ 1314977 h 6382977"/>
              <a:gd name="connsiteX5806" fmla="*/ 3435145 w 6501199"/>
              <a:gd name="connsiteY5806" fmla="*/ 1326496 h 6382977"/>
              <a:gd name="connsiteX5807" fmla="*/ 3439826 w 6501199"/>
              <a:gd name="connsiteY5807" fmla="*/ 1332975 h 6382977"/>
              <a:gd name="connsiteX5808" fmla="*/ 3453507 w 6501199"/>
              <a:gd name="connsiteY5808" fmla="*/ 1319657 h 6382977"/>
              <a:gd name="connsiteX5809" fmla="*/ 3453507 w 6501199"/>
              <a:gd name="connsiteY5809" fmla="*/ 1335494 h 6382977"/>
              <a:gd name="connsiteX5810" fmla="*/ 3524075 w 6501199"/>
              <a:gd name="connsiteY5810" fmla="*/ 1326496 h 6382977"/>
              <a:gd name="connsiteX5811" fmla="*/ 3529599 w 6501199"/>
              <a:gd name="connsiteY5811" fmla="*/ 1334780 h 6382977"/>
              <a:gd name="connsiteX5812" fmla="*/ 3529620 w 6501199"/>
              <a:gd name="connsiteY5812" fmla="*/ 1335394 h 6382977"/>
              <a:gd name="connsiteX5813" fmla="*/ 3531989 w 6501199"/>
              <a:gd name="connsiteY5813" fmla="*/ 1338364 h 6382977"/>
              <a:gd name="connsiteX5814" fmla="*/ 3539016 w 6501199"/>
              <a:gd name="connsiteY5814" fmla="*/ 1348902 h 6382977"/>
              <a:gd name="connsiteX5815" fmla="*/ 3562599 w 6501199"/>
              <a:gd name="connsiteY5815" fmla="*/ 1349172 h 6382977"/>
              <a:gd name="connsiteX5816" fmla="*/ 3576280 w 6501199"/>
              <a:gd name="connsiteY5816" fmla="*/ 1367170 h 6382977"/>
              <a:gd name="connsiteX5817" fmla="*/ 3580961 w 6501199"/>
              <a:gd name="connsiteY5817" fmla="*/ 1362850 h 6382977"/>
              <a:gd name="connsiteX5818" fmla="*/ 3578440 w 6501199"/>
              <a:gd name="connsiteY5818" fmla="*/ 1344493 h 6382977"/>
              <a:gd name="connsiteX5819" fmla="*/ 3592122 w 6501199"/>
              <a:gd name="connsiteY5819" fmla="*/ 1371849 h 6382977"/>
              <a:gd name="connsiteX5820" fmla="*/ 3578440 w 6501199"/>
              <a:gd name="connsiteY5820" fmla="*/ 1371849 h 6382977"/>
              <a:gd name="connsiteX5821" fmla="*/ 3598963 w 6501199"/>
              <a:gd name="connsiteY5821" fmla="*/ 1371849 h 6382977"/>
              <a:gd name="connsiteX5822" fmla="*/ 3592122 w 6501199"/>
              <a:gd name="connsiteY5822" fmla="*/ 1360331 h 6382977"/>
              <a:gd name="connsiteX5823" fmla="*/ 3637847 w 6501199"/>
              <a:gd name="connsiteY5823" fmla="*/ 1371849 h 6382977"/>
              <a:gd name="connsiteX5824" fmla="*/ 3644687 w 6501199"/>
              <a:gd name="connsiteY5824" fmla="*/ 1344493 h 6382977"/>
              <a:gd name="connsiteX5825" fmla="*/ 3603643 w 6501199"/>
              <a:gd name="connsiteY5825" fmla="*/ 1328655 h 6382977"/>
              <a:gd name="connsiteX5826" fmla="*/ 3619485 w 6501199"/>
              <a:gd name="connsiteY5826" fmla="*/ 1312818 h 6382977"/>
              <a:gd name="connsiteX5827" fmla="*/ 3642167 w 6501199"/>
              <a:gd name="connsiteY5827" fmla="*/ 1321816 h 6382977"/>
              <a:gd name="connsiteX5828" fmla="*/ 3655849 w 6501199"/>
              <a:gd name="connsiteY5828" fmla="*/ 1310298 h 6382977"/>
              <a:gd name="connsiteX5829" fmla="*/ 3708054 w 6501199"/>
              <a:gd name="connsiteY5829" fmla="*/ 1321816 h 6382977"/>
              <a:gd name="connsiteX5830" fmla="*/ 3699053 w 6501199"/>
              <a:gd name="connsiteY5830" fmla="*/ 1319657 h 6382977"/>
              <a:gd name="connsiteX5831" fmla="*/ 3712735 w 6501199"/>
              <a:gd name="connsiteY5831" fmla="*/ 1321816 h 6382977"/>
              <a:gd name="connsiteX5832" fmla="*/ 3712735 w 6501199"/>
              <a:gd name="connsiteY5832" fmla="*/ 1314977 h 6382977"/>
              <a:gd name="connsiteX5833" fmla="*/ 3760620 w 6501199"/>
              <a:gd name="connsiteY5833" fmla="*/ 1312818 h 6382977"/>
              <a:gd name="connsiteX5834" fmla="*/ 3799144 w 6501199"/>
              <a:gd name="connsiteY5834" fmla="*/ 1292300 h 6382977"/>
              <a:gd name="connsiteX5835" fmla="*/ 3810665 w 6501199"/>
              <a:gd name="connsiteY5835" fmla="*/ 1314977 h 6382977"/>
              <a:gd name="connsiteX5836" fmla="*/ 3817506 w 6501199"/>
              <a:gd name="connsiteY5836" fmla="*/ 1314977 h 6382977"/>
              <a:gd name="connsiteX5837" fmla="*/ 3853870 w 6501199"/>
              <a:gd name="connsiteY5837" fmla="*/ 1303459 h 6382977"/>
              <a:gd name="connsiteX5838" fmla="*/ 3881233 w 6501199"/>
              <a:gd name="connsiteY5838" fmla="*/ 1280782 h 6382977"/>
              <a:gd name="connsiteX5839" fmla="*/ 3885553 w 6501199"/>
              <a:gd name="connsiteY5839" fmla="*/ 1292300 h 6382977"/>
              <a:gd name="connsiteX5840" fmla="*/ 3883393 w 6501199"/>
              <a:gd name="connsiteY5840" fmla="*/ 1276463 h 6382977"/>
              <a:gd name="connsiteX5841" fmla="*/ 3892394 w 6501199"/>
              <a:gd name="connsiteY5841" fmla="*/ 1287621 h 6382977"/>
              <a:gd name="connsiteX5842" fmla="*/ 3894914 w 6501199"/>
              <a:gd name="connsiteY5842" fmla="*/ 1301299 h 6382977"/>
              <a:gd name="connsiteX5843" fmla="*/ 3883393 w 6501199"/>
              <a:gd name="connsiteY5843" fmla="*/ 1296620 h 6382977"/>
              <a:gd name="connsiteX5844" fmla="*/ 3890233 w 6501199"/>
              <a:gd name="connsiteY5844" fmla="*/ 1303459 h 6382977"/>
              <a:gd name="connsiteX5845" fmla="*/ 3883393 w 6501199"/>
              <a:gd name="connsiteY5845" fmla="*/ 1303459 h 6382977"/>
              <a:gd name="connsiteX5846" fmla="*/ 3899234 w 6501199"/>
              <a:gd name="connsiteY5846" fmla="*/ 1317137 h 6382977"/>
              <a:gd name="connsiteX5847" fmla="*/ 3858190 w 6501199"/>
              <a:gd name="connsiteY5847" fmla="*/ 1317137 h 6382977"/>
              <a:gd name="connsiteX5848" fmla="*/ 3838028 w 6501199"/>
              <a:gd name="connsiteY5848" fmla="*/ 1319657 h 6382977"/>
              <a:gd name="connsiteX5849" fmla="*/ 3808505 w 6501199"/>
              <a:gd name="connsiteY5849" fmla="*/ 1335494 h 6382977"/>
              <a:gd name="connsiteX5850" fmla="*/ 3796984 w 6501199"/>
              <a:gd name="connsiteY5850" fmla="*/ 1319657 h 6382977"/>
              <a:gd name="connsiteX5851" fmla="*/ 3790143 w 6501199"/>
              <a:gd name="connsiteY5851" fmla="*/ 1332975 h 6382977"/>
              <a:gd name="connsiteX5852" fmla="*/ 3778622 w 6501199"/>
              <a:gd name="connsiteY5852" fmla="*/ 1321816 h 6382977"/>
              <a:gd name="connsiteX5853" fmla="*/ 3764940 w 6501199"/>
              <a:gd name="connsiteY5853" fmla="*/ 1346653 h 6382977"/>
              <a:gd name="connsiteX5854" fmla="*/ 3758099 w 6501199"/>
              <a:gd name="connsiteY5854" fmla="*/ 1335494 h 6382977"/>
              <a:gd name="connsiteX5855" fmla="*/ 3721736 w 6501199"/>
              <a:gd name="connsiteY5855" fmla="*/ 1353492 h 6382977"/>
              <a:gd name="connsiteX5856" fmla="*/ 3690052 w 6501199"/>
              <a:gd name="connsiteY5856" fmla="*/ 1353492 h 6382977"/>
              <a:gd name="connsiteX5857" fmla="*/ 3719575 w 6501199"/>
              <a:gd name="connsiteY5857" fmla="*/ 1360331 h 6382977"/>
              <a:gd name="connsiteX5858" fmla="*/ 3753779 w 6501199"/>
              <a:gd name="connsiteY5858" fmla="*/ 1371849 h 6382977"/>
              <a:gd name="connsiteX5859" fmla="*/ 3749099 w 6501199"/>
              <a:gd name="connsiteY5859" fmla="*/ 1387687 h 6382977"/>
              <a:gd name="connsiteX5860" fmla="*/ 3749099 w 6501199"/>
              <a:gd name="connsiteY5860" fmla="*/ 1399205 h 6382977"/>
              <a:gd name="connsiteX5861" fmla="*/ 3771781 w 6501199"/>
              <a:gd name="connsiteY5861" fmla="*/ 1385527 h 6382977"/>
              <a:gd name="connsiteX5862" fmla="*/ 3821826 w 6501199"/>
              <a:gd name="connsiteY5862" fmla="*/ 1408204 h 6382977"/>
              <a:gd name="connsiteX5863" fmla="*/ 3838028 w 6501199"/>
              <a:gd name="connsiteY5863" fmla="*/ 1396685 h 6382977"/>
              <a:gd name="connsiteX5864" fmla="*/ 3831187 w 6501199"/>
              <a:gd name="connsiteY5864" fmla="*/ 1403524 h 6382977"/>
              <a:gd name="connsiteX5865" fmla="*/ 3853870 w 6501199"/>
              <a:gd name="connsiteY5865" fmla="*/ 1406044 h 6382977"/>
              <a:gd name="connsiteX5866" fmla="*/ 3844869 w 6501199"/>
              <a:gd name="connsiteY5866" fmla="*/ 1403524 h 6382977"/>
              <a:gd name="connsiteX5867" fmla="*/ 3862871 w 6501199"/>
              <a:gd name="connsiteY5867" fmla="*/ 1392366 h 6382977"/>
              <a:gd name="connsiteX5868" fmla="*/ 3858190 w 6501199"/>
              <a:gd name="connsiteY5868" fmla="*/ 1401365 h 6382977"/>
              <a:gd name="connsiteX5869" fmla="*/ 3885553 w 6501199"/>
              <a:gd name="connsiteY5869" fmla="*/ 1408204 h 6382977"/>
              <a:gd name="connsiteX5870" fmla="*/ 3881233 w 6501199"/>
              <a:gd name="connsiteY5870" fmla="*/ 1394526 h 6382977"/>
              <a:gd name="connsiteX5871" fmla="*/ 3888073 w 6501199"/>
              <a:gd name="connsiteY5871" fmla="*/ 1392366 h 6382977"/>
              <a:gd name="connsiteX5872" fmla="*/ 3903915 w 6501199"/>
              <a:gd name="connsiteY5872" fmla="*/ 1390206 h 6382977"/>
              <a:gd name="connsiteX5873" fmla="*/ 3915436 w 6501199"/>
              <a:gd name="connsiteY5873" fmla="*/ 1396685 h 6382977"/>
              <a:gd name="connsiteX5874" fmla="*/ 3890233 w 6501199"/>
              <a:gd name="connsiteY5874" fmla="*/ 1412883 h 6382977"/>
              <a:gd name="connsiteX5875" fmla="*/ 3908595 w 6501199"/>
              <a:gd name="connsiteY5875" fmla="*/ 1417202 h 6382977"/>
              <a:gd name="connsiteX5876" fmla="*/ 3938119 w 6501199"/>
              <a:gd name="connsiteY5876" fmla="*/ 1437719 h 6382977"/>
              <a:gd name="connsiteX5877" fmla="*/ 3983483 w 6501199"/>
              <a:gd name="connsiteY5877" fmla="*/ 1430880 h 6382977"/>
              <a:gd name="connsiteX5878" fmla="*/ 4001845 w 6501199"/>
              <a:gd name="connsiteY5878" fmla="*/ 1435560 h 6382977"/>
              <a:gd name="connsiteX5879" fmla="*/ 3992484 w 6501199"/>
              <a:gd name="connsiteY5879" fmla="*/ 1421882 h 6382977"/>
              <a:gd name="connsiteX5880" fmla="*/ 3988164 w 6501199"/>
              <a:gd name="connsiteY5880" fmla="*/ 1433040 h 6382977"/>
              <a:gd name="connsiteX5881" fmla="*/ 4004006 w 6501199"/>
              <a:gd name="connsiteY5881" fmla="*/ 1428721 h 6382977"/>
              <a:gd name="connsiteX5882" fmla="*/ 4056211 w 6501199"/>
              <a:gd name="connsiteY5882" fmla="*/ 1433040 h 6382977"/>
              <a:gd name="connsiteX5883" fmla="*/ 4047210 w 6501199"/>
              <a:gd name="connsiteY5883" fmla="*/ 1424041 h 6382977"/>
              <a:gd name="connsiteX5884" fmla="*/ 4095095 w 6501199"/>
              <a:gd name="connsiteY5884" fmla="*/ 1410363 h 6382977"/>
              <a:gd name="connsiteX5885" fmla="*/ 4135779 w 6501199"/>
              <a:gd name="connsiteY5885" fmla="*/ 1399205 h 6382977"/>
              <a:gd name="connsiteX5886" fmla="*/ 4131459 w 6501199"/>
              <a:gd name="connsiteY5886" fmla="*/ 1396685 h 6382977"/>
              <a:gd name="connsiteX5887" fmla="*/ 4226869 w 6501199"/>
              <a:gd name="connsiteY5887" fmla="*/ 1339814 h 6382977"/>
              <a:gd name="connsiteX5888" fmla="*/ 4233710 w 6501199"/>
              <a:gd name="connsiteY5888" fmla="*/ 1353492 h 6382977"/>
              <a:gd name="connsiteX5889" fmla="*/ 4236230 w 6501199"/>
              <a:gd name="connsiteY5889" fmla="*/ 1337654 h 6382977"/>
              <a:gd name="connsiteX5890" fmla="*/ 4265753 w 6501199"/>
              <a:gd name="connsiteY5890" fmla="*/ 1319657 h 6382977"/>
              <a:gd name="connsiteX5891" fmla="*/ 4297437 w 6501199"/>
              <a:gd name="connsiteY5891" fmla="*/ 1294460 h 6382977"/>
              <a:gd name="connsiteX5892" fmla="*/ 4302117 w 6501199"/>
              <a:gd name="connsiteY5892" fmla="*/ 1299139 h 6382977"/>
              <a:gd name="connsiteX5893" fmla="*/ 4308958 w 6501199"/>
              <a:gd name="connsiteY5893" fmla="*/ 1299139 h 6382977"/>
              <a:gd name="connsiteX5894" fmla="*/ 4326959 w 6501199"/>
              <a:gd name="connsiteY5894" fmla="*/ 1262785 h 6382977"/>
              <a:gd name="connsiteX5895" fmla="*/ 4340641 w 6501199"/>
              <a:gd name="connsiteY5895" fmla="*/ 1273943 h 6382977"/>
              <a:gd name="connsiteX5896" fmla="*/ 4345321 w 6501199"/>
              <a:gd name="connsiteY5896" fmla="*/ 1267104 h 6382977"/>
              <a:gd name="connsiteX5897" fmla="*/ 4333800 w 6501199"/>
              <a:gd name="connsiteY5897" fmla="*/ 1255946 h 6382977"/>
              <a:gd name="connsiteX5898" fmla="*/ 4365844 w 6501199"/>
              <a:gd name="connsiteY5898" fmla="*/ 1242268 h 6382977"/>
              <a:gd name="connsiteX5899" fmla="*/ 4379525 w 6501199"/>
              <a:gd name="connsiteY5899" fmla="*/ 1251266 h 6382977"/>
              <a:gd name="connsiteX5900" fmla="*/ 4393207 w 6501199"/>
              <a:gd name="connsiteY5900" fmla="*/ 1235429 h 6382977"/>
              <a:gd name="connsiteX5901" fmla="*/ 4400047 w 6501199"/>
              <a:gd name="connsiteY5901" fmla="*/ 1251266 h 6382977"/>
              <a:gd name="connsiteX5902" fmla="*/ 4445412 w 6501199"/>
              <a:gd name="connsiteY5902" fmla="*/ 1214912 h 6382977"/>
              <a:gd name="connsiteX5903" fmla="*/ 4452253 w 6501199"/>
              <a:gd name="connsiteY5903" fmla="*/ 1232909 h 6382977"/>
              <a:gd name="connsiteX5904" fmla="*/ 4477095 w 6501199"/>
              <a:gd name="connsiteY5904" fmla="*/ 1194395 h 6382977"/>
              <a:gd name="connsiteX5905" fmla="*/ 4470255 w 6501199"/>
              <a:gd name="connsiteY5905" fmla="*/ 1185396 h 6382977"/>
              <a:gd name="connsiteX5906" fmla="*/ 4495457 w 6501199"/>
              <a:gd name="connsiteY5906" fmla="*/ 1155880 h 6382977"/>
              <a:gd name="connsiteX5907" fmla="*/ 4554503 w 6501199"/>
              <a:gd name="connsiteY5907" fmla="*/ 1135363 h 6382977"/>
              <a:gd name="connsiteX5908" fmla="*/ 4558539 w 6501199"/>
              <a:gd name="connsiteY5908" fmla="*/ 1119306 h 6382977"/>
              <a:gd name="connsiteX5909" fmla="*/ 4554193 w 6501199"/>
              <a:gd name="connsiteY5909" fmla="*/ 1117418 h 6382977"/>
              <a:gd name="connsiteX5910" fmla="*/ 4544480 w 6501199"/>
              <a:gd name="connsiteY5910" fmla="*/ 1111794 h 6382977"/>
              <a:gd name="connsiteX5911" fmla="*/ 4526134 w 6501199"/>
              <a:gd name="connsiteY5911" fmla="*/ 1129937 h 6382977"/>
              <a:gd name="connsiteX5912" fmla="*/ 4542322 w 6501199"/>
              <a:gd name="connsiteY5912" fmla="*/ 1079500 h 6382977"/>
              <a:gd name="connsiteX5913" fmla="*/ 4558150 w 6501199"/>
              <a:gd name="connsiteY5913" fmla="*/ 1081677 h 6382977"/>
              <a:gd name="connsiteX5914" fmla="*/ 4560309 w 6501199"/>
              <a:gd name="connsiteY5914" fmla="*/ 1100183 h 6382977"/>
              <a:gd name="connsiteX5915" fmla="*/ 4553474 w 6501199"/>
              <a:gd name="connsiteY5915" fmla="*/ 1091111 h 6382977"/>
              <a:gd name="connsiteX5916" fmla="*/ 4537646 w 6501199"/>
              <a:gd name="connsiteY5916" fmla="*/ 1088571 h 6382977"/>
              <a:gd name="connsiteX5917" fmla="*/ 4542322 w 6501199"/>
              <a:gd name="connsiteY5917" fmla="*/ 1104900 h 6382977"/>
              <a:gd name="connsiteX5918" fmla="*/ 4558915 w 6501199"/>
              <a:gd name="connsiteY5918" fmla="*/ 1107984 h 6382977"/>
              <a:gd name="connsiteX5919" fmla="*/ 4562676 w 6501199"/>
              <a:gd name="connsiteY5919" fmla="*/ 1114869 h 6382977"/>
              <a:gd name="connsiteX5920" fmla="*/ 4577186 w 6501199"/>
              <a:gd name="connsiteY5920" fmla="*/ 1105848 h 6382977"/>
              <a:gd name="connsiteX5921" fmla="*/ 4570705 w 6501199"/>
              <a:gd name="connsiteY5921" fmla="*/ 1094329 h 6382977"/>
              <a:gd name="connsiteX5922" fmla="*/ 4581867 w 6501199"/>
              <a:gd name="connsiteY5922" fmla="*/ 1096489 h 6382977"/>
              <a:gd name="connsiteX5923" fmla="*/ 4577186 w 6501199"/>
              <a:gd name="connsiteY5923" fmla="*/ 1085331 h 6382977"/>
              <a:gd name="connsiteX5924" fmla="*/ 4572865 w 6501199"/>
              <a:gd name="connsiteY5924" fmla="*/ 1087490 h 6382977"/>
              <a:gd name="connsiteX5925" fmla="*/ 4576196 w 6501199"/>
              <a:gd name="connsiteY5925" fmla="*/ 1069583 h 6382977"/>
              <a:gd name="connsiteX5926" fmla="*/ 4581096 w 6501199"/>
              <a:gd name="connsiteY5926" fmla="*/ 1061873 h 6382977"/>
              <a:gd name="connsiteX5927" fmla="*/ 4565466 w 6501199"/>
              <a:gd name="connsiteY5927" fmla="*/ 1060420 h 6382977"/>
              <a:gd name="connsiteX5928" fmla="*/ 4554370 w 6501199"/>
              <a:gd name="connsiteY5928" fmla="*/ 1053124 h 6382977"/>
              <a:gd name="connsiteX5929" fmla="*/ 4545421 w 6501199"/>
              <a:gd name="connsiteY5929" fmla="*/ 1075962 h 6382977"/>
              <a:gd name="connsiteX5930" fmla="*/ 4549716 w 6501199"/>
              <a:gd name="connsiteY5930" fmla="*/ 1046237 h 6382977"/>
              <a:gd name="connsiteX5931" fmla="*/ 4559023 w 6501199"/>
              <a:gd name="connsiteY5931" fmla="*/ 1053124 h 6382977"/>
              <a:gd name="connsiteX5932" fmla="*/ 4574774 w 6501199"/>
              <a:gd name="connsiteY5932" fmla="*/ 1044062 h 6382977"/>
              <a:gd name="connsiteX5933" fmla="*/ 4552222 w 6501199"/>
              <a:gd name="connsiteY5933" fmla="*/ 1044062 h 6382977"/>
              <a:gd name="connsiteX5934" fmla="*/ 4583723 w 6501199"/>
              <a:gd name="connsiteY5934" fmla="*/ 1034999 h 6382977"/>
              <a:gd name="connsiteX5935" fmla="*/ 4578538 w 6501199"/>
              <a:gd name="connsiteY5935" fmla="*/ 1054625 h 6382977"/>
              <a:gd name="connsiteX5936" fmla="*/ 4583276 w 6501199"/>
              <a:gd name="connsiteY5936" fmla="*/ 1058442 h 6382977"/>
              <a:gd name="connsiteX5937" fmla="*/ 4586547 w 6501199"/>
              <a:gd name="connsiteY5937" fmla="*/ 1053295 h 6382977"/>
              <a:gd name="connsiteX5938" fmla="*/ 4587511 w 6501199"/>
              <a:gd name="connsiteY5938" fmla="*/ 1061853 h 6382977"/>
              <a:gd name="connsiteX5939" fmla="*/ 4588376 w 6501199"/>
              <a:gd name="connsiteY5939" fmla="*/ 1062550 h 6382977"/>
              <a:gd name="connsiteX5940" fmla="*/ 4587581 w 6501199"/>
              <a:gd name="connsiteY5940" fmla="*/ 1062476 h 6382977"/>
              <a:gd name="connsiteX5941" fmla="*/ 4588482 w 6501199"/>
              <a:gd name="connsiteY5941" fmla="*/ 1070483 h 6382977"/>
              <a:gd name="connsiteX5942" fmla="*/ 4575026 w 6501199"/>
              <a:gd name="connsiteY5942" fmla="*/ 1080651 h 6382977"/>
              <a:gd name="connsiteX5943" fmla="*/ 4581867 w 6501199"/>
              <a:gd name="connsiteY5943" fmla="*/ 1087490 h 6382977"/>
              <a:gd name="connsiteX5944" fmla="*/ 4593388 w 6501199"/>
              <a:gd name="connsiteY5944" fmla="*/ 1075972 h 6382977"/>
              <a:gd name="connsiteX5945" fmla="*/ 4618231 w 6501199"/>
              <a:gd name="connsiteY5945" fmla="*/ 1069133 h 6382977"/>
              <a:gd name="connsiteX5946" fmla="*/ 4602389 w 6501199"/>
              <a:gd name="connsiteY5946" fmla="*/ 1053295 h 6382977"/>
              <a:gd name="connsiteX5947" fmla="*/ 4647753 w 6501199"/>
              <a:gd name="connsiteY5947" fmla="*/ 1030618 h 6382977"/>
              <a:gd name="connsiteX5948" fmla="*/ 4668275 w 6501199"/>
              <a:gd name="connsiteY5948" fmla="*/ 987425 h 6382977"/>
              <a:gd name="connsiteX5949" fmla="*/ 4688798 w 6501199"/>
              <a:gd name="connsiteY5949" fmla="*/ 989584 h 6382977"/>
              <a:gd name="connsiteX5950" fmla="*/ 4681957 w 6501199"/>
              <a:gd name="connsiteY5950" fmla="*/ 1010101 h 6382977"/>
              <a:gd name="connsiteX5951" fmla="*/ 4700319 w 6501199"/>
              <a:gd name="connsiteY5951" fmla="*/ 1005782 h 6382977"/>
              <a:gd name="connsiteX5952" fmla="*/ 4695639 w 6501199"/>
              <a:gd name="connsiteY5952" fmla="*/ 996423 h 6382977"/>
              <a:gd name="connsiteX5953" fmla="*/ 4711481 w 6501199"/>
              <a:gd name="connsiteY5953" fmla="*/ 1005782 h 6382977"/>
              <a:gd name="connsiteX5954" fmla="*/ 4711481 w 6501199"/>
              <a:gd name="connsiteY5954" fmla="*/ 1066973 h 6382977"/>
              <a:gd name="connsiteX5955" fmla="*/ 4723001 w 6501199"/>
              <a:gd name="connsiteY5955" fmla="*/ 1046456 h 6382977"/>
              <a:gd name="connsiteX5956" fmla="*/ 4709320 w 6501199"/>
              <a:gd name="connsiteY5956" fmla="*/ 1048976 h 6382977"/>
              <a:gd name="connsiteX5957" fmla="*/ 4709320 w 6501199"/>
              <a:gd name="connsiteY5957" fmla="*/ 1039617 h 6382977"/>
              <a:gd name="connsiteX5958" fmla="*/ 4732003 w 6501199"/>
              <a:gd name="connsiteY5958" fmla="*/ 1042137 h 6382977"/>
              <a:gd name="connsiteX5959" fmla="*/ 4729842 w 6501199"/>
              <a:gd name="connsiteY5959" fmla="*/ 1053295 h 6382977"/>
              <a:gd name="connsiteX5960" fmla="*/ 4737887 w 6501199"/>
              <a:gd name="connsiteY5960" fmla="*/ 1053625 h 6382977"/>
              <a:gd name="connsiteX5961" fmla="*/ 4744856 w 6501199"/>
              <a:gd name="connsiteY5961" fmla="*/ 1036845 h 6382977"/>
              <a:gd name="connsiteX5962" fmla="*/ 4744232 w 6501199"/>
              <a:gd name="connsiteY5962" fmla="*/ 1019030 h 6382977"/>
              <a:gd name="connsiteX5963" fmla="*/ 4769179 w 6501199"/>
              <a:gd name="connsiteY5963" fmla="*/ 1009650 h 6382977"/>
              <a:gd name="connsiteX5964" fmla="*/ 4751004 w 6501199"/>
              <a:gd name="connsiteY5964" fmla="*/ 1032380 h 6382977"/>
              <a:gd name="connsiteX5965" fmla="*/ 4750899 w 6501199"/>
              <a:gd name="connsiteY5965" fmla="*/ 1035591 h 6382977"/>
              <a:gd name="connsiteX5966" fmla="*/ 4755175 w 6501199"/>
              <a:gd name="connsiteY5966" fmla="*/ 1037941 h 6382977"/>
              <a:gd name="connsiteX5967" fmla="*/ 4752930 w 6501199"/>
              <a:gd name="connsiteY5967" fmla="*/ 1040247 h 6382977"/>
              <a:gd name="connsiteX5968" fmla="*/ 4750474 w 6501199"/>
              <a:gd name="connsiteY5968" fmla="*/ 1048606 h 6382977"/>
              <a:gd name="connsiteX5969" fmla="*/ 4750462 w 6501199"/>
              <a:gd name="connsiteY5969" fmla="*/ 1048978 h 6382977"/>
              <a:gd name="connsiteX5970" fmla="*/ 4761824 w 6501199"/>
              <a:gd name="connsiteY5970" fmla="*/ 1049268 h 6382977"/>
              <a:gd name="connsiteX5971" fmla="*/ 4770887 w 6501199"/>
              <a:gd name="connsiteY5971" fmla="*/ 1035298 h 6382977"/>
              <a:gd name="connsiteX5972" fmla="*/ 4773047 w 6501199"/>
              <a:gd name="connsiteY5972" fmla="*/ 1066973 h 6382977"/>
              <a:gd name="connsiteX5973" fmla="*/ 4770887 w 6501199"/>
              <a:gd name="connsiteY5973" fmla="*/ 1080651 h 6382977"/>
              <a:gd name="connsiteX5974" fmla="*/ 4782048 w 6501199"/>
              <a:gd name="connsiteY5974" fmla="*/ 1110167 h 6382977"/>
              <a:gd name="connsiteX5975" fmla="*/ 4773047 w 6501199"/>
              <a:gd name="connsiteY5975" fmla="*/ 1103328 h 6382977"/>
              <a:gd name="connsiteX5976" fmla="*/ 4776962 w 6501199"/>
              <a:gd name="connsiteY5976" fmla="*/ 1120291 h 6382977"/>
              <a:gd name="connsiteX5977" fmla="*/ 4785899 w 6501199"/>
              <a:gd name="connsiteY5977" fmla="*/ 1126727 h 6382977"/>
              <a:gd name="connsiteX5978" fmla="*/ 4788468 w 6501199"/>
              <a:gd name="connsiteY5978" fmla="*/ 1120865 h 6382977"/>
              <a:gd name="connsiteX5979" fmla="*/ 4802529 w 6501199"/>
              <a:gd name="connsiteY5979" fmla="*/ 1108075 h 6382977"/>
              <a:gd name="connsiteX5980" fmla="*/ 4793458 w 6501199"/>
              <a:gd name="connsiteY5980" fmla="*/ 1128758 h 6382977"/>
              <a:gd name="connsiteX5981" fmla="*/ 4787609 w 6501199"/>
              <a:gd name="connsiteY5981" fmla="*/ 1127959 h 6382977"/>
              <a:gd name="connsiteX5982" fmla="*/ 4797889 w 6501199"/>
              <a:gd name="connsiteY5982" fmla="*/ 1135363 h 6382977"/>
              <a:gd name="connsiteX5983" fmla="*/ 4804730 w 6501199"/>
              <a:gd name="connsiteY5983" fmla="*/ 1126365 h 6382977"/>
              <a:gd name="connsiteX5984" fmla="*/ 4827773 w 6501199"/>
              <a:gd name="connsiteY5984" fmla="*/ 1151201 h 6382977"/>
              <a:gd name="connsiteX5985" fmla="*/ 4829933 w 6501199"/>
              <a:gd name="connsiteY5985" fmla="*/ 1185396 h 6382977"/>
              <a:gd name="connsiteX5986" fmla="*/ 4827773 w 6501199"/>
              <a:gd name="connsiteY5986" fmla="*/ 1230749 h 6382977"/>
              <a:gd name="connsiteX5987" fmla="*/ 4816251 w 6501199"/>
              <a:gd name="connsiteY5987" fmla="*/ 1276463 h 6382977"/>
              <a:gd name="connsiteX5988" fmla="*/ 4821104 w 6501199"/>
              <a:gd name="connsiteY5988" fmla="*/ 1273483 h 6382977"/>
              <a:gd name="connsiteX5989" fmla="*/ 4820420 w 6501199"/>
              <a:gd name="connsiteY5989" fmla="*/ 1271903 h 6382977"/>
              <a:gd name="connsiteX5990" fmla="*/ 4827713 w 6501199"/>
              <a:gd name="connsiteY5990" fmla="*/ 1264030 h 6382977"/>
              <a:gd name="connsiteX5991" fmla="*/ 4831952 w 6501199"/>
              <a:gd name="connsiteY5991" fmla="*/ 1264855 h 6382977"/>
              <a:gd name="connsiteX5992" fmla="*/ 4836773 w 6501199"/>
              <a:gd name="connsiteY5992" fmla="*/ 1253426 h 6382977"/>
              <a:gd name="connsiteX5993" fmla="*/ 4841094 w 6501199"/>
              <a:gd name="connsiteY5993" fmla="*/ 1271783 h 6382977"/>
              <a:gd name="connsiteX5994" fmla="*/ 4854775 w 6501199"/>
              <a:gd name="connsiteY5994" fmla="*/ 1285461 h 6382977"/>
              <a:gd name="connsiteX5995" fmla="*/ 4875297 w 6501199"/>
              <a:gd name="connsiteY5995" fmla="*/ 1255946 h 6382977"/>
              <a:gd name="connsiteX5996" fmla="*/ 4866297 w 6501199"/>
              <a:gd name="connsiteY5996" fmla="*/ 1312818 h 6382977"/>
              <a:gd name="connsiteX5997" fmla="*/ 4857295 w 6501199"/>
              <a:gd name="connsiteY5997" fmla="*/ 1339814 h 6382977"/>
              <a:gd name="connsiteX5998" fmla="*/ 4854775 w 6501199"/>
              <a:gd name="connsiteY5998" fmla="*/ 1376528 h 6382977"/>
              <a:gd name="connsiteX5999" fmla="*/ 4795729 w 6501199"/>
              <a:gd name="connsiteY5999" fmla="*/ 1501430 h 6382977"/>
              <a:gd name="connsiteX6000" fmla="*/ 4807251 w 6501199"/>
              <a:gd name="connsiteY6000" fmla="*/ 1492431 h 6382977"/>
              <a:gd name="connsiteX6001" fmla="*/ 4820932 w 6501199"/>
              <a:gd name="connsiteY6001" fmla="*/ 1499270 h 6382977"/>
              <a:gd name="connsiteX6002" fmla="*/ 4793569 w 6501199"/>
              <a:gd name="connsiteY6002" fmla="*/ 1506109 h 6382977"/>
              <a:gd name="connsiteX6003" fmla="*/ 4766206 w 6501199"/>
              <a:gd name="connsiteY6003" fmla="*/ 1571980 h 6382977"/>
              <a:gd name="connsiteX6004" fmla="*/ 4761525 w 6501199"/>
              <a:gd name="connsiteY6004" fmla="*/ 1587818 h 6382977"/>
              <a:gd name="connsiteX6005" fmla="*/ 4734523 w 6501199"/>
              <a:gd name="connsiteY6005" fmla="*/ 1624172 h 6382977"/>
              <a:gd name="connsiteX6006" fmla="*/ 4784208 w 6501199"/>
              <a:gd name="connsiteY6006" fmla="*/ 1601496 h 6382977"/>
              <a:gd name="connsiteX6007" fmla="*/ 4749121 w 6501199"/>
              <a:gd name="connsiteY6007" fmla="*/ 1653935 h 6382977"/>
              <a:gd name="connsiteX6008" fmla="*/ 4744285 w 6501199"/>
              <a:gd name="connsiteY6008" fmla="*/ 1666011 h 6382977"/>
              <a:gd name="connsiteX6009" fmla="*/ 4748827 w 6501199"/>
              <a:gd name="connsiteY6009" fmla="*/ 1670769 h 6382977"/>
              <a:gd name="connsiteX6010" fmla="*/ 4729285 w 6501199"/>
              <a:gd name="connsiteY6010" fmla="*/ 1687149 h 6382977"/>
              <a:gd name="connsiteX6011" fmla="*/ 4731410 w 6501199"/>
              <a:gd name="connsiteY6011" fmla="*/ 1680267 h 6382977"/>
              <a:gd name="connsiteX6012" fmla="*/ 4709320 w 6501199"/>
              <a:gd name="connsiteY6012" fmla="*/ 1694227 h 6382977"/>
              <a:gd name="connsiteX6013" fmla="*/ 4684117 w 6501199"/>
              <a:gd name="connsiteY6013" fmla="*/ 1717759 h 6382977"/>
              <a:gd name="connsiteX6014" fmla="*/ 4711481 w 6501199"/>
              <a:gd name="connsiteY6014" fmla="*/ 1717759 h 6382977"/>
              <a:gd name="connsiteX6015" fmla="*/ 4702479 w 6501199"/>
              <a:gd name="connsiteY6015" fmla="*/ 1731077 h 6382977"/>
              <a:gd name="connsiteX6016" fmla="*/ 4696137 w 6501199"/>
              <a:gd name="connsiteY6016" fmla="*/ 1728970 h 6382977"/>
              <a:gd name="connsiteX6017" fmla="*/ 4684673 w 6501199"/>
              <a:gd name="connsiteY6017" fmla="*/ 1744540 h 6382977"/>
              <a:gd name="connsiteX6018" fmla="*/ 4671518 w 6501199"/>
              <a:gd name="connsiteY6018" fmla="*/ 1758587 h 6382977"/>
              <a:gd name="connsiteX6019" fmla="*/ 4666572 w 6501199"/>
              <a:gd name="connsiteY6019" fmla="*/ 1747872 h 6382977"/>
              <a:gd name="connsiteX6020" fmla="*/ 4659185 w 6501199"/>
              <a:gd name="connsiteY6020" fmla="*/ 1753124 h 6382977"/>
              <a:gd name="connsiteX6021" fmla="*/ 4634072 w 6501199"/>
              <a:gd name="connsiteY6021" fmla="*/ 1778950 h 6382977"/>
              <a:gd name="connsiteX6022" fmla="*/ 4629751 w 6501199"/>
              <a:gd name="connsiteY6022" fmla="*/ 1772111 h 6382977"/>
              <a:gd name="connsiteX6023" fmla="*/ 4547663 w 6501199"/>
              <a:gd name="connsiteY6023" fmla="*/ 1819984 h 6382977"/>
              <a:gd name="connsiteX6024" fmla="*/ 4468095 w 6501199"/>
              <a:gd name="connsiteY6024" fmla="*/ 1860658 h 6382977"/>
              <a:gd name="connsiteX6025" fmla="*/ 4340641 w 6501199"/>
              <a:gd name="connsiteY6025" fmla="*/ 1920049 h 6382977"/>
              <a:gd name="connsiteX6026" fmla="*/ 4356483 w 6501199"/>
              <a:gd name="connsiteY6026" fmla="*/ 1933727 h 6382977"/>
              <a:gd name="connsiteX6027" fmla="*/ 4317959 w 6501199"/>
              <a:gd name="connsiteY6027" fmla="*/ 1954244 h 6382977"/>
              <a:gd name="connsiteX6028" fmla="*/ 4322639 w 6501199"/>
              <a:gd name="connsiteY6028" fmla="*/ 1944886 h 6382977"/>
              <a:gd name="connsiteX6029" fmla="*/ 4308958 w 6501199"/>
              <a:gd name="connsiteY6029" fmla="*/ 1947405 h 6382977"/>
              <a:gd name="connsiteX6030" fmla="*/ 4311118 w 6501199"/>
              <a:gd name="connsiteY6030" fmla="*/ 1956404 h 6382977"/>
              <a:gd name="connsiteX6031" fmla="*/ 4160982 w 6501199"/>
              <a:gd name="connsiteY6031" fmla="*/ 2008596 h 6382977"/>
              <a:gd name="connsiteX6032" fmla="*/ 4224709 w 6501199"/>
              <a:gd name="connsiteY6032" fmla="*/ 2011116 h 6382977"/>
              <a:gd name="connsiteX6033" fmla="*/ 4188345 w 6501199"/>
              <a:gd name="connsiteY6033" fmla="*/ 2022274 h 6382977"/>
              <a:gd name="connsiteX6034" fmla="*/ 4215708 w 6501199"/>
              <a:gd name="connsiteY6034" fmla="*/ 2013276 h 6382977"/>
              <a:gd name="connsiteX6035" fmla="*/ 4220028 w 6501199"/>
              <a:gd name="connsiteY6035" fmla="*/ 2024434 h 6382977"/>
              <a:gd name="connsiteX6036" fmla="*/ 4233710 w 6501199"/>
              <a:gd name="connsiteY6036" fmla="*/ 2015435 h 6382977"/>
              <a:gd name="connsiteX6037" fmla="*/ 4231549 w 6501199"/>
              <a:gd name="connsiteY6037" fmla="*/ 1992759 h 6382977"/>
              <a:gd name="connsiteX6038" fmla="*/ 4256392 w 6501199"/>
              <a:gd name="connsiteY6038" fmla="*/ 1999598 h 6382977"/>
              <a:gd name="connsiteX6039" fmla="*/ 4272594 w 6501199"/>
              <a:gd name="connsiteY6039" fmla="*/ 1985920 h 6382977"/>
              <a:gd name="connsiteX6040" fmla="*/ 4272594 w 6501199"/>
              <a:gd name="connsiteY6040" fmla="*/ 2001757 h 6382977"/>
              <a:gd name="connsiteX6041" fmla="*/ 4283755 w 6501199"/>
              <a:gd name="connsiteY6041" fmla="*/ 1992759 h 6382977"/>
              <a:gd name="connsiteX6042" fmla="*/ 4274754 w 6501199"/>
              <a:gd name="connsiteY6042" fmla="*/ 1981600 h 6382977"/>
              <a:gd name="connsiteX6043" fmla="*/ 4313278 w 6501199"/>
              <a:gd name="connsiteY6043" fmla="*/ 1967922 h 6382977"/>
              <a:gd name="connsiteX6044" fmla="*/ 4320119 w 6501199"/>
              <a:gd name="connsiteY6044" fmla="*/ 1983760 h 6382977"/>
              <a:gd name="connsiteX6045" fmla="*/ 4324799 w 6501199"/>
              <a:gd name="connsiteY6045" fmla="*/ 1977731 h 6382977"/>
              <a:gd name="connsiteX6046" fmla="*/ 4325405 w 6501199"/>
              <a:gd name="connsiteY6046" fmla="*/ 1976741 h 6382977"/>
              <a:gd name="connsiteX6047" fmla="*/ 4377410 w 6501199"/>
              <a:gd name="connsiteY6047" fmla="*/ 1961308 h 6382977"/>
              <a:gd name="connsiteX6048" fmla="*/ 4424890 w 6501199"/>
              <a:gd name="connsiteY6048" fmla="*/ 1940566 h 6382977"/>
              <a:gd name="connsiteX6049" fmla="*/ 4515979 w 6501199"/>
              <a:gd name="connsiteY6049" fmla="*/ 1894853 h 6382977"/>
              <a:gd name="connsiteX6050" fmla="*/ 4513459 w 6501199"/>
              <a:gd name="connsiteY6050" fmla="*/ 1883695 h 6382977"/>
              <a:gd name="connsiteX6051" fmla="*/ 4545503 w 6501199"/>
              <a:gd name="connsiteY6051" fmla="*/ 1876856 h 6382977"/>
              <a:gd name="connsiteX6052" fmla="*/ 4568185 w 6501199"/>
              <a:gd name="connsiteY6052" fmla="*/ 1847340 h 6382977"/>
              <a:gd name="connsiteX6053" fmla="*/ 4588707 w 6501199"/>
              <a:gd name="connsiteY6053" fmla="*/ 1847340 h 6382977"/>
              <a:gd name="connsiteX6054" fmla="*/ 4586547 w 6501199"/>
              <a:gd name="connsiteY6054" fmla="*/ 1828983 h 6382977"/>
              <a:gd name="connsiteX6055" fmla="*/ 4622911 w 6501199"/>
              <a:gd name="connsiteY6055" fmla="*/ 1808466 h 6382977"/>
              <a:gd name="connsiteX6056" fmla="*/ 4663955 w 6501199"/>
              <a:gd name="connsiteY6056" fmla="*/ 1799467 h 6382977"/>
              <a:gd name="connsiteX6057" fmla="*/ 4661435 w 6501199"/>
              <a:gd name="connsiteY6057" fmla="*/ 1776790 h 6382977"/>
              <a:gd name="connsiteX6058" fmla="*/ 4670796 w 6501199"/>
              <a:gd name="connsiteY6058" fmla="*/ 1785789 h 6382977"/>
              <a:gd name="connsiteX6059" fmla="*/ 4729842 w 6501199"/>
              <a:gd name="connsiteY6059" fmla="*/ 1728917 h 6382977"/>
              <a:gd name="connsiteX6060" fmla="*/ 4766206 w 6501199"/>
              <a:gd name="connsiteY6060" fmla="*/ 1701561 h 6382977"/>
              <a:gd name="connsiteX6061" fmla="*/ 4768118 w 6501199"/>
              <a:gd name="connsiteY6061" fmla="*/ 1698929 h 6382977"/>
              <a:gd name="connsiteX6062" fmla="*/ 4766408 w 6501199"/>
              <a:gd name="connsiteY6062" fmla="*/ 1696857 h 6382977"/>
              <a:gd name="connsiteX6063" fmla="*/ 4767835 w 6501199"/>
              <a:gd name="connsiteY6063" fmla="*/ 1682750 h 6382977"/>
              <a:gd name="connsiteX6064" fmla="*/ 4774711 w 6501199"/>
              <a:gd name="connsiteY6064" fmla="*/ 1689855 h 6382977"/>
              <a:gd name="connsiteX6065" fmla="*/ 4791049 w 6501199"/>
              <a:gd name="connsiteY6065" fmla="*/ 1667366 h 6382977"/>
              <a:gd name="connsiteX6066" fmla="*/ 4809411 w 6501199"/>
              <a:gd name="connsiteY6066" fmla="*/ 1667366 h 6382977"/>
              <a:gd name="connsiteX6067" fmla="*/ 4971068 w 6501199"/>
              <a:gd name="connsiteY6067" fmla="*/ 1439879 h 6382977"/>
              <a:gd name="connsiteX6068" fmla="*/ 4877458 w 6501199"/>
              <a:gd name="connsiteY6068" fmla="*/ 1596816 h 6382977"/>
              <a:gd name="connsiteX6069" fmla="*/ 4817826 w 6501199"/>
              <a:gd name="connsiteY6069" fmla="*/ 1664036 h 6382977"/>
              <a:gd name="connsiteX6070" fmla="*/ 4777761 w 6501199"/>
              <a:gd name="connsiteY6070" fmla="*/ 1698125 h 6382977"/>
              <a:gd name="connsiteX6071" fmla="*/ 4776753 w 6501199"/>
              <a:gd name="connsiteY6071" fmla="*/ 1709386 h 6382977"/>
              <a:gd name="connsiteX6072" fmla="*/ 4771708 w 6501199"/>
              <a:gd name="connsiteY6072" fmla="*/ 1703276 h 6382977"/>
              <a:gd name="connsiteX6073" fmla="*/ 4762374 w 6501199"/>
              <a:gd name="connsiteY6073" fmla="*/ 1711217 h 6382977"/>
              <a:gd name="connsiteX6074" fmla="*/ 4763233 w 6501199"/>
              <a:gd name="connsiteY6074" fmla="*/ 1720481 h 6382977"/>
              <a:gd name="connsiteX6075" fmla="*/ 4765933 w 6501199"/>
              <a:gd name="connsiteY6075" fmla="*/ 1730502 h 6382977"/>
              <a:gd name="connsiteX6076" fmla="*/ 4762947 w 6501199"/>
              <a:gd name="connsiteY6076" fmla="*/ 1731094 h 6382977"/>
              <a:gd name="connsiteX6077" fmla="*/ 4766206 w 6501199"/>
              <a:gd name="connsiteY6077" fmla="*/ 1737916 h 6382977"/>
              <a:gd name="connsiteX6078" fmla="*/ 4743523 w 6501199"/>
              <a:gd name="connsiteY6078" fmla="*/ 1744755 h 6382977"/>
              <a:gd name="connsiteX6079" fmla="*/ 4718321 w 6501199"/>
              <a:gd name="connsiteY6079" fmla="*/ 1758433 h 6382977"/>
              <a:gd name="connsiteX6080" fmla="*/ 4727322 w 6501199"/>
              <a:gd name="connsiteY6080" fmla="*/ 1765272 h 6382977"/>
              <a:gd name="connsiteX6081" fmla="*/ 4704639 w 6501199"/>
              <a:gd name="connsiteY6081" fmla="*/ 1778950 h 6382977"/>
              <a:gd name="connsiteX6082" fmla="*/ 4690958 w 6501199"/>
              <a:gd name="connsiteY6082" fmla="*/ 1806306 h 6382977"/>
              <a:gd name="connsiteX6083" fmla="*/ 4684117 w 6501199"/>
              <a:gd name="connsiteY6083" fmla="*/ 1797307 h 6382977"/>
              <a:gd name="connsiteX6084" fmla="*/ 4622911 w 6501199"/>
              <a:gd name="connsiteY6084" fmla="*/ 1837981 h 6382977"/>
              <a:gd name="connsiteX6085" fmla="*/ 4643433 w 6501199"/>
              <a:gd name="connsiteY6085" fmla="*/ 1856339 h 6382977"/>
              <a:gd name="connsiteX6086" fmla="*/ 4618231 w 6501199"/>
              <a:gd name="connsiteY6086" fmla="*/ 1844820 h 6382977"/>
              <a:gd name="connsiteX6087" fmla="*/ 4563865 w 6501199"/>
              <a:gd name="connsiteY6087" fmla="*/ 1888014 h 6382977"/>
              <a:gd name="connsiteX6088" fmla="*/ 4495457 w 6501199"/>
              <a:gd name="connsiteY6088" fmla="*/ 1913210 h 6382977"/>
              <a:gd name="connsiteX6089" fmla="*/ 4506979 w 6501199"/>
              <a:gd name="connsiteY6089" fmla="*/ 1915370 h 6382977"/>
              <a:gd name="connsiteX6090" fmla="*/ 4429571 w 6501199"/>
              <a:gd name="connsiteY6090" fmla="*/ 1954244 h 6382977"/>
              <a:gd name="connsiteX6091" fmla="*/ 4349642 w 6501199"/>
              <a:gd name="connsiteY6091" fmla="*/ 2001757 h 6382977"/>
              <a:gd name="connsiteX6092" fmla="*/ 4267913 w 6501199"/>
              <a:gd name="connsiteY6092" fmla="*/ 2044951 h 6382977"/>
              <a:gd name="connsiteX6093" fmla="*/ 4181504 w 6501199"/>
              <a:gd name="connsiteY6093" fmla="*/ 2074827 h 6382977"/>
              <a:gd name="connsiteX6094" fmla="*/ 4176824 w 6501199"/>
              <a:gd name="connsiteY6094" fmla="*/ 2088145 h 6382977"/>
              <a:gd name="connsiteX6095" fmla="*/ 4031368 w 6501199"/>
              <a:gd name="connsiteY6095" fmla="*/ 2136018 h 6382977"/>
              <a:gd name="connsiteX6096" fmla="*/ 4031053 w 6501199"/>
              <a:gd name="connsiteY6096" fmla="*/ 2134038 h 6382977"/>
              <a:gd name="connsiteX6097" fmla="*/ 4029177 w 6501199"/>
              <a:gd name="connsiteY6097" fmla="*/ 2122249 h 6382977"/>
              <a:gd name="connsiteX6098" fmla="*/ 4028391 w 6501199"/>
              <a:gd name="connsiteY6098" fmla="*/ 2123711 h 6382977"/>
              <a:gd name="connsiteX6099" fmla="*/ 4026927 w 6501199"/>
              <a:gd name="connsiteY6099" fmla="*/ 2121351 h 6382977"/>
              <a:gd name="connsiteX6100" fmla="*/ 3998875 w 6501199"/>
              <a:gd name="connsiteY6100" fmla="*/ 2138448 h 6382977"/>
              <a:gd name="connsiteX6101" fmla="*/ 3965121 w 6501199"/>
              <a:gd name="connsiteY6101" fmla="*/ 2149696 h 6382977"/>
              <a:gd name="connsiteX6102" fmla="*/ 3953971 w 6501199"/>
              <a:gd name="connsiteY6102" fmla="*/ 2151539 h 6382977"/>
              <a:gd name="connsiteX6103" fmla="*/ 3957655 w 6501199"/>
              <a:gd name="connsiteY6103" fmla="*/ 2152844 h 6382977"/>
              <a:gd name="connsiteX6104" fmla="*/ 3973552 w 6501199"/>
              <a:gd name="connsiteY6104" fmla="*/ 2150977 h 6382977"/>
              <a:gd name="connsiteX6105" fmla="*/ 3977365 w 6501199"/>
              <a:gd name="connsiteY6105" fmla="*/ 2150616 h 6382977"/>
              <a:gd name="connsiteX6106" fmla="*/ 3978842 w 6501199"/>
              <a:gd name="connsiteY6106" fmla="*/ 2148962 h 6382977"/>
              <a:gd name="connsiteX6107" fmla="*/ 3978092 w 6501199"/>
              <a:gd name="connsiteY6107" fmla="*/ 2150548 h 6382977"/>
              <a:gd name="connsiteX6108" fmla="*/ 3989043 w 6501199"/>
              <a:gd name="connsiteY6108" fmla="*/ 2149514 h 6382977"/>
              <a:gd name="connsiteX6109" fmla="*/ 4003522 w 6501199"/>
              <a:gd name="connsiteY6109" fmla="*/ 2156287 h 6382977"/>
              <a:gd name="connsiteX6110" fmla="*/ 4135283 w 6501199"/>
              <a:gd name="connsiteY6110" fmla="*/ 2135765 h 6382977"/>
              <a:gd name="connsiteX6111" fmla="*/ 4142123 w 6501199"/>
              <a:gd name="connsiteY6111" fmla="*/ 2147286 h 6382977"/>
              <a:gd name="connsiteX6112" fmla="*/ 4194593 w 6501199"/>
              <a:gd name="connsiteY6112" fmla="*/ 2137521 h 6382977"/>
              <a:gd name="connsiteX6113" fmla="*/ 4215963 w 6501199"/>
              <a:gd name="connsiteY6113" fmla="*/ 2135306 h 6382977"/>
              <a:gd name="connsiteX6114" fmla="*/ 4216723 w 6501199"/>
              <a:gd name="connsiteY6114" fmla="*/ 2132623 h 6382977"/>
              <a:gd name="connsiteX6115" fmla="*/ 4226729 w 6501199"/>
              <a:gd name="connsiteY6115" fmla="*/ 2131063 h 6382977"/>
              <a:gd name="connsiteX6116" fmla="*/ 4240043 w 6501199"/>
              <a:gd name="connsiteY6116" fmla="*/ 2124245 h 6382977"/>
              <a:gd name="connsiteX6117" fmla="*/ 4272083 w 6501199"/>
              <a:gd name="connsiteY6117" fmla="*/ 2133605 h 6382977"/>
              <a:gd name="connsiteX6118" fmla="*/ 4276403 w 6501199"/>
              <a:gd name="connsiteY6118" fmla="*/ 2119924 h 6382977"/>
              <a:gd name="connsiteX6119" fmla="*/ 4308444 w 6501199"/>
              <a:gd name="connsiteY6119" fmla="*/ 2117764 h 6382977"/>
              <a:gd name="connsiteX6120" fmla="*/ 4346964 w 6501199"/>
              <a:gd name="connsiteY6120" fmla="*/ 2115244 h 6382977"/>
              <a:gd name="connsiteX6121" fmla="*/ 4369644 w 6501199"/>
              <a:gd name="connsiteY6121" fmla="*/ 2104083 h 6382977"/>
              <a:gd name="connsiteX6122" fmla="*/ 4406365 w 6501199"/>
              <a:gd name="connsiteY6122" fmla="*/ 2097243 h 6382977"/>
              <a:gd name="connsiteX6123" fmla="*/ 4440205 w 6501199"/>
              <a:gd name="connsiteY6123" fmla="*/ 2085722 h 6382977"/>
              <a:gd name="connsiteX6124" fmla="*/ 4472245 w 6501199"/>
              <a:gd name="connsiteY6124" fmla="*/ 2074561 h 6382977"/>
              <a:gd name="connsiteX6125" fmla="*/ 4506445 w 6501199"/>
              <a:gd name="connsiteY6125" fmla="*/ 2067721 h 6382977"/>
              <a:gd name="connsiteX6126" fmla="*/ 4503925 w 6501199"/>
              <a:gd name="connsiteY6126" fmla="*/ 2058360 h 6382977"/>
              <a:gd name="connsiteX6127" fmla="*/ 4542806 w 6501199"/>
              <a:gd name="connsiteY6127" fmla="*/ 2051520 h 6382977"/>
              <a:gd name="connsiteX6128" fmla="*/ 4570166 w 6501199"/>
              <a:gd name="connsiteY6128" fmla="*/ 2028838 h 6382977"/>
              <a:gd name="connsiteX6129" fmla="*/ 4586006 w 6501199"/>
              <a:gd name="connsiteY6129" fmla="*/ 2040359 h 6382977"/>
              <a:gd name="connsiteX6130" fmla="*/ 4608686 w 6501199"/>
              <a:gd name="connsiteY6130" fmla="*/ 2026678 h 6382977"/>
              <a:gd name="connsiteX6131" fmla="*/ 4601846 w 6501199"/>
              <a:gd name="connsiteY6131" fmla="*/ 2017677 h 6382977"/>
              <a:gd name="connsiteX6132" fmla="*/ 4622366 w 6501199"/>
              <a:gd name="connsiteY6132" fmla="*/ 2017677 h 6382977"/>
              <a:gd name="connsiteX6133" fmla="*/ 4647207 w 6501199"/>
              <a:gd name="connsiteY6133" fmla="*/ 1992476 h 6382977"/>
              <a:gd name="connsiteX6134" fmla="*/ 4683567 w 6501199"/>
              <a:gd name="connsiteY6134" fmla="*/ 1978795 h 6382977"/>
              <a:gd name="connsiteX6135" fmla="*/ 4672407 w 6501199"/>
              <a:gd name="connsiteY6135" fmla="*/ 1969794 h 6382977"/>
              <a:gd name="connsiteX6136" fmla="*/ 4713087 w 6501199"/>
              <a:gd name="connsiteY6136" fmla="*/ 1949273 h 6382977"/>
              <a:gd name="connsiteX6137" fmla="*/ 4745127 w 6501199"/>
              <a:gd name="connsiteY6137" fmla="*/ 1917590 h 6382977"/>
              <a:gd name="connsiteX6138" fmla="*/ 4760967 w 6501199"/>
              <a:gd name="connsiteY6138" fmla="*/ 1921911 h 6382977"/>
              <a:gd name="connsiteX6139" fmla="*/ 4756647 w 6501199"/>
              <a:gd name="connsiteY6139" fmla="*/ 1899229 h 6382977"/>
              <a:gd name="connsiteX6140" fmla="*/ 4790487 w 6501199"/>
              <a:gd name="connsiteY6140" fmla="*/ 1887708 h 6382977"/>
              <a:gd name="connsiteX6141" fmla="*/ 4822528 w 6501199"/>
              <a:gd name="connsiteY6141" fmla="*/ 1842345 h 6382977"/>
              <a:gd name="connsiteX6142" fmla="*/ 4856728 w 6501199"/>
              <a:gd name="connsiteY6142" fmla="*/ 1812823 h 6382977"/>
              <a:gd name="connsiteX6143" fmla="*/ 4843048 w 6501199"/>
              <a:gd name="connsiteY6143" fmla="*/ 1803823 h 6382977"/>
              <a:gd name="connsiteX6144" fmla="*/ 4854208 w 6501199"/>
              <a:gd name="connsiteY6144" fmla="*/ 1790142 h 6382977"/>
              <a:gd name="connsiteX6145" fmla="*/ 4888408 w 6501199"/>
              <a:gd name="connsiteY6145" fmla="*/ 1749099 h 6382977"/>
              <a:gd name="connsiteX6146" fmla="*/ 4911089 w 6501199"/>
              <a:gd name="connsiteY6146" fmla="*/ 1755939 h 6382977"/>
              <a:gd name="connsiteX6147" fmla="*/ 4915769 w 6501199"/>
              <a:gd name="connsiteY6147" fmla="*/ 1699055 h 6382977"/>
              <a:gd name="connsiteX6148" fmla="*/ 4922609 w 6501199"/>
              <a:gd name="connsiteY6148" fmla="*/ 1714896 h 6382977"/>
              <a:gd name="connsiteX6149" fmla="*/ 4943129 w 6501199"/>
              <a:gd name="connsiteY6149" fmla="*/ 1717417 h 6382977"/>
              <a:gd name="connsiteX6150" fmla="*/ 4947449 w 6501199"/>
              <a:gd name="connsiteY6150" fmla="*/ 1687535 h 6382977"/>
              <a:gd name="connsiteX6151" fmla="*/ 4949969 w 6501199"/>
              <a:gd name="connsiteY6151" fmla="*/ 1701216 h 6382977"/>
              <a:gd name="connsiteX6152" fmla="*/ 4956809 w 6501199"/>
              <a:gd name="connsiteY6152" fmla="*/ 1667013 h 6382977"/>
              <a:gd name="connsiteX6153" fmla="*/ 4974809 w 6501199"/>
              <a:gd name="connsiteY6153" fmla="*/ 1664853 h 6382977"/>
              <a:gd name="connsiteX6154" fmla="*/ 4965809 w 6501199"/>
              <a:gd name="connsiteY6154" fmla="*/ 1642171 h 6382977"/>
              <a:gd name="connsiteX6155" fmla="*/ 4986329 w 6501199"/>
              <a:gd name="connsiteY6155" fmla="*/ 1601129 h 6382977"/>
              <a:gd name="connsiteX6156" fmla="*/ 4965809 w 6501199"/>
              <a:gd name="connsiteY6156" fmla="*/ 1598968 h 6382977"/>
              <a:gd name="connsiteX6157" fmla="*/ 4991009 w 6501199"/>
              <a:gd name="connsiteY6157" fmla="*/ 1592128 h 6382977"/>
              <a:gd name="connsiteX6158" fmla="*/ 4981649 w 6501199"/>
              <a:gd name="connsiteY6158" fmla="*/ 1576287 h 6382977"/>
              <a:gd name="connsiteX6159" fmla="*/ 4993169 w 6501199"/>
              <a:gd name="connsiteY6159" fmla="*/ 1585288 h 6382977"/>
              <a:gd name="connsiteX6160" fmla="*/ 5012654 w 6501199"/>
              <a:gd name="connsiteY6160" fmla="*/ 1550680 h 6382977"/>
              <a:gd name="connsiteX6161" fmla="*/ 5018238 w 6501199"/>
              <a:gd name="connsiteY6161" fmla="*/ 1523652 h 6382977"/>
              <a:gd name="connsiteX6162" fmla="*/ 5022689 w 6501199"/>
              <a:gd name="connsiteY6162" fmla="*/ 1523723 h 6382977"/>
              <a:gd name="connsiteX6163" fmla="*/ 5034209 w 6501199"/>
              <a:gd name="connsiteY6163" fmla="*/ 1476200 h 6382977"/>
              <a:gd name="connsiteX6164" fmla="*/ 5040689 w 6501199"/>
              <a:gd name="connsiteY6164" fmla="*/ 1466839 h 6382977"/>
              <a:gd name="connsiteX6165" fmla="*/ 5052209 w 6501199"/>
              <a:gd name="connsiteY6165" fmla="*/ 1469360 h 6382977"/>
              <a:gd name="connsiteX6166" fmla="*/ 5045369 w 6501199"/>
              <a:gd name="connsiteY6166" fmla="*/ 1453519 h 6382977"/>
              <a:gd name="connsiteX6167" fmla="*/ 5038529 w 6501199"/>
              <a:gd name="connsiteY6167" fmla="*/ 1464679 h 6382977"/>
              <a:gd name="connsiteX6168" fmla="*/ 5052209 w 6501199"/>
              <a:gd name="connsiteY6168" fmla="*/ 1439478 h 6382977"/>
              <a:gd name="connsiteX6169" fmla="*/ 5063730 w 6501199"/>
              <a:gd name="connsiteY6169" fmla="*/ 1423636 h 6382977"/>
              <a:gd name="connsiteX6170" fmla="*/ 5072730 w 6501199"/>
              <a:gd name="connsiteY6170" fmla="*/ 1432637 h 6382977"/>
              <a:gd name="connsiteX6171" fmla="*/ 5079570 w 6501199"/>
              <a:gd name="connsiteY6171" fmla="*/ 1382954 h 6382977"/>
              <a:gd name="connsiteX6172" fmla="*/ 5093250 w 6501199"/>
              <a:gd name="connsiteY6172" fmla="*/ 1385114 h 6382977"/>
              <a:gd name="connsiteX6173" fmla="*/ 5093250 w 6501199"/>
              <a:gd name="connsiteY6173" fmla="*/ 1371433 h 6382977"/>
              <a:gd name="connsiteX6174" fmla="*/ 5079570 w 6501199"/>
              <a:gd name="connsiteY6174" fmla="*/ 1369273 h 6382977"/>
              <a:gd name="connsiteX6175" fmla="*/ 5093250 w 6501199"/>
              <a:gd name="connsiteY6175" fmla="*/ 1348751 h 6382977"/>
              <a:gd name="connsiteX6176" fmla="*/ 5083170 w 6501199"/>
              <a:gd name="connsiteY6176" fmla="*/ 1348976 h 6382977"/>
              <a:gd name="connsiteX6177" fmla="*/ 5082085 w 6501199"/>
              <a:gd name="connsiteY6177" fmla="*/ 1348330 h 6382977"/>
              <a:gd name="connsiteX6178" fmla="*/ 5076844 w 6501199"/>
              <a:gd name="connsiteY6178" fmla="*/ 1358537 h 6382977"/>
              <a:gd name="connsiteX6179" fmla="*/ 5076800 w 6501199"/>
              <a:gd name="connsiteY6179" fmla="*/ 1334951 h 6382977"/>
              <a:gd name="connsiteX6180" fmla="*/ 5078858 w 6501199"/>
              <a:gd name="connsiteY6180" fmla="*/ 1330887 h 6382977"/>
              <a:gd name="connsiteX6181" fmla="*/ 5075423 w 6501199"/>
              <a:gd name="connsiteY6181" fmla="*/ 1328560 h 6382977"/>
              <a:gd name="connsiteX6182" fmla="*/ 5081971 w 6501199"/>
              <a:gd name="connsiteY6182" fmla="*/ 1319212 h 6382977"/>
              <a:gd name="connsiteX6183" fmla="*/ 5083132 w 6501199"/>
              <a:gd name="connsiteY6183" fmla="*/ 1322449 h 6382977"/>
              <a:gd name="connsiteX6184" fmla="*/ 5090400 w 6501199"/>
              <a:gd name="connsiteY6184" fmla="*/ 1308100 h 6382977"/>
              <a:gd name="connsiteX6185" fmla="*/ 5089375 w 6501199"/>
              <a:gd name="connsiteY6185" fmla="*/ 1334135 h 6382977"/>
              <a:gd name="connsiteX6186" fmla="*/ 5084232 w 6501199"/>
              <a:gd name="connsiteY6186" fmla="*/ 1344149 h 6382977"/>
              <a:gd name="connsiteX6187" fmla="*/ 5092547 w 6501199"/>
              <a:gd name="connsiteY6187" fmla="*/ 1344408 h 6382977"/>
              <a:gd name="connsiteX6188" fmla="*/ 5100090 w 6501199"/>
              <a:gd name="connsiteY6188" fmla="*/ 1323550 h 6382977"/>
              <a:gd name="connsiteX6189" fmla="*/ 5118090 w 6501199"/>
              <a:gd name="connsiteY6189" fmla="*/ 1330390 h 6382977"/>
              <a:gd name="connsiteX6190" fmla="*/ 5115930 w 6501199"/>
              <a:gd name="connsiteY6190" fmla="*/ 1303028 h 6382977"/>
              <a:gd name="connsiteX6191" fmla="*/ 5106930 w 6501199"/>
              <a:gd name="connsiteY6191" fmla="*/ 1287187 h 6382977"/>
              <a:gd name="connsiteX6192" fmla="*/ 5131770 w 6501199"/>
              <a:gd name="connsiteY6192" fmla="*/ 1294028 h 6382977"/>
              <a:gd name="connsiteX6193" fmla="*/ 5122770 w 6501199"/>
              <a:gd name="connsiteY6193" fmla="*/ 1280347 h 6382977"/>
              <a:gd name="connsiteX6194" fmla="*/ 5150130 w 6501199"/>
              <a:gd name="connsiteY6194" fmla="*/ 1237144 h 6382977"/>
              <a:gd name="connsiteX6195" fmla="*/ 5138610 w 6501199"/>
              <a:gd name="connsiteY6195" fmla="*/ 1237144 h 6382977"/>
              <a:gd name="connsiteX6196" fmla="*/ 5141130 w 6501199"/>
              <a:gd name="connsiteY6196" fmla="*/ 1223463 h 6382977"/>
              <a:gd name="connsiteX6197" fmla="*/ 5156971 w 6501199"/>
              <a:gd name="connsiteY6197" fmla="*/ 1214462 h 6382977"/>
              <a:gd name="connsiteX6198" fmla="*/ 5179651 w 6501199"/>
              <a:gd name="connsiteY6198" fmla="*/ 1219142 h 6382977"/>
              <a:gd name="connsiteX6199" fmla="*/ 5174971 w 6501199"/>
              <a:gd name="connsiteY6199" fmla="*/ 1248664 h 6382977"/>
              <a:gd name="connsiteX6200" fmla="*/ 5147970 w 6501199"/>
              <a:gd name="connsiteY6200" fmla="*/ 1271346 h 6382977"/>
              <a:gd name="connsiteX6201" fmla="*/ 5159131 w 6501199"/>
              <a:gd name="connsiteY6201" fmla="*/ 1287187 h 6382977"/>
              <a:gd name="connsiteX6202" fmla="*/ 5147970 w 6501199"/>
              <a:gd name="connsiteY6202" fmla="*/ 1280347 h 6382977"/>
              <a:gd name="connsiteX6203" fmla="*/ 5138610 w 6501199"/>
              <a:gd name="connsiteY6203" fmla="*/ 1291867 h 6382977"/>
              <a:gd name="connsiteX6204" fmla="*/ 5168131 w 6501199"/>
              <a:gd name="connsiteY6204" fmla="*/ 1300868 h 6382977"/>
              <a:gd name="connsiteX6205" fmla="*/ 5138610 w 6501199"/>
              <a:gd name="connsiteY6205" fmla="*/ 1300868 h 6382977"/>
              <a:gd name="connsiteX6206" fmla="*/ 5136450 w 6501199"/>
              <a:gd name="connsiteY6206" fmla="*/ 1332550 h 6382977"/>
              <a:gd name="connsiteX6207" fmla="*/ 5163811 w 6501199"/>
              <a:gd name="connsiteY6207" fmla="*/ 1328230 h 6382977"/>
              <a:gd name="connsiteX6208" fmla="*/ 5134290 w 6501199"/>
              <a:gd name="connsiteY6208" fmla="*/ 1335070 h 6382977"/>
              <a:gd name="connsiteX6209" fmla="*/ 5127450 w 6501199"/>
              <a:gd name="connsiteY6209" fmla="*/ 1396275 h 6382977"/>
              <a:gd name="connsiteX6210" fmla="*/ 5134290 w 6501199"/>
              <a:gd name="connsiteY6210" fmla="*/ 1398795 h 6382977"/>
              <a:gd name="connsiteX6211" fmla="*/ 5143290 w 6501199"/>
              <a:gd name="connsiteY6211" fmla="*/ 1387274 h 6382977"/>
              <a:gd name="connsiteX6212" fmla="*/ 5124930 w 6501199"/>
              <a:gd name="connsiteY6212" fmla="*/ 1407795 h 6382977"/>
              <a:gd name="connsiteX6213" fmla="*/ 5136450 w 6501199"/>
              <a:gd name="connsiteY6213" fmla="*/ 1419316 h 6382977"/>
              <a:gd name="connsiteX6214" fmla="*/ 5111250 w 6501199"/>
              <a:gd name="connsiteY6214" fmla="*/ 1423636 h 6382977"/>
              <a:gd name="connsiteX6215" fmla="*/ 5118090 w 6501199"/>
              <a:gd name="connsiteY6215" fmla="*/ 1489881 h 6382977"/>
              <a:gd name="connsiteX6216" fmla="*/ 5100090 w 6501199"/>
              <a:gd name="connsiteY6216" fmla="*/ 1489881 h 6382977"/>
              <a:gd name="connsiteX6217" fmla="*/ 5091090 w 6501199"/>
              <a:gd name="connsiteY6217" fmla="*/ 1530564 h 6382977"/>
              <a:gd name="connsiteX6218" fmla="*/ 5077410 w 6501199"/>
              <a:gd name="connsiteY6218" fmla="*/ 1523723 h 6382977"/>
              <a:gd name="connsiteX6219" fmla="*/ 5081730 w 6501199"/>
              <a:gd name="connsiteY6219" fmla="*/ 1542085 h 6382977"/>
              <a:gd name="connsiteX6220" fmla="*/ 5097930 w 6501199"/>
              <a:gd name="connsiteY6220" fmla="*/ 1537404 h 6382977"/>
              <a:gd name="connsiteX6221" fmla="*/ 5088570 w 6501199"/>
              <a:gd name="connsiteY6221" fmla="*/ 1553605 h 6382977"/>
              <a:gd name="connsiteX6222" fmla="*/ 5065890 w 6501199"/>
              <a:gd name="connsiteY6222" fmla="*/ 1548925 h 6382977"/>
              <a:gd name="connsiteX6223" fmla="*/ 5061210 w 6501199"/>
              <a:gd name="connsiteY6223" fmla="*/ 1594288 h 6382977"/>
              <a:gd name="connsiteX6224" fmla="*/ 5050049 w 6501199"/>
              <a:gd name="connsiteY6224" fmla="*/ 1598968 h 6382977"/>
              <a:gd name="connsiteX6225" fmla="*/ 5056889 w 6501199"/>
              <a:gd name="connsiteY6225" fmla="*/ 1612649 h 6382977"/>
              <a:gd name="connsiteX6226" fmla="*/ 5065890 w 6501199"/>
              <a:gd name="connsiteY6226" fmla="*/ 1607969 h 6382977"/>
              <a:gd name="connsiteX6227" fmla="*/ 5038529 w 6501199"/>
              <a:gd name="connsiteY6227" fmla="*/ 1637491 h 6382977"/>
              <a:gd name="connsiteX6228" fmla="*/ 5047529 w 6501199"/>
              <a:gd name="connsiteY6228" fmla="*/ 1640011 h 6382977"/>
              <a:gd name="connsiteX6229" fmla="*/ 5059050 w 6501199"/>
              <a:gd name="connsiteY6229" fmla="*/ 1633171 h 6382977"/>
              <a:gd name="connsiteX6230" fmla="*/ 5036369 w 6501199"/>
              <a:gd name="connsiteY6230" fmla="*/ 1705896 h 6382977"/>
              <a:gd name="connsiteX6231" fmla="*/ 5027369 w 6501199"/>
              <a:gd name="connsiteY6231" fmla="*/ 1701216 h 6382977"/>
              <a:gd name="connsiteX6232" fmla="*/ 5000009 w 6501199"/>
              <a:gd name="connsiteY6232" fmla="*/ 1740098 h 6382977"/>
              <a:gd name="connsiteX6233" fmla="*/ 4984169 w 6501199"/>
              <a:gd name="connsiteY6233" fmla="*/ 1787621 h 6382977"/>
              <a:gd name="connsiteX6234" fmla="*/ 4956809 w 6501199"/>
              <a:gd name="connsiteY6234" fmla="*/ 1805983 h 6382977"/>
              <a:gd name="connsiteX6235" fmla="*/ 4952129 w 6501199"/>
              <a:gd name="connsiteY6235" fmla="*/ 1828664 h 6382977"/>
              <a:gd name="connsiteX6236" fmla="*/ 4938449 w 6501199"/>
              <a:gd name="connsiteY6236" fmla="*/ 1860346 h 6382977"/>
              <a:gd name="connsiteX6237" fmla="*/ 4922609 w 6501199"/>
              <a:gd name="connsiteY6237" fmla="*/ 1856026 h 6382977"/>
              <a:gd name="connsiteX6238" fmla="*/ 4913609 w 6501199"/>
              <a:gd name="connsiteY6238" fmla="*/ 1867187 h 6382977"/>
              <a:gd name="connsiteX6239" fmla="*/ 4920449 w 6501199"/>
              <a:gd name="connsiteY6239" fmla="*/ 1880868 h 6382977"/>
              <a:gd name="connsiteX6240" fmla="*/ 4908929 w 6501199"/>
              <a:gd name="connsiteY6240" fmla="*/ 1867187 h 6382977"/>
              <a:gd name="connsiteX6241" fmla="*/ 4908929 w 6501199"/>
              <a:gd name="connsiteY6241" fmla="*/ 1892389 h 6382977"/>
              <a:gd name="connsiteX6242" fmla="*/ 4890568 w 6501199"/>
              <a:gd name="connsiteY6242" fmla="*/ 1890228 h 6382977"/>
              <a:gd name="connsiteX6243" fmla="*/ 4897409 w 6501199"/>
              <a:gd name="connsiteY6243" fmla="*/ 1921911 h 6382977"/>
              <a:gd name="connsiteX6244" fmla="*/ 4908929 w 6501199"/>
              <a:gd name="connsiteY6244" fmla="*/ 1924071 h 6382977"/>
              <a:gd name="connsiteX6245" fmla="*/ 4902089 w 6501199"/>
              <a:gd name="connsiteY6245" fmla="*/ 1926591 h 6382977"/>
              <a:gd name="connsiteX6246" fmla="*/ 4917929 w 6501199"/>
              <a:gd name="connsiteY6246" fmla="*/ 1933431 h 6382977"/>
              <a:gd name="connsiteX6247" fmla="*/ 4893088 w 6501199"/>
              <a:gd name="connsiteY6247" fmla="*/ 1951433 h 6382977"/>
              <a:gd name="connsiteX6248" fmla="*/ 4886248 w 6501199"/>
              <a:gd name="connsiteY6248" fmla="*/ 1937752 h 6382977"/>
              <a:gd name="connsiteX6249" fmla="*/ 4888408 w 6501199"/>
              <a:gd name="connsiteY6249" fmla="*/ 1921911 h 6382977"/>
              <a:gd name="connsiteX6250" fmla="*/ 4867888 w 6501199"/>
              <a:gd name="connsiteY6250" fmla="*/ 1928751 h 6382977"/>
              <a:gd name="connsiteX6251" fmla="*/ 4867888 w 6501199"/>
              <a:gd name="connsiteY6251" fmla="*/ 1947112 h 6382977"/>
              <a:gd name="connsiteX6252" fmla="*/ 4879408 w 6501199"/>
              <a:gd name="connsiteY6252" fmla="*/ 1942432 h 6382977"/>
              <a:gd name="connsiteX6253" fmla="*/ 4893088 w 6501199"/>
              <a:gd name="connsiteY6253" fmla="*/ 1951433 h 6382977"/>
              <a:gd name="connsiteX6254" fmla="*/ 4883728 w 6501199"/>
              <a:gd name="connsiteY6254" fmla="*/ 1965114 h 6382977"/>
              <a:gd name="connsiteX6255" fmla="*/ 4876888 w 6501199"/>
              <a:gd name="connsiteY6255" fmla="*/ 1953953 h 6382977"/>
              <a:gd name="connsiteX6256" fmla="*/ 4872568 w 6501199"/>
              <a:gd name="connsiteY6256" fmla="*/ 1958273 h 6382977"/>
              <a:gd name="connsiteX6257" fmla="*/ 4878148 w 6501199"/>
              <a:gd name="connsiteY6257" fmla="*/ 1966059 h 6382977"/>
              <a:gd name="connsiteX6258" fmla="*/ 4882006 w 6501199"/>
              <a:gd name="connsiteY6258" fmla="*/ 1970135 h 6382977"/>
              <a:gd name="connsiteX6259" fmla="*/ 4916342 w 6501199"/>
              <a:gd name="connsiteY6259" fmla="*/ 1951725 h 6382977"/>
              <a:gd name="connsiteX6260" fmla="*/ 4927458 w 6501199"/>
              <a:gd name="connsiteY6260" fmla="*/ 1941061 h 6382977"/>
              <a:gd name="connsiteX6261" fmla="*/ 4943071 w 6501199"/>
              <a:gd name="connsiteY6261" fmla="*/ 1947158 h 6382977"/>
              <a:gd name="connsiteX6262" fmla="*/ 4944434 w 6501199"/>
              <a:gd name="connsiteY6262" fmla="*/ 1945582 h 6382977"/>
              <a:gd name="connsiteX6263" fmla="*/ 4961129 w 6501199"/>
              <a:gd name="connsiteY6263" fmla="*/ 1937752 h 6382977"/>
              <a:gd name="connsiteX6264" fmla="*/ 4981649 w 6501199"/>
              <a:gd name="connsiteY6264" fmla="*/ 1908230 h 6382977"/>
              <a:gd name="connsiteX6265" fmla="*/ 4974809 w 6501199"/>
              <a:gd name="connsiteY6265" fmla="*/ 1921911 h 6382977"/>
              <a:gd name="connsiteX6266" fmla="*/ 4998906 w 6501199"/>
              <a:gd name="connsiteY6266" fmla="*/ 1886116 h 6382977"/>
              <a:gd name="connsiteX6267" fmla="*/ 5015305 w 6501199"/>
              <a:gd name="connsiteY6267" fmla="*/ 1878946 h 6382977"/>
              <a:gd name="connsiteX6268" fmla="*/ 5015949 w 6501199"/>
              <a:gd name="connsiteY6268" fmla="*/ 1877475 h 6382977"/>
              <a:gd name="connsiteX6269" fmla="*/ 5017419 w 6501199"/>
              <a:gd name="connsiteY6269" fmla="*/ 1859401 h 6382977"/>
              <a:gd name="connsiteX6270" fmla="*/ 5038529 w 6501199"/>
              <a:gd name="connsiteY6270" fmla="*/ 1812823 h 6382977"/>
              <a:gd name="connsiteX6271" fmla="*/ 5052209 w 6501199"/>
              <a:gd name="connsiteY6271" fmla="*/ 1805983 h 6382977"/>
              <a:gd name="connsiteX6272" fmla="*/ 5072730 w 6501199"/>
              <a:gd name="connsiteY6272" fmla="*/ 1787621 h 6382977"/>
              <a:gd name="connsiteX6273" fmla="*/ 5091090 w 6501199"/>
              <a:gd name="connsiteY6273" fmla="*/ 1735418 h 6382977"/>
              <a:gd name="connsiteX6274" fmla="*/ 5104410 w 6501199"/>
              <a:gd name="connsiteY6274" fmla="*/ 1746939 h 6382977"/>
              <a:gd name="connsiteX6275" fmla="*/ 5093250 w 6501199"/>
              <a:gd name="connsiteY6275" fmla="*/ 1735418 h 6382977"/>
              <a:gd name="connsiteX6276" fmla="*/ 5115930 w 6501199"/>
              <a:gd name="connsiteY6276" fmla="*/ 1673854 h 6382977"/>
              <a:gd name="connsiteX6277" fmla="*/ 5118090 w 6501199"/>
              <a:gd name="connsiteY6277" fmla="*/ 1660173 h 6382977"/>
              <a:gd name="connsiteX6278" fmla="*/ 5131770 w 6501199"/>
              <a:gd name="connsiteY6278" fmla="*/ 1660173 h 6382977"/>
              <a:gd name="connsiteX6279" fmla="*/ 5131770 w 6501199"/>
              <a:gd name="connsiteY6279" fmla="*/ 1633171 h 6382977"/>
              <a:gd name="connsiteX6280" fmla="*/ 5145450 w 6501199"/>
              <a:gd name="connsiteY6280" fmla="*/ 1610129 h 6382977"/>
              <a:gd name="connsiteX6281" fmla="*/ 5198011 w 6501199"/>
              <a:gd name="connsiteY6281" fmla="*/ 1533084 h 6382977"/>
              <a:gd name="connsiteX6282" fmla="*/ 5211331 w 6501199"/>
              <a:gd name="connsiteY6282" fmla="*/ 1453519 h 6382977"/>
              <a:gd name="connsiteX6283" fmla="*/ 5222851 w 6501199"/>
              <a:gd name="connsiteY6283" fmla="*/ 1439478 h 6382977"/>
              <a:gd name="connsiteX6284" fmla="*/ 5220691 w 6501199"/>
              <a:gd name="connsiteY6284" fmla="*/ 1498882 h 6382977"/>
              <a:gd name="connsiteX6285" fmla="*/ 5238691 w 6501199"/>
              <a:gd name="connsiteY6285" fmla="*/ 1503202 h 6382977"/>
              <a:gd name="connsiteX6286" fmla="*/ 5234371 w 6501199"/>
              <a:gd name="connsiteY6286" fmla="*/ 1483041 h 6382977"/>
              <a:gd name="connsiteX6287" fmla="*/ 5259211 w 6501199"/>
              <a:gd name="connsiteY6287" fmla="*/ 1485201 h 6382977"/>
              <a:gd name="connsiteX6288" fmla="*/ 5241211 w 6501199"/>
              <a:gd name="connsiteY6288" fmla="*/ 1464679 h 6382977"/>
              <a:gd name="connsiteX6289" fmla="*/ 5252371 w 6501199"/>
              <a:gd name="connsiteY6289" fmla="*/ 1439478 h 6382977"/>
              <a:gd name="connsiteX6290" fmla="*/ 5227531 w 6501199"/>
              <a:gd name="connsiteY6290" fmla="*/ 1432637 h 6382977"/>
              <a:gd name="connsiteX6291" fmla="*/ 5231851 w 6501199"/>
              <a:gd name="connsiteY6291" fmla="*/ 1400955 h 6382977"/>
              <a:gd name="connsiteX6292" fmla="*/ 5250211 w 6501199"/>
              <a:gd name="connsiteY6292" fmla="*/ 1398795 h 6382977"/>
              <a:gd name="connsiteX6293" fmla="*/ 5266051 w 6501199"/>
              <a:gd name="connsiteY6293" fmla="*/ 1355592 h 6382977"/>
              <a:gd name="connsiteX6294" fmla="*/ 5263891 w 6501199"/>
              <a:gd name="connsiteY6294" fmla="*/ 1387274 h 6382977"/>
              <a:gd name="connsiteX6295" fmla="*/ 5288731 w 6501199"/>
              <a:gd name="connsiteY6295" fmla="*/ 1378273 h 6382977"/>
              <a:gd name="connsiteX6296" fmla="*/ 5275051 w 6501199"/>
              <a:gd name="connsiteY6296" fmla="*/ 1364592 h 6382977"/>
              <a:gd name="connsiteX6297" fmla="*/ 5302411 w 6501199"/>
              <a:gd name="connsiteY6297" fmla="*/ 1309869 h 6382977"/>
              <a:gd name="connsiteX6298" fmla="*/ 5320772 w 6501199"/>
              <a:gd name="connsiteY6298" fmla="*/ 1305548 h 6382977"/>
              <a:gd name="connsiteX6299" fmla="*/ 5318611 w 6501199"/>
              <a:gd name="connsiteY6299" fmla="*/ 1298708 h 6382977"/>
              <a:gd name="connsiteX6300" fmla="*/ 5288731 w 6501199"/>
              <a:gd name="connsiteY6300" fmla="*/ 1300868 h 6382977"/>
              <a:gd name="connsiteX6301" fmla="*/ 5293411 w 6501199"/>
              <a:gd name="connsiteY6301" fmla="*/ 1280347 h 6382977"/>
              <a:gd name="connsiteX6302" fmla="*/ 5275051 w 6501199"/>
              <a:gd name="connsiteY6302" fmla="*/ 1291867 h 6382977"/>
              <a:gd name="connsiteX6303" fmla="*/ 5286571 w 6501199"/>
              <a:gd name="connsiteY6303" fmla="*/ 1269186 h 6382977"/>
              <a:gd name="connsiteX6304" fmla="*/ 5307091 w 6501199"/>
              <a:gd name="connsiteY6304" fmla="*/ 1282867 h 6382977"/>
              <a:gd name="connsiteX6305" fmla="*/ 5313931 w 6501199"/>
              <a:gd name="connsiteY6305" fmla="*/ 1259825 h 6382977"/>
              <a:gd name="connsiteX6306" fmla="*/ 5316222 w 6501199"/>
              <a:gd name="connsiteY6306" fmla="*/ 1259853 h 6382977"/>
              <a:gd name="connsiteX6307" fmla="*/ 5316893 w 6501199"/>
              <a:gd name="connsiteY6307" fmla="*/ 1257959 h 6382977"/>
              <a:gd name="connsiteX6308" fmla="*/ 5323752 w 6501199"/>
              <a:gd name="connsiteY6308" fmla="*/ 1241425 h 6382977"/>
              <a:gd name="connsiteX6309" fmla="*/ 5329828 w 6501199"/>
              <a:gd name="connsiteY6309" fmla="*/ 1247256 h 6382977"/>
              <a:gd name="connsiteX6310" fmla="*/ 5329726 w 6501199"/>
              <a:gd name="connsiteY6310" fmla="*/ 1248385 h 6382977"/>
              <a:gd name="connsiteX6311" fmla="*/ 5335307 w 6501199"/>
              <a:gd name="connsiteY6311" fmla="*/ 1245199 h 6382977"/>
              <a:gd name="connsiteX6312" fmla="*/ 5350292 w 6501199"/>
              <a:gd name="connsiteY6312" fmla="*/ 1239304 h 6382977"/>
              <a:gd name="connsiteX6313" fmla="*/ 5343452 w 6501199"/>
              <a:gd name="connsiteY6313" fmla="*/ 1228143 h 6382977"/>
              <a:gd name="connsiteX6314" fmla="*/ 5331932 w 6501199"/>
              <a:gd name="connsiteY6314" fmla="*/ 1234984 h 6382977"/>
              <a:gd name="connsiteX6315" fmla="*/ 5335681 w 6501199"/>
              <a:gd name="connsiteY6315" fmla="*/ 1219274 h 6382977"/>
              <a:gd name="connsiteX6316" fmla="*/ 5331417 w 6501199"/>
              <a:gd name="connsiteY6316" fmla="*/ 1207937 h 6382977"/>
              <a:gd name="connsiteX6317" fmla="*/ 5350253 w 6501199"/>
              <a:gd name="connsiteY6317" fmla="*/ 1174779 h 6382977"/>
              <a:gd name="connsiteX6318" fmla="*/ 5345637 w 6501199"/>
              <a:gd name="connsiteY6318" fmla="*/ 1189682 h 6382977"/>
              <a:gd name="connsiteX6319" fmla="*/ 5354522 w 6501199"/>
              <a:gd name="connsiteY6319" fmla="*/ 1211357 h 6382977"/>
              <a:gd name="connsiteX6320" fmla="*/ 5361812 w 6501199"/>
              <a:gd name="connsiteY6320" fmla="*/ 1234984 h 6382977"/>
              <a:gd name="connsiteX6321" fmla="*/ 5370812 w 6501199"/>
              <a:gd name="connsiteY6321" fmla="*/ 1232463 h 6382977"/>
              <a:gd name="connsiteX6322" fmla="*/ 5363972 w 6501199"/>
              <a:gd name="connsiteY6322" fmla="*/ 1175579 h 6382977"/>
              <a:gd name="connsiteX6323" fmla="*/ 5377652 w 6501199"/>
              <a:gd name="connsiteY6323" fmla="*/ 1173419 h 6382977"/>
              <a:gd name="connsiteX6324" fmla="*/ 5377652 w 6501199"/>
              <a:gd name="connsiteY6324" fmla="*/ 1166579 h 6382977"/>
              <a:gd name="connsiteX6325" fmla="*/ 5366132 w 6501199"/>
              <a:gd name="connsiteY6325" fmla="*/ 1166579 h 6382977"/>
              <a:gd name="connsiteX6326" fmla="*/ 5377652 w 6501199"/>
              <a:gd name="connsiteY6326" fmla="*/ 1141737 h 6382977"/>
              <a:gd name="connsiteX6327" fmla="*/ 5368292 w 6501199"/>
              <a:gd name="connsiteY6327" fmla="*/ 1096014 h 6382977"/>
              <a:gd name="connsiteX6328" fmla="*/ 5388812 w 6501199"/>
              <a:gd name="connsiteY6328" fmla="*/ 1132376 h 6382977"/>
              <a:gd name="connsiteX6329" fmla="*/ 5391332 w 6501199"/>
              <a:gd name="connsiteY6329" fmla="*/ 1084853 h 6382977"/>
              <a:gd name="connsiteX6330" fmla="*/ 5363972 w 6501199"/>
              <a:gd name="connsiteY6330" fmla="*/ 1087013 h 6382977"/>
              <a:gd name="connsiteX6331" fmla="*/ 5366132 w 6501199"/>
              <a:gd name="connsiteY6331" fmla="*/ 1075493 h 6382977"/>
              <a:gd name="connsiteX6332" fmla="*/ 5398172 w 6501199"/>
              <a:gd name="connsiteY6332" fmla="*/ 1080173 h 6382977"/>
              <a:gd name="connsiteX6333" fmla="*/ 5405013 w 6501199"/>
              <a:gd name="connsiteY6333" fmla="*/ 1057491 h 6382977"/>
              <a:gd name="connsiteX6334" fmla="*/ 5396462 w 6501199"/>
              <a:gd name="connsiteY6334" fmla="*/ 1022479 h 6382977"/>
              <a:gd name="connsiteX6335" fmla="*/ 5398408 w 6501199"/>
              <a:gd name="connsiteY6335" fmla="*/ 1011333 h 6382977"/>
              <a:gd name="connsiteX6336" fmla="*/ 5397457 w 6501199"/>
              <a:gd name="connsiteY6336" fmla="*/ 1014052 h 6382977"/>
              <a:gd name="connsiteX6337" fmla="*/ 5381348 w 6501199"/>
              <a:gd name="connsiteY6337" fmla="*/ 1011896 h 6382977"/>
              <a:gd name="connsiteX6338" fmla="*/ 5390655 w 6501199"/>
              <a:gd name="connsiteY6338" fmla="*/ 957262 h 6382977"/>
              <a:gd name="connsiteX6339" fmla="*/ 5404353 w 6501199"/>
              <a:gd name="connsiteY6339" fmla="*/ 967298 h 6382977"/>
              <a:gd name="connsiteX6340" fmla="*/ 5408294 w 6501199"/>
              <a:gd name="connsiteY6340" fmla="*/ 977897 h 6382977"/>
              <a:gd name="connsiteX6341" fmla="*/ 5416134 w 6501199"/>
              <a:gd name="connsiteY6341" fmla="*/ 971550 h 6382977"/>
              <a:gd name="connsiteX6342" fmla="*/ 5411669 w 6501199"/>
              <a:gd name="connsiteY6342" fmla="*/ 987985 h 6382977"/>
              <a:gd name="connsiteX6343" fmla="*/ 5411483 w 6501199"/>
              <a:gd name="connsiteY6343" fmla="*/ 982616 h 6382977"/>
              <a:gd name="connsiteX6344" fmla="*/ 5408695 w 6501199"/>
              <a:gd name="connsiteY6344" fmla="*/ 981916 h 6382977"/>
              <a:gd name="connsiteX6345" fmla="*/ 5404888 w 6501199"/>
              <a:gd name="connsiteY6345" fmla="*/ 992801 h 6382977"/>
              <a:gd name="connsiteX6346" fmla="*/ 5407825 w 6501199"/>
              <a:gd name="connsiteY6346" fmla="*/ 994425 h 6382977"/>
              <a:gd name="connsiteX6347" fmla="*/ 5413360 w 6501199"/>
              <a:gd name="connsiteY6347" fmla="*/ 1012527 h 6382977"/>
              <a:gd name="connsiteX6348" fmla="*/ 5422438 w 6501199"/>
              <a:gd name="connsiteY6348" fmla="*/ 1016215 h 6382977"/>
              <a:gd name="connsiteX6349" fmla="*/ 5423399 w 6501199"/>
              <a:gd name="connsiteY6349" fmla="*/ 1014041 h 6382977"/>
              <a:gd name="connsiteX6350" fmla="*/ 5425134 w 6501199"/>
              <a:gd name="connsiteY6350" fmla="*/ 1003229 h 6382977"/>
              <a:gd name="connsiteX6351" fmla="*/ 5438853 w 6501199"/>
              <a:gd name="connsiteY6351" fmla="*/ 964245 h 6382977"/>
              <a:gd name="connsiteX6352" fmla="*/ 5434533 w 6501199"/>
              <a:gd name="connsiteY6352" fmla="*/ 923202 h 6382977"/>
              <a:gd name="connsiteX6353" fmla="*/ 5424543 w 6501199"/>
              <a:gd name="connsiteY6353" fmla="*/ 919512 h 6382977"/>
              <a:gd name="connsiteX6354" fmla="*/ 5417599 w 6501199"/>
              <a:gd name="connsiteY6354" fmla="*/ 915106 h 6382977"/>
              <a:gd name="connsiteX6355" fmla="*/ 5416246 w 6501199"/>
              <a:gd name="connsiteY6355" fmla="*/ 917500 h 6382977"/>
              <a:gd name="connsiteX6356" fmla="*/ 5407297 w 6501199"/>
              <a:gd name="connsiteY6356" fmla="*/ 928323 h 6382977"/>
              <a:gd name="connsiteX6357" fmla="*/ 5407297 w 6501199"/>
              <a:gd name="connsiteY6357" fmla="*/ 907586 h 6382977"/>
              <a:gd name="connsiteX6358" fmla="*/ 5398212 w 6501199"/>
              <a:gd name="connsiteY6358" fmla="*/ 893762 h 6382977"/>
              <a:gd name="connsiteX6359" fmla="*/ 5412521 w 6501199"/>
              <a:gd name="connsiteY6359" fmla="*/ 898582 h 6382977"/>
              <a:gd name="connsiteX6360" fmla="*/ 5413089 w 6501199"/>
              <a:gd name="connsiteY6360" fmla="*/ 898923 h 6382977"/>
              <a:gd name="connsiteX6361" fmla="*/ 5415560 w 6501199"/>
              <a:gd name="connsiteY6361" fmla="*/ 897354 h 6382977"/>
              <a:gd name="connsiteX6362" fmla="*/ 5432013 w 6501199"/>
              <a:gd name="connsiteY6362" fmla="*/ 911681 h 6382977"/>
              <a:gd name="connsiteX6363" fmla="*/ 5433582 w 6501199"/>
              <a:gd name="connsiteY6363" fmla="*/ 906956 h 6382977"/>
              <a:gd name="connsiteX6364" fmla="*/ 5437467 w 6501199"/>
              <a:gd name="connsiteY6364" fmla="*/ 908675 h 6382977"/>
              <a:gd name="connsiteX6365" fmla="*/ 5439501 w 6501199"/>
              <a:gd name="connsiteY6365" fmla="*/ 904277 h 6382977"/>
              <a:gd name="connsiteX6366" fmla="*/ 5444043 w 6501199"/>
              <a:gd name="connsiteY6366" fmla="*/ 903859 h 6382977"/>
              <a:gd name="connsiteX6367" fmla="*/ 5436693 w 6501199"/>
              <a:gd name="connsiteY6367" fmla="*/ 897685 h 6382977"/>
              <a:gd name="connsiteX6368" fmla="*/ 5445693 w 6501199"/>
              <a:gd name="connsiteY6368" fmla="*/ 891520 h 6382977"/>
              <a:gd name="connsiteX6369" fmla="*/ 4785894 w 6501199"/>
              <a:gd name="connsiteY6369" fmla="*/ 890587 h 6382977"/>
              <a:gd name="connsiteX6370" fmla="*/ 4797037 w 6501199"/>
              <a:gd name="connsiteY6370" fmla="*/ 931303 h 6382977"/>
              <a:gd name="connsiteX6371" fmla="*/ 4792724 w 6501199"/>
              <a:gd name="connsiteY6371" fmla="*/ 949680 h 6382977"/>
              <a:gd name="connsiteX6372" fmla="*/ 4790208 w 6501199"/>
              <a:gd name="connsiteY6372" fmla="*/ 961210 h 6382977"/>
              <a:gd name="connsiteX6373" fmla="*/ 4767563 w 6501199"/>
              <a:gd name="connsiteY6373" fmla="*/ 999764 h 6382977"/>
              <a:gd name="connsiteX6374" fmla="*/ 4770079 w 6501199"/>
              <a:gd name="connsiteY6374" fmla="*/ 944995 h 6382977"/>
              <a:gd name="connsiteX6375" fmla="*/ 4785894 w 6501199"/>
              <a:gd name="connsiteY6375" fmla="*/ 890587 h 6382977"/>
              <a:gd name="connsiteX6376" fmla="*/ 4864158 w 6501199"/>
              <a:gd name="connsiteY6376" fmla="*/ 884237 h 6382977"/>
              <a:gd name="connsiteX6377" fmla="*/ 4907353 w 6501199"/>
              <a:gd name="connsiteY6377" fmla="*/ 904537 h 6382977"/>
              <a:gd name="connsiteX6378" fmla="*/ 4891155 w 6501199"/>
              <a:gd name="connsiteY6378" fmla="*/ 929912 h 6382977"/>
              <a:gd name="connsiteX6379" fmla="*/ 4879996 w 6501199"/>
              <a:gd name="connsiteY6379" fmla="*/ 904537 h 6382977"/>
              <a:gd name="connsiteX6380" fmla="*/ 4859478 w 6501199"/>
              <a:gd name="connsiteY6380" fmla="*/ 927737 h 6382977"/>
              <a:gd name="connsiteX6381" fmla="*/ 4864158 w 6501199"/>
              <a:gd name="connsiteY6381" fmla="*/ 884237 h 6382977"/>
              <a:gd name="connsiteX6382" fmla="*/ 5591887 w 6501199"/>
              <a:gd name="connsiteY6382" fmla="*/ 881624 h 6382977"/>
              <a:gd name="connsiteX6383" fmla="*/ 5596248 w 6501199"/>
              <a:gd name="connsiteY6383" fmla="*/ 893266 h 6382977"/>
              <a:gd name="connsiteX6384" fmla="*/ 5616962 w 6501199"/>
              <a:gd name="connsiteY6384" fmla="*/ 895448 h 6382977"/>
              <a:gd name="connsiteX6385" fmla="*/ 5591887 w 6501199"/>
              <a:gd name="connsiteY6385" fmla="*/ 907090 h 6382977"/>
              <a:gd name="connsiteX6386" fmla="*/ 5591887 w 6501199"/>
              <a:gd name="connsiteY6386" fmla="*/ 881624 h 6382977"/>
              <a:gd name="connsiteX6387" fmla="*/ 4594975 w 6501199"/>
              <a:gd name="connsiteY6387" fmla="*/ 863600 h 6382977"/>
              <a:gd name="connsiteX6388" fmla="*/ 4629536 w 6501199"/>
              <a:gd name="connsiteY6388" fmla="*/ 877388 h 6382977"/>
              <a:gd name="connsiteX6389" fmla="*/ 4626990 w 6501199"/>
              <a:gd name="connsiteY6389" fmla="*/ 888637 h 6382977"/>
              <a:gd name="connsiteX6390" fmla="*/ 4594975 w 6501199"/>
              <a:gd name="connsiteY6390" fmla="*/ 863600 h 6382977"/>
              <a:gd name="connsiteX6391" fmla="*/ 5654814 w 6501199"/>
              <a:gd name="connsiteY6391" fmla="*/ 853016 h 6382977"/>
              <a:gd name="connsiteX6392" fmla="*/ 5659211 w 6501199"/>
              <a:gd name="connsiteY6392" fmla="*/ 888647 h 6382977"/>
              <a:gd name="connsiteX6393" fmla="*/ 5654814 w 6501199"/>
              <a:gd name="connsiteY6393" fmla="*/ 853016 h 6382977"/>
              <a:gd name="connsiteX6394" fmla="*/ 5351331 w 6501199"/>
              <a:gd name="connsiteY6394" fmla="*/ 852487 h 6382977"/>
              <a:gd name="connsiteX6395" fmla="*/ 5349214 w 6501199"/>
              <a:gd name="connsiteY6395" fmla="*/ 915630 h 6382977"/>
              <a:gd name="connsiteX6396" fmla="*/ 5351331 w 6501199"/>
              <a:gd name="connsiteY6396" fmla="*/ 852487 h 6382977"/>
              <a:gd name="connsiteX6397" fmla="*/ 5411669 w 6501199"/>
              <a:gd name="connsiteY6397" fmla="*/ 846137 h 6382977"/>
              <a:gd name="connsiteX6398" fmla="*/ 5428041 w 6501199"/>
              <a:gd name="connsiteY6398" fmla="*/ 871195 h 6382977"/>
              <a:gd name="connsiteX6399" fmla="*/ 5411669 w 6501199"/>
              <a:gd name="connsiteY6399" fmla="*/ 882292 h 6382977"/>
              <a:gd name="connsiteX6400" fmla="*/ 5411669 w 6501199"/>
              <a:gd name="connsiteY6400" fmla="*/ 846137 h 6382977"/>
              <a:gd name="connsiteX6401" fmla="*/ 5407664 w 6501199"/>
              <a:gd name="connsiteY6401" fmla="*/ 820066 h 6382977"/>
              <a:gd name="connsiteX6402" fmla="*/ 5403013 w 6501199"/>
              <a:gd name="connsiteY6402" fmla="*/ 837953 h 6382977"/>
              <a:gd name="connsiteX6403" fmla="*/ 5407664 w 6501199"/>
              <a:gd name="connsiteY6403" fmla="*/ 820066 h 6382977"/>
              <a:gd name="connsiteX6404" fmla="*/ 4599372 w 6501199"/>
              <a:gd name="connsiteY6404" fmla="*/ 817995 h 6382977"/>
              <a:gd name="connsiteX6405" fmla="*/ 4599372 w 6501199"/>
              <a:gd name="connsiteY6405" fmla="*/ 826750 h 6382977"/>
              <a:gd name="connsiteX6406" fmla="*/ 4575925 w 6501199"/>
              <a:gd name="connsiteY6406" fmla="*/ 824393 h 6382977"/>
              <a:gd name="connsiteX6407" fmla="*/ 4599372 w 6501199"/>
              <a:gd name="connsiteY6407" fmla="*/ 817995 h 6382977"/>
              <a:gd name="connsiteX6408" fmla="*/ 5451808 w 6501199"/>
              <a:gd name="connsiteY6408" fmla="*/ 815975 h 6382977"/>
              <a:gd name="connsiteX6409" fmla="*/ 5467738 w 6501199"/>
              <a:gd name="connsiteY6409" fmla="*/ 820737 h 6382977"/>
              <a:gd name="connsiteX6410" fmla="*/ 5458687 w 6501199"/>
              <a:gd name="connsiteY6410" fmla="*/ 834658 h 6382977"/>
              <a:gd name="connsiteX6411" fmla="*/ 5451808 w 6501199"/>
              <a:gd name="connsiteY6411" fmla="*/ 815975 h 6382977"/>
              <a:gd name="connsiteX6412" fmla="*/ 4804663 w 6501199"/>
              <a:gd name="connsiteY6412" fmla="*/ 809625 h 6382977"/>
              <a:gd name="connsiteX6413" fmla="*/ 4797778 w 6501199"/>
              <a:gd name="connsiteY6413" fmla="*/ 891814 h 6382977"/>
              <a:gd name="connsiteX6414" fmla="*/ 4804663 w 6501199"/>
              <a:gd name="connsiteY6414" fmla="*/ 809625 h 6382977"/>
              <a:gd name="connsiteX6415" fmla="*/ 4002838 w 6501199"/>
              <a:gd name="connsiteY6415" fmla="*/ 803885 h 6382977"/>
              <a:gd name="connsiteX6416" fmla="*/ 4007600 w 6501199"/>
              <a:gd name="connsiteY6416" fmla="*/ 806449 h 6382977"/>
              <a:gd name="connsiteX6417" fmla="*/ 4002838 w 6501199"/>
              <a:gd name="connsiteY6417" fmla="*/ 803885 h 6382977"/>
              <a:gd name="connsiteX6418" fmla="*/ 5500346 w 6501199"/>
              <a:gd name="connsiteY6418" fmla="*/ 792747 h 6382977"/>
              <a:gd name="connsiteX6419" fmla="*/ 5507416 w 6501199"/>
              <a:gd name="connsiteY6419" fmla="*/ 797454 h 6382977"/>
              <a:gd name="connsiteX6420" fmla="*/ 5493277 w 6501199"/>
              <a:gd name="connsiteY6420" fmla="*/ 810850 h 6382977"/>
              <a:gd name="connsiteX6421" fmla="*/ 5500346 w 6501199"/>
              <a:gd name="connsiteY6421" fmla="*/ 792747 h 6382977"/>
              <a:gd name="connsiteX6422" fmla="*/ 4977132 w 6501199"/>
              <a:gd name="connsiteY6422" fmla="*/ 758825 h 6382977"/>
              <a:gd name="connsiteX6423" fmla="*/ 4960825 w 6501199"/>
              <a:gd name="connsiteY6423" fmla="*/ 898164 h 6382977"/>
              <a:gd name="connsiteX6424" fmla="*/ 4926763 w 6501199"/>
              <a:gd name="connsiteY6424" fmla="*/ 881920 h 6382977"/>
              <a:gd name="connsiteX6425" fmla="*/ 4953940 w 6501199"/>
              <a:gd name="connsiteY6425" fmla="*/ 881920 h 6382977"/>
              <a:gd name="connsiteX6426" fmla="*/ 4977132 w 6501199"/>
              <a:gd name="connsiteY6426" fmla="*/ 758825 h 6382977"/>
              <a:gd name="connsiteX6427" fmla="*/ 5566847 w 6501199"/>
              <a:gd name="connsiteY6427" fmla="*/ 755786 h 6382977"/>
              <a:gd name="connsiteX6428" fmla="*/ 5566444 w 6501199"/>
              <a:gd name="connsiteY6428" fmla="*/ 757378 h 6382977"/>
              <a:gd name="connsiteX6429" fmla="*/ 5563350 w 6501199"/>
              <a:gd name="connsiteY6429" fmla="*/ 769583 h 6382977"/>
              <a:gd name="connsiteX6430" fmla="*/ 5564865 w 6501199"/>
              <a:gd name="connsiteY6430" fmla="*/ 763605 h 6382977"/>
              <a:gd name="connsiteX6431" fmla="*/ 5505231 w 6501199"/>
              <a:gd name="connsiteY6431" fmla="*/ 755650 h 6382977"/>
              <a:gd name="connsiteX6432" fmla="*/ 5500675 w 6501199"/>
              <a:gd name="connsiteY6432" fmla="*/ 775925 h 6382977"/>
              <a:gd name="connsiteX6433" fmla="*/ 5505231 w 6501199"/>
              <a:gd name="connsiteY6433" fmla="*/ 755650 h 6382977"/>
              <a:gd name="connsiteX6434" fmla="*/ 5567896 w 6501199"/>
              <a:gd name="connsiteY6434" fmla="*/ 751650 h 6382977"/>
              <a:gd name="connsiteX6435" fmla="*/ 5567391 w 6501199"/>
              <a:gd name="connsiteY6435" fmla="*/ 753642 h 6382977"/>
              <a:gd name="connsiteX6436" fmla="*/ 5566847 w 6501199"/>
              <a:gd name="connsiteY6436" fmla="*/ 755786 h 6382977"/>
              <a:gd name="connsiteX6437" fmla="*/ 5418991 w 6501199"/>
              <a:gd name="connsiteY6437" fmla="*/ 747712 h 6382977"/>
              <a:gd name="connsiteX6438" fmla="*/ 5431959 w 6501199"/>
              <a:gd name="connsiteY6438" fmla="*/ 800255 h 6382977"/>
              <a:gd name="connsiteX6439" fmla="*/ 5414434 w 6501199"/>
              <a:gd name="connsiteY6439" fmla="*/ 807139 h 6382977"/>
              <a:gd name="connsiteX6440" fmla="*/ 5418991 w 6501199"/>
              <a:gd name="connsiteY6440" fmla="*/ 747712 h 6382977"/>
              <a:gd name="connsiteX6441" fmla="*/ 5720277 w 6501199"/>
              <a:gd name="connsiteY6441" fmla="*/ 746273 h 6382977"/>
              <a:gd name="connsiteX6442" fmla="*/ 5739204 w 6501199"/>
              <a:gd name="connsiteY6442" fmla="*/ 757237 h 6382977"/>
              <a:gd name="connsiteX6443" fmla="*/ 5736692 w 6501199"/>
              <a:gd name="connsiteY6443" fmla="*/ 772759 h 6382977"/>
              <a:gd name="connsiteX6444" fmla="*/ 5698288 w 6501199"/>
              <a:gd name="connsiteY6444" fmla="*/ 750534 h 6382977"/>
              <a:gd name="connsiteX6445" fmla="*/ 5714080 w 6501199"/>
              <a:gd name="connsiteY6445" fmla="*/ 750534 h 6382977"/>
              <a:gd name="connsiteX6446" fmla="*/ 5720277 w 6501199"/>
              <a:gd name="connsiteY6446" fmla="*/ 746273 h 6382977"/>
              <a:gd name="connsiteX6447" fmla="*/ 4752138 w 6501199"/>
              <a:gd name="connsiteY6447" fmla="*/ 741362 h 6382977"/>
              <a:gd name="connsiteX6448" fmla="*/ 4760900 w 6501199"/>
              <a:gd name="connsiteY6448" fmla="*/ 761644 h 6382977"/>
              <a:gd name="connsiteX6449" fmla="*/ 4752138 w 6501199"/>
              <a:gd name="connsiteY6449" fmla="*/ 741362 h 6382977"/>
              <a:gd name="connsiteX6450" fmla="*/ 4565350 w 6501199"/>
              <a:gd name="connsiteY6450" fmla="*/ 740419 h 6382977"/>
              <a:gd name="connsiteX6451" fmla="*/ 4574206 w 6501199"/>
              <a:gd name="connsiteY6451" fmla="*/ 754930 h 6382977"/>
              <a:gd name="connsiteX6452" fmla="*/ 4605734 w 6501199"/>
              <a:gd name="connsiteY6452" fmla="*/ 757163 h 6382977"/>
              <a:gd name="connsiteX6453" fmla="*/ 4567476 w 6501199"/>
              <a:gd name="connsiteY6453" fmla="*/ 759395 h 6382977"/>
              <a:gd name="connsiteX6454" fmla="*/ 4565350 w 6501199"/>
              <a:gd name="connsiteY6454" fmla="*/ 740419 h 6382977"/>
              <a:gd name="connsiteX6455" fmla="*/ 5475408 w 6501199"/>
              <a:gd name="connsiteY6455" fmla="*/ 738187 h 6382977"/>
              <a:gd name="connsiteX6456" fmla="*/ 5473273 w 6501199"/>
              <a:gd name="connsiteY6456" fmla="*/ 758469 h 6382977"/>
              <a:gd name="connsiteX6457" fmla="*/ 5475408 w 6501199"/>
              <a:gd name="connsiteY6457" fmla="*/ 738187 h 6382977"/>
              <a:gd name="connsiteX6458" fmla="*/ 4810094 w 6501199"/>
              <a:gd name="connsiteY6458" fmla="*/ 736600 h 6382977"/>
              <a:gd name="connsiteX6459" fmla="*/ 4826087 w 6501199"/>
              <a:gd name="connsiteY6459" fmla="*/ 761299 h 6382977"/>
              <a:gd name="connsiteX6460" fmla="*/ 4799076 w 6501199"/>
              <a:gd name="connsiteY6460" fmla="*/ 772754 h 6382977"/>
              <a:gd name="connsiteX6461" fmla="*/ 4810094 w 6501199"/>
              <a:gd name="connsiteY6461" fmla="*/ 736600 h 6382977"/>
              <a:gd name="connsiteX6462" fmla="*/ 4661870 w 6501199"/>
              <a:gd name="connsiteY6462" fmla="*/ 734511 h 6382977"/>
              <a:gd name="connsiteX6463" fmla="*/ 4672829 w 6501199"/>
              <a:gd name="connsiteY6463" fmla="*/ 737067 h 6382977"/>
              <a:gd name="connsiteX6464" fmla="*/ 4656822 w 6501199"/>
              <a:gd name="connsiteY6464" fmla="*/ 743885 h 6382977"/>
              <a:gd name="connsiteX6465" fmla="*/ 4654275 w 6501199"/>
              <a:gd name="connsiteY6465" fmla="*/ 782278 h 6382977"/>
              <a:gd name="connsiteX6466" fmla="*/ 4647363 w 6501199"/>
              <a:gd name="connsiteY6466" fmla="*/ 737067 h 6382977"/>
              <a:gd name="connsiteX6467" fmla="*/ 4661870 w 6501199"/>
              <a:gd name="connsiteY6467" fmla="*/ 734511 h 6382977"/>
              <a:gd name="connsiteX6468" fmla="*/ 5383605 w 6501199"/>
              <a:gd name="connsiteY6468" fmla="*/ 725487 h 6382977"/>
              <a:gd name="connsiteX6469" fmla="*/ 5374304 w 6501199"/>
              <a:gd name="connsiteY6469" fmla="*/ 791801 h 6382977"/>
              <a:gd name="connsiteX6470" fmla="*/ 5383605 w 6501199"/>
              <a:gd name="connsiteY6470" fmla="*/ 725487 h 6382977"/>
              <a:gd name="connsiteX6471" fmla="*/ 4737369 w 6501199"/>
              <a:gd name="connsiteY6471" fmla="*/ 725487 h 6382977"/>
              <a:gd name="connsiteX6472" fmla="*/ 4762341 w 6501199"/>
              <a:gd name="connsiteY6472" fmla="*/ 737210 h 6382977"/>
              <a:gd name="connsiteX6473" fmla="*/ 4739509 w 6501199"/>
              <a:gd name="connsiteY6473" fmla="*/ 739408 h 6382977"/>
              <a:gd name="connsiteX6474" fmla="*/ 4737369 w 6501199"/>
              <a:gd name="connsiteY6474" fmla="*/ 725487 h 6382977"/>
              <a:gd name="connsiteX6475" fmla="*/ 4919213 w 6501199"/>
              <a:gd name="connsiteY6475" fmla="*/ 715491 h 6382977"/>
              <a:gd name="connsiteX6476" fmla="*/ 4934215 w 6501199"/>
              <a:gd name="connsiteY6476" fmla="*/ 715879 h 6382977"/>
              <a:gd name="connsiteX6477" fmla="*/ 4940690 w 6501199"/>
              <a:gd name="connsiteY6477" fmla="*/ 750071 h 6382977"/>
              <a:gd name="connsiteX6478" fmla="*/ 4911192 w 6501199"/>
              <a:gd name="connsiteY6478" fmla="*/ 765907 h 6382977"/>
              <a:gd name="connsiteX6479" fmla="*/ 4904358 w 6501199"/>
              <a:gd name="connsiteY6479" fmla="*/ 809098 h 6382977"/>
              <a:gd name="connsiteX6480" fmla="*/ 4920545 w 6501199"/>
              <a:gd name="connsiteY6480" fmla="*/ 811257 h 6382977"/>
              <a:gd name="connsiteX6481" fmla="*/ 4900041 w 6501199"/>
              <a:gd name="connsiteY6481" fmla="*/ 888640 h 6382977"/>
              <a:gd name="connsiteX6482" fmla="*/ 4870543 w 6501199"/>
              <a:gd name="connsiteY6482" fmla="*/ 854807 h 6382977"/>
              <a:gd name="connsiteX6483" fmla="*/ 4874983 w 6501199"/>
              <a:gd name="connsiteY6483" fmla="*/ 831503 h 6382977"/>
              <a:gd name="connsiteX6484" fmla="*/ 4869340 w 6501199"/>
              <a:gd name="connsiteY6484" fmla="*/ 826326 h 6382977"/>
              <a:gd name="connsiteX6485" fmla="*/ 4874507 w 6501199"/>
              <a:gd name="connsiteY6485" fmla="*/ 798512 h 6382977"/>
              <a:gd name="connsiteX6486" fmla="*/ 4883648 w 6501199"/>
              <a:gd name="connsiteY6486" fmla="*/ 805824 h 6382977"/>
              <a:gd name="connsiteX6487" fmla="*/ 4884387 w 6501199"/>
              <a:gd name="connsiteY6487" fmla="*/ 809854 h 6382977"/>
              <a:gd name="connsiteX6488" fmla="*/ 4887990 w 6501199"/>
              <a:gd name="connsiteY6488" fmla="*/ 802889 h 6382977"/>
              <a:gd name="connsiteX6489" fmla="*/ 4881695 w 6501199"/>
              <a:gd name="connsiteY6489" fmla="*/ 761228 h 6382977"/>
              <a:gd name="connsiteX6490" fmla="*/ 4911192 w 6501199"/>
              <a:gd name="connsiteY6490" fmla="*/ 743233 h 6382977"/>
              <a:gd name="connsiteX6491" fmla="*/ 4900041 w 6501199"/>
              <a:gd name="connsiteY6491" fmla="*/ 736394 h 6382977"/>
              <a:gd name="connsiteX6492" fmla="*/ 4919213 w 6501199"/>
              <a:gd name="connsiteY6492" fmla="*/ 715491 h 6382977"/>
              <a:gd name="connsiteX6493" fmla="*/ 4989116 w 6501199"/>
              <a:gd name="connsiteY6493" fmla="*/ 695261 h 6382977"/>
              <a:gd name="connsiteX6494" fmla="*/ 4986382 w 6501199"/>
              <a:gd name="connsiteY6494" fmla="*/ 736244 h 6382977"/>
              <a:gd name="connsiteX6495" fmla="*/ 4981796 w 6501199"/>
              <a:gd name="connsiteY6495" fmla="*/ 718088 h 6382977"/>
              <a:gd name="connsiteX6496" fmla="*/ 4989116 w 6501199"/>
              <a:gd name="connsiteY6496" fmla="*/ 695261 h 6382977"/>
              <a:gd name="connsiteX6497" fmla="*/ 5673366 w 6501199"/>
              <a:gd name="connsiteY6497" fmla="*/ 691512 h 6382977"/>
              <a:gd name="connsiteX6498" fmla="*/ 5666548 w 6501199"/>
              <a:gd name="connsiteY6498" fmla="*/ 780687 h 6382977"/>
              <a:gd name="connsiteX6499" fmla="*/ 5673366 w 6501199"/>
              <a:gd name="connsiteY6499" fmla="*/ 691512 h 6382977"/>
              <a:gd name="connsiteX6500" fmla="*/ 4814985 w 6501199"/>
              <a:gd name="connsiteY6500" fmla="*/ 690428 h 6382977"/>
              <a:gd name="connsiteX6501" fmla="*/ 4823956 w 6501199"/>
              <a:gd name="connsiteY6501" fmla="*/ 714990 h 6382977"/>
              <a:gd name="connsiteX6502" fmla="*/ 4853379 w 6501199"/>
              <a:gd name="connsiteY6502" fmla="*/ 721754 h 6382977"/>
              <a:gd name="connsiteX6503" fmla="*/ 4806015 w 6501199"/>
              <a:gd name="connsiteY6503" fmla="*/ 730653 h 6382977"/>
              <a:gd name="connsiteX6504" fmla="*/ 4810321 w 6501199"/>
              <a:gd name="connsiteY6504" fmla="*/ 728518 h 6382977"/>
              <a:gd name="connsiteX6505" fmla="*/ 4814985 w 6501199"/>
              <a:gd name="connsiteY6505" fmla="*/ 690428 h 6382977"/>
              <a:gd name="connsiteX6506" fmla="*/ 4922274 w 6501199"/>
              <a:gd name="connsiteY6506" fmla="*/ 682625 h 6382977"/>
              <a:gd name="connsiteX6507" fmla="*/ 4926799 w 6501199"/>
              <a:gd name="connsiteY6507" fmla="*/ 689331 h 6382977"/>
              <a:gd name="connsiteX6508" fmla="*/ 4926735 w 6501199"/>
              <a:gd name="connsiteY6508" fmla="*/ 699482 h 6382977"/>
              <a:gd name="connsiteX6509" fmla="*/ 4935925 w 6501199"/>
              <a:gd name="connsiteY6509" fmla="*/ 700672 h 6382977"/>
              <a:gd name="connsiteX6510" fmla="*/ 4930417 w 6501199"/>
              <a:gd name="connsiteY6510" fmla="*/ 707953 h 6382977"/>
              <a:gd name="connsiteX6511" fmla="*/ 4922684 w 6501199"/>
              <a:gd name="connsiteY6511" fmla="*/ 710927 h 6382977"/>
              <a:gd name="connsiteX6512" fmla="*/ 4921573 w 6501199"/>
              <a:gd name="connsiteY6512" fmla="*/ 713482 h 6382977"/>
              <a:gd name="connsiteX6513" fmla="*/ 4910888 w 6501199"/>
              <a:gd name="connsiteY6513" fmla="*/ 718779 h 6382977"/>
              <a:gd name="connsiteX6514" fmla="*/ 4913602 w 6501199"/>
              <a:gd name="connsiteY6514" fmla="*/ 710160 h 6382977"/>
              <a:gd name="connsiteX6515" fmla="*/ 4912314 w 6501199"/>
              <a:gd name="connsiteY6515" fmla="*/ 709888 h 6382977"/>
              <a:gd name="connsiteX6516" fmla="*/ 4910486 w 6501199"/>
              <a:gd name="connsiteY6516" fmla="*/ 700672 h 6382977"/>
              <a:gd name="connsiteX6517" fmla="*/ 4916844 w 6501199"/>
              <a:gd name="connsiteY6517" fmla="*/ 699866 h 6382977"/>
              <a:gd name="connsiteX6518" fmla="*/ 5638815 w 6501199"/>
              <a:gd name="connsiteY6518" fmla="*/ 674687 h 6382977"/>
              <a:gd name="connsiteX6519" fmla="*/ 5625709 w 6501199"/>
              <a:gd name="connsiteY6519" fmla="*/ 688354 h 6382977"/>
              <a:gd name="connsiteX6520" fmla="*/ 5645546 w 6501199"/>
              <a:gd name="connsiteY6520" fmla="*/ 695188 h 6382977"/>
              <a:gd name="connsiteX6521" fmla="*/ 5638815 w 6501199"/>
              <a:gd name="connsiteY6521" fmla="*/ 674687 h 6382977"/>
              <a:gd name="connsiteX6522" fmla="*/ 4666434 w 6501199"/>
              <a:gd name="connsiteY6522" fmla="*/ 674687 h 6382977"/>
              <a:gd name="connsiteX6523" fmla="*/ 4671154 w 6501199"/>
              <a:gd name="connsiteY6523" fmla="*/ 710842 h 6382977"/>
              <a:gd name="connsiteX6524" fmla="*/ 4641013 w 6501199"/>
              <a:gd name="connsiteY6524" fmla="*/ 695091 h 6382977"/>
              <a:gd name="connsiteX6525" fmla="*/ 4666434 w 6501199"/>
              <a:gd name="connsiteY6525" fmla="*/ 674687 h 6382977"/>
              <a:gd name="connsiteX6526" fmla="*/ 4852601 w 6501199"/>
              <a:gd name="connsiteY6526" fmla="*/ 669925 h 6382977"/>
              <a:gd name="connsiteX6527" fmla="*/ 4881955 w 6501199"/>
              <a:gd name="connsiteY6527" fmla="*/ 669925 h 6382977"/>
              <a:gd name="connsiteX6528" fmla="*/ 4852601 w 6501199"/>
              <a:gd name="connsiteY6528" fmla="*/ 669925 h 6382977"/>
              <a:gd name="connsiteX6529" fmla="*/ 4576651 w 6501199"/>
              <a:gd name="connsiteY6529" fmla="*/ 669925 h 6382977"/>
              <a:gd name="connsiteX6530" fmla="*/ 4576651 w 6501199"/>
              <a:gd name="connsiteY6530" fmla="*/ 694962 h 6382977"/>
              <a:gd name="connsiteX6531" fmla="*/ 4576651 w 6501199"/>
              <a:gd name="connsiteY6531" fmla="*/ 669925 h 6382977"/>
              <a:gd name="connsiteX6532" fmla="*/ 4948616 w 6501199"/>
              <a:gd name="connsiteY6532" fmla="*/ 667844 h 6382977"/>
              <a:gd name="connsiteX6533" fmla="*/ 4946383 w 6501199"/>
              <a:gd name="connsiteY6533" fmla="*/ 681365 h 6382977"/>
              <a:gd name="connsiteX6534" fmla="*/ 4948616 w 6501199"/>
              <a:gd name="connsiteY6534" fmla="*/ 667844 h 6382977"/>
              <a:gd name="connsiteX6535" fmla="*/ 4585147 w 6501199"/>
              <a:gd name="connsiteY6535" fmla="*/ 627571 h 6382977"/>
              <a:gd name="connsiteX6536" fmla="*/ 4605735 w 6501199"/>
              <a:gd name="connsiteY6536" fmla="*/ 646078 h 6382977"/>
              <a:gd name="connsiteX6537" fmla="*/ 4594446 w 6501199"/>
              <a:gd name="connsiteY6537" fmla="*/ 655269 h 6382977"/>
              <a:gd name="connsiteX6538" fmla="*/ 4574338 w 6501199"/>
              <a:gd name="connsiteY6538" fmla="*/ 629903 h 6382977"/>
              <a:gd name="connsiteX6539" fmla="*/ 4585147 w 6501199"/>
              <a:gd name="connsiteY6539" fmla="*/ 627571 h 6382977"/>
              <a:gd name="connsiteX6540" fmla="*/ 5522541 w 6501199"/>
              <a:gd name="connsiteY6540" fmla="*/ 614362 h 6382977"/>
              <a:gd name="connsiteX6541" fmla="*/ 5531475 w 6501199"/>
              <a:gd name="connsiteY6541" fmla="*/ 625493 h 6382977"/>
              <a:gd name="connsiteX6542" fmla="*/ 5511461 w 6501199"/>
              <a:gd name="connsiteY6542" fmla="*/ 630161 h 6382977"/>
              <a:gd name="connsiteX6543" fmla="*/ 5518252 w 6501199"/>
              <a:gd name="connsiteY6543" fmla="*/ 657451 h 6382977"/>
              <a:gd name="connsiteX6544" fmla="*/ 5538266 w 6501199"/>
              <a:gd name="connsiteY6544" fmla="*/ 639138 h 6382977"/>
              <a:gd name="connsiteX6545" fmla="*/ 5515750 w 6501199"/>
              <a:gd name="connsiteY6545" fmla="*/ 689050 h 6382977"/>
              <a:gd name="connsiteX6546" fmla="*/ 5513606 w 6501199"/>
              <a:gd name="connsiteY6546" fmla="*/ 709517 h 6382977"/>
              <a:gd name="connsiteX6547" fmla="*/ 5529331 w 6501199"/>
              <a:gd name="connsiteY6547" fmla="*/ 734653 h 6382977"/>
              <a:gd name="connsiteX6548" fmla="*/ 5495379 w 6501199"/>
              <a:gd name="connsiteY6548" fmla="*/ 721008 h 6382977"/>
              <a:gd name="connsiteX6549" fmla="*/ 5508960 w 6501199"/>
              <a:gd name="connsiteY6549" fmla="*/ 707363 h 6382977"/>
              <a:gd name="connsiteX6550" fmla="*/ 5497880 w 6501199"/>
              <a:gd name="connsiteY6550" fmla="*/ 707363 h 6382977"/>
              <a:gd name="connsiteX6551" fmla="*/ 5500025 w 6501199"/>
              <a:gd name="connsiteY6551" fmla="*/ 691563 h 6382977"/>
              <a:gd name="connsiteX6552" fmla="*/ 5508960 w 6501199"/>
              <a:gd name="connsiteY6552" fmla="*/ 628007 h 6382977"/>
              <a:gd name="connsiteX6553" fmla="*/ 5522541 w 6501199"/>
              <a:gd name="connsiteY6553" fmla="*/ 614362 h 6382977"/>
              <a:gd name="connsiteX6554" fmla="*/ 4968188 w 6501199"/>
              <a:gd name="connsiteY6554" fmla="*/ 609600 h 6382977"/>
              <a:gd name="connsiteX6555" fmla="*/ 4981963 w 6501199"/>
              <a:gd name="connsiteY6555" fmla="*/ 630004 h 6382977"/>
              <a:gd name="connsiteX6556" fmla="*/ 4952238 w 6501199"/>
              <a:gd name="connsiteY6556" fmla="*/ 625350 h 6382977"/>
              <a:gd name="connsiteX6557" fmla="*/ 4945350 w 6501199"/>
              <a:gd name="connsiteY6557" fmla="*/ 636805 h 6382977"/>
              <a:gd name="connsiteX6558" fmla="*/ 4936288 w 6501199"/>
              <a:gd name="connsiteY6558" fmla="*/ 630004 h 6382977"/>
              <a:gd name="connsiteX6559" fmla="*/ 4943175 w 6501199"/>
              <a:gd name="connsiteY6559" fmla="*/ 616401 h 6382977"/>
              <a:gd name="connsiteX6560" fmla="*/ 4968188 w 6501199"/>
              <a:gd name="connsiteY6560" fmla="*/ 609600 h 6382977"/>
              <a:gd name="connsiteX6561" fmla="*/ 5538397 w 6501199"/>
              <a:gd name="connsiteY6561" fmla="*/ 601662 h 6382977"/>
              <a:gd name="connsiteX6562" fmla="*/ 5549845 w 6501199"/>
              <a:gd name="connsiteY6562" fmla="*/ 601662 h 6382977"/>
              <a:gd name="connsiteX6563" fmla="*/ 5554496 w 6501199"/>
              <a:gd name="connsiteY6563" fmla="*/ 617184 h 6382977"/>
              <a:gd name="connsiteX6564" fmla="*/ 5540901 w 6501199"/>
              <a:gd name="connsiteY6564" fmla="*/ 639409 h 6382977"/>
              <a:gd name="connsiteX6565" fmla="*/ 5538397 w 6501199"/>
              <a:gd name="connsiteY6565" fmla="*/ 601662 h 6382977"/>
              <a:gd name="connsiteX6566" fmla="*/ 5493277 w 6501199"/>
              <a:gd name="connsiteY6566" fmla="*/ 595312 h 6382977"/>
              <a:gd name="connsiteX6567" fmla="*/ 5495509 w 6501199"/>
              <a:gd name="connsiteY6567" fmla="*/ 621949 h 6382977"/>
              <a:gd name="connsiteX6568" fmla="*/ 5493277 w 6501199"/>
              <a:gd name="connsiteY6568" fmla="*/ 595312 h 6382977"/>
              <a:gd name="connsiteX6569" fmla="*/ 5656926 w 6501199"/>
              <a:gd name="connsiteY6569" fmla="*/ 587948 h 6382977"/>
              <a:gd name="connsiteX6570" fmla="*/ 5688860 w 6501199"/>
              <a:gd name="connsiteY6570" fmla="*/ 587948 h 6382977"/>
              <a:gd name="connsiteX6571" fmla="*/ 5691013 w 6501199"/>
              <a:gd name="connsiteY6571" fmla="*/ 610643 h 6382977"/>
              <a:gd name="connsiteX6572" fmla="*/ 5665896 w 6501199"/>
              <a:gd name="connsiteY6572" fmla="*/ 592631 h 6382977"/>
              <a:gd name="connsiteX6573" fmla="*/ 5675225 w 6501199"/>
              <a:gd name="connsiteY6573" fmla="*/ 670083 h 6382977"/>
              <a:gd name="connsiteX6574" fmla="*/ 5668408 w 6501199"/>
              <a:gd name="connsiteY6574" fmla="*/ 679090 h 6382977"/>
              <a:gd name="connsiteX6575" fmla="*/ 5647955 w 6501199"/>
              <a:gd name="connsiteY6575" fmla="*/ 674406 h 6382977"/>
              <a:gd name="connsiteX6576" fmla="*/ 5656926 w 6501199"/>
              <a:gd name="connsiteY6576" fmla="*/ 587948 h 6382977"/>
              <a:gd name="connsiteX6577" fmla="*/ 5621403 w 6501199"/>
              <a:gd name="connsiteY6577" fmla="*/ 584200 h 6382977"/>
              <a:gd name="connsiteX6578" fmla="*/ 5637154 w 6501199"/>
              <a:gd name="connsiteY6578" fmla="*/ 641043 h 6382977"/>
              <a:gd name="connsiteX6579" fmla="*/ 5635006 w 6501199"/>
              <a:gd name="connsiteY6579" fmla="*/ 666388 h 6382977"/>
              <a:gd name="connsiteX6580" fmla="*/ 5607800 w 6501199"/>
              <a:gd name="connsiteY6580" fmla="*/ 607010 h 6382977"/>
              <a:gd name="connsiteX6581" fmla="*/ 5621403 w 6501199"/>
              <a:gd name="connsiteY6581" fmla="*/ 584200 h 6382977"/>
              <a:gd name="connsiteX6582" fmla="*/ 5588477 w 6501199"/>
              <a:gd name="connsiteY6582" fmla="*/ 569912 h 6382977"/>
              <a:gd name="connsiteX6583" fmla="*/ 5590611 w 6501199"/>
              <a:gd name="connsiteY6583" fmla="*/ 606067 h 6382977"/>
              <a:gd name="connsiteX6584" fmla="*/ 5588477 w 6501199"/>
              <a:gd name="connsiteY6584" fmla="*/ 569912 h 6382977"/>
              <a:gd name="connsiteX6585" fmla="*/ 4951653 w 6501199"/>
              <a:gd name="connsiteY6585" fmla="*/ 556883 h 6382977"/>
              <a:gd name="connsiteX6586" fmla="*/ 4948081 w 6501199"/>
              <a:gd name="connsiteY6586" fmla="*/ 571144 h 6382977"/>
              <a:gd name="connsiteX6587" fmla="*/ 4948081 w 6501199"/>
              <a:gd name="connsiteY6587" fmla="*/ 557622 h 6382977"/>
              <a:gd name="connsiteX6588" fmla="*/ 4951653 w 6501199"/>
              <a:gd name="connsiteY6588" fmla="*/ 556883 h 6382977"/>
              <a:gd name="connsiteX6589" fmla="*/ 4985997 w 6501199"/>
              <a:gd name="connsiteY6589" fmla="*/ 554037 h 6382977"/>
              <a:gd name="connsiteX6590" fmla="*/ 4994678 w 6501199"/>
              <a:gd name="connsiteY6590" fmla="*/ 563254 h 6382977"/>
              <a:gd name="connsiteX6591" fmla="*/ 4983913 w 6501199"/>
              <a:gd name="connsiteY6591" fmla="*/ 585587 h 6382977"/>
              <a:gd name="connsiteX6592" fmla="*/ 4985997 w 6501199"/>
              <a:gd name="connsiteY6592" fmla="*/ 554037 h 6382977"/>
              <a:gd name="connsiteX6593" fmla="*/ 5008960 w 6501199"/>
              <a:gd name="connsiteY6593" fmla="*/ 546005 h 6382977"/>
              <a:gd name="connsiteX6594" fmla="*/ 5008960 w 6501199"/>
              <a:gd name="connsiteY6594" fmla="*/ 566473 h 6382977"/>
              <a:gd name="connsiteX6595" fmla="*/ 5008960 w 6501199"/>
              <a:gd name="connsiteY6595" fmla="*/ 546005 h 6382977"/>
              <a:gd name="connsiteX6596" fmla="*/ 5586238 w 6501199"/>
              <a:gd name="connsiteY6596" fmla="*/ 537135 h 6382977"/>
              <a:gd name="connsiteX6597" fmla="*/ 5584063 w 6501199"/>
              <a:gd name="connsiteY6597" fmla="*/ 571142 h 6382977"/>
              <a:gd name="connsiteX6598" fmla="*/ 5586238 w 6501199"/>
              <a:gd name="connsiteY6598" fmla="*/ 537135 h 6382977"/>
              <a:gd name="connsiteX6599" fmla="*/ 4939191 w 6501199"/>
              <a:gd name="connsiteY6599" fmla="*/ 535561 h 6382977"/>
              <a:gd name="connsiteX6600" fmla="*/ 4964500 w 6501199"/>
              <a:gd name="connsiteY6600" fmla="*/ 543630 h 6382977"/>
              <a:gd name="connsiteX6601" fmla="*/ 4920957 w 6501199"/>
              <a:gd name="connsiteY6601" fmla="*/ 545747 h 6382977"/>
              <a:gd name="connsiteX6602" fmla="*/ 4939191 w 6501199"/>
              <a:gd name="connsiteY6602" fmla="*/ 535561 h 6382977"/>
              <a:gd name="connsiteX6603" fmla="*/ 4882812 w 6501199"/>
              <a:gd name="connsiteY6603" fmla="*/ 527050 h 6382977"/>
              <a:gd name="connsiteX6604" fmla="*/ 4887450 w 6501199"/>
              <a:gd name="connsiteY6604" fmla="*/ 550490 h 6382977"/>
              <a:gd name="connsiteX6605" fmla="*/ 4882812 w 6501199"/>
              <a:gd name="connsiteY6605" fmla="*/ 527050 h 6382977"/>
              <a:gd name="connsiteX6606" fmla="*/ 5366922 w 6501199"/>
              <a:gd name="connsiteY6606" fmla="*/ 525462 h 6382977"/>
              <a:gd name="connsiteX6607" fmla="*/ 5371759 w 6501199"/>
              <a:gd name="connsiteY6607" fmla="*/ 604479 h 6382977"/>
              <a:gd name="connsiteX6608" fmla="*/ 5355388 w 6501199"/>
              <a:gd name="connsiteY6608" fmla="*/ 604479 h 6382977"/>
              <a:gd name="connsiteX6609" fmla="*/ 5366922 w 6501199"/>
              <a:gd name="connsiteY6609" fmla="*/ 525462 h 6382977"/>
              <a:gd name="connsiteX6610" fmla="*/ 4874188 w 6501199"/>
              <a:gd name="connsiteY6610" fmla="*/ 511175 h 6382977"/>
              <a:gd name="connsiteX6611" fmla="*/ 4864850 w 6501199"/>
              <a:gd name="connsiteY6611" fmla="*/ 547329 h 6382977"/>
              <a:gd name="connsiteX6612" fmla="*/ 4874188 w 6501199"/>
              <a:gd name="connsiteY6612" fmla="*/ 511175 h 6382977"/>
              <a:gd name="connsiteX6613" fmla="*/ 5688763 w 6501199"/>
              <a:gd name="connsiteY6613" fmla="*/ 490537 h 6382977"/>
              <a:gd name="connsiteX6614" fmla="*/ 5711623 w 6501199"/>
              <a:gd name="connsiteY6614" fmla="*/ 495205 h 6382977"/>
              <a:gd name="connsiteX6615" fmla="*/ 5697834 w 6501199"/>
              <a:gd name="connsiteY6615" fmla="*/ 520341 h 6382977"/>
              <a:gd name="connsiteX6616" fmla="*/ 5688763 w 6501199"/>
              <a:gd name="connsiteY6616" fmla="*/ 490537 h 6382977"/>
              <a:gd name="connsiteX6617" fmla="*/ 4944931 w 6501199"/>
              <a:gd name="connsiteY6617" fmla="*/ 460375 h 6382977"/>
              <a:gd name="connsiteX6618" fmla="*/ 4909300 w 6501199"/>
              <a:gd name="connsiteY6618" fmla="*/ 469547 h 6382977"/>
              <a:gd name="connsiteX6619" fmla="*/ 4944931 w 6501199"/>
              <a:gd name="connsiteY6619" fmla="*/ 460375 h 6382977"/>
              <a:gd name="connsiteX6620" fmla="*/ 5663010 w 6501199"/>
              <a:gd name="connsiteY6620" fmla="*/ 458787 h 6382977"/>
              <a:gd name="connsiteX6621" fmla="*/ 5676416 w 6501199"/>
              <a:gd name="connsiteY6621" fmla="*/ 504507 h 6382977"/>
              <a:gd name="connsiteX6622" fmla="*/ 5647488 w 6501199"/>
              <a:gd name="connsiteY6622" fmla="*/ 476930 h 6382977"/>
              <a:gd name="connsiteX6623" fmla="*/ 5658424 w 6501199"/>
              <a:gd name="connsiteY6623" fmla="*/ 472575 h 6382977"/>
              <a:gd name="connsiteX6624" fmla="*/ 5663010 w 6501199"/>
              <a:gd name="connsiteY6624" fmla="*/ 458787 h 6382977"/>
              <a:gd name="connsiteX6625" fmla="*/ 5126578 w 6501199"/>
              <a:gd name="connsiteY6625" fmla="*/ 442912 h 6382977"/>
              <a:gd name="connsiteX6626" fmla="*/ 5142393 w 6501199"/>
              <a:gd name="connsiteY6626" fmla="*/ 445037 h 6382977"/>
              <a:gd name="connsiteX6627" fmla="*/ 5144550 w 6501199"/>
              <a:gd name="connsiteY6627" fmla="*/ 469834 h 6382977"/>
              <a:gd name="connsiteX6628" fmla="*/ 5128734 w 6501199"/>
              <a:gd name="connsiteY6628" fmla="*/ 476210 h 6382977"/>
              <a:gd name="connsiteX6629" fmla="*/ 5112919 w 6501199"/>
              <a:gd name="connsiteY6629" fmla="*/ 485421 h 6382977"/>
              <a:gd name="connsiteX6630" fmla="*/ 5090275 w 6501199"/>
              <a:gd name="connsiteY6630" fmla="*/ 471959 h 6382977"/>
              <a:gd name="connsiteX6631" fmla="*/ 5126578 w 6501199"/>
              <a:gd name="connsiteY6631" fmla="*/ 442912 h 6382977"/>
              <a:gd name="connsiteX6632" fmla="*/ 4949781 w 6501199"/>
              <a:gd name="connsiteY6632" fmla="*/ 415925 h 6382977"/>
              <a:gd name="connsiteX6633" fmla="*/ 4945128 w 6501199"/>
              <a:gd name="connsiteY6633" fmla="*/ 431447 h 6382977"/>
              <a:gd name="connsiteX6634" fmla="*/ 4949781 w 6501199"/>
              <a:gd name="connsiteY6634" fmla="*/ 415925 h 6382977"/>
              <a:gd name="connsiteX6635" fmla="*/ 5127012 w 6501199"/>
              <a:gd name="connsiteY6635" fmla="*/ 388937 h 6382977"/>
              <a:gd name="connsiteX6636" fmla="*/ 5131305 w 6501199"/>
              <a:gd name="connsiteY6636" fmla="*/ 414375 h 6382977"/>
              <a:gd name="connsiteX6637" fmla="*/ 5127012 w 6501199"/>
              <a:gd name="connsiteY6637" fmla="*/ 388937 h 6382977"/>
              <a:gd name="connsiteX6638" fmla="*/ 5651721 w 6501199"/>
              <a:gd name="connsiteY6638" fmla="*/ 344487 h 6382977"/>
              <a:gd name="connsiteX6639" fmla="*/ 5656307 w 6501199"/>
              <a:gd name="connsiteY6639" fmla="*/ 364769 h 6382977"/>
              <a:gd name="connsiteX6640" fmla="*/ 5651721 w 6501199"/>
              <a:gd name="connsiteY6640" fmla="*/ 344487 h 6382977"/>
              <a:gd name="connsiteX6641" fmla="*/ 4897825 w 6501199"/>
              <a:gd name="connsiteY6641" fmla="*/ 325437 h 6382977"/>
              <a:gd name="connsiteX6642" fmla="*/ 4893464 w 6501199"/>
              <a:gd name="connsiteY6642" fmla="*/ 348878 h 6382977"/>
              <a:gd name="connsiteX6643" fmla="*/ 4897825 w 6501199"/>
              <a:gd name="connsiteY6643" fmla="*/ 325437 h 6382977"/>
              <a:gd name="connsiteX6644" fmla="*/ 5705420 w 6501199"/>
              <a:gd name="connsiteY6644" fmla="*/ 287933 h 6382977"/>
              <a:gd name="connsiteX6645" fmla="*/ 5700769 w 6501199"/>
              <a:gd name="connsiteY6645" fmla="*/ 303940 h 6382977"/>
              <a:gd name="connsiteX6646" fmla="*/ 5712217 w 6501199"/>
              <a:gd name="connsiteY6646" fmla="*/ 310852 h 6382977"/>
              <a:gd name="connsiteX6647" fmla="*/ 5705420 w 6501199"/>
              <a:gd name="connsiteY6647" fmla="*/ 287933 h 6382977"/>
              <a:gd name="connsiteX6648" fmla="*/ 4972903 w 6501199"/>
              <a:gd name="connsiteY6648" fmla="*/ 284162 h 6382977"/>
              <a:gd name="connsiteX6649" fmla="*/ 4970800 w 6501199"/>
              <a:gd name="connsiteY6649" fmla="*/ 313966 h 6382977"/>
              <a:gd name="connsiteX6650" fmla="*/ 4972903 w 6501199"/>
              <a:gd name="connsiteY6650" fmla="*/ 284162 h 6382977"/>
              <a:gd name="connsiteX6651" fmla="*/ 5561763 w 6501199"/>
              <a:gd name="connsiteY6651" fmla="*/ 279400 h 6382977"/>
              <a:gd name="connsiteX6652" fmla="*/ 5573119 w 6501199"/>
              <a:gd name="connsiteY6652" fmla="*/ 306512 h 6382977"/>
              <a:gd name="connsiteX6653" fmla="*/ 5561763 w 6501199"/>
              <a:gd name="connsiteY6653" fmla="*/ 279400 h 6382977"/>
              <a:gd name="connsiteX6654" fmla="*/ 5562135 w 6501199"/>
              <a:gd name="connsiteY6654" fmla="*/ 228600 h 6382977"/>
              <a:gd name="connsiteX6655" fmla="*/ 5573262 w 6501199"/>
              <a:gd name="connsiteY6655" fmla="*/ 264754 h 6382977"/>
              <a:gd name="connsiteX6656" fmla="*/ 5557469 w 6501199"/>
              <a:gd name="connsiteY6656" fmla="*/ 264754 h 6382977"/>
              <a:gd name="connsiteX6657" fmla="*/ 5562135 w 6501199"/>
              <a:gd name="connsiteY6657" fmla="*/ 228600 h 6382977"/>
              <a:gd name="connsiteX6658" fmla="*/ 5634066 w 6501199"/>
              <a:gd name="connsiteY6658" fmla="*/ 226545 h 6382977"/>
              <a:gd name="connsiteX6659" fmla="*/ 5649488 w 6501199"/>
              <a:gd name="connsiteY6659" fmla="*/ 235852 h 6382977"/>
              <a:gd name="connsiteX6660" fmla="*/ 5654044 w 6501199"/>
              <a:gd name="connsiteY6660" fmla="*/ 258404 h 6382977"/>
              <a:gd name="connsiteX6661" fmla="*/ 5634066 w 6501199"/>
              <a:gd name="connsiteY6661" fmla="*/ 244801 h 6382977"/>
              <a:gd name="connsiteX6662" fmla="*/ 5634066 w 6501199"/>
              <a:gd name="connsiteY6662" fmla="*/ 226545 h 6382977"/>
              <a:gd name="connsiteX6663" fmla="*/ 4993301 w 6501199"/>
              <a:gd name="connsiteY6663" fmla="*/ 220662 h 6382977"/>
              <a:gd name="connsiteX6664" fmla="*/ 5000061 w 6501199"/>
              <a:gd name="connsiteY6664" fmla="*/ 250466 h 6382977"/>
              <a:gd name="connsiteX6665" fmla="*/ 4993301 w 6501199"/>
              <a:gd name="connsiteY6665" fmla="*/ 220662 h 6382977"/>
              <a:gd name="connsiteX6666" fmla="*/ 5682060 w 6501199"/>
              <a:gd name="connsiteY6666" fmla="*/ 215900 h 6382977"/>
              <a:gd name="connsiteX6667" fmla="*/ 5679591 w 6501199"/>
              <a:gd name="connsiteY6667" fmla="*/ 310792 h 6382977"/>
              <a:gd name="connsiteX6668" fmla="*/ 5682060 w 6501199"/>
              <a:gd name="connsiteY6668" fmla="*/ 215900 h 6382977"/>
              <a:gd name="connsiteX6669" fmla="*/ 4653581 w 6501199"/>
              <a:gd name="connsiteY6669" fmla="*/ 210719 h 6382977"/>
              <a:gd name="connsiteX6670" fmla="*/ 4685109 w 6501199"/>
              <a:gd name="connsiteY6670" fmla="*/ 215426 h 6382977"/>
              <a:gd name="connsiteX6671" fmla="*/ 4660312 w 6501199"/>
              <a:gd name="connsiteY6671" fmla="*/ 226650 h 6382977"/>
              <a:gd name="connsiteX6672" fmla="*/ 4653581 w 6501199"/>
              <a:gd name="connsiteY6672" fmla="*/ 210719 h 6382977"/>
              <a:gd name="connsiteX6673" fmla="*/ 6080169 w 6501199"/>
              <a:gd name="connsiteY6673" fmla="*/ 208429 h 6382977"/>
              <a:gd name="connsiteX6674" fmla="*/ 6077700 w 6501199"/>
              <a:gd name="connsiteY6674" fmla="*/ 253641 h 6382977"/>
              <a:gd name="connsiteX6675" fmla="*/ 6080169 w 6501199"/>
              <a:gd name="connsiteY6675" fmla="*/ 208429 h 6382977"/>
              <a:gd name="connsiteX6676" fmla="*/ 4995025 w 6501199"/>
              <a:gd name="connsiteY6676" fmla="*/ 207351 h 6382977"/>
              <a:gd name="connsiteX6677" fmla="*/ 5008947 w 6501199"/>
              <a:gd name="connsiteY6677" fmla="*/ 223470 h 6382977"/>
              <a:gd name="connsiteX6678" fmla="*/ 4995025 w 6501199"/>
              <a:gd name="connsiteY6678" fmla="*/ 207351 h 6382977"/>
              <a:gd name="connsiteX6679" fmla="*/ 4975318 w 6501199"/>
              <a:gd name="connsiteY6679" fmla="*/ 206090 h 6382977"/>
              <a:gd name="connsiteX6680" fmla="*/ 4981962 w 6501199"/>
              <a:gd name="connsiteY6680" fmla="*/ 222669 h 6382977"/>
              <a:gd name="connsiteX6681" fmla="*/ 4968152 w 6501199"/>
              <a:gd name="connsiteY6681" fmla="*/ 222669 h 6382977"/>
              <a:gd name="connsiteX6682" fmla="*/ 4979781 w 6501199"/>
              <a:gd name="connsiteY6682" fmla="*/ 256815 h 6382977"/>
              <a:gd name="connsiteX6683" fmla="*/ 4972877 w 6501199"/>
              <a:gd name="connsiteY6683" fmla="*/ 206854 h 6382977"/>
              <a:gd name="connsiteX6684" fmla="*/ 4975318 w 6501199"/>
              <a:gd name="connsiteY6684" fmla="*/ 206090 h 6382977"/>
              <a:gd name="connsiteX6685" fmla="*/ 4832750 w 6501199"/>
              <a:gd name="connsiteY6685" fmla="*/ 201612 h 6382977"/>
              <a:gd name="connsiteX6686" fmla="*/ 4808216 w 6501199"/>
              <a:gd name="connsiteY6686" fmla="*/ 215533 h 6382977"/>
              <a:gd name="connsiteX6687" fmla="*/ 4832750 w 6501199"/>
              <a:gd name="connsiteY6687" fmla="*/ 201612 h 6382977"/>
              <a:gd name="connsiteX6688" fmla="*/ 4991010 w 6501199"/>
              <a:gd name="connsiteY6688" fmla="*/ 186714 h 6382977"/>
              <a:gd name="connsiteX6689" fmla="*/ 5000348 w 6501199"/>
              <a:gd name="connsiteY6689" fmla="*/ 205031 h 6382977"/>
              <a:gd name="connsiteX6690" fmla="*/ 4991010 w 6501199"/>
              <a:gd name="connsiteY6690" fmla="*/ 186714 h 6382977"/>
              <a:gd name="connsiteX6691" fmla="*/ 5745879 w 6501199"/>
              <a:gd name="connsiteY6691" fmla="*/ 179387 h 6382977"/>
              <a:gd name="connsiteX6692" fmla="*/ 5752792 w 6501199"/>
              <a:gd name="connsiteY6692" fmla="*/ 207006 h 6382977"/>
              <a:gd name="connsiteX6693" fmla="*/ 5745879 w 6501199"/>
              <a:gd name="connsiteY6693" fmla="*/ 179387 h 6382977"/>
              <a:gd name="connsiteX6694" fmla="*/ 5623675 w 6501199"/>
              <a:gd name="connsiteY6694" fmla="*/ 163512 h 6382977"/>
              <a:gd name="connsiteX6695" fmla="*/ 5637597 w 6501199"/>
              <a:gd name="connsiteY6695" fmla="*/ 179034 h 6382977"/>
              <a:gd name="connsiteX6696" fmla="*/ 5623675 w 6501199"/>
              <a:gd name="connsiteY6696" fmla="*/ 163512 h 6382977"/>
              <a:gd name="connsiteX6697" fmla="*/ 4896247 w 6501199"/>
              <a:gd name="connsiteY6697" fmla="*/ 160747 h 6382977"/>
              <a:gd name="connsiteX6698" fmla="*/ 4858500 w 6501199"/>
              <a:gd name="connsiteY6698" fmla="*/ 167508 h 6382977"/>
              <a:gd name="connsiteX6699" fmla="*/ 4896247 w 6501199"/>
              <a:gd name="connsiteY6699" fmla="*/ 160747 h 6382977"/>
              <a:gd name="connsiteX6700" fmla="*/ 5596286 w 6501199"/>
              <a:gd name="connsiteY6700" fmla="*/ 157162 h 6382977"/>
              <a:gd name="connsiteX6701" fmla="*/ 5621725 w 6501199"/>
              <a:gd name="connsiteY6701" fmla="*/ 231418 h 6382977"/>
              <a:gd name="connsiteX6702" fmla="*/ 5596286 w 6501199"/>
              <a:gd name="connsiteY6702" fmla="*/ 157162 h 6382977"/>
              <a:gd name="connsiteX6703" fmla="*/ 4958786 w 6501199"/>
              <a:gd name="connsiteY6703" fmla="*/ 152400 h 6382977"/>
              <a:gd name="connsiteX6704" fmla="*/ 4965547 w 6501199"/>
              <a:gd name="connsiteY6704" fmla="*/ 172681 h 6382977"/>
              <a:gd name="connsiteX6705" fmla="*/ 4958786 w 6501199"/>
              <a:gd name="connsiteY6705" fmla="*/ 152400 h 6382977"/>
              <a:gd name="connsiteX6706" fmla="*/ 4710863 w 6501199"/>
              <a:gd name="connsiteY6706" fmla="*/ 125412 h 6382977"/>
              <a:gd name="connsiteX6707" fmla="*/ 4745424 w 6501199"/>
              <a:gd name="connsiteY6707" fmla="*/ 134571 h 6382977"/>
              <a:gd name="connsiteX6708" fmla="*/ 4710863 w 6501199"/>
              <a:gd name="connsiteY6708" fmla="*/ 125412 h 6382977"/>
              <a:gd name="connsiteX6709" fmla="*/ 5644313 w 6501199"/>
              <a:gd name="connsiteY6709" fmla="*/ 122237 h 6382977"/>
              <a:gd name="connsiteX6710" fmla="*/ 5662997 w 6501199"/>
              <a:gd name="connsiteY6710" fmla="*/ 131575 h 6382977"/>
              <a:gd name="connsiteX6711" fmla="*/ 5658234 w 6501199"/>
              <a:gd name="connsiteY6711" fmla="*/ 133816 h 6382977"/>
              <a:gd name="connsiteX6712" fmla="*/ 5658234 w 6501199"/>
              <a:gd name="connsiteY6712" fmla="*/ 140913 h 6382977"/>
              <a:gd name="connsiteX6713" fmla="*/ 5644313 w 6501199"/>
              <a:gd name="connsiteY6713" fmla="*/ 122237 h 6382977"/>
              <a:gd name="connsiteX6714" fmla="*/ 6085387 w 6501199"/>
              <a:gd name="connsiteY6714" fmla="*/ 106362 h 6382977"/>
              <a:gd name="connsiteX6715" fmla="*/ 6090275 w 6501199"/>
              <a:gd name="connsiteY6715" fmla="*/ 142517 h 6382977"/>
              <a:gd name="connsiteX6716" fmla="*/ 6085387 w 6501199"/>
              <a:gd name="connsiteY6716" fmla="*/ 106362 h 6382977"/>
              <a:gd name="connsiteX6717" fmla="*/ 4654928 w 6501199"/>
              <a:gd name="connsiteY6717" fmla="*/ 95250 h 6382977"/>
              <a:gd name="connsiteX6718" fmla="*/ 4647859 w 6501199"/>
              <a:gd name="connsiteY6718" fmla="*/ 129811 h 6382977"/>
              <a:gd name="connsiteX6719" fmla="*/ 4631488 w 6501199"/>
              <a:gd name="connsiteY6719" fmla="*/ 129811 h 6382977"/>
              <a:gd name="connsiteX6720" fmla="*/ 4633720 w 6501199"/>
              <a:gd name="connsiteY6720" fmla="*/ 99979 h 6382977"/>
              <a:gd name="connsiteX6721" fmla="*/ 4654928 w 6501199"/>
              <a:gd name="connsiteY6721" fmla="*/ 95250 h 6382977"/>
              <a:gd name="connsiteX6722" fmla="*/ 5537070 w 6501199"/>
              <a:gd name="connsiteY6722" fmla="*/ 42862 h 6382977"/>
              <a:gd name="connsiteX6723" fmla="*/ 5537070 w 6501199"/>
              <a:gd name="connsiteY6723" fmla="*/ 51624 h 6382977"/>
              <a:gd name="connsiteX6724" fmla="*/ 5548700 w 6501199"/>
              <a:gd name="connsiteY6724" fmla="*/ 58283 h 6382977"/>
              <a:gd name="connsiteX6725" fmla="*/ 5527985 w 6501199"/>
              <a:gd name="connsiteY6725" fmla="*/ 69499 h 6382977"/>
              <a:gd name="connsiteX6726" fmla="*/ 5537070 w 6501199"/>
              <a:gd name="connsiteY6726" fmla="*/ 42862 h 6382977"/>
              <a:gd name="connsiteX6727" fmla="*/ 5664004 w 6501199"/>
              <a:gd name="connsiteY6727" fmla="*/ 36512 h 6382977"/>
              <a:gd name="connsiteX6728" fmla="*/ 5666176 w 6501199"/>
              <a:gd name="connsiteY6728" fmla="*/ 59431 h 6382977"/>
              <a:gd name="connsiteX6729" fmla="*/ 5650245 w 6501199"/>
              <a:gd name="connsiteY6729" fmla="*/ 57248 h 6382977"/>
              <a:gd name="connsiteX6730" fmla="*/ 5650245 w 6501199"/>
              <a:gd name="connsiteY6730" fmla="*/ 71073 h 6382977"/>
              <a:gd name="connsiteX6731" fmla="*/ 5664004 w 6501199"/>
              <a:gd name="connsiteY6731" fmla="*/ 36512 h 6382977"/>
              <a:gd name="connsiteX6732" fmla="*/ 5589727 w 6501199"/>
              <a:gd name="connsiteY6732" fmla="*/ 33337 h 6382977"/>
              <a:gd name="connsiteX6733" fmla="*/ 5605847 w 6501199"/>
              <a:gd name="connsiteY6733" fmla="*/ 117117 h 6382977"/>
              <a:gd name="connsiteX6734" fmla="*/ 5589727 w 6501199"/>
              <a:gd name="connsiteY6734" fmla="*/ 33337 h 6382977"/>
              <a:gd name="connsiteX6735" fmla="*/ 5217443 w 6501199"/>
              <a:gd name="connsiteY6735" fmla="*/ 31750 h 6382977"/>
              <a:gd name="connsiteX6736" fmla="*/ 5231201 w 6501199"/>
              <a:gd name="connsiteY6736" fmla="*/ 38662 h 6382977"/>
              <a:gd name="connsiteX6737" fmla="*/ 5190288 w 6501199"/>
              <a:gd name="connsiteY6737" fmla="*/ 49940 h 6382977"/>
              <a:gd name="connsiteX6738" fmla="*/ 5208391 w 6501199"/>
              <a:gd name="connsiteY6738" fmla="*/ 47757 h 6382977"/>
              <a:gd name="connsiteX6739" fmla="*/ 5206219 w 6501199"/>
              <a:gd name="connsiteY6739" fmla="*/ 36479 h 6382977"/>
              <a:gd name="connsiteX6740" fmla="*/ 5217443 w 6501199"/>
              <a:gd name="connsiteY6740" fmla="*/ 31750 h 6382977"/>
              <a:gd name="connsiteX6741" fmla="*/ 5677271 w 6501199"/>
              <a:gd name="connsiteY6741" fmla="*/ 0 h 6382977"/>
              <a:gd name="connsiteX6742" fmla="*/ 5699662 w 6501199"/>
              <a:gd name="connsiteY6742" fmla="*/ 90129 h 6382977"/>
              <a:gd name="connsiteX6743" fmla="*/ 5677271 w 6501199"/>
              <a:gd name="connsiteY6743" fmla="*/ 0 h 6382977"/>
              <a:gd name="connsiteX6744" fmla="*/ 5158538 w 6501199"/>
              <a:gd name="connsiteY6744" fmla="*/ 0 h 6382977"/>
              <a:gd name="connsiteX6745" fmla="*/ 5163094 w 6501199"/>
              <a:gd name="connsiteY6745" fmla="*/ 4281 h 6382977"/>
              <a:gd name="connsiteX6746" fmla="*/ 5185175 w 6501199"/>
              <a:gd name="connsiteY6746" fmla="*/ 31393 h 6382977"/>
              <a:gd name="connsiteX6747" fmla="*/ 5158538 w 6501199"/>
              <a:gd name="connsiteY6747" fmla="*/ 0 h 6382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 ang="0">
                <a:pos x="connsiteX2796" y="connsiteY2796"/>
              </a:cxn>
              <a:cxn ang="0">
                <a:pos x="connsiteX2797" y="connsiteY2797"/>
              </a:cxn>
              <a:cxn ang="0">
                <a:pos x="connsiteX2798" y="connsiteY2798"/>
              </a:cxn>
              <a:cxn ang="0">
                <a:pos x="connsiteX2799" y="connsiteY2799"/>
              </a:cxn>
              <a:cxn ang="0">
                <a:pos x="connsiteX2800" y="connsiteY2800"/>
              </a:cxn>
              <a:cxn ang="0">
                <a:pos x="connsiteX2801" y="connsiteY2801"/>
              </a:cxn>
              <a:cxn ang="0">
                <a:pos x="connsiteX2802" y="connsiteY2802"/>
              </a:cxn>
              <a:cxn ang="0">
                <a:pos x="connsiteX2803" y="connsiteY2803"/>
              </a:cxn>
              <a:cxn ang="0">
                <a:pos x="connsiteX2804" y="connsiteY2804"/>
              </a:cxn>
              <a:cxn ang="0">
                <a:pos x="connsiteX2805" y="connsiteY2805"/>
              </a:cxn>
              <a:cxn ang="0">
                <a:pos x="connsiteX2806" y="connsiteY2806"/>
              </a:cxn>
              <a:cxn ang="0">
                <a:pos x="connsiteX2807" y="connsiteY2807"/>
              </a:cxn>
              <a:cxn ang="0">
                <a:pos x="connsiteX2808" y="connsiteY2808"/>
              </a:cxn>
              <a:cxn ang="0">
                <a:pos x="connsiteX2809" y="connsiteY2809"/>
              </a:cxn>
              <a:cxn ang="0">
                <a:pos x="connsiteX2810" y="connsiteY2810"/>
              </a:cxn>
              <a:cxn ang="0">
                <a:pos x="connsiteX2811" y="connsiteY2811"/>
              </a:cxn>
              <a:cxn ang="0">
                <a:pos x="connsiteX2812" y="connsiteY2812"/>
              </a:cxn>
              <a:cxn ang="0">
                <a:pos x="connsiteX2813" y="connsiteY2813"/>
              </a:cxn>
              <a:cxn ang="0">
                <a:pos x="connsiteX2814" y="connsiteY2814"/>
              </a:cxn>
              <a:cxn ang="0">
                <a:pos x="connsiteX2815" y="connsiteY2815"/>
              </a:cxn>
              <a:cxn ang="0">
                <a:pos x="connsiteX2816" y="connsiteY2816"/>
              </a:cxn>
              <a:cxn ang="0">
                <a:pos x="connsiteX2817" y="connsiteY2817"/>
              </a:cxn>
              <a:cxn ang="0">
                <a:pos x="connsiteX2818" y="connsiteY2818"/>
              </a:cxn>
              <a:cxn ang="0">
                <a:pos x="connsiteX2819" y="connsiteY2819"/>
              </a:cxn>
              <a:cxn ang="0">
                <a:pos x="connsiteX2820" y="connsiteY2820"/>
              </a:cxn>
              <a:cxn ang="0">
                <a:pos x="connsiteX2821" y="connsiteY2821"/>
              </a:cxn>
              <a:cxn ang="0">
                <a:pos x="connsiteX2822" y="connsiteY2822"/>
              </a:cxn>
              <a:cxn ang="0">
                <a:pos x="connsiteX2823" y="connsiteY2823"/>
              </a:cxn>
              <a:cxn ang="0">
                <a:pos x="connsiteX2824" y="connsiteY2824"/>
              </a:cxn>
              <a:cxn ang="0">
                <a:pos x="connsiteX2825" y="connsiteY2825"/>
              </a:cxn>
              <a:cxn ang="0">
                <a:pos x="connsiteX2826" y="connsiteY2826"/>
              </a:cxn>
              <a:cxn ang="0">
                <a:pos x="connsiteX2827" y="connsiteY2827"/>
              </a:cxn>
              <a:cxn ang="0">
                <a:pos x="connsiteX2828" y="connsiteY2828"/>
              </a:cxn>
              <a:cxn ang="0">
                <a:pos x="connsiteX2829" y="connsiteY2829"/>
              </a:cxn>
              <a:cxn ang="0">
                <a:pos x="connsiteX2830" y="connsiteY2830"/>
              </a:cxn>
              <a:cxn ang="0">
                <a:pos x="connsiteX2831" y="connsiteY2831"/>
              </a:cxn>
              <a:cxn ang="0">
                <a:pos x="connsiteX2832" y="connsiteY2832"/>
              </a:cxn>
              <a:cxn ang="0">
                <a:pos x="connsiteX2833" y="connsiteY2833"/>
              </a:cxn>
              <a:cxn ang="0">
                <a:pos x="connsiteX2834" y="connsiteY2834"/>
              </a:cxn>
              <a:cxn ang="0">
                <a:pos x="connsiteX2835" y="connsiteY2835"/>
              </a:cxn>
              <a:cxn ang="0">
                <a:pos x="connsiteX2836" y="connsiteY2836"/>
              </a:cxn>
              <a:cxn ang="0">
                <a:pos x="connsiteX2837" y="connsiteY2837"/>
              </a:cxn>
              <a:cxn ang="0">
                <a:pos x="connsiteX2838" y="connsiteY2838"/>
              </a:cxn>
              <a:cxn ang="0">
                <a:pos x="connsiteX2839" y="connsiteY2839"/>
              </a:cxn>
              <a:cxn ang="0">
                <a:pos x="connsiteX2840" y="connsiteY2840"/>
              </a:cxn>
              <a:cxn ang="0">
                <a:pos x="connsiteX2841" y="connsiteY2841"/>
              </a:cxn>
              <a:cxn ang="0">
                <a:pos x="connsiteX2842" y="connsiteY2842"/>
              </a:cxn>
              <a:cxn ang="0">
                <a:pos x="connsiteX2843" y="connsiteY2843"/>
              </a:cxn>
              <a:cxn ang="0">
                <a:pos x="connsiteX2844" y="connsiteY2844"/>
              </a:cxn>
              <a:cxn ang="0">
                <a:pos x="connsiteX2845" y="connsiteY2845"/>
              </a:cxn>
              <a:cxn ang="0">
                <a:pos x="connsiteX2846" y="connsiteY2846"/>
              </a:cxn>
              <a:cxn ang="0">
                <a:pos x="connsiteX2847" y="connsiteY2847"/>
              </a:cxn>
              <a:cxn ang="0">
                <a:pos x="connsiteX2848" y="connsiteY2848"/>
              </a:cxn>
              <a:cxn ang="0">
                <a:pos x="connsiteX2849" y="connsiteY2849"/>
              </a:cxn>
              <a:cxn ang="0">
                <a:pos x="connsiteX2850" y="connsiteY2850"/>
              </a:cxn>
              <a:cxn ang="0">
                <a:pos x="connsiteX2851" y="connsiteY2851"/>
              </a:cxn>
              <a:cxn ang="0">
                <a:pos x="connsiteX2852" y="connsiteY2852"/>
              </a:cxn>
              <a:cxn ang="0">
                <a:pos x="connsiteX2853" y="connsiteY2853"/>
              </a:cxn>
              <a:cxn ang="0">
                <a:pos x="connsiteX2854" y="connsiteY2854"/>
              </a:cxn>
              <a:cxn ang="0">
                <a:pos x="connsiteX2855" y="connsiteY2855"/>
              </a:cxn>
              <a:cxn ang="0">
                <a:pos x="connsiteX2856" y="connsiteY2856"/>
              </a:cxn>
              <a:cxn ang="0">
                <a:pos x="connsiteX2857" y="connsiteY2857"/>
              </a:cxn>
              <a:cxn ang="0">
                <a:pos x="connsiteX2858" y="connsiteY2858"/>
              </a:cxn>
              <a:cxn ang="0">
                <a:pos x="connsiteX2859" y="connsiteY2859"/>
              </a:cxn>
              <a:cxn ang="0">
                <a:pos x="connsiteX2860" y="connsiteY2860"/>
              </a:cxn>
              <a:cxn ang="0">
                <a:pos x="connsiteX2861" y="connsiteY2861"/>
              </a:cxn>
              <a:cxn ang="0">
                <a:pos x="connsiteX2862" y="connsiteY2862"/>
              </a:cxn>
              <a:cxn ang="0">
                <a:pos x="connsiteX2863" y="connsiteY2863"/>
              </a:cxn>
              <a:cxn ang="0">
                <a:pos x="connsiteX2864" y="connsiteY2864"/>
              </a:cxn>
              <a:cxn ang="0">
                <a:pos x="connsiteX2865" y="connsiteY2865"/>
              </a:cxn>
              <a:cxn ang="0">
                <a:pos x="connsiteX2866" y="connsiteY2866"/>
              </a:cxn>
              <a:cxn ang="0">
                <a:pos x="connsiteX2867" y="connsiteY2867"/>
              </a:cxn>
              <a:cxn ang="0">
                <a:pos x="connsiteX2868" y="connsiteY2868"/>
              </a:cxn>
              <a:cxn ang="0">
                <a:pos x="connsiteX2869" y="connsiteY2869"/>
              </a:cxn>
              <a:cxn ang="0">
                <a:pos x="connsiteX2870" y="connsiteY2870"/>
              </a:cxn>
              <a:cxn ang="0">
                <a:pos x="connsiteX2871" y="connsiteY2871"/>
              </a:cxn>
              <a:cxn ang="0">
                <a:pos x="connsiteX2872" y="connsiteY2872"/>
              </a:cxn>
              <a:cxn ang="0">
                <a:pos x="connsiteX2873" y="connsiteY2873"/>
              </a:cxn>
              <a:cxn ang="0">
                <a:pos x="connsiteX2874" y="connsiteY2874"/>
              </a:cxn>
              <a:cxn ang="0">
                <a:pos x="connsiteX2875" y="connsiteY2875"/>
              </a:cxn>
              <a:cxn ang="0">
                <a:pos x="connsiteX2876" y="connsiteY2876"/>
              </a:cxn>
              <a:cxn ang="0">
                <a:pos x="connsiteX2877" y="connsiteY2877"/>
              </a:cxn>
              <a:cxn ang="0">
                <a:pos x="connsiteX2878" y="connsiteY2878"/>
              </a:cxn>
              <a:cxn ang="0">
                <a:pos x="connsiteX2879" y="connsiteY2879"/>
              </a:cxn>
              <a:cxn ang="0">
                <a:pos x="connsiteX2880" y="connsiteY2880"/>
              </a:cxn>
              <a:cxn ang="0">
                <a:pos x="connsiteX2881" y="connsiteY2881"/>
              </a:cxn>
              <a:cxn ang="0">
                <a:pos x="connsiteX2882" y="connsiteY2882"/>
              </a:cxn>
              <a:cxn ang="0">
                <a:pos x="connsiteX2883" y="connsiteY2883"/>
              </a:cxn>
              <a:cxn ang="0">
                <a:pos x="connsiteX2884" y="connsiteY2884"/>
              </a:cxn>
              <a:cxn ang="0">
                <a:pos x="connsiteX2885" y="connsiteY2885"/>
              </a:cxn>
              <a:cxn ang="0">
                <a:pos x="connsiteX2886" y="connsiteY2886"/>
              </a:cxn>
              <a:cxn ang="0">
                <a:pos x="connsiteX2887" y="connsiteY2887"/>
              </a:cxn>
              <a:cxn ang="0">
                <a:pos x="connsiteX2888" y="connsiteY2888"/>
              </a:cxn>
              <a:cxn ang="0">
                <a:pos x="connsiteX2889" y="connsiteY2889"/>
              </a:cxn>
              <a:cxn ang="0">
                <a:pos x="connsiteX2890" y="connsiteY2890"/>
              </a:cxn>
              <a:cxn ang="0">
                <a:pos x="connsiteX2891" y="connsiteY2891"/>
              </a:cxn>
              <a:cxn ang="0">
                <a:pos x="connsiteX2892" y="connsiteY2892"/>
              </a:cxn>
              <a:cxn ang="0">
                <a:pos x="connsiteX2893" y="connsiteY2893"/>
              </a:cxn>
              <a:cxn ang="0">
                <a:pos x="connsiteX2894" y="connsiteY2894"/>
              </a:cxn>
              <a:cxn ang="0">
                <a:pos x="connsiteX2895" y="connsiteY2895"/>
              </a:cxn>
              <a:cxn ang="0">
                <a:pos x="connsiteX2896" y="connsiteY2896"/>
              </a:cxn>
              <a:cxn ang="0">
                <a:pos x="connsiteX2897" y="connsiteY2897"/>
              </a:cxn>
              <a:cxn ang="0">
                <a:pos x="connsiteX2898" y="connsiteY2898"/>
              </a:cxn>
              <a:cxn ang="0">
                <a:pos x="connsiteX2899" y="connsiteY2899"/>
              </a:cxn>
              <a:cxn ang="0">
                <a:pos x="connsiteX2900" y="connsiteY2900"/>
              </a:cxn>
              <a:cxn ang="0">
                <a:pos x="connsiteX2901" y="connsiteY2901"/>
              </a:cxn>
              <a:cxn ang="0">
                <a:pos x="connsiteX2902" y="connsiteY2902"/>
              </a:cxn>
              <a:cxn ang="0">
                <a:pos x="connsiteX2903" y="connsiteY2903"/>
              </a:cxn>
              <a:cxn ang="0">
                <a:pos x="connsiteX2904" y="connsiteY2904"/>
              </a:cxn>
              <a:cxn ang="0">
                <a:pos x="connsiteX2905" y="connsiteY2905"/>
              </a:cxn>
              <a:cxn ang="0">
                <a:pos x="connsiteX2906" y="connsiteY2906"/>
              </a:cxn>
              <a:cxn ang="0">
                <a:pos x="connsiteX2907" y="connsiteY2907"/>
              </a:cxn>
              <a:cxn ang="0">
                <a:pos x="connsiteX2908" y="connsiteY2908"/>
              </a:cxn>
              <a:cxn ang="0">
                <a:pos x="connsiteX2909" y="connsiteY2909"/>
              </a:cxn>
              <a:cxn ang="0">
                <a:pos x="connsiteX2910" y="connsiteY2910"/>
              </a:cxn>
              <a:cxn ang="0">
                <a:pos x="connsiteX2911" y="connsiteY2911"/>
              </a:cxn>
              <a:cxn ang="0">
                <a:pos x="connsiteX2912" y="connsiteY2912"/>
              </a:cxn>
              <a:cxn ang="0">
                <a:pos x="connsiteX2913" y="connsiteY2913"/>
              </a:cxn>
              <a:cxn ang="0">
                <a:pos x="connsiteX2914" y="connsiteY2914"/>
              </a:cxn>
              <a:cxn ang="0">
                <a:pos x="connsiteX2915" y="connsiteY2915"/>
              </a:cxn>
              <a:cxn ang="0">
                <a:pos x="connsiteX2916" y="connsiteY2916"/>
              </a:cxn>
              <a:cxn ang="0">
                <a:pos x="connsiteX2917" y="connsiteY2917"/>
              </a:cxn>
              <a:cxn ang="0">
                <a:pos x="connsiteX2918" y="connsiteY2918"/>
              </a:cxn>
              <a:cxn ang="0">
                <a:pos x="connsiteX2919" y="connsiteY2919"/>
              </a:cxn>
              <a:cxn ang="0">
                <a:pos x="connsiteX2920" y="connsiteY2920"/>
              </a:cxn>
              <a:cxn ang="0">
                <a:pos x="connsiteX2921" y="connsiteY2921"/>
              </a:cxn>
              <a:cxn ang="0">
                <a:pos x="connsiteX2922" y="connsiteY2922"/>
              </a:cxn>
              <a:cxn ang="0">
                <a:pos x="connsiteX2923" y="connsiteY2923"/>
              </a:cxn>
              <a:cxn ang="0">
                <a:pos x="connsiteX2924" y="connsiteY2924"/>
              </a:cxn>
              <a:cxn ang="0">
                <a:pos x="connsiteX2925" y="connsiteY2925"/>
              </a:cxn>
              <a:cxn ang="0">
                <a:pos x="connsiteX2926" y="connsiteY2926"/>
              </a:cxn>
              <a:cxn ang="0">
                <a:pos x="connsiteX2927" y="connsiteY2927"/>
              </a:cxn>
              <a:cxn ang="0">
                <a:pos x="connsiteX2928" y="connsiteY2928"/>
              </a:cxn>
              <a:cxn ang="0">
                <a:pos x="connsiteX2929" y="connsiteY2929"/>
              </a:cxn>
              <a:cxn ang="0">
                <a:pos x="connsiteX2930" y="connsiteY2930"/>
              </a:cxn>
              <a:cxn ang="0">
                <a:pos x="connsiteX2931" y="connsiteY2931"/>
              </a:cxn>
              <a:cxn ang="0">
                <a:pos x="connsiteX2932" y="connsiteY2932"/>
              </a:cxn>
              <a:cxn ang="0">
                <a:pos x="connsiteX2933" y="connsiteY2933"/>
              </a:cxn>
              <a:cxn ang="0">
                <a:pos x="connsiteX2934" y="connsiteY2934"/>
              </a:cxn>
              <a:cxn ang="0">
                <a:pos x="connsiteX2935" y="connsiteY2935"/>
              </a:cxn>
              <a:cxn ang="0">
                <a:pos x="connsiteX2936" y="connsiteY2936"/>
              </a:cxn>
              <a:cxn ang="0">
                <a:pos x="connsiteX2937" y="connsiteY2937"/>
              </a:cxn>
              <a:cxn ang="0">
                <a:pos x="connsiteX2938" y="connsiteY2938"/>
              </a:cxn>
              <a:cxn ang="0">
                <a:pos x="connsiteX2939" y="connsiteY2939"/>
              </a:cxn>
              <a:cxn ang="0">
                <a:pos x="connsiteX2940" y="connsiteY2940"/>
              </a:cxn>
              <a:cxn ang="0">
                <a:pos x="connsiteX2941" y="connsiteY2941"/>
              </a:cxn>
              <a:cxn ang="0">
                <a:pos x="connsiteX2942" y="connsiteY2942"/>
              </a:cxn>
              <a:cxn ang="0">
                <a:pos x="connsiteX2943" y="connsiteY2943"/>
              </a:cxn>
              <a:cxn ang="0">
                <a:pos x="connsiteX2944" y="connsiteY2944"/>
              </a:cxn>
              <a:cxn ang="0">
                <a:pos x="connsiteX2945" y="connsiteY2945"/>
              </a:cxn>
              <a:cxn ang="0">
                <a:pos x="connsiteX2946" y="connsiteY2946"/>
              </a:cxn>
              <a:cxn ang="0">
                <a:pos x="connsiteX2947" y="connsiteY2947"/>
              </a:cxn>
              <a:cxn ang="0">
                <a:pos x="connsiteX2948" y="connsiteY2948"/>
              </a:cxn>
              <a:cxn ang="0">
                <a:pos x="connsiteX2949" y="connsiteY2949"/>
              </a:cxn>
              <a:cxn ang="0">
                <a:pos x="connsiteX2950" y="connsiteY2950"/>
              </a:cxn>
              <a:cxn ang="0">
                <a:pos x="connsiteX2951" y="connsiteY2951"/>
              </a:cxn>
              <a:cxn ang="0">
                <a:pos x="connsiteX2952" y="connsiteY2952"/>
              </a:cxn>
              <a:cxn ang="0">
                <a:pos x="connsiteX2953" y="connsiteY2953"/>
              </a:cxn>
              <a:cxn ang="0">
                <a:pos x="connsiteX2954" y="connsiteY2954"/>
              </a:cxn>
              <a:cxn ang="0">
                <a:pos x="connsiteX2955" y="connsiteY2955"/>
              </a:cxn>
              <a:cxn ang="0">
                <a:pos x="connsiteX2956" y="connsiteY2956"/>
              </a:cxn>
              <a:cxn ang="0">
                <a:pos x="connsiteX2957" y="connsiteY2957"/>
              </a:cxn>
              <a:cxn ang="0">
                <a:pos x="connsiteX2958" y="connsiteY2958"/>
              </a:cxn>
              <a:cxn ang="0">
                <a:pos x="connsiteX2959" y="connsiteY2959"/>
              </a:cxn>
              <a:cxn ang="0">
                <a:pos x="connsiteX2960" y="connsiteY2960"/>
              </a:cxn>
              <a:cxn ang="0">
                <a:pos x="connsiteX2961" y="connsiteY2961"/>
              </a:cxn>
              <a:cxn ang="0">
                <a:pos x="connsiteX2962" y="connsiteY2962"/>
              </a:cxn>
              <a:cxn ang="0">
                <a:pos x="connsiteX2963" y="connsiteY2963"/>
              </a:cxn>
              <a:cxn ang="0">
                <a:pos x="connsiteX2964" y="connsiteY2964"/>
              </a:cxn>
              <a:cxn ang="0">
                <a:pos x="connsiteX2965" y="connsiteY2965"/>
              </a:cxn>
              <a:cxn ang="0">
                <a:pos x="connsiteX2966" y="connsiteY2966"/>
              </a:cxn>
              <a:cxn ang="0">
                <a:pos x="connsiteX2967" y="connsiteY2967"/>
              </a:cxn>
              <a:cxn ang="0">
                <a:pos x="connsiteX2968" y="connsiteY2968"/>
              </a:cxn>
              <a:cxn ang="0">
                <a:pos x="connsiteX2969" y="connsiteY2969"/>
              </a:cxn>
              <a:cxn ang="0">
                <a:pos x="connsiteX2970" y="connsiteY2970"/>
              </a:cxn>
              <a:cxn ang="0">
                <a:pos x="connsiteX2971" y="connsiteY2971"/>
              </a:cxn>
              <a:cxn ang="0">
                <a:pos x="connsiteX2972" y="connsiteY2972"/>
              </a:cxn>
              <a:cxn ang="0">
                <a:pos x="connsiteX2973" y="connsiteY2973"/>
              </a:cxn>
              <a:cxn ang="0">
                <a:pos x="connsiteX2974" y="connsiteY2974"/>
              </a:cxn>
              <a:cxn ang="0">
                <a:pos x="connsiteX2975" y="connsiteY2975"/>
              </a:cxn>
              <a:cxn ang="0">
                <a:pos x="connsiteX2976" y="connsiteY2976"/>
              </a:cxn>
              <a:cxn ang="0">
                <a:pos x="connsiteX2977" y="connsiteY2977"/>
              </a:cxn>
              <a:cxn ang="0">
                <a:pos x="connsiteX2978" y="connsiteY2978"/>
              </a:cxn>
              <a:cxn ang="0">
                <a:pos x="connsiteX2979" y="connsiteY2979"/>
              </a:cxn>
              <a:cxn ang="0">
                <a:pos x="connsiteX2980" y="connsiteY2980"/>
              </a:cxn>
              <a:cxn ang="0">
                <a:pos x="connsiteX2981" y="connsiteY2981"/>
              </a:cxn>
              <a:cxn ang="0">
                <a:pos x="connsiteX2982" y="connsiteY2982"/>
              </a:cxn>
              <a:cxn ang="0">
                <a:pos x="connsiteX2983" y="connsiteY2983"/>
              </a:cxn>
              <a:cxn ang="0">
                <a:pos x="connsiteX2984" y="connsiteY2984"/>
              </a:cxn>
              <a:cxn ang="0">
                <a:pos x="connsiteX2985" y="connsiteY2985"/>
              </a:cxn>
              <a:cxn ang="0">
                <a:pos x="connsiteX2986" y="connsiteY2986"/>
              </a:cxn>
              <a:cxn ang="0">
                <a:pos x="connsiteX2987" y="connsiteY2987"/>
              </a:cxn>
              <a:cxn ang="0">
                <a:pos x="connsiteX2988" y="connsiteY2988"/>
              </a:cxn>
              <a:cxn ang="0">
                <a:pos x="connsiteX2989" y="connsiteY2989"/>
              </a:cxn>
              <a:cxn ang="0">
                <a:pos x="connsiteX2990" y="connsiteY2990"/>
              </a:cxn>
              <a:cxn ang="0">
                <a:pos x="connsiteX2991" y="connsiteY2991"/>
              </a:cxn>
              <a:cxn ang="0">
                <a:pos x="connsiteX2992" y="connsiteY2992"/>
              </a:cxn>
              <a:cxn ang="0">
                <a:pos x="connsiteX2993" y="connsiteY2993"/>
              </a:cxn>
              <a:cxn ang="0">
                <a:pos x="connsiteX2994" y="connsiteY2994"/>
              </a:cxn>
              <a:cxn ang="0">
                <a:pos x="connsiteX2995" y="connsiteY2995"/>
              </a:cxn>
              <a:cxn ang="0">
                <a:pos x="connsiteX2996" y="connsiteY2996"/>
              </a:cxn>
              <a:cxn ang="0">
                <a:pos x="connsiteX2997" y="connsiteY2997"/>
              </a:cxn>
              <a:cxn ang="0">
                <a:pos x="connsiteX2998" y="connsiteY2998"/>
              </a:cxn>
              <a:cxn ang="0">
                <a:pos x="connsiteX2999" y="connsiteY2999"/>
              </a:cxn>
              <a:cxn ang="0">
                <a:pos x="connsiteX3000" y="connsiteY3000"/>
              </a:cxn>
              <a:cxn ang="0">
                <a:pos x="connsiteX3001" y="connsiteY3001"/>
              </a:cxn>
              <a:cxn ang="0">
                <a:pos x="connsiteX3002" y="connsiteY3002"/>
              </a:cxn>
              <a:cxn ang="0">
                <a:pos x="connsiteX3003" y="connsiteY3003"/>
              </a:cxn>
              <a:cxn ang="0">
                <a:pos x="connsiteX3004" y="connsiteY3004"/>
              </a:cxn>
              <a:cxn ang="0">
                <a:pos x="connsiteX3005" y="connsiteY3005"/>
              </a:cxn>
              <a:cxn ang="0">
                <a:pos x="connsiteX3006" y="connsiteY3006"/>
              </a:cxn>
              <a:cxn ang="0">
                <a:pos x="connsiteX3007" y="connsiteY3007"/>
              </a:cxn>
              <a:cxn ang="0">
                <a:pos x="connsiteX3008" y="connsiteY3008"/>
              </a:cxn>
              <a:cxn ang="0">
                <a:pos x="connsiteX3009" y="connsiteY3009"/>
              </a:cxn>
              <a:cxn ang="0">
                <a:pos x="connsiteX3010" y="connsiteY3010"/>
              </a:cxn>
              <a:cxn ang="0">
                <a:pos x="connsiteX3011" y="connsiteY3011"/>
              </a:cxn>
              <a:cxn ang="0">
                <a:pos x="connsiteX3012" y="connsiteY3012"/>
              </a:cxn>
              <a:cxn ang="0">
                <a:pos x="connsiteX3013" y="connsiteY3013"/>
              </a:cxn>
              <a:cxn ang="0">
                <a:pos x="connsiteX3014" y="connsiteY3014"/>
              </a:cxn>
              <a:cxn ang="0">
                <a:pos x="connsiteX3015" y="connsiteY3015"/>
              </a:cxn>
              <a:cxn ang="0">
                <a:pos x="connsiteX3016" y="connsiteY3016"/>
              </a:cxn>
              <a:cxn ang="0">
                <a:pos x="connsiteX3017" y="connsiteY3017"/>
              </a:cxn>
              <a:cxn ang="0">
                <a:pos x="connsiteX3018" y="connsiteY3018"/>
              </a:cxn>
              <a:cxn ang="0">
                <a:pos x="connsiteX3019" y="connsiteY3019"/>
              </a:cxn>
              <a:cxn ang="0">
                <a:pos x="connsiteX3020" y="connsiteY3020"/>
              </a:cxn>
              <a:cxn ang="0">
                <a:pos x="connsiteX3021" y="connsiteY3021"/>
              </a:cxn>
              <a:cxn ang="0">
                <a:pos x="connsiteX3022" y="connsiteY3022"/>
              </a:cxn>
              <a:cxn ang="0">
                <a:pos x="connsiteX3023" y="connsiteY3023"/>
              </a:cxn>
              <a:cxn ang="0">
                <a:pos x="connsiteX3024" y="connsiteY3024"/>
              </a:cxn>
              <a:cxn ang="0">
                <a:pos x="connsiteX3025" y="connsiteY3025"/>
              </a:cxn>
              <a:cxn ang="0">
                <a:pos x="connsiteX3026" y="connsiteY3026"/>
              </a:cxn>
              <a:cxn ang="0">
                <a:pos x="connsiteX3027" y="connsiteY3027"/>
              </a:cxn>
              <a:cxn ang="0">
                <a:pos x="connsiteX3028" y="connsiteY3028"/>
              </a:cxn>
              <a:cxn ang="0">
                <a:pos x="connsiteX3029" y="connsiteY3029"/>
              </a:cxn>
              <a:cxn ang="0">
                <a:pos x="connsiteX3030" y="connsiteY3030"/>
              </a:cxn>
              <a:cxn ang="0">
                <a:pos x="connsiteX3031" y="connsiteY3031"/>
              </a:cxn>
              <a:cxn ang="0">
                <a:pos x="connsiteX3032" y="connsiteY3032"/>
              </a:cxn>
              <a:cxn ang="0">
                <a:pos x="connsiteX3033" y="connsiteY3033"/>
              </a:cxn>
              <a:cxn ang="0">
                <a:pos x="connsiteX3034" y="connsiteY3034"/>
              </a:cxn>
              <a:cxn ang="0">
                <a:pos x="connsiteX3035" y="connsiteY3035"/>
              </a:cxn>
              <a:cxn ang="0">
                <a:pos x="connsiteX3036" y="connsiteY3036"/>
              </a:cxn>
              <a:cxn ang="0">
                <a:pos x="connsiteX3037" y="connsiteY3037"/>
              </a:cxn>
              <a:cxn ang="0">
                <a:pos x="connsiteX3038" y="connsiteY3038"/>
              </a:cxn>
              <a:cxn ang="0">
                <a:pos x="connsiteX3039" y="connsiteY3039"/>
              </a:cxn>
              <a:cxn ang="0">
                <a:pos x="connsiteX3040" y="connsiteY3040"/>
              </a:cxn>
              <a:cxn ang="0">
                <a:pos x="connsiteX3041" y="connsiteY3041"/>
              </a:cxn>
              <a:cxn ang="0">
                <a:pos x="connsiteX3042" y="connsiteY3042"/>
              </a:cxn>
              <a:cxn ang="0">
                <a:pos x="connsiteX3043" y="connsiteY3043"/>
              </a:cxn>
              <a:cxn ang="0">
                <a:pos x="connsiteX3044" y="connsiteY3044"/>
              </a:cxn>
              <a:cxn ang="0">
                <a:pos x="connsiteX3045" y="connsiteY3045"/>
              </a:cxn>
              <a:cxn ang="0">
                <a:pos x="connsiteX3046" y="connsiteY3046"/>
              </a:cxn>
              <a:cxn ang="0">
                <a:pos x="connsiteX3047" y="connsiteY3047"/>
              </a:cxn>
              <a:cxn ang="0">
                <a:pos x="connsiteX3048" y="connsiteY3048"/>
              </a:cxn>
              <a:cxn ang="0">
                <a:pos x="connsiteX3049" y="connsiteY3049"/>
              </a:cxn>
              <a:cxn ang="0">
                <a:pos x="connsiteX3050" y="connsiteY3050"/>
              </a:cxn>
              <a:cxn ang="0">
                <a:pos x="connsiteX3051" y="connsiteY3051"/>
              </a:cxn>
              <a:cxn ang="0">
                <a:pos x="connsiteX3052" y="connsiteY3052"/>
              </a:cxn>
              <a:cxn ang="0">
                <a:pos x="connsiteX3053" y="connsiteY3053"/>
              </a:cxn>
              <a:cxn ang="0">
                <a:pos x="connsiteX3054" y="connsiteY3054"/>
              </a:cxn>
              <a:cxn ang="0">
                <a:pos x="connsiteX3055" y="connsiteY3055"/>
              </a:cxn>
              <a:cxn ang="0">
                <a:pos x="connsiteX3056" y="connsiteY3056"/>
              </a:cxn>
              <a:cxn ang="0">
                <a:pos x="connsiteX3057" y="connsiteY3057"/>
              </a:cxn>
              <a:cxn ang="0">
                <a:pos x="connsiteX3058" y="connsiteY3058"/>
              </a:cxn>
              <a:cxn ang="0">
                <a:pos x="connsiteX3059" y="connsiteY3059"/>
              </a:cxn>
              <a:cxn ang="0">
                <a:pos x="connsiteX3060" y="connsiteY3060"/>
              </a:cxn>
              <a:cxn ang="0">
                <a:pos x="connsiteX3061" y="connsiteY3061"/>
              </a:cxn>
              <a:cxn ang="0">
                <a:pos x="connsiteX3062" y="connsiteY3062"/>
              </a:cxn>
              <a:cxn ang="0">
                <a:pos x="connsiteX3063" y="connsiteY3063"/>
              </a:cxn>
              <a:cxn ang="0">
                <a:pos x="connsiteX3064" y="connsiteY3064"/>
              </a:cxn>
              <a:cxn ang="0">
                <a:pos x="connsiteX3065" y="connsiteY3065"/>
              </a:cxn>
              <a:cxn ang="0">
                <a:pos x="connsiteX3066" y="connsiteY3066"/>
              </a:cxn>
              <a:cxn ang="0">
                <a:pos x="connsiteX3067" y="connsiteY3067"/>
              </a:cxn>
              <a:cxn ang="0">
                <a:pos x="connsiteX3068" y="connsiteY3068"/>
              </a:cxn>
              <a:cxn ang="0">
                <a:pos x="connsiteX3069" y="connsiteY3069"/>
              </a:cxn>
              <a:cxn ang="0">
                <a:pos x="connsiteX3070" y="connsiteY3070"/>
              </a:cxn>
              <a:cxn ang="0">
                <a:pos x="connsiteX3071" y="connsiteY3071"/>
              </a:cxn>
              <a:cxn ang="0">
                <a:pos x="connsiteX3072" y="connsiteY3072"/>
              </a:cxn>
              <a:cxn ang="0">
                <a:pos x="connsiteX3073" y="connsiteY3073"/>
              </a:cxn>
              <a:cxn ang="0">
                <a:pos x="connsiteX3074" y="connsiteY3074"/>
              </a:cxn>
              <a:cxn ang="0">
                <a:pos x="connsiteX3075" y="connsiteY3075"/>
              </a:cxn>
              <a:cxn ang="0">
                <a:pos x="connsiteX3076" y="connsiteY3076"/>
              </a:cxn>
              <a:cxn ang="0">
                <a:pos x="connsiteX3077" y="connsiteY3077"/>
              </a:cxn>
              <a:cxn ang="0">
                <a:pos x="connsiteX3078" y="connsiteY3078"/>
              </a:cxn>
              <a:cxn ang="0">
                <a:pos x="connsiteX3079" y="connsiteY3079"/>
              </a:cxn>
              <a:cxn ang="0">
                <a:pos x="connsiteX3080" y="connsiteY3080"/>
              </a:cxn>
              <a:cxn ang="0">
                <a:pos x="connsiteX3081" y="connsiteY3081"/>
              </a:cxn>
              <a:cxn ang="0">
                <a:pos x="connsiteX3082" y="connsiteY3082"/>
              </a:cxn>
              <a:cxn ang="0">
                <a:pos x="connsiteX3083" y="connsiteY3083"/>
              </a:cxn>
              <a:cxn ang="0">
                <a:pos x="connsiteX3084" y="connsiteY3084"/>
              </a:cxn>
              <a:cxn ang="0">
                <a:pos x="connsiteX3085" y="connsiteY3085"/>
              </a:cxn>
              <a:cxn ang="0">
                <a:pos x="connsiteX3086" y="connsiteY3086"/>
              </a:cxn>
              <a:cxn ang="0">
                <a:pos x="connsiteX3087" y="connsiteY3087"/>
              </a:cxn>
              <a:cxn ang="0">
                <a:pos x="connsiteX3088" y="connsiteY3088"/>
              </a:cxn>
              <a:cxn ang="0">
                <a:pos x="connsiteX3089" y="connsiteY3089"/>
              </a:cxn>
              <a:cxn ang="0">
                <a:pos x="connsiteX3090" y="connsiteY3090"/>
              </a:cxn>
              <a:cxn ang="0">
                <a:pos x="connsiteX3091" y="connsiteY3091"/>
              </a:cxn>
              <a:cxn ang="0">
                <a:pos x="connsiteX3092" y="connsiteY3092"/>
              </a:cxn>
              <a:cxn ang="0">
                <a:pos x="connsiteX3093" y="connsiteY3093"/>
              </a:cxn>
              <a:cxn ang="0">
                <a:pos x="connsiteX3094" y="connsiteY3094"/>
              </a:cxn>
              <a:cxn ang="0">
                <a:pos x="connsiteX3095" y="connsiteY3095"/>
              </a:cxn>
              <a:cxn ang="0">
                <a:pos x="connsiteX3096" y="connsiteY3096"/>
              </a:cxn>
              <a:cxn ang="0">
                <a:pos x="connsiteX3097" y="connsiteY3097"/>
              </a:cxn>
              <a:cxn ang="0">
                <a:pos x="connsiteX3098" y="connsiteY3098"/>
              </a:cxn>
              <a:cxn ang="0">
                <a:pos x="connsiteX3099" y="connsiteY3099"/>
              </a:cxn>
              <a:cxn ang="0">
                <a:pos x="connsiteX3100" y="connsiteY3100"/>
              </a:cxn>
              <a:cxn ang="0">
                <a:pos x="connsiteX3101" y="connsiteY3101"/>
              </a:cxn>
              <a:cxn ang="0">
                <a:pos x="connsiteX3102" y="connsiteY3102"/>
              </a:cxn>
              <a:cxn ang="0">
                <a:pos x="connsiteX3103" y="connsiteY3103"/>
              </a:cxn>
              <a:cxn ang="0">
                <a:pos x="connsiteX3104" y="connsiteY3104"/>
              </a:cxn>
              <a:cxn ang="0">
                <a:pos x="connsiteX3105" y="connsiteY3105"/>
              </a:cxn>
              <a:cxn ang="0">
                <a:pos x="connsiteX3106" y="connsiteY3106"/>
              </a:cxn>
              <a:cxn ang="0">
                <a:pos x="connsiteX3107" y="connsiteY3107"/>
              </a:cxn>
              <a:cxn ang="0">
                <a:pos x="connsiteX3108" y="connsiteY3108"/>
              </a:cxn>
              <a:cxn ang="0">
                <a:pos x="connsiteX3109" y="connsiteY3109"/>
              </a:cxn>
              <a:cxn ang="0">
                <a:pos x="connsiteX3110" y="connsiteY3110"/>
              </a:cxn>
              <a:cxn ang="0">
                <a:pos x="connsiteX3111" y="connsiteY3111"/>
              </a:cxn>
              <a:cxn ang="0">
                <a:pos x="connsiteX3112" y="connsiteY3112"/>
              </a:cxn>
              <a:cxn ang="0">
                <a:pos x="connsiteX3113" y="connsiteY3113"/>
              </a:cxn>
              <a:cxn ang="0">
                <a:pos x="connsiteX3114" y="connsiteY3114"/>
              </a:cxn>
              <a:cxn ang="0">
                <a:pos x="connsiteX3115" y="connsiteY3115"/>
              </a:cxn>
              <a:cxn ang="0">
                <a:pos x="connsiteX3116" y="connsiteY3116"/>
              </a:cxn>
              <a:cxn ang="0">
                <a:pos x="connsiteX3117" y="connsiteY3117"/>
              </a:cxn>
              <a:cxn ang="0">
                <a:pos x="connsiteX3118" y="connsiteY3118"/>
              </a:cxn>
              <a:cxn ang="0">
                <a:pos x="connsiteX3119" y="connsiteY3119"/>
              </a:cxn>
              <a:cxn ang="0">
                <a:pos x="connsiteX3120" y="connsiteY3120"/>
              </a:cxn>
              <a:cxn ang="0">
                <a:pos x="connsiteX3121" y="connsiteY3121"/>
              </a:cxn>
              <a:cxn ang="0">
                <a:pos x="connsiteX3122" y="connsiteY3122"/>
              </a:cxn>
              <a:cxn ang="0">
                <a:pos x="connsiteX3123" y="connsiteY3123"/>
              </a:cxn>
              <a:cxn ang="0">
                <a:pos x="connsiteX3124" y="connsiteY3124"/>
              </a:cxn>
              <a:cxn ang="0">
                <a:pos x="connsiteX3125" y="connsiteY3125"/>
              </a:cxn>
              <a:cxn ang="0">
                <a:pos x="connsiteX3126" y="connsiteY3126"/>
              </a:cxn>
              <a:cxn ang="0">
                <a:pos x="connsiteX3127" y="connsiteY3127"/>
              </a:cxn>
              <a:cxn ang="0">
                <a:pos x="connsiteX3128" y="connsiteY3128"/>
              </a:cxn>
              <a:cxn ang="0">
                <a:pos x="connsiteX3129" y="connsiteY3129"/>
              </a:cxn>
              <a:cxn ang="0">
                <a:pos x="connsiteX3130" y="connsiteY3130"/>
              </a:cxn>
              <a:cxn ang="0">
                <a:pos x="connsiteX3131" y="connsiteY3131"/>
              </a:cxn>
              <a:cxn ang="0">
                <a:pos x="connsiteX3132" y="connsiteY3132"/>
              </a:cxn>
              <a:cxn ang="0">
                <a:pos x="connsiteX3133" y="connsiteY3133"/>
              </a:cxn>
              <a:cxn ang="0">
                <a:pos x="connsiteX3134" y="connsiteY3134"/>
              </a:cxn>
              <a:cxn ang="0">
                <a:pos x="connsiteX3135" y="connsiteY3135"/>
              </a:cxn>
              <a:cxn ang="0">
                <a:pos x="connsiteX3136" y="connsiteY3136"/>
              </a:cxn>
              <a:cxn ang="0">
                <a:pos x="connsiteX3137" y="connsiteY3137"/>
              </a:cxn>
              <a:cxn ang="0">
                <a:pos x="connsiteX3138" y="connsiteY3138"/>
              </a:cxn>
              <a:cxn ang="0">
                <a:pos x="connsiteX3139" y="connsiteY3139"/>
              </a:cxn>
              <a:cxn ang="0">
                <a:pos x="connsiteX3140" y="connsiteY3140"/>
              </a:cxn>
              <a:cxn ang="0">
                <a:pos x="connsiteX3141" y="connsiteY3141"/>
              </a:cxn>
              <a:cxn ang="0">
                <a:pos x="connsiteX3142" y="connsiteY3142"/>
              </a:cxn>
              <a:cxn ang="0">
                <a:pos x="connsiteX3143" y="connsiteY3143"/>
              </a:cxn>
              <a:cxn ang="0">
                <a:pos x="connsiteX3144" y="connsiteY3144"/>
              </a:cxn>
              <a:cxn ang="0">
                <a:pos x="connsiteX3145" y="connsiteY3145"/>
              </a:cxn>
              <a:cxn ang="0">
                <a:pos x="connsiteX3146" y="connsiteY3146"/>
              </a:cxn>
              <a:cxn ang="0">
                <a:pos x="connsiteX3147" y="connsiteY3147"/>
              </a:cxn>
              <a:cxn ang="0">
                <a:pos x="connsiteX3148" y="connsiteY3148"/>
              </a:cxn>
              <a:cxn ang="0">
                <a:pos x="connsiteX3149" y="connsiteY3149"/>
              </a:cxn>
              <a:cxn ang="0">
                <a:pos x="connsiteX3150" y="connsiteY3150"/>
              </a:cxn>
              <a:cxn ang="0">
                <a:pos x="connsiteX3151" y="connsiteY3151"/>
              </a:cxn>
              <a:cxn ang="0">
                <a:pos x="connsiteX3152" y="connsiteY3152"/>
              </a:cxn>
              <a:cxn ang="0">
                <a:pos x="connsiteX3153" y="connsiteY3153"/>
              </a:cxn>
              <a:cxn ang="0">
                <a:pos x="connsiteX3154" y="connsiteY3154"/>
              </a:cxn>
              <a:cxn ang="0">
                <a:pos x="connsiteX3155" y="connsiteY3155"/>
              </a:cxn>
              <a:cxn ang="0">
                <a:pos x="connsiteX3156" y="connsiteY3156"/>
              </a:cxn>
              <a:cxn ang="0">
                <a:pos x="connsiteX3157" y="connsiteY3157"/>
              </a:cxn>
              <a:cxn ang="0">
                <a:pos x="connsiteX3158" y="connsiteY3158"/>
              </a:cxn>
              <a:cxn ang="0">
                <a:pos x="connsiteX3159" y="connsiteY3159"/>
              </a:cxn>
              <a:cxn ang="0">
                <a:pos x="connsiteX3160" y="connsiteY3160"/>
              </a:cxn>
              <a:cxn ang="0">
                <a:pos x="connsiteX3161" y="connsiteY3161"/>
              </a:cxn>
              <a:cxn ang="0">
                <a:pos x="connsiteX3162" y="connsiteY3162"/>
              </a:cxn>
              <a:cxn ang="0">
                <a:pos x="connsiteX3163" y="connsiteY3163"/>
              </a:cxn>
              <a:cxn ang="0">
                <a:pos x="connsiteX3164" y="connsiteY3164"/>
              </a:cxn>
              <a:cxn ang="0">
                <a:pos x="connsiteX3165" y="connsiteY3165"/>
              </a:cxn>
              <a:cxn ang="0">
                <a:pos x="connsiteX3166" y="connsiteY3166"/>
              </a:cxn>
              <a:cxn ang="0">
                <a:pos x="connsiteX3167" y="connsiteY3167"/>
              </a:cxn>
              <a:cxn ang="0">
                <a:pos x="connsiteX3168" y="connsiteY3168"/>
              </a:cxn>
              <a:cxn ang="0">
                <a:pos x="connsiteX3169" y="connsiteY3169"/>
              </a:cxn>
              <a:cxn ang="0">
                <a:pos x="connsiteX3170" y="connsiteY3170"/>
              </a:cxn>
              <a:cxn ang="0">
                <a:pos x="connsiteX3171" y="connsiteY3171"/>
              </a:cxn>
              <a:cxn ang="0">
                <a:pos x="connsiteX3172" y="connsiteY3172"/>
              </a:cxn>
              <a:cxn ang="0">
                <a:pos x="connsiteX3173" y="connsiteY3173"/>
              </a:cxn>
              <a:cxn ang="0">
                <a:pos x="connsiteX3174" y="connsiteY3174"/>
              </a:cxn>
              <a:cxn ang="0">
                <a:pos x="connsiteX3175" y="connsiteY3175"/>
              </a:cxn>
              <a:cxn ang="0">
                <a:pos x="connsiteX3176" y="connsiteY3176"/>
              </a:cxn>
              <a:cxn ang="0">
                <a:pos x="connsiteX3177" y="connsiteY3177"/>
              </a:cxn>
              <a:cxn ang="0">
                <a:pos x="connsiteX3178" y="connsiteY3178"/>
              </a:cxn>
              <a:cxn ang="0">
                <a:pos x="connsiteX3179" y="connsiteY3179"/>
              </a:cxn>
              <a:cxn ang="0">
                <a:pos x="connsiteX3180" y="connsiteY3180"/>
              </a:cxn>
              <a:cxn ang="0">
                <a:pos x="connsiteX3181" y="connsiteY3181"/>
              </a:cxn>
              <a:cxn ang="0">
                <a:pos x="connsiteX3182" y="connsiteY3182"/>
              </a:cxn>
              <a:cxn ang="0">
                <a:pos x="connsiteX3183" y="connsiteY3183"/>
              </a:cxn>
              <a:cxn ang="0">
                <a:pos x="connsiteX3184" y="connsiteY3184"/>
              </a:cxn>
              <a:cxn ang="0">
                <a:pos x="connsiteX3185" y="connsiteY3185"/>
              </a:cxn>
              <a:cxn ang="0">
                <a:pos x="connsiteX3186" y="connsiteY3186"/>
              </a:cxn>
              <a:cxn ang="0">
                <a:pos x="connsiteX3187" y="connsiteY3187"/>
              </a:cxn>
              <a:cxn ang="0">
                <a:pos x="connsiteX3188" y="connsiteY3188"/>
              </a:cxn>
              <a:cxn ang="0">
                <a:pos x="connsiteX3189" y="connsiteY3189"/>
              </a:cxn>
              <a:cxn ang="0">
                <a:pos x="connsiteX3190" y="connsiteY3190"/>
              </a:cxn>
              <a:cxn ang="0">
                <a:pos x="connsiteX3191" y="connsiteY3191"/>
              </a:cxn>
              <a:cxn ang="0">
                <a:pos x="connsiteX3192" y="connsiteY3192"/>
              </a:cxn>
              <a:cxn ang="0">
                <a:pos x="connsiteX3193" y="connsiteY3193"/>
              </a:cxn>
              <a:cxn ang="0">
                <a:pos x="connsiteX3194" y="connsiteY3194"/>
              </a:cxn>
              <a:cxn ang="0">
                <a:pos x="connsiteX3195" y="connsiteY3195"/>
              </a:cxn>
              <a:cxn ang="0">
                <a:pos x="connsiteX3196" y="connsiteY3196"/>
              </a:cxn>
              <a:cxn ang="0">
                <a:pos x="connsiteX3197" y="connsiteY3197"/>
              </a:cxn>
              <a:cxn ang="0">
                <a:pos x="connsiteX3198" y="connsiteY3198"/>
              </a:cxn>
              <a:cxn ang="0">
                <a:pos x="connsiteX3199" y="connsiteY3199"/>
              </a:cxn>
              <a:cxn ang="0">
                <a:pos x="connsiteX3200" y="connsiteY3200"/>
              </a:cxn>
              <a:cxn ang="0">
                <a:pos x="connsiteX3201" y="connsiteY3201"/>
              </a:cxn>
              <a:cxn ang="0">
                <a:pos x="connsiteX3202" y="connsiteY3202"/>
              </a:cxn>
              <a:cxn ang="0">
                <a:pos x="connsiteX3203" y="connsiteY3203"/>
              </a:cxn>
              <a:cxn ang="0">
                <a:pos x="connsiteX3204" y="connsiteY3204"/>
              </a:cxn>
              <a:cxn ang="0">
                <a:pos x="connsiteX3205" y="connsiteY3205"/>
              </a:cxn>
              <a:cxn ang="0">
                <a:pos x="connsiteX3206" y="connsiteY3206"/>
              </a:cxn>
              <a:cxn ang="0">
                <a:pos x="connsiteX3207" y="connsiteY3207"/>
              </a:cxn>
              <a:cxn ang="0">
                <a:pos x="connsiteX3208" y="connsiteY3208"/>
              </a:cxn>
              <a:cxn ang="0">
                <a:pos x="connsiteX3209" y="connsiteY3209"/>
              </a:cxn>
              <a:cxn ang="0">
                <a:pos x="connsiteX3210" y="connsiteY3210"/>
              </a:cxn>
              <a:cxn ang="0">
                <a:pos x="connsiteX3211" y="connsiteY3211"/>
              </a:cxn>
              <a:cxn ang="0">
                <a:pos x="connsiteX3212" y="connsiteY3212"/>
              </a:cxn>
              <a:cxn ang="0">
                <a:pos x="connsiteX3213" y="connsiteY3213"/>
              </a:cxn>
              <a:cxn ang="0">
                <a:pos x="connsiteX3214" y="connsiteY3214"/>
              </a:cxn>
              <a:cxn ang="0">
                <a:pos x="connsiteX3215" y="connsiteY3215"/>
              </a:cxn>
              <a:cxn ang="0">
                <a:pos x="connsiteX3216" y="connsiteY3216"/>
              </a:cxn>
              <a:cxn ang="0">
                <a:pos x="connsiteX3217" y="connsiteY3217"/>
              </a:cxn>
              <a:cxn ang="0">
                <a:pos x="connsiteX3218" y="connsiteY3218"/>
              </a:cxn>
              <a:cxn ang="0">
                <a:pos x="connsiteX3219" y="connsiteY3219"/>
              </a:cxn>
              <a:cxn ang="0">
                <a:pos x="connsiteX3220" y="connsiteY3220"/>
              </a:cxn>
              <a:cxn ang="0">
                <a:pos x="connsiteX3221" y="connsiteY3221"/>
              </a:cxn>
              <a:cxn ang="0">
                <a:pos x="connsiteX3222" y="connsiteY3222"/>
              </a:cxn>
              <a:cxn ang="0">
                <a:pos x="connsiteX3223" y="connsiteY3223"/>
              </a:cxn>
              <a:cxn ang="0">
                <a:pos x="connsiteX3224" y="connsiteY3224"/>
              </a:cxn>
              <a:cxn ang="0">
                <a:pos x="connsiteX3225" y="connsiteY3225"/>
              </a:cxn>
              <a:cxn ang="0">
                <a:pos x="connsiteX3226" y="connsiteY3226"/>
              </a:cxn>
              <a:cxn ang="0">
                <a:pos x="connsiteX3227" y="connsiteY3227"/>
              </a:cxn>
              <a:cxn ang="0">
                <a:pos x="connsiteX3228" y="connsiteY3228"/>
              </a:cxn>
              <a:cxn ang="0">
                <a:pos x="connsiteX3229" y="connsiteY3229"/>
              </a:cxn>
              <a:cxn ang="0">
                <a:pos x="connsiteX3230" y="connsiteY3230"/>
              </a:cxn>
              <a:cxn ang="0">
                <a:pos x="connsiteX3231" y="connsiteY3231"/>
              </a:cxn>
              <a:cxn ang="0">
                <a:pos x="connsiteX3232" y="connsiteY3232"/>
              </a:cxn>
              <a:cxn ang="0">
                <a:pos x="connsiteX3233" y="connsiteY3233"/>
              </a:cxn>
              <a:cxn ang="0">
                <a:pos x="connsiteX3234" y="connsiteY3234"/>
              </a:cxn>
              <a:cxn ang="0">
                <a:pos x="connsiteX3235" y="connsiteY3235"/>
              </a:cxn>
              <a:cxn ang="0">
                <a:pos x="connsiteX3236" y="connsiteY3236"/>
              </a:cxn>
              <a:cxn ang="0">
                <a:pos x="connsiteX3237" y="connsiteY3237"/>
              </a:cxn>
              <a:cxn ang="0">
                <a:pos x="connsiteX3238" y="connsiteY3238"/>
              </a:cxn>
              <a:cxn ang="0">
                <a:pos x="connsiteX3239" y="connsiteY3239"/>
              </a:cxn>
              <a:cxn ang="0">
                <a:pos x="connsiteX3240" y="connsiteY3240"/>
              </a:cxn>
              <a:cxn ang="0">
                <a:pos x="connsiteX3241" y="connsiteY3241"/>
              </a:cxn>
              <a:cxn ang="0">
                <a:pos x="connsiteX3242" y="connsiteY3242"/>
              </a:cxn>
              <a:cxn ang="0">
                <a:pos x="connsiteX3243" y="connsiteY3243"/>
              </a:cxn>
              <a:cxn ang="0">
                <a:pos x="connsiteX3244" y="connsiteY3244"/>
              </a:cxn>
              <a:cxn ang="0">
                <a:pos x="connsiteX3245" y="connsiteY3245"/>
              </a:cxn>
              <a:cxn ang="0">
                <a:pos x="connsiteX3246" y="connsiteY3246"/>
              </a:cxn>
              <a:cxn ang="0">
                <a:pos x="connsiteX3247" y="connsiteY3247"/>
              </a:cxn>
              <a:cxn ang="0">
                <a:pos x="connsiteX3248" y="connsiteY3248"/>
              </a:cxn>
              <a:cxn ang="0">
                <a:pos x="connsiteX3249" y="connsiteY3249"/>
              </a:cxn>
              <a:cxn ang="0">
                <a:pos x="connsiteX3250" y="connsiteY3250"/>
              </a:cxn>
              <a:cxn ang="0">
                <a:pos x="connsiteX3251" y="connsiteY3251"/>
              </a:cxn>
              <a:cxn ang="0">
                <a:pos x="connsiteX3252" y="connsiteY3252"/>
              </a:cxn>
              <a:cxn ang="0">
                <a:pos x="connsiteX3253" y="connsiteY3253"/>
              </a:cxn>
              <a:cxn ang="0">
                <a:pos x="connsiteX3254" y="connsiteY3254"/>
              </a:cxn>
              <a:cxn ang="0">
                <a:pos x="connsiteX3255" y="connsiteY3255"/>
              </a:cxn>
              <a:cxn ang="0">
                <a:pos x="connsiteX3256" y="connsiteY3256"/>
              </a:cxn>
              <a:cxn ang="0">
                <a:pos x="connsiteX3257" y="connsiteY3257"/>
              </a:cxn>
              <a:cxn ang="0">
                <a:pos x="connsiteX3258" y="connsiteY3258"/>
              </a:cxn>
              <a:cxn ang="0">
                <a:pos x="connsiteX3259" y="connsiteY3259"/>
              </a:cxn>
              <a:cxn ang="0">
                <a:pos x="connsiteX3260" y="connsiteY3260"/>
              </a:cxn>
              <a:cxn ang="0">
                <a:pos x="connsiteX3261" y="connsiteY3261"/>
              </a:cxn>
              <a:cxn ang="0">
                <a:pos x="connsiteX3262" y="connsiteY3262"/>
              </a:cxn>
              <a:cxn ang="0">
                <a:pos x="connsiteX3263" y="connsiteY3263"/>
              </a:cxn>
              <a:cxn ang="0">
                <a:pos x="connsiteX3264" y="connsiteY3264"/>
              </a:cxn>
              <a:cxn ang="0">
                <a:pos x="connsiteX3265" y="connsiteY3265"/>
              </a:cxn>
              <a:cxn ang="0">
                <a:pos x="connsiteX3266" y="connsiteY3266"/>
              </a:cxn>
              <a:cxn ang="0">
                <a:pos x="connsiteX3267" y="connsiteY3267"/>
              </a:cxn>
              <a:cxn ang="0">
                <a:pos x="connsiteX3268" y="connsiteY3268"/>
              </a:cxn>
              <a:cxn ang="0">
                <a:pos x="connsiteX3269" y="connsiteY3269"/>
              </a:cxn>
              <a:cxn ang="0">
                <a:pos x="connsiteX3270" y="connsiteY3270"/>
              </a:cxn>
              <a:cxn ang="0">
                <a:pos x="connsiteX3271" y="connsiteY3271"/>
              </a:cxn>
              <a:cxn ang="0">
                <a:pos x="connsiteX3272" y="connsiteY3272"/>
              </a:cxn>
              <a:cxn ang="0">
                <a:pos x="connsiteX3273" y="connsiteY3273"/>
              </a:cxn>
              <a:cxn ang="0">
                <a:pos x="connsiteX3274" y="connsiteY3274"/>
              </a:cxn>
              <a:cxn ang="0">
                <a:pos x="connsiteX3275" y="connsiteY3275"/>
              </a:cxn>
              <a:cxn ang="0">
                <a:pos x="connsiteX3276" y="connsiteY3276"/>
              </a:cxn>
              <a:cxn ang="0">
                <a:pos x="connsiteX3277" y="connsiteY3277"/>
              </a:cxn>
              <a:cxn ang="0">
                <a:pos x="connsiteX3278" y="connsiteY3278"/>
              </a:cxn>
              <a:cxn ang="0">
                <a:pos x="connsiteX3279" y="connsiteY3279"/>
              </a:cxn>
              <a:cxn ang="0">
                <a:pos x="connsiteX3280" y="connsiteY3280"/>
              </a:cxn>
              <a:cxn ang="0">
                <a:pos x="connsiteX3281" y="connsiteY3281"/>
              </a:cxn>
              <a:cxn ang="0">
                <a:pos x="connsiteX3282" y="connsiteY3282"/>
              </a:cxn>
              <a:cxn ang="0">
                <a:pos x="connsiteX3283" y="connsiteY3283"/>
              </a:cxn>
              <a:cxn ang="0">
                <a:pos x="connsiteX3284" y="connsiteY3284"/>
              </a:cxn>
              <a:cxn ang="0">
                <a:pos x="connsiteX3285" y="connsiteY3285"/>
              </a:cxn>
              <a:cxn ang="0">
                <a:pos x="connsiteX3286" y="connsiteY3286"/>
              </a:cxn>
              <a:cxn ang="0">
                <a:pos x="connsiteX3287" y="connsiteY3287"/>
              </a:cxn>
              <a:cxn ang="0">
                <a:pos x="connsiteX3288" y="connsiteY3288"/>
              </a:cxn>
              <a:cxn ang="0">
                <a:pos x="connsiteX3289" y="connsiteY3289"/>
              </a:cxn>
              <a:cxn ang="0">
                <a:pos x="connsiteX3290" y="connsiteY3290"/>
              </a:cxn>
              <a:cxn ang="0">
                <a:pos x="connsiteX3291" y="connsiteY3291"/>
              </a:cxn>
              <a:cxn ang="0">
                <a:pos x="connsiteX3292" y="connsiteY3292"/>
              </a:cxn>
              <a:cxn ang="0">
                <a:pos x="connsiteX3293" y="connsiteY3293"/>
              </a:cxn>
              <a:cxn ang="0">
                <a:pos x="connsiteX3294" y="connsiteY3294"/>
              </a:cxn>
              <a:cxn ang="0">
                <a:pos x="connsiteX3295" y="connsiteY3295"/>
              </a:cxn>
              <a:cxn ang="0">
                <a:pos x="connsiteX3296" y="connsiteY3296"/>
              </a:cxn>
              <a:cxn ang="0">
                <a:pos x="connsiteX3297" y="connsiteY3297"/>
              </a:cxn>
              <a:cxn ang="0">
                <a:pos x="connsiteX3298" y="connsiteY3298"/>
              </a:cxn>
              <a:cxn ang="0">
                <a:pos x="connsiteX3299" y="connsiteY3299"/>
              </a:cxn>
              <a:cxn ang="0">
                <a:pos x="connsiteX3300" y="connsiteY3300"/>
              </a:cxn>
              <a:cxn ang="0">
                <a:pos x="connsiteX3301" y="connsiteY3301"/>
              </a:cxn>
              <a:cxn ang="0">
                <a:pos x="connsiteX3302" y="connsiteY3302"/>
              </a:cxn>
              <a:cxn ang="0">
                <a:pos x="connsiteX3303" y="connsiteY3303"/>
              </a:cxn>
              <a:cxn ang="0">
                <a:pos x="connsiteX3304" y="connsiteY3304"/>
              </a:cxn>
              <a:cxn ang="0">
                <a:pos x="connsiteX3305" y="connsiteY3305"/>
              </a:cxn>
              <a:cxn ang="0">
                <a:pos x="connsiteX3306" y="connsiteY3306"/>
              </a:cxn>
              <a:cxn ang="0">
                <a:pos x="connsiteX3307" y="connsiteY3307"/>
              </a:cxn>
              <a:cxn ang="0">
                <a:pos x="connsiteX3308" y="connsiteY3308"/>
              </a:cxn>
              <a:cxn ang="0">
                <a:pos x="connsiteX3309" y="connsiteY3309"/>
              </a:cxn>
              <a:cxn ang="0">
                <a:pos x="connsiteX3310" y="connsiteY3310"/>
              </a:cxn>
              <a:cxn ang="0">
                <a:pos x="connsiteX3311" y="connsiteY3311"/>
              </a:cxn>
              <a:cxn ang="0">
                <a:pos x="connsiteX3312" y="connsiteY3312"/>
              </a:cxn>
              <a:cxn ang="0">
                <a:pos x="connsiteX3313" y="connsiteY3313"/>
              </a:cxn>
              <a:cxn ang="0">
                <a:pos x="connsiteX3314" y="connsiteY3314"/>
              </a:cxn>
              <a:cxn ang="0">
                <a:pos x="connsiteX3315" y="connsiteY3315"/>
              </a:cxn>
              <a:cxn ang="0">
                <a:pos x="connsiteX3316" y="connsiteY3316"/>
              </a:cxn>
              <a:cxn ang="0">
                <a:pos x="connsiteX3317" y="connsiteY3317"/>
              </a:cxn>
              <a:cxn ang="0">
                <a:pos x="connsiteX3318" y="connsiteY3318"/>
              </a:cxn>
              <a:cxn ang="0">
                <a:pos x="connsiteX3319" y="connsiteY3319"/>
              </a:cxn>
              <a:cxn ang="0">
                <a:pos x="connsiteX3320" y="connsiteY3320"/>
              </a:cxn>
              <a:cxn ang="0">
                <a:pos x="connsiteX3321" y="connsiteY3321"/>
              </a:cxn>
              <a:cxn ang="0">
                <a:pos x="connsiteX3322" y="connsiteY3322"/>
              </a:cxn>
              <a:cxn ang="0">
                <a:pos x="connsiteX3323" y="connsiteY3323"/>
              </a:cxn>
              <a:cxn ang="0">
                <a:pos x="connsiteX3324" y="connsiteY3324"/>
              </a:cxn>
              <a:cxn ang="0">
                <a:pos x="connsiteX3325" y="connsiteY3325"/>
              </a:cxn>
              <a:cxn ang="0">
                <a:pos x="connsiteX3326" y="connsiteY3326"/>
              </a:cxn>
              <a:cxn ang="0">
                <a:pos x="connsiteX3327" y="connsiteY3327"/>
              </a:cxn>
              <a:cxn ang="0">
                <a:pos x="connsiteX3328" y="connsiteY3328"/>
              </a:cxn>
              <a:cxn ang="0">
                <a:pos x="connsiteX3329" y="connsiteY3329"/>
              </a:cxn>
              <a:cxn ang="0">
                <a:pos x="connsiteX3330" y="connsiteY3330"/>
              </a:cxn>
              <a:cxn ang="0">
                <a:pos x="connsiteX3331" y="connsiteY3331"/>
              </a:cxn>
              <a:cxn ang="0">
                <a:pos x="connsiteX3332" y="connsiteY3332"/>
              </a:cxn>
              <a:cxn ang="0">
                <a:pos x="connsiteX3333" y="connsiteY3333"/>
              </a:cxn>
              <a:cxn ang="0">
                <a:pos x="connsiteX3334" y="connsiteY3334"/>
              </a:cxn>
              <a:cxn ang="0">
                <a:pos x="connsiteX3335" y="connsiteY3335"/>
              </a:cxn>
              <a:cxn ang="0">
                <a:pos x="connsiteX3336" y="connsiteY3336"/>
              </a:cxn>
              <a:cxn ang="0">
                <a:pos x="connsiteX3337" y="connsiteY3337"/>
              </a:cxn>
              <a:cxn ang="0">
                <a:pos x="connsiteX3338" y="connsiteY3338"/>
              </a:cxn>
              <a:cxn ang="0">
                <a:pos x="connsiteX3339" y="connsiteY3339"/>
              </a:cxn>
              <a:cxn ang="0">
                <a:pos x="connsiteX3340" y="connsiteY3340"/>
              </a:cxn>
              <a:cxn ang="0">
                <a:pos x="connsiteX3341" y="connsiteY3341"/>
              </a:cxn>
              <a:cxn ang="0">
                <a:pos x="connsiteX3342" y="connsiteY3342"/>
              </a:cxn>
              <a:cxn ang="0">
                <a:pos x="connsiteX3343" y="connsiteY3343"/>
              </a:cxn>
              <a:cxn ang="0">
                <a:pos x="connsiteX3344" y="connsiteY3344"/>
              </a:cxn>
              <a:cxn ang="0">
                <a:pos x="connsiteX3345" y="connsiteY3345"/>
              </a:cxn>
              <a:cxn ang="0">
                <a:pos x="connsiteX3346" y="connsiteY3346"/>
              </a:cxn>
              <a:cxn ang="0">
                <a:pos x="connsiteX3347" y="connsiteY3347"/>
              </a:cxn>
              <a:cxn ang="0">
                <a:pos x="connsiteX3348" y="connsiteY3348"/>
              </a:cxn>
              <a:cxn ang="0">
                <a:pos x="connsiteX3349" y="connsiteY3349"/>
              </a:cxn>
              <a:cxn ang="0">
                <a:pos x="connsiteX3350" y="connsiteY3350"/>
              </a:cxn>
              <a:cxn ang="0">
                <a:pos x="connsiteX3351" y="connsiteY3351"/>
              </a:cxn>
              <a:cxn ang="0">
                <a:pos x="connsiteX3352" y="connsiteY3352"/>
              </a:cxn>
              <a:cxn ang="0">
                <a:pos x="connsiteX3353" y="connsiteY3353"/>
              </a:cxn>
              <a:cxn ang="0">
                <a:pos x="connsiteX3354" y="connsiteY3354"/>
              </a:cxn>
              <a:cxn ang="0">
                <a:pos x="connsiteX3355" y="connsiteY3355"/>
              </a:cxn>
              <a:cxn ang="0">
                <a:pos x="connsiteX3356" y="connsiteY3356"/>
              </a:cxn>
              <a:cxn ang="0">
                <a:pos x="connsiteX3357" y="connsiteY3357"/>
              </a:cxn>
              <a:cxn ang="0">
                <a:pos x="connsiteX3358" y="connsiteY3358"/>
              </a:cxn>
              <a:cxn ang="0">
                <a:pos x="connsiteX3359" y="connsiteY3359"/>
              </a:cxn>
              <a:cxn ang="0">
                <a:pos x="connsiteX3360" y="connsiteY3360"/>
              </a:cxn>
              <a:cxn ang="0">
                <a:pos x="connsiteX3361" y="connsiteY3361"/>
              </a:cxn>
              <a:cxn ang="0">
                <a:pos x="connsiteX3362" y="connsiteY3362"/>
              </a:cxn>
              <a:cxn ang="0">
                <a:pos x="connsiteX3363" y="connsiteY3363"/>
              </a:cxn>
              <a:cxn ang="0">
                <a:pos x="connsiteX3364" y="connsiteY3364"/>
              </a:cxn>
              <a:cxn ang="0">
                <a:pos x="connsiteX3365" y="connsiteY3365"/>
              </a:cxn>
              <a:cxn ang="0">
                <a:pos x="connsiteX3366" y="connsiteY3366"/>
              </a:cxn>
              <a:cxn ang="0">
                <a:pos x="connsiteX3367" y="connsiteY3367"/>
              </a:cxn>
              <a:cxn ang="0">
                <a:pos x="connsiteX3368" y="connsiteY3368"/>
              </a:cxn>
              <a:cxn ang="0">
                <a:pos x="connsiteX3369" y="connsiteY3369"/>
              </a:cxn>
              <a:cxn ang="0">
                <a:pos x="connsiteX3370" y="connsiteY3370"/>
              </a:cxn>
              <a:cxn ang="0">
                <a:pos x="connsiteX3371" y="connsiteY3371"/>
              </a:cxn>
              <a:cxn ang="0">
                <a:pos x="connsiteX3372" y="connsiteY3372"/>
              </a:cxn>
              <a:cxn ang="0">
                <a:pos x="connsiteX3373" y="connsiteY3373"/>
              </a:cxn>
              <a:cxn ang="0">
                <a:pos x="connsiteX3374" y="connsiteY3374"/>
              </a:cxn>
              <a:cxn ang="0">
                <a:pos x="connsiteX3375" y="connsiteY3375"/>
              </a:cxn>
              <a:cxn ang="0">
                <a:pos x="connsiteX3376" y="connsiteY3376"/>
              </a:cxn>
              <a:cxn ang="0">
                <a:pos x="connsiteX3377" y="connsiteY3377"/>
              </a:cxn>
              <a:cxn ang="0">
                <a:pos x="connsiteX3378" y="connsiteY3378"/>
              </a:cxn>
              <a:cxn ang="0">
                <a:pos x="connsiteX3379" y="connsiteY3379"/>
              </a:cxn>
              <a:cxn ang="0">
                <a:pos x="connsiteX3380" y="connsiteY3380"/>
              </a:cxn>
              <a:cxn ang="0">
                <a:pos x="connsiteX3381" y="connsiteY3381"/>
              </a:cxn>
              <a:cxn ang="0">
                <a:pos x="connsiteX3382" y="connsiteY3382"/>
              </a:cxn>
              <a:cxn ang="0">
                <a:pos x="connsiteX3383" y="connsiteY3383"/>
              </a:cxn>
              <a:cxn ang="0">
                <a:pos x="connsiteX3384" y="connsiteY3384"/>
              </a:cxn>
              <a:cxn ang="0">
                <a:pos x="connsiteX3385" y="connsiteY3385"/>
              </a:cxn>
              <a:cxn ang="0">
                <a:pos x="connsiteX3386" y="connsiteY3386"/>
              </a:cxn>
              <a:cxn ang="0">
                <a:pos x="connsiteX3387" y="connsiteY3387"/>
              </a:cxn>
              <a:cxn ang="0">
                <a:pos x="connsiteX3388" y="connsiteY3388"/>
              </a:cxn>
              <a:cxn ang="0">
                <a:pos x="connsiteX3389" y="connsiteY3389"/>
              </a:cxn>
              <a:cxn ang="0">
                <a:pos x="connsiteX3390" y="connsiteY3390"/>
              </a:cxn>
              <a:cxn ang="0">
                <a:pos x="connsiteX3391" y="connsiteY3391"/>
              </a:cxn>
              <a:cxn ang="0">
                <a:pos x="connsiteX3392" y="connsiteY3392"/>
              </a:cxn>
              <a:cxn ang="0">
                <a:pos x="connsiteX3393" y="connsiteY3393"/>
              </a:cxn>
              <a:cxn ang="0">
                <a:pos x="connsiteX3394" y="connsiteY3394"/>
              </a:cxn>
              <a:cxn ang="0">
                <a:pos x="connsiteX3395" y="connsiteY3395"/>
              </a:cxn>
              <a:cxn ang="0">
                <a:pos x="connsiteX3396" y="connsiteY3396"/>
              </a:cxn>
              <a:cxn ang="0">
                <a:pos x="connsiteX3397" y="connsiteY3397"/>
              </a:cxn>
              <a:cxn ang="0">
                <a:pos x="connsiteX3398" y="connsiteY3398"/>
              </a:cxn>
              <a:cxn ang="0">
                <a:pos x="connsiteX3399" y="connsiteY3399"/>
              </a:cxn>
              <a:cxn ang="0">
                <a:pos x="connsiteX3400" y="connsiteY3400"/>
              </a:cxn>
              <a:cxn ang="0">
                <a:pos x="connsiteX3401" y="connsiteY3401"/>
              </a:cxn>
              <a:cxn ang="0">
                <a:pos x="connsiteX3402" y="connsiteY3402"/>
              </a:cxn>
              <a:cxn ang="0">
                <a:pos x="connsiteX3403" y="connsiteY3403"/>
              </a:cxn>
              <a:cxn ang="0">
                <a:pos x="connsiteX3404" y="connsiteY3404"/>
              </a:cxn>
              <a:cxn ang="0">
                <a:pos x="connsiteX3405" y="connsiteY3405"/>
              </a:cxn>
              <a:cxn ang="0">
                <a:pos x="connsiteX3406" y="connsiteY3406"/>
              </a:cxn>
              <a:cxn ang="0">
                <a:pos x="connsiteX3407" y="connsiteY3407"/>
              </a:cxn>
              <a:cxn ang="0">
                <a:pos x="connsiteX3408" y="connsiteY3408"/>
              </a:cxn>
              <a:cxn ang="0">
                <a:pos x="connsiteX3409" y="connsiteY3409"/>
              </a:cxn>
              <a:cxn ang="0">
                <a:pos x="connsiteX3410" y="connsiteY3410"/>
              </a:cxn>
              <a:cxn ang="0">
                <a:pos x="connsiteX3411" y="connsiteY3411"/>
              </a:cxn>
              <a:cxn ang="0">
                <a:pos x="connsiteX3412" y="connsiteY3412"/>
              </a:cxn>
              <a:cxn ang="0">
                <a:pos x="connsiteX3413" y="connsiteY3413"/>
              </a:cxn>
              <a:cxn ang="0">
                <a:pos x="connsiteX3414" y="connsiteY3414"/>
              </a:cxn>
              <a:cxn ang="0">
                <a:pos x="connsiteX3415" y="connsiteY3415"/>
              </a:cxn>
              <a:cxn ang="0">
                <a:pos x="connsiteX3416" y="connsiteY3416"/>
              </a:cxn>
              <a:cxn ang="0">
                <a:pos x="connsiteX3417" y="connsiteY3417"/>
              </a:cxn>
              <a:cxn ang="0">
                <a:pos x="connsiteX3418" y="connsiteY3418"/>
              </a:cxn>
              <a:cxn ang="0">
                <a:pos x="connsiteX3419" y="connsiteY3419"/>
              </a:cxn>
              <a:cxn ang="0">
                <a:pos x="connsiteX3420" y="connsiteY3420"/>
              </a:cxn>
              <a:cxn ang="0">
                <a:pos x="connsiteX3421" y="connsiteY3421"/>
              </a:cxn>
              <a:cxn ang="0">
                <a:pos x="connsiteX3422" y="connsiteY3422"/>
              </a:cxn>
              <a:cxn ang="0">
                <a:pos x="connsiteX3423" y="connsiteY3423"/>
              </a:cxn>
              <a:cxn ang="0">
                <a:pos x="connsiteX3424" y="connsiteY3424"/>
              </a:cxn>
              <a:cxn ang="0">
                <a:pos x="connsiteX3425" y="connsiteY3425"/>
              </a:cxn>
              <a:cxn ang="0">
                <a:pos x="connsiteX3426" y="connsiteY3426"/>
              </a:cxn>
              <a:cxn ang="0">
                <a:pos x="connsiteX3427" y="connsiteY3427"/>
              </a:cxn>
              <a:cxn ang="0">
                <a:pos x="connsiteX3428" y="connsiteY3428"/>
              </a:cxn>
              <a:cxn ang="0">
                <a:pos x="connsiteX3429" y="connsiteY3429"/>
              </a:cxn>
              <a:cxn ang="0">
                <a:pos x="connsiteX3430" y="connsiteY3430"/>
              </a:cxn>
              <a:cxn ang="0">
                <a:pos x="connsiteX3431" y="connsiteY3431"/>
              </a:cxn>
              <a:cxn ang="0">
                <a:pos x="connsiteX3432" y="connsiteY3432"/>
              </a:cxn>
              <a:cxn ang="0">
                <a:pos x="connsiteX3433" y="connsiteY3433"/>
              </a:cxn>
              <a:cxn ang="0">
                <a:pos x="connsiteX3434" y="connsiteY3434"/>
              </a:cxn>
              <a:cxn ang="0">
                <a:pos x="connsiteX3435" y="connsiteY3435"/>
              </a:cxn>
              <a:cxn ang="0">
                <a:pos x="connsiteX3436" y="connsiteY3436"/>
              </a:cxn>
              <a:cxn ang="0">
                <a:pos x="connsiteX3437" y="connsiteY3437"/>
              </a:cxn>
              <a:cxn ang="0">
                <a:pos x="connsiteX3438" y="connsiteY3438"/>
              </a:cxn>
              <a:cxn ang="0">
                <a:pos x="connsiteX3439" y="connsiteY3439"/>
              </a:cxn>
              <a:cxn ang="0">
                <a:pos x="connsiteX3440" y="connsiteY3440"/>
              </a:cxn>
              <a:cxn ang="0">
                <a:pos x="connsiteX3441" y="connsiteY3441"/>
              </a:cxn>
              <a:cxn ang="0">
                <a:pos x="connsiteX3442" y="connsiteY3442"/>
              </a:cxn>
              <a:cxn ang="0">
                <a:pos x="connsiteX3443" y="connsiteY3443"/>
              </a:cxn>
              <a:cxn ang="0">
                <a:pos x="connsiteX3444" y="connsiteY3444"/>
              </a:cxn>
              <a:cxn ang="0">
                <a:pos x="connsiteX3445" y="connsiteY3445"/>
              </a:cxn>
              <a:cxn ang="0">
                <a:pos x="connsiteX3446" y="connsiteY3446"/>
              </a:cxn>
              <a:cxn ang="0">
                <a:pos x="connsiteX3447" y="connsiteY3447"/>
              </a:cxn>
              <a:cxn ang="0">
                <a:pos x="connsiteX3448" y="connsiteY3448"/>
              </a:cxn>
              <a:cxn ang="0">
                <a:pos x="connsiteX3449" y="connsiteY3449"/>
              </a:cxn>
              <a:cxn ang="0">
                <a:pos x="connsiteX3450" y="connsiteY3450"/>
              </a:cxn>
              <a:cxn ang="0">
                <a:pos x="connsiteX3451" y="connsiteY3451"/>
              </a:cxn>
              <a:cxn ang="0">
                <a:pos x="connsiteX3452" y="connsiteY3452"/>
              </a:cxn>
              <a:cxn ang="0">
                <a:pos x="connsiteX3453" y="connsiteY3453"/>
              </a:cxn>
              <a:cxn ang="0">
                <a:pos x="connsiteX3454" y="connsiteY3454"/>
              </a:cxn>
              <a:cxn ang="0">
                <a:pos x="connsiteX3455" y="connsiteY3455"/>
              </a:cxn>
              <a:cxn ang="0">
                <a:pos x="connsiteX3456" y="connsiteY3456"/>
              </a:cxn>
              <a:cxn ang="0">
                <a:pos x="connsiteX3457" y="connsiteY3457"/>
              </a:cxn>
              <a:cxn ang="0">
                <a:pos x="connsiteX3458" y="connsiteY3458"/>
              </a:cxn>
              <a:cxn ang="0">
                <a:pos x="connsiteX3459" y="connsiteY3459"/>
              </a:cxn>
              <a:cxn ang="0">
                <a:pos x="connsiteX3460" y="connsiteY3460"/>
              </a:cxn>
              <a:cxn ang="0">
                <a:pos x="connsiteX3461" y="connsiteY3461"/>
              </a:cxn>
              <a:cxn ang="0">
                <a:pos x="connsiteX3462" y="connsiteY3462"/>
              </a:cxn>
              <a:cxn ang="0">
                <a:pos x="connsiteX3463" y="connsiteY3463"/>
              </a:cxn>
              <a:cxn ang="0">
                <a:pos x="connsiteX3464" y="connsiteY3464"/>
              </a:cxn>
              <a:cxn ang="0">
                <a:pos x="connsiteX3465" y="connsiteY3465"/>
              </a:cxn>
              <a:cxn ang="0">
                <a:pos x="connsiteX3466" y="connsiteY3466"/>
              </a:cxn>
              <a:cxn ang="0">
                <a:pos x="connsiteX3467" y="connsiteY3467"/>
              </a:cxn>
              <a:cxn ang="0">
                <a:pos x="connsiteX3468" y="connsiteY3468"/>
              </a:cxn>
              <a:cxn ang="0">
                <a:pos x="connsiteX3469" y="connsiteY3469"/>
              </a:cxn>
              <a:cxn ang="0">
                <a:pos x="connsiteX3470" y="connsiteY3470"/>
              </a:cxn>
              <a:cxn ang="0">
                <a:pos x="connsiteX3471" y="connsiteY3471"/>
              </a:cxn>
              <a:cxn ang="0">
                <a:pos x="connsiteX3472" y="connsiteY3472"/>
              </a:cxn>
              <a:cxn ang="0">
                <a:pos x="connsiteX3473" y="connsiteY3473"/>
              </a:cxn>
              <a:cxn ang="0">
                <a:pos x="connsiteX3474" y="connsiteY3474"/>
              </a:cxn>
              <a:cxn ang="0">
                <a:pos x="connsiteX3475" y="connsiteY3475"/>
              </a:cxn>
              <a:cxn ang="0">
                <a:pos x="connsiteX3476" y="connsiteY3476"/>
              </a:cxn>
              <a:cxn ang="0">
                <a:pos x="connsiteX3477" y="connsiteY3477"/>
              </a:cxn>
              <a:cxn ang="0">
                <a:pos x="connsiteX3478" y="connsiteY3478"/>
              </a:cxn>
              <a:cxn ang="0">
                <a:pos x="connsiteX3479" y="connsiteY3479"/>
              </a:cxn>
              <a:cxn ang="0">
                <a:pos x="connsiteX3480" y="connsiteY3480"/>
              </a:cxn>
              <a:cxn ang="0">
                <a:pos x="connsiteX3481" y="connsiteY3481"/>
              </a:cxn>
              <a:cxn ang="0">
                <a:pos x="connsiteX3482" y="connsiteY3482"/>
              </a:cxn>
              <a:cxn ang="0">
                <a:pos x="connsiteX3483" y="connsiteY3483"/>
              </a:cxn>
              <a:cxn ang="0">
                <a:pos x="connsiteX3484" y="connsiteY3484"/>
              </a:cxn>
              <a:cxn ang="0">
                <a:pos x="connsiteX3485" y="connsiteY3485"/>
              </a:cxn>
              <a:cxn ang="0">
                <a:pos x="connsiteX3486" y="connsiteY3486"/>
              </a:cxn>
              <a:cxn ang="0">
                <a:pos x="connsiteX3487" y="connsiteY3487"/>
              </a:cxn>
              <a:cxn ang="0">
                <a:pos x="connsiteX3488" y="connsiteY3488"/>
              </a:cxn>
              <a:cxn ang="0">
                <a:pos x="connsiteX3489" y="connsiteY3489"/>
              </a:cxn>
              <a:cxn ang="0">
                <a:pos x="connsiteX3490" y="connsiteY3490"/>
              </a:cxn>
              <a:cxn ang="0">
                <a:pos x="connsiteX3491" y="connsiteY3491"/>
              </a:cxn>
              <a:cxn ang="0">
                <a:pos x="connsiteX3492" y="connsiteY3492"/>
              </a:cxn>
              <a:cxn ang="0">
                <a:pos x="connsiteX3493" y="connsiteY3493"/>
              </a:cxn>
              <a:cxn ang="0">
                <a:pos x="connsiteX3494" y="connsiteY3494"/>
              </a:cxn>
              <a:cxn ang="0">
                <a:pos x="connsiteX3495" y="connsiteY3495"/>
              </a:cxn>
              <a:cxn ang="0">
                <a:pos x="connsiteX3496" y="connsiteY3496"/>
              </a:cxn>
              <a:cxn ang="0">
                <a:pos x="connsiteX3497" y="connsiteY3497"/>
              </a:cxn>
              <a:cxn ang="0">
                <a:pos x="connsiteX3498" y="connsiteY3498"/>
              </a:cxn>
              <a:cxn ang="0">
                <a:pos x="connsiteX3499" y="connsiteY3499"/>
              </a:cxn>
              <a:cxn ang="0">
                <a:pos x="connsiteX3500" y="connsiteY3500"/>
              </a:cxn>
              <a:cxn ang="0">
                <a:pos x="connsiteX3501" y="connsiteY3501"/>
              </a:cxn>
              <a:cxn ang="0">
                <a:pos x="connsiteX3502" y="connsiteY3502"/>
              </a:cxn>
              <a:cxn ang="0">
                <a:pos x="connsiteX3503" y="connsiteY3503"/>
              </a:cxn>
              <a:cxn ang="0">
                <a:pos x="connsiteX3504" y="connsiteY3504"/>
              </a:cxn>
              <a:cxn ang="0">
                <a:pos x="connsiteX3505" y="connsiteY3505"/>
              </a:cxn>
              <a:cxn ang="0">
                <a:pos x="connsiteX3506" y="connsiteY3506"/>
              </a:cxn>
              <a:cxn ang="0">
                <a:pos x="connsiteX3507" y="connsiteY3507"/>
              </a:cxn>
              <a:cxn ang="0">
                <a:pos x="connsiteX3508" y="connsiteY3508"/>
              </a:cxn>
              <a:cxn ang="0">
                <a:pos x="connsiteX3509" y="connsiteY3509"/>
              </a:cxn>
              <a:cxn ang="0">
                <a:pos x="connsiteX3510" y="connsiteY3510"/>
              </a:cxn>
              <a:cxn ang="0">
                <a:pos x="connsiteX3511" y="connsiteY3511"/>
              </a:cxn>
              <a:cxn ang="0">
                <a:pos x="connsiteX3512" y="connsiteY3512"/>
              </a:cxn>
              <a:cxn ang="0">
                <a:pos x="connsiteX3513" y="connsiteY3513"/>
              </a:cxn>
              <a:cxn ang="0">
                <a:pos x="connsiteX3514" y="connsiteY3514"/>
              </a:cxn>
              <a:cxn ang="0">
                <a:pos x="connsiteX3515" y="connsiteY3515"/>
              </a:cxn>
              <a:cxn ang="0">
                <a:pos x="connsiteX3516" y="connsiteY3516"/>
              </a:cxn>
              <a:cxn ang="0">
                <a:pos x="connsiteX3517" y="connsiteY3517"/>
              </a:cxn>
              <a:cxn ang="0">
                <a:pos x="connsiteX3518" y="connsiteY3518"/>
              </a:cxn>
              <a:cxn ang="0">
                <a:pos x="connsiteX3519" y="connsiteY3519"/>
              </a:cxn>
              <a:cxn ang="0">
                <a:pos x="connsiteX3520" y="connsiteY3520"/>
              </a:cxn>
              <a:cxn ang="0">
                <a:pos x="connsiteX3521" y="connsiteY3521"/>
              </a:cxn>
              <a:cxn ang="0">
                <a:pos x="connsiteX3522" y="connsiteY3522"/>
              </a:cxn>
              <a:cxn ang="0">
                <a:pos x="connsiteX3523" y="connsiteY3523"/>
              </a:cxn>
              <a:cxn ang="0">
                <a:pos x="connsiteX3524" y="connsiteY3524"/>
              </a:cxn>
              <a:cxn ang="0">
                <a:pos x="connsiteX3525" y="connsiteY3525"/>
              </a:cxn>
              <a:cxn ang="0">
                <a:pos x="connsiteX3526" y="connsiteY3526"/>
              </a:cxn>
              <a:cxn ang="0">
                <a:pos x="connsiteX3527" y="connsiteY3527"/>
              </a:cxn>
              <a:cxn ang="0">
                <a:pos x="connsiteX3528" y="connsiteY3528"/>
              </a:cxn>
              <a:cxn ang="0">
                <a:pos x="connsiteX3529" y="connsiteY3529"/>
              </a:cxn>
              <a:cxn ang="0">
                <a:pos x="connsiteX3530" y="connsiteY3530"/>
              </a:cxn>
              <a:cxn ang="0">
                <a:pos x="connsiteX3531" y="connsiteY3531"/>
              </a:cxn>
              <a:cxn ang="0">
                <a:pos x="connsiteX3532" y="connsiteY3532"/>
              </a:cxn>
              <a:cxn ang="0">
                <a:pos x="connsiteX3533" y="connsiteY3533"/>
              </a:cxn>
              <a:cxn ang="0">
                <a:pos x="connsiteX3534" y="connsiteY3534"/>
              </a:cxn>
              <a:cxn ang="0">
                <a:pos x="connsiteX3535" y="connsiteY3535"/>
              </a:cxn>
              <a:cxn ang="0">
                <a:pos x="connsiteX3536" y="connsiteY3536"/>
              </a:cxn>
              <a:cxn ang="0">
                <a:pos x="connsiteX3537" y="connsiteY3537"/>
              </a:cxn>
              <a:cxn ang="0">
                <a:pos x="connsiteX3538" y="connsiteY3538"/>
              </a:cxn>
              <a:cxn ang="0">
                <a:pos x="connsiteX3539" y="connsiteY3539"/>
              </a:cxn>
              <a:cxn ang="0">
                <a:pos x="connsiteX3540" y="connsiteY3540"/>
              </a:cxn>
              <a:cxn ang="0">
                <a:pos x="connsiteX3541" y="connsiteY3541"/>
              </a:cxn>
              <a:cxn ang="0">
                <a:pos x="connsiteX3542" y="connsiteY3542"/>
              </a:cxn>
              <a:cxn ang="0">
                <a:pos x="connsiteX3543" y="connsiteY3543"/>
              </a:cxn>
              <a:cxn ang="0">
                <a:pos x="connsiteX3544" y="connsiteY3544"/>
              </a:cxn>
              <a:cxn ang="0">
                <a:pos x="connsiteX3545" y="connsiteY3545"/>
              </a:cxn>
              <a:cxn ang="0">
                <a:pos x="connsiteX3546" y="connsiteY3546"/>
              </a:cxn>
              <a:cxn ang="0">
                <a:pos x="connsiteX3547" y="connsiteY3547"/>
              </a:cxn>
              <a:cxn ang="0">
                <a:pos x="connsiteX3548" y="connsiteY3548"/>
              </a:cxn>
              <a:cxn ang="0">
                <a:pos x="connsiteX3549" y="connsiteY3549"/>
              </a:cxn>
              <a:cxn ang="0">
                <a:pos x="connsiteX3550" y="connsiteY3550"/>
              </a:cxn>
              <a:cxn ang="0">
                <a:pos x="connsiteX3551" y="connsiteY3551"/>
              </a:cxn>
              <a:cxn ang="0">
                <a:pos x="connsiteX3552" y="connsiteY3552"/>
              </a:cxn>
              <a:cxn ang="0">
                <a:pos x="connsiteX3553" y="connsiteY3553"/>
              </a:cxn>
              <a:cxn ang="0">
                <a:pos x="connsiteX3554" y="connsiteY3554"/>
              </a:cxn>
              <a:cxn ang="0">
                <a:pos x="connsiteX3555" y="connsiteY3555"/>
              </a:cxn>
              <a:cxn ang="0">
                <a:pos x="connsiteX3556" y="connsiteY3556"/>
              </a:cxn>
              <a:cxn ang="0">
                <a:pos x="connsiteX3557" y="connsiteY3557"/>
              </a:cxn>
              <a:cxn ang="0">
                <a:pos x="connsiteX3558" y="connsiteY3558"/>
              </a:cxn>
              <a:cxn ang="0">
                <a:pos x="connsiteX3559" y="connsiteY3559"/>
              </a:cxn>
              <a:cxn ang="0">
                <a:pos x="connsiteX3560" y="connsiteY3560"/>
              </a:cxn>
              <a:cxn ang="0">
                <a:pos x="connsiteX3561" y="connsiteY3561"/>
              </a:cxn>
              <a:cxn ang="0">
                <a:pos x="connsiteX3562" y="connsiteY3562"/>
              </a:cxn>
              <a:cxn ang="0">
                <a:pos x="connsiteX3563" y="connsiteY3563"/>
              </a:cxn>
              <a:cxn ang="0">
                <a:pos x="connsiteX3564" y="connsiteY3564"/>
              </a:cxn>
              <a:cxn ang="0">
                <a:pos x="connsiteX3565" y="connsiteY3565"/>
              </a:cxn>
              <a:cxn ang="0">
                <a:pos x="connsiteX3566" y="connsiteY3566"/>
              </a:cxn>
              <a:cxn ang="0">
                <a:pos x="connsiteX3567" y="connsiteY3567"/>
              </a:cxn>
              <a:cxn ang="0">
                <a:pos x="connsiteX3568" y="connsiteY3568"/>
              </a:cxn>
              <a:cxn ang="0">
                <a:pos x="connsiteX3569" y="connsiteY3569"/>
              </a:cxn>
              <a:cxn ang="0">
                <a:pos x="connsiteX3570" y="connsiteY3570"/>
              </a:cxn>
              <a:cxn ang="0">
                <a:pos x="connsiteX3571" y="connsiteY3571"/>
              </a:cxn>
              <a:cxn ang="0">
                <a:pos x="connsiteX3572" y="connsiteY3572"/>
              </a:cxn>
              <a:cxn ang="0">
                <a:pos x="connsiteX3573" y="connsiteY3573"/>
              </a:cxn>
              <a:cxn ang="0">
                <a:pos x="connsiteX3574" y="connsiteY3574"/>
              </a:cxn>
              <a:cxn ang="0">
                <a:pos x="connsiteX3575" y="connsiteY3575"/>
              </a:cxn>
              <a:cxn ang="0">
                <a:pos x="connsiteX3576" y="connsiteY3576"/>
              </a:cxn>
              <a:cxn ang="0">
                <a:pos x="connsiteX3577" y="connsiteY3577"/>
              </a:cxn>
              <a:cxn ang="0">
                <a:pos x="connsiteX3578" y="connsiteY3578"/>
              </a:cxn>
              <a:cxn ang="0">
                <a:pos x="connsiteX3579" y="connsiteY3579"/>
              </a:cxn>
              <a:cxn ang="0">
                <a:pos x="connsiteX3580" y="connsiteY3580"/>
              </a:cxn>
              <a:cxn ang="0">
                <a:pos x="connsiteX3581" y="connsiteY3581"/>
              </a:cxn>
              <a:cxn ang="0">
                <a:pos x="connsiteX3582" y="connsiteY3582"/>
              </a:cxn>
              <a:cxn ang="0">
                <a:pos x="connsiteX3583" y="connsiteY3583"/>
              </a:cxn>
              <a:cxn ang="0">
                <a:pos x="connsiteX3584" y="connsiteY3584"/>
              </a:cxn>
              <a:cxn ang="0">
                <a:pos x="connsiteX3585" y="connsiteY3585"/>
              </a:cxn>
              <a:cxn ang="0">
                <a:pos x="connsiteX3586" y="connsiteY3586"/>
              </a:cxn>
              <a:cxn ang="0">
                <a:pos x="connsiteX3587" y="connsiteY3587"/>
              </a:cxn>
              <a:cxn ang="0">
                <a:pos x="connsiteX3588" y="connsiteY3588"/>
              </a:cxn>
              <a:cxn ang="0">
                <a:pos x="connsiteX3589" y="connsiteY3589"/>
              </a:cxn>
              <a:cxn ang="0">
                <a:pos x="connsiteX3590" y="connsiteY3590"/>
              </a:cxn>
              <a:cxn ang="0">
                <a:pos x="connsiteX3591" y="connsiteY3591"/>
              </a:cxn>
              <a:cxn ang="0">
                <a:pos x="connsiteX3592" y="connsiteY3592"/>
              </a:cxn>
              <a:cxn ang="0">
                <a:pos x="connsiteX3593" y="connsiteY3593"/>
              </a:cxn>
              <a:cxn ang="0">
                <a:pos x="connsiteX3594" y="connsiteY3594"/>
              </a:cxn>
              <a:cxn ang="0">
                <a:pos x="connsiteX3595" y="connsiteY3595"/>
              </a:cxn>
              <a:cxn ang="0">
                <a:pos x="connsiteX3596" y="connsiteY3596"/>
              </a:cxn>
              <a:cxn ang="0">
                <a:pos x="connsiteX3597" y="connsiteY3597"/>
              </a:cxn>
              <a:cxn ang="0">
                <a:pos x="connsiteX3598" y="connsiteY3598"/>
              </a:cxn>
              <a:cxn ang="0">
                <a:pos x="connsiteX3599" y="connsiteY3599"/>
              </a:cxn>
              <a:cxn ang="0">
                <a:pos x="connsiteX3600" y="connsiteY3600"/>
              </a:cxn>
              <a:cxn ang="0">
                <a:pos x="connsiteX3601" y="connsiteY3601"/>
              </a:cxn>
              <a:cxn ang="0">
                <a:pos x="connsiteX3602" y="connsiteY3602"/>
              </a:cxn>
              <a:cxn ang="0">
                <a:pos x="connsiteX3603" y="connsiteY3603"/>
              </a:cxn>
              <a:cxn ang="0">
                <a:pos x="connsiteX3604" y="connsiteY3604"/>
              </a:cxn>
              <a:cxn ang="0">
                <a:pos x="connsiteX3605" y="connsiteY3605"/>
              </a:cxn>
              <a:cxn ang="0">
                <a:pos x="connsiteX3606" y="connsiteY3606"/>
              </a:cxn>
              <a:cxn ang="0">
                <a:pos x="connsiteX3607" y="connsiteY3607"/>
              </a:cxn>
              <a:cxn ang="0">
                <a:pos x="connsiteX3608" y="connsiteY3608"/>
              </a:cxn>
              <a:cxn ang="0">
                <a:pos x="connsiteX3609" y="connsiteY3609"/>
              </a:cxn>
              <a:cxn ang="0">
                <a:pos x="connsiteX3610" y="connsiteY3610"/>
              </a:cxn>
              <a:cxn ang="0">
                <a:pos x="connsiteX3611" y="connsiteY3611"/>
              </a:cxn>
              <a:cxn ang="0">
                <a:pos x="connsiteX3612" y="connsiteY3612"/>
              </a:cxn>
              <a:cxn ang="0">
                <a:pos x="connsiteX3613" y="connsiteY3613"/>
              </a:cxn>
              <a:cxn ang="0">
                <a:pos x="connsiteX3614" y="connsiteY3614"/>
              </a:cxn>
              <a:cxn ang="0">
                <a:pos x="connsiteX3615" y="connsiteY3615"/>
              </a:cxn>
              <a:cxn ang="0">
                <a:pos x="connsiteX3616" y="connsiteY3616"/>
              </a:cxn>
              <a:cxn ang="0">
                <a:pos x="connsiteX3617" y="connsiteY3617"/>
              </a:cxn>
              <a:cxn ang="0">
                <a:pos x="connsiteX3618" y="connsiteY3618"/>
              </a:cxn>
              <a:cxn ang="0">
                <a:pos x="connsiteX3619" y="connsiteY3619"/>
              </a:cxn>
              <a:cxn ang="0">
                <a:pos x="connsiteX3620" y="connsiteY3620"/>
              </a:cxn>
              <a:cxn ang="0">
                <a:pos x="connsiteX3621" y="connsiteY3621"/>
              </a:cxn>
              <a:cxn ang="0">
                <a:pos x="connsiteX3622" y="connsiteY3622"/>
              </a:cxn>
              <a:cxn ang="0">
                <a:pos x="connsiteX3623" y="connsiteY3623"/>
              </a:cxn>
              <a:cxn ang="0">
                <a:pos x="connsiteX3624" y="connsiteY3624"/>
              </a:cxn>
              <a:cxn ang="0">
                <a:pos x="connsiteX3625" y="connsiteY3625"/>
              </a:cxn>
              <a:cxn ang="0">
                <a:pos x="connsiteX3626" y="connsiteY3626"/>
              </a:cxn>
              <a:cxn ang="0">
                <a:pos x="connsiteX3627" y="connsiteY3627"/>
              </a:cxn>
              <a:cxn ang="0">
                <a:pos x="connsiteX3628" y="connsiteY3628"/>
              </a:cxn>
              <a:cxn ang="0">
                <a:pos x="connsiteX3629" y="connsiteY3629"/>
              </a:cxn>
              <a:cxn ang="0">
                <a:pos x="connsiteX3630" y="connsiteY3630"/>
              </a:cxn>
              <a:cxn ang="0">
                <a:pos x="connsiteX3631" y="connsiteY3631"/>
              </a:cxn>
              <a:cxn ang="0">
                <a:pos x="connsiteX3632" y="connsiteY3632"/>
              </a:cxn>
              <a:cxn ang="0">
                <a:pos x="connsiteX3633" y="connsiteY3633"/>
              </a:cxn>
              <a:cxn ang="0">
                <a:pos x="connsiteX3634" y="connsiteY3634"/>
              </a:cxn>
              <a:cxn ang="0">
                <a:pos x="connsiteX3635" y="connsiteY3635"/>
              </a:cxn>
              <a:cxn ang="0">
                <a:pos x="connsiteX3636" y="connsiteY3636"/>
              </a:cxn>
              <a:cxn ang="0">
                <a:pos x="connsiteX3637" y="connsiteY3637"/>
              </a:cxn>
              <a:cxn ang="0">
                <a:pos x="connsiteX3638" y="connsiteY3638"/>
              </a:cxn>
              <a:cxn ang="0">
                <a:pos x="connsiteX3639" y="connsiteY3639"/>
              </a:cxn>
              <a:cxn ang="0">
                <a:pos x="connsiteX3640" y="connsiteY3640"/>
              </a:cxn>
              <a:cxn ang="0">
                <a:pos x="connsiteX3641" y="connsiteY3641"/>
              </a:cxn>
              <a:cxn ang="0">
                <a:pos x="connsiteX3642" y="connsiteY3642"/>
              </a:cxn>
              <a:cxn ang="0">
                <a:pos x="connsiteX3643" y="connsiteY3643"/>
              </a:cxn>
              <a:cxn ang="0">
                <a:pos x="connsiteX3644" y="connsiteY3644"/>
              </a:cxn>
              <a:cxn ang="0">
                <a:pos x="connsiteX3645" y="connsiteY3645"/>
              </a:cxn>
              <a:cxn ang="0">
                <a:pos x="connsiteX3646" y="connsiteY3646"/>
              </a:cxn>
              <a:cxn ang="0">
                <a:pos x="connsiteX3647" y="connsiteY3647"/>
              </a:cxn>
              <a:cxn ang="0">
                <a:pos x="connsiteX3648" y="connsiteY3648"/>
              </a:cxn>
              <a:cxn ang="0">
                <a:pos x="connsiteX3649" y="connsiteY3649"/>
              </a:cxn>
              <a:cxn ang="0">
                <a:pos x="connsiteX3650" y="connsiteY3650"/>
              </a:cxn>
              <a:cxn ang="0">
                <a:pos x="connsiteX3651" y="connsiteY3651"/>
              </a:cxn>
              <a:cxn ang="0">
                <a:pos x="connsiteX3652" y="connsiteY3652"/>
              </a:cxn>
              <a:cxn ang="0">
                <a:pos x="connsiteX3653" y="connsiteY3653"/>
              </a:cxn>
              <a:cxn ang="0">
                <a:pos x="connsiteX3654" y="connsiteY3654"/>
              </a:cxn>
              <a:cxn ang="0">
                <a:pos x="connsiteX3655" y="connsiteY3655"/>
              </a:cxn>
              <a:cxn ang="0">
                <a:pos x="connsiteX3656" y="connsiteY3656"/>
              </a:cxn>
              <a:cxn ang="0">
                <a:pos x="connsiteX3657" y="connsiteY3657"/>
              </a:cxn>
              <a:cxn ang="0">
                <a:pos x="connsiteX3658" y="connsiteY3658"/>
              </a:cxn>
              <a:cxn ang="0">
                <a:pos x="connsiteX3659" y="connsiteY3659"/>
              </a:cxn>
              <a:cxn ang="0">
                <a:pos x="connsiteX3660" y="connsiteY3660"/>
              </a:cxn>
              <a:cxn ang="0">
                <a:pos x="connsiteX3661" y="connsiteY3661"/>
              </a:cxn>
              <a:cxn ang="0">
                <a:pos x="connsiteX3662" y="connsiteY3662"/>
              </a:cxn>
              <a:cxn ang="0">
                <a:pos x="connsiteX3663" y="connsiteY3663"/>
              </a:cxn>
              <a:cxn ang="0">
                <a:pos x="connsiteX3664" y="connsiteY3664"/>
              </a:cxn>
              <a:cxn ang="0">
                <a:pos x="connsiteX3665" y="connsiteY3665"/>
              </a:cxn>
              <a:cxn ang="0">
                <a:pos x="connsiteX3666" y="connsiteY3666"/>
              </a:cxn>
              <a:cxn ang="0">
                <a:pos x="connsiteX3667" y="connsiteY3667"/>
              </a:cxn>
              <a:cxn ang="0">
                <a:pos x="connsiteX3668" y="connsiteY3668"/>
              </a:cxn>
              <a:cxn ang="0">
                <a:pos x="connsiteX3669" y="connsiteY3669"/>
              </a:cxn>
              <a:cxn ang="0">
                <a:pos x="connsiteX3670" y="connsiteY3670"/>
              </a:cxn>
              <a:cxn ang="0">
                <a:pos x="connsiteX3671" y="connsiteY3671"/>
              </a:cxn>
              <a:cxn ang="0">
                <a:pos x="connsiteX3672" y="connsiteY3672"/>
              </a:cxn>
              <a:cxn ang="0">
                <a:pos x="connsiteX3673" y="connsiteY3673"/>
              </a:cxn>
              <a:cxn ang="0">
                <a:pos x="connsiteX3674" y="connsiteY3674"/>
              </a:cxn>
              <a:cxn ang="0">
                <a:pos x="connsiteX3675" y="connsiteY3675"/>
              </a:cxn>
              <a:cxn ang="0">
                <a:pos x="connsiteX3676" y="connsiteY3676"/>
              </a:cxn>
              <a:cxn ang="0">
                <a:pos x="connsiteX3677" y="connsiteY3677"/>
              </a:cxn>
              <a:cxn ang="0">
                <a:pos x="connsiteX3678" y="connsiteY3678"/>
              </a:cxn>
              <a:cxn ang="0">
                <a:pos x="connsiteX3679" y="connsiteY3679"/>
              </a:cxn>
              <a:cxn ang="0">
                <a:pos x="connsiteX3680" y="connsiteY3680"/>
              </a:cxn>
              <a:cxn ang="0">
                <a:pos x="connsiteX3681" y="connsiteY3681"/>
              </a:cxn>
              <a:cxn ang="0">
                <a:pos x="connsiteX3682" y="connsiteY3682"/>
              </a:cxn>
              <a:cxn ang="0">
                <a:pos x="connsiteX3683" y="connsiteY3683"/>
              </a:cxn>
              <a:cxn ang="0">
                <a:pos x="connsiteX3684" y="connsiteY3684"/>
              </a:cxn>
              <a:cxn ang="0">
                <a:pos x="connsiteX3685" y="connsiteY3685"/>
              </a:cxn>
              <a:cxn ang="0">
                <a:pos x="connsiteX3686" y="connsiteY3686"/>
              </a:cxn>
              <a:cxn ang="0">
                <a:pos x="connsiteX3687" y="connsiteY3687"/>
              </a:cxn>
              <a:cxn ang="0">
                <a:pos x="connsiteX3688" y="connsiteY3688"/>
              </a:cxn>
              <a:cxn ang="0">
                <a:pos x="connsiteX3689" y="connsiteY3689"/>
              </a:cxn>
              <a:cxn ang="0">
                <a:pos x="connsiteX3690" y="connsiteY3690"/>
              </a:cxn>
              <a:cxn ang="0">
                <a:pos x="connsiteX3691" y="connsiteY3691"/>
              </a:cxn>
              <a:cxn ang="0">
                <a:pos x="connsiteX3692" y="connsiteY3692"/>
              </a:cxn>
              <a:cxn ang="0">
                <a:pos x="connsiteX3693" y="connsiteY3693"/>
              </a:cxn>
              <a:cxn ang="0">
                <a:pos x="connsiteX3694" y="connsiteY3694"/>
              </a:cxn>
              <a:cxn ang="0">
                <a:pos x="connsiteX3695" y="connsiteY3695"/>
              </a:cxn>
              <a:cxn ang="0">
                <a:pos x="connsiteX3696" y="connsiteY3696"/>
              </a:cxn>
              <a:cxn ang="0">
                <a:pos x="connsiteX3697" y="connsiteY3697"/>
              </a:cxn>
              <a:cxn ang="0">
                <a:pos x="connsiteX3698" y="connsiteY3698"/>
              </a:cxn>
              <a:cxn ang="0">
                <a:pos x="connsiteX3699" y="connsiteY3699"/>
              </a:cxn>
              <a:cxn ang="0">
                <a:pos x="connsiteX3700" y="connsiteY3700"/>
              </a:cxn>
              <a:cxn ang="0">
                <a:pos x="connsiteX3701" y="connsiteY3701"/>
              </a:cxn>
              <a:cxn ang="0">
                <a:pos x="connsiteX3702" y="connsiteY3702"/>
              </a:cxn>
              <a:cxn ang="0">
                <a:pos x="connsiteX3703" y="connsiteY3703"/>
              </a:cxn>
              <a:cxn ang="0">
                <a:pos x="connsiteX3704" y="connsiteY3704"/>
              </a:cxn>
              <a:cxn ang="0">
                <a:pos x="connsiteX3705" y="connsiteY3705"/>
              </a:cxn>
              <a:cxn ang="0">
                <a:pos x="connsiteX3706" y="connsiteY3706"/>
              </a:cxn>
              <a:cxn ang="0">
                <a:pos x="connsiteX3707" y="connsiteY3707"/>
              </a:cxn>
              <a:cxn ang="0">
                <a:pos x="connsiteX3708" y="connsiteY3708"/>
              </a:cxn>
              <a:cxn ang="0">
                <a:pos x="connsiteX3709" y="connsiteY3709"/>
              </a:cxn>
              <a:cxn ang="0">
                <a:pos x="connsiteX3710" y="connsiteY3710"/>
              </a:cxn>
              <a:cxn ang="0">
                <a:pos x="connsiteX3711" y="connsiteY3711"/>
              </a:cxn>
              <a:cxn ang="0">
                <a:pos x="connsiteX3712" y="connsiteY3712"/>
              </a:cxn>
              <a:cxn ang="0">
                <a:pos x="connsiteX3713" y="connsiteY3713"/>
              </a:cxn>
              <a:cxn ang="0">
                <a:pos x="connsiteX3714" y="connsiteY3714"/>
              </a:cxn>
              <a:cxn ang="0">
                <a:pos x="connsiteX3715" y="connsiteY3715"/>
              </a:cxn>
              <a:cxn ang="0">
                <a:pos x="connsiteX3716" y="connsiteY3716"/>
              </a:cxn>
              <a:cxn ang="0">
                <a:pos x="connsiteX3717" y="connsiteY3717"/>
              </a:cxn>
              <a:cxn ang="0">
                <a:pos x="connsiteX3718" y="connsiteY3718"/>
              </a:cxn>
              <a:cxn ang="0">
                <a:pos x="connsiteX3719" y="connsiteY3719"/>
              </a:cxn>
              <a:cxn ang="0">
                <a:pos x="connsiteX3720" y="connsiteY3720"/>
              </a:cxn>
              <a:cxn ang="0">
                <a:pos x="connsiteX3721" y="connsiteY3721"/>
              </a:cxn>
              <a:cxn ang="0">
                <a:pos x="connsiteX3722" y="connsiteY3722"/>
              </a:cxn>
              <a:cxn ang="0">
                <a:pos x="connsiteX3723" y="connsiteY3723"/>
              </a:cxn>
              <a:cxn ang="0">
                <a:pos x="connsiteX3724" y="connsiteY3724"/>
              </a:cxn>
              <a:cxn ang="0">
                <a:pos x="connsiteX3725" y="connsiteY3725"/>
              </a:cxn>
              <a:cxn ang="0">
                <a:pos x="connsiteX3726" y="connsiteY3726"/>
              </a:cxn>
              <a:cxn ang="0">
                <a:pos x="connsiteX3727" y="connsiteY3727"/>
              </a:cxn>
              <a:cxn ang="0">
                <a:pos x="connsiteX3728" y="connsiteY3728"/>
              </a:cxn>
              <a:cxn ang="0">
                <a:pos x="connsiteX3729" y="connsiteY3729"/>
              </a:cxn>
              <a:cxn ang="0">
                <a:pos x="connsiteX3730" y="connsiteY3730"/>
              </a:cxn>
              <a:cxn ang="0">
                <a:pos x="connsiteX3731" y="connsiteY3731"/>
              </a:cxn>
              <a:cxn ang="0">
                <a:pos x="connsiteX3732" y="connsiteY3732"/>
              </a:cxn>
              <a:cxn ang="0">
                <a:pos x="connsiteX3733" y="connsiteY3733"/>
              </a:cxn>
              <a:cxn ang="0">
                <a:pos x="connsiteX3734" y="connsiteY3734"/>
              </a:cxn>
              <a:cxn ang="0">
                <a:pos x="connsiteX3735" y="connsiteY3735"/>
              </a:cxn>
              <a:cxn ang="0">
                <a:pos x="connsiteX3736" y="connsiteY3736"/>
              </a:cxn>
              <a:cxn ang="0">
                <a:pos x="connsiteX3737" y="connsiteY3737"/>
              </a:cxn>
              <a:cxn ang="0">
                <a:pos x="connsiteX3738" y="connsiteY3738"/>
              </a:cxn>
              <a:cxn ang="0">
                <a:pos x="connsiteX3739" y="connsiteY3739"/>
              </a:cxn>
              <a:cxn ang="0">
                <a:pos x="connsiteX3740" y="connsiteY3740"/>
              </a:cxn>
              <a:cxn ang="0">
                <a:pos x="connsiteX3741" y="connsiteY3741"/>
              </a:cxn>
              <a:cxn ang="0">
                <a:pos x="connsiteX3742" y="connsiteY3742"/>
              </a:cxn>
              <a:cxn ang="0">
                <a:pos x="connsiteX3743" y="connsiteY3743"/>
              </a:cxn>
              <a:cxn ang="0">
                <a:pos x="connsiteX3744" y="connsiteY3744"/>
              </a:cxn>
              <a:cxn ang="0">
                <a:pos x="connsiteX3745" y="connsiteY3745"/>
              </a:cxn>
              <a:cxn ang="0">
                <a:pos x="connsiteX3746" y="connsiteY3746"/>
              </a:cxn>
              <a:cxn ang="0">
                <a:pos x="connsiteX3747" y="connsiteY3747"/>
              </a:cxn>
              <a:cxn ang="0">
                <a:pos x="connsiteX3748" y="connsiteY3748"/>
              </a:cxn>
              <a:cxn ang="0">
                <a:pos x="connsiteX3749" y="connsiteY3749"/>
              </a:cxn>
              <a:cxn ang="0">
                <a:pos x="connsiteX3750" y="connsiteY3750"/>
              </a:cxn>
              <a:cxn ang="0">
                <a:pos x="connsiteX3751" y="connsiteY3751"/>
              </a:cxn>
              <a:cxn ang="0">
                <a:pos x="connsiteX3752" y="connsiteY3752"/>
              </a:cxn>
              <a:cxn ang="0">
                <a:pos x="connsiteX3753" y="connsiteY3753"/>
              </a:cxn>
              <a:cxn ang="0">
                <a:pos x="connsiteX3754" y="connsiteY3754"/>
              </a:cxn>
              <a:cxn ang="0">
                <a:pos x="connsiteX3755" y="connsiteY3755"/>
              </a:cxn>
              <a:cxn ang="0">
                <a:pos x="connsiteX3756" y="connsiteY3756"/>
              </a:cxn>
              <a:cxn ang="0">
                <a:pos x="connsiteX3757" y="connsiteY3757"/>
              </a:cxn>
              <a:cxn ang="0">
                <a:pos x="connsiteX3758" y="connsiteY3758"/>
              </a:cxn>
              <a:cxn ang="0">
                <a:pos x="connsiteX3759" y="connsiteY3759"/>
              </a:cxn>
              <a:cxn ang="0">
                <a:pos x="connsiteX3760" y="connsiteY3760"/>
              </a:cxn>
              <a:cxn ang="0">
                <a:pos x="connsiteX3761" y="connsiteY3761"/>
              </a:cxn>
              <a:cxn ang="0">
                <a:pos x="connsiteX3762" y="connsiteY3762"/>
              </a:cxn>
              <a:cxn ang="0">
                <a:pos x="connsiteX3763" y="connsiteY3763"/>
              </a:cxn>
              <a:cxn ang="0">
                <a:pos x="connsiteX3764" y="connsiteY3764"/>
              </a:cxn>
              <a:cxn ang="0">
                <a:pos x="connsiteX3765" y="connsiteY3765"/>
              </a:cxn>
              <a:cxn ang="0">
                <a:pos x="connsiteX3766" y="connsiteY3766"/>
              </a:cxn>
              <a:cxn ang="0">
                <a:pos x="connsiteX3767" y="connsiteY3767"/>
              </a:cxn>
              <a:cxn ang="0">
                <a:pos x="connsiteX3768" y="connsiteY3768"/>
              </a:cxn>
              <a:cxn ang="0">
                <a:pos x="connsiteX3769" y="connsiteY3769"/>
              </a:cxn>
              <a:cxn ang="0">
                <a:pos x="connsiteX3770" y="connsiteY3770"/>
              </a:cxn>
              <a:cxn ang="0">
                <a:pos x="connsiteX3771" y="connsiteY3771"/>
              </a:cxn>
              <a:cxn ang="0">
                <a:pos x="connsiteX3772" y="connsiteY3772"/>
              </a:cxn>
              <a:cxn ang="0">
                <a:pos x="connsiteX3773" y="connsiteY3773"/>
              </a:cxn>
              <a:cxn ang="0">
                <a:pos x="connsiteX3774" y="connsiteY3774"/>
              </a:cxn>
              <a:cxn ang="0">
                <a:pos x="connsiteX3775" y="connsiteY3775"/>
              </a:cxn>
              <a:cxn ang="0">
                <a:pos x="connsiteX3776" y="connsiteY3776"/>
              </a:cxn>
              <a:cxn ang="0">
                <a:pos x="connsiteX3777" y="connsiteY3777"/>
              </a:cxn>
              <a:cxn ang="0">
                <a:pos x="connsiteX3778" y="connsiteY3778"/>
              </a:cxn>
              <a:cxn ang="0">
                <a:pos x="connsiteX3779" y="connsiteY3779"/>
              </a:cxn>
              <a:cxn ang="0">
                <a:pos x="connsiteX3780" y="connsiteY3780"/>
              </a:cxn>
              <a:cxn ang="0">
                <a:pos x="connsiteX3781" y="connsiteY3781"/>
              </a:cxn>
              <a:cxn ang="0">
                <a:pos x="connsiteX3782" y="connsiteY3782"/>
              </a:cxn>
              <a:cxn ang="0">
                <a:pos x="connsiteX3783" y="connsiteY3783"/>
              </a:cxn>
              <a:cxn ang="0">
                <a:pos x="connsiteX3784" y="connsiteY3784"/>
              </a:cxn>
              <a:cxn ang="0">
                <a:pos x="connsiteX3785" y="connsiteY3785"/>
              </a:cxn>
              <a:cxn ang="0">
                <a:pos x="connsiteX3786" y="connsiteY3786"/>
              </a:cxn>
              <a:cxn ang="0">
                <a:pos x="connsiteX3787" y="connsiteY3787"/>
              </a:cxn>
              <a:cxn ang="0">
                <a:pos x="connsiteX3788" y="connsiteY3788"/>
              </a:cxn>
              <a:cxn ang="0">
                <a:pos x="connsiteX3789" y="connsiteY3789"/>
              </a:cxn>
              <a:cxn ang="0">
                <a:pos x="connsiteX3790" y="connsiteY3790"/>
              </a:cxn>
              <a:cxn ang="0">
                <a:pos x="connsiteX3791" y="connsiteY3791"/>
              </a:cxn>
              <a:cxn ang="0">
                <a:pos x="connsiteX3792" y="connsiteY3792"/>
              </a:cxn>
              <a:cxn ang="0">
                <a:pos x="connsiteX3793" y="connsiteY3793"/>
              </a:cxn>
              <a:cxn ang="0">
                <a:pos x="connsiteX3794" y="connsiteY3794"/>
              </a:cxn>
              <a:cxn ang="0">
                <a:pos x="connsiteX3795" y="connsiteY3795"/>
              </a:cxn>
              <a:cxn ang="0">
                <a:pos x="connsiteX3796" y="connsiteY3796"/>
              </a:cxn>
              <a:cxn ang="0">
                <a:pos x="connsiteX3797" y="connsiteY3797"/>
              </a:cxn>
              <a:cxn ang="0">
                <a:pos x="connsiteX3798" y="connsiteY3798"/>
              </a:cxn>
              <a:cxn ang="0">
                <a:pos x="connsiteX3799" y="connsiteY3799"/>
              </a:cxn>
              <a:cxn ang="0">
                <a:pos x="connsiteX3800" y="connsiteY3800"/>
              </a:cxn>
              <a:cxn ang="0">
                <a:pos x="connsiteX3801" y="connsiteY3801"/>
              </a:cxn>
              <a:cxn ang="0">
                <a:pos x="connsiteX3802" y="connsiteY3802"/>
              </a:cxn>
              <a:cxn ang="0">
                <a:pos x="connsiteX3803" y="connsiteY3803"/>
              </a:cxn>
              <a:cxn ang="0">
                <a:pos x="connsiteX3804" y="connsiteY3804"/>
              </a:cxn>
              <a:cxn ang="0">
                <a:pos x="connsiteX3805" y="connsiteY3805"/>
              </a:cxn>
              <a:cxn ang="0">
                <a:pos x="connsiteX3806" y="connsiteY3806"/>
              </a:cxn>
              <a:cxn ang="0">
                <a:pos x="connsiteX3807" y="connsiteY3807"/>
              </a:cxn>
              <a:cxn ang="0">
                <a:pos x="connsiteX3808" y="connsiteY3808"/>
              </a:cxn>
              <a:cxn ang="0">
                <a:pos x="connsiteX3809" y="connsiteY3809"/>
              </a:cxn>
              <a:cxn ang="0">
                <a:pos x="connsiteX3810" y="connsiteY3810"/>
              </a:cxn>
              <a:cxn ang="0">
                <a:pos x="connsiteX3811" y="connsiteY3811"/>
              </a:cxn>
              <a:cxn ang="0">
                <a:pos x="connsiteX3812" y="connsiteY3812"/>
              </a:cxn>
              <a:cxn ang="0">
                <a:pos x="connsiteX3813" y="connsiteY3813"/>
              </a:cxn>
              <a:cxn ang="0">
                <a:pos x="connsiteX3814" y="connsiteY3814"/>
              </a:cxn>
              <a:cxn ang="0">
                <a:pos x="connsiteX3815" y="connsiteY3815"/>
              </a:cxn>
              <a:cxn ang="0">
                <a:pos x="connsiteX3816" y="connsiteY3816"/>
              </a:cxn>
              <a:cxn ang="0">
                <a:pos x="connsiteX3817" y="connsiteY3817"/>
              </a:cxn>
              <a:cxn ang="0">
                <a:pos x="connsiteX3818" y="connsiteY3818"/>
              </a:cxn>
              <a:cxn ang="0">
                <a:pos x="connsiteX3819" y="connsiteY3819"/>
              </a:cxn>
              <a:cxn ang="0">
                <a:pos x="connsiteX3820" y="connsiteY3820"/>
              </a:cxn>
              <a:cxn ang="0">
                <a:pos x="connsiteX3821" y="connsiteY3821"/>
              </a:cxn>
              <a:cxn ang="0">
                <a:pos x="connsiteX3822" y="connsiteY3822"/>
              </a:cxn>
              <a:cxn ang="0">
                <a:pos x="connsiteX3823" y="connsiteY3823"/>
              </a:cxn>
              <a:cxn ang="0">
                <a:pos x="connsiteX3824" y="connsiteY3824"/>
              </a:cxn>
              <a:cxn ang="0">
                <a:pos x="connsiteX3825" y="connsiteY3825"/>
              </a:cxn>
              <a:cxn ang="0">
                <a:pos x="connsiteX3826" y="connsiteY3826"/>
              </a:cxn>
              <a:cxn ang="0">
                <a:pos x="connsiteX3827" y="connsiteY3827"/>
              </a:cxn>
              <a:cxn ang="0">
                <a:pos x="connsiteX3828" y="connsiteY3828"/>
              </a:cxn>
              <a:cxn ang="0">
                <a:pos x="connsiteX3829" y="connsiteY3829"/>
              </a:cxn>
              <a:cxn ang="0">
                <a:pos x="connsiteX3830" y="connsiteY3830"/>
              </a:cxn>
              <a:cxn ang="0">
                <a:pos x="connsiteX3831" y="connsiteY3831"/>
              </a:cxn>
              <a:cxn ang="0">
                <a:pos x="connsiteX3832" y="connsiteY3832"/>
              </a:cxn>
              <a:cxn ang="0">
                <a:pos x="connsiteX3833" y="connsiteY3833"/>
              </a:cxn>
              <a:cxn ang="0">
                <a:pos x="connsiteX3834" y="connsiteY3834"/>
              </a:cxn>
              <a:cxn ang="0">
                <a:pos x="connsiteX3835" y="connsiteY3835"/>
              </a:cxn>
              <a:cxn ang="0">
                <a:pos x="connsiteX3836" y="connsiteY3836"/>
              </a:cxn>
              <a:cxn ang="0">
                <a:pos x="connsiteX3837" y="connsiteY3837"/>
              </a:cxn>
              <a:cxn ang="0">
                <a:pos x="connsiteX3838" y="connsiteY3838"/>
              </a:cxn>
              <a:cxn ang="0">
                <a:pos x="connsiteX3839" y="connsiteY3839"/>
              </a:cxn>
              <a:cxn ang="0">
                <a:pos x="connsiteX3840" y="connsiteY3840"/>
              </a:cxn>
              <a:cxn ang="0">
                <a:pos x="connsiteX3841" y="connsiteY3841"/>
              </a:cxn>
              <a:cxn ang="0">
                <a:pos x="connsiteX3842" y="connsiteY3842"/>
              </a:cxn>
              <a:cxn ang="0">
                <a:pos x="connsiteX3843" y="connsiteY3843"/>
              </a:cxn>
              <a:cxn ang="0">
                <a:pos x="connsiteX3844" y="connsiteY3844"/>
              </a:cxn>
              <a:cxn ang="0">
                <a:pos x="connsiteX3845" y="connsiteY3845"/>
              </a:cxn>
              <a:cxn ang="0">
                <a:pos x="connsiteX3846" y="connsiteY3846"/>
              </a:cxn>
              <a:cxn ang="0">
                <a:pos x="connsiteX3847" y="connsiteY3847"/>
              </a:cxn>
              <a:cxn ang="0">
                <a:pos x="connsiteX3848" y="connsiteY3848"/>
              </a:cxn>
              <a:cxn ang="0">
                <a:pos x="connsiteX3849" y="connsiteY3849"/>
              </a:cxn>
              <a:cxn ang="0">
                <a:pos x="connsiteX3850" y="connsiteY3850"/>
              </a:cxn>
              <a:cxn ang="0">
                <a:pos x="connsiteX3851" y="connsiteY3851"/>
              </a:cxn>
              <a:cxn ang="0">
                <a:pos x="connsiteX3852" y="connsiteY3852"/>
              </a:cxn>
              <a:cxn ang="0">
                <a:pos x="connsiteX3853" y="connsiteY3853"/>
              </a:cxn>
              <a:cxn ang="0">
                <a:pos x="connsiteX3854" y="connsiteY3854"/>
              </a:cxn>
              <a:cxn ang="0">
                <a:pos x="connsiteX3855" y="connsiteY3855"/>
              </a:cxn>
              <a:cxn ang="0">
                <a:pos x="connsiteX3856" y="connsiteY3856"/>
              </a:cxn>
              <a:cxn ang="0">
                <a:pos x="connsiteX3857" y="connsiteY3857"/>
              </a:cxn>
              <a:cxn ang="0">
                <a:pos x="connsiteX3858" y="connsiteY3858"/>
              </a:cxn>
              <a:cxn ang="0">
                <a:pos x="connsiteX3859" y="connsiteY3859"/>
              </a:cxn>
              <a:cxn ang="0">
                <a:pos x="connsiteX3860" y="connsiteY3860"/>
              </a:cxn>
              <a:cxn ang="0">
                <a:pos x="connsiteX3861" y="connsiteY3861"/>
              </a:cxn>
              <a:cxn ang="0">
                <a:pos x="connsiteX3862" y="connsiteY3862"/>
              </a:cxn>
              <a:cxn ang="0">
                <a:pos x="connsiteX3863" y="connsiteY3863"/>
              </a:cxn>
              <a:cxn ang="0">
                <a:pos x="connsiteX3864" y="connsiteY3864"/>
              </a:cxn>
              <a:cxn ang="0">
                <a:pos x="connsiteX3865" y="connsiteY3865"/>
              </a:cxn>
              <a:cxn ang="0">
                <a:pos x="connsiteX3866" y="connsiteY3866"/>
              </a:cxn>
              <a:cxn ang="0">
                <a:pos x="connsiteX3867" y="connsiteY3867"/>
              </a:cxn>
              <a:cxn ang="0">
                <a:pos x="connsiteX3868" y="connsiteY3868"/>
              </a:cxn>
              <a:cxn ang="0">
                <a:pos x="connsiteX3869" y="connsiteY3869"/>
              </a:cxn>
              <a:cxn ang="0">
                <a:pos x="connsiteX3870" y="connsiteY3870"/>
              </a:cxn>
              <a:cxn ang="0">
                <a:pos x="connsiteX3871" y="connsiteY3871"/>
              </a:cxn>
              <a:cxn ang="0">
                <a:pos x="connsiteX3872" y="connsiteY3872"/>
              </a:cxn>
              <a:cxn ang="0">
                <a:pos x="connsiteX3873" y="connsiteY3873"/>
              </a:cxn>
              <a:cxn ang="0">
                <a:pos x="connsiteX3874" y="connsiteY3874"/>
              </a:cxn>
              <a:cxn ang="0">
                <a:pos x="connsiteX3875" y="connsiteY3875"/>
              </a:cxn>
              <a:cxn ang="0">
                <a:pos x="connsiteX3876" y="connsiteY3876"/>
              </a:cxn>
              <a:cxn ang="0">
                <a:pos x="connsiteX3877" y="connsiteY3877"/>
              </a:cxn>
              <a:cxn ang="0">
                <a:pos x="connsiteX3878" y="connsiteY3878"/>
              </a:cxn>
              <a:cxn ang="0">
                <a:pos x="connsiteX3879" y="connsiteY3879"/>
              </a:cxn>
              <a:cxn ang="0">
                <a:pos x="connsiteX3880" y="connsiteY3880"/>
              </a:cxn>
              <a:cxn ang="0">
                <a:pos x="connsiteX3881" y="connsiteY3881"/>
              </a:cxn>
              <a:cxn ang="0">
                <a:pos x="connsiteX3882" y="connsiteY3882"/>
              </a:cxn>
              <a:cxn ang="0">
                <a:pos x="connsiteX3883" y="connsiteY3883"/>
              </a:cxn>
              <a:cxn ang="0">
                <a:pos x="connsiteX3884" y="connsiteY3884"/>
              </a:cxn>
              <a:cxn ang="0">
                <a:pos x="connsiteX3885" y="connsiteY3885"/>
              </a:cxn>
              <a:cxn ang="0">
                <a:pos x="connsiteX3886" y="connsiteY3886"/>
              </a:cxn>
              <a:cxn ang="0">
                <a:pos x="connsiteX3887" y="connsiteY3887"/>
              </a:cxn>
              <a:cxn ang="0">
                <a:pos x="connsiteX3888" y="connsiteY3888"/>
              </a:cxn>
              <a:cxn ang="0">
                <a:pos x="connsiteX3889" y="connsiteY3889"/>
              </a:cxn>
              <a:cxn ang="0">
                <a:pos x="connsiteX3890" y="connsiteY3890"/>
              </a:cxn>
              <a:cxn ang="0">
                <a:pos x="connsiteX3891" y="connsiteY3891"/>
              </a:cxn>
              <a:cxn ang="0">
                <a:pos x="connsiteX3892" y="connsiteY3892"/>
              </a:cxn>
              <a:cxn ang="0">
                <a:pos x="connsiteX3893" y="connsiteY3893"/>
              </a:cxn>
              <a:cxn ang="0">
                <a:pos x="connsiteX3894" y="connsiteY3894"/>
              </a:cxn>
              <a:cxn ang="0">
                <a:pos x="connsiteX3895" y="connsiteY3895"/>
              </a:cxn>
              <a:cxn ang="0">
                <a:pos x="connsiteX3896" y="connsiteY3896"/>
              </a:cxn>
              <a:cxn ang="0">
                <a:pos x="connsiteX3897" y="connsiteY3897"/>
              </a:cxn>
              <a:cxn ang="0">
                <a:pos x="connsiteX3898" y="connsiteY3898"/>
              </a:cxn>
              <a:cxn ang="0">
                <a:pos x="connsiteX3899" y="connsiteY3899"/>
              </a:cxn>
              <a:cxn ang="0">
                <a:pos x="connsiteX3900" y="connsiteY3900"/>
              </a:cxn>
              <a:cxn ang="0">
                <a:pos x="connsiteX3901" y="connsiteY3901"/>
              </a:cxn>
              <a:cxn ang="0">
                <a:pos x="connsiteX3902" y="connsiteY3902"/>
              </a:cxn>
              <a:cxn ang="0">
                <a:pos x="connsiteX3903" y="connsiteY3903"/>
              </a:cxn>
              <a:cxn ang="0">
                <a:pos x="connsiteX3904" y="connsiteY3904"/>
              </a:cxn>
              <a:cxn ang="0">
                <a:pos x="connsiteX3905" y="connsiteY3905"/>
              </a:cxn>
              <a:cxn ang="0">
                <a:pos x="connsiteX3906" y="connsiteY3906"/>
              </a:cxn>
              <a:cxn ang="0">
                <a:pos x="connsiteX3907" y="connsiteY3907"/>
              </a:cxn>
              <a:cxn ang="0">
                <a:pos x="connsiteX3908" y="connsiteY3908"/>
              </a:cxn>
              <a:cxn ang="0">
                <a:pos x="connsiteX3909" y="connsiteY3909"/>
              </a:cxn>
              <a:cxn ang="0">
                <a:pos x="connsiteX3910" y="connsiteY3910"/>
              </a:cxn>
              <a:cxn ang="0">
                <a:pos x="connsiteX3911" y="connsiteY3911"/>
              </a:cxn>
              <a:cxn ang="0">
                <a:pos x="connsiteX3912" y="connsiteY3912"/>
              </a:cxn>
              <a:cxn ang="0">
                <a:pos x="connsiteX3913" y="connsiteY3913"/>
              </a:cxn>
              <a:cxn ang="0">
                <a:pos x="connsiteX3914" y="connsiteY3914"/>
              </a:cxn>
              <a:cxn ang="0">
                <a:pos x="connsiteX3915" y="connsiteY3915"/>
              </a:cxn>
              <a:cxn ang="0">
                <a:pos x="connsiteX3916" y="connsiteY3916"/>
              </a:cxn>
              <a:cxn ang="0">
                <a:pos x="connsiteX3917" y="connsiteY3917"/>
              </a:cxn>
              <a:cxn ang="0">
                <a:pos x="connsiteX3918" y="connsiteY3918"/>
              </a:cxn>
              <a:cxn ang="0">
                <a:pos x="connsiteX3919" y="connsiteY3919"/>
              </a:cxn>
              <a:cxn ang="0">
                <a:pos x="connsiteX3920" y="connsiteY3920"/>
              </a:cxn>
              <a:cxn ang="0">
                <a:pos x="connsiteX3921" y="connsiteY3921"/>
              </a:cxn>
              <a:cxn ang="0">
                <a:pos x="connsiteX3922" y="connsiteY3922"/>
              </a:cxn>
              <a:cxn ang="0">
                <a:pos x="connsiteX3923" y="connsiteY3923"/>
              </a:cxn>
              <a:cxn ang="0">
                <a:pos x="connsiteX3924" y="connsiteY3924"/>
              </a:cxn>
              <a:cxn ang="0">
                <a:pos x="connsiteX3925" y="connsiteY3925"/>
              </a:cxn>
              <a:cxn ang="0">
                <a:pos x="connsiteX3926" y="connsiteY3926"/>
              </a:cxn>
              <a:cxn ang="0">
                <a:pos x="connsiteX3927" y="connsiteY3927"/>
              </a:cxn>
              <a:cxn ang="0">
                <a:pos x="connsiteX3928" y="connsiteY3928"/>
              </a:cxn>
              <a:cxn ang="0">
                <a:pos x="connsiteX3929" y="connsiteY3929"/>
              </a:cxn>
              <a:cxn ang="0">
                <a:pos x="connsiteX3930" y="connsiteY3930"/>
              </a:cxn>
              <a:cxn ang="0">
                <a:pos x="connsiteX3931" y="connsiteY3931"/>
              </a:cxn>
              <a:cxn ang="0">
                <a:pos x="connsiteX3932" y="connsiteY3932"/>
              </a:cxn>
              <a:cxn ang="0">
                <a:pos x="connsiteX3933" y="connsiteY3933"/>
              </a:cxn>
              <a:cxn ang="0">
                <a:pos x="connsiteX3934" y="connsiteY3934"/>
              </a:cxn>
              <a:cxn ang="0">
                <a:pos x="connsiteX3935" y="connsiteY3935"/>
              </a:cxn>
              <a:cxn ang="0">
                <a:pos x="connsiteX3936" y="connsiteY3936"/>
              </a:cxn>
              <a:cxn ang="0">
                <a:pos x="connsiteX3937" y="connsiteY3937"/>
              </a:cxn>
              <a:cxn ang="0">
                <a:pos x="connsiteX3938" y="connsiteY3938"/>
              </a:cxn>
              <a:cxn ang="0">
                <a:pos x="connsiteX3939" y="connsiteY3939"/>
              </a:cxn>
              <a:cxn ang="0">
                <a:pos x="connsiteX3940" y="connsiteY3940"/>
              </a:cxn>
              <a:cxn ang="0">
                <a:pos x="connsiteX3941" y="connsiteY3941"/>
              </a:cxn>
              <a:cxn ang="0">
                <a:pos x="connsiteX3942" y="connsiteY3942"/>
              </a:cxn>
              <a:cxn ang="0">
                <a:pos x="connsiteX3943" y="connsiteY3943"/>
              </a:cxn>
              <a:cxn ang="0">
                <a:pos x="connsiteX3944" y="connsiteY3944"/>
              </a:cxn>
              <a:cxn ang="0">
                <a:pos x="connsiteX3945" y="connsiteY3945"/>
              </a:cxn>
              <a:cxn ang="0">
                <a:pos x="connsiteX3946" y="connsiteY3946"/>
              </a:cxn>
              <a:cxn ang="0">
                <a:pos x="connsiteX3947" y="connsiteY3947"/>
              </a:cxn>
              <a:cxn ang="0">
                <a:pos x="connsiteX3948" y="connsiteY3948"/>
              </a:cxn>
              <a:cxn ang="0">
                <a:pos x="connsiteX3949" y="connsiteY3949"/>
              </a:cxn>
              <a:cxn ang="0">
                <a:pos x="connsiteX3950" y="connsiteY3950"/>
              </a:cxn>
              <a:cxn ang="0">
                <a:pos x="connsiteX3951" y="connsiteY3951"/>
              </a:cxn>
              <a:cxn ang="0">
                <a:pos x="connsiteX3952" y="connsiteY3952"/>
              </a:cxn>
              <a:cxn ang="0">
                <a:pos x="connsiteX3953" y="connsiteY3953"/>
              </a:cxn>
              <a:cxn ang="0">
                <a:pos x="connsiteX3954" y="connsiteY3954"/>
              </a:cxn>
              <a:cxn ang="0">
                <a:pos x="connsiteX3955" y="connsiteY3955"/>
              </a:cxn>
              <a:cxn ang="0">
                <a:pos x="connsiteX3956" y="connsiteY3956"/>
              </a:cxn>
              <a:cxn ang="0">
                <a:pos x="connsiteX3957" y="connsiteY3957"/>
              </a:cxn>
              <a:cxn ang="0">
                <a:pos x="connsiteX3958" y="connsiteY3958"/>
              </a:cxn>
              <a:cxn ang="0">
                <a:pos x="connsiteX3959" y="connsiteY3959"/>
              </a:cxn>
              <a:cxn ang="0">
                <a:pos x="connsiteX3960" y="connsiteY3960"/>
              </a:cxn>
              <a:cxn ang="0">
                <a:pos x="connsiteX3961" y="connsiteY3961"/>
              </a:cxn>
              <a:cxn ang="0">
                <a:pos x="connsiteX3962" y="connsiteY3962"/>
              </a:cxn>
              <a:cxn ang="0">
                <a:pos x="connsiteX3963" y="connsiteY3963"/>
              </a:cxn>
              <a:cxn ang="0">
                <a:pos x="connsiteX3964" y="connsiteY3964"/>
              </a:cxn>
              <a:cxn ang="0">
                <a:pos x="connsiteX3965" y="connsiteY3965"/>
              </a:cxn>
              <a:cxn ang="0">
                <a:pos x="connsiteX3966" y="connsiteY3966"/>
              </a:cxn>
              <a:cxn ang="0">
                <a:pos x="connsiteX3967" y="connsiteY3967"/>
              </a:cxn>
              <a:cxn ang="0">
                <a:pos x="connsiteX3968" y="connsiteY3968"/>
              </a:cxn>
              <a:cxn ang="0">
                <a:pos x="connsiteX3969" y="connsiteY3969"/>
              </a:cxn>
              <a:cxn ang="0">
                <a:pos x="connsiteX3970" y="connsiteY3970"/>
              </a:cxn>
              <a:cxn ang="0">
                <a:pos x="connsiteX3971" y="connsiteY3971"/>
              </a:cxn>
              <a:cxn ang="0">
                <a:pos x="connsiteX3972" y="connsiteY3972"/>
              </a:cxn>
              <a:cxn ang="0">
                <a:pos x="connsiteX3973" y="connsiteY3973"/>
              </a:cxn>
              <a:cxn ang="0">
                <a:pos x="connsiteX3974" y="connsiteY3974"/>
              </a:cxn>
              <a:cxn ang="0">
                <a:pos x="connsiteX3975" y="connsiteY3975"/>
              </a:cxn>
              <a:cxn ang="0">
                <a:pos x="connsiteX3976" y="connsiteY3976"/>
              </a:cxn>
              <a:cxn ang="0">
                <a:pos x="connsiteX3977" y="connsiteY3977"/>
              </a:cxn>
              <a:cxn ang="0">
                <a:pos x="connsiteX3978" y="connsiteY3978"/>
              </a:cxn>
              <a:cxn ang="0">
                <a:pos x="connsiteX3979" y="connsiteY3979"/>
              </a:cxn>
              <a:cxn ang="0">
                <a:pos x="connsiteX3980" y="connsiteY3980"/>
              </a:cxn>
              <a:cxn ang="0">
                <a:pos x="connsiteX3981" y="connsiteY3981"/>
              </a:cxn>
              <a:cxn ang="0">
                <a:pos x="connsiteX3982" y="connsiteY3982"/>
              </a:cxn>
              <a:cxn ang="0">
                <a:pos x="connsiteX3983" y="connsiteY3983"/>
              </a:cxn>
              <a:cxn ang="0">
                <a:pos x="connsiteX3984" y="connsiteY3984"/>
              </a:cxn>
              <a:cxn ang="0">
                <a:pos x="connsiteX3985" y="connsiteY3985"/>
              </a:cxn>
              <a:cxn ang="0">
                <a:pos x="connsiteX3986" y="connsiteY3986"/>
              </a:cxn>
              <a:cxn ang="0">
                <a:pos x="connsiteX3987" y="connsiteY3987"/>
              </a:cxn>
              <a:cxn ang="0">
                <a:pos x="connsiteX3988" y="connsiteY3988"/>
              </a:cxn>
              <a:cxn ang="0">
                <a:pos x="connsiteX3989" y="connsiteY3989"/>
              </a:cxn>
              <a:cxn ang="0">
                <a:pos x="connsiteX3990" y="connsiteY3990"/>
              </a:cxn>
              <a:cxn ang="0">
                <a:pos x="connsiteX3991" y="connsiteY3991"/>
              </a:cxn>
              <a:cxn ang="0">
                <a:pos x="connsiteX3992" y="connsiteY3992"/>
              </a:cxn>
              <a:cxn ang="0">
                <a:pos x="connsiteX3993" y="connsiteY3993"/>
              </a:cxn>
              <a:cxn ang="0">
                <a:pos x="connsiteX3994" y="connsiteY3994"/>
              </a:cxn>
              <a:cxn ang="0">
                <a:pos x="connsiteX3995" y="connsiteY3995"/>
              </a:cxn>
              <a:cxn ang="0">
                <a:pos x="connsiteX3996" y="connsiteY3996"/>
              </a:cxn>
              <a:cxn ang="0">
                <a:pos x="connsiteX3997" y="connsiteY3997"/>
              </a:cxn>
              <a:cxn ang="0">
                <a:pos x="connsiteX3998" y="connsiteY3998"/>
              </a:cxn>
              <a:cxn ang="0">
                <a:pos x="connsiteX3999" y="connsiteY3999"/>
              </a:cxn>
              <a:cxn ang="0">
                <a:pos x="connsiteX4000" y="connsiteY4000"/>
              </a:cxn>
              <a:cxn ang="0">
                <a:pos x="connsiteX4001" y="connsiteY4001"/>
              </a:cxn>
              <a:cxn ang="0">
                <a:pos x="connsiteX4002" y="connsiteY4002"/>
              </a:cxn>
              <a:cxn ang="0">
                <a:pos x="connsiteX4003" y="connsiteY4003"/>
              </a:cxn>
              <a:cxn ang="0">
                <a:pos x="connsiteX4004" y="connsiteY4004"/>
              </a:cxn>
              <a:cxn ang="0">
                <a:pos x="connsiteX4005" y="connsiteY4005"/>
              </a:cxn>
              <a:cxn ang="0">
                <a:pos x="connsiteX4006" y="connsiteY4006"/>
              </a:cxn>
              <a:cxn ang="0">
                <a:pos x="connsiteX4007" y="connsiteY4007"/>
              </a:cxn>
              <a:cxn ang="0">
                <a:pos x="connsiteX4008" y="connsiteY4008"/>
              </a:cxn>
              <a:cxn ang="0">
                <a:pos x="connsiteX4009" y="connsiteY4009"/>
              </a:cxn>
              <a:cxn ang="0">
                <a:pos x="connsiteX4010" y="connsiteY4010"/>
              </a:cxn>
              <a:cxn ang="0">
                <a:pos x="connsiteX4011" y="connsiteY4011"/>
              </a:cxn>
              <a:cxn ang="0">
                <a:pos x="connsiteX4012" y="connsiteY4012"/>
              </a:cxn>
              <a:cxn ang="0">
                <a:pos x="connsiteX4013" y="connsiteY4013"/>
              </a:cxn>
              <a:cxn ang="0">
                <a:pos x="connsiteX4014" y="connsiteY4014"/>
              </a:cxn>
              <a:cxn ang="0">
                <a:pos x="connsiteX4015" y="connsiteY4015"/>
              </a:cxn>
              <a:cxn ang="0">
                <a:pos x="connsiteX4016" y="connsiteY4016"/>
              </a:cxn>
              <a:cxn ang="0">
                <a:pos x="connsiteX4017" y="connsiteY4017"/>
              </a:cxn>
              <a:cxn ang="0">
                <a:pos x="connsiteX4018" y="connsiteY4018"/>
              </a:cxn>
              <a:cxn ang="0">
                <a:pos x="connsiteX4019" y="connsiteY4019"/>
              </a:cxn>
              <a:cxn ang="0">
                <a:pos x="connsiteX4020" y="connsiteY4020"/>
              </a:cxn>
              <a:cxn ang="0">
                <a:pos x="connsiteX4021" y="connsiteY4021"/>
              </a:cxn>
              <a:cxn ang="0">
                <a:pos x="connsiteX4022" y="connsiteY4022"/>
              </a:cxn>
              <a:cxn ang="0">
                <a:pos x="connsiteX4023" y="connsiteY4023"/>
              </a:cxn>
              <a:cxn ang="0">
                <a:pos x="connsiteX4024" y="connsiteY4024"/>
              </a:cxn>
              <a:cxn ang="0">
                <a:pos x="connsiteX4025" y="connsiteY4025"/>
              </a:cxn>
              <a:cxn ang="0">
                <a:pos x="connsiteX4026" y="connsiteY4026"/>
              </a:cxn>
              <a:cxn ang="0">
                <a:pos x="connsiteX4027" y="connsiteY4027"/>
              </a:cxn>
              <a:cxn ang="0">
                <a:pos x="connsiteX4028" y="connsiteY4028"/>
              </a:cxn>
              <a:cxn ang="0">
                <a:pos x="connsiteX4029" y="connsiteY4029"/>
              </a:cxn>
              <a:cxn ang="0">
                <a:pos x="connsiteX4030" y="connsiteY4030"/>
              </a:cxn>
              <a:cxn ang="0">
                <a:pos x="connsiteX4031" y="connsiteY4031"/>
              </a:cxn>
              <a:cxn ang="0">
                <a:pos x="connsiteX4032" y="connsiteY4032"/>
              </a:cxn>
              <a:cxn ang="0">
                <a:pos x="connsiteX4033" y="connsiteY4033"/>
              </a:cxn>
              <a:cxn ang="0">
                <a:pos x="connsiteX4034" y="connsiteY4034"/>
              </a:cxn>
              <a:cxn ang="0">
                <a:pos x="connsiteX4035" y="connsiteY4035"/>
              </a:cxn>
              <a:cxn ang="0">
                <a:pos x="connsiteX4036" y="connsiteY4036"/>
              </a:cxn>
              <a:cxn ang="0">
                <a:pos x="connsiteX4037" y="connsiteY4037"/>
              </a:cxn>
              <a:cxn ang="0">
                <a:pos x="connsiteX4038" y="connsiteY4038"/>
              </a:cxn>
              <a:cxn ang="0">
                <a:pos x="connsiteX4039" y="connsiteY4039"/>
              </a:cxn>
              <a:cxn ang="0">
                <a:pos x="connsiteX4040" y="connsiteY4040"/>
              </a:cxn>
              <a:cxn ang="0">
                <a:pos x="connsiteX4041" y="connsiteY4041"/>
              </a:cxn>
              <a:cxn ang="0">
                <a:pos x="connsiteX4042" y="connsiteY4042"/>
              </a:cxn>
              <a:cxn ang="0">
                <a:pos x="connsiteX4043" y="connsiteY4043"/>
              </a:cxn>
              <a:cxn ang="0">
                <a:pos x="connsiteX4044" y="connsiteY4044"/>
              </a:cxn>
              <a:cxn ang="0">
                <a:pos x="connsiteX4045" y="connsiteY4045"/>
              </a:cxn>
              <a:cxn ang="0">
                <a:pos x="connsiteX4046" y="connsiteY4046"/>
              </a:cxn>
              <a:cxn ang="0">
                <a:pos x="connsiteX4047" y="connsiteY4047"/>
              </a:cxn>
              <a:cxn ang="0">
                <a:pos x="connsiteX4048" y="connsiteY4048"/>
              </a:cxn>
              <a:cxn ang="0">
                <a:pos x="connsiteX4049" y="connsiteY4049"/>
              </a:cxn>
              <a:cxn ang="0">
                <a:pos x="connsiteX4050" y="connsiteY4050"/>
              </a:cxn>
              <a:cxn ang="0">
                <a:pos x="connsiteX4051" y="connsiteY4051"/>
              </a:cxn>
              <a:cxn ang="0">
                <a:pos x="connsiteX4052" y="connsiteY4052"/>
              </a:cxn>
              <a:cxn ang="0">
                <a:pos x="connsiteX4053" y="connsiteY4053"/>
              </a:cxn>
              <a:cxn ang="0">
                <a:pos x="connsiteX4054" y="connsiteY4054"/>
              </a:cxn>
              <a:cxn ang="0">
                <a:pos x="connsiteX4055" y="connsiteY4055"/>
              </a:cxn>
              <a:cxn ang="0">
                <a:pos x="connsiteX4056" y="connsiteY4056"/>
              </a:cxn>
              <a:cxn ang="0">
                <a:pos x="connsiteX4057" y="connsiteY4057"/>
              </a:cxn>
              <a:cxn ang="0">
                <a:pos x="connsiteX4058" y="connsiteY4058"/>
              </a:cxn>
              <a:cxn ang="0">
                <a:pos x="connsiteX4059" y="connsiteY4059"/>
              </a:cxn>
              <a:cxn ang="0">
                <a:pos x="connsiteX4060" y="connsiteY4060"/>
              </a:cxn>
              <a:cxn ang="0">
                <a:pos x="connsiteX4061" y="connsiteY4061"/>
              </a:cxn>
              <a:cxn ang="0">
                <a:pos x="connsiteX4062" y="connsiteY4062"/>
              </a:cxn>
              <a:cxn ang="0">
                <a:pos x="connsiteX4063" y="connsiteY4063"/>
              </a:cxn>
              <a:cxn ang="0">
                <a:pos x="connsiteX4064" y="connsiteY4064"/>
              </a:cxn>
              <a:cxn ang="0">
                <a:pos x="connsiteX4065" y="connsiteY4065"/>
              </a:cxn>
              <a:cxn ang="0">
                <a:pos x="connsiteX4066" y="connsiteY4066"/>
              </a:cxn>
              <a:cxn ang="0">
                <a:pos x="connsiteX4067" y="connsiteY4067"/>
              </a:cxn>
              <a:cxn ang="0">
                <a:pos x="connsiteX4068" y="connsiteY4068"/>
              </a:cxn>
              <a:cxn ang="0">
                <a:pos x="connsiteX4069" y="connsiteY4069"/>
              </a:cxn>
              <a:cxn ang="0">
                <a:pos x="connsiteX4070" y="connsiteY4070"/>
              </a:cxn>
              <a:cxn ang="0">
                <a:pos x="connsiteX4071" y="connsiteY4071"/>
              </a:cxn>
              <a:cxn ang="0">
                <a:pos x="connsiteX4072" y="connsiteY4072"/>
              </a:cxn>
              <a:cxn ang="0">
                <a:pos x="connsiteX4073" y="connsiteY4073"/>
              </a:cxn>
              <a:cxn ang="0">
                <a:pos x="connsiteX4074" y="connsiteY4074"/>
              </a:cxn>
              <a:cxn ang="0">
                <a:pos x="connsiteX4075" y="connsiteY4075"/>
              </a:cxn>
              <a:cxn ang="0">
                <a:pos x="connsiteX4076" y="connsiteY4076"/>
              </a:cxn>
              <a:cxn ang="0">
                <a:pos x="connsiteX4077" y="connsiteY4077"/>
              </a:cxn>
              <a:cxn ang="0">
                <a:pos x="connsiteX4078" y="connsiteY4078"/>
              </a:cxn>
              <a:cxn ang="0">
                <a:pos x="connsiteX4079" y="connsiteY4079"/>
              </a:cxn>
              <a:cxn ang="0">
                <a:pos x="connsiteX4080" y="connsiteY4080"/>
              </a:cxn>
              <a:cxn ang="0">
                <a:pos x="connsiteX4081" y="connsiteY4081"/>
              </a:cxn>
              <a:cxn ang="0">
                <a:pos x="connsiteX4082" y="connsiteY4082"/>
              </a:cxn>
              <a:cxn ang="0">
                <a:pos x="connsiteX4083" y="connsiteY4083"/>
              </a:cxn>
              <a:cxn ang="0">
                <a:pos x="connsiteX4084" y="connsiteY4084"/>
              </a:cxn>
              <a:cxn ang="0">
                <a:pos x="connsiteX4085" y="connsiteY4085"/>
              </a:cxn>
              <a:cxn ang="0">
                <a:pos x="connsiteX4086" y="connsiteY4086"/>
              </a:cxn>
              <a:cxn ang="0">
                <a:pos x="connsiteX4087" y="connsiteY4087"/>
              </a:cxn>
              <a:cxn ang="0">
                <a:pos x="connsiteX4088" y="connsiteY4088"/>
              </a:cxn>
              <a:cxn ang="0">
                <a:pos x="connsiteX4089" y="connsiteY4089"/>
              </a:cxn>
              <a:cxn ang="0">
                <a:pos x="connsiteX4090" y="connsiteY4090"/>
              </a:cxn>
              <a:cxn ang="0">
                <a:pos x="connsiteX4091" y="connsiteY4091"/>
              </a:cxn>
              <a:cxn ang="0">
                <a:pos x="connsiteX4092" y="connsiteY4092"/>
              </a:cxn>
              <a:cxn ang="0">
                <a:pos x="connsiteX4093" y="connsiteY4093"/>
              </a:cxn>
              <a:cxn ang="0">
                <a:pos x="connsiteX4094" y="connsiteY4094"/>
              </a:cxn>
              <a:cxn ang="0">
                <a:pos x="connsiteX4095" y="connsiteY4095"/>
              </a:cxn>
              <a:cxn ang="0">
                <a:pos x="connsiteX4096" y="connsiteY4096"/>
              </a:cxn>
              <a:cxn ang="0">
                <a:pos x="connsiteX4097" y="connsiteY4097"/>
              </a:cxn>
              <a:cxn ang="0">
                <a:pos x="connsiteX4098" y="connsiteY4098"/>
              </a:cxn>
              <a:cxn ang="0">
                <a:pos x="connsiteX4099" y="connsiteY4099"/>
              </a:cxn>
              <a:cxn ang="0">
                <a:pos x="connsiteX4100" y="connsiteY4100"/>
              </a:cxn>
              <a:cxn ang="0">
                <a:pos x="connsiteX4101" y="connsiteY4101"/>
              </a:cxn>
              <a:cxn ang="0">
                <a:pos x="connsiteX4102" y="connsiteY4102"/>
              </a:cxn>
              <a:cxn ang="0">
                <a:pos x="connsiteX4103" y="connsiteY4103"/>
              </a:cxn>
              <a:cxn ang="0">
                <a:pos x="connsiteX4104" y="connsiteY4104"/>
              </a:cxn>
              <a:cxn ang="0">
                <a:pos x="connsiteX4105" y="connsiteY4105"/>
              </a:cxn>
              <a:cxn ang="0">
                <a:pos x="connsiteX4106" y="connsiteY4106"/>
              </a:cxn>
              <a:cxn ang="0">
                <a:pos x="connsiteX4107" y="connsiteY4107"/>
              </a:cxn>
              <a:cxn ang="0">
                <a:pos x="connsiteX4108" y="connsiteY4108"/>
              </a:cxn>
              <a:cxn ang="0">
                <a:pos x="connsiteX4109" y="connsiteY4109"/>
              </a:cxn>
              <a:cxn ang="0">
                <a:pos x="connsiteX4110" y="connsiteY4110"/>
              </a:cxn>
              <a:cxn ang="0">
                <a:pos x="connsiteX4111" y="connsiteY4111"/>
              </a:cxn>
              <a:cxn ang="0">
                <a:pos x="connsiteX4112" y="connsiteY4112"/>
              </a:cxn>
              <a:cxn ang="0">
                <a:pos x="connsiteX4113" y="connsiteY4113"/>
              </a:cxn>
              <a:cxn ang="0">
                <a:pos x="connsiteX4114" y="connsiteY4114"/>
              </a:cxn>
              <a:cxn ang="0">
                <a:pos x="connsiteX4115" y="connsiteY4115"/>
              </a:cxn>
              <a:cxn ang="0">
                <a:pos x="connsiteX4116" y="connsiteY4116"/>
              </a:cxn>
              <a:cxn ang="0">
                <a:pos x="connsiteX4117" y="connsiteY4117"/>
              </a:cxn>
              <a:cxn ang="0">
                <a:pos x="connsiteX4118" y="connsiteY4118"/>
              </a:cxn>
              <a:cxn ang="0">
                <a:pos x="connsiteX4119" y="connsiteY4119"/>
              </a:cxn>
              <a:cxn ang="0">
                <a:pos x="connsiteX4120" y="connsiteY4120"/>
              </a:cxn>
              <a:cxn ang="0">
                <a:pos x="connsiteX4121" y="connsiteY4121"/>
              </a:cxn>
              <a:cxn ang="0">
                <a:pos x="connsiteX4122" y="connsiteY4122"/>
              </a:cxn>
              <a:cxn ang="0">
                <a:pos x="connsiteX4123" y="connsiteY4123"/>
              </a:cxn>
              <a:cxn ang="0">
                <a:pos x="connsiteX4124" y="connsiteY4124"/>
              </a:cxn>
              <a:cxn ang="0">
                <a:pos x="connsiteX4125" y="connsiteY4125"/>
              </a:cxn>
              <a:cxn ang="0">
                <a:pos x="connsiteX4126" y="connsiteY4126"/>
              </a:cxn>
              <a:cxn ang="0">
                <a:pos x="connsiteX4127" y="connsiteY4127"/>
              </a:cxn>
              <a:cxn ang="0">
                <a:pos x="connsiteX4128" y="connsiteY4128"/>
              </a:cxn>
              <a:cxn ang="0">
                <a:pos x="connsiteX4129" y="connsiteY4129"/>
              </a:cxn>
              <a:cxn ang="0">
                <a:pos x="connsiteX4130" y="connsiteY4130"/>
              </a:cxn>
              <a:cxn ang="0">
                <a:pos x="connsiteX4131" y="connsiteY4131"/>
              </a:cxn>
              <a:cxn ang="0">
                <a:pos x="connsiteX4132" y="connsiteY4132"/>
              </a:cxn>
              <a:cxn ang="0">
                <a:pos x="connsiteX4133" y="connsiteY4133"/>
              </a:cxn>
              <a:cxn ang="0">
                <a:pos x="connsiteX4134" y="connsiteY4134"/>
              </a:cxn>
              <a:cxn ang="0">
                <a:pos x="connsiteX4135" y="connsiteY4135"/>
              </a:cxn>
              <a:cxn ang="0">
                <a:pos x="connsiteX4136" y="connsiteY4136"/>
              </a:cxn>
              <a:cxn ang="0">
                <a:pos x="connsiteX4137" y="connsiteY4137"/>
              </a:cxn>
              <a:cxn ang="0">
                <a:pos x="connsiteX4138" y="connsiteY4138"/>
              </a:cxn>
              <a:cxn ang="0">
                <a:pos x="connsiteX4139" y="connsiteY4139"/>
              </a:cxn>
              <a:cxn ang="0">
                <a:pos x="connsiteX4140" y="connsiteY4140"/>
              </a:cxn>
              <a:cxn ang="0">
                <a:pos x="connsiteX4141" y="connsiteY4141"/>
              </a:cxn>
              <a:cxn ang="0">
                <a:pos x="connsiteX4142" y="connsiteY4142"/>
              </a:cxn>
              <a:cxn ang="0">
                <a:pos x="connsiteX4143" y="connsiteY4143"/>
              </a:cxn>
              <a:cxn ang="0">
                <a:pos x="connsiteX4144" y="connsiteY4144"/>
              </a:cxn>
              <a:cxn ang="0">
                <a:pos x="connsiteX4145" y="connsiteY4145"/>
              </a:cxn>
              <a:cxn ang="0">
                <a:pos x="connsiteX4146" y="connsiteY4146"/>
              </a:cxn>
              <a:cxn ang="0">
                <a:pos x="connsiteX4147" y="connsiteY4147"/>
              </a:cxn>
              <a:cxn ang="0">
                <a:pos x="connsiteX4148" y="connsiteY4148"/>
              </a:cxn>
              <a:cxn ang="0">
                <a:pos x="connsiteX4149" y="connsiteY4149"/>
              </a:cxn>
              <a:cxn ang="0">
                <a:pos x="connsiteX4150" y="connsiteY4150"/>
              </a:cxn>
              <a:cxn ang="0">
                <a:pos x="connsiteX4151" y="connsiteY4151"/>
              </a:cxn>
              <a:cxn ang="0">
                <a:pos x="connsiteX4152" y="connsiteY4152"/>
              </a:cxn>
              <a:cxn ang="0">
                <a:pos x="connsiteX4153" y="connsiteY4153"/>
              </a:cxn>
              <a:cxn ang="0">
                <a:pos x="connsiteX4154" y="connsiteY4154"/>
              </a:cxn>
              <a:cxn ang="0">
                <a:pos x="connsiteX4155" y="connsiteY4155"/>
              </a:cxn>
              <a:cxn ang="0">
                <a:pos x="connsiteX4156" y="connsiteY4156"/>
              </a:cxn>
              <a:cxn ang="0">
                <a:pos x="connsiteX4157" y="connsiteY4157"/>
              </a:cxn>
              <a:cxn ang="0">
                <a:pos x="connsiteX4158" y="connsiteY4158"/>
              </a:cxn>
              <a:cxn ang="0">
                <a:pos x="connsiteX4159" y="connsiteY4159"/>
              </a:cxn>
              <a:cxn ang="0">
                <a:pos x="connsiteX4160" y="connsiteY4160"/>
              </a:cxn>
              <a:cxn ang="0">
                <a:pos x="connsiteX4161" y="connsiteY4161"/>
              </a:cxn>
              <a:cxn ang="0">
                <a:pos x="connsiteX4162" y="connsiteY4162"/>
              </a:cxn>
              <a:cxn ang="0">
                <a:pos x="connsiteX4163" y="connsiteY4163"/>
              </a:cxn>
              <a:cxn ang="0">
                <a:pos x="connsiteX4164" y="connsiteY4164"/>
              </a:cxn>
              <a:cxn ang="0">
                <a:pos x="connsiteX4165" y="connsiteY4165"/>
              </a:cxn>
              <a:cxn ang="0">
                <a:pos x="connsiteX4166" y="connsiteY4166"/>
              </a:cxn>
              <a:cxn ang="0">
                <a:pos x="connsiteX4167" y="connsiteY4167"/>
              </a:cxn>
              <a:cxn ang="0">
                <a:pos x="connsiteX4168" y="connsiteY4168"/>
              </a:cxn>
              <a:cxn ang="0">
                <a:pos x="connsiteX4169" y="connsiteY4169"/>
              </a:cxn>
              <a:cxn ang="0">
                <a:pos x="connsiteX4170" y="connsiteY4170"/>
              </a:cxn>
              <a:cxn ang="0">
                <a:pos x="connsiteX4171" y="connsiteY4171"/>
              </a:cxn>
              <a:cxn ang="0">
                <a:pos x="connsiteX4172" y="connsiteY4172"/>
              </a:cxn>
              <a:cxn ang="0">
                <a:pos x="connsiteX4173" y="connsiteY4173"/>
              </a:cxn>
              <a:cxn ang="0">
                <a:pos x="connsiteX4174" y="connsiteY4174"/>
              </a:cxn>
              <a:cxn ang="0">
                <a:pos x="connsiteX4175" y="connsiteY4175"/>
              </a:cxn>
              <a:cxn ang="0">
                <a:pos x="connsiteX4176" y="connsiteY4176"/>
              </a:cxn>
              <a:cxn ang="0">
                <a:pos x="connsiteX4177" y="connsiteY4177"/>
              </a:cxn>
              <a:cxn ang="0">
                <a:pos x="connsiteX4178" y="connsiteY4178"/>
              </a:cxn>
              <a:cxn ang="0">
                <a:pos x="connsiteX4179" y="connsiteY4179"/>
              </a:cxn>
              <a:cxn ang="0">
                <a:pos x="connsiteX4180" y="connsiteY4180"/>
              </a:cxn>
              <a:cxn ang="0">
                <a:pos x="connsiteX4181" y="connsiteY4181"/>
              </a:cxn>
              <a:cxn ang="0">
                <a:pos x="connsiteX4182" y="connsiteY4182"/>
              </a:cxn>
              <a:cxn ang="0">
                <a:pos x="connsiteX4183" y="connsiteY4183"/>
              </a:cxn>
              <a:cxn ang="0">
                <a:pos x="connsiteX4184" y="connsiteY4184"/>
              </a:cxn>
              <a:cxn ang="0">
                <a:pos x="connsiteX4185" y="connsiteY4185"/>
              </a:cxn>
              <a:cxn ang="0">
                <a:pos x="connsiteX4186" y="connsiteY4186"/>
              </a:cxn>
              <a:cxn ang="0">
                <a:pos x="connsiteX4187" y="connsiteY4187"/>
              </a:cxn>
              <a:cxn ang="0">
                <a:pos x="connsiteX4188" y="connsiteY4188"/>
              </a:cxn>
              <a:cxn ang="0">
                <a:pos x="connsiteX4189" y="connsiteY4189"/>
              </a:cxn>
              <a:cxn ang="0">
                <a:pos x="connsiteX4190" y="connsiteY4190"/>
              </a:cxn>
              <a:cxn ang="0">
                <a:pos x="connsiteX4191" y="connsiteY4191"/>
              </a:cxn>
              <a:cxn ang="0">
                <a:pos x="connsiteX4192" y="connsiteY4192"/>
              </a:cxn>
              <a:cxn ang="0">
                <a:pos x="connsiteX4193" y="connsiteY4193"/>
              </a:cxn>
              <a:cxn ang="0">
                <a:pos x="connsiteX4194" y="connsiteY4194"/>
              </a:cxn>
              <a:cxn ang="0">
                <a:pos x="connsiteX4195" y="connsiteY4195"/>
              </a:cxn>
              <a:cxn ang="0">
                <a:pos x="connsiteX4196" y="connsiteY4196"/>
              </a:cxn>
              <a:cxn ang="0">
                <a:pos x="connsiteX4197" y="connsiteY4197"/>
              </a:cxn>
              <a:cxn ang="0">
                <a:pos x="connsiteX4198" y="connsiteY4198"/>
              </a:cxn>
              <a:cxn ang="0">
                <a:pos x="connsiteX4199" y="connsiteY4199"/>
              </a:cxn>
              <a:cxn ang="0">
                <a:pos x="connsiteX4200" y="connsiteY4200"/>
              </a:cxn>
              <a:cxn ang="0">
                <a:pos x="connsiteX4201" y="connsiteY4201"/>
              </a:cxn>
              <a:cxn ang="0">
                <a:pos x="connsiteX4202" y="connsiteY4202"/>
              </a:cxn>
              <a:cxn ang="0">
                <a:pos x="connsiteX4203" y="connsiteY4203"/>
              </a:cxn>
              <a:cxn ang="0">
                <a:pos x="connsiteX4204" y="connsiteY4204"/>
              </a:cxn>
              <a:cxn ang="0">
                <a:pos x="connsiteX4205" y="connsiteY4205"/>
              </a:cxn>
              <a:cxn ang="0">
                <a:pos x="connsiteX4206" y="connsiteY4206"/>
              </a:cxn>
              <a:cxn ang="0">
                <a:pos x="connsiteX4207" y="connsiteY4207"/>
              </a:cxn>
              <a:cxn ang="0">
                <a:pos x="connsiteX4208" y="connsiteY4208"/>
              </a:cxn>
              <a:cxn ang="0">
                <a:pos x="connsiteX4209" y="connsiteY4209"/>
              </a:cxn>
              <a:cxn ang="0">
                <a:pos x="connsiteX4210" y="connsiteY4210"/>
              </a:cxn>
              <a:cxn ang="0">
                <a:pos x="connsiteX4211" y="connsiteY4211"/>
              </a:cxn>
              <a:cxn ang="0">
                <a:pos x="connsiteX4212" y="connsiteY4212"/>
              </a:cxn>
              <a:cxn ang="0">
                <a:pos x="connsiteX4213" y="connsiteY4213"/>
              </a:cxn>
              <a:cxn ang="0">
                <a:pos x="connsiteX4214" y="connsiteY4214"/>
              </a:cxn>
              <a:cxn ang="0">
                <a:pos x="connsiteX4215" y="connsiteY4215"/>
              </a:cxn>
              <a:cxn ang="0">
                <a:pos x="connsiteX4216" y="connsiteY4216"/>
              </a:cxn>
              <a:cxn ang="0">
                <a:pos x="connsiteX4217" y="connsiteY4217"/>
              </a:cxn>
              <a:cxn ang="0">
                <a:pos x="connsiteX4218" y="connsiteY4218"/>
              </a:cxn>
              <a:cxn ang="0">
                <a:pos x="connsiteX4219" y="connsiteY4219"/>
              </a:cxn>
              <a:cxn ang="0">
                <a:pos x="connsiteX4220" y="connsiteY4220"/>
              </a:cxn>
              <a:cxn ang="0">
                <a:pos x="connsiteX4221" y="connsiteY4221"/>
              </a:cxn>
              <a:cxn ang="0">
                <a:pos x="connsiteX4222" y="connsiteY4222"/>
              </a:cxn>
              <a:cxn ang="0">
                <a:pos x="connsiteX4223" y="connsiteY4223"/>
              </a:cxn>
              <a:cxn ang="0">
                <a:pos x="connsiteX4224" y="connsiteY4224"/>
              </a:cxn>
              <a:cxn ang="0">
                <a:pos x="connsiteX4225" y="connsiteY4225"/>
              </a:cxn>
              <a:cxn ang="0">
                <a:pos x="connsiteX4226" y="connsiteY4226"/>
              </a:cxn>
              <a:cxn ang="0">
                <a:pos x="connsiteX4227" y="connsiteY4227"/>
              </a:cxn>
              <a:cxn ang="0">
                <a:pos x="connsiteX4228" y="connsiteY4228"/>
              </a:cxn>
              <a:cxn ang="0">
                <a:pos x="connsiteX4229" y="connsiteY4229"/>
              </a:cxn>
              <a:cxn ang="0">
                <a:pos x="connsiteX4230" y="connsiteY4230"/>
              </a:cxn>
              <a:cxn ang="0">
                <a:pos x="connsiteX4231" y="connsiteY4231"/>
              </a:cxn>
              <a:cxn ang="0">
                <a:pos x="connsiteX4232" y="connsiteY4232"/>
              </a:cxn>
              <a:cxn ang="0">
                <a:pos x="connsiteX4233" y="connsiteY4233"/>
              </a:cxn>
              <a:cxn ang="0">
                <a:pos x="connsiteX4234" y="connsiteY4234"/>
              </a:cxn>
              <a:cxn ang="0">
                <a:pos x="connsiteX4235" y="connsiteY4235"/>
              </a:cxn>
              <a:cxn ang="0">
                <a:pos x="connsiteX4236" y="connsiteY4236"/>
              </a:cxn>
              <a:cxn ang="0">
                <a:pos x="connsiteX4237" y="connsiteY4237"/>
              </a:cxn>
              <a:cxn ang="0">
                <a:pos x="connsiteX4238" y="connsiteY4238"/>
              </a:cxn>
              <a:cxn ang="0">
                <a:pos x="connsiteX4239" y="connsiteY4239"/>
              </a:cxn>
              <a:cxn ang="0">
                <a:pos x="connsiteX4240" y="connsiteY4240"/>
              </a:cxn>
              <a:cxn ang="0">
                <a:pos x="connsiteX4241" y="connsiteY4241"/>
              </a:cxn>
              <a:cxn ang="0">
                <a:pos x="connsiteX4242" y="connsiteY4242"/>
              </a:cxn>
              <a:cxn ang="0">
                <a:pos x="connsiteX4243" y="connsiteY4243"/>
              </a:cxn>
              <a:cxn ang="0">
                <a:pos x="connsiteX4244" y="connsiteY4244"/>
              </a:cxn>
              <a:cxn ang="0">
                <a:pos x="connsiteX4245" y="connsiteY4245"/>
              </a:cxn>
              <a:cxn ang="0">
                <a:pos x="connsiteX4246" y="connsiteY4246"/>
              </a:cxn>
              <a:cxn ang="0">
                <a:pos x="connsiteX4247" y="connsiteY4247"/>
              </a:cxn>
              <a:cxn ang="0">
                <a:pos x="connsiteX4248" y="connsiteY4248"/>
              </a:cxn>
              <a:cxn ang="0">
                <a:pos x="connsiteX4249" y="connsiteY4249"/>
              </a:cxn>
              <a:cxn ang="0">
                <a:pos x="connsiteX4250" y="connsiteY4250"/>
              </a:cxn>
              <a:cxn ang="0">
                <a:pos x="connsiteX4251" y="connsiteY4251"/>
              </a:cxn>
              <a:cxn ang="0">
                <a:pos x="connsiteX4252" y="connsiteY4252"/>
              </a:cxn>
              <a:cxn ang="0">
                <a:pos x="connsiteX4253" y="connsiteY4253"/>
              </a:cxn>
              <a:cxn ang="0">
                <a:pos x="connsiteX4254" y="connsiteY4254"/>
              </a:cxn>
              <a:cxn ang="0">
                <a:pos x="connsiteX4255" y="connsiteY4255"/>
              </a:cxn>
              <a:cxn ang="0">
                <a:pos x="connsiteX4256" y="connsiteY4256"/>
              </a:cxn>
              <a:cxn ang="0">
                <a:pos x="connsiteX4257" y="connsiteY4257"/>
              </a:cxn>
              <a:cxn ang="0">
                <a:pos x="connsiteX4258" y="connsiteY4258"/>
              </a:cxn>
              <a:cxn ang="0">
                <a:pos x="connsiteX4259" y="connsiteY4259"/>
              </a:cxn>
              <a:cxn ang="0">
                <a:pos x="connsiteX4260" y="connsiteY4260"/>
              </a:cxn>
              <a:cxn ang="0">
                <a:pos x="connsiteX4261" y="connsiteY4261"/>
              </a:cxn>
              <a:cxn ang="0">
                <a:pos x="connsiteX4262" y="connsiteY4262"/>
              </a:cxn>
              <a:cxn ang="0">
                <a:pos x="connsiteX4263" y="connsiteY4263"/>
              </a:cxn>
              <a:cxn ang="0">
                <a:pos x="connsiteX4264" y="connsiteY4264"/>
              </a:cxn>
              <a:cxn ang="0">
                <a:pos x="connsiteX4265" y="connsiteY4265"/>
              </a:cxn>
              <a:cxn ang="0">
                <a:pos x="connsiteX4266" y="connsiteY4266"/>
              </a:cxn>
              <a:cxn ang="0">
                <a:pos x="connsiteX4267" y="connsiteY4267"/>
              </a:cxn>
              <a:cxn ang="0">
                <a:pos x="connsiteX4268" y="connsiteY4268"/>
              </a:cxn>
              <a:cxn ang="0">
                <a:pos x="connsiteX4269" y="connsiteY4269"/>
              </a:cxn>
              <a:cxn ang="0">
                <a:pos x="connsiteX4270" y="connsiteY4270"/>
              </a:cxn>
              <a:cxn ang="0">
                <a:pos x="connsiteX4271" y="connsiteY4271"/>
              </a:cxn>
              <a:cxn ang="0">
                <a:pos x="connsiteX4272" y="connsiteY4272"/>
              </a:cxn>
              <a:cxn ang="0">
                <a:pos x="connsiteX4273" y="connsiteY4273"/>
              </a:cxn>
              <a:cxn ang="0">
                <a:pos x="connsiteX4274" y="connsiteY4274"/>
              </a:cxn>
              <a:cxn ang="0">
                <a:pos x="connsiteX4275" y="connsiteY4275"/>
              </a:cxn>
              <a:cxn ang="0">
                <a:pos x="connsiteX4276" y="connsiteY4276"/>
              </a:cxn>
              <a:cxn ang="0">
                <a:pos x="connsiteX4277" y="connsiteY4277"/>
              </a:cxn>
              <a:cxn ang="0">
                <a:pos x="connsiteX4278" y="connsiteY4278"/>
              </a:cxn>
              <a:cxn ang="0">
                <a:pos x="connsiteX4279" y="connsiteY4279"/>
              </a:cxn>
              <a:cxn ang="0">
                <a:pos x="connsiteX4280" y="connsiteY4280"/>
              </a:cxn>
              <a:cxn ang="0">
                <a:pos x="connsiteX4281" y="connsiteY4281"/>
              </a:cxn>
              <a:cxn ang="0">
                <a:pos x="connsiteX4282" y="connsiteY4282"/>
              </a:cxn>
              <a:cxn ang="0">
                <a:pos x="connsiteX4283" y="connsiteY4283"/>
              </a:cxn>
              <a:cxn ang="0">
                <a:pos x="connsiteX4284" y="connsiteY4284"/>
              </a:cxn>
              <a:cxn ang="0">
                <a:pos x="connsiteX4285" y="connsiteY4285"/>
              </a:cxn>
              <a:cxn ang="0">
                <a:pos x="connsiteX4286" y="connsiteY4286"/>
              </a:cxn>
              <a:cxn ang="0">
                <a:pos x="connsiteX4287" y="connsiteY4287"/>
              </a:cxn>
              <a:cxn ang="0">
                <a:pos x="connsiteX4288" y="connsiteY4288"/>
              </a:cxn>
              <a:cxn ang="0">
                <a:pos x="connsiteX4289" y="connsiteY4289"/>
              </a:cxn>
              <a:cxn ang="0">
                <a:pos x="connsiteX4290" y="connsiteY4290"/>
              </a:cxn>
              <a:cxn ang="0">
                <a:pos x="connsiteX4291" y="connsiteY4291"/>
              </a:cxn>
              <a:cxn ang="0">
                <a:pos x="connsiteX4292" y="connsiteY4292"/>
              </a:cxn>
              <a:cxn ang="0">
                <a:pos x="connsiteX4293" y="connsiteY4293"/>
              </a:cxn>
              <a:cxn ang="0">
                <a:pos x="connsiteX4294" y="connsiteY4294"/>
              </a:cxn>
              <a:cxn ang="0">
                <a:pos x="connsiteX4295" y="connsiteY4295"/>
              </a:cxn>
              <a:cxn ang="0">
                <a:pos x="connsiteX4296" y="connsiteY4296"/>
              </a:cxn>
              <a:cxn ang="0">
                <a:pos x="connsiteX4297" y="connsiteY4297"/>
              </a:cxn>
              <a:cxn ang="0">
                <a:pos x="connsiteX4298" y="connsiteY4298"/>
              </a:cxn>
              <a:cxn ang="0">
                <a:pos x="connsiteX4299" y="connsiteY4299"/>
              </a:cxn>
              <a:cxn ang="0">
                <a:pos x="connsiteX4300" y="connsiteY4300"/>
              </a:cxn>
              <a:cxn ang="0">
                <a:pos x="connsiteX4301" y="connsiteY4301"/>
              </a:cxn>
              <a:cxn ang="0">
                <a:pos x="connsiteX4302" y="connsiteY4302"/>
              </a:cxn>
              <a:cxn ang="0">
                <a:pos x="connsiteX4303" y="connsiteY4303"/>
              </a:cxn>
              <a:cxn ang="0">
                <a:pos x="connsiteX4304" y="connsiteY4304"/>
              </a:cxn>
              <a:cxn ang="0">
                <a:pos x="connsiteX4305" y="connsiteY4305"/>
              </a:cxn>
              <a:cxn ang="0">
                <a:pos x="connsiteX4306" y="connsiteY4306"/>
              </a:cxn>
              <a:cxn ang="0">
                <a:pos x="connsiteX4307" y="connsiteY4307"/>
              </a:cxn>
              <a:cxn ang="0">
                <a:pos x="connsiteX4308" y="connsiteY4308"/>
              </a:cxn>
              <a:cxn ang="0">
                <a:pos x="connsiteX4309" y="connsiteY4309"/>
              </a:cxn>
              <a:cxn ang="0">
                <a:pos x="connsiteX4310" y="connsiteY4310"/>
              </a:cxn>
              <a:cxn ang="0">
                <a:pos x="connsiteX4311" y="connsiteY4311"/>
              </a:cxn>
              <a:cxn ang="0">
                <a:pos x="connsiteX4312" y="connsiteY4312"/>
              </a:cxn>
              <a:cxn ang="0">
                <a:pos x="connsiteX4313" y="connsiteY4313"/>
              </a:cxn>
              <a:cxn ang="0">
                <a:pos x="connsiteX4314" y="connsiteY4314"/>
              </a:cxn>
              <a:cxn ang="0">
                <a:pos x="connsiteX4315" y="connsiteY4315"/>
              </a:cxn>
              <a:cxn ang="0">
                <a:pos x="connsiteX4316" y="connsiteY4316"/>
              </a:cxn>
              <a:cxn ang="0">
                <a:pos x="connsiteX4317" y="connsiteY4317"/>
              </a:cxn>
              <a:cxn ang="0">
                <a:pos x="connsiteX4318" y="connsiteY4318"/>
              </a:cxn>
              <a:cxn ang="0">
                <a:pos x="connsiteX4319" y="connsiteY4319"/>
              </a:cxn>
              <a:cxn ang="0">
                <a:pos x="connsiteX4320" y="connsiteY4320"/>
              </a:cxn>
              <a:cxn ang="0">
                <a:pos x="connsiteX4321" y="connsiteY4321"/>
              </a:cxn>
              <a:cxn ang="0">
                <a:pos x="connsiteX4322" y="connsiteY4322"/>
              </a:cxn>
              <a:cxn ang="0">
                <a:pos x="connsiteX4323" y="connsiteY4323"/>
              </a:cxn>
              <a:cxn ang="0">
                <a:pos x="connsiteX4324" y="connsiteY4324"/>
              </a:cxn>
              <a:cxn ang="0">
                <a:pos x="connsiteX4325" y="connsiteY4325"/>
              </a:cxn>
              <a:cxn ang="0">
                <a:pos x="connsiteX4326" y="connsiteY4326"/>
              </a:cxn>
              <a:cxn ang="0">
                <a:pos x="connsiteX4327" y="connsiteY4327"/>
              </a:cxn>
              <a:cxn ang="0">
                <a:pos x="connsiteX4328" y="connsiteY4328"/>
              </a:cxn>
              <a:cxn ang="0">
                <a:pos x="connsiteX4329" y="connsiteY4329"/>
              </a:cxn>
              <a:cxn ang="0">
                <a:pos x="connsiteX4330" y="connsiteY4330"/>
              </a:cxn>
              <a:cxn ang="0">
                <a:pos x="connsiteX4331" y="connsiteY4331"/>
              </a:cxn>
              <a:cxn ang="0">
                <a:pos x="connsiteX4332" y="connsiteY4332"/>
              </a:cxn>
              <a:cxn ang="0">
                <a:pos x="connsiteX4333" y="connsiteY4333"/>
              </a:cxn>
              <a:cxn ang="0">
                <a:pos x="connsiteX4334" y="connsiteY4334"/>
              </a:cxn>
              <a:cxn ang="0">
                <a:pos x="connsiteX4335" y="connsiteY4335"/>
              </a:cxn>
              <a:cxn ang="0">
                <a:pos x="connsiteX4336" y="connsiteY4336"/>
              </a:cxn>
              <a:cxn ang="0">
                <a:pos x="connsiteX4337" y="connsiteY4337"/>
              </a:cxn>
              <a:cxn ang="0">
                <a:pos x="connsiteX4338" y="connsiteY4338"/>
              </a:cxn>
              <a:cxn ang="0">
                <a:pos x="connsiteX4339" y="connsiteY4339"/>
              </a:cxn>
              <a:cxn ang="0">
                <a:pos x="connsiteX4340" y="connsiteY4340"/>
              </a:cxn>
              <a:cxn ang="0">
                <a:pos x="connsiteX4341" y="connsiteY4341"/>
              </a:cxn>
              <a:cxn ang="0">
                <a:pos x="connsiteX4342" y="connsiteY4342"/>
              </a:cxn>
              <a:cxn ang="0">
                <a:pos x="connsiteX4343" y="connsiteY4343"/>
              </a:cxn>
              <a:cxn ang="0">
                <a:pos x="connsiteX4344" y="connsiteY4344"/>
              </a:cxn>
              <a:cxn ang="0">
                <a:pos x="connsiteX4345" y="connsiteY4345"/>
              </a:cxn>
              <a:cxn ang="0">
                <a:pos x="connsiteX4346" y="connsiteY4346"/>
              </a:cxn>
              <a:cxn ang="0">
                <a:pos x="connsiteX4347" y="connsiteY4347"/>
              </a:cxn>
              <a:cxn ang="0">
                <a:pos x="connsiteX4348" y="connsiteY4348"/>
              </a:cxn>
              <a:cxn ang="0">
                <a:pos x="connsiteX4349" y="connsiteY4349"/>
              </a:cxn>
              <a:cxn ang="0">
                <a:pos x="connsiteX4350" y="connsiteY4350"/>
              </a:cxn>
              <a:cxn ang="0">
                <a:pos x="connsiteX4351" y="connsiteY4351"/>
              </a:cxn>
              <a:cxn ang="0">
                <a:pos x="connsiteX4352" y="connsiteY4352"/>
              </a:cxn>
              <a:cxn ang="0">
                <a:pos x="connsiteX4353" y="connsiteY4353"/>
              </a:cxn>
              <a:cxn ang="0">
                <a:pos x="connsiteX4354" y="connsiteY4354"/>
              </a:cxn>
              <a:cxn ang="0">
                <a:pos x="connsiteX4355" y="connsiteY4355"/>
              </a:cxn>
              <a:cxn ang="0">
                <a:pos x="connsiteX4356" y="connsiteY4356"/>
              </a:cxn>
              <a:cxn ang="0">
                <a:pos x="connsiteX4357" y="connsiteY4357"/>
              </a:cxn>
              <a:cxn ang="0">
                <a:pos x="connsiteX4358" y="connsiteY4358"/>
              </a:cxn>
              <a:cxn ang="0">
                <a:pos x="connsiteX4359" y="connsiteY4359"/>
              </a:cxn>
              <a:cxn ang="0">
                <a:pos x="connsiteX4360" y="connsiteY4360"/>
              </a:cxn>
              <a:cxn ang="0">
                <a:pos x="connsiteX4361" y="connsiteY4361"/>
              </a:cxn>
              <a:cxn ang="0">
                <a:pos x="connsiteX4362" y="connsiteY4362"/>
              </a:cxn>
              <a:cxn ang="0">
                <a:pos x="connsiteX4363" y="connsiteY4363"/>
              </a:cxn>
              <a:cxn ang="0">
                <a:pos x="connsiteX4364" y="connsiteY4364"/>
              </a:cxn>
              <a:cxn ang="0">
                <a:pos x="connsiteX4365" y="connsiteY4365"/>
              </a:cxn>
              <a:cxn ang="0">
                <a:pos x="connsiteX4366" y="connsiteY4366"/>
              </a:cxn>
              <a:cxn ang="0">
                <a:pos x="connsiteX4367" y="connsiteY4367"/>
              </a:cxn>
              <a:cxn ang="0">
                <a:pos x="connsiteX4368" y="connsiteY4368"/>
              </a:cxn>
              <a:cxn ang="0">
                <a:pos x="connsiteX4369" y="connsiteY4369"/>
              </a:cxn>
              <a:cxn ang="0">
                <a:pos x="connsiteX4370" y="connsiteY4370"/>
              </a:cxn>
              <a:cxn ang="0">
                <a:pos x="connsiteX4371" y="connsiteY4371"/>
              </a:cxn>
              <a:cxn ang="0">
                <a:pos x="connsiteX4372" y="connsiteY4372"/>
              </a:cxn>
              <a:cxn ang="0">
                <a:pos x="connsiteX4373" y="connsiteY4373"/>
              </a:cxn>
              <a:cxn ang="0">
                <a:pos x="connsiteX4374" y="connsiteY4374"/>
              </a:cxn>
              <a:cxn ang="0">
                <a:pos x="connsiteX4375" y="connsiteY4375"/>
              </a:cxn>
              <a:cxn ang="0">
                <a:pos x="connsiteX4376" y="connsiteY4376"/>
              </a:cxn>
              <a:cxn ang="0">
                <a:pos x="connsiteX4377" y="connsiteY4377"/>
              </a:cxn>
              <a:cxn ang="0">
                <a:pos x="connsiteX4378" y="connsiteY4378"/>
              </a:cxn>
              <a:cxn ang="0">
                <a:pos x="connsiteX4379" y="connsiteY4379"/>
              </a:cxn>
              <a:cxn ang="0">
                <a:pos x="connsiteX4380" y="connsiteY4380"/>
              </a:cxn>
              <a:cxn ang="0">
                <a:pos x="connsiteX4381" y="connsiteY4381"/>
              </a:cxn>
              <a:cxn ang="0">
                <a:pos x="connsiteX4382" y="connsiteY4382"/>
              </a:cxn>
              <a:cxn ang="0">
                <a:pos x="connsiteX4383" y="connsiteY4383"/>
              </a:cxn>
              <a:cxn ang="0">
                <a:pos x="connsiteX4384" y="connsiteY4384"/>
              </a:cxn>
              <a:cxn ang="0">
                <a:pos x="connsiteX4385" y="connsiteY4385"/>
              </a:cxn>
              <a:cxn ang="0">
                <a:pos x="connsiteX4386" y="connsiteY4386"/>
              </a:cxn>
              <a:cxn ang="0">
                <a:pos x="connsiteX4387" y="connsiteY4387"/>
              </a:cxn>
              <a:cxn ang="0">
                <a:pos x="connsiteX4388" y="connsiteY4388"/>
              </a:cxn>
              <a:cxn ang="0">
                <a:pos x="connsiteX4389" y="connsiteY4389"/>
              </a:cxn>
              <a:cxn ang="0">
                <a:pos x="connsiteX4390" y="connsiteY4390"/>
              </a:cxn>
              <a:cxn ang="0">
                <a:pos x="connsiteX4391" y="connsiteY4391"/>
              </a:cxn>
              <a:cxn ang="0">
                <a:pos x="connsiteX4392" y="connsiteY4392"/>
              </a:cxn>
              <a:cxn ang="0">
                <a:pos x="connsiteX4393" y="connsiteY4393"/>
              </a:cxn>
              <a:cxn ang="0">
                <a:pos x="connsiteX4394" y="connsiteY4394"/>
              </a:cxn>
              <a:cxn ang="0">
                <a:pos x="connsiteX4395" y="connsiteY4395"/>
              </a:cxn>
              <a:cxn ang="0">
                <a:pos x="connsiteX4396" y="connsiteY4396"/>
              </a:cxn>
              <a:cxn ang="0">
                <a:pos x="connsiteX4397" y="connsiteY4397"/>
              </a:cxn>
              <a:cxn ang="0">
                <a:pos x="connsiteX4398" y="connsiteY4398"/>
              </a:cxn>
              <a:cxn ang="0">
                <a:pos x="connsiteX4399" y="connsiteY4399"/>
              </a:cxn>
              <a:cxn ang="0">
                <a:pos x="connsiteX4400" y="connsiteY4400"/>
              </a:cxn>
              <a:cxn ang="0">
                <a:pos x="connsiteX4401" y="connsiteY4401"/>
              </a:cxn>
              <a:cxn ang="0">
                <a:pos x="connsiteX4402" y="connsiteY4402"/>
              </a:cxn>
              <a:cxn ang="0">
                <a:pos x="connsiteX4403" y="connsiteY4403"/>
              </a:cxn>
              <a:cxn ang="0">
                <a:pos x="connsiteX4404" y="connsiteY4404"/>
              </a:cxn>
              <a:cxn ang="0">
                <a:pos x="connsiteX4405" y="connsiteY4405"/>
              </a:cxn>
              <a:cxn ang="0">
                <a:pos x="connsiteX4406" y="connsiteY4406"/>
              </a:cxn>
              <a:cxn ang="0">
                <a:pos x="connsiteX4407" y="connsiteY4407"/>
              </a:cxn>
              <a:cxn ang="0">
                <a:pos x="connsiteX4408" y="connsiteY4408"/>
              </a:cxn>
              <a:cxn ang="0">
                <a:pos x="connsiteX4409" y="connsiteY4409"/>
              </a:cxn>
              <a:cxn ang="0">
                <a:pos x="connsiteX4410" y="connsiteY4410"/>
              </a:cxn>
              <a:cxn ang="0">
                <a:pos x="connsiteX4411" y="connsiteY4411"/>
              </a:cxn>
              <a:cxn ang="0">
                <a:pos x="connsiteX4412" y="connsiteY4412"/>
              </a:cxn>
              <a:cxn ang="0">
                <a:pos x="connsiteX4413" y="connsiteY4413"/>
              </a:cxn>
              <a:cxn ang="0">
                <a:pos x="connsiteX4414" y="connsiteY4414"/>
              </a:cxn>
              <a:cxn ang="0">
                <a:pos x="connsiteX4415" y="connsiteY4415"/>
              </a:cxn>
              <a:cxn ang="0">
                <a:pos x="connsiteX4416" y="connsiteY4416"/>
              </a:cxn>
              <a:cxn ang="0">
                <a:pos x="connsiteX4417" y="connsiteY4417"/>
              </a:cxn>
              <a:cxn ang="0">
                <a:pos x="connsiteX4418" y="connsiteY4418"/>
              </a:cxn>
              <a:cxn ang="0">
                <a:pos x="connsiteX4419" y="connsiteY4419"/>
              </a:cxn>
              <a:cxn ang="0">
                <a:pos x="connsiteX4420" y="connsiteY4420"/>
              </a:cxn>
              <a:cxn ang="0">
                <a:pos x="connsiteX4421" y="connsiteY4421"/>
              </a:cxn>
              <a:cxn ang="0">
                <a:pos x="connsiteX4422" y="connsiteY4422"/>
              </a:cxn>
              <a:cxn ang="0">
                <a:pos x="connsiteX4423" y="connsiteY4423"/>
              </a:cxn>
              <a:cxn ang="0">
                <a:pos x="connsiteX4424" y="connsiteY4424"/>
              </a:cxn>
              <a:cxn ang="0">
                <a:pos x="connsiteX4425" y="connsiteY4425"/>
              </a:cxn>
              <a:cxn ang="0">
                <a:pos x="connsiteX4426" y="connsiteY4426"/>
              </a:cxn>
              <a:cxn ang="0">
                <a:pos x="connsiteX4427" y="connsiteY4427"/>
              </a:cxn>
              <a:cxn ang="0">
                <a:pos x="connsiteX4428" y="connsiteY4428"/>
              </a:cxn>
              <a:cxn ang="0">
                <a:pos x="connsiteX4429" y="connsiteY4429"/>
              </a:cxn>
              <a:cxn ang="0">
                <a:pos x="connsiteX4430" y="connsiteY4430"/>
              </a:cxn>
              <a:cxn ang="0">
                <a:pos x="connsiteX4431" y="connsiteY4431"/>
              </a:cxn>
              <a:cxn ang="0">
                <a:pos x="connsiteX4432" y="connsiteY4432"/>
              </a:cxn>
              <a:cxn ang="0">
                <a:pos x="connsiteX4433" y="connsiteY4433"/>
              </a:cxn>
              <a:cxn ang="0">
                <a:pos x="connsiteX4434" y="connsiteY4434"/>
              </a:cxn>
              <a:cxn ang="0">
                <a:pos x="connsiteX4435" y="connsiteY4435"/>
              </a:cxn>
              <a:cxn ang="0">
                <a:pos x="connsiteX4436" y="connsiteY4436"/>
              </a:cxn>
              <a:cxn ang="0">
                <a:pos x="connsiteX4437" y="connsiteY4437"/>
              </a:cxn>
              <a:cxn ang="0">
                <a:pos x="connsiteX4438" y="connsiteY4438"/>
              </a:cxn>
              <a:cxn ang="0">
                <a:pos x="connsiteX4439" y="connsiteY4439"/>
              </a:cxn>
              <a:cxn ang="0">
                <a:pos x="connsiteX4440" y="connsiteY4440"/>
              </a:cxn>
              <a:cxn ang="0">
                <a:pos x="connsiteX4441" y="connsiteY4441"/>
              </a:cxn>
              <a:cxn ang="0">
                <a:pos x="connsiteX4442" y="connsiteY4442"/>
              </a:cxn>
              <a:cxn ang="0">
                <a:pos x="connsiteX4443" y="connsiteY4443"/>
              </a:cxn>
              <a:cxn ang="0">
                <a:pos x="connsiteX4444" y="connsiteY4444"/>
              </a:cxn>
              <a:cxn ang="0">
                <a:pos x="connsiteX4445" y="connsiteY4445"/>
              </a:cxn>
              <a:cxn ang="0">
                <a:pos x="connsiteX4446" y="connsiteY4446"/>
              </a:cxn>
              <a:cxn ang="0">
                <a:pos x="connsiteX4447" y="connsiteY4447"/>
              </a:cxn>
              <a:cxn ang="0">
                <a:pos x="connsiteX4448" y="connsiteY4448"/>
              </a:cxn>
              <a:cxn ang="0">
                <a:pos x="connsiteX4449" y="connsiteY4449"/>
              </a:cxn>
              <a:cxn ang="0">
                <a:pos x="connsiteX4450" y="connsiteY4450"/>
              </a:cxn>
              <a:cxn ang="0">
                <a:pos x="connsiteX4451" y="connsiteY4451"/>
              </a:cxn>
              <a:cxn ang="0">
                <a:pos x="connsiteX4452" y="connsiteY4452"/>
              </a:cxn>
              <a:cxn ang="0">
                <a:pos x="connsiteX4453" y="connsiteY4453"/>
              </a:cxn>
              <a:cxn ang="0">
                <a:pos x="connsiteX4454" y="connsiteY4454"/>
              </a:cxn>
              <a:cxn ang="0">
                <a:pos x="connsiteX4455" y="connsiteY4455"/>
              </a:cxn>
              <a:cxn ang="0">
                <a:pos x="connsiteX4456" y="connsiteY4456"/>
              </a:cxn>
              <a:cxn ang="0">
                <a:pos x="connsiteX4457" y="connsiteY4457"/>
              </a:cxn>
              <a:cxn ang="0">
                <a:pos x="connsiteX4458" y="connsiteY4458"/>
              </a:cxn>
              <a:cxn ang="0">
                <a:pos x="connsiteX4459" y="connsiteY4459"/>
              </a:cxn>
              <a:cxn ang="0">
                <a:pos x="connsiteX4460" y="connsiteY4460"/>
              </a:cxn>
              <a:cxn ang="0">
                <a:pos x="connsiteX4461" y="connsiteY4461"/>
              </a:cxn>
              <a:cxn ang="0">
                <a:pos x="connsiteX4462" y="connsiteY4462"/>
              </a:cxn>
              <a:cxn ang="0">
                <a:pos x="connsiteX4463" y="connsiteY4463"/>
              </a:cxn>
              <a:cxn ang="0">
                <a:pos x="connsiteX4464" y="connsiteY4464"/>
              </a:cxn>
              <a:cxn ang="0">
                <a:pos x="connsiteX4465" y="connsiteY4465"/>
              </a:cxn>
              <a:cxn ang="0">
                <a:pos x="connsiteX4466" y="connsiteY4466"/>
              </a:cxn>
              <a:cxn ang="0">
                <a:pos x="connsiteX4467" y="connsiteY4467"/>
              </a:cxn>
              <a:cxn ang="0">
                <a:pos x="connsiteX4468" y="connsiteY4468"/>
              </a:cxn>
              <a:cxn ang="0">
                <a:pos x="connsiteX4469" y="connsiteY4469"/>
              </a:cxn>
              <a:cxn ang="0">
                <a:pos x="connsiteX4470" y="connsiteY4470"/>
              </a:cxn>
              <a:cxn ang="0">
                <a:pos x="connsiteX4471" y="connsiteY4471"/>
              </a:cxn>
              <a:cxn ang="0">
                <a:pos x="connsiteX4472" y="connsiteY4472"/>
              </a:cxn>
              <a:cxn ang="0">
                <a:pos x="connsiteX4473" y="connsiteY4473"/>
              </a:cxn>
              <a:cxn ang="0">
                <a:pos x="connsiteX4474" y="connsiteY4474"/>
              </a:cxn>
              <a:cxn ang="0">
                <a:pos x="connsiteX4475" y="connsiteY4475"/>
              </a:cxn>
              <a:cxn ang="0">
                <a:pos x="connsiteX4476" y="connsiteY4476"/>
              </a:cxn>
              <a:cxn ang="0">
                <a:pos x="connsiteX4477" y="connsiteY4477"/>
              </a:cxn>
              <a:cxn ang="0">
                <a:pos x="connsiteX4478" y="connsiteY4478"/>
              </a:cxn>
              <a:cxn ang="0">
                <a:pos x="connsiteX4479" y="connsiteY4479"/>
              </a:cxn>
              <a:cxn ang="0">
                <a:pos x="connsiteX4480" y="connsiteY4480"/>
              </a:cxn>
              <a:cxn ang="0">
                <a:pos x="connsiteX4481" y="connsiteY4481"/>
              </a:cxn>
              <a:cxn ang="0">
                <a:pos x="connsiteX4482" y="connsiteY4482"/>
              </a:cxn>
              <a:cxn ang="0">
                <a:pos x="connsiteX4483" y="connsiteY4483"/>
              </a:cxn>
              <a:cxn ang="0">
                <a:pos x="connsiteX4484" y="connsiteY4484"/>
              </a:cxn>
              <a:cxn ang="0">
                <a:pos x="connsiteX4485" y="connsiteY4485"/>
              </a:cxn>
              <a:cxn ang="0">
                <a:pos x="connsiteX4486" y="connsiteY4486"/>
              </a:cxn>
              <a:cxn ang="0">
                <a:pos x="connsiteX4487" y="connsiteY4487"/>
              </a:cxn>
              <a:cxn ang="0">
                <a:pos x="connsiteX4488" y="connsiteY4488"/>
              </a:cxn>
              <a:cxn ang="0">
                <a:pos x="connsiteX4489" y="connsiteY4489"/>
              </a:cxn>
              <a:cxn ang="0">
                <a:pos x="connsiteX4490" y="connsiteY4490"/>
              </a:cxn>
              <a:cxn ang="0">
                <a:pos x="connsiteX4491" y="connsiteY4491"/>
              </a:cxn>
              <a:cxn ang="0">
                <a:pos x="connsiteX4492" y="connsiteY4492"/>
              </a:cxn>
              <a:cxn ang="0">
                <a:pos x="connsiteX4493" y="connsiteY4493"/>
              </a:cxn>
              <a:cxn ang="0">
                <a:pos x="connsiteX4494" y="connsiteY4494"/>
              </a:cxn>
              <a:cxn ang="0">
                <a:pos x="connsiteX4495" y="connsiteY4495"/>
              </a:cxn>
              <a:cxn ang="0">
                <a:pos x="connsiteX4496" y="connsiteY4496"/>
              </a:cxn>
              <a:cxn ang="0">
                <a:pos x="connsiteX4497" y="connsiteY4497"/>
              </a:cxn>
              <a:cxn ang="0">
                <a:pos x="connsiteX4498" y="connsiteY4498"/>
              </a:cxn>
              <a:cxn ang="0">
                <a:pos x="connsiteX4499" y="connsiteY4499"/>
              </a:cxn>
              <a:cxn ang="0">
                <a:pos x="connsiteX4500" y="connsiteY4500"/>
              </a:cxn>
              <a:cxn ang="0">
                <a:pos x="connsiteX4501" y="connsiteY4501"/>
              </a:cxn>
              <a:cxn ang="0">
                <a:pos x="connsiteX4502" y="connsiteY4502"/>
              </a:cxn>
              <a:cxn ang="0">
                <a:pos x="connsiteX4503" y="connsiteY4503"/>
              </a:cxn>
              <a:cxn ang="0">
                <a:pos x="connsiteX4504" y="connsiteY4504"/>
              </a:cxn>
              <a:cxn ang="0">
                <a:pos x="connsiteX4505" y="connsiteY4505"/>
              </a:cxn>
              <a:cxn ang="0">
                <a:pos x="connsiteX4506" y="connsiteY4506"/>
              </a:cxn>
              <a:cxn ang="0">
                <a:pos x="connsiteX4507" y="connsiteY4507"/>
              </a:cxn>
              <a:cxn ang="0">
                <a:pos x="connsiteX4508" y="connsiteY4508"/>
              </a:cxn>
              <a:cxn ang="0">
                <a:pos x="connsiteX4509" y="connsiteY4509"/>
              </a:cxn>
              <a:cxn ang="0">
                <a:pos x="connsiteX4510" y="connsiteY4510"/>
              </a:cxn>
              <a:cxn ang="0">
                <a:pos x="connsiteX4511" y="connsiteY4511"/>
              </a:cxn>
              <a:cxn ang="0">
                <a:pos x="connsiteX4512" y="connsiteY4512"/>
              </a:cxn>
              <a:cxn ang="0">
                <a:pos x="connsiteX4513" y="connsiteY4513"/>
              </a:cxn>
              <a:cxn ang="0">
                <a:pos x="connsiteX4514" y="connsiteY4514"/>
              </a:cxn>
              <a:cxn ang="0">
                <a:pos x="connsiteX4515" y="connsiteY4515"/>
              </a:cxn>
              <a:cxn ang="0">
                <a:pos x="connsiteX4516" y="connsiteY4516"/>
              </a:cxn>
              <a:cxn ang="0">
                <a:pos x="connsiteX4517" y="connsiteY4517"/>
              </a:cxn>
              <a:cxn ang="0">
                <a:pos x="connsiteX4518" y="connsiteY4518"/>
              </a:cxn>
              <a:cxn ang="0">
                <a:pos x="connsiteX4519" y="connsiteY4519"/>
              </a:cxn>
              <a:cxn ang="0">
                <a:pos x="connsiteX4520" y="connsiteY4520"/>
              </a:cxn>
              <a:cxn ang="0">
                <a:pos x="connsiteX4521" y="connsiteY4521"/>
              </a:cxn>
              <a:cxn ang="0">
                <a:pos x="connsiteX4522" y="connsiteY4522"/>
              </a:cxn>
              <a:cxn ang="0">
                <a:pos x="connsiteX4523" y="connsiteY4523"/>
              </a:cxn>
              <a:cxn ang="0">
                <a:pos x="connsiteX4524" y="connsiteY4524"/>
              </a:cxn>
              <a:cxn ang="0">
                <a:pos x="connsiteX4525" y="connsiteY4525"/>
              </a:cxn>
              <a:cxn ang="0">
                <a:pos x="connsiteX4526" y="connsiteY4526"/>
              </a:cxn>
              <a:cxn ang="0">
                <a:pos x="connsiteX4527" y="connsiteY4527"/>
              </a:cxn>
              <a:cxn ang="0">
                <a:pos x="connsiteX4528" y="connsiteY4528"/>
              </a:cxn>
              <a:cxn ang="0">
                <a:pos x="connsiteX4529" y="connsiteY4529"/>
              </a:cxn>
              <a:cxn ang="0">
                <a:pos x="connsiteX4530" y="connsiteY4530"/>
              </a:cxn>
              <a:cxn ang="0">
                <a:pos x="connsiteX4531" y="connsiteY4531"/>
              </a:cxn>
              <a:cxn ang="0">
                <a:pos x="connsiteX4532" y="connsiteY4532"/>
              </a:cxn>
              <a:cxn ang="0">
                <a:pos x="connsiteX4533" y="connsiteY4533"/>
              </a:cxn>
              <a:cxn ang="0">
                <a:pos x="connsiteX4534" y="connsiteY4534"/>
              </a:cxn>
              <a:cxn ang="0">
                <a:pos x="connsiteX4535" y="connsiteY4535"/>
              </a:cxn>
              <a:cxn ang="0">
                <a:pos x="connsiteX4536" y="connsiteY4536"/>
              </a:cxn>
              <a:cxn ang="0">
                <a:pos x="connsiteX4537" y="connsiteY4537"/>
              </a:cxn>
              <a:cxn ang="0">
                <a:pos x="connsiteX4538" y="connsiteY4538"/>
              </a:cxn>
              <a:cxn ang="0">
                <a:pos x="connsiteX4539" y="connsiteY4539"/>
              </a:cxn>
              <a:cxn ang="0">
                <a:pos x="connsiteX4540" y="connsiteY4540"/>
              </a:cxn>
              <a:cxn ang="0">
                <a:pos x="connsiteX4541" y="connsiteY4541"/>
              </a:cxn>
              <a:cxn ang="0">
                <a:pos x="connsiteX4542" y="connsiteY4542"/>
              </a:cxn>
              <a:cxn ang="0">
                <a:pos x="connsiteX4543" y="connsiteY4543"/>
              </a:cxn>
              <a:cxn ang="0">
                <a:pos x="connsiteX4544" y="connsiteY4544"/>
              </a:cxn>
              <a:cxn ang="0">
                <a:pos x="connsiteX4545" y="connsiteY4545"/>
              </a:cxn>
              <a:cxn ang="0">
                <a:pos x="connsiteX4546" y="connsiteY4546"/>
              </a:cxn>
              <a:cxn ang="0">
                <a:pos x="connsiteX4547" y="connsiteY4547"/>
              </a:cxn>
              <a:cxn ang="0">
                <a:pos x="connsiteX4548" y="connsiteY4548"/>
              </a:cxn>
              <a:cxn ang="0">
                <a:pos x="connsiteX4549" y="connsiteY4549"/>
              </a:cxn>
              <a:cxn ang="0">
                <a:pos x="connsiteX4550" y="connsiteY4550"/>
              </a:cxn>
              <a:cxn ang="0">
                <a:pos x="connsiteX4551" y="connsiteY4551"/>
              </a:cxn>
              <a:cxn ang="0">
                <a:pos x="connsiteX4552" y="connsiteY4552"/>
              </a:cxn>
              <a:cxn ang="0">
                <a:pos x="connsiteX4553" y="connsiteY4553"/>
              </a:cxn>
              <a:cxn ang="0">
                <a:pos x="connsiteX4554" y="connsiteY4554"/>
              </a:cxn>
              <a:cxn ang="0">
                <a:pos x="connsiteX4555" y="connsiteY4555"/>
              </a:cxn>
              <a:cxn ang="0">
                <a:pos x="connsiteX4556" y="connsiteY4556"/>
              </a:cxn>
              <a:cxn ang="0">
                <a:pos x="connsiteX4557" y="connsiteY4557"/>
              </a:cxn>
              <a:cxn ang="0">
                <a:pos x="connsiteX4558" y="connsiteY4558"/>
              </a:cxn>
              <a:cxn ang="0">
                <a:pos x="connsiteX4559" y="connsiteY4559"/>
              </a:cxn>
              <a:cxn ang="0">
                <a:pos x="connsiteX4560" y="connsiteY4560"/>
              </a:cxn>
              <a:cxn ang="0">
                <a:pos x="connsiteX4561" y="connsiteY4561"/>
              </a:cxn>
              <a:cxn ang="0">
                <a:pos x="connsiteX4562" y="connsiteY4562"/>
              </a:cxn>
              <a:cxn ang="0">
                <a:pos x="connsiteX4563" y="connsiteY4563"/>
              </a:cxn>
              <a:cxn ang="0">
                <a:pos x="connsiteX4564" y="connsiteY4564"/>
              </a:cxn>
              <a:cxn ang="0">
                <a:pos x="connsiteX4565" y="connsiteY4565"/>
              </a:cxn>
              <a:cxn ang="0">
                <a:pos x="connsiteX4566" y="connsiteY4566"/>
              </a:cxn>
              <a:cxn ang="0">
                <a:pos x="connsiteX4567" y="connsiteY4567"/>
              </a:cxn>
              <a:cxn ang="0">
                <a:pos x="connsiteX4568" y="connsiteY4568"/>
              </a:cxn>
              <a:cxn ang="0">
                <a:pos x="connsiteX4569" y="connsiteY4569"/>
              </a:cxn>
              <a:cxn ang="0">
                <a:pos x="connsiteX4570" y="connsiteY4570"/>
              </a:cxn>
              <a:cxn ang="0">
                <a:pos x="connsiteX4571" y="connsiteY4571"/>
              </a:cxn>
              <a:cxn ang="0">
                <a:pos x="connsiteX4572" y="connsiteY4572"/>
              </a:cxn>
              <a:cxn ang="0">
                <a:pos x="connsiteX4573" y="connsiteY4573"/>
              </a:cxn>
              <a:cxn ang="0">
                <a:pos x="connsiteX4574" y="connsiteY4574"/>
              </a:cxn>
              <a:cxn ang="0">
                <a:pos x="connsiteX4575" y="connsiteY4575"/>
              </a:cxn>
              <a:cxn ang="0">
                <a:pos x="connsiteX4576" y="connsiteY4576"/>
              </a:cxn>
              <a:cxn ang="0">
                <a:pos x="connsiteX4577" y="connsiteY4577"/>
              </a:cxn>
              <a:cxn ang="0">
                <a:pos x="connsiteX4578" y="connsiteY4578"/>
              </a:cxn>
              <a:cxn ang="0">
                <a:pos x="connsiteX4579" y="connsiteY4579"/>
              </a:cxn>
              <a:cxn ang="0">
                <a:pos x="connsiteX4580" y="connsiteY4580"/>
              </a:cxn>
              <a:cxn ang="0">
                <a:pos x="connsiteX4581" y="connsiteY4581"/>
              </a:cxn>
              <a:cxn ang="0">
                <a:pos x="connsiteX4582" y="connsiteY4582"/>
              </a:cxn>
              <a:cxn ang="0">
                <a:pos x="connsiteX4583" y="connsiteY4583"/>
              </a:cxn>
              <a:cxn ang="0">
                <a:pos x="connsiteX4584" y="connsiteY4584"/>
              </a:cxn>
              <a:cxn ang="0">
                <a:pos x="connsiteX4585" y="connsiteY4585"/>
              </a:cxn>
              <a:cxn ang="0">
                <a:pos x="connsiteX4586" y="connsiteY4586"/>
              </a:cxn>
              <a:cxn ang="0">
                <a:pos x="connsiteX4587" y="connsiteY4587"/>
              </a:cxn>
              <a:cxn ang="0">
                <a:pos x="connsiteX4588" y="connsiteY4588"/>
              </a:cxn>
              <a:cxn ang="0">
                <a:pos x="connsiteX4589" y="connsiteY4589"/>
              </a:cxn>
              <a:cxn ang="0">
                <a:pos x="connsiteX4590" y="connsiteY4590"/>
              </a:cxn>
              <a:cxn ang="0">
                <a:pos x="connsiteX4591" y="connsiteY4591"/>
              </a:cxn>
              <a:cxn ang="0">
                <a:pos x="connsiteX4592" y="connsiteY4592"/>
              </a:cxn>
              <a:cxn ang="0">
                <a:pos x="connsiteX4593" y="connsiteY4593"/>
              </a:cxn>
              <a:cxn ang="0">
                <a:pos x="connsiteX4594" y="connsiteY4594"/>
              </a:cxn>
              <a:cxn ang="0">
                <a:pos x="connsiteX4595" y="connsiteY4595"/>
              </a:cxn>
              <a:cxn ang="0">
                <a:pos x="connsiteX4596" y="connsiteY4596"/>
              </a:cxn>
              <a:cxn ang="0">
                <a:pos x="connsiteX4597" y="connsiteY4597"/>
              </a:cxn>
              <a:cxn ang="0">
                <a:pos x="connsiteX4598" y="connsiteY4598"/>
              </a:cxn>
              <a:cxn ang="0">
                <a:pos x="connsiteX4599" y="connsiteY4599"/>
              </a:cxn>
              <a:cxn ang="0">
                <a:pos x="connsiteX4600" y="connsiteY4600"/>
              </a:cxn>
              <a:cxn ang="0">
                <a:pos x="connsiteX4601" y="connsiteY4601"/>
              </a:cxn>
              <a:cxn ang="0">
                <a:pos x="connsiteX4602" y="connsiteY4602"/>
              </a:cxn>
              <a:cxn ang="0">
                <a:pos x="connsiteX4603" y="connsiteY4603"/>
              </a:cxn>
              <a:cxn ang="0">
                <a:pos x="connsiteX4604" y="connsiteY4604"/>
              </a:cxn>
              <a:cxn ang="0">
                <a:pos x="connsiteX4605" y="connsiteY4605"/>
              </a:cxn>
              <a:cxn ang="0">
                <a:pos x="connsiteX4606" y="connsiteY4606"/>
              </a:cxn>
              <a:cxn ang="0">
                <a:pos x="connsiteX4607" y="connsiteY4607"/>
              </a:cxn>
              <a:cxn ang="0">
                <a:pos x="connsiteX4608" y="connsiteY4608"/>
              </a:cxn>
              <a:cxn ang="0">
                <a:pos x="connsiteX4609" y="connsiteY4609"/>
              </a:cxn>
              <a:cxn ang="0">
                <a:pos x="connsiteX4610" y="connsiteY4610"/>
              </a:cxn>
              <a:cxn ang="0">
                <a:pos x="connsiteX4611" y="connsiteY4611"/>
              </a:cxn>
              <a:cxn ang="0">
                <a:pos x="connsiteX4612" y="connsiteY4612"/>
              </a:cxn>
              <a:cxn ang="0">
                <a:pos x="connsiteX4613" y="connsiteY4613"/>
              </a:cxn>
              <a:cxn ang="0">
                <a:pos x="connsiteX4614" y="connsiteY4614"/>
              </a:cxn>
              <a:cxn ang="0">
                <a:pos x="connsiteX4615" y="connsiteY4615"/>
              </a:cxn>
              <a:cxn ang="0">
                <a:pos x="connsiteX4616" y="connsiteY4616"/>
              </a:cxn>
              <a:cxn ang="0">
                <a:pos x="connsiteX4617" y="connsiteY4617"/>
              </a:cxn>
              <a:cxn ang="0">
                <a:pos x="connsiteX4618" y="connsiteY4618"/>
              </a:cxn>
              <a:cxn ang="0">
                <a:pos x="connsiteX4619" y="connsiteY4619"/>
              </a:cxn>
              <a:cxn ang="0">
                <a:pos x="connsiteX4620" y="connsiteY4620"/>
              </a:cxn>
              <a:cxn ang="0">
                <a:pos x="connsiteX4621" y="connsiteY4621"/>
              </a:cxn>
              <a:cxn ang="0">
                <a:pos x="connsiteX4622" y="connsiteY4622"/>
              </a:cxn>
              <a:cxn ang="0">
                <a:pos x="connsiteX4623" y="connsiteY4623"/>
              </a:cxn>
              <a:cxn ang="0">
                <a:pos x="connsiteX4624" y="connsiteY4624"/>
              </a:cxn>
              <a:cxn ang="0">
                <a:pos x="connsiteX4625" y="connsiteY4625"/>
              </a:cxn>
              <a:cxn ang="0">
                <a:pos x="connsiteX4626" y="connsiteY4626"/>
              </a:cxn>
              <a:cxn ang="0">
                <a:pos x="connsiteX4627" y="connsiteY4627"/>
              </a:cxn>
              <a:cxn ang="0">
                <a:pos x="connsiteX4628" y="connsiteY4628"/>
              </a:cxn>
              <a:cxn ang="0">
                <a:pos x="connsiteX4629" y="connsiteY4629"/>
              </a:cxn>
              <a:cxn ang="0">
                <a:pos x="connsiteX4630" y="connsiteY4630"/>
              </a:cxn>
              <a:cxn ang="0">
                <a:pos x="connsiteX4631" y="connsiteY4631"/>
              </a:cxn>
              <a:cxn ang="0">
                <a:pos x="connsiteX4632" y="connsiteY4632"/>
              </a:cxn>
              <a:cxn ang="0">
                <a:pos x="connsiteX4633" y="connsiteY4633"/>
              </a:cxn>
              <a:cxn ang="0">
                <a:pos x="connsiteX4634" y="connsiteY4634"/>
              </a:cxn>
              <a:cxn ang="0">
                <a:pos x="connsiteX4635" y="connsiteY4635"/>
              </a:cxn>
              <a:cxn ang="0">
                <a:pos x="connsiteX4636" y="connsiteY4636"/>
              </a:cxn>
              <a:cxn ang="0">
                <a:pos x="connsiteX4637" y="connsiteY4637"/>
              </a:cxn>
              <a:cxn ang="0">
                <a:pos x="connsiteX4638" y="connsiteY4638"/>
              </a:cxn>
              <a:cxn ang="0">
                <a:pos x="connsiteX4639" y="connsiteY4639"/>
              </a:cxn>
              <a:cxn ang="0">
                <a:pos x="connsiteX4640" y="connsiteY4640"/>
              </a:cxn>
              <a:cxn ang="0">
                <a:pos x="connsiteX4641" y="connsiteY4641"/>
              </a:cxn>
              <a:cxn ang="0">
                <a:pos x="connsiteX4642" y="connsiteY4642"/>
              </a:cxn>
              <a:cxn ang="0">
                <a:pos x="connsiteX4643" y="connsiteY4643"/>
              </a:cxn>
              <a:cxn ang="0">
                <a:pos x="connsiteX4644" y="connsiteY4644"/>
              </a:cxn>
              <a:cxn ang="0">
                <a:pos x="connsiteX4645" y="connsiteY4645"/>
              </a:cxn>
              <a:cxn ang="0">
                <a:pos x="connsiteX4646" y="connsiteY4646"/>
              </a:cxn>
              <a:cxn ang="0">
                <a:pos x="connsiteX4647" y="connsiteY4647"/>
              </a:cxn>
              <a:cxn ang="0">
                <a:pos x="connsiteX4648" y="connsiteY4648"/>
              </a:cxn>
              <a:cxn ang="0">
                <a:pos x="connsiteX4649" y="connsiteY4649"/>
              </a:cxn>
              <a:cxn ang="0">
                <a:pos x="connsiteX4650" y="connsiteY4650"/>
              </a:cxn>
              <a:cxn ang="0">
                <a:pos x="connsiteX4651" y="connsiteY4651"/>
              </a:cxn>
              <a:cxn ang="0">
                <a:pos x="connsiteX4652" y="connsiteY4652"/>
              </a:cxn>
              <a:cxn ang="0">
                <a:pos x="connsiteX4653" y="connsiteY4653"/>
              </a:cxn>
              <a:cxn ang="0">
                <a:pos x="connsiteX4654" y="connsiteY4654"/>
              </a:cxn>
              <a:cxn ang="0">
                <a:pos x="connsiteX4655" y="connsiteY4655"/>
              </a:cxn>
              <a:cxn ang="0">
                <a:pos x="connsiteX4656" y="connsiteY4656"/>
              </a:cxn>
              <a:cxn ang="0">
                <a:pos x="connsiteX4657" y="connsiteY4657"/>
              </a:cxn>
              <a:cxn ang="0">
                <a:pos x="connsiteX4658" y="connsiteY4658"/>
              </a:cxn>
              <a:cxn ang="0">
                <a:pos x="connsiteX4659" y="connsiteY4659"/>
              </a:cxn>
              <a:cxn ang="0">
                <a:pos x="connsiteX4660" y="connsiteY4660"/>
              </a:cxn>
              <a:cxn ang="0">
                <a:pos x="connsiteX4661" y="connsiteY4661"/>
              </a:cxn>
              <a:cxn ang="0">
                <a:pos x="connsiteX4662" y="connsiteY4662"/>
              </a:cxn>
              <a:cxn ang="0">
                <a:pos x="connsiteX4663" y="connsiteY4663"/>
              </a:cxn>
              <a:cxn ang="0">
                <a:pos x="connsiteX4664" y="connsiteY4664"/>
              </a:cxn>
              <a:cxn ang="0">
                <a:pos x="connsiteX4665" y="connsiteY4665"/>
              </a:cxn>
              <a:cxn ang="0">
                <a:pos x="connsiteX4666" y="connsiteY4666"/>
              </a:cxn>
              <a:cxn ang="0">
                <a:pos x="connsiteX4667" y="connsiteY4667"/>
              </a:cxn>
              <a:cxn ang="0">
                <a:pos x="connsiteX4668" y="connsiteY4668"/>
              </a:cxn>
              <a:cxn ang="0">
                <a:pos x="connsiteX4669" y="connsiteY4669"/>
              </a:cxn>
              <a:cxn ang="0">
                <a:pos x="connsiteX4670" y="connsiteY4670"/>
              </a:cxn>
              <a:cxn ang="0">
                <a:pos x="connsiteX4671" y="connsiteY4671"/>
              </a:cxn>
              <a:cxn ang="0">
                <a:pos x="connsiteX4672" y="connsiteY4672"/>
              </a:cxn>
              <a:cxn ang="0">
                <a:pos x="connsiteX4673" y="connsiteY4673"/>
              </a:cxn>
              <a:cxn ang="0">
                <a:pos x="connsiteX4674" y="connsiteY4674"/>
              </a:cxn>
              <a:cxn ang="0">
                <a:pos x="connsiteX4675" y="connsiteY4675"/>
              </a:cxn>
              <a:cxn ang="0">
                <a:pos x="connsiteX4676" y="connsiteY4676"/>
              </a:cxn>
              <a:cxn ang="0">
                <a:pos x="connsiteX4677" y="connsiteY4677"/>
              </a:cxn>
              <a:cxn ang="0">
                <a:pos x="connsiteX4678" y="connsiteY4678"/>
              </a:cxn>
              <a:cxn ang="0">
                <a:pos x="connsiteX4679" y="connsiteY4679"/>
              </a:cxn>
              <a:cxn ang="0">
                <a:pos x="connsiteX4680" y="connsiteY4680"/>
              </a:cxn>
              <a:cxn ang="0">
                <a:pos x="connsiteX4681" y="connsiteY4681"/>
              </a:cxn>
              <a:cxn ang="0">
                <a:pos x="connsiteX4682" y="connsiteY4682"/>
              </a:cxn>
              <a:cxn ang="0">
                <a:pos x="connsiteX4683" y="connsiteY4683"/>
              </a:cxn>
              <a:cxn ang="0">
                <a:pos x="connsiteX4684" y="connsiteY4684"/>
              </a:cxn>
              <a:cxn ang="0">
                <a:pos x="connsiteX4685" y="connsiteY4685"/>
              </a:cxn>
              <a:cxn ang="0">
                <a:pos x="connsiteX4686" y="connsiteY4686"/>
              </a:cxn>
              <a:cxn ang="0">
                <a:pos x="connsiteX4687" y="connsiteY4687"/>
              </a:cxn>
              <a:cxn ang="0">
                <a:pos x="connsiteX4688" y="connsiteY4688"/>
              </a:cxn>
              <a:cxn ang="0">
                <a:pos x="connsiteX4689" y="connsiteY4689"/>
              </a:cxn>
              <a:cxn ang="0">
                <a:pos x="connsiteX4690" y="connsiteY4690"/>
              </a:cxn>
              <a:cxn ang="0">
                <a:pos x="connsiteX4691" y="connsiteY4691"/>
              </a:cxn>
              <a:cxn ang="0">
                <a:pos x="connsiteX4692" y="connsiteY4692"/>
              </a:cxn>
              <a:cxn ang="0">
                <a:pos x="connsiteX4693" y="connsiteY4693"/>
              </a:cxn>
              <a:cxn ang="0">
                <a:pos x="connsiteX4694" y="connsiteY4694"/>
              </a:cxn>
              <a:cxn ang="0">
                <a:pos x="connsiteX4695" y="connsiteY4695"/>
              </a:cxn>
              <a:cxn ang="0">
                <a:pos x="connsiteX4696" y="connsiteY4696"/>
              </a:cxn>
              <a:cxn ang="0">
                <a:pos x="connsiteX4697" y="connsiteY4697"/>
              </a:cxn>
              <a:cxn ang="0">
                <a:pos x="connsiteX4698" y="connsiteY4698"/>
              </a:cxn>
              <a:cxn ang="0">
                <a:pos x="connsiteX4699" y="connsiteY4699"/>
              </a:cxn>
              <a:cxn ang="0">
                <a:pos x="connsiteX4700" y="connsiteY4700"/>
              </a:cxn>
              <a:cxn ang="0">
                <a:pos x="connsiteX4701" y="connsiteY4701"/>
              </a:cxn>
              <a:cxn ang="0">
                <a:pos x="connsiteX4702" y="connsiteY4702"/>
              </a:cxn>
              <a:cxn ang="0">
                <a:pos x="connsiteX4703" y="connsiteY4703"/>
              </a:cxn>
              <a:cxn ang="0">
                <a:pos x="connsiteX4704" y="connsiteY4704"/>
              </a:cxn>
              <a:cxn ang="0">
                <a:pos x="connsiteX4705" y="connsiteY4705"/>
              </a:cxn>
              <a:cxn ang="0">
                <a:pos x="connsiteX4706" y="connsiteY4706"/>
              </a:cxn>
              <a:cxn ang="0">
                <a:pos x="connsiteX4707" y="connsiteY4707"/>
              </a:cxn>
              <a:cxn ang="0">
                <a:pos x="connsiteX4708" y="connsiteY4708"/>
              </a:cxn>
              <a:cxn ang="0">
                <a:pos x="connsiteX4709" y="connsiteY4709"/>
              </a:cxn>
              <a:cxn ang="0">
                <a:pos x="connsiteX4710" y="connsiteY4710"/>
              </a:cxn>
              <a:cxn ang="0">
                <a:pos x="connsiteX4711" y="connsiteY4711"/>
              </a:cxn>
              <a:cxn ang="0">
                <a:pos x="connsiteX4712" y="connsiteY4712"/>
              </a:cxn>
              <a:cxn ang="0">
                <a:pos x="connsiteX4713" y="connsiteY4713"/>
              </a:cxn>
              <a:cxn ang="0">
                <a:pos x="connsiteX4714" y="connsiteY4714"/>
              </a:cxn>
              <a:cxn ang="0">
                <a:pos x="connsiteX4715" y="connsiteY4715"/>
              </a:cxn>
              <a:cxn ang="0">
                <a:pos x="connsiteX4716" y="connsiteY4716"/>
              </a:cxn>
              <a:cxn ang="0">
                <a:pos x="connsiteX4717" y="connsiteY4717"/>
              </a:cxn>
              <a:cxn ang="0">
                <a:pos x="connsiteX4718" y="connsiteY4718"/>
              </a:cxn>
              <a:cxn ang="0">
                <a:pos x="connsiteX4719" y="connsiteY4719"/>
              </a:cxn>
              <a:cxn ang="0">
                <a:pos x="connsiteX4720" y="connsiteY4720"/>
              </a:cxn>
              <a:cxn ang="0">
                <a:pos x="connsiteX4721" y="connsiteY4721"/>
              </a:cxn>
              <a:cxn ang="0">
                <a:pos x="connsiteX4722" y="connsiteY4722"/>
              </a:cxn>
              <a:cxn ang="0">
                <a:pos x="connsiteX4723" y="connsiteY4723"/>
              </a:cxn>
              <a:cxn ang="0">
                <a:pos x="connsiteX4724" y="connsiteY4724"/>
              </a:cxn>
              <a:cxn ang="0">
                <a:pos x="connsiteX4725" y="connsiteY4725"/>
              </a:cxn>
              <a:cxn ang="0">
                <a:pos x="connsiteX4726" y="connsiteY4726"/>
              </a:cxn>
              <a:cxn ang="0">
                <a:pos x="connsiteX4727" y="connsiteY4727"/>
              </a:cxn>
              <a:cxn ang="0">
                <a:pos x="connsiteX4728" y="connsiteY4728"/>
              </a:cxn>
              <a:cxn ang="0">
                <a:pos x="connsiteX4729" y="connsiteY4729"/>
              </a:cxn>
              <a:cxn ang="0">
                <a:pos x="connsiteX4730" y="connsiteY4730"/>
              </a:cxn>
              <a:cxn ang="0">
                <a:pos x="connsiteX4731" y="connsiteY4731"/>
              </a:cxn>
              <a:cxn ang="0">
                <a:pos x="connsiteX4732" y="connsiteY4732"/>
              </a:cxn>
              <a:cxn ang="0">
                <a:pos x="connsiteX4733" y="connsiteY4733"/>
              </a:cxn>
              <a:cxn ang="0">
                <a:pos x="connsiteX4734" y="connsiteY4734"/>
              </a:cxn>
              <a:cxn ang="0">
                <a:pos x="connsiteX4735" y="connsiteY4735"/>
              </a:cxn>
              <a:cxn ang="0">
                <a:pos x="connsiteX4736" y="connsiteY4736"/>
              </a:cxn>
              <a:cxn ang="0">
                <a:pos x="connsiteX4737" y="connsiteY4737"/>
              </a:cxn>
              <a:cxn ang="0">
                <a:pos x="connsiteX4738" y="connsiteY4738"/>
              </a:cxn>
              <a:cxn ang="0">
                <a:pos x="connsiteX4739" y="connsiteY4739"/>
              </a:cxn>
              <a:cxn ang="0">
                <a:pos x="connsiteX4740" y="connsiteY4740"/>
              </a:cxn>
              <a:cxn ang="0">
                <a:pos x="connsiteX4741" y="connsiteY4741"/>
              </a:cxn>
              <a:cxn ang="0">
                <a:pos x="connsiteX4742" y="connsiteY4742"/>
              </a:cxn>
              <a:cxn ang="0">
                <a:pos x="connsiteX4743" y="connsiteY4743"/>
              </a:cxn>
              <a:cxn ang="0">
                <a:pos x="connsiteX4744" y="connsiteY4744"/>
              </a:cxn>
              <a:cxn ang="0">
                <a:pos x="connsiteX4745" y="connsiteY4745"/>
              </a:cxn>
              <a:cxn ang="0">
                <a:pos x="connsiteX4746" y="connsiteY4746"/>
              </a:cxn>
              <a:cxn ang="0">
                <a:pos x="connsiteX4747" y="connsiteY4747"/>
              </a:cxn>
              <a:cxn ang="0">
                <a:pos x="connsiteX4748" y="connsiteY4748"/>
              </a:cxn>
              <a:cxn ang="0">
                <a:pos x="connsiteX4749" y="connsiteY4749"/>
              </a:cxn>
              <a:cxn ang="0">
                <a:pos x="connsiteX4750" y="connsiteY4750"/>
              </a:cxn>
              <a:cxn ang="0">
                <a:pos x="connsiteX4751" y="connsiteY4751"/>
              </a:cxn>
              <a:cxn ang="0">
                <a:pos x="connsiteX4752" y="connsiteY4752"/>
              </a:cxn>
              <a:cxn ang="0">
                <a:pos x="connsiteX4753" y="connsiteY4753"/>
              </a:cxn>
              <a:cxn ang="0">
                <a:pos x="connsiteX4754" y="connsiteY4754"/>
              </a:cxn>
              <a:cxn ang="0">
                <a:pos x="connsiteX4755" y="connsiteY4755"/>
              </a:cxn>
              <a:cxn ang="0">
                <a:pos x="connsiteX4756" y="connsiteY4756"/>
              </a:cxn>
              <a:cxn ang="0">
                <a:pos x="connsiteX4757" y="connsiteY4757"/>
              </a:cxn>
              <a:cxn ang="0">
                <a:pos x="connsiteX4758" y="connsiteY4758"/>
              </a:cxn>
              <a:cxn ang="0">
                <a:pos x="connsiteX4759" y="connsiteY4759"/>
              </a:cxn>
              <a:cxn ang="0">
                <a:pos x="connsiteX4760" y="connsiteY4760"/>
              </a:cxn>
              <a:cxn ang="0">
                <a:pos x="connsiteX4761" y="connsiteY4761"/>
              </a:cxn>
              <a:cxn ang="0">
                <a:pos x="connsiteX4762" y="connsiteY4762"/>
              </a:cxn>
              <a:cxn ang="0">
                <a:pos x="connsiteX4763" y="connsiteY4763"/>
              </a:cxn>
              <a:cxn ang="0">
                <a:pos x="connsiteX4764" y="connsiteY4764"/>
              </a:cxn>
              <a:cxn ang="0">
                <a:pos x="connsiteX4765" y="connsiteY4765"/>
              </a:cxn>
              <a:cxn ang="0">
                <a:pos x="connsiteX4766" y="connsiteY4766"/>
              </a:cxn>
              <a:cxn ang="0">
                <a:pos x="connsiteX4767" y="connsiteY4767"/>
              </a:cxn>
              <a:cxn ang="0">
                <a:pos x="connsiteX4768" y="connsiteY4768"/>
              </a:cxn>
              <a:cxn ang="0">
                <a:pos x="connsiteX4769" y="connsiteY4769"/>
              </a:cxn>
              <a:cxn ang="0">
                <a:pos x="connsiteX4770" y="connsiteY4770"/>
              </a:cxn>
              <a:cxn ang="0">
                <a:pos x="connsiteX4771" y="connsiteY4771"/>
              </a:cxn>
              <a:cxn ang="0">
                <a:pos x="connsiteX4772" y="connsiteY4772"/>
              </a:cxn>
              <a:cxn ang="0">
                <a:pos x="connsiteX4773" y="connsiteY4773"/>
              </a:cxn>
              <a:cxn ang="0">
                <a:pos x="connsiteX4774" y="connsiteY4774"/>
              </a:cxn>
              <a:cxn ang="0">
                <a:pos x="connsiteX4775" y="connsiteY4775"/>
              </a:cxn>
              <a:cxn ang="0">
                <a:pos x="connsiteX4776" y="connsiteY4776"/>
              </a:cxn>
              <a:cxn ang="0">
                <a:pos x="connsiteX4777" y="connsiteY4777"/>
              </a:cxn>
              <a:cxn ang="0">
                <a:pos x="connsiteX4778" y="connsiteY4778"/>
              </a:cxn>
              <a:cxn ang="0">
                <a:pos x="connsiteX4779" y="connsiteY4779"/>
              </a:cxn>
              <a:cxn ang="0">
                <a:pos x="connsiteX4780" y="connsiteY4780"/>
              </a:cxn>
              <a:cxn ang="0">
                <a:pos x="connsiteX4781" y="connsiteY4781"/>
              </a:cxn>
              <a:cxn ang="0">
                <a:pos x="connsiteX4782" y="connsiteY4782"/>
              </a:cxn>
              <a:cxn ang="0">
                <a:pos x="connsiteX4783" y="connsiteY4783"/>
              </a:cxn>
              <a:cxn ang="0">
                <a:pos x="connsiteX4784" y="connsiteY4784"/>
              </a:cxn>
              <a:cxn ang="0">
                <a:pos x="connsiteX4785" y="connsiteY4785"/>
              </a:cxn>
              <a:cxn ang="0">
                <a:pos x="connsiteX4786" y="connsiteY4786"/>
              </a:cxn>
              <a:cxn ang="0">
                <a:pos x="connsiteX4787" y="connsiteY4787"/>
              </a:cxn>
              <a:cxn ang="0">
                <a:pos x="connsiteX4788" y="connsiteY4788"/>
              </a:cxn>
              <a:cxn ang="0">
                <a:pos x="connsiteX4789" y="connsiteY4789"/>
              </a:cxn>
              <a:cxn ang="0">
                <a:pos x="connsiteX4790" y="connsiteY4790"/>
              </a:cxn>
              <a:cxn ang="0">
                <a:pos x="connsiteX4791" y="connsiteY4791"/>
              </a:cxn>
              <a:cxn ang="0">
                <a:pos x="connsiteX4792" y="connsiteY4792"/>
              </a:cxn>
              <a:cxn ang="0">
                <a:pos x="connsiteX4793" y="connsiteY4793"/>
              </a:cxn>
              <a:cxn ang="0">
                <a:pos x="connsiteX4794" y="connsiteY4794"/>
              </a:cxn>
              <a:cxn ang="0">
                <a:pos x="connsiteX4795" y="connsiteY4795"/>
              </a:cxn>
              <a:cxn ang="0">
                <a:pos x="connsiteX4796" y="connsiteY4796"/>
              </a:cxn>
              <a:cxn ang="0">
                <a:pos x="connsiteX4797" y="connsiteY4797"/>
              </a:cxn>
              <a:cxn ang="0">
                <a:pos x="connsiteX4798" y="connsiteY4798"/>
              </a:cxn>
              <a:cxn ang="0">
                <a:pos x="connsiteX4799" y="connsiteY4799"/>
              </a:cxn>
              <a:cxn ang="0">
                <a:pos x="connsiteX4800" y="connsiteY4800"/>
              </a:cxn>
              <a:cxn ang="0">
                <a:pos x="connsiteX4801" y="connsiteY4801"/>
              </a:cxn>
              <a:cxn ang="0">
                <a:pos x="connsiteX4802" y="connsiteY4802"/>
              </a:cxn>
              <a:cxn ang="0">
                <a:pos x="connsiteX4803" y="connsiteY4803"/>
              </a:cxn>
              <a:cxn ang="0">
                <a:pos x="connsiteX4804" y="connsiteY4804"/>
              </a:cxn>
              <a:cxn ang="0">
                <a:pos x="connsiteX4805" y="connsiteY4805"/>
              </a:cxn>
              <a:cxn ang="0">
                <a:pos x="connsiteX4806" y="connsiteY4806"/>
              </a:cxn>
              <a:cxn ang="0">
                <a:pos x="connsiteX4807" y="connsiteY4807"/>
              </a:cxn>
              <a:cxn ang="0">
                <a:pos x="connsiteX4808" y="connsiteY4808"/>
              </a:cxn>
              <a:cxn ang="0">
                <a:pos x="connsiteX4809" y="connsiteY4809"/>
              </a:cxn>
              <a:cxn ang="0">
                <a:pos x="connsiteX4810" y="connsiteY4810"/>
              </a:cxn>
              <a:cxn ang="0">
                <a:pos x="connsiteX4811" y="connsiteY4811"/>
              </a:cxn>
              <a:cxn ang="0">
                <a:pos x="connsiteX4812" y="connsiteY4812"/>
              </a:cxn>
              <a:cxn ang="0">
                <a:pos x="connsiteX4813" y="connsiteY4813"/>
              </a:cxn>
              <a:cxn ang="0">
                <a:pos x="connsiteX4814" y="connsiteY4814"/>
              </a:cxn>
              <a:cxn ang="0">
                <a:pos x="connsiteX4815" y="connsiteY4815"/>
              </a:cxn>
              <a:cxn ang="0">
                <a:pos x="connsiteX4816" y="connsiteY4816"/>
              </a:cxn>
              <a:cxn ang="0">
                <a:pos x="connsiteX4817" y="connsiteY4817"/>
              </a:cxn>
              <a:cxn ang="0">
                <a:pos x="connsiteX4818" y="connsiteY4818"/>
              </a:cxn>
              <a:cxn ang="0">
                <a:pos x="connsiteX4819" y="connsiteY4819"/>
              </a:cxn>
              <a:cxn ang="0">
                <a:pos x="connsiteX4820" y="connsiteY4820"/>
              </a:cxn>
              <a:cxn ang="0">
                <a:pos x="connsiteX4821" y="connsiteY4821"/>
              </a:cxn>
              <a:cxn ang="0">
                <a:pos x="connsiteX4822" y="connsiteY4822"/>
              </a:cxn>
              <a:cxn ang="0">
                <a:pos x="connsiteX4823" y="connsiteY4823"/>
              </a:cxn>
              <a:cxn ang="0">
                <a:pos x="connsiteX4824" y="connsiteY4824"/>
              </a:cxn>
              <a:cxn ang="0">
                <a:pos x="connsiteX4825" y="connsiteY4825"/>
              </a:cxn>
              <a:cxn ang="0">
                <a:pos x="connsiteX4826" y="connsiteY4826"/>
              </a:cxn>
              <a:cxn ang="0">
                <a:pos x="connsiteX4827" y="connsiteY4827"/>
              </a:cxn>
              <a:cxn ang="0">
                <a:pos x="connsiteX4828" y="connsiteY4828"/>
              </a:cxn>
              <a:cxn ang="0">
                <a:pos x="connsiteX4829" y="connsiteY4829"/>
              </a:cxn>
              <a:cxn ang="0">
                <a:pos x="connsiteX4830" y="connsiteY4830"/>
              </a:cxn>
              <a:cxn ang="0">
                <a:pos x="connsiteX4831" y="connsiteY4831"/>
              </a:cxn>
              <a:cxn ang="0">
                <a:pos x="connsiteX4832" y="connsiteY4832"/>
              </a:cxn>
              <a:cxn ang="0">
                <a:pos x="connsiteX4833" y="connsiteY4833"/>
              </a:cxn>
              <a:cxn ang="0">
                <a:pos x="connsiteX4834" y="connsiteY4834"/>
              </a:cxn>
              <a:cxn ang="0">
                <a:pos x="connsiteX4835" y="connsiteY4835"/>
              </a:cxn>
              <a:cxn ang="0">
                <a:pos x="connsiteX4836" y="connsiteY4836"/>
              </a:cxn>
              <a:cxn ang="0">
                <a:pos x="connsiteX4837" y="connsiteY4837"/>
              </a:cxn>
              <a:cxn ang="0">
                <a:pos x="connsiteX4838" y="connsiteY4838"/>
              </a:cxn>
              <a:cxn ang="0">
                <a:pos x="connsiteX4839" y="connsiteY4839"/>
              </a:cxn>
              <a:cxn ang="0">
                <a:pos x="connsiteX4840" y="connsiteY4840"/>
              </a:cxn>
              <a:cxn ang="0">
                <a:pos x="connsiteX4841" y="connsiteY4841"/>
              </a:cxn>
              <a:cxn ang="0">
                <a:pos x="connsiteX4842" y="connsiteY4842"/>
              </a:cxn>
              <a:cxn ang="0">
                <a:pos x="connsiteX4843" y="connsiteY4843"/>
              </a:cxn>
              <a:cxn ang="0">
                <a:pos x="connsiteX4844" y="connsiteY4844"/>
              </a:cxn>
              <a:cxn ang="0">
                <a:pos x="connsiteX4845" y="connsiteY4845"/>
              </a:cxn>
              <a:cxn ang="0">
                <a:pos x="connsiteX4846" y="connsiteY4846"/>
              </a:cxn>
              <a:cxn ang="0">
                <a:pos x="connsiteX4847" y="connsiteY4847"/>
              </a:cxn>
              <a:cxn ang="0">
                <a:pos x="connsiteX4848" y="connsiteY4848"/>
              </a:cxn>
              <a:cxn ang="0">
                <a:pos x="connsiteX4849" y="connsiteY4849"/>
              </a:cxn>
              <a:cxn ang="0">
                <a:pos x="connsiteX4850" y="connsiteY4850"/>
              </a:cxn>
              <a:cxn ang="0">
                <a:pos x="connsiteX4851" y="connsiteY4851"/>
              </a:cxn>
              <a:cxn ang="0">
                <a:pos x="connsiteX4852" y="connsiteY4852"/>
              </a:cxn>
              <a:cxn ang="0">
                <a:pos x="connsiteX4853" y="connsiteY4853"/>
              </a:cxn>
              <a:cxn ang="0">
                <a:pos x="connsiteX4854" y="connsiteY4854"/>
              </a:cxn>
              <a:cxn ang="0">
                <a:pos x="connsiteX4855" y="connsiteY4855"/>
              </a:cxn>
              <a:cxn ang="0">
                <a:pos x="connsiteX4856" y="connsiteY4856"/>
              </a:cxn>
              <a:cxn ang="0">
                <a:pos x="connsiteX4857" y="connsiteY4857"/>
              </a:cxn>
              <a:cxn ang="0">
                <a:pos x="connsiteX4858" y="connsiteY4858"/>
              </a:cxn>
              <a:cxn ang="0">
                <a:pos x="connsiteX4859" y="connsiteY4859"/>
              </a:cxn>
              <a:cxn ang="0">
                <a:pos x="connsiteX4860" y="connsiteY4860"/>
              </a:cxn>
              <a:cxn ang="0">
                <a:pos x="connsiteX4861" y="connsiteY4861"/>
              </a:cxn>
              <a:cxn ang="0">
                <a:pos x="connsiteX4862" y="connsiteY4862"/>
              </a:cxn>
              <a:cxn ang="0">
                <a:pos x="connsiteX4863" y="connsiteY4863"/>
              </a:cxn>
              <a:cxn ang="0">
                <a:pos x="connsiteX4864" y="connsiteY4864"/>
              </a:cxn>
              <a:cxn ang="0">
                <a:pos x="connsiteX4865" y="connsiteY4865"/>
              </a:cxn>
              <a:cxn ang="0">
                <a:pos x="connsiteX4866" y="connsiteY4866"/>
              </a:cxn>
              <a:cxn ang="0">
                <a:pos x="connsiteX4867" y="connsiteY4867"/>
              </a:cxn>
              <a:cxn ang="0">
                <a:pos x="connsiteX4868" y="connsiteY4868"/>
              </a:cxn>
              <a:cxn ang="0">
                <a:pos x="connsiteX4869" y="connsiteY4869"/>
              </a:cxn>
              <a:cxn ang="0">
                <a:pos x="connsiteX4870" y="connsiteY4870"/>
              </a:cxn>
              <a:cxn ang="0">
                <a:pos x="connsiteX4871" y="connsiteY4871"/>
              </a:cxn>
              <a:cxn ang="0">
                <a:pos x="connsiteX4872" y="connsiteY4872"/>
              </a:cxn>
              <a:cxn ang="0">
                <a:pos x="connsiteX4873" y="connsiteY4873"/>
              </a:cxn>
              <a:cxn ang="0">
                <a:pos x="connsiteX4874" y="connsiteY4874"/>
              </a:cxn>
              <a:cxn ang="0">
                <a:pos x="connsiteX4875" y="connsiteY4875"/>
              </a:cxn>
              <a:cxn ang="0">
                <a:pos x="connsiteX4876" y="connsiteY4876"/>
              </a:cxn>
              <a:cxn ang="0">
                <a:pos x="connsiteX4877" y="connsiteY4877"/>
              </a:cxn>
              <a:cxn ang="0">
                <a:pos x="connsiteX4878" y="connsiteY4878"/>
              </a:cxn>
              <a:cxn ang="0">
                <a:pos x="connsiteX4879" y="connsiteY4879"/>
              </a:cxn>
              <a:cxn ang="0">
                <a:pos x="connsiteX4880" y="connsiteY4880"/>
              </a:cxn>
              <a:cxn ang="0">
                <a:pos x="connsiteX4881" y="connsiteY4881"/>
              </a:cxn>
              <a:cxn ang="0">
                <a:pos x="connsiteX4882" y="connsiteY4882"/>
              </a:cxn>
              <a:cxn ang="0">
                <a:pos x="connsiteX4883" y="connsiteY4883"/>
              </a:cxn>
              <a:cxn ang="0">
                <a:pos x="connsiteX4884" y="connsiteY4884"/>
              </a:cxn>
              <a:cxn ang="0">
                <a:pos x="connsiteX4885" y="connsiteY4885"/>
              </a:cxn>
              <a:cxn ang="0">
                <a:pos x="connsiteX4886" y="connsiteY4886"/>
              </a:cxn>
              <a:cxn ang="0">
                <a:pos x="connsiteX4887" y="connsiteY4887"/>
              </a:cxn>
              <a:cxn ang="0">
                <a:pos x="connsiteX4888" y="connsiteY4888"/>
              </a:cxn>
              <a:cxn ang="0">
                <a:pos x="connsiteX4889" y="connsiteY4889"/>
              </a:cxn>
              <a:cxn ang="0">
                <a:pos x="connsiteX4890" y="connsiteY4890"/>
              </a:cxn>
              <a:cxn ang="0">
                <a:pos x="connsiteX4891" y="connsiteY4891"/>
              </a:cxn>
              <a:cxn ang="0">
                <a:pos x="connsiteX4892" y="connsiteY4892"/>
              </a:cxn>
              <a:cxn ang="0">
                <a:pos x="connsiteX4893" y="connsiteY4893"/>
              </a:cxn>
              <a:cxn ang="0">
                <a:pos x="connsiteX4894" y="connsiteY4894"/>
              </a:cxn>
              <a:cxn ang="0">
                <a:pos x="connsiteX4895" y="connsiteY4895"/>
              </a:cxn>
              <a:cxn ang="0">
                <a:pos x="connsiteX4896" y="connsiteY4896"/>
              </a:cxn>
              <a:cxn ang="0">
                <a:pos x="connsiteX4897" y="connsiteY4897"/>
              </a:cxn>
              <a:cxn ang="0">
                <a:pos x="connsiteX4898" y="connsiteY4898"/>
              </a:cxn>
              <a:cxn ang="0">
                <a:pos x="connsiteX4899" y="connsiteY4899"/>
              </a:cxn>
              <a:cxn ang="0">
                <a:pos x="connsiteX4900" y="connsiteY4900"/>
              </a:cxn>
              <a:cxn ang="0">
                <a:pos x="connsiteX4901" y="connsiteY4901"/>
              </a:cxn>
              <a:cxn ang="0">
                <a:pos x="connsiteX4902" y="connsiteY4902"/>
              </a:cxn>
              <a:cxn ang="0">
                <a:pos x="connsiteX4903" y="connsiteY4903"/>
              </a:cxn>
              <a:cxn ang="0">
                <a:pos x="connsiteX4904" y="connsiteY4904"/>
              </a:cxn>
              <a:cxn ang="0">
                <a:pos x="connsiteX4905" y="connsiteY4905"/>
              </a:cxn>
              <a:cxn ang="0">
                <a:pos x="connsiteX4906" y="connsiteY4906"/>
              </a:cxn>
              <a:cxn ang="0">
                <a:pos x="connsiteX4907" y="connsiteY4907"/>
              </a:cxn>
              <a:cxn ang="0">
                <a:pos x="connsiteX4908" y="connsiteY4908"/>
              </a:cxn>
              <a:cxn ang="0">
                <a:pos x="connsiteX4909" y="connsiteY4909"/>
              </a:cxn>
              <a:cxn ang="0">
                <a:pos x="connsiteX4910" y="connsiteY4910"/>
              </a:cxn>
              <a:cxn ang="0">
                <a:pos x="connsiteX4911" y="connsiteY4911"/>
              </a:cxn>
              <a:cxn ang="0">
                <a:pos x="connsiteX4912" y="connsiteY4912"/>
              </a:cxn>
              <a:cxn ang="0">
                <a:pos x="connsiteX4913" y="connsiteY4913"/>
              </a:cxn>
              <a:cxn ang="0">
                <a:pos x="connsiteX4914" y="connsiteY4914"/>
              </a:cxn>
              <a:cxn ang="0">
                <a:pos x="connsiteX4915" y="connsiteY4915"/>
              </a:cxn>
              <a:cxn ang="0">
                <a:pos x="connsiteX4916" y="connsiteY4916"/>
              </a:cxn>
              <a:cxn ang="0">
                <a:pos x="connsiteX4917" y="connsiteY4917"/>
              </a:cxn>
              <a:cxn ang="0">
                <a:pos x="connsiteX4918" y="connsiteY4918"/>
              </a:cxn>
              <a:cxn ang="0">
                <a:pos x="connsiteX4919" y="connsiteY4919"/>
              </a:cxn>
              <a:cxn ang="0">
                <a:pos x="connsiteX4920" y="connsiteY4920"/>
              </a:cxn>
              <a:cxn ang="0">
                <a:pos x="connsiteX4921" y="connsiteY4921"/>
              </a:cxn>
              <a:cxn ang="0">
                <a:pos x="connsiteX4922" y="connsiteY4922"/>
              </a:cxn>
              <a:cxn ang="0">
                <a:pos x="connsiteX4923" y="connsiteY4923"/>
              </a:cxn>
              <a:cxn ang="0">
                <a:pos x="connsiteX4924" y="connsiteY4924"/>
              </a:cxn>
              <a:cxn ang="0">
                <a:pos x="connsiteX4925" y="connsiteY4925"/>
              </a:cxn>
              <a:cxn ang="0">
                <a:pos x="connsiteX4926" y="connsiteY4926"/>
              </a:cxn>
              <a:cxn ang="0">
                <a:pos x="connsiteX4927" y="connsiteY4927"/>
              </a:cxn>
              <a:cxn ang="0">
                <a:pos x="connsiteX4928" y="connsiteY4928"/>
              </a:cxn>
              <a:cxn ang="0">
                <a:pos x="connsiteX4929" y="connsiteY4929"/>
              </a:cxn>
              <a:cxn ang="0">
                <a:pos x="connsiteX4930" y="connsiteY4930"/>
              </a:cxn>
              <a:cxn ang="0">
                <a:pos x="connsiteX4931" y="connsiteY4931"/>
              </a:cxn>
              <a:cxn ang="0">
                <a:pos x="connsiteX4932" y="connsiteY4932"/>
              </a:cxn>
              <a:cxn ang="0">
                <a:pos x="connsiteX4933" y="connsiteY4933"/>
              </a:cxn>
              <a:cxn ang="0">
                <a:pos x="connsiteX4934" y="connsiteY4934"/>
              </a:cxn>
              <a:cxn ang="0">
                <a:pos x="connsiteX4935" y="connsiteY4935"/>
              </a:cxn>
              <a:cxn ang="0">
                <a:pos x="connsiteX4936" y="connsiteY4936"/>
              </a:cxn>
              <a:cxn ang="0">
                <a:pos x="connsiteX4937" y="connsiteY4937"/>
              </a:cxn>
              <a:cxn ang="0">
                <a:pos x="connsiteX4938" y="connsiteY4938"/>
              </a:cxn>
              <a:cxn ang="0">
                <a:pos x="connsiteX4939" y="connsiteY4939"/>
              </a:cxn>
              <a:cxn ang="0">
                <a:pos x="connsiteX4940" y="connsiteY4940"/>
              </a:cxn>
              <a:cxn ang="0">
                <a:pos x="connsiteX4941" y="connsiteY4941"/>
              </a:cxn>
              <a:cxn ang="0">
                <a:pos x="connsiteX4942" y="connsiteY4942"/>
              </a:cxn>
              <a:cxn ang="0">
                <a:pos x="connsiteX4943" y="connsiteY4943"/>
              </a:cxn>
              <a:cxn ang="0">
                <a:pos x="connsiteX4944" y="connsiteY4944"/>
              </a:cxn>
              <a:cxn ang="0">
                <a:pos x="connsiteX4945" y="connsiteY4945"/>
              </a:cxn>
              <a:cxn ang="0">
                <a:pos x="connsiteX4946" y="connsiteY4946"/>
              </a:cxn>
              <a:cxn ang="0">
                <a:pos x="connsiteX4947" y="connsiteY4947"/>
              </a:cxn>
              <a:cxn ang="0">
                <a:pos x="connsiteX4948" y="connsiteY4948"/>
              </a:cxn>
              <a:cxn ang="0">
                <a:pos x="connsiteX4949" y="connsiteY4949"/>
              </a:cxn>
              <a:cxn ang="0">
                <a:pos x="connsiteX4950" y="connsiteY4950"/>
              </a:cxn>
              <a:cxn ang="0">
                <a:pos x="connsiteX4951" y="connsiteY4951"/>
              </a:cxn>
              <a:cxn ang="0">
                <a:pos x="connsiteX4952" y="connsiteY4952"/>
              </a:cxn>
              <a:cxn ang="0">
                <a:pos x="connsiteX4953" y="connsiteY4953"/>
              </a:cxn>
              <a:cxn ang="0">
                <a:pos x="connsiteX4954" y="connsiteY4954"/>
              </a:cxn>
              <a:cxn ang="0">
                <a:pos x="connsiteX4955" y="connsiteY4955"/>
              </a:cxn>
              <a:cxn ang="0">
                <a:pos x="connsiteX4956" y="connsiteY4956"/>
              </a:cxn>
              <a:cxn ang="0">
                <a:pos x="connsiteX4957" y="connsiteY4957"/>
              </a:cxn>
              <a:cxn ang="0">
                <a:pos x="connsiteX4958" y="connsiteY4958"/>
              </a:cxn>
              <a:cxn ang="0">
                <a:pos x="connsiteX4959" y="connsiteY4959"/>
              </a:cxn>
              <a:cxn ang="0">
                <a:pos x="connsiteX4960" y="connsiteY4960"/>
              </a:cxn>
              <a:cxn ang="0">
                <a:pos x="connsiteX4961" y="connsiteY4961"/>
              </a:cxn>
              <a:cxn ang="0">
                <a:pos x="connsiteX4962" y="connsiteY4962"/>
              </a:cxn>
              <a:cxn ang="0">
                <a:pos x="connsiteX4963" y="connsiteY4963"/>
              </a:cxn>
              <a:cxn ang="0">
                <a:pos x="connsiteX4964" y="connsiteY4964"/>
              </a:cxn>
              <a:cxn ang="0">
                <a:pos x="connsiteX4965" y="connsiteY4965"/>
              </a:cxn>
              <a:cxn ang="0">
                <a:pos x="connsiteX4966" y="connsiteY4966"/>
              </a:cxn>
              <a:cxn ang="0">
                <a:pos x="connsiteX4967" y="connsiteY4967"/>
              </a:cxn>
              <a:cxn ang="0">
                <a:pos x="connsiteX4968" y="connsiteY4968"/>
              </a:cxn>
              <a:cxn ang="0">
                <a:pos x="connsiteX4969" y="connsiteY4969"/>
              </a:cxn>
              <a:cxn ang="0">
                <a:pos x="connsiteX4970" y="connsiteY4970"/>
              </a:cxn>
              <a:cxn ang="0">
                <a:pos x="connsiteX4971" y="connsiteY4971"/>
              </a:cxn>
              <a:cxn ang="0">
                <a:pos x="connsiteX4972" y="connsiteY4972"/>
              </a:cxn>
              <a:cxn ang="0">
                <a:pos x="connsiteX4973" y="connsiteY4973"/>
              </a:cxn>
              <a:cxn ang="0">
                <a:pos x="connsiteX4974" y="connsiteY4974"/>
              </a:cxn>
              <a:cxn ang="0">
                <a:pos x="connsiteX4975" y="connsiteY4975"/>
              </a:cxn>
              <a:cxn ang="0">
                <a:pos x="connsiteX4976" y="connsiteY4976"/>
              </a:cxn>
              <a:cxn ang="0">
                <a:pos x="connsiteX4977" y="connsiteY4977"/>
              </a:cxn>
              <a:cxn ang="0">
                <a:pos x="connsiteX4978" y="connsiteY4978"/>
              </a:cxn>
              <a:cxn ang="0">
                <a:pos x="connsiteX4979" y="connsiteY4979"/>
              </a:cxn>
              <a:cxn ang="0">
                <a:pos x="connsiteX4980" y="connsiteY4980"/>
              </a:cxn>
              <a:cxn ang="0">
                <a:pos x="connsiteX4981" y="connsiteY4981"/>
              </a:cxn>
              <a:cxn ang="0">
                <a:pos x="connsiteX4982" y="connsiteY4982"/>
              </a:cxn>
              <a:cxn ang="0">
                <a:pos x="connsiteX4983" y="connsiteY4983"/>
              </a:cxn>
              <a:cxn ang="0">
                <a:pos x="connsiteX4984" y="connsiteY4984"/>
              </a:cxn>
              <a:cxn ang="0">
                <a:pos x="connsiteX4985" y="connsiteY4985"/>
              </a:cxn>
              <a:cxn ang="0">
                <a:pos x="connsiteX4986" y="connsiteY4986"/>
              </a:cxn>
              <a:cxn ang="0">
                <a:pos x="connsiteX4987" y="connsiteY4987"/>
              </a:cxn>
              <a:cxn ang="0">
                <a:pos x="connsiteX4988" y="connsiteY4988"/>
              </a:cxn>
              <a:cxn ang="0">
                <a:pos x="connsiteX4989" y="connsiteY4989"/>
              </a:cxn>
              <a:cxn ang="0">
                <a:pos x="connsiteX4990" y="connsiteY4990"/>
              </a:cxn>
              <a:cxn ang="0">
                <a:pos x="connsiteX4991" y="connsiteY4991"/>
              </a:cxn>
              <a:cxn ang="0">
                <a:pos x="connsiteX4992" y="connsiteY4992"/>
              </a:cxn>
              <a:cxn ang="0">
                <a:pos x="connsiteX4993" y="connsiteY4993"/>
              </a:cxn>
              <a:cxn ang="0">
                <a:pos x="connsiteX4994" y="connsiteY4994"/>
              </a:cxn>
              <a:cxn ang="0">
                <a:pos x="connsiteX4995" y="connsiteY4995"/>
              </a:cxn>
              <a:cxn ang="0">
                <a:pos x="connsiteX4996" y="connsiteY4996"/>
              </a:cxn>
              <a:cxn ang="0">
                <a:pos x="connsiteX4997" y="connsiteY4997"/>
              </a:cxn>
              <a:cxn ang="0">
                <a:pos x="connsiteX4998" y="connsiteY4998"/>
              </a:cxn>
              <a:cxn ang="0">
                <a:pos x="connsiteX4999" y="connsiteY4999"/>
              </a:cxn>
              <a:cxn ang="0">
                <a:pos x="connsiteX5000" y="connsiteY5000"/>
              </a:cxn>
              <a:cxn ang="0">
                <a:pos x="connsiteX5001" y="connsiteY5001"/>
              </a:cxn>
              <a:cxn ang="0">
                <a:pos x="connsiteX5002" y="connsiteY5002"/>
              </a:cxn>
              <a:cxn ang="0">
                <a:pos x="connsiteX5003" y="connsiteY5003"/>
              </a:cxn>
              <a:cxn ang="0">
                <a:pos x="connsiteX5004" y="connsiteY5004"/>
              </a:cxn>
              <a:cxn ang="0">
                <a:pos x="connsiteX5005" y="connsiteY5005"/>
              </a:cxn>
              <a:cxn ang="0">
                <a:pos x="connsiteX5006" y="connsiteY5006"/>
              </a:cxn>
              <a:cxn ang="0">
                <a:pos x="connsiteX5007" y="connsiteY5007"/>
              </a:cxn>
              <a:cxn ang="0">
                <a:pos x="connsiteX5008" y="connsiteY5008"/>
              </a:cxn>
              <a:cxn ang="0">
                <a:pos x="connsiteX5009" y="connsiteY5009"/>
              </a:cxn>
              <a:cxn ang="0">
                <a:pos x="connsiteX5010" y="connsiteY5010"/>
              </a:cxn>
              <a:cxn ang="0">
                <a:pos x="connsiteX5011" y="connsiteY5011"/>
              </a:cxn>
              <a:cxn ang="0">
                <a:pos x="connsiteX5012" y="connsiteY5012"/>
              </a:cxn>
              <a:cxn ang="0">
                <a:pos x="connsiteX5013" y="connsiteY5013"/>
              </a:cxn>
              <a:cxn ang="0">
                <a:pos x="connsiteX5014" y="connsiteY5014"/>
              </a:cxn>
              <a:cxn ang="0">
                <a:pos x="connsiteX5015" y="connsiteY5015"/>
              </a:cxn>
              <a:cxn ang="0">
                <a:pos x="connsiteX5016" y="connsiteY5016"/>
              </a:cxn>
              <a:cxn ang="0">
                <a:pos x="connsiteX5017" y="connsiteY5017"/>
              </a:cxn>
              <a:cxn ang="0">
                <a:pos x="connsiteX5018" y="connsiteY5018"/>
              </a:cxn>
              <a:cxn ang="0">
                <a:pos x="connsiteX5019" y="connsiteY5019"/>
              </a:cxn>
              <a:cxn ang="0">
                <a:pos x="connsiteX5020" y="connsiteY5020"/>
              </a:cxn>
              <a:cxn ang="0">
                <a:pos x="connsiteX5021" y="connsiteY5021"/>
              </a:cxn>
              <a:cxn ang="0">
                <a:pos x="connsiteX5022" y="connsiteY5022"/>
              </a:cxn>
              <a:cxn ang="0">
                <a:pos x="connsiteX5023" y="connsiteY5023"/>
              </a:cxn>
              <a:cxn ang="0">
                <a:pos x="connsiteX5024" y="connsiteY5024"/>
              </a:cxn>
              <a:cxn ang="0">
                <a:pos x="connsiteX5025" y="connsiteY5025"/>
              </a:cxn>
              <a:cxn ang="0">
                <a:pos x="connsiteX5026" y="connsiteY5026"/>
              </a:cxn>
              <a:cxn ang="0">
                <a:pos x="connsiteX5027" y="connsiteY5027"/>
              </a:cxn>
              <a:cxn ang="0">
                <a:pos x="connsiteX5028" y="connsiteY5028"/>
              </a:cxn>
              <a:cxn ang="0">
                <a:pos x="connsiteX5029" y="connsiteY5029"/>
              </a:cxn>
              <a:cxn ang="0">
                <a:pos x="connsiteX5030" y="connsiteY5030"/>
              </a:cxn>
              <a:cxn ang="0">
                <a:pos x="connsiteX5031" y="connsiteY5031"/>
              </a:cxn>
              <a:cxn ang="0">
                <a:pos x="connsiteX5032" y="connsiteY5032"/>
              </a:cxn>
              <a:cxn ang="0">
                <a:pos x="connsiteX5033" y="connsiteY5033"/>
              </a:cxn>
              <a:cxn ang="0">
                <a:pos x="connsiteX5034" y="connsiteY5034"/>
              </a:cxn>
              <a:cxn ang="0">
                <a:pos x="connsiteX5035" y="connsiteY5035"/>
              </a:cxn>
              <a:cxn ang="0">
                <a:pos x="connsiteX5036" y="connsiteY5036"/>
              </a:cxn>
              <a:cxn ang="0">
                <a:pos x="connsiteX5037" y="connsiteY5037"/>
              </a:cxn>
              <a:cxn ang="0">
                <a:pos x="connsiteX5038" y="connsiteY5038"/>
              </a:cxn>
              <a:cxn ang="0">
                <a:pos x="connsiteX5039" y="connsiteY5039"/>
              </a:cxn>
              <a:cxn ang="0">
                <a:pos x="connsiteX5040" y="connsiteY5040"/>
              </a:cxn>
              <a:cxn ang="0">
                <a:pos x="connsiteX5041" y="connsiteY5041"/>
              </a:cxn>
              <a:cxn ang="0">
                <a:pos x="connsiteX5042" y="connsiteY5042"/>
              </a:cxn>
              <a:cxn ang="0">
                <a:pos x="connsiteX5043" y="connsiteY5043"/>
              </a:cxn>
              <a:cxn ang="0">
                <a:pos x="connsiteX5044" y="connsiteY5044"/>
              </a:cxn>
              <a:cxn ang="0">
                <a:pos x="connsiteX5045" y="connsiteY5045"/>
              </a:cxn>
              <a:cxn ang="0">
                <a:pos x="connsiteX5046" y="connsiteY5046"/>
              </a:cxn>
              <a:cxn ang="0">
                <a:pos x="connsiteX5047" y="connsiteY5047"/>
              </a:cxn>
              <a:cxn ang="0">
                <a:pos x="connsiteX5048" y="connsiteY5048"/>
              </a:cxn>
              <a:cxn ang="0">
                <a:pos x="connsiteX5049" y="connsiteY5049"/>
              </a:cxn>
              <a:cxn ang="0">
                <a:pos x="connsiteX5050" y="connsiteY5050"/>
              </a:cxn>
              <a:cxn ang="0">
                <a:pos x="connsiteX5051" y="connsiteY5051"/>
              </a:cxn>
              <a:cxn ang="0">
                <a:pos x="connsiteX5052" y="connsiteY5052"/>
              </a:cxn>
              <a:cxn ang="0">
                <a:pos x="connsiteX5053" y="connsiteY5053"/>
              </a:cxn>
              <a:cxn ang="0">
                <a:pos x="connsiteX5054" y="connsiteY5054"/>
              </a:cxn>
              <a:cxn ang="0">
                <a:pos x="connsiteX5055" y="connsiteY5055"/>
              </a:cxn>
              <a:cxn ang="0">
                <a:pos x="connsiteX5056" y="connsiteY5056"/>
              </a:cxn>
              <a:cxn ang="0">
                <a:pos x="connsiteX5057" y="connsiteY5057"/>
              </a:cxn>
              <a:cxn ang="0">
                <a:pos x="connsiteX5058" y="connsiteY5058"/>
              </a:cxn>
              <a:cxn ang="0">
                <a:pos x="connsiteX5059" y="connsiteY5059"/>
              </a:cxn>
              <a:cxn ang="0">
                <a:pos x="connsiteX5060" y="connsiteY5060"/>
              </a:cxn>
              <a:cxn ang="0">
                <a:pos x="connsiteX5061" y="connsiteY5061"/>
              </a:cxn>
              <a:cxn ang="0">
                <a:pos x="connsiteX5062" y="connsiteY5062"/>
              </a:cxn>
              <a:cxn ang="0">
                <a:pos x="connsiteX5063" y="connsiteY5063"/>
              </a:cxn>
              <a:cxn ang="0">
                <a:pos x="connsiteX5064" y="connsiteY5064"/>
              </a:cxn>
              <a:cxn ang="0">
                <a:pos x="connsiteX5065" y="connsiteY5065"/>
              </a:cxn>
              <a:cxn ang="0">
                <a:pos x="connsiteX5066" y="connsiteY5066"/>
              </a:cxn>
              <a:cxn ang="0">
                <a:pos x="connsiteX5067" y="connsiteY5067"/>
              </a:cxn>
              <a:cxn ang="0">
                <a:pos x="connsiteX5068" y="connsiteY5068"/>
              </a:cxn>
              <a:cxn ang="0">
                <a:pos x="connsiteX5069" y="connsiteY5069"/>
              </a:cxn>
              <a:cxn ang="0">
                <a:pos x="connsiteX5070" y="connsiteY5070"/>
              </a:cxn>
              <a:cxn ang="0">
                <a:pos x="connsiteX5071" y="connsiteY5071"/>
              </a:cxn>
              <a:cxn ang="0">
                <a:pos x="connsiteX5072" y="connsiteY5072"/>
              </a:cxn>
              <a:cxn ang="0">
                <a:pos x="connsiteX5073" y="connsiteY5073"/>
              </a:cxn>
              <a:cxn ang="0">
                <a:pos x="connsiteX5074" y="connsiteY5074"/>
              </a:cxn>
              <a:cxn ang="0">
                <a:pos x="connsiteX5075" y="connsiteY5075"/>
              </a:cxn>
              <a:cxn ang="0">
                <a:pos x="connsiteX5076" y="connsiteY5076"/>
              </a:cxn>
              <a:cxn ang="0">
                <a:pos x="connsiteX5077" y="connsiteY5077"/>
              </a:cxn>
              <a:cxn ang="0">
                <a:pos x="connsiteX5078" y="connsiteY5078"/>
              </a:cxn>
              <a:cxn ang="0">
                <a:pos x="connsiteX5079" y="connsiteY5079"/>
              </a:cxn>
              <a:cxn ang="0">
                <a:pos x="connsiteX5080" y="connsiteY5080"/>
              </a:cxn>
              <a:cxn ang="0">
                <a:pos x="connsiteX5081" y="connsiteY5081"/>
              </a:cxn>
              <a:cxn ang="0">
                <a:pos x="connsiteX5082" y="connsiteY5082"/>
              </a:cxn>
              <a:cxn ang="0">
                <a:pos x="connsiteX5083" y="connsiteY5083"/>
              </a:cxn>
              <a:cxn ang="0">
                <a:pos x="connsiteX5084" y="connsiteY5084"/>
              </a:cxn>
              <a:cxn ang="0">
                <a:pos x="connsiteX5085" y="connsiteY5085"/>
              </a:cxn>
              <a:cxn ang="0">
                <a:pos x="connsiteX5086" y="connsiteY5086"/>
              </a:cxn>
              <a:cxn ang="0">
                <a:pos x="connsiteX5087" y="connsiteY5087"/>
              </a:cxn>
              <a:cxn ang="0">
                <a:pos x="connsiteX5088" y="connsiteY5088"/>
              </a:cxn>
              <a:cxn ang="0">
                <a:pos x="connsiteX5089" y="connsiteY5089"/>
              </a:cxn>
              <a:cxn ang="0">
                <a:pos x="connsiteX5090" y="connsiteY5090"/>
              </a:cxn>
              <a:cxn ang="0">
                <a:pos x="connsiteX5091" y="connsiteY5091"/>
              </a:cxn>
              <a:cxn ang="0">
                <a:pos x="connsiteX5092" y="connsiteY5092"/>
              </a:cxn>
              <a:cxn ang="0">
                <a:pos x="connsiteX5093" y="connsiteY5093"/>
              </a:cxn>
              <a:cxn ang="0">
                <a:pos x="connsiteX5094" y="connsiteY5094"/>
              </a:cxn>
              <a:cxn ang="0">
                <a:pos x="connsiteX5095" y="connsiteY5095"/>
              </a:cxn>
              <a:cxn ang="0">
                <a:pos x="connsiteX5096" y="connsiteY5096"/>
              </a:cxn>
              <a:cxn ang="0">
                <a:pos x="connsiteX5097" y="connsiteY5097"/>
              </a:cxn>
              <a:cxn ang="0">
                <a:pos x="connsiteX5098" y="connsiteY5098"/>
              </a:cxn>
              <a:cxn ang="0">
                <a:pos x="connsiteX5099" y="connsiteY5099"/>
              </a:cxn>
              <a:cxn ang="0">
                <a:pos x="connsiteX5100" y="connsiteY5100"/>
              </a:cxn>
              <a:cxn ang="0">
                <a:pos x="connsiteX5101" y="connsiteY5101"/>
              </a:cxn>
              <a:cxn ang="0">
                <a:pos x="connsiteX5102" y="connsiteY5102"/>
              </a:cxn>
              <a:cxn ang="0">
                <a:pos x="connsiteX5103" y="connsiteY5103"/>
              </a:cxn>
              <a:cxn ang="0">
                <a:pos x="connsiteX5104" y="connsiteY5104"/>
              </a:cxn>
              <a:cxn ang="0">
                <a:pos x="connsiteX5105" y="connsiteY5105"/>
              </a:cxn>
              <a:cxn ang="0">
                <a:pos x="connsiteX5106" y="connsiteY5106"/>
              </a:cxn>
              <a:cxn ang="0">
                <a:pos x="connsiteX5107" y="connsiteY5107"/>
              </a:cxn>
              <a:cxn ang="0">
                <a:pos x="connsiteX5108" y="connsiteY5108"/>
              </a:cxn>
              <a:cxn ang="0">
                <a:pos x="connsiteX5109" y="connsiteY5109"/>
              </a:cxn>
              <a:cxn ang="0">
                <a:pos x="connsiteX5110" y="connsiteY5110"/>
              </a:cxn>
              <a:cxn ang="0">
                <a:pos x="connsiteX5111" y="connsiteY5111"/>
              </a:cxn>
              <a:cxn ang="0">
                <a:pos x="connsiteX5112" y="connsiteY5112"/>
              </a:cxn>
              <a:cxn ang="0">
                <a:pos x="connsiteX5113" y="connsiteY5113"/>
              </a:cxn>
              <a:cxn ang="0">
                <a:pos x="connsiteX5114" y="connsiteY5114"/>
              </a:cxn>
              <a:cxn ang="0">
                <a:pos x="connsiteX5115" y="connsiteY5115"/>
              </a:cxn>
              <a:cxn ang="0">
                <a:pos x="connsiteX5116" y="connsiteY5116"/>
              </a:cxn>
              <a:cxn ang="0">
                <a:pos x="connsiteX5117" y="connsiteY5117"/>
              </a:cxn>
              <a:cxn ang="0">
                <a:pos x="connsiteX5118" y="connsiteY5118"/>
              </a:cxn>
              <a:cxn ang="0">
                <a:pos x="connsiteX5119" y="connsiteY5119"/>
              </a:cxn>
              <a:cxn ang="0">
                <a:pos x="connsiteX5120" y="connsiteY5120"/>
              </a:cxn>
              <a:cxn ang="0">
                <a:pos x="connsiteX5121" y="connsiteY5121"/>
              </a:cxn>
              <a:cxn ang="0">
                <a:pos x="connsiteX5122" y="connsiteY5122"/>
              </a:cxn>
              <a:cxn ang="0">
                <a:pos x="connsiteX5123" y="connsiteY5123"/>
              </a:cxn>
              <a:cxn ang="0">
                <a:pos x="connsiteX5124" y="connsiteY5124"/>
              </a:cxn>
              <a:cxn ang="0">
                <a:pos x="connsiteX5125" y="connsiteY5125"/>
              </a:cxn>
              <a:cxn ang="0">
                <a:pos x="connsiteX5126" y="connsiteY5126"/>
              </a:cxn>
              <a:cxn ang="0">
                <a:pos x="connsiteX5127" y="connsiteY5127"/>
              </a:cxn>
              <a:cxn ang="0">
                <a:pos x="connsiteX5128" y="connsiteY5128"/>
              </a:cxn>
              <a:cxn ang="0">
                <a:pos x="connsiteX5129" y="connsiteY5129"/>
              </a:cxn>
              <a:cxn ang="0">
                <a:pos x="connsiteX5130" y="connsiteY5130"/>
              </a:cxn>
              <a:cxn ang="0">
                <a:pos x="connsiteX5131" y="connsiteY5131"/>
              </a:cxn>
              <a:cxn ang="0">
                <a:pos x="connsiteX5132" y="connsiteY5132"/>
              </a:cxn>
              <a:cxn ang="0">
                <a:pos x="connsiteX5133" y="connsiteY5133"/>
              </a:cxn>
              <a:cxn ang="0">
                <a:pos x="connsiteX5134" y="connsiteY5134"/>
              </a:cxn>
              <a:cxn ang="0">
                <a:pos x="connsiteX5135" y="connsiteY5135"/>
              </a:cxn>
              <a:cxn ang="0">
                <a:pos x="connsiteX5136" y="connsiteY5136"/>
              </a:cxn>
              <a:cxn ang="0">
                <a:pos x="connsiteX5137" y="connsiteY5137"/>
              </a:cxn>
              <a:cxn ang="0">
                <a:pos x="connsiteX5138" y="connsiteY5138"/>
              </a:cxn>
              <a:cxn ang="0">
                <a:pos x="connsiteX5139" y="connsiteY5139"/>
              </a:cxn>
              <a:cxn ang="0">
                <a:pos x="connsiteX5140" y="connsiteY5140"/>
              </a:cxn>
              <a:cxn ang="0">
                <a:pos x="connsiteX5141" y="connsiteY5141"/>
              </a:cxn>
              <a:cxn ang="0">
                <a:pos x="connsiteX5142" y="connsiteY5142"/>
              </a:cxn>
              <a:cxn ang="0">
                <a:pos x="connsiteX5143" y="connsiteY5143"/>
              </a:cxn>
              <a:cxn ang="0">
                <a:pos x="connsiteX5144" y="connsiteY5144"/>
              </a:cxn>
              <a:cxn ang="0">
                <a:pos x="connsiteX5145" y="connsiteY5145"/>
              </a:cxn>
              <a:cxn ang="0">
                <a:pos x="connsiteX5146" y="connsiteY5146"/>
              </a:cxn>
              <a:cxn ang="0">
                <a:pos x="connsiteX5147" y="connsiteY5147"/>
              </a:cxn>
              <a:cxn ang="0">
                <a:pos x="connsiteX5148" y="connsiteY5148"/>
              </a:cxn>
              <a:cxn ang="0">
                <a:pos x="connsiteX5149" y="connsiteY5149"/>
              </a:cxn>
              <a:cxn ang="0">
                <a:pos x="connsiteX5150" y="connsiteY5150"/>
              </a:cxn>
              <a:cxn ang="0">
                <a:pos x="connsiteX5151" y="connsiteY5151"/>
              </a:cxn>
              <a:cxn ang="0">
                <a:pos x="connsiteX5152" y="connsiteY5152"/>
              </a:cxn>
              <a:cxn ang="0">
                <a:pos x="connsiteX5153" y="connsiteY5153"/>
              </a:cxn>
              <a:cxn ang="0">
                <a:pos x="connsiteX5154" y="connsiteY5154"/>
              </a:cxn>
              <a:cxn ang="0">
                <a:pos x="connsiteX5155" y="connsiteY5155"/>
              </a:cxn>
              <a:cxn ang="0">
                <a:pos x="connsiteX5156" y="connsiteY5156"/>
              </a:cxn>
              <a:cxn ang="0">
                <a:pos x="connsiteX5157" y="connsiteY5157"/>
              </a:cxn>
              <a:cxn ang="0">
                <a:pos x="connsiteX5158" y="connsiteY5158"/>
              </a:cxn>
              <a:cxn ang="0">
                <a:pos x="connsiteX5159" y="connsiteY5159"/>
              </a:cxn>
              <a:cxn ang="0">
                <a:pos x="connsiteX5160" y="connsiteY5160"/>
              </a:cxn>
              <a:cxn ang="0">
                <a:pos x="connsiteX5161" y="connsiteY5161"/>
              </a:cxn>
              <a:cxn ang="0">
                <a:pos x="connsiteX5162" y="connsiteY5162"/>
              </a:cxn>
              <a:cxn ang="0">
                <a:pos x="connsiteX5163" y="connsiteY5163"/>
              </a:cxn>
              <a:cxn ang="0">
                <a:pos x="connsiteX5164" y="connsiteY5164"/>
              </a:cxn>
              <a:cxn ang="0">
                <a:pos x="connsiteX5165" y="connsiteY5165"/>
              </a:cxn>
              <a:cxn ang="0">
                <a:pos x="connsiteX5166" y="connsiteY5166"/>
              </a:cxn>
              <a:cxn ang="0">
                <a:pos x="connsiteX5167" y="connsiteY5167"/>
              </a:cxn>
              <a:cxn ang="0">
                <a:pos x="connsiteX5168" y="connsiteY5168"/>
              </a:cxn>
              <a:cxn ang="0">
                <a:pos x="connsiteX5169" y="connsiteY5169"/>
              </a:cxn>
              <a:cxn ang="0">
                <a:pos x="connsiteX5170" y="connsiteY5170"/>
              </a:cxn>
              <a:cxn ang="0">
                <a:pos x="connsiteX5171" y="connsiteY5171"/>
              </a:cxn>
              <a:cxn ang="0">
                <a:pos x="connsiteX5172" y="connsiteY5172"/>
              </a:cxn>
              <a:cxn ang="0">
                <a:pos x="connsiteX5173" y="connsiteY5173"/>
              </a:cxn>
              <a:cxn ang="0">
                <a:pos x="connsiteX5174" y="connsiteY5174"/>
              </a:cxn>
              <a:cxn ang="0">
                <a:pos x="connsiteX5175" y="connsiteY5175"/>
              </a:cxn>
              <a:cxn ang="0">
                <a:pos x="connsiteX5176" y="connsiteY5176"/>
              </a:cxn>
              <a:cxn ang="0">
                <a:pos x="connsiteX5177" y="connsiteY5177"/>
              </a:cxn>
              <a:cxn ang="0">
                <a:pos x="connsiteX5178" y="connsiteY5178"/>
              </a:cxn>
              <a:cxn ang="0">
                <a:pos x="connsiteX5179" y="connsiteY5179"/>
              </a:cxn>
              <a:cxn ang="0">
                <a:pos x="connsiteX5180" y="connsiteY5180"/>
              </a:cxn>
              <a:cxn ang="0">
                <a:pos x="connsiteX5181" y="connsiteY5181"/>
              </a:cxn>
              <a:cxn ang="0">
                <a:pos x="connsiteX5182" y="connsiteY5182"/>
              </a:cxn>
              <a:cxn ang="0">
                <a:pos x="connsiteX5183" y="connsiteY5183"/>
              </a:cxn>
              <a:cxn ang="0">
                <a:pos x="connsiteX5184" y="connsiteY5184"/>
              </a:cxn>
              <a:cxn ang="0">
                <a:pos x="connsiteX5185" y="connsiteY5185"/>
              </a:cxn>
              <a:cxn ang="0">
                <a:pos x="connsiteX5186" y="connsiteY5186"/>
              </a:cxn>
              <a:cxn ang="0">
                <a:pos x="connsiteX5187" y="connsiteY5187"/>
              </a:cxn>
              <a:cxn ang="0">
                <a:pos x="connsiteX5188" y="connsiteY5188"/>
              </a:cxn>
              <a:cxn ang="0">
                <a:pos x="connsiteX5189" y="connsiteY5189"/>
              </a:cxn>
              <a:cxn ang="0">
                <a:pos x="connsiteX5190" y="connsiteY5190"/>
              </a:cxn>
              <a:cxn ang="0">
                <a:pos x="connsiteX5191" y="connsiteY5191"/>
              </a:cxn>
              <a:cxn ang="0">
                <a:pos x="connsiteX5192" y="connsiteY5192"/>
              </a:cxn>
              <a:cxn ang="0">
                <a:pos x="connsiteX5193" y="connsiteY5193"/>
              </a:cxn>
              <a:cxn ang="0">
                <a:pos x="connsiteX5194" y="connsiteY5194"/>
              </a:cxn>
              <a:cxn ang="0">
                <a:pos x="connsiteX5195" y="connsiteY5195"/>
              </a:cxn>
              <a:cxn ang="0">
                <a:pos x="connsiteX5196" y="connsiteY5196"/>
              </a:cxn>
              <a:cxn ang="0">
                <a:pos x="connsiteX5197" y="connsiteY5197"/>
              </a:cxn>
              <a:cxn ang="0">
                <a:pos x="connsiteX5198" y="connsiteY5198"/>
              </a:cxn>
              <a:cxn ang="0">
                <a:pos x="connsiteX5199" y="connsiteY5199"/>
              </a:cxn>
              <a:cxn ang="0">
                <a:pos x="connsiteX5200" y="connsiteY5200"/>
              </a:cxn>
              <a:cxn ang="0">
                <a:pos x="connsiteX5201" y="connsiteY5201"/>
              </a:cxn>
              <a:cxn ang="0">
                <a:pos x="connsiteX5202" y="connsiteY5202"/>
              </a:cxn>
              <a:cxn ang="0">
                <a:pos x="connsiteX5203" y="connsiteY5203"/>
              </a:cxn>
              <a:cxn ang="0">
                <a:pos x="connsiteX5204" y="connsiteY5204"/>
              </a:cxn>
              <a:cxn ang="0">
                <a:pos x="connsiteX5205" y="connsiteY5205"/>
              </a:cxn>
              <a:cxn ang="0">
                <a:pos x="connsiteX5206" y="connsiteY5206"/>
              </a:cxn>
              <a:cxn ang="0">
                <a:pos x="connsiteX5207" y="connsiteY5207"/>
              </a:cxn>
              <a:cxn ang="0">
                <a:pos x="connsiteX5208" y="connsiteY5208"/>
              </a:cxn>
              <a:cxn ang="0">
                <a:pos x="connsiteX5209" y="connsiteY5209"/>
              </a:cxn>
              <a:cxn ang="0">
                <a:pos x="connsiteX5210" y="connsiteY5210"/>
              </a:cxn>
              <a:cxn ang="0">
                <a:pos x="connsiteX5211" y="connsiteY5211"/>
              </a:cxn>
              <a:cxn ang="0">
                <a:pos x="connsiteX5212" y="connsiteY5212"/>
              </a:cxn>
              <a:cxn ang="0">
                <a:pos x="connsiteX5213" y="connsiteY5213"/>
              </a:cxn>
              <a:cxn ang="0">
                <a:pos x="connsiteX5214" y="connsiteY5214"/>
              </a:cxn>
              <a:cxn ang="0">
                <a:pos x="connsiteX5215" y="connsiteY5215"/>
              </a:cxn>
              <a:cxn ang="0">
                <a:pos x="connsiteX5216" y="connsiteY5216"/>
              </a:cxn>
              <a:cxn ang="0">
                <a:pos x="connsiteX5217" y="connsiteY5217"/>
              </a:cxn>
              <a:cxn ang="0">
                <a:pos x="connsiteX5218" y="connsiteY5218"/>
              </a:cxn>
              <a:cxn ang="0">
                <a:pos x="connsiteX5219" y="connsiteY5219"/>
              </a:cxn>
              <a:cxn ang="0">
                <a:pos x="connsiteX5220" y="connsiteY5220"/>
              </a:cxn>
              <a:cxn ang="0">
                <a:pos x="connsiteX5221" y="connsiteY5221"/>
              </a:cxn>
              <a:cxn ang="0">
                <a:pos x="connsiteX5222" y="connsiteY5222"/>
              </a:cxn>
              <a:cxn ang="0">
                <a:pos x="connsiteX5223" y="connsiteY5223"/>
              </a:cxn>
              <a:cxn ang="0">
                <a:pos x="connsiteX5224" y="connsiteY5224"/>
              </a:cxn>
              <a:cxn ang="0">
                <a:pos x="connsiteX5225" y="connsiteY5225"/>
              </a:cxn>
              <a:cxn ang="0">
                <a:pos x="connsiteX5226" y="connsiteY5226"/>
              </a:cxn>
              <a:cxn ang="0">
                <a:pos x="connsiteX5227" y="connsiteY5227"/>
              </a:cxn>
              <a:cxn ang="0">
                <a:pos x="connsiteX5228" y="connsiteY5228"/>
              </a:cxn>
              <a:cxn ang="0">
                <a:pos x="connsiteX5229" y="connsiteY5229"/>
              </a:cxn>
              <a:cxn ang="0">
                <a:pos x="connsiteX5230" y="connsiteY5230"/>
              </a:cxn>
              <a:cxn ang="0">
                <a:pos x="connsiteX5231" y="connsiteY5231"/>
              </a:cxn>
              <a:cxn ang="0">
                <a:pos x="connsiteX5232" y="connsiteY5232"/>
              </a:cxn>
              <a:cxn ang="0">
                <a:pos x="connsiteX5233" y="connsiteY5233"/>
              </a:cxn>
              <a:cxn ang="0">
                <a:pos x="connsiteX5234" y="connsiteY5234"/>
              </a:cxn>
              <a:cxn ang="0">
                <a:pos x="connsiteX5235" y="connsiteY5235"/>
              </a:cxn>
              <a:cxn ang="0">
                <a:pos x="connsiteX5236" y="connsiteY5236"/>
              </a:cxn>
              <a:cxn ang="0">
                <a:pos x="connsiteX5237" y="connsiteY5237"/>
              </a:cxn>
              <a:cxn ang="0">
                <a:pos x="connsiteX5238" y="connsiteY5238"/>
              </a:cxn>
              <a:cxn ang="0">
                <a:pos x="connsiteX5239" y="connsiteY5239"/>
              </a:cxn>
              <a:cxn ang="0">
                <a:pos x="connsiteX5240" y="connsiteY5240"/>
              </a:cxn>
              <a:cxn ang="0">
                <a:pos x="connsiteX5241" y="connsiteY5241"/>
              </a:cxn>
              <a:cxn ang="0">
                <a:pos x="connsiteX5242" y="connsiteY5242"/>
              </a:cxn>
              <a:cxn ang="0">
                <a:pos x="connsiteX5243" y="connsiteY5243"/>
              </a:cxn>
              <a:cxn ang="0">
                <a:pos x="connsiteX5244" y="connsiteY5244"/>
              </a:cxn>
              <a:cxn ang="0">
                <a:pos x="connsiteX5245" y="connsiteY5245"/>
              </a:cxn>
              <a:cxn ang="0">
                <a:pos x="connsiteX5246" y="connsiteY5246"/>
              </a:cxn>
              <a:cxn ang="0">
                <a:pos x="connsiteX5247" y="connsiteY5247"/>
              </a:cxn>
              <a:cxn ang="0">
                <a:pos x="connsiteX5248" y="connsiteY5248"/>
              </a:cxn>
              <a:cxn ang="0">
                <a:pos x="connsiteX5249" y="connsiteY5249"/>
              </a:cxn>
              <a:cxn ang="0">
                <a:pos x="connsiteX5250" y="connsiteY5250"/>
              </a:cxn>
              <a:cxn ang="0">
                <a:pos x="connsiteX5251" y="connsiteY5251"/>
              </a:cxn>
              <a:cxn ang="0">
                <a:pos x="connsiteX5252" y="connsiteY5252"/>
              </a:cxn>
              <a:cxn ang="0">
                <a:pos x="connsiteX5253" y="connsiteY5253"/>
              </a:cxn>
              <a:cxn ang="0">
                <a:pos x="connsiteX5254" y="connsiteY5254"/>
              </a:cxn>
              <a:cxn ang="0">
                <a:pos x="connsiteX5255" y="connsiteY5255"/>
              </a:cxn>
              <a:cxn ang="0">
                <a:pos x="connsiteX5256" y="connsiteY5256"/>
              </a:cxn>
              <a:cxn ang="0">
                <a:pos x="connsiteX5257" y="connsiteY5257"/>
              </a:cxn>
              <a:cxn ang="0">
                <a:pos x="connsiteX5258" y="connsiteY5258"/>
              </a:cxn>
              <a:cxn ang="0">
                <a:pos x="connsiteX5259" y="connsiteY5259"/>
              </a:cxn>
              <a:cxn ang="0">
                <a:pos x="connsiteX5260" y="connsiteY5260"/>
              </a:cxn>
              <a:cxn ang="0">
                <a:pos x="connsiteX5261" y="connsiteY5261"/>
              </a:cxn>
              <a:cxn ang="0">
                <a:pos x="connsiteX5262" y="connsiteY5262"/>
              </a:cxn>
              <a:cxn ang="0">
                <a:pos x="connsiteX5263" y="connsiteY5263"/>
              </a:cxn>
              <a:cxn ang="0">
                <a:pos x="connsiteX5264" y="connsiteY5264"/>
              </a:cxn>
              <a:cxn ang="0">
                <a:pos x="connsiteX5265" y="connsiteY5265"/>
              </a:cxn>
              <a:cxn ang="0">
                <a:pos x="connsiteX5266" y="connsiteY5266"/>
              </a:cxn>
              <a:cxn ang="0">
                <a:pos x="connsiteX5267" y="connsiteY5267"/>
              </a:cxn>
              <a:cxn ang="0">
                <a:pos x="connsiteX5268" y="connsiteY5268"/>
              </a:cxn>
              <a:cxn ang="0">
                <a:pos x="connsiteX5269" y="connsiteY5269"/>
              </a:cxn>
              <a:cxn ang="0">
                <a:pos x="connsiteX5270" y="connsiteY5270"/>
              </a:cxn>
              <a:cxn ang="0">
                <a:pos x="connsiteX5271" y="connsiteY5271"/>
              </a:cxn>
              <a:cxn ang="0">
                <a:pos x="connsiteX5272" y="connsiteY5272"/>
              </a:cxn>
              <a:cxn ang="0">
                <a:pos x="connsiteX5273" y="connsiteY5273"/>
              </a:cxn>
              <a:cxn ang="0">
                <a:pos x="connsiteX5274" y="connsiteY5274"/>
              </a:cxn>
              <a:cxn ang="0">
                <a:pos x="connsiteX5275" y="connsiteY5275"/>
              </a:cxn>
              <a:cxn ang="0">
                <a:pos x="connsiteX5276" y="connsiteY5276"/>
              </a:cxn>
              <a:cxn ang="0">
                <a:pos x="connsiteX5277" y="connsiteY5277"/>
              </a:cxn>
              <a:cxn ang="0">
                <a:pos x="connsiteX5278" y="connsiteY5278"/>
              </a:cxn>
              <a:cxn ang="0">
                <a:pos x="connsiteX5279" y="connsiteY5279"/>
              </a:cxn>
              <a:cxn ang="0">
                <a:pos x="connsiteX5280" y="connsiteY5280"/>
              </a:cxn>
              <a:cxn ang="0">
                <a:pos x="connsiteX5281" y="connsiteY5281"/>
              </a:cxn>
              <a:cxn ang="0">
                <a:pos x="connsiteX5282" y="connsiteY5282"/>
              </a:cxn>
              <a:cxn ang="0">
                <a:pos x="connsiteX5283" y="connsiteY5283"/>
              </a:cxn>
              <a:cxn ang="0">
                <a:pos x="connsiteX5284" y="connsiteY5284"/>
              </a:cxn>
              <a:cxn ang="0">
                <a:pos x="connsiteX5285" y="connsiteY5285"/>
              </a:cxn>
              <a:cxn ang="0">
                <a:pos x="connsiteX5286" y="connsiteY5286"/>
              </a:cxn>
              <a:cxn ang="0">
                <a:pos x="connsiteX5287" y="connsiteY5287"/>
              </a:cxn>
              <a:cxn ang="0">
                <a:pos x="connsiteX5288" y="connsiteY5288"/>
              </a:cxn>
              <a:cxn ang="0">
                <a:pos x="connsiteX5289" y="connsiteY5289"/>
              </a:cxn>
              <a:cxn ang="0">
                <a:pos x="connsiteX5290" y="connsiteY5290"/>
              </a:cxn>
              <a:cxn ang="0">
                <a:pos x="connsiteX5291" y="connsiteY5291"/>
              </a:cxn>
              <a:cxn ang="0">
                <a:pos x="connsiteX5292" y="connsiteY5292"/>
              </a:cxn>
              <a:cxn ang="0">
                <a:pos x="connsiteX5293" y="connsiteY5293"/>
              </a:cxn>
              <a:cxn ang="0">
                <a:pos x="connsiteX5294" y="connsiteY5294"/>
              </a:cxn>
              <a:cxn ang="0">
                <a:pos x="connsiteX5295" y="connsiteY5295"/>
              </a:cxn>
              <a:cxn ang="0">
                <a:pos x="connsiteX5296" y="connsiteY5296"/>
              </a:cxn>
              <a:cxn ang="0">
                <a:pos x="connsiteX5297" y="connsiteY5297"/>
              </a:cxn>
              <a:cxn ang="0">
                <a:pos x="connsiteX5298" y="connsiteY5298"/>
              </a:cxn>
              <a:cxn ang="0">
                <a:pos x="connsiteX5299" y="connsiteY5299"/>
              </a:cxn>
              <a:cxn ang="0">
                <a:pos x="connsiteX5300" y="connsiteY5300"/>
              </a:cxn>
              <a:cxn ang="0">
                <a:pos x="connsiteX5301" y="connsiteY5301"/>
              </a:cxn>
              <a:cxn ang="0">
                <a:pos x="connsiteX5302" y="connsiteY5302"/>
              </a:cxn>
              <a:cxn ang="0">
                <a:pos x="connsiteX5303" y="connsiteY5303"/>
              </a:cxn>
              <a:cxn ang="0">
                <a:pos x="connsiteX5304" y="connsiteY5304"/>
              </a:cxn>
              <a:cxn ang="0">
                <a:pos x="connsiteX5305" y="connsiteY5305"/>
              </a:cxn>
              <a:cxn ang="0">
                <a:pos x="connsiteX5306" y="connsiteY5306"/>
              </a:cxn>
              <a:cxn ang="0">
                <a:pos x="connsiteX5307" y="connsiteY5307"/>
              </a:cxn>
              <a:cxn ang="0">
                <a:pos x="connsiteX5308" y="connsiteY5308"/>
              </a:cxn>
              <a:cxn ang="0">
                <a:pos x="connsiteX5309" y="connsiteY5309"/>
              </a:cxn>
              <a:cxn ang="0">
                <a:pos x="connsiteX5310" y="connsiteY5310"/>
              </a:cxn>
              <a:cxn ang="0">
                <a:pos x="connsiteX5311" y="connsiteY5311"/>
              </a:cxn>
              <a:cxn ang="0">
                <a:pos x="connsiteX5312" y="connsiteY5312"/>
              </a:cxn>
              <a:cxn ang="0">
                <a:pos x="connsiteX5313" y="connsiteY5313"/>
              </a:cxn>
              <a:cxn ang="0">
                <a:pos x="connsiteX5314" y="connsiteY5314"/>
              </a:cxn>
              <a:cxn ang="0">
                <a:pos x="connsiteX5315" y="connsiteY5315"/>
              </a:cxn>
              <a:cxn ang="0">
                <a:pos x="connsiteX5316" y="connsiteY5316"/>
              </a:cxn>
              <a:cxn ang="0">
                <a:pos x="connsiteX5317" y="connsiteY5317"/>
              </a:cxn>
              <a:cxn ang="0">
                <a:pos x="connsiteX5318" y="connsiteY5318"/>
              </a:cxn>
              <a:cxn ang="0">
                <a:pos x="connsiteX5319" y="connsiteY5319"/>
              </a:cxn>
              <a:cxn ang="0">
                <a:pos x="connsiteX5320" y="connsiteY5320"/>
              </a:cxn>
              <a:cxn ang="0">
                <a:pos x="connsiteX5321" y="connsiteY5321"/>
              </a:cxn>
              <a:cxn ang="0">
                <a:pos x="connsiteX5322" y="connsiteY5322"/>
              </a:cxn>
              <a:cxn ang="0">
                <a:pos x="connsiteX5323" y="connsiteY5323"/>
              </a:cxn>
              <a:cxn ang="0">
                <a:pos x="connsiteX5324" y="connsiteY5324"/>
              </a:cxn>
              <a:cxn ang="0">
                <a:pos x="connsiteX5325" y="connsiteY5325"/>
              </a:cxn>
              <a:cxn ang="0">
                <a:pos x="connsiteX5326" y="connsiteY5326"/>
              </a:cxn>
              <a:cxn ang="0">
                <a:pos x="connsiteX5327" y="connsiteY5327"/>
              </a:cxn>
              <a:cxn ang="0">
                <a:pos x="connsiteX5328" y="connsiteY5328"/>
              </a:cxn>
              <a:cxn ang="0">
                <a:pos x="connsiteX5329" y="connsiteY5329"/>
              </a:cxn>
              <a:cxn ang="0">
                <a:pos x="connsiteX5330" y="connsiteY5330"/>
              </a:cxn>
              <a:cxn ang="0">
                <a:pos x="connsiteX5331" y="connsiteY5331"/>
              </a:cxn>
              <a:cxn ang="0">
                <a:pos x="connsiteX5332" y="connsiteY5332"/>
              </a:cxn>
              <a:cxn ang="0">
                <a:pos x="connsiteX5333" y="connsiteY5333"/>
              </a:cxn>
              <a:cxn ang="0">
                <a:pos x="connsiteX5334" y="connsiteY5334"/>
              </a:cxn>
              <a:cxn ang="0">
                <a:pos x="connsiteX5335" y="connsiteY5335"/>
              </a:cxn>
              <a:cxn ang="0">
                <a:pos x="connsiteX5336" y="connsiteY5336"/>
              </a:cxn>
              <a:cxn ang="0">
                <a:pos x="connsiteX5337" y="connsiteY5337"/>
              </a:cxn>
              <a:cxn ang="0">
                <a:pos x="connsiteX5338" y="connsiteY5338"/>
              </a:cxn>
              <a:cxn ang="0">
                <a:pos x="connsiteX5339" y="connsiteY5339"/>
              </a:cxn>
              <a:cxn ang="0">
                <a:pos x="connsiteX5340" y="connsiteY5340"/>
              </a:cxn>
              <a:cxn ang="0">
                <a:pos x="connsiteX5341" y="connsiteY5341"/>
              </a:cxn>
              <a:cxn ang="0">
                <a:pos x="connsiteX5342" y="connsiteY5342"/>
              </a:cxn>
              <a:cxn ang="0">
                <a:pos x="connsiteX5343" y="connsiteY5343"/>
              </a:cxn>
              <a:cxn ang="0">
                <a:pos x="connsiteX5344" y="connsiteY5344"/>
              </a:cxn>
              <a:cxn ang="0">
                <a:pos x="connsiteX5345" y="connsiteY5345"/>
              </a:cxn>
              <a:cxn ang="0">
                <a:pos x="connsiteX5346" y="connsiteY5346"/>
              </a:cxn>
              <a:cxn ang="0">
                <a:pos x="connsiteX5347" y="connsiteY5347"/>
              </a:cxn>
              <a:cxn ang="0">
                <a:pos x="connsiteX5348" y="connsiteY5348"/>
              </a:cxn>
              <a:cxn ang="0">
                <a:pos x="connsiteX5349" y="connsiteY5349"/>
              </a:cxn>
              <a:cxn ang="0">
                <a:pos x="connsiteX5350" y="connsiteY5350"/>
              </a:cxn>
              <a:cxn ang="0">
                <a:pos x="connsiteX5351" y="connsiteY5351"/>
              </a:cxn>
              <a:cxn ang="0">
                <a:pos x="connsiteX5352" y="connsiteY5352"/>
              </a:cxn>
              <a:cxn ang="0">
                <a:pos x="connsiteX5353" y="connsiteY5353"/>
              </a:cxn>
              <a:cxn ang="0">
                <a:pos x="connsiteX5354" y="connsiteY5354"/>
              </a:cxn>
              <a:cxn ang="0">
                <a:pos x="connsiteX5355" y="connsiteY5355"/>
              </a:cxn>
              <a:cxn ang="0">
                <a:pos x="connsiteX5356" y="connsiteY5356"/>
              </a:cxn>
              <a:cxn ang="0">
                <a:pos x="connsiteX5357" y="connsiteY5357"/>
              </a:cxn>
              <a:cxn ang="0">
                <a:pos x="connsiteX5358" y="connsiteY5358"/>
              </a:cxn>
              <a:cxn ang="0">
                <a:pos x="connsiteX5359" y="connsiteY5359"/>
              </a:cxn>
              <a:cxn ang="0">
                <a:pos x="connsiteX5360" y="connsiteY5360"/>
              </a:cxn>
              <a:cxn ang="0">
                <a:pos x="connsiteX5361" y="connsiteY5361"/>
              </a:cxn>
              <a:cxn ang="0">
                <a:pos x="connsiteX5362" y="connsiteY5362"/>
              </a:cxn>
              <a:cxn ang="0">
                <a:pos x="connsiteX5363" y="connsiteY5363"/>
              </a:cxn>
              <a:cxn ang="0">
                <a:pos x="connsiteX5364" y="connsiteY5364"/>
              </a:cxn>
              <a:cxn ang="0">
                <a:pos x="connsiteX5365" y="connsiteY5365"/>
              </a:cxn>
              <a:cxn ang="0">
                <a:pos x="connsiteX5366" y="connsiteY5366"/>
              </a:cxn>
              <a:cxn ang="0">
                <a:pos x="connsiteX5367" y="connsiteY5367"/>
              </a:cxn>
              <a:cxn ang="0">
                <a:pos x="connsiteX5368" y="connsiteY5368"/>
              </a:cxn>
              <a:cxn ang="0">
                <a:pos x="connsiteX5369" y="connsiteY5369"/>
              </a:cxn>
              <a:cxn ang="0">
                <a:pos x="connsiteX5370" y="connsiteY5370"/>
              </a:cxn>
              <a:cxn ang="0">
                <a:pos x="connsiteX5371" y="connsiteY5371"/>
              </a:cxn>
              <a:cxn ang="0">
                <a:pos x="connsiteX5372" y="connsiteY5372"/>
              </a:cxn>
              <a:cxn ang="0">
                <a:pos x="connsiteX5373" y="connsiteY5373"/>
              </a:cxn>
              <a:cxn ang="0">
                <a:pos x="connsiteX5374" y="connsiteY5374"/>
              </a:cxn>
              <a:cxn ang="0">
                <a:pos x="connsiteX5375" y="connsiteY5375"/>
              </a:cxn>
              <a:cxn ang="0">
                <a:pos x="connsiteX5376" y="connsiteY5376"/>
              </a:cxn>
              <a:cxn ang="0">
                <a:pos x="connsiteX5377" y="connsiteY5377"/>
              </a:cxn>
              <a:cxn ang="0">
                <a:pos x="connsiteX5378" y="connsiteY5378"/>
              </a:cxn>
              <a:cxn ang="0">
                <a:pos x="connsiteX5379" y="connsiteY5379"/>
              </a:cxn>
              <a:cxn ang="0">
                <a:pos x="connsiteX5380" y="connsiteY5380"/>
              </a:cxn>
              <a:cxn ang="0">
                <a:pos x="connsiteX5381" y="connsiteY5381"/>
              </a:cxn>
              <a:cxn ang="0">
                <a:pos x="connsiteX5382" y="connsiteY5382"/>
              </a:cxn>
              <a:cxn ang="0">
                <a:pos x="connsiteX5383" y="connsiteY5383"/>
              </a:cxn>
              <a:cxn ang="0">
                <a:pos x="connsiteX5384" y="connsiteY5384"/>
              </a:cxn>
              <a:cxn ang="0">
                <a:pos x="connsiteX5385" y="connsiteY5385"/>
              </a:cxn>
              <a:cxn ang="0">
                <a:pos x="connsiteX5386" y="connsiteY5386"/>
              </a:cxn>
              <a:cxn ang="0">
                <a:pos x="connsiteX5387" y="connsiteY5387"/>
              </a:cxn>
              <a:cxn ang="0">
                <a:pos x="connsiteX5388" y="connsiteY5388"/>
              </a:cxn>
              <a:cxn ang="0">
                <a:pos x="connsiteX5389" y="connsiteY5389"/>
              </a:cxn>
              <a:cxn ang="0">
                <a:pos x="connsiteX5390" y="connsiteY5390"/>
              </a:cxn>
              <a:cxn ang="0">
                <a:pos x="connsiteX5391" y="connsiteY5391"/>
              </a:cxn>
              <a:cxn ang="0">
                <a:pos x="connsiteX5392" y="connsiteY5392"/>
              </a:cxn>
              <a:cxn ang="0">
                <a:pos x="connsiteX5393" y="connsiteY5393"/>
              </a:cxn>
              <a:cxn ang="0">
                <a:pos x="connsiteX5394" y="connsiteY5394"/>
              </a:cxn>
              <a:cxn ang="0">
                <a:pos x="connsiteX5395" y="connsiteY5395"/>
              </a:cxn>
              <a:cxn ang="0">
                <a:pos x="connsiteX5396" y="connsiteY5396"/>
              </a:cxn>
              <a:cxn ang="0">
                <a:pos x="connsiteX5397" y="connsiteY5397"/>
              </a:cxn>
              <a:cxn ang="0">
                <a:pos x="connsiteX5398" y="connsiteY5398"/>
              </a:cxn>
              <a:cxn ang="0">
                <a:pos x="connsiteX5399" y="connsiteY5399"/>
              </a:cxn>
              <a:cxn ang="0">
                <a:pos x="connsiteX5400" y="connsiteY5400"/>
              </a:cxn>
              <a:cxn ang="0">
                <a:pos x="connsiteX5401" y="connsiteY5401"/>
              </a:cxn>
              <a:cxn ang="0">
                <a:pos x="connsiteX5402" y="connsiteY5402"/>
              </a:cxn>
              <a:cxn ang="0">
                <a:pos x="connsiteX5403" y="connsiteY5403"/>
              </a:cxn>
              <a:cxn ang="0">
                <a:pos x="connsiteX5404" y="connsiteY5404"/>
              </a:cxn>
              <a:cxn ang="0">
                <a:pos x="connsiteX5405" y="connsiteY5405"/>
              </a:cxn>
              <a:cxn ang="0">
                <a:pos x="connsiteX5406" y="connsiteY5406"/>
              </a:cxn>
              <a:cxn ang="0">
                <a:pos x="connsiteX5407" y="connsiteY5407"/>
              </a:cxn>
              <a:cxn ang="0">
                <a:pos x="connsiteX5408" y="connsiteY5408"/>
              </a:cxn>
              <a:cxn ang="0">
                <a:pos x="connsiteX5409" y="connsiteY5409"/>
              </a:cxn>
              <a:cxn ang="0">
                <a:pos x="connsiteX5410" y="connsiteY5410"/>
              </a:cxn>
              <a:cxn ang="0">
                <a:pos x="connsiteX5411" y="connsiteY5411"/>
              </a:cxn>
              <a:cxn ang="0">
                <a:pos x="connsiteX5412" y="connsiteY5412"/>
              </a:cxn>
              <a:cxn ang="0">
                <a:pos x="connsiteX5413" y="connsiteY5413"/>
              </a:cxn>
              <a:cxn ang="0">
                <a:pos x="connsiteX5414" y="connsiteY5414"/>
              </a:cxn>
              <a:cxn ang="0">
                <a:pos x="connsiteX5415" y="connsiteY5415"/>
              </a:cxn>
              <a:cxn ang="0">
                <a:pos x="connsiteX5416" y="connsiteY5416"/>
              </a:cxn>
              <a:cxn ang="0">
                <a:pos x="connsiteX5417" y="connsiteY5417"/>
              </a:cxn>
              <a:cxn ang="0">
                <a:pos x="connsiteX5418" y="connsiteY5418"/>
              </a:cxn>
              <a:cxn ang="0">
                <a:pos x="connsiteX5419" y="connsiteY5419"/>
              </a:cxn>
              <a:cxn ang="0">
                <a:pos x="connsiteX5420" y="connsiteY5420"/>
              </a:cxn>
              <a:cxn ang="0">
                <a:pos x="connsiteX5421" y="connsiteY5421"/>
              </a:cxn>
              <a:cxn ang="0">
                <a:pos x="connsiteX5422" y="connsiteY5422"/>
              </a:cxn>
              <a:cxn ang="0">
                <a:pos x="connsiteX5423" y="connsiteY5423"/>
              </a:cxn>
              <a:cxn ang="0">
                <a:pos x="connsiteX5424" y="connsiteY5424"/>
              </a:cxn>
              <a:cxn ang="0">
                <a:pos x="connsiteX5425" y="connsiteY5425"/>
              </a:cxn>
              <a:cxn ang="0">
                <a:pos x="connsiteX5426" y="connsiteY5426"/>
              </a:cxn>
              <a:cxn ang="0">
                <a:pos x="connsiteX5427" y="connsiteY5427"/>
              </a:cxn>
              <a:cxn ang="0">
                <a:pos x="connsiteX5428" y="connsiteY5428"/>
              </a:cxn>
              <a:cxn ang="0">
                <a:pos x="connsiteX5429" y="connsiteY5429"/>
              </a:cxn>
              <a:cxn ang="0">
                <a:pos x="connsiteX5430" y="connsiteY5430"/>
              </a:cxn>
              <a:cxn ang="0">
                <a:pos x="connsiteX5431" y="connsiteY5431"/>
              </a:cxn>
              <a:cxn ang="0">
                <a:pos x="connsiteX5432" y="connsiteY5432"/>
              </a:cxn>
              <a:cxn ang="0">
                <a:pos x="connsiteX5433" y="connsiteY5433"/>
              </a:cxn>
              <a:cxn ang="0">
                <a:pos x="connsiteX5434" y="connsiteY5434"/>
              </a:cxn>
              <a:cxn ang="0">
                <a:pos x="connsiteX5435" y="connsiteY5435"/>
              </a:cxn>
              <a:cxn ang="0">
                <a:pos x="connsiteX5436" y="connsiteY5436"/>
              </a:cxn>
              <a:cxn ang="0">
                <a:pos x="connsiteX5437" y="connsiteY5437"/>
              </a:cxn>
              <a:cxn ang="0">
                <a:pos x="connsiteX5438" y="connsiteY5438"/>
              </a:cxn>
              <a:cxn ang="0">
                <a:pos x="connsiteX5439" y="connsiteY5439"/>
              </a:cxn>
              <a:cxn ang="0">
                <a:pos x="connsiteX5440" y="connsiteY5440"/>
              </a:cxn>
              <a:cxn ang="0">
                <a:pos x="connsiteX5441" y="connsiteY5441"/>
              </a:cxn>
              <a:cxn ang="0">
                <a:pos x="connsiteX5442" y="connsiteY5442"/>
              </a:cxn>
              <a:cxn ang="0">
                <a:pos x="connsiteX5443" y="connsiteY5443"/>
              </a:cxn>
              <a:cxn ang="0">
                <a:pos x="connsiteX5444" y="connsiteY5444"/>
              </a:cxn>
              <a:cxn ang="0">
                <a:pos x="connsiteX5445" y="connsiteY5445"/>
              </a:cxn>
              <a:cxn ang="0">
                <a:pos x="connsiteX5446" y="connsiteY5446"/>
              </a:cxn>
              <a:cxn ang="0">
                <a:pos x="connsiteX5447" y="connsiteY5447"/>
              </a:cxn>
              <a:cxn ang="0">
                <a:pos x="connsiteX5448" y="connsiteY5448"/>
              </a:cxn>
              <a:cxn ang="0">
                <a:pos x="connsiteX5449" y="connsiteY5449"/>
              </a:cxn>
              <a:cxn ang="0">
                <a:pos x="connsiteX5450" y="connsiteY5450"/>
              </a:cxn>
              <a:cxn ang="0">
                <a:pos x="connsiteX5451" y="connsiteY5451"/>
              </a:cxn>
              <a:cxn ang="0">
                <a:pos x="connsiteX5452" y="connsiteY5452"/>
              </a:cxn>
              <a:cxn ang="0">
                <a:pos x="connsiteX5453" y="connsiteY5453"/>
              </a:cxn>
              <a:cxn ang="0">
                <a:pos x="connsiteX5454" y="connsiteY5454"/>
              </a:cxn>
              <a:cxn ang="0">
                <a:pos x="connsiteX5455" y="connsiteY5455"/>
              </a:cxn>
              <a:cxn ang="0">
                <a:pos x="connsiteX5456" y="connsiteY5456"/>
              </a:cxn>
              <a:cxn ang="0">
                <a:pos x="connsiteX5457" y="connsiteY5457"/>
              </a:cxn>
              <a:cxn ang="0">
                <a:pos x="connsiteX5458" y="connsiteY5458"/>
              </a:cxn>
              <a:cxn ang="0">
                <a:pos x="connsiteX5459" y="connsiteY5459"/>
              </a:cxn>
              <a:cxn ang="0">
                <a:pos x="connsiteX5460" y="connsiteY5460"/>
              </a:cxn>
              <a:cxn ang="0">
                <a:pos x="connsiteX5461" y="connsiteY5461"/>
              </a:cxn>
              <a:cxn ang="0">
                <a:pos x="connsiteX5462" y="connsiteY5462"/>
              </a:cxn>
              <a:cxn ang="0">
                <a:pos x="connsiteX5463" y="connsiteY5463"/>
              </a:cxn>
              <a:cxn ang="0">
                <a:pos x="connsiteX5464" y="connsiteY5464"/>
              </a:cxn>
              <a:cxn ang="0">
                <a:pos x="connsiteX5465" y="connsiteY5465"/>
              </a:cxn>
              <a:cxn ang="0">
                <a:pos x="connsiteX5466" y="connsiteY5466"/>
              </a:cxn>
              <a:cxn ang="0">
                <a:pos x="connsiteX5467" y="connsiteY5467"/>
              </a:cxn>
              <a:cxn ang="0">
                <a:pos x="connsiteX5468" y="connsiteY5468"/>
              </a:cxn>
              <a:cxn ang="0">
                <a:pos x="connsiteX5469" y="connsiteY5469"/>
              </a:cxn>
              <a:cxn ang="0">
                <a:pos x="connsiteX5470" y="connsiteY5470"/>
              </a:cxn>
              <a:cxn ang="0">
                <a:pos x="connsiteX5471" y="connsiteY5471"/>
              </a:cxn>
              <a:cxn ang="0">
                <a:pos x="connsiteX5472" y="connsiteY5472"/>
              </a:cxn>
              <a:cxn ang="0">
                <a:pos x="connsiteX5473" y="connsiteY5473"/>
              </a:cxn>
              <a:cxn ang="0">
                <a:pos x="connsiteX5474" y="connsiteY5474"/>
              </a:cxn>
              <a:cxn ang="0">
                <a:pos x="connsiteX5475" y="connsiteY5475"/>
              </a:cxn>
              <a:cxn ang="0">
                <a:pos x="connsiteX5476" y="connsiteY5476"/>
              </a:cxn>
              <a:cxn ang="0">
                <a:pos x="connsiteX5477" y="connsiteY5477"/>
              </a:cxn>
              <a:cxn ang="0">
                <a:pos x="connsiteX5478" y="connsiteY5478"/>
              </a:cxn>
              <a:cxn ang="0">
                <a:pos x="connsiteX5479" y="connsiteY5479"/>
              </a:cxn>
              <a:cxn ang="0">
                <a:pos x="connsiteX5480" y="connsiteY5480"/>
              </a:cxn>
              <a:cxn ang="0">
                <a:pos x="connsiteX5481" y="connsiteY5481"/>
              </a:cxn>
              <a:cxn ang="0">
                <a:pos x="connsiteX5482" y="connsiteY5482"/>
              </a:cxn>
              <a:cxn ang="0">
                <a:pos x="connsiteX5483" y="connsiteY5483"/>
              </a:cxn>
              <a:cxn ang="0">
                <a:pos x="connsiteX5484" y="connsiteY5484"/>
              </a:cxn>
              <a:cxn ang="0">
                <a:pos x="connsiteX5485" y="connsiteY5485"/>
              </a:cxn>
              <a:cxn ang="0">
                <a:pos x="connsiteX5486" y="connsiteY5486"/>
              </a:cxn>
              <a:cxn ang="0">
                <a:pos x="connsiteX5487" y="connsiteY5487"/>
              </a:cxn>
              <a:cxn ang="0">
                <a:pos x="connsiteX5488" y="connsiteY5488"/>
              </a:cxn>
              <a:cxn ang="0">
                <a:pos x="connsiteX5489" y="connsiteY5489"/>
              </a:cxn>
              <a:cxn ang="0">
                <a:pos x="connsiteX5490" y="connsiteY5490"/>
              </a:cxn>
              <a:cxn ang="0">
                <a:pos x="connsiteX5491" y="connsiteY5491"/>
              </a:cxn>
              <a:cxn ang="0">
                <a:pos x="connsiteX5492" y="connsiteY5492"/>
              </a:cxn>
              <a:cxn ang="0">
                <a:pos x="connsiteX5493" y="connsiteY5493"/>
              </a:cxn>
              <a:cxn ang="0">
                <a:pos x="connsiteX5494" y="connsiteY5494"/>
              </a:cxn>
              <a:cxn ang="0">
                <a:pos x="connsiteX5495" y="connsiteY5495"/>
              </a:cxn>
              <a:cxn ang="0">
                <a:pos x="connsiteX5496" y="connsiteY5496"/>
              </a:cxn>
              <a:cxn ang="0">
                <a:pos x="connsiteX5497" y="connsiteY5497"/>
              </a:cxn>
              <a:cxn ang="0">
                <a:pos x="connsiteX5498" y="connsiteY5498"/>
              </a:cxn>
              <a:cxn ang="0">
                <a:pos x="connsiteX5499" y="connsiteY5499"/>
              </a:cxn>
              <a:cxn ang="0">
                <a:pos x="connsiteX5500" y="connsiteY5500"/>
              </a:cxn>
              <a:cxn ang="0">
                <a:pos x="connsiteX5501" y="connsiteY5501"/>
              </a:cxn>
              <a:cxn ang="0">
                <a:pos x="connsiteX5502" y="connsiteY5502"/>
              </a:cxn>
              <a:cxn ang="0">
                <a:pos x="connsiteX5503" y="connsiteY5503"/>
              </a:cxn>
              <a:cxn ang="0">
                <a:pos x="connsiteX5504" y="connsiteY5504"/>
              </a:cxn>
              <a:cxn ang="0">
                <a:pos x="connsiteX5505" y="connsiteY5505"/>
              </a:cxn>
              <a:cxn ang="0">
                <a:pos x="connsiteX5506" y="connsiteY5506"/>
              </a:cxn>
              <a:cxn ang="0">
                <a:pos x="connsiteX5507" y="connsiteY5507"/>
              </a:cxn>
              <a:cxn ang="0">
                <a:pos x="connsiteX5508" y="connsiteY5508"/>
              </a:cxn>
              <a:cxn ang="0">
                <a:pos x="connsiteX5509" y="connsiteY5509"/>
              </a:cxn>
              <a:cxn ang="0">
                <a:pos x="connsiteX5510" y="connsiteY5510"/>
              </a:cxn>
              <a:cxn ang="0">
                <a:pos x="connsiteX5511" y="connsiteY5511"/>
              </a:cxn>
              <a:cxn ang="0">
                <a:pos x="connsiteX5512" y="connsiteY5512"/>
              </a:cxn>
              <a:cxn ang="0">
                <a:pos x="connsiteX5513" y="connsiteY5513"/>
              </a:cxn>
              <a:cxn ang="0">
                <a:pos x="connsiteX5514" y="connsiteY5514"/>
              </a:cxn>
              <a:cxn ang="0">
                <a:pos x="connsiteX5515" y="connsiteY5515"/>
              </a:cxn>
              <a:cxn ang="0">
                <a:pos x="connsiteX5516" y="connsiteY5516"/>
              </a:cxn>
              <a:cxn ang="0">
                <a:pos x="connsiteX5517" y="connsiteY5517"/>
              </a:cxn>
              <a:cxn ang="0">
                <a:pos x="connsiteX5518" y="connsiteY5518"/>
              </a:cxn>
              <a:cxn ang="0">
                <a:pos x="connsiteX5519" y="connsiteY5519"/>
              </a:cxn>
              <a:cxn ang="0">
                <a:pos x="connsiteX5520" y="connsiteY5520"/>
              </a:cxn>
              <a:cxn ang="0">
                <a:pos x="connsiteX5521" y="connsiteY5521"/>
              </a:cxn>
              <a:cxn ang="0">
                <a:pos x="connsiteX5522" y="connsiteY5522"/>
              </a:cxn>
              <a:cxn ang="0">
                <a:pos x="connsiteX5523" y="connsiteY5523"/>
              </a:cxn>
              <a:cxn ang="0">
                <a:pos x="connsiteX5524" y="connsiteY5524"/>
              </a:cxn>
              <a:cxn ang="0">
                <a:pos x="connsiteX5525" y="connsiteY5525"/>
              </a:cxn>
              <a:cxn ang="0">
                <a:pos x="connsiteX5526" y="connsiteY5526"/>
              </a:cxn>
              <a:cxn ang="0">
                <a:pos x="connsiteX5527" y="connsiteY5527"/>
              </a:cxn>
              <a:cxn ang="0">
                <a:pos x="connsiteX5528" y="connsiteY5528"/>
              </a:cxn>
              <a:cxn ang="0">
                <a:pos x="connsiteX5529" y="connsiteY5529"/>
              </a:cxn>
              <a:cxn ang="0">
                <a:pos x="connsiteX5530" y="connsiteY5530"/>
              </a:cxn>
              <a:cxn ang="0">
                <a:pos x="connsiteX5531" y="connsiteY5531"/>
              </a:cxn>
              <a:cxn ang="0">
                <a:pos x="connsiteX5532" y="connsiteY5532"/>
              </a:cxn>
              <a:cxn ang="0">
                <a:pos x="connsiteX5533" y="connsiteY5533"/>
              </a:cxn>
              <a:cxn ang="0">
                <a:pos x="connsiteX5534" y="connsiteY5534"/>
              </a:cxn>
              <a:cxn ang="0">
                <a:pos x="connsiteX5535" y="connsiteY5535"/>
              </a:cxn>
              <a:cxn ang="0">
                <a:pos x="connsiteX5536" y="connsiteY5536"/>
              </a:cxn>
              <a:cxn ang="0">
                <a:pos x="connsiteX5537" y="connsiteY5537"/>
              </a:cxn>
              <a:cxn ang="0">
                <a:pos x="connsiteX5538" y="connsiteY5538"/>
              </a:cxn>
              <a:cxn ang="0">
                <a:pos x="connsiteX5539" y="connsiteY5539"/>
              </a:cxn>
              <a:cxn ang="0">
                <a:pos x="connsiteX5540" y="connsiteY5540"/>
              </a:cxn>
              <a:cxn ang="0">
                <a:pos x="connsiteX5541" y="connsiteY5541"/>
              </a:cxn>
              <a:cxn ang="0">
                <a:pos x="connsiteX5542" y="connsiteY5542"/>
              </a:cxn>
              <a:cxn ang="0">
                <a:pos x="connsiteX5543" y="connsiteY5543"/>
              </a:cxn>
              <a:cxn ang="0">
                <a:pos x="connsiteX5544" y="connsiteY5544"/>
              </a:cxn>
              <a:cxn ang="0">
                <a:pos x="connsiteX5545" y="connsiteY5545"/>
              </a:cxn>
              <a:cxn ang="0">
                <a:pos x="connsiteX5546" y="connsiteY5546"/>
              </a:cxn>
              <a:cxn ang="0">
                <a:pos x="connsiteX5547" y="connsiteY5547"/>
              </a:cxn>
              <a:cxn ang="0">
                <a:pos x="connsiteX5548" y="connsiteY5548"/>
              </a:cxn>
              <a:cxn ang="0">
                <a:pos x="connsiteX5549" y="connsiteY5549"/>
              </a:cxn>
              <a:cxn ang="0">
                <a:pos x="connsiteX5550" y="connsiteY5550"/>
              </a:cxn>
              <a:cxn ang="0">
                <a:pos x="connsiteX5551" y="connsiteY5551"/>
              </a:cxn>
              <a:cxn ang="0">
                <a:pos x="connsiteX5552" y="connsiteY5552"/>
              </a:cxn>
              <a:cxn ang="0">
                <a:pos x="connsiteX5553" y="connsiteY5553"/>
              </a:cxn>
              <a:cxn ang="0">
                <a:pos x="connsiteX5554" y="connsiteY5554"/>
              </a:cxn>
              <a:cxn ang="0">
                <a:pos x="connsiteX5555" y="connsiteY5555"/>
              </a:cxn>
              <a:cxn ang="0">
                <a:pos x="connsiteX5556" y="connsiteY5556"/>
              </a:cxn>
              <a:cxn ang="0">
                <a:pos x="connsiteX5557" y="connsiteY5557"/>
              </a:cxn>
              <a:cxn ang="0">
                <a:pos x="connsiteX5558" y="connsiteY5558"/>
              </a:cxn>
              <a:cxn ang="0">
                <a:pos x="connsiteX5559" y="connsiteY5559"/>
              </a:cxn>
              <a:cxn ang="0">
                <a:pos x="connsiteX5560" y="connsiteY5560"/>
              </a:cxn>
              <a:cxn ang="0">
                <a:pos x="connsiteX5561" y="connsiteY5561"/>
              </a:cxn>
              <a:cxn ang="0">
                <a:pos x="connsiteX5562" y="connsiteY5562"/>
              </a:cxn>
              <a:cxn ang="0">
                <a:pos x="connsiteX5563" y="connsiteY5563"/>
              </a:cxn>
              <a:cxn ang="0">
                <a:pos x="connsiteX5564" y="connsiteY5564"/>
              </a:cxn>
              <a:cxn ang="0">
                <a:pos x="connsiteX5565" y="connsiteY5565"/>
              </a:cxn>
              <a:cxn ang="0">
                <a:pos x="connsiteX5566" y="connsiteY5566"/>
              </a:cxn>
              <a:cxn ang="0">
                <a:pos x="connsiteX5567" y="connsiteY5567"/>
              </a:cxn>
              <a:cxn ang="0">
                <a:pos x="connsiteX5568" y="connsiteY5568"/>
              </a:cxn>
              <a:cxn ang="0">
                <a:pos x="connsiteX5569" y="connsiteY5569"/>
              </a:cxn>
              <a:cxn ang="0">
                <a:pos x="connsiteX5570" y="connsiteY5570"/>
              </a:cxn>
              <a:cxn ang="0">
                <a:pos x="connsiteX5571" y="connsiteY5571"/>
              </a:cxn>
              <a:cxn ang="0">
                <a:pos x="connsiteX5572" y="connsiteY5572"/>
              </a:cxn>
              <a:cxn ang="0">
                <a:pos x="connsiteX5573" y="connsiteY5573"/>
              </a:cxn>
              <a:cxn ang="0">
                <a:pos x="connsiteX5574" y="connsiteY5574"/>
              </a:cxn>
              <a:cxn ang="0">
                <a:pos x="connsiteX5575" y="connsiteY5575"/>
              </a:cxn>
              <a:cxn ang="0">
                <a:pos x="connsiteX5576" y="connsiteY5576"/>
              </a:cxn>
              <a:cxn ang="0">
                <a:pos x="connsiteX5577" y="connsiteY5577"/>
              </a:cxn>
              <a:cxn ang="0">
                <a:pos x="connsiteX5578" y="connsiteY5578"/>
              </a:cxn>
              <a:cxn ang="0">
                <a:pos x="connsiteX5579" y="connsiteY5579"/>
              </a:cxn>
              <a:cxn ang="0">
                <a:pos x="connsiteX5580" y="connsiteY5580"/>
              </a:cxn>
              <a:cxn ang="0">
                <a:pos x="connsiteX5581" y="connsiteY5581"/>
              </a:cxn>
              <a:cxn ang="0">
                <a:pos x="connsiteX5582" y="connsiteY5582"/>
              </a:cxn>
              <a:cxn ang="0">
                <a:pos x="connsiteX5583" y="connsiteY5583"/>
              </a:cxn>
              <a:cxn ang="0">
                <a:pos x="connsiteX5584" y="connsiteY5584"/>
              </a:cxn>
              <a:cxn ang="0">
                <a:pos x="connsiteX5585" y="connsiteY5585"/>
              </a:cxn>
              <a:cxn ang="0">
                <a:pos x="connsiteX5586" y="connsiteY5586"/>
              </a:cxn>
              <a:cxn ang="0">
                <a:pos x="connsiteX5587" y="connsiteY5587"/>
              </a:cxn>
              <a:cxn ang="0">
                <a:pos x="connsiteX5588" y="connsiteY5588"/>
              </a:cxn>
              <a:cxn ang="0">
                <a:pos x="connsiteX5589" y="connsiteY5589"/>
              </a:cxn>
              <a:cxn ang="0">
                <a:pos x="connsiteX5590" y="connsiteY5590"/>
              </a:cxn>
              <a:cxn ang="0">
                <a:pos x="connsiteX5591" y="connsiteY5591"/>
              </a:cxn>
              <a:cxn ang="0">
                <a:pos x="connsiteX5592" y="connsiteY5592"/>
              </a:cxn>
              <a:cxn ang="0">
                <a:pos x="connsiteX5593" y="connsiteY5593"/>
              </a:cxn>
              <a:cxn ang="0">
                <a:pos x="connsiteX5594" y="connsiteY5594"/>
              </a:cxn>
              <a:cxn ang="0">
                <a:pos x="connsiteX5595" y="connsiteY5595"/>
              </a:cxn>
              <a:cxn ang="0">
                <a:pos x="connsiteX5596" y="connsiteY5596"/>
              </a:cxn>
              <a:cxn ang="0">
                <a:pos x="connsiteX5597" y="connsiteY5597"/>
              </a:cxn>
              <a:cxn ang="0">
                <a:pos x="connsiteX5598" y="connsiteY5598"/>
              </a:cxn>
              <a:cxn ang="0">
                <a:pos x="connsiteX5599" y="connsiteY5599"/>
              </a:cxn>
              <a:cxn ang="0">
                <a:pos x="connsiteX5600" y="connsiteY5600"/>
              </a:cxn>
              <a:cxn ang="0">
                <a:pos x="connsiteX5601" y="connsiteY5601"/>
              </a:cxn>
              <a:cxn ang="0">
                <a:pos x="connsiteX5602" y="connsiteY5602"/>
              </a:cxn>
              <a:cxn ang="0">
                <a:pos x="connsiteX5603" y="connsiteY5603"/>
              </a:cxn>
              <a:cxn ang="0">
                <a:pos x="connsiteX5604" y="connsiteY5604"/>
              </a:cxn>
              <a:cxn ang="0">
                <a:pos x="connsiteX5605" y="connsiteY5605"/>
              </a:cxn>
              <a:cxn ang="0">
                <a:pos x="connsiteX5606" y="connsiteY5606"/>
              </a:cxn>
              <a:cxn ang="0">
                <a:pos x="connsiteX5607" y="connsiteY5607"/>
              </a:cxn>
              <a:cxn ang="0">
                <a:pos x="connsiteX5608" y="connsiteY5608"/>
              </a:cxn>
              <a:cxn ang="0">
                <a:pos x="connsiteX5609" y="connsiteY5609"/>
              </a:cxn>
              <a:cxn ang="0">
                <a:pos x="connsiteX5610" y="connsiteY5610"/>
              </a:cxn>
              <a:cxn ang="0">
                <a:pos x="connsiteX5611" y="connsiteY5611"/>
              </a:cxn>
              <a:cxn ang="0">
                <a:pos x="connsiteX5612" y="connsiteY5612"/>
              </a:cxn>
              <a:cxn ang="0">
                <a:pos x="connsiteX5613" y="connsiteY5613"/>
              </a:cxn>
              <a:cxn ang="0">
                <a:pos x="connsiteX5614" y="connsiteY5614"/>
              </a:cxn>
              <a:cxn ang="0">
                <a:pos x="connsiteX5615" y="connsiteY5615"/>
              </a:cxn>
              <a:cxn ang="0">
                <a:pos x="connsiteX5616" y="connsiteY5616"/>
              </a:cxn>
              <a:cxn ang="0">
                <a:pos x="connsiteX5617" y="connsiteY5617"/>
              </a:cxn>
              <a:cxn ang="0">
                <a:pos x="connsiteX5618" y="connsiteY5618"/>
              </a:cxn>
              <a:cxn ang="0">
                <a:pos x="connsiteX5619" y="connsiteY5619"/>
              </a:cxn>
              <a:cxn ang="0">
                <a:pos x="connsiteX5620" y="connsiteY5620"/>
              </a:cxn>
              <a:cxn ang="0">
                <a:pos x="connsiteX5621" y="connsiteY5621"/>
              </a:cxn>
              <a:cxn ang="0">
                <a:pos x="connsiteX5622" y="connsiteY5622"/>
              </a:cxn>
              <a:cxn ang="0">
                <a:pos x="connsiteX5623" y="connsiteY5623"/>
              </a:cxn>
              <a:cxn ang="0">
                <a:pos x="connsiteX5624" y="connsiteY5624"/>
              </a:cxn>
              <a:cxn ang="0">
                <a:pos x="connsiteX5625" y="connsiteY5625"/>
              </a:cxn>
              <a:cxn ang="0">
                <a:pos x="connsiteX5626" y="connsiteY5626"/>
              </a:cxn>
              <a:cxn ang="0">
                <a:pos x="connsiteX5627" y="connsiteY5627"/>
              </a:cxn>
              <a:cxn ang="0">
                <a:pos x="connsiteX5628" y="connsiteY5628"/>
              </a:cxn>
              <a:cxn ang="0">
                <a:pos x="connsiteX5629" y="connsiteY5629"/>
              </a:cxn>
              <a:cxn ang="0">
                <a:pos x="connsiteX5630" y="connsiteY5630"/>
              </a:cxn>
              <a:cxn ang="0">
                <a:pos x="connsiteX5631" y="connsiteY5631"/>
              </a:cxn>
              <a:cxn ang="0">
                <a:pos x="connsiteX5632" y="connsiteY5632"/>
              </a:cxn>
              <a:cxn ang="0">
                <a:pos x="connsiteX5633" y="connsiteY5633"/>
              </a:cxn>
              <a:cxn ang="0">
                <a:pos x="connsiteX5634" y="connsiteY5634"/>
              </a:cxn>
              <a:cxn ang="0">
                <a:pos x="connsiteX5635" y="connsiteY5635"/>
              </a:cxn>
              <a:cxn ang="0">
                <a:pos x="connsiteX5636" y="connsiteY5636"/>
              </a:cxn>
              <a:cxn ang="0">
                <a:pos x="connsiteX5637" y="connsiteY5637"/>
              </a:cxn>
              <a:cxn ang="0">
                <a:pos x="connsiteX5638" y="connsiteY5638"/>
              </a:cxn>
              <a:cxn ang="0">
                <a:pos x="connsiteX5639" y="connsiteY5639"/>
              </a:cxn>
              <a:cxn ang="0">
                <a:pos x="connsiteX5640" y="connsiteY5640"/>
              </a:cxn>
              <a:cxn ang="0">
                <a:pos x="connsiteX5641" y="connsiteY5641"/>
              </a:cxn>
              <a:cxn ang="0">
                <a:pos x="connsiteX5642" y="connsiteY5642"/>
              </a:cxn>
              <a:cxn ang="0">
                <a:pos x="connsiteX5643" y="connsiteY5643"/>
              </a:cxn>
              <a:cxn ang="0">
                <a:pos x="connsiteX5644" y="connsiteY5644"/>
              </a:cxn>
              <a:cxn ang="0">
                <a:pos x="connsiteX5645" y="connsiteY5645"/>
              </a:cxn>
              <a:cxn ang="0">
                <a:pos x="connsiteX5646" y="connsiteY5646"/>
              </a:cxn>
              <a:cxn ang="0">
                <a:pos x="connsiteX5647" y="connsiteY5647"/>
              </a:cxn>
              <a:cxn ang="0">
                <a:pos x="connsiteX5648" y="connsiteY5648"/>
              </a:cxn>
              <a:cxn ang="0">
                <a:pos x="connsiteX5649" y="connsiteY5649"/>
              </a:cxn>
              <a:cxn ang="0">
                <a:pos x="connsiteX5650" y="connsiteY5650"/>
              </a:cxn>
              <a:cxn ang="0">
                <a:pos x="connsiteX5651" y="connsiteY5651"/>
              </a:cxn>
              <a:cxn ang="0">
                <a:pos x="connsiteX5652" y="connsiteY5652"/>
              </a:cxn>
              <a:cxn ang="0">
                <a:pos x="connsiteX5653" y="connsiteY5653"/>
              </a:cxn>
              <a:cxn ang="0">
                <a:pos x="connsiteX5654" y="connsiteY5654"/>
              </a:cxn>
              <a:cxn ang="0">
                <a:pos x="connsiteX5655" y="connsiteY5655"/>
              </a:cxn>
              <a:cxn ang="0">
                <a:pos x="connsiteX5656" y="connsiteY5656"/>
              </a:cxn>
              <a:cxn ang="0">
                <a:pos x="connsiteX5657" y="connsiteY5657"/>
              </a:cxn>
              <a:cxn ang="0">
                <a:pos x="connsiteX5658" y="connsiteY5658"/>
              </a:cxn>
              <a:cxn ang="0">
                <a:pos x="connsiteX5659" y="connsiteY5659"/>
              </a:cxn>
              <a:cxn ang="0">
                <a:pos x="connsiteX5660" y="connsiteY5660"/>
              </a:cxn>
              <a:cxn ang="0">
                <a:pos x="connsiteX5661" y="connsiteY5661"/>
              </a:cxn>
              <a:cxn ang="0">
                <a:pos x="connsiteX5662" y="connsiteY5662"/>
              </a:cxn>
              <a:cxn ang="0">
                <a:pos x="connsiteX5663" y="connsiteY5663"/>
              </a:cxn>
              <a:cxn ang="0">
                <a:pos x="connsiteX5664" y="connsiteY5664"/>
              </a:cxn>
              <a:cxn ang="0">
                <a:pos x="connsiteX5665" y="connsiteY5665"/>
              </a:cxn>
              <a:cxn ang="0">
                <a:pos x="connsiteX5666" y="connsiteY5666"/>
              </a:cxn>
              <a:cxn ang="0">
                <a:pos x="connsiteX5667" y="connsiteY5667"/>
              </a:cxn>
              <a:cxn ang="0">
                <a:pos x="connsiteX5668" y="connsiteY5668"/>
              </a:cxn>
              <a:cxn ang="0">
                <a:pos x="connsiteX5669" y="connsiteY5669"/>
              </a:cxn>
              <a:cxn ang="0">
                <a:pos x="connsiteX5670" y="connsiteY5670"/>
              </a:cxn>
              <a:cxn ang="0">
                <a:pos x="connsiteX5671" y="connsiteY5671"/>
              </a:cxn>
              <a:cxn ang="0">
                <a:pos x="connsiteX5672" y="connsiteY5672"/>
              </a:cxn>
              <a:cxn ang="0">
                <a:pos x="connsiteX5673" y="connsiteY5673"/>
              </a:cxn>
              <a:cxn ang="0">
                <a:pos x="connsiteX5674" y="connsiteY5674"/>
              </a:cxn>
              <a:cxn ang="0">
                <a:pos x="connsiteX5675" y="connsiteY5675"/>
              </a:cxn>
              <a:cxn ang="0">
                <a:pos x="connsiteX5676" y="connsiteY5676"/>
              </a:cxn>
              <a:cxn ang="0">
                <a:pos x="connsiteX5677" y="connsiteY5677"/>
              </a:cxn>
              <a:cxn ang="0">
                <a:pos x="connsiteX5678" y="connsiteY5678"/>
              </a:cxn>
              <a:cxn ang="0">
                <a:pos x="connsiteX5679" y="connsiteY5679"/>
              </a:cxn>
              <a:cxn ang="0">
                <a:pos x="connsiteX5680" y="connsiteY5680"/>
              </a:cxn>
              <a:cxn ang="0">
                <a:pos x="connsiteX5681" y="connsiteY5681"/>
              </a:cxn>
              <a:cxn ang="0">
                <a:pos x="connsiteX5682" y="connsiteY5682"/>
              </a:cxn>
              <a:cxn ang="0">
                <a:pos x="connsiteX5683" y="connsiteY5683"/>
              </a:cxn>
              <a:cxn ang="0">
                <a:pos x="connsiteX5684" y="connsiteY5684"/>
              </a:cxn>
              <a:cxn ang="0">
                <a:pos x="connsiteX5685" y="connsiteY5685"/>
              </a:cxn>
              <a:cxn ang="0">
                <a:pos x="connsiteX5686" y="connsiteY5686"/>
              </a:cxn>
              <a:cxn ang="0">
                <a:pos x="connsiteX5687" y="connsiteY5687"/>
              </a:cxn>
              <a:cxn ang="0">
                <a:pos x="connsiteX5688" y="connsiteY5688"/>
              </a:cxn>
              <a:cxn ang="0">
                <a:pos x="connsiteX5689" y="connsiteY5689"/>
              </a:cxn>
              <a:cxn ang="0">
                <a:pos x="connsiteX5690" y="connsiteY5690"/>
              </a:cxn>
              <a:cxn ang="0">
                <a:pos x="connsiteX5691" y="connsiteY5691"/>
              </a:cxn>
              <a:cxn ang="0">
                <a:pos x="connsiteX5692" y="connsiteY5692"/>
              </a:cxn>
              <a:cxn ang="0">
                <a:pos x="connsiteX5693" y="connsiteY5693"/>
              </a:cxn>
              <a:cxn ang="0">
                <a:pos x="connsiteX5694" y="connsiteY5694"/>
              </a:cxn>
              <a:cxn ang="0">
                <a:pos x="connsiteX5695" y="connsiteY5695"/>
              </a:cxn>
              <a:cxn ang="0">
                <a:pos x="connsiteX5696" y="connsiteY5696"/>
              </a:cxn>
              <a:cxn ang="0">
                <a:pos x="connsiteX5697" y="connsiteY5697"/>
              </a:cxn>
              <a:cxn ang="0">
                <a:pos x="connsiteX5698" y="connsiteY5698"/>
              </a:cxn>
              <a:cxn ang="0">
                <a:pos x="connsiteX5699" y="connsiteY5699"/>
              </a:cxn>
              <a:cxn ang="0">
                <a:pos x="connsiteX5700" y="connsiteY5700"/>
              </a:cxn>
              <a:cxn ang="0">
                <a:pos x="connsiteX5701" y="connsiteY5701"/>
              </a:cxn>
              <a:cxn ang="0">
                <a:pos x="connsiteX5702" y="connsiteY5702"/>
              </a:cxn>
              <a:cxn ang="0">
                <a:pos x="connsiteX5703" y="connsiteY5703"/>
              </a:cxn>
              <a:cxn ang="0">
                <a:pos x="connsiteX5704" y="connsiteY5704"/>
              </a:cxn>
              <a:cxn ang="0">
                <a:pos x="connsiteX5705" y="connsiteY5705"/>
              </a:cxn>
              <a:cxn ang="0">
                <a:pos x="connsiteX5706" y="connsiteY5706"/>
              </a:cxn>
              <a:cxn ang="0">
                <a:pos x="connsiteX5707" y="connsiteY5707"/>
              </a:cxn>
              <a:cxn ang="0">
                <a:pos x="connsiteX5708" y="connsiteY5708"/>
              </a:cxn>
              <a:cxn ang="0">
                <a:pos x="connsiteX5709" y="connsiteY5709"/>
              </a:cxn>
              <a:cxn ang="0">
                <a:pos x="connsiteX5710" y="connsiteY5710"/>
              </a:cxn>
              <a:cxn ang="0">
                <a:pos x="connsiteX5711" y="connsiteY5711"/>
              </a:cxn>
              <a:cxn ang="0">
                <a:pos x="connsiteX5712" y="connsiteY5712"/>
              </a:cxn>
              <a:cxn ang="0">
                <a:pos x="connsiteX5713" y="connsiteY5713"/>
              </a:cxn>
              <a:cxn ang="0">
                <a:pos x="connsiteX5714" y="connsiteY5714"/>
              </a:cxn>
              <a:cxn ang="0">
                <a:pos x="connsiteX5715" y="connsiteY5715"/>
              </a:cxn>
              <a:cxn ang="0">
                <a:pos x="connsiteX5716" y="connsiteY5716"/>
              </a:cxn>
              <a:cxn ang="0">
                <a:pos x="connsiteX5717" y="connsiteY5717"/>
              </a:cxn>
              <a:cxn ang="0">
                <a:pos x="connsiteX5718" y="connsiteY5718"/>
              </a:cxn>
              <a:cxn ang="0">
                <a:pos x="connsiteX5719" y="connsiteY5719"/>
              </a:cxn>
              <a:cxn ang="0">
                <a:pos x="connsiteX5720" y="connsiteY5720"/>
              </a:cxn>
              <a:cxn ang="0">
                <a:pos x="connsiteX5721" y="connsiteY5721"/>
              </a:cxn>
              <a:cxn ang="0">
                <a:pos x="connsiteX5722" y="connsiteY5722"/>
              </a:cxn>
              <a:cxn ang="0">
                <a:pos x="connsiteX5723" y="connsiteY5723"/>
              </a:cxn>
              <a:cxn ang="0">
                <a:pos x="connsiteX5724" y="connsiteY5724"/>
              </a:cxn>
              <a:cxn ang="0">
                <a:pos x="connsiteX5725" y="connsiteY5725"/>
              </a:cxn>
              <a:cxn ang="0">
                <a:pos x="connsiteX5726" y="connsiteY5726"/>
              </a:cxn>
              <a:cxn ang="0">
                <a:pos x="connsiteX5727" y="connsiteY5727"/>
              </a:cxn>
              <a:cxn ang="0">
                <a:pos x="connsiteX5728" y="connsiteY5728"/>
              </a:cxn>
              <a:cxn ang="0">
                <a:pos x="connsiteX5729" y="connsiteY5729"/>
              </a:cxn>
              <a:cxn ang="0">
                <a:pos x="connsiteX5730" y="connsiteY5730"/>
              </a:cxn>
              <a:cxn ang="0">
                <a:pos x="connsiteX5731" y="connsiteY5731"/>
              </a:cxn>
              <a:cxn ang="0">
                <a:pos x="connsiteX5732" y="connsiteY5732"/>
              </a:cxn>
              <a:cxn ang="0">
                <a:pos x="connsiteX5733" y="connsiteY5733"/>
              </a:cxn>
              <a:cxn ang="0">
                <a:pos x="connsiteX5734" y="connsiteY5734"/>
              </a:cxn>
              <a:cxn ang="0">
                <a:pos x="connsiteX5735" y="connsiteY5735"/>
              </a:cxn>
              <a:cxn ang="0">
                <a:pos x="connsiteX5736" y="connsiteY5736"/>
              </a:cxn>
              <a:cxn ang="0">
                <a:pos x="connsiteX5737" y="connsiteY5737"/>
              </a:cxn>
              <a:cxn ang="0">
                <a:pos x="connsiteX5738" y="connsiteY5738"/>
              </a:cxn>
              <a:cxn ang="0">
                <a:pos x="connsiteX5739" y="connsiteY5739"/>
              </a:cxn>
              <a:cxn ang="0">
                <a:pos x="connsiteX5740" y="connsiteY5740"/>
              </a:cxn>
              <a:cxn ang="0">
                <a:pos x="connsiteX5741" y="connsiteY5741"/>
              </a:cxn>
              <a:cxn ang="0">
                <a:pos x="connsiteX5742" y="connsiteY5742"/>
              </a:cxn>
              <a:cxn ang="0">
                <a:pos x="connsiteX5743" y="connsiteY5743"/>
              </a:cxn>
              <a:cxn ang="0">
                <a:pos x="connsiteX5744" y="connsiteY5744"/>
              </a:cxn>
              <a:cxn ang="0">
                <a:pos x="connsiteX5745" y="connsiteY5745"/>
              </a:cxn>
              <a:cxn ang="0">
                <a:pos x="connsiteX5746" y="connsiteY5746"/>
              </a:cxn>
              <a:cxn ang="0">
                <a:pos x="connsiteX5747" y="connsiteY5747"/>
              </a:cxn>
              <a:cxn ang="0">
                <a:pos x="connsiteX5748" y="connsiteY5748"/>
              </a:cxn>
              <a:cxn ang="0">
                <a:pos x="connsiteX5749" y="connsiteY5749"/>
              </a:cxn>
              <a:cxn ang="0">
                <a:pos x="connsiteX5750" y="connsiteY5750"/>
              </a:cxn>
              <a:cxn ang="0">
                <a:pos x="connsiteX5751" y="connsiteY5751"/>
              </a:cxn>
              <a:cxn ang="0">
                <a:pos x="connsiteX5752" y="connsiteY5752"/>
              </a:cxn>
              <a:cxn ang="0">
                <a:pos x="connsiteX5753" y="connsiteY5753"/>
              </a:cxn>
              <a:cxn ang="0">
                <a:pos x="connsiteX5754" y="connsiteY5754"/>
              </a:cxn>
              <a:cxn ang="0">
                <a:pos x="connsiteX5755" y="connsiteY5755"/>
              </a:cxn>
              <a:cxn ang="0">
                <a:pos x="connsiteX5756" y="connsiteY5756"/>
              </a:cxn>
              <a:cxn ang="0">
                <a:pos x="connsiteX5757" y="connsiteY5757"/>
              </a:cxn>
              <a:cxn ang="0">
                <a:pos x="connsiteX5758" y="connsiteY5758"/>
              </a:cxn>
              <a:cxn ang="0">
                <a:pos x="connsiteX5759" y="connsiteY5759"/>
              </a:cxn>
              <a:cxn ang="0">
                <a:pos x="connsiteX5760" y="connsiteY5760"/>
              </a:cxn>
              <a:cxn ang="0">
                <a:pos x="connsiteX5761" y="connsiteY5761"/>
              </a:cxn>
              <a:cxn ang="0">
                <a:pos x="connsiteX5762" y="connsiteY5762"/>
              </a:cxn>
              <a:cxn ang="0">
                <a:pos x="connsiteX5763" y="connsiteY5763"/>
              </a:cxn>
              <a:cxn ang="0">
                <a:pos x="connsiteX5764" y="connsiteY5764"/>
              </a:cxn>
              <a:cxn ang="0">
                <a:pos x="connsiteX5765" y="connsiteY5765"/>
              </a:cxn>
              <a:cxn ang="0">
                <a:pos x="connsiteX5766" y="connsiteY5766"/>
              </a:cxn>
              <a:cxn ang="0">
                <a:pos x="connsiteX5767" y="connsiteY5767"/>
              </a:cxn>
              <a:cxn ang="0">
                <a:pos x="connsiteX5768" y="connsiteY5768"/>
              </a:cxn>
              <a:cxn ang="0">
                <a:pos x="connsiteX5769" y="connsiteY5769"/>
              </a:cxn>
              <a:cxn ang="0">
                <a:pos x="connsiteX5770" y="connsiteY5770"/>
              </a:cxn>
              <a:cxn ang="0">
                <a:pos x="connsiteX5771" y="connsiteY5771"/>
              </a:cxn>
              <a:cxn ang="0">
                <a:pos x="connsiteX5772" y="connsiteY5772"/>
              </a:cxn>
              <a:cxn ang="0">
                <a:pos x="connsiteX5773" y="connsiteY5773"/>
              </a:cxn>
              <a:cxn ang="0">
                <a:pos x="connsiteX5774" y="connsiteY5774"/>
              </a:cxn>
              <a:cxn ang="0">
                <a:pos x="connsiteX5775" y="connsiteY5775"/>
              </a:cxn>
              <a:cxn ang="0">
                <a:pos x="connsiteX5776" y="connsiteY5776"/>
              </a:cxn>
              <a:cxn ang="0">
                <a:pos x="connsiteX5777" y="connsiteY5777"/>
              </a:cxn>
              <a:cxn ang="0">
                <a:pos x="connsiteX5778" y="connsiteY5778"/>
              </a:cxn>
              <a:cxn ang="0">
                <a:pos x="connsiteX5779" y="connsiteY5779"/>
              </a:cxn>
              <a:cxn ang="0">
                <a:pos x="connsiteX5780" y="connsiteY5780"/>
              </a:cxn>
              <a:cxn ang="0">
                <a:pos x="connsiteX5781" y="connsiteY5781"/>
              </a:cxn>
              <a:cxn ang="0">
                <a:pos x="connsiteX5782" y="connsiteY5782"/>
              </a:cxn>
              <a:cxn ang="0">
                <a:pos x="connsiteX5783" y="connsiteY5783"/>
              </a:cxn>
              <a:cxn ang="0">
                <a:pos x="connsiteX5784" y="connsiteY5784"/>
              </a:cxn>
              <a:cxn ang="0">
                <a:pos x="connsiteX5785" y="connsiteY5785"/>
              </a:cxn>
              <a:cxn ang="0">
                <a:pos x="connsiteX5786" y="connsiteY5786"/>
              </a:cxn>
              <a:cxn ang="0">
                <a:pos x="connsiteX5787" y="connsiteY5787"/>
              </a:cxn>
              <a:cxn ang="0">
                <a:pos x="connsiteX5788" y="connsiteY5788"/>
              </a:cxn>
              <a:cxn ang="0">
                <a:pos x="connsiteX5789" y="connsiteY5789"/>
              </a:cxn>
              <a:cxn ang="0">
                <a:pos x="connsiteX5790" y="connsiteY5790"/>
              </a:cxn>
              <a:cxn ang="0">
                <a:pos x="connsiteX5791" y="connsiteY5791"/>
              </a:cxn>
              <a:cxn ang="0">
                <a:pos x="connsiteX5792" y="connsiteY5792"/>
              </a:cxn>
              <a:cxn ang="0">
                <a:pos x="connsiteX5793" y="connsiteY5793"/>
              </a:cxn>
              <a:cxn ang="0">
                <a:pos x="connsiteX5794" y="connsiteY5794"/>
              </a:cxn>
              <a:cxn ang="0">
                <a:pos x="connsiteX5795" y="connsiteY5795"/>
              </a:cxn>
              <a:cxn ang="0">
                <a:pos x="connsiteX5796" y="connsiteY5796"/>
              </a:cxn>
              <a:cxn ang="0">
                <a:pos x="connsiteX5797" y="connsiteY5797"/>
              </a:cxn>
              <a:cxn ang="0">
                <a:pos x="connsiteX5798" y="connsiteY5798"/>
              </a:cxn>
              <a:cxn ang="0">
                <a:pos x="connsiteX5799" y="connsiteY5799"/>
              </a:cxn>
              <a:cxn ang="0">
                <a:pos x="connsiteX5800" y="connsiteY5800"/>
              </a:cxn>
              <a:cxn ang="0">
                <a:pos x="connsiteX5801" y="connsiteY5801"/>
              </a:cxn>
              <a:cxn ang="0">
                <a:pos x="connsiteX5802" y="connsiteY5802"/>
              </a:cxn>
              <a:cxn ang="0">
                <a:pos x="connsiteX5803" y="connsiteY5803"/>
              </a:cxn>
              <a:cxn ang="0">
                <a:pos x="connsiteX5804" y="connsiteY5804"/>
              </a:cxn>
              <a:cxn ang="0">
                <a:pos x="connsiteX5805" y="connsiteY5805"/>
              </a:cxn>
              <a:cxn ang="0">
                <a:pos x="connsiteX5806" y="connsiteY5806"/>
              </a:cxn>
              <a:cxn ang="0">
                <a:pos x="connsiteX5807" y="connsiteY5807"/>
              </a:cxn>
              <a:cxn ang="0">
                <a:pos x="connsiteX5808" y="connsiteY5808"/>
              </a:cxn>
              <a:cxn ang="0">
                <a:pos x="connsiteX5809" y="connsiteY5809"/>
              </a:cxn>
              <a:cxn ang="0">
                <a:pos x="connsiteX5810" y="connsiteY5810"/>
              </a:cxn>
              <a:cxn ang="0">
                <a:pos x="connsiteX5811" y="connsiteY5811"/>
              </a:cxn>
              <a:cxn ang="0">
                <a:pos x="connsiteX5812" y="connsiteY5812"/>
              </a:cxn>
              <a:cxn ang="0">
                <a:pos x="connsiteX5813" y="connsiteY5813"/>
              </a:cxn>
              <a:cxn ang="0">
                <a:pos x="connsiteX5814" y="connsiteY5814"/>
              </a:cxn>
              <a:cxn ang="0">
                <a:pos x="connsiteX5815" y="connsiteY5815"/>
              </a:cxn>
              <a:cxn ang="0">
                <a:pos x="connsiteX5816" y="connsiteY5816"/>
              </a:cxn>
              <a:cxn ang="0">
                <a:pos x="connsiteX5817" y="connsiteY5817"/>
              </a:cxn>
              <a:cxn ang="0">
                <a:pos x="connsiteX5818" y="connsiteY5818"/>
              </a:cxn>
              <a:cxn ang="0">
                <a:pos x="connsiteX5819" y="connsiteY5819"/>
              </a:cxn>
              <a:cxn ang="0">
                <a:pos x="connsiteX5820" y="connsiteY5820"/>
              </a:cxn>
              <a:cxn ang="0">
                <a:pos x="connsiteX5821" y="connsiteY5821"/>
              </a:cxn>
              <a:cxn ang="0">
                <a:pos x="connsiteX5822" y="connsiteY5822"/>
              </a:cxn>
              <a:cxn ang="0">
                <a:pos x="connsiteX5823" y="connsiteY5823"/>
              </a:cxn>
              <a:cxn ang="0">
                <a:pos x="connsiteX5824" y="connsiteY5824"/>
              </a:cxn>
              <a:cxn ang="0">
                <a:pos x="connsiteX5825" y="connsiteY5825"/>
              </a:cxn>
              <a:cxn ang="0">
                <a:pos x="connsiteX5826" y="connsiteY5826"/>
              </a:cxn>
              <a:cxn ang="0">
                <a:pos x="connsiteX5827" y="connsiteY5827"/>
              </a:cxn>
              <a:cxn ang="0">
                <a:pos x="connsiteX5828" y="connsiteY5828"/>
              </a:cxn>
              <a:cxn ang="0">
                <a:pos x="connsiteX5829" y="connsiteY5829"/>
              </a:cxn>
              <a:cxn ang="0">
                <a:pos x="connsiteX5830" y="connsiteY5830"/>
              </a:cxn>
              <a:cxn ang="0">
                <a:pos x="connsiteX5831" y="connsiteY5831"/>
              </a:cxn>
              <a:cxn ang="0">
                <a:pos x="connsiteX5832" y="connsiteY5832"/>
              </a:cxn>
              <a:cxn ang="0">
                <a:pos x="connsiteX5833" y="connsiteY5833"/>
              </a:cxn>
              <a:cxn ang="0">
                <a:pos x="connsiteX5834" y="connsiteY5834"/>
              </a:cxn>
              <a:cxn ang="0">
                <a:pos x="connsiteX5835" y="connsiteY5835"/>
              </a:cxn>
              <a:cxn ang="0">
                <a:pos x="connsiteX5836" y="connsiteY5836"/>
              </a:cxn>
              <a:cxn ang="0">
                <a:pos x="connsiteX5837" y="connsiteY5837"/>
              </a:cxn>
              <a:cxn ang="0">
                <a:pos x="connsiteX5838" y="connsiteY5838"/>
              </a:cxn>
              <a:cxn ang="0">
                <a:pos x="connsiteX5839" y="connsiteY5839"/>
              </a:cxn>
              <a:cxn ang="0">
                <a:pos x="connsiteX5840" y="connsiteY5840"/>
              </a:cxn>
              <a:cxn ang="0">
                <a:pos x="connsiteX5841" y="connsiteY5841"/>
              </a:cxn>
              <a:cxn ang="0">
                <a:pos x="connsiteX5842" y="connsiteY5842"/>
              </a:cxn>
              <a:cxn ang="0">
                <a:pos x="connsiteX5843" y="connsiteY5843"/>
              </a:cxn>
              <a:cxn ang="0">
                <a:pos x="connsiteX5844" y="connsiteY5844"/>
              </a:cxn>
              <a:cxn ang="0">
                <a:pos x="connsiteX5845" y="connsiteY5845"/>
              </a:cxn>
              <a:cxn ang="0">
                <a:pos x="connsiteX5846" y="connsiteY5846"/>
              </a:cxn>
              <a:cxn ang="0">
                <a:pos x="connsiteX5847" y="connsiteY5847"/>
              </a:cxn>
              <a:cxn ang="0">
                <a:pos x="connsiteX5848" y="connsiteY5848"/>
              </a:cxn>
              <a:cxn ang="0">
                <a:pos x="connsiteX5849" y="connsiteY5849"/>
              </a:cxn>
              <a:cxn ang="0">
                <a:pos x="connsiteX5850" y="connsiteY5850"/>
              </a:cxn>
              <a:cxn ang="0">
                <a:pos x="connsiteX5851" y="connsiteY5851"/>
              </a:cxn>
              <a:cxn ang="0">
                <a:pos x="connsiteX5852" y="connsiteY5852"/>
              </a:cxn>
              <a:cxn ang="0">
                <a:pos x="connsiteX5853" y="connsiteY5853"/>
              </a:cxn>
              <a:cxn ang="0">
                <a:pos x="connsiteX5854" y="connsiteY5854"/>
              </a:cxn>
              <a:cxn ang="0">
                <a:pos x="connsiteX5855" y="connsiteY5855"/>
              </a:cxn>
              <a:cxn ang="0">
                <a:pos x="connsiteX5856" y="connsiteY5856"/>
              </a:cxn>
              <a:cxn ang="0">
                <a:pos x="connsiteX5857" y="connsiteY5857"/>
              </a:cxn>
              <a:cxn ang="0">
                <a:pos x="connsiteX5858" y="connsiteY5858"/>
              </a:cxn>
              <a:cxn ang="0">
                <a:pos x="connsiteX5859" y="connsiteY5859"/>
              </a:cxn>
              <a:cxn ang="0">
                <a:pos x="connsiteX5860" y="connsiteY5860"/>
              </a:cxn>
              <a:cxn ang="0">
                <a:pos x="connsiteX5861" y="connsiteY5861"/>
              </a:cxn>
              <a:cxn ang="0">
                <a:pos x="connsiteX5862" y="connsiteY5862"/>
              </a:cxn>
              <a:cxn ang="0">
                <a:pos x="connsiteX5863" y="connsiteY5863"/>
              </a:cxn>
              <a:cxn ang="0">
                <a:pos x="connsiteX5864" y="connsiteY5864"/>
              </a:cxn>
              <a:cxn ang="0">
                <a:pos x="connsiteX5865" y="connsiteY5865"/>
              </a:cxn>
              <a:cxn ang="0">
                <a:pos x="connsiteX5866" y="connsiteY5866"/>
              </a:cxn>
              <a:cxn ang="0">
                <a:pos x="connsiteX5867" y="connsiteY5867"/>
              </a:cxn>
              <a:cxn ang="0">
                <a:pos x="connsiteX5868" y="connsiteY5868"/>
              </a:cxn>
              <a:cxn ang="0">
                <a:pos x="connsiteX5869" y="connsiteY5869"/>
              </a:cxn>
              <a:cxn ang="0">
                <a:pos x="connsiteX5870" y="connsiteY5870"/>
              </a:cxn>
              <a:cxn ang="0">
                <a:pos x="connsiteX5871" y="connsiteY5871"/>
              </a:cxn>
              <a:cxn ang="0">
                <a:pos x="connsiteX5872" y="connsiteY5872"/>
              </a:cxn>
              <a:cxn ang="0">
                <a:pos x="connsiteX5873" y="connsiteY5873"/>
              </a:cxn>
              <a:cxn ang="0">
                <a:pos x="connsiteX5874" y="connsiteY5874"/>
              </a:cxn>
              <a:cxn ang="0">
                <a:pos x="connsiteX5875" y="connsiteY5875"/>
              </a:cxn>
              <a:cxn ang="0">
                <a:pos x="connsiteX5876" y="connsiteY5876"/>
              </a:cxn>
              <a:cxn ang="0">
                <a:pos x="connsiteX5877" y="connsiteY5877"/>
              </a:cxn>
              <a:cxn ang="0">
                <a:pos x="connsiteX5878" y="connsiteY5878"/>
              </a:cxn>
              <a:cxn ang="0">
                <a:pos x="connsiteX5879" y="connsiteY5879"/>
              </a:cxn>
              <a:cxn ang="0">
                <a:pos x="connsiteX5880" y="connsiteY5880"/>
              </a:cxn>
              <a:cxn ang="0">
                <a:pos x="connsiteX5881" y="connsiteY5881"/>
              </a:cxn>
              <a:cxn ang="0">
                <a:pos x="connsiteX5882" y="connsiteY5882"/>
              </a:cxn>
              <a:cxn ang="0">
                <a:pos x="connsiteX5883" y="connsiteY5883"/>
              </a:cxn>
              <a:cxn ang="0">
                <a:pos x="connsiteX5884" y="connsiteY5884"/>
              </a:cxn>
              <a:cxn ang="0">
                <a:pos x="connsiteX5885" y="connsiteY5885"/>
              </a:cxn>
              <a:cxn ang="0">
                <a:pos x="connsiteX5886" y="connsiteY5886"/>
              </a:cxn>
              <a:cxn ang="0">
                <a:pos x="connsiteX5887" y="connsiteY5887"/>
              </a:cxn>
              <a:cxn ang="0">
                <a:pos x="connsiteX5888" y="connsiteY5888"/>
              </a:cxn>
              <a:cxn ang="0">
                <a:pos x="connsiteX5889" y="connsiteY5889"/>
              </a:cxn>
              <a:cxn ang="0">
                <a:pos x="connsiteX5890" y="connsiteY5890"/>
              </a:cxn>
              <a:cxn ang="0">
                <a:pos x="connsiteX5891" y="connsiteY5891"/>
              </a:cxn>
              <a:cxn ang="0">
                <a:pos x="connsiteX5892" y="connsiteY5892"/>
              </a:cxn>
              <a:cxn ang="0">
                <a:pos x="connsiteX5893" y="connsiteY5893"/>
              </a:cxn>
              <a:cxn ang="0">
                <a:pos x="connsiteX5894" y="connsiteY5894"/>
              </a:cxn>
              <a:cxn ang="0">
                <a:pos x="connsiteX5895" y="connsiteY5895"/>
              </a:cxn>
              <a:cxn ang="0">
                <a:pos x="connsiteX5896" y="connsiteY5896"/>
              </a:cxn>
              <a:cxn ang="0">
                <a:pos x="connsiteX5897" y="connsiteY5897"/>
              </a:cxn>
              <a:cxn ang="0">
                <a:pos x="connsiteX5898" y="connsiteY5898"/>
              </a:cxn>
              <a:cxn ang="0">
                <a:pos x="connsiteX5899" y="connsiteY5899"/>
              </a:cxn>
              <a:cxn ang="0">
                <a:pos x="connsiteX5900" y="connsiteY5900"/>
              </a:cxn>
              <a:cxn ang="0">
                <a:pos x="connsiteX5901" y="connsiteY5901"/>
              </a:cxn>
              <a:cxn ang="0">
                <a:pos x="connsiteX5902" y="connsiteY5902"/>
              </a:cxn>
              <a:cxn ang="0">
                <a:pos x="connsiteX5903" y="connsiteY5903"/>
              </a:cxn>
              <a:cxn ang="0">
                <a:pos x="connsiteX5904" y="connsiteY5904"/>
              </a:cxn>
              <a:cxn ang="0">
                <a:pos x="connsiteX5905" y="connsiteY5905"/>
              </a:cxn>
              <a:cxn ang="0">
                <a:pos x="connsiteX5906" y="connsiteY5906"/>
              </a:cxn>
              <a:cxn ang="0">
                <a:pos x="connsiteX5907" y="connsiteY5907"/>
              </a:cxn>
              <a:cxn ang="0">
                <a:pos x="connsiteX5908" y="connsiteY5908"/>
              </a:cxn>
              <a:cxn ang="0">
                <a:pos x="connsiteX5909" y="connsiteY5909"/>
              </a:cxn>
              <a:cxn ang="0">
                <a:pos x="connsiteX5910" y="connsiteY5910"/>
              </a:cxn>
              <a:cxn ang="0">
                <a:pos x="connsiteX5911" y="connsiteY5911"/>
              </a:cxn>
              <a:cxn ang="0">
                <a:pos x="connsiteX5912" y="connsiteY5912"/>
              </a:cxn>
              <a:cxn ang="0">
                <a:pos x="connsiteX5913" y="connsiteY5913"/>
              </a:cxn>
              <a:cxn ang="0">
                <a:pos x="connsiteX5914" y="connsiteY5914"/>
              </a:cxn>
              <a:cxn ang="0">
                <a:pos x="connsiteX5915" y="connsiteY5915"/>
              </a:cxn>
              <a:cxn ang="0">
                <a:pos x="connsiteX5916" y="connsiteY5916"/>
              </a:cxn>
              <a:cxn ang="0">
                <a:pos x="connsiteX5917" y="connsiteY5917"/>
              </a:cxn>
              <a:cxn ang="0">
                <a:pos x="connsiteX5918" y="connsiteY5918"/>
              </a:cxn>
              <a:cxn ang="0">
                <a:pos x="connsiteX5919" y="connsiteY5919"/>
              </a:cxn>
              <a:cxn ang="0">
                <a:pos x="connsiteX5920" y="connsiteY5920"/>
              </a:cxn>
              <a:cxn ang="0">
                <a:pos x="connsiteX5921" y="connsiteY5921"/>
              </a:cxn>
              <a:cxn ang="0">
                <a:pos x="connsiteX5922" y="connsiteY5922"/>
              </a:cxn>
              <a:cxn ang="0">
                <a:pos x="connsiteX5923" y="connsiteY5923"/>
              </a:cxn>
              <a:cxn ang="0">
                <a:pos x="connsiteX5924" y="connsiteY5924"/>
              </a:cxn>
              <a:cxn ang="0">
                <a:pos x="connsiteX5925" y="connsiteY5925"/>
              </a:cxn>
              <a:cxn ang="0">
                <a:pos x="connsiteX5926" y="connsiteY5926"/>
              </a:cxn>
              <a:cxn ang="0">
                <a:pos x="connsiteX5927" y="connsiteY5927"/>
              </a:cxn>
              <a:cxn ang="0">
                <a:pos x="connsiteX5928" y="connsiteY5928"/>
              </a:cxn>
              <a:cxn ang="0">
                <a:pos x="connsiteX5929" y="connsiteY5929"/>
              </a:cxn>
              <a:cxn ang="0">
                <a:pos x="connsiteX5930" y="connsiteY5930"/>
              </a:cxn>
              <a:cxn ang="0">
                <a:pos x="connsiteX5931" y="connsiteY5931"/>
              </a:cxn>
              <a:cxn ang="0">
                <a:pos x="connsiteX5932" y="connsiteY5932"/>
              </a:cxn>
              <a:cxn ang="0">
                <a:pos x="connsiteX5933" y="connsiteY5933"/>
              </a:cxn>
              <a:cxn ang="0">
                <a:pos x="connsiteX5934" y="connsiteY5934"/>
              </a:cxn>
              <a:cxn ang="0">
                <a:pos x="connsiteX5935" y="connsiteY5935"/>
              </a:cxn>
              <a:cxn ang="0">
                <a:pos x="connsiteX5936" y="connsiteY5936"/>
              </a:cxn>
              <a:cxn ang="0">
                <a:pos x="connsiteX5937" y="connsiteY5937"/>
              </a:cxn>
              <a:cxn ang="0">
                <a:pos x="connsiteX5938" y="connsiteY5938"/>
              </a:cxn>
              <a:cxn ang="0">
                <a:pos x="connsiteX5939" y="connsiteY5939"/>
              </a:cxn>
              <a:cxn ang="0">
                <a:pos x="connsiteX5940" y="connsiteY5940"/>
              </a:cxn>
              <a:cxn ang="0">
                <a:pos x="connsiteX5941" y="connsiteY5941"/>
              </a:cxn>
              <a:cxn ang="0">
                <a:pos x="connsiteX5942" y="connsiteY5942"/>
              </a:cxn>
              <a:cxn ang="0">
                <a:pos x="connsiteX5943" y="connsiteY5943"/>
              </a:cxn>
              <a:cxn ang="0">
                <a:pos x="connsiteX5944" y="connsiteY5944"/>
              </a:cxn>
              <a:cxn ang="0">
                <a:pos x="connsiteX5945" y="connsiteY5945"/>
              </a:cxn>
              <a:cxn ang="0">
                <a:pos x="connsiteX5946" y="connsiteY5946"/>
              </a:cxn>
              <a:cxn ang="0">
                <a:pos x="connsiteX5947" y="connsiteY5947"/>
              </a:cxn>
              <a:cxn ang="0">
                <a:pos x="connsiteX5948" y="connsiteY5948"/>
              </a:cxn>
              <a:cxn ang="0">
                <a:pos x="connsiteX5949" y="connsiteY5949"/>
              </a:cxn>
              <a:cxn ang="0">
                <a:pos x="connsiteX5950" y="connsiteY5950"/>
              </a:cxn>
              <a:cxn ang="0">
                <a:pos x="connsiteX5951" y="connsiteY5951"/>
              </a:cxn>
              <a:cxn ang="0">
                <a:pos x="connsiteX5952" y="connsiteY5952"/>
              </a:cxn>
              <a:cxn ang="0">
                <a:pos x="connsiteX5953" y="connsiteY5953"/>
              </a:cxn>
              <a:cxn ang="0">
                <a:pos x="connsiteX5954" y="connsiteY5954"/>
              </a:cxn>
              <a:cxn ang="0">
                <a:pos x="connsiteX5955" y="connsiteY5955"/>
              </a:cxn>
              <a:cxn ang="0">
                <a:pos x="connsiteX5956" y="connsiteY5956"/>
              </a:cxn>
              <a:cxn ang="0">
                <a:pos x="connsiteX5957" y="connsiteY5957"/>
              </a:cxn>
              <a:cxn ang="0">
                <a:pos x="connsiteX5958" y="connsiteY5958"/>
              </a:cxn>
              <a:cxn ang="0">
                <a:pos x="connsiteX5959" y="connsiteY5959"/>
              </a:cxn>
              <a:cxn ang="0">
                <a:pos x="connsiteX5960" y="connsiteY5960"/>
              </a:cxn>
              <a:cxn ang="0">
                <a:pos x="connsiteX5961" y="connsiteY5961"/>
              </a:cxn>
              <a:cxn ang="0">
                <a:pos x="connsiteX5962" y="connsiteY5962"/>
              </a:cxn>
              <a:cxn ang="0">
                <a:pos x="connsiteX5963" y="connsiteY5963"/>
              </a:cxn>
              <a:cxn ang="0">
                <a:pos x="connsiteX5964" y="connsiteY5964"/>
              </a:cxn>
              <a:cxn ang="0">
                <a:pos x="connsiteX5965" y="connsiteY5965"/>
              </a:cxn>
              <a:cxn ang="0">
                <a:pos x="connsiteX5966" y="connsiteY5966"/>
              </a:cxn>
              <a:cxn ang="0">
                <a:pos x="connsiteX5967" y="connsiteY5967"/>
              </a:cxn>
              <a:cxn ang="0">
                <a:pos x="connsiteX5968" y="connsiteY5968"/>
              </a:cxn>
              <a:cxn ang="0">
                <a:pos x="connsiteX5969" y="connsiteY5969"/>
              </a:cxn>
              <a:cxn ang="0">
                <a:pos x="connsiteX5970" y="connsiteY5970"/>
              </a:cxn>
              <a:cxn ang="0">
                <a:pos x="connsiteX5971" y="connsiteY5971"/>
              </a:cxn>
              <a:cxn ang="0">
                <a:pos x="connsiteX5972" y="connsiteY5972"/>
              </a:cxn>
              <a:cxn ang="0">
                <a:pos x="connsiteX5973" y="connsiteY5973"/>
              </a:cxn>
              <a:cxn ang="0">
                <a:pos x="connsiteX5974" y="connsiteY5974"/>
              </a:cxn>
              <a:cxn ang="0">
                <a:pos x="connsiteX5975" y="connsiteY5975"/>
              </a:cxn>
              <a:cxn ang="0">
                <a:pos x="connsiteX5976" y="connsiteY5976"/>
              </a:cxn>
              <a:cxn ang="0">
                <a:pos x="connsiteX5977" y="connsiteY5977"/>
              </a:cxn>
              <a:cxn ang="0">
                <a:pos x="connsiteX5978" y="connsiteY5978"/>
              </a:cxn>
              <a:cxn ang="0">
                <a:pos x="connsiteX5979" y="connsiteY5979"/>
              </a:cxn>
              <a:cxn ang="0">
                <a:pos x="connsiteX5980" y="connsiteY5980"/>
              </a:cxn>
              <a:cxn ang="0">
                <a:pos x="connsiteX5981" y="connsiteY5981"/>
              </a:cxn>
              <a:cxn ang="0">
                <a:pos x="connsiteX5982" y="connsiteY5982"/>
              </a:cxn>
              <a:cxn ang="0">
                <a:pos x="connsiteX5983" y="connsiteY5983"/>
              </a:cxn>
              <a:cxn ang="0">
                <a:pos x="connsiteX5984" y="connsiteY5984"/>
              </a:cxn>
              <a:cxn ang="0">
                <a:pos x="connsiteX5985" y="connsiteY5985"/>
              </a:cxn>
              <a:cxn ang="0">
                <a:pos x="connsiteX5986" y="connsiteY5986"/>
              </a:cxn>
              <a:cxn ang="0">
                <a:pos x="connsiteX5987" y="connsiteY5987"/>
              </a:cxn>
              <a:cxn ang="0">
                <a:pos x="connsiteX5988" y="connsiteY5988"/>
              </a:cxn>
              <a:cxn ang="0">
                <a:pos x="connsiteX5989" y="connsiteY5989"/>
              </a:cxn>
              <a:cxn ang="0">
                <a:pos x="connsiteX5990" y="connsiteY5990"/>
              </a:cxn>
              <a:cxn ang="0">
                <a:pos x="connsiteX5991" y="connsiteY5991"/>
              </a:cxn>
              <a:cxn ang="0">
                <a:pos x="connsiteX5992" y="connsiteY5992"/>
              </a:cxn>
              <a:cxn ang="0">
                <a:pos x="connsiteX5993" y="connsiteY5993"/>
              </a:cxn>
              <a:cxn ang="0">
                <a:pos x="connsiteX5994" y="connsiteY5994"/>
              </a:cxn>
              <a:cxn ang="0">
                <a:pos x="connsiteX5995" y="connsiteY5995"/>
              </a:cxn>
              <a:cxn ang="0">
                <a:pos x="connsiteX5996" y="connsiteY5996"/>
              </a:cxn>
              <a:cxn ang="0">
                <a:pos x="connsiteX5997" y="connsiteY5997"/>
              </a:cxn>
              <a:cxn ang="0">
                <a:pos x="connsiteX5998" y="connsiteY5998"/>
              </a:cxn>
              <a:cxn ang="0">
                <a:pos x="connsiteX5999" y="connsiteY5999"/>
              </a:cxn>
              <a:cxn ang="0">
                <a:pos x="connsiteX6000" y="connsiteY6000"/>
              </a:cxn>
              <a:cxn ang="0">
                <a:pos x="connsiteX6001" y="connsiteY6001"/>
              </a:cxn>
              <a:cxn ang="0">
                <a:pos x="connsiteX6002" y="connsiteY6002"/>
              </a:cxn>
              <a:cxn ang="0">
                <a:pos x="connsiteX6003" y="connsiteY6003"/>
              </a:cxn>
              <a:cxn ang="0">
                <a:pos x="connsiteX6004" y="connsiteY6004"/>
              </a:cxn>
              <a:cxn ang="0">
                <a:pos x="connsiteX6005" y="connsiteY6005"/>
              </a:cxn>
              <a:cxn ang="0">
                <a:pos x="connsiteX6006" y="connsiteY6006"/>
              </a:cxn>
              <a:cxn ang="0">
                <a:pos x="connsiteX6007" y="connsiteY6007"/>
              </a:cxn>
              <a:cxn ang="0">
                <a:pos x="connsiteX6008" y="connsiteY6008"/>
              </a:cxn>
              <a:cxn ang="0">
                <a:pos x="connsiteX6009" y="connsiteY6009"/>
              </a:cxn>
              <a:cxn ang="0">
                <a:pos x="connsiteX6010" y="connsiteY6010"/>
              </a:cxn>
              <a:cxn ang="0">
                <a:pos x="connsiteX6011" y="connsiteY6011"/>
              </a:cxn>
              <a:cxn ang="0">
                <a:pos x="connsiteX6012" y="connsiteY6012"/>
              </a:cxn>
              <a:cxn ang="0">
                <a:pos x="connsiteX6013" y="connsiteY6013"/>
              </a:cxn>
              <a:cxn ang="0">
                <a:pos x="connsiteX6014" y="connsiteY6014"/>
              </a:cxn>
              <a:cxn ang="0">
                <a:pos x="connsiteX6015" y="connsiteY6015"/>
              </a:cxn>
              <a:cxn ang="0">
                <a:pos x="connsiteX6016" y="connsiteY6016"/>
              </a:cxn>
              <a:cxn ang="0">
                <a:pos x="connsiteX6017" y="connsiteY6017"/>
              </a:cxn>
              <a:cxn ang="0">
                <a:pos x="connsiteX6018" y="connsiteY6018"/>
              </a:cxn>
              <a:cxn ang="0">
                <a:pos x="connsiteX6019" y="connsiteY6019"/>
              </a:cxn>
              <a:cxn ang="0">
                <a:pos x="connsiteX6020" y="connsiteY6020"/>
              </a:cxn>
              <a:cxn ang="0">
                <a:pos x="connsiteX6021" y="connsiteY6021"/>
              </a:cxn>
              <a:cxn ang="0">
                <a:pos x="connsiteX6022" y="connsiteY6022"/>
              </a:cxn>
              <a:cxn ang="0">
                <a:pos x="connsiteX6023" y="connsiteY6023"/>
              </a:cxn>
              <a:cxn ang="0">
                <a:pos x="connsiteX6024" y="connsiteY6024"/>
              </a:cxn>
              <a:cxn ang="0">
                <a:pos x="connsiteX6025" y="connsiteY6025"/>
              </a:cxn>
              <a:cxn ang="0">
                <a:pos x="connsiteX6026" y="connsiteY6026"/>
              </a:cxn>
              <a:cxn ang="0">
                <a:pos x="connsiteX6027" y="connsiteY6027"/>
              </a:cxn>
              <a:cxn ang="0">
                <a:pos x="connsiteX6028" y="connsiteY6028"/>
              </a:cxn>
              <a:cxn ang="0">
                <a:pos x="connsiteX6029" y="connsiteY6029"/>
              </a:cxn>
              <a:cxn ang="0">
                <a:pos x="connsiteX6030" y="connsiteY6030"/>
              </a:cxn>
              <a:cxn ang="0">
                <a:pos x="connsiteX6031" y="connsiteY6031"/>
              </a:cxn>
              <a:cxn ang="0">
                <a:pos x="connsiteX6032" y="connsiteY6032"/>
              </a:cxn>
              <a:cxn ang="0">
                <a:pos x="connsiteX6033" y="connsiteY6033"/>
              </a:cxn>
              <a:cxn ang="0">
                <a:pos x="connsiteX6034" y="connsiteY6034"/>
              </a:cxn>
              <a:cxn ang="0">
                <a:pos x="connsiteX6035" y="connsiteY6035"/>
              </a:cxn>
              <a:cxn ang="0">
                <a:pos x="connsiteX6036" y="connsiteY6036"/>
              </a:cxn>
              <a:cxn ang="0">
                <a:pos x="connsiteX6037" y="connsiteY6037"/>
              </a:cxn>
              <a:cxn ang="0">
                <a:pos x="connsiteX6038" y="connsiteY6038"/>
              </a:cxn>
              <a:cxn ang="0">
                <a:pos x="connsiteX6039" y="connsiteY6039"/>
              </a:cxn>
              <a:cxn ang="0">
                <a:pos x="connsiteX6040" y="connsiteY6040"/>
              </a:cxn>
              <a:cxn ang="0">
                <a:pos x="connsiteX6041" y="connsiteY6041"/>
              </a:cxn>
              <a:cxn ang="0">
                <a:pos x="connsiteX6042" y="connsiteY6042"/>
              </a:cxn>
              <a:cxn ang="0">
                <a:pos x="connsiteX6043" y="connsiteY6043"/>
              </a:cxn>
              <a:cxn ang="0">
                <a:pos x="connsiteX6044" y="connsiteY6044"/>
              </a:cxn>
              <a:cxn ang="0">
                <a:pos x="connsiteX6045" y="connsiteY6045"/>
              </a:cxn>
              <a:cxn ang="0">
                <a:pos x="connsiteX6046" y="connsiteY6046"/>
              </a:cxn>
              <a:cxn ang="0">
                <a:pos x="connsiteX6047" y="connsiteY6047"/>
              </a:cxn>
              <a:cxn ang="0">
                <a:pos x="connsiteX6048" y="connsiteY6048"/>
              </a:cxn>
              <a:cxn ang="0">
                <a:pos x="connsiteX6049" y="connsiteY6049"/>
              </a:cxn>
              <a:cxn ang="0">
                <a:pos x="connsiteX6050" y="connsiteY6050"/>
              </a:cxn>
              <a:cxn ang="0">
                <a:pos x="connsiteX6051" y="connsiteY6051"/>
              </a:cxn>
              <a:cxn ang="0">
                <a:pos x="connsiteX6052" y="connsiteY6052"/>
              </a:cxn>
              <a:cxn ang="0">
                <a:pos x="connsiteX6053" y="connsiteY6053"/>
              </a:cxn>
              <a:cxn ang="0">
                <a:pos x="connsiteX6054" y="connsiteY6054"/>
              </a:cxn>
              <a:cxn ang="0">
                <a:pos x="connsiteX6055" y="connsiteY6055"/>
              </a:cxn>
              <a:cxn ang="0">
                <a:pos x="connsiteX6056" y="connsiteY6056"/>
              </a:cxn>
              <a:cxn ang="0">
                <a:pos x="connsiteX6057" y="connsiteY6057"/>
              </a:cxn>
              <a:cxn ang="0">
                <a:pos x="connsiteX6058" y="connsiteY6058"/>
              </a:cxn>
              <a:cxn ang="0">
                <a:pos x="connsiteX6059" y="connsiteY6059"/>
              </a:cxn>
              <a:cxn ang="0">
                <a:pos x="connsiteX6060" y="connsiteY6060"/>
              </a:cxn>
              <a:cxn ang="0">
                <a:pos x="connsiteX6061" y="connsiteY6061"/>
              </a:cxn>
              <a:cxn ang="0">
                <a:pos x="connsiteX6062" y="connsiteY6062"/>
              </a:cxn>
              <a:cxn ang="0">
                <a:pos x="connsiteX6063" y="connsiteY6063"/>
              </a:cxn>
              <a:cxn ang="0">
                <a:pos x="connsiteX6064" y="connsiteY6064"/>
              </a:cxn>
              <a:cxn ang="0">
                <a:pos x="connsiteX6065" y="connsiteY6065"/>
              </a:cxn>
              <a:cxn ang="0">
                <a:pos x="connsiteX6066" y="connsiteY6066"/>
              </a:cxn>
              <a:cxn ang="0">
                <a:pos x="connsiteX6067" y="connsiteY6067"/>
              </a:cxn>
              <a:cxn ang="0">
                <a:pos x="connsiteX6068" y="connsiteY6068"/>
              </a:cxn>
              <a:cxn ang="0">
                <a:pos x="connsiteX6069" y="connsiteY6069"/>
              </a:cxn>
              <a:cxn ang="0">
                <a:pos x="connsiteX6070" y="connsiteY6070"/>
              </a:cxn>
              <a:cxn ang="0">
                <a:pos x="connsiteX6071" y="connsiteY6071"/>
              </a:cxn>
              <a:cxn ang="0">
                <a:pos x="connsiteX6072" y="connsiteY6072"/>
              </a:cxn>
              <a:cxn ang="0">
                <a:pos x="connsiteX6073" y="connsiteY6073"/>
              </a:cxn>
              <a:cxn ang="0">
                <a:pos x="connsiteX6074" y="connsiteY6074"/>
              </a:cxn>
              <a:cxn ang="0">
                <a:pos x="connsiteX6075" y="connsiteY6075"/>
              </a:cxn>
              <a:cxn ang="0">
                <a:pos x="connsiteX6076" y="connsiteY6076"/>
              </a:cxn>
              <a:cxn ang="0">
                <a:pos x="connsiteX6077" y="connsiteY6077"/>
              </a:cxn>
              <a:cxn ang="0">
                <a:pos x="connsiteX6078" y="connsiteY6078"/>
              </a:cxn>
              <a:cxn ang="0">
                <a:pos x="connsiteX6079" y="connsiteY6079"/>
              </a:cxn>
              <a:cxn ang="0">
                <a:pos x="connsiteX6080" y="connsiteY6080"/>
              </a:cxn>
              <a:cxn ang="0">
                <a:pos x="connsiteX6081" y="connsiteY6081"/>
              </a:cxn>
              <a:cxn ang="0">
                <a:pos x="connsiteX6082" y="connsiteY6082"/>
              </a:cxn>
              <a:cxn ang="0">
                <a:pos x="connsiteX6083" y="connsiteY6083"/>
              </a:cxn>
              <a:cxn ang="0">
                <a:pos x="connsiteX6084" y="connsiteY6084"/>
              </a:cxn>
              <a:cxn ang="0">
                <a:pos x="connsiteX6085" y="connsiteY6085"/>
              </a:cxn>
              <a:cxn ang="0">
                <a:pos x="connsiteX6086" y="connsiteY6086"/>
              </a:cxn>
              <a:cxn ang="0">
                <a:pos x="connsiteX6087" y="connsiteY6087"/>
              </a:cxn>
              <a:cxn ang="0">
                <a:pos x="connsiteX6088" y="connsiteY6088"/>
              </a:cxn>
              <a:cxn ang="0">
                <a:pos x="connsiteX6089" y="connsiteY6089"/>
              </a:cxn>
              <a:cxn ang="0">
                <a:pos x="connsiteX6090" y="connsiteY6090"/>
              </a:cxn>
              <a:cxn ang="0">
                <a:pos x="connsiteX6091" y="connsiteY6091"/>
              </a:cxn>
              <a:cxn ang="0">
                <a:pos x="connsiteX6092" y="connsiteY6092"/>
              </a:cxn>
              <a:cxn ang="0">
                <a:pos x="connsiteX6093" y="connsiteY6093"/>
              </a:cxn>
              <a:cxn ang="0">
                <a:pos x="connsiteX6094" y="connsiteY6094"/>
              </a:cxn>
              <a:cxn ang="0">
                <a:pos x="connsiteX6095" y="connsiteY6095"/>
              </a:cxn>
              <a:cxn ang="0">
                <a:pos x="connsiteX6096" y="connsiteY6096"/>
              </a:cxn>
              <a:cxn ang="0">
                <a:pos x="connsiteX6097" y="connsiteY6097"/>
              </a:cxn>
              <a:cxn ang="0">
                <a:pos x="connsiteX6098" y="connsiteY6098"/>
              </a:cxn>
              <a:cxn ang="0">
                <a:pos x="connsiteX6099" y="connsiteY6099"/>
              </a:cxn>
              <a:cxn ang="0">
                <a:pos x="connsiteX6100" y="connsiteY6100"/>
              </a:cxn>
              <a:cxn ang="0">
                <a:pos x="connsiteX6101" y="connsiteY6101"/>
              </a:cxn>
              <a:cxn ang="0">
                <a:pos x="connsiteX6102" y="connsiteY6102"/>
              </a:cxn>
              <a:cxn ang="0">
                <a:pos x="connsiteX6103" y="connsiteY6103"/>
              </a:cxn>
              <a:cxn ang="0">
                <a:pos x="connsiteX6104" y="connsiteY6104"/>
              </a:cxn>
              <a:cxn ang="0">
                <a:pos x="connsiteX6105" y="connsiteY6105"/>
              </a:cxn>
              <a:cxn ang="0">
                <a:pos x="connsiteX6106" y="connsiteY6106"/>
              </a:cxn>
              <a:cxn ang="0">
                <a:pos x="connsiteX6107" y="connsiteY6107"/>
              </a:cxn>
              <a:cxn ang="0">
                <a:pos x="connsiteX6108" y="connsiteY6108"/>
              </a:cxn>
              <a:cxn ang="0">
                <a:pos x="connsiteX6109" y="connsiteY6109"/>
              </a:cxn>
              <a:cxn ang="0">
                <a:pos x="connsiteX6110" y="connsiteY6110"/>
              </a:cxn>
              <a:cxn ang="0">
                <a:pos x="connsiteX6111" y="connsiteY6111"/>
              </a:cxn>
              <a:cxn ang="0">
                <a:pos x="connsiteX6112" y="connsiteY6112"/>
              </a:cxn>
              <a:cxn ang="0">
                <a:pos x="connsiteX6113" y="connsiteY6113"/>
              </a:cxn>
              <a:cxn ang="0">
                <a:pos x="connsiteX6114" y="connsiteY6114"/>
              </a:cxn>
              <a:cxn ang="0">
                <a:pos x="connsiteX6115" y="connsiteY6115"/>
              </a:cxn>
              <a:cxn ang="0">
                <a:pos x="connsiteX6116" y="connsiteY6116"/>
              </a:cxn>
              <a:cxn ang="0">
                <a:pos x="connsiteX6117" y="connsiteY6117"/>
              </a:cxn>
              <a:cxn ang="0">
                <a:pos x="connsiteX6118" y="connsiteY6118"/>
              </a:cxn>
              <a:cxn ang="0">
                <a:pos x="connsiteX6119" y="connsiteY6119"/>
              </a:cxn>
              <a:cxn ang="0">
                <a:pos x="connsiteX6120" y="connsiteY6120"/>
              </a:cxn>
              <a:cxn ang="0">
                <a:pos x="connsiteX6121" y="connsiteY6121"/>
              </a:cxn>
              <a:cxn ang="0">
                <a:pos x="connsiteX6122" y="connsiteY6122"/>
              </a:cxn>
              <a:cxn ang="0">
                <a:pos x="connsiteX6123" y="connsiteY6123"/>
              </a:cxn>
              <a:cxn ang="0">
                <a:pos x="connsiteX6124" y="connsiteY6124"/>
              </a:cxn>
              <a:cxn ang="0">
                <a:pos x="connsiteX6125" y="connsiteY6125"/>
              </a:cxn>
              <a:cxn ang="0">
                <a:pos x="connsiteX6126" y="connsiteY6126"/>
              </a:cxn>
              <a:cxn ang="0">
                <a:pos x="connsiteX6127" y="connsiteY6127"/>
              </a:cxn>
              <a:cxn ang="0">
                <a:pos x="connsiteX6128" y="connsiteY6128"/>
              </a:cxn>
              <a:cxn ang="0">
                <a:pos x="connsiteX6129" y="connsiteY6129"/>
              </a:cxn>
              <a:cxn ang="0">
                <a:pos x="connsiteX6130" y="connsiteY6130"/>
              </a:cxn>
              <a:cxn ang="0">
                <a:pos x="connsiteX6131" y="connsiteY6131"/>
              </a:cxn>
              <a:cxn ang="0">
                <a:pos x="connsiteX6132" y="connsiteY6132"/>
              </a:cxn>
              <a:cxn ang="0">
                <a:pos x="connsiteX6133" y="connsiteY6133"/>
              </a:cxn>
              <a:cxn ang="0">
                <a:pos x="connsiteX6134" y="connsiteY6134"/>
              </a:cxn>
              <a:cxn ang="0">
                <a:pos x="connsiteX6135" y="connsiteY6135"/>
              </a:cxn>
              <a:cxn ang="0">
                <a:pos x="connsiteX6136" y="connsiteY6136"/>
              </a:cxn>
              <a:cxn ang="0">
                <a:pos x="connsiteX6137" y="connsiteY6137"/>
              </a:cxn>
              <a:cxn ang="0">
                <a:pos x="connsiteX6138" y="connsiteY6138"/>
              </a:cxn>
              <a:cxn ang="0">
                <a:pos x="connsiteX6139" y="connsiteY6139"/>
              </a:cxn>
              <a:cxn ang="0">
                <a:pos x="connsiteX6140" y="connsiteY6140"/>
              </a:cxn>
              <a:cxn ang="0">
                <a:pos x="connsiteX6141" y="connsiteY6141"/>
              </a:cxn>
              <a:cxn ang="0">
                <a:pos x="connsiteX6142" y="connsiteY6142"/>
              </a:cxn>
              <a:cxn ang="0">
                <a:pos x="connsiteX6143" y="connsiteY6143"/>
              </a:cxn>
              <a:cxn ang="0">
                <a:pos x="connsiteX6144" y="connsiteY6144"/>
              </a:cxn>
              <a:cxn ang="0">
                <a:pos x="connsiteX6145" y="connsiteY6145"/>
              </a:cxn>
              <a:cxn ang="0">
                <a:pos x="connsiteX6146" y="connsiteY6146"/>
              </a:cxn>
              <a:cxn ang="0">
                <a:pos x="connsiteX6147" y="connsiteY6147"/>
              </a:cxn>
              <a:cxn ang="0">
                <a:pos x="connsiteX6148" y="connsiteY6148"/>
              </a:cxn>
              <a:cxn ang="0">
                <a:pos x="connsiteX6149" y="connsiteY6149"/>
              </a:cxn>
              <a:cxn ang="0">
                <a:pos x="connsiteX6150" y="connsiteY6150"/>
              </a:cxn>
              <a:cxn ang="0">
                <a:pos x="connsiteX6151" y="connsiteY6151"/>
              </a:cxn>
              <a:cxn ang="0">
                <a:pos x="connsiteX6152" y="connsiteY6152"/>
              </a:cxn>
              <a:cxn ang="0">
                <a:pos x="connsiteX6153" y="connsiteY6153"/>
              </a:cxn>
              <a:cxn ang="0">
                <a:pos x="connsiteX6154" y="connsiteY6154"/>
              </a:cxn>
              <a:cxn ang="0">
                <a:pos x="connsiteX6155" y="connsiteY6155"/>
              </a:cxn>
              <a:cxn ang="0">
                <a:pos x="connsiteX6156" y="connsiteY6156"/>
              </a:cxn>
              <a:cxn ang="0">
                <a:pos x="connsiteX6157" y="connsiteY6157"/>
              </a:cxn>
              <a:cxn ang="0">
                <a:pos x="connsiteX6158" y="connsiteY6158"/>
              </a:cxn>
              <a:cxn ang="0">
                <a:pos x="connsiteX6159" y="connsiteY6159"/>
              </a:cxn>
              <a:cxn ang="0">
                <a:pos x="connsiteX6160" y="connsiteY6160"/>
              </a:cxn>
              <a:cxn ang="0">
                <a:pos x="connsiteX6161" y="connsiteY6161"/>
              </a:cxn>
              <a:cxn ang="0">
                <a:pos x="connsiteX6162" y="connsiteY6162"/>
              </a:cxn>
              <a:cxn ang="0">
                <a:pos x="connsiteX6163" y="connsiteY6163"/>
              </a:cxn>
              <a:cxn ang="0">
                <a:pos x="connsiteX6164" y="connsiteY6164"/>
              </a:cxn>
              <a:cxn ang="0">
                <a:pos x="connsiteX6165" y="connsiteY6165"/>
              </a:cxn>
              <a:cxn ang="0">
                <a:pos x="connsiteX6166" y="connsiteY6166"/>
              </a:cxn>
              <a:cxn ang="0">
                <a:pos x="connsiteX6167" y="connsiteY6167"/>
              </a:cxn>
              <a:cxn ang="0">
                <a:pos x="connsiteX6168" y="connsiteY6168"/>
              </a:cxn>
              <a:cxn ang="0">
                <a:pos x="connsiteX6169" y="connsiteY6169"/>
              </a:cxn>
              <a:cxn ang="0">
                <a:pos x="connsiteX6170" y="connsiteY6170"/>
              </a:cxn>
              <a:cxn ang="0">
                <a:pos x="connsiteX6171" y="connsiteY6171"/>
              </a:cxn>
              <a:cxn ang="0">
                <a:pos x="connsiteX6172" y="connsiteY6172"/>
              </a:cxn>
              <a:cxn ang="0">
                <a:pos x="connsiteX6173" y="connsiteY6173"/>
              </a:cxn>
              <a:cxn ang="0">
                <a:pos x="connsiteX6174" y="connsiteY6174"/>
              </a:cxn>
              <a:cxn ang="0">
                <a:pos x="connsiteX6175" y="connsiteY6175"/>
              </a:cxn>
              <a:cxn ang="0">
                <a:pos x="connsiteX6176" y="connsiteY6176"/>
              </a:cxn>
              <a:cxn ang="0">
                <a:pos x="connsiteX6177" y="connsiteY6177"/>
              </a:cxn>
              <a:cxn ang="0">
                <a:pos x="connsiteX6178" y="connsiteY6178"/>
              </a:cxn>
              <a:cxn ang="0">
                <a:pos x="connsiteX6179" y="connsiteY6179"/>
              </a:cxn>
              <a:cxn ang="0">
                <a:pos x="connsiteX6180" y="connsiteY6180"/>
              </a:cxn>
              <a:cxn ang="0">
                <a:pos x="connsiteX6181" y="connsiteY6181"/>
              </a:cxn>
              <a:cxn ang="0">
                <a:pos x="connsiteX6182" y="connsiteY6182"/>
              </a:cxn>
              <a:cxn ang="0">
                <a:pos x="connsiteX6183" y="connsiteY6183"/>
              </a:cxn>
              <a:cxn ang="0">
                <a:pos x="connsiteX6184" y="connsiteY6184"/>
              </a:cxn>
              <a:cxn ang="0">
                <a:pos x="connsiteX6185" y="connsiteY6185"/>
              </a:cxn>
              <a:cxn ang="0">
                <a:pos x="connsiteX6186" y="connsiteY6186"/>
              </a:cxn>
              <a:cxn ang="0">
                <a:pos x="connsiteX6187" y="connsiteY6187"/>
              </a:cxn>
              <a:cxn ang="0">
                <a:pos x="connsiteX6188" y="connsiteY6188"/>
              </a:cxn>
              <a:cxn ang="0">
                <a:pos x="connsiteX6189" y="connsiteY6189"/>
              </a:cxn>
              <a:cxn ang="0">
                <a:pos x="connsiteX6190" y="connsiteY6190"/>
              </a:cxn>
              <a:cxn ang="0">
                <a:pos x="connsiteX6191" y="connsiteY6191"/>
              </a:cxn>
              <a:cxn ang="0">
                <a:pos x="connsiteX6192" y="connsiteY6192"/>
              </a:cxn>
              <a:cxn ang="0">
                <a:pos x="connsiteX6193" y="connsiteY6193"/>
              </a:cxn>
              <a:cxn ang="0">
                <a:pos x="connsiteX6194" y="connsiteY6194"/>
              </a:cxn>
              <a:cxn ang="0">
                <a:pos x="connsiteX6195" y="connsiteY6195"/>
              </a:cxn>
              <a:cxn ang="0">
                <a:pos x="connsiteX6196" y="connsiteY6196"/>
              </a:cxn>
              <a:cxn ang="0">
                <a:pos x="connsiteX6197" y="connsiteY6197"/>
              </a:cxn>
              <a:cxn ang="0">
                <a:pos x="connsiteX6198" y="connsiteY6198"/>
              </a:cxn>
              <a:cxn ang="0">
                <a:pos x="connsiteX6199" y="connsiteY6199"/>
              </a:cxn>
              <a:cxn ang="0">
                <a:pos x="connsiteX6200" y="connsiteY6200"/>
              </a:cxn>
              <a:cxn ang="0">
                <a:pos x="connsiteX6201" y="connsiteY6201"/>
              </a:cxn>
              <a:cxn ang="0">
                <a:pos x="connsiteX6202" y="connsiteY6202"/>
              </a:cxn>
              <a:cxn ang="0">
                <a:pos x="connsiteX6203" y="connsiteY6203"/>
              </a:cxn>
              <a:cxn ang="0">
                <a:pos x="connsiteX6204" y="connsiteY6204"/>
              </a:cxn>
              <a:cxn ang="0">
                <a:pos x="connsiteX6205" y="connsiteY6205"/>
              </a:cxn>
              <a:cxn ang="0">
                <a:pos x="connsiteX6206" y="connsiteY6206"/>
              </a:cxn>
              <a:cxn ang="0">
                <a:pos x="connsiteX6207" y="connsiteY6207"/>
              </a:cxn>
              <a:cxn ang="0">
                <a:pos x="connsiteX6208" y="connsiteY6208"/>
              </a:cxn>
              <a:cxn ang="0">
                <a:pos x="connsiteX6209" y="connsiteY6209"/>
              </a:cxn>
              <a:cxn ang="0">
                <a:pos x="connsiteX6210" y="connsiteY6210"/>
              </a:cxn>
              <a:cxn ang="0">
                <a:pos x="connsiteX6211" y="connsiteY6211"/>
              </a:cxn>
              <a:cxn ang="0">
                <a:pos x="connsiteX6212" y="connsiteY6212"/>
              </a:cxn>
              <a:cxn ang="0">
                <a:pos x="connsiteX6213" y="connsiteY6213"/>
              </a:cxn>
              <a:cxn ang="0">
                <a:pos x="connsiteX6214" y="connsiteY6214"/>
              </a:cxn>
              <a:cxn ang="0">
                <a:pos x="connsiteX6215" y="connsiteY6215"/>
              </a:cxn>
              <a:cxn ang="0">
                <a:pos x="connsiteX6216" y="connsiteY6216"/>
              </a:cxn>
              <a:cxn ang="0">
                <a:pos x="connsiteX6217" y="connsiteY6217"/>
              </a:cxn>
              <a:cxn ang="0">
                <a:pos x="connsiteX6218" y="connsiteY6218"/>
              </a:cxn>
              <a:cxn ang="0">
                <a:pos x="connsiteX6219" y="connsiteY6219"/>
              </a:cxn>
              <a:cxn ang="0">
                <a:pos x="connsiteX6220" y="connsiteY6220"/>
              </a:cxn>
              <a:cxn ang="0">
                <a:pos x="connsiteX6221" y="connsiteY6221"/>
              </a:cxn>
              <a:cxn ang="0">
                <a:pos x="connsiteX6222" y="connsiteY6222"/>
              </a:cxn>
              <a:cxn ang="0">
                <a:pos x="connsiteX6223" y="connsiteY6223"/>
              </a:cxn>
              <a:cxn ang="0">
                <a:pos x="connsiteX6224" y="connsiteY6224"/>
              </a:cxn>
              <a:cxn ang="0">
                <a:pos x="connsiteX6225" y="connsiteY6225"/>
              </a:cxn>
              <a:cxn ang="0">
                <a:pos x="connsiteX6226" y="connsiteY6226"/>
              </a:cxn>
              <a:cxn ang="0">
                <a:pos x="connsiteX6227" y="connsiteY6227"/>
              </a:cxn>
              <a:cxn ang="0">
                <a:pos x="connsiteX6228" y="connsiteY6228"/>
              </a:cxn>
              <a:cxn ang="0">
                <a:pos x="connsiteX6229" y="connsiteY6229"/>
              </a:cxn>
              <a:cxn ang="0">
                <a:pos x="connsiteX6230" y="connsiteY6230"/>
              </a:cxn>
              <a:cxn ang="0">
                <a:pos x="connsiteX6231" y="connsiteY6231"/>
              </a:cxn>
              <a:cxn ang="0">
                <a:pos x="connsiteX6232" y="connsiteY6232"/>
              </a:cxn>
              <a:cxn ang="0">
                <a:pos x="connsiteX6233" y="connsiteY6233"/>
              </a:cxn>
              <a:cxn ang="0">
                <a:pos x="connsiteX6234" y="connsiteY6234"/>
              </a:cxn>
              <a:cxn ang="0">
                <a:pos x="connsiteX6235" y="connsiteY6235"/>
              </a:cxn>
              <a:cxn ang="0">
                <a:pos x="connsiteX6236" y="connsiteY6236"/>
              </a:cxn>
              <a:cxn ang="0">
                <a:pos x="connsiteX6237" y="connsiteY6237"/>
              </a:cxn>
              <a:cxn ang="0">
                <a:pos x="connsiteX6238" y="connsiteY6238"/>
              </a:cxn>
              <a:cxn ang="0">
                <a:pos x="connsiteX6239" y="connsiteY6239"/>
              </a:cxn>
              <a:cxn ang="0">
                <a:pos x="connsiteX6240" y="connsiteY6240"/>
              </a:cxn>
              <a:cxn ang="0">
                <a:pos x="connsiteX6241" y="connsiteY6241"/>
              </a:cxn>
              <a:cxn ang="0">
                <a:pos x="connsiteX6242" y="connsiteY6242"/>
              </a:cxn>
              <a:cxn ang="0">
                <a:pos x="connsiteX6243" y="connsiteY6243"/>
              </a:cxn>
              <a:cxn ang="0">
                <a:pos x="connsiteX6244" y="connsiteY6244"/>
              </a:cxn>
              <a:cxn ang="0">
                <a:pos x="connsiteX6245" y="connsiteY6245"/>
              </a:cxn>
              <a:cxn ang="0">
                <a:pos x="connsiteX6246" y="connsiteY6246"/>
              </a:cxn>
              <a:cxn ang="0">
                <a:pos x="connsiteX6247" y="connsiteY6247"/>
              </a:cxn>
              <a:cxn ang="0">
                <a:pos x="connsiteX6248" y="connsiteY6248"/>
              </a:cxn>
              <a:cxn ang="0">
                <a:pos x="connsiteX6249" y="connsiteY6249"/>
              </a:cxn>
              <a:cxn ang="0">
                <a:pos x="connsiteX6250" y="connsiteY6250"/>
              </a:cxn>
              <a:cxn ang="0">
                <a:pos x="connsiteX6251" y="connsiteY6251"/>
              </a:cxn>
              <a:cxn ang="0">
                <a:pos x="connsiteX6252" y="connsiteY6252"/>
              </a:cxn>
              <a:cxn ang="0">
                <a:pos x="connsiteX6253" y="connsiteY6253"/>
              </a:cxn>
              <a:cxn ang="0">
                <a:pos x="connsiteX6254" y="connsiteY6254"/>
              </a:cxn>
              <a:cxn ang="0">
                <a:pos x="connsiteX6255" y="connsiteY6255"/>
              </a:cxn>
              <a:cxn ang="0">
                <a:pos x="connsiteX6256" y="connsiteY6256"/>
              </a:cxn>
              <a:cxn ang="0">
                <a:pos x="connsiteX6257" y="connsiteY6257"/>
              </a:cxn>
              <a:cxn ang="0">
                <a:pos x="connsiteX6258" y="connsiteY6258"/>
              </a:cxn>
              <a:cxn ang="0">
                <a:pos x="connsiteX6259" y="connsiteY6259"/>
              </a:cxn>
              <a:cxn ang="0">
                <a:pos x="connsiteX6260" y="connsiteY6260"/>
              </a:cxn>
              <a:cxn ang="0">
                <a:pos x="connsiteX6261" y="connsiteY6261"/>
              </a:cxn>
              <a:cxn ang="0">
                <a:pos x="connsiteX6262" y="connsiteY6262"/>
              </a:cxn>
              <a:cxn ang="0">
                <a:pos x="connsiteX6263" y="connsiteY6263"/>
              </a:cxn>
              <a:cxn ang="0">
                <a:pos x="connsiteX6264" y="connsiteY6264"/>
              </a:cxn>
              <a:cxn ang="0">
                <a:pos x="connsiteX6265" y="connsiteY6265"/>
              </a:cxn>
              <a:cxn ang="0">
                <a:pos x="connsiteX6266" y="connsiteY6266"/>
              </a:cxn>
              <a:cxn ang="0">
                <a:pos x="connsiteX6267" y="connsiteY6267"/>
              </a:cxn>
              <a:cxn ang="0">
                <a:pos x="connsiteX6268" y="connsiteY6268"/>
              </a:cxn>
              <a:cxn ang="0">
                <a:pos x="connsiteX6269" y="connsiteY6269"/>
              </a:cxn>
              <a:cxn ang="0">
                <a:pos x="connsiteX6270" y="connsiteY6270"/>
              </a:cxn>
              <a:cxn ang="0">
                <a:pos x="connsiteX6271" y="connsiteY6271"/>
              </a:cxn>
              <a:cxn ang="0">
                <a:pos x="connsiteX6272" y="connsiteY6272"/>
              </a:cxn>
              <a:cxn ang="0">
                <a:pos x="connsiteX6273" y="connsiteY6273"/>
              </a:cxn>
              <a:cxn ang="0">
                <a:pos x="connsiteX6274" y="connsiteY6274"/>
              </a:cxn>
              <a:cxn ang="0">
                <a:pos x="connsiteX6275" y="connsiteY6275"/>
              </a:cxn>
              <a:cxn ang="0">
                <a:pos x="connsiteX6276" y="connsiteY6276"/>
              </a:cxn>
              <a:cxn ang="0">
                <a:pos x="connsiteX6277" y="connsiteY6277"/>
              </a:cxn>
              <a:cxn ang="0">
                <a:pos x="connsiteX6278" y="connsiteY6278"/>
              </a:cxn>
              <a:cxn ang="0">
                <a:pos x="connsiteX6279" y="connsiteY6279"/>
              </a:cxn>
              <a:cxn ang="0">
                <a:pos x="connsiteX6280" y="connsiteY6280"/>
              </a:cxn>
              <a:cxn ang="0">
                <a:pos x="connsiteX6281" y="connsiteY6281"/>
              </a:cxn>
              <a:cxn ang="0">
                <a:pos x="connsiteX6282" y="connsiteY6282"/>
              </a:cxn>
              <a:cxn ang="0">
                <a:pos x="connsiteX6283" y="connsiteY6283"/>
              </a:cxn>
              <a:cxn ang="0">
                <a:pos x="connsiteX6284" y="connsiteY6284"/>
              </a:cxn>
              <a:cxn ang="0">
                <a:pos x="connsiteX6285" y="connsiteY6285"/>
              </a:cxn>
              <a:cxn ang="0">
                <a:pos x="connsiteX6286" y="connsiteY6286"/>
              </a:cxn>
              <a:cxn ang="0">
                <a:pos x="connsiteX6287" y="connsiteY6287"/>
              </a:cxn>
              <a:cxn ang="0">
                <a:pos x="connsiteX6288" y="connsiteY6288"/>
              </a:cxn>
              <a:cxn ang="0">
                <a:pos x="connsiteX6289" y="connsiteY6289"/>
              </a:cxn>
              <a:cxn ang="0">
                <a:pos x="connsiteX6290" y="connsiteY6290"/>
              </a:cxn>
              <a:cxn ang="0">
                <a:pos x="connsiteX6291" y="connsiteY6291"/>
              </a:cxn>
              <a:cxn ang="0">
                <a:pos x="connsiteX6292" y="connsiteY6292"/>
              </a:cxn>
              <a:cxn ang="0">
                <a:pos x="connsiteX6293" y="connsiteY6293"/>
              </a:cxn>
              <a:cxn ang="0">
                <a:pos x="connsiteX6294" y="connsiteY6294"/>
              </a:cxn>
              <a:cxn ang="0">
                <a:pos x="connsiteX6295" y="connsiteY6295"/>
              </a:cxn>
              <a:cxn ang="0">
                <a:pos x="connsiteX6296" y="connsiteY6296"/>
              </a:cxn>
              <a:cxn ang="0">
                <a:pos x="connsiteX6297" y="connsiteY6297"/>
              </a:cxn>
              <a:cxn ang="0">
                <a:pos x="connsiteX6298" y="connsiteY6298"/>
              </a:cxn>
              <a:cxn ang="0">
                <a:pos x="connsiteX6299" y="connsiteY6299"/>
              </a:cxn>
              <a:cxn ang="0">
                <a:pos x="connsiteX6300" y="connsiteY6300"/>
              </a:cxn>
              <a:cxn ang="0">
                <a:pos x="connsiteX6301" y="connsiteY6301"/>
              </a:cxn>
              <a:cxn ang="0">
                <a:pos x="connsiteX6302" y="connsiteY6302"/>
              </a:cxn>
              <a:cxn ang="0">
                <a:pos x="connsiteX6303" y="connsiteY6303"/>
              </a:cxn>
              <a:cxn ang="0">
                <a:pos x="connsiteX6304" y="connsiteY6304"/>
              </a:cxn>
              <a:cxn ang="0">
                <a:pos x="connsiteX6305" y="connsiteY6305"/>
              </a:cxn>
              <a:cxn ang="0">
                <a:pos x="connsiteX6306" y="connsiteY6306"/>
              </a:cxn>
              <a:cxn ang="0">
                <a:pos x="connsiteX6307" y="connsiteY6307"/>
              </a:cxn>
              <a:cxn ang="0">
                <a:pos x="connsiteX6308" y="connsiteY6308"/>
              </a:cxn>
              <a:cxn ang="0">
                <a:pos x="connsiteX6309" y="connsiteY6309"/>
              </a:cxn>
              <a:cxn ang="0">
                <a:pos x="connsiteX6310" y="connsiteY6310"/>
              </a:cxn>
              <a:cxn ang="0">
                <a:pos x="connsiteX6311" y="connsiteY6311"/>
              </a:cxn>
              <a:cxn ang="0">
                <a:pos x="connsiteX6312" y="connsiteY6312"/>
              </a:cxn>
              <a:cxn ang="0">
                <a:pos x="connsiteX6313" y="connsiteY6313"/>
              </a:cxn>
              <a:cxn ang="0">
                <a:pos x="connsiteX6314" y="connsiteY6314"/>
              </a:cxn>
              <a:cxn ang="0">
                <a:pos x="connsiteX6315" y="connsiteY6315"/>
              </a:cxn>
              <a:cxn ang="0">
                <a:pos x="connsiteX6316" y="connsiteY6316"/>
              </a:cxn>
              <a:cxn ang="0">
                <a:pos x="connsiteX6317" y="connsiteY6317"/>
              </a:cxn>
              <a:cxn ang="0">
                <a:pos x="connsiteX6318" y="connsiteY6318"/>
              </a:cxn>
              <a:cxn ang="0">
                <a:pos x="connsiteX6319" y="connsiteY6319"/>
              </a:cxn>
              <a:cxn ang="0">
                <a:pos x="connsiteX6320" y="connsiteY6320"/>
              </a:cxn>
              <a:cxn ang="0">
                <a:pos x="connsiteX6321" y="connsiteY6321"/>
              </a:cxn>
              <a:cxn ang="0">
                <a:pos x="connsiteX6322" y="connsiteY6322"/>
              </a:cxn>
              <a:cxn ang="0">
                <a:pos x="connsiteX6323" y="connsiteY6323"/>
              </a:cxn>
              <a:cxn ang="0">
                <a:pos x="connsiteX6324" y="connsiteY6324"/>
              </a:cxn>
              <a:cxn ang="0">
                <a:pos x="connsiteX6325" y="connsiteY6325"/>
              </a:cxn>
              <a:cxn ang="0">
                <a:pos x="connsiteX6326" y="connsiteY6326"/>
              </a:cxn>
              <a:cxn ang="0">
                <a:pos x="connsiteX6327" y="connsiteY6327"/>
              </a:cxn>
              <a:cxn ang="0">
                <a:pos x="connsiteX6328" y="connsiteY6328"/>
              </a:cxn>
              <a:cxn ang="0">
                <a:pos x="connsiteX6329" y="connsiteY6329"/>
              </a:cxn>
              <a:cxn ang="0">
                <a:pos x="connsiteX6330" y="connsiteY6330"/>
              </a:cxn>
              <a:cxn ang="0">
                <a:pos x="connsiteX6331" y="connsiteY6331"/>
              </a:cxn>
              <a:cxn ang="0">
                <a:pos x="connsiteX6332" y="connsiteY6332"/>
              </a:cxn>
              <a:cxn ang="0">
                <a:pos x="connsiteX6333" y="connsiteY6333"/>
              </a:cxn>
              <a:cxn ang="0">
                <a:pos x="connsiteX6334" y="connsiteY6334"/>
              </a:cxn>
              <a:cxn ang="0">
                <a:pos x="connsiteX6335" y="connsiteY6335"/>
              </a:cxn>
              <a:cxn ang="0">
                <a:pos x="connsiteX6336" y="connsiteY6336"/>
              </a:cxn>
              <a:cxn ang="0">
                <a:pos x="connsiteX6337" y="connsiteY6337"/>
              </a:cxn>
              <a:cxn ang="0">
                <a:pos x="connsiteX6338" y="connsiteY6338"/>
              </a:cxn>
              <a:cxn ang="0">
                <a:pos x="connsiteX6339" y="connsiteY6339"/>
              </a:cxn>
              <a:cxn ang="0">
                <a:pos x="connsiteX6340" y="connsiteY6340"/>
              </a:cxn>
              <a:cxn ang="0">
                <a:pos x="connsiteX6341" y="connsiteY6341"/>
              </a:cxn>
              <a:cxn ang="0">
                <a:pos x="connsiteX6342" y="connsiteY6342"/>
              </a:cxn>
              <a:cxn ang="0">
                <a:pos x="connsiteX6343" y="connsiteY6343"/>
              </a:cxn>
              <a:cxn ang="0">
                <a:pos x="connsiteX6344" y="connsiteY6344"/>
              </a:cxn>
              <a:cxn ang="0">
                <a:pos x="connsiteX6345" y="connsiteY6345"/>
              </a:cxn>
              <a:cxn ang="0">
                <a:pos x="connsiteX6346" y="connsiteY6346"/>
              </a:cxn>
              <a:cxn ang="0">
                <a:pos x="connsiteX6347" y="connsiteY6347"/>
              </a:cxn>
              <a:cxn ang="0">
                <a:pos x="connsiteX6348" y="connsiteY6348"/>
              </a:cxn>
              <a:cxn ang="0">
                <a:pos x="connsiteX6349" y="connsiteY6349"/>
              </a:cxn>
              <a:cxn ang="0">
                <a:pos x="connsiteX6350" y="connsiteY6350"/>
              </a:cxn>
              <a:cxn ang="0">
                <a:pos x="connsiteX6351" y="connsiteY6351"/>
              </a:cxn>
              <a:cxn ang="0">
                <a:pos x="connsiteX6352" y="connsiteY6352"/>
              </a:cxn>
              <a:cxn ang="0">
                <a:pos x="connsiteX6353" y="connsiteY6353"/>
              </a:cxn>
              <a:cxn ang="0">
                <a:pos x="connsiteX6354" y="connsiteY6354"/>
              </a:cxn>
              <a:cxn ang="0">
                <a:pos x="connsiteX6355" y="connsiteY6355"/>
              </a:cxn>
              <a:cxn ang="0">
                <a:pos x="connsiteX6356" y="connsiteY6356"/>
              </a:cxn>
              <a:cxn ang="0">
                <a:pos x="connsiteX6357" y="connsiteY6357"/>
              </a:cxn>
              <a:cxn ang="0">
                <a:pos x="connsiteX6358" y="connsiteY6358"/>
              </a:cxn>
              <a:cxn ang="0">
                <a:pos x="connsiteX6359" y="connsiteY6359"/>
              </a:cxn>
              <a:cxn ang="0">
                <a:pos x="connsiteX6360" y="connsiteY6360"/>
              </a:cxn>
              <a:cxn ang="0">
                <a:pos x="connsiteX6361" y="connsiteY6361"/>
              </a:cxn>
              <a:cxn ang="0">
                <a:pos x="connsiteX6362" y="connsiteY6362"/>
              </a:cxn>
              <a:cxn ang="0">
                <a:pos x="connsiteX6363" y="connsiteY6363"/>
              </a:cxn>
              <a:cxn ang="0">
                <a:pos x="connsiteX6364" y="connsiteY6364"/>
              </a:cxn>
              <a:cxn ang="0">
                <a:pos x="connsiteX6365" y="connsiteY6365"/>
              </a:cxn>
              <a:cxn ang="0">
                <a:pos x="connsiteX6366" y="connsiteY6366"/>
              </a:cxn>
              <a:cxn ang="0">
                <a:pos x="connsiteX6367" y="connsiteY6367"/>
              </a:cxn>
              <a:cxn ang="0">
                <a:pos x="connsiteX6368" y="connsiteY6368"/>
              </a:cxn>
              <a:cxn ang="0">
                <a:pos x="connsiteX6369" y="connsiteY6369"/>
              </a:cxn>
              <a:cxn ang="0">
                <a:pos x="connsiteX6370" y="connsiteY6370"/>
              </a:cxn>
              <a:cxn ang="0">
                <a:pos x="connsiteX6371" y="connsiteY6371"/>
              </a:cxn>
              <a:cxn ang="0">
                <a:pos x="connsiteX6372" y="connsiteY6372"/>
              </a:cxn>
              <a:cxn ang="0">
                <a:pos x="connsiteX6373" y="connsiteY6373"/>
              </a:cxn>
              <a:cxn ang="0">
                <a:pos x="connsiteX6374" y="connsiteY6374"/>
              </a:cxn>
              <a:cxn ang="0">
                <a:pos x="connsiteX6375" y="connsiteY6375"/>
              </a:cxn>
              <a:cxn ang="0">
                <a:pos x="connsiteX6376" y="connsiteY6376"/>
              </a:cxn>
              <a:cxn ang="0">
                <a:pos x="connsiteX6377" y="connsiteY6377"/>
              </a:cxn>
              <a:cxn ang="0">
                <a:pos x="connsiteX6378" y="connsiteY6378"/>
              </a:cxn>
              <a:cxn ang="0">
                <a:pos x="connsiteX6379" y="connsiteY6379"/>
              </a:cxn>
              <a:cxn ang="0">
                <a:pos x="connsiteX6380" y="connsiteY6380"/>
              </a:cxn>
              <a:cxn ang="0">
                <a:pos x="connsiteX6381" y="connsiteY6381"/>
              </a:cxn>
              <a:cxn ang="0">
                <a:pos x="connsiteX6382" y="connsiteY6382"/>
              </a:cxn>
              <a:cxn ang="0">
                <a:pos x="connsiteX6383" y="connsiteY6383"/>
              </a:cxn>
              <a:cxn ang="0">
                <a:pos x="connsiteX6384" y="connsiteY6384"/>
              </a:cxn>
              <a:cxn ang="0">
                <a:pos x="connsiteX6385" y="connsiteY6385"/>
              </a:cxn>
              <a:cxn ang="0">
                <a:pos x="connsiteX6386" y="connsiteY6386"/>
              </a:cxn>
              <a:cxn ang="0">
                <a:pos x="connsiteX6387" y="connsiteY6387"/>
              </a:cxn>
              <a:cxn ang="0">
                <a:pos x="connsiteX6388" y="connsiteY6388"/>
              </a:cxn>
              <a:cxn ang="0">
                <a:pos x="connsiteX6389" y="connsiteY6389"/>
              </a:cxn>
              <a:cxn ang="0">
                <a:pos x="connsiteX6390" y="connsiteY6390"/>
              </a:cxn>
              <a:cxn ang="0">
                <a:pos x="connsiteX6391" y="connsiteY6391"/>
              </a:cxn>
              <a:cxn ang="0">
                <a:pos x="connsiteX6392" y="connsiteY6392"/>
              </a:cxn>
              <a:cxn ang="0">
                <a:pos x="connsiteX6393" y="connsiteY6393"/>
              </a:cxn>
              <a:cxn ang="0">
                <a:pos x="connsiteX6394" y="connsiteY6394"/>
              </a:cxn>
              <a:cxn ang="0">
                <a:pos x="connsiteX6395" y="connsiteY6395"/>
              </a:cxn>
              <a:cxn ang="0">
                <a:pos x="connsiteX6396" y="connsiteY6396"/>
              </a:cxn>
              <a:cxn ang="0">
                <a:pos x="connsiteX6397" y="connsiteY6397"/>
              </a:cxn>
              <a:cxn ang="0">
                <a:pos x="connsiteX6398" y="connsiteY6398"/>
              </a:cxn>
              <a:cxn ang="0">
                <a:pos x="connsiteX6399" y="connsiteY6399"/>
              </a:cxn>
              <a:cxn ang="0">
                <a:pos x="connsiteX6400" y="connsiteY6400"/>
              </a:cxn>
              <a:cxn ang="0">
                <a:pos x="connsiteX6401" y="connsiteY6401"/>
              </a:cxn>
              <a:cxn ang="0">
                <a:pos x="connsiteX6402" y="connsiteY6402"/>
              </a:cxn>
              <a:cxn ang="0">
                <a:pos x="connsiteX6403" y="connsiteY6403"/>
              </a:cxn>
              <a:cxn ang="0">
                <a:pos x="connsiteX6404" y="connsiteY6404"/>
              </a:cxn>
              <a:cxn ang="0">
                <a:pos x="connsiteX6405" y="connsiteY6405"/>
              </a:cxn>
              <a:cxn ang="0">
                <a:pos x="connsiteX6406" y="connsiteY6406"/>
              </a:cxn>
              <a:cxn ang="0">
                <a:pos x="connsiteX6407" y="connsiteY6407"/>
              </a:cxn>
              <a:cxn ang="0">
                <a:pos x="connsiteX6408" y="connsiteY6408"/>
              </a:cxn>
              <a:cxn ang="0">
                <a:pos x="connsiteX6409" y="connsiteY6409"/>
              </a:cxn>
              <a:cxn ang="0">
                <a:pos x="connsiteX6410" y="connsiteY6410"/>
              </a:cxn>
              <a:cxn ang="0">
                <a:pos x="connsiteX6411" y="connsiteY6411"/>
              </a:cxn>
              <a:cxn ang="0">
                <a:pos x="connsiteX6412" y="connsiteY6412"/>
              </a:cxn>
              <a:cxn ang="0">
                <a:pos x="connsiteX6413" y="connsiteY6413"/>
              </a:cxn>
              <a:cxn ang="0">
                <a:pos x="connsiteX6414" y="connsiteY6414"/>
              </a:cxn>
              <a:cxn ang="0">
                <a:pos x="connsiteX6415" y="connsiteY6415"/>
              </a:cxn>
              <a:cxn ang="0">
                <a:pos x="connsiteX6416" y="connsiteY6416"/>
              </a:cxn>
              <a:cxn ang="0">
                <a:pos x="connsiteX6417" y="connsiteY6417"/>
              </a:cxn>
              <a:cxn ang="0">
                <a:pos x="connsiteX6418" y="connsiteY6418"/>
              </a:cxn>
              <a:cxn ang="0">
                <a:pos x="connsiteX6419" y="connsiteY6419"/>
              </a:cxn>
              <a:cxn ang="0">
                <a:pos x="connsiteX6420" y="connsiteY6420"/>
              </a:cxn>
              <a:cxn ang="0">
                <a:pos x="connsiteX6421" y="connsiteY6421"/>
              </a:cxn>
              <a:cxn ang="0">
                <a:pos x="connsiteX6422" y="connsiteY6422"/>
              </a:cxn>
              <a:cxn ang="0">
                <a:pos x="connsiteX6423" y="connsiteY6423"/>
              </a:cxn>
              <a:cxn ang="0">
                <a:pos x="connsiteX6424" y="connsiteY6424"/>
              </a:cxn>
              <a:cxn ang="0">
                <a:pos x="connsiteX6425" y="connsiteY6425"/>
              </a:cxn>
              <a:cxn ang="0">
                <a:pos x="connsiteX6426" y="connsiteY6426"/>
              </a:cxn>
              <a:cxn ang="0">
                <a:pos x="connsiteX6427" y="connsiteY6427"/>
              </a:cxn>
              <a:cxn ang="0">
                <a:pos x="connsiteX6428" y="connsiteY6428"/>
              </a:cxn>
              <a:cxn ang="0">
                <a:pos x="connsiteX6429" y="connsiteY6429"/>
              </a:cxn>
              <a:cxn ang="0">
                <a:pos x="connsiteX6430" y="connsiteY6430"/>
              </a:cxn>
              <a:cxn ang="0">
                <a:pos x="connsiteX6431" y="connsiteY6431"/>
              </a:cxn>
              <a:cxn ang="0">
                <a:pos x="connsiteX6432" y="connsiteY6432"/>
              </a:cxn>
              <a:cxn ang="0">
                <a:pos x="connsiteX6433" y="connsiteY6433"/>
              </a:cxn>
              <a:cxn ang="0">
                <a:pos x="connsiteX6434" y="connsiteY6434"/>
              </a:cxn>
              <a:cxn ang="0">
                <a:pos x="connsiteX6435" y="connsiteY6435"/>
              </a:cxn>
              <a:cxn ang="0">
                <a:pos x="connsiteX6436" y="connsiteY6436"/>
              </a:cxn>
              <a:cxn ang="0">
                <a:pos x="connsiteX6437" y="connsiteY6437"/>
              </a:cxn>
              <a:cxn ang="0">
                <a:pos x="connsiteX6438" y="connsiteY6438"/>
              </a:cxn>
              <a:cxn ang="0">
                <a:pos x="connsiteX6439" y="connsiteY6439"/>
              </a:cxn>
              <a:cxn ang="0">
                <a:pos x="connsiteX6440" y="connsiteY6440"/>
              </a:cxn>
              <a:cxn ang="0">
                <a:pos x="connsiteX6441" y="connsiteY6441"/>
              </a:cxn>
              <a:cxn ang="0">
                <a:pos x="connsiteX6442" y="connsiteY6442"/>
              </a:cxn>
              <a:cxn ang="0">
                <a:pos x="connsiteX6443" y="connsiteY6443"/>
              </a:cxn>
              <a:cxn ang="0">
                <a:pos x="connsiteX6444" y="connsiteY6444"/>
              </a:cxn>
              <a:cxn ang="0">
                <a:pos x="connsiteX6445" y="connsiteY6445"/>
              </a:cxn>
              <a:cxn ang="0">
                <a:pos x="connsiteX6446" y="connsiteY6446"/>
              </a:cxn>
              <a:cxn ang="0">
                <a:pos x="connsiteX6447" y="connsiteY6447"/>
              </a:cxn>
              <a:cxn ang="0">
                <a:pos x="connsiteX6448" y="connsiteY6448"/>
              </a:cxn>
              <a:cxn ang="0">
                <a:pos x="connsiteX6449" y="connsiteY6449"/>
              </a:cxn>
              <a:cxn ang="0">
                <a:pos x="connsiteX6450" y="connsiteY6450"/>
              </a:cxn>
              <a:cxn ang="0">
                <a:pos x="connsiteX6451" y="connsiteY6451"/>
              </a:cxn>
              <a:cxn ang="0">
                <a:pos x="connsiteX6452" y="connsiteY6452"/>
              </a:cxn>
              <a:cxn ang="0">
                <a:pos x="connsiteX6453" y="connsiteY6453"/>
              </a:cxn>
              <a:cxn ang="0">
                <a:pos x="connsiteX6454" y="connsiteY6454"/>
              </a:cxn>
              <a:cxn ang="0">
                <a:pos x="connsiteX6455" y="connsiteY6455"/>
              </a:cxn>
              <a:cxn ang="0">
                <a:pos x="connsiteX6456" y="connsiteY6456"/>
              </a:cxn>
              <a:cxn ang="0">
                <a:pos x="connsiteX6457" y="connsiteY6457"/>
              </a:cxn>
              <a:cxn ang="0">
                <a:pos x="connsiteX6458" y="connsiteY6458"/>
              </a:cxn>
              <a:cxn ang="0">
                <a:pos x="connsiteX6459" y="connsiteY6459"/>
              </a:cxn>
              <a:cxn ang="0">
                <a:pos x="connsiteX6460" y="connsiteY6460"/>
              </a:cxn>
              <a:cxn ang="0">
                <a:pos x="connsiteX6461" y="connsiteY6461"/>
              </a:cxn>
              <a:cxn ang="0">
                <a:pos x="connsiteX6462" y="connsiteY6462"/>
              </a:cxn>
              <a:cxn ang="0">
                <a:pos x="connsiteX6463" y="connsiteY6463"/>
              </a:cxn>
              <a:cxn ang="0">
                <a:pos x="connsiteX6464" y="connsiteY6464"/>
              </a:cxn>
              <a:cxn ang="0">
                <a:pos x="connsiteX6465" y="connsiteY6465"/>
              </a:cxn>
              <a:cxn ang="0">
                <a:pos x="connsiteX6466" y="connsiteY6466"/>
              </a:cxn>
              <a:cxn ang="0">
                <a:pos x="connsiteX6467" y="connsiteY6467"/>
              </a:cxn>
              <a:cxn ang="0">
                <a:pos x="connsiteX6468" y="connsiteY6468"/>
              </a:cxn>
              <a:cxn ang="0">
                <a:pos x="connsiteX6469" y="connsiteY6469"/>
              </a:cxn>
              <a:cxn ang="0">
                <a:pos x="connsiteX6470" y="connsiteY6470"/>
              </a:cxn>
              <a:cxn ang="0">
                <a:pos x="connsiteX6471" y="connsiteY6471"/>
              </a:cxn>
              <a:cxn ang="0">
                <a:pos x="connsiteX6472" y="connsiteY6472"/>
              </a:cxn>
              <a:cxn ang="0">
                <a:pos x="connsiteX6473" y="connsiteY6473"/>
              </a:cxn>
              <a:cxn ang="0">
                <a:pos x="connsiteX6474" y="connsiteY6474"/>
              </a:cxn>
              <a:cxn ang="0">
                <a:pos x="connsiteX6475" y="connsiteY6475"/>
              </a:cxn>
              <a:cxn ang="0">
                <a:pos x="connsiteX6476" y="connsiteY6476"/>
              </a:cxn>
              <a:cxn ang="0">
                <a:pos x="connsiteX6477" y="connsiteY6477"/>
              </a:cxn>
              <a:cxn ang="0">
                <a:pos x="connsiteX6478" y="connsiteY6478"/>
              </a:cxn>
              <a:cxn ang="0">
                <a:pos x="connsiteX6479" y="connsiteY6479"/>
              </a:cxn>
              <a:cxn ang="0">
                <a:pos x="connsiteX6480" y="connsiteY6480"/>
              </a:cxn>
              <a:cxn ang="0">
                <a:pos x="connsiteX6481" y="connsiteY6481"/>
              </a:cxn>
              <a:cxn ang="0">
                <a:pos x="connsiteX6482" y="connsiteY6482"/>
              </a:cxn>
              <a:cxn ang="0">
                <a:pos x="connsiteX6483" y="connsiteY6483"/>
              </a:cxn>
              <a:cxn ang="0">
                <a:pos x="connsiteX6484" y="connsiteY6484"/>
              </a:cxn>
              <a:cxn ang="0">
                <a:pos x="connsiteX6485" y="connsiteY6485"/>
              </a:cxn>
              <a:cxn ang="0">
                <a:pos x="connsiteX6486" y="connsiteY6486"/>
              </a:cxn>
              <a:cxn ang="0">
                <a:pos x="connsiteX6487" y="connsiteY6487"/>
              </a:cxn>
              <a:cxn ang="0">
                <a:pos x="connsiteX6488" y="connsiteY6488"/>
              </a:cxn>
              <a:cxn ang="0">
                <a:pos x="connsiteX6489" y="connsiteY6489"/>
              </a:cxn>
              <a:cxn ang="0">
                <a:pos x="connsiteX6490" y="connsiteY6490"/>
              </a:cxn>
              <a:cxn ang="0">
                <a:pos x="connsiteX6491" y="connsiteY6491"/>
              </a:cxn>
              <a:cxn ang="0">
                <a:pos x="connsiteX6492" y="connsiteY6492"/>
              </a:cxn>
              <a:cxn ang="0">
                <a:pos x="connsiteX6493" y="connsiteY6493"/>
              </a:cxn>
              <a:cxn ang="0">
                <a:pos x="connsiteX6494" y="connsiteY6494"/>
              </a:cxn>
              <a:cxn ang="0">
                <a:pos x="connsiteX6495" y="connsiteY6495"/>
              </a:cxn>
              <a:cxn ang="0">
                <a:pos x="connsiteX6496" y="connsiteY6496"/>
              </a:cxn>
              <a:cxn ang="0">
                <a:pos x="connsiteX6497" y="connsiteY6497"/>
              </a:cxn>
              <a:cxn ang="0">
                <a:pos x="connsiteX6498" y="connsiteY6498"/>
              </a:cxn>
              <a:cxn ang="0">
                <a:pos x="connsiteX6499" y="connsiteY6499"/>
              </a:cxn>
              <a:cxn ang="0">
                <a:pos x="connsiteX6500" y="connsiteY6500"/>
              </a:cxn>
              <a:cxn ang="0">
                <a:pos x="connsiteX6501" y="connsiteY6501"/>
              </a:cxn>
              <a:cxn ang="0">
                <a:pos x="connsiteX6502" y="connsiteY6502"/>
              </a:cxn>
              <a:cxn ang="0">
                <a:pos x="connsiteX6503" y="connsiteY6503"/>
              </a:cxn>
              <a:cxn ang="0">
                <a:pos x="connsiteX6504" y="connsiteY6504"/>
              </a:cxn>
              <a:cxn ang="0">
                <a:pos x="connsiteX6505" y="connsiteY6505"/>
              </a:cxn>
              <a:cxn ang="0">
                <a:pos x="connsiteX6506" y="connsiteY6506"/>
              </a:cxn>
              <a:cxn ang="0">
                <a:pos x="connsiteX6507" y="connsiteY6507"/>
              </a:cxn>
              <a:cxn ang="0">
                <a:pos x="connsiteX6508" y="connsiteY6508"/>
              </a:cxn>
              <a:cxn ang="0">
                <a:pos x="connsiteX6509" y="connsiteY6509"/>
              </a:cxn>
              <a:cxn ang="0">
                <a:pos x="connsiteX6510" y="connsiteY6510"/>
              </a:cxn>
              <a:cxn ang="0">
                <a:pos x="connsiteX6511" y="connsiteY6511"/>
              </a:cxn>
              <a:cxn ang="0">
                <a:pos x="connsiteX6512" y="connsiteY6512"/>
              </a:cxn>
              <a:cxn ang="0">
                <a:pos x="connsiteX6513" y="connsiteY6513"/>
              </a:cxn>
              <a:cxn ang="0">
                <a:pos x="connsiteX6514" y="connsiteY6514"/>
              </a:cxn>
              <a:cxn ang="0">
                <a:pos x="connsiteX6515" y="connsiteY6515"/>
              </a:cxn>
              <a:cxn ang="0">
                <a:pos x="connsiteX6516" y="connsiteY6516"/>
              </a:cxn>
              <a:cxn ang="0">
                <a:pos x="connsiteX6517" y="connsiteY6517"/>
              </a:cxn>
              <a:cxn ang="0">
                <a:pos x="connsiteX6518" y="connsiteY6518"/>
              </a:cxn>
              <a:cxn ang="0">
                <a:pos x="connsiteX6519" y="connsiteY6519"/>
              </a:cxn>
              <a:cxn ang="0">
                <a:pos x="connsiteX6520" y="connsiteY6520"/>
              </a:cxn>
              <a:cxn ang="0">
                <a:pos x="connsiteX6521" y="connsiteY6521"/>
              </a:cxn>
              <a:cxn ang="0">
                <a:pos x="connsiteX6522" y="connsiteY6522"/>
              </a:cxn>
              <a:cxn ang="0">
                <a:pos x="connsiteX6523" y="connsiteY6523"/>
              </a:cxn>
              <a:cxn ang="0">
                <a:pos x="connsiteX6524" y="connsiteY6524"/>
              </a:cxn>
              <a:cxn ang="0">
                <a:pos x="connsiteX6525" y="connsiteY6525"/>
              </a:cxn>
              <a:cxn ang="0">
                <a:pos x="connsiteX6526" y="connsiteY6526"/>
              </a:cxn>
              <a:cxn ang="0">
                <a:pos x="connsiteX6527" y="connsiteY6527"/>
              </a:cxn>
              <a:cxn ang="0">
                <a:pos x="connsiteX6528" y="connsiteY6528"/>
              </a:cxn>
              <a:cxn ang="0">
                <a:pos x="connsiteX6529" y="connsiteY6529"/>
              </a:cxn>
              <a:cxn ang="0">
                <a:pos x="connsiteX6530" y="connsiteY6530"/>
              </a:cxn>
              <a:cxn ang="0">
                <a:pos x="connsiteX6531" y="connsiteY6531"/>
              </a:cxn>
              <a:cxn ang="0">
                <a:pos x="connsiteX6532" y="connsiteY6532"/>
              </a:cxn>
              <a:cxn ang="0">
                <a:pos x="connsiteX6533" y="connsiteY6533"/>
              </a:cxn>
              <a:cxn ang="0">
                <a:pos x="connsiteX6534" y="connsiteY6534"/>
              </a:cxn>
              <a:cxn ang="0">
                <a:pos x="connsiteX6535" y="connsiteY6535"/>
              </a:cxn>
              <a:cxn ang="0">
                <a:pos x="connsiteX6536" y="connsiteY6536"/>
              </a:cxn>
              <a:cxn ang="0">
                <a:pos x="connsiteX6537" y="connsiteY6537"/>
              </a:cxn>
              <a:cxn ang="0">
                <a:pos x="connsiteX6538" y="connsiteY6538"/>
              </a:cxn>
              <a:cxn ang="0">
                <a:pos x="connsiteX6539" y="connsiteY6539"/>
              </a:cxn>
              <a:cxn ang="0">
                <a:pos x="connsiteX6540" y="connsiteY6540"/>
              </a:cxn>
              <a:cxn ang="0">
                <a:pos x="connsiteX6541" y="connsiteY6541"/>
              </a:cxn>
              <a:cxn ang="0">
                <a:pos x="connsiteX6542" y="connsiteY6542"/>
              </a:cxn>
              <a:cxn ang="0">
                <a:pos x="connsiteX6543" y="connsiteY6543"/>
              </a:cxn>
              <a:cxn ang="0">
                <a:pos x="connsiteX6544" y="connsiteY6544"/>
              </a:cxn>
              <a:cxn ang="0">
                <a:pos x="connsiteX6545" y="connsiteY6545"/>
              </a:cxn>
              <a:cxn ang="0">
                <a:pos x="connsiteX6546" y="connsiteY6546"/>
              </a:cxn>
              <a:cxn ang="0">
                <a:pos x="connsiteX6547" y="connsiteY6547"/>
              </a:cxn>
              <a:cxn ang="0">
                <a:pos x="connsiteX6548" y="connsiteY6548"/>
              </a:cxn>
              <a:cxn ang="0">
                <a:pos x="connsiteX6549" y="connsiteY6549"/>
              </a:cxn>
              <a:cxn ang="0">
                <a:pos x="connsiteX6550" y="connsiteY6550"/>
              </a:cxn>
              <a:cxn ang="0">
                <a:pos x="connsiteX6551" y="connsiteY6551"/>
              </a:cxn>
              <a:cxn ang="0">
                <a:pos x="connsiteX6552" y="connsiteY6552"/>
              </a:cxn>
              <a:cxn ang="0">
                <a:pos x="connsiteX6553" y="connsiteY6553"/>
              </a:cxn>
              <a:cxn ang="0">
                <a:pos x="connsiteX6554" y="connsiteY6554"/>
              </a:cxn>
              <a:cxn ang="0">
                <a:pos x="connsiteX6555" y="connsiteY6555"/>
              </a:cxn>
              <a:cxn ang="0">
                <a:pos x="connsiteX6556" y="connsiteY6556"/>
              </a:cxn>
              <a:cxn ang="0">
                <a:pos x="connsiteX6557" y="connsiteY6557"/>
              </a:cxn>
              <a:cxn ang="0">
                <a:pos x="connsiteX6558" y="connsiteY6558"/>
              </a:cxn>
              <a:cxn ang="0">
                <a:pos x="connsiteX6559" y="connsiteY6559"/>
              </a:cxn>
              <a:cxn ang="0">
                <a:pos x="connsiteX6560" y="connsiteY6560"/>
              </a:cxn>
              <a:cxn ang="0">
                <a:pos x="connsiteX6561" y="connsiteY6561"/>
              </a:cxn>
              <a:cxn ang="0">
                <a:pos x="connsiteX6562" y="connsiteY6562"/>
              </a:cxn>
              <a:cxn ang="0">
                <a:pos x="connsiteX6563" y="connsiteY6563"/>
              </a:cxn>
              <a:cxn ang="0">
                <a:pos x="connsiteX6564" y="connsiteY6564"/>
              </a:cxn>
              <a:cxn ang="0">
                <a:pos x="connsiteX6565" y="connsiteY6565"/>
              </a:cxn>
              <a:cxn ang="0">
                <a:pos x="connsiteX6566" y="connsiteY6566"/>
              </a:cxn>
              <a:cxn ang="0">
                <a:pos x="connsiteX6567" y="connsiteY6567"/>
              </a:cxn>
              <a:cxn ang="0">
                <a:pos x="connsiteX6568" y="connsiteY6568"/>
              </a:cxn>
              <a:cxn ang="0">
                <a:pos x="connsiteX6569" y="connsiteY6569"/>
              </a:cxn>
              <a:cxn ang="0">
                <a:pos x="connsiteX6570" y="connsiteY6570"/>
              </a:cxn>
              <a:cxn ang="0">
                <a:pos x="connsiteX6571" y="connsiteY6571"/>
              </a:cxn>
              <a:cxn ang="0">
                <a:pos x="connsiteX6572" y="connsiteY6572"/>
              </a:cxn>
              <a:cxn ang="0">
                <a:pos x="connsiteX6573" y="connsiteY6573"/>
              </a:cxn>
              <a:cxn ang="0">
                <a:pos x="connsiteX6574" y="connsiteY6574"/>
              </a:cxn>
              <a:cxn ang="0">
                <a:pos x="connsiteX6575" y="connsiteY6575"/>
              </a:cxn>
              <a:cxn ang="0">
                <a:pos x="connsiteX6576" y="connsiteY6576"/>
              </a:cxn>
              <a:cxn ang="0">
                <a:pos x="connsiteX6577" y="connsiteY6577"/>
              </a:cxn>
              <a:cxn ang="0">
                <a:pos x="connsiteX6578" y="connsiteY6578"/>
              </a:cxn>
              <a:cxn ang="0">
                <a:pos x="connsiteX6579" y="connsiteY6579"/>
              </a:cxn>
              <a:cxn ang="0">
                <a:pos x="connsiteX6580" y="connsiteY6580"/>
              </a:cxn>
              <a:cxn ang="0">
                <a:pos x="connsiteX6581" y="connsiteY6581"/>
              </a:cxn>
              <a:cxn ang="0">
                <a:pos x="connsiteX6582" y="connsiteY6582"/>
              </a:cxn>
              <a:cxn ang="0">
                <a:pos x="connsiteX6583" y="connsiteY6583"/>
              </a:cxn>
              <a:cxn ang="0">
                <a:pos x="connsiteX6584" y="connsiteY6584"/>
              </a:cxn>
              <a:cxn ang="0">
                <a:pos x="connsiteX6585" y="connsiteY6585"/>
              </a:cxn>
              <a:cxn ang="0">
                <a:pos x="connsiteX6586" y="connsiteY6586"/>
              </a:cxn>
              <a:cxn ang="0">
                <a:pos x="connsiteX6587" y="connsiteY6587"/>
              </a:cxn>
              <a:cxn ang="0">
                <a:pos x="connsiteX6588" y="connsiteY6588"/>
              </a:cxn>
              <a:cxn ang="0">
                <a:pos x="connsiteX6589" y="connsiteY6589"/>
              </a:cxn>
              <a:cxn ang="0">
                <a:pos x="connsiteX6590" y="connsiteY6590"/>
              </a:cxn>
              <a:cxn ang="0">
                <a:pos x="connsiteX6591" y="connsiteY6591"/>
              </a:cxn>
              <a:cxn ang="0">
                <a:pos x="connsiteX6592" y="connsiteY6592"/>
              </a:cxn>
              <a:cxn ang="0">
                <a:pos x="connsiteX6593" y="connsiteY6593"/>
              </a:cxn>
              <a:cxn ang="0">
                <a:pos x="connsiteX6594" y="connsiteY6594"/>
              </a:cxn>
              <a:cxn ang="0">
                <a:pos x="connsiteX6595" y="connsiteY6595"/>
              </a:cxn>
              <a:cxn ang="0">
                <a:pos x="connsiteX6596" y="connsiteY6596"/>
              </a:cxn>
              <a:cxn ang="0">
                <a:pos x="connsiteX6597" y="connsiteY6597"/>
              </a:cxn>
              <a:cxn ang="0">
                <a:pos x="connsiteX6598" y="connsiteY6598"/>
              </a:cxn>
              <a:cxn ang="0">
                <a:pos x="connsiteX6599" y="connsiteY6599"/>
              </a:cxn>
              <a:cxn ang="0">
                <a:pos x="connsiteX6600" y="connsiteY6600"/>
              </a:cxn>
              <a:cxn ang="0">
                <a:pos x="connsiteX6601" y="connsiteY6601"/>
              </a:cxn>
              <a:cxn ang="0">
                <a:pos x="connsiteX6602" y="connsiteY6602"/>
              </a:cxn>
              <a:cxn ang="0">
                <a:pos x="connsiteX6603" y="connsiteY6603"/>
              </a:cxn>
              <a:cxn ang="0">
                <a:pos x="connsiteX6604" y="connsiteY6604"/>
              </a:cxn>
              <a:cxn ang="0">
                <a:pos x="connsiteX6605" y="connsiteY6605"/>
              </a:cxn>
              <a:cxn ang="0">
                <a:pos x="connsiteX6606" y="connsiteY6606"/>
              </a:cxn>
              <a:cxn ang="0">
                <a:pos x="connsiteX6607" y="connsiteY6607"/>
              </a:cxn>
              <a:cxn ang="0">
                <a:pos x="connsiteX6608" y="connsiteY6608"/>
              </a:cxn>
              <a:cxn ang="0">
                <a:pos x="connsiteX6609" y="connsiteY6609"/>
              </a:cxn>
              <a:cxn ang="0">
                <a:pos x="connsiteX6610" y="connsiteY6610"/>
              </a:cxn>
              <a:cxn ang="0">
                <a:pos x="connsiteX6611" y="connsiteY6611"/>
              </a:cxn>
              <a:cxn ang="0">
                <a:pos x="connsiteX6612" y="connsiteY6612"/>
              </a:cxn>
              <a:cxn ang="0">
                <a:pos x="connsiteX6613" y="connsiteY6613"/>
              </a:cxn>
              <a:cxn ang="0">
                <a:pos x="connsiteX6614" y="connsiteY6614"/>
              </a:cxn>
              <a:cxn ang="0">
                <a:pos x="connsiteX6615" y="connsiteY6615"/>
              </a:cxn>
              <a:cxn ang="0">
                <a:pos x="connsiteX6616" y="connsiteY6616"/>
              </a:cxn>
              <a:cxn ang="0">
                <a:pos x="connsiteX6617" y="connsiteY6617"/>
              </a:cxn>
              <a:cxn ang="0">
                <a:pos x="connsiteX6618" y="connsiteY6618"/>
              </a:cxn>
              <a:cxn ang="0">
                <a:pos x="connsiteX6619" y="connsiteY6619"/>
              </a:cxn>
              <a:cxn ang="0">
                <a:pos x="connsiteX6620" y="connsiteY6620"/>
              </a:cxn>
              <a:cxn ang="0">
                <a:pos x="connsiteX6621" y="connsiteY6621"/>
              </a:cxn>
              <a:cxn ang="0">
                <a:pos x="connsiteX6622" y="connsiteY6622"/>
              </a:cxn>
              <a:cxn ang="0">
                <a:pos x="connsiteX6623" y="connsiteY6623"/>
              </a:cxn>
              <a:cxn ang="0">
                <a:pos x="connsiteX6624" y="connsiteY6624"/>
              </a:cxn>
              <a:cxn ang="0">
                <a:pos x="connsiteX6625" y="connsiteY6625"/>
              </a:cxn>
              <a:cxn ang="0">
                <a:pos x="connsiteX6626" y="connsiteY6626"/>
              </a:cxn>
              <a:cxn ang="0">
                <a:pos x="connsiteX6627" y="connsiteY6627"/>
              </a:cxn>
              <a:cxn ang="0">
                <a:pos x="connsiteX6628" y="connsiteY6628"/>
              </a:cxn>
              <a:cxn ang="0">
                <a:pos x="connsiteX6629" y="connsiteY6629"/>
              </a:cxn>
              <a:cxn ang="0">
                <a:pos x="connsiteX6630" y="connsiteY6630"/>
              </a:cxn>
              <a:cxn ang="0">
                <a:pos x="connsiteX6631" y="connsiteY6631"/>
              </a:cxn>
              <a:cxn ang="0">
                <a:pos x="connsiteX6632" y="connsiteY6632"/>
              </a:cxn>
              <a:cxn ang="0">
                <a:pos x="connsiteX6633" y="connsiteY6633"/>
              </a:cxn>
              <a:cxn ang="0">
                <a:pos x="connsiteX6634" y="connsiteY6634"/>
              </a:cxn>
              <a:cxn ang="0">
                <a:pos x="connsiteX6635" y="connsiteY6635"/>
              </a:cxn>
              <a:cxn ang="0">
                <a:pos x="connsiteX6636" y="connsiteY6636"/>
              </a:cxn>
              <a:cxn ang="0">
                <a:pos x="connsiteX6637" y="connsiteY6637"/>
              </a:cxn>
              <a:cxn ang="0">
                <a:pos x="connsiteX6638" y="connsiteY6638"/>
              </a:cxn>
              <a:cxn ang="0">
                <a:pos x="connsiteX6639" y="connsiteY6639"/>
              </a:cxn>
              <a:cxn ang="0">
                <a:pos x="connsiteX6640" y="connsiteY6640"/>
              </a:cxn>
              <a:cxn ang="0">
                <a:pos x="connsiteX6641" y="connsiteY6641"/>
              </a:cxn>
              <a:cxn ang="0">
                <a:pos x="connsiteX6642" y="connsiteY6642"/>
              </a:cxn>
              <a:cxn ang="0">
                <a:pos x="connsiteX6643" y="connsiteY6643"/>
              </a:cxn>
              <a:cxn ang="0">
                <a:pos x="connsiteX6644" y="connsiteY6644"/>
              </a:cxn>
              <a:cxn ang="0">
                <a:pos x="connsiteX6645" y="connsiteY6645"/>
              </a:cxn>
              <a:cxn ang="0">
                <a:pos x="connsiteX6646" y="connsiteY6646"/>
              </a:cxn>
              <a:cxn ang="0">
                <a:pos x="connsiteX6647" y="connsiteY6647"/>
              </a:cxn>
              <a:cxn ang="0">
                <a:pos x="connsiteX6648" y="connsiteY6648"/>
              </a:cxn>
              <a:cxn ang="0">
                <a:pos x="connsiteX6649" y="connsiteY6649"/>
              </a:cxn>
              <a:cxn ang="0">
                <a:pos x="connsiteX6650" y="connsiteY6650"/>
              </a:cxn>
              <a:cxn ang="0">
                <a:pos x="connsiteX6651" y="connsiteY6651"/>
              </a:cxn>
              <a:cxn ang="0">
                <a:pos x="connsiteX6652" y="connsiteY6652"/>
              </a:cxn>
              <a:cxn ang="0">
                <a:pos x="connsiteX6653" y="connsiteY6653"/>
              </a:cxn>
              <a:cxn ang="0">
                <a:pos x="connsiteX6654" y="connsiteY6654"/>
              </a:cxn>
              <a:cxn ang="0">
                <a:pos x="connsiteX6655" y="connsiteY6655"/>
              </a:cxn>
              <a:cxn ang="0">
                <a:pos x="connsiteX6656" y="connsiteY6656"/>
              </a:cxn>
              <a:cxn ang="0">
                <a:pos x="connsiteX6657" y="connsiteY6657"/>
              </a:cxn>
              <a:cxn ang="0">
                <a:pos x="connsiteX6658" y="connsiteY6658"/>
              </a:cxn>
              <a:cxn ang="0">
                <a:pos x="connsiteX6659" y="connsiteY6659"/>
              </a:cxn>
              <a:cxn ang="0">
                <a:pos x="connsiteX6660" y="connsiteY6660"/>
              </a:cxn>
              <a:cxn ang="0">
                <a:pos x="connsiteX6661" y="connsiteY6661"/>
              </a:cxn>
              <a:cxn ang="0">
                <a:pos x="connsiteX6662" y="connsiteY6662"/>
              </a:cxn>
              <a:cxn ang="0">
                <a:pos x="connsiteX6663" y="connsiteY6663"/>
              </a:cxn>
              <a:cxn ang="0">
                <a:pos x="connsiteX6664" y="connsiteY6664"/>
              </a:cxn>
              <a:cxn ang="0">
                <a:pos x="connsiteX6665" y="connsiteY6665"/>
              </a:cxn>
              <a:cxn ang="0">
                <a:pos x="connsiteX6666" y="connsiteY6666"/>
              </a:cxn>
              <a:cxn ang="0">
                <a:pos x="connsiteX6667" y="connsiteY6667"/>
              </a:cxn>
              <a:cxn ang="0">
                <a:pos x="connsiteX6668" y="connsiteY6668"/>
              </a:cxn>
              <a:cxn ang="0">
                <a:pos x="connsiteX6669" y="connsiteY6669"/>
              </a:cxn>
              <a:cxn ang="0">
                <a:pos x="connsiteX6670" y="connsiteY6670"/>
              </a:cxn>
              <a:cxn ang="0">
                <a:pos x="connsiteX6671" y="connsiteY6671"/>
              </a:cxn>
              <a:cxn ang="0">
                <a:pos x="connsiteX6672" y="connsiteY6672"/>
              </a:cxn>
              <a:cxn ang="0">
                <a:pos x="connsiteX6673" y="connsiteY6673"/>
              </a:cxn>
              <a:cxn ang="0">
                <a:pos x="connsiteX6674" y="connsiteY6674"/>
              </a:cxn>
              <a:cxn ang="0">
                <a:pos x="connsiteX6675" y="connsiteY6675"/>
              </a:cxn>
              <a:cxn ang="0">
                <a:pos x="connsiteX6676" y="connsiteY6676"/>
              </a:cxn>
              <a:cxn ang="0">
                <a:pos x="connsiteX6677" y="connsiteY6677"/>
              </a:cxn>
              <a:cxn ang="0">
                <a:pos x="connsiteX6678" y="connsiteY6678"/>
              </a:cxn>
              <a:cxn ang="0">
                <a:pos x="connsiteX6679" y="connsiteY6679"/>
              </a:cxn>
              <a:cxn ang="0">
                <a:pos x="connsiteX6680" y="connsiteY6680"/>
              </a:cxn>
              <a:cxn ang="0">
                <a:pos x="connsiteX6681" y="connsiteY6681"/>
              </a:cxn>
              <a:cxn ang="0">
                <a:pos x="connsiteX6682" y="connsiteY6682"/>
              </a:cxn>
              <a:cxn ang="0">
                <a:pos x="connsiteX6683" y="connsiteY6683"/>
              </a:cxn>
              <a:cxn ang="0">
                <a:pos x="connsiteX6684" y="connsiteY6684"/>
              </a:cxn>
              <a:cxn ang="0">
                <a:pos x="connsiteX6685" y="connsiteY6685"/>
              </a:cxn>
              <a:cxn ang="0">
                <a:pos x="connsiteX6686" y="connsiteY6686"/>
              </a:cxn>
              <a:cxn ang="0">
                <a:pos x="connsiteX6687" y="connsiteY6687"/>
              </a:cxn>
              <a:cxn ang="0">
                <a:pos x="connsiteX6688" y="connsiteY6688"/>
              </a:cxn>
              <a:cxn ang="0">
                <a:pos x="connsiteX6689" y="connsiteY6689"/>
              </a:cxn>
              <a:cxn ang="0">
                <a:pos x="connsiteX6690" y="connsiteY6690"/>
              </a:cxn>
              <a:cxn ang="0">
                <a:pos x="connsiteX6691" y="connsiteY6691"/>
              </a:cxn>
              <a:cxn ang="0">
                <a:pos x="connsiteX6692" y="connsiteY6692"/>
              </a:cxn>
              <a:cxn ang="0">
                <a:pos x="connsiteX6693" y="connsiteY6693"/>
              </a:cxn>
              <a:cxn ang="0">
                <a:pos x="connsiteX6694" y="connsiteY6694"/>
              </a:cxn>
              <a:cxn ang="0">
                <a:pos x="connsiteX6695" y="connsiteY6695"/>
              </a:cxn>
              <a:cxn ang="0">
                <a:pos x="connsiteX6696" y="connsiteY6696"/>
              </a:cxn>
              <a:cxn ang="0">
                <a:pos x="connsiteX6697" y="connsiteY6697"/>
              </a:cxn>
              <a:cxn ang="0">
                <a:pos x="connsiteX6698" y="connsiteY6698"/>
              </a:cxn>
              <a:cxn ang="0">
                <a:pos x="connsiteX6699" y="connsiteY6699"/>
              </a:cxn>
              <a:cxn ang="0">
                <a:pos x="connsiteX6700" y="connsiteY6700"/>
              </a:cxn>
              <a:cxn ang="0">
                <a:pos x="connsiteX6701" y="connsiteY6701"/>
              </a:cxn>
              <a:cxn ang="0">
                <a:pos x="connsiteX6702" y="connsiteY6702"/>
              </a:cxn>
              <a:cxn ang="0">
                <a:pos x="connsiteX6703" y="connsiteY6703"/>
              </a:cxn>
              <a:cxn ang="0">
                <a:pos x="connsiteX6704" y="connsiteY6704"/>
              </a:cxn>
              <a:cxn ang="0">
                <a:pos x="connsiteX6705" y="connsiteY6705"/>
              </a:cxn>
              <a:cxn ang="0">
                <a:pos x="connsiteX6706" y="connsiteY6706"/>
              </a:cxn>
              <a:cxn ang="0">
                <a:pos x="connsiteX6707" y="connsiteY6707"/>
              </a:cxn>
              <a:cxn ang="0">
                <a:pos x="connsiteX6708" y="connsiteY6708"/>
              </a:cxn>
              <a:cxn ang="0">
                <a:pos x="connsiteX6709" y="connsiteY6709"/>
              </a:cxn>
              <a:cxn ang="0">
                <a:pos x="connsiteX6710" y="connsiteY6710"/>
              </a:cxn>
              <a:cxn ang="0">
                <a:pos x="connsiteX6711" y="connsiteY6711"/>
              </a:cxn>
              <a:cxn ang="0">
                <a:pos x="connsiteX6712" y="connsiteY6712"/>
              </a:cxn>
              <a:cxn ang="0">
                <a:pos x="connsiteX6713" y="connsiteY6713"/>
              </a:cxn>
              <a:cxn ang="0">
                <a:pos x="connsiteX6714" y="connsiteY6714"/>
              </a:cxn>
              <a:cxn ang="0">
                <a:pos x="connsiteX6715" y="connsiteY6715"/>
              </a:cxn>
              <a:cxn ang="0">
                <a:pos x="connsiteX6716" y="connsiteY6716"/>
              </a:cxn>
              <a:cxn ang="0">
                <a:pos x="connsiteX6717" y="connsiteY6717"/>
              </a:cxn>
              <a:cxn ang="0">
                <a:pos x="connsiteX6718" y="connsiteY6718"/>
              </a:cxn>
              <a:cxn ang="0">
                <a:pos x="connsiteX6719" y="connsiteY6719"/>
              </a:cxn>
              <a:cxn ang="0">
                <a:pos x="connsiteX6720" y="connsiteY6720"/>
              </a:cxn>
              <a:cxn ang="0">
                <a:pos x="connsiteX6721" y="connsiteY6721"/>
              </a:cxn>
              <a:cxn ang="0">
                <a:pos x="connsiteX6722" y="connsiteY6722"/>
              </a:cxn>
              <a:cxn ang="0">
                <a:pos x="connsiteX6723" y="connsiteY6723"/>
              </a:cxn>
              <a:cxn ang="0">
                <a:pos x="connsiteX6724" y="connsiteY6724"/>
              </a:cxn>
              <a:cxn ang="0">
                <a:pos x="connsiteX6725" y="connsiteY6725"/>
              </a:cxn>
              <a:cxn ang="0">
                <a:pos x="connsiteX6726" y="connsiteY6726"/>
              </a:cxn>
              <a:cxn ang="0">
                <a:pos x="connsiteX6727" y="connsiteY6727"/>
              </a:cxn>
              <a:cxn ang="0">
                <a:pos x="connsiteX6728" y="connsiteY6728"/>
              </a:cxn>
              <a:cxn ang="0">
                <a:pos x="connsiteX6729" y="connsiteY6729"/>
              </a:cxn>
              <a:cxn ang="0">
                <a:pos x="connsiteX6730" y="connsiteY6730"/>
              </a:cxn>
              <a:cxn ang="0">
                <a:pos x="connsiteX6731" y="connsiteY6731"/>
              </a:cxn>
              <a:cxn ang="0">
                <a:pos x="connsiteX6732" y="connsiteY6732"/>
              </a:cxn>
              <a:cxn ang="0">
                <a:pos x="connsiteX6733" y="connsiteY6733"/>
              </a:cxn>
              <a:cxn ang="0">
                <a:pos x="connsiteX6734" y="connsiteY6734"/>
              </a:cxn>
              <a:cxn ang="0">
                <a:pos x="connsiteX6735" y="connsiteY6735"/>
              </a:cxn>
              <a:cxn ang="0">
                <a:pos x="connsiteX6736" y="connsiteY6736"/>
              </a:cxn>
              <a:cxn ang="0">
                <a:pos x="connsiteX6737" y="connsiteY6737"/>
              </a:cxn>
              <a:cxn ang="0">
                <a:pos x="connsiteX6738" y="connsiteY6738"/>
              </a:cxn>
              <a:cxn ang="0">
                <a:pos x="connsiteX6739" y="connsiteY6739"/>
              </a:cxn>
              <a:cxn ang="0">
                <a:pos x="connsiteX6740" y="connsiteY6740"/>
              </a:cxn>
              <a:cxn ang="0">
                <a:pos x="connsiteX6741" y="connsiteY6741"/>
              </a:cxn>
              <a:cxn ang="0">
                <a:pos x="connsiteX6742" y="connsiteY6742"/>
              </a:cxn>
              <a:cxn ang="0">
                <a:pos x="connsiteX6743" y="connsiteY6743"/>
              </a:cxn>
              <a:cxn ang="0">
                <a:pos x="connsiteX6744" y="connsiteY6744"/>
              </a:cxn>
              <a:cxn ang="0">
                <a:pos x="connsiteX6745" y="connsiteY6745"/>
              </a:cxn>
              <a:cxn ang="0">
                <a:pos x="connsiteX6746" y="connsiteY6746"/>
              </a:cxn>
              <a:cxn ang="0">
                <a:pos x="connsiteX6747" y="connsiteY6747"/>
              </a:cxn>
            </a:cxnLst>
            <a:rect l="l" t="t" r="r" b="b"/>
            <a:pathLst>
              <a:path w="6501199" h="6382977">
                <a:moveTo>
                  <a:pt x="1776545" y="6193964"/>
                </a:moveTo>
                <a:cubicBezTo>
                  <a:pt x="1774385" y="6200804"/>
                  <a:pt x="1779065" y="6214486"/>
                  <a:pt x="1788065" y="6217006"/>
                </a:cubicBezTo>
                <a:cubicBezTo>
                  <a:pt x="1797065" y="6210165"/>
                  <a:pt x="1783385" y="6196484"/>
                  <a:pt x="1776545" y="6193964"/>
                </a:cubicBezTo>
                <a:close/>
                <a:moveTo>
                  <a:pt x="1428422" y="5800457"/>
                </a:moveTo>
                <a:cubicBezTo>
                  <a:pt x="1415101" y="5805138"/>
                  <a:pt x="1421941" y="5811978"/>
                  <a:pt x="1417261" y="5816298"/>
                </a:cubicBezTo>
                <a:cubicBezTo>
                  <a:pt x="1424101" y="5816298"/>
                  <a:pt x="1428422" y="5825658"/>
                  <a:pt x="1437782" y="5818818"/>
                </a:cubicBezTo>
                <a:cubicBezTo>
                  <a:pt x="1428422" y="5811978"/>
                  <a:pt x="1433102" y="5807298"/>
                  <a:pt x="1428422" y="5800457"/>
                </a:cubicBezTo>
                <a:close/>
                <a:moveTo>
                  <a:pt x="1974546" y="5798297"/>
                </a:moveTo>
                <a:cubicBezTo>
                  <a:pt x="1965546" y="5800457"/>
                  <a:pt x="1970226" y="5823138"/>
                  <a:pt x="1981386" y="5811978"/>
                </a:cubicBezTo>
                <a:cubicBezTo>
                  <a:pt x="1974546" y="5811978"/>
                  <a:pt x="1974546" y="5809458"/>
                  <a:pt x="1983546" y="5802977"/>
                </a:cubicBezTo>
                <a:cubicBezTo>
                  <a:pt x="1981386" y="5802977"/>
                  <a:pt x="1977066" y="5800457"/>
                  <a:pt x="1974546" y="5798297"/>
                </a:cubicBezTo>
                <a:close/>
                <a:moveTo>
                  <a:pt x="1951866" y="5791456"/>
                </a:moveTo>
                <a:cubicBezTo>
                  <a:pt x="1940346" y="5791456"/>
                  <a:pt x="1938186" y="5805138"/>
                  <a:pt x="1942866" y="5811978"/>
                </a:cubicBezTo>
                <a:cubicBezTo>
                  <a:pt x="1931346" y="5816298"/>
                  <a:pt x="1942866" y="5798297"/>
                  <a:pt x="1929186" y="5805138"/>
                </a:cubicBezTo>
                <a:cubicBezTo>
                  <a:pt x="1915506" y="5820978"/>
                  <a:pt x="1947186" y="5841500"/>
                  <a:pt x="1924506" y="5855181"/>
                </a:cubicBezTo>
                <a:cubicBezTo>
                  <a:pt x="1936026" y="5868862"/>
                  <a:pt x="1963386" y="5873182"/>
                  <a:pt x="1972386" y="5855181"/>
                </a:cubicBezTo>
                <a:cubicBezTo>
                  <a:pt x="1960866" y="5857341"/>
                  <a:pt x="1947186" y="5864182"/>
                  <a:pt x="1940346" y="5850500"/>
                </a:cubicBezTo>
                <a:cubicBezTo>
                  <a:pt x="1956546" y="5848340"/>
                  <a:pt x="1956546" y="5845820"/>
                  <a:pt x="1970226" y="5839340"/>
                </a:cubicBezTo>
                <a:cubicBezTo>
                  <a:pt x="1963386" y="5834660"/>
                  <a:pt x="1958706" y="5827819"/>
                  <a:pt x="1972386" y="5823138"/>
                </a:cubicBezTo>
                <a:cubicBezTo>
                  <a:pt x="1956546" y="5809458"/>
                  <a:pt x="1954026" y="5807298"/>
                  <a:pt x="1951866" y="5791456"/>
                </a:cubicBezTo>
                <a:close/>
                <a:moveTo>
                  <a:pt x="1933506" y="5782456"/>
                </a:moveTo>
                <a:cubicBezTo>
                  <a:pt x="1922346" y="5786776"/>
                  <a:pt x="1924506" y="5793616"/>
                  <a:pt x="1929186" y="5800457"/>
                </a:cubicBezTo>
                <a:cubicBezTo>
                  <a:pt x="1938186" y="5796136"/>
                  <a:pt x="1938186" y="5789296"/>
                  <a:pt x="1933506" y="5782456"/>
                </a:cubicBezTo>
                <a:close/>
                <a:moveTo>
                  <a:pt x="1653783" y="5770935"/>
                </a:moveTo>
                <a:cubicBezTo>
                  <a:pt x="1642623" y="5777776"/>
                  <a:pt x="1649463" y="5789296"/>
                  <a:pt x="1658463" y="5789296"/>
                </a:cubicBezTo>
                <a:cubicBezTo>
                  <a:pt x="1672143" y="5779936"/>
                  <a:pt x="1660623" y="5782456"/>
                  <a:pt x="1653783" y="5770935"/>
                </a:cubicBezTo>
                <a:close/>
                <a:moveTo>
                  <a:pt x="1681143" y="5750414"/>
                </a:moveTo>
                <a:cubicBezTo>
                  <a:pt x="1674303" y="5750414"/>
                  <a:pt x="1662783" y="5752574"/>
                  <a:pt x="1662783" y="5759414"/>
                </a:cubicBezTo>
                <a:cubicBezTo>
                  <a:pt x="1681143" y="5755094"/>
                  <a:pt x="1676463" y="5766254"/>
                  <a:pt x="1676463" y="5777776"/>
                </a:cubicBezTo>
                <a:cubicBezTo>
                  <a:pt x="1681143" y="5775616"/>
                  <a:pt x="1683303" y="5773095"/>
                  <a:pt x="1681143" y="5770935"/>
                </a:cubicBezTo>
                <a:cubicBezTo>
                  <a:pt x="1687984" y="5768775"/>
                  <a:pt x="1692304" y="5777776"/>
                  <a:pt x="1699144" y="5768775"/>
                </a:cubicBezTo>
                <a:cubicBezTo>
                  <a:pt x="1694824" y="5764094"/>
                  <a:pt x="1676463" y="5757254"/>
                  <a:pt x="1681143" y="5750414"/>
                </a:cubicBezTo>
                <a:close/>
                <a:moveTo>
                  <a:pt x="1947186" y="5718732"/>
                </a:moveTo>
                <a:cubicBezTo>
                  <a:pt x="1936026" y="5729892"/>
                  <a:pt x="1940346" y="5741413"/>
                  <a:pt x="1945026" y="5755094"/>
                </a:cubicBezTo>
                <a:cubicBezTo>
                  <a:pt x="1958706" y="5743573"/>
                  <a:pt x="1945026" y="5729892"/>
                  <a:pt x="1947186" y="5718732"/>
                </a:cubicBezTo>
                <a:close/>
                <a:moveTo>
                  <a:pt x="1967706" y="5673008"/>
                </a:moveTo>
                <a:cubicBezTo>
                  <a:pt x="1956546" y="5677688"/>
                  <a:pt x="1972386" y="5684529"/>
                  <a:pt x="1963386" y="5689210"/>
                </a:cubicBezTo>
                <a:cubicBezTo>
                  <a:pt x="1972386" y="5696050"/>
                  <a:pt x="1979226" y="5679848"/>
                  <a:pt x="1967706" y="5673008"/>
                </a:cubicBezTo>
                <a:close/>
                <a:moveTo>
                  <a:pt x="1467302" y="5581922"/>
                </a:moveTo>
                <a:cubicBezTo>
                  <a:pt x="1467302" y="5581922"/>
                  <a:pt x="1467302" y="5581922"/>
                  <a:pt x="1453622" y="5591282"/>
                </a:cubicBezTo>
                <a:cubicBezTo>
                  <a:pt x="1474142" y="5602444"/>
                  <a:pt x="1476302" y="5622965"/>
                  <a:pt x="1485662" y="5643486"/>
                </a:cubicBezTo>
                <a:cubicBezTo>
                  <a:pt x="1501502" y="5618644"/>
                  <a:pt x="1469462" y="5598123"/>
                  <a:pt x="1467302" y="5581922"/>
                </a:cubicBezTo>
                <a:close/>
                <a:moveTo>
                  <a:pt x="2454663" y="5568266"/>
                </a:moveTo>
                <a:cubicBezTo>
                  <a:pt x="2452491" y="5579296"/>
                  <a:pt x="2447784" y="5586056"/>
                  <a:pt x="2434388" y="5583921"/>
                </a:cubicBezTo>
                <a:cubicBezTo>
                  <a:pt x="2436561" y="5572535"/>
                  <a:pt x="2441267" y="5565775"/>
                  <a:pt x="2454663" y="5568266"/>
                </a:cubicBezTo>
                <a:close/>
                <a:moveTo>
                  <a:pt x="2549669" y="5543550"/>
                </a:moveTo>
                <a:cubicBezTo>
                  <a:pt x="2572144" y="5548136"/>
                  <a:pt x="2563225" y="5554839"/>
                  <a:pt x="2558587" y="5572478"/>
                </a:cubicBezTo>
                <a:cubicBezTo>
                  <a:pt x="2551809" y="5561542"/>
                  <a:pt x="2509000" y="5581297"/>
                  <a:pt x="2513638" y="5556956"/>
                </a:cubicBezTo>
                <a:cubicBezTo>
                  <a:pt x="2527194" y="5561542"/>
                  <a:pt x="2549669" y="5543550"/>
                  <a:pt x="2545031" y="5563658"/>
                </a:cubicBezTo>
                <a:cubicBezTo>
                  <a:pt x="2565365" y="5559072"/>
                  <a:pt x="2545031" y="5554839"/>
                  <a:pt x="2549669" y="5543550"/>
                </a:cubicBezTo>
                <a:close/>
                <a:moveTo>
                  <a:pt x="1460462" y="5522878"/>
                </a:moveTo>
                <a:cubicBezTo>
                  <a:pt x="1453622" y="5539079"/>
                  <a:pt x="1460462" y="5554920"/>
                  <a:pt x="1458302" y="5572922"/>
                </a:cubicBezTo>
                <a:cubicBezTo>
                  <a:pt x="1465142" y="5575442"/>
                  <a:pt x="1469462" y="5572922"/>
                  <a:pt x="1476302" y="5568601"/>
                </a:cubicBezTo>
                <a:cubicBezTo>
                  <a:pt x="1469462" y="5554920"/>
                  <a:pt x="1467302" y="5539079"/>
                  <a:pt x="1460462" y="5522878"/>
                </a:cubicBezTo>
                <a:close/>
                <a:moveTo>
                  <a:pt x="2191815" y="5490491"/>
                </a:moveTo>
                <a:cubicBezTo>
                  <a:pt x="2193941" y="5494784"/>
                  <a:pt x="2193941" y="5497288"/>
                  <a:pt x="2200671" y="5499435"/>
                </a:cubicBezTo>
                <a:cubicBezTo>
                  <a:pt x="2187210" y="5513029"/>
                  <a:pt x="2173749" y="5501581"/>
                  <a:pt x="2158163" y="5499435"/>
                </a:cubicBezTo>
                <a:cubicBezTo>
                  <a:pt x="2164894" y="5490491"/>
                  <a:pt x="2176229" y="5487987"/>
                  <a:pt x="2191815" y="5490491"/>
                </a:cubicBezTo>
                <a:close/>
                <a:moveTo>
                  <a:pt x="2223615" y="5485713"/>
                </a:moveTo>
                <a:lnTo>
                  <a:pt x="2233422" y="5492248"/>
                </a:lnTo>
                <a:lnTo>
                  <a:pt x="2234454" y="5491038"/>
                </a:lnTo>
                <a:close/>
                <a:moveTo>
                  <a:pt x="2648288" y="5462587"/>
                </a:moveTo>
                <a:cubicBezTo>
                  <a:pt x="2665813" y="5462587"/>
                  <a:pt x="2663710" y="5474198"/>
                  <a:pt x="2661607" y="5485447"/>
                </a:cubicBezTo>
                <a:cubicBezTo>
                  <a:pt x="2641629" y="5487624"/>
                  <a:pt x="2639175" y="5469481"/>
                  <a:pt x="2648288" y="5462587"/>
                </a:cubicBezTo>
                <a:close/>
                <a:moveTo>
                  <a:pt x="1469462" y="5445472"/>
                </a:moveTo>
                <a:cubicBezTo>
                  <a:pt x="1465142" y="5443312"/>
                  <a:pt x="1460462" y="5445472"/>
                  <a:pt x="1455782" y="5447993"/>
                </a:cubicBezTo>
                <a:cubicBezTo>
                  <a:pt x="1465142" y="5468514"/>
                  <a:pt x="1460462" y="5484356"/>
                  <a:pt x="1465142" y="5495516"/>
                </a:cubicBezTo>
                <a:cubicBezTo>
                  <a:pt x="1471982" y="5504876"/>
                  <a:pt x="1478822" y="5511717"/>
                  <a:pt x="1489982" y="5504876"/>
                </a:cubicBezTo>
                <a:cubicBezTo>
                  <a:pt x="1485662" y="5484356"/>
                  <a:pt x="1478822" y="5459154"/>
                  <a:pt x="1469462" y="5445472"/>
                </a:cubicBezTo>
                <a:close/>
                <a:moveTo>
                  <a:pt x="2559622" y="5434012"/>
                </a:moveTo>
                <a:cubicBezTo>
                  <a:pt x="2575319" y="5436115"/>
                  <a:pt x="2562119" y="5460650"/>
                  <a:pt x="2543925" y="5458196"/>
                </a:cubicBezTo>
                <a:cubicBezTo>
                  <a:pt x="2543925" y="5444877"/>
                  <a:pt x="2555341" y="5442774"/>
                  <a:pt x="2559622" y="5434012"/>
                </a:cubicBezTo>
                <a:close/>
                <a:moveTo>
                  <a:pt x="2553087" y="5413341"/>
                </a:moveTo>
                <a:cubicBezTo>
                  <a:pt x="2548726" y="5443173"/>
                  <a:pt x="2548726" y="5443173"/>
                  <a:pt x="2548726" y="5443173"/>
                </a:cubicBezTo>
                <a:cubicBezTo>
                  <a:pt x="2541822" y="5436261"/>
                  <a:pt x="2537097" y="5420254"/>
                  <a:pt x="2528012" y="5436261"/>
                </a:cubicBezTo>
                <a:cubicBezTo>
                  <a:pt x="2523288" y="5436261"/>
                  <a:pt x="2523288" y="5434078"/>
                  <a:pt x="2523288" y="5431895"/>
                </a:cubicBezTo>
                <a:cubicBezTo>
                  <a:pt x="2528012" y="5436261"/>
                  <a:pt x="2525469" y="5408612"/>
                  <a:pt x="2553087" y="5413341"/>
                </a:cubicBezTo>
                <a:close/>
                <a:moveTo>
                  <a:pt x="2613743" y="5395731"/>
                </a:moveTo>
                <a:cubicBezTo>
                  <a:pt x="2644166" y="5394325"/>
                  <a:pt x="2679399" y="5400131"/>
                  <a:pt x="2697554" y="5404848"/>
                </a:cubicBezTo>
                <a:cubicBezTo>
                  <a:pt x="2681376" y="5422991"/>
                  <a:pt x="2649739" y="5420814"/>
                  <a:pt x="2640751" y="5448391"/>
                </a:cubicBezTo>
                <a:cubicBezTo>
                  <a:pt x="2608754" y="5457462"/>
                  <a:pt x="2586105" y="5422991"/>
                  <a:pt x="2558782" y="5429885"/>
                </a:cubicBezTo>
                <a:cubicBezTo>
                  <a:pt x="2557704" y="5405755"/>
                  <a:pt x="2583319" y="5397137"/>
                  <a:pt x="2613743" y="5395731"/>
                </a:cubicBezTo>
                <a:close/>
                <a:moveTo>
                  <a:pt x="2488206" y="5304197"/>
                </a:moveTo>
                <a:lnTo>
                  <a:pt x="2484143" y="5306138"/>
                </a:lnTo>
                <a:lnTo>
                  <a:pt x="2458972" y="5350103"/>
                </a:lnTo>
                <a:lnTo>
                  <a:pt x="2465524" y="5361080"/>
                </a:lnTo>
                <a:cubicBezTo>
                  <a:pt x="2465524" y="5351719"/>
                  <a:pt x="2458683" y="5335878"/>
                  <a:pt x="2477045" y="5335878"/>
                </a:cubicBezTo>
                <a:cubicBezTo>
                  <a:pt x="2483886" y="5342719"/>
                  <a:pt x="2490726" y="5349559"/>
                  <a:pt x="2499727" y="5356400"/>
                </a:cubicBezTo>
                <a:cubicBezTo>
                  <a:pt x="2497567" y="5335878"/>
                  <a:pt x="2508728" y="5331198"/>
                  <a:pt x="2529250" y="5335878"/>
                </a:cubicBezTo>
                <a:cubicBezTo>
                  <a:pt x="2527090" y="5317518"/>
                  <a:pt x="2556613" y="5317518"/>
                  <a:pt x="2547612" y="5304197"/>
                </a:cubicBezTo>
                <a:cubicBezTo>
                  <a:pt x="2533931" y="5304197"/>
                  <a:pt x="2529250" y="5311038"/>
                  <a:pt x="2515569" y="5306357"/>
                </a:cubicBezTo>
                <a:cubicBezTo>
                  <a:pt x="2510888" y="5315358"/>
                  <a:pt x="2520249" y="5320038"/>
                  <a:pt x="2520249" y="5326878"/>
                </a:cubicBezTo>
                <a:cubicBezTo>
                  <a:pt x="2513409" y="5329038"/>
                  <a:pt x="2506568" y="5333718"/>
                  <a:pt x="2497567" y="5333718"/>
                </a:cubicBezTo>
                <a:cubicBezTo>
                  <a:pt x="2504408" y="5317518"/>
                  <a:pt x="2490726" y="5313198"/>
                  <a:pt x="2488206" y="5304197"/>
                </a:cubicBezTo>
                <a:close/>
                <a:moveTo>
                  <a:pt x="2586136" y="5294837"/>
                </a:moveTo>
                <a:cubicBezTo>
                  <a:pt x="2572455" y="5294837"/>
                  <a:pt x="2563454" y="5294837"/>
                  <a:pt x="2558773" y="5301677"/>
                </a:cubicBezTo>
                <a:cubicBezTo>
                  <a:pt x="2570295" y="5301677"/>
                  <a:pt x="2551933" y="5320038"/>
                  <a:pt x="2570295" y="5315358"/>
                </a:cubicBezTo>
                <a:cubicBezTo>
                  <a:pt x="2570295" y="5301677"/>
                  <a:pt x="2579296" y="5299517"/>
                  <a:pt x="2586136" y="5294837"/>
                </a:cubicBezTo>
                <a:close/>
                <a:moveTo>
                  <a:pt x="2795926" y="5115905"/>
                </a:moveTo>
                <a:cubicBezTo>
                  <a:pt x="2800657" y="5115578"/>
                  <a:pt x="2806791" y="5116698"/>
                  <a:pt x="2813450" y="5117819"/>
                </a:cubicBezTo>
                <a:cubicBezTo>
                  <a:pt x="2813450" y="5129772"/>
                  <a:pt x="2800132" y="5124916"/>
                  <a:pt x="2800132" y="5132013"/>
                </a:cubicBezTo>
                <a:cubicBezTo>
                  <a:pt x="2793472" y="5129772"/>
                  <a:pt x="2793472" y="5124916"/>
                  <a:pt x="2786813" y="5122675"/>
                </a:cubicBezTo>
                <a:cubicBezTo>
                  <a:pt x="2787865" y="5118006"/>
                  <a:pt x="2791194" y="5116232"/>
                  <a:pt x="2795926" y="5115905"/>
                </a:cubicBezTo>
                <a:close/>
                <a:moveTo>
                  <a:pt x="2805134" y="5051425"/>
                </a:moveTo>
                <a:cubicBezTo>
                  <a:pt x="2832490" y="5058226"/>
                  <a:pt x="2770938" y="5087579"/>
                  <a:pt x="2777777" y="5060374"/>
                </a:cubicBezTo>
                <a:cubicBezTo>
                  <a:pt x="2791456" y="5060374"/>
                  <a:pt x="2798295" y="5056078"/>
                  <a:pt x="2805134" y="5051425"/>
                </a:cubicBezTo>
                <a:close/>
                <a:moveTo>
                  <a:pt x="2691234" y="4998292"/>
                </a:moveTo>
                <a:lnTo>
                  <a:pt x="2691133" y="5000874"/>
                </a:lnTo>
                <a:lnTo>
                  <a:pt x="2695228" y="4999262"/>
                </a:lnTo>
                <a:close/>
                <a:moveTo>
                  <a:pt x="2622500" y="4871816"/>
                </a:moveTo>
                <a:cubicBezTo>
                  <a:pt x="2617820" y="4878657"/>
                  <a:pt x="2601978" y="4871816"/>
                  <a:pt x="2604498" y="4885497"/>
                </a:cubicBezTo>
                <a:cubicBezTo>
                  <a:pt x="2617820" y="4892338"/>
                  <a:pt x="2636181" y="4878657"/>
                  <a:pt x="2622500" y="4871816"/>
                </a:cubicBezTo>
                <a:close/>
                <a:moveTo>
                  <a:pt x="2734112" y="4858136"/>
                </a:moveTo>
                <a:cubicBezTo>
                  <a:pt x="2736272" y="4869656"/>
                  <a:pt x="2715750" y="4878657"/>
                  <a:pt x="2727271" y="4883337"/>
                </a:cubicBezTo>
                <a:cubicBezTo>
                  <a:pt x="2738432" y="4878657"/>
                  <a:pt x="2743113" y="4867136"/>
                  <a:pt x="2734112" y="4858136"/>
                </a:cubicBezTo>
                <a:close/>
                <a:moveTo>
                  <a:pt x="2643976" y="4840208"/>
                </a:moveTo>
                <a:lnTo>
                  <a:pt x="2638342" y="4846976"/>
                </a:lnTo>
                <a:lnTo>
                  <a:pt x="2644706" y="4846976"/>
                </a:lnTo>
                <a:close/>
                <a:moveTo>
                  <a:pt x="2701570" y="4836655"/>
                </a:moveTo>
                <a:lnTo>
                  <a:pt x="2701288" y="4840353"/>
                </a:lnTo>
                <a:lnTo>
                  <a:pt x="2704589" y="4840135"/>
                </a:lnTo>
                <a:cubicBezTo>
                  <a:pt x="2702068" y="4853456"/>
                  <a:pt x="2706749" y="4862816"/>
                  <a:pt x="2720430" y="4867136"/>
                </a:cubicBezTo>
                <a:cubicBezTo>
                  <a:pt x="2722591" y="4860296"/>
                  <a:pt x="2715750" y="4858136"/>
                  <a:pt x="2713590" y="4853456"/>
                </a:cubicBezTo>
                <a:cubicBezTo>
                  <a:pt x="2718270" y="4853456"/>
                  <a:pt x="2720430" y="4849136"/>
                  <a:pt x="2720430" y="4844455"/>
                </a:cubicBezTo>
                <a:cubicBezTo>
                  <a:pt x="2718090" y="4841035"/>
                  <a:pt x="2713500" y="4838785"/>
                  <a:pt x="2708099" y="4837390"/>
                </a:cubicBezTo>
                <a:close/>
                <a:moveTo>
                  <a:pt x="2734112" y="4833295"/>
                </a:moveTo>
                <a:cubicBezTo>
                  <a:pt x="2720430" y="4855976"/>
                  <a:pt x="2754634" y="4860296"/>
                  <a:pt x="2758954" y="4842295"/>
                </a:cubicBezTo>
                <a:cubicBezTo>
                  <a:pt x="2752114" y="4837615"/>
                  <a:pt x="2745273" y="4835455"/>
                  <a:pt x="2734112" y="4833295"/>
                </a:cubicBezTo>
                <a:close/>
                <a:moveTo>
                  <a:pt x="2641267" y="4797518"/>
                </a:moveTo>
                <a:cubicBezTo>
                  <a:pt x="2635011" y="4797833"/>
                  <a:pt x="2629341" y="4800173"/>
                  <a:pt x="2629341" y="4805933"/>
                </a:cubicBezTo>
                <a:cubicBezTo>
                  <a:pt x="2640862" y="4808094"/>
                  <a:pt x="2652023" y="4810254"/>
                  <a:pt x="2656704" y="4801253"/>
                </a:cubicBezTo>
                <a:cubicBezTo>
                  <a:pt x="2654364" y="4798913"/>
                  <a:pt x="2647523" y="4797203"/>
                  <a:pt x="2641267" y="4797518"/>
                </a:cubicBezTo>
                <a:close/>
                <a:moveTo>
                  <a:pt x="2778352" y="4792753"/>
                </a:moveTo>
                <a:cubicBezTo>
                  <a:pt x="2784666" y="4795021"/>
                  <a:pt x="2789844" y="4801280"/>
                  <a:pt x="2785302" y="4808174"/>
                </a:cubicBezTo>
                <a:cubicBezTo>
                  <a:pt x="2780578" y="4803457"/>
                  <a:pt x="2773673" y="4801280"/>
                  <a:pt x="2764588" y="4801280"/>
                </a:cubicBezTo>
                <a:cubicBezTo>
                  <a:pt x="2764588" y="4792209"/>
                  <a:pt x="2772038" y="4790485"/>
                  <a:pt x="2778352" y="4792753"/>
                </a:cubicBezTo>
                <a:close/>
                <a:moveTo>
                  <a:pt x="2786317" y="4694328"/>
                </a:moveTo>
                <a:cubicBezTo>
                  <a:pt x="2777316" y="4705849"/>
                  <a:pt x="2747793" y="4717009"/>
                  <a:pt x="2754634" y="4730690"/>
                </a:cubicBezTo>
                <a:cubicBezTo>
                  <a:pt x="2765795" y="4723850"/>
                  <a:pt x="2768315" y="4710169"/>
                  <a:pt x="2786317" y="4714849"/>
                </a:cubicBezTo>
                <a:cubicBezTo>
                  <a:pt x="2784157" y="4719529"/>
                  <a:pt x="2802159" y="4719529"/>
                  <a:pt x="2793158" y="4714849"/>
                </a:cubicBezTo>
                <a:cubicBezTo>
                  <a:pt x="2770476" y="4710169"/>
                  <a:pt x="2799999" y="4701168"/>
                  <a:pt x="2786317" y="4694328"/>
                </a:cubicBezTo>
                <a:close/>
                <a:moveTo>
                  <a:pt x="2813680" y="4657966"/>
                </a:moveTo>
                <a:cubicBezTo>
                  <a:pt x="2815840" y="4666967"/>
                  <a:pt x="2802159" y="4660126"/>
                  <a:pt x="2795318" y="4664807"/>
                </a:cubicBezTo>
                <a:cubicBezTo>
                  <a:pt x="2793158" y="4669487"/>
                  <a:pt x="2797838" y="4673807"/>
                  <a:pt x="2802159" y="4676327"/>
                </a:cubicBezTo>
                <a:cubicBezTo>
                  <a:pt x="2809000" y="4671647"/>
                  <a:pt x="2834202" y="4666967"/>
                  <a:pt x="2813680" y="4657966"/>
                </a:cubicBezTo>
                <a:close/>
                <a:moveTo>
                  <a:pt x="1253460" y="4581053"/>
                </a:moveTo>
                <a:cubicBezTo>
                  <a:pt x="1248780" y="4585734"/>
                  <a:pt x="1244460" y="4587894"/>
                  <a:pt x="1241940" y="4585734"/>
                </a:cubicBezTo>
                <a:cubicBezTo>
                  <a:pt x="1239780" y="4590054"/>
                  <a:pt x="1241940" y="4592574"/>
                  <a:pt x="1248780" y="4596894"/>
                </a:cubicBezTo>
                <a:cubicBezTo>
                  <a:pt x="1255620" y="4592574"/>
                  <a:pt x="1258140" y="4587894"/>
                  <a:pt x="1253460" y="4581053"/>
                </a:cubicBezTo>
                <a:close/>
                <a:moveTo>
                  <a:pt x="1237620" y="4553692"/>
                </a:moveTo>
                <a:cubicBezTo>
                  <a:pt x="1223940" y="4558372"/>
                  <a:pt x="1237620" y="4569892"/>
                  <a:pt x="1230780" y="4574213"/>
                </a:cubicBezTo>
                <a:cubicBezTo>
                  <a:pt x="1239780" y="4574213"/>
                  <a:pt x="1246620" y="4581053"/>
                  <a:pt x="1258140" y="4576733"/>
                </a:cubicBezTo>
                <a:cubicBezTo>
                  <a:pt x="1246620" y="4565212"/>
                  <a:pt x="1248780" y="4565212"/>
                  <a:pt x="1237620" y="4553692"/>
                </a:cubicBezTo>
                <a:close/>
                <a:moveTo>
                  <a:pt x="1255620" y="4515169"/>
                </a:moveTo>
                <a:cubicBezTo>
                  <a:pt x="1251300" y="4526330"/>
                  <a:pt x="1251300" y="4524170"/>
                  <a:pt x="1237620" y="4528850"/>
                </a:cubicBezTo>
                <a:cubicBezTo>
                  <a:pt x="1255620" y="4560532"/>
                  <a:pt x="1258140" y="4510488"/>
                  <a:pt x="1269300" y="4537850"/>
                </a:cubicBezTo>
                <a:cubicBezTo>
                  <a:pt x="1280820" y="4528850"/>
                  <a:pt x="1262460" y="4519849"/>
                  <a:pt x="1255620" y="4515169"/>
                </a:cubicBezTo>
                <a:close/>
                <a:moveTo>
                  <a:pt x="1237620" y="4480966"/>
                </a:moveTo>
                <a:cubicBezTo>
                  <a:pt x="1228260" y="4492487"/>
                  <a:pt x="1248780" y="4492487"/>
                  <a:pt x="1253460" y="4496808"/>
                </a:cubicBezTo>
                <a:cubicBezTo>
                  <a:pt x="1255620" y="4499328"/>
                  <a:pt x="1248780" y="4501488"/>
                  <a:pt x="1246620" y="4506168"/>
                </a:cubicBezTo>
                <a:cubicBezTo>
                  <a:pt x="1251300" y="4517329"/>
                  <a:pt x="1262460" y="4515169"/>
                  <a:pt x="1273980" y="4515169"/>
                </a:cubicBezTo>
                <a:cubicBezTo>
                  <a:pt x="1276140" y="4501488"/>
                  <a:pt x="1253460" y="4496808"/>
                  <a:pt x="1255620" y="4483487"/>
                </a:cubicBezTo>
                <a:cubicBezTo>
                  <a:pt x="1246620" y="4487807"/>
                  <a:pt x="1244460" y="4480966"/>
                  <a:pt x="1237620" y="4480966"/>
                </a:cubicBezTo>
                <a:close/>
                <a:moveTo>
                  <a:pt x="2928150" y="4465086"/>
                </a:moveTo>
                <a:cubicBezTo>
                  <a:pt x="2926380" y="4465813"/>
                  <a:pt x="2921662" y="4467753"/>
                  <a:pt x="2912225" y="4471634"/>
                </a:cubicBezTo>
                <a:cubicBezTo>
                  <a:pt x="2912225" y="4471634"/>
                  <a:pt x="2933458" y="4462903"/>
                  <a:pt x="2928150" y="4465086"/>
                </a:cubicBezTo>
                <a:close/>
                <a:moveTo>
                  <a:pt x="2971294" y="4314555"/>
                </a:moveTo>
                <a:cubicBezTo>
                  <a:pt x="2971743" y="4314289"/>
                  <a:pt x="2973035" y="4315421"/>
                  <a:pt x="2975313" y="4318794"/>
                </a:cubicBezTo>
                <a:cubicBezTo>
                  <a:pt x="2981972" y="4318794"/>
                  <a:pt x="2984075" y="4316308"/>
                  <a:pt x="2992838" y="4320924"/>
                </a:cubicBezTo>
                <a:cubicBezTo>
                  <a:pt x="2986178" y="4331932"/>
                  <a:pt x="2986178" y="4331932"/>
                  <a:pt x="2986178" y="4331932"/>
                </a:cubicBezTo>
                <a:cubicBezTo>
                  <a:pt x="2976190" y="4328736"/>
                  <a:pt x="2969946" y="4315354"/>
                  <a:pt x="2971294" y="4314555"/>
                </a:cubicBezTo>
                <a:close/>
                <a:moveTo>
                  <a:pt x="2909090" y="4312350"/>
                </a:moveTo>
                <a:cubicBezTo>
                  <a:pt x="2897929" y="4312350"/>
                  <a:pt x="2906930" y="4325671"/>
                  <a:pt x="2922772" y="4330351"/>
                </a:cubicBezTo>
                <a:cubicBezTo>
                  <a:pt x="2929612" y="4323510"/>
                  <a:pt x="2909090" y="4319190"/>
                  <a:pt x="2909090" y="4312350"/>
                </a:cubicBezTo>
                <a:close/>
                <a:moveTo>
                  <a:pt x="933197" y="4310062"/>
                </a:moveTo>
                <a:cubicBezTo>
                  <a:pt x="951300" y="4314688"/>
                  <a:pt x="969765" y="4316823"/>
                  <a:pt x="971938" y="4330344"/>
                </a:cubicBezTo>
                <a:cubicBezTo>
                  <a:pt x="951300" y="4330344"/>
                  <a:pt x="931025" y="4325718"/>
                  <a:pt x="933197" y="4310062"/>
                </a:cubicBezTo>
                <a:close/>
                <a:moveTo>
                  <a:pt x="297727" y="4273550"/>
                </a:moveTo>
                <a:cubicBezTo>
                  <a:pt x="302451" y="4275782"/>
                  <a:pt x="306812" y="4278387"/>
                  <a:pt x="311536" y="4280619"/>
                </a:cubicBezTo>
                <a:cubicBezTo>
                  <a:pt x="302451" y="4287688"/>
                  <a:pt x="295547" y="4296990"/>
                  <a:pt x="281738" y="4289921"/>
                </a:cubicBezTo>
                <a:cubicBezTo>
                  <a:pt x="283918" y="4280619"/>
                  <a:pt x="293003" y="4280619"/>
                  <a:pt x="297727" y="4273550"/>
                </a:cubicBezTo>
                <a:close/>
                <a:moveTo>
                  <a:pt x="838950" y="4219575"/>
                </a:moveTo>
                <a:cubicBezTo>
                  <a:pt x="855321" y="4219575"/>
                  <a:pt x="860158" y="4229100"/>
                  <a:pt x="862391" y="4238259"/>
                </a:cubicBezTo>
                <a:cubicBezTo>
                  <a:pt x="850484" y="4236061"/>
                  <a:pt x="838950" y="4231298"/>
                  <a:pt x="838950" y="4219575"/>
                </a:cubicBezTo>
                <a:close/>
                <a:moveTo>
                  <a:pt x="3063649" y="4203700"/>
                </a:moveTo>
                <a:cubicBezTo>
                  <a:pt x="3065847" y="4205898"/>
                  <a:pt x="3068411" y="4210661"/>
                  <a:pt x="3075372" y="4215423"/>
                </a:cubicBezTo>
                <a:cubicBezTo>
                  <a:pt x="3065847" y="4210661"/>
                  <a:pt x="3075372" y="4219819"/>
                  <a:pt x="3068411" y="4222384"/>
                </a:cubicBezTo>
                <a:cubicBezTo>
                  <a:pt x="3056688" y="4212859"/>
                  <a:pt x="3061451" y="4208462"/>
                  <a:pt x="3063649" y="4203700"/>
                </a:cubicBezTo>
                <a:close/>
                <a:moveTo>
                  <a:pt x="2917287" y="4202047"/>
                </a:moveTo>
                <a:lnTo>
                  <a:pt x="2915641" y="4205166"/>
                </a:lnTo>
                <a:lnTo>
                  <a:pt x="2920656" y="4211230"/>
                </a:lnTo>
                <a:cubicBezTo>
                  <a:pt x="2920071" y="4213255"/>
                  <a:pt x="2917191" y="4214425"/>
                  <a:pt x="2913771" y="4214425"/>
                </a:cubicBezTo>
                <a:cubicBezTo>
                  <a:pt x="2927452" y="4228106"/>
                  <a:pt x="2936453" y="4214425"/>
                  <a:pt x="2929612" y="4207585"/>
                </a:cubicBezTo>
                <a:cubicBezTo>
                  <a:pt x="2927047" y="4210960"/>
                  <a:pt x="2924836" y="4210184"/>
                  <a:pt x="2922828" y="4208256"/>
                </a:cubicBezTo>
                <a:close/>
                <a:moveTo>
                  <a:pt x="3034046" y="4201602"/>
                </a:moveTo>
                <a:cubicBezTo>
                  <a:pt x="3036479" y="4202407"/>
                  <a:pt x="3040145" y="4204562"/>
                  <a:pt x="3045213" y="4208553"/>
                </a:cubicBezTo>
                <a:cubicBezTo>
                  <a:pt x="3038334" y="4210730"/>
                  <a:pt x="3040869" y="4208553"/>
                  <a:pt x="3040869" y="4217624"/>
                </a:cubicBezTo>
                <a:cubicBezTo>
                  <a:pt x="3030550" y="4208916"/>
                  <a:pt x="3026749" y="4199187"/>
                  <a:pt x="3034046" y="4201602"/>
                </a:cubicBezTo>
                <a:close/>
                <a:moveTo>
                  <a:pt x="2945454" y="4200745"/>
                </a:moveTo>
                <a:cubicBezTo>
                  <a:pt x="2950134" y="4207585"/>
                  <a:pt x="2965976" y="4214425"/>
                  <a:pt x="2963816" y="4218746"/>
                </a:cubicBezTo>
                <a:cubicBezTo>
                  <a:pt x="2963816" y="4218746"/>
                  <a:pt x="2963816" y="4218746"/>
                  <a:pt x="2947974" y="4218746"/>
                </a:cubicBezTo>
                <a:cubicBezTo>
                  <a:pt x="2956975" y="4228106"/>
                  <a:pt x="2963816" y="4225586"/>
                  <a:pt x="2965976" y="4218746"/>
                </a:cubicBezTo>
                <a:cubicBezTo>
                  <a:pt x="2968496" y="4211905"/>
                  <a:pt x="2963816" y="4202905"/>
                  <a:pt x="2945454" y="4200745"/>
                </a:cubicBezTo>
                <a:close/>
                <a:moveTo>
                  <a:pt x="1175120" y="4194394"/>
                </a:moveTo>
                <a:cubicBezTo>
                  <a:pt x="1172852" y="4193905"/>
                  <a:pt x="1170152" y="4194850"/>
                  <a:pt x="1166731" y="4198180"/>
                </a:cubicBezTo>
                <a:cubicBezTo>
                  <a:pt x="1173573" y="4202860"/>
                  <a:pt x="1182574" y="4205020"/>
                  <a:pt x="1180414" y="4216540"/>
                </a:cubicBezTo>
                <a:cubicBezTo>
                  <a:pt x="1175733" y="4216540"/>
                  <a:pt x="1168892" y="4214380"/>
                  <a:pt x="1168892" y="4218700"/>
                </a:cubicBezTo>
                <a:cubicBezTo>
                  <a:pt x="1180414" y="4221220"/>
                  <a:pt x="1187255" y="4221220"/>
                  <a:pt x="1191576" y="4211860"/>
                </a:cubicBezTo>
                <a:cubicBezTo>
                  <a:pt x="1184825" y="4210240"/>
                  <a:pt x="1181922" y="4195862"/>
                  <a:pt x="1175120" y="4194394"/>
                </a:cubicBezTo>
                <a:close/>
                <a:moveTo>
                  <a:pt x="3072053" y="4190684"/>
                </a:moveTo>
                <a:cubicBezTo>
                  <a:pt x="3074460" y="4191379"/>
                  <a:pt x="3077729" y="4193203"/>
                  <a:pt x="3081732" y="4196583"/>
                </a:cubicBezTo>
                <a:lnTo>
                  <a:pt x="3077107" y="4203344"/>
                </a:lnTo>
                <a:cubicBezTo>
                  <a:pt x="3065364" y="4196672"/>
                  <a:pt x="3064831" y="4188599"/>
                  <a:pt x="3072053" y="4190684"/>
                </a:cubicBezTo>
                <a:close/>
                <a:moveTo>
                  <a:pt x="3057099" y="4158307"/>
                </a:moveTo>
                <a:cubicBezTo>
                  <a:pt x="3063859" y="4162772"/>
                  <a:pt x="3063859" y="4167609"/>
                  <a:pt x="3070619" y="4172446"/>
                </a:cubicBezTo>
                <a:cubicBezTo>
                  <a:pt x="3068485" y="4176910"/>
                  <a:pt x="3065994" y="4179515"/>
                  <a:pt x="3059234" y="4176910"/>
                </a:cubicBezTo>
                <a:cubicBezTo>
                  <a:pt x="3054964" y="4169841"/>
                  <a:pt x="3050338" y="4156075"/>
                  <a:pt x="3057099" y="4158307"/>
                </a:cubicBezTo>
                <a:close/>
                <a:moveTo>
                  <a:pt x="3089320" y="4125912"/>
                </a:moveTo>
                <a:cubicBezTo>
                  <a:pt x="3102372" y="4139433"/>
                  <a:pt x="3100256" y="4146194"/>
                  <a:pt x="3093553" y="4141924"/>
                </a:cubicBezTo>
                <a:cubicBezTo>
                  <a:pt x="3091436" y="4135164"/>
                  <a:pt x="3086850" y="4128403"/>
                  <a:pt x="3089320" y="4125912"/>
                </a:cubicBezTo>
                <a:close/>
                <a:moveTo>
                  <a:pt x="3078871" y="4105495"/>
                </a:moveTo>
                <a:cubicBezTo>
                  <a:pt x="3080554" y="4105186"/>
                  <a:pt x="3083004" y="4105927"/>
                  <a:pt x="3086484" y="4108261"/>
                </a:cubicBezTo>
                <a:cubicBezTo>
                  <a:pt x="3084286" y="4103593"/>
                  <a:pt x="3086484" y="4128728"/>
                  <a:pt x="3077326" y="4121906"/>
                </a:cubicBezTo>
                <a:cubicBezTo>
                  <a:pt x="3075677" y="4116789"/>
                  <a:pt x="3073823" y="4106421"/>
                  <a:pt x="3078871" y="4105495"/>
                </a:cubicBezTo>
                <a:close/>
                <a:moveTo>
                  <a:pt x="870815" y="4083050"/>
                </a:moveTo>
                <a:cubicBezTo>
                  <a:pt x="875539" y="4085554"/>
                  <a:pt x="877720" y="4087701"/>
                  <a:pt x="884624" y="4087701"/>
                </a:cubicBezTo>
                <a:cubicBezTo>
                  <a:pt x="884624" y="4098791"/>
                  <a:pt x="873359" y="4096644"/>
                  <a:pt x="875539" y="4108092"/>
                </a:cubicBezTo>
                <a:cubicBezTo>
                  <a:pt x="866454" y="4105588"/>
                  <a:pt x="854825" y="4105588"/>
                  <a:pt x="857005" y="4094498"/>
                </a:cubicBezTo>
                <a:cubicBezTo>
                  <a:pt x="877720" y="4096644"/>
                  <a:pt x="868634" y="4094498"/>
                  <a:pt x="870815" y="4083050"/>
                </a:cubicBezTo>
                <a:close/>
                <a:moveTo>
                  <a:pt x="3022840" y="4062104"/>
                </a:moveTo>
                <a:cubicBezTo>
                  <a:pt x="3021557" y="4061621"/>
                  <a:pt x="3020702" y="4062048"/>
                  <a:pt x="3020702" y="4064298"/>
                </a:cubicBezTo>
                <a:cubicBezTo>
                  <a:pt x="3032223" y="4071138"/>
                  <a:pt x="3029703" y="4082299"/>
                  <a:pt x="3034383" y="4080139"/>
                </a:cubicBezTo>
                <a:cubicBezTo>
                  <a:pt x="3027543" y="4071138"/>
                  <a:pt x="3045544" y="4080139"/>
                  <a:pt x="3034383" y="4066458"/>
                </a:cubicBezTo>
                <a:cubicBezTo>
                  <a:pt x="3034383" y="4073209"/>
                  <a:pt x="3026687" y="4063556"/>
                  <a:pt x="3022840" y="4062104"/>
                </a:cubicBezTo>
                <a:close/>
                <a:moveTo>
                  <a:pt x="958236" y="4046646"/>
                </a:moveTo>
                <a:lnTo>
                  <a:pt x="955587" y="4052001"/>
                </a:lnTo>
                <a:cubicBezTo>
                  <a:pt x="954878" y="4056187"/>
                  <a:pt x="954473" y="4060878"/>
                  <a:pt x="952853" y="4064253"/>
                </a:cubicBezTo>
                <a:cubicBezTo>
                  <a:pt x="982378" y="4075414"/>
                  <a:pt x="955013" y="4077934"/>
                  <a:pt x="950332" y="4084774"/>
                </a:cubicBezTo>
                <a:cubicBezTo>
                  <a:pt x="968696" y="4082254"/>
                  <a:pt x="973376" y="4098095"/>
                  <a:pt x="982378" y="4084774"/>
                </a:cubicBezTo>
                <a:cubicBezTo>
                  <a:pt x="977247" y="4074514"/>
                  <a:pt x="968268" y="4070531"/>
                  <a:pt x="966985" y="4058701"/>
                </a:cubicBezTo>
                <a:lnTo>
                  <a:pt x="968257" y="4047574"/>
                </a:lnTo>
                <a:lnTo>
                  <a:pt x="960243" y="4050940"/>
                </a:lnTo>
                <a:close/>
                <a:moveTo>
                  <a:pt x="3093102" y="4039061"/>
                </a:moveTo>
                <a:cubicBezTo>
                  <a:pt x="3093324" y="4035565"/>
                  <a:pt x="3102386" y="4046223"/>
                  <a:pt x="3107565" y="4048124"/>
                </a:cubicBezTo>
                <a:cubicBezTo>
                  <a:pt x="3116650" y="4064055"/>
                  <a:pt x="3096299" y="4057176"/>
                  <a:pt x="3100660" y="4068400"/>
                </a:cubicBezTo>
                <a:cubicBezTo>
                  <a:pt x="3093755" y="4066228"/>
                  <a:pt x="3093755" y="4061521"/>
                  <a:pt x="3096299" y="4057176"/>
                </a:cubicBezTo>
                <a:cubicBezTo>
                  <a:pt x="3098479" y="4055004"/>
                  <a:pt x="3102840" y="4052469"/>
                  <a:pt x="3102840" y="4048124"/>
                </a:cubicBezTo>
                <a:cubicBezTo>
                  <a:pt x="3100660" y="4043418"/>
                  <a:pt x="3098479" y="4048124"/>
                  <a:pt x="3096299" y="4048124"/>
                </a:cubicBezTo>
                <a:cubicBezTo>
                  <a:pt x="3093937" y="4042965"/>
                  <a:pt x="3093028" y="4040227"/>
                  <a:pt x="3093102" y="4039061"/>
                </a:cubicBezTo>
                <a:close/>
                <a:moveTo>
                  <a:pt x="1034432" y="4034878"/>
                </a:moveTo>
                <a:lnTo>
                  <a:pt x="1030361" y="4036992"/>
                </a:lnTo>
                <a:lnTo>
                  <a:pt x="1026494" y="4038699"/>
                </a:lnTo>
                <a:lnTo>
                  <a:pt x="1050655" y="4052193"/>
                </a:lnTo>
                <a:cubicBezTo>
                  <a:pt x="1063753" y="4058493"/>
                  <a:pt x="1077975" y="4065333"/>
                  <a:pt x="1089317" y="4073254"/>
                </a:cubicBezTo>
                <a:cubicBezTo>
                  <a:pt x="1084637" y="4061733"/>
                  <a:pt x="1109841" y="4055253"/>
                  <a:pt x="1093998" y="4050572"/>
                </a:cubicBezTo>
                <a:cubicBezTo>
                  <a:pt x="1071584" y="4065964"/>
                  <a:pt x="1059702" y="4042877"/>
                  <a:pt x="1040731" y="4035081"/>
                </a:cubicBezTo>
                <a:close/>
                <a:moveTo>
                  <a:pt x="3004860" y="4032257"/>
                </a:moveTo>
                <a:cubicBezTo>
                  <a:pt x="3002340" y="4034417"/>
                  <a:pt x="2998019" y="4034417"/>
                  <a:pt x="3002340" y="4041617"/>
                </a:cubicBezTo>
                <a:cubicBezTo>
                  <a:pt x="3011701" y="4048458"/>
                  <a:pt x="3041224" y="4075459"/>
                  <a:pt x="3027543" y="4052778"/>
                </a:cubicBezTo>
                <a:cubicBezTo>
                  <a:pt x="3018542" y="4061778"/>
                  <a:pt x="3011701" y="4039097"/>
                  <a:pt x="3004860" y="4032257"/>
                </a:cubicBezTo>
                <a:close/>
                <a:moveTo>
                  <a:pt x="2943294" y="4027936"/>
                </a:moveTo>
                <a:cubicBezTo>
                  <a:pt x="2941133" y="4034417"/>
                  <a:pt x="2920611" y="4036937"/>
                  <a:pt x="2936453" y="4048458"/>
                </a:cubicBezTo>
                <a:cubicBezTo>
                  <a:pt x="2936453" y="4036937"/>
                  <a:pt x="2954815" y="4043777"/>
                  <a:pt x="2943294" y="4027936"/>
                </a:cubicBezTo>
                <a:close/>
                <a:moveTo>
                  <a:pt x="3082909" y="4016449"/>
                </a:moveTo>
                <a:cubicBezTo>
                  <a:pt x="3089669" y="4028356"/>
                  <a:pt x="3082909" y="4030588"/>
                  <a:pt x="3080418" y="4035053"/>
                </a:cubicBezTo>
                <a:cubicBezTo>
                  <a:pt x="3069388" y="4021286"/>
                  <a:pt x="3076149" y="4011612"/>
                  <a:pt x="3082909" y="4016449"/>
                </a:cubicBezTo>
                <a:close/>
                <a:moveTo>
                  <a:pt x="3000180" y="4016416"/>
                </a:moveTo>
                <a:cubicBezTo>
                  <a:pt x="3011701" y="4025416"/>
                  <a:pt x="3007020" y="4030097"/>
                  <a:pt x="3018542" y="4039097"/>
                </a:cubicBezTo>
                <a:cubicBezTo>
                  <a:pt x="3027543" y="4034417"/>
                  <a:pt x="3007020" y="4018576"/>
                  <a:pt x="3000180" y="4016416"/>
                </a:cubicBezTo>
                <a:close/>
                <a:moveTo>
                  <a:pt x="786503" y="3998010"/>
                </a:moveTo>
                <a:cubicBezTo>
                  <a:pt x="772820" y="3995850"/>
                  <a:pt x="770660" y="4004850"/>
                  <a:pt x="765979" y="4014211"/>
                </a:cubicBezTo>
                <a:cubicBezTo>
                  <a:pt x="772820" y="4014211"/>
                  <a:pt x="777501" y="4023211"/>
                  <a:pt x="782182" y="4014211"/>
                </a:cubicBezTo>
                <a:cubicBezTo>
                  <a:pt x="768499" y="4009530"/>
                  <a:pt x="789023" y="4007370"/>
                  <a:pt x="786503" y="3998010"/>
                </a:cubicBezTo>
                <a:close/>
                <a:moveTo>
                  <a:pt x="477862" y="3973512"/>
                </a:moveTo>
                <a:cubicBezTo>
                  <a:pt x="505215" y="4011941"/>
                  <a:pt x="445830" y="4030258"/>
                  <a:pt x="436832" y="4078026"/>
                </a:cubicBezTo>
                <a:cubicBezTo>
                  <a:pt x="411998" y="4075512"/>
                  <a:pt x="405160" y="4089160"/>
                  <a:pt x="407319" y="4104962"/>
                </a:cubicBezTo>
                <a:cubicBezTo>
                  <a:pt x="405160" y="4109631"/>
                  <a:pt x="396162" y="4111786"/>
                  <a:pt x="384645" y="4109631"/>
                </a:cubicBezTo>
                <a:cubicBezTo>
                  <a:pt x="384645" y="4118610"/>
                  <a:pt x="379966" y="4127948"/>
                  <a:pt x="375647" y="4134772"/>
                </a:cubicBezTo>
                <a:cubicBezTo>
                  <a:pt x="393643" y="4161709"/>
                  <a:pt x="425675" y="4184695"/>
                  <a:pt x="423155" y="4227793"/>
                </a:cubicBezTo>
                <a:cubicBezTo>
                  <a:pt x="409479" y="4229948"/>
                  <a:pt x="416317" y="4232103"/>
                  <a:pt x="409479" y="4238927"/>
                </a:cubicBezTo>
                <a:cubicBezTo>
                  <a:pt x="400481" y="4227793"/>
                  <a:pt x="384645" y="4218455"/>
                  <a:pt x="370968" y="4207321"/>
                </a:cubicBezTo>
                <a:cubicBezTo>
                  <a:pt x="366289" y="4209476"/>
                  <a:pt x="355132" y="4207321"/>
                  <a:pt x="343615" y="4207321"/>
                </a:cubicBezTo>
                <a:cubicBezTo>
                  <a:pt x="355132" y="4197983"/>
                  <a:pt x="341456" y="4200497"/>
                  <a:pt x="332458" y="4204807"/>
                </a:cubicBezTo>
                <a:cubicBezTo>
                  <a:pt x="350453" y="4204807"/>
                  <a:pt x="334617" y="4223124"/>
                  <a:pt x="339296" y="4236772"/>
                </a:cubicBezTo>
                <a:cubicBezTo>
                  <a:pt x="329938" y="4236772"/>
                  <a:pt x="327779" y="4241441"/>
                  <a:pt x="314102" y="4238927"/>
                </a:cubicBezTo>
                <a:cubicBezTo>
                  <a:pt x="316262" y="4232103"/>
                  <a:pt x="332458" y="4211631"/>
                  <a:pt x="305105" y="4211631"/>
                </a:cubicBezTo>
                <a:cubicBezTo>
                  <a:pt x="293587" y="4191518"/>
                  <a:pt x="305105" y="4157399"/>
                  <a:pt x="289269" y="4139082"/>
                </a:cubicBezTo>
                <a:cubicBezTo>
                  <a:pt x="248239" y="4145906"/>
                  <a:pt x="261915" y="4166378"/>
                  <a:pt x="273073" y="4189004"/>
                </a:cubicBezTo>
                <a:cubicBezTo>
                  <a:pt x="259396" y="4184695"/>
                  <a:pt x="259396" y="4193673"/>
                  <a:pt x="252558" y="4195828"/>
                </a:cubicBezTo>
                <a:cubicBezTo>
                  <a:pt x="211888" y="4180026"/>
                  <a:pt x="250398" y="4148420"/>
                  <a:pt x="264075" y="4127948"/>
                </a:cubicBezTo>
                <a:cubicBezTo>
                  <a:pt x="266234" y="4134772"/>
                  <a:pt x="279911" y="4123279"/>
                  <a:pt x="282430" y="4132258"/>
                </a:cubicBezTo>
                <a:cubicBezTo>
                  <a:pt x="309424" y="4118610"/>
                  <a:pt x="323100" y="4093829"/>
                  <a:pt x="357292" y="4087005"/>
                </a:cubicBezTo>
                <a:cubicBezTo>
                  <a:pt x="359451" y="4082336"/>
                  <a:pt x="350453" y="4082336"/>
                  <a:pt x="355132" y="4073357"/>
                </a:cubicBezTo>
                <a:cubicBezTo>
                  <a:pt x="364130" y="4075512"/>
                  <a:pt x="370968" y="4075512"/>
                  <a:pt x="375647" y="4073357"/>
                </a:cubicBezTo>
                <a:cubicBezTo>
                  <a:pt x="368809" y="4061864"/>
                  <a:pt x="366289" y="4048575"/>
                  <a:pt x="389324" y="4057554"/>
                </a:cubicBezTo>
                <a:cubicBezTo>
                  <a:pt x="389324" y="4052885"/>
                  <a:pt x="396162" y="4043906"/>
                  <a:pt x="382485" y="4046061"/>
                </a:cubicBezTo>
                <a:cubicBezTo>
                  <a:pt x="389324" y="4041751"/>
                  <a:pt x="400481" y="4041751"/>
                  <a:pt x="405160" y="4037082"/>
                </a:cubicBezTo>
                <a:cubicBezTo>
                  <a:pt x="411998" y="4028103"/>
                  <a:pt x="391483" y="4032413"/>
                  <a:pt x="398321" y="4023434"/>
                </a:cubicBezTo>
                <a:cubicBezTo>
                  <a:pt x="418836" y="4023434"/>
                  <a:pt x="416317" y="4005118"/>
                  <a:pt x="436832" y="4005118"/>
                </a:cubicBezTo>
                <a:cubicBezTo>
                  <a:pt x="425675" y="3991829"/>
                  <a:pt x="457347" y="3978181"/>
                  <a:pt x="477862" y="3973512"/>
                </a:cubicBezTo>
                <a:close/>
                <a:moveTo>
                  <a:pt x="3197641" y="3949049"/>
                </a:moveTo>
                <a:cubicBezTo>
                  <a:pt x="3202157" y="3948739"/>
                  <a:pt x="3207255" y="3950953"/>
                  <a:pt x="3211906" y="3955381"/>
                </a:cubicBezTo>
                <a:cubicBezTo>
                  <a:pt x="3209401" y="3964591"/>
                  <a:pt x="3198311" y="3964591"/>
                  <a:pt x="3205108" y="3984782"/>
                </a:cubicBezTo>
                <a:cubicBezTo>
                  <a:pt x="3200458" y="3989033"/>
                  <a:pt x="3189367" y="3971321"/>
                  <a:pt x="3193660" y="3982302"/>
                </a:cubicBezTo>
                <a:cubicBezTo>
                  <a:pt x="3186863" y="3982302"/>
                  <a:pt x="3191514" y="3966716"/>
                  <a:pt x="3196165" y="3964591"/>
                </a:cubicBezTo>
                <a:cubicBezTo>
                  <a:pt x="3193660" y="3955381"/>
                  <a:pt x="3189367" y="3957860"/>
                  <a:pt x="3186863" y="3957860"/>
                </a:cubicBezTo>
                <a:cubicBezTo>
                  <a:pt x="3189189" y="3952193"/>
                  <a:pt x="3193124" y="3949359"/>
                  <a:pt x="3197641" y="3949049"/>
                </a:cubicBezTo>
                <a:close/>
                <a:moveTo>
                  <a:pt x="3149995" y="3940664"/>
                </a:moveTo>
                <a:cubicBezTo>
                  <a:pt x="3145730" y="3956862"/>
                  <a:pt x="3149995" y="3993217"/>
                  <a:pt x="3143242" y="3995377"/>
                </a:cubicBezTo>
                <a:cubicBezTo>
                  <a:pt x="3136489" y="3981699"/>
                  <a:pt x="3138977" y="3972700"/>
                  <a:pt x="3141110" y="3961181"/>
                </a:cubicBezTo>
                <a:cubicBezTo>
                  <a:pt x="3136489" y="3956862"/>
                  <a:pt x="3134357" y="3961181"/>
                  <a:pt x="3132224" y="3954342"/>
                </a:cubicBezTo>
                <a:cubicBezTo>
                  <a:pt x="3127604" y="3956862"/>
                  <a:pt x="3132224" y="3970540"/>
                  <a:pt x="3127604" y="3974860"/>
                </a:cubicBezTo>
                <a:cubicBezTo>
                  <a:pt x="3114098" y="3965861"/>
                  <a:pt x="3118719" y="3974860"/>
                  <a:pt x="3109478" y="3968021"/>
                </a:cubicBezTo>
                <a:cubicBezTo>
                  <a:pt x="3102725" y="3959022"/>
                  <a:pt x="3118719" y="3965861"/>
                  <a:pt x="3107346" y="3952183"/>
                </a:cubicBezTo>
                <a:cubicBezTo>
                  <a:pt x="3118719" y="3959022"/>
                  <a:pt x="3122984" y="3956862"/>
                  <a:pt x="3129736" y="3950023"/>
                </a:cubicBezTo>
                <a:cubicBezTo>
                  <a:pt x="3127604" y="3945344"/>
                  <a:pt x="3125472" y="3947503"/>
                  <a:pt x="3122984" y="3947503"/>
                </a:cubicBezTo>
                <a:cubicBezTo>
                  <a:pt x="3127604" y="3933825"/>
                  <a:pt x="3147862" y="3952183"/>
                  <a:pt x="3149995" y="3940664"/>
                </a:cubicBezTo>
                <a:close/>
                <a:moveTo>
                  <a:pt x="3086589" y="3900490"/>
                </a:moveTo>
                <a:cubicBezTo>
                  <a:pt x="3089109" y="3907331"/>
                  <a:pt x="3084429" y="3907331"/>
                  <a:pt x="3079748" y="3909491"/>
                </a:cubicBezTo>
                <a:cubicBezTo>
                  <a:pt x="3089109" y="3918491"/>
                  <a:pt x="3086589" y="3923172"/>
                  <a:pt x="3091269" y="3925332"/>
                </a:cubicBezTo>
                <a:cubicBezTo>
                  <a:pt x="3086589" y="3918491"/>
                  <a:pt x="3095950" y="3902650"/>
                  <a:pt x="3086589" y="3900490"/>
                </a:cubicBezTo>
                <a:close/>
                <a:moveTo>
                  <a:pt x="283987" y="3894137"/>
                </a:moveTo>
                <a:cubicBezTo>
                  <a:pt x="290899" y="3909724"/>
                  <a:pt x="272345" y="3925310"/>
                  <a:pt x="263250" y="3936646"/>
                </a:cubicBezTo>
                <a:cubicBezTo>
                  <a:pt x="256338" y="3921059"/>
                  <a:pt x="283987" y="3911849"/>
                  <a:pt x="283987" y="3894137"/>
                </a:cubicBezTo>
                <a:close/>
                <a:moveTo>
                  <a:pt x="3250186" y="3890962"/>
                </a:moveTo>
                <a:cubicBezTo>
                  <a:pt x="3254772" y="3906893"/>
                  <a:pt x="3245953" y="3911238"/>
                  <a:pt x="3241367" y="3904359"/>
                </a:cubicBezTo>
                <a:cubicBezTo>
                  <a:pt x="3239250" y="3893134"/>
                  <a:pt x="3243484" y="3893134"/>
                  <a:pt x="3250186" y="3890962"/>
                </a:cubicBezTo>
                <a:close/>
                <a:moveTo>
                  <a:pt x="336840" y="3886200"/>
                </a:moveTo>
                <a:cubicBezTo>
                  <a:pt x="343730" y="3899606"/>
                  <a:pt x="355335" y="3886200"/>
                  <a:pt x="369115" y="3886200"/>
                </a:cubicBezTo>
                <a:cubicBezTo>
                  <a:pt x="378180" y="3895019"/>
                  <a:pt x="385070" y="3906308"/>
                  <a:pt x="398850" y="3897136"/>
                </a:cubicBezTo>
                <a:cubicBezTo>
                  <a:pt x="389784" y="3908425"/>
                  <a:pt x="382894" y="3919714"/>
                  <a:pt x="369115" y="3923947"/>
                </a:cubicBezTo>
                <a:cubicBezTo>
                  <a:pt x="373466" y="3913011"/>
                  <a:pt x="380356" y="3897136"/>
                  <a:pt x="341555" y="3901722"/>
                </a:cubicBezTo>
                <a:cubicBezTo>
                  <a:pt x="339379" y="3906308"/>
                  <a:pt x="345906" y="3908425"/>
                  <a:pt x="343730" y="3913011"/>
                </a:cubicBezTo>
                <a:cubicBezTo>
                  <a:pt x="327775" y="3910542"/>
                  <a:pt x="332489" y="3890786"/>
                  <a:pt x="336840" y="3886200"/>
                </a:cubicBezTo>
                <a:close/>
                <a:moveTo>
                  <a:pt x="3209495" y="3884432"/>
                </a:moveTo>
                <a:cubicBezTo>
                  <a:pt x="3211974" y="3884432"/>
                  <a:pt x="3214100" y="3891262"/>
                  <a:pt x="3218705" y="3891262"/>
                </a:cubicBezTo>
                <a:cubicBezTo>
                  <a:pt x="3218705" y="3897731"/>
                  <a:pt x="3216225" y="3900247"/>
                  <a:pt x="3218705" y="3907077"/>
                </a:cubicBezTo>
                <a:cubicBezTo>
                  <a:pt x="3222956" y="3911390"/>
                  <a:pt x="3234291" y="3902404"/>
                  <a:pt x="3238896" y="3931878"/>
                </a:cubicBezTo>
                <a:cubicBezTo>
                  <a:pt x="3229686" y="3929721"/>
                  <a:pt x="3229686" y="3916062"/>
                  <a:pt x="3216225" y="3920735"/>
                </a:cubicBezTo>
                <a:cubicBezTo>
                  <a:pt x="3214100" y="3891262"/>
                  <a:pt x="3209495" y="3911390"/>
                  <a:pt x="3198514" y="3893418"/>
                </a:cubicBezTo>
                <a:cubicBezTo>
                  <a:pt x="3196388" y="3875087"/>
                  <a:pt x="3218705" y="3909233"/>
                  <a:pt x="3209495" y="3884432"/>
                </a:cubicBezTo>
                <a:close/>
                <a:moveTo>
                  <a:pt x="3143475" y="3882130"/>
                </a:moveTo>
                <a:cubicBezTo>
                  <a:pt x="3150315" y="3897970"/>
                  <a:pt x="3157156" y="3897970"/>
                  <a:pt x="3163997" y="3900490"/>
                </a:cubicBezTo>
                <a:cubicBezTo>
                  <a:pt x="3161837" y="3893650"/>
                  <a:pt x="3163997" y="3891490"/>
                  <a:pt x="3163997" y="3884650"/>
                </a:cubicBezTo>
                <a:cubicBezTo>
                  <a:pt x="3157156" y="3884650"/>
                  <a:pt x="3150315" y="3879970"/>
                  <a:pt x="3143475" y="3882130"/>
                </a:cubicBezTo>
                <a:close/>
                <a:moveTo>
                  <a:pt x="3102430" y="3873129"/>
                </a:moveTo>
                <a:cubicBezTo>
                  <a:pt x="3098110" y="3882130"/>
                  <a:pt x="3086589" y="3866289"/>
                  <a:pt x="3091269" y="3879970"/>
                </a:cubicBezTo>
                <a:cubicBezTo>
                  <a:pt x="3102430" y="3879970"/>
                  <a:pt x="3104951" y="3886810"/>
                  <a:pt x="3102430" y="3902650"/>
                </a:cubicBezTo>
                <a:cubicBezTo>
                  <a:pt x="3109271" y="3895810"/>
                  <a:pt x="3116112" y="3914171"/>
                  <a:pt x="3116112" y="3900490"/>
                </a:cubicBezTo>
                <a:cubicBezTo>
                  <a:pt x="3111791" y="3888970"/>
                  <a:pt x="3107111" y="3888970"/>
                  <a:pt x="3102430" y="3873129"/>
                </a:cubicBezTo>
                <a:close/>
                <a:moveTo>
                  <a:pt x="3223830" y="3872518"/>
                </a:moveTo>
                <a:cubicBezTo>
                  <a:pt x="3227789" y="3873350"/>
                  <a:pt x="3232860" y="3876066"/>
                  <a:pt x="3237307" y="3874840"/>
                </a:cubicBezTo>
                <a:cubicBezTo>
                  <a:pt x="3237307" y="3886055"/>
                  <a:pt x="3228412" y="3888158"/>
                  <a:pt x="3221651" y="3890612"/>
                </a:cubicBezTo>
                <a:cubicBezTo>
                  <a:pt x="3221651" y="3883952"/>
                  <a:pt x="3219516" y="3881499"/>
                  <a:pt x="3217025" y="3881499"/>
                </a:cubicBezTo>
                <a:cubicBezTo>
                  <a:pt x="3217025" y="3872737"/>
                  <a:pt x="3219872" y="3871685"/>
                  <a:pt x="3223830" y="3872518"/>
                </a:cubicBezTo>
                <a:close/>
                <a:moveTo>
                  <a:pt x="3163997" y="3857288"/>
                </a:moveTo>
                <a:cubicBezTo>
                  <a:pt x="3170838" y="3868449"/>
                  <a:pt x="3152836" y="3857288"/>
                  <a:pt x="3159676" y="3870969"/>
                </a:cubicBezTo>
                <a:cubicBezTo>
                  <a:pt x="3168677" y="3870969"/>
                  <a:pt x="3161837" y="3877809"/>
                  <a:pt x="3168677" y="3893650"/>
                </a:cubicBezTo>
                <a:cubicBezTo>
                  <a:pt x="3177678" y="3888970"/>
                  <a:pt x="3168677" y="3866289"/>
                  <a:pt x="3163997" y="3857288"/>
                </a:cubicBezTo>
                <a:close/>
                <a:moveTo>
                  <a:pt x="3134474" y="3825247"/>
                </a:moveTo>
                <a:cubicBezTo>
                  <a:pt x="3136634" y="3832087"/>
                  <a:pt x="3132314" y="3832087"/>
                  <a:pt x="3132314" y="3836767"/>
                </a:cubicBezTo>
                <a:cubicBezTo>
                  <a:pt x="3143475" y="3832087"/>
                  <a:pt x="3141314" y="3864129"/>
                  <a:pt x="3132314" y="3850448"/>
                </a:cubicBezTo>
                <a:cubicBezTo>
                  <a:pt x="3136634" y="3859448"/>
                  <a:pt x="3141314" y="3868449"/>
                  <a:pt x="3148155" y="3870969"/>
                </a:cubicBezTo>
                <a:cubicBezTo>
                  <a:pt x="3141314" y="3850448"/>
                  <a:pt x="3148155" y="3854768"/>
                  <a:pt x="3154996" y="3854768"/>
                </a:cubicBezTo>
                <a:cubicBezTo>
                  <a:pt x="3150315" y="3836767"/>
                  <a:pt x="3141314" y="3838928"/>
                  <a:pt x="3134474" y="3825247"/>
                </a:cubicBezTo>
                <a:close/>
                <a:moveTo>
                  <a:pt x="3112208" y="3818277"/>
                </a:moveTo>
                <a:cubicBezTo>
                  <a:pt x="3110936" y="3817349"/>
                  <a:pt x="3109901" y="3819037"/>
                  <a:pt x="3109271" y="3825247"/>
                </a:cubicBezTo>
                <a:cubicBezTo>
                  <a:pt x="3120792" y="3825247"/>
                  <a:pt x="3116112" y="3866289"/>
                  <a:pt x="3125473" y="3845768"/>
                </a:cubicBezTo>
                <a:cubicBezTo>
                  <a:pt x="3121962" y="3847388"/>
                  <a:pt x="3116022" y="3821062"/>
                  <a:pt x="3112208" y="3818277"/>
                </a:cubicBezTo>
                <a:close/>
                <a:moveTo>
                  <a:pt x="3214485" y="3816350"/>
                </a:moveTo>
                <a:cubicBezTo>
                  <a:pt x="3223557" y="3838955"/>
                  <a:pt x="3232991" y="3818503"/>
                  <a:pt x="3242062" y="3825320"/>
                </a:cubicBezTo>
                <a:cubicBezTo>
                  <a:pt x="3237345" y="3857255"/>
                  <a:pt x="3212308" y="3841108"/>
                  <a:pt x="3205414" y="3868378"/>
                </a:cubicBezTo>
                <a:cubicBezTo>
                  <a:pt x="3196342" y="3868378"/>
                  <a:pt x="3200697" y="3861561"/>
                  <a:pt x="3196342" y="3845773"/>
                </a:cubicBezTo>
                <a:lnTo>
                  <a:pt x="3191625" y="3847926"/>
                </a:lnTo>
                <a:cubicBezTo>
                  <a:pt x="3193802" y="3825320"/>
                  <a:pt x="3205414" y="3836802"/>
                  <a:pt x="3214485" y="3816350"/>
                </a:cubicBezTo>
                <a:close/>
                <a:moveTo>
                  <a:pt x="3389293" y="3814091"/>
                </a:moveTo>
                <a:cubicBezTo>
                  <a:pt x="3391314" y="3827686"/>
                  <a:pt x="3389293" y="3836629"/>
                  <a:pt x="3382895" y="3834125"/>
                </a:cubicBezTo>
                <a:cubicBezTo>
                  <a:pt x="3380538" y="3820888"/>
                  <a:pt x="3382895" y="3811587"/>
                  <a:pt x="3389293" y="3814091"/>
                </a:cubicBezTo>
                <a:close/>
                <a:moveTo>
                  <a:pt x="3435242" y="3811331"/>
                </a:moveTo>
                <a:cubicBezTo>
                  <a:pt x="3439667" y="3810196"/>
                  <a:pt x="3442997" y="3811922"/>
                  <a:pt x="3445275" y="3823369"/>
                </a:cubicBezTo>
                <a:cubicBezTo>
                  <a:pt x="3438616" y="3818645"/>
                  <a:pt x="3429503" y="3821189"/>
                  <a:pt x="3423194" y="3830274"/>
                </a:cubicBezTo>
                <a:cubicBezTo>
                  <a:pt x="3418638" y="3830274"/>
                  <a:pt x="3418638" y="3821189"/>
                  <a:pt x="3418638" y="3816464"/>
                </a:cubicBezTo>
                <a:cubicBezTo>
                  <a:pt x="3425298" y="3816464"/>
                  <a:pt x="3430818" y="3812467"/>
                  <a:pt x="3435242" y="3811331"/>
                </a:cubicBezTo>
                <a:close/>
                <a:moveTo>
                  <a:pt x="3344611" y="3806825"/>
                </a:moveTo>
                <a:cubicBezTo>
                  <a:pt x="3349390" y="3806825"/>
                  <a:pt x="3347184" y="3811086"/>
                  <a:pt x="3344611" y="3811086"/>
                </a:cubicBezTo>
                <a:cubicBezTo>
                  <a:pt x="3347184" y="3815702"/>
                  <a:pt x="3349390" y="3820318"/>
                  <a:pt x="3351596" y="3820318"/>
                </a:cubicBezTo>
                <a:cubicBezTo>
                  <a:pt x="3344611" y="3822449"/>
                  <a:pt x="3330641" y="3833457"/>
                  <a:pt x="3317038" y="3831326"/>
                </a:cubicBezTo>
                <a:cubicBezTo>
                  <a:pt x="3319244" y="3813572"/>
                  <a:pt x="3342405" y="3824580"/>
                  <a:pt x="3344611" y="3806825"/>
                </a:cubicBezTo>
                <a:close/>
                <a:moveTo>
                  <a:pt x="3285972" y="3802590"/>
                </a:moveTo>
                <a:cubicBezTo>
                  <a:pt x="3290029" y="3803356"/>
                  <a:pt x="3293670" y="3806155"/>
                  <a:pt x="3296036" y="3811753"/>
                </a:cubicBezTo>
                <a:cubicBezTo>
                  <a:pt x="3289118" y="3818506"/>
                  <a:pt x="3275282" y="3800735"/>
                  <a:pt x="3277467" y="3832011"/>
                </a:cubicBezTo>
                <a:cubicBezTo>
                  <a:pt x="3270549" y="3836632"/>
                  <a:pt x="3268364" y="3825258"/>
                  <a:pt x="3261447" y="3829879"/>
                </a:cubicBezTo>
                <a:cubicBezTo>
                  <a:pt x="3257897" y="3816284"/>
                  <a:pt x="3273803" y="3800291"/>
                  <a:pt x="3285972" y="3802590"/>
                </a:cubicBezTo>
                <a:close/>
                <a:moveTo>
                  <a:pt x="3136634" y="3795726"/>
                </a:moveTo>
                <a:cubicBezTo>
                  <a:pt x="3148155" y="3818406"/>
                  <a:pt x="3170838" y="3816246"/>
                  <a:pt x="3163997" y="3845768"/>
                </a:cubicBezTo>
                <a:cubicBezTo>
                  <a:pt x="3163997" y="3845768"/>
                  <a:pt x="3163997" y="3845768"/>
                  <a:pt x="3175518" y="3843608"/>
                </a:cubicBezTo>
                <a:cubicBezTo>
                  <a:pt x="3170838" y="3818406"/>
                  <a:pt x="3159676" y="3827767"/>
                  <a:pt x="3157156" y="3800406"/>
                </a:cubicBezTo>
                <a:cubicBezTo>
                  <a:pt x="3148155" y="3800406"/>
                  <a:pt x="3148155" y="3797886"/>
                  <a:pt x="3136634" y="3795726"/>
                </a:cubicBezTo>
                <a:close/>
                <a:moveTo>
                  <a:pt x="3345766" y="3792420"/>
                </a:moveTo>
                <a:lnTo>
                  <a:pt x="3344025" y="3796593"/>
                </a:lnTo>
                <a:cubicBezTo>
                  <a:pt x="3344025" y="3795514"/>
                  <a:pt x="3344025" y="3793805"/>
                  <a:pt x="3344341" y="3792682"/>
                </a:cubicBezTo>
                <a:close/>
                <a:moveTo>
                  <a:pt x="3184519" y="3779885"/>
                </a:moveTo>
                <a:cubicBezTo>
                  <a:pt x="3184519" y="3779885"/>
                  <a:pt x="3184519" y="3779885"/>
                  <a:pt x="3186679" y="3793565"/>
                </a:cubicBezTo>
                <a:cubicBezTo>
                  <a:pt x="3191360" y="3782045"/>
                  <a:pt x="3200361" y="3795726"/>
                  <a:pt x="3202521" y="3782045"/>
                </a:cubicBezTo>
                <a:cubicBezTo>
                  <a:pt x="3196040" y="3782045"/>
                  <a:pt x="3191360" y="3777365"/>
                  <a:pt x="3184519" y="3779885"/>
                </a:cubicBezTo>
                <a:close/>
                <a:moveTo>
                  <a:pt x="3389806" y="3778250"/>
                </a:moveTo>
                <a:cubicBezTo>
                  <a:pt x="3391969" y="3792277"/>
                  <a:pt x="3382957" y="3789759"/>
                  <a:pt x="3385120" y="3801268"/>
                </a:cubicBezTo>
                <a:cubicBezTo>
                  <a:pt x="3391969" y="3801268"/>
                  <a:pt x="3394132" y="3794435"/>
                  <a:pt x="3391969" y="3782926"/>
                </a:cubicBezTo>
                <a:cubicBezTo>
                  <a:pt x="3405667" y="3794435"/>
                  <a:pt x="3412517" y="3780768"/>
                  <a:pt x="3426215" y="3794435"/>
                </a:cubicBezTo>
                <a:cubicBezTo>
                  <a:pt x="3417203" y="3823927"/>
                  <a:pt x="3398818" y="3785443"/>
                  <a:pt x="3389806" y="3798751"/>
                </a:cubicBezTo>
                <a:cubicBezTo>
                  <a:pt x="3389806" y="3808102"/>
                  <a:pt x="3394132" y="3808102"/>
                  <a:pt x="3396655" y="3808102"/>
                </a:cubicBezTo>
                <a:cubicBezTo>
                  <a:pt x="3394132" y="3819252"/>
                  <a:pt x="3376108" y="3812418"/>
                  <a:pt x="3369259" y="3796593"/>
                </a:cubicBezTo>
                <a:cubicBezTo>
                  <a:pt x="3362410" y="3798751"/>
                  <a:pt x="3357724" y="3803426"/>
                  <a:pt x="3357724" y="3810260"/>
                </a:cubicBezTo>
                <a:cubicBezTo>
                  <a:pt x="3350874" y="3808102"/>
                  <a:pt x="3353398" y="3794435"/>
                  <a:pt x="3344025" y="3801268"/>
                </a:cubicBezTo>
                <a:cubicBezTo>
                  <a:pt x="3344025" y="3796593"/>
                  <a:pt x="3346549" y="3796593"/>
                  <a:pt x="3346549" y="3792277"/>
                </a:cubicBezTo>
                <a:lnTo>
                  <a:pt x="3345766" y="3792420"/>
                </a:lnTo>
                <a:lnTo>
                  <a:pt x="3348621" y="3785578"/>
                </a:lnTo>
                <a:cubicBezTo>
                  <a:pt x="3351505" y="3783555"/>
                  <a:pt x="3355560" y="3782926"/>
                  <a:pt x="3360247" y="3782926"/>
                </a:cubicBezTo>
                <a:cubicBezTo>
                  <a:pt x="3369259" y="3782926"/>
                  <a:pt x="3380434" y="3785443"/>
                  <a:pt x="3389806" y="3778250"/>
                </a:cubicBezTo>
                <a:close/>
                <a:moveTo>
                  <a:pt x="3429387" y="3750072"/>
                </a:moveTo>
                <a:cubicBezTo>
                  <a:pt x="3422856" y="3758949"/>
                  <a:pt x="3415962" y="3767826"/>
                  <a:pt x="3404350" y="3769957"/>
                </a:cubicBezTo>
                <a:cubicBezTo>
                  <a:pt x="3404350" y="3752202"/>
                  <a:pt x="3422856" y="3743325"/>
                  <a:pt x="3429387" y="3750072"/>
                </a:cubicBezTo>
                <a:close/>
                <a:moveTo>
                  <a:pt x="3447952" y="3748432"/>
                </a:moveTo>
                <a:cubicBezTo>
                  <a:pt x="3452880" y="3747039"/>
                  <a:pt x="3468821" y="3754355"/>
                  <a:pt x="3472260" y="3757846"/>
                </a:cubicBezTo>
                <a:cubicBezTo>
                  <a:pt x="3463088" y="3777892"/>
                  <a:pt x="3458855" y="3748538"/>
                  <a:pt x="3447566" y="3753192"/>
                </a:cubicBezTo>
                <a:cubicBezTo>
                  <a:pt x="3445890" y="3750328"/>
                  <a:pt x="3446309" y="3748896"/>
                  <a:pt x="3447952" y="3748432"/>
                </a:cubicBezTo>
                <a:close/>
                <a:moveTo>
                  <a:pt x="4356488" y="3736304"/>
                </a:moveTo>
                <a:cubicBezTo>
                  <a:pt x="4352138" y="3756696"/>
                  <a:pt x="4324588" y="3758842"/>
                  <a:pt x="4310813" y="3752045"/>
                </a:cubicBezTo>
                <a:cubicBezTo>
                  <a:pt x="4322413" y="3733800"/>
                  <a:pt x="4338363" y="3733800"/>
                  <a:pt x="4356488" y="3736304"/>
                </a:cubicBezTo>
                <a:close/>
                <a:moveTo>
                  <a:pt x="4426341" y="3729581"/>
                </a:moveTo>
                <a:cubicBezTo>
                  <a:pt x="4417355" y="3747724"/>
                  <a:pt x="4394710" y="3747724"/>
                  <a:pt x="4369550" y="3747724"/>
                </a:cubicBezTo>
                <a:cubicBezTo>
                  <a:pt x="4374223" y="3722687"/>
                  <a:pt x="4403696" y="3733936"/>
                  <a:pt x="4426341" y="3729581"/>
                </a:cubicBezTo>
                <a:close/>
                <a:moveTo>
                  <a:pt x="3909785" y="3704880"/>
                </a:moveTo>
                <a:cubicBezTo>
                  <a:pt x="3917047" y="3703997"/>
                  <a:pt x="3924841" y="3707531"/>
                  <a:pt x="3932634" y="3714601"/>
                </a:cubicBezTo>
                <a:cubicBezTo>
                  <a:pt x="3925903" y="3714601"/>
                  <a:pt x="3919173" y="3716833"/>
                  <a:pt x="3914922" y="3719066"/>
                </a:cubicBezTo>
                <a:cubicBezTo>
                  <a:pt x="3908191" y="3721670"/>
                  <a:pt x="3901461" y="3723903"/>
                  <a:pt x="3890125" y="3721670"/>
                </a:cubicBezTo>
                <a:cubicBezTo>
                  <a:pt x="3895793" y="3711066"/>
                  <a:pt x="3902524" y="3705764"/>
                  <a:pt x="3909785" y="3704880"/>
                </a:cubicBezTo>
                <a:close/>
                <a:moveTo>
                  <a:pt x="110597" y="3681412"/>
                </a:moveTo>
                <a:cubicBezTo>
                  <a:pt x="121462" y="3686174"/>
                  <a:pt x="130574" y="3688373"/>
                  <a:pt x="130574" y="3700096"/>
                </a:cubicBezTo>
                <a:cubicBezTo>
                  <a:pt x="119359" y="3697531"/>
                  <a:pt x="108144" y="3697531"/>
                  <a:pt x="103938" y="3693135"/>
                </a:cubicBezTo>
                <a:cubicBezTo>
                  <a:pt x="106041" y="3690571"/>
                  <a:pt x="108144" y="3688373"/>
                  <a:pt x="110597" y="3681412"/>
                </a:cubicBezTo>
                <a:close/>
                <a:moveTo>
                  <a:pt x="4488713" y="3680970"/>
                </a:moveTo>
                <a:lnTo>
                  <a:pt x="4486301" y="3682688"/>
                </a:lnTo>
                <a:lnTo>
                  <a:pt x="4488406" y="3685009"/>
                </a:lnTo>
                <a:lnTo>
                  <a:pt x="4491195" y="3681126"/>
                </a:lnTo>
                <a:close/>
                <a:moveTo>
                  <a:pt x="4962922" y="3652837"/>
                </a:moveTo>
                <a:cubicBezTo>
                  <a:pt x="4956219" y="3664292"/>
                  <a:pt x="4949517" y="3688992"/>
                  <a:pt x="4933994" y="3680043"/>
                </a:cubicBezTo>
                <a:cubicBezTo>
                  <a:pt x="4931525" y="3664292"/>
                  <a:pt x="4944931" y="3657490"/>
                  <a:pt x="4962922" y="3652837"/>
                </a:cubicBezTo>
                <a:close/>
                <a:moveTo>
                  <a:pt x="589713" y="3652837"/>
                </a:moveTo>
                <a:cubicBezTo>
                  <a:pt x="596607" y="3657423"/>
                  <a:pt x="598784" y="3664126"/>
                  <a:pt x="605678" y="3654953"/>
                </a:cubicBezTo>
                <a:cubicBezTo>
                  <a:pt x="614750" y="3659540"/>
                  <a:pt x="596607" y="3661656"/>
                  <a:pt x="598784" y="3668359"/>
                </a:cubicBezTo>
                <a:cubicBezTo>
                  <a:pt x="591890" y="3666243"/>
                  <a:pt x="589713" y="3661656"/>
                  <a:pt x="589713" y="3652837"/>
                </a:cubicBezTo>
                <a:close/>
                <a:moveTo>
                  <a:pt x="3518747" y="3652365"/>
                </a:moveTo>
                <a:cubicBezTo>
                  <a:pt x="3512468" y="3655251"/>
                  <a:pt x="3512874" y="3665579"/>
                  <a:pt x="3509633" y="3670440"/>
                </a:cubicBezTo>
                <a:cubicBezTo>
                  <a:pt x="3504953" y="3672960"/>
                  <a:pt x="3502792" y="3670440"/>
                  <a:pt x="3500272" y="3677280"/>
                </a:cubicBezTo>
                <a:cubicBezTo>
                  <a:pt x="3516474" y="3679800"/>
                  <a:pt x="3520794" y="3666119"/>
                  <a:pt x="3527635" y="3652438"/>
                </a:cubicBezTo>
                <a:cubicBezTo>
                  <a:pt x="3523675" y="3651268"/>
                  <a:pt x="3520839" y="3651403"/>
                  <a:pt x="3518747" y="3652365"/>
                </a:cubicBezTo>
                <a:close/>
                <a:moveTo>
                  <a:pt x="3450227" y="3647758"/>
                </a:moveTo>
                <a:cubicBezTo>
                  <a:pt x="3452567" y="3655859"/>
                  <a:pt x="3452027" y="3660989"/>
                  <a:pt x="3450902" y="3665534"/>
                </a:cubicBezTo>
                <a:lnTo>
                  <a:pt x="3450366" y="3668232"/>
                </a:lnTo>
                <a:lnTo>
                  <a:pt x="3455888" y="3675867"/>
                </a:lnTo>
                <a:lnTo>
                  <a:pt x="3456663" y="3674310"/>
                </a:lnTo>
                <a:cubicBezTo>
                  <a:pt x="3457788" y="3670079"/>
                  <a:pt x="3458328" y="3665039"/>
                  <a:pt x="3461748" y="3663959"/>
                </a:cubicBezTo>
                <a:cubicBezTo>
                  <a:pt x="3461748" y="3666119"/>
                  <a:pt x="3466429" y="3668279"/>
                  <a:pt x="3466429" y="3663959"/>
                </a:cubicBezTo>
                <a:cubicBezTo>
                  <a:pt x="3457068" y="3666119"/>
                  <a:pt x="3463908" y="3643438"/>
                  <a:pt x="3450227" y="3647758"/>
                </a:cubicBezTo>
                <a:close/>
                <a:moveTo>
                  <a:pt x="15732" y="3643312"/>
                </a:moveTo>
                <a:cubicBezTo>
                  <a:pt x="27374" y="3652131"/>
                  <a:pt x="6637" y="3656717"/>
                  <a:pt x="4454" y="3660951"/>
                </a:cubicBezTo>
                <a:cubicBezTo>
                  <a:pt x="-7187" y="3681059"/>
                  <a:pt x="6637" y="3645428"/>
                  <a:pt x="15732" y="3643312"/>
                </a:cubicBezTo>
                <a:close/>
                <a:moveTo>
                  <a:pt x="4713676" y="3641725"/>
                </a:moveTo>
                <a:cubicBezTo>
                  <a:pt x="4707159" y="3648685"/>
                  <a:pt x="4709331" y="3665171"/>
                  <a:pt x="4693400" y="3665171"/>
                </a:cubicBezTo>
                <a:cubicBezTo>
                  <a:pt x="4693400" y="3644289"/>
                  <a:pt x="4693400" y="3644289"/>
                  <a:pt x="4693400" y="3644289"/>
                </a:cubicBezTo>
                <a:cubicBezTo>
                  <a:pt x="4700279" y="3644289"/>
                  <a:pt x="4707159" y="3641725"/>
                  <a:pt x="4713676" y="3641725"/>
                </a:cubicBezTo>
                <a:close/>
                <a:moveTo>
                  <a:pt x="3866283" y="3638734"/>
                </a:moveTo>
                <a:lnTo>
                  <a:pt x="3865514" y="3645784"/>
                </a:lnTo>
                <a:cubicBezTo>
                  <a:pt x="3864518" y="3654374"/>
                  <a:pt x="3863370" y="3655318"/>
                  <a:pt x="3853109" y="3663959"/>
                </a:cubicBezTo>
                <a:cubicBezTo>
                  <a:pt x="3866791" y="3652438"/>
                  <a:pt x="3877952" y="3677280"/>
                  <a:pt x="3887313" y="3657119"/>
                </a:cubicBezTo>
                <a:cubicBezTo>
                  <a:pt x="3878132" y="3653699"/>
                  <a:pt x="3875252" y="3649108"/>
                  <a:pt x="3874082" y="3642808"/>
                </a:cubicBezTo>
                <a:lnTo>
                  <a:pt x="3873702" y="3639666"/>
                </a:lnTo>
                <a:close/>
                <a:moveTo>
                  <a:pt x="57528" y="3638550"/>
                </a:moveTo>
                <a:cubicBezTo>
                  <a:pt x="55295" y="3643106"/>
                  <a:pt x="52691" y="3660630"/>
                  <a:pt x="34088" y="3665187"/>
                </a:cubicBezTo>
                <a:cubicBezTo>
                  <a:pt x="45622" y="3651868"/>
                  <a:pt x="43389" y="3647312"/>
                  <a:pt x="57528" y="3638550"/>
                </a:cubicBezTo>
                <a:close/>
                <a:moveTo>
                  <a:pt x="3757295" y="3627393"/>
                </a:moveTo>
                <a:lnTo>
                  <a:pt x="3757339" y="3627597"/>
                </a:lnTo>
                <a:lnTo>
                  <a:pt x="3759464" y="3627543"/>
                </a:lnTo>
                <a:close/>
                <a:moveTo>
                  <a:pt x="3737419" y="3623937"/>
                </a:moveTo>
                <a:lnTo>
                  <a:pt x="3737177" y="3625077"/>
                </a:lnTo>
                <a:lnTo>
                  <a:pt x="3741065" y="3624634"/>
                </a:lnTo>
                <a:close/>
                <a:moveTo>
                  <a:pt x="3712143" y="3619108"/>
                </a:moveTo>
                <a:lnTo>
                  <a:pt x="3711974" y="3620757"/>
                </a:lnTo>
                <a:cubicBezTo>
                  <a:pt x="3718815" y="3618237"/>
                  <a:pt x="3718815" y="3625077"/>
                  <a:pt x="3725656" y="3625077"/>
                </a:cubicBezTo>
                <a:lnTo>
                  <a:pt x="3726465" y="3621844"/>
                </a:lnTo>
                <a:close/>
                <a:moveTo>
                  <a:pt x="4663092" y="3617429"/>
                </a:moveTo>
                <a:cubicBezTo>
                  <a:pt x="4676824" y="3617491"/>
                  <a:pt x="4690054" y="3618668"/>
                  <a:pt x="4702565" y="3621566"/>
                </a:cubicBezTo>
                <a:cubicBezTo>
                  <a:pt x="4683304" y="3663764"/>
                  <a:pt x="4646312" y="3679158"/>
                  <a:pt x="4605899" y="3683731"/>
                </a:cubicBezTo>
                <a:lnTo>
                  <a:pt x="4596660" y="3683843"/>
                </a:lnTo>
                <a:lnTo>
                  <a:pt x="4595002" y="3684234"/>
                </a:lnTo>
                <a:cubicBezTo>
                  <a:pt x="4577501" y="3686704"/>
                  <a:pt x="4558343" y="3687233"/>
                  <a:pt x="4542588" y="3690584"/>
                </a:cubicBezTo>
                <a:lnTo>
                  <a:pt x="4542588" y="3684353"/>
                </a:lnTo>
                <a:lnTo>
                  <a:pt x="4505490" y="3682023"/>
                </a:lnTo>
                <a:lnTo>
                  <a:pt x="4505537" y="3682265"/>
                </a:lnTo>
                <a:cubicBezTo>
                  <a:pt x="4504441" y="3684637"/>
                  <a:pt x="4502777" y="3687614"/>
                  <a:pt x="4503828" y="3694683"/>
                </a:cubicBezTo>
                <a:cubicBezTo>
                  <a:pt x="4488406" y="3696915"/>
                  <a:pt x="4488406" y="3696915"/>
                  <a:pt x="4488406" y="3696915"/>
                </a:cubicBezTo>
                <a:cubicBezTo>
                  <a:pt x="4488406" y="3689846"/>
                  <a:pt x="4488406" y="3687613"/>
                  <a:pt x="4483850" y="3685009"/>
                </a:cubicBezTo>
                <a:lnTo>
                  <a:pt x="4485326" y="3683382"/>
                </a:lnTo>
                <a:lnTo>
                  <a:pt x="4456671" y="3703789"/>
                </a:lnTo>
                <a:cubicBezTo>
                  <a:pt x="4411308" y="3701616"/>
                  <a:pt x="4370266" y="3703789"/>
                  <a:pt x="4331743" y="3708498"/>
                </a:cubicBezTo>
                <a:cubicBezTo>
                  <a:pt x="4292861" y="3715380"/>
                  <a:pt x="4254339" y="3722262"/>
                  <a:pt x="4220137" y="3726609"/>
                </a:cubicBezTo>
                <a:cubicBezTo>
                  <a:pt x="4147413" y="3735664"/>
                  <a:pt x="4079369" y="3738200"/>
                  <a:pt x="4015645" y="3694734"/>
                </a:cubicBezTo>
                <a:cubicBezTo>
                  <a:pt x="3990444" y="3705962"/>
                  <a:pt x="3972083" y="3692198"/>
                  <a:pt x="3942561" y="3703789"/>
                </a:cubicBezTo>
                <a:cubicBezTo>
                  <a:pt x="3938241" y="3701616"/>
                  <a:pt x="3935721" y="3699080"/>
                  <a:pt x="3935721" y="3692198"/>
                </a:cubicBezTo>
                <a:cubicBezTo>
                  <a:pt x="3931400" y="3685316"/>
                  <a:pt x="3940401" y="3667205"/>
                  <a:pt x="3947241" y="3655614"/>
                </a:cubicBezTo>
                <a:cubicBezTo>
                  <a:pt x="3969922" y="3678434"/>
                  <a:pt x="3972083" y="3641850"/>
                  <a:pt x="3983603" y="3671552"/>
                </a:cubicBezTo>
                <a:cubicBezTo>
                  <a:pt x="4022755" y="3657969"/>
                  <a:pt x="4064540" y="3671280"/>
                  <a:pt x="4105160" y="3675882"/>
                </a:cubicBezTo>
                <a:lnTo>
                  <a:pt x="4119537" y="3676018"/>
                </a:lnTo>
                <a:lnTo>
                  <a:pt x="4119505" y="3674963"/>
                </a:lnTo>
                <a:cubicBezTo>
                  <a:pt x="4124790" y="3668448"/>
                  <a:pt x="4144500" y="3673740"/>
                  <a:pt x="4156463" y="3670300"/>
                </a:cubicBezTo>
                <a:lnTo>
                  <a:pt x="4155331" y="3673285"/>
                </a:lnTo>
                <a:lnTo>
                  <a:pt x="4180670" y="3665802"/>
                </a:lnTo>
                <a:cubicBezTo>
                  <a:pt x="4192865" y="3660957"/>
                  <a:pt x="4205376" y="3655795"/>
                  <a:pt x="4217977" y="3653441"/>
                </a:cubicBezTo>
                <a:cubicBezTo>
                  <a:pt x="4243538" y="3648279"/>
                  <a:pt x="4269550" y="3644838"/>
                  <a:pt x="4295787" y="3642438"/>
                </a:cubicBezTo>
                <a:lnTo>
                  <a:pt x="4308531" y="3641673"/>
                </a:lnTo>
                <a:lnTo>
                  <a:pt x="4308821" y="3641596"/>
                </a:lnTo>
                <a:cubicBezTo>
                  <a:pt x="4331709" y="3638464"/>
                  <a:pt x="4353581" y="3642329"/>
                  <a:pt x="4379313" y="3632200"/>
                </a:cubicBezTo>
                <a:lnTo>
                  <a:pt x="4380579" y="3637431"/>
                </a:lnTo>
                <a:lnTo>
                  <a:pt x="4531915" y="3630621"/>
                </a:lnTo>
                <a:cubicBezTo>
                  <a:pt x="4576198" y="3627090"/>
                  <a:pt x="4621898" y="3617242"/>
                  <a:pt x="4663092" y="3617429"/>
                </a:cubicBezTo>
                <a:close/>
                <a:moveTo>
                  <a:pt x="3690114" y="3612038"/>
                </a:moveTo>
                <a:lnTo>
                  <a:pt x="3689292" y="3613917"/>
                </a:lnTo>
                <a:cubicBezTo>
                  <a:pt x="3691452" y="3613917"/>
                  <a:pt x="3693612" y="3618237"/>
                  <a:pt x="3691452" y="3625077"/>
                </a:cubicBezTo>
                <a:lnTo>
                  <a:pt x="3703586" y="3616529"/>
                </a:lnTo>
                <a:close/>
                <a:moveTo>
                  <a:pt x="4858141" y="3608924"/>
                </a:moveTo>
                <a:cubicBezTo>
                  <a:pt x="4830851" y="3627412"/>
                  <a:pt x="4778785" y="3647712"/>
                  <a:pt x="4737850" y="3640825"/>
                </a:cubicBezTo>
                <a:cubicBezTo>
                  <a:pt x="4774117" y="3613637"/>
                  <a:pt x="4808229" y="3602037"/>
                  <a:pt x="4858141" y="3608924"/>
                </a:cubicBezTo>
                <a:close/>
                <a:moveTo>
                  <a:pt x="3616991" y="3602900"/>
                </a:moveTo>
                <a:lnTo>
                  <a:pt x="3606663" y="3609381"/>
                </a:lnTo>
                <a:lnTo>
                  <a:pt x="3606281" y="3614316"/>
                </a:lnTo>
                <a:cubicBezTo>
                  <a:pt x="3608644" y="3621995"/>
                  <a:pt x="3618095" y="3619497"/>
                  <a:pt x="3609724" y="3629757"/>
                </a:cubicBezTo>
                <a:cubicBezTo>
                  <a:pt x="3609724" y="3629757"/>
                  <a:pt x="3609724" y="3629757"/>
                  <a:pt x="3639247" y="3629757"/>
                </a:cubicBezTo>
                <a:cubicBezTo>
                  <a:pt x="3637086" y="3613917"/>
                  <a:pt x="3648248" y="3618237"/>
                  <a:pt x="3648248" y="3607076"/>
                </a:cubicBezTo>
                <a:cubicBezTo>
                  <a:pt x="3629886" y="3616077"/>
                  <a:pt x="3637086" y="3625077"/>
                  <a:pt x="3616564" y="3625077"/>
                </a:cubicBezTo>
                <a:cubicBezTo>
                  <a:pt x="3618185" y="3616707"/>
                  <a:pt x="3623653" y="3617044"/>
                  <a:pt x="3625374" y="3611053"/>
                </a:cubicBezTo>
                <a:lnTo>
                  <a:pt x="3625546" y="3603254"/>
                </a:lnTo>
                <a:close/>
                <a:moveTo>
                  <a:pt x="3857430" y="3595556"/>
                </a:moveTo>
                <a:cubicBezTo>
                  <a:pt x="3855269" y="3604556"/>
                  <a:pt x="3853109" y="3618237"/>
                  <a:pt x="3846268" y="3620757"/>
                </a:cubicBezTo>
                <a:cubicBezTo>
                  <a:pt x="3846268" y="3613917"/>
                  <a:pt x="3846268" y="3609236"/>
                  <a:pt x="3839428" y="3609236"/>
                </a:cubicBezTo>
                <a:cubicBezTo>
                  <a:pt x="3839428" y="3609236"/>
                  <a:pt x="3839428" y="3609236"/>
                  <a:pt x="3837267" y="3625077"/>
                </a:cubicBezTo>
                <a:cubicBezTo>
                  <a:pt x="3846268" y="3622917"/>
                  <a:pt x="3851939" y="3624627"/>
                  <a:pt x="3856215" y="3627147"/>
                </a:cubicBezTo>
                <a:lnTo>
                  <a:pt x="3861385" y="3630535"/>
                </a:lnTo>
                <a:lnTo>
                  <a:pt x="3872614" y="3630666"/>
                </a:lnTo>
                <a:lnTo>
                  <a:pt x="3871111" y="3618237"/>
                </a:lnTo>
                <a:cubicBezTo>
                  <a:pt x="3880472" y="3618237"/>
                  <a:pt x="3880472" y="3627597"/>
                  <a:pt x="3887313" y="3629757"/>
                </a:cubicBezTo>
                <a:cubicBezTo>
                  <a:pt x="3891633" y="3604556"/>
                  <a:pt x="3866791" y="3607076"/>
                  <a:pt x="3857430" y="3595556"/>
                </a:cubicBezTo>
                <a:close/>
                <a:moveTo>
                  <a:pt x="3718815" y="3593396"/>
                </a:moveTo>
                <a:lnTo>
                  <a:pt x="3716294" y="3598810"/>
                </a:lnTo>
                <a:lnTo>
                  <a:pt x="3731841" y="3601150"/>
                </a:lnTo>
                <a:lnTo>
                  <a:pt x="3729886" y="3598166"/>
                </a:lnTo>
                <a:cubicBezTo>
                  <a:pt x="3727906" y="3594476"/>
                  <a:pt x="3725656" y="3591056"/>
                  <a:pt x="3718815" y="3593396"/>
                </a:cubicBezTo>
                <a:close/>
                <a:moveTo>
                  <a:pt x="3750858" y="3584035"/>
                </a:moveTo>
                <a:cubicBezTo>
                  <a:pt x="3747438" y="3585295"/>
                  <a:pt x="3746808" y="3590426"/>
                  <a:pt x="3745908" y="3595241"/>
                </a:cubicBezTo>
                <a:lnTo>
                  <a:pt x="3740789" y="3602498"/>
                </a:lnTo>
                <a:lnTo>
                  <a:pt x="3758967" y="3605235"/>
                </a:lnTo>
                <a:lnTo>
                  <a:pt x="3759859" y="3604556"/>
                </a:lnTo>
                <a:lnTo>
                  <a:pt x="3759649" y="3605337"/>
                </a:lnTo>
                <a:lnTo>
                  <a:pt x="3767275" y="3606485"/>
                </a:lnTo>
                <a:lnTo>
                  <a:pt x="3767555" y="3601811"/>
                </a:lnTo>
                <a:cubicBezTo>
                  <a:pt x="3770121" y="3597266"/>
                  <a:pt x="3773541" y="3592136"/>
                  <a:pt x="3773541" y="3584035"/>
                </a:cubicBezTo>
                <a:cubicBezTo>
                  <a:pt x="3759859" y="3579715"/>
                  <a:pt x="3759859" y="3595556"/>
                  <a:pt x="3753019" y="3600236"/>
                </a:cubicBezTo>
                <a:cubicBezTo>
                  <a:pt x="3753019" y="3593396"/>
                  <a:pt x="3755179" y="3584035"/>
                  <a:pt x="3750858" y="3584035"/>
                </a:cubicBezTo>
                <a:close/>
                <a:moveTo>
                  <a:pt x="59130" y="3581400"/>
                </a:moveTo>
                <a:cubicBezTo>
                  <a:pt x="38719" y="3599757"/>
                  <a:pt x="43374" y="3631433"/>
                  <a:pt x="11863" y="3642952"/>
                </a:cubicBezTo>
                <a:cubicBezTo>
                  <a:pt x="22963" y="3631433"/>
                  <a:pt x="31915" y="3586079"/>
                  <a:pt x="59130" y="3581400"/>
                </a:cubicBezTo>
                <a:close/>
                <a:moveTo>
                  <a:pt x="3800544" y="3579715"/>
                </a:moveTo>
                <a:cubicBezTo>
                  <a:pt x="3791543" y="3600236"/>
                  <a:pt x="3803064" y="3604556"/>
                  <a:pt x="3796223" y="3611396"/>
                </a:cubicBezTo>
                <a:cubicBezTo>
                  <a:pt x="3791723" y="3601136"/>
                  <a:pt x="3787132" y="3601136"/>
                  <a:pt x="3782272" y="3604286"/>
                </a:cubicBezTo>
                <a:lnTo>
                  <a:pt x="3777362" y="3608004"/>
                </a:lnTo>
                <a:lnTo>
                  <a:pt x="3779325" y="3608300"/>
                </a:lnTo>
                <a:cubicBezTo>
                  <a:pt x="3790573" y="3610730"/>
                  <a:pt x="3801461" y="3613654"/>
                  <a:pt x="3811382" y="3617254"/>
                </a:cubicBezTo>
                <a:lnTo>
                  <a:pt x="3811861" y="3617492"/>
                </a:lnTo>
                <a:lnTo>
                  <a:pt x="3812813" y="3614850"/>
                </a:lnTo>
                <a:cubicBezTo>
                  <a:pt x="3812695" y="3607459"/>
                  <a:pt x="3805944" y="3602396"/>
                  <a:pt x="3814585" y="3602396"/>
                </a:cubicBezTo>
                <a:cubicBezTo>
                  <a:pt x="3823586" y="3598976"/>
                  <a:pt x="3821876" y="3606356"/>
                  <a:pt x="3820166" y="3613736"/>
                </a:cubicBezTo>
                <a:lnTo>
                  <a:pt x="3819231" y="3621143"/>
                </a:lnTo>
                <a:lnTo>
                  <a:pt x="3825745" y="3624369"/>
                </a:lnTo>
                <a:lnTo>
                  <a:pt x="3825701" y="3605861"/>
                </a:lnTo>
                <a:cubicBezTo>
                  <a:pt x="3825116" y="3599606"/>
                  <a:pt x="3823406" y="3594476"/>
                  <a:pt x="3818906" y="3593396"/>
                </a:cubicBezTo>
                <a:cubicBezTo>
                  <a:pt x="3809905" y="3609236"/>
                  <a:pt x="3805224" y="3584035"/>
                  <a:pt x="3800544" y="3579715"/>
                </a:cubicBezTo>
                <a:close/>
                <a:moveTo>
                  <a:pt x="79218" y="3576637"/>
                </a:moveTo>
                <a:cubicBezTo>
                  <a:pt x="79218" y="3592512"/>
                  <a:pt x="86112" y="3596745"/>
                  <a:pt x="74863" y="3608034"/>
                </a:cubicBezTo>
                <a:cubicBezTo>
                  <a:pt x="67969" y="3605917"/>
                  <a:pt x="70146" y="3599215"/>
                  <a:pt x="74863" y="3599215"/>
                </a:cubicBezTo>
                <a:cubicBezTo>
                  <a:pt x="72323" y="3594628"/>
                  <a:pt x="72323" y="3587926"/>
                  <a:pt x="61075" y="3587926"/>
                </a:cubicBezTo>
                <a:cubicBezTo>
                  <a:pt x="63252" y="3581223"/>
                  <a:pt x="70146" y="3576637"/>
                  <a:pt x="79218" y="3576637"/>
                </a:cubicBezTo>
                <a:close/>
                <a:moveTo>
                  <a:pt x="4430970" y="3568194"/>
                </a:moveTo>
                <a:cubicBezTo>
                  <a:pt x="4417288" y="3568194"/>
                  <a:pt x="4403607" y="3566034"/>
                  <a:pt x="4401447" y="3579715"/>
                </a:cubicBezTo>
                <a:cubicBezTo>
                  <a:pt x="4412608" y="3584035"/>
                  <a:pt x="4428809" y="3586555"/>
                  <a:pt x="4430970" y="3568194"/>
                </a:cubicBezTo>
                <a:close/>
                <a:moveTo>
                  <a:pt x="4953239" y="3565966"/>
                </a:moveTo>
                <a:lnTo>
                  <a:pt x="4937473" y="3568177"/>
                </a:lnTo>
                <a:cubicBezTo>
                  <a:pt x="4927533" y="3574745"/>
                  <a:pt x="4917238" y="3579813"/>
                  <a:pt x="4906686" y="3583651"/>
                </a:cubicBezTo>
                <a:lnTo>
                  <a:pt x="4892302" y="3587255"/>
                </a:lnTo>
                <a:lnTo>
                  <a:pt x="4899824" y="3586835"/>
                </a:lnTo>
                <a:cubicBezTo>
                  <a:pt x="4914562" y="3583171"/>
                  <a:pt x="4928466" y="3575046"/>
                  <a:pt x="4941192" y="3569546"/>
                </a:cubicBezTo>
                <a:close/>
                <a:moveTo>
                  <a:pt x="4462653" y="3559194"/>
                </a:moveTo>
                <a:cubicBezTo>
                  <a:pt x="4451492" y="3559194"/>
                  <a:pt x="4446811" y="3568194"/>
                  <a:pt x="4448971" y="3581875"/>
                </a:cubicBezTo>
                <a:cubicBezTo>
                  <a:pt x="4460493" y="3581875"/>
                  <a:pt x="4465173" y="3572875"/>
                  <a:pt x="4462653" y="3559194"/>
                </a:cubicBezTo>
                <a:close/>
                <a:moveTo>
                  <a:pt x="114686" y="3547085"/>
                </a:moveTo>
                <a:cubicBezTo>
                  <a:pt x="112506" y="3558808"/>
                  <a:pt x="93973" y="3554045"/>
                  <a:pt x="87068" y="3563570"/>
                </a:cubicBezTo>
                <a:cubicBezTo>
                  <a:pt x="84888" y="3558808"/>
                  <a:pt x="103058" y="3544887"/>
                  <a:pt x="114686" y="3547085"/>
                </a:cubicBezTo>
                <a:close/>
                <a:moveTo>
                  <a:pt x="4547685" y="3537100"/>
                </a:moveTo>
                <a:lnTo>
                  <a:pt x="4544741" y="3538673"/>
                </a:lnTo>
                <a:lnTo>
                  <a:pt x="4547086" y="3544706"/>
                </a:lnTo>
                <a:lnTo>
                  <a:pt x="4547458" y="3538077"/>
                </a:lnTo>
                <a:close/>
                <a:moveTo>
                  <a:pt x="4119881" y="3529194"/>
                </a:moveTo>
                <a:cubicBezTo>
                  <a:pt x="4117355" y="3529267"/>
                  <a:pt x="4115397" y="3530123"/>
                  <a:pt x="4114857" y="3531833"/>
                </a:cubicBezTo>
                <a:cubicBezTo>
                  <a:pt x="4121337" y="3533993"/>
                  <a:pt x="4117017" y="3545513"/>
                  <a:pt x="4114857" y="3552354"/>
                </a:cubicBezTo>
                <a:cubicBezTo>
                  <a:pt x="4123857" y="3554514"/>
                  <a:pt x="4130698" y="3552354"/>
                  <a:pt x="4135019" y="3547673"/>
                </a:cubicBezTo>
                <a:cubicBezTo>
                  <a:pt x="4138439" y="3539753"/>
                  <a:pt x="4133939" y="3534083"/>
                  <a:pt x="4128313" y="3531248"/>
                </a:cubicBezTo>
                <a:cubicBezTo>
                  <a:pt x="4125501" y="3529830"/>
                  <a:pt x="4122407" y="3529121"/>
                  <a:pt x="4119881" y="3529194"/>
                </a:cubicBezTo>
                <a:close/>
                <a:moveTo>
                  <a:pt x="4652146" y="3511662"/>
                </a:moveTo>
                <a:cubicBezTo>
                  <a:pt x="4649785" y="3512750"/>
                  <a:pt x="4649241" y="3514473"/>
                  <a:pt x="4649286" y="3516513"/>
                </a:cubicBezTo>
                <a:lnTo>
                  <a:pt x="4649335" y="3516996"/>
                </a:lnTo>
                <a:lnTo>
                  <a:pt x="4655723" y="3515986"/>
                </a:lnTo>
                <a:lnTo>
                  <a:pt x="4658476" y="3516600"/>
                </a:lnTo>
                <a:close/>
                <a:moveTo>
                  <a:pt x="4169222" y="3506631"/>
                </a:moveTo>
                <a:cubicBezTo>
                  <a:pt x="4160221" y="3511312"/>
                  <a:pt x="4148700" y="3509152"/>
                  <a:pt x="4144379" y="3518152"/>
                </a:cubicBezTo>
                <a:cubicBezTo>
                  <a:pt x="4164902" y="3520312"/>
                  <a:pt x="4141859" y="3545513"/>
                  <a:pt x="4171743" y="3545513"/>
                </a:cubicBezTo>
                <a:cubicBezTo>
                  <a:pt x="4187584" y="3529673"/>
                  <a:pt x="4171743" y="3518152"/>
                  <a:pt x="4169222" y="3506631"/>
                </a:cubicBezTo>
                <a:close/>
                <a:moveTo>
                  <a:pt x="4064811" y="3502311"/>
                </a:moveTo>
                <a:cubicBezTo>
                  <a:pt x="4048609" y="3495471"/>
                  <a:pt x="4046449" y="3540833"/>
                  <a:pt x="4064811" y="3533993"/>
                </a:cubicBezTo>
                <a:cubicBezTo>
                  <a:pt x="4066971" y="3513472"/>
                  <a:pt x="4053290" y="3518152"/>
                  <a:pt x="4064811" y="3502311"/>
                </a:cubicBezTo>
                <a:close/>
                <a:moveTo>
                  <a:pt x="4005405" y="3502311"/>
                </a:moveTo>
                <a:cubicBezTo>
                  <a:pt x="3978402" y="3502311"/>
                  <a:pt x="3996404" y="3522832"/>
                  <a:pt x="3987403" y="3531833"/>
                </a:cubicBezTo>
                <a:cubicBezTo>
                  <a:pt x="3978402" y="3529673"/>
                  <a:pt x="3987403" y="3513472"/>
                  <a:pt x="3975882" y="3515992"/>
                </a:cubicBezTo>
                <a:cubicBezTo>
                  <a:pt x="3969041" y="3536513"/>
                  <a:pt x="3984883" y="3536513"/>
                  <a:pt x="3998564" y="3538673"/>
                </a:cubicBezTo>
                <a:cubicBezTo>
                  <a:pt x="4005405" y="3515992"/>
                  <a:pt x="3996404" y="3518152"/>
                  <a:pt x="4005405" y="3502311"/>
                </a:cubicBezTo>
                <a:close/>
                <a:moveTo>
                  <a:pt x="4255631" y="3500151"/>
                </a:moveTo>
                <a:cubicBezTo>
                  <a:pt x="4262472" y="3513472"/>
                  <a:pt x="4248791" y="3518152"/>
                  <a:pt x="4258151" y="3527152"/>
                </a:cubicBezTo>
                <a:cubicBezTo>
                  <a:pt x="4269313" y="3524992"/>
                  <a:pt x="4267153" y="3527152"/>
                  <a:pt x="4271833" y="3511312"/>
                </a:cubicBezTo>
                <a:cubicBezTo>
                  <a:pt x="4271833" y="3527152"/>
                  <a:pt x="4296675" y="3518152"/>
                  <a:pt x="4298836" y="3531833"/>
                </a:cubicBezTo>
                <a:cubicBezTo>
                  <a:pt x="4301356" y="3504471"/>
                  <a:pt x="4276153" y="3506631"/>
                  <a:pt x="4255631" y="3500151"/>
                </a:cubicBezTo>
                <a:close/>
                <a:moveTo>
                  <a:pt x="4319358" y="3495471"/>
                </a:moveTo>
                <a:cubicBezTo>
                  <a:pt x="4324039" y="3511312"/>
                  <a:pt x="4324039" y="3522832"/>
                  <a:pt x="4326199" y="3527152"/>
                </a:cubicBezTo>
                <a:cubicBezTo>
                  <a:pt x="4335560" y="3506631"/>
                  <a:pt x="4326199" y="3543353"/>
                  <a:pt x="4335560" y="3538673"/>
                </a:cubicBezTo>
                <a:cubicBezTo>
                  <a:pt x="4335560" y="3524992"/>
                  <a:pt x="4344561" y="3522832"/>
                  <a:pt x="4342400" y="3506631"/>
                </a:cubicBezTo>
                <a:cubicBezTo>
                  <a:pt x="4348881" y="3513472"/>
                  <a:pt x="4362563" y="3511312"/>
                  <a:pt x="4360402" y="3495471"/>
                </a:cubicBezTo>
                <a:cubicBezTo>
                  <a:pt x="4335560" y="3502311"/>
                  <a:pt x="4335560" y="3515992"/>
                  <a:pt x="4319358" y="3495471"/>
                </a:cubicBezTo>
                <a:close/>
                <a:moveTo>
                  <a:pt x="4108016" y="3493311"/>
                </a:moveTo>
                <a:cubicBezTo>
                  <a:pt x="4098655" y="3493311"/>
                  <a:pt x="4080653" y="3513472"/>
                  <a:pt x="4089654" y="3520312"/>
                </a:cubicBezTo>
                <a:cubicBezTo>
                  <a:pt x="4094334" y="3511312"/>
                  <a:pt x="4108016" y="3513472"/>
                  <a:pt x="4108016" y="3493311"/>
                </a:cubicBezTo>
                <a:close/>
                <a:moveTo>
                  <a:pt x="4226028" y="3493131"/>
                </a:moveTo>
                <a:cubicBezTo>
                  <a:pt x="4231318" y="3492415"/>
                  <a:pt x="4235722" y="3493153"/>
                  <a:pt x="4237429" y="3496017"/>
                </a:cubicBezTo>
                <a:cubicBezTo>
                  <a:pt x="4228443" y="3504966"/>
                  <a:pt x="4207955" y="3502818"/>
                  <a:pt x="4203282" y="3520717"/>
                </a:cubicBezTo>
                <a:cubicBezTo>
                  <a:pt x="4186299" y="3510514"/>
                  <a:pt x="4210156" y="3495278"/>
                  <a:pt x="4226028" y="3493131"/>
                </a:cubicBezTo>
                <a:close/>
                <a:moveTo>
                  <a:pt x="4610629" y="3490791"/>
                </a:moveTo>
                <a:cubicBezTo>
                  <a:pt x="4585786" y="3490791"/>
                  <a:pt x="4596947" y="3520312"/>
                  <a:pt x="4615309" y="3515992"/>
                </a:cubicBezTo>
                <a:cubicBezTo>
                  <a:pt x="4617469" y="3504471"/>
                  <a:pt x="4606308" y="3506631"/>
                  <a:pt x="4610629" y="3490791"/>
                </a:cubicBezTo>
                <a:close/>
                <a:moveTo>
                  <a:pt x="4558423" y="3490791"/>
                </a:moveTo>
                <a:cubicBezTo>
                  <a:pt x="4553743" y="3504471"/>
                  <a:pt x="4549062" y="3515992"/>
                  <a:pt x="4540061" y="3524992"/>
                </a:cubicBezTo>
                <a:lnTo>
                  <a:pt x="4551013" y="3522763"/>
                </a:lnTo>
                <a:lnTo>
                  <a:pt x="4553171" y="3513467"/>
                </a:lnTo>
                <a:lnTo>
                  <a:pt x="4558709" y="3511752"/>
                </a:lnTo>
                <a:lnTo>
                  <a:pt x="4556983" y="3511638"/>
                </a:lnTo>
                <a:cubicBezTo>
                  <a:pt x="4555026" y="3510951"/>
                  <a:pt x="4553743" y="3509511"/>
                  <a:pt x="4553743" y="3506631"/>
                </a:cubicBezTo>
                <a:cubicBezTo>
                  <a:pt x="4558423" y="3509152"/>
                  <a:pt x="4569944" y="3490791"/>
                  <a:pt x="4558423" y="3490791"/>
                </a:cubicBezTo>
                <a:close/>
                <a:moveTo>
                  <a:pt x="4589481" y="3487163"/>
                </a:moveTo>
                <a:lnTo>
                  <a:pt x="4583479" y="3488767"/>
                </a:lnTo>
                <a:lnTo>
                  <a:pt x="4580284" y="3488574"/>
                </a:lnTo>
                <a:lnTo>
                  <a:pt x="4580284" y="3488580"/>
                </a:lnTo>
                <a:cubicBezTo>
                  <a:pt x="4579800" y="3491736"/>
                  <a:pt x="4578765" y="3494301"/>
                  <a:pt x="4576425" y="3495471"/>
                </a:cubicBezTo>
                <a:close/>
                <a:moveTo>
                  <a:pt x="4760064" y="3484562"/>
                </a:moveTo>
                <a:cubicBezTo>
                  <a:pt x="4771522" y="3484562"/>
                  <a:pt x="4778326" y="3491474"/>
                  <a:pt x="4794081" y="3484562"/>
                </a:cubicBezTo>
                <a:cubicBezTo>
                  <a:pt x="4796230" y="3510028"/>
                  <a:pt x="4766867" y="3510028"/>
                  <a:pt x="4748963" y="3519123"/>
                </a:cubicBezTo>
                <a:cubicBezTo>
                  <a:pt x="4755767" y="3510028"/>
                  <a:pt x="4755767" y="3496203"/>
                  <a:pt x="4760064" y="3484562"/>
                </a:cubicBezTo>
                <a:close/>
                <a:moveTo>
                  <a:pt x="4126018" y="3483950"/>
                </a:moveTo>
                <a:cubicBezTo>
                  <a:pt x="4114857" y="3495471"/>
                  <a:pt x="4112336" y="3504471"/>
                  <a:pt x="4121337" y="3515992"/>
                </a:cubicBezTo>
                <a:cubicBezTo>
                  <a:pt x="4130698" y="3513472"/>
                  <a:pt x="4141859" y="3515992"/>
                  <a:pt x="4141859" y="3502311"/>
                </a:cubicBezTo>
                <a:cubicBezTo>
                  <a:pt x="4137539" y="3500151"/>
                  <a:pt x="4128178" y="3502311"/>
                  <a:pt x="4128178" y="3495471"/>
                </a:cubicBezTo>
                <a:cubicBezTo>
                  <a:pt x="4137539" y="3495471"/>
                  <a:pt x="4130698" y="3486471"/>
                  <a:pt x="4126018" y="3483950"/>
                </a:cubicBezTo>
                <a:close/>
                <a:moveTo>
                  <a:pt x="5228024" y="3477656"/>
                </a:moveTo>
                <a:cubicBezTo>
                  <a:pt x="5223295" y="3486768"/>
                  <a:pt x="5204741" y="3500086"/>
                  <a:pt x="5193463" y="3495530"/>
                </a:cubicBezTo>
                <a:cubicBezTo>
                  <a:pt x="5198192" y="3486768"/>
                  <a:pt x="5216383" y="3473450"/>
                  <a:pt x="5228024" y="3477656"/>
                </a:cubicBezTo>
                <a:close/>
                <a:moveTo>
                  <a:pt x="4467333" y="3477110"/>
                </a:moveTo>
                <a:cubicBezTo>
                  <a:pt x="4472014" y="3486471"/>
                  <a:pt x="4451492" y="3495471"/>
                  <a:pt x="4465173" y="3497631"/>
                </a:cubicBezTo>
                <a:cubicBezTo>
                  <a:pt x="4467333" y="3490791"/>
                  <a:pt x="4472014" y="3488631"/>
                  <a:pt x="4476335" y="3486471"/>
                </a:cubicBezTo>
                <a:cubicBezTo>
                  <a:pt x="4481015" y="3486471"/>
                  <a:pt x="4481015" y="3493311"/>
                  <a:pt x="4490016" y="3490791"/>
                </a:cubicBezTo>
                <a:cubicBezTo>
                  <a:pt x="4490016" y="3474950"/>
                  <a:pt x="4478855" y="3474950"/>
                  <a:pt x="4467333" y="3477110"/>
                </a:cubicBezTo>
                <a:close/>
                <a:moveTo>
                  <a:pt x="4399286" y="3474950"/>
                </a:moveTo>
                <a:cubicBezTo>
                  <a:pt x="4385605" y="3470270"/>
                  <a:pt x="4387765" y="3490791"/>
                  <a:pt x="4371923" y="3483950"/>
                </a:cubicBezTo>
                <a:cubicBezTo>
                  <a:pt x="4371923" y="3504471"/>
                  <a:pt x="4362563" y="3509152"/>
                  <a:pt x="4362563" y="3527152"/>
                </a:cubicBezTo>
                <a:cubicBezTo>
                  <a:pt x="4385605" y="3527152"/>
                  <a:pt x="4367243" y="3509152"/>
                  <a:pt x="4383085" y="3500151"/>
                </a:cubicBezTo>
                <a:cubicBezTo>
                  <a:pt x="4383085" y="3513472"/>
                  <a:pt x="4374084" y="3511312"/>
                  <a:pt x="4380925" y="3520312"/>
                </a:cubicBezTo>
                <a:cubicBezTo>
                  <a:pt x="4410447" y="3520312"/>
                  <a:pt x="4385605" y="3486471"/>
                  <a:pt x="4399286" y="3474950"/>
                </a:cubicBezTo>
                <a:close/>
                <a:moveTo>
                  <a:pt x="4164423" y="3473111"/>
                </a:moveTo>
                <a:cubicBezTo>
                  <a:pt x="4163214" y="3472430"/>
                  <a:pt x="4161931" y="3472700"/>
                  <a:pt x="4160221" y="3474950"/>
                </a:cubicBezTo>
                <a:cubicBezTo>
                  <a:pt x="4171743" y="3483950"/>
                  <a:pt x="4139699" y="3486471"/>
                  <a:pt x="4155541" y="3506631"/>
                </a:cubicBezTo>
                <a:cubicBezTo>
                  <a:pt x="4160221" y="3490791"/>
                  <a:pt x="4180743" y="3497631"/>
                  <a:pt x="4182903" y="3477110"/>
                </a:cubicBezTo>
                <a:cubicBezTo>
                  <a:pt x="4171022" y="3485751"/>
                  <a:pt x="4168052" y="3475153"/>
                  <a:pt x="4164423" y="3473111"/>
                </a:cubicBezTo>
                <a:close/>
                <a:moveTo>
                  <a:pt x="4519113" y="3469494"/>
                </a:moveTo>
                <a:lnTo>
                  <a:pt x="4519342" y="3471153"/>
                </a:lnTo>
                <a:cubicBezTo>
                  <a:pt x="4521114" y="3480013"/>
                  <a:pt x="4520709" y="3474950"/>
                  <a:pt x="4503697" y="3474950"/>
                </a:cubicBezTo>
                <a:cubicBezTo>
                  <a:pt x="4506217" y="3488631"/>
                  <a:pt x="4519539" y="3515992"/>
                  <a:pt x="4535741" y="3497631"/>
                </a:cubicBezTo>
                <a:cubicBezTo>
                  <a:pt x="4528900" y="3497631"/>
                  <a:pt x="4528900" y="3483950"/>
                  <a:pt x="4535741" y="3481790"/>
                </a:cubicBezTo>
                <a:cubicBezTo>
                  <a:pt x="4537901" y="3489711"/>
                  <a:pt x="4542942" y="3490881"/>
                  <a:pt x="4548882" y="3489216"/>
                </a:cubicBezTo>
                <a:lnTo>
                  <a:pt x="4553503" y="3486827"/>
                </a:lnTo>
                <a:lnTo>
                  <a:pt x="4536338" y="3480358"/>
                </a:lnTo>
                <a:cubicBezTo>
                  <a:pt x="4530770" y="3477331"/>
                  <a:pt x="4525439" y="3473709"/>
                  <a:pt x="4520175" y="3470154"/>
                </a:cubicBezTo>
                <a:close/>
                <a:moveTo>
                  <a:pt x="4237629" y="3468110"/>
                </a:moveTo>
                <a:cubicBezTo>
                  <a:pt x="4228629" y="3495471"/>
                  <a:pt x="4196585" y="3483950"/>
                  <a:pt x="4182903" y="3502311"/>
                </a:cubicBezTo>
                <a:cubicBezTo>
                  <a:pt x="4191905" y="3511312"/>
                  <a:pt x="4182903" y="3531833"/>
                  <a:pt x="4196585" y="3536513"/>
                </a:cubicBezTo>
                <a:cubicBezTo>
                  <a:pt x="4201265" y="3515992"/>
                  <a:pt x="4223948" y="3522832"/>
                  <a:pt x="4232949" y="3511312"/>
                </a:cubicBezTo>
                <a:cubicBezTo>
                  <a:pt x="4235469" y="3518152"/>
                  <a:pt x="4235469" y="3522832"/>
                  <a:pt x="4228629" y="3531833"/>
                </a:cubicBezTo>
                <a:cubicBezTo>
                  <a:pt x="4248791" y="3531833"/>
                  <a:pt x="4248791" y="3504471"/>
                  <a:pt x="4258151" y="3490791"/>
                </a:cubicBezTo>
                <a:cubicBezTo>
                  <a:pt x="4244470" y="3488631"/>
                  <a:pt x="4246630" y="3472790"/>
                  <a:pt x="4237629" y="3468110"/>
                </a:cubicBezTo>
                <a:close/>
                <a:moveTo>
                  <a:pt x="4448769" y="3462794"/>
                </a:moveTo>
                <a:cubicBezTo>
                  <a:pt x="4443908" y="3462642"/>
                  <a:pt x="4438440" y="3469730"/>
                  <a:pt x="4426289" y="3468110"/>
                </a:cubicBezTo>
                <a:cubicBezTo>
                  <a:pt x="4417288" y="3479630"/>
                  <a:pt x="4426289" y="3474950"/>
                  <a:pt x="4424129" y="3488631"/>
                </a:cubicBezTo>
                <a:cubicBezTo>
                  <a:pt x="4419449" y="3488631"/>
                  <a:pt x="4417288" y="3481790"/>
                  <a:pt x="4412608" y="3479630"/>
                </a:cubicBezTo>
                <a:cubicBezTo>
                  <a:pt x="4410447" y="3486471"/>
                  <a:pt x="4406127" y="3488631"/>
                  <a:pt x="4406127" y="3500151"/>
                </a:cubicBezTo>
                <a:cubicBezTo>
                  <a:pt x="4424129" y="3493311"/>
                  <a:pt x="4430970" y="3502311"/>
                  <a:pt x="4451492" y="3493311"/>
                </a:cubicBezTo>
                <a:cubicBezTo>
                  <a:pt x="4446811" y="3472790"/>
                  <a:pt x="4444651" y="3486471"/>
                  <a:pt x="4453652" y="3465950"/>
                </a:cubicBezTo>
                <a:cubicBezTo>
                  <a:pt x="4451942" y="3463700"/>
                  <a:pt x="4450389" y="3462845"/>
                  <a:pt x="4448769" y="3462794"/>
                </a:cubicBezTo>
                <a:close/>
                <a:moveTo>
                  <a:pt x="4845390" y="3459697"/>
                </a:moveTo>
                <a:cubicBezTo>
                  <a:pt x="4856861" y="3464407"/>
                  <a:pt x="4843240" y="3473467"/>
                  <a:pt x="4852201" y="3482526"/>
                </a:cubicBezTo>
                <a:cubicBezTo>
                  <a:pt x="4863672" y="3480351"/>
                  <a:pt x="4863672" y="3480351"/>
                  <a:pt x="4863672" y="3480351"/>
                </a:cubicBezTo>
                <a:cubicBezTo>
                  <a:pt x="4867974" y="3477815"/>
                  <a:pt x="4865823" y="3470930"/>
                  <a:pt x="4865823" y="3464407"/>
                </a:cubicBezTo>
                <a:cubicBezTo>
                  <a:pt x="4893067" y="3459697"/>
                  <a:pt x="4867974" y="3484700"/>
                  <a:pt x="4870483" y="3501006"/>
                </a:cubicBezTo>
                <a:cubicBezTo>
                  <a:pt x="4856861" y="3487236"/>
                  <a:pt x="4838579" y="3519124"/>
                  <a:pt x="4822807" y="3516950"/>
                </a:cubicBezTo>
                <a:cubicBezTo>
                  <a:pt x="4809185" y="3512239"/>
                  <a:pt x="4818147" y="3496295"/>
                  <a:pt x="4804525" y="3482526"/>
                </a:cubicBezTo>
                <a:cubicBezTo>
                  <a:pt x="4822807" y="3494121"/>
                  <a:pt x="4813845" y="3482526"/>
                  <a:pt x="4836429" y="3475641"/>
                </a:cubicBezTo>
                <a:cubicBezTo>
                  <a:pt x="4836429" y="3470930"/>
                  <a:pt x="4831769" y="3473467"/>
                  <a:pt x="4827467" y="3473467"/>
                </a:cubicBezTo>
                <a:cubicBezTo>
                  <a:pt x="4827467" y="3452812"/>
                  <a:pt x="4843240" y="3473467"/>
                  <a:pt x="4845390" y="3459697"/>
                </a:cubicBezTo>
                <a:close/>
                <a:moveTo>
                  <a:pt x="4473929" y="3456325"/>
                </a:moveTo>
                <a:lnTo>
                  <a:pt x="4455724" y="3458104"/>
                </a:lnTo>
                <a:lnTo>
                  <a:pt x="4453652" y="3461269"/>
                </a:lnTo>
                <a:cubicBezTo>
                  <a:pt x="4462653" y="3463789"/>
                  <a:pt x="4460493" y="3474950"/>
                  <a:pt x="4476335" y="3470270"/>
                </a:cubicBezTo>
                <a:cubicBezTo>
                  <a:pt x="4477595" y="3465770"/>
                  <a:pt x="4476515" y="3462979"/>
                  <a:pt x="4475119" y="3460189"/>
                </a:cubicBezTo>
                <a:close/>
                <a:moveTo>
                  <a:pt x="4488050" y="3454945"/>
                </a:moveTo>
                <a:lnTo>
                  <a:pt x="4481267" y="3455608"/>
                </a:lnTo>
                <a:lnTo>
                  <a:pt x="4481251" y="3456904"/>
                </a:lnTo>
                <a:cubicBezTo>
                  <a:pt x="4482320" y="3462304"/>
                  <a:pt x="4484886" y="3466940"/>
                  <a:pt x="4490016" y="3470270"/>
                </a:cubicBezTo>
                <a:lnTo>
                  <a:pt x="4490944" y="3455901"/>
                </a:lnTo>
                <a:close/>
                <a:moveTo>
                  <a:pt x="4771866" y="3451814"/>
                </a:moveTo>
                <a:cubicBezTo>
                  <a:pt x="4774006" y="3465602"/>
                  <a:pt x="4774006" y="3465602"/>
                  <a:pt x="4774006" y="3465602"/>
                </a:cubicBezTo>
                <a:cubicBezTo>
                  <a:pt x="4760450" y="3467780"/>
                  <a:pt x="4758310" y="3458708"/>
                  <a:pt x="4753672" y="3474674"/>
                </a:cubicBezTo>
                <a:cubicBezTo>
                  <a:pt x="4751532" y="3474674"/>
                  <a:pt x="4749391" y="3469957"/>
                  <a:pt x="4744753" y="3472497"/>
                </a:cubicBezTo>
                <a:cubicBezTo>
                  <a:pt x="4742613" y="3463425"/>
                  <a:pt x="4749391" y="3460885"/>
                  <a:pt x="4749391" y="3453991"/>
                </a:cubicBezTo>
                <a:cubicBezTo>
                  <a:pt x="4753672" y="3453991"/>
                  <a:pt x="4751532" y="3460885"/>
                  <a:pt x="4753672" y="3465602"/>
                </a:cubicBezTo>
                <a:cubicBezTo>
                  <a:pt x="4762947" y="3463425"/>
                  <a:pt x="4758310" y="3449637"/>
                  <a:pt x="4771866" y="3451814"/>
                </a:cubicBezTo>
                <a:close/>
                <a:moveTo>
                  <a:pt x="4422635" y="3450793"/>
                </a:moveTo>
                <a:lnTo>
                  <a:pt x="4420945" y="3451505"/>
                </a:lnTo>
                <a:lnTo>
                  <a:pt x="4421969" y="3452269"/>
                </a:lnTo>
                <a:close/>
                <a:moveTo>
                  <a:pt x="4389447" y="3450421"/>
                </a:moveTo>
                <a:lnTo>
                  <a:pt x="4394606" y="3459109"/>
                </a:lnTo>
                <a:lnTo>
                  <a:pt x="4398986" y="3457608"/>
                </a:lnTo>
                <a:close/>
                <a:moveTo>
                  <a:pt x="5193107" y="3449637"/>
                </a:moveTo>
                <a:cubicBezTo>
                  <a:pt x="5181715" y="3472111"/>
                  <a:pt x="5161780" y="3463193"/>
                  <a:pt x="5145761" y="3481030"/>
                </a:cubicBezTo>
                <a:cubicBezTo>
                  <a:pt x="5134725" y="3458555"/>
                  <a:pt x="5181715" y="3449637"/>
                  <a:pt x="5193107" y="3449637"/>
                </a:cubicBezTo>
                <a:close/>
                <a:moveTo>
                  <a:pt x="4066026" y="3449434"/>
                </a:moveTo>
                <a:cubicBezTo>
                  <a:pt x="4063461" y="3449389"/>
                  <a:pt x="4061211" y="3449929"/>
                  <a:pt x="4060131" y="3452269"/>
                </a:cubicBezTo>
                <a:cubicBezTo>
                  <a:pt x="4071652" y="3459109"/>
                  <a:pt x="4051130" y="3465950"/>
                  <a:pt x="4055450" y="3479630"/>
                </a:cubicBezTo>
                <a:cubicBezTo>
                  <a:pt x="4071652" y="3483950"/>
                  <a:pt x="4064811" y="3454429"/>
                  <a:pt x="4078493" y="3454429"/>
                </a:cubicBezTo>
                <a:cubicBezTo>
                  <a:pt x="4075973" y="3454429"/>
                  <a:pt x="4073812" y="3452269"/>
                  <a:pt x="4073812" y="3450109"/>
                </a:cubicBezTo>
                <a:cubicBezTo>
                  <a:pt x="4071472" y="3450109"/>
                  <a:pt x="4068592" y="3449479"/>
                  <a:pt x="4066026" y="3449434"/>
                </a:cubicBezTo>
                <a:close/>
                <a:moveTo>
                  <a:pt x="5292556" y="3438525"/>
                </a:moveTo>
                <a:cubicBezTo>
                  <a:pt x="5294705" y="3452349"/>
                  <a:pt x="5272146" y="3473086"/>
                  <a:pt x="5258539" y="3468357"/>
                </a:cubicBezTo>
                <a:cubicBezTo>
                  <a:pt x="5247438" y="3450166"/>
                  <a:pt x="5283604" y="3450166"/>
                  <a:pt x="5292556" y="3438525"/>
                </a:cubicBezTo>
                <a:close/>
                <a:moveTo>
                  <a:pt x="4369674" y="3438464"/>
                </a:moveTo>
                <a:lnTo>
                  <a:pt x="4363208" y="3438725"/>
                </a:lnTo>
                <a:lnTo>
                  <a:pt x="4366928" y="3438768"/>
                </a:lnTo>
                <a:cubicBezTo>
                  <a:pt x="4370033" y="3440748"/>
                  <a:pt x="4371744" y="3444168"/>
                  <a:pt x="4374084" y="3447589"/>
                </a:cubicBezTo>
                <a:lnTo>
                  <a:pt x="4375838" y="3441541"/>
                </a:lnTo>
                <a:close/>
                <a:moveTo>
                  <a:pt x="4352276" y="3436255"/>
                </a:moveTo>
                <a:lnTo>
                  <a:pt x="4351401" y="3438588"/>
                </a:lnTo>
                <a:lnTo>
                  <a:pt x="4353529" y="3438613"/>
                </a:lnTo>
                <a:close/>
                <a:moveTo>
                  <a:pt x="4988317" y="3432175"/>
                </a:moveTo>
                <a:cubicBezTo>
                  <a:pt x="4984015" y="3438965"/>
                  <a:pt x="4958922" y="3454690"/>
                  <a:pt x="4956772" y="3447900"/>
                </a:cubicBezTo>
                <a:cubicBezTo>
                  <a:pt x="4949961" y="3452546"/>
                  <a:pt x="4949961" y="3459337"/>
                  <a:pt x="4949961" y="3470416"/>
                </a:cubicBezTo>
                <a:cubicBezTo>
                  <a:pt x="4931679" y="3452546"/>
                  <a:pt x="4922717" y="3500079"/>
                  <a:pt x="4888663" y="3490787"/>
                </a:cubicBezTo>
                <a:cubicBezTo>
                  <a:pt x="4890814" y="3483997"/>
                  <a:pt x="4893323" y="3475062"/>
                  <a:pt x="4888663" y="3463983"/>
                </a:cubicBezTo>
                <a:cubicBezTo>
                  <a:pt x="4922717" y="3436821"/>
                  <a:pt x="4945301" y="3445756"/>
                  <a:pt x="4988317" y="3432175"/>
                </a:cubicBezTo>
                <a:close/>
                <a:moveTo>
                  <a:pt x="4324573" y="3423091"/>
                </a:moveTo>
                <a:cubicBezTo>
                  <a:pt x="4323431" y="3422140"/>
                  <a:pt x="4321158" y="3423108"/>
                  <a:pt x="4317198" y="3427068"/>
                </a:cubicBezTo>
                <a:cubicBezTo>
                  <a:pt x="4321878" y="3429588"/>
                  <a:pt x="4321878" y="3431748"/>
                  <a:pt x="4321878" y="3438588"/>
                </a:cubicBezTo>
                <a:cubicBezTo>
                  <a:pt x="4312517" y="3436428"/>
                  <a:pt x="4310357" y="3443268"/>
                  <a:pt x="4303516" y="3443268"/>
                </a:cubicBezTo>
                <a:cubicBezTo>
                  <a:pt x="4301356" y="3438588"/>
                  <a:pt x="4303516" y="3433908"/>
                  <a:pt x="4298836" y="3431748"/>
                </a:cubicBezTo>
                <a:cubicBezTo>
                  <a:pt x="4289835" y="3443268"/>
                  <a:pt x="4298836" y="3438588"/>
                  <a:pt x="4296675" y="3454429"/>
                </a:cubicBezTo>
                <a:cubicBezTo>
                  <a:pt x="4296675" y="3454429"/>
                  <a:pt x="4296675" y="3454429"/>
                  <a:pt x="4319358" y="3454429"/>
                </a:cubicBezTo>
                <a:cubicBezTo>
                  <a:pt x="4321248" y="3446058"/>
                  <a:pt x="4327999" y="3425942"/>
                  <a:pt x="4324573" y="3423091"/>
                </a:cubicBezTo>
                <a:close/>
                <a:moveTo>
                  <a:pt x="4185064" y="3418067"/>
                </a:moveTo>
                <a:cubicBezTo>
                  <a:pt x="4155541" y="3420227"/>
                  <a:pt x="4187584" y="3443268"/>
                  <a:pt x="4167062" y="3454429"/>
                </a:cubicBezTo>
                <a:cubicBezTo>
                  <a:pt x="4169222" y="3456949"/>
                  <a:pt x="4171743" y="3459109"/>
                  <a:pt x="4169222" y="3465950"/>
                </a:cubicBezTo>
                <a:cubicBezTo>
                  <a:pt x="4182903" y="3461269"/>
                  <a:pt x="4201265" y="3433908"/>
                  <a:pt x="4194425" y="3424908"/>
                </a:cubicBezTo>
                <a:cubicBezTo>
                  <a:pt x="4189744" y="3443268"/>
                  <a:pt x="4171743" y="3431748"/>
                  <a:pt x="4185064" y="3418067"/>
                </a:cubicBezTo>
                <a:close/>
                <a:moveTo>
                  <a:pt x="4519539" y="3415907"/>
                </a:moveTo>
                <a:lnTo>
                  <a:pt x="4518731" y="3417383"/>
                </a:lnTo>
                <a:lnTo>
                  <a:pt x="4531243" y="3416426"/>
                </a:lnTo>
                <a:cubicBezTo>
                  <a:pt x="4531243" y="3416426"/>
                  <a:pt x="4531243" y="3416426"/>
                  <a:pt x="4530973" y="3418406"/>
                </a:cubicBezTo>
                <a:lnTo>
                  <a:pt x="4529869" y="3426499"/>
                </a:lnTo>
                <a:lnTo>
                  <a:pt x="4539071" y="3428373"/>
                </a:lnTo>
                <a:cubicBezTo>
                  <a:pt x="4543571" y="3429498"/>
                  <a:pt x="4546902" y="3428328"/>
                  <a:pt x="4549062" y="3418067"/>
                </a:cubicBezTo>
                <a:cubicBezTo>
                  <a:pt x="4533221" y="3415907"/>
                  <a:pt x="4537901" y="3415907"/>
                  <a:pt x="4519539" y="3415907"/>
                </a:cubicBezTo>
                <a:close/>
                <a:moveTo>
                  <a:pt x="518836" y="3413832"/>
                </a:moveTo>
                <a:cubicBezTo>
                  <a:pt x="507315" y="3411673"/>
                  <a:pt x="502635" y="3416352"/>
                  <a:pt x="493634" y="3420671"/>
                </a:cubicBezTo>
                <a:cubicBezTo>
                  <a:pt x="502635" y="3420671"/>
                  <a:pt x="500474" y="3427510"/>
                  <a:pt x="511996" y="3425351"/>
                </a:cubicBezTo>
                <a:cubicBezTo>
                  <a:pt x="514156" y="3420671"/>
                  <a:pt x="518836" y="3420671"/>
                  <a:pt x="518836" y="3413832"/>
                </a:cubicBezTo>
                <a:close/>
                <a:moveTo>
                  <a:pt x="5203774" y="3413125"/>
                </a:moveTo>
                <a:cubicBezTo>
                  <a:pt x="5210567" y="3433661"/>
                  <a:pt x="5210567" y="3433661"/>
                  <a:pt x="5210567" y="3433661"/>
                </a:cubicBezTo>
                <a:cubicBezTo>
                  <a:pt x="5170165" y="3438345"/>
                  <a:pt x="5170165" y="3458881"/>
                  <a:pt x="5131550" y="3463564"/>
                </a:cubicBezTo>
                <a:cubicBezTo>
                  <a:pt x="5142991" y="3426816"/>
                  <a:pt x="5185897" y="3445190"/>
                  <a:pt x="5203774" y="3413125"/>
                </a:cubicBezTo>
                <a:close/>
                <a:moveTo>
                  <a:pt x="5395854" y="3409228"/>
                </a:moveTo>
                <a:cubicBezTo>
                  <a:pt x="5402655" y="3420093"/>
                  <a:pt x="5384757" y="3426752"/>
                  <a:pt x="5371154" y="3433411"/>
                </a:cubicBezTo>
                <a:cubicBezTo>
                  <a:pt x="5366500" y="3420093"/>
                  <a:pt x="5386904" y="3406775"/>
                  <a:pt x="5395854" y="3409228"/>
                </a:cubicBezTo>
                <a:close/>
                <a:moveTo>
                  <a:pt x="5344314" y="3408962"/>
                </a:moveTo>
                <a:cubicBezTo>
                  <a:pt x="5347913" y="3410614"/>
                  <a:pt x="5350802" y="3414907"/>
                  <a:pt x="5351860" y="3422910"/>
                </a:cubicBezTo>
                <a:cubicBezTo>
                  <a:pt x="5343041" y="3427226"/>
                  <a:pt x="5331752" y="3431901"/>
                  <a:pt x="5322932" y="3436577"/>
                </a:cubicBezTo>
                <a:cubicBezTo>
                  <a:pt x="5316318" y="3422820"/>
                  <a:pt x="5333516" y="3404005"/>
                  <a:pt x="5344314" y="3408962"/>
                </a:cubicBezTo>
                <a:close/>
                <a:moveTo>
                  <a:pt x="4861312" y="3406775"/>
                </a:moveTo>
                <a:cubicBezTo>
                  <a:pt x="4861312" y="3427056"/>
                  <a:pt x="4850064" y="3420296"/>
                  <a:pt x="4836275" y="3422786"/>
                </a:cubicBezTo>
                <a:cubicBezTo>
                  <a:pt x="4840629" y="3416026"/>
                  <a:pt x="4850064" y="3409265"/>
                  <a:pt x="4861312" y="3406775"/>
                </a:cubicBezTo>
                <a:close/>
                <a:moveTo>
                  <a:pt x="4483175" y="3402227"/>
                </a:moveTo>
                <a:cubicBezTo>
                  <a:pt x="4484885" y="3407357"/>
                  <a:pt x="4484885" y="3413342"/>
                  <a:pt x="4484244" y="3419643"/>
                </a:cubicBezTo>
                <a:lnTo>
                  <a:pt x="4484233" y="3419718"/>
                </a:lnTo>
                <a:lnTo>
                  <a:pt x="4485344" y="3419936"/>
                </a:lnTo>
                <a:lnTo>
                  <a:pt x="4503021" y="3418584"/>
                </a:lnTo>
                <a:lnTo>
                  <a:pt x="4506217" y="3415907"/>
                </a:lnTo>
                <a:cubicBezTo>
                  <a:pt x="4499377" y="3415907"/>
                  <a:pt x="4501537" y="3411227"/>
                  <a:pt x="4506217" y="3406547"/>
                </a:cubicBezTo>
                <a:cubicBezTo>
                  <a:pt x="4496857" y="3404387"/>
                  <a:pt x="4494696" y="3411227"/>
                  <a:pt x="4487855" y="3411227"/>
                </a:cubicBezTo>
                <a:cubicBezTo>
                  <a:pt x="4485695" y="3409067"/>
                  <a:pt x="4487855" y="3402227"/>
                  <a:pt x="4483175" y="3402227"/>
                </a:cubicBezTo>
                <a:close/>
                <a:moveTo>
                  <a:pt x="5456641" y="3390900"/>
                </a:moveTo>
                <a:cubicBezTo>
                  <a:pt x="5467742" y="3409243"/>
                  <a:pt x="5467742" y="3409243"/>
                  <a:pt x="5467742" y="3409243"/>
                </a:cubicBezTo>
                <a:cubicBezTo>
                  <a:pt x="5445183" y="3416076"/>
                  <a:pt x="5434082" y="3436577"/>
                  <a:pt x="5422623" y="3434059"/>
                </a:cubicBezTo>
                <a:cubicBezTo>
                  <a:pt x="5420475" y="3418234"/>
                  <a:pt x="5440886" y="3404567"/>
                  <a:pt x="5456641" y="3390900"/>
                </a:cubicBezTo>
                <a:close/>
                <a:moveTo>
                  <a:pt x="5155701" y="3387620"/>
                </a:moveTo>
                <a:cubicBezTo>
                  <a:pt x="5160139" y="3386402"/>
                  <a:pt x="5164037" y="3386402"/>
                  <a:pt x="5166799" y="3388078"/>
                </a:cubicBezTo>
                <a:cubicBezTo>
                  <a:pt x="5169294" y="3408186"/>
                  <a:pt x="5135438" y="3408186"/>
                  <a:pt x="5117263" y="3419122"/>
                </a:cubicBezTo>
                <a:cubicBezTo>
                  <a:pt x="5124213" y="3405893"/>
                  <a:pt x="5142387" y="3391275"/>
                  <a:pt x="5155701" y="3387620"/>
                </a:cubicBezTo>
                <a:close/>
                <a:moveTo>
                  <a:pt x="4553743" y="3386386"/>
                </a:moveTo>
                <a:cubicBezTo>
                  <a:pt x="4551582" y="3406547"/>
                  <a:pt x="4567424" y="3422748"/>
                  <a:pt x="4576425" y="3411227"/>
                </a:cubicBezTo>
                <a:cubicBezTo>
                  <a:pt x="4572105" y="3397546"/>
                  <a:pt x="4565264" y="3390706"/>
                  <a:pt x="4553743" y="3386386"/>
                </a:cubicBezTo>
                <a:close/>
                <a:moveTo>
                  <a:pt x="4836335" y="3386137"/>
                </a:moveTo>
                <a:cubicBezTo>
                  <a:pt x="4840676" y="3404078"/>
                  <a:pt x="4779169" y="3438166"/>
                  <a:pt x="4763250" y="3404078"/>
                </a:cubicBezTo>
                <a:cubicBezTo>
                  <a:pt x="4770124" y="3386137"/>
                  <a:pt x="4783511" y="3422378"/>
                  <a:pt x="4781340" y="3397260"/>
                </a:cubicBezTo>
                <a:cubicBezTo>
                  <a:pt x="4788215" y="3401925"/>
                  <a:pt x="4806667" y="3395107"/>
                  <a:pt x="4795089" y="3410895"/>
                </a:cubicBezTo>
                <a:cubicBezTo>
                  <a:pt x="4813541" y="3399772"/>
                  <a:pt x="4822586" y="3390443"/>
                  <a:pt x="4836335" y="3386137"/>
                </a:cubicBezTo>
                <a:close/>
                <a:moveTo>
                  <a:pt x="5475584" y="3385887"/>
                </a:moveTo>
                <a:lnTo>
                  <a:pt x="5476023" y="3385908"/>
                </a:lnTo>
                <a:lnTo>
                  <a:pt x="5473407" y="3394764"/>
                </a:lnTo>
                <a:cubicBezTo>
                  <a:pt x="5471230" y="3390148"/>
                  <a:pt x="5471230" y="3388017"/>
                  <a:pt x="5475584" y="3385887"/>
                </a:cubicBezTo>
                <a:close/>
                <a:moveTo>
                  <a:pt x="5089913" y="3357562"/>
                </a:moveTo>
                <a:cubicBezTo>
                  <a:pt x="5089913" y="3380196"/>
                  <a:pt x="5067091" y="3391334"/>
                  <a:pt x="5060208" y="3409657"/>
                </a:cubicBezTo>
                <a:cubicBezTo>
                  <a:pt x="5030504" y="3411813"/>
                  <a:pt x="5009856" y="3425465"/>
                  <a:pt x="4984861" y="3411813"/>
                </a:cubicBezTo>
                <a:cubicBezTo>
                  <a:pt x="4982325" y="3398160"/>
                  <a:pt x="4982325" y="3398160"/>
                  <a:pt x="4982325" y="3398160"/>
                </a:cubicBezTo>
                <a:cubicBezTo>
                  <a:pt x="5016739" y="3373370"/>
                  <a:pt x="5058035" y="3382352"/>
                  <a:pt x="5089913" y="3357562"/>
                </a:cubicBezTo>
                <a:close/>
                <a:moveTo>
                  <a:pt x="5320102" y="3352800"/>
                </a:moveTo>
                <a:cubicBezTo>
                  <a:pt x="5297389" y="3398068"/>
                  <a:pt x="5265302" y="3391242"/>
                  <a:pt x="5228888" y="3420702"/>
                </a:cubicBezTo>
                <a:cubicBezTo>
                  <a:pt x="5222038" y="3404894"/>
                  <a:pt x="5222038" y="3404894"/>
                  <a:pt x="5222038" y="3404894"/>
                </a:cubicBezTo>
                <a:cubicBezTo>
                  <a:pt x="5265302" y="3386931"/>
                  <a:pt x="5292702" y="3361782"/>
                  <a:pt x="5320102" y="3352800"/>
                </a:cubicBezTo>
                <a:close/>
                <a:moveTo>
                  <a:pt x="4166262" y="3350709"/>
                </a:moveTo>
                <a:lnTo>
                  <a:pt x="4156354" y="3351203"/>
                </a:lnTo>
                <a:lnTo>
                  <a:pt x="4148557" y="3357644"/>
                </a:lnTo>
                <a:cubicBezTo>
                  <a:pt x="4145012" y="3358768"/>
                  <a:pt x="4140974" y="3358746"/>
                  <a:pt x="4137688" y="3357295"/>
                </a:cubicBezTo>
                <a:lnTo>
                  <a:pt x="4134132" y="3352311"/>
                </a:lnTo>
                <a:lnTo>
                  <a:pt x="4111866" y="3353420"/>
                </a:lnTo>
                <a:lnTo>
                  <a:pt x="4110311" y="3357157"/>
                </a:lnTo>
                <a:cubicBezTo>
                  <a:pt x="4108376" y="3362602"/>
                  <a:pt x="4106215" y="3369105"/>
                  <a:pt x="4103335" y="3377025"/>
                </a:cubicBezTo>
                <a:cubicBezTo>
                  <a:pt x="4123857" y="3370185"/>
                  <a:pt x="4117017" y="3368025"/>
                  <a:pt x="4130698" y="3379545"/>
                </a:cubicBezTo>
                <a:cubicBezTo>
                  <a:pt x="4135019" y="3379545"/>
                  <a:pt x="4135019" y="3370185"/>
                  <a:pt x="4137539" y="3363705"/>
                </a:cubicBezTo>
                <a:cubicBezTo>
                  <a:pt x="4143209" y="3367665"/>
                  <a:pt x="4148880" y="3369645"/>
                  <a:pt x="4154730" y="3370281"/>
                </a:cubicBezTo>
                <a:lnTo>
                  <a:pt x="4172256" y="3368851"/>
                </a:lnTo>
                <a:lnTo>
                  <a:pt x="4171616" y="3364317"/>
                </a:lnTo>
                <a:lnTo>
                  <a:pt x="4170174" y="3354931"/>
                </a:lnTo>
                <a:lnTo>
                  <a:pt x="4165217" y="3354532"/>
                </a:lnTo>
                <a:close/>
                <a:moveTo>
                  <a:pt x="5542350" y="3350022"/>
                </a:moveTo>
                <a:cubicBezTo>
                  <a:pt x="5528471" y="3360142"/>
                  <a:pt x="5513367" y="3381448"/>
                  <a:pt x="5495048" y="3386824"/>
                </a:cubicBezTo>
                <a:lnTo>
                  <a:pt x="5476023" y="3385908"/>
                </a:lnTo>
                <a:lnTo>
                  <a:pt x="5477699" y="3380233"/>
                </a:lnTo>
                <a:cubicBezTo>
                  <a:pt x="5490167" y="3363871"/>
                  <a:pt x="5523300" y="3344962"/>
                  <a:pt x="5542350" y="3350022"/>
                </a:cubicBezTo>
                <a:close/>
                <a:moveTo>
                  <a:pt x="5220150" y="3349625"/>
                </a:moveTo>
                <a:cubicBezTo>
                  <a:pt x="5222307" y="3349625"/>
                  <a:pt x="5224464" y="3353920"/>
                  <a:pt x="5229136" y="3351773"/>
                </a:cubicBezTo>
                <a:cubicBezTo>
                  <a:pt x="5231293" y="3356426"/>
                  <a:pt x="5233809" y="3353920"/>
                  <a:pt x="5235966" y="3353920"/>
                </a:cubicBezTo>
                <a:cubicBezTo>
                  <a:pt x="5226980" y="3365375"/>
                  <a:pt x="5203976" y="3385779"/>
                  <a:pt x="5186004" y="3381125"/>
                </a:cubicBezTo>
                <a:cubicBezTo>
                  <a:pt x="5179175" y="3358574"/>
                  <a:pt x="5226980" y="3378978"/>
                  <a:pt x="5220150" y="3349625"/>
                </a:cubicBezTo>
                <a:close/>
                <a:moveTo>
                  <a:pt x="486793" y="3347962"/>
                </a:moveTo>
                <a:cubicBezTo>
                  <a:pt x="482472" y="3350482"/>
                  <a:pt x="482472" y="3359480"/>
                  <a:pt x="475632" y="3361640"/>
                </a:cubicBezTo>
                <a:cubicBezTo>
                  <a:pt x="493634" y="3361640"/>
                  <a:pt x="484633" y="3377478"/>
                  <a:pt x="486793" y="3386836"/>
                </a:cubicBezTo>
                <a:cubicBezTo>
                  <a:pt x="511996" y="3397995"/>
                  <a:pt x="511996" y="3400514"/>
                  <a:pt x="546199" y="3402674"/>
                </a:cubicBezTo>
                <a:cubicBezTo>
                  <a:pt x="553040" y="3395835"/>
                  <a:pt x="562041" y="3393675"/>
                  <a:pt x="562041" y="3382157"/>
                </a:cubicBezTo>
                <a:cubicBezTo>
                  <a:pt x="548359" y="3366319"/>
                  <a:pt x="536838" y="3375318"/>
                  <a:pt x="507315" y="3370639"/>
                </a:cubicBezTo>
                <a:cubicBezTo>
                  <a:pt x="500474" y="3361640"/>
                  <a:pt x="507315" y="3347962"/>
                  <a:pt x="486793" y="3347962"/>
                </a:cubicBezTo>
                <a:close/>
                <a:moveTo>
                  <a:pt x="4034470" y="3347780"/>
                </a:moveTo>
                <a:lnTo>
                  <a:pt x="4034073" y="3349889"/>
                </a:lnTo>
                <a:cubicBezTo>
                  <a:pt x="4033218" y="3354434"/>
                  <a:pt x="4031508" y="3363525"/>
                  <a:pt x="4028087" y="3381706"/>
                </a:cubicBezTo>
                <a:cubicBezTo>
                  <a:pt x="4028087" y="3390706"/>
                  <a:pt x="4044289" y="3377025"/>
                  <a:pt x="4055450" y="3383866"/>
                </a:cubicBezTo>
                <a:cubicBezTo>
                  <a:pt x="4057971" y="3365865"/>
                  <a:pt x="4048609" y="3356864"/>
                  <a:pt x="4069132" y="3356864"/>
                </a:cubicBezTo>
                <a:cubicBezTo>
                  <a:pt x="4064811" y="3370185"/>
                  <a:pt x="4057971" y="3372705"/>
                  <a:pt x="4069132" y="3379545"/>
                </a:cubicBezTo>
                <a:cubicBezTo>
                  <a:pt x="4080653" y="3374865"/>
                  <a:pt x="4091814" y="3365865"/>
                  <a:pt x="4103335" y="3361185"/>
                </a:cubicBezTo>
                <a:cubicBezTo>
                  <a:pt x="4101085" y="3360645"/>
                  <a:pt x="4098677" y="3358664"/>
                  <a:pt x="4096686" y="3356105"/>
                </a:cubicBezTo>
                <a:lnTo>
                  <a:pt x="4095682" y="3354037"/>
                </a:lnTo>
                <a:close/>
                <a:moveTo>
                  <a:pt x="3947979" y="3339194"/>
                </a:moveTo>
                <a:lnTo>
                  <a:pt x="3953200" y="3370185"/>
                </a:lnTo>
                <a:cubicBezTo>
                  <a:pt x="3962201" y="3368025"/>
                  <a:pt x="3964361" y="3354344"/>
                  <a:pt x="3971202" y="3365865"/>
                </a:cubicBezTo>
                <a:cubicBezTo>
                  <a:pt x="3969041" y="3374865"/>
                  <a:pt x="3964361" y="3377025"/>
                  <a:pt x="3962201" y="3386386"/>
                </a:cubicBezTo>
                <a:cubicBezTo>
                  <a:pt x="3984883" y="3390706"/>
                  <a:pt x="3964361" y="3354344"/>
                  <a:pt x="3994244" y="3361185"/>
                </a:cubicBezTo>
                <a:cubicBezTo>
                  <a:pt x="3989563" y="3372705"/>
                  <a:pt x="3980563" y="3377025"/>
                  <a:pt x="3978402" y="3393226"/>
                </a:cubicBezTo>
                <a:cubicBezTo>
                  <a:pt x="4002165" y="3375945"/>
                  <a:pt x="4008106" y="3365347"/>
                  <a:pt x="4020071" y="3355357"/>
                </a:cubicBezTo>
                <a:lnTo>
                  <a:pt x="4031729" y="3347500"/>
                </a:lnTo>
                <a:lnTo>
                  <a:pt x="4030294" y="3347353"/>
                </a:lnTo>
                <a:lnTo>
                  <a:pt x="3998480" y="3343334"/>
                </a:lnTo>
                <a:lnTo>
                  <a:pt x="3997101" y="3344505"/>
                </a:lnTo>
                <a:lnTo>
                  <a:pt x="3996352" y="3343065"/>
                </a:lnTo>
                <a:lnTo>
                  <a:pt x="3966224" y="3339259"/>
                </a:lnTo>
                <a:close/>
                <a:moveTo>
                  <a:pt x="3926085" y="3339117"/>
                </a:moveTo>
                <a:lnTo>
                  <a:pt x="3927277" y="3352454"/>
                </a:lnTo>
                <a:cubicBezTo>
                  <a:pt x="3928718" y="3357314"/>
                  <a:pt x="3931598" y="3361364"/>
                  <a:pt x="3937358" y="3363705"/>
                </a:cubicBezTo>
                <a:cubicBezTo>
                  <a:pt x="3937358" y="3363705"/>
                  <a:pt x="3937358" y="3363705"/>
                  <a:pt x="3941678" y="3340664"/>
                </a:cubicBezTo>
                <a:lnTo>
                  <a:pt x="3936137" y="3339152"/>
                </a:lnTo>
                <a:close/>
                <a:moveTo>
                  <a:pt x="3916700" y="3339083"/>
                </a:moveTo>
                <a:lnTo>
                  <a:pt x="3913776" y="3351554"/>
                </a:lnTo>
                <a:cubicBezTo>
                  <a:pt x="3912336" y="3354974"/>
                  <a:pt x="3909995" y="3356684"/>
                  <a:pt x="3905315" y="3354344"/>
                </a:cubicBezTo>
                <a:cubicBezTo>
                  <a:pt x="3905315" y="3350024"/>
                  <a:pt x="3909995" y="3347504"/>
                  <a:pt x="3909995" y="3345344"/>
                </a:cubicBezTo>
                <a:cubicBezTo>
                  <a:pt x="3905675" y="3347099"/>
                  <a:pt x="3902671" y="3344956"/>
                  <a:pt x="3900243" y="3342445"/>
                </a:cubicBezTo>
                <a:lnTo>
                  <a:pt x="3896854" y="3339701"/>
                </a:lnTo>
                <a:lnTo>
                  <a:pt x="3891531" y="3340497"/>
                </a:lnTo>
                <a:lnTo>
                  <a:pt x="3889473" y="3343184"/>
                </a:lnTo>
                <a:cubicBezTo>
                  <a:pt x="3894153" y="3343184"/>
                  <a:pt x="3894153" y="3352184"/>
                  <a:pt x="3891633" y="3359024"/>
                </a:cubicBezTo>
                <a:cubicBezTo>
                  <a:pt x="3903154" y="3359024"/>
                  <a:pt x="3916836" y="3359024"/>
                  <a:pt x="3918996" y="3365865"/>
                </a:cubicBezTo>
                <a:cubicBezTo>
                  <a:pt x="3924757" y="3361364"/>
                  <a:pt x="3924757" y="3356774"/>
                  <a:pt x="3923047" y="3352184"/>
                </a:cubicBezTo>
                <a:lnTo>
                  <a:pt x="3917100" y="3339085"/>
                </a:lnTo>
                <a:close/>
                <a:moveTo>
                  <a:pt x="5460913" y="3328987"/>
                </a:moveTo>
                <a:cubicBezTo>
                  <a:pt x="5456249" y="3347118"/>
                  <a:pt x="5472037" y="3344942"/>
                  <a:pt x="5478854" y="3360898"/>
                </a:cubicBezTo>
                <a:cubicBezTo>
                  <a:pt x="5472037" y="3367788"/>
                  <a:pt x="5472037" y="3376854"/>
                  <a:pt x="5460913" y="3383744"/>
                </a:cubicBezTo>
                <a:cubicBezTo>
                  <a:pt x="5449431" y="3381568"/>
                  <a:pt x="5444766" y="3365612"/>
                  <a:pt x="5435796" y="3363437"/>
                </a:cubicBezTo>
                <a:cubicBezTo>
                  <a:pt x="5406373" y="3381568"/>
                  <a:pt x="5404220" y="3400062"/>
                  <a:pt x="5374438" y="3390634"/>
                </a:cubicBezTo>
                <a:cubicBezTo>
                  <a:pt x="5404220" y="3360898"/>
                  <a:pt x="5428978" y="3358722"/>
                  <a:pt x="5460913" y="3328987"/>
                </a:cubicBezTo>
                <a:close/>
                <a:moveTo>
                  <a:pt x="4539656" y="3328918"/>
                </a:moveTo>
                <a:cubicBezTo>
                  <a:pt x="4532230" y="3331753"/>
                  <a:pt x="4527640" y="3337424"/>
                  <a:pt x="4533221" y="3345344"/>
                </a:cubicBezTo>
                <a:cubicBezTo>
                  <a:pt x="4537901" y="3333823"/>
                  <a:pt x="4549062" y="3356864"/>
                  <a:pt x="4558423" y="3354344"/>
                </a:cubicBezTo>
                <a:cubicBezTo>
                  <a:pt x="4553743" y="3338504"/>
                  <a:pt x="4555903" y="3340664"/>
                  <a:pt x="4563103" y="3329503"/>
                </a:cubicBezTo>
                <a:cubicBezTo>
                  <a:pt x="4557342" y="3326083"/>
                  <a:pt x="4547081" y="3326083"/>
                  <a:pt x="4539656" y="3328918"/>
                </a:cubicBezTo>
                <a:close/>
                <a:moveTo>
                  <a:pt x="4766807" y="3327850"/>
                </a:moveTo>
                <a:cubicBezTo>
                  <a:pt x="4768867" y="3328683"/>
                  <a:pt x="4771798" y="3330348"/>
                  <a:pt x="4778759" y="3329296"/>
                </a:cubicBezTo>
                <a:cubicBezTo>
                  <a:pt x="4778759" y="3338058"/>
                  <a:pt x="4778759" y="3338058"/>
                  <a:pt x="4778759" y="3338058"/>
                </a:cubicBezTo>
                <a:cubicBezTo>
                  <a:pt x="4767036" y="3340161"/>
                  <a:pt x="4771798" y="3349274"/>
                  <a:pt x="4760075" y="3342615"/>
                </a:cubicBezTo>
                <a:cubicBezTo>
                  <a:pt x="4760075" y="3331399"/>
                  <a:pt x="4760075" y="3331399"/>
                  <a:pt x="4760075" y="3331399"/>
                </a:cubicBezTo>
                <a:cubicBezTo>
                  <a:pt x="4763556" y="3327018"/>
                  <a:pt x="4764746" y="3327018"/>
                  <a:pt x="4766807" y="3327850"/>
                </a:cubicBezTo>
                <a:close/>
                <a:moveTo>
                  <a:pt x="4637991" y="3324823"/>
                </a:moveTo>
                <a:cubicBezTo>
                  <a:pt x="4635831" y="3333823"/>
                  <a:pt x="4642672" y="3336343"/>
                  <a:pt x="4642672" y="3345344"/>
                </a:cubicBezTo>
                <a:cubicBezTo>
                  <a:pt x="4653833" y="3345344"/>
                  <a:pt x="4660674" y="3340664"/>
                  <a:pt x="4663194" y="3331663"/>
                </a:cubicBezTo>
                <a:cubicBezTo>
                  <a:pt x="4658513" y="3320143"/>
                  <a:pt x="4646992" y="3345344"/>
                  <a:pt x="4642672" y="3329503"/>
                </a:cubicBezTo>
                <a:cubicBezTo>
                  <a:pt x="4646992" y="3329503"/>
                  <a:pt x="4644832" y="3322663"/>
                  <a:pt x="4637991" y="3324823"/>
                </a:cubicBezTo>
                <a:close/>
                <a:moveTo>
                  <a:pt x="5524897" y="3324817"/>
                </a:moveTo>
                <a:cubicBezTo>
                  <a:pt x="5520311" y="3336446"/>
                  <a:pt x="5506906" y="3352436"/>
                  <a:pt x="5493500" y="3350256"/>
                </a:cubicBezTo>
                <a:cubicBezTo>
                  <a:pt x="5498086" y="3340807"/>
                  <a:pt x="5513608" y="3322637"/>
                  <a:pt x="5524897" y="3324817"/>
                </a:cubicBezTo>
                <a:close/>
                <a:moveTo>
                  <a:pt x="4484076" y="3316633"/>
                </a:moveTo>
                <a:cubicBezTo>
                  <a:pt x="4477505" y="3316363"/>
                  <a:pt x="4471834" y="3319243"/>
                  <a:pt x="4474174" y="3329503"/>
                </a:cubicBezTo>
                <a:cubicBezTo>
                  <a:pt x="4478855" y="3331663"/>
                  <a:pt x="4494696" y="3322663"/>
                  <a:pt x="4494696" y="3333823"/>
                </a:cubicBezTo>
                <a:cubicBezTo>
                  <a:pt x="4485695" y="3333823"/>
                  <a:pt x="4487855" y="3347504"/>
                  <a:pt x="4476335" y="3345344"/>
                </a:cubicBezTo>
                <a:cubicBezTo>
                  <a:pt x="4467333" y="3340664"/>
                  <a:pt x="4448971" y="3343184"/>
                  <a:pt x="4446811" y="3340664"/>
                </a:cubicBezTo>
                <a:cubicBezTo>
                  <a:pt x="4455812" y="3352184"/>
                  <a:pt x="4439971" y="3363705"/>
                  <a:pt x="4433130" y="3352184"/>
                </a:cubicBezTo>
                <a:cubicBezTo>
                  <a:pt x="4430970" y="3368025"/>
                  <a:pt x="4437810" y="3372705"/>
                  <a:pt x="4444651" y="3377025"/>
                </a:cubicBezTo>
                <a:cubicBezTo>
                  <a:pt x="4444651" y="3368025"/>
                  <a:pt x="4448971" y="3363705"/>
                  <a:pt x="4453652" y="3361185"/>
                </a:cubicBezTo>
                <a:cubicBezTo>
                  <a:pt x="4465173" y="3397546"/>
                  <a:pt x="4465173" y="3340664"/>
                  <a:pt x="4481015" y="3374865"/>
                </a:cubicBezTo>
                <a:cubicBezTo>
                  <a:pt x="4483175" y="3347504"/>
                  <a:pt x="4501537" y="3365865"/>
                  <a:pt x="4506217" y="3374865"/>
                </a:cubicBezTo>
                <a:cubicBezTo>
                  <a:pt x="4501537" y="3352184"/>
                  <a:pt x="4515219" y="3352184"/>
                  <a:pt x="4515219" y="3336343"/>
                </a:cubicBezTo>
                <a:cubicBezTo>
                  <a:pt x="4501537" y="3345344"/>
                  <a:pt x="4490016" y="3343184"/>
                  <a:pt x="4499377" y="3322663"/>
                </a:cubicBezTo>
                <a:cubicBezTo>
                  <a:pt x="4498117" y="3320323"/>
                  <a:pt x="4490646" y="3316903"/>
                  <a:pt x="4484076" y="3316633"/>
                </a:cubicBezTo>
                <a:close/>
                <a:moveTo>
                  <a:pt x="5384073" y="3312512"/>
                </a:moveTo>
                <a:cubicBezTo>
                  <a:pt x="5389999" y="3313024"/>
                  <a:pt x="5395525" y="3315229"/>
                  <a:pt x="5399479" y="3319639"/>
                </a:cubicBezTo>
                <a:cubicBezTo>
                  <a:pt x="5381147" y="3335514"/>
                  <a:pt x="5367489" y="3328811"/>
                  <a:pt x="5351674" y="3339747"/>
                </a:cubicBezTo>
                <a:cubicBezTo>
                  <a:pt x="5344935" y="3324666"/>
                  <a:pt x="5366298" y="3310974"/>
                  <a:pt x="5384073" y="3312512"/>
                </a:cubicBezTo>
                <a:close/>
                <a:moveTo>
                  <a:pt x="4774918" y="3307453"/>
                </a:moveTo>
                <a:cubicBezTo>
                  <a:pt x="4779196" y="3308227"/>
                  <a:pt x="4782784" y="3311345"/>
                  <a:pt x="4785116" y="3318164"/>
                </a:cubicBezTo>
                <a:cubicBezTo>
                  <a:pt x="4764664" y="3331803"/>
                  <a:pt x="4755693" y="3316011"/>
                  <a:pt x="4733088" y="3327137"/>
                </a:cubicBezTo>
                <a:cubicBezTo>
                  <a:pt x="4743045" y="3323907"/>
                  <a:pt x="4762085" y="3305131"/>
                  <a:pt x="4774918" y="3307453"/>
                </a:cubicBezTo>
                <a:close/>
                <a:moveTo>
                  <a:pt x="4264743" y="3304985"/>
                </a:moveTo>
                <a:lnTo>
                  <a:pt x="4259667" y="3309839"/>
                </a:lnTo>
                <a:lnTo>
                  <a:pt x="4269313" y="3311142"/>
                </a:lnTo>
                <a:lnTo>
                  <a:pt x="4263919" y="3322722"/>
                </a:lnTo>
                <a:lnTo>
                  <a:pt x="4272298" y="3323245"/>
                </a:lnTo>
                <a:lnTo>
                  <a:pt x="4272690" y="3323375"/>
                </a:lnTo>
                <a:lnTo>
                  <a:pt x="4273099" y="3321279"/>
                </a:lnTo>
                <a:cubicBezTo>
                  <a:pt x="4274196" y="3317083"/>
                  <a:pt x="4275794" y="3313392"/>
                  <a:pt x="4278674" y="3311142"/>
                </a:cubicBezTo>
                <a:cubicBezTo>
                  <a:pt x="4277413" y="3307722"/>
                  <a:pt x="4274533" y="3306552"/>
                  <a:pt x="4271113" y="3305967"/>
                </a:cubicBezTo>
                <a:close/>
                <a:moveTo>
                  <a:pt x="5497747" y="3302625"/>
                </a:moveTo>
                <a:cubicBezTo>
                  <a:pt x="5507194" y="3302608"/>
                  <a:pt x="5512649" y="3314824"/>
                  <a:pt x="5509231" y="3323415"/>
                </a:cubicBezTo>
                <a:cubicBezTo>
                  <a:pt x="5500469" y="3330217"/>
                  <a:pt x="5493809" y="3318762"/>
                  <a:pt x="5487150" y="3307307"/>
                </a:cubicBezTo>
                <a:cubicBezTo>
                  <a:pt x="5491006" y="3303995"/>
                  <a:pt x="5494598" y="3302631"/>
                  <a:pt x="5497747" y="3302625"/>
                </a:cubicBezTo>
                <a:close/>
                <a:moveTo>
                  <a:pt x="4239375" y="3300412"/>
                </a:moveTo>
                <a:cubicBezTo>
                  <a:pt x="4239375" y="3300412"/>
                  <a:pt x="4241833" y="3301085"/>
                  <a:pt x="4244905" y="3301926"/>
                </a:cubicBezTo>
                <a:lnTo>
                  <a:pt x="4246873" y="3302465"/>
                </a:lnTo>
                <a:close/>
                <a:moveTo>
                  <a:pt x="4635831" y="3288461"/>
                </a:moveTo>
                <a:cubicBezTo>
                  <a:pt x="4617469" y="3299982"/>
                  <a:pt x="4619629" y="3326983"/>
                  <a:pt x="4596947" y="3324823"/>
                </a:cubicBezTo>
                <a:cubicBezTo>
                  <a:pt x="4606308" y="3324823"/>
                  <a:pt x="4601627" y="3340664"/>
                  <a:pt x="4610629" y="3338504"/>
                </a:cubicBezTo>
                <a:cubicBezTo>
                  <a:pt x="4619629" y="3322663"/>
                  <a:pt x="4642672" y="3304302"/>
                  <a:pt x="4635831" y="3288461"/>
                </a:cubicBezTo>
                <a:close/>
                <a:moveTo>
                  <a:pt x="4459654" y="3286717"/>
                </a:moveTo>
                <a:cubicBezTo>
                  <a:pt x="4454169" y="3287899"/>
                  <a:pt x="4454102" y="3296471"/>
                  <a:pt x="4448971" y="3299982"/>
                </a:cubicBezTo>
                <a:cubicBezTo>
                  <a:pt x="4451492" y="3290621"/>
                  <a:pt x="4444651" y="3286301"/>
                  <a:pt x="4439971" y="3295301"/>
                </a:cubicBezTo>
                <a:cubicBezTo>
                  <a:pt x="4448971" y="3295301"/>
                  <a:pt x="4442491" y="3311142"/>
                  <a:pt x="4448971" y="3315822"/>
                </a:cubicBezTo>
                <a:cubicBezTo>
                  <a:pt x="4448971" y="3315822"/>
                  <a:pt x="4448971" y="3315822"/>
                  <a:pt x="4460493" y="3313302"/>
                </a:cubicBezTo>
                <a:cubicBezTo>
                  <a:pt x="4465173" y="3306462"/>
                  <a:pt x="4467333" y="3299982"/>
                  <a:pt x="4467333" y="3288461"/>
                </a:cubicBezTo>
                <a:cubicBezTo>
                  <a:pt x="4463913" y="3286751"/>
                  <a:pt x="4461483" y="3286324"/>
                  <a:pt x="4459654" y="3286717"/>
                </a:cubicBezTo>
                <a:close/>
                <a:moveTo>
                  <a:pt x="4474174" y="3286301"/>
                </a:moveTo>
                <a:cubicBezTo>
                  <a:pt x="4469494" y="3293141"/>
                  <a:pt x="4467333" y="3313302"/>
                  <a:pt x="4478855" y="3313302"/>
                </a:cubicBezTo>
                <a:cubicBezTo>
                  <a:pt x="4483355" y="3307722"/>
                  <a:pt x="4485605" y="3302682"/>
                  <a:pt x="4485020" y="3298181"/>
                </a:cubicBezTo>
                <a:lnTo>
                  <a:pt x="4477860" y="3290339"/>
                </a:lnTo>
                <a:lnTo>
                  <a:pt x="4474325" y="3290660"/>
                </a:lnTo>
                <a:lnTo>
                  <a:pt x="4476610" y="3288969"/>
                </a:lnTo>
                <a:close/>
                <a:moveTo>
                  <a:pt x="4963307" y="3284590"/>
                </a:moveTo>
                <a:cubicBezTo>
                  <a:pt x="4966456" y="3284865"/>
                  <a:pt x="4969071" y="3285483"/>
                  <a:pt x="4970253" y="3286124"/>
                </a:cubicBezTo>
                <a:cubicBezTo>
                  <a:pt x="4972436" y="3297481"/>
                  <a:pt x="4951699" y="3295283"/>
                  <a:pt x="4944787" y="3300045"/>
                </a:cubicBezTo>
                <a:cubicBezTo>
                  <a:pt x="4939603" y="3286033"/>
                  <a:pt x="4953860" y="3283766"/>
                  <a:pt x="4963307" y="3284590"/>
                </a:cubicBezTo>
                <a:close/>
                <a:moveTo>
                  <a:pt x="4523497" y="3281828"/>
                </a:moveTo>
                <a:lnTo>
                  <a:pt x="4508378" y="3295301"/>
                </a:lnTo>
                <a:cubicBezTo>
                  <a:pt x="4517379" y="3296381"/>
                  <a:pt x="4524220" y="3294671"/>
                  <a:pt x="4529665" y="3291251"/>
                </a:cubicBezTo>
                <a:lnTo>
                  <a:pt x="4535529" y="3284754"/>
                </a:lnTo>
                <a:close/>
                <a:moveTo>
                  <a:pt x="4542581" y="3276941"/>
                </a:moveTo>
                <a:lnTo>
                  <a:pt x="4538738" y="3277663"/>
                </a:lnTo>
                <a:lnTo>
                  <a:pt x="4539719" y="3280112"/>
                </a:lnTo>
                <a:close/>
                <a:moveTo>
                  <a:pt x="4506768" y="3267169"/>
                </a:moveTo>
                <a:lnTo>
                  <a:pt x="4506217" y="3270100"/>
                </a:lnTo>
                <a:lnTo>
                  <a:pt x="4510990" y="3268465"/>
                </a:lnTo>
                <a:lnTo>
                  <a:pt x="4510690" y="3267986"/>
                </a:lnTo>
                <a:close/>
                <a:moveTo>
                  <a:pt x="4598938" y="3265718"/>
                </a:moveTo>
                <a:cubicBezTo>
                  <a:pt x="4591209" y="3266208"/>
                  <a:pt x="4582366" y="3278291"/>
                  <a:pt x="4572105" y="3274780"/>
                </a:cubicBezTo>
                <a:cubicBezTo>
                  <a:pt x="4572105" y="3274780"/>
                  <a:pt x="4572105" y="3274780"/>
                  <a:pt x="4572105" y="3290621"/>
                </a:cubicBezTo>
                <a:cubicBezTo>
                  <a:pt x="4592627" y="3286301"/>
                  <a:pt x="4603788" y="3283781"/>
                  <a:pt x="4606308" y="3270100"/>
                </a:cubicBezTo>
                <a:cubicBezTo>
                  <a:pt x="4603968" y="3266680"/>
                  <a:pt x="4601515" y="3265555"/>
                  <a:pt x="4598938" y="3265718"/>
                </a:cubicBezTo>
                <a:close/>
                <a:moveTo>
                  <a:pt x="4572105" y="3258940"/>
                </a:moveTo>
                <a:lnTo>
                  <a:pt x="4571947" y="3259446"/>
                </a:lnTo>
                <a:lnTo>
                  <a:pt x="4563103" y="3261100"/>
                </a:lnTo>
                <a:cubicBezTo>
                  <a:pt x="4572105" y="3258940"/>
                  <a:pt x="4572105" y="3258940"/>
                  <a:pt x="4572105" y="3258940"/>
                </a:cubicBezTo>
                <a:close/>
                <a:moveTo>
                  <a:pt x="4388005" y="3252562"/>
                </a:moveTo>
                <a:cubicBezTo>
                  <a:pt x="4365324" y="3254722"/>
                  <a:pt x="4342644" y="3252562"/>
                  <a:pt x="4319604" y="3270563"/>
                </a:cubicBezTo>
                <a:cubicBezTo>
                  <a:pt x="4322124" y="3252562"/>
                  <a:pt x="4299084" y="3273083"/>
                  <a:pt x="4290084" y="3273083"/>
                </a:cubicBezTo>
                <a:cubicBezTo>
                  <a:pt x="4281084" y="3268403"/>
                  <a:pt x="4283244" y="3250042"/>
                  <a:pt x="4269563" y="3254722"/>
                </a:cubicBezTo>
                <a:cubicBezTo>
                  <a:pt x="4260563" y="3268403"/>
                  <a:pt x="4246883" y="3286764"/>
                  <a:pt x="4240043" y="3293605"/>
                </a:cubicBezTo>
                <a:cubicBezTo>
                  <a:pt x="4237883" y="3286764"/>
                  <a:pt x="4231043" y="3282084"/>
                  <a:pt x="4222043" y="3277404"/>
                </a:cubicBezTo>
                <a:cubicBezTo>
                  <a:pt x="4217363" y="3263723"/>
                  <a:pt x="4242563" y="3275244"/>
                  <a:pt x="4235723" y="3261563"/>
                </a:cubicBezTo>
                <a:cubicBezTo>
                  <a:pt x="4225463" y="3263183"/>
                  <a:pt x="4206090" y="3262373"/>
                  <a:pt x="4195223" y="3268549"/>
                </a:cubicBezTo>
                <a:lnTo>
                  <a:pt x="4189006" y="3276008"/>
                </a:lnTo>
                <a:lnTo>
                  <a:pt x="4189964" y="3277410"/>
                </a:lnTo>
                <a:lnTo>
                  <a:pt x="4202558" y="3277449"/>
                </a:lnTo>
                <a:cubicBezTo>
                  <a:pt x="4207103" y="3276863"/>
                  <a:pt x="4210523" y="3277403"/>
                  <a:pt x="4210523" y="3284244"/>
                </a:cubicBezTo>
                <a:lnTo>
                  <a:pt x="4198426" y="3287166"/>
                </a:lnTo>
                <a:lnTo>
                  <a:pt x="4213088" y="3302223"/>
                </a:lnTo>
                <a:lnTo>
                  <a:pt x="4214947" y="3297462"/>
                </a:lnTo>
                <a:cubicBezTo>
                  <a:pt x="4221698" y="3309342"/>
                  <a:pt x="4231081" y="3302187"/>
                  <a:pt x="4235351" y="3308346"/>
                </a:cubicBezTo>
                <a:lnTo>
                  <a:pt x="4236772" y="3315704"/>
                </a:lnTo>
                <a:lnTo>
                  <a:pt x="4237523" y="3315840"/>
                </a:lnTo>
                <a:lnTo>
                  <a:pt x="4240761" y="3317798"/>
                </a:lnTo>
                <a:lnTo>
                  <a:pt x="4252661" y="3308892"/>
                </a:lnTo>
                <a:lnTo>
                  <a:pt x="4255483" y="3309273"/>
                </a:lnTo>
                <a:lnTo>
                  <a:pt x="4249952" y="3305520"/>
                </a:lnTo>
                <a:lnTo>
                  <a:pt x="4249356" y="3303144"/>
                </a:lnTo>
                <a:lnTo>
                  <a:pt x="4248603" y="3300138"/>
                </a:lnTo>
                <a:cubicBezTo>
                  <a:pt x="4255672" y="3302273"/>
                  <a:pt x="4251207" y="3295513"/>
                  <a:pt x="4258276" y="3290887"/>
                </a:cubicBezTo>
                <a:cubicBezTo>
                  <a:pt x="4261811" y="3292132"/>
                  <a:pt x="4262369" y="3293822"/>
                  <a:pt x="4262927" y="3295779"/>
                </a:cubicBezTo>
                <a:lnTo>
                  <a:pt x="4265712" y="3299667"/>
                </a:lnTo>
                <a:lnTo>
                  <a:pt x="4276829" y="3290126"/>
                </a:lnTo>
                <a:cubicBezTo>
                  <a:pt x="4281374" y="3285581"/>
                  <a:pt x="4281914" y="3281621"/>
                  <a:pt x="4269313" y="3279461"/>
                </a:cubicBezTo>
                <a:cubicBezTo>
                  <a:pt x="4277233" y="3273701"/>
                  <a:pt x="4287494" y="3275411"/>
                  <a:pt x="4295505" y="3281666"/>
                </a:cubicBezTo>
                <a:lnTo>
                  <a:pt x="4300366" y="3287858"/>
                </a:lnTo>
                <a:lnTo>
                  <a:pt x="4309800" y="3282973"/>
                </a:lnTo>
                <a:cubicBezTo>
                  <a:pt x="4314966" y="3281862"/>
                  <a:pt x="4320131" y="3280705"/>
                  <a:pt x="4324663" y="3275012"/>
                </a:cubicBezTo>
                <a:cubicBezTo>
                  <a:pt x="4331550" y="3286398"/>
                  <a:pt x="4340613" y="3279638"/>
                  <a:pt x="4336263" y="3293159"/>
                </a:cubicBezTo>
                <a:cubicBezTo>
                  <a:pt x="4325932" y="3283018"/>
                  <a:pt x="4315601" y="3289289"/>
                  <a:pt x="4305269" y="3291107"/>
                </a:cubicBezTo>
                <a:lnTo>
                  <a:pt x="4302836" y="3291004"/>
                </a:lnTo>
                <a:lnTo>
                  <a:pt x="4305260" y="3294092"/>
                </a:lnTo>
                <a:cubicBezTo>
                  <a:pt x="4307567" y="3299127"/>
                  <a:pt x="4308737" y="3304932"/>
                  <a:pt x="4308197" y="3311142"/>
                </a:cubicBezTo>
                <a:cubicBezTo>
                  <a:pt x="4297936" y="3306642"/>
                  <a:pt x="4293886" y="3315732"/>
                  <a:pt x="4290735" y="3323968"/>
                </a:cubicBezTo>
                <a:lnTo>
                  <a:pt x="4288527" y="3328609"/>
                </a:lnTo>
                <a:lnTo>
                  <a:pt x="4308889" y="3335339"/>
                </a:lnTo>
                <a:lnTo>
                  <a:pt x="4342944" y="3355520"/>
                </a:lnTo>
                <a:lnTo>
                  <a:pt x="4351401" y="3354344"/>
                </a:lnTo>
                <a:lnTo>
                  <a:pt x="4352890" y="3361414"/>
                </a:lnTo>
                <a:lnTo>
                  <a:pt x="4365069" y="3368632"/>
                </a:lnTo>
                <a:lnTo>
                  <a:pt x="4367243" y="3368025"/>
                </a:lnTo>
                <a:cubicBezTo>
                  <a:pt x="4351401" y="3359024"/>
                  <a:pt x="4369403" y="3359024"/>
                  <a:pt x="4369403" y="3338504"/>
                </a:cubicBezTo>
                <a:cubicBezTo>
                  <a:pt x="4383085" y="3331663"/>
                  <a:pt x="4376244" y="3352184"/>
                  <a:pt x="4385605" y="3352184"/>
                </a:cubicBezTo>
                <a:cubicBezTo>
                  <a:pt x="4383085" y="3359024"/>
                  <a:pt x="4376244" y="3356864"/>
                  <a:pt x="4376244" y="3363705"/>
                </a:cubicBezTo>
                <a:cubicBezTo>
                  <a:pt x="4378764" y="3368025"/>
                  <a:pt x="4378764" y="3372705"/>
                  <a:pt x="4383085" y="3374865"/>
                </a:cubicBezTo>
                <a:cubicBezTo>
                  <a:pt x="4392445" y="3372705"/>
                  <a:pt x="4387765" y="3356864"/>
                  <a:pt x="4394606" y="3352184"/>
                </a:cubicBezTo>
                <a:cubicBezTo>
                  <a:pt x="4396766" y="3338504"/>
                  <a:pt x="4378764" y="3340664"/>
                  <a:pt x="4394606" y="3331663"/>
                </a:cubicBezTo>
                <a:cubicBezTo>
                  <a:pt x="4394606" y="3329503"/>
                  <a:pt x="4378764" y="3324823"/>
                  <a:pt x="4374084" y="3331663"/>
                </a:cubicBezTo>
                <a:cubicBezTo>
                  <a:pt x="4375164" y="3322483"/>
                  <a:pt x="4372914" y="3315642"/>
                  <a:pt x="4370933" y="3309387"/>
                </a:cubicBezTo>
                <a:lnTo>
                  <a:pt x="4370918" y="3309200"/>
                </a:lnTo>
                <a:lnTo>
                  <a:pt x="4367200" y="3311168"/>
                </a:lnTo>
                <a:cubicBezTo>
                  <a:pt x="4367200" y="3311168"/>
                  <a:pt x="4367200" y="3311168"/>
                  <a:pt x="4358438" y="3304390"/>
                </a:cubicBezTo>
                <a:cubicBezTo>
                  <a:pt x="4361767" y="3299930"/>
                  <a:pt x="4366148" y="3295471"/>
                  <a:pt x="4369434" y="3291280"/>
                </a:cubicBezTo>
                <a:lnTo>
                  <a:pt x="4369453" y="3291231"/>
                </a:lnTo>
                <a:lnTo>
                  <a:pt x="4369403" y="3290621"/>
                </a:lnTo>
                <a:lnTo>
                  <a:pt x="4369654" y="3290707"/>
                </a:lnTo>
                <a:lnTo>
                  <a:pt x="4373859" y="3279775"/>
                </a:lnTo>
                <a:cubicBezTo>
                  <a:pt x="4380518" y="3284056"/>
                  <a:pt x="4378415" y="3288693"/>
                  <a:pt x="4385075" y="3290834"/>
                </a:cubicBezTo>
                <a:lnTo>
                  <a:pt x="4377488" y="3296537"/>
                </a:lnTo>
                <a:lnTo>
                  <a:pt x="4378809" y="3300657"/>
                </a:lnTo>
                <a:cubicBezTo>
                  <a:pt x="4379665" y="3306642"/>
                  <a:pt x="4379665" y="3313482"/>
                  <a:pt x="4383085" y="3315822"/>
                </a:cubicBezTo>
                <a:cubicBezTo>
                  <a:pt x="4392445" y="3308982"/>
                  <a:pt x="4408287" y="3311142"/>
                  <a:pt x="4415128" y="3299982"/>
                </a:cubicBezTo>
                <a:cubicBezTo>
                  <a:pt x="4406127" y="3288461"/>
                  <a:pt x="4385605" y="3308982"/>
                  <a:pt x="4387765" y="3279461"/>
                </a:cubicBezTo>
                <a:cubicBezTo>
                  <a:pt x="4395686" y="3286301"/>
                  <a:pt x="4398566" y="3282881"/>
                  <a:pt x="4399151" y="3276895"/>
                </a:cubicBezTo>
                <a:lnTo>
                  <a:pt x="4398840" y="3270712"/>
                </a:lnTo>
                <a:lnTo>
                  <a:pt x="4392685" y="3277404"/>
                </a:lnTo>
                <a:cubicBezTo>
                  <a:pt x="4389265" y="3275694"/>
                  <a:pt x="4388253" y="3273714"/>
                  <a:pt x="4388410" y="3271598"/>
                </a:cubicBezTo>
                <a:lnTo>
                  <a:pt x="4390153" y="3267397"/>
                </a:lnTo>
                <a:lnTo>
                  <a:pt x="4384911" y="3275228"/>
                </a:lnTo>
                <a:cubicBezTo>
                  <a:pt x="4381468" y="3278295"/>
                  <a:pt x="4376906" y="3279960"/>
                  <a:pt x="4370109" y="3278908"/>
                </a:cubicBezTo>
                <a:lnTo>
                  <a:pt x="4371211" y="3271124"/>
                </a:lnTo>
                <a:lnTo>
                  <a:pt x="4368384" y="3273667"/>
                </a:lnTo>
                <a:cubicBezTo>
                  <a:pt x="4362467" y="3275982"/>
                  <a:pt x="4355577" y="3272542"/>
                  <a:pt x="4348483" y="3284184"/>
                </a:cubicBezTo>
                <a:cubicBezTo>
                  <a:pt x="4348483" y="3284184"/>
                  <a:pt x="4348483" y="3284184"/>
                  <a:pt x="4339388" y="3277481"/>
                </a:cubicBezTo>
                <a:cubicBezTo>
                  <a:pt x="4347392" y="3275365"/>
                  <a:pt x="4353758" y="3273160"/>
                  <a:pt x="4359261" y="3271484"/>
                </a:cubicBezTo>
                <a:lnTo>
                  <a:pt x="4371493" y="3269134"/>
                </a:lnTo>
                <a:lnTo>
                  <a:pt x="4371825" y="3266784"/>
                </a:lnTo>
                <a:cubicBezTo>
                  <a:pt x="4373340" y="3263684"/>
                  <a:pt x="4375632" y="3261516"/>
                  <a:pt x="4378203" y="3260245"/>
                </a:cubicBezTo>
                <a:lnTo>
                  <a:pt x="4391885" y="3262918"/>
                </a:lnTo>
                <a:lnTo>
                  <a:pt x="4393495" y="3258367"/>
                </a:lnTo>
                <a:cubicBezTo>
                  <a:pt x="4393383" y="3256252"/>
                  <a:pt x="4391965" y="3254272"/>
                  <a:pt x="4388005" y="3252562"/>
                </a:cubicBezTo>
                <a:close/>
                <a:moveTo>
                  <a:pt x="4522059" y="3252099"/>
                </a:moveTo>
                <a:lnTo>
                  <a:pt x="4520644" y="3252515"/>
                </a:lnTo>
                <a:lnTo>
                  <a:pt x="4516453" y="3254933"/>
                </a:lnTo>
                <a:cubicBezTo>
                  <a:pt x="4512209" y="3256893"/>
                  <a:pt x="4509350" y="3259121"/>
                  <a:pt x="4512567" y="3263575"/>
                </a:cubicBezTo>
                <a:lnTo>
                  <a:pt x="4518091" y="3264434"/>
                </a:lnTo>
                <a:close/>
                <a:moveTo>
                  <a:pt x="4778762" y="3249612"/>
                </a:moveTo>
                <a:cubicBezTo>
                  <a:pt x="4776218" y="3263257"/>
                  <a:pt x="4760228" y="3265771"/>
                  <a:pt x="4760228" y="3279416"/>
                </a:cubicBezTo>
                <a:cubicBezTo>
                  <a:pt x="4753324" y="3276902"/>
                  <a:pt x="4751143" y="3270080"/>
                  <a:pt x="4748963" y="3261102"/>
                </a:cubicBezTo>
                <a:cubicBezTo>
                  <a:pt x="4758048" y="3256434"/>
                  <a:pt x="4764952" y="3249612"/>
                  <a:pt x="4778762" y="3249612"/>
                </a:cubicBezTo>
                <a:close/>
                <a:moveTo>
                  <a:pt x="4551738" y="3249209"/>
                </a:moveTo>
                <a:lnTo>
                  <a:pt x="4552438" y="3255430"/>
                </a:lnTo>
                <a:cubicBezTo>
                  <a:pt x="4555543" y="3266230"/>
                  <a:pt x="4560584" y="3278200"/>
                  <a:pt x="4555903" y="3293141"/>
                </a:cubicBezTo>
                <a:cubicBezTo>
                  <a:pt x="4555903" y="3293141"/>
                  <a:pt x="4555903" y="3293141"/>
                  <a:pt x="4563103" y="3290621"/>
                </a:cubicBezTo>
                <a:cubicBezTo>
                  <a:pt x="4567604" y="3287201"/>
                  <a:pt x="4566974" y="3282071"/>
                  <a:pt x="4566659" y="3276401"/>
                </a:cubicBezTo>
                <a:lnTo>
                  <a:pt x="4571947" y="3259446"/>
                </a:lnTo>
                <a:lnTo>
                  <a:pt x="4595430" y="3255055"/>
                </a:lnTo>
                <a:lnTo>
                  <a:pt x="4588166" y="3250042"/>
                </a:lnTo>
                <a:cubicBezTo>
                  <a:pt x="4580246" y="3256882"/>
                  <a:pt x="4572236" y="3255802"/>
                  <a:pt x="4564226" y="3253012"/>
                </a:cubicBezTo>
                <a:close/>
                <a:moveTo>
                  <a:pt x="4410072" y="3248152"/>
                </a:moveTo>
                <a:cubicBezTo>
                  <a:pt x="4407805" y="3247387"/>
                  <a:pt x="4405105" y="3247792"/>
                  <a:pt x="4401685" y="3250042"/>
                </a:cubicBezTo>
                <a:cubicBezTo>
                  <a:pt x="4397725" y="3252922"/>
                  <a:pt x="4396308" y="3255375"/>
                  <a:pt x="4396128" y="3257608"/>
                </a:cubicBezTo>
                <a:lnTo>
                  <a:pt x="4397653" y="3262715"/>
                </a:lnTo>
                <a:lnTo>
                  <a:pt x="4396766" y="3258940"/>
                </a:lnTo>
                <a:cubicBezTo>
                  <a:pt x="4399286" y="3252099"/>
                  <a:pt x="4401447" y="3254259"/>
                  <a:pt x="4401447" y="3258940"/>
                </a:cubicBezTo>
                <a:cubicBezTo>
                  <a:pt x="4403607" y="3258940"/>
                  <a:pt x="4406127" y="3256420"/>
                  <a:pt x="4406127" y="3252099"/>
                </a:cubicBezTo>
                <a:cubicBezTo>
                  <a:pt x="4410988" y="3260470"/>
                  <a:pt x="4399444" y="3272890"/>
                  <a:pt x="4404001" y="3279489"/>
                </a:cubicBezTo>
                <a:lnTo>
                  <a:pt x="4405290" y="3279986"/>
                </a:lnTo>
                <a:lnTo>
                  <a:pt x="4409352" y="3276600"/>
                </a:lnTo>
                <a:cubicBezTo>
                  <a:pt x="4409352" y="3276600"/>
                  <a:pt x="4409352" y="3276600"/>
                  <a:pt x="4411078" y="3277432"/>
                </a:cubicBezTo>
                <a:lnTo>
                  <a:pt x="4416525" y="3280058"/>
                </a:lnTo>
                <a:lnTo>
                  <a:pt x="4422853" y="3263197"/>
                </a:lnTo>
                <a:lnTo>
                  <a:pt x="4415860" y="3253282"/>
                </a:lnTo>
                <a:cubicBezTo>
                  <a:pt x="4414173" y="3250852"/>
                  <a:pt x="4412339" y="3248917"/>
                  <a:pt x="4410072" y="3248152"/>
                </a:cubicBezTo>
                <a:close/>
                <a:moveTo>
                  <a:pt x="5340940" y="3247180"/>
                </a:moveTo>
                <a:cubicBezTo>
                  <a:pt x="5343626" y="3248074"/>
                  <a:pt x="5346719" y="3250941"/>
                  <a:pt x="5350253" y="3256676"/>
                </a:cubicBezTo>
                <a:cubicBezTo>
                  <a:pt x="5333882" y="3261409"/>
                  <a:pt x="5338347" y="3273061"/>
                  <a:pt x="5326813" y="3268327"/>
                </a:cubicBezTo>
                <a:cubicBezTo>
                  <a:pt x="5328487" y="3259589"/>
                  <a:pt x="5332882" y="3244501"/>
                  <a:pt x="5340940" y="3247180"/>
                </a:cubicBezTo>
                <a:close/>
                <a:moveTo>
                  <a:pt x="4207868" y="3241401"/>
                </a:moveTo>
                <a:cubicBezTo>
                  <a:pt x="4202423" y="3241131"/>
                  <a:pt x="4195583" y="3243381"/>
                  <a:pt x="4192163" y="3247882"/>
                </a:cubicBezTo>
                <a:cubicBezTo>
                  <a:pt x="4199003" y="3261563"/>
                  <a:pt x="4208363" y="3243201"/>
                  <a:pt x="4215203" y="3250042"/>
                </a:cubicBezTo>
                <a:cubicBezTo>
                  <a:pt x="4217363" y="3244461"/>
                  <a:pt x="4213313" y="3241671"/>
                  <a:pt x="4207868" y="3241401"/>
                </a:cubicBezTo>
                <a:close/>
                <a:moveTo>
                  <a:pt x="4178865" y="3233854"/>
                </a:moveTo>
                <a:lnTo>
                  <a:pt x="4172540" y="3233998"/>
                </a:lnTo>
                <a:lnTo>
                  <a:pt x="4173981" y="3241233"/>
                </a:lnTo>
                <a:close/>
                <a:moveTo>
                  <a:pt x="4489454" y="3227209"/>
                </a:moveTo>
                <a:lnTo>
                  <a:pt x="4487179" y="3232986"/>
                </a:lnTo>
                <a:cubicBezTo>
                  <a:pt x="4484125" y="3237239"/>
                  <a:pt x="4480615" y="3232581"/>
                  <a:pt x="4472245" y="3234201"/>
                </a:cubicBezTo>
                <a:cubicBezTo>
                  <a:pt x="4472245" y="3241041"/>
                  <a:pt x="4469725" y="3247882"/>
                  <a:pt x="4472245" y="3254722"/>
                </a:cubicBezTo>
                <a:cubicBezTo>
                  <a:pt x="4474405" y="3250042"/>
                  <a:pt x="4492765" y="3250042"/>
                  <a:pt x="4488085" y="3259403"/>
                </a:cubicBezTo>
                <a:lnTo>
                  <a:pt x="4479389" y="3258089"/>
                </a:lnTo>
                <a:lnTo>
                  <a:pt x="4487855" y="3270100"/>
                </a:lnTo>
                <a:cubicBezTo>
                  <a:pt x="4485695" y="3256420"/>
                  <a:pt x="4501537" y="3252099"/>
                  <a:pt x="4506217" y="3231578"/>
                </a:cubicBezTo>
                <a:lnTo>
                  <a:pt x="4503124" y="3230728"/>
                </a:lnTo>
                <a:lnTo>
                  <a:pt x="4500595" y="3241356"/>
                </a:lnTo>
                <a:cubicBezTo>
                  <a:pt x="4499425" y="3245001"/>
                  <a:pt x="4497085" y="3246622"/>
                  <a:pt x="4490245" y="3243201"/>
                </a:cubicBezTo>
                <a:cubicBezTo>
                  <a:pt x="4488625" y="3236451"/>
                  <a:pt x="4498548" y="3234763"/>
                  <a:pt x="4496776" y="3230544"/>
                </a:cubicBezTo>
                <a:lnTo>
                  <a:pt x="4493904" y="3228194"/>
                </a:lnTo>
                <a:lnTo>
                  <a:pt x="4490826" y="3227348"/>
                </a:lnTo>
                <a:close/>
                <a:moveTo>
                  <a:pt x="4204452" y="3227018"/>
                </a:moveTo>
                <a:lnTo>
                  <a:pt x="4189813" y="3232378"/>
                </a:lnTo>
                <a:lnTo>
                  <a:pt x="4185323" y="3236721"/>
                </a:lnTo>
                <a:cubicBezTo>
                  <a:pt x="4196843" y="3241041"/>
                  <a:pt x="4205843" y="3232041"/>
                  <a:pt x="4215203" y="3227360"/>
                </a:cubicBezTo>
                <a:close/>
                <a:moveTo>
                  <a:pt x="4547126" y="3218360"/>
                </a:moveTo>
                <a:lnTo>
                  <a:pt x="4541760" y="3219478"/>
                </a:lnTo>
                <a:lnTo>
                  <a:pt x="4540061" y="3236259"/>
                </a:lnTo>
                <a:lnTo>
                  <a:pt x="4543285" y="3235447"/>
                </a:lnTo>
                <a:lnTo>
                  <a:pt x="4544516" y="3231230"/>
                </a:lnTo>
                <a:cubicBezTo>
                  <a:pt x="4546496" y="3226370"/>
                  <a:pt x="4548206" y="3221780"/>
                  <a:pt x="4547126" y="3218360"/>
                </a:cubicBezTo>
                <a:close/>
                <a:moveTo>
                  <a:pt x="5648500" y="3213687"/>
                </a:moveTo>
                <a:cubicBezTo>
                  <a:pt x="5675705" y="3225287"/>
                  <a:pt x="5632391" y="3239062"/>
                  <a:pt x="5614493" y="3255012"/>
                </a:cubicBezTo>
                <a:cubicBezTo>
                  <a:pt x="5603038" y="3257187"/>
                  <a:pt x="5652795" y="3211512"/>
                  <a:pt x="5648500" y="3213687"/>
                </a:cubicBezTo>
                <a:close/>
                <a:moveTo>
                  <a:pt x="4595554" y="3213435"/>
                </a:moveTo>
                <a:lnTo>
                  <a:pt x="4585516" y="3217673"/>
                </a:lnTo>
                <a:lnTo>
                  <a:pt x="4584652" y="3217707"/>
                </a:lnTo>
                <a:lnTo>
                  <a:pt x="4584476" y="3218045"/>
                </a:lnTo>
                <a:cubicBezTo>
                  <a:pt x="4584746" y="3221150"/>
                  <a:pt x="4585826" y="3223940"/>
                  <a:pt x="4583486" y="3227360"/>
                </a:cubicBezTo>
                <a:cubicBezTo>
                  <a:pt x="4577906" y="3230780"/>
                  <a:pt x="4578536" y="3226820"/>
                  <a:pt x="4578266" y="3221735"/>
                </a:cubicBezTo>
                <a:lnTo>
                  <a:pt x="4577310" y="3218000"/>
                </a:lnTo>
                <a:lnTo>
                  <a:pt x="4563373" y="3218556"/>
                </a:lnTo>
                <a:lnTo>
                  <a:pt x="4560550" y="3216098"/>
                </a:lnTo>
                <a:lnTo>
                  <a:pt x="4558331" y="3223175"/>
                </a:lnTo>
                <a:lnTo>
                  <a:pt x="4557766" y="3224788"/>
                </a:lnTo>
                <a:lnTo>
                  <a:pt x="4560583" y="3224738"/>
                </a:lnTo>
                <a:lnTo>
                  <a:pt x="4550850" y="3239633"/>
                </a:lnTo>
                <a:lnTo>
                  <a:pt x="4560463" y="3241575"/>
                </a:lnTo>
                <a:cubicBezTo>
                  <a:pt x="4564777" y="3241322"/>
                  <a:pt x="4568974" y="3240119"/>
                  <a:pt x="4573091" y="3238566"/>
                </a:cubicBezTo>
                <a:lnTo>
                  <a:pt x="4578485" y="3236620"/>
                </a:lnTo>
                <a:lnTo>
                  <a:pt x="4567988" y="3234112"/>
                </a:lnTo>
                <a:cubicBezTo>
                  <a:pt x="4572717" y="3225193"/>
                  <a:pt x="4577083" y="3231971"/>
                  <a:pt x="4581812" y="3231971"/>
                </a:cubicBezTo>
                <a:cubicBezTo>
                  <a:pt x="4585268" y="3230901"/>
                  <a:pt x="4585814" y="3226977"/>
                  <a:pt x="4587224" y="3223855"/>
                </a:cubicBezTo>
                <a:lnTo>
                  <a:pt x="4597798" y="3220563"/>
                </a:lnTo>
                <a:lnTo>
                  <a:pt x="4598066" y="3216604"/>
                </a:lnTo>
                <a:close/>
                <a:moveTo>
                  <a:pt x="4718444" y="3208337"/>
                </a:moveTo>
                <a:cubicBezTo>
                  <a:pt x="4698486" y="3219561"/>
                  <a:pt x="4666769" y="3249250"/>
                  <a:pt x="4648950" y="3219561"/>
                </a:cubicBezTo>
                <a:cubicBezTo>
                  <a:pt x="4671402" y="3212681"/>
                  <a:pt x="4693854" y="3208337"/>
                  <a:pt x="4718444" y="3208337"/>
                </a:cubicBezTo>
                <a:close/>
                <a:moveTo>
                  <a:pt x="4546902" y="3204217"/>
                </a:moveTo>
                <a:lnTo>
                  <a:pt x="4546791" y="3204531"/>
                </a:lnTo>
                <a:lnTo>
                  <a:pt x="4547126" y="3204679"/>
                </a:lnTo>
                <a:lnTo>
                  <a:pt x="4547269" y="3204536"/>
                </a:lnTo>
                <a:close/>
                <a:moveTo>
                  <a:pt x="5365205" y="3203575"/>
                </a:moveTo>
                <a:cubicBezTo>
                  <a:pt x="5374083" y="3212660"/>
                  <a:pt x="5369822" y="3217384"/>
                  <a:pt x="5371952" y="3224288"/>
                </a:cubicBezTo>
                <a:cubicBezTo>
                  <a:pt x="5360944" y="3233373"/>
                  <a:pt x="5351711" y="3233373"/>
                  <a:pt x="5347450" y="3222108"/>
                </a:cubicBezTo>
                <a:cubicBezTo>
                  <a:pt x="5358458" y="3217384"/>
                  <a:pt x="5351711" y="3208299"/>
                  <a:pt x="5365205" y="3203575"/>
                </a:cubicBezTo>
                <a:close/>
                <a:moveTo>
                  <a:pt x="4913134" y="3201513"/>
                </a:moveTo>
                <a:cubicBezTo>
                  <a:pt x="4915291" y="3226496"/>
                  <a:pt x="4881144" y="3222151"/>
                  <a:pt x="4870002" y="3233375"/>
                </a:cubicBezTo>
                <a:cubicBezTo>
                  <a:pt x="4858500" y="3229030"/>
                  <a:pt x="4872158" y="3212737"/>
                  <a:pt x="4863173" y="3215272"/>
                </a:cubicBezTo>
                <a:cubicBezTo>
                  <a:pt x="4872158" y="3208392"/>
                  <a:pt x="4896959" y="3192462"/>
                  <a:pt x="4896959" y="3217444"/>
                </a:cubicBezTo>
                <a:cubicBezTo>
                  <a:pt x="4903789" y="3212737"/>
                  <a:pt x="4899475" y="3199341"/>
                  <a:pt x="4913134" y="3201513"/>
                </a:cubicBezTo>
                <a:close/>
                <a:moveTo>
                  <a:pt x="4523653" y="3199423"/>
                </a:moveTo>
                <a:lnTo>
                  <a:pt x="4520691" y="3205346"/>
                </a:lnTo>
                <a:lnTo>
                  <a:pt x="4524219" y="3199897"/>
                </a:lnTo>
                <a:close/>
                <a:moveTo>
                  <a:pt x="4835505" y="3198393"/>
                </a:moveTo>
                <a:cubicBezTo>
                  <a:pt x="4838669" y="3198359"/>
                  <a:pt x="4841096" y="3199655"/>
                  <a:pt x="4842265" y="3203111"/>
                </a:cubicBezTo>
                <a:cubicBezTo>
                  <a:pt x="4834353" y="3203111"/>
                  <a:pt x="4830936" y="3203111"/>
                  <a:pt x="4828643" y="3205112"/>
                </a:cubicBezTo>
                <a:lnTo>
                  <a:pt x="4822487" y="3217647"/>
                </a:lnTo>
                <a:lnTo>
                  <a:pt x="4827972" y="3219853"/>
                </a:lnTo>
                <a:cubicBezTo>
                  <a:pt x="4821011" y="3231226"/>
                  <a:pt x="4818446" y="3235846"/>
                  <a:pt x="4827972" y="3248996"/>
                </a:cubicBezTo>
                <a:cubicBezTo>
                  <a:pt x="4804525" y="3260369"/>
                  <a:pt x="4816248" y="3222340"/>
                  <a:pt x="4809288" y="3222340"/>
                </a:cubicBezTo>
                <a:cubicBezTo>
                  <a:pt x="4809288" y="3217720"/>
                  <a:pt x="4811486" y="3217720"/>
                  <a:pt x="4814050" y="3217720"/>
                </a:cubicBezTo>
                <a:lnTo>
                  <a:pt x="4818093" y="3217333"/>
                </a:lnTo>
                <a:lnTo>
                  <a:pt x="4815021" y="3215839"/>
                </a:lnTo>
                <a:cubicBezTo>
                  <a:pt x="4807198" y="3215344"/>
                  <a:pt x="4797757" y="3220937"/>
                  <a:pt x="4801264" y="3212206"/>
                </a:cubicBezTo>
                <a:cubicBezTo>
                  <a:pt x="4809896" y="3210569"/>
                  <a:pt x="4826013" y="3198495"/>
                  <a:pt x="4835505" y="3198393"/>
                </a:cubicBezTo>
                <a:close/>
                <a:moveTo>
                  <a:pt x="4625264" y="3182161"/>
                </a:moveTo>
                <a:lnTo>
                  <a:pt x="4619371" y="3186261"/>
                </a:lnTo>
                <a:lnTo>
                  <a:pt x="4619621" y="3186678"/>
                </a:lnTo>
                <a:cubicBezTo>
                  <a:pt x="4622186" y="3188388"/>
                  <a:pt x="4624526" y="3190098"/>
                  <a:pt x="4622366" y="3193518"/>
                </a:cubicBezTo>
                <a:cubicBezTo>
                  <a:pt x="4625786" y="3194598"/>
                  <a:pt x="4629206" y="3192888"/>
                  <a:pt x="4632627" y="3190053"/>
                </a:cubicBezTo>
                <a:lnTo>
                  <a:pt x="4639150" y="3183558"/>
                </a:lnTo>
                <a:close/>
                <a:moveTo>
                  <a:pt x="457270" y="3182026"/>
                </a:moveTo>
                <a:cubicBezTo>
                  <a:pt x="434587" y="3179866"/>
                  <a:pt x="436748" y="3211542"/>
                  <a:pt x="441428" y="3220541"/>
                </a:cubicBezTo>
                <a:cubicBezTo>
                  <a:pt x="461950" y="3220541"/>
                  <a:pt x="443588" y="3195704"/>
                  <a:pt x="457270" y="3182026"/>
                </a:cubicBezTo>
                <a:close/>
                <a:moveTo>
                  <a:pt x="4829564" y="3179666"/>
                </a:moveTo>
                <a:cubicBezTo>
                  <a:pt x="4811164" y="3183973"/>
                  <a:pt x="4804309" y="3188638"/>
                  <a:pt x="4813689" y="3200124"/>
                </a:cubicBezTo>
                <a:cubicBezTo>
                  <a:pt x="4795289" y="3206584"/>
                  <a:pt x="4813689" y="3188638"/>
                  <a:pt x="4799979" y="3186485"/>
                </a:cubicBezTo>
                <a:cubicBezTo>
                  <a:pt x="4790598" y="3204431"/>
                  <a:pt x="4761013" y="3190792"/>
                  <a:pt x="4763539" y="3211250"/>
                </a:cubicBezTo>
                <a:cubicBezTo>
                  <a:pt x="4751994" y="3195458"/>
                  <a:pt x="4742974" y="3215916"/>
                  <a:pt x="4726738" y="3206584"/>
                </a:cubicBezTo>
                <a:cubicBezTo>
                  <a:pt x="4756684" y="3193304"/>
                  <a:pt x="4804309" y="3175000"/>
                  <a:pt x="4829564" y="3179666"/>
                </a:cubicBezTo>
                <a:close/>
                <a:moveTo>
                  <a:pt x="4618098" y="3179455"/>
                </a:moveTo>
                <a:lnTo>
                  <a:pt x="4615526" y="3179837"/>
                </a:lnTo>
                <a:lnTo>
                  <a:pt x="4616282" y="3181101"/>
                </a:lnTo>
                <a:lnTo>
                  <a:pt x="4617919" y="3179670"/>
                </a:lnTo>
                <a:close/>
                <a:moveTo>
                  <a:pt x="4701927" y="3163636"/>
                </a:moveTo>
                <a:cubicBezTo>
                  <a:pt x="4692747" y="3167056"/>
                  <a:pt x="4683117" y="3168226"/>
                  <a:pt x="4673487" y="3169981"/>
                </a:cubicBezTo>
                <a:lnTo>
                  <a:pt x="4658345" y="3175229"/>
                </a:lnTo>
                <a:lnTo>
                  <a:pt x="4656300" y="3178784"/>
                </a:lnTo>
                <a:lnTo>
                  <a:pt x="4670067" y="3177497"/>
                </a:lnTo>
                <a:cubicBezTo>
                  <a:pt x="4677987" y="3175787"/>
                  <a:pt x="4685907" y="3174077"/>
                  <a:pt x="4695087" y="3175157"/>
                </a:cubicBezTo>
                <a:cubicBezTo>
                  <a:pt x="4695087" y="3175157"/>
                  <a:pt x="4695087" y="3175157"/>
                  <a:pt x="4701927" y="3163636"/>
                </a:cubicBezTo>
                <a:close/>
                <a:moveTo>
                  <a:pt x="4856705" y="3157405"/>
                </a:moveTo>
                <a:cubicBezTo>
                  <a:pt x="4860106" y="3156376"/>
                  <a:pt x="4864268" y="3156694"/>
                  <a:pt x="4869263" y="3159059"/>
                </a:cubicBezTo>
                <a:cubicBezTo>
                  <a:pt x="4862603" y="3168154"/>
                  <a:pt x="4853490" y="3179795"/>
                  <a:pt x="4844728" y="3184161"/>
                </a:cubicBezTo>
                <a:cubicBezTo>
                  <a:pt x="4843151" y="3175703"/>
                  <a:pt x="4846502" y="3160491"/>
                  <a:pt x="4856705" y="3157405"/>
                </a:cubicBezTo>
                <a:close/>
                <a:moveTo>
                  <a:pt x="4741437" y="3152019"/>
                </a:moveTo>
                <a:cubicBezTo>
                  <a:pt x="4734619" y="3150248"/>
                  <a:pt x="4720107" y="3155715"/>
                  <a:pt x="4713087" y="3152475"/>
                </a:cubicBezTo>
                <a:cubicBezTo>
                  <a:pt x="4713087" y="3156795"/>
                  <a:pt x="4713087" y="3161476"/>
                  <a:pt x="4710927" y="3166156"/>
                </a:cubicBezTo>
                <a:cubicBezTo>
                  <a:pt x="4724607" y="3172997"/>
                  <a:pt x="4731447" y="3152475"/>
                  <a:pt x="4745127" y="3156795"/>
                </a:cubicBezTo>
                <a:cubicBezTo>
                  <a:pt x="4745127" y="3154005"/>
                  <a:pt x="4743709" y="3152610"/>
                  <a:pt x="4741437" y="3152019"/>
                </a:cubicBezTo>
                <a:close/>
                <a:moveTo>
                  <a:pt x="5809050" y="3140075"/>
                </a:moveTo>
                <a:cubicBezTo>
                  <a:pt x="5809050" y="3151364"/>
                  <a:pt x="5804696" y="3171472"/>
                  <a:pt x="5790907" y="3171472"/>
                </a:cubicBezTo>
                <a:cubicBezTo>
                  <a:pt x="5784013" y="3162300"/>
                  <a:pt x="5799979" y="3151364"/>
                  <a:pt x="5809050" y="3140075"/>
                </a:cubicBezTo>
                <a:close/>
                <a:moveTo>
                  <a:pt x="4785211" y="3139863"/>
                </a:moveTo>
                <a:cubicBezTo>
                  <a:pt x="4776875" y="3137939"/>
                  <a:pt x="4761147" y="3145635"/>
                  <a:pt x="4754127" y="3145635"/>
                </a:cubicBezTo>
                <a:cubicBezTo>
                  <a:pt x="4749807" y="3156795"/>
                  <a:pt x="4756647" y="3152475"/>
                  <a:pt x="4765647" y="3154635"/>
                </a:cubicBezTo>
                <a:cubicBezTo>
                  <a:pt x="4760967" y="3168316"/>
                  <a:pt x="4751967" y="3163636"/>
                  <a:pt x="4747287" y="3175157"/>
                </a:cubicBezTo>
                <a:cubicBezTo>
                  <a:pt x="4758807" y="3176237"/>
                  <a:pt x="4766817" y="3172277"/>
                  <a:pt x="4773342" y="3166336"/>
                </a:cubicBezTo>
                <a:lnTo>
                  <a:pt x="4788476" y="3148062"/>
                </a:lnTo>
                <a:lnTo>
                  <a:pt x="4783447" y="3145174"/>
                </a:lnTo>
                <a:cubicBezTo>
                  <a:pt x="4783447" y="3142294"/>
                  <a:pt x="4784167" y="3141124"/>
                  <a:pt x="4785213" y="3140708"/>
                </a:cubicBezTo>
                <a:lnTo>
                  <a:pt x="4785994" y="3140720"/>
                </a:lnTo>
                <a:close/>
                <a:moveTo>
                  <a:pt x="4865656" y="3139353"/>
                </a:moveTo>
                <a:lnTo>
                  <a:pt x="4868608" y="3140144"/>
                </a:lnTo>
                <a:cubicBezTo>
                  <a:pt x="4870318" y="3140954"/>
                  <a:pt x="4871488" y="3142035"/>
                  <a:pt x="4870408" y="3143115"/>
                </a:cubicBezTo>
                <a:close/>
                <a:moveTo>
                  <a:pt x="4864177" y="3138183"/>
                </a:moveTo>
                <a:lnTo>
                  <a:pt x="4865656" y="3139353"/>
                </a:lnTo>
                <a:lnTo>
                  <a:pt x="4863568" y="3138794"/>
                </a:lnTo>
                <a:close/>
                <a:moveTo>
                  <a:pt x="307698" y="3133323"/>
                </a:moveTo>
                <a:cubicBezTo>
                  <a:pt x="323448" y="3140227"/>
                  <a:pt x="328102" y="3128962"/>
                  <a:pt x="341705" y="3133323"/>
                </a:cubicBezTo>
                <a:cubicBezTo>
                  <a:pt x="337051" y="3158761"/>
                  <a:pt x="319153" y="3128962"/>
                  <a:pt x="312351" y="3154037"/>
                </a:cubicBezTo>
                <a:cubicBezTo>
                  <a:pt x="312351" y="3147132"/>
                  <a:pt x="305550" y="3142408"/>
                  <a:pt x="307698" y="3133323"/>
                </a:cubicBezTo>
                <a:close/>
                <a:moveTo>
                  <a:pt x="5251836" y="3124200"/>
                </a:moveTo>
                <a:cubicBezTo>
                  <a:pt x="5251836" y="3138009"/>
                  <a:pt x="5228917" y="3153998"/>
                  <a:pt x="5217275" y="3149274"/>
                </a:cubicBezTo>
                <a:cubicBezTo>
                  <a:pt x="5217275" y="3138009"/>
                  <a:pt x="5240558" y="3133285"/>
                  <a:pt x="5251836" y="3124200"/>
                </a:cubicBezTo>
                <a:close/>
                <a:moveTo>
                  <a:pt x="4829368" y="3118273"/>
                </a:moveTo>
                <a:cubicBezTo>
                  <a:pt x="4827028" y="3121693"/>
                  <a:pt x="4824778" y="3126823"/>
                  <a:pt x="4821943" y="3129974"/>
                </a:cubicBezTo>
                <a:lnTo>
                  <a:pt x="4819751" y="3131249"/>
                </a:lnTo>
                <a:lnTo>
                  <a:pt x="4819546" y="3136770"/>
                </a:lnTo>
                <a:cubicBezTo>
                  <a:pt x="4817256" y="3141552"/>
                  <a:pt x="4813262" y="3145399"/>
                  <a:pt x="4808694" y="3147965"/>
                </a:cubicBezTo>
                <a:lnTo>
                  <a:pt x="4800899" y="3149873"/>
                </a:lnTo>
                <a:lnTo>
                  <a:pt x="4799313" y="3155260"/>
                </a:lnTo>
                <a:cubicBezTo>
                  <a:pt x="4799938" y="3157245"/>
                  <a:pt x="4802098" y="3159226"/>
                  <a:pt x="4806688" y="3161476"/>
                </a:cubicBezTo>
                <a:cubicBezTo>
                  <a:pt x="4815688" y="3156795"/>
                  <a:pt x="4820368" y="3127273"/>
                  <a:pt x="4840528" y="3129794"/>
                </a:cubicBezTo>
                <a:lnTo>
                  <a:pt x="4839623" y="3124398"/>
                </a:lnTo>
                <a:lnTo>
                  <a:pt x="4836450" y="3123947"/>
                </a:lnTo>
                <a:lnTo>
                  <a:pt x="4830628" y="3118783"/>
                </a:lnTo>
                <a:close/>
                <a:moveTo>
                  <a:pt x="5750351" y="3106737"/>
                </a:moveTo>
                <a:cubicBezTo>
                  <a:pt x="5754984" y="3113490"/>
                  <a:pt x="5746075" y="3118110"/>
                  <a:pt x="5750351" y="3122730"/>
                </a:cubicBezTo>
                <a:cubicBezTo>
                  <a:pt x="5757122" y="3122730"/>
                  <a:pt x="5766032" y="3122730"/>
                  <a:pt x="5772803" y="3120242"/>
                </a:cubicBezTo>
                <a:cubicBezTo>
                  <a:pt x="5782069" y="3129483"/>
                  <a:pt x="5766032" y="3138368"/>
                  <a:pt x="5770665" y="3145121"/>
                </a:cubicBezTo>
                <a:cubicBezTo>
                  <a:pt x="5759261" y="3140501"/>
                  <a:pt x="5748213" y="3154006"/>
                  <a:pt x="5736809" y="3142633"/>
                </a:cubicBezTo>
                <a:cubicBezTo>
                  <a:pt x="5757122" y="3129483"/>
                  <a:pt x="5730038" y="3120242"/>
                  <a:pt x="5750351" y="3106737"/>
                </a:cubicBezTo>
                <a:close/>
                <a:moveTo>
                  <a:pt x="5484769" y="3106737"/>
                </a:moveTo>
                <a:cubicBezTo>
                  <a:pt x="5494071" y="3116038"/>
                  <a:pt x="5496303" y="3124982"/>
                  <a:pt x="5484769" y="3131779"/>
                </a:cubicBezTo>
                <a:cubicBezTo>
                  <a:pt x="5472863" y="3129633"/>
                  <a:pt x="5475095" y="3113534"/>
                  <a:pt x="5484769" y="3106737"/>
                </a:cubicBezTo>
                <a:close/>
                <a:moveTo>
                  <a:pt x="4924008" y="3097051"/>
                </a:moveTo>
                <a:lnTo>
                  <a:pt x="4910710" y="3097739"/>
                </a:lnTo>
                <a:lnTo>
                  <a:pt x="4902350" y="3103403"/>
                </a:lnTo>
                <a:lnTo>
                  <a:pt x="4902135" y="3105321"/>
                </a:lnTo>
                <a:lnTo>
                  <a:pt x="4912776" y="3102100"/>
                </a:lnTo>
                <a:close/>
                <a:moveTo>
                  <a:pt x="5508494" y="3087687"/>
                </a:moveTo>
                <a:cubicBezTo>
                  <a:pt x="5513080" y="3092524"/>
                  <a:pt x="5508494" y="3096989"/>
                  <a:pt x="5513080" y="3101826"/>
                </a:cubicBezTo>
                <a:cubicBezTo>
                  <a:pt x="5519782" y="3094756"/>
                  <a:pt x="5519782" y="3094756"/>
                  <a:pt x="5519782" y="3094756"/>
                </a:cubicBezTo>
                <a:cubicBezTo>
                  <a:pt x="5526485" y="3111128"/>
                  <a:pt x="5508494" y="3099593"/>
                  <a:pt x="5504260" y="3108895"/>
                </a:cubicBezTo>
                <a:cubicBezTo>
                  <a:pt x="5495088" y="3096989"/>
                  <a:pt x="5495088" y="3096989"/>
                  <a:pt x="5495088" y="3096989"/>
                </a:cubicBezTo>
                <a:cubicBezTo>
                  <a:pt x="5508494" y="3087687"/>
                  <a:pt x="5508494" y="3087687"/>
                  <a:pt x="5508494" y="3087687"/>
                </a:cubicBezTo>
                <a:close/>
                <a:moveTo>
                  <a:pt x="236622" y="3068637"/>
                </a:moveTo>
                <a:cubicBezTo>
                  <a:pt x="239131" y="3091128"/>
                  <a:pt x="261715" y="3100410"/>
                  <a:pt x="257055" y="3125043"/>
                </a:cubicBezTo>
                <a:cubicBezTo>
                  <a:pt x="263866" y="3127185"/>
                  <a:pt x="263866" y="3122901"/>
                  <a:pt x="268526" y="3122901"/>
                </a:cubicBezTo>
                <a:cubicBezTo>
                  <a:pt x="266016" y="3113619"/>
                  <a:pt x="268526" y="3102552"/>
                  <a:pt x="266016" y="3093627"/>
                </a:cubicBezTo>
                <a:cubicBezTo>
                  <a:pt x="277487" y="3093627"/>
                  <a:pt x="297920" y="3109335"/>
                  <a:pt x="306882" y="3086844"/>
                </a:cubicBezTo>
                <a:cubicBezTo>
                  <a:pt x="322654" y="3106836"/>
                  <a:pt x="272827" y="3106836"/>
                  <a:pt x="270676" y="3133968"/>
                </a:cubicBezTo>
                <a:cubicBezTo>
                  <a:pt x="254904" y="3131826"/>
                  <a:pt x="241282" y="3136467"/>
                  <a:pt x="232320" y="3142893"/>
                </a:cubicBezTo>
                <a:cubicBezTo>
                  <a:pt x="225510" y="3131826"/>
                  <a:pt x="216189" y="3122901"/>
                  <a:pt x="211888" y="3111477"/>
                </a:cubicBezTo>
                <a:cubicBezTo>
                  <a:pt x="216189" y="3097911"/>
                  <a:pt x="223000" y="3095769"/>
                  <a:pt x="234471" y="3093627"/>
                </a:cubicBezTo>
                <a:cubicBezTo>
                  <a:pt x="227660" y="3084345"/>
                  <a:pt x="234471" y="3084345"/>
                  <a:pt x="236622" y="3068637"/>
                </a:cubicBezTo>
                <a:close/>
                <a:moveTo>
                  <a:pt x="272159" y="3056008"/>
                </a:moveTo>
                <a:cubicBezTo>
                  <a:pt x="274656" y="3074202"/>
                  <a:pt x="292493" y="3049587"/>
                  <a:pt x="288212" y="3080980"/>
                </a:cubicBezTo>
                <a:cubicBezTo>
                  <a:pt x="270018" y="3076342"/>
                  <a:pt x="270018" y="3076342"/>
                  <a:pt x="270018" y="3076342"/>
                </a:cubicBezTo>
                <a:cubicBezTo>
                  <a:pt x="272159" y="3065283"/>
                  <a:pt x="261100" y="3067424"/>
                  <a:pt x="272159" y="3056008"/>
                </a:cubicBezTo>
                <a:close/>
                <a:moveTo>
                  <a:pt x="4215383" y="3048428"/>
                </a:moveTo>
                <a:cubicBezTo>
                  <a:pt x="4209263" y="3049283"/>
                  <a:pt x="4202648" y="3050858"/>
                  <a:pt x="4196573" y="3051972"/>
                </a:cubicBezTo>
                <a:lnTo>
                  <a:pt x="4192107" y="3052195"/>
                </a:lnTo>
                <a:lnTo>
                  <a:pt x="4192450" y="3054006"/>
                </a:lnTo>
                <a:cubicBezTo>
                  <a:pt x="4193952" y="3055553"/>
                  <a:pt x="4196674" y="3055800"/>
                  <a:pt x="4201265" y="3054090"/>
                </a:cubicBezTo>
                <a:lnTo>
                  <a:pt x="4199927" y="3058818"/>
                </a:lnTo>
                <a:lnTo>
                  <a:pt x="4205123" y="3058689"/>
                </a:lnTo>
                <a:cubicBezTo>
                  <a:pt x="4216193" y="3057518"/>
                  <a:pt x="4228703" y="3055808"/>
                  <a:pt x="4237883" y="3061389"/>
                </a:cubicBezTo>
                <a:cubicBezTo>
                  <a:pt x="4237883" y="3047888"/>
                  <a:pt x="4227623" y="3046718"/>
                  <a:pt x="4215383" y="3048428"/>
                </a:cubicBezTo>
                <a:close/>
                <a:moveTo>
                  <a:pt x="4388844" y="3045528"/>
                </a:moveTo>
                <a:lnTo>
                  <a:pt x="4383325" y="3048068"/>
                </a:lnTo>
                <a:lnTo>
                  <a:pt x="4388506" y="3047689"/>
                </a:lnTo>
                <a:close/>
                <a:moveTo>
                  <a:pt x="4306351" y="3042775"/>
                </a:moveTo>
                <a:lnTo>
                  <a:pt x="4293955" y="3045572"/>
                </a:lnTo>
                <a:lnTo>
                  <a:pt x="4292058" y="3047264"/>
                </a:lnTo>
                <a:lnTo>
                  <a:pt x="4288455" y="3048398"/>
                </a:lnTo>
                <a:lnTo>
                  <a:pt x="4278406" y="3053609"/>
                </a:lnTo>
                <a:cubicBezTo>
                  <a:pt x="4273343" y="3056304"/>
                  <a:pt x="4268663" y="3058599"/>
                  <a:pt x="4265243" y="3059229"/>
                </a:cubicBezTo>
                <a:cubicBezTo>
                  <a:pt x="4281084" y="3068229"/>
                  <a:pt x="4294764" y="3043388"/>
                  <a:pt x="4310604" y="3052748"/>
                </a:cubicBezTo>
                <a:lnTo>
                  <a:pt x="4308468" y="3047738"/>
                </a:lnTo>
                <a:lnTo>
                  <a:pt x="4308197" y="3047610"/>
                </a:lnTo>
                <a:lnTo>
                  <a:pt x="4308331" y="3047416"/>
                </a:lnTo>
                <a:close/>
                <a:moveTo>
                  <a:pt x="5868122" y="3040271"/>
                </a:moveTo>
                <a:cubicBezTo>
                  <a:pt x="5872140" y="3039740"/>
                  <a:pt x="5875638" y="3041211"/>
                  <a:pt x="5877321" y="3045827"/>
                </a:cubicBezTo>
                <a:cubicBezTo>
                  <a:pt x="5870590" y="3056689"/>
                  <a:pt x="5861735" y="3052706"/>
                  <a:pt x="5852879" y="3068275"/>
                </a:cubicBezTo>
                <a:cubicBezTo>
                  <a:pt x="5839329" y="3061486"/>
                  <a:pt x="5856067" y="3041867"/>
                  <a:pt x="5868122" y="3040271"/>
                </a:cubicBezTo>
                <a:close/>
                <a:moveTo>
                  <a:pt x="4407815" y="3036798"/>
                </a:moveTo>
                <a:lnTo>
                  <a:pt x="4405764" y="3037741"/>
                </a:lnTo>
                <a:lnTo>
                  <a:pt x="4408287" y="3038609"/>
                </a:lnTo>
                <a:close/>
                <a:moveTo>
                  <a:pt x="4095727" y="3030787"/>
                </a:moveTo>
                <a:cubicBezTo>
                  <a:pt x="4090642" y="3030517"/>
                  <a:pt x="4083262" y="3032227"/>
                  <a:pt x="4078762" y="3032227"/>
                </a:cubicBezTo>
                <a:lnTo>
                  <a:pt x="4078350" y="3033432"/>
                </a:lnTo>
                <a:lnTo>
                  <a:pt x="4078493" y="3033929"/>
                </a:lnTo>
                <a:lnTo>
                  <a:pt x="4078252" y="3033717"/>
                </a:lnTo>
                <a:lnTo>
                  <a:pt x="4075297" y="3042353"/>
                </a:lnTo>
                <a:cubicBezTo>
                  <a:pt x="4075004" y="3043500"/>
                  <a:pt x="4074431" y="3044659"/>
                  <a:pt x="4072940" y="3046251"/>
                </a:cubicBezTo>
                <a:lnTo>
                  <a:pt x="4071466" y="3047470"/>
                </a:lnTo>
                <a:lnTo>
                  <a:pt x="4070645" y="3052611"/>
                </a:lnTo>
                <a:lnTo>
                  <a:pt x="4067967" y="3052987"/>
                </a:lnTo>
                <a:lnTo>
                  <a:pt x="4075128" y="3053581"/>
                </a:lnTo>
                <a:cubicBezTo>
                  <a:pt x="4083667" y="3048653"/>
                  <a:pt x="4088662" y="3030967"/>
                  <a:pt x="4098922" y="3041228"/>
                </a:cubicBezTo>
                <a:lnTo>
                  <a:pt x="4100954" y="3033265"/>
                </a:lnTo>
                <a:lnTo>
                  <a:pt x="4100871" y="3033087"/>
                </a:lnTo>
                <a:close/>
                <a:moveTo>
                  <a:pt x="4032443" y="3029717"/>
                </a:moveTo>
                <a:lnTo>
                  <a:pt x="4031748" y="3034279"/>
                </a:lnTo>
                <a:lnTo>
                  <a:pt x="4035202" y="3030067"/>
                </a:lnTo>
                <a:close/>
                <a:moveTo>
                  <a:pt x="4335804" y="3027547"/>
                </a:moveTo>
                <a:lnTo>
                  <a:pt x="4335394" y="3028367"/>
                </a:lnTo>
                <a:lnTo>
                  <a:pt x="4336572" y="3028072"/>
                </a:lnTo>
                <a:close/>
                <a:moveTo>
                  <a:pt x="5916912" y="3025775"/>
                </a:moveTo>
                <a:cubicBezTo>
                  <a:pt x="5923355" y="3032760"/>
                  <a:pt x="5900803" y="3048936"/>
                  <a:pt x="5894001" y="3060332"/>
                </a:cubicBezTo>
                <a:cubicBezTo>
                  <a:pt x="5887200" y="3044156"/>
                  <a:pt x="5910110" y="3032760"/>
                  <a:pt x="5916912" y="3025775"/>
                </a:cubicBezTo>
                <a:close/>
                <a:moveTo>
                  <a:pt x="4193693" y="3015486"/>
                </a:moveTo>
                <a:cubicBezTo>
                  <a:pt x="4190003" y="3016926"/>
                  <a:pt x="4186583" y="3019806"/>
                  <a:pt x="4183163" y="3023226"/>
                </a:cubicBezTo>
                <a:lnTo>
                  <a:pt x="4192937" y="3024900"/>
                </a:lnTo>
                <a:lnTo>
                  <a:pt x="4194425" y="3022768"/>
                </a:lnTo>
                <a:lnTo>
                  <a:pt x="4194080" y="3025096"/>
                </a:lnTo>
                <a:lnTo>
                  <a:pt x="4197878" y="3025746"/>
                </a:lnTo>
                <a:cubicBezTo>
                  <a:pt x="4202423" y="3023766"/>
                  <a:pt x="4205843" y="3019806"/>
                  <a:pt x="4205843" y="3016386"/>
                </a:cubicBezTo>
                <a:cubicBezTo>
                  <a:pt x="4201343" y="3014046"/>
                  <a:pt x="4197383" y="3014046"/>
                  <a:pt x="4193693" y="3015486"/>
                </a:cubicBezTo>
                <a:close/>
                <a:moveTo>
                  <a:pt x="4361576" y="3011879"/>
                </a:moveTo>
                <a:lnTo>
                  <a:pt x="4357928" y="3015297"/>
                </a:lnTo>
                <a:lnTo>
                  <a:pt x="4360644" y="3016386"/>
                </a:lnTo>
                <a:close/>
                <a:moveTo>
                  <a:pt x="4072727" y="3011063"/>
                </a:moveTo>
                <a:lnTo>
                  <a:pt x="4071568" y="3011132"/>
                </a:lnTo>
                <a:lnTo>
                  <a:pt x="4071111" y="3011435"/>
                </a:lnTo>
                <a:lnTo>
                  <a:pt x="4072102" y="3011743"/>
                </a:lnTo>
                <a:lnTo>
                  <a:pt x="4074764" y="3020983"/>
                </a:lnTo>
                <a:lnTo>
                  <a:pt x="4083892" y="3019986"/>
                </a:lnTo>
                <a:cubicBezTo>
                  <a:pt x="4087717" y="3019581"/>
                  <a:pt x="4091475" y="3019536"/>
                  <a:pt x="4095131" y="3020875"/>
                </a:cubicBezTo>
                <a:lnTo>
                  <a:pt x="4095170" y="3020909"/>
                </a:lnTo>
                <a:lnTo>
                  <a:pt x="4094913" y="3020360"/>
                </a:lnTo>
                <a:cubicBezTo>
                  <a:pt x="4099439" y="3013542"/>
                  <a:pt x="4104598" y="3015247"/>
                  <a:pt x="4110618" y="3016099"/>
                </a:cubicBezTo>
                <a:lnTo>
                  <a:pt x="4116136" y="3015796"/>
                </a:lnTo>
                <a:lnTo>
                  <a:pt x="4117283" y="3013866"/>
                </a:lnTo>
                <a:lnTo>
                  <a:pt x="4093482" y="3011102"/>
                </a:lnTo>
                <a:lnTo>
                  <a:pt x="4091641" y="3011720"/>
                </a:lnTo>
                <a:cubicBezTo>
                  <a:pt x="4086347" y="3012780"/>
                  <a:pt x="4081203" y="3013198"/>
                  <a:pt x="4076380" y="3012563"/>
                </a:cubicBezTo>
                <a:close/>
                <a:moveTo>
                  <a:pt x="4367008" y="3006788"/>
                </a:moveTo>
                <a:lnTo>
                  <a:pt x="4366487" y="3007276"/>
                </a:lnTo>
                <a:lnTo>
                  <a:pt x="4367461" y="3007031"/>
                </a:lnTo>
                <a:lnTo>
                  <a:pt x="4367450" y="3007008"/>
                </a:lnTo>
                <a:close/>
                <a:moveTo>
                  <a:pt x="4324238" y="3006301"/>
                </a:moveTo>
                <a:lnTo>
                  <a:pt x="4315284" y="3011706"/>
                </a:lnTo>
                <a:cubicBezTo>
                  <a:pt x="4323204" y="3015126"/>
                  <a:pt x="4330584" y="3013416"/>
                  <a:pt x="4337964" y="3012290"/>
                </a:cubicBezTo>
                <a:lnTo>
                  <a:pt x="4338159" y="3012281"/>
                </a:lnTo>
                <a:lnTo>
                  <a:pt x="4324039" y="3006568"/>
                </a:lnTo>
                <a:close/>
                <a:moveTo>
                  <a:pt x="5786830" y="2997200"/>
                </a:moveTo>
                <a:cubicBezTo>
                  <a:pt x="5784681" y="3022270"/>
                  <a:pt x="5764271" y="3042327"/>
                  <a:pt x="5739563" y="3055579"/>
                </a:cubicBezTo>
                <a:cubicBezTo>
                  <a:pt x="5746367" y="3035880"/>
                  <a:pt x="5759616" y="2997200"/>
                  <a:pt x="5786830" y="2997200"/>
                </a:cubicBezTo>
                <a:close/>
                <a:moveTo>
                  <a:pt x="3630322" y="2994339"/>
                </a:moveTo>
                <a:lnTo>
                  <a:pt x="3621390" y="3001287"/>
                </a:lnTo>
                <a:lnTo>
                  <a:pt x="3621348" y="3004042"/>
                </a:lnTo>
                <a:lnTo>
                  <a:pt x="3627725" y="3009088"/>
                </a:lnTo>
                <a:close/>
                <a:moveTo>
                  <a:pt x="4547065" y="2992982"/>
                </a:moveTo>
                <a:lnTo>
                  <a:pt x="4537162" y="2993210"/>
                </a:lnTo>
                <a:lnTo>
                  <a:pt x="4540466" y="3003373"/>
                </a:lnTo>
                <a:lnTo>
                  <a:pt x="4544423" y="3006464"/>
                </a:lnTo>
                <a:lnTo>
                  <a:pt x="4545360" y="3005810"/>
                </a:lnTo>
                <a:cubicBezTo>
                  <a:pt x="4546046" y="3004393"/>
                  <a:pt x="4546586" y="3001985"/>
                  <a:pt x="4547126" y="2998025"/>
                </a:cubicBezTo>
                <a:cubicBezTo>
                  <a:pt x="4548206" y="3000365"/>
                  <a:pt x="4547666" y="3002615"/>
                  <a:pt x="4547711" y="3004865"/>
                </a:cubicBezTo>
                <a:lnTo>
                  <a:pt x="4550589" y="3009673"/>
                </a:lnTo>
                <a:lnTo>
                  <a:pt x="4560583" y="3004408"/>
                </a:lnTo>
                <a:cubicBezTo>
                  <a:pt x="4558243" y="3000988"/>
                  <a:pt x="4554823" y="2999278"/>
                  <a:pt x="4551447" y="2997297"/>
                </a:cubicBezTo>
                <a:close/>
                <a:moveTo>
                  <a:pt x="4603788" y="2992887"/>
                </a:moveTo>
                <a:lnTo>
                  <a:pt x="4603654" y="2993581"/>
                </a:lnTo>
                <a:lnTo>
                  <a:pt x="4605583" y="2993342"/>
                </a:lnTo>
                <a:close/>
                <a:moveTo>
                  <a:pt x="538976" y="2991057"/>
                </a:moveTo>
                <a:cubicBezTo>
                  <a:pt x="525069" y="2995191"/>
                  <a:pt x="517036" y="3010511"/>
                  <a:pt x="505155" y="3020769"/>
                </a:cubicBezTo>
                <a:cubicBezTo>
                  <a:pt x="511996" y="3048126"/>
                  <a:pt x="562041" y="3048126"/>
                  <a:pt x="566361" y="3018610"/>
                </a:cubicBezTo>
                <a:cubicBezTo>
                  <a:pt x="550520" y="3020769"/>
                  <a:pt x="555200" y="3004932"/>
                  <a:pt x="555200" y="2991254"/>
                </a:cubicBezTo>
                <a:cubicBezTo>
                  <a:pt x="548900" y="2989544"/>
                  <a:pt x="543611" y="2989679"/>
                  <a:pt x="538976" y="2991057"/>
                </a:cubicBezTo>
                <a:close/>
                <a:moveTo>
                  <a:pt x="5461339" y="2990762"/>
                </a:moveTo>
                <a:cubicBezTo>
                  <a:pt x="5472503" y="3020256"/>
                  <a:pt x="5433969" y="3006588"/>
                  <a:pt x="5415602" y="3031765"/>
                </a:cubicBezTo>
                <a:cubicBezTo>
                  <a:pt x="5408760" y="3027089"/>
                  <a:pt x="5413442" y="3022773"/>
                  <a:pt x="5408760" y="3018098"/>
                </a:cubicBezTo>
                <a:cubicBezTo>
                  <a:pt x="5404438" y="3022773"/>
                  <a:pt x="5399757" y="3018098"/>
                  <a:pt x="5395075" y="3022773"/>
                </a:cubicBezTo>
                <a:cubicBezTo>
                  <a:pt x="5406599" y="2986087"/>
                  <a:pt x="5440811" y="3009106"/>
                  <a:pt x="5461339" y="2990762"/>
                </a:cubicBezTo>
                <a:close/>
                <a:moveTo>
                  <a:pt x="4622150" y="2990727"/>
                </a:moveTo>
                <a:lnTo>
                  <a:pt x="4622069" y="2991295"/>
                </a:lnTo>
                <a:lnTo>
                  <a:pt x="4622890" y="2991193"/>
                </a:lnTo>
                <a:close/>
                <a:moveTo>
                  <a:pt x="3933222" y="2990008"/>
                </a:moveTo>
                <a:lnTo>
                  <a:pt x="3933123" y="2990039"/>
                </a:lnTo>
                <a:lnTo>
                  <a:pt x="3921218" y="2993671"/>
                </a:lnTo>
                <a:lnTo>
                  <a:pt x="3923123" y="2996117"/>
                </a:lnTo>
                <a:cubicBezTo>
                  <a:pt x="3924490" y="2996731"/>
                  <a:pt x="3925919" y="2996517"/>
                  <a:pt x="3927336" y="2996089"/>
                </a:cubicBezTo>
                <a:lnTo>
                  <a:pt x="3932141" y="2995950"/>
                </a:lnTo>
                <a:lnTo>
                  <a:pt x="3933578" y="2991132"/>
                </a:lnTo>
                <a:close/>
                <a:moveTo>
                  <a:pt x="4691017" y="2986554"/>
                </a:moveTo>
                <a:lnTo>
                  <a:pt x="4673534" y="2992381"/>
                </a:lnTo>
                <a:lnTo>
                  <a:pt x="4672894" y="2992111"/>
                </a:lnTo>
                <a:lnTo>
                  <a:pt x="4668329" y="2994998"/>
                </a:lnTo>
                <a:cubicBezTo>
                  <a:pt x="4665274" y="2996742"/>
                  <a:pt x="4662147" y="2998025"/>
                  <a:pt x="4658727" y="2998025"/>
                </a:cubicBezTo>
                <a:cubicBezTo>
                  <a:pt x="4656567" y="3002705"/>
                  <a:pt x="4665567" y="3004865"/>
                  <a:pt x="4670247" y="3007025"/>
                </a:cubicBezTo>
                <a:lnTo>
                  <a:pt x="4672623" y="3004262"/>
                </a:lnTo>
                <a:lnTo>
                  <a:pt x="4672837" y="3001962"/>
                </a:lnTo>
                <a:lnTo>
                  <a:pt x="4673723" y="3002982"/>
                </a:lnTo>
                <a:lnTo>
                  <a:pt x="4675973" y="3000365"/>
                </a:lnTo>
                <a:cubicBezTo>
                  <a:pt x="4682487" y="2996585"/>
                  <a:pt x="4691127" y="2999285"/>
                  <a:pt x="4699767" y="2989024"/>
                </a:cubicBezTo>
                <a:close/>
                <a:moveTo>
                  <a:pt x="4711900" y="2983694"/>
                </a:moveTo>
                <a:lnTo>
                  <a:pt x="4710927" y="2984344"/>
                </a:lnTo>
                <a:lnTo>
                  <a:pt x="4712850" y="2984539"/>
                </a:lnTo>
                <a:close/>
                <a:moveTo>
                  <a:pt x="4607966" y="2978493"/>
                </a:moveTo>
                <a:lnTo>
                  <a:pt x="4596786" y="2983152"/>
                </a:lnTo>
                <a:lnTo>
                  <a:pt x="4612789" y="2988567"/>
                </a:lnTo>
                <a:lnTo>
                  <a:pt x="4622363" y="2980040"/>
                </a:lnTo>
                <a:close/>
                <a:moveTo>
                  <a:pt x="5805651" y="2971949"/>
                </a:moveTo>
                <a:cubicBezTo>
                  <a:pt x="5807736" y="2972362"/>
                  <a:pt x="5809905" y="2973744"/>
                  <a:pt x="5812230" y="2976509"/>
                </a:cubicBezTo>
                <a:lnTo>
                  <a:pt x="5793985" y="2996843"/>
                </a:lnTo>
                <a:cubicBezTo>
                  <a:pt x="5787188" y="2992205"/>
                  <a:pt x="5791839" y="2987924"/>
                  <a:pt x="5787188" y="2983287"/>
                </a:cubicBezTo>
                <a:cubicBezTo>
                  <a:pt x="5793896" y="2978203"/>
                  <a:pt x="5799396" y="2970712"/>
                  <a:pt x="5805651" y="2971949"/>
                </a:cubicBezTo>
                <a:close/>
                <a:moveTo>
                  <a:pt x="4783185" y="2971087"/>
                </a:moveTo>
                <a:lnTo>
                  <a:pt x="4765025" y="2971576"/>
                </a:lnTo>
                <a:lnTo>
                  <a:pt x="4762734" y="2971131"/>
                </a:lnTo>
                <a:lnTo>
                  <a:pt x="4756512" y="2978713"/>
                </a:lnTo>
                <a:cubicBezTo>
                  <a:pt x="4753047" y="2981283"/>
                  <a:pt x="4749087" y="2982723"/>
                  <a:pt x="4745127" y="2982183"/>
                </a:cubicBezTo>
                <a:cubicBezTo>
                  <a:pt x="4750257" y="2994064"/>
                  <a:pt x="4763082" y="2981644"/>
                  <a:pt x="4774945" y="2976665"/>
                </a:cubicBezTo>
                <a:lnTo>
                  <a:pt x="4778028" y="2976302"/>
                </a:lnTo>
                <a:lnTo>
                  <a:pt x="4783666" y="2971773"/>
                </a:lnTo>
                <a:close/>
                <a:moveTo>
                  <a:pt x="4743012" y="2969355"/>
                </a:moveTo>
                <a:lnTo>
                  <a:pt x="4737297" y="2970496"/>
                </a:lnTo>
                <a:lnTo>
                  <a:pt x="4735607" y="2975775"/>
                </a:lnTo>
                <a:cubicBezTo>
                  <a:pt x="4732636" y="2978768"/>
                  <a:pt x="4727686" y="2978655"/>
                  <a:pt x="4724715" y="2982728"/>
                </a:cubicBezTo>
                <a:lnTo>
                  <a:pt x="4723999" y="2985668"/>
                </a:lnTo>
                <a:lnTo>
                  <a:pt x="4724697" y="2985739"/>
                </a:lnTo>
                <a:cubicBezTo>
                  <a:pt x="4729287" y="2984884"/>
                  <a:pt x="4732707" y="2984344"/>
                  <a:pt x="4731447" y="2989024"/>
                </a:cubicBezTo>
                <a:cubicBezTo>
                  <a:pt x="4735947" y="2987764"/>
                  <a:pt x="4740537" y="2984344"/>
                  <a:pt x="4743687" y="2980383"/>
                </a:cubicBezTo>
                <a:lnTo>
                  <a:pt x="4746729" y="2970342"/>
                </a:lnTo>
                <a:close/>
                <a:moveTo>
                  <a:pt x="6013275" y="2966567"/>
                </a:moveTo>
                <a:cubicBezTo>
                  <a:pt x="6017393" y="2966436"/>
                  <a:pt x="6021157" y="2967549"/>
                  <a:pt x="6023371" y="2970365"/>
                </a:cubicBezTo>
                <a:cubicBezTo>
                  <a:pt x="6016995" y="2986355"/>
                  <a:pt x="6005659" y="2970365"/>
                  <a:pt x="5998929" y="2988898"/>
                </a:cubicBezTo>
                <a:cubicBezTo>
                  <a:pt x="5985379" y="2978542"/>
                  <a:pt x="6000921" y="2966958"/>
                  <a:pt x="6013275" y="2966567"/>
                </a:cubicBezTo>
                <a:close/>
                <a:moveTo>
                  <a:pt x="4686087" y="2959502"/>
                </a:moveTo>
                <a:cubicBezTo>
                  <a:pt x="4679247" y="2960582"/>
                  <a:pt x="4676367" y="2963372"/>
                  <a:pt x="4674342" y="2967332"/>
                </a:cubicBezTo>
                <a:lnTo>
                  <a:pt x="4672135" y="2972286"/>
                </a:lnTo>
                <a:lnTo>
                  <a:pt x="4691039" y="2970486"/>
                </a:lnTo>
                <a:lnTo>
                  <a:pt x="4691951" y="2970023"/>
                </a:lnTo>
                <a:lnTo>
                  <a:pt x="4689057" y="2966612"/>
                </a:lnTo>
                <a:cubicBezTo>
                  <a:pt x="4686537" y="2964632"/>
                  <a:pt x="4683747" y="2962922"/>
                  <a:pt x="4686087" y="2959502"/>
                </a:cubicBezTo>
                <a:close/>
                <a:moveTo>
                  <a:pt x="5443824" y="2959100"/>
                </a:moveTo>
                <a:cubicBezTo>
                  <a:pt x="5450737" y="2959100"/>
                  <a:pt x="5457649" y="2963454"/>
                  <a:pt x="5464561" y="2970348"/>
                </a:cubicBezTo>
                <a:cubicBezTo>
                  <a:pt x="5455466" y="2977243"/>
                  <a:pt x="5446007" y="2984137"/>
                  <a:pt x="5439095" y="2981960"/>
                </a:cubicBezTo>
                <a:cubicBezTo>
                  <a:pt x="5430000" y="2972888"/>
                  <a:pt x="5448554" y="2968171"/>
                  <a:pt x="5443824" y="2959100"/>
                </a:cubicBezTo>
                <a:close/>
                <a:moveTo>
                  <a:pt x="5499752" y="2943378"/>
                </a:moveTo>
                <a:cubicBezTo>
                  <a:pt x="5492902" y="2943378"/>
                  <a:pt x="5467664" y="2954849"/>
                  <a:pt x="5481725" y="2966320"/>
                </a:cubicBezTo>
                <a:cubicBezTo>
                  <a:pt x="5486051" y="2959509"/>
                  <a:pt x="5506602" y="2952698"/>
                  <a:pt x="5499752" y="2943378"/>
                </a:cubicBezTo>
                <a:close/>
                <a:moveTo>
                  <a:pt x="5832167" y="2936875"/>
                </a:moveTo>
                <a:cubicBezTo>
                  <a:pt x="5850325" y="2945824"/>
                  <a:pt x="5820546" y="2961574"/>
                  <a:pt x="5815825" y="2973029"/>
                </a:cubicBezTo>
                <a:cubicBezTo>
                  <a:pt x="5795125" y="2966228"/>
                  <a:pt x="5820546" y="2936875"/>
                  <a:pt x="5832167" y="2936875"/>
                </a:cubicBezTo>
                <a:close/>
                <a:moveTo>
                  <a:pt x="4636269" y="2936119"/>
                </a:moveTo>
                <a:lnTo>
                  <a:pt x="4632906" y="2944780"/>
                </a:lnTo>
                <a:cubicBezTo>
                  <a:pt x="4630071" y="2947615"/>
                  <a:pt x="4626650" y="2949865"/>
                  <a:pt x="4624310" y="2954365"/>
                </a:cubicBezTo>
                <a:cubicBezTo>
                  <a:pt x="4620889" y="2953285"/>
                  <a:pt x="4620350" y="2945365"/>
                  <a:pt x="4621790" y="2938255"/>
                </a:cubicBezTo>
                <a:lnTo>
                  <a:pt x="4622524" y="2936362"/>
                </a:lnTo>
                <a:lnTo>
                  <a:pt x="4619846" y="2936820"/>
                </a:lnTo>
                <a:cubicBezTo>
                  <a:pt x="4613006" y="2943301"/>
                  <a:pt x="4631366" y="2963822"/>
                  <a:pt x="4613006" y="2954822"/>
                </a:cubicBezTo>
                <a:cubicBezTo>
                  <a:pt x="4610846" y="2956982"/>
                  <a:pt x="4610846" y="2959502"/>
                  <a:pt x="4613006" y="2961662"/>
                </a:cubicBezTo>
                <a:cubicBezTo>
                  <a:pt x="4613006" y="2961662"/>
                  <a:pt x="4613006" y="2961662"/>
                  <a:pt x="4608686" y="2968502"/>
                </a:cubicBezTo>
                <a:cubicBezTo>
                  <a:pt x="4613006" y="2966342"/>
                  <a:pt x="4619846" y="2968502"/>
                  <a:pt x="4624526" y="2970663"/>
                </a:cubicBezTo>
                <a:cubicBezTo>
                  <a:pt x="4631366" y="2959502"/>
                  <a:pt x="4631366" y="2950141"/>
                  <a:pt x="4640367" y="2936820"/>
                </a:cubicBezTo>
                <a:close/>
                <a:moveTo>
                  <a:pt x="252025" y="2928937"/>
                </a:moveTo>
                <a:cubicBezTo>
                  <a:pt x="275028" y="2931085"/>
                  <a:pt x="243039" y="2948983"/>
                  <a:pt x="258854" y="2958290"/>
                </a:cubicBezTo>
                <a:cubicBezTo>
                  <a:pt x="249868" y="2965092"/>
                  <a:pt x="243039" y="2940034"/>
                  <a:pt x="227224" y="2955785"/>
                </a:cubicBezTo>
                <a:cubicBezTo>
                  <a:pt x="218238" y="2937886"/>
                  <a:pt x="247711" y="2942182"/>
                  <a:pt x="252025" y="2928937"/>
                </a:cubicBezTo>
                <a:close/>
                <a:moveTo>
                  <a:pt x="5626997" y="2925762"/>
                </a:moveTo>
                <a:cubicBezTo>
                  <a:pt x="5631258" y="2930486"/>
                  <a:pt x="5631258" y="2939571"/>
                  <a:pt x="5624866" y="2934847"/>
                </a:cubicBezTo>
                <a:cubicBezTo>
                  <a:pt x="5620250" y="2939571"/>
                  <a:pt x="5629127" y="2943932"/>
                  <a:pt x="5631258" y="2948657"/>
                </a:cubicBezTo>
                <a:cubicBezTo>
                  <a:pt x="5626997" y="2950837"/>
                  <a:pt x="5622380" y="2950837"/>
                  <a:pt x="5618119" y="2955561"/>
                </a:cubicBezTo>
                <a:cubicBezTo>
                  <a:pt x="5604625" y="2946476"/>
                  <a:pt x="5618119" y="2925762"/>
                  <a:pt x="5626997" y="2925762"/>
                </a:cubicBezTo>
                <a:close/>
                <a:moveTo>
                  <a:pt x="5569016" y="2913062"/>
                </a:moveTo>
                <a:cubicBezTo>
                  <a:pt x="5591567" y="2915566"/>
                  <a:pt x="5571163" y="2933453"/>
                  <a:pt x="5557561" y="2938104"/>
                </a:cubicBezTo>
                <a:cubicBezTo>
                  <a:pt x="5555413" y="2926656"/>
                  <a:pt x="5575817" y="2917712"/>
                  <a:pt x="5569016" y="2913062"/>
                </a:cubicBezTo>
                <a:close/>
                <a:moveTo>
                  <a:pt x="4963533" y="2909563"/>
                </a:moveTo>
                <a:lnTo>
                  <a:pt x="4956803" y="2913035"/>
                </a:lnTo>
                <a:lnTo>
                  <a:pt x="4961344" y="2914170"/>
                </a:lnTo>
                <a:close/>
                <a:moveTo>
                  <a:pt x="5951087" y="2906294"/>
                </a:moveTo>
                <a:cubicBezTo>
                  <a:pt x="5960059" y="2901950"/>
                  <a:pt x="5969391" y="2929466"/>
                  <a:pt x="5955752" y="2942863"/>
                </a:cubicBezTo>
                <a:cubicBezTo>
                  <a:pt x="5928475" y="2936346"/>
                  <a:pt x="5966879" y="2915708"/>
                  <a:pt x="5951087" y="2906294"/>
                </a:cubicBezTo>
                <a:close/>
                <a:moveTo>
                  <a:pt x="5529315" y="2889250"/>
                </a:moveTo>
                <a:cubicBezTo>
                  <a:pt x="5536165" y="2918644"/>
                  <a:pt x="5504439" y="2913984"/>
                  <a:pt x="5495065" y="2934416"/>
                </a:cubicBezTo>
                <a:cubicBezTo>
                  <a:pt x="5515615" y="2952698"/>
                  <a:pt x="5531478" y="2902871"/>
                  <a:pt x="5556716" y="2889250"/>
                </a:cubicBezTo>
                <a:cubicBezTo>
                  <a:pt x="5558879" y="2893551"/>
                  <a:pt x="5561402" y="2905022"/>
                  <a:pt x="5554552" y="2900362"/>
                </a:cubicBezTo>
                <a:cubicBezTo>
                  <a:pt x="5554552" y="2907173"/>
                  <a:pt x="5561402" y="2905022"/>
                  <a:pt x="5558879" y="2916493"/>
                </a:cubicBezTo>
                <a:cubicBezTo>
                  <a:pt x="5518139" y="2945887"/>
                  <a:pt x="5518139" y="2979583"/>
                  <a:pt x="5472351" y="2988903"/>
                </a:cubicBezTo>
                <a:cubicBezTo>
                  <a:pt x="5465501" y="2982092"/>
                  <a:pt x="5481725" y="2961660"/>
                  <a:pt x="5463338" y="2963811"/>
                </a:cubicBezTo>
                <a:cubicBezTo>
                  <a:pt x="5483888" y="2934416"/>
                  <a:pt x="5499752" y="2907173"/>
                  <a:pt x="5529315" y="2889250"/>
                </a:cubicBezTo>
                <a:close/>
                <a:moveTo>
                  <a:pt x="5027369" y="2856895"/>
                </a:moveTo>
                <a:cubicBezTo>
                  <a:pt x="5027369" y="2856895"/>
                  <a:pt x="5027369" y="2856895"/>
                  <a:pt x="5026514" y="2858920"/>
                </a:cubicBezTo>
                <a:lnTo>
                  <a:pt x="5024078" y="2864691"/>
                </a:lnTo>
                <a:lnTo>
                  <a:pt x="5024153" y="2865133"/>
                </a:lnTo>
                <a:lnTo>
                  <a:pt x="5025260" y="2871928"/>
                </a:lnTo>
                <a:lnTo>
                  <a:pt x="5031284" y="2870441"/>
                </a:lnTo>
                <a:cubicBezTo>
                  <a:pt x="5034659" y="2869046"/>
                  <a:pt x="5037449" y="2866255"/>
                  <a:pt x="5038529" y="2859415"/>
                </a:cubicBezTo>
                <a:cubicBezTo>
                  <a:pt x="5038529" y="2859415"/>
                  <a:pt x="5038529" y="2859415"/>
                  <a:pt x="5027369" y="2856895"/>
                </a:cubicBezTo>
                <a:close/>
                <a:moveTo>
                  <a:pt x="5886913" y="2855912"/>
                </a:moveTo>
                <a:cubicBezTo>
                  <a:pt x="5896362" y="2880969"/>
                  <a:pt x="5870923" y="2896720"/>
                  <a:pt x="5850209" y="2928579"/>
                </a:cubicBezTo>
                <a:cubicBezTo>
                  <a:pt x="5841124" y="2923925"/>
                  <a:pt x="5845848" y="2917124"/>
                  <a:pt x="5836400" y="2912470"/>
                </a:cubicBezTo>
                <a:cubicBezTo>
                  <a:pt x="5861838" y="2892066"/>
                  <a:pt x="5873104" y="2865219"/>
                  <a:pt x="5886913" y="2855912"/>
                </a:cubicBezTo>
                <a:close/>
                <a:moveTo>
                  <a:pt x="6090037" y="2844800"/>
                </a:moveTo>
                <a:cubicBezTo>
                  <a:pt x="6090037" y="2865315"/>
                  <a:pt x="6080952" y="2878632"/>
                  <a:pt x="6071503" y="2890150"/>
                </a:cubicBezTo>
                <a:cubicBezTo>
                  <a:pt x="6059874" y="2903826"/>
                  <a:pt x="6048609" y="2915344"/>
                  <a:pt x="6043884" y="2933340"/>
                </a:cubicBezTo>
                <a:cubicBezTo>
                  <a:pt x="6030075" y="2924342"/>
                  <a:pt x="6030075" y="2924342"/>
                  <a:pt x="6030075" y="2924342"/>
                </a:cubicBezTo>
                <a:cubicBezTo>
                  <a:pt x="6064598" y="2896988"/>
                  <a:pt x="6057694" y="2862796"/>
                  <a:pt x="6090037" y="2844800"/>
                </a:cubicBezTo>
                <a:close/>
                <a:moveTo>
                  <a:pt x="4907326" y="2837622"/>
                </a:moveTo>
                <a:cubicBezTo>
                  <a:pt x="4905497" y="2837161"/>
                  <a:pt x="4903236" y="2837948"/>
                  <a:pt x="4900963" y="2839524"/>
                </a:cubicBezTo>
                <a:lnTo>
                  <a:pt x="4892787" y="2851488"/>
                </a:lnTo>
                <a:lnTo>
                  <a:pt x="4910108" y="2841756"/>
                </a:lnTo>
                <a:close/>
                <a:moveTo>
                  <a:pt x="5011169" y="2834213"/>
                </a:moveTo>
                <a:lnTo>
                  <a:pt x="5008857" y="2834951"/>
                </a:lnTo>
                <a:lnTo>
                  <a:pt x="5006753" y="2840377"/>
                </a:lnTo>
                <a:lnTo>
                  <a:pt x="5011494" y="2834925"/>
                </a:lnTo>
                <a:close/>
                <a:moveTo>
                  <a:pt x="5045369" y="2829533"/>
                </a:moveTo>
                <a:cubicBezTo>
                  <a:pt x="5043209" y="2836733"/>
                  <a:pt x="5038529" y="2836733"/>
                  <a:pt x="5036369" y="2841054"/>
                </a:cubicBezTo>
                <a:cubicBezTo>
                  <a:pt x="5040689" y="2847894"/>
                  <a:pt x="5038529" y="2856895"/>
                  <a:pt x="5045369" y="2861575"/>
                </a:cubicBezTo>
                <a:cubicBezTo>
                  <a:pt x="5049869" y="2854735"/>
                  <a:pt x="5056709" y="2851855"/>
                  <a:pt x="5063280" y="2848434"/>
                </a:cubicBezTo>
                <a:lnTo>
                  <a:pt x="5067179" y="2845884"/>
                </a:lnTo>
                <a:lnTo>
                  <a:pt x="5060844" y="2837060"/>
                </a:lnTo>
                <a:lnTo>
                  <a:pt x="5060472" y="2836427"/>
                </a:lnTo>
                <a:lnTo>
                  <a:pt x="5052209" y="2845734"/>
                </a:lnTo>
                <a:cubicBezTo>
                  <a:pt x="5050049" y="2841054"/>
                  <a:pt x="5056889" y="2829533"/>
                  <a:pt x="5045369" y="2829533"/>
                </a:cubicBezTo>
                <a:close/>
                <a:moveTo>
                  <a:pt x="4822528" y="2829533"/>
                </a:moveTo>
                <a:cubicBezTo>
                  <a:pt x="4822528" y="2829533"/>
                  <a:pt x="4822528" y="2829533"/>
                  <a:pt x="4813528" y="2843214"/>
                </a:cubicBezTo>
                <a:cubicBezTo>
                  <a:pt x="4818028" y="2845554"/>
                  <a:pt x="4821988" y="2845554"/>
                  <a:pt x="4825093" y="2843574"/>
                </a:cubicBezTo>
                <a:lnTo>
                  <a:pt x="4827313" y="2839600"/>
                </a:lnTo>
                <a:lnTo>
                  <a:pt x="4824325" y="2834394"/>
                </a:lnTo>
                <a:lnTo>
                  <a:pt x="4822687" y="2829577"/>
                </a:lnTo>
                <a:close/>
                <a:moveTo>
                  <a:pt x="5698288" y="2828925"/>
                </a:moveTo>
                <a:cubicBezTo>
                  <a:pt x="5705018" y="2828925"/>
                  <a:pt x="5740796" y="2854412"/>
                  <a:pt x="5725210" y="2868248"/>
                </a:cubicBezTo>
                <a:cubicBezTo>
                  <a:pt x="5713874" y="2854412"/>
                  <a:pt x="5707144" y="2840576"/>
                  <a:pt x="5698288" y="2828925"/>
                </a:cubicBezTo>
                <a:close/>
                <a:moveTo>
                  <a:pt x="5051945" y="2821928"/>
                </a:moveTo>
                <a:lnTo>
                  <a:pt x="5051669" y="2822288"/>
                </a:lnTo>
                <a:cubicBezTo>
                  <a:pt x="5048249" y="2825123"/>
                  <a:pt x="5044289" y="2827373"/>
                  <a:pt x="5050049" y="2827373"/>
                </a:cubicBezTo>
                <a:lnTo>
                  <a:pt x="5053874" y="2825208"/>
                </a:lnTo>
                <a:close/>
                <a:moveTo>
                  <a:pt x="5027369" y="2818372"/>
                </a:moveTo>
                <a:lnTo>
                  <a:pt x="5016394" y="2820268"/>
                </a:lnTo>
                <a:lnTo>
                  <a:pt x="5013565" y="2822805"/>
                </a:lnTo>
                <a:lnTo>
                  <a:pt x="5010575" y="2830519"/>
                </a:lnTo>
                <a:lnTo>
                  <a:pt x="5013314" y="2832832"/>
                </a:lnTo>
                <a:lnTo>
                  <a:pt x="5013951" y="2832100"/>
                </a:lnTo>
                <a:lnTo>
                  <a:pt x="5014416" y="2833762"/>
                </a:lnTo>
                <a:lnTo>
                  <a:pt x="5016389" y="2835428"/>
                </a:lnTo>
                <a:cubicBezTo>
                  <a:pt x="5019809" y="2837723"/>
                  <a:pt x="5022689" y="2839974"/>
                  <a:pt x="5022689" y="2843214"/>
                </a:cubicBezTo>
                <a:cubicBezTo>
                  <a:pt x="5031689" y="2843214"/>
                  <a:pt x="5022689" y="2827373"/>
                  <a:pt x="5027369" y="2818372"/>
                </a:cubicBezTo>
                <a:close/>
                <a:moveTo>
                  <a:pt x="6101820" y="2814889"/>
                </a:moveTo>
                <a:cubicBezTo>
                  <a:pt x="6104799" y="2814307"/>
                  <a:pt x="6108332" y="2815314"/>
                  <a:pt x="6112267" y="2818715"/>
                </a:cubicBezTo>
                <a:cubicBezTo>
                  <a:pt x="6107617" y="2829812"/>
                  <a:pt x="6100819" y="2836971"/>
                  <a:pt x="6094022" y="2841267"/>
                </a:cubicBezTo>
                <a:cubicBezTo>
                  <a:pt x="6088924" y="2832676"/>
                  <a:pt x="6092882" y="2816634"/>
                  <a:pt x="6101820" y="2814889"/>
                </a:cubicBezTo>
                <a:close/>
                <a:moveTo>
                  <a:pt x="5026984" y="2810769"/>
                </a:moveTo>
                <a:lnTo>
                  <a:pt x="5026115" y="2811549"/>
                </a:lnTo>
                <a:lnTo>
                  <a:pt x="5027369" y="2811532"/>
                </a:lnTo>
                <a:close/>
                <a:moveTo>
                  <a:pt x="5073081" y="2809378"/>
                </a:moveTo>
                <a:cubicBezTo>
                  <a:pt x="5070929" y="2811528"/>
                  <a:pt x="5070929" y="2815828"/>
                  <a:pt x="5068419" y="2815828"/>
                </a:cubicBezTo>
                <a:lnTo>
                  <a:pt x="5068875" y="2816738"/>
                </a:lnTo>
                <a:lnTo>
                  <a:pt x="5079066" y="2814350"/>
                </a:lnTo>
                <a:close/>
                <a:moveTo>
                  <a:pt x="5104636" y="2806870"/>
                </a:moveTo>
                <a:cubicBezTo>
                  <a:pt x="5104636" y="2811528"/>
                  <a:pt x="5104636" y="2818337"/>
                  <a:pt x="5107146" y="2825145"/>
                </a:cubicBezTo>
                <a:cubicBezTo>
                  <a:pt x="5098540" y="2803108"/>
                  <a:pt x="5091346" y="2817956"/>
                  <a:pt x="5082538" y="2817234"/>
                </a:cubicBezTo>
                <a:lnTo>
                  <a:pt x="5081692" y="2816531"/>
                </a:lnTo>
                <a:lnTo>
                  <a:pt x="5077522" y="2818749"/>
                </a:lnTo>
                <a:lnTo>
                  <a:pt x="5072346" y="2823658"/>
                </a:lnTo>
                <a:lnTo>
                  <a:pt x="5073053" y="2825067"/>
                </a:lnTo>
                <a:cubicBezTo>
                  <a:pt x="5073221" y="2830733"/>
                  <a:pt x="5069153" y="2835727"/>
                  <a:pt x="5070487" y="2841931"/>
                </a:cubicBezTo>
                <a:lnTo>
                  <a:pt x="5071342" y="2843163"/>
                </a:lnTo>
                <a:lnTo>
                  <a:pt x="5072606" y="2842336"/>
                </a:lnTo>
                <a:cubicBezTo>
                  <a:pt x="5075430" y="2839794"/>
                  <a:pt x="5077860" y="2836554"/>
                  <a:pt x="5079570" y="2832053"/>
                </a:cubicBezTo>
                <a:cubicBezTo>
                  <a:pt x="5093250" y="2829533"/>
                  <a:pt x="5093250" y="2838894"/>
                  <a:pt x="5102250" y="2838894"/>
                </a:cubicBezTo>
                <a:cubicBezTo>
                  <a:pt x="5107380" y="2833763"/>
                  <a:pt x="5110935" y="2828341"/>
                  <a:pt x="5113916" y="2823092"/>
                </a:cubicBezTo>
                <a:lnTo>
                  <a:pt x="5115415" y="2820404"/>
                </a:lnTo>
                <a:lnTo>
                  <a:pt x="5108625" y="2819591"/>
                </a:lnTo>
                <a:cubicBezTo>
                  <a:pt x="5108043" y="2816456"/>
                  <a:pt x="5108043" y="2811349"/>
                  <a:pt x="5104636" y="2806870"/>
                </a:cubicBezTo>
                <a:close/>
                <a:moveTo>
                  <a:pt x="5922755" y="2806700"/>
                </a:moveTo>
                <a:cubicBezTo>
                  <a:pt x="5940821" y="2813618"/>
                  <a:pt x="5911774" y="2832187"/>
                  <a:pt x="5907169" y="2846023"/>
                </a:cubicBezTo>
                <a:cubicBezTo>
                  <a:pt x="5898313" y="2832187"/>
                  <a:pt x="5911774" y="2829638"/>
                  <a:pt x="5922755" y="2806700"/>
                </a:cubicBezTo>
                <a:close/>
                <a:moveTo>
                  <a:pt x="5090882" y="2782623"/>
                </a:moveTo>
                <a:lnTo>
                  <a:pt x="5089062" y="2784132"/>
                </a:lnTo>
                <a:lnTo>
                  <a:pt x="5091368" y="2793253"/>
                </a:lnTo>
                <a:lnTo>
                  <a:pt x="5099372" y="2788369"/>
                </a:lnTo>
                <a:lnTo>
                  <a:pt x="5094915" y="2785025"/>
                </a:lnTo>
                <a:cubicBezTo>
                  <a:pt x="5093497" y="2783742"/>
                  <a:pt x="5092226" y="2782673"/>
                  <a:pt x="5090882" y="2782623"/>
                </a:cubicBezTo>
                <a:close/>
                <a:moveTo>
                  <a:pt x="4145654" y="2779378"/>
                </a:moveTo>
                <a:cubicBezTo>
                  <a:pt x="4143323" y="2780627"/>
                  <a:pt x="4141082" y="2783483"/>
                  <a:pt x="4139110" y="2787143"/>
                </a:cubicBezTo>
                <a:lnTo>
                  <a:pt x="4138936" y="2787586"/>
                </a:lnTo>
                <a:lnTo>
                  <a:pt x="4144643" y="2791010"/>
                </a:lnTo>
                <a:lnTo>
                  <a:pt x="4145968" y="2779784"/>
                </a:lnTo>
                <a:close/>
                <a:moveTo>
                  <a:pt x="4147508" y="2762344"/>
                </a:moveTo>
                <a:lnTo>
                  <a:pt x="4144282" y="2763601"/>
                </a:lnTo>
                <a:lnTo>
                  <a:pt x="4134878" y="2769094"/>
                </a:lnTo>
                <a:lnTo>
                  <a:pt x="4134345" y="2769913"/>
                </a:lnTo>
                <a:lnTo>
                  <a:pt x="4143502" y="2772952"/>
                </a:lnTo>
                <a:cubicBezTo>
                  <a:pt x="4147985" y="2775094"/>
                  <a:pt x="4148523" y="2768846"/>
                  <a:pt x="4149060" y="2762911"/>
                </a:cubicBezTo>
                <a:lnTo>
                  <a:pt x="4149124" y="2762539"/>
                </a:lnTo>
                <a:close/>
                <a:moveTo>
                  <a:pt x="6156896" y="2749550"/>
                </a:moveTo>
                <a:cubicBezTo>
                  <a:pt x="6168381" y="2761191"/>
                  <a:pt x="6170535" y="2754279"/>
                  <a:pt x="6177354" y="2765921"/>
                </a:cubicBezTo>
                <a:cubicBezTo>
                  <a:pt x="6166228" y="2781928"/>
                  <a:pt x="6150077" y="2772833"/>
                  <a:pt x="6138950" y="2784111"/>
                </a:cubicBezTo>
                <a:cubicBezTo>
                  <a:pt x="6136438" y="2781928"/>
                  <a:pt x="6143257" y="2756462"/>
                  <a:pt x="6156896" y="2749550"/>
                </a:cubicBezTo>
                <a:close/>
                <a:moveTo>
                  <a:pt x="4302588" y="2745985"/>
                </a:moveTo>
                <a:cubicBezTo>
                  <a:pt x="4300558" y="2746817"/>
                  <a:pt x="4299062" y="2748888"/>
                  <a:pt x="4297779" y="2751588"/>
                </a:cubicBezTo>
                <a:lnTo>
                  <a:pt x="4290880" y="2768533"/>
                </a:lnTo>
                <a:lnTo>
                  <a:pt x="4305181" y="2773097"/>
                </a:lnTo>
                <a:lnTo>
                  <a:pt x="4301418" y="2775776"/>
                </a:lnTo>
                <a:lnTo>
                  <a:pt x="4303494" y="2776744"/>
                </a:lnTo>
                <a:cubicBezTo>
                  <a:pt x="4307814" y="2777329"/>
                  <a:pt x="4311864" y="2776249"/>
                  <a:pt x="4315284" y="2773009"/>
                </a:cubicBezTo>
                <a:cubicBezTo>
                  <a:pt x="4299084" y="2770489"/>
                  <a:pt x="4303764" y="2759328"/>
                  <a:pt x="4310604" y="2747807"/>
                </a:cubicBezTo>
                <a:cubicBezTo>
                  <a:pt x="4307184" y="2745557"/>
                  <a:pt x="4304619" y="2745152"/>
                  <a:pt x="4302588" y="2745985"/>
                </a:cubicBezTo>
                <a:close/>
                <a:moveTo>
                  <a:pt x="5120174" y="2743881"/>
                </a:moveTo>
                <a:lnTo>
                  <a:pt x="5120610" y="2747807"/>
                </a:lnTo>
                <a:lnTo>
                  <a:pt x="5125554" y="2745782"/>
                </a:lnTo>
                <a:close/>
                <a:moveTo>
                  <a:pt x="5152290" y="2738807"/>
                </a:moveTo>
                <a:cubicBezTo>
                  <a:pt x="5149050" y="2759328"/>
                  <a:pt x="5122523" y="2755346"/>
                  <a:pt x="5116144" y="2763615"/>
                </a:cubicBezTo>
                <a:lnTo>
                  <a:pt x="5118040" y="2776978"/>
                </a:lnTo>
                <a:lnTo>
                  <a:pt x="5131888" y="2768528"/>
                </a:lnTo>
                <a:lnTo>
                  <a:pt x="5168406" y="2744200"/>
                </a:lnTo>
                <a:lnTo>
                  <a:pt x="5164542" y="2746047"/>
                </a:lnTo>
                <a:cubicBezTo>
                  <a:pt x="5160458" y="2745557"/>
                  <a:pt x="5160931" y="2736917"/>
                  <a:pt x="5152290" y="2738807"/>
                </a:cubicBezTo>
                <a:close/>
                <a:moveTo>
                  <a:pt x="5178063" y="2724707"/>
                </a:moveTo>
                <a:lnTo>
                  <a:pt x="5169869" y="2729479"/>
                </a:lnTo>
                <a:lnTo>
                  <a:pt x="5166045" y="2731324"/>
                </a:lnTo>
                <a:lnTo>
                  <a:pt x="5170520" y="2742792"/>
                </a:lnTo>
                <a:lnTo>
                  <a:pt x="5172766" y="2741295"/>
                </a:lnTo>
                <a:lnTo>
                  <a:pt x="5177307" y="2736081"/>
                </a:lnTo>
                <a:lnTo>
                  <a:pt x="5176904" y="2736482"/>
                </a:lnTo>
                <a:close/>
                <a:moveTo>
                  <a:pt x="4438045" y="2720445"/>
                </a:moveTo>
                <a:cubicBezTo>
                  <a:pt x="4433365" y="2734126"/>
                  <a:pt x="4419685" y="2731966"/>
                  <a:pt x="4422205" y="2745647"/>
                </a:cubicBezTo>
                <a:lnTo>
                  <a:pt x="4424640" y="2744875"/>
                </a:lnTo>
                <a:lnTo>
                  <a:pt x="4424776" y="2743195"/>
                </a:lnTo>
                <a:lnTo>
                  <a:pt x="4430124" y="2743134"/>
                </a:lnTo>
                <a:lnTo>
                  <a:pt x="4436245" y="2741192"/>
                </a:lnTo>
                <a:lnTo>
                  <a:pt x="4442387" y="2732055"/>
                </a:lnTo>
                <a:lnTo>
                  <a:pt x="4442510" y="2727325"/>
                </a:lnTo>
                <a:lnTo>
                  <a:pt x="4445567" y="2727325"/>
                </a:lnTo>
                <a:lnTo>
                  <a:pt x="4447045" y="2725126"/>
                </a:lnTo>
                <a:cubicBezTo>
                  <a:pt x="4447045" y="2725126"/>
                  <a:pt x="4447045" y="2725126"/>
                  <a:pt x="4438045" y="2720445"/>
                </a:cubicBezTo>
                <a:close/>
                <a:moveTo>
                  <a:pt x="4456045" y="2715765"/>
                </a:moveTo>
                <a:cubicBezTo>
                  <a:pt x="4457755" y="2719816"/>
                  <a:pt x="4458183" y="2722426"/>
                  <a:pt x="4457862" y="2724237"/>
                </a:cubicBezTo>
                <a:lnTo>
                  <a:pt x="4455619" y="2727325"/>
                </a:lnTo>
                <a:lnTo>
                  <a:pt x="4456148" y="2727325"/>
                </a:lnTo>
                <a:cubicBezTo>
                  <a:pt x="4458096" y="2727325"/>
                  <a:pt x="4458096" y="2727325"/>
                  <a:pt x="4458096" y="2727325"/>
                </a:cubicBezTo>
                <a:lnTo>
                  <a:pt x="4456883" y="2733989"/>
                </a:lnTo>
                <a:lnTo>
                  <a:pt x="4460320" y="2729536"/>
                </a:lnTo>
                <a:cubicBezTo>
                  <a:pt x="4462885" y="2723866"/>
                  <a:pt x="4462885" y="2717025"/>
                  <a:pt x="4456045" y="2715765"/>
                </a:cubicBezTo>
                <a:close/>
                <a:moveTo>
                  <a:pt x="4629542" y="2709558"/>
                </a:moveTo>
                <a:lnTo>
                  <a:pt x="4626478" y="2709798"/>
                </a:lnTo>
                <a:lnTo>
                  <a:pt x="4626729" y="2713865"/>
                </a:lnTo>
                <a:lnTo>
                  <a:pt x="4629656" y="2711985"/>
                </a:lnTo>
                <a:close/>
                <a:moveTo>
                  <a:pt x="5220553" y="2700337"/>
                </a:moveTo>
                <a:lnTo>
                  <a:pt x="5222727" y="2709574"/>
                </a:lnTo>
                <a:lnTo>
                  <a:pt x="5224507" y="2709291"/>
                </a:lnTo>
                <a:lnTo>
                  <a:pt x="5224713" y="2718017"/>
                </a:lnTo>
                <a:lnTo>
                  <a:pt x="5224759" y="2718212"/>
                </a:lnTo>
                <a:cubicBezTo>
                  <a:pt x="5224759" y="2711553"/>
                  <a:pt x="5235975" y="2713656"/>
                  <a:pt x="5227213" y="2718212"/>
                </a:cubicBezTo>
                <a:cubicBezTo>
                  <a:pt x="5224759" y="2718212"/>
                  <a:pt x="5222656" y="2720315"/>
                  <a:pt x="5222656" y="2724871"/>
                </a:cubicBezTo>
                <a:lnTo>
                  <a:pt x="5217566" y="2723312"/>
                </a:lnTo>
                <a:lnTo>
                  <a:pt x="5198049" y="2730128"/>
                </a:lnTo>
                <a:cubicBezTo>
                  <a:pt x="5195756" y="2721942"/>
                  <a:pt x="5198490" y="2716082"/>
                  <a:pt x="5203738" y="2712594"/>
                </a:cubicBezTo>
                <a:lnTo>
                  <a:pt x="5214755" y="2710842"/>
                </a:lnTo>
                <a:close/>
                <a:moveTo>
                  <a:pt x="4544966" y="2686243"/>
                </a:moveTo>
                <a:cubicBezTo>
                  <a:pt x="4538126" y="2695604"/>
                  <a:pt x="4553966" y="2697764"/>
                  <a:pt x="4547126" y="2704604"/>
                </a:cubicBezTo>
                <a:cubicBezTo>
                  <a:pt x="4538126" y="2713605"/>
                  <a:pt x="4544966" y="2693084"/>
                  <a:pt x="4533445" y="2693084"/>
                </a:cubicBezTo>
                <a:cubicBezTo>
                  <a:pt x="4531285" y="2702444"/>
                  <a:pt x="4526605" y="2697764"/>
                  <a:pt x="4522285" y="2706765"/>
                </a:cubicBezTo>
                <a:cubicBezTo>
                  <a:pt x="4531285" y="2715765"/>
                  <a:pt x="4535965" y="2711445"/>
                  <a:pt x="4542806" y="2711445"/>
                </a:cubicBezTo>
                <a:cubicBezTo>
                  <a:pt x="4535965" y="2729446"/>
                  <a:pt x="4522285" y="2711445"/>
                  <a:pt x="4515445" y="2727286"/>
                </a:cubicBezTo>
                <a:cubicBezTo>
                  <a:pt x="4501765" y="2722606"/>
                  <a:pt x="4503925" y="2711445"/>
                  <a:pt x="4494925" y="2713605"/>
                </a:cubicBezTo>
                <a:cubicBezTo>
                  <a:pt x="4490245" y="2725126"/>
                  <a:pt x="4497085" y="2720445"/>
                  <a:pt x="4503925" y="2725126"/>
                </a:cubicBezTo>
                <a:cubicBezTo>
                  <a:pt x="4497085" y="2743127"/>
                  <a:pt x="4481245" y="2715765"/>
                  <a:pt x="4476565" y="2738807"/>
                </a:cubicBezTo>
                <a:lnTo>
                  <a:pt x="4478403" y="2738640"/>
                </a:lnTo>
                <a:lnTo>
                  <a:pt x="4480320" y="2736427"/>
                </a:lnTo>
                <a:cubicBezTo>
                  <a:pt x="4482528" y="2735654"/>
                  <a:pt x="4484842" y="2736245"/>
                  <a:pt x="4486945" y="2737702"/>
                </a:cubicBezTo>
                <a:lnTo>
                  <a:pt x="4487022" y="2737856"/>
                </a:lnTo>
                <a:lnTo>
                  <a:pt x="4527551" y="2734171"/>
                </a:lnTo>
                <a:cubicBezTo>
                  <a:pt x="4544336" y="2730166"/>
                  <a:pt x="4560806" y="2723866"/>
                  <a:pt x="4576646" y="2715765"/>
                </a:cubicBezTo>
                <a:cubicBezTo>
                  <a:pt x="4572326" y="2713605"/>
                  <a:pt x="4565486" y="2709285"/>
                  <a:pt x="4558646" y="2713605"/>
                </a:cubicBezTo>
                <a:cubicBezTo>
                  <a:pt x="4553966" y="2706765"/>
                  <a:pt x="4563326" y="2695604"/>
                  <a:pt x="4560806" y="2686243"/>
                </a:cubicBezTo>
                <a:cubicBezTo>
                  <a:pt x="4553966" y="2684083"/>
                  <a:pt x="4549286" y="2684083"/>
                  <a:pt x="4544966" y="2686243"/>
                </a:cubicBezTo>
                <a:close/>
                <a:moveTo>
                  <a:pt x="4638207" y="2663562"/>
                </a:moveTo>
                <a:cubicBezTo>
                  <a:pt x="4629206" y="2659241"/>
                  <a:pt x="4619846" y="2679403"/>
                  <a:pt x="4633526" y="2684083"/>
                </a:cubicBezTo>
                <a:cubicBezTo>
                  <a:pt x="4640367" y="2675082"/>
                  <a:pt x="4633526" y="2672562"/>
                  <a:pt x="4638207" y="2663562"/>
                </a:cubicBezTo>
                <a:close/>
                <a:moveTo>
                  <a:pt x="4623581" y="2647901"/>
                </a:moveTo>
                <a:cubicBezTo>
                  <a:pt x="4619846" y="2649341"/>
                  <a:pt x="4616426" y="2652221"/>
                  <a:pt x="4613006" y="2654561"/>
                </a:cubicBezTo>
                <a:cubicBezTo>
                  <a:pt x="4610846" y="2661401"/>
                  <a:pt x="4610846" y="2675082"/>
                  <a:pt x="4599686" y="2672562"/>
                </a:cubicBezTo>
                <a:cubicBezTo>
                  <a:pt x="4599686" y="2666082"/>
                  <a:pt x="4601846" y="2656721"/>
                  <a:pt x="4597166" y="2652401"/>
                </a:cubicBezTo>
                <a:cubicBezTo>
                  <a:pt x="4590326" y="2659241"/>
                  <a:pt x="4581326" y="2661401"/>
                  <a:pt x="4588166" y="2672562"/>
                </a:cubicBezTo>
                <a:cubicBezTo>
                  <a:pt x="4597166" y="2666082"/>
                  <a:pt x="4597166" y="2686243"/>
                  <a:pt x="4606526" y="2679403"/>
                </a:cubicBezTo>
                <a:cubicBezTo>
                  <a:pt x="4601846" y="2697764"/>
                  <a:pt x="4588166" y="2684083"/>
                  <a:pt x="4581326" y="2686243"/>
                </a:cubicBezTo>
                <a:cubicBezTo>
                  <a:pt x="4579166" y="2690923"/>
                  <a:pt x="4572326" y="2697764"/>
                  <a:pt x="4576646" y="2702444"/>
                </a:cubicBezTo>
                <a:cubicBezTo>
                  <a:pt x="4583486" y="2695604"/>
                  <a:pt x="4590326" y="2697764"/>
                  <a:pt x="4599686" y="2697764"/>
                </a:cubicBezTo>
                <a:cubicBezTo>
                  <a:pt x="4599686" y="2713605"/>
                  <a:pt x="4590326" y="2699924"/>
                  <a:pt x="4586006" y="2715765"/>
                </a:cubicBezTo>
                <a:cubicBezTo>
                  <a:pt x="4591586" y="2715765"/>
                  <a:pt x="4597256" y="2713515"/>
                  <a:pt x="4603241" y="2711265"/>
                </a:cubicBezTo>
                <a:lnTo>
                  <a:pt x="4621790" y="2706900"/>
                </a:lnTo>
                <a:lnTo>
                  <a:pt x="4623158" y="2698283"/>
                </a:lnTo>
                <a:lnTo>
                  <a:pt x="4621190" y="2699086"/>
                </a:lnTo>
                <a:cubicBezTo>
                  <a:pt x="4616381" y="2700554"/>
                  <a:pt x="4612106" y="2701094"/>
                  <a:pt x="4608686" y="2699924"/>
                </a:cubicBezTo>
                <a:cubicBezTo>
                  <a:pt x="4613006" y="2699924"/>
                  <a:pt x="4615526" y="2697764"/>
                  <a:pt x="4619846" y="2695604"/>
                </a:cubicBezTo>
                <a:cubicBezTo>
                  <a:pt x="4610846" y="2688763"/>
                  <a:pt x="4601846" y="2697764"/>
                  <a:pt x="4610846" y="2681923"/>
                </a:cubicBezTo>
                <a:cubicBezTo>
                  <a:pt x="4617686" y="2670402"/>
                  <a:pt x="4613006" y="2699924"/>
                  <a:pt x="4619846" y="2688763"/>
                </a:cubicBezTo>
                <a:cubicBezTo>
                  <a:pt x="4631366" y="2672562"/>
                  <a:pt x="4613006" y="2684083"/>
                  <a:pt x="4615526" y="2672562"/>
                </a:cubicBezTo>
                <a:cubicBezTo>
                  <a:pt x="4629206" y="2670402"/>
                  <a:pt x="4617686" y="2654561"/>
                  <a:pt x="4636047" y="2649881"/>
                </a:cubicBezTo>
                <a:cubicBezTo>
                  <a:pt x="4631367" y="2646461"/>
                  <a:pt x="4627316" y="2646461"/>
                  <a:pt x="4623581" y="2647901"/>
                </a:cubicBezTo>
                <a:close/>
                <a:moveTo>
                  <a:pt x="4747084" y="2646790"/>
                </a:moveTo>
                <a:cubicBezTo>
                  <a:pt x="4752911" y="2645324"/>
                  <a:pt x="4759570" y="2645874"/>
                  <a:pt x="4762900" y="2646973"/>
                </a:cubicBezTo>
                <a:cubicBezTo>
                  <a:pt x="4762900" y="2651735"/>
                  <a:pt x="4756240" y="2653933"/>
                  <a:pt x="4758343" y="2658695"/>
                </a:cubicBezTo>
                <a:cubicBezTo>
                  <a:pt x="4747128" y="2651735"/>
                  <a:pt x="4745025" y="2656131"/>
                  <a:pt x="4736263" y="2658695"/>
                </a:cubicBezTo>
                <a:cubicBezTo>
                  <a:pt x="4736263" y="2651735"/>
                  <a:pt x="4741257" y="2648255"/>
                  <a:pt x="4747084" y="2646790"/>
                </a:cubicBezTo>
                <a:close/>
                <a:moveTo>
                  <a:pt x="5285941" y="2635750"/>
                </a:moveTo>
                <a:cubicBezTo>
                  <a:pt x="5281981" y="2635209"/>
                  <a:pt x="5279731" y="2636380"/>
                  <a:pt x="5277571" y="2645560"/>
                </a:cubicBezTo>
                <a:cubicBezTo>
                  <a:pt x="5281891" y="2652401"/>
                  <a:pt x="5304571" y="2652401"/>
                  <a:pt x="5304571" y="2636200"/>
                </a:cubicBezTo>
                <a:cubicBezTo>
                  <a:pt x="5295571" y="2638540"/>
                  <a:pt x="5289901" y="2636290"/>
                  <a:pt x="5285941" y="2635750"/>
                </a:cubicBezTo>
                <a:close/>
                <a:moveTo>
                  <a:pt x="5383618" y="2622550"/>
                </a:moveTo>
                <a:cubicBezTo>
                  <a:pt x="5381202" y="2633765"/>
                  <a:pt x="5377061" y="2644981"/>
                  <a:pt x="5368088" y="2649186"/>
                </a:cubicBezTo>
                <a:cubicBezTo>
                  <a:pt x="5368088" y="2633765"/>
                  <a:pt x="5374645" y="2627106"/>
                  <a:pt x="5383618" y="2622550"/>
                </a:cubicBezTo>
                <a:close/>
                <a:moveTo>
                  <a:pt x="4780467" y="2613540"/>
                </a:moveTo>
                <a:cubicBezTo>
                  <a:pt x="4778320" y="2618096"/>
                  <a:pt x="4785117" y="2618096"/>
                  <a:pt x="4782613" y="2622302"/>
                </a:cubicBezTo>
                <a:cubicBezTo>
                  <a:pt x="4775816" y="2624756"/>
                  <a:pt x="4771523" y="2638074"/>
                  <a:pt x="4760075" y="2628961"/>
                </a:cubicBezTo>
                <a:cubicBezTo>
                  <a:pt x="4760075" y="2611437"/>
                  <a:pt x="4775816" y="2626858"/>
                  <a:pt x="4778320" y="2615643"/>
                </a:cubicBezTo>
                <a:cubicBezTo>
                  <a:pt x="4775816" y="2615643"/>
                  <a:pt x="4775816" y="2611437"/>
                  <a:pt x="4780467" y="2613540"/>
                </a:cubicBezTo>
                <a:close/>
                <a:moveTo>
                  <a:pt x="5326870" y="2612231"/>
                </a:moveTo>
                <a:lnTo>
                  <a:pt x="5327264" y="2613476"/>
                </a:lnTo>
                <a:lnTo>
                  <a:pt x="5329833" y="2612887"/>
                </a:lnTo>
                <a:close/>
                <a:moveTo>
                  <a:pt x="5459373" y="2604518"/>
                </a:moveTo>
                <a:cubicBezTo>
                  <a:pt x="5452533" y="2604518"/>
                  <a:pt x="5450373" y="2609198"/>
                  <a:pt x="5445693" y="2611358"/>
                </a:cubicBezTo>
                <a:cubicBezTo>
                  <a:pt x="5445693" y="2614778"/>
                  <a:pt x="5445153" y="2619278"/>
                  <a:pt x="5446053" y="2622384"/>
                </a:cubicBezTo>
                <a:lnTo>
                  <a:pt x="5454847" y="2624978"/>
                </a:lnTo>
                <a:lnTo>
                  <a:pt x="5455183" y="2624420"/>
                </a:lnTo>
                <a:close/>
                <a:moveTo>
                  <a:pt x="5390725" y="2603500"/>
                </a:moveTo>
                <a:cubicBezTo>
                  <a:pt x="5399488" y="2603500"/>
                  <a:pt x="5399488" y="2638061"/>
                  <a:pt x="5388272" y="2624236"/>
                </a:cubicBezTo>
                <a:cubicBezTo>
                  <a:pt x="5399488" y="2621690"/>
                  <a:pt x="5372850" y="2610412"/>
                  <a:pt x="5390725" y="2603500"/>
                </a:cubicBezTo>
                <a:close/>
                <a:moveTo>
                  <a:pt x="4790767" y="2603500"/>
                </a:moveTo>
                <a:cubicBezTo>
                  <a:pt x="4790767" y="2603500"/>
                  <a:pt x="4790767" y="2603500"/>
                  <a:pt x="4804172" y="2608086"/>
                </a:cubicBezTo>
                <a:cubicBezTo>
                  <a:pt x="4802056" y="2616905"/>
                  <a:pt x="4793236" y="2614436"/>
                  <a:pt x="4788650" y="2619022"/>
                </a:cubicBezTo>
                <a:cubicBezTo>
                  <a:pt x="4793236" y="2612319"/>
                  <a:pt x="4788650" y="2610203"/>
                  <a:pt x="4790767" y="2603500"/>
                </a:cubicBezTo>
                <a:close/>
                <a:moveTo>
                  <a:pt x="5327655" y="2586160"/>
                </a:moveTo>
                <a:lnTo>
                  <a:pt x="5327613" y="2586185"/>
                </a:lnTo>
                <a:lnTo>
                  <a:pt x="5327724" y="2589899"/>
                </a:lnTo>
                <a:lnTo>
                  <a:pt x="5330806" y="2587321"/>
                </a:lnTo>
                <a:lnTo>
                  <a:pt x="5331571" y="2586486"/>
                </a:lnTo>
                <a:close/>
                <a:moveTo>
                  <a:pt x="5395212" y="2579687"/>
                </a:moveTo>
                <a:cubicBezTo>
                  <a:pt x="5395212" y="2589212"/>
                  <a:pt x="5397752" y="2589212"/>
                  <a:pt x="5406823" y="2579687"/>
                </a:cubicBezTo>
                <a:cubicBezTo>
                  <a:pt x="5409000" y="2584449"/>
                  <a:pt x="5404646" y="2591410"/>
                  <a:pt x="5397752" y="2598370"/>
                </a:cubicBezTo>
                <a:cubicBezTo>
                  <a:pt x="5395212" y="2593608"/>
                  <a:pt x="5388317" y="2596172"/>
                  <a:pt x="5383963" y="2589212"/>
                </a:cubicBezTo>
                <a:cubicBezTo>
                  <a:pt x="5395212" y="2579687"/>
                  <a:pt x="5395212" y="2579687"/>
                  <a:pt x="5395212" y="2579687"/>
                </a:cubicBezTo>
                <a:close/>
                <a:moveTo>
                  <a:pt x="5356394" y="2569242"/>
                </a:moveTo>
                <a:lnTo>
                  <a:pt x="5352919" y="2571173"/>
                </a:lnTo>
                <a:lnTo>
                  <a:pt x="5350205" y="2583548"/>
                </a:lnTo>
                <a:lnTo>
                  <a:pt x="5353196" y="2584172"/>
                </a:lnTo>
                <a:cubicBezTo>
                  <a:pt x="5355543" y="2580754"/>
                  <a:pt x="5355543" y="2577335"/>
                  <a:pt x="5355543" y="2573647"/>
                </a:cubicBezTo>
                <a:close/>
                <a:moveTo>
                  <a:pt x="5451949" y="2555069"/>
                </a:moveTo>
                <a:cubicBezTo>
                  <a:pt x="5447644" y="2559400"/>
                  <a:pt x="5442980" y="2559400"/>
                  <a:pt x="5440827" y="2559400"/>
                </a:cubicBezTo>
                <a:cubicBezTo>
                  <a:pt x="5438495" y="2564093"/>
                  <a:pt x="5442980" y="2565266"/>
                  <a:pt x="5445805" y="2567251"/>
                </a:cubicBezTo>
                <a:lnTo>
                  <a:pt x="5446081" y="2567841"/>
                </a:lnTo>
                <a:lnTo>
                  <a:pt x="5457842" y="2558326"/>
                </a:lnTo>
                <a:close/>
                <a:moveTo>
                  <a:pt x="4943920" y="2548497"/>
                </a:moveTo>
                <a:cubicBezTo>
                  <a:pt x="4946484" y="2547003"/>
                  <a:pt x="4950514" y="2548124"/>
                  <a:pt x="4953994" y="2551485"/>
                </a:cubicBezTo>
                <a:cubicBezTo>
                  <a:pt x="4956559" y="2563438"/>
                  <a:pt x="4949598" y="2563438"/>
                  <a:pt x="4942637" y="2561197"/>
                </a:cubicBezTo>
                <a:cubicBezTo>
                  <a:pt x="4940256" y="2554100"/>
                  <a:pt x="4941355" y="2549991"/>
                  <a:pt x="4943920" y="2548497"/>
                </a:cubicBezTo>
                <a:close/>
                <a:moveTo>
                  <a:pt x="4895084" y="2533650"/>
                </a:moveTo>
                <a:lnTo>
                  <a:pt x="4909384" y="2547141"/>
                </a:lnTo>
                <a:lnTo>
                  <a:pt x="4919673" y="2540000"/>
                </a:lnTo>
                <a:cubicBezTo>
                  <a:pt x="4926409" y="2546904"/>
                  <a:pt x="4894858" y="2569798"/>
                  <a:pt x="4890250" y="2558170"/>
                </a:cubicBezTo>
                <a:lnTo>
                  <a:pt x="4902060" y="2551902"/>
                </a:lnTo>
                <a:lnTo>
                  <a:pt x="4899722" y="2547285"/>
                </a:lnTo>
                <a:cubicBezTo>
                  <a:pt x="4888306" y="2563073"/>
                  <a:pt x="4872610" y="2574555"/>
                  <a:pt x="4856913" y="2585678"/>
                </a:cubicBezTo>
                <a:lnTo>
                  <a:pt x="4857138" y="2584945"/>
                </a:lnTo>
                <a:lnTo>
                  <a:pt x="4855897" y="2586908"/>
                </a:lnTo>
                <a:cubicBezTo>
                  <a:pt x="4849855" y="2591903"/>
                  <a:pt x="4842406" y="2596284"/>
                  <a:pt x="4837863" y="2598386"/>
                </a:cubicBezTo>
                <a:cubicBezTo>
                  <a:pt x="4838953" y="2592954"/>
                  <a:pt x="4844132" y="2588573"/>
                  <a:pt x="4849901" y="2584411"/>
                </a:cubicBezTo>
                <a:lnTo>
                  <a:pt x="4859764" y="2576396"/>
                </a:lnTo>
                <a:lnTo>
                  <a:pt x="4861874" y="2569526"/>
                </a:lnTo>
                <a:cubicBezTo>
                  <a:pt x="4869733" y="2556860"/>
                  <a:pt x="4884917" y="2552218"/>
                  <a:pt x="4895084" y="2533650"/>
                </a:cubicBezTo>
                <a:close/>
                <a:moveTo>
                  <a:pt x="264714" y="2532062"/>
                </a:moveTo>
                <a:cubicBezTo>
                  <a:pt x="267200" y="2538809"/>
                  <a:pt x="271461" y="2540939"/>
                  <a:pt x="278208" y="2543070"/>
                </a:cubicBezTo>
                <a:cubicBezTo>
                  <a:pt x="264714" y="2543070"/>
                  <a:pt x="251220" y="2556564"/>
                  <a:pt x="249090" y="2578935"/>
                </a:cubicBezTo>
                <a:cubicBezTo>
                  <a:pt x="244473" y="2581420"/>
                  <a:pt x="238082" y="2578935"/>
                  <a:pt x="235596" y="2585682"/>
                </a:cubicBezTo>
                <a:cubicBezTo>
                  <a:pt x="224588" y="2576804"/>
                  <a:pt x="240212" y="2572188"/>
                  <a:pt x="244473" y="2554433"/>
                </a:cubicBezTo>
                <a:cubicBezTo>
                  <a:pt x="253706" y="2561180"/>
                  <a:pt x="260453" y="2547686"/>
                  <a:pt x="264714" y="2532062"/>
                </a:cubicBezTo>
                <a:close/>
                <a:moveTo>
                  <a:pt x="518836" y="2525121"/>
                </a:moveTo>
                <a:cubicBezTo>
                  <a:pt x="507315" y="2531960"/>
                  <a:pt x="498314" y="2549958"/>
                  <a:pt x="486793" y="2561476"/>
                </a:cubicBezTo>
                <a:cubicBezTo>
                  <a:pt x="484633" y="2554637"/>
                  <a:pt x="475632" y="2549958"/>
                  <a:pt x="468791" y="2554637"/>
                </a:cubicBezTo>
                <a:cubicBezTo>
                  <a:pt x="459790" y="2581993"/>
                  <a:pt x="450429" y="2597831"/>
                  <a:pt x="450429" y="2625187"/>
                </a:cubicBezTo>
                <a:cubicBezTo>
                  <a:pt x="459790" y="2611509"/>
                  <a:pt x="455110" y="2632026"/>
                  <a:pt x="464110" y="2629506"/>
                </a:cubicBezTo>
                <a:cubicBezTo>
                  <a:pt x="470951" y="2609349"/>
                  <a:pt x="484633" y="2625187"/>
                  <a:pt x="491473" y="2606830"/>
                </a:cubicBezTo>
                <a:cubicBezTo>
                  <a:pt x="486793" y="2575154"/>
                  <a:pt x="511996" y="2554637"/>
                  <a:pt x="518836" y="2525121"/>
                </a:cubicBezTo>
                <a:close/>
                <a:moveTo>
                  <a:pt x="4944402" y="2523999"/>
                </a:moveTo>
                <a:cubicBezTo>
                  <a:pt x="4964510" y="2519362"/>
                  <a:pt x="4928880" y="2550755"/>
                  <a:pt x="4926763" y="2535058"/>
                </a:cubicBezTo>
                <a:cubicBezTo>
                  <a:pt x="4933466" y="2526140"/>
                  <a:pt x="4946519" y="2535058"/>
                  <a:pt x="4944402" y="2523999"/>
                </a:cubicBezTo>
                <a:close/>
                <a:moveTo>
                  <a:pt x="5006822" y="2513012"/>
                </a:moveTo>
                <a:cubicBezTo>
                  <a:pt x="5008957" y="2526417"/>
                  <a:pt x="5008957" y="2528534"/>
                  <a:pt x="5000061" y="2528534"/>
                </a:cubicBezTo>
                <a:cubicBezTo>
                  <a:pt x="4988675" y="2515128"/>
                  <a:pt x="5004331" y="2519715"/>
                  <a:pt x="5006822" y="2513012"/>
                </a:cubicBezTo>
                <a:close/>
                <a:moveTo>
                  <a:pt x="6100714" y="2503487"/>
                </a:moveTo>
                <a:cubicBezTo>
                  <a:pt x="6110068" y="2507809"/>
                  <a:pt x="6091721" y="2544550"/>
                  <a:pt x="6087044" y="2524018"/>
                </a:cubicBezTo>
                <a:cubicBezTo>
                  <a:pt x="6082727" y="2530862"/>
                  <a:pt x="6089562" y="2535185"/>
                  <a:pt x="6082727" y="2544550"/>
                </a:cubicBezTo>
                <a:cubicBezTo>
                  <a:pt x="6098556" y="2528341"/>
                  <a:pt x="6107549" y="2557877"/>
                  <a:pt x="6116903" y="2530862"/>
                </a:cubicBezTo>
                <a:cubicBezTo>
                  <a:pt x="6123378" y="2533023"/>
                  <a:pt x="6114385" y="2544550"/>
                  <a:pt x="6121220" y="2546711"/>
                </a:cubicBezTo>
                <a:cubicBezTo>
                  <a:pt x="6114385" y="2553555"/>
                  <a:pt x="6100714" y="2548872"/>
                  <a:pt x="6091721" y="2551034"/>
                </a:cubicBezTo>
                <a:cubicBezTo>
                  <a:pt x="6093879" y="2567243"/>
                  <a:pt x="6062221" y="2617311"/>
                  <a:pt x="6089562" y="2614790"/>
                </a:cubicBezTo>
                <a:cubicBezTo>
                  <a:pt x="6096397" y="2640004"/>
                  <a:pt x="6025887" y="2658374"/>
                  <a:pt x="6046393" y="2687911"/>
                </a:cubicBezTo>
                <a:cubicBezTo>
                  <a:pt x="6028045" y="2712765"/>
                  <a:pt x="6023369" y="2735458"/>
                  <a:pt x="6014375" y="2762833"/>
                </a:cubicBezTo>
                <a:cubicBezTo>
                  <a:pt x="6007540" y="2790209"/>
                  <a:pt x="6003223" y="2819745"/>
                  <a:pt x="5980199" y="2853965"/>
                </a:cubicBezTo>
                <a:cubicBezTo>
                  <a:pt x="5969047" y="2840277"/>
                  <a:pt x="5950700" y="2790209"/>
                  <a:pt x="5987034" y="2788047"/>
                </a:cubicBezTo>
                <a:cubicBezTo>
                  <a:pt x="5984876" y="2758511"/>
                  <a:pt x="5993870" y="2733296"/>
                  <a:pt x="6007540" y="2708442"/>
                </a:cubicBezTo>
                <a:cubicBezTo>
                  <a:pt x="6012217" y="2694755"/>
                  <a:pt x="6018512" y="2681607"/>
                  <a:pt x="6024493" y="2667920"/>
                </a:cubicBezTo>
                <a:lnTo>
                  <a:pt x="6031927" y="2646322"/>
                </a:lnTo>
                <a:lnTo>
                  <a:pt x="6032010" y="2638643"/>
                </a:lnTo>
                <a:cubicBezTo>
                  <a:pt x="6034283" y="2631452"/>
                  <a:pt x="6040013" y="2622804"/>
                  <a:pt x="6043470" y="2614612"/>
                </a:cubicBezTo>
                <a:lnTo>
                  <a:pt x="6048771" y="2626550"/>
                </a:lnTo>
                <a:lnTo>
                  <a:pt x="6051682" y="2627307"/>
                </a:lnTo>
                <a:cubicBezTo>
                  <a:pt x="6062289" y="2624335"/>
                  <a:pt x="6067888" y="2605965"/>
                  <a:pt x="6064380" y="2598941"/>
                </a:cubicBezTo>
                <a:cubicBezTo>
                  <a:pt x="6048551" y="2594618"/>
                  <a:pt x="6069057" y="2619472"/>
                  <a:pt x="6048551" y="2608306"/>
                </a:cubicBezTo>
                <a:cubicBezTo>
                  <a:pt x="6057545" y="2567243"/>
                  <a:pt x="6080568" y="2535185"/>
                  <a:pt x="6078050" y="2505648"/>
                </a:cubicBezTo>
                <a:cubicBezTo>
                  <a:pt x="6087044" y="2507809"/>
                  <a:pt x="6084885" y="2512492"/>
                  <a:pt x="6091721" y="2514653"/>
                </a:cubicBezTo>
                <a:cubicBezTo>
                  <a:pt x="6096397" y="2517174"/>
                  <a:pt x="6098556" y="2507809"/>
                  <a:pt x="6100714" y="2503487"/>
                </a:cubicBezTo>
                <a:close/>
                <a:moveTo>
                  <a:pt x="5026516" y="2502944"/>
                </a:moveTo>
                <a:cubicBezTo>
                  <a:pt x="5028827" y="2503061"/>
                  <a:pt x="5030667" y="2503350"/>
                  <a:pt x="5031212" y="2503350"/>
                </a:cubicBezTo>
                <a:cubicBezTo>
                  <a:pt x="5035937" y="2512246"/>
                  <a:pt x="5022127" y="2519006"/>
                  <a:pt x="5015223" y="2519006"/>
                </a:cubicBezTo>
                <a:cubicBezTo>
                  <a:pt x="5008409" y="2503795"/>
                  <a:pt x="5019584" y="2502594"/>
                  <a:pt x="5026516" y="2502944"/>
                </a:cubicBezTo>
                <a:close/>
                <a:moveTo>
                  <a:pt x="5010538" y="2482850"/>
                </a:moveTo>
                <a:cubicBezTo>
                  <a:pt x="5010538" y="2496255"/>
                  <a:pt x="4999314" y="2494139"/>
                  <a:pt x="4990263" y="2498372"/>
                </a:cubicBezTo>
                <a:cubicBezTo>
                  <a:pt x="4992435" y="2487436"/>
                  <a:pt x="4999314" y="2482850"/>
                  <a:pt x="5010538" y="2482850"/>
                </a:cubicBezTo>
                <a:close/>
                <a:moveTo>
                  <a:pt x="6100537" y="2481081"/>
                </a:moveTo>
                <a:cubicBezTo>
                  <a:pt x="6106261" y="2480503"/>
                  <a:pt x="6111985" y="2482193"/>
                  <a:pt x="6115437" y="2487886"/>
                </a:cubicBezTo>
                <a:cubicBezTo>
                  <a:pt x="6111076" y="2496781"/>
                  <a:pt x="6099447" y="2492155"/>
                  <a:pt x="6085638" y="2487886"/>
                </a:cubicBezTo>
                <a:cubicBezTo>
                  <a:pt x="6089091" y="2484506"/>
                  <a:pt x="6094814" y="2481659"/>
                  <a:pt x="6100537" y="2481081"/>
                </a:cubicBezTo>
                <a:close/>
                <a:moveTo>
                  <a:pt x="5540857" y="2478548"/>
                </a:moveTo>
                <a:lnTo>
                  <a:pt x="5533750" y="2486489"/>
                </a:lnTo>
                <a:cubicBezTo>
                  <a:pt x="5535902" y="2465915"/>
                  <a:pt x="5511147" y="2500205"/>
                  <a:pt x="5508635" y="2495873"/>
                </a:cubicBezTo>
                <a:cubicBezTo>
                  <a:pt x="5520116" y="2504897"/>
                  <a:pt x="5504330" y="2516086"/>
                  <a:pt x="5488544" y="2516086"/>
                </a:cubicBezTo>
                <a:cubicBezTo>
                  <a:pt x="5479216" y="2527637"/>
                  <a:pt x="5499666" y="2518613"/>
                  <a:pt x="5495002" y="2529802"/>
                </a:cubicBezTo>
                <a:lnTo>
                  <a:pt x="5481512" y="2537874"/>
                </a:lnTo>
                <a:lnTo>
                  <a:pt x="5484573" y="2545473"/>
                </a:lnTo>
                <a:cubicBezTo>
                  <a:pt x="5493573" y="2540793"/>
                  <a:pt x="5502573" y="2518112"/>
                  <a:pt x="5511933" y="2531793"/>
                </a:cubicBezTo>
                <a:cubicBezTo>
                  <a:pt x="5507253" y="2538633"/>
                  <a:pt x="5498253" y="2540793"/>
                  <a:pt x="5498253" y="2549794"/>
                </a:cubicBezTo>
                <a:cubicBezTo>
                  <a:pt x="5518773" y="2551954"/>
                  <a:pt x="5514093" y="2531793"/>
                  <a:pt x="5527773" y="2527112"/>
                </a:cubicBezTo>
                <a:cubicBezTo>
                  <a:pt x="5527773" y="2527112"/>
                  <a:pt x="5527773" y="2527112"/>
                  <a:pt x="5527773" y="2536113"/>
                </a:cubicBezTo>
                <a:cubicBezTo>
                  <a:pt x="5532093" y="2536113"/>
                  <a:pt x="5532093" y="2538633"/>
                  <a:pt x="5532093" y="2542953"/>
                </a:cubicBezTo>
                <a:cubicBezTo>
                  <a:pt x="5525613" y="2545473"/>
                  <a:pt x="5516253" y="2545473"/>
                  <a:pt x="5514093" y="2551954"/>
                </a:cubicBezTo>
                <a:cubicBezTo>
                  <a:pt x="5514093" y="2556634"/>
                  <a:pt x="5511933" y="2563475"/>
                  <a:pt x="5516253" y="2563475"/>
                </a:cubicBezTo>
                <a:lnTo>
                  <a:pt x="5537189" y="2545289"/>
                </a:lnTo>
                <a:lnTo>
                  <a:pt x="5537730" y="2540575"/>
                </a:lnTo>
                <a:cubicBezTo>
                  <a:pt x="5537730" y="2527255"/>
                  <a:pt x="5535480" y="2514835"/>
                  <a:pt x="5536560" y="2502416"/>
                </a:cubicBezTo>
                <a:close/>
                <a:moveTo>
                  <a:pt x="5725775" y="2474909"/>
                </a:moveTo>
                <a:cubicBezTo>
                  <a:pt x="5720015" y="2481749"/>
                  <a:pt x="5713175" y="2487960"/>
                  <a:pt x="5706920" y="2494440"/>
                </a:cubicBezTo>
                <a:lnTo>
                  <a:pt x="5695005" y="2510863"/>
                </a:lnTo>
                <a:lnTo>
                  <a:pt x="5695199" y="2511241"/>
                </a:lnTo>
                <a:lnTo>
                  <a:pt x="5695190" y="2513057"/>
                </a:lnTo>
                <a:lnTo>
                  <a:pt x="5714615" y="2499435"/>
                </a:lnTo>
                <a:cubicBezTo>
                  <a:pt x="5720015" y="2492370"/>
                  <a:pt x="5723435" y="2483909"/>
                  <a:pt x="5725775" y="2474909"/>
                </a:cubicBezTo>
                <a:close/>
                <a:moveTo>
                  <a:pt x="5100090" y="2472388"/>
                </a:moveTo>
                <a:cubicBezTo>
                  <a:pt x="5095410" y="2483909"/>
                  <a:pt x="5086410" y="2486069"/>
                  <a:pt x="5084250" y="2499750"/>
                </a:cubicBezTo>
                <a:lnTo>
                  <a:pt x="5089503" y="2499466"/>
                </a:lnTo>
                <a:lnTo>
                  <a:pt x="5091367" y="2492375"/>
                </a:lnTo>
                <a:lnTo>
                  <a:pt x="5094809" y="2499178"/>
                </a:lnTo>
                <a:lnTo>
                  <a:pt x="5094836" y="2499177"/>
                </a:lnTo>
                <a:cubicBezTo>
                  <a:pt x="5102970" y="2495160"/>
                  <a:pt x="5105130" y="2482739"/>
                  <a:pt x="5113770" y="2479229"/>
                </a:cubicBezTo>
                <a:cubicBezTo>
                  <a:pt x="5113770" y="2472388"/>
                  <a:pt x="5106930" y="2470228"/>
                  <a:pt x="5100090" y="2472388"/>
                </a:cubicBezTo>
                <a:close/>
                <a:moveTo>
                  <a:pt x="5821936" y="2463800"/>
                </a:moveTo>
                <a:cubicBezTo>
                  <a:pt x="5826522" y="2479765"/>
                  <a:pt x="5821936" y="2500448"/>
                  <a:pt x="5811000" y="2514237"/>
                </a:cubicBezTo>
                <a:cubicBezTo>
                  <a:pt x="5795125" y="2502988"/>
                  <a:pt x="5817703" y="2479765"/>
                  <a:pt x="5821936" y="2463800"/>
                </a:cubicBezTo>
                <a:close/>
                <a:moveTo>
                  <a:pt x="5504270" y="2438400"/>
                </a:moveTo>
                <a:cubicBezTo>
                  <a:pt x="5508566" y="2447485"/>
                  <a:pt x="5515367" y="2451845"/>
                  <a:pt x="5513219" y="2468198"/>
                </a:cubicBezTo>
                <a:cubicBezTo>
                  <a:pt x="5479213" y="2465655"/>
                  <a:pt x="5492816" y="2465655"/>
                  <a:pt x="5504270" y="2438400"/>
                </a:cubicBezTo>
                <a:close/>
                <a:moveTo>
                  <a:pt x="5015849" y="2436026"/>
                </a:moveTo>
                <a:cubicBezTo>
                  <a:pt x="5004329" y="2438546"/>
                  <a:pt x="4997849" y="2445027"/>
                  <a:pt x="4993169" y="2456547"/>
                </a:cubicBezTo>
                <a:cubicBezTo>
                  <a:pt x="5004329" y="2454387"/>
                  <a:pt x="5013689" y="2447547"/>
                  <a:pt x="5015849" y="2436026"/>
                </a:cubicBezTo>
                <a:close/>
                <a:moveTo>
                  <a:pt x="6105383" y="2435225"/>
                </a:moveTo>
                <a:cubicBezTo>
                  <a:pt x="6117024" y="2446673"/>
                  <a:pt x="6093741" y="2460267"/>
                  <a:pt x="6082463" y="2453470"/>
                </a:cubicBezTo>
                <a:cubicBezTo>
                  <a:pt x="6084646" y="2439875"/>
                  <a:pt x="6100653" y="2446673"/>
                  <a:pt x="6105383" y="2435225"/>
                </a:cubicBezTo>
                <a:close/>
                <a:moveTo>
                  <a:pt x="5067703" y="2432050"/>
                </a:moveTo>
                <a:cubicBezTo>
                  <a:pt x="5067703" y="2443273"/>
                  <a:pt x="5067703" y="2452325"/>
                  <a:pt x="5056938" y="2450152"/>
                </a:cubicBezTo>
                <a:cubicBezTo>
                  <a:pt x="5059021" y="2441101"/>
                  <a:pt x="5061105" y="2434222"/>
                  <a:pt x="5067703" y="2432050"/>
                </a:cubicBezTo>
                <a:close/>
                <a:moveTo>
                  <a:pt x="5147067" y="2429422"/>
                </a:moveTo>
                <a:cubicBezTo>
                  <a:pt x="5147067" y="2438673"/>
                  <a:pt x="5140270" y="2436182"/>
                  <a:pt x="5142417" y="2447569"/>
                </a:cubicBezTo>
                <a:cubicBezTo>
                  <a:pt x="5142417" y="2447569"/>
                  <a:pt x="5142417" y="2447569"/>
                  <a:pt x="5124171" y="2447569"/>
                </a:cubicBezTo>
                <a:cubicBezTo>
                  <a:pt x="5124171" y="2440808"/>
                  <a:pt x="5122025" y="2434047"/>
                  <a:pt x="5128822" y="2431913"/>
                </a:cubicBezTo>
                <a:cubicBezTo>
                  <a:pt x="5128822" y="2436182"/>
                  <a:pt x="5133473" y="2436182"/>
                  <a:pt x="5140270" y="2436182"/>
                </a:cubicBezTo>
                <a:cubicBezTo>
                  <a:pt x="5140270" y="2431913"/>
                  <a:pt x="5140270" y="2427287"/>
                  <a:pt x="5147067" y="2429422"/>
                </a:cubicBezTo>
                <a:close/>
                <a:moveTo>
                  <a:pt x="462355" y="2426237"/>
                </a:moveTo>
                <a:cubicBezTo>
                  <a:pt x="448761" y="2440012"/>
                  <a:pt x="453411" y="2449074"/>
                  <a:pt x="448761" y="2465024"/>
                </a:cubicBezTo>
                <a:cubicBezTo>
                  <a:pt x="437313" y="2460674"/>
                  <a:pt x="441963" y="2419350"/>
                  <a:pt x="462355" y="2426237"/>
                </a:cubicBezTo>
                <a:close/>
                <a:moveTo>
                  <a:pt x="6136018" y="2411412"/>
                </a:moveTo>
                <a:cubicBezTo>
                  <a:pt x="6151959" y="2447649"/>
                  <a:pt x="6122557" y="2488551"/>
                  <a:pt x="6125037" y="2526941"/>
                </a:cubicBezTo>
                <a:cubicBezTo>
                  <a:pt x="6109450" y="2497520"/>
                  <a:pt x="6142749" y="2445138"/>
                  <a:pt x="6136018" y="2411412"/>
                </a:cubicBezTo>
                <a:close/>
                <a:moveTo>
                  <a:pt x="6250376" y="2403475"/>
                </a:moveTo>
                <a:cubicBezTo>
                  <a:pt x="6227566" y="2423823"/>
                  <a:pt x="6239152" y="2448456"/>
                  <a:pt x="6209463" y="2477730"/>
                </a:cubicBezTo>
                <a:cubicBezTo>
                  <a:pt x="6216342" y="2462022"/>
                  <a:pt x="6218515" y="2403475"/>
                  <a:pt x="6250376" y="2403475"/>
                </a:cubicBezTo>
                <a:close/>
                <a:moveTo>
                  <a:pt x="5191627" y="2401613"/>
                </a:moveTo>
                <a:lnTo>
                  <a:pt x="5190496" y="2402724"/>
                </a:lnTo>
                <a:lnTo>
                  <a:pt x="5188389" y="2408310"/>
                </a:lnTo>
                <a:lnTo>
                  <a:pt x="5190882" y="2410985"/>
                </a:lnTo>
                <a:lnTo>
                  <a:pt x="5193470" y="2409595"/>
                </a:lnTo>
                <a:close/>
                <a:moveTo>
                  <a:pt x="6055590" y="2397125"/>
                </a:moveTo>
                <a:cubicBezTo>
                  <a:pt x="6069400" y="2401849"/>
                  <a:pt x="6057770" y="2422199"/>
                  <a:pt x="6050866" y="2426923"/>
                </a:cubicBezTo>
                <a:cubicBezTo>
                  <a:pt x="6039600" y="2422199"/>
                  <a:pt x="6055590" y="2406210"/>
                  <a:pt x="6055590" y="2397125"/>
                </a:cubicBezTo>
                <a:close/>
                <a:moveTo>
                  <a:pt x="5157467" y="2394874"/>
                </a:moveTo>
                <a:cubicBezTo>
                  <a:pt x="5175637" y="2392362"/>
                  <a:pt x="5164371" y="2417486"/>
                  <a:pt x="5159647" y="2424305"/>
                </a:cubicBezTo>
                <a:cubicBezTo>
                  <a:pt x="5162191" y="2412820"/>
                  <a:pt x="5148382" y="2433278"/>
                  <a:pt x="5148382" y="2419639"/>
                </a:cubicBezTo>
                <a:cubicBezTo>
                  <a:pt x="5159647" y="2417486"/>
                  <a:pt x="5145838" y="2408513"/>
                  <a:pt x="5148382" y="2401693"/>
                </a:cubicBezTo>
                <a:cubicBezTo>
                  <a:pt x="5152743" y="2401693"/>
                  <a:pt x="5159647" y="2403847"/>
                  <a:pt x="5159647" y="2399181"/>
                </a:cubicBezTo>
                <a:cubicBezTo>
                  <a:pt x="5157467" y="2399181"/>
                  <a:pt x="5155286" y="2397028"/>
                  <a:pt x="5157467" y="2394874"/>
                </a:cubicBezTo>
                <a:close/>
                <a:moveTo>
                  <a:pt x="5520933" y="2392823"/>
                </a:moveTo>
                <a:cubicBezTo>
                  <a:pt x="5516253" y="2395343"/>
                  <a:pt x="5514093" y="2399663"/>
                  <a:pt x="5514093" y="2404344"/>
                </a:cubicBezTo>
                <a:cubicBezTo>
                  <a:pt x="5514093" y="2413344"/>
                  <a:pt x="5520933" y="2415505"/>
                  <a:pt x="5518773" y="2429185"/>
                </a:cubicBezTo>
                <a:lnTo>
                  <a:pt x="5514844" y="2428778"/>
                </a:lnTo>
                <a:lnTo>
                  <a:pt x="5513771" y="2433270"/>
                </a:lnTo>
                <a:cubicBezTo>
                  <a:pt x="5499850" y="2428508"/>
                  <a:pt x="5499850" y="2421547"/>
                  <a:pt x="5504613" y="2414587"/>
                </a:cubicBezTo>
                <a:lnTo>
                  <a:pt x="5506152" y="2415718"/>
                </a:lnTo>
                <a:lnTo>
                  <a:pt x="5505864" y="2414655"/>
                </a:lnTo>
                <a:lnTo>
                  <a:pt x="5500895" y="2411491"/>
                </a:lnTo>
                <a:lnTo>
                  <a:pt x="5498047" y="2447698"/>
                </a:lnTo>
                <a:cubicBezTo>
                  <a:pt x="5488868" y="2453278"/>
                  <a:pt x="5480319" y="2460117"/>
                  <a:pt x="5472356" y="2467272"/>
                </a:cubicBezTo>
                <a:lnTo>
                  <a:pt x="5450404" y="2488514"/>
                </a:lnTo>
                <a:lnTo>
                  <a:pt x="5450373" y="2490750"/>
                </a:lnTo>
                <a:cubicBezTo>
                  <a:pt x="5457213" y="2481749"/>
                  <a:pt x="5479893" y="2472388"/>
                  <a:pt x="5479893" y="2490750"/>
                </a:cubicBezTo>
                <a:cubicBezTo>
                  <a:pt x="5459373" y="2506591"/>
                  <a:pt x="5436693" y="2520272"/>
                  <a:pt x="5427693" y="2545473"/>
                </a:cubicBezTo>
                <a:cubicBezTo>
                  <a:pt x="5429853" y="2545473"/>
                  <a:pt x="5434533" y="2545473"/>
                  <a:pt x="5434533" y="2549794"/>
                </a:cubicBezTo>
                <a:cubicBezTo>
                  <a:pt x="5424273" y="2553214"/>
                  <a:pt x="5422023" y="2547544"/>
                  <a:pt x="5420043" y="2541603"/>
                </a:cubicBezTo>
                <a:lnTo>
                  <a:pt x="5416662" y="2534352"/>
                </a:lnTo>
                <a:lnTo>
                  <a:pt x="5410253" y="2549986"/>
                </a:lnTo>
                <a:cubicBezTo>
                  <a:pt x="5403392" y="2545668"/>
                  <a:pt x="5405920" y="2540989"/>
                  <a:pt x="5410253" y="2534152"/>
                </a:cubicBezTo>
                <a:lnTo>
                  <a:pt x="5406528" y="2535076"/>
                </a:lnTo>
                <a:lnTo>
                  <a:pt x="5405176" y="2541952"/>
                </a:lnTo>
                <a:lnTo>
                  <a:pt x="5402308" y="2543173"/>
                </a:lnTo>
                <a:lnTo>
                  <a:pt x="5402579" y="2545218"/>
                </a:lnTo>
                <a:cubicBezTo>
                  <a:pt x="5403572" y="2548501"/>
                  <a:pt x="5404633" y="2551718"/>
                  <a:pt x="5404159" y="2553686"/>
                </a:cubicBezTo>
                <a:lnTo>
                  <a:pt x="5400608" y="2554141"/>
                </a:lnTo>
                <a:lnTo>
                  <a:pt x="5404518" y="2554964"/>
                </a:lnTo>
                <a:lnTo>
                  <a:pt x="5407122" y="2560735"/>
                </a:lnTo>
                <a:lnTo>
                  <a:pt x="5408871" y="2560939"/>
                </a:lnTo>
                <a:cubicBezTo>
                  <a:pt x="5410682" y="2561636"/>
                  <a:pt x="5412149" y="2563031"/>
                  <a:pt x="5412781" y="2565820"/>
                </a:cubicBezTo>
                <a:cubicBezTo>
                  <a:pt x="5403573" y="2566989"/>
                  <a:pt x="5396237" y="2568586"/>
                  <a:pt x="5390166" y="2570852"/>
                </a:cubicBezTo>
                <a:lnTo>
                  <a:pt x="5377427" y="2578519"/>
                </a:lnTo>
                <a:lnTo>
                  <a:pt x="5375132" y="2592997"/>
                </a:lnTo>
                <a:lnTo>
                  <a:pt x="5358855" y="2604646"/>
                </a:lnTo>
                <a:lnTo>
                  <a:pt x="5353196" y="2615840"/>
                </a:lnTo>
                <a:lnTo>
                  <a:pt x="5348309" y="2612040"/>
                </a:lnTo>
                <a:lnTo>
                  <a:pt x="5342991" y="2615567"/>
                </a:lnTo>
                <a:lnTo>
                  <a:pt x="5346661" y="2619181"/>
                </a:lnTo>
                <a:cubicBezTo>
                  <a:pt x="5347601" y="2624081"/>
                  <a:pt x="5337466" y="2627168"/>
                  <a:pt x="5347668" y="2633880"/>
                </a:cubicBezTo>
                <a:cubicBezTo>
                  <a:pt x="5345342" y="2638354"/>
                  <a:pt x="5340778" y="2633790"/>
                  <a:pt x="5336258" y="2628958"/>
                </a:cubicBezTo>
                <a:lnTo>
                  <a:pt x="5330838" y="2623627"/>
                </a:lnTo>
                <a:lnTo>
                  <a:pt x="5325452" y="2627199"/>
                </a:lnTo>
                <a:lnTo>
                  <a:pt x="5326346" y="2622472"/>
                </a:lnTo>
                <a:lnTo>
                  <a:pt x="5325116" y="2622425"/>
                </a:lnTo>
                <a:cubicBezTo>
                  <a:pt x="5322790" y="2619025"/>
                  <a:pt x="5322163" y="2616250"/>
                  <a:pt x="5322432" y="2613745"/>
                </a:cubicBezTo>
                <a:lnTo>
                  <a:pt x="5322846" y="2612655"/>
                </a:lnTo>
                <a:lnTo>
                  <a:pt x="5322217" y="2613149"/>
                </a:lnTo>
                <a:lnTo>
                  <a:pt x="5311367" y="2640340"/>
                </a:lnTo>
                <a:cubicBezTo>
                  <a:pt x="5304841" y="2650601"/>
                  <a:pt x="5295751" y="2660321"/>
                  <a:pt x="5284411" y="2666082"/>
                </a:cubicBezTo>
                <a:cubicBezTo>
                  <a:pt x="5270731" y="2670402"/>
                  <a:pt x="5279731" y="2654561"/>
                  <a:pt x="5266051" y="2659241"/>
                </a:cubicBezTo>
                <a:cubicBezTo>
                  <a:pt x="5252371" y="2666082"/>
                  <a:pt x="5245531" y="2666082"/>
                  <a:pt x="5248051" y="2684083"/>
                </a:cubicBezTo>
                <a:cubicBezTo>
                  <a:pt x="5239951" y="2686423"/>
                  <a:pt x="5237071" y="2684173"/>
                  <a:pt x="5235361" y="2680753"/>
                </a:cubicBezTo>
                <a:lnTo>
                  <a:pt x="5234338" y="2678886"/>
                </a:lnTo>
                <a:lnTo>
                  <a:pt x="5204334" y="2709409"/>
                </a:lnTo>
                <a:lnTo>
                  <a:pt x="5188157" y="2718829"/>
                </a:lnTo>
                <a:lnTo>
                  <a:pt x="5185071" y="2728348"/>
                </a:lnTo>
                <a:lnTo>
                  <a:pt x="5180074" y="2733325"/>
                </a:lnTo>
                <a:lnTo>
                  <a:pt x="5188095" y="2729504"/>
                </a:lnTo>
                <a:cubicBezTo>
                  <a:pt x="5190672" y="2730545"/>
                  <a:pt x="5193832" y="2733412"/>
                  <a:pt x="5197866" y="2739145"/>
                </a:cubicBezTo>
                <a:cubicBezTo>
                  <a:pt x="5180654" y="2769514"/>
                  <a:pt x="5148315" y="2769648"/>
                  <a:pt x="5129439" y="2790644"/>
                </a:cubicBezTo>
                <a:lnTo>
                  <a:pt x="5119104" y="2813785"/>
                </a:lnTo>
                <a:lnTo>
                  <a:pt x="5122140" y="2808337"/>
                </a:lnTo>
                <a:cubicBezTo>
                  <a:pt x="5127810" y="2799471"/>
                  <a:pt x="5135190" y="2793170"/>
                  <a:pt x="5152290" y="2793170"/>
                </a:cubicBezTo>
                <a:cubicBezTo>
                  <a:pt x="5161651" y="2797851"/>
                  <a:pt x="5136450" y="2809372"/>
                  <a:pt x="5154810" y="2811532"/>
                </a:cubicBezTo>
                <a:cubicBezTo>
                  <a:pt x="5156971" y="2793170"/>
                  <a:pt x="5159131" y="2791010"/>
                  <a:pt x="5172811" y="2782010"/>
                </a:cubicBezTo>
                <a:cubicBezTo>
                  <a:pt x="5181811" y="2786330"/>
                  <a:pt x="5152290" y="2806851"/>
                  <a:pt x="5172811" y="2806851"/>
                </a:cubicBezTo>
                <a:cubicBezTo>
                  <a:pt x="5172811" y="2791010"/>
                  <a:pt x="5186491" y="2788850"/>
                  <a:pt x="5179651" y="2770489"/>
                </a:cubicBezTo>
                <a:cubicBezTo>
                  <a:pt x="5207011" y="2766169"/>
                  <a:pt x="5170651" y="2791010"/>
                  <a:pt x="5195491" y="2791010"/>
                </a:cubicBezTo>
                <a:cubicBezTo>
                  <a:pt x="5198011" y="2770489"/>
                  <a:pt x="5218171" y="2770489"/>
                  <a:pt x="5200171" y="2761488"/>
                </a:cubicBezTo>
                <a:cubicBezTo>
                  <a:pt x="5222851" y="2766169"/>
                  <a:pt x="5236531" y="2756808"/>
                  <a:pt x="5227531" y="2743127"/>
                </a:cubicBezTo>
                <a:cubicBezTo>
                  <a:pt x="5231851" y="2743127"/>
                  <a:pt x="5236531" y="2740967"/>
                  <a:pt x="5236531" y="2734126"/>
                </a:cubicBezTo>
                <a:cubicBezTo>
                  <a:pt x="5245531" y="2734126"/>
                  <a:pt x="5250211" y="2752488"/>
                  <a:pt x="5261731" y="2738807"/>
                </a:cubicBezTo>
                <a:cubicBezTo>
                  <a:pt x="5261731" y="2729446"/>
                  <a:pt x="5254891" y="2725126"/>
                  <a:pt x="5252371" y="2718285"/>
                </a:cubicBezTo>
                <a:cubicBezTo>
                  <a:pt x="5261731" y="2711445"/>
                  <a:pt x="5279731" y="2688763"/>
                  <a:pt x="5286571" y="2699924"/>
                </a:cubicBezTo>
                <a:cubicBezTo>
                  <a:pt x="5275051" y="2699924"/>
                  <a:pt x="5270731" y="2713605"/>
                  <a:pt x="5261731" y="2718285"/>
                </a:cubicBezTo>
                <a:cubicBezTo>
                  <a:pt x="5291251" y="2711445"/>
                  <a:pt x="5309251" y="2672562"/>
                  <a:pt x="5329772" y="2697764"/>
                </a:cubicBezTo>
                <a:cubicBezTo>
                  <a:pt x="5334452" y="2679403"/>
                  <a:pt x="5357132" y="2681923"/>
                  <a:pt x="5361812" y="2661401"/>
                </a:cubicBezTo>
                <a:cubicBezTo>
                  <a:pt x="5352452" y="2670402"/>
                  <a:pt x="5331932" y="2666082"/>
                  <a:pt x="5331932" y="2686243"/>
                </a:cubicBezTo>
                <a:cubicBezTo>
                  <a:pt x="5331932" y="2686243"/>
                  <a:pt x="5331932" y="2686243"/>
                  <a:pt x="5313931" y="2686243"/>
                </a:cubicBezTo>
                <a:cubicBezTo>
                  <a:pt x="5316091" y="2679403"/>
                  <a:pt x="5316091" y="2675082"/>
                  <a:pt x="5318611" y="2670402"/>
                </a:cubicBezTo>
                <a:cubicBezTo>
                  <a:pt x="5331932" y="2668242"/>
                  <a:pt x="5345612" y="2656721"/>
                  <a:pt x="5363972" y="2649881"/>
                </a:cubicBezTo>
                <a:cubicBezTo>
                  <a:pt x="5368292" y="2654561"/>
                  <a:pt x="5363972" y="2668242"/>
                  <a:pt x="5377652" y="2666082"/>
                </a:cubicBezTo>
                <a:cubicBezTo>
                  <a:pt x="5381972" y="2640880"/>
                  <a:pt x="5414013" y="2631879"/>
                  <a:pt x="5420853" y="2627199"/>
                </a:cubicBezTo>
                <a:cubicBezTo>
                  <a:pt x="5416173" y="2613518"/>
                  <a:pt x="5432013" y="2599837"/>
                  <a:pt x="5418693" y="2592997"/>
                </a:cubicBezTo>
                <a:cubicBezTo>
                  <a:pt x="5420853" y="2590837"/>
                  <a:pt x="5423013" y="2588676"/>
                  <a:pt x="5423013" y="2583996"/>
                </a:cubicBezTo>
                <a:cubicBezTo>
                  <a:pt x="5434533" y="2592997"/>
                  <a:pt x="5448213" y="2581836"/>
                  <a:pt x="5450373" y="2597677"/>
                </a:cubicBezTo>
                <a:cubicBezTo>
                  <a:pt x="5456133" y="2591917"/>
                  <a:pt x="5456673" y="2585616"/>
                  <a:pt x="5454918" y="2580216"/>
                </a:cubicBezTo>
                <a:lnTo>
                  <a:pt x="5447075" y="2569962"/>
                </a:lnTo>
                <a:lnTo>
                  <a:pt x="5447739" y="2571379"/>
                </a:lnTo>
                <a:cubicBezTo>
                  <a:pt x="5447263" y="2573319"/>
                  <a:pt x="5445312" y="2576004"/>
                  <a:pt x="5440827" y="2579974"/>
                </a:cubicBezTo>
                <a:cubicBezTo>
                  <a:pt x="5445132" y="2559400"/>
                  <a:pt x="5425041" y="2579974"/>
                  <a:pt x="5415713" y="2582501"/>
                </a:cubicBezTo>
                <a:cubicBezTo>
                  <a:pt x="5420377" y="2548211"/>
                  <a:pt x="5477063" y="2516086"/>
                  <a:pt x="5495002" y="2489015"/>
                </a:cubicBezTo>
                <a:cubicBezTo>
                  <a:pt x="5501819" y="2486489"/>
                  <a:pt x="5508635" y="2489015"/>
                  <a:pt x="5515452" y="2489015"/>
                </a:cubicBezTo>
                <a:cubicBezTo>
                  <a:pt x="5520116" y="2484323"/>
                  <a:pt x="5513300" y="2479631"/>
                  <a:pt x="5511147" y="2477465"/>
                </a:cubicBezTo>
                <a:cubicBezTo>
                  <a:pt x="5516170" y="2471780"/>
                  <a:pt x="5522067" y="2467652"/>
                  <a:pt x="5528267" y="2464161"/>
                </a:cubicBezTo>
                <a:lnTo>
                  <a:pt x="5544975" y="2455796"/>
                </a:lnTo>
                <a:lnTo>
                  <a:pt x="5548079" y="2438698"/>
                </a:lnTo>
                <a:cubicBezTo>
                  <a:pt x="5548079" y="2432398"/>
                  <a:pt x="5546662" y="2425266"/>
                  <a:pt x="5544851" y="2417717"/>
                </a:cubicBezTo>
                <a:lnTo>
                  <a:pt x="5542509" y="2407883"/>
                </a:lnTo>
                <a:lnTo>
                  <a:pt x="5536188" y="2410166"/>
                </a:lnTo>
                <a:cubicBezTo>
                  <a:pt x="5534163" y="2411657"/>
                  <a:pt x="5532183" y="2414065"/>
                  <a:pt x="5529933" y="2418025"/>
                </a:cubicBezTo>
                <a:cubicBezTo>
                  <a:pt x="5518773" y="2413344"/>
                  <a:pt x="5527773" y="2397503"/>
                  <a:pt x="5520933" y="2392823"/>
                </a:cubicBezTo>
                <a:close/>
                <a:moveTo>
                  <a:pt x="4899929" y="2388143"/>
                </a:moveTo>
                <a:cubicBezTo>
                  <a:pt x="4906769" y="2397503"/>
                  <a:pt x="4897409" y="2399663"/>
                  <a:pt x="4897409" y="2413344"/>
                </a:cubicBezTo>
                <a:cubicBezTo>
                  <a:pt x="4911089" y="2413344"/>
                  <a:pt x="4915769" y="2399663"/>
                  <a:pt x="4911089" y="2388143"/>
                </a:cubicBezTo>
                <a:cubicBezTo>
                  <a:pt x="4908929" y="2385983"/>
                  <a:pt x="4906769" y="2388143"/>
                  <a:pt x="4906769" y="2390663"/>
                </a:cubicBezTo>
                <a:cubicBezTo>
                  <a:pt x="4906769" y="2390663"/>
                  <a:pt x="4906769" y="2390663"/>
                  <a:pt x="4899929" y="2388143"/>
                </a:cubicBezTo>
                <a:close/>
                <a:moveTo>
                  <a:pt x="5864190" y="2379662"/>
                </a:moveTo>
                <a:cubicBezTo>
                  <a:pt x="5870968" y="2388611"/>
                  <a:pt x="5859553" y="2402572"/>
                  <a:pt x="5862050" y="2411521"/>
                </a:cubicBezTo>
                <a:cubicBezTo>
                  <a:pt x="5850634" y="2415817"/>
                  <a:pt x="5850634" y="2409373"/>
                  <a:pt x="5839575" y="2404720"/>
                </a:cubicBezTo>
                <a:cubicBezTo>
                  <a:pt x="5857412" y="2400066"/>
                  <a:pt x="5850634" y="2393265"/>
                  <a:pt x="5864190" y="2379662"/>
                </a:cubicBezTo>
                <a:close/>
                <a:moveTo>
                  <a:pt x="5243371" y="2376982"/>
                </a:moveTo>
                <a:cubicBezTo>
                  <a:pt x="5234371" y="2385983"/>
                  <a:pt x="5222851" y="2395343"/>
                  <a:pt x="5220691" y="2413344"/>
                </a:cubicBezTo>
                <a:cubicBezTo>
                  <a:pt x="5231851" y="2404344"/>
                  <a:pt x="5243371" y="2395343"/>
                  <a:pt x="5243371" y="2376982"/>
                </a:cubicBezTo>
                <a:close/>
                <a:moveTo>
                  <a:pt x="5123178" y="2375380"/>
                </a:moveTo>
                <a:cubicBezTo>
                  <a:pt x="5125713" y="2373938"/>
                  <a:pt x="5130784" y="2375148"/>
                  <a:pt x="5137544" y="2383333"/>
                </a:cubicBezTo>
                <a:cubicBezTo>
                  <a:pt x="5137544" y="2390403"/>
                  <a:pt x="5124023" y="2376264"/>
                  <a:pt x="5124023" y="2383333"/>
                </a:cubicBezTo>
                <a:cubicBezTo>
                  <a:pt x="5120643" y="2380915"/>
                  <a:pt x="5120643" y="2376822"/>
                  <a:pt x="5123178" y="2375380"/>
                </a:cubicBezTo>
                <a:close/>
                <a:moveTo>
                  <a:pt x="553040" y="2361345"/>
                </a:moveTo>
                <a:cubicBezTo>
                  <a:pt x="548359" y="2377183"/>
                  <a:pt x="536838" y="2361345"/>
                  <a:pt x="532518" y="2372504"/>
                </a:cubicBezTo>
                <a:cubicBezTo>
                  <a:pt x="543679" y="2377183"/>
                  <a:pt x="516316" y="2397700"/>
                  <a:pt x="527837" y="2399860"/>
                </a:cubicBezTo>
                <a:cubicBezTo>
                  <a:pt x="536838" y="2381502"/>
                  <a:pt x="559881" y="2379343"/>
                  <a:pt x="553040" y="2361345"/>
                </a:cubicBezTo>
                <a:close/>
                <a:moveTo>
                  <a:pt x="5739455" y="2358621"/>
                </a:moveTo>
                <a:cubicBezTo>
                  <a:pt x="5725775" y="2356461"/>
                  <a:pt x="5716415" y="2361141"/>
                  <a:pt x="5709575" y="2372302"/>
                </a:cubicBezTo>
                <a:cubicBezTo>
                  <a:pt x="5714255" y="2388143"/>
                  <a:pt x="5725775" y="2367981"/>
                  <a:pt x="5732615" y="2374822"/>
                </a:cubicBezTo>
                <a:cubicBezTo>
                  <a:pt x="5732615" y="2397503"/>
                  <a:pt x="5718935" y="2390663"/>
                  <a:pt x="5707415" y="2399663"/>
                </a:cubicBezTo>
                <a:cubicBezTo>
                  <a:pt x="5707415" y="2409024"/>
                  <a:pt x="5714255" y="2409024"/>
                  <a:pt x="5707415" y="2413344"/>
                </a:cubicBezTo>
                <a:cubicBezTo>
                  <a:pt x="5725775" y="2418025"/>
                  <a:pt x="5741615" y="2381302"/>
                  <a:pt x="5739455" y="2358621"/>
                </a:cubicBezTo>
                <a:close/>
                <a:moveTo>
                  <a:pt x="6312121" y="2347912"/>
                </a:moveTo>
                <a:cubicBezTo>
                  <a:pt x="6323410" y="2352323"/>
                  <a:pt x="6316707" y="2368867"/>
                  <a:pt x="6312121" y="2382469"/>
                </a:cubicBezTo>
                <a:cubicBezTo>
                  <a:pt x="6292013" y="2382469"/>
                  <a:pt x="6312121" y="2359308"/>
                  <a:pt x="6312121" y="2347912"/>
                </a:cubicBezTo>
                <a:close/>
                <a:moveTo>
                  <a:pt x="6164649" y="2335212"/>
                </a:moveTo>
                <a:cubicBezTo>
                  <a:pt x="6162466" y="2342060"/>
                  <a:pt x="6160738" y="2352872"/>
                  <a:pt x="6157555" y="2364855"/>
                </a:cubicBezTo>
                <a:lnTo>
                  <a:pt x="6142086" y="2400701"/>
                </a:lnTo>
                <a:lnTo>
                  <a:pt x="6141817" y="2401528"/>
                </a:lnTo>
                <a:lnTo>
                  <a:pt x="6141758" y="2401462"/>
                </a:lnTo>
                <a:lnTo>
                  <a:pt x="6141730" y="2401526"/>
                </a:lnTo>
                <a:lnTo>
                  <a:pt x="6141724" y="2401425"/>
                </a:lnTo>
                <a:lnTo>
                  <a:pt x="6135469" y="2394478"/>
                </a:lnTo>
                <a:cubicBezTo>
                  <a:pt x="6135347" y="2391557"/>
                  <a:pt x="6136810" y="2388136"/>
                  <a:pt x="6138627" y="2384435"/>
                </a:cubicBezTo>
                <a:lnTo>
                  <a:pt x="6140477" y="2380328"/>
                </a:lnTo>
                <a:lnTo>
                  <a:pt x="6139411" y="2362287"/>
                </a:lnTo>
                <a:cubicBezTo>
                  <a:pt x="6143458" y="2348907"/>
                  <a:pt x="6152098" y="2337555"/>
                  <a:pt x="6164649" y="2335212"/>
                </a:cubicBezTo>
                <a:close/>
                <a:moveTo>
                  <a:pt x="6085280" y="2330839"/>
                </a:moveTo>
                <a:lnTo>
                  <a:pt x="6069539" y="2376127"/>
                </a:lnTo>
                <a:cubicBezTo>
                  <a:pt x="6060238" y="2367141"/>
                  <a:pt x="6062742" y="2319337"/>
                  <a:pt x="6085280" y="2330839"/>
                </a:cubicBezTo>
                <a:close/>
                <a:moveTo>
                  <a:pt x="5232290" y="2324100"/>
                </a:moveTo>
                <a:cubicBezTo>
                  <a:pt x="5248661" y="2335036"/>
                  <a:pt x="5223195" y="2355144"/>
                  <a:pt x="5214100" y="2361847"/>
                </a:cubicBezTo>
                <a:cubicBezTo>
                  <a:pt x="5214100" y="2348441"/>
                  <a:pt x="5232290" y="2330803"/>
                  <a:pt x="5232290" y="2324100"/>
                </a:cubicBezTo>
                <a:close/>
                <a:moveTo>
                  <a:pt x="3777806" y="2318660"/>
                </a:moveTo>
                <a:lnTo>
                  <a:pt x="3777885" y="2319422"/>
                </a:lnTo>
                <a:lnTo>
                  <a:pt x="3783336" y="2319715"/>
                </a:lnTo>
                <a:lnTo>
                  <a:pt x="3783152" y="2319677"/>
                </a:lnTo>
                <a:close/>
                <a:moveTo>
                  <a:pt x="5529933" y="2317938"/>
                </a:moveTo>
                <a:cubicBezTo>
                  <a:pt x="5518773" y="2320098"/>
                  <a:pt x="5525613" y="2322258"/>
                  <a:pt x="5525613" y="2326938"/>
                </a:cubicBezTo>
                <a:cubicBezTo>
                  <a:pt x="5514093" y="2347460"/>
                  <a:pt x="5495733" y="2358621"/>
                  <a:pt x="5505093" y="2376982"/>
                </a:cubicBezTo>
                <a:cubicBezTo>
                  <a:pt x="5518773" y="2365461"/>
                  <a:pt x="5516253" y="2345300"/>
                  <a:pt x="5534613" y="2335939"/>
                </a:cubicBezTo>
                <a:cubicBezTo>
                  <a:pt x="5536773" y="2326938"/>
                  <a:pt x="5532093" y="2322258"/>
                  <a:pt x="5529933" y="2317938"/>
                </a:cubicBezTo>
                <a:close/>
                <a:moveTo>
                  <a:pt x="3786078" y="2314247"/>
                </a:moveTo>
                <a:lnTo>
                  <a:pt x="3786179" y="2315627"/>
                </a:lnTo>
                <a:lnTo>
                  <a:pt x="3786725" y="2319897"/>
                </a:lnTo>
                <a:lnTo>
                  <a:pt x="3800850" y="2320655"/>
                </a:lnTo>
                <a:lnTo>
                  <a:pt x="3800764" y="2319016"/>
                </a:lnTo>
                <a:cubicBezTo>
                  <a:pt x="3798510" y="2313141"/>
                  <a:pt x="3791849" y="2318490"/>
                  <a:pt x="3787381" y="2316807"/>
                </a:cubicBezTo>
                <a:close/>
                <a:moveTo>
                  <a:pt x="5713309" y="2313143"/>
                </a:moveTo>
                <a:lnTo>
                  <a:pt x="5708208" y="2318325"/>
                </a:lnTo>
                <a:cubicBezTo>
                  <a:pt x="5694079" y="2327807"/>
                  <a:pt x="5677469" y="2330803"/>
                  <a:pt x="5692864" y="2342787"/>
                </a:cubicBezTo>
                <a:lnTo>
                  <a:pt x="5685201" y="2341919"/>
                </a:lnTo>
                <a:lnTo>
                  <a:pt x="5686794" y="2361573"/>
                </a:lnTo>
                <a:lnTo>
                  <a:pt x="5701430" y="2344928"/>
                </a:lnTo>
                <a:lnTo>
                  <a:pt x="5715355" y="2336059"/>
                </a:lnTo>
                <a:lnTo>
                  <a:pt x="5708266" y="2332576"/>
                </a:lnTo>
                <a:cubicBezTo>
                  <a:pt x="5706711" y="2329710"/>
                  <a:pt x="5708140" y="2325709"/>
                  <a:pt x="5709959" y="2321778"/>
                </a:cubicBezTo>
                <a:close/>
                <a:moveTo>
                  <a:pt x="3857860" y="2310610"/>
                </a:moveTo>
                <a:cubicBezTo>
                  <a:pt x="3853900" y="2309980"/>
                  <a:pt x="3851649" y="2311217"/>
                  <a:pt x="3850361" y="2313501"/>
                </a:cubicBezTo>
                <a:lnTo>
                  <a:pt x="3849086" y="2320269"/>
                </a:lnTo>
                <a:lnTo>
                  <a:pt x="3849189" y="2320311"/>
                </a:lnTo>
                <a:lnTo>
                  <a:pt x="3849070" y="2320355"/>
                </a:lnTo>
                <a:lnTo>
                  <a:pt x="3848772" y="2321934"/>
                </a:lnTo>
                <a:lnTo>
                  <a:pt x="3857673" y="2315978"/>
                </a:lnTo>
                <a:close/>
                <a:moveTo>
                  <a:pt x="6141201" y="2301875"/>
                </a:moveTo>
                <a:cubicBezTo>
                  <a:pt x="6152924" y="2311047"/>
                  <a:pt x="6155122" y="2319866"/>
                  <a:pt x="6152924" y="2333272"/>
                </a:cubicBezTo>
                <a:cubicBezTo>
                  <a:pt x="6148161" y="2324453"/>
                  <a:pt x="6136438" y="2317750"/>
                  <a:pt x="6141201" y="2301875"/>
                </a:cubicBezTo>
                <a:close/>
                <a:moveTo>
                  <a:pt x="3921795" y="2296189"/>
                </a:moveTo>
                <a:lnTo>
                  <a:pt x="3921532" y="2299589"/>
                </a:lnTo>
                <a:lnTo>
                  <a:pt x="3930507" y="2296940"/>
                </a:lnTo>
                <a:close/>
                <a:moveTo>
                  <a:pt x="3838715" y="2295193"/>
                </a:moveTo>
                <a:lnTo>
                  <a:pt x="3838548" y="2295215"/>
                </a:lnTo>
                <a:lnTo>
                  <a:pt x="3830720" y="2299577"/>
                </a:lnTo>
                <a:lnTo>
                  <a:pt x="3831365" y="2296135"/>
                </a:lnTo>
                <a:lnTo>
                  <a:pt x="3819666" y="2297635"/>
                </a:lnTo>
                <a:cubicBezTo>
                  <a:pt x="3817506" y="2297635"/>
                  <a:pt x="3819666" y="2301954"/>
                  <a:pt x="3819666" y="2301954"/>
                </a:cubicBezTo>
                <a:cubicBezTo>
                  <a:pt x="3813366" y="2302584"/>
                  <a:pt x="3809225" y="2301346"/>
                  <a:pt x="3805917" y="2299417"/>
                </a:cubicBezTo>
                <a:lnTo>
                  <a:pt x="3804159" y="2298074"/>
                </a:lnTo>
                <a:lnTo>
                  <a:pt x="3797740" y="2302993"/>
                </a:lnTo>
                <a:cubicBezTo>
                  <a:pt x="3794263" y="2304309"/>
                  <a:pt x="3790258" y="2304129"/>
                  <a:pt x="3785127" y="2301249"/>
                </a:cubicBezTo>
                <a:lnTo>
                  <a:pt x="3785325" y="2303953"/>
                </a:lnTo>
                <a:lnTo>
                  <a:pt x="3789867" y="2303619"/>
                </a:lnTo>
                <a:cubicBezTo>
                  <a:pt x="3793518" y="2303686"/>
                  <a:pt x="3797344" y="2304384"/>
                  <a:pt x="3801304" y="2306633"/>
                </a:cubicBezTo>
                <a:lnTo>
                  <a:pt x="3804935" y="2320874"/>
                </a:lnTo>
                <a:lnTo>
                  <a:pt x="3824106" y="2321903"/>
                </a:lnTo>
                <a:lnTo>
                  <a:pt x="3829342" y="2319951"/>
                </a:lnTo>
                <a:lnTo>
                  <a:pt x="3833799" y="2318696"/>
                </a:lnTo>
                <a:lnTo>
                  <a:pt x="3831575" y="2309665"/>
                </a:lnTo>
                <a:cubicBezTo>
                  <a:pt x="3831845" y="2305929"/>
                  <a:pt x="3834096" y="2302509"/>
                  <a:pt x="3839857" y="2296929"/>
                </a:cubicBezTo>
                <a:close/>
                <a:moveTo>
                  <a:pt x="3908217" y="2294334"/>
                </a:moveTo>
                <a:cubicBezTo>
                  <a:pt x="3904791" y="2294761"/>
                  <a:pt x="3901641" y="2296696"/>
                  <a:pt x="3898761" y="2301737"/>
                </a:cubicBezTo>
                <a:lnTo>
                  <a:pt x="3897551" y="2297904"/>
                </a:lnTo>
                <a:lnTo>
                  <a:pt x="3890228" y="2307751"/>
                </a:lnTo>
                <a:lnTo>
                  <a:pt x="3912151" y="2302359"/>
                </a:lnTo>
                <a:lnTo>
                  <a:pt x="3918957" y="2300349"/>
                </a:lnTo>
                <a:lnTo>
                  <a:pt x="3914737" y="2295298"/>
                </a:lnTo>
                <a:close/>
                <a:moveTo>
                  <a:pt x="5163811" y="2292736"/>
                </a:moveTo>
                <a:cubicBezTo>
                  <a:pt x="5159131" y="2304257"/>
                  <a:pt x="5145450" y="2297416"/>
                  <a:pt x="5138610" y="2299577"/>
                </a:cubicBezTo>
                <a:cubicBezTo>
                  <a:pt x="5138610" y="2313258"/>
                  <a:pt x="5145450" y="2315418"/>
                  <a:pt x="5159131" y="2315418"/>
                </a:cubicBezTo>
                <a:cubicBezTo>
                  <a:pt x="5156971" y="2304257"/>
                  <a:pt x="5170651" y="2306417"/>
                  <a:pt x="5163811" y="2292736"/>
                </a:cubicBezTo>
                <a:close/>
                <a:moveTo>
                  <a:pt x="3869118" y="2291003"/>
                </a:moveTo>
                <a:lnTo>
                  <a:pt x="3865060" y="2291365"/>
                </a:lnTo>
                <a:lnTo>
                  <a:pt x="3869652" y="2297919"/>
                </a:lnTo>
                <a:lnTo>
                  <a:pt x="3864860" y="2313991"/>
                </a:lnTo>
                <a:lnTo>
                  <a:pt x="3888685" y="2308131"/>
                </a:lnTo>
                <a:lnTo>
                  <a:pt x="3883967" y="2306431"/>
                </a:lnTo>
                <a:lnTo>
                  <a:pt x="3881965" y="2301280"/>
                </a:lnTo>
                <a:lnTo>
                  <a:pt x="3877363" y="2299082"/>
                </a:lnTo>
                <a:cubicBezTo>
                  <a:pt x="3874438" y="2299352"/>
                  <a:pt x="3873043" y="2302322"/>
                  <a:pt x="3872998" y="2299712"/>
                </a:cubicBezTo>
                <a:lnTo>
                  <a:pt x="3873519" y="2294555"/>
                </a:lnTo>
                <a:lnTo>
                  <a:pt x="3871614" y="2294665"/>
                </a:lnTo>
                <a:lnTo>
                  <a:pt x="3871919" y="2292873"/>
                </a:lnTo>
                <a:close/>
                <a:moveTo>
                  <a:pt x="3789107" y="2290129"/>
                </a:moveTo>
                <a:lnTo>
                  <a:pt x="3789260" y="2290956"/>
                </a:lnTo>
                <a:lnTo>
                  <a:pt x="3791240" y="2290818"/>
                </a:lnTo>
                <a:close/>
                <a:moveTo>
                  <a:pt x="3815780" y="2289046"/>
                </a:moveTo>
                <a:lnTo>
                  <a:pt x="3814512" y="2289066"/>
                </a:lnTo>
                <a:lnTo>
                  <a:pt x="3811171" y="2292116"/>
                </a:lnTo>
                <a:lnTo>
                  <a:pt x="3817675" y="2293771"/>
                </a:lnTo>
                <a:lnTo>
                  <a:pt x="3825172" y="2289801"/>
                </a:lnTo>
                <a:lnTo>
                  <a:pt x="3823689" y="2290137"/>
                </a:lnTo>
                <a:cubicBezTo>
                  <a:pt x="3820910" y="2290058"/>
                  <a:pt x="3818345" y="2289451"/>
                  <a:pt x="3815780" y="2289046"/>
                </a:cubicBezTo>
                <a:close/>
                <a:moveTo>
                  <a:pt x="5263688" y="2288656"/>
                </a:moveTo>
                <a:cubicBezTo>
                  <a:pt x="5265136" y="2288572"/>
                  <a:pt x="5266670" y="2289531"/>
                  <a:pt x="5268319" y="2292296"/>
                </a:cubicBezTo>
                <a:cubicBezTo>
                  <a:pt x="5259161" y="2294436"/>
                  <a:pt x="5270884" y="2299074"/>
                  <a:pt x="5263923" y="2301214"/>
                </a:cubicBezTo>
                <a:cubicBezTo>
                  <a:pt x="5259161" y="2290155"/>
                  <a:pt x="5259161" y="2310490"/>
                  <a:pt x="5263923" y="2310490"/>
                </a:cubicBezTo>
                <a:cubicBezTo>
                  <a:pt x="5263923" y="2310490"/>
                  <a:pt x="5263923" y="2310490"/>
                  <a:pt x="5256963" y="2312630"/>
                </a:cubicBezTo>
                <a:cubicBezTo>
                  <a:pt x="5254764" y="2312630"/>
                  <a:pt x="5252200" y="2312630"/>
                  <a:pt x="5252200" y="2307992"/>
                </a:cubicBezTo>
                <a:cubicBezTo>
                  <a:pt x="5259161" y="2305852"/>
                  <a:pt x="5252200" y="2303711"/>
                  <a:pt x="5252200" y="2296933"/>
                </a:cubicBezTo>
                <a:cubicBezTo>
                  <a:pt x="5255772" y="2298539"/>
                  <a:pt x="5259344" y="2288907"/>
                  <a:pt x="5263688" y="2288656"/>
                </a:cubicBezTo>
                <a:close/>
                <a:moveTo>
                  <a:pt x="3946641" y="2288056"/>
                </a:moveTo>
                <a:lnTo>
                  <a:pt x="3934012" y="2295905"/>
                </a:lnTo>
                <a:lnTo>
                  <a:pt x="3947263" y="2291993"/>
                </a:lnTo>
                <a:close/>
                <a:moveTo>
                  <a:pt x="3894441" y="2288056"/>
                </a:moveTo>
                <a:lnTo>
                  <a:pt x="3894326" y="2288129"/>
                </a:lnTo>
                <a:lnTo>
                  <a:pt x="3893869" y="2290782"/>
                </a:lnTo>
                <a:lnTo>
                  <a:pt x="3897184" y="2296742"/>
                </a:lnTo>
                <a:close/>
                <a:moveTo>
                  <a:pt x="5823335" y="2285896"/>
                </a:moveTo>
                <a:cubicBezTo>
                  <a:pt x="5812175" y="2290576"/>
                  <a:pt x="5802815" y="2299577"/>
                  <a:pt x="5798495" y="2308577"/>
                </a:cubicBezTo>
                <a:cubicBezTo>
                  <a:pt x="5800655" y="2313258"/>
                  <a:pt x="5830175" y="2299577"/>
                  <a:pt x="5823335" y="2285896"/>
                </a:cubicBezTo>
                <a:close/>
                <a:moveTo>
                  <a:pt x="3940263" y="2269509"/>
                </a:moveTo>
                <a:lnTo>
                  <a:pt x="3938901" y="2271315"/>
                </a:lnTo>
                <a:cubicBezTo>
                  <a:pt x="3937461" y="2274735"/>
                  <a:pt x="3937461" y="2278155"/>
                  <a:pt x="3939801" y="2281575"/>
                </a:cubicBezTo>
                <a:cubicBezTo>
                  <a:pt x="3943221" y="2282656"/>
                  <a:pt x="3946641" y="2280946"/>
                  <a:pt x="3949206" y="2278110"/>
                </a:cubicBezTo>
                <a:lnTo>
                  <a:pt x="3950995" y="2273835"/>
                </a:lnTo>
                <a:lnTo>
                  <a:pt x="3943252" y="2271610"/>
                </a:lnTo>
                <a:close/>
                <a:moveTo>
                  <a:pt x="5720925" y="2266950"/>
                </a:moveTo>
                <a:cubicBezTo>
                  <a:pt x="5729688" y="2280443"/>
                  <a:pt x="5705503" y="2293582"/>
                  <a:pt x="5703050" y="2286835"/>
                </a:cubicBezTo>
                <a:cubicBezTo>
                  <a:pt x="5712163" y="2282574"/>
                  <a:pt x="5707606" y="2269080"/>
                  <a:pt x="5720925" y="2266950"/>
                </a:cubicBezTo>
                <a:close/>
                <a:moveTo>
                  <a:pt x="5834855" y="2256374"/>
                </a:moveTo>
                <a:cubicBezTo>
                  <a:pt x="5832695" y="2265374"/>
                  <a:pt x="5825855" y="2272215"/>
                  <a:pt x="5825855" y="2283736"/>
                </a:cubicBezTo>
                <a:cubicBezTo>
                  <a:pt x="5839535" y="2276895"/>
                  <a:pt x="5841695" y="2285896"/>
                  <a:pt x="5855375" y="2274735"/>
                </a:cubicBezTo>
                <a:cubicBezTo>
                  <a:pt x="5853215" y="2263214"/>
                  <a:pt x="5839535" y="2267894"/>
                  <a:pt x="5834855" y="2256374"/>
                </a:cubicBezTo>
                <a:close/>
                <a:moveTo>
                  <a:pt x="5254891" y="2256374"/>
                </a:moveTo>
                <a:lnTo>
                  <a:pt x="5254647" y="2256827"/>
                </a:lnTo>
                <a:lnTo>
                  <a:pt x="5254969" y="2256374"/>
                </a:lnTo>
                <a:close/>
                <a:moveTo>
                  <a:pt x="5800655" y="2249533"/>
                </a:moveTo>
                <a:cubicBezTo>
                  <a:pt x="5791655" y="2258534"/>
                  <a:pt x="5786975" y="2267894"/>
                  <a:pt x="5786975" y="2281575"/>
                </a:cubicBezTo>
                <a:cubicBezTo>
                  <a:pt x="5795975" y="2276895"/>
                  <a:pt x="5800655" y="2276895"/>
                  <a:pt x="5800655" y="2285896"/>
                </a:cubicBezTo>
                <a:cubicBezTo>
                  <a:pt x="5816495" y="2281575"/>
                  <a:pt x="5821175" y="2267894"/>
                  <a:pt x="5828015" y="2256374"/>
                </a:cubicBezTo>
                <a:cubicBezTo>
                  <a:pt x="5816495" y="2245213"/>
                  <a:pt x="5816495" y="2274735"/>
                  <a:pt x="5802815" y="2274735"/>
                </a:cubicBezTo>
                <a:cubicBezTo>
                  <a:pt x="5791655" y="2274735"/>
                  <a:pt x="5802815" y="2256374"/>
                  <a:pt x="5800655" y="2249533"/>
                </a:cubicBezTo>
                <a:close/>
                <a:moveTo>
                  <a:pt x="6293228" y="2247900"/>
                </a:moveTo>
                <a:cubicBezTo>
                  <a:pt x="6286159" y="2258836"/>
                  <a:pt x="6279090" y="2270125"/>
                  <a:pt x="6276857" y="2285647"/>
                </a:cubicBezTo>
                <a:cubicBezTo>
                  <a:pt x="6272020" y="2272241"/>
                  <a:pt x="6269788" y="2247900"/>
                  <a:pt x="6293228" y="2247900"/>
                </a:cubicBezTo>
                <a:close/>
                <a:moveTo>
                  <a:pt x="5225011" y="2231532"/>
                </a:moveTo>
                <a:cubicBezTo>
                  <a:pt x="5211331" y="2238372"/>
                  <a:pt x="5225011" y="2247373"/>
                  <a:pt x="5222851" y="2261054"/>
                </a:cubicBezTo>
                <a:cubicBezTo>
                  <a:pt x="5202331" y="2265374"/>
                  <a:pt x="5179651" y="2288056"/>
                  <a:pt x="5200171" y="2306417"/>
                </a:cubicBezTo>
                <a:cubicBezTo>
                  <a:pt x="5181811" y="2308577"/>
                  <a:pt x="5188651" y="2285896"/>
                  <a:pt x="5174971" y="2285896"/>
                </a:cubicBezTo>
                <a:cubicBezTo>
                  <a:pt x="5179651" y="2292736"/>
                  <a:pt x="5179651" y="2306417"/>
                  <a:pt x="5184331" y="2313258"/>
                </a:cubicBezTo>
                <a:cubicBezTo>
                  <a:pt x="5172811" y="2317938"/>
                  <a:pt x="5163811" y="2324778"/>
                  <a:pt x="5163811" y="2340619"/>
                </a:cubicBezTo>
                <a:cubicBezTo>
                  <a:pt x="5150130" y="2342780"/>
                  <a:pt x="5159131" y="2320098"/>
                  <a:pt x="5141130" y="2326938"/>
                </a:cubicBezTo>
                <a:cubicBezTo>
                  <a:pt x="5141130" y="2326938"/>
                  <a:pt x="5141130" y="2326938"/>
                  <a:pt x="5141130" y="2351780"/>
                </a:cubicBezTo>
                <a:cubicBezTo>
                  <a:pt x="5129610" y="2338459"/>
                  <a:pt x="5122770" y="2354300"/>
                  <a:pt x="5109090" y="2356461"/>
                </a:cubicBezTo>
                <a:cubicBezTo>
                  <a:pt x="5109090" y="2361141"/>
                  <a:pt x="5113770" y="2363301"/>
                  <a:pt x="5111250" y="2367981"/>
                </a:cubicBezTo>
                <a:cubicBezTo>
                  <a:pt x="5093250" y="2372302"/>
                  <a:pt x="5077410" y="2388143"/>
                  <a:pt x="5086410" y="2411184"/>
                </a:cubicBezTo>
                <a:cubicBezTo>
                  <a:pt x="5074890" y="2402184"/>
                  <a:pt x="5059050" y="2418025"/>
                  <a:pt x="5065890" y="2427025"/>
                </a:cubicBezTo>
                <a:cubicBezTo>
                  <a:pt x="5038529" y="2418025"/>
                  <a:pt x="5045369" y="2447547"/>
                  <a:pt x="5027369" y="2449707"/>
                </a:cubicBezTo>
                <a:cubicBezTo>
                  <a:pt x="5034209" y="2458708"/>
                  <a:pt x="5024849" y="2451867"/>
                  <a:pt x="5022689" y="2458708"/>
                </a:cubicBezTo>
                <a:cubicBezTo>
                  <a:pt x="5027369" y="2461228"/>
                  <a:pt x="5029529" y="2463388"/>
                  <a:pt x="5031689" y="2465548"/>
                </a:cubicBezTo>
                <a:cubicBezTo>
                  <a:pt x="5029529" y="2472388"/>
                  <a:pt x="5027369" y="2486069"/>
                  <a:pt x="5015849" y="2486069"/>
                </a:cubicBezTo>
                <a:cubicBezTo>
                  <a:pt x="5018009" y="2474909"/>
                  <a:pt x="5031689" y="2470228"/>
                  <a:pt x="5018009" y="2463388"/>
                </a:cubicBezTo>
                <a:cubicBezTo>
                  <a:pt x="5006849" y="2481749"/>
                  <a:pt x="4974809" y="2470228"/>
                  <a:pt x="4963649" y="2486069"/>
                </a:cubicBezTo>
                <a:cubicBezTo>
                  <a:pt x="4958969" y="2495430"/>
                  <a:pt x="4958969" y="2502271"/>
                  <a:pt x="4965809" y="2508751"/>
                </a:cubicBezTo>
                <a:cubicBezTo>
                  <a:pt x="4991009" y="2508751"/>
                  <a:pt x="4963649" y="2488590"/>
                  <a:pt x="4981649" y="2486069"/>
                </a:cubicBezTo>
                <a:cubicBezTo>
                  <a:pt x="4977329" y="2502271"/>
                  <a:pt x="4993169" y="2504431"/>
                  <a:pt x="4995329" y="2515591"/>
                </a:cubicBezTo>
                <a:cubicBezTo>
                  <a:pt x="4981649" y="2504431"/>
                  <a:pt x="4972649" y="2518112"/>
                  <a:pt x="4961129" y="2520272"/>
                </a:cubicBezTo>
                <a:cubicBezTo>
                  <a:pt x="4958969" y="2511271"/>
                  <a:pt x="4958969" y="2499750"/>
                  <a:pt x="4947449" y="2497590"/>
                </a:cubicBezTo>
                <a:cubicBezTo>
                  <a:pt x="4943129" y="2504431"/>
                  <a:pt x="4954289" y="2515591"/>
                  <a:pt x="4943129" y="2515591"/>
                </a:cubicBezTo>
                <a:cubicBezTo>
                  <a:pt x="4943129" y="2511271"/>
                  <a:pt x="4940609" y="2506591"/>
                  <a:pt x="4938449" y="2504431"/>
                </a:cubicBezTo>
                <a:cubicBezTo>
                  <a:pt x="4931609" y="2511271"/>
                  <a:pt x="4924769" y="2522432"/>
                  <a:pt x="4915769" y="2529272"/>
                </a:cubicBezTo>
                <a:cubicBezTo>
                  <a:pt x="4895248" y="2515591"/>
                  <a:pt x="4879408" y="2549794"/>
                  <a:pt x="4858888" y="2549794"/>
                </a:cubicBezTo>
                <a:cubicBezTo>
                  <a:pt x="4863568" y="2551954"/>
                  <a:pt x="4861048" y="2558794"/>
                  <a:pt x="4863568" y="2563475"/>
                </a:cubicBezTo>
                <a:cubicBezTo>
                  <a:pt x="4856728" y="2565635"/>
                  <a:pt x="4849888" y="2561315"/>
                  <a:pt x="4849888" y="2574995"/>
                </a:cubicBezTo>
                <a:cubicBezTo>
                  <a:pt x="4829368" y="2558794"/>
                  <a:pt x="4827208" y="2583996"/>
                  <a:pt x="4813528" y="2592997"/>
                </a:cubicBezTo>
                <a:cubicBezTo>
                  <a:pt x="4813528" y="2581836"/>
                  <a:pt x="4802008" y="2595517"/>
                  <a:pt x="4799848" y="2583996"/>
                </a:cubicBezTo>
                <a:cubicBezTo>
                  <a:pt x="4802008" y="2572475"/>
                  <a:pt x="4806688" y="2568155"/>
                  <a:pt x="4813528" y="2565635"/>
                </a:cubicBezTo>
                <a:cubicBezTo>
                  <a:pt x="4799848" y="2549794"/>
                  <a:pt x="4781487" y="2565635"/>
                  <a:pt x="4772487" y="2581836"/>
                </a:cubicBezTo>
                <a:cubicBezTo>
                  <a:pt x="4781487" y="2581836"/>
                  <a:pt x="4783647" y="2570315"/>
                  <a:pt x="4795167" y="2579316"/>
                </a:cubicBezTo>
                <a:cubicBezTo>
                  <a:pt x="4776807" y="2595517"/>
                  <a:pt x="4756647" y="2602357"/>
                  <a:pt x="4738287" y="2625039"/>
                </a:cubicBezTo>
                <a:cubicBezTo>
                  <a:pt x="4738287" y="2627199"/>
                  <a:pt x="4742967" y="2629359"/>
                  <a:pt x="4747287" y="2631879"/>
                </a:cubicBezTo>
                <a:cubicBezTo>
                  <a:pt x="4747287" y="2631879"/>
                  <a:pt x="4747287" y="2631879"/>
                  <a:pt x="4740447" y="2649881"/>
                </a:cubicBezTo>
                <a:cubicBezTo>
                  <a:pt x="4729287" y="2645560"/>
                  <a:pt x="4738287" y="2634040"/>
                  <a:pt x="4724607" y="2629359"/>
                </a:cubicBezTo>
                <a:cubicBezTo>
                  <a:pt x="4704087" y="2625039"/>
                  <a:pt x="4713087" y="2649881"/>
                  <a:pt x="4695087" y="2638720"/>
                </a:cubicBezTo>
                <a:cubicBezTo>
                  <a:pt x="4692927" y="2656721"/>
                  <a:pt x="4715607" y="2654561"/>
                  <a:pt x="4722447" y="2647720"/>
                </a:cubicBezTo>
                <a:cubicBezTo>
                  <a:pt x="4719927" y="2666082"/>
                  <a:pt x="4697247" y="2649881"/>
                  <a:pt x="4701927" y="2668242"/>
                </a:cubicBezTo>
                <a:cubicBezTo>
                  <a:pt x="4688247" y="2659241"/>
                  <a:pt x="4699767" y="2640880"/>
                  <a:pt x="4676727" y="2634040"/>
                </a:cubicBezTo>
                <a:cubicBezTo>
                  <a:pt x="4670247" y="2649881"/>
                  <a:pt x="4629206" y="2654561"/>
                  <a:pt x="4645047" y="2684083"/>
                </a:cubicBezTo>
                <a:cubicBezTo>
                  <a:pt x="4654047" y="2672562"/>
                  <a:pt x="4663407" y="2668242"/>
                  <a:pt x="4674567" y="2661401"/>
                </a:cubicBezTo>
                <a:cubicBezTo>
                  <a:pt x="4676727" y="2675082"/>
                  <a:pt x="4660887" y="2668242"/>
                  <a:pt x="4670247" y="2681923"/>
                </a:cubicBezTo>
                <a:cubicBezTo>
                  <a:pt x="4659987" y="2681923"/>
                  <a:pt x="4648017" y="2687593"/>
                  <a:pt x="4636901" y="2692678"/>
                </a:cubicBezTo>
                <a:lnTo>
                  <a:pt x="4628304" y="2696185"/>
                </a:lnTo>
                <a:lnTo>
                  <a:pt x="4629977" y="2698664"/>
                </a:lnTo>
                <a:cubicBezTo>
                  <a:pt x="4631571" y="2699497"/>
                  <a:pt x="4633466" y="2699712"/>
                  <a:pt x="4635284" y="2700143"/>
                </a:cubicBezTo>
                <a:lnTo>
                  <a:pt x="4637518" y="2701420"/>
                </a:lnTo>
                <a:lnTo>
                  <a:pt x="4648557" y="2700059"/>
                </a:lnTo>
                <a:cubicBezTo>
                  <a:pt x="4654227" y="2698304"/>
                  <a:pt x="4658727" y="2695424"/>
                  <a:pt x="4660887" y="2690923"/>
                </a:cubicBezTo>
                <a:cubicBezTo>
                  <a:pt x="4658727" y="2699924"/>
                  <a:pt x="4672407" y="2695604"/>
                  <a:pt x="4670247" y="2686243"/>
                </a:cubicBezTo>
                <a:cubicBezTo>
                  <a:pt x="4674567" y="2688763"/>
                  <a:pt x="4676727" y="2690923"/>
                  <a:pt x="4679247" y="2695604"/>
                </a:cubicBezTo>
                <a:cubicBezTo>
                  <a:pt x="4683567" y="2690923"/>
                  <a:pt x="4688247" y="2686243"/>
                  <a:pt x="4690407" y="2679403"/>
                </a:cubicBezTo>
                <a:cubicBezTo>
                  <a:pt x="4706607" y="2690923"/>
                  <a:pt x="4715607" y="2677243"/>
                  <a:pt x="4726767" y="2666082"/>
                </a:cubicBezTo>
                <a:cubicBezTo>
                  <a:pt x="4724607" y="2672562"/>
                  <a:pt x="4736127" y="2675082"/>
                  <a:pt x="4736127" y="2679403"/>
                </a:cubicBezTo>
                <a:cubicBezTo>
                  <a:pt x="4742967" y="2666082"/>
                  <a:pt x="4756647" y="2666082"/>
                  <a:pt x="4767807" y="2663562"/>
                </a:cubicBezTo>
                <a:cubicBezTo>
                  <a:pt x="4779327" y="2659241"/>
                  <a:pt x="4790487" y="2656721"/>
                  <a:pt x="4790487" y="2640880"/>
                </a:cubicBezTo>
                <a:cubicBezTo>
                  <a:pt x="4802008" y="2649881"/>
                  <a:pt x="4804168" y="2634040"/>
                  <a:pt x="4808848" y="2627199"/>
                </a:cubicBezTo>
                <a:lnTo>
                  <a:pt x="4818574" y="2632082"/>
                </a:lnTo>
                <a:lnTo>
                  <a:pt x="4817225" y="2627535"/>
                </a:lnTo>
                <a:cubicBezTo>
                  <a:pt x="4831014" y="2611782"/>
                  <a:pt x="4860768" y="2611782"/>
                  <a:pt x="4867662" y="2600325"/>
                </a:cubicBezTo>
                <a:cubicBezTo>
                  <a:pt x="4867662" y="2608291"/>
                  <a:pt x="4865099" y="2614691"/>
                  <a:pt x="4861431" y="2620335"/>
                </a:cubicBezTo>
                <a:lnTo>
                  <a:pt x="4860096" y="2621942"/>
                </a:lnTo>
                <a:lnTo>
                  <a:pt x="4865514" y="2621506"/>
                </a:lnTo>
                <a:cubicBezTo>
                  <a:pt x="4871016" y="2620674"/>
                  <a:pt x="4875988" y="2619099"/>
                  <a:pt x="4879408" y="2615678"/>
                </a:cubicBezTo>
                <a:cubicBezTo>
                  <a:pt x="4879408" y="2609198"/>
                  <a:pt x="4874728" y="2606678"/>
                  <a:pt x="4874728" y="2602357"/>
                </a:cubicBezTo>
                <a:cubicBezTo>
                  <a:pt x="4888408" y="2597677"/>
                  <a:pt x="4890568" y="2595517"/>
                  <a:pt x="4904249" y="2586156"/>
                </a:cubicBezTo>
                <a:cubicBezTo>
                  <a:pt x="4911089" y="2595517"/>
                  <a:pt x="4895248" y="2602357"/>
                  <a:pt x="4906769" y="2606678"/>
                </a:cubicBezTo>
                <a:cubicBezTo>
                  <a:pt x="4907309" y="2596417"/>
                  <a:pt x="4910842" y="2588722"/>
                  <a:pt x="4916123" y="2582702"/>
                </a:cubicBezTo>
                <a:lnTo>
                  <a:pt x="4916553" y="2582401"/>
                </a:lnTo>
                <a:lnTo>
                  <a:pt x="4916926" y="2574036"/>
                </a:lnTo>
                <a:cubicBezTo>
                  <a:pt x="4919856" y="2561536"/>
                  <a:pt x="4928977" y="2559422"/>
                  <a:pt x="4940695" y="2555875"/>
                </a:cubicBezTo>
                <a:lnTo>
                  <a:pt x="4938110" y="2567927"/>
                </a:lnTo>
                <a:lnTo>
                  <a:pt x="4958862" y="2559593"/>
                </a:lnTo>
                <a:lnTo>
                  <a:pt x="4966610" y="2555482"/>
                </a:lnTo>
                <a:lnTo>
                  <a:pt x="4958513" y="2547013"/>
                </a:lnTo>
                <a:cubicBezTo>
                  <a:pt x="4965216" y="2547013"/>
                  <a:pt x="4963099" y="2540260"/>
                  <a:pt x="4967332" y="2538127"/>
                </a:cubicBezTo>
                <a:lnTo>
                  <a:pt x="4971093" y="2542074"/>
                </a:lnTo>
                <a:lnTo>
                  <a:pt x="4970489" y="2533953"/>
                </a:lnTo>
                <a:cubicBezTo>
                  <a:pt x="4981649" y="2533953"/>
                  <a:pt x="4986329" y="2522432"/>
                  <a:pt x="4995329" y="2518112"/>
                </a:cubicBezTo>
                <a:cubicBezTo>
                  <a:pt x="4993169" y="2529272"/>
                  <a:pt x="4993169" y="2536113"/>
                  <a:pt x="4997849" y="2542953"/>
                </a:cubicBezTo>
                <a:cubicBezTo>
                  <a:pt x="5020529" y="2531613"/>
                  <a:pt x="5039789" y="2511181"/>
                  <a:pt x="5059364" y="2492730"/>
                </a:cubicBezTo>
                <a:lnTo>
                  <a:pt x="5085382" y="2471262"/>
                </a:lnTo>
                <a:lnTo>
                  <a:pt x="5080515" y="2465113"/>
                </a:lnTo>
                <a:cubicBezTo>
                  <a:pt x="5077965" y="2463099"/>
                  <a:pt x="5075638" y="2463099"/>
                  <a:pt x="5074385" y="2467753"/>
                </a:cubicBezTo>
                <a:cubicBezTo>
                  <a:pt x="5063288" y="2451644"/>
                  <a:pt x="5092641" y="2442695"/>
                  <a:pt x="5097294" y="2438400"/>
                </a:cubicBezTo>
                <a:cubicBezTo>
                  <a:pt x="5099442" y="2447349"/>
                  <a:pt x="5094789" y="2451644"/>
                  <a:pt x="5090493" y="2456298"/>
                </a:cubicBezTo>
                <a:cubicBezTo>
                  <a:pt x="5089240" y="2458625"/>
                  <a:pt x="5087540" y="2460862"/>
                  <a:pt x="5086690" y="2463681"/>
                </a:cubicBezTo>
                <a:lnTo>
                  <a:pt x="5087396" y="2469601"/>
                </a:lnTo>
                <a:lnTo>
                  <a:pt x="5089430" y="2467922"/>
                </a:lnTo>
                <a:cubicBezTo>
                  <a:pt x="5099842" y="2461070"/>
                  <a:pt x="5110800" y="2456098"/>
                  <a:pt x="5122770" y="2454387"/>
                </a:cubicBezTo>
                <a:cubicBezTo>
                  <a:pt x="5118090" y="2456547"/>
                  <a:pt x="5111250" y="2458708"/>
                  <a:pt x="5111250" y="2468068"/>
                </a:cubicBezTo>
                <a:cubicBezTo>
                  <a:pt x="5122770" y="2465548"/>
                  <a:pt x="5120610" y="2474909"/>
                  <a:pt x="5129610" y="2472388"/>
                </a:cubicBezTo>
                <a:cubicBezTo>
                  <a:pt x="5128530" y="2461048"/>
                  <a:pt x="5133660" y="2458797"/>
                  <a:pt x="5139645" y="2458528"/>
                </a:cubicBezTo>
                <a:lnTo>
                  <a:pt x="5147964" y="2458705"/>
                </a:lnTo>
                <a:lnTo>
                  <a:pt x="5151722" y="2451292"/>
                </a:lnTo>
                <a:lnTo>
                  <a:pt x="5153522" y="2448734"/>
                </a:lnTo>
                <a:lnTo>
                  <a:pt x="5152740" y="2443992"/>
                </a:lnTo>
                <a:cubicBezTo>
                  <a:pt x="5151300" y="2441156"/>
                  <a:pt x="5150130" y="2438366"/>
                  <a:pt x="5152290" y="2431706"/>
                </a:cubicBezTo>
                <a:lnTo>
                  <a:pt x="5156567" y="2432383"/>
                </a:lnTo>
                <a:lnTo>
                  <a:pt x="5156433" y="2431030"/>
                </a:lnTo>
                <a:lnTo>
                  <a:pt x="5168768" y="2432975"/>
                </a:lnTo>
                <a:lnTo>
                  <a:pt x="5176405" y="2429657"/>
                </a:lnTo>
                <a:lnTo>
                  <a:pt x="5170203" y="2424156"/>
                </a:lnTo>
                <a:lnTo>
                  <a:pt x="5175016" y="2422039"/>
                </a:lnTo>
                <a:lnTo>
                  <a:pt x="5170651" y="2418025"/>
                </a:lnTo>
                <a:cubicBezTo>
                  <a:pt x="5179021" y="2414514"/>
                  <a:pt x="5184961" y="2398246"/>
                  <a:pt x="5191357" y="2394280"/>
                </a:cubicBezTo>
                <a:lnTo>
                  <a:pt x="5194116" y="2394721"/>
                </a:lnTo>
                <a:lnTo>
                  <a:pt x="5195998" y="2391994"/>
                </a:lnTo>
                <a:cubicBezTo>
                  <a:pt x="5200517" y="2387947"/>
                  <a:pt x="5206155" y="2384491"/>
                  <a:pt x="5204902" y="2376487"/>
                </a:cubicBezTo>
                <a:cubicBezTo>
                  <a:pt x="5211704" y="2385764"/>
                  <a:pt x="5210630" y="2391494"/>
                  <a:pt x="5207005" y="2396360"/>
                </a:cubicBezTo>
                <a:lnTo>
                  <a:pt x="5196538" y="2408007"/>
                </a:lnTo>
                <a:lnTo>
                  <a:pt x="5202061" y="2409879"/>
                </a:lnTo>
                <a:cubicBezTo>
                  <a:pt x="5205211" y="2412714"/>
                  <a:pt x="5208091" y="2417845"/>
                  <a:pt x="5216011" y="2420185"/>
                </a:cubicBezTo>
                <a:cubicBezTo>
                  <a:pt x="5220691" y="2409024"/>
                  <a:pt x="5213851" y="2406504"/>
                  <a:pt x="5209171" y="2402184"/>
                </a:cubicBezTo>
                <a:cubicBezTo>
                  <a:pt x="5218171" y="2388143"/>
                  <a:pt x="5241211" y="2372302"/>
                  <a:pt x="5259211" y="2356461"/>
                </a:cubicBezTo>
                <a:cubicBezTo>
                  <a:pt x="5250211" y="2349620"/>
                  <a:pt x="5259211" y="2338459"/>
                  <a:pt x="5257051" y="2326938"/>
                </a:cubicBezTo>
                <a:cubicBezTo>
                  <a:pt x="5270731" y="2322258"/>
                  <a:pt x="5263891" y="2342780"/>
                  <a:pt x="5277571" y="2335939"/>
                </a:cubicBezTo>
                <a:cubicBezTo>
                  <a:pt x="5272891" y="2320098"/>
                  <a:pt x="5279731" y="2311097"/>
                  <a:pt x="5284411" y="2299577"/>
                </a:cubicBezTo>
                <a:cubicBezTo>
                  <a:pt x="5277571" y="2297416"/>
                  <a:pt x="5272891" y="2306417"/>
                  <a:pt x="5272891" y="2299577"/>
                </a:cubicBezTo>
                <a:cubicBezTo>
                  <a:pt x="5284411" y="2297416"/>
                  <a:pt x="5277571" y="2283736"/>
                  <a:pt x="5270731" y="2281575"/>
                </a:cubicBezTo>
                <a:cubicBezTo>
                  <a:pt x="5275231" y="2280315"/>
                  <a:pt x="5276941" y="2276265"/>
                  <a:pt x="5279236" y="2272260"/>
                </a:cubicBezTo>
                <a:lnTo>
                  <a:pt x="5282361" y="2269907"/>
                </a:lnTo>
                <a:lnTo>
                  <a:pt x="5277905" y="2267494"/>
                </a:lnTo>
                <a:cubicBezTo>
                  <a:pt x="5259559" y="2264954"/>
                  <a:pt x="5257401" y="2278743"/>
                  <a:pt x="5259559" y="2285637"/>
                </a:cubicBezTo>
                <a:cubicBezTo>
                  <a:pt x="5247148" y="2281101"/>
                  <a:pt x="5246609" y="2271395"/>
                  <a:pt x="5251420" y="2261371"/>
                </a:cubicBezTo>
                <a:lnTo>
                  <a:pt x="5252212" y="2260256"/>
                </a:lnTo>
                <a:lnTo>
                  <a:pt x="5249356" y="2245888"/>
                </a:lnTo>
                <a:cubicBezTo>
                  <a:pt x="5247961" y="2241613"/>
                  <a:pt x="5245711" y="2238193"/>
                  <a:pt x="5241211" y="2235852"/>
                </a:cubicBezTo>
                <a:cubicBezTo>
                  <a:pt x="5234371" y="2251693"/>
                  <a:pt x="5231851" y="2238372"/>
                  <a:pt x="5225011" y="2231532"/>
                </a:cubicBezTo>
                <a:close/>
                <a:moveTo>
                  <a:pt x="5864315" y="2222500"/>
                </a:moveTo>
                <a:cubicBezTo>
                  <a:pt x="5870975" y="2231959"/>
                  <a:pt x="5864315" y="2245783"/>
                  <a:pt x="5864315" y="2257061"/>
                </a:cubicBezTo>
                <a:cubicBezTo>
                  <a:pt x="5844338" y="2254878"/>
                  <a:pt x="5866418" y="2234141"/>
                  <a:pt x="5864315" y="2222500"/>
                </a:cubicBezTo>
                <a:close/>
                <a:moveTo>
                  <a:pt x="5738681" y="2222500"/>
                </a:moveTo>
                <a:lnTo>
                  <a:pt x="5740797" y="2238985"/>
                </a:lnTo>
                <a:cubicBezTo>
                  <a:pt x="5736211" y="2241183"/>
                  <a:pt x="5727392" y="2245945"/>
                  <a:pt x="5725275" y="2241183"/>
                </a:cubicBezTo>
                <a:cubicBezTo>
                  <a:pt x="5731978" y="2236421"/>
                  <a:pt x="5731978" y="2227262"/>
                  <a:pt x="5738681" y="2222500"/>
                </a:cubicBezTo>
                <a:close/>
                <a:moveTo>
                  <a:pt x="5873376" y="2213171"/>
                </a:moveTo>
                <a:cubicBezTo>
                  <a:pt x="5859696" y="2222171"/>
                  <a:pt x="5859696" y="2231532"/>
                  <a:pt x="5843855" y="2231532"/>
                </a:cubicBezTo>
                <a:cubicBezTo>
                  <a:pt x="5850695" y="2242693"/>
                  <a:pt x="5862216" y="2247373"/>
                  <a:pt x="5855375" y="2267894"/>
                </a:cubicBezTo>
                <a:cubicBezTo>
                  <a:pt x="5880216" y="2265374"/>
                  <a:pt x="5864376" y="2235852"/>
                  <a:pt x="5873376" y="2213171"/>
                </a:cubicBezTo>
                <a:close/>
                <a:moveTo>
                  <a:pt x="5282057" y="2212875"/>
                </a:moveTo>
                <a:lnTo>
                  <a:pt x="5276631" y="2218402"/>
                </a:lnTo>
                <a:lnTo>
                  <a:pt x="5276929" y="2224691"/>
                </a:lnTo>
                <a:lnTo>
                  <a:pt x="5277571" y="2224691"/>
                </a:lnTo>
                <a:close/>
                <a:moveTo>
                  <a:pt x="5286207" y="2208646"/>
                </a:moveTo>
                <a:lnTo>
                  <a:pt x="5285490" y="2209377"/>
                </a:lnTo>
                <a:lnTo>
                  <a:pt x="5286319" y="2209122"/>
                </a:lnTo>
                <a:close/>
                <a:moveTo>
                  <a:pt x="6354040" y="2198687"/>
                </a:moveTo>
                <a:cubicBezTo>
                  <a:pt x="6365306" y="2207772"/>
                  <a:pt x="6367850" y="2212496"/>
                  <a:pt x="6358401" y="2226306"/>
                </a:cubicBezTo>
                <a:cubicBezTo>
                  <a:pt x="6338050" y="2228486"/>
                  <a:pt x="6354040" y="2210316"/>
                  <a:pt x="6354040" y="2198687"/>
                </a:cubicBezTo>
                <a:close/>
                <a:moveTo>
                  <a:pt x="5136450" y="2185809"/>
                </a:moveTo>
                <a:cubicBezTo>
                  <a:pt x="5122770" y="2183649"/>
                  <a:pt x="5124930" y="2201650"/>
                  <a:pt x="5138610" y="2199490"/>
                </a:cubicBezTo>
                <a:cubicBezTo>
                  <a:pt x="5143290" y="2192649"/>
                  <a:pt x="5138610" y="2194809"/>
                  <a:pt x="5136450" y="2185809"/>
                </a:cubicBezTo>
                <a:close/>
                <a:moveTo>
                  <a:pt x="5259211" y="2183649"/>
                </a:moveTo>
                <a:cubicBezTo>
                  <a:pt x="5252371" y="2190489"/>
                  <a:pt x="5247241" y="2196160"/>
                  <a:pt x="5242111" y="2202415"/>
                </a:cubicBezTo>
                <a:lnTo>
                  <a:pt x="5234310" y="2212577"/>
                </a:lnTo>
                <a:lnTo>
                  <a:pt x="5239790" y="2213896"/>
                </a:lnTo>
                <a:lnTo>
                  <a:pt x="5247376" y="2208355"/>
                </a:lnTo>
                <a:cubicBezTo>
                  <a:pt x="5253091" y="2201830"/>
                  <a:pt x="5257051" y="2193909"/>
                  <a:pt x="5259211" y="2183649"/>
                </a:cubicBezTo>
                <a:close/>
                <a:moveTo>
                  <a:pt x="6112501" y="2176462"/>
                </a:moveTo>
                <a:cubicBezTo>
                  <a:pt x="6132905" y="2189967"/>
                  <a:pt x="6114649" y="2205605"/>
                  <a:pt x="6110353" y="2223731"/>
                </a:cubicBezTo>
                <a:cubicBezTo>
                  <a:pt x="6096750" y="2210226"/>
                  <a:pt x="6117154" y="2194232"/>
                  <a:pt x="6112501" y="2176462"/>
                </a:cubicBezTo>
                <a:close/>
                <a:moveTo>
                  <a:pt x="5425527" y="2170204"/>
                </a:moveTo>
                <a:cubicBezTo>
                  <a:pt x="5421933" y="2170845"/>
                  <a:pt x="5420313" y="2177258"/>
                  <a:pt x="5418693" y="2172128"/>
                </a:cubicBezTo>
                <a:cubicBezTo>
                  <a:pt x="5411853" y="2181488"/>
                  <a:pt x="5418693" y="2199490"/>
                  <a:pt x="5400332" y="2201650"/>
                </a:cubicBezTo>
                <a:cubicBezTo>
                  <a:pt x="5414013" y="2208490"/>
                  <a:pt x="5432013" y="2187969"/>
                  <a:pt x="5429853" y="2172128"/>
                </a:cubicBezTo>
                <a:cubicBezTo>
                  <a:pt x="5428143" y="2170418"/>
                  <a:pt x="5426726" y="2169990"/>
                  <a:pt x="5425527" y="2170204"/>
                </a:cubicBezTo>
                <a:close/>
                <a:moveTo>
                  <a:pt x="6159281" y="2165350"/>
                </a:moveTo>
                <a:cubicBezTo>
                  <a:pt x="6172600" y="2167894"/>
                  <a:pt x="6163487" y="2190788"/>
                  <a:pt x="6156828" y="2195148"/>
                </a:cubicBezTo>
                <a:cubicBezTo>
                  <a:pt x="6145963" y="2186063"/>
                  <a:pt x="6152622" y="2176978"/>
                  <a:pt x="6159281" y="2165350"/>
                </a:cubicBezTo>
                <a:close/>
                <a:moveTo>
                  <a:pt x="5850695" y="2165287"/>
                </a:moveTo>
                <a:cubicBezTo>
                  <a:pt x="5841695" y="2174648"/>
                  <a:pt x="5843855" y="2187969"/>
                  <a:pt x="5846375" y="2204170"/>
                </a:cubicBezTo>
                <a:cubicBezTo>
                  <a:pt x="5859696" y="2197330"/>
                  <a:pt x="5853215" y="2178968"/>
                  <a:pt x="5850695" y="2165287"/>
                </a:cubicBezTo>
                <a:close/>
                <a:moveTo>
                  <a:pt x="5705255" y="2154127"/>
                </a:moveTo>
                <a:lnTo>
                  <a:pt x="5700505" y="2156365"/>
                </a:lnTo>
                <a:lnTo>
                  <a:pt x="5691245" y="2181216"/>
                </a:lnTo>
                <a:lnTo>
                  <a:pt x="5688196" y="2195294"/>
                </a:lnTo>
                <a:lnTo>
                  <a:pt x="5694005" y="2190759"/>
                </a:lnTo>
                <a:cubicBezTo>
                  <a:pt x="5697695" y="2186529"/>
                  <a:pt x="5701655" y="2182569"/>
                  <a:pt x="5709575" y="2181488"/>
                </a:cubicBezTo>
                <a:cubicBezTo>
                  <a:pt x="5705255" y="2165287"/>
                  <a:pt x="5705255" y="2169968"/>
                  <a:pt x="5705255" y="2154127"/>
                </a:cubicBezTo>
                <a:close/>
                <a:moveTo>
                  <a:pt x="3203455" y="2146445"/>
                </a:moveTo>
                <a:lnTo>
                  <a:pt x="3201514" y="2150944"/>
                </a:lnTo>
                <a:lnTo>
                  <a:pt x="3204174" y="2148737"/>
                </a:lnTo>
                <a:close/>
                <a:moveTo>
                  <a:pt x="6346164" y="2143125"/>
                </a:moveTo>
                <a:cubicBezTo>
                  <a:pt x="6348281" y="2152098"/>
                  <a:pt x="6350397" y="2177221"/>
                  <a:pt x="6341578" y="2184041"/>
                </a:cubicBezTo>
                <a:cubicBezTo>
                  <a:pt x="6337344" y="2172556"/>
                  <a:pt x="6334875" y="2149944"/>
                  <a:pt x="6346164" y="2143125"/>
                </a:cubicBezTo>
                <a:close/>
                <a:moveTo>
                  <a:pt x="6304064" y="2143125"/>
                </a:moveTo>
                <a:cubicBezTo>
                  <a:pt x="6331341" y="2152204"/>
                  <a:pt x="6299398" y="2175445"/>
                  <a:pt x="6313037" y="2195782"/>
                </a:cubicBezTo>
                <a:cubicBezTo>
                  <a:pt x="6308371" y="2198324"/>
                  <a:pt x="6299398" y="2198324"/>
                  <a:pt x="6290425" y="2195782"/>
                </a:cubicBezTo>
                <a:cubicBezTo>
                  <a:pt x="6299398" y="2172903"/>
                  <a:pt x="6301551" y="2168545"/>
                  <a:pt x="6304064" y="2143125"/>
                </a:cubicBezTo>
                <a:close/>
                <a:moveTo>
                  <a:pt x="3200741" y="2137801"/>
                </a:moveTo>
                <a:lnTo>
                  <a:pt x="3200615" y="2139580"/>
                </a:lnTo>
                <a:lnTo>
                  <a:pt x="3201207" y="2139285"/>
                </a:lnTo>
                <a:close/>
                <a:moveTo>
                  <a:pt x="3726543" y="2131377"/>
                </a:moveTo>
                <a:cubicBezTo>
                  <a:pt x="3724307" y="2131968"/>
                  <a:pt x="3723222" y="2134407"/>
                  <a:pt x="3722056" y="2137136"/>
                </a:cubicBezTo>
                <a:lnTo>
                  <a:pt x="3721736" y="2137618"/>
                </a:lnTo>
                <a:lnTo>
                  <a:pt x="3721736" y="2142857"/>
                </a:lnTo>
                <a:cubicBezTo>
                  <a:pt x="3725156" y="2142857"/>
                  <a:pt x="3728036" y="2142317"/>
                  <a:pt x="3730062" y="2140337"/>
                </a:cubicBezTo>
                <a:lnTo>
                  <a:pt x="3732186" y="2132921"/>
                </a:lnTo>
                <a:close/>
                <a:moveTo>
                  <a:pt x="5325889" y="2128837"/>
                </a:moveTo>
                <a:cubicBezTo>
                  <a:pt x="5355033" y="2128837"/>
                  <a:pt x="5323401" y="2145580"/>
                  <a:pt x="5330154" y="2152278"/>
                </a:cubicBezTo>
                <a:cubicBezTo>
                  <a:pt x="5307763" y="2145580"/>
                  <a:pt x="5336907" y="2133674"/>
                  <a:pt x="5325889" y="2128837"/>
                </a:cubicBezTo>
                <a:close/>
                <a:moveTo>
                  <a:pt x="3188159" y="2127514"/>
                </a:moveTo>
                <a:cubicBezTo>
                  <a:pt x="3185009" y="2128077"/>
                  <a:pt x="3181994" y="2129348"/>
                  <a:pt x="3179473" y="2131760"/>
                </a:cubicBezTo>
                <a:lnTo>
                  <a:pt x="3179083" y="2132519"/>
                </a:lnTo>
                <a:lnTo>
                  <a:pt x="3192234" y="2129386"/>
                </a:lnTo>
                <a:lnTo>
                  <a:pt x="3196071" y="2128261"/>
                </a:lnTo>
                <a:close/>
                <a:moveTo>
                  <a:pt x="5815407" y="2127250"/>
                </a:moveTo>
                <a:cubicBezTo>
                  <a:pt x="5815407" y="2141059"/>
                  <a:pt x="5808646" y="2147963"/>
                  <a:pt x="5799751" y="2157048"/>
                </a:cubicBezTo>
                <a:cubicBezTo>
                  <a:pt x="5795125" y="2143239"/>
                  <a:pt x="5806511" y="2136335"/>
                  <a:pt x="5815407" y="2127250"/>
                </a:cubicBezTo>
                <a:close/>
                <a:moveTo>
                  <a:pt x="713719" y="2127250"/>
                </a:moveTo>
                <a:cubicBezTo>
                  <a:pt x="732225" y="2143000"/>
                  <a:pt x="697753" y="2143000"/>
                  <a:pt x="697753" y="2163404"/>
                </a:cubicBezTo>
                <a:cubicBezTo>
                  <a:pt x="681788" y="2158750"/>
                  <a:pt x="709365" y="2138704"/>
                  <a:pt x="713719" y="2127250"/>
                </a:cubicBezTo>
                <a:close/>
                <a:moveTo>
                  <a:pt x="3603945" y="2126439"/>
                </a:moveTo>
                <a:cubicBezTo>
                  <a:pt x="3607391" y="2126048"/>
                  <a:pt x="3612244" y="2135505"/>
                  <a:pt x="3612244" y="2126796"/>
                </a:cubicBezTo>
                <a:cubicBezTo>
                  <a:pt x="3616730" y="2128973"/>
                  <a:pt x="3614314" y="2133690"/>
                  <a:pt x="3614314" y="2138408"/>
                </a:cubicBezTo>
                <a:cubicBezTo>
                  <a:pt x="3605687" y="2142762"/>
                  <a:pt x="3607757" y="2133690"/>
                  <a:pt x="3601200" y="2131150"/>
                </a:cubicBezTo>
                <a:cubicBezTo>
                  <a:pt x="3601804" y="2127794"/>
                  <a:pt x="3602796" y="2126569"/>
                  <a:pt x="3603945" y="2126439"/>
                </a:cubicBezTo>
                <a:close/>
                <a:moveTo>
                  <a:pt x="3335721" y="2124685"/>
                </a:moveTo>
                <a:cubicBezTo>
                  <a:pt x="3330941" y="2141170"/>
                  <a:pt x="3305942" y="2131645"/>
                  <a:pt x="3301163" y="2127249"/>
                </a:cubicBezTo>
                <a:cubicBezTo>
                  <a:pt x="3308148" y="2122487"/>
                  <a:pt x="3324324" y="2134210"/>
                  <a:pt x="3335721" y="2124685"/>
                </a:cubicBezTo>
                <a:close/>
                <a:moveTo>
                  <a:pt x="5735582" y="2124475"/>
                </a:moveTo>
                <a:lnTo>
                  <a:pt x="5722199" y="2131067"/>
                </a:lnTo>
                <a:lnTo>
                  <a:pt x="5722518" y="2133246"/>
                </a:lnTo>
                <a:lnTo>
                  <a:pt x="5728094" y="2131557"/>
                </a:lnTo>
                <a:lnTo>
                  <a:pt x="5727162" y="2134894"/>
                </a:lnTo>
                <a:lnTo>
                  <a:pt x="5733695" y="2129223"/>
                </a:lnTo>
                <a:close/>
                <a:moveTo>
                  <a:pt x="3805978" y="2122425"/>
                </a:moveTo>
                <a:lnTo>
                  <a:pt x="3793228" y="2124841"/>
                </a:lnTo>
                <a:lnTo>
                  <a:pt x="3790187" y="2127530"/>
                </a:lnTo>
                <a:lnTo>
                  <a:pt x="3802744" y="2123510"/>
                </a:lnTo>
                <a:close/>
                <a:moveTo>
                  <a:pt x="5479893" y="2122084"/>
                </a:moveTo>
                <a:lnTo>
                  <a:pt x="5479165" y="2122413"/>
                </a:lnTo>
                <a:lnTo>
                  <a:pt x="5477145" y="2125311"/>
                </a:lnTo>
                <a:lnTo>
                  <a:pt x="5475605" y="2124019"/>
                </a:lnTo>
                <a:lnTo>
                  <a:pt x="5467923" y="2127485"/>
                </a:lnTo>
                <a:cubicBezTo>
                  <a:pt x="5465673" y="2130095"/>
                  <a:pt x="5465133" y="2133605"/>
                  <a:pt x="5466213" y="2138286"/>
                </a:cubicBezTo>
                <a:cubicBezTo>
                  <a:pt x="5477733" y="2135765"/>
                  <a:pt x="5482413" y="2131085"/>
                  <a:pt x="5479893" y="2122084"/>
                </a:cubicBezTo>
                <a:close/>
                <a:moveTo>
                  <a:pt x="4619621" y="2121319"/>
                </a:moveTo>
                <a:cubicBezTo>
                  <a:pt x="4617056" y="2122714"/>
                  <a:pt x="4615346" y="2125505"/>
                  <a:pt x="4613006" y="2128925"/>
                </a:cubicBezTo>
                <a:cubicBezTo>
                  <a:pt x="4622366" y="2140446"/>
                  <a:pt x="4629206" y="2131085"/>
                  <a:pt x="4631366" y="2122084"/>
                </a:cubicBezTo>
                <a:cubicBezTo>
                  <a:pt x="4625606" y="2119924"/>
                  <a:pt x="4622186" y="2119924"/>
                  <a:pt x="4619621" y="2121319"/>
                </a:cubicBezTo>
                <a:close/>
                <a:moveTo>
                  <a:pt x="6123722" y="2112962"/>
                </a:moveTo>
                <a:cubicBezTo>
                  <a:pt x="6148780" y="2123997"/>
                  <a:pt x="6148780" y="2144645"/>
                  <a:pt x="6130524" y="2171344"/>
                </a:cubicBezTo>
                <a:cubicBezTo>
                  <a:pt x="6114773" y="2167072"/>
                  <a:pt x="6114773" y="2167072"/>
                  <a:pt x="6114773" y="2167072"/>
                </a:cubicBezTo>
                <a:cubicBezTo>
                  <a:pt x="6112625" y="2142153"/>
                  <a:pt x="6112625" y="2135389"/>
                  <a:pt x="6123722" y="2112962"/>
                </a:cubicBezTo>
                <a:close/>
                <a:moveTo>
                  <a:pt x="3438292" y="2111497"/>
                </a:moveTo>
                <a:cubicBezTo>
                  <a:pt x="3441311" y="2110581"/>
                  <a:pt x="3444072" y="2111680"/>
                  <a:pt x="3445280" y="2115160"/>
                </a:cubicBezTo>
                <a:cubicBezTo>
                  <a:pt x="3445280" y="2124319"/>
                  <a:pt x="3436307" y="2119923"/>
                  <a:pt x="3434237" y="2126883"/>
                </a:cubicBezTo>
                <a:lnTo>
                  <a:pt x="3432213" y="2122230"/>
                </a:lnTo>
                <a:lnTo>
                  <a:pt x="3402763" y="2133244"/>
                </a:lnTo>
                <a:cubicBezTo>
                  <a:pt x="3404374" y="2118032"/>
                  <a:pt x="3420080" y="2114229"/>
                  <a:pt x="3430701" y="2116131"/>
                </a:cubicBezTo>
                <a:lnTo>
                  <a:pt x="3432706" y="2117007"/>
                </a:lnTo>
                <a:close/>
                <a:moveTo>
                  <a:pt x="5416134" y="2111375"/>
                </a:moveTo>
                <a:cubicBezTo>
                  <a:pt x="5413902" y="2124771"/>
                  <a:pt x="5428041" y="2111375"/>
                  <a:pt x="5428041" y="2122598"/>
                </a:cubicBezTo>
                <a:cubicBezTo>
                  <a:pt x="5423204" y="2129477"/>
                  <a:pt x="5409065" y="2131650"/>
                  <a:pt x="5406832" y="2120426"/>
                </a:cubicBezTo>
                <a:cubicBezTo>
                  <a:pt x="5404600" y="2115719"/>
                  <a:pt x="5413902" y="2115719"/>
                  <a:pt x="5416134" y="2111375"/>
                </a:cubicBezTo>
                <a:close/>
                <a:moveTo>
                  <a:pt x="3351014" y="2107543"/>
                </a:moveTo>
                <a:cubicBezTo>
                  <a:pt x="3354034" y="2105853"/>
                  <a:pt x="3357312" y="2106475"/>
                  <a:pt x="3359555" y="2111101"/>
                </a:cubicBezTo>
                <a:cubicBezTo>
                  <a:pt x="3359555" y="2115371"/>
                  <a:pt x="3357139" y="2113236"/>
                  <a:pt x="3357139" y="2111101"/>
                </a:cubicBezTo>
                <a:cubicBezTo>
                  <a:pt x="3352998" y="2115371"/>
                  <a:pt x="3350582" y="2122131"/>
                  <a:pt x="3344025" y="2117861"/>
                </a:cubicBezTo>
                <a:cubicBezTo>
                  <a:pt x="3345233" y="2113236"/>
                  <a:pt x="3347994" y="2109233"/>
                  <a:pt x="3351014" y="2107543"/>
                </a:cubicBezTo>
                <a:close/>
                <a:moveTo>
                  <a:pt x="3644823" y="2104501"/>
                </a:moveTo>
                <a:cubicBezTo>
                  <a:pt x="3649921" y="2102004"/>
                  <a:pt x="3656182" y="2103056"/>
                  <a:pt x="3659581" y="2107437"/>
                </a:cubicBezTo>
                <a:cubicBezTo>
                  <a:pt x="3654930" y="2116549"/>
                  <a:pt x="3650637" y="2125311"/>
                  <a:pt x="3637042" y="2122858"/>
                </a:cubicBezTo>
                <a:cubicBezTo>
                  <a:pt x="3635790" y="2113044"/>
                  <a:pt x="3639726" y="2106999"/>
                  <a:pt x="3644823" y="2104501"/>
                </a:cubicBezTo>
                <a:close/>
                <a:moveTo>
                  <a:pt x="3839857" y="2103600"/>
                </a:moveTo>
                <a:lnTo>
                  <a:pt x="3839457" y="2104159"/>
                </a:lnTo>
                <a:lnTo>
                  <a:pt x="3830855" y="2105760"/>
                </a:lnTo>
                <a:cubicBezTo>
                  <a:pt x="3839857" y="2103600"/>
                  <a:pt x="3839857" y="2103600"/>
                  <a:pt x="3839857" y="2103600"/>
                </a:cubicBezTo>
                <a:close/>
                <a:moveTo>
                  <a:pt x="4725786" y="2101577"/>
                </a:moveTo>
                <a:lnTo>
                  <a:pt x="4722987" y="2103363"/>
                </a:lnTo>
                <a:lnTo>
                  <a:pt x="4688821" y="2123900"/>
                </a:lnTo>
                <a:lnTo>
                  <a:pt x="4694435" y="2123752"/>
                </a:lnTo>
                <a:cubicBezTo>
                  <a:pt x="4703087" y="2120799"/>
                  <a:pt x="4710985" y="2115569"/>
                  <a:pt x="4718231" y="2109337"/>
                </a:cubicBezTo>
                <a:close/>
                <a:moveTo>
                  <a:pt x="6406442" y="2099311"/>
                </a:moveTo>
                <a:cubicBezTo>
                  <a:pt x="6416676" y="2101443"/>
                  <a:pt x="6427111" y="2114881"/>
                  <a:pt x="6423900" y="2126886"/>
                </a:cubicBezTo>
                <a:cubicBezTo>
                  <a:pt x="6408204" y="2124339"/>
                  <a:pt x="6408204" y="2124339"/>
                  <a:pt x="6408204" y="2124339"/>
                </a:cubicBezTo>
                <a:cubicBezTo>
                  <a:pt x="6417122" y="2108332"/>
                  <a:pt x="6403566" y="2108332"/>
                  <a:pt x="6396788" y="2101420"/>
                </a:cubicBezTo>
                <a:cubicBezTo>
                  <a:pt x="6399642" y="2099146"/>
                  <a:pt x="6403031" y="2098600"/>
                  <a:pt x="6406442" y="2099311"/>
                </a:cubicBezTo>
                <a:close/>
                <a:moveTo>
                  <a:pt x="3789808" y="2096759"/>
                </a:moveTo>
                <a:cubicBezTo>
                  <a:pt x="3778285" y="2096759"/>
                  <a:pt x="3771444" y="2101080"/>
                  <a:pt x="3771444" y="2114760"/>
                </a:cubicBezTo>
                <a:cubicBezTo>
                  <a:pt x="3782966" y="2114760"/>
                  <a:pt x="3789808" y="2110440"/>
                  <a:pt x="3789808" y="2096759"/>
                </a:cubicBezTo>
                <a:close/>
                <a:moveTo>
                  <a:pt x="4686492" y="2096028"/>
                </a:moveTo>
                <a:cubicBezTo>
                  <a:pt x="4684197" y="2095983"/>
                  <a:pt x="4682487" y="2097063"/>
                  <a:pt x="4683567" y="2101563"/>
                </a:cubicBezTo>
                <a:cubicBezTo>
                  <a:pt x="4692927" y="2108403"/>
                  <a:pt x="4695087" y="2106243"/>
                  <a:pt x="4692927" y="2097243"/>
                </a:cubicBezTo>
                <a:cubicBezTo>
                  <a:pt x="4691667" y="2097243"/>
                  <a:pt x="4688787" y="2096073"/>
                  <a:pt x="4686492" y="2096028"/>
                </a:cubicBezTo>
                <a:close/>
                <a:moveTo>
                  <a:pt x="3717415" y="2094984"/>
                </a:moveTo>
                <a:lnTo>
                  <a:pt x="3718428" y="2102491"/>
                </a:lnTo>
                <a:lnTo>
                  <a:pt x="3723120" y="2101845"/>
                </a:lnTo>
                <a:lnTo>
                  <a:pt x="3722456" y="2099123"/>
                </a:lnTo>
                <a:cubicBezTo>
                  <a:pt x="3721916" y="2096244"/>
                  <a:pt x="3720836" y="2093904"/>
                  <a:pt x="3717415" y="2094984"/>
                </a:cubicBezTo>
                <a:close/>
                <a:moveTo>
                  <a:pt x="6378962" y="2090737"/>
                </a:moveTo>
                <a:cubicBezTo>
                  <a:pt x="6378962" y="2131671"/>
                  <a:pt x="6372057" y="2163911"/>
                  <a:pt x="6360792" y="2198325"/>
                </a:cubicBezTo>
                <a:cubicBezTo>
                  <a:pt x="6349163" y="2161737"/>
                  <a:pt x="6372057" y="2124788"/>
                  <a:pt x="6378962" y="2090737"/>
                </a:cubicBezTo>
                <a:close/>
                <a:moveTo>
                  <a:pt x="3676371" y="2090665"/>
                </a:moveTo>
                <a:cubicBezTo>
                  <a:pt x="3672951" y="2094084"/>
                  <a:pt x="3673491" y="2096334"/>
                  <a:pt x="3674346" y="2097999"/>
                </a:cubicBezTo>
                <a:lnTo>
                  <a:pt x="3674229" y="2101295"/>
                </a:lnTo>
                <a:lnTo>
                  <a:pt x="3674615" y="2106114"/>
                </a:lnTo>
                <a:cubicBezTo>
                  <a:pt x="3672201" y="2116088"/>
                  <a:pt x="3663965" y="2126821"/>
                  <a:pt x="3682868" y="2128441"/>
                </a:cubicBezTo>
                <a:lnTo>
                  <a:pt x="3694821" y="2094846"/>
                </a:lnTo>
                <a:lnTo>
                  <a:pt x="3694373" y="2092824"/>
                </a:lnTo>
                <a:cubicBezTo>
                  <a:pt x="3685372" y="2097504"/>
                  <a:pt x="3683212" y="2090665"/>
                  <a:pt x="3676371" y="2090665"/>
                </a:cubicBezTo>
                <a:close/>
                <a:moveTo>
                  <a:pt x="3486544" y="2087562"/>
                </a:moveTo>
                <a:cubicBezTo>
                  <a:pt x="3481919" y="2099285"/>
                  <a:pt x="3477293" y="2111008"/>
                  <a:pt x="3466263" y="2108444"/>
                </a:cubicBezTo>
                <a:cubicBezTo>
                  <a:pt x="3473024" y="2099285"/>
                  <a:pt x="3477293" y="2090126"/>
                  <a:pt x="3486544" y="2087562"/>
                </a:cubicBezTo>
                <a:close/>
                <a:moveTo>
                  <a:pt x="6135461" y="2085975"/>
                </a:moveTo>
                <a:cubicBezTo>
                  <a:pt x="6144619" y="2088121"/>
                  <a:pt x="6135461" y="2101716"/>
                  <a:pt x="6147184" y="2101716"/>
                </a:cubicBezTo>
                <a:cubicBezTo>
                  <a:pt x="6144619" y="2111017"/>
                  <a:pt x="6135461" y="2111017"/>
                  <a:pt x="6123738" y="2108513"/>
                </a:cubicBezTo>
                <a:cubicBezTo>
                  <a:pt x="6123738" y="2097423"/>
                  <a:pt x="6128500" y="2092772"/>
                  <a:pt x="6135461" y="2085975"/>
                </a:cubicBezTo>
                <a:close/>
                <a:moveTo>
                  <a:pt x="5333340" y="2081487"/>
                </a:moveTo>
                <a:lnTo>
                  <a:pt x="5332534" y="2087348"/>
                </a:lnTo>
                <a:cubicBezTo>
                  <a:pt x="5331797" y="2089525"/>
                  <a:pt x="5330402" y="2091392"/>
                  <a:pt x="5327612" y="2092562"/>
                </a:cubicBezTo>
                <a:cubicBezTo>
                  <a:pt x="5333192" y="2095983"/>
                  <a:pt x="5337692" y="2093192"/>
                  <a:pt x="5340257" y="2088107"/>
                </a:cubicBezTo>
                <a:lnTo>
                  <a:pt x="5340588" y="2082283"/>
                </a:lnTo>
                <a:lnTo>
                  <a:pt x="5340190" y="2082240"/>
                </a:lnTo>
                <a:close/>
                <a:moveTo>
                  <a:pt x="3553575" y="2081212"/>
                </a:moveTo>
                <a:cubicBezTo>
                  <a:pt x="3560536" y="2081212"/>
                  <a:pt x="3564932" y="2083384"/>
                  <a:pt x="3567497" y="2085557"/>
                </a:cubicBezTo>
                <a:cubicBezTo>
                  <a:pt x="3562734" y="2090264"/>
                  <a:pt x="3557972" y="2101488"/>
                  <a:pt x="3553575" y="2092436"/>
                </a:cubicBezTo>
                <a:cubicBezTo>
                  <a:pt x="3553575" y="2081212"/>
                  <a:pt x="3553575" y="2081212"/>
                  <a:pt x="3553575" y="2081212"/>
                </a:cubicBezTo>
                <a:close/>
                <a:moveTo>
                  <a:pt x="3441362" y="2076199"/>
                </a:moveTo>
                <a:lnTo>
                  <a:pt x="3439233" y="2076613"/>
                </a:lnTo>
                <a:lnTo>
                  <a:pt x="3441512" y="2086374"/>
                </a:lnTo>
                <a:lnTo>
                  <a:pt x="3441671" y="2080946"/>
                </a:lnTo>
                <a:cubicBezTo>
                  <a:pt x="3441829" y="2078967"/>
                  <a:pt x="3441908" y="2077122"/>
                  <a:pt x="3441362" y="2076199"/>
                </a:cubicBezTo>
                <a:close/>
                <a:moveTo>
                  <a:pt x="3844323" y="2074304"/>
                </a:moveTo>
                <a:lnTo>
                  <a:pt x="3841854" y="2074794"/>
                </a:lnTo>
                <a:lnTo>
                  <a:pt x="3848388" y="2076564"/>
                </a:lnTo>
                <a:lnTo>
                  <a:pt x="3848476" y="2076410"/>
                </a:lnTo>
                <a:close/>
                <a:moveTo>
                  <a:pt x="3726416" y="2072307"/>
                </a:moveTo>
                <a:lnTo>
                  <a:pt x="3727129" y="2072427"/>
                </a:lnTo>
                <a:lnTo>
                  <a:pt x="3726804" y="2072791"/>
                </a:lnTo>
                <a:close/>
                <a:moveTo>
                  <a:pt x="5341292" y="2069881"/>
                </a:moveTo>
                <a:cubicBezTo>
                  <a:pt x="5337872" y="2070421"/>
                  <a:pt x="5336004" y="2071816"/>
                  <a:pt x="5334953" y="2073678"/>
                </a:cubicBezTo>
                <a:lnTo>
                  <a:pt x="5333922" y="2078382"/>
                </a:lnTo>
                <a:lnTo>
                  <a:pt x="5338982" y="2074862"/>
                </a:lnTo>
                <a:lnTo>
                  <a:pt x="5341113" y="2073036"/>
                </a:lnTo>
                <a:close/>
                <a:moveTo>
                  <a:pt x="3735800" y="2069692"/>
                </a:moveTo>
                <a:lnTo>
                  <a:pt x="3755939" y="2076987"/>
                </a:lnTo>
                <a:cubicBezTo>
                  <a:pt x="3749099" y="2079326"/>
                  <a:pt x="3745138" y="2077077"/>
                  <a:pt x="3741178" y="2074782"/>
                </a:cubicBezTo>
                <a:lnTo>
                  <a:pt x="3732917" y="2073397"/>
                </a:lnTo>
                <a:lnTo>
                  <a:pt x="3732917" y="2080428"/>
                </a:lnTo>
                <a:lnTo>
                  <a:pt x="3733342" y="2080957"/>
                </a:lnTo>
                <a:cubicBezTo>
                  <a:pt x="3741696" y="2085378"/>
                  <a:pt x="3753239" y="2079776"/>
                  <a:pt x="3758099" y="2088145"/>
                </a:cubicBezTo>
                <a:cubicBezTo>
                  <a:pt x="3751619" y="2090665"/>
                  <a:pt x="3751619" y="2099663"/>
                  <a:pt x="3746938" y="2101823"/>
                </a:cubicBezTo>
                <a:cubicBezTo>
                  <a:pt x="3742258" y="2097504"/>
                  <a:pt x="3742258" y="2088145"/>
                  <a:pt x="3735417" y="2085985"/>
                </a:cubicBezTo>
                <a:lnTo>
                  <a:pt x="3727087" y="2101298"/>
                </a:lnTo>
                <a:lnTo>
                  <a:pt x="3730307" y="2100855"/>
                </a:lnTo>
                <a:cubicBezTo>
                  <a:pt x="3740839" y="2098290"/>
                  <a:pt x="3751101" y="2096580"/>
                  <a:pt x="3755601" y="2114760"/>
                </a:cubicBezTo>
                <a:cubicBezTo>
                  <a:pt x="3751281" y="2101080"/>
                  <a:pt x="3769284" y="2096759"/>
                  <a:pt x="3773965" y="2076238"/>
                </a:cubicBezTo>
                <a:lnTo>
                  <a:pt x="3762122" y="2072984"/>
                </a:lnTo>
                <a:lnTo>
                  <a:pt x="3758099" y="2072307"/>
                </a:lnTo>
                <a:lnTo>
                  <a:pt x="3758516" y="2072002"/>
                </a:lnTo>
                <a:close/>
                <a:moveTo>
                  <a:pt x="3687892" y="2063309"/>
                </a:moveTo>
                <a:cubicBezTo>
                  <a:pt x="3687892" y="2072307"/>
                  <a:pt x="3692213" y="2070148"/>
                  <a:pt x="3690052" y="2081666"/>
                </a:cubicBezTo>
                <a:cubicBezTo>
                  <a:pt x="3692213" y="2081666"/>
                  <a:pt x="3696893" y="2083826"/>
                  <a:pt x="3696893" y="2079146"/>
                </a:cubicBezTo>
                <a:cubicBezTo>
                  <a:pt x="3694373" y="2074827"/>
                  <a:pt x="3694373" y="2063309"/>
                  <a:pt x="3687892" y="2063309"/>
                </a:cubicBezTo>
                <a:close/>
                <a:moveTo>
                  <a:pt x="3707555" y="2063032"/>
                </a:moveTo>
                <a:lnTo>
                  <a:pt x="3707921" y="2066486"/>
                </a:lnTo>
                <a:lnTo>
                  <a:pt x="3708189" y="2064479"/>
                </a:lnTo>
                <a:close/>
                <a:moveTo>
                  <a:pt x="3660529" y="2061149"/>
                </a:moveTo>
                <a:cubicBezTo>
                  <a:pt x="3667370" y="2074827"/>
                  <a:pt x="3660529" y="2085985"/>
                  <a:pt x="3658009" y="2094984"/>
                </a:cubicBezTo>
                <a:lnTo>
                  <a:pt x="3646642" y="2089150"/>
                </a:lnTo>
                <a:lnTo>
                  <a:pt x="3646222" y="2089473"/>
                </a:lnTo>
                <a:lnTo>
                  <a:pt x="3641371" y="2087955"/>
                </a:lnTo>
                <a:lnTo>
                  <a:pt x="3638972" y="2087847"/>
                </a:lnTo>
                <a:cubicBezTo>
                  <a:pt x="3636789" y="2088505"/>
                  <a:pt x="3634156" y="2090035"/>
                  <a:pt x="3630646" y="2092824"/>
                </a:cubicBezTo>
                <a:cubicBezTo>
                  <a:pt x="3634247" y="2088325"/>
                  <a:pt x="3634877" y="2085535"/>
                  <a:pt x="3634607" y="2082701"/>
                </a:cubicBezTo>
                <a:lnTo>
                  <a:pt x="3633227" y="2072747"/>
                </a:lnTo>
                <a:lnTo>
                  <a:pt x="3633366" y="2072501"/>
                </a:lnTo>
                <a:lnTo>
                  <a:pt x="3639467" y="2078426"/>
                </a:lnTo>
                <a:lnTo>
                  <a:pt x="3641461" y="2078577"/>
                </a:lnTo>
                <a:lnTo>
                  <a:pt x="3644581" y="2071722"/>
                </a:lnTo>
                <a:lnTo>
                  <a:pt x="3642274" y="2067853"/>
                </a:lnTo>
                <a:cubicBezTo>
                  <a:pt x="3639658" y="2066818"/>
                  <a:pt x="3636834" y="2068168"/>
                  <a:pt x="3634291" y="2070868"/>
                </a:cubicBezTo>
                <a:lnTo>
                  <a:pt x="3633366" y="2072501"/>
                </a:lnTo>
                <a:lnTo>
                  <a:pt x="3633166" y="2072307"/>
                </a:lnTo>
                <a:lnTo>
                  <a:pt x="3633227" y="2072747"/>
                </a:lnTo>
                <a:lnTo>
                  <a:pt x="3627996" y="2081981"/>
                </a:lnTo>
                <a:cubicBezTo>
                  <a:pt x="3626506" y="2086345"/>
                  <a:pt x="3625786" y="2091024"/>
                  <a:pt x="3626326" y="2094984"/>
                </a:cubicBezTo>
                <a:cubicBezTo>
                  <a:pt x="3617325" y="2094984"/>
                  <a:pt x="3619485" y="2081666"/>
                  <a:pt x="3607964" y="2085985"/>
                </a:cubicBezTo>
                <a:cubicBezTo>
                  <a:pt x="3605803" y="2092824"/>
                  <a:pt x="3610484" y="2108662"/>
                  <a:pt x="3603643" y="2108662"/>
                </a:cubicBezTo>
                <a:cubicBezTo>
                  <a:pt x="3603643" y="2094984"/>
                  <a:pt x="3605803" y="2083826"/>
                  <a:pt x="3610484" y="2072307"/>
                </a:cubicBezTo>
                <a:cubicBezTo>
                  <a:pt x="3596802" y="2067988"/>
                  <a:pt x="3596802" y="2085985"/>
                  <a:pt x="3587801" y="2085985"/>
                </a:cubicBezTo>
                <a:cubicBezTo>
                  <a:pt x="3589962" y="2081666"/>
                  <a:pt x="3592122" y="2076987"/>
                  <a:pt x="3585281" y="2076987"/>
                </a:cubicBezTo>
                <a:cubicBezTo>
                  <a:pt x="3578440" y="2076987"/>
                  <a:pt x="3592122" y="2088145"/>
                  <a:pt x="3583121" y="2090665"/>
                </a:cubicBezTo>
                <a:cubicBezTo>
                  <a:pt x="3569440" y="2083826"/>
                  <a:pt x="3555758" y="2065468"/>
                  <a:pt x="3544237" y="2085985"/>
                </a:cubicBezTo>
                <a:cubicBezTo>
                  <a:pt x="3544237" y="2074827"/>
                  <a:pt x="3539916" y="2072307"/>
                  <a:pt x="3528395" y="2074827"/>
                </a:cubicBezTo>
                <a:cubicBezTo>
                  <a:pt x="3530555" y="2085985"/>
                  <a:pt x="3528395" y="2088145"/>
                  <a:pt x="3521554" y="2092824"/>
                </a:cubicBezTo>
                <a:cubicBezTo>
                  <a:pt x="3510393" y="2079146"/>
                  <a:pt x="3455667" y="2081666"/>
                  <a:pt x="3444146" y="2088145"/>
                </a:cubicBezTo>
                <a:lnTo>
                  <a:pt x="3441548" y="2086527"/>
                </a:lnTo>
                <a:lnTo>
                  <a:pt x="3443676" y="2095644"/>
                </a:lnTo>
                <a:cubicBezTo>
                  <a:pt x="3441504" y="2102534"/>
                  <a:pt x="3434625" y="2102534"/>
                  <a:pt x="3432452" y="2109424"/>
                </a:cubicBezTo>
                <a:cubicBezTo>
                  <a:pt x="3432452" y="2107249"/>
                  <a:pt x="3432452" y="2102081"/>
                  <a:pt x="3430144" y="2097458"/>
                </a:cubicBezTo>
                <a:lnTo>
                  <a:pt x="3414922" y="2089258"/>
                </a:lnTo>
                <a:lnTo>
                  <a:pt x="3413588" y="2089990"/>
                </a:lnTo>
                <a:lnTo>
                  <a:pt x="3412672" y="2090182"/>
                </a:lnTo>
                <a:lnTo>
                  <a:pt x="3409642" y="2093469"/>
                </a:lnTo>
                <a:lnTo>
                  <a:pt x="3409284" y="2090891"/>
                </a:lnTo>
                <a:lnTo>
                  <a:pt x="3402928" y="2092222"/>
                </a:lnTo>
                <a:cubicBezTo>
                  <a:pt x="3399952" y="2091789"/>
                  <a:pt x="3397701" y="2089945"/>
                  <a:pt x="3396621" y="2085985"/>
                </a:cubicBezTo>
                <a:cubicBezTo>
                  <a:pt x="3403462" y="2085985"/>
                  <a:pt x="3407782" y="2088145"/>
                  <a:pt x="3410303" y="2079146"/>
                </a:cubicBezTo>
                <a:cubicBezTo>
                  <a:pt x="3400942" y="2074827"/>
                  <a:pt x="3394101" y="2081666"/>
                  <a:pt x="3387260" y="2081666"/>
                </a:cubicBezTo>
                <a:cubicBezTo>
                  <a:pt x="3387260" y="2094984"/>
                  <a:pt x="3376099" y="2108662"/>
                  <a:pt x="3373579" y="2094984"/>
                </a:cubicBezTo>
                <a:cubicBezTo>
                  <a:pt x="3378259" y="2094984"/>
                  <a:pt x="3382940" y="2097504"/>
                  <a:pt x="3382940" y="2088145"/>
                </a:cubicBezTo>
                <a:cubicBezTo>
                  <a:pt x="3382940" y="2088145"/>
                  <a:pt x="3382940" y="2088145"/>
                  <a:pt x="3382940" y="2081666"/>
                </a:cubicBezTo>
                <a:cubicBezTo>
                  <a:pt x="3366738" y="2072307"/>
                  <a:pt x="3344056" y="2094984"/>
                  <a:pt x="3317053" y="2085985"/>
                </a:cubicBezTo>
                <a:cubicBezTo>
                  <a:pt x="3317053" y="2099663"/>
                  <a:pt x="3332894" y="2094984"/>
                  <a:pt x="3330374" y="2113341"/>
                </a:cubicBezTo>
                <a:cubicBezTo>
                  <a:pt x="3310212" y="2107582"/>
                  <a:pt x="3293831" y="2105332"/>
                  <a:pt x="3277089" y="2106772"/>
                </a:cubicBezTo>
                <a:lnTo>
                  <a:pt x="3221783" y="2122300"/>
                </a:lnTo>
                <a:lnTo>
                  <a:pt x="3221797" y="2122372"/>
                </a:lnTo>
                <a:lnTo>
                  <a:pt x="3241850" y="2126614"/>
                </a:lnTo>
                <a:cubicBezTo>
                  <a:pt x="3247296" y="2128639"/>
                  <a:pt x="3251346" y="2131519"/>
                  <a:pt x="3253686" y="2136018"/>
                </a:cubicBezTo>
                <a:cubicBezTo>
                  <a:pt x="3244505" y="2136018"/>
                  <a:pt x="3237665" y="2133768"/>
                  <a:pt x="3231094" y="2131204"/>
                </a:cubicBezTo>
                <a:lnTo>
                  <a:pt x="3222957" y="2128603"/>
                </a:lnTo>
                <a:lnTo>
                  <a:pt x="3225578" y="2142672"/>
                </a:lnTo>
                <a:lnTo>
                  <a:pt x="3228076" y="2142606"/>
                </a:lnTo>
                <a:lnTo>
                  <a:pt x="3225783" y="2143769"/>
                </a:lnTo>
                <a:lnTo>
                  <a:pt x="3225945" y="2144642"/>
                </a:lnTo>
                <a:lnTo>
                  <a:pt x="3220611" y="2151977"/>
                </a:lnTo>
                <a:lnTo>
                  <a:pt x="3228666" y="2152715"/>
                </a:lnTo>
                <a:cubicBezTo>
                  <a:pt x="3236513" y="2150436"/>
                  <a:pt x="3234286" y="2139906"/>
                  <a:pt x="3246436" y="2138286"/>
                </a:cubicBezTo>
                <a:cubicBezTo>
                  <a:pt x="3246436" y="2138286"/>
                  <a:pt x="3246436" y="2138286"/>
                  <a:pt x="3260116" y="2149446"/>
                </a:cubicBezTo>
                <a:lnTo>
                  <a:pt x="3269096" y="2148525"/>
                </a:lnTo>
                <a:lnTo>
                  <a:pt x="3269944" y="2147761"/>
                </a:lnTo>
                <a:cubicBezTo>
                  <a:pt x="3272040" y="2146666"/>
                  <a:pt x="3273792" y="2146595"/>
                  <a:pt x="3275204" y="2147300"/>
                </a:cubicBezTo>
                <a:lnTo>
                  <a:pt x="3275389" y="2147879"/>
                </a:lnTo>
                <a:lnTo>
                  <a:pt x="3368837" y="2138286"/>
                </a:lnTo>
                <a:lnTo>
                  <a:pt x="3454919" y="2130594"/>
                </a:lnTo>
                <a:lnTo>
                  <a:pt x="3452844" y="2124106"/>
                </a:lnTo>
                <a:cubicBezTo>
                  <a:pt x="3452012" y="2121222"/>
                  <a:pt x="3450872" y="2120106"/>
                  <a:pt x="3448594" y="2127175"/>
                </a:cubicBezTo>
                <a:cubicBezTo>
                  <a:pt x="3444038" y="2124571"/>
                  <a:pt x="3450697" y="2122338"/>
                  <a:pt x="3450697" y="2115269"/>
                </a:cubicBezTo>
                <a:cubicBezTo>
                  <a:pt x="3455254" y="2117873"/>
                  <a:pt x="3459810" y="2113037"/>
                  <a:pt x="3455254" y="2110804"/>
                </a:cubicBezTo>
                <a:cubicBezTo>
                  <a:pt x="3461913" y="2109502"/>
                  <a:pt x="3465768" y="2111827"/>
                  <a:pt x="3466031" y="2115920"/>
                </a:cubicBezTo>
                <a:lnTo>
                  <a:pt x="3456040" y="2130494"/>
                </a:lnTo>
                <a:lnTo>
                  <a:pt x="3473598" y="2128925"/>
                </a:lnTo>
                <a:cubicBezTo>
                  <a:pt x="3471078" y="2133605"/>
                  <a:pt x="3468918" y="2140446"/>
                  <a:pt x="3475758" y="2138286"/>
                </a:cubicBezTo>
                <a:cubicBezTo>
                  <a:pt x="3475758" y="2138286"/>
                  <a:pt x="3475758" y="2138286"/>
                  <a:pt x="3491598" y="2128925"/>
                </a:cubicBezTo>
                <a:lnTo>
                  <a:pt x="3544999" y="2133697"/>
                </a:lnTo>
                <a:lnTo>
                  <a:pt x="3547230" y="2128407"/>
                </a:lnTo>
                <a:cubicBezTo>
                  <a:pt x="3546358" y="2126528"/>
                  <a:pt x="3543343" y="2124931"/>
                  <a:pt x="3537042" y="2123761"/>
                </a:cubicBezTo>
                <a:cubicBezTo>
                  <a:pt x="3545143" y="2118181"/>
                  <a:pt x="3555405" y="2119891"/>
                  <a:pt x="3563372" y="2126146"/>
                </a:cubicBezTo>
                <a:lnTo>
                  <a:pt x="3567417" y="2135700"/>
                </a:lnTo>
                <a:lnTo>
                  <a:pt x="3596359" y="2138286"/>
                </a:lnTo>
                <a:cubicBezTo>
                  <a:pt x="3596359" y="2138286"/>
                  <a:pt x="3596359" y="2138286"/>
                  <a:pt x="3619444" y="2139197"/>
                </a:cubicBezTo>
                <a:lnTo>
                  <a:pt x="3637834" y="2139923"/>
                </a:lnTo>
                <a:lnTo>
                  <a:pt x="3637500" y="2135281"/>
                </a:lnTo>
                <a:cubicBezTo>
                  <a:pt x="3640921" y="2134741"/>
                  <a:pt x="3642901" y="2135754"/>
                  <a:pt x="3644094" y="2137650"/>
                </a:cubicBezTo>
                <a:lnTo>
                  <a:pt x="3644714" y="2140195"/>
                </a:lnTo>
                <a:lnTo>
                  <a:pt x="3651079" y="2140446"/>
                </a:lnTo>
                <a:cubicBezTo>
                  <a:pt x="3651079" y="2140446"/>
                  <a:pt x="3651079" y="2140446"/>
                  <a:pt x="3655039" y="2140446"/>
                </a:cubicBezTo>
                <a:lnTo>
                  <a:pt x="3663056" y="2140446"/>
                </a:lnTo>
                <a:lnTo>
                  <a:pt x="3656691" y="2138010"/>
                </a:lnTo>
                <a:cubicBezTo>
                  <a:pt x="3654626" y="2135551"/>
                  <a:pt x="3653343" y="2131231"/>
                  <a:pt x="3653343" y="2123761"/>
                </a:cubicBezTo>
                <a:cubicBezTo>
                  <a:pt x="3671346" y="2135281"/>
                  <a:pt x="3667025" y="2110440"/>
                  <a:pt x="3664505" y="2103600"/>
                </a:cubicBezTo>
                <a:cubicBezTo>
                  <a:pt x="3664505" y="2096759"/>
                  <a:pt x="3669186" y="2098920"/>
                  <a:pt x="3669186" y="2103600"/>
                </a:cubicBezTo>
                <a:lnTo>
                  <a:pt x="3672651" y="2098536"/>
                </a:lnTo>
                <a:lnTo>
                  <a:pt x="3669170" y="2091205"/>
                </a:lnTo>
                <a:cubicBezTo>
                  <a:pt x="3667730" y="2087245"/>
                  <a:pt x="3667190" y="2083826"/>
                  <a:pt x="3669530" y="2083826"/>
                </a:cubicBezTo>
                <a:cubicBezTo>
                  <a:pt x="3676371" y="2083826"/>
                  <a:pt x="3683212" y="2083826"/>
                  <a:pt x="3685372" y="2074827"/>
                </a:cubicBezTo>
                <a:cubicBezTo>
                  <a:pt x="3678531" y="2067988"/>
                  <a:pt x="3667370" y="2065468"/>
                  <a:pt x="3660529" y="2061149"/>
                </a:cubicBezTo>
                <a:close/>
                <a:moveTo>
                  <a:pt x="5277571" y="2058360"/>
                </a:moveTo>
                <a:cubicBezTo>
                  <a:pt x="5270731" y="2063040"/>
                  <a:pt x="5266051" y="2072041"/>
                  <a:pt x="5270731" y="2083562"/>
                </a:cubicBezTo>
                <a:cubicBezTo>
                  <a:pt x="5272891" y="2078881"/>
                  <a:pt x="5275051" y="2076721"/>
                  <a:pt x="5275051" y="2072041"/>
                </a:cubicBezTo>
                <a:cubicBezTo>
                  <a:pt x="5277571" y="2069881"/>
                  <a:pt x="5277571" y="2072041"/>
                  <a:pt x="5279731" y="2074561"/>
                </a:cubicBezTo>
                <a:cubicBezTo>
                  <a:pt x="5284411" y="2072041"/>
                  <a:pt x="5279731" y="2065201"/>
                  <a:pt x="5277571" y="2058360"/>
                </a:cubicBezTo>
                <a:close/>
                <a:moveTo>
                  <a:pt x="3731964" y="2054861"/>
                </a:moveTo>
                <a:lnTo>
                  <a:pt x="3714895" y="2065468"/>
                </a:lnTo>
                <a:cubicBezTo>
                  <a:pt x="3719575" y="2065468"/>
                  <a:pt x="3719575" y="2067988"/>
                  <a:pt x="3721736" y="2072307"/>
                </a:cubicBezTo>
                <a:cubicBezTo>
                  <a:pt x="3712735" y="2071228"/>
                  <a:pt x="3709944" y="2077527"/>
                  <a:pt x="3707379" y="2085491"/>
                </a:cubicBezTo>
                <a:lnTo>
                  <a:pt x="3703581" y="2092257"/>
                </a:lnTo>
                <a:lnTo>
                  <a:pt x="3710118" y="2098390"/>
                </a:lnTo>
                <a:lnTo>
                  <a:pt x="3717775" y="2082892"/>
                </a:lnTo>
                <a:lnTo>
                  <a:pt x="3726804" y="2072791"/>
                </a:lnTo>
                <a:lnTo>
                  <a:pt x="3730906" y="2077915"/>
                </a:lnTo>
                <a:lnTo>
                  <a:pt x="3729018" y="2075097"/>
                </a:lnTo>
                <a:lnTo>
                  <a:pt x="3729533" y="2072830"/>
                </a:lnTo>
                <a:lnTo>
                  <a:pt x="3727129" y="2072427"/>
                </a:lnTo>
                <a:lnTo>
                  <a:pt x="3730476" y="2068682"/>
                </a:lnTo>
                <a:lnTo>
                  <a:pt x="3731162" y="2065663"/>
                </a:lnTo>
                <a:close/>
                <a:moveTo>
                  <a:pt x="4745127" y="2051520"/>
                </a:moveTo>
                <a:cubicBezTo>
                  <a:pt x="4736127" y="2051520"/>
                  <a:pt x="4724607" y="2054040"/>
                  <a:pt x="4724607" y="2063040"/>
                </a:cubicBezTo>
                <a:cubicBezTo>
                  <a:pt x="4740447" y="2072041"/>
                  <a:pt x="4726767" y="2069881"/>
                  <a:pt x="4731447" y="2081402"/>
                </a:cubicBezTo>
                <a:cubicBezTo>
                  <a:pt x="4734867" y="2084192"/>
                  <a:pt x="4737140" y="2085430"/>
                  <a:pt x="4738771" y="2085716"/>
                </a:cubicBezTo>
                <a:lnTo>
                  <a:pt x="4742119" y="2084378"/>
                </a:lnTo>
                <a:lnTo>
                  <a:pt x="4748274" y="2077408"/>
                </a:lnTo>
                <a:lnTo>
                  <a:pt x="4740447" y="2069881"/>
                </a:lnTo>
                <a:cubicBezTo>
                  <a:pt x="4742967" y="2067721"/>
                  <a:pt x="4749807" y="2069881"/>
                  <a:pt x="4751967" y="2072041"/>
                </a:cubicBezTo>
                <a:cubicBezTo>
                  <a:pt x="4745127" y="2056200"/>
                  <a:pt x="4749807" y="2060880"/>
                  <a:pt x="4745127" y="2051520"/>
                </a:cubicBezTo>
                <a:close/>
                <a:moveTo>
                  <a:pt x="3817487" y="2051108"/>
                </a:moveTo>
                <a:lnTo>
                  <a:pt x="3812978" y="2054163"/>
                </a:lnTo>
                <a:lnTo>
                  <a:pt x="3809521" y="2063143"/>
                </a:lnTo>
                <a:cubicBezTo>
                  <a:pt x="3808621" y="2069398"/>
                  <a:pt x="3807991" y="2076239"/>
                  <a:pt x="3805650" y="2080919"/>
                </a:cubicBezTo>
                <a:lnTo>
                  <a:pt x="3808619" y="2080299"/>
                </a:lnTo>
                <a:lnTo>
                  <a:pt x="3816876" y="2070507"/>
                </a:lnTo>
                <a:lnTo>
                  <a:pt x="3819256" y="2052702"/>
                </a:lnTo>
                <a:close/>
                <a:moveTo>
                  <a:pt x="3738545" y="2050772"/>
                </a:moveTo>
                <a:lnTo>
                  <a:pt x="3734454" y="2053315"/>
                </a:lnTo>
                <a:lnTo>
                  <a:pt x="3737834" y="2058176"/>
                </a:lnTo>
                <a:cubicBezTo>
                  <a:pt x="3746645" y="2063728"/>
                  <a:pt x="3764063" y="2044827"/>
                  <a:pt x="3762443" y="2067238"/>
                </a:cubicBezTo>
                <a:lnTo>
                  <a:pt x="3767486" y="2065434"/>
                </a:lnTo>
                <a:lnTo>
                  <a:pt x="3770796" y="2063011"/>
                </a:lnTo>
                <a:lnTo>
                  <a:pt x="3774491" y="2062929"/>
                </a:lnTo>
                <a:lnTo>
                  <a:pt x="3780311" y="2060848"/>
                </a:lnTo>
                <a:lnTo>
                  <a:pt x="3784041" y="2054308"/>
                </a:lnTo>
                <a:lnTo>
                  <a:pt x="3763140" y="2051835"/>
                </a:lnTo>
                <a:cubicBezTo>
                  <a:pt x="3755039" y="2050418"/>
                  <a:pt x="3746713" y="2049282"/>
                  <a:pt x="3738545" y="2050772"/>
                </a:cubicBezTo>
                <a:close/>
                <a:moveTo>
                  <a:pt x="6132230" y="2049462"/>
                </a:moveTo>
                <a:cubicBezTo>
                  <a:pt x="6143495" y="2049462"/>
                  <a:pt x="6146039" y="2058557"/>
                  <a:pt x="6155125" y="2061103"/>
                </a:cubicBezTo>
                <a:cubicBezTo>
                  <a:pt x="6152944" y="2072381"/>
                  <a:pt x="6143495" y="2074928"/>
                  <a:pt x="6139135" y="2084023"/>
                </a:cubicBezTo>
                <a:cubicBezTo>
                  <a:pt x="6125325" y="2077111"/>
                  <a:pt x="6134410" y="2074928"/>
                  <a:pt x="6139135" y="2063286"/>
                </a:cubicBezTo>
                <a:cubicBezTo>
                  <a:pt x="6136591" y="2058557"/>
                  <a:pt x="6127505" y="2058557"/>
                  <a:pt x="6132230" y="2049462"/>
                </a:cubicBezTo>
                <a:close/>
                <a:moveTo>
                  <a:pt x="4074573" y="2042792"/>
                </a:moveTo>
                <a:cubicBezTo>
                  <a:pt x="4049370" y="2051790"/>
                  <a:pt x="4026688" y="2047471"/>
                  <a:pt x="4004006" y="2065468"/>
                </a:cubicBezTo>
                <a:cubicBezTo>
                  <a:pt x="4004006" y="2065468"/>
                  <a:pt x="4004006" y="2065468"/>
                  <a:pt x="4004006" y="2054310"/>
                </a:cubicBezTo>
                <a:cubicBezTo>
                  <a:pt x="3985644" y="2058629"/>
                  <a:pt x="3967642" y="2061149"/>
                  <a:pt x="3951800" y="2063309"/>
                </a:cubicBezTo>
                <a:cubicBezTo>
                  <a:pt x="3933438" y="2063309"/>
                  <a:pt x="3915436" y="2061149"/>
                  <a:pt x="3897074" y="2054310"/>
                </a:cubicBezTo>
                <a:cubicBezTo>
                  <a:pt x="3894914" y="2070148"/>
                  <a:pt x="3885553" y="2058629"/>
                  <a:pt x="3881233" y="2051790"/>
                </a:cubicBezTo>
                <a:cubicBezTo>
                  <a:pt x="3878712" y="2061149"/>
                  <a:pt x="3867551" y="2056470"/>
                  <a:pt x="3865031" y="2065468"/>
                </a:cubicBezTo>
                <a:cubicBezTo>
                  <a:pt x="3867551" y="2065468"/>
                  <a:pt x="3869711" y="2065468"/>
                  <a:pt x="3871872" y="2070148"/>
                </a:cubicBezTo>
                <a:cubicBezTo>
                  <a:pt x="3869711" y="2072487"/>
                  <a:pt x="3867461" y="2069608"/>
                  <a:pt x="3865481" y="2067583"/>
                </a:cubicBezTo>
                <a:lnTo>
                  <a:pt x="3864726" y="2067129"/>
                </a:lnTo>
                <a:lnTo>
                  <a:pt x="3865758" y="2073983"/>
                </a:lnTo>
                <a:lnTo>
                  <a:pt x="3869711" y="2076987"/>
                </a:lnTo>
                <a:lnTo>
                  <a:pt x="3866183" y="2076804"/>
                </a:lnTo>
                <a:lnTo>
                  <a:pt x="3866578" y="2079426"/>
                </a:lnTo>
                <a:cubicBezTo>
                  <a:pt x="3865759" y="2082288"/>
                  <a:pt x="3863485" y="2084559"/>
                  <a:pt x="3860029" y="2090373"/>
                </a:cubicBezTo>
                <a:cubicBezTo>
                  <a:pt x="3857483" y="2078745"/>
                  <a:pt x="3841475" y="2083469"/>
                  <a:pt x="3834563" y="2078745"/>
                </a:cubicBezTo>
                <a:lnTo>
                  <a:pt x="3838392" y="2075481"/>
                </a:lnTo>
                <a:lnTo>
                  <a:pt x="3834203" y="2076312"/>
                </a:lnTo>
                <a:cubicBezTo>
                  <a:pt x="3830940" y="2077459"/>
                  <a:pt x="3827891" y="2078753"/>
                  <a:pt x="3825365" y="2079197"/>
                </a:cubicBezTo>
                <a:lnTo>
                  <a:pt x="3821352" y="2077641"/>
                </a:lnTo>
                <a:lnTo>
                  <a:pt x="3819343" y="2081075"/>
                </a:lnTo>
                <a:lnTo>
                  <a:pt x="3818586" y="2090665"/>
                </a:lnTo>
                <a:lnTo>
                  <a:pt x="3818525" y="2091439"/>
                </a:lnTo>
                <a:lnTo>
                  <a:pt x="3819648" y="2099280"/>
                </a:lnTo>
                <a:lnTo>
                  <a:pt x="3823881" y="2116423"/>
                </a:lnTo>
                <a:lnTo>
                  <a:pt x="3833604" y="2113163"/>
                </a:lnTo>
                <a:lnTo>
                  <a:pt x="3833640" y="2112296"/>
                </a:lnTo>
                <a:lnTo>
                  <a:pt x="3839457" y="2104159"/>
                </a:lnTo>
                <a:lnTo>
                  <a:pt x="3871227" y="2098245"/>
                </a:lnTo>
                <a:cubicBezTo>
                  <a:pt x="3886575" y="2095949"/>
                  <a:pt x="3902508" y="2094239"/>
                  <a:pt x="3915110" y="2094239"/>
                </a:cubicBezTo>
                <a:lnTo>
                  <a:pt x="3917802" y="2102792"/>
                </a:lnTo>
                <a:lnTo>
                  <a:pt x="3923748" y="2101258"/>
                </a:lnTo>
                <a:lnTo>
                  <a:pt x="3919431" y="2094239"/>
                </a:lnTo>
                <a:cubicBezTo>
                  <a:pt x="3920511" y="2087579"/>
                  <a:pt x="3922762" y="2090459"/>
                  <a:pt x="3925327" y="2095274"/>
                </a:cubicBezTo>
                <a:lnTo>
                  <a:pt x="3927862" y="2100196"/>
                </a:lnTo>
                <a:lnTo>
                  <a:pt x="3936442" y="2097982"/>
                </a:lnTo>
                <a:cubicBezTo>
                  <a:pt x="3945094" y="2093387"/>
                  <a:pt x="3952610" y="2086165"/>
                  <a:pt x="3958281" y="2074827"/>
                </a:cubicBezTo>
                <a:cubicBezTo>
                  <a:pt x="3965121" y="2079146"/>
                  <a:pt x="3969802" y="2072307"/>
                  <a:pt x="3971962" y="2076987"/>
                </a:cubicBezTo>
                <a:cubicBezTo>
                  <a:pt x="3969802" y="2085985"/>
                  <a:pt x="3953960" y="2076987"/>
                  <a:pt x="3958281" y="2090665"/>
                </a:cubicBezTo>
                <a:cubicBezTo>
                  <a:pt x="3974482" y="2094984"/>
                  <a:pt x="3985644" y="2076987"/>
                  <a:pt x="3999325" y="2070148"/>
                </a:cubicBezTo>
                <a:cubicBezTo>
                  <a:pt x="4026688" y="2061149"/>
                  <a:pt x="4060891" y="2076987"/>
                  <a:pt x="4074573" y="2042792"/>
                </a:cubicBezTo>
                <a:close/>
                <a:moveTo>
                  <a:pt x="5268211" y="2042519"/>
                </a:moveTo>
                <a:cubicBezTo>
                  <a:pt x="5259211" y="2042519"/>
                  <a:pt x="5263891" y="2051520"/>
                  <a:pt x="5257051" y="2054040"/>
                </a:cubicBezTo>
                <a:cubicBezTo>
                  <a:pt x="5263891" y="2063040"/>
                  <a:pt x="5263891" y="2056200"/>
                  <a:pt x="5272891" y="2054040"/>
                </a:cubicBezTo>
                <a:close/>
                <a:moveTo>
                  <a:pt x="4807907" y="2041313"/>
                </a:moveTo>
                <a:lnTo>
                  <a:pt x="4786167" y="2058360"/>
                </a:lnTo>
                <a:lnTo>
                  <a:pt x="4786120" y="2058410"/>
                </a:lnTo>
                <a:lnTo>
                  <a:pt x="4806800" y="2042477"/>
                </a:lnTo>
                <a:close/>
                <a:moveTo>
                  <a:pt x="5386371" y="2039937"/>
                </a:moveTo>
                <a:cubicBezTo>
                  <a:pt x="5393132" y="2047034"/>
                  <a:pt x="5379611" y="2058613"/>
                  <a:pt x="5372850" y="2049275"/>
                </a:cubicBezTo>
                <a:cubicBezTo>
                  <a:pt x="5377476" y="2049275"/>
                  <a:pt x="5374985" y="2044419"/>
                  <a:pt x="5372850" y="2042178"/>
                </a:cubicBezTo>
                <a:cubicBezTo>
                  <a:pt x="5372850" y="2042178"/>
                  <a:pt x="5372850" y="2042178"/>
                  <a:pt x="5386371" y="2039937"/>
                </a:cubicBezTo>
                <a:close/>
                <a:moveTo>
                  <a:pt x="6328440" y="2036329"/>
                </a:moveTo>
                <a:cubicBezTo>
                  <a:pt x="6331135" y="2035937"/>
                  <a:pt x="6330675" y="2043781"/>
                  <a:pt x="6328834" y="2048966"/>
                </a:cubicBezTo>
                <a:cubicBezTo>
                  <a:pt x="6342153" y="2051148"/>
                  <a:pt x="6340050" y="2042053"/>
                  <a:pt x="6348813" y="2051148"/>
                </a:cubicBezTo>
                <a:cubicBezTo>
                  <a:pt x="6342153" y="2058061"/>
                  <a:pt x="6337947" y="2064973"/>
                  <a:pt x="6326731" y="2062790"/>
                </a:cubicBezTo>
                <a:cubicBezTo>
                  <a:pt x="6322175" y="2051148"/>
                  <a:pt x="6328834" y="2053695"/>
                  <a:pt x="6324628" y="2039871"/>
                </a:cubicBezTo>
                <a:cubicBezTo>
                  <a:pt x="6326293" y="2037506"/>
                  <a:pt x="6327542" y="2036460"/>
                  <a:pt x="6328440" y="2036329"/>
                </a:cubicBezTo>
                <a:close/>
                <a:moveTo>
                  <a:pt x="5915058" y="2028494"/>
                </a:moveTo>
                <a:lnTo>
                  <a:pt x="5908965" y="2031347"/>
                </a:lnTo>
                <a:lnTo>
                  <a:pt x="5907970" y="2036399"/>
                </a:lnTo>
                <a:lnTo>
                  <a:pt x="5905874" y="2032793"/>
                </a:lnTo>
                <a:lnTo>
                  <a:pt x="5889303" y="2040551"/>
                </a:lnTo>
                <a:cubicBezTo>
                  <a:pt x="5860868" y="2059810"/>
                  <a:pt x="5830723" y="2076820"/>
                  <a:pt x="5799993" y="2092749"/>
                </a:cubicBezTo>
                <a:lnTo>
                  <a:pt x="5797510" y="2093972"/>
                </a:lnTo>
                <a:lnTo>
                  <a:pt x="5798495" y="2094723"/>
                </a:lnTo>
                <a:lnTo>
                  <a:pt x="5796760" y="2094342"/>
                </a:lnTo>
                <a:lnTo>
                  <a:pt x="5747678" y="2118517"/>
                </a:lnTo>
                <a:lnTo>
                  <a:pt x="5746295" y="2124245"/>
                </a:lnTo>
                <a:cubicBezTo>
                  <a:pt x="5755295" y="2117764"/>
                  <a:pt x="5755295" y="2126765"/>
                  <a:pt x="5759615" y="2117764"/>
                </a:cubicBezTo>
                <a:cubicBezTo>
                  <a:pt x="5766455" y="2145126"/>
                  <a:pt x="5746295" y="2154127"/>
                  <a:pt x="5741615" y="2185809"/>
                </a:cubicBezTo>
                <a:cubicBezTo>
                  <a:pt x="5716415" y="2190489"/>
                  <a:pt x="5721095" y="2229012"/>
                  <a:pt x="5686895" y="2238372"/>
                </a:cubicBezTo>
                <a:cubicBezTo>
                  <a:pt x="5689235" y="2243953"/>
                  <a:pt x="5686445" y="2247283"/>
                  <a:pt x="5683925" y="2250928"/>
                </a:cubicBezTo>
                <a:lnTo>
                  <a:pt x="5682337" y="2254225"/>
                </a:lnTo>
                <a:lnTo>
                  <a:pt x="5682337" y="2264083"/>
                </a:lnTo>
                <a:lnTo>
                  <a:pt x="5682575" y="2265374"/>
                </a:lnTo>
                <a:cubicBezTo>
                  <a:pt x="5686895" y="2263214"/>
                  <a:pt x="5693735" y="2261054"/>
                  <a:pt x="5695895" y="2265374"/>
                </a:cubicBezTo>
                <a:cubicBezTo>
                  <a:pt x="5689685" y="2267084"/>
                  <a:pt x="5685590" y="2270505"/>
                  <a:pt x="5682552" y="2274921"/>
                </a:cubicBezTo>
                <a:lnTo>
                  <a:pt x="5682337" y="2275399"/>
                </a:lnTo>
                <a:lnTo>
                  <a:pt x="5682337" y="2306582"/>
                </a:lnTo>
                <a:lnTo>
                  <a:pt x="5683307" y="2318545"/>
                </a:lnTo>
                <a:lnTo>
                  <a:pt x="5692864" y="2322087"/>
                </a:lnTo>
                <a:cubicBezTo>
                  <a:pt x="5701867" y="2315187"/>
                  <a:pt x="5715552" y="2287587"/>
                  <a:pt x="5724915" y="2292308"/>
                </a:cubicBezTo>
                <a:cubicBezTo>
                  <a:pt x="5715552" y="2299208"/>
                  <a:pt x="5715552" y="2303929"/>
                  <a:pt x="5720233" y="2306108"/>
                </a:cubicBezTo>
                <a:lnTo>
                  <a:pt x="5714589" y="2311842"/>
                </a:lnTo>
                <a:lnTo>
                  <a:pt x="5721894" y="2317200"/>
                </a:lnTo>
                <a:cubicBezTo>
                  <a:pt x="5723360" y="2318895"/>
                  <a:pt x="5723773" y="2320449"/>
                  <a:pt x="5723483" y="2322149"/>
                </a:cubicBezTo>
                <a:lnTo>
                  <a:pt x="5716790" y="2335145"/>
                </a:lnTo>
                <a:lnTo>
                  <a:pt x="5718935" y="2333779"/>
                </a:lnTo>
                <a:cubicBezTo>
                  <a:pt x="5721095" y="2340619"/>
                  <a:pt x="5714255" y="2347460"/>
                  <a:pt x="5721095" y="2347460"/>
                </a:cubicBezTo>
                <a:cubicBezTo>
                  <a:pt x="5734775" y="2335939"/>
                  <a:pt x="5739455" y="2361141"/>
                  <a:pt x="5746295" y="2342780"/>
                </a:cubicBezTo>
                <a:cubicBezTo>
                  <a:pt x="5743775" y="2335939"/>
                  <a:pt x="5732615" y="2338459"/>
                  <a:pt x="5727935" y="2331619"/>
                </a:cubicBezTo>
                <a:cubicBezTo>
                  <a:pt x="5727935" y="2308577"/>
                  <a:pt x="5746295" y="2297416"/>
                  <a:pt x="5753135" y="2279055"/>
                </a:cubicBezTo>
                <a:cubicBezTo>
                  <a:pt x="5741615" y="2281575"/>
                  <a:pt x="5730095" y="2290576"/>
                  <a:pt x="5727935" y="2279055"/>
                </a:cubicBezTo>
                <a:cubicBezTo>
                  <a:pt x="5732615" y="2267894"/>
                  <a:pt x="5746295" y="2261054"/>
                  <a:pt x="5748455" y="2249533"/>
                </a:cubicBezTo>
                <a:cubicBezTo>
                  <a:pt x="5748455" y="2258534"/>
                  <a:pt x="5759615" y="2249533"/>
                  <a:pt x="5762135" y="2256374"/>
                </a:cubicBezTo>
                <a:cubicBezTo>
                  <a:pt x="5748455" y="2261054"/>
                  <a:pt x="5739455" y="2270055"/>
                  <a:pt x="5734775" y="2281575"/>
                </a:cubicBezTo>
                <a:cubicBezTo>
                  <a:pt x="5750615" y="2270055"/>
                  <a:pt x="5746295" y="2263214"/>
                  <a:pt x="5757455" y="2276895"/>
                </a:cubicBezTo>
                <a:lnTo>
                  <a:pt x="5777263" y="2250051"/>
                </a:lnTo>
                <a:lnTo>
                  <a:pt x="5770732" y="2233433"/>
                </a:lnTo>
                <a:cubicBezTo>
                  <a:pt x="5770141" y="2226613"/>
                  <a:pt x="5771868" y="2219794"/>
                  <a:pt x="5776592" y="2212975"/>
                </a:cubicBezTo>
                <a:cubicBezTo>
                  <a:pt x="5794762" y="2219794"/>
                  <a:pt x="5764963" y="2231279"/>
                  <a:pt x="5785677" y="2233433"/>
                </a:cubicBezTo>
                <a:lnTo>
                  <a:pt x="5782433" y="2243044"/>
                </a:lnTo>
                <a:lnTo>
                  <a:pt x="5795975" y="2224691"/>
                </a:lnTo>
                <a:cubicBezTo>
                  <a:pt x="5798495" y="2238372"/>
                  <a:pt x="5814335" y="2240533"/>
                  <a:pt x="5823335" y="2226852"/>
                </a:cubicBezTo>
                <a:cubicBezTo>
                  <a:pt x="5828015" y="2240533"/>
                  <a:pt x="5805335" y="2238372"/>
                  <a:pt x="5809655" y="2249533"/>
                </a:cubicBezTo>
                <a:cubicBezTo>
                  <a:pt x="5823335" y="2251693"/>
                  <a:pt x="5841695" y="2238372"/>
                  <a:pt x="5837015" y="2211011"/>
                </a:cubicBezTo>
                <a:cubicBezTo>
                  <a:pt x="5821175" y="2213171"/>
                  <a:pt x="5823335" y="2217851"/>
                  <a:pt x="5819015" y="2206330"/>
                </a:cubicBezTo>
                <a:cubicBezTo>
                  <a:pt x="5805335" y="2217851"/>
                  <a:pt x="5825855" y="2224691"/>
                  <a:pt x="5805335" y="2233692"/>
                </a:cubicBezTo>
                <a:cubicBezTo>
                  <a:pt x="5805335" y="2224691"/>
                  <a:pt x="5812175" y="2217851"/>
                  <a:pt x="5805335" y="2206330"/>
                </a:cubicBezTo>
                <a:cubicBezTo>
                  <a:pt x="5828015" y="2181488"/>
                  <a:pt x="5859696" y="2149446"/>
                  <a:pt x="5853215" y="2122084"/>
                </a:cubicBezTo>
                <a:cubicBezTo>
                  <a:pt x="5864376" y="2113084"/>
                  <a:pt x="5866536" y="2124245"/>
                  <a:pt x="5878056" y="2115244"/>
                </a:cubicBezTo>
                <a:cubicBezTo>
                  <a:pt x="5878056" y="2110924"/>
                  <a:pt x="5880216" y="2108403"/>
                  <a:pt x="5880216" y="2104083"/>
                </a:cubicBezTo>
                <a:cubicBezTo>
                  <a:pt x="5882736" y="2094723"/>
                  <a:pt x="5864376" y="2097243"/>
                  <a:pt x="5875896" y="2087882"/>
                </a:cubicBezTo>
                <a:cubicBezTo>
                  <a:pt x="5891286" y="2084642"/>
                  <a:pt x="5912954" y="2055682"/>
                  <a:pt x="5916143" y="2033659"/>
                </a:cubicBezTo>
                <a:close/>
                <a:moveTo>
                  <a:pt x="4149461" y="2022274"/>
                </a:moveTo>
                <a:cubicBezTo>
                  <a:pt x="4128939" y="2029113"/>
                  <a:pt x="4088254" y="2026954"/>
                  <a:pt x="4076733" y="2054310"/>
                </a:cubicBezTo>
                <a:cubicBezTo>
                  <a:pt x="4099415" y="2040632"/>
                  <a:pt x="4138299" y="2056470"/>
                  <a:pt x="4149461" y="2022274"/>
                </a:cubicBezTo>
                <a:close/>
                <a:moveTo>
                  <a:pt x="4742967" y="2021998"/>
                </a:moveTo>
                <a:cubicBezTo>
                  <a:pt x="4751967" y="2035678"/>
                  <a:pt x="4749807" y="2042519"/>
                  <a:pt x="4760967" y="2060880"/>
                </a:cubicBezTo>
                <a:cubicBezTo>
                  <a:pt x="4765647" y="2063040"/>
                  <a:pt x="4765647" y="2058360"/>
                  <a:pt x="4772487" y="2060880"/>
                </a:cubicBezTo>
                <a:cubicBezTo>
                  <a:pt x="4770327" y="2054040"/>
                  <a:pt x="4760967" y="2051520"/>
                  <a:pt x="4760967" y="2040359"/>
                </a:cubicBezTo>
                <a:cubicBezTo>
                  <a:pt x="4770327" y="2040359"/>
                  <a:pt x="4767807" y="2049359"/>
                  <a:pt x="4772487" y="2054040"/>
                </a:cubicBezTo>
                <a:cubicBezTo>
                  <a:pt x="4781487" y="2047199"/>
                  <a:pt x="4781487" y="2035678"/>
                  <a:pt x="4779327" y="2024158"/>
                </a:cubicBezTo>
                <a:cubicBezTo>
                  <a:pt x="4765647" y="2026678"/>
                  <a:pt x="4765647" y="2028838"/>
                  <a:pt x="4742967" y="2021998"/>
                </a:cubicBezTo>
                <a:close/>
                <a:moveTo>
                  <a:pt x="5291251" y="2017677"/>
                </a:moveTo>
                <a:cubicBezTo>
                  <a:pt x="5281891" y="2021998"/>
                  <a:pt x="5279731" y="2030998"/>
                  <a:pt x="5286571" y="2040359"/>
                </a:cubicBezTo>
                <a:cubicBezTo>
                  <a:pt x="5288731" y="2033518"/>
                  <a:pt x="5293411" y="2026678"/>
                  <a:pt x="5291251" y="2017677"/>
                </a:cubicBezTo>
                <a:close/>
                <a:moveTo>
                  <a:pt x="4811008" y="2012997"/>
                </a:moveTo>
                <a:cubicBezTo>
                  <a:pt x="4808848" y="2012997"/>
                  <a:pt x="4808848" y="2015157"/>
                  <a:pt x="4808848" y="2017677"/>
                </a:cubicBezTo>
                <a:cubicBezTo>
                  <a:pt x="4808848" y="2022178"/>
                  <a:pt x="4811098" y="2023798"/>
                  <a:pt x="4813348" y="2025463"/>
                </a:cubicBezTo>
                <a:lnTo>
                  <a:pt x="4816914" y="2031847"/>
                </a:lnTo>
                <a:lnTo>
                  <a:pt x="4828071" y="2020123"/>
                </a:lnTo>
                <a:lnTo>
                  <a:pt x="4822866" y="2021801"/>
                </a:lnTo>
                <a:cubicBezTo>
                  <a:pt x="4819468" y="2021210"/>
                  <a:pt x="4815598" y="2018667"/>
                  <a:pt x="4811008" y="2012997"/>
                </a:cubicBezTo>
                <a:close/>
                <a:moveTo>
                  <a:pt x="6387873" y="2011186"/>
                </a:moveTo>
                <a:cubicBezTo>
                  <a:pt x="6409122" y="2006600"/>
                  <a:pt x="6390438" y="2033411"/>
                  <a:pt x="6392636" y="2044347"/>
                </a:cubicBezTo>
                <a:cubicBezTo>
                  <a:pt x="6385675" y="2037644"/>
                  <a:pt x="6385675" y="2024239"/>
                  <a:pt x="6387873" y="2011186"/>
                </a:cubicBezTo>
                <a:close/>
                <a:moveTo>
                  <a:pt x="6085174" y="2008187"/>
                </a:moveTo>
                <a:cubicBezTo>
                  <a:pt x="6105911" y="2021743"/>
                  <a:pt x="6092087" y="2050996"/>
                  <a:pt x="6085174" y="2071330"/>
                </a:cubicBezTo>
                <a:cubicBezTo>
                  <a:pt x="6071350" y="2057774"/>
                  <a:pt x="6082992" y="2030661"/>
                  <a:pt x="6085174" y="2008187"/>
                </a:cubicBezTo>
                <a:close/>
                <a:moveTo>
                  <a:pt x="4240911" y="2001308"/>
                </a:moveTo>
                <a:cubicBezTo>
                  <a:pt x="4237760" y="2003017"/>
                  <a:pt x="4236050" y="2006437"/>
                  <a:pt x="4238390" y="2011116"/>
                </a:cubicBezTo>
                <a:cubicBezTo>
                  <a:pt x="4240551" y="2008596"/>
                  <a:pt x="4256392" y="2017955"/>
                  <a:pt x="4252072" y="2001757"/>
                </a:cubicBezTo>
                <a:cubicBezTo>
                  <a:pt x="4248651" y="1999598"/>
                  <a:pt x="4244061" y="1999598"/>
                  <a:pt x="4240911" y="2001308"/>
                </a:cubicBezTo>
                <a:close/>
                <a:moveTo>
                  <a:pt x="4804168" y="1999316"/>
                </a:moveTo>
                <a:cubicBezTo>
                  <a:pt x="4795167" y="1997156"/>
                  <a:pt x="4797327" y="2003996"/>
                  <a:pt x="4799848" y="2008317"/>
                </a:cubicBezTo>
                <a:cubicBezTo>
                  <a:pt x="4811008" y="2012997"/>
                  <a:pt x="4811008" y="2006156"/>
                  <a:pt x="4804168" y="1999316"/>
                </a:cubicBezTo>
                <a:close/>
                <a:moveTo>
                  <a:pt x="6026019" y="1997075"/>
                </a:moveTo>
                <a:cubicBezTo>
                  <a:pt x="6028135" y="2011045"/>
                  <a:pt x="6019316" y="2020236"/>
                  <a:pt x="6017199" y="2031632"/>
                </a:cubicBezTo>
                <a:cubicBezTo>
                  <a:pt x="6012613" y="2018030"/>
                  <a:pt x="6012613" y="2006266"/>
                  <a:pt x="6026019" y="1997075"/>
                </a:cubicBezTo>
                <a:close/>
                <a:moveTo>
                  <a:pt x="4831528" y="1992476"/>
                </a:moveTo>
                <a:cubicBezTo>
                  <a:pt x="4831528" y="1997156"/>
                  <a:pt x="4822528" y="2001476"/>
                  <a:pt x="4834048" y="2006156"/>
                </a:cubicBezTo>
                <a:cubicBezTo>
                  <a:pt x="4838908" y="2009667"/>
                  <a:pt x="4838908" y="2001431"/>
                  <a:pt x="4842401" y="2001954"/>
                </a:cubicBezTo>
                <a:lnTo>
                  <a:pt x="4844247" y="2003516"/>
                </a:lnTo>
                <a:lnTo>
                  <a:pt x="4854916" y="1993632"/>
                </a:lnTo>
                <a:lnTo>
                  <a:pt x="4851277" y="1995699"/>
                </a:lnTo>
                <a:cubicBezTo>
                  <a:pt x="4846356" y="1996616"/>
                  <a:pt x="4840078" y="1995896"/>
                  <a:pt x="4831528" y="1992476"/>
                </a:cubicBezTo>
                <a:close/>
                <a:moveTo>
                  <a:pt x="5307569" y="1986501"/>
                </a:moveTo>
                <a:cubicBezTo>
                  <a:pt x="5297798" y="1988358"/>
                  <a:pt x="5292331" y="2004896"/>
                  <a:pt x="5295571" y="2015157"/>
                </a:cubicBezTo>
                <a:cubicBezTo>
                  <a:pt x="5302411" y="2008317"/>
                  <a:pt x="5313931" y="1999316"/>
                  <a:pt x="5318611" y="1990315"/>
                </a:cubicBezTo>
                <a:cubicBezTo>
                  <a:pt x="5314561" y="1986895"/>
                  <a:pt x="5310826" y="1985883"/>
                  <a:pt x="5307569" y="1986501"/>
                </a:cubicBezTo>
                <a:close/>
                <a:moveTo>
                  <a:pt x="6139501" y="1977027"/>
                </a:moveTo>
                <a:cubicBezTo>
                  <a:pt x="6159892" y="1974850"/>
                  <a:pt x="6155242" y="1999887"/>
                  <a:pt x="6134850" y="1995170"/>
                </a:cubicBezTo>
                <a:cubicBezTo>
                  <a:pt x="6139501" y="1977027"/>
                  <a:pt x="6139501" y="1977027"/>
                  <a:pt x="6139501" y="1977027"/>
                </a:cubicBezTo>
                <a:close/>
                <a:moveTo>
                  <a:pt x="4329480" y="1970082"/>
                </a:moveTo>
                <a:lnTo>
                  <a:pt x="4325405" y="1976741"/>
                </a:lnTo>
                <a:lnTo>
                  <a:pt x="4324799" y="1976921"/>
                </a:lnTo>
                <a:cubicBezTo>
                  <a:pt x="4326959" y="1974761"/>
                  <a:pt x="4329480" y="1974761"/>
                  <a:pt x="4329480" y="1970082"/>
                </a:cubicBezTo>
                <a:close/>
                <a:moveTo>
                  <a:pt x="4941684" y="1955823"/>
                </a:moveTo>
                <a:lnTo>
                  <a:pt x="4940894" y="1959116"/>
                </a:lnTo>
                <a:lnTo>
                  <a:pt x="4943129" y="1958273"/>
                </a:lnTo>
                <a:close/>
                <a:moveTo>
                  <a:pt x="4858888" y="1953953"/>
                </a:moveTo>
                <a:cubicBezTo>
                  <a:pt x="4849888" y="1953953"/>
                  <a:pt x="4852048" y="1960793"/>
                  <a:pt x="4854208" y="1967634"/>
                </a:cubicBezTo>
                <a:cubicBezTo>
                  <a:pt x="4858888" y="1965114"/>
                  <a:pt x="4863568" y="1962954"/>
                  <a:pt x="4858888" y="1953953"/>
                </a:cubicBezTo>
                <a:close/>
                <a:moveTo>
                  <a:pt x="4539631" y="1946275"/>
                </a:moveTo>
                <a:cubicBezTo>
                  <a:pt x="4548580" y="1960084"/>
                  <a:pt x="4526028" y="1960084"/>
                  <a:pt x="4532829" y="1973893"/>
                </a:cubicBezTo>
                <a:cubicBezTo>
                  <a:pt x="4529428" y="1973893"/>
                  <a:pt x="4526028" y="1974438"/>
                  <a:pt x="4522627" y="1973847"/>
                </a:cubicBezTo>
                <a:lnTo>
                  <a:pt x="4517684" y="1970524"/>
                </a:lnTo>
                <a:lnTo>
                  <a:pt x="4515268" y="1980495"/>
                </a:lnTo>
                <a:cubicBezTo>
                  <a:pt x="4509150" y="1990597"/>
                  <a:pt x="4493986" y="1998705"/>
                  <a:pt x="4485438" y="1995162"/>
                </a:cubicBezTo>
                <a:cubicBezTo>
                  <a:pt x="4485438" y="1989529"/>
                  <a:pt x="4491228" y="1985532"/>
                  <a:pt x="4498167" y="1981807"/>
                </a:cubicBezTo>
                <a:lnTo>
                  <a:pt x="4517389" y="1970326"/>
                </a:lnTo>
                <a:lnTo>
                  <a:pt x="4512425" y="1966988"/>
                </a:lnTo>
                <a:cubicBezTo>
                  <a:pt x="4517079" y="1953179"/>
                  <a:pt x="4537483" y="1955360"/>
                  <a:pt x="4539631" y="1946275"/>
                </a:cubicBezTo>
                <a:close/>
                <a:moveTo>
                  <a:pt x="4977329" y="1926591"/>
                </a:moveTo>
                <a:cubicBezTo>
                  <a:pt x="4974809" y="1935592"/>
                  <a:pt x="4958969" y="1937752"/>
                  <a:pt x="4958969" y="1949273"/>
                </a:cubicBezTo>
                <a:cubicBezTo>
                  <a:pt x="4970489" y="1944592"/>
                  <a:pt x="4988489" y="1935592"/>
                  <a:pt x="4977329" y="1926591"/>
                </a:cubicBezTo>
                <a:close/>
                <a:moveTo>
                  <a:pt x="5350292" y="1921911"/>
                </a:moveTo>
                <a:cubicBezTo>
                  <a:pt x="5336612" y="1930911"/>
                  <a:pt x="5352452" y="1935592"/>
                  <a:pt x="5343452" y="1942432"/>
                </a:cubicBezTo>
                <a:cubicBezTo>
                  <a:pt x="5354972" y="1949273"/>
                  <a:pt x="5357132" y="1930911"/>
                  <a:pt x="5350292" y="1921911"/>
                </a:cubicBezTo>
                <a:close/>
                <a:moveTo>
                  <a:pt x="6150478" y="1903412"/>
                </a:moveTo>
                <a:cubicBezTo>
                  <a:pt x="6166250" y="1919220"/>
                  <a:pt x="6139613" y="1941855"/>
                  <a:pt x="6163796" y="1955507"/>
                </a:cubicBezTo>
                <a:cubicBezTo>
                  <a:pt x="6159590" y="1971315"/>
                  <a:pt x="6150478" y="1953352"/>
                  <a:pt x="6146272" y="1962333"/>
                </a:cubicBezTo>
                <a:cubicBezTo>
                  <a:pt x="6143819" y="1953352"/>
                  <a:pt x="6146272" y="1928202"/>
                  <a:pt x="6150478" y="1903412"/>
                </a:cubicBezTo>
                <a:close/>
                <a:moveTo>
                  <a:pt x="6452149" y="1901973"/>
                </a:moveTo>
                <a:cubicBezTo>
                  <a:pt x="6456510" y="1903743"/>
                  <a:pt x="6457461" y="1919551"/>
                  <a:pt x="6471038" y="1912937"/>
                </a:cubicBezTo>
                <a:lnTo>
                  <a:pt x="6468866" y="1928459"/>
                </a:lnTo>
                <a:cubicBezTo>
                  <a:pt x="6448228" y="1917523"/>
                  <a:pt x="6432297" y="1928459"/>
                  <a:pt x="6430125" y="1906234"/>
                </a:cubicBezTo>
                <a:cubicBezTo>
                  <a:pt x="6430125" y="1912937"/>
                  <a:pt x="6461986" y="1915053"/>
                  <a:pt x="6446056" y="1906234"/>
                </a:cubicBezTo>
                <a:cubicBezTo>
                  <a:pt x="6448862" y="1902353"/>
                  <a:pt x="6450695" y="1901383"/>
                  <a:pt x="6452149" y="1901973"/>
                </a:cubicBezTo>
                <a:close/>
                <a:moveTo>
                  <a:pt x="4648593" y="1892300"/>
                </a:moveTo>
                <a:cubicBezTo>
                  <a:pt x="4623590" y="1923693"/>
                  <a:pt x="4585371" y="1937249"/>
                  <a:pt x="4548938" y="1955443"/>
                </a:cubicBezTo>
                <a:cubicBezTo>
                  <a:pt x="4562868" y="1903715"/>
                  <a:pt x="4621447" y="1923693"/>
                  <a:pt x="4648593" y="1892300"/>
                </a:cubicBezTo>
                <a:close/>
                <a:moveTo>
                  <a:pt x="6117030" y="1881187"/>
                </a:moveTo>
                <a:cubicBezTo>
                  <a:pt x="6103436" y="1904253"/>
                  <a:pt x="6114526" y="1917948"/>
                  <a:pt x="6107729" y="1947501"/>
                </a:cubicBezTo>
                <a:cubicBezTo>
                  <a:pt x="6091988" y="1935968"/>
                  <a:pt x="6098785" y="1899567"/>
                  <a:pt x="6117030" y="1881187"/>
                </a:cubicBezTo>
                <a:close/>
                <a:moveTo>
                  <a:pt x="5470614" y="1881187"/>
                </a:moveTo>
                <a:cubicBezTo>
                  <a:pt x="5479591" y="1885949"/>
                  <a:pt x="5497904" y="1883751"/>
                  <a:pt x="5495390" y="1892910"/>
                </a:cubicBezTo>
                <a:cubicBezTo>
                  <a:pt x="5486413" y="1892910"/>
                  <a:pt x="5474923" y="1890712"/>
                  <a:pt x="5474923" y="1895108"/>
                </a:cubicBezTo>
                <a:cubicBezTo>
                  <a:pt x="5468100" y="1895108"/>
                  <a:pt x="5470614" y="1885949"/>
                  <a:pt x="5470614" y="1881187"/>
                </a:cubicBezTo>
                <a:close/>
                <a:moveTo>
                  <a:pt x="4951916" y="1879033"/>
                </a:moveTo>
                <a:cubicBezTo>
                  <a:pt x="4954455" y="1878199"/>
                  <a:pt x="4957841" y="1878471"/>
                  <a:pt x="4962919" y="1880741"/>
                </a:cubicBezTo>
                <a:lnTo>
                  <a:pt x="4959549" y="1883087"/>
                </a:lnTo>
                <a:lnTo>
                  <a:pt x="4962767" y="1890140"/>
                </a:lnTo>
                <a:cubicBezTo>
                  <a:pt x="4962018" y="1894966"/>
                  <a:pt x="4956283" y="1898931"/>
                  <a:pt x="4951509" y="1897896"/>
                </a:cubicBezTo>
                <a:lnTo>
                  <a:pt x="4948216" y="1894531"/>
                </a:lnTo>
                <a:lnTo>
                  <a:pt x="4944744" y="1906162"/>
                </a:lnTo>
                <a:cubicBezTo>
                  <a:pt x="4940111" y="1906162"/>
                  <a:pt x="4935834" y="1901441"/>
                  <a:pt x="4931201" y="1903983"/>
                </a:cubicBezTo>
                <a:cubicBezTo>
                  <a:pt x="4935834" y="1906162"/>
                  <a:pt x="4937972" y="1908341"/>
                  <a:pt x="4935834" y="1913062"/>
                </a:cubicBezTo>
                <a:cubicBezTo>
                  <a:pt x="4926925" y="1917783"/>
                  <a:pt x="4926925" y="1908341"/>
                  <a:pt x="4920154" y="1908341"/>
                </a:cubicBezTo>
                <a:cubicBezTo>
                  <a:pt x="4922292" y="1910883"/>
                  <a:pt x="4917659" y="1910883"/>
                  <a:pt x="4920154" y="1913062"/>
                </a:cubicBezTo>
                <a:cubicBezTo>
                  <a:pt x="4922292" y="1917783"/>
                  <a:pt x="4929063" y="1915241"/>
                  <a:pt x="4929063" y="1922141"/>
                </a:cubicBezTo>
                <a:cubicBezTo>
                  <a:pt x="4924430" y="1924319"/>
                  <a:pt x="4922292" y="1926862"/>
                  <a:pt x="4920154" y="1926862"/>
                </a:cubicBezTo>
                <a:cubicBezTo>
                  <a:pt x="4917659" y="1915241"/>
                  <a:pt x="4910888" y="1913062"/>
                  <a:pt x="4913383" y="1903983"/>
                </a:cubicBezTo>
                <a:cubicBezTo>
                  <a:pt x="4926925" y="1903983"/>
                  <a:pt x="4937972" y="1903983"/>
                  <a:pt x="4929063" y="1892362"/>
                </a:cubicBezTo>
                <a:cubicBezTo>
                  <a:pt x="4944298" y="1893996"/>
                  <a:pt x="4944298" y="1881535"/>
                  <a:pt x="4951916" y="1879033"/>
                </a:cubicBezTo>
                <a:close/>
                <a:moveTo>
                  <a:pt x="4938516" y="1866900"/>
                </a:moveTo>
                <a:cubicBezTo>
                  <a:pt x="4940688" y="1876201"/>
                  <a:pt x="4936343" y="1880494"/>
                  <a:pt x="4934171" y="1887291"/>
                </a:cubicBezTo>
                <a:cubicBezTo>
                  <a:pt x="4929464" y="1882998"/>
                  <a:pt x="4927292" y="1891942"/>
                  <a:pt x="4920413" y="1882998"/>
                </a:cubicBezTo>
                <a:cubicBezTo>
                  <a:pt x="4940688" y="1885145"/>
                  <a:pt x="4927292" y="1869404"/>
                  <a:pt x="4938516" y="1866900"/>
                </a:cubicBezTo>
                <a:close/>
                <a:moveTo>
                  <a:pt x="5366132" y="1858186"/>
                </a:moveTo>
                <a:cubicBezTo>
                  <a:pt x="5354972" y="1862867"/>
                  <a:pt x="5352452" y="1867187"/>
                  <a:pt x="5345612" y="1874027"/>
                </a:cubicBezTo>
                <a:cubicBezTo>
                  <a:pt x="5350292" y="1885548"/>
                  <a:pt x="5357132" y="1887708"/>
                  <a:pt x="5368292" y="1887708"/>
                </a:cubicBezTo>
                <a:cubicBezTo>
                  <a:pt x="5368292" y="1897069"/>
                  <a:pt x="5368292" y="1908230"/>
                  <a:pt x="5354972" y="1912910"/>
                </a:cubicBezTo>
                <a:cubicBezTo>
                  <a:pt x="5357132" y="1921911"/>
                  <a:pt x="5363972" y="1917590"/>
                  <a:pt x="5368292" y="1924071"/>
                </a:cubicBezTo>
                <a:cubicBezTo>
                  <a:pt x="5368292" y="1903909"/>
                  <a:pt x="5379812" y="1903909"/>
                  <a:pt x="5375132" y="1885548"/>
                </a:cubicBezTo>
                <a:cubicBezTo>
                  <a:pt x="5375132" y="1885548"/>
                  <a:pt x="5375132" y="1885548"/>
                  <a:pt x="5393492" y="1878708"/>
                </a:cubicBezTo>
                <a:cubicBezTo>
                  <a:pt x="5388812" y="1871867"/>
                  <a:pt x="5391332" y="1869707"/>
                  <a:pt x="5395652" y="1865027"/>
                </a:cubicBezTo>
                <a:cubicBezTo>
                  <a:pt x="5384492" y="1862867"/>
                  <a:pt x="5381972" y="1883388"/>
                  <a:pt x="5370812" y="1883388"/>
                </a:cubicBezTo>
                <a:cubicBezTo>
                  <a:pt x="5361812" y="1871867"/>
                  <a:pt x="5372972" y="1867187"/>
                  <a:pt x="5366132" y="1858186"/>
                </a:cubicBezTo>
                <a:close/>
                <a:moveTo>
                  <a:pt x="1221991" y="1854179"/>
                </a:moveTo>
                <a:cubicBezTo>
                  <a:pt x="1210469" y="1865337"/>
                  <a:pt x="1210469" y="1876856"/>
                  <a:pt x="1198948" y="1879015"/>
                </a:cubicBezTo>
                <a:cubicBezTo>
                  <a:pt x="1203629" y="1883695"/>
                  <a:pt x="1201108" y="1888014"/>
                  <a:pt x="1205789" y="1892693"/>
                </a:cubicBezTo>
                <a:cubicBezTo>
                  <a:pt x="1217310" y="1879015"/>
                  <a:pt x="1230992" y="1865337"/>
                  <a:pt x="1221991" y="1854179"/>
                </a:cubicBezTo>
                <a:close/>
                <a:moveTo>
                  <a:pt x="4822528" y="1853866"/>
                </a:moveTo>
                <a:cubicBezTo>
                  <a:pt x="4811008" y="1851346"/>
                  <a:pt x="4815688" y="1865027"/>
                  <a:pt x="4822528" y="1867187"/>
                </a:cubicBezTo>
                <a:cubicBezTo>
                  <a:pt x="4836208" y="1869707"/>
                  <a:pt x="4824688" y="1858186"/>
                  <a:pt x="4822528" y="1853866"/>
                </a:cubicBezTo>
                <a:close/>
                <a:moveTo>
                  <a:pt x="5385863" y="1852245"/>
                </a:moveTo>
                <a:lnTo>
                  <a:pt x="5380037" y="1855351"/>
                </a:lnTo>
                <a:cubicBezTo>
                  <a:pt x="5377472" y="1858726"/>
                  <a:pt x="5377472" y="1862687"/>
                  <a:pt x="5379812" y="1867187"/>
                </a:cubicBezTo>
                <a:cubicBezTo>
                  <a:pt x="5383232" y="1865027"/>
                  <a:pt x="5387822" y="1862777"/>
                  <a:pt x="5391242" y="1859672"/>
                </a:cubicBezTo>
                <a:lnTo>
                  <a:pt x="5392148" y="1857074"/>
                </a:lnTo>
                <a:lnTo>
                  <a:pt x="5387930" y="1852300"/>
                </a:lnTo>
                <a:close/>
                <a:moveTo>
                  <a:pt x="6405438" y="1847212"/>
                </a:moveTo>
                <a:cubicBezTo>
                  <a:pt x="6439294" y="1844675"/>
                  <a:pt x="6403300" y="1918262"/>
                  <a:pt x="6400805" y="1936387"/>
                </a:cubicBezTo>
                <a:cubicBezTo>
                  <a:pt x="6387263" y="1913550"/>
                  <a:pt x="6418980" y="1876937"/>
                  <a:pt x="6405438" y="1847212"/>
                </a:cubicBezTo>
                <a:close/>
                <a:moveTo>
                  <a:pt x="5771135" y="1840185"/>
                </a:moveTo>
                <a:cubicBezTo>
                  <a:pt x="5766455" y="1842345"/>
                  <a:pt x="5766455" y="1847026"/>
                  <a:pt x="5762135" y="1851346"/>
                </a:cubicBezTo>
                <a:cubicBezTo>
                  <a:pt x="5762135" y="1851346"/>
                  <a:pt x="5762135" y="1851346"/>
                  <a:pt x="5775815" y="1878708"/>
                </a:cubicBezTo>
                <a:cubicBezTo>
                  <a:pt x="5786975" y="1867187"/>
                  <a:pt x="5784815" y="1842345"/>
                  <a:pt x="5771135" y="1840185"/>
                </a:cubicBezTo>
                <a:close/>
                <a:moveTo>
                  <a:pt x="6501199" y="1836737"/>
                </a:moveTo>
                <a:cubicBezTo>
                  <a:pt x="6487375" y="1846185"/>
                  <a:pt x="6484828" y="1864356"/>
                  <a:pt x="6466638" y="1866536"/>
                </a:cubicBezTo>
                <a:cubicBezTo>
                  <a:pt x="6471004" y="1850546"/>
                  <a:pt x="6482645" y="1841461"/>
                  <a:pt x="6501199" y="1836737"/>
                </a:cubicBezTo>
                <a:close/>
                <a:moveTo>
                  <a:pt x="4956892" y="1835739"/>
                </a:moveTo>
                <a:cubicBezTo>
                  <a:pt x="4975083" y="1833562"/>
                  <a:pt x="4975083" y="1844810"/>
                  <a:pt x="4984541" y="1847350"/>
                </a:cubicBezTo>
                <a:cubicBezTo>
                  <a:pt x="4972900" y="1847350"/>
                  <a:pt x="4986724" y="1856422"/>
                  <a:pt x="4975083" y="1858599"/>
                </a:cubicBezTo>
                <a:cubicBezTo>
                  <a:pt x="4963805" y="1854245"/>
                  <a:pt x="4975083" y="1847350"/>
                  <a:pt x="4965987" y="1844810"/>
                </a:cubicBezTo>
                <a:cubicBezTo>
                  <a:pt x="4961258" y="1844810"/>
                  <a:pt x="4956892" y="1854245"/>
                  <a:pt x="4952163" y="1849527"/>
                </a:cubicBezTo>
                <a:cubicBezTo>
                  <a:pt x="4959075" y="1847350"/>
                  <a:pt x="4959075" y="1840456"/>
                  <a:pt x="4956892" y="1835739"/>
                </a:cubicBezTo>
                <a:close/>
                <a:moveTo>
                  <a:pt x="4729447" y="1835062"/>
                </a:moveTo>
                <a:cubicBezTo>
                  <a:pt x="4740663" y="1864556"/>
                  <a:pt x="4699780" y="1850888"/>
                  <a:pt x="4681328" y="1876065"/>
                </a:cubicBezTo>
                <a:cubicBezTo>
                  <a:pt x="4676625" y="1871389"/>
                  <a:pt x="4681328" y="1866714"/>
                  <a:pt x="4676625" y="1862398"/>
                </a:cubicBezTo>
                <a:cubicBezTo>
                  <a:pt x="4672283" y="1866714"/>
                  <a:pt x="4667580" y="1862398"/>
                  <a:pt x="4663238" y="1866714"/>
                </a:cubicBezTo>
                <a:cubicBezTo>
                  <a:pt x="4674454" y="1830387"/>
                  <a:pt x="4708825" y="1853406"/>
                  <a:pt x="4729447" y="1835062"/>
                </a:cubicBezTo>
                <a:close/>
                <a:moveTo>
                  <a:pt x="5601998" y="1831222"/>
                </a:moveTo>
                <a:lnTo>
                  <a:pt x="5597079" y="1832494"/>
                </a:lnTo>
                <a:lnTo>
                  <a:pt x="5594654" y="1832407"/>
                </a:lnTo>
                <a:lnTo>
                  <a:pt x="5596459" y="1847106"/>
                </a:lnTo>
                <a:lnTo>
                  <a:pt x="5599503" y="1838610"/>
                </a:lnTo>
                <a:close/>
                <a:moveTo>
                  <a:pt x="6370653" y="1830387"/>
                </a:moveTo>
                <a:cubicBezTo>
                  <a:pt x="6373133" y="1841896"/>
                  <a:pt x="6359672" y="1837221"/>
                  <a:pt x="6357192" y="1844054"/>
                </a:cubicBezTo>
                <a:cubicBezTo>
                  <a:pt x="6361797" y="1857722"/>
                  <a:pt x="6373133" y="1837221"/>
                  <a:pt x="6377384" y="1850888"/>
                </a:cubicBezTo>
                <a:cubicBezTo>
                  <a:pt x="6363923" y="1876065"/>
                  <a:pt x="6334875" y="1830387"/>
                  <a:pt x="6370653" y="1830387"/>
                </a:cubicBezTo>
                <a:close/>
                <a:moveTo>
                  <a:pt x="5955241" y="1827540"/>
                </a:moveTo>
                <a:lnTo>
                  <a:pt x="5945737" y="1835662"/>
                </a:lnTo>
                <a:cubicBezTo>
                  <a:pt x="5933857" y="1853618"/>
                  <a:pt x="5937367" y="1875828"/>
                  <a:pt x="5910096" y="1887708"/>
                </a:cubicBezTo>
                <a:cubicBezTo>
                  <a:pt x="5916936" y="1897069"/>
                  <a:pt x="5905416" y="1899229"/>
                  <a:pt x="5907576" y="1908230"/>
                </a:cubicBezTo>
                <a:cubicBezTo>
                  <a:pt x="5907576" y="1908230"/>
                  <a:pt x="5907576" y="1908230"/>
                  <a:pt x="5889576" y="1917590"/>
                </a:cubicBezTo>
                <a:cubicBezTo>
                  <a:pt x="5890656" y="1936852"/>
                  <a:pt x="5879226" y="1953323"/>
                  <a:pt x="5866400" y="1967814"/>
                </a:cubicBezTo>
                <a:lnTo>
                  <a:pt x="5848183" y="1987437"/>
                </a:lnTo>
                <a:lnTo>
                  <a:pt x="5888718" y="1971028"/>
                </a:lnTo>
                <a:lnTo>
                  <a:pt x="5969682" y="1931682"/>
                </a:lnTo>
                <a:lnTo>
                  <a:pt x="5969137" y="1926591"/>
                </a:lnTo>
                <a:lnTo>
                  <a:pt x="5974993" y="1929101"/>
                </a:lnTo>
                <a:lnTo>
                  <a:pt x="5980108" y="1926615"/>
                </a:lnTo>
                <a:lnTo>
                  <a:pt x="5983357" y="1922541"/>
                </a:lnTo>
                <a:cubicBezTo>
                  <a:pt x="5985337" y="1919121"/>
                  <a:pt x="5987452" y="1915273"/>
                  <a:pt x="5990197" y="1912415"/>
                </a:cubicBezTo>
                <a:lnTo>
                  <a:pt x="5991205" y="1912018"/>
                </a:lnTo>
                <a:lnTo>
                  <a:pt x="5993343" y="1900274"/>
                </a:lnTo>
                <a:cubicBezTo>
                  <a:pt x="5993596" y="1884023"/>
                  <a:pt x="5984688" y="1880176"/>
                  <a:pt x="5984688" y="1849397"/>
                </a:cubicBezTo>
                <a:lnTo>
                  <a:pt x="5979850" y="1845612"/>
                </a:lnTo>
                <a:lnTo>
                  <a:pt x="5979173" y="1849713"/>
                </a:lnTo>
                <a:cubicBezTo>
                  <a:pt x="5979588" y="1852830"/>
                  <a:pt x="5981293" y="1855794"/>
                  <a:pt x="5985295" y="1858600"/>
                </a:cubicBezTo>
                <a:cubicBezTo>
                  <a:pt x="5971470" y="1860772"/>
                  <a:pt x="5980565" y="1872358"/>
                  <a:pt x="5973653" y="1879238"/>
                </a:cubicBezTo>
                <a:cubicBezTo>
                  <a:pt x="5962375" y="1874531"/>
                  <a:pt x="5976200" y="1865479"/>
                  <a:pt x="5973653" y="1854255"/>
                </a:cubicBezTo>
                <a:cubicBezTo>
                  <a:pt x="5966741" y="1854255"/>
                  <a:pt x="5959829" y="1860772"/>
                  <a:pt x="5955463" y="1851721"/>
                </a:cubicBezTo>
                <a:lnTo>
                  <a:pt x="5969634" y="1837617"/>
                </a:lnTo>
                <a:lnTo>
                  <a:pt x="5959897" y="1829997"/>
                </a:lnTo>
                <a:close/>
                <a:moveTo>
                  <a:pt x="6050857" y="1826504"/>
                </a:moveTo>
                <a:lnTo>
                  <a:pt x="6037307" y="1849305"/>
                </a:lnTo>
                <a:lnTo>
                  <a:pt x="6044636" y="1857037"/>
                </a:lnTo>
                <a:lnTo>
                  <a:pt x="6057427" y="1841805"/>
                </a:lnTo>
                <a:cubicBezTo>
                  <a:pt x="6059407" y="1834425"/>
                  <a:pt x="6057697" y="1827584"/>
                  <a:pt x="6050857" y="1826504"/>
                </a:cubicBezTo>
                <a:close/>
                <a:moveTo>
                  <a:pt x="5707415" y="1819664"/>
                </a:moveTo>
                <a:cubicBezTo>
                  <a:pt x="5695895" y="1826504"/>
                  <a:pt x="5695895" y="1837665"/>
                  <a:pt x="5689415" y="1847026"/>
                </a:cubicBezTo>
                <a:cubicBezTo>
                  <a:pt x="5698415" y="1849186"/>
                  <a:pt x="5714255" y="1830824"/>
                  <a:pt x="5707415" y="1819664"/>
                </a:cubicBezTo>
                <a:close/>
                <a:moveTo>
                  <a:pt x="5782655" y="1812823"/>
                </a:moveTo>
                <a:cubicBezTo>
                  <a:pt x="5764295" y="1833345"/>
                  <a:pt x="5798495" y="1837665"/>
                  <a:pt x="5805335" y="1862867"/>
                </a:cubicBezTo>
                <a:cubicBezTo>
                  <a:pt x="5802815" y="1876548"/>
                  <a:pt x="5786975" y="1885548"/>
                  <a:pt x="5786975" y="1899229"/>
                </a:cubicBezTo>
                <a:cubicBezTo>
                  <a:pt x="5805335" y="1899229"/>
                  <a:pt x="5798495" y="1869707"/>
                  <a:pt x="5809655" y="1885548"/>
                </a:cubicBezTo>
                <a:cubicBezTo>
                  <a:pt x="5821175" y="1876548"/>
                  <a:pt x="5816495" y="1856026"/>
                  <a:pt x="5832695" y="1856026"/>
                </a:cubicBezTo>
                <a:cubicBezTo>
                  <a:pt x="5832695" y="1847026"/>
                  <a:pt x="5839535" y="1837665"/>
                  <a:pt x="5828015" y="1835505"/>
                </a:cubicBezTo>
                <a:cubicBezTo>
                  <a:pt x="5809655" y="1860346"/>
                  <a:pt x="5786975" y="1830824"/>
                  <a:pt x="5782655" y="1812823"/>
                </a:cubicBezTo>
                <a:close/>
                <a:moveTo>
                  <a:pt x="5009099" y="1803400"/>
                </a:moveTo>
                <a:cubicBezTo>
                  <a:pt x="5013720" y="1818922"/>
                  <a:pt x="4991329" y="1823155"/>
                  <a:pt x="4986708" y="1834444"/>
                </a:cubicBezTo>
                <a:cubicBezTo>
                  <a:pt x="4995594" y="1836561"/>
                  <a:pt x="4995594" y="1825625"/>
                  <a:pt x="5000214" y="1834444"/>
                </a:cubicBezTo>
                <a:cubicBezTo>
                  <a:pt x="4988841" y="1836561"/>
                  <a:pt x="4993461" y="1841147"/>
                  <a:pt x="4979956" y="1839030"/>
                </a:cubicBezTo>
                <a:cubicBezTo>
                  <a:pt x="4991329" y="1825625"/>
                  <a:pt x="4966450" y="1816805"/>
                  <a:pt x="4979956" y="1807633"/>
                </a:cubicBezTo>
                <a:cubicBezTo>
                  <a:pt x="4982088" y="1814336"/>
                  <a:pt x="4986708" y="1821039"/>
                  <a:pt x="4993461" y="1818922"/>
                </a:cubicBezTo>
                <a:cubicBezTo>
                  <a:pt x="5000214" y="1814336"/>
                  <a:pt x="4995594" y="1805516"/>
                  <a:pt x="5009099" y="1803400"/>
                </a:cubicBezTo>
                <a:close/>
                <a:moveTo>
                  <a:pt x="4710995" y="1803400"/>
                </a:moveTo>
                <a:cubicBezTo>
                  <a:pt x="4717908" y="1803400"/>
                  <a:pt x="4724820" y="1807754"/>
                  <a:pt x="4729549" y="1814648"/>
                </a:cubicBezTo>
                <a:cubicBezTo>
                  <a:pt x="4722637" y="1821543"/>
                  <a:pt x="4713178" y="1828437"/>
                  <a:pt x="4706630" y="1826260"/>
                </a:cubicBezTo>
                <a:cubicBezTo>
                  <a:pt x="4694988" y="1817188"/>
                  <a:pt x="4715725" y="1812471"/>
                  <a:pt x="4710995" y="1803400"/>
                </a:cubicBezTo>
                <a:close/>
                <a:moveTo>
                  <a:pt x="5420853" y="1799142"/>
                </a:moveTo>
                <a:cubicBezTo>
                  <a:pt x="5420853" y="1799142"/>
                  <a:pt x="5420853" y="1799142"/>
                  <a:pt x="5411853" y="1803823"/>
                </a:cubicBezTo>
                <a:cubicBezTo>
                  <a:pt x="5420853" y="1814983"/>
                  <a:pt x="5416173" y="1819664"/>
                  <a:pt x="5402493" y="1821824"/>
                </a:cubicBezTo>
                <a:cubicBezTo>
                  <a:pt x="5402493" y="1821824"/>
                  <a:pt x="5402493" y="1821824"/>
                  <a:pt x="5409333" y="1835505"/>
                </a:cubicBezTo>
                <a:cubicBezTo>
                  <a:pt x="5416173" y="1823984"/>
                  <a:pt x="5427693" y="1814983"/>
                  <a:pt x="5420853" y="1799142"/>
                </a:cubicBezTo>
                <a:close/>
                <a:moveTo>
                  <a:pt x="5899568" y="1793955"/>
                </a:moveTo>
                <a:lnTo>
                  <a:pt x="5898576" y="1794462"/>
                </a:lnTo>
                <a:cubicBezTo>
                  <a:pt x="5899746" y="1797342"/>
                  <a:pt x="5901478" y="1798940"/>
                  <a:pt x="5903453" y="1799643"/>
                </a:cubicBezTo>
                <a:lnTo>
                  <a:pt x="5906221" y="1799562"/>
                </a:lnTo>
                <a:close/>
                <a:moveTo>
                  <a:pt x="4766118" y="1787678"/>
                </a:moveTo>
                <a:cubicBezTo>
                  <a:pt x="4761458" y="1787678"/>
                  <a:pt x="4734573" y="1799149"/>
                  <a:pt x="4750346" y="1810620"/>
                </a:cubicBezTo>
                <a:cubicBezTo>
                  <a:pt x="4754647" y="1803809"/>
                  <a:pt x="4772929" y="1796998"/>
                  <a:pt x="4766118" y="1787678"/>
                </a:cubicBezTo>
                <a:close/>
                <a:moveTo>
                  <a:pt x="5484573" y="1780781"/>
                </a:moveTo>
                <a:cubicBezTo>
                  <a:pt x="5475213" y="1776461"/>
                  <a:pt x="5470893" y="1796982"/>
                  <a:pt x="5466213" y="1803823"/>
                </a:cubicBezTo>
                <a:cubicBezTo>
                  <a:pt x="5479893" y="1808143"/>
                  <a:pt x="5482413" y="1787621"/>
                  <a:pt x="5484573" y="1780781"/>
                </a:cubicBezTo>
                <a:close/>
                <a:moveTo>
                  <a:pt x="1303720" y="1780249"/>
                </a:moveTo>
                <a:cubicBezTo>
                  <a:pt x="1301402" y="1780390"/>
                  <a:pt x="1299129" y="1781290"/>
                  <a:pt x="1296879" y="1783629"/>
                </a:cubicBezTo>
                <a:cubicBezTo>
                  <a:pt x="1301559" y="1790468"/>
                  <a:pt x="1310560" y="1785789"/>
                  <a:pt x="1301559" y="1797307"/>
                </a:cubicBezTo>
                <a:cubicBezTo>
                  <a:pt x="1296879" y="1790468"/>
                  <a:pt x="1292198" y="1787949"/>
                  <a:pt x="1285357" y="1792628"/>
                </a:cubicBezTo>
                <a:cubicBezTo>
                  <a:pt x="1290038" y="1810985"/>
                  <a:pt x="1251514" y="1833662"/>
                  <a:pt x="1228471" y="1842661"/>
                </a:cubicBezTo>
                <a:cubicBezTo>
                  <a:pt x="1235312" y="1854179"/>
                  <a:pt x="1237832" y="1851659"/>
                  <a:pt x="1239993" y="1860658"/>
                </a:cubicBezTo>
                <a:cubicBezTo>
                  <a:pt x="1264835" y="1819984"/>
                  <a:pt x="1303719" y="1815305"/>
                  <a:pt x="1326402" y="1781110"/>
                </a:cubicBezTo>
                <a:cubicBezTo>
                  <a:pt x="1318031" y="1786239"/>
                  <a:pt x="1310673" y="1779827"/>
                  <a:pt x="1303720" y="1780249"/>
                </a:cubicBezTo>
                <a:close/>
                <a:moveTo>
                  <a:pt x="5643694" y="1778621"/>
                </a:moveTo>
                <a:cubicBezTo>
                  <a:pt x="5627854" y="1785461"/>
                  <a:pt x="5630014" y="1799142"/>
                  <a:pt x="5627854" y="1810663"/>
                </a:cubicBezTo>
                <a:cubicBezTo>
                  <a:pt x="5632174" y="1812823"/>
                  <a:pt x="5636854" y="1810663"/>
                  <a:pt x="5643694" y="1805983"/>
                </a:cubicBezTo>
                <a:cubicBezTo>
                  <a:pt x="5634694" y="1794462"/>
                  <a:pt x="5652694" y="1790142"/>
                  <a:pt x="5643694" y="1778621"/>
                </a:cubicBezTo>
                <a:close/>
                <a:moveTo>
                  <a:pt x="5095410" y="1762780"/>
                </a:moveTo>
                <a:cubicBezTo>
                  <a:pt x="5091090" y="1767100"/>
                  <a:pt x="5084250" y="1776461"/>
                  <a:pt x="5095410" y="1780781"/>
                </a:cubicBezTo>
                <a:cubicBezTo>
                  <a:pt x="5104410" y="1776461"/>
                  <a:pt x="5106930" y="1764940"/>
                  <a:pt x="5095410" y="1762780"/>
                </a:cubicBezTo>
                <a:close/>
                <a:moveTo>
                  <a:pt x="6271684" y="1757362"/>
                </a:moveTo>
                <a:cubicBezTo>
                  <a:pt x="6282900" y="1757362"/>
                  <a:pt x="6282900" y="1757362"/>
                  <a:pt x="6282900" y="1757362"/>
                </a:cubicBezTo>
                <a:cubicBezTo>
                  <a:pt x="6285003" y="1762095"/>
                  <a:pt x="6287106" y="1766465"/>
                  <a:pt x="6287106" y="1773383"/>
                </a:cubicBezTo>
                <a:cubicBezTo>
                  <a:pt x="6265025" y="1769013"/>
                  <a:pt x="6291663" y="1789768"/>
                  <a:pt x="6274138" y="1796686"/>
                </a:cubicBezTo>
                <a:cubicBezTo>
                  <a:pt x="6267478" y="1787219"/>
                  <a:pt x="6267478" y="1764280"/>
                  <a:pt x="6271684" y="1757362"/>
                </a:cubicBezTo>
                <a:close/>
                <a:moveTo>
                  <a:pt x="4835922" y="1757362"/>
                </a:moveTo>
                <a:cubicBezTo>
                  <a:pt x="4858147" y="1759508"/>
                  <a:pt x="4838039" y="1777753"/>
                  <a:pt x="4824633" y="1782404"/>
                </a:cubicBezTo>
                <a:cubicBezTo>
                  <a:pt x="4820400" y="1770956"/>
                  <a:pt x="4840156" y="1762012"/>
                  <a:pt x="4835922" y="1757362"/>
                </a:cubicBezTo>
                <a:close/>
                <a:moveTo>
                  <a:pt x="6226702" y="1751012"/>
                </a:moveTo>
                <a:cubicBezTo>
                  <a:pt x="6240841" y="1751012"/>
                  <a:pt x="6236004" y="1770990"/>
                  <a:pt x="6228934" y="1777649"/>
                </a:cubicBezTo>
                <a:cubicBezTo>
                  <a:pt x="6217400" y="1775546"/>
                  <a:pt x="6228934" y="1757671"/>
                  <a:pt x="6226702" y="1751012"/>
                </a:cubicBezTo>
                <a:close/>
                <a:moveTo>
                  <a:pt x="5777975" y="1749099"/>
                </a:moveTo>
                <a:cubicBezTo>
                  <a:pt x="5771135" y="1758099"/>
                  <a:pt x="5773295" y="1769620"/>
                  <a:pt x="5771135" y="1780781"/>
                </a:cubicBezTo>
                <a:cubicBezTo>
                  <a:pt x="5777975" y="1771780"/>
                  <a:pt x="5789495" y="1762780"/>
                  <a:pt x="5777975" y="1749099"/>
                </a:cubicBezTo>
                <a:close/>
                <a:moveTo>
                  <a:pt x="5037182" y="1746250"/>
                </a:moveTo>
                <a:cubicBezTo>
                  <a:pt x="5043885" y="1755321"/>
                  <a:pt x="5023777" y="1759675"/>
                  <a:pt x="5041769" y="1766570"/>
                </a:cubicBezTo>
                <a:cubicBezTo>
                  <a:pt x="5028363" y="1771287"/>
                  <a:pt x="5026246" y="1755321"/>
                  <a:pt x="5014957" y="1764393"/>
                </a:cubicBezTo>
                <a:cubicBezTo>
                  <a:pt x="5006138" y="1750604"/>
                  <a:pt x="5028363" y="1755321"/>
                  <a:pt x="5037182" y="1746250"/>
                </a:cubicBezTo>
                <a:close/>
                <a:moveTo>
                  <a:pt x="6390187" y="1743648"/>
                </a:moveTo>
                <a:cubicBezTo>
                  <a:pt x="6421436" y="1743648"/>
                  <a:pt x="6421436" y="1743648"/>
                  <a:pt x="6421436" y="1743648"/>
                </a:cubicBezTo>
                <a:cubicBezTo>
                  <a:pt x="6426052" y="1748331"/>
                  <a:pt x="6428183" y="1755176"/>
                  <a:pt x="6423922" y="1766343"/>
                </a:cubicBezTo>
                <a:cubicBezTo>
                  <a:pt x="6414689" y="1762021"/>
                  <a:pt x="6423922" y="1741487"/>
                  <a:pt x="6399065" y="1748331"/>
                </a:cubicBezTo>
                <a:cubicBezTo>
                  <a:pt x="6421436" y="1789399"/>
                  <a:pt x="6374563" y="1798405"/>
                  <a:pt x="6408297" y="1825783"/>
                </a:cubicBezTo>
                <a:cubicBezTo>
                  <a:pt x="6403681" y="1825783"/>
                  <a:pt x="6403681" y="1832628"/>
                  <a:pt x="6403681" y="1834790"/>
                </a:cubicBezTo>
                <a:cubicBezTo>
                  <a:pt x="6399065" y="1832628"/>
                  <a:pt x="6392318" y="1830106"/>
                  <a:pt x="6383440" y="1830106"/>
                </a:cubicBezTo>
                <a:cubicBezTo>
                  <a:pt x="6378824" y="1789399"/>
                  <a:pt x="6392318" y="1786877"/>
                  <a:pt x="6390187" y="1743648"/>
                </a:cubicBezTo>
                <a:close/>
                <a:moveTo>
                  <a:pt x="1458536" y="1740435"/>
                </a:moveTo>
                <a:cubicBezTo>
                  <a:pt x="1444854" y="1747274"/>
                  <a:pt x="1438014" y="1756273"/>
                  <a:pt x="1419652" y="1756273"/>
                </a:cubicBezTo>
                <a:cubicBezTo>
                  <a:pt x="1426492" y="1778950"/>
                  <a:pt x="1456016" y="1751594"/>
                  <a:pt x="1458536" y="1740435"/>
                </a:cubicBezTo>
                <a:close/>
                <a:moveTo>
                  <a:pt x="6353044" y="1739900"/>
                </a:moveTo>
                <a:cubicBezTo>
                  <a:pt x="6370682" y="1755830"/>
                  <a:pt x="6350574" y="1778640"/>
                  <a:pt x="6368566" y="1797105"/>
                </a:cubicBezTo>
                <a:cubicBezTo>
                  <a:pt x="6344224" y="1797105"/>
                  <a:pt x="6377385" y="1806157"/>
                  <a:pt x="6366449" y="1822088"/>
                </a:cubicBezTo>
                <a:cubicBezTo>
                  <a:pt x="6341755" y="1813036"/>
                  <a:pt x="6355160" y="1785519"/>
                  <a:pt x="6339638" y="1762710"/>
                </a:cubicBezTo>
                <a:cubicBezTo>
                  <a:pt x="6363980" y="1764882"/>
                  <a:pt x="6339638" y="1744244"/>
                  <a:pt x="6353044" y="1739900"/>
                </a:cubicBezTo>
                <a:close/>
                <a:moveTo>
                  <a:pt x="6105412" y="1734498"/>
                </a:moveTo>
                <a:lnTo>
                  <a:pt x="6104889" y="1742394"/>
                </a:lnTo>
                <a:lnTo>
                  <a:pt x="6112417" y="1740098"/>
                </a:lnTo>
                <a:cubicBezTo>
                  <a:pt x="6110167" y="1740638"/>
                  <a:pt x="6108322" y="1739761"/>
                  <a:pt x="6107000" y="1738281"/>
                </a:cubicBezTo>
                <a:close/>
                <a:moveTo>
                  <a:pt x="1364926" y="1733596"/>
                </a:moveTo>
                <a:cubicBezTo>
                  <a:pt x="1353765" y="1756273"/>
                  <a:pt x="1331082" y="1758433"/>
                  <a:pt x="1322081" y="1778950"/>
                </a:cubicBezTo>
                <a:cubicBezTo>
                  <a:pt x="1344764" y="1763112"/>
                  <a:pt x="1360605" y="1765272"/>
                  <a:pt x="1371767" y="1742595"/>
                </a:cubicBezTo>
                <a:cubicBezTo>
                  <a:pt x="1371767" y="1742595"/>
                  <a:pt x="1371767" y="1742595"/>
                  <a:pt x="1364926" y="1733596"/>
                </a:cubicBezTo>
                <a:close/>
                <a:moveTo>
                  <a:pt x="5947376" y="1733550"/>
                </a:moveTo>
                <a:cubicBezTo>
                  <a:pt x="5949609" y="1737911"/>
                  <a:pt x="5956678" y="1744815"/>
                  <a:pt x="5951841" y="1749539"/>
                </a:cubicBezTo>
                <a:cubicBezTo>
                  <a:pt x="5949609" y="1737911"/>
                  <a:pt x="5935470" y="1763348"/>
                  <a:pt x="5933238" y="1751720"/>
                </a:cubicBezTo>
                <a:cubicBezTo>
                  <a:pt x="5940307" y="1744815"/>
                  <a:pt x="5937703" y="1737911"/>
                  <a:pt x="5947376" y="1733550"/>
                </a:cubicBezTo>
                <a:close/>
                <a:moveTo>
                  <a:pt x="4797663" y="1733550"/>
                </a:moveTo>
                <a:cubicBezTo>
                  <a:pt x="4804474" y="1762944"/>
                  <a:pt x="4772929" y="1758284"/>
                  <a:pt x="4763967" y="1778716"/>
                </a:cubicBezTo>
                <a:cubicBezTo>
                  <a:pt x="4784041" y="1796998"/>
                  <a:pt x="4800172" y="1747171"/>
                  <a:pt x="4824906" y="1733550"/>
                </a:cubicBezTo>
                <a:cubicBezTo>
                  <a:pt x="4827416" y="1737851"/>
                  <a:pt x="4829567" y="1749322"/>
                  <a:pt x="4822756" y="1744662"/>
                </a:cubicBezTo>
                <a:cubicBezTo>
                  <a:pt x="4822756" y="1751473"/>
                  <a:pt x="4829567" y="1747171"/>
                  <a:pt x="4827416" y="1760435"/>
                </a:cubicBezTo>
                <a:cubicBezTo>
                  <a:pt x="4786551" y="1790187"/>
                  <a:pt x="4786551" y="1823883"/>
                  <a:pt x="4738875" y="1833203"/>
                </a:cubicBezTo>
                <a:cubicBezTo>
                  <a:pt x="4734573" y="1826392"/>
                  <a:pt x="4750346" y="1805960"/>
                  <a:pt x="4729913" y="1808111"/>
                </a:cubicBezTo>
                <a:cubicBezTo>
                  <a:pt x="4752496" y="1778716"/>
                  <a:pt x="4768269" y="1751473"/>
                  <a:pt x="4797663" y="1733550"/>
                </a:cubicBezTo>
                <a:close/>
                <a:moveTo>
                  <a:pt x="5046188" y="1726171"/>
                </a:moveTo>
                <a:cubicBezTo>
                  <a:pt x="5047639" y="1724785"/>
                  <a:pt x="5048819" y="1724248"/>
                  <a:pt x="5052266" y="1727647"/>
                </a:cubicBezTo>
                <a:cubicBezTo>
                  <a:pt x="5050089" y="1727647"/>
                  <a:pt x="5052266" y="1732298"/>
                  <a:pt x="5054443" y="1734444"/>
                </a:cubicBezTo>
                <a:cubicBezTo>
                  <a:pt x="5038477" y="1734444"/>
                  <a:pt x="5061337" y="1745892"/>
                  <a:pt x="5045371" y="1745892"/>
                </a:cubicBezTo>
                <a:cubicBezTo>
                  <a:pt x="5036300" y="1736591"/>
                  <a:pt x="5056983" y="1732298"/>
                  <a:pt x="5038477" y="1729793"/>
                </a:cubicBezTo>
                <a:cubicBezTo>
                  <a:pt x="5043013" y="1729793"/>
                  <a:pt x="5044736" y="1727557"/>
                  <a:pt x="5046188" y="1726171"/>
                </a:cubicBezTo>
                <a:close/>
                <a:moveTo>
                  <a:pt x="6324036" y="1725612"/>
                </a:moveTo>
                <a:cubicBezTo>
                  <a:pt x="6328306" y="1734561"/>
                  <a:pt x="6332932" y="1754965"/>
                  <a:pt x="6324036" y="1761767"/>
                </a:cubicBezTo>
                <a:cubicBezTo>
                  <a:pt x="6319411" y="1754965"/>
                  <a:pt x="6312650" y="1734561"/>
                  <a:pt x="6324036" y="1725612"/>
                </a:cubicBezTo>
                <a:close/>
                <a:moveTo>
                  <a:pt x="4929449" y="1719577"/>
                </a:moveTo>
                <a:cubicBezTo>
                  <a:pt x="4917929" y="1721737"/>
                  <a:pt x="4913609" y="1733258"/>
                  <a:pt x="4924769" y="1737578"/>
                </a:cubicBezTo>
                <a:cubicBezTo>
                  <a:pt x="4934129" y="1733258"/>
                  <a:pt x="4940609" y="1728577"/>
                  <a:pt x="4929449" y="1719577"/>
                </a:cubicBezTo>
                <a:close/>
                <a:moveTo>
                  <a:pt x="5452647" y="1714500"/>
                </a:moveTo>
                <a:cubicBezTo>
                  <a:pt x="5464553" y="1721404"/>
                  <a:pt x="5459716" y="1733033"/>
                  <a:pt x="5455251" y="1744298"/>
                </a:cubicBezTo>
                <a:cubicBezTo>
                  <a:pt x="5448182" y="1737394"/>
                  <a:pt x="5441113" y="1721404"/>
                  <a:pt x="5452647" y="1714500"/>
                </a:cubicBezTo>
                <a:close/>
                <a:moveTo>
                  <a:pt x="6105788" y="1713694"/>
                </a:moveTo>
                <a:lnTo>
                  <a:pt x="6106550" y="1717319"/>
                </a:lnTo>
                <a:lnTo>
                  <a:pt x="6105691" y="1730294"/>
                </a:lnTo>
                <a:lnTo>
                  <a:pt x="6106291" y="1728707"/>
                </a:lnTo>
                <a:cubicBezTo>
                  <a:pt x="6107534" y="1728083"/>
                  <a:pt x="6109537" y="1728488"/>
                  <a:pt x="6112417" y="1730738"/>
                </a:cubicBezTo>
                <a:cubicBezTo>
                  <a:pt x="6113497" y="1726237"/>
                  <a:pt x="6112327" y="1722277"/>
                  <a:pt x="6110032" y="1718587"/>
                </a:cubicBezTo>
                <a:close/>
                <a:moveTo>
                  <a:pt x="5802815" y="1708056"/>
                </a:moveTo>
                <a:cubicBezTo>
                  <a:pt x="5791655" y="1712736"/>
                  <a:pt x="5800655" y="1721737"/>
                  <a:pt x="5789495" y="1726417"/>
                </a:cubicBezTo>
                <a:cubicBezTo>
                  <a:pt x="5795975" y="1728577"/>
                  <a:pt x="5802815" y="1723897"/>
                  <a:pt x="5809655" y="1721737"/>
                </a:cubicBezTo>
                <a:cubicBezTo>
                  <a:pt x="5809655" y="1721737"/>
                  <a:pt x="5809655" y="1721737"/>
                  <a:pt x="5802815" y="1708056"/>
                </a:cubicBezTo>
                <a:close/>
                <a:moveTo>
                  <a:pt x="5118090" y="1705896"/>
                </a:moveTo>
                <a:cubicBezTo>
                  <a:pt x="5109090" y="1710576"/>
                  <a:pt x="5102250" y="1714896"/>
                  <a:pt x="5106930" y="1723897"/>
                </a:cubicBezTo>
                <a:cubicBezTo>
                  <a:pt x="5111250" y="1719577"/>
                  <a:pt x="5124930" y="1714896"/>
                  <a:pt x="5118090" y="1705896"/>
                </a:cubicBezTo>
                <a:close/>
                <a:moveTo>
                  <a:pt x="5994112" y="1700135"/>
                </a:moveTo>
                <a:cubicBezTo>
                  <a:pt x="5989027" y="1698965"/>
                  <a:pt x="5982817" y="1701215"/>
                  <a:pt x="5982817" y="1708056"/>
                </a:cubicBezTo>
                <a:cubicBezTo>
                  <a:pt x="5984977" y="1717417"/>
                  <a:pt x="5993977" y="1705896"/>
                  <a:pt x="5998657" y="1712736"/>
                </a:cubicBezTo>
                <a:cubicBezTo>
                  <a:pt x="6003157" y="1705896"/>
                  <a:pt x="5999197" y="1701305"/>
                  <a:pt x="5994112" y="1700135"/>
                </a:cubicBezTo>
                <a:close/>
                <a:moveTo>
                  <a:pt x="1355925" y="1699401"/>
                </a:moveTo>
                <a:cubicBezTo>
                  <a:pt x="1344764" y="1708400"/>
                  <a:pt x="1333243" y="1715239"/>
                  <a:pt x="1337923" y="1724238"/>
                </a:cubicBezTo>
                <a:cubicBezTo>
                  <a:pt x="1346924" y="1713079"/>
                  <a:pt x="1351604" y="1724238"/>
                  <a:pt x="1360605" y="1713079"/>
                </a:cubicBezTo>
                <a:cubicBezTo>
                  <a:pt x="1355925" y="1708400"/>
                  <a:pt x="1353765" y="1704081"/>
                  <a:pt x="1355925" y="1699401"/>
                </a:cubicBezTo>
                <a:close/>
                <a:moveTo>
                  <a:pt x="4719470" y="1693862"/>
                </a:moveTo>
                <a:cubicBezTo>
                  <a:pt x="4726375" y="1710348"/>
                  <a:pt x="4708204" y="1712546"/>
                  <a:pt x="4701299" y="1717308"/>
                </a:cubicBezTo>
                <a:cubicBezTo>
                  <a:pt x="4696575" y="1707783"/>
                  <a:pt x="4715109" y="1703387"/>
                  <a:pt x="4719470" y="1693862"/>
                </a:cubicBezTo>
                <a:close/>
                <a:moveTo>
                  <a:pt x="6319664" y="1692275"/>
                </a:moveTo>
                <a:cubicBezTo>
                  <a:pt x="6348808" y="1692275"/>
                  <a:pt x="6328549" y="1719924"/>
                  <a:pt x="6317531" y="1726836"/>
                </a:cubicBezTo>
                <a:cubicBezTo>
                  <a:pt x="6301538" y="1719924"/>
                  <a:pt x="6324284" y="1706099"/>
                  <a:pt x="6319664" y="1692275"/>
                </a:cubicBezTo>
                <a:close/>
                <a:moveTo>
                  <a:pt x="5944876" y="1690831"/>
                </a:moveTo>
                <a:cubicBezTo>
                  <a:pt x="5940742" y="1692283"/>
                  <a:pt x="5936017" y="1695545"/>
                  <a:pt x="5930257" y="1701216"/>
                </a:cubicBezTo>
                <a:cubicBezTo>
                  <a:pt x="5934937" y="1705896"/>
                  <a:pt x="5941777" y="1694375"/>
                  <a:pt x="5946457" y="1701216"/>
                </a:cubicBezTo>
                <a:cubicBezTo>
                  <a:pt x="5941777" y="1714896"/>
                  <a:pt x="5934937" y="1721737"/>
                  <a:pt x="5921256" y="1726417"/>
                </a:cubicBezTo>
                <a:cubicBezTo>
                  <a:pt x="5922337" y="1733258"/>
                  <a:pt x="5917836" y="1738388"/>
                  <a:pt x="5914461" y="1743789"/>
                </a:cubicBezTo>
                <a:lnTo>
                  <a:pt x="5912521" y="1748696"/>
                </a:lnTo>
                <a:lnTo>
                  <a:pt x="5914139" y="1751480"/>
                </a:lnTo>
                <a:lnTo>
                  <a:pt x="5929500" y="1761282"/>
                </a:lnTo>
                <a:lnTo>
                  <a:pt x="5939617" y="1755939"/>
                </a:lnTo>
                <a:cubicBezTo>
                  <a:pt x="5940697" y="1758189"/>
                  <a:pt x="5940382" y="1760012"/>
                  <a:pt x="5939443" y="1761627"/>
                </a:cubicBezTo>
                <a:lnTo>
                  <a:pt x="5936053" y="1765464"/>
                </a:lnTo>
                <a:lnTo>
                  <a:pt x="5942269" y="1769430"/>
                </a:lnTo>
                <a:lnTo>
                  <a:pt x="5942587" y="1769125"/>
                </a:lnTo>
                <a:cubicBezTo>
                  <a:pt x="5943307" y="1768113"/>
                  <a:pt x="5943960" y="1767607"/>
                  <a:pt x="5944860" y="1768209"/>
                </a:cubicBezTo>
                <a:lnTo>
                  <a:pt x="5948099" y="1773150"/>
                </a:lnTo>
                <a:lnTo>
                  <a:pt x="5948781" y="1773586"/>
                </a:lnTo>
                <a:lnTo>
                  <a:pt x="5962297" y="1744418"/>
                </a:lnTo>
                <a:cubicBezTo>
                  <a:pt x="5969137" y="1744418"/>
                  <a:pt x="5962297" y="1751259"/>
                  <a:pt x="5966617" y="1755939"/>
                </a:cubicBezTo>
                <a:cubicBezTo>
                  <a:pt x="5980297" y="1751259"/>
                  <a:pt x="5980297" y="1744418"/>
                  <a:pt x="5982817" y="1737578"/>
                </a:cubicBezTo>
                <a:cubicBezTo>
                  <a:pt x="5966617" y="1737578"/>
                  <a:pt x="5978137" y="1733258"/>
                  <a:pt x="5973457" y="1719577"/>
                </a:cubicBezTo>
                <a:cubicBezTo>
                  <a:pt x="5969137" y="1719577"/>
                  <a:pt x="5964457" y="1721737"/>
                  <a:pt x="5957617" y="1726417"/>
                </a:cubicBezTo>
                <a:cubicBezTo>
                  <a:pt x="5955457" y="1719577"/>
                  <a:pt x="5966617" y="1717417"/>
                  <a:pt x="5964457" y="1710576"/>
                </a:cubicBezTo>
                <a:cubicBezTo>
                  <a:pt x="5969137" y="1710576"/>
                  <a:pt x="5971297" y="1717417"/>
                  <a:pt x="5978137" y="1710576"/>
                </a:cubicBezTo>
                <a:cubicBezTo>
                  <a:pt x="5964367" y="1698425"/>
                  <a:pt x="5957279" y="1686477"/>
                  <a:pt x="5944876" y="1690831"/>
                </a:cubicBezTo>
                <a:close/>
                <a:moveTo>
                  <a:pt x="5458878" y="1687670"/>
                </a:moveTo>
                <a:cubicBezTo>
                  <a:pt x="5453793" y="1686005"/>
                  <a:pt x="5445873" y="1686635"/>
                  <a:pt x="5441373" y="1690055"/>
                </a:cubicBezTo>
                <a:cubicBezTo>
                  <a:pt x="5452533" y="1705896"/>
                  <a:pt x="5436693" y="1692215"/>
                  <a:pt x="5427693" y="1699055"/>
                </a:cubicBezTo>
                <a:cubicBezTo>
                  <a:pt x="5436693" y="1719577"/>
                  <a:pt x="5411853" y="1728577"/>
                  <a:pt x="5418693" y="1749099"/>
                </a:cubicBezTo>
                <a:cubicBezTo>
                  <a:pt x="5411853" y="1746939"/>
                  <a:pt x="5407173" y="1749099"/>
                  <a:pt x="5405013" y="1753779"/>
                </a:cubicBezTo>
                <a:cubicBezTo>
                  <a:pt x="5414013" y="1762780"/>
                  <a:pt x="5418693" y="1773941"/>
                  <a:pt x="5405013" y="1769620"/>
                </a:cubicBezTo>
                <a:cubicBezTo>
                  <a:pt x="5409333" y="1778621"/>
                  <a:pt x="5423013" y="1776461"/>
                  <a:pt x="5414013" y="1794462"/>
                </a:cubicBezTo>
                <a:cubicBezTo>
                  <a:pt x="5432013" y="1787621"/>
                  <a:pt x="5425533" y="1773941"/>
                  <a:pt x="5414013" y="1758099"/>
                </a:cubicBezTo>
                <a:cubicBezTo>
                  <a:pt x="5416173" y="1749099"/>
                  <a:pt x="5429853" y="1744418"/>
                  <a:pt x="5434533" y="1737578"/>
                </a:cubicBezTo>
                <a:cubicBezTo>
                  <a:pt x="5434533" y="1742258"/>
                  <a:pt x="5432013" y="1744418"/>
                  <a:pt x="5436693" y="1744418"/>
                </a:cubicBezTo>
                <a:cubicBezTo>
                  <a:pt x="5429853" y="1753779"/>
                  <a:pt x="5425533" y="1776461"/>
                  <a:pt x="5438853" y="1785461"/>
                </a:cubicBezTo>
                <a:cubicBezTo>
                  <a:pt x="5455053" y="1778621"/>
                  <a:pt x="5441373" y="1764940"/>
                  <a:pt x="5443533" y="1755939"/>
                </a:cubicBezTo>
                <a:cubicBezTo>
                  <a:pt x="5443533" y="1755939"/>
                  <a:pt x="5443533" y="1755939"/>
                  <a:pt x="5461893" y="1749099"/>
                </a:cubicBezTo>
                <a:cubicBezTo>
                  <a:pt x="5459373" y="1730738"/>
                  <a:pt x="5479893" y="1705896"/>
                  <a:pt x="5450373" y="1696895"/>
                </a:cubicBezTo>
                <a:cubicBezTo>
                  <a:pt x="5455053" y="1692215"/>
                  <a:pt x="5457213" y="1696895"/>
                  <a:pt x="5459373" y="1699055"/>
                </a:cubicBezTo>
                <a:cubicBezTo>
                  <a:pt x="5466213" y="1693295"/>
                  <a:pt x="5463963" y="1689335"/>
                  <a:pt x="5458878" y="1687670"/>
                </a:cubicBezTo>
                <a:close/>
                <a:moveTo>
                  <a:pt x="5067914" y="1685925"/>
                </a:moveTo>
                <a:cubicBezTo>
                  <a:pt x="5093090" y="1708150"/>
                  <a:pt x="5061080" y="1708150"/>
                  <a:pt x="5054247" y="1723672"/>
                </a:cubicBezTo>
                <a:cubicBezTo>
                  <a:pt x="5047413" y="1710619"/>
                  <a:pt x="5067914" y="1703916"/>
                  <a:pt x="5061080" y="1688041"/>
                </a:cubicBezTo>
                <a:cubicBezTo>
                  <a:pt x="5063598" y="1692628"/>
                  <a:pt x="5065756" y="1690511"/>
                  <a:pt x="5067914" y="1685925"/>
                </a:cubicBezTo>
                <a:close/>
                <a:moveTo>
                  <a:pt x="5616444" y="1682750"/>
                </a:moveTo>
                <a:cubicBezTo>
                  <a:pt x="5634435" y="1684982"/>
                  <a:pt x="5623146" y="1696888"/>
                  <a:pt x="5621030" y="1706190"/>
                </a:cubicBezTo>
                <a:cubicBezTo>
                  <a:pt x="5603038" y="1703957"/>
                  <a:pt x="5621030" y="1696888"/>
                  <a:pt x="5616444" y="1682750"/>
                </a:cubicBezTo>
                <a:close/>
                <a:moveTo>
                  <a:pt x="5082057" y="1662112"/>
                </a:moveTo>
                <a:cubicBezTo>
                  <a:pt x="5086913" y="1666594"/>
                  <a:pt x="5094010" y="1662112"/>
                  <a:pt x="5096251" y="1666594"/>
                </a:cubicBezTo>
                <a:cubicBezTo>
                  <a:pt x="5079816" y="1666594"/>
                  <a:pt x="5086913" y="1680788"/>
                  <a:pt x="5079816" y="1676306"/>
                </a:cubicBezTo>
                <a:cubicBezTo>
                  <a:pt x="5082057" y="1671450"/>
                  <a:pt x="5077575" y="1664353"/>
                  <a:pt x="5082057" y="1662112"/>
                </a:cubicBezTo>
                <a:close/>
                <a:moveTo>
                  <a:pt x="4948614" y="1654175"/>
                </a:moveTo>
                <a:cubicBezTo>
                  <a:pt x="4944132" y="1665234"/>
                  <a:pt x="4937035" y="1676649"/>
                  <a:pt x="4932179" y="1685568"/>
                </a:cubicBezTo>
                <a:cubicBezTo>
                  <a:pt x="4929938" y="1674152"/>
                  <a:pt x="4937035" y="1656315"/>
                  <a:pt x="4948614" y="1654175"/>
                </a:cubicBezTo>
                <a:close/>
                <a:moveTo>
                  <a:pt x="5871216" y="1653692"/>
                </a:moveTo>
                <a:cubicBezTo>
                  <a:pt x="5855375" y="1664853"/>
                  <a:pt x="5871216" y="1683214"/>
                  <a:pt x="5864376" y="1699055"/>
                </a:cubicBezTo>
                <a:cubicBezTo>
                  <a:pt x="5878056" y="1685374"/>
                  <a:pt x="5869056" y="1667013"/>
                  <a:pt x="5882736" y="1655852"/>
                </a:cubicBezTo>
                <a:cubicBezTo>
                  <a:pt x="5880216" y="1651172"/>
                  <a:pt x="5873376" y="1658013"/>
                  <a:pt x="5871216" y="1653692"/>
                </a:cubicBezTo>
                <a:close/>
                <a:moveTo>
                  <a:pt x="5700575" y="1649012"/>
                </a:moveTo>
                <a:cubicBezTo>
                  <a:pt x="5684735" y="1658013"/>
                  <a:pt x="5680055" y="1669533"/>
                  <a:pt x="5686895" y="1683214"/>
                </a:cubicBezTo>
                <a:cubicBezTo>
                  <a:pt x="5698415" y="1673854"/>
                  <a:pt x="5705255" y="1662693"/>
                  <a:pt x="5700575" y="1649012"/>
                </a:cubicBezTo>
                <a:close/>
                <a:moveTo>
                  <a:pt x="6424692" y="1646237"/>
                </a:moveTo>
                <a:cubicBezTo>
                  <a:pt x="6428985" y="1650598"/>
                  <a:pt x="6435782" y="1650598"/>
                  <a:pt x="6445084" y="1650598"/>
                </a:cubicBezTo>
                <a:cubicBezTo>
                  <a:pt x="6447230" y="1664407"/>
                  <a:pt x="6435782" y="1664407"/>
                  <a:pt x="6433636" y="1676036"/>
                </a:cubicBezTo>
                <a:cubicBezTo>
                  <a:pt x="6424692" y="1671312"/>
                  <a:pt x="6422188" y="1659683"/>
                  <a:pt x="6424692" y="1646237"/>
                </a:cubicBezTo>
                <a:close/>
                <a:moveTo>
                  <a:pt x="5104265" y="1642003"/>
                </a:moveTo>
                <a:cubicBezTo>
                  <a:pt x="5113724" y="1648706"/>
                  <a:pt x="5097717" y="1655409"/>
                  <a:pt x="5088258" y="1653292"/>
                </a:cubicBezTo>
                <a:cubicBezTo>
                  <a:pt x="5079163" y="1646590"/>
                  <a:pt x="5097717" y="1639887"/>
                  <a:pt x="5104265" y="1642003"/>
                </a:cubicBezTo>
                <a:close/>
                <a:moveTo>
                  <a:pt x="5918106" y="1625228"/>
                </a:moveTo>
                <a:cubicBezTo>
                  <a:pt x="5913989" y="1627523"/>
                  <a:pt x="5912706" y="1638121"/>
                  <a:pt x="5907576" y="1640011"/>
                </a:cubicBezTo>
                <a:cubicBezTo>
                  <a:pt x="5907576" y="1640011"/>
                  <a:pt x="5907576" y="1640011"/>
                  <a:pt x="5916936" y="1655852"/>
                </a:cubicBezTo>
                <a:cubicBezTo>
                  <a:pt x="5928097" y="1642171"/>
                  <a:pt x="5934937" y="1660173"/>
                  <a:pt x="5939617" y="1644332"/>
                </a:cubicBezTo>
                <a:cubicBezTo>
                  <a:pt x="5934937" y="1630651"/>
                  <a:pt x="5921256" y="1651172"/>
                  <a:pt x="5916936" y="1646852"/>
                </a:cubicBezTo>
                <a:cubicBezTo>
                  <a:pt x="5916936" y="1640011"/>
                  <a:pt x="5925937" y="1635331"/>
                  <a:pt x="5923417" y="1626330"/>
                </a:cubicBezTo>
                <a:cubicBezTo>
                  <a:pt x="5921167" y="1624620"/>
                  <a:pt x="5919479" y="1624463"/>
                  <a:pt x="5918106" y="1625228"/>
                </a:cubicBezTo>
                <a:close/>
                <a:moveTo>
                  <a:pt x="5676769" y="1616075"/>
                </a:moveTo>
                <a:cubicBezTo>
                  <a:pt x="5678885" y="1629189"/>
                  <a:pt x="5649957" y="1631605"/>
                  <a:pt x="5641138" y="1625048"/>
                </a:cubicBezTo>
                <a:cubicBezTo>
                  <a:pt x="5647841" y="1618491"/>
                  <a:pt x="5667949" y="1620561"/>
                  <a:pt x="5676769" y="1616075"/>
                </a:cubicBezTo>
                <a:close/>
                <a:moveTo>
                  <a:pt x="5184331" y="1614810"/>
                </a:moveTo>
                <a:cubicBezTo>
                  <a:pt x="5170651" y="1612649"/>
                  <a:pt x="5161651" y="1628491"/>
                  <a:pt x="5165971" y="1635331"/>
                </a:cubicBezTo>
                <a:cubicBezTo>
                  <a:pt x="5181811" y="1630651"/>
                  <a:pt x="5172811" y="1621650"/>
                  <a:pt x="5184331" y="1614810"/>
                </a:cubicBezTo>
                <a:close/>
                <a:moveTo>
                  <a:pt x="6398552" y="1614487"/>
                </a:moveTo>
                <a:cubicBezTo>
                  <a:pt x="6407724" y="1626098"/>
                  <a:pt x="6418660" y="1644241"/>
                  <a:pt x="6411957" y="1662747"/>
                </a:cubicBezTo>
                <a:cubicBezTo>
                  <a:pt x="6387263" y="1664924"/>
                  <a:pt x="6407724" y="1628275"/>
                  <a:pt x="6380913" y="1632992"/>
                </a:cubicBezTo>
                <a:cubicBezTo>
                  <a:pt x="6380913" y="1628275"/>
                  <a:pt x="6387263" y="1630452"/>
                  <a:pt x="6391849" y="1628275"/>
                </a:cubicBezTo>
                <a:cubicBezTo>
                  <a:pt x="6398552" y="1628275"/>
                  <a:pt x="6396435" y="1619204"/>
                  <a:pt x="6398552" y="1614487"/>
                </a:cubicBezTo>
                <a:close/>
                <a:moveTo>
                  <a:pt x="5759396" y="1606951"/>
                </a:moveTo>
                <a:cubicBezTo>
                  <a:pt x="5756892" y="1606529"/>
                  <a:pt x="5754035" y="1607339"/>
                  <a:pt x="5750615" y="1610129"/>
                </a:cubicBezTo>
                <a:cubicBezTo>
                  <a:pt x="5755295" y="1619490"/>
                  <a:pt x="5762135" y="1612649"/>
                  <a:pt x="5764295" y="1623810"/>
                </a:cubicBezTo>
                <a:cubicBezTo>
                  <a:pt x="5759615" y="1628491"/>
                  <a:pt x="5757455" y="1626330"/>
                  <a:pt x="5753135" y="1621650"/>
                </a:cubicBezTo>
                <a:cubicBezTo>
                  <a:pt x="5746295" y="1626330"/>
                  <a:pt x="5750615" y="1635331"/>
                  <a:pt x="5757455" y="1642171"/>
                </a:cubicBezTo>
                <a:cubicBezTo>
                  <a:pt x="5762135" y="1635331"/>
                  <a:pt x="5766455" y="1642171"/>
                  <a:pt x="5768975" y="1646852"/>
                </a:cubicBezTo>
                <a:cubicBezTo>
                  <a:pt x="5768975" y="1646852"/>
                  <a:pt x="5768975" y="1646852"/>
                  <a:pt x="5770685" y="1645682"/>
                </a:cubicBezTo>
                <a:lnTo>
                  <a:pt x="5773984" y="1643425"/>
                </a:lnTo>
                <a:lnTo>
                  <a:pt x="5771197" y="1635755"/>
                </a:lnTo>
                <a:lnTo>
                  <a:pt x="5770939" y="1634734"/>
                </a:lnTo>
                <a:lnTo>
                  <a:pt x="5764295" y="1633171"/>
                </a:lnTo>
                <a:cubicBezTo>
                  <a:pt x="5761955" y="1628491"/>
                  <a:pt x="5764205" y="1628491"/>
                  <a:pt x="5767625" y="1628491"/>
                </a:cubicBezTo>
                <a:lnTo>
                  <a:pt x="5769183" y="1627786"/>
                </a:lnTo>
                <a:lnTo>
                  <a:pt x="5764779" y="1610359"/>
                </a:lnTo>
                <a:close/>
                <a:moveTo>
                  <a:pt x="5882736" y="1605809"/>
                </a:moveTo>
                <a:cubicBezTo>
                  <a:pt x="5873376" y="1610129"/>
                  <a:pt x="5871216" y="1619490"/>
                  <a:pt x="5875896" y="1626330"/>
                </a:cubicBezTo>
                <a:cubicBezTo>
                  <a:pt x="5884896" y="1614810"/>
                  <a:pt x="5884896" y="1635331"/>
                  <a:pt x="5893896" y="1623810"/>
                </a:cubicBezTo>
                <a:cubicBezTo>
                  <a:pt x="5896416" y="1616970"/>
                  <a:pt x="5889576" y="1605809"/>
                  <a:pt x="5882736" y="1605809"/>
                </a:cubicBezTo>
                <a:close/>
                <a:moveTo>
                  <a:pt x="6135461" y="1604962"/>
                </a:moveTo>
                <a:cubicBezTo>
                  <a:pt x="6147184" y="1609195"/>
                  <a:pt x="6135461" y="1631773"/>
                  <a:pt x="6135461" y="1642709"/>
                </a:cubicBezTo>
                <a:cubicBezTo>
                  <a:pt x="6128500" y="1629303"/>
                  <a:pt x="6123738" y="1615898"/>
                  <a:pt x="6135461" y="1604962"/>
                </a:cubicBezTo>
                <a:close/>
                <a:moveTo>
                  <a:pt x="5912256" y="1598968"/>
                </a:moveTo>
                <a:cubicBezTo>
                  <a:pt x="5903256" y="1603289"/>
                  <a:pt x="5898576" y="1610129"/>
                  <a:pt x="5903256" y="1616970"/>
                </a:cubicBezTo>
                <a:cubicBezTo>
                  <a:pt x="5910096" y="1612649"/>
                  <a:pt x="5914416" y="1616970"/>
                  <a:pt x="5919096" y="1612649"/>
                </a:cubicBezTo>
                <a:close/>
                <a:moveTo>
                  <a:pt x="5690201" y="1597025"/>
                </a:moveTo>
                <a:cubicBezTo>
                  <a:pt x="5692434" y="1601787"/>
                  <a:pt x="5699503" y="1608747"/>
                  <a:pt x="5694666" y="1610945"/>
                </a:cubicBezTo>
                <a:cubicBezTo>
                  <a:pt x="5690201" y="1608747"/>
                  <a:pt x="5683132" y="1610945"/>
                  <a:pt x="5676063" y="1606549"/>
                </a:cubicBezTo>
                <a:cubicBezTo>
                  <a:pt x="5685365" y="1599589"/>
                  <a:pt x="5687597" y="1606549"/>
                  <a:pt x="5690201" y="1597025"/>
                </a:cubicBezTo>
                <a:close/>
                <a:moveTo>
                  <a:pt x="5495733" y="1594288"/>
                </a:moveTo>
                <a:cubicBezTo>
                  <a:pt x="5486733" y="1601129"/>
                  <a:pt x="5484573" y="1607969"/>
                  <a:pt x="5484573" y="1616970"/>
                </a:cubicBezTo>
                <a:cubicBezTo>
                  <a:pt x="5477733" y="1621650"/>
                  <a:pt x="5479893" y="1607969"/>
                  <a:pt x="5482413" y="1605809"/>
                </a:cubicBezTo>
                <a:cubicBezTo>
                  <a:pt x="5468373" y="1607969"/>
                  <a:pt x="5470893" y="1635331"/>
                  <a:pt x="5470893" y="1646852"/>
                </a:cubicBezTo>
                <a:cubicBezTo>
                  <a:pt x="5450373" y="1649012"/>
                  <a:pt x="5475213" y="1653692"/>
                  <a:pt x="5450373" y="1658013"/>
                </a:cubicBezTo>
                <a:cubicBezTo>
                  <a:pt x="5457213" y="1680694"/>
                  <a:pt x="5475213" y="1680694"/>
                  <a:pt x="5473053" y="1705896"/>
                </a:cubicBezTo>
                <a:cubicBezTo>
                  <a:pt x="5482413" y="1699055"/>
                  <a:pt x="5489253" y="1683214"/>
                  <a:pt x="5473053" y="1676374"/>
                </a:cubicBezTo>
                <a:cubicBezTo>
                  <a:pt x="5500413" y="1673854"/>
                  <a:pt x="5482413" y="1651172"/>
                  <a:pt x="5498253" y="1637491"/>
                </a:cubicBezTo>
                <a:cubicBezTo>
                  <a:pt x="5482413" y="1633171"/>
                  <a:pt x="5491413" y="1621650"/>
                  <a:pt x="5486733" y="1612649"/>
                </a:cubicBezTo>
                <a:cubicBezTo>
                  <a:pt x="5495733" y="1607969"/>
                  <a:pt x="5505093" y="1603289"/>
                  <a:pt x="5495733" y="1594288"/>
                </a:cubicBezTo>
                <a:close/>
                <a:moveTo>
                  <a:pt x="5129607" y="1587098"/>
                </a:moveTo>
                <a:cubicBezTo>
                  <a:pt x="5129607" y="1594002"/>
                  <a:pt x="5124981" y="1612536"/>
                  <a:pt x="5109325" y="1605632"/>
                </a:cubicBezTo>
                <a:cubicBezTo>
                  <a:pt x="5120711" y="1600907"/>
                  <a:pt x="5113951" y="1582737"/>
                  <a:pt x="5129607" y="1587098"/>
                </a:cubicBezTo>
                <a:close/>
                <a:moveTo>
                  <a:pt x="5536773" y="1585288"/>
                </a:moveTo>
                <a:cubicBezTo>
                  <a:pt x="5529933" y="1587448"/>
                  <a:pt x="5532093" y="1594288"/>
                  <a:pt x="5536773" y="1598968"/>
                </a:cubicBezTo>
                <a:cubicBezTo>
                  <a:pt x="5536773" y="1598968"/>
                  <a:pt x="5536773" y="1598968"/>
                  <a:pt x="5550453" y="1592128"/>
                </a:cubicBezTo>
                <a:cubicBezTo>
                  <a:pt x="5548293" y="1580607"/>
                  <a:pt x="5538933" y="1596448"/>
                  <a:pt x="5536773" y="1585288"/>
                </a:cubicBezTo>
                <a:close/>
                <a:moveTo>
                  <a:pt x="4802761" y="1582812"/>
                </a:moveTo>
                <a:cubicBezTo>
                  <a:pt x="4807347" y="1594346"/>
                  <a:pt x="4785122" y="1587276"/>
                  <a:pt x="4787239" y="1601415"/>
                </a:cubicBezTo>
                <a:cubicBezTo>
                  <a:pt x="4775950" y="1587276"/>
                  <a:pt x="4791825" y="1577975"/>
                  <a:pt x="4802761" y="1582812"/>
                </a:cubicBezTo>
                <a:close/>
                <a:moveTo>
                  <a:pt x="5067408" y="1582737"/>
                </a:moveTo>
                <a:cubicBezTo>
                  <a:pt x="5076744" y="1582737"/>
                  <a:pt x="5074230" y="1587043"/>
                  <a:pt x="5083566" y="1593860"/>
                </a:cubicBezTo>
                <a:cubicBezTo>
                  <a:pt x="5069921" y="1605343"/>
                  <a:pt x="5067408" y="1623284"/>
                  <a:pt x="5074230" y="1634766"/>
                </a:cubicBezTo>
                <a:cubicBezTo>
                  <a:pt x="5069921" y="1630101"/>
                  <a:pt x="5063099" y="1630101"/>
                  <a:pt x="5058431" y="1625795"/>
                </a:cubicBezTo>
                <a:cubicBezTo>
                  <a:pt x="5069921" y="1618978"/>
                  <a:pt x="5076744" y="1609648"/>
                  <a:pt x="5063099" y="1596013"/>
                </a:cubicBezTo>
                <a:cubicBezTo>
                  <a:pt x="5067408" y="1589554"/>
                  <a:pt x="5081052" y="1598525"/>
                  <a:pt x="5076744" y="1591707"/>
                </a:cubicBezTo>
                <a:cubicBezTo>
                  <a:pt x="5074230" y="1587043"/>
                  <a:pt x="5053763" y="1584890"/>
                  <a:pt x="5067408" y="1582737"/>
                </a:cubicBezTo>
                <a:close/>
                <a:moveTo>
                  <a:pt x="5810460" y="1579675"/>
                </a:moveTo>
                <a:lnTo>
                  <a:pt x="5813641" y="1591950"/>
                </a:lnTo>
                <a:lnTo>
                  <a:pt x="5814959" y="1584860"/>
                </a:lnTo>
                <a:close/>
                <a:moveTo>
                  <a:pt x="5486733" y="1576287"/>
                </a:moveTo>
                <a:cubicBezTo>
                  <a:pt x="5475213" y="1589968"/>
                  <a:pt x="5502573" y="1587448"/>
                  <a:pt x="5509413" y="1598968"/>
                </a:cubicBezTo>
                <a:cubicBezTo>
                  <a:pt x="5511933" y="1594288"/>
                  <a:pt x="5511933" y="1589968"/>
                  <a:pt x="5507253" y="1585288"/>
                </a:cubicBezTo>
                <a:cubicBezTo>
                  <a:pt x="5495733" y="1592128"/>
                  <a:pt x="5500413" y="1573767"/>
                  <a:pt x="5486733" y="1576287"/>
                </a:cubicBezTo>
                <a:close/>
                <a:moveTo>
                  <a:pt x="4800187" y="1563121"/>
                </a:moveTo>
                <a:cubicBezTo>
                  <a:pt x="4801713" y="1563313"/>
                  <a:pt x="4803525" y="1564313"/>
                  <a:pt x="4805768" y="1566639"/>
                </a:cubicBezTo>
                <a:cubicBezTo>
                  <a:pt x="4803352" y="1566639"/>
                  <a:pt x="4801281" y="1566639"/>
                  <a:pt x="4799211" y="1571476"/>
                </a:cubicBezTo>
                <a:cubicBezTo>
                  <a:pt x="4799211" y="1573708"/>
                  <a:pt x="4803352" y="1578545"/>
                  <a:pt x="4799211" y="1580778"/>
                </a:cubicBezTo>
                <a:cubicBezTo>
                  <a:pt x="4790238" y="1580778"/>
                  <a:pt x="4794724" y="1576313"/>
                  <a:pt x="4790238" y="1569243"/>
                </a:cubicBezTo>
                <a:cubicBezTo>
                  <a:pt x="4793602" y="1569243"/>
                  <a:pt x="4795609" y="1562546"/>
                  <a:pt x="4800187" y="1563121"/>
                </a:cubicBezTo>
                <a:close/>
                <a:moveTo>
                  <a:pt x="1294718" y="1560462"/>
                </a:moveTo>
                <a:cubicBezTo>
                  <a:pt x="1283197" y="1574140"/>
                  <a:pt x="1278517" y="1567301"/>
                  <a:pt x="1271676" y="1565141"/>
                </a:cubicBezTo>
                <a:cubicBezTo>
                  <a:pt x="1260515" y="1583498"/>
                  <a:pt x="1235312" y="1585658"/>
                  <a:pt x="1217310" y="1603655"/>
                </a:cubicBezTo>
                <a:cubicBezTo>
                  <a:pt x="1221991" y="1610494"/>
                  <a:pt x="1224151" y="1619853"/>
                  <a:pt x="1219470" y="1631011"/>
                </a:cubicBezTo>
                <a:cubicBezTo>
                  <a:pt x="1228471" y="1619853"/>
                  <a:pt x="1244673" y="1608335"/>
                  <a:pt x="1258355" y="1599336"/>
                </a:cubicBezTo>
                <a:cubicBezTo>
                  <a:pt x="1274196" y="1587818"/>
                  <a:pt x="1287878" y="1576659"/>
                  <a:pt x="1294718" y="1560462"/>
                </a:cubicBezTo>
                <a:close/>
                <a:moveTo>
                  <a:pt x="5193331" y="1560086"/>
                </a:moveTo>
                <a:cubicBezTo>
                  <a:pt x="5181811" y="1564766"/>
                  <a:pt x="5177491" y="1576287"/>
                  <a:pt x="5186491" y="1578447"/>
                </a:cubicBezTo>
                <a:cubicBezTo>
                  <a:pt x="5193331" y="1573767"/>
                  <a:pt x="5202331" y="1569446"/>
                  <a:pt x="5193331" y="1560086"/>
                </a:cubicBezTo>
                <a:close/>
                <a:moveTo>
                  <a:pt x="5557293" y="1555766"/>
                </a:moveTo>
                <a:cubicBezTo>
                  <a:pt x="5543613" y="1560086"/>
                  <a:pt x="5559453" y="1571607"/>
                  <a:pt x="5564133" y="1571607"/>
                </a:cubicBezTo>
                <a:cubicBezTo>
                  <a:pt x="5573133" y="1569446"/>
                  <a:pt x="5566293" y="1551085"/>
                  <a:pt x="5557293" y="1555766"/>
                </a:cubicBezTo>
                <a:close/>
                <a:moveTo>
                  <a:pt x="5131682" y="1555750"/>
                </a:moveTo>
                <a:cubicBezTo>
                  <a:pt x="5136412" y="1560104"/>
                  <a:pt x="5145507" y="1555750"/>
                  <a:pt x="5150236" y="1564821"/>
                </a:cubicBezTo>
                <a:cubicBezTo>
                  <a:pt x="5138595" y="1566998"/>
                  <a:pt x="5150236" y="1580787"/>
                  <a:pt x="5138595" y="1573893"/>
                </a:cubicBezTo>
                <a:cubicBezTo>
                  <a:pt x="5141141" y="1571715"/>
                  <a:pt x="5138595" y="1560104"/>
                  <a:pt x="5134229" y="1562644"/>
                </a:cubicBezTo>
                <a:cubicBezTo>
                  <a:pt x="5131682" y="1566998"/>
                  <a:pt x="5122587" y="1576433"/>
                  <a:pt x="5115675" y="1569538"/>
                </a:cubicBezTo>
                <a:cubicBezTo>
                  <a:pt x="5120404" y="1564821"/>
                  <a:pt x="5124770" y="1560104"/>
                  <a:pt x="5131682" y="1555750"/>
                </a:cubicBezTo>
                <a:close/>
                <a:moveTo>
                  <a:pt x="4993998" y="1555750"/>
                </a:moveTo>
                <a:cubicBezTo>
                  <a:pt x="4996239" y="1562847"/>
                  <a:pt x="4989142" y="1567329"/>
                  <a:pt x="4984660" y="1574426"/>
                </a:cubicBezTo>
                <a:cubicBezTo>
                  <a:pt x="4977563" y="1565088"/>
                  <a:pt x="4984660" y="1560232"/>
                  <a:pt x="4993998" y="1555750"/>
                </a:cubicBezTo>
                <a:close/>
                <a:moveTo>
                  <a:pt x="5381972" y="1553605"/>
                </a:moveTo>
                <a:cubicBezTo>
                  <a:pt x="5370812" y="1557926"/>
                  <a:pt x="5377652" y="1566926"/>
                  <a:pt x="5375132" y="1573767"/>
                </a:cubicBezTo>
                <a:cubicBezTo>
                  <a:pt x="5388812" y="1578447"/>
                  <a:pt x="5386652" y="1560086"/>
                  <a:pt x="5381972" y="1553605"/>
                </a:cubicBezTo>
                <a:close/>
                <a:moveTo>
                  <a:pt x="5926977" y="1552452"/>
                </a:moveTo>
                <a:cubicBezTo>
                  <a:pt x="5919907" y="1553786"/>
                  <a:pt x="5916126" y="1567016"/>
                  <a:pt x="5921256" y="1573767"/>
                </a:cubicBezTo>
                <a:cubicBezTo>
                  <a:pt x="5930257" y="1566926"/>
                  <a:pt x="5928097" y="1560086"/>
                  <a:pt x="5934937" y="1555766"/>
                </a:cubicBezTo>
                <a:cubicBezTo>
                  <a:pt x="5932057" y="1552886"/>
                  <a:pt x="5929334" y="1552008"/>
                  <a:pt x="5926977" y="1552452"/>
                </a:cubicBezTo>
                <a:close/>
                <a:moveTo>
                  <a:pt x="6167271" y="1547748"/>
                </a:moveTo>
                <a:cubicBezTo>
                  <a:pt x="6167804" y="1546915"/>
                  <a:pt x="6168872" y="1546915"/>
                  <a:pt x="6171007" y="1549193"/>
                </a:cubicBezTo>
                <a:cubicBezTo>
                  <a:pt x="6166737" y="1555853"/>
                  <a:pt x="6166737" y="1564615"/>
                  <a:pt x="6159977" y="1571274"/>
                </a:cubicBezTo>
                <a:cubicBezTo>
                  <a:pt x="6157486" y="1566718"/>
                  <a:pt x="6150725" y="1560058"/>
                  <a:pt x="6155351" y="1555853"/>
                </a:cubicBezTo>
                <a:cubicBezTo>
                  <a:pt x="6157486" y="1557956"/>
                  <a:pt x="6162111" y="1555853"/>
                  <a:pt x="6166737" y="1551296"/>
                </a:cubicBezTo>
                <a:cubicBezTo>
                  <a:pt x="6166737" y="1550245"/>
                  <a:pt x="6166737" y="1548580"/>
                  <a:pt x="6167271" y="1547748"/>
                </a:cubicBezTo>
                <a:close/>
                <a:moveTo>
                  <a:pt x="5900736" y="1546765"/>
                </a:moveTo>
                <a:cubicBezTo>
                  <a:pt x="5889576" y="1553605"/>
                  <a:pt x="5893896" y="1562606"/>
                  <a:pt x="5884896" y="1571607"/>
                </a:cubicBezTo>
                <a:cubicBezTo>
                  <a:pt x="5896416" y="1576287"/>
                  <a:pt x="5907576" y="1555766"/>
                  <a:pt x="5900736" y="1546765"/>
                </a:cubicBezTo>
                <a:close/>
                <a:moveTo>
                  <a:pt x="4814901" y="1535112"/>
                </a:moveTo>
                <a:cubicBezTo>
                  <a:pt x="4826391" y="1546328"/>
                  <a:pt x="4814901" y="1552987"/>
                  <a:pt x="4808078" y="1561749"/>
                </a:cubicBezTo>
                <a:cubicBezTo>
                  <a:pt x="4801256" y="1557193"/>
                  <a:pt x="4814901" y="1543874"/>
                  <a:pt x="4801256" y="1546328"/>
                </a:cubicBezTo>
                <a:cubicBezTo>
                  <a:pt x="4796588" y="1539668"/>
                  <a:pt x="4812746" y="1541771"/>
                  <a:pt x="4814901" y="1535112"/>
                </a:cubicBezTo>
                <a:close/>
                <a:moveTo>
                  <a:pt x="1317401" y="1533465"/>
                </a:moveTo>
                <a:cubicBezTo>
                  <a:pt x="1305880" y="1542464"/>
                  <a:pt x="1296879" y="1549303"/>
                  <a:pt x="1299039" y="1558302"/>
                </a:cubicBezTo>
                <a:cubicBezTo>
                  <a:pt x="1305880" y="1558302"/>
                  <a:pt x="1319561" y="1542464"/>
                  <a:pt x="1317401" y="1533465"/>
                </a:cubicBezTo>
                <a:close/>
                <a:moveTo>
                  <a:pt x="5834855" y="1523723"/>
                </a:moveTo>
                <a:cubicBezTo>
                  <a:pt x="5830175" y="1530564"/>
                  <a:pt x="5821175" y="1537404"/>
                  <a:pt x="5816495" y="1546765"/>
                </a:cubicBezTo>
                <a:cubicBezTo>
                  <a:pt x="5816495" y="1546765"/>
                  <a:pt x="5816495" y="1546765"/>
                  <a:pt x="5825855" y="1560086"/>
                </a:cubicBezTo>
                <a:cubicBezTo>
                  <a:pt x="5832695" y="1555766"/>
                  <a:pt x="5837015" y="1555766"/>
                  <a:pt x="5839535" y="1560086"/>
                </a:cubicBezTo>
                <a:cubicBezTo>
                  <a:pt x="5839535" y="1548925"/>
                  <a:pt x="5834855" y="1535244"/>
                  <a:pt x="5834855" y="1523723"/>
                </a:cubicBezTo>
                <a:close/>
                <a:moveTo>
                  <a:pt x="5018267" y="1523514"/>
                </a:moveTo>
                <a:lnTo>
                  <a:pt x="5018238" y="1523652"/>
                </a:lnTo>
                <a:lnTo>
                  <a:pt x="5018150" y="1523650"/>
                </a:lnTo>
                <a:close/>
                <a:moveTo>
                  <a:pt x="1290038" y="1521947"/>
                </a:moveTo>
                <a:lnTo>
                  <a:pt x="1274196" y="1535625"/>
                </a:lnTo>
                <a:cubicBezTo>
                  <a:pt x="1278517" y="1549303"/>
                  <a:pt x="1301559" y="1530946"/>
                  <a:pt x="1290038" y="1521947"/>
                </a:cubicBezTo>
                <a:close/>
                <a:moveTo>
                  <a:pt x="5709822" y="1519237"/>
                </a:moveTo>
                <a:cubicBezTo>
                  <a:pt x="5721728" y="1523470"/>
                  <a:pt x="5714659" y="1543578"/>
                  <a:pt x="5716891" y="1556984"/>
                </a:cubicBezTo>
                <a:cubicBezTo>
                  <a:pt x="5709822" y="1550281"/>
                  <a:pt x="5709822" y="1550281"/>
                  <a:pt x="5698288" y="1543578"/>
                </a:cubicBezTo>
                <a:cubicBezTo>
                  <a:pt x="5702753" y="1530173"/>
                  <a:pt x="5714659" y="1532642"/>
                  <a:pt x="5709822" y="1519237"/>
                </a:cubicBezTo>
                <a:close/>
                <a:moveTo>
                  <a:pt x="5921256" y="1512563"/>
                </a:moveTo>
                <a:cubicBezTo>
                  <a:pt x="5916936" y="1516883"/>
                  <a:pt x="5912256" y="1519403"/>
                  <a:pt x="5910096" y="1516883"/>
                </a:cubicBezTo>
                <a:cubicBezTo>
                  <a:pt x="5905416" y="1533084"/>
                  <a:pt x="5900736" y="1539924"/>
                  <a:pt x="5910096" y="1553605"/>
                </a:cubicBezTo>
                <a:cubicBezTo>
                  <a:pt x="5905416" y="1539924"/>
                  <a:pt x="5925937" y="1528404"/>
                  <a:pt x="5921256" y="1512563"/>
                </a:cubicBezTo>
                <a:close/>
                <a:moveTo>
                  <a:pt x="5020529" y="1512563"/>
                </a:moveTo>
                <a:cubicBezTo>
                  <a:pt x="5026109" y="1514723"/>
                  <a:pt x="5023229" y="1518143"/>
                  <a:pt x="5020664" y="1520708"/>
                </a:cubicBezTo>
                <a:lnTo>
                  <a:pt x="5018267" y="1523514"/>
                </a:lnTo>
                <a:close/>
                <a:moveTo>
                  <a:pt x="4876025" y="1500187"/>
                </a:moveTo>
                <a:cubicBezTo>
                  <a:pt x="4885138" y="1511828"/>
                  <a:pt x="4863056" y="1520923"/>
                  <a:pt x="4865159" y="1534748"/>
                </a:cubicBezTo>
                <a:cubicBezTo>
                  <a:pt x="4858500" y="1523106"/>
                  <a:pt x="4873922" y="1504916"/>
                  <a:pt x="4876025" y="1500187"/>
                </a:cubicBezTo>
                <a:close/>
                <a:moveTo>
                  <a:pt x="1512902" y="1499270"/>
                </a:moveTo>
                <a:cubicBezTo>
                  <a:pt x="1506061" y="1508269"/>
                  <a:pt x="1485899" y="1515108"/>
                  <a:pt x="1488059" y="1521947"/>
                </a:cubicBezTo>
                <a:cubicBezTo>
                  <a:pt x="1499220" y="1521947"/>
                  <a:pt x="1510741" y="1508269"/>
                  <a:pt x="1512902" y="1499270"/>
                </a:cubicBezTo>
                <a:close/>
                <a:moveTo>
                  <a:pt x="5980297" y="1496361"/>
                </a:moveTo>
                <a:cubicBezTo>
                  <a:pt x="5950777" y="1505722"/>
                  <a:pt x="5953297" y="1546765"/>
                  <a:pt x="5953297" y="1560086"/>
                </a:cubicBezTo>
                <a:cubicBezTo>
                  <a:pt x="5946457" y="1551085"/>
                  <a:pt x="5939617" y="1555766"/>
                  <a:pt x="5934937" y="1573767"/>
                </a:cubicBezTo>
                <a:cubicBezTo>
                  <a:pt x="5939617" y="1576287"/>
                  <a:pt x="5943937" y="1576287"/>
                  <a:pt x="5950777" y="1571607"/>
                </a:cubicBezTo>
                <a:cubicBezTo>
                  <a:pt x="5941777" y="1589968"/>
                  <a:pt x="5923417" y="1616970"/>
                  <a:pt x="5934937" y="1628491"/>
                </a:cubicBezTo>
                <a:cubicBezTo>
                  <a:pt x="5948617" y="1612649"/>
                  <a:pt x="5948617" y="1598968"/>
                  <a:pt x="5969137" y="1589968"/>
                </a:cubicBezTo>
                <a:cubicBezTo>
                  <a:pt x="5971297" y="1576287"/>
                  <a:pt x="5980297" y="1564766"/>
                  <a:pt x="5964457" y="1548925"/>
                </a:cubicBezTo>
                <a:cubicBezTo>
                  <a:pt x="5971297" y="1551085"/>
                  <a:pt x="5978137" y="1555766"/>
                  <a:pt x="5987137" y="1553605"/>
                </a:cubicBezTo>
                <a:cubicBezTo>
                  <a:pt x="5991817" y="1546765"/>
                  <a:pt x="5993977" y="1539924"/>
                  <a:pt x="5993977" y="1530564"/>
                </a:cubicBezTo>
                <a:cubicBezTo>
                  <a:pt x="5987137" y="1526244"/>
                  <a:pt x="5982817" y="1519403"/>
                  <a:pt x="5975977" y="1519403"/>
                </a:cubicBezTo>
                <a:cubicBezTo>
                  <a:pt x="5980297" y="1507882"/>
                  <a:pt x="5971297" y="1510042"/>
                  <a:pt x="5980297" y="1496361"/>
                </a:cubicBezTo>
                <a:close/>
                <a:moveTo>
                  <a:pt x="5165499" y="1495425"/>
                </a:moveTo>
                <a:cubicBezTo>
                  <a:pt x="5170261" y="1497915"/>
                  <a:pt x="5174657" y="1497915"/>
                  <a:pt x="5177222" y="1502185"/>
                </a:cubicBezTo>
                <a:cubicBezTo>
                  <a:pt x="5170261" y="1506811"/>
                  <a:pt x="5167697" y="1515706"/>
                  <a:pt x="5158538" y="1508946"/>
                </a:cubicBezTo>
                <a:cubicBezTo>
                  <a:pt x="5163301" y="1506811"/>
                  <a:pt x="5167697" y="1506811"/>
                  <a:pt x="5170261" y="1506811"/>
                </a:cubicBezTo>
                <a:cubicBezTo>
                  <a:pt x="5167697" y="1502185"/>
                  <a:pt x="5161102" y="1497915"/>
                  <a:pt x="5165499" y="1495425"/>
                </a:cubicBezTo>
                <a:close/>
                <a:moveTo>
                  <a:pt x="5629116" y="1479550"/>
                </a:moveTo>
                <a:cubicBezTo>
                  <a:pt x="5631256" y="1489223"/>
                  <a:pt x="5620197" y="1493688"/>
                  <a:pt x="5624835" y="1502990"/>
                </a:cubicBezTo>
                <a:cubicBezTo>
                  <a:pt x="5608782" y="1491456"/>
                  <a:pt x="5599863" y="1491456"/>
                  <a:pt x="5629116" y="1479550"/>
                </a:cubicBezTo>
                <a:close/>
                <a:moveTo>
                  <a:pt x="5810345" y="1474623"/>
                </a:moveTo>
                <a:lnTo>
                  <a:pt x="5807354" y="1486502"/>
                </a:lnTo>
                <a:lnTo>
                  <a:pt x="5811995" y="1490646"/>
                </a:lnTo>
                <a:cubicBezTo>
                  <a:pt x="5815955" y="1492671"/>
                  <a:pt x="5819915" y="1494381"/>
                  <a:pt x="5823335" y="1498882"/>
                </a:cubicBezTo>
                <a:cubicBezTo>
                  <a:pt x="5837015" y="1496361"/>
                  <a:pt x="5819015" y="1487361"/>
                  <a:pt x="5832695" y="1485201"/>
                </a:cubicBezTo>
                <a:cubicBezTo>
                  <a:pt x="5830175" y="1476200"/>
                  <a:pt x="5821175" y="1487361"/>
                  <a:pt x="5816495" y="1483041"/>
                </a:cubicBezTo>
                <a:close/>
                <a:moveTo>
                  <a:pt x="4899223" y="1468437"/>
                </a:moveTo>
                <a:cubicBezTo>
                  <a:pt x="4905780" y="1479685"/>
                  <a:pt x="4896807" y="1489120"/>
                  <a:pt x="4892666" y="1493474"/>
                </a:cubicBezTo>
                <a:cubicBezTo>
                  <a:pt x="4890250" y="1484402"/>
                  <a:pt x="4899223" y="1477508"/>
                  <a:pt x="4899223" y="1468437"/>
                </a:cubicBezTo>
                <a:close/>
                <a:moveTo>
                  <a:pt x="5934937" y="1464679"/>
                </a:moveTo>
                <a:cubicBezTo>
                  <a:pt x="5914416" y="1464679"/>
                  <a:pt x="5925937" y="1494201"/>
                  <a:pt x="5914416" y="1503202"/>
                </a:cubicBezTo>
                <a:cubicBezTo>
                  <a:pt x="5928097" y="1512563"/>
                  <a:pt x="5928097" y="1466839"/>
                  <a:pt x="5943937" y="1492041"/>
                </a:cubicBezTo>
                <a:cubicBezTo>
                  <a:pt x="5953297" y="1487361"/>
                  <a:pt x="5946457" y="1480520"/>
                  <a:pt x="5953297" y="1476200"/>
                </a:cubicBezTo>
                <a:cubicBezTo>
                  <a:pt x="5943937" y="1476200"/>
                  <a:pt x="5934937" y="1476200"/>
                  <a:pt x="5928097" y="1471520"/>
                </a:cubicBezTo>
                <a:close/>
                <a:moveTo>
                  <a:pt x="5817247" y="1455764"/>
                </a:moveTo>
                <a:lnTo>
                  <a:pt x="5815940" y="1458664"/>
                </a:lnTo>
                <a:lnTo>
                  <a:pt x="5817553" y="1457012"/>
                </a:lnTo>
                <a:close/>
                <a:moveTo>
                  <a:pt x="5170567" y="1454803"/>
                </a:moveTo>
                <a:cubicBezTo>
                  <a:pt x="5179511" y="1452562"/>
                  <a:pt x="5186308" y="1452562"/>
                  <a:pt x="5193105" y="1457044"/>
                </a:cubicBezTo>
                <a:cubicBezTo>
                  <a:pt x="5177364" y="1461900"/>
                  <a:pt x="5193105" y="1468997"/>
                  <a:pt x="5181657" y="1471238"/>
                </a:cubicBezTo>
                <a:cubicBezTo>
                  <a:pt x="5168063" y="1468997"/>
                  <a:pt x="5184162" y="1461900"/>
                  <a:pt x="5170567" y="1454803"/>
                </a:cubicBezTo>
                <a:close/>
                <a:moveTo>
                  <a:pt x="5126924" y="1450677"/>
                </a:moveTo>
                <a:cubicBezTo>
                  <a:pt x="5124434" y="1453281"/>
                  <a:pt x="5131194" y="1469653"/>
                  <a:pt x="5117673" y="1464816"/>
                </a:cubicBezTo>
                <a:cubicBezTo>
                  <a:pt x="5122299" y="1462583"/>
                  <a:pt x="5110913" y="1446212"/>
                  <a:pt x="5126924" y="1450677"/>
                </a:cubicBezTo>
                <a:close/>
                <a:moveTo>
                  <a:pt x="5922517" y="1447353"/>
                </a:moveTo>
                <a:cubicBezTo>
                  <a:pt x="5920266" y="1448208"/>
                  <a:pt x="5918016" y="1449918"/>
                  <a:pt x="5916936" y="1450998"/>
                </a:cubicBezTo>
                <a:cubicBezTo>
                  <a:pt x="5916936" y="1450998"/>
                  <a:pt x="5916936" y="1450998"/>
                  <a:pt x="5923417" y="1464679"/>
                </a:cubicBezTo>
                <a:cubicBezTo>
                  <a:pt x="5939617" y="1455679"/>
                  <a:pt x="5923417" y="1453519"/>
                  <a:pt x="5928097" y="1448838"/>
                </a:cubicBezTo>
                <a:cubicBezTo>
                  <a:pt x="5927017" y="1446498"/>
                  <a:pt x="5924767" y="1446498"/>
                  <a:pt x="5922517" y="1447353"/>
                </a:cubicBezTo>
                <a:close/>
                <a:moveTo>
                  <a:pt x="6439405" y="1443633"/>
                </a:moveTo>
                <a:cubicBezTo>
                  <a:pt x="6439405" y="1450545"/>
                  <a:pt x="6432607" y="1453091"/>
                  <a:pt x="6432607" y="1459640"/>
                </a:cubicBezTo>
                <a:cubicBezTo>
                  <a:pt x="6441551" y="1457457"/>
                  <a:pt x="6444055" y="1462186"/>
                  <a:pt x="6444055" y="1466552"/>
                </a:cubicBezTo>
                <a:cubicBezTo>
                  <a:pt x="6425810" y="1476011"/>
                  <a:pt x="6419013" y="1441450"/>
                  <a:pt x="6439405" y="1443633"/>
                </a:cubicBezTo>
                <a:close/>
                <a:moveTo>
                  <a:pt x="6294965" y="1435100"/>
                </a:moveTo>
                <a:cubicBezTo>
                  <a:pt x="6309103" y="1435100"/>
                  <a:pt x="6306871" y="1448656"/>
                  <a:pt x="6306871" y="1462212"/>
                </a:cubicBezTo>
                <a:cubicBezTo>
                  <a:pt x="6285663" y="1466493"/>
                  <a:pt x="6287895" y="1444018"/>
                  <a:pt x="6294965" y="1435100"/>
                </a:cubicBezTo>
                <a:close/>
                <a:moveTo>
                  <a:pt x="3923751" y="1429210"/>
                </a:moveTo>
                <a:cubicBezTo>
                  <a:pt x="3918924" y="1430610"/>
                  <a:pt x="3914806" y="1440059"/>
                  <a:pt x="3912916" y="1447078"/>
                </a:cubicBezTo>
                <a:cubicBezTo>
                  <a:pt x="3919757" y="1439879"/>
                  <a:pt x="3926597" y="1449238"/>
                  <a:pt x="3928758" y="1430880"/>
                </a:cubicBezTo>
                <a:cubicBezTo>
                  <a:pt x="3927048" y="1429171"/>
                  <a:pt x="3925360" y="1428743"/>
                  <a:pt x="3923751" y="1429210"/>
                </a:cubicBezTo>
                <a:close/>
                <a:moveTo>
                  <a:pt x="1958989" y="1408204"/>
                </a:moveTo>
                <a:cubicBezTo>
                  <a:pt x="1947468" y="1424041"/>
                  <a:pt x="1933786" y="1408204"/>
                  <a:pt x="1929466" y="1419722"/>
                </a:cubicBezTo>
                <a:cubicBezTo>
                  <a:pt x="1933786" y="1417202"/>
                  <a:pt x="1938467" y="1417202"/>
                  <a:pt x="1940627" y="1424041"/>
                </a:cubicBezTo>
                <a:cubicBezTo>
                  <a:pt x="1954309" y="1408204"/>
                  <a:pt x="1958989" y="1424041"/>
                  <a:pt x="1965830" y="1412883"/>
                </a:cubicBezTo>
                <a:cubicBezTo>
                  <a:pt x="1961149" y="1412883"/>
                  <a:pt x="1958989" y="1412883"/>
                  <a:pt x="1958989" y="1408204"/>
                </a:cubicBezTo>
                <a:close/>
                <a:moveTo>
                  <a:pt x="2081762" y="1401365"/>
                </a:moveTo>
                <a:cubicBezTo>
                  <a:pt x="2072761" y="1403524"/>
                  <a:pt x="2065920" y="1408204"/>
                  <a:pt x="2063760" y="1412883"/>
                </a:cubicBezTo>
                <a:cubicBezTo>
                  <a:pt x="2065920" y="1419722"/>
                  <a:pt x="2070601" y="1424041"/>
                  <a:pt x="2077442" y="1424041"/>
                </a:cubicBezTo>
                <a:cubicBezTo>
                  <a:pt x="2074921" y="1415043"/>
                  <a:pt x="2088603" y="1410363"/>
                  <a:pt x="2081762" y="1401365"/>
                </a:cubicBezTo>
                <a:close/>
                <a:moveTo>
                  <a:pt x="5591396" y="1400175"/>
                </a:moveTo>
                <a:cubicBezTo>
                  <a:pt x="5582577" y="1411629"/>
                  <a:pt x="5609035" y="1427380"/>
                  <a:pt x="5595630" y="1436329"/>
                </a:cubicBezTo>
                <a:cubicBezTo>
                  <a:pt x="5591396" y="1434181"/>
                  <a:pt x="5589280" y="1429528"/>
                  <a:pt x="5584694" y="1434181"/>
                </a:cubicBezTo>
                <a:cubicBezTo>
                  <a:pt x="5571288" y="1422726"/>
                  <a:pt x="5577991" y="1402323"/>
                  <a:pt x="5591396" y="1400175"/>
                </a:cubicBezTo>
                <a:close/>
                <a:moveTo>
                  <a:pt x="5885278" y="1398587"/>
                </a:moveTo>
                <a:cubicBezTo>
                  <a:pt x="5890011" y="1402868"/>
                  <a:pt x="5862339" y="1441396"/>
                  <a:pt x="5869257" y="1454952"/>
                </a:cubicBezTo>
                <a:cubicBezTo>
                  <a:pt x="5850688" y="1461730"/>
                  <a:pt x="5878360" y="1405365"/>
                  <a:pt x="5885278" y="1398587"/>
                </a:cubicBezTo>
                <a:close/>
                <a:moveTo>
                  <a:pt x="3727496" y="1396325"/>
                </a:moveTo>
                <a:cubicBezTo>
                  <a:pt x="3725786" y="1395155"/>
                  <a:pt x="3724076" y="1394526"/>
                  <a:pt x="3721736" y="1396685"/>
                </a:cubicBezTo>
                <a:cubicBezTo>
                  <a:pt x="3719575" y="1412883"/>
                  <a:pt x="3731097" y="1408204"/>
                  <a:pt x="3733257" y="1399205"/>
                </a:cubicBezTo>
                <a:cubicBezTo>
                  <a:pt x="3730917" y="1399205"/>
                  <a:pt x="3729206" y="1397495"/>
                  <a:pt x="3727496" y="1396325"/>
                </a:cubicBezTo>
                <a:close/>
                <a:moveTo>
                  <a:pt x="2122806" y="1390206"/>
                </a:moveTo>
                <a:cubicBezTo>
                  <a:pt x="2124967" y="1399205"/>
                  <a:pt x="2106965" y="1401365"/>
                  <a:pt x="2109125" y="1410363"/>
                </a:cubicBezTo>
                <a:cubicBezTo>
                  <a:pt x="2115966" y="1410363"/>
                  <a:pt x="2118126" y="1412883"/>
                  <a:pt x="2120286" y="1415043"/>
                </a:cubicBezTo>
                <a:cubicBezTo>
                  <a:pt x="2134328" y="1412883"/>
                  <a:pt x="2129647" y="1406044"/>
                  <a:pt x="2141168" y="1403524"/>
                </a:cubicBezTo>
                <a:cubicBezTo>
                  <a:pt x="2141168" y="1392366"/>
                  <a:pt x="2124967" y="1403524"/>
                  <a:pt x="2122806" y="1394526"/>
                </a:cubicBezTo>
                <a:cubicBezTo>
                  <a:pt x="2124967" y="1392366"/>
                  <a:pt x="2127127" y="1390206"/>
                  <a:pt x="2122806" y="1390206"/>
                </a:cubicBezTo>
                <a:close/>
                <a:moveTo>
                  <a:pt x="2168171" y="1387687"/>
                </a:moveTo>
                <a:cubicBezTo>
                  <a:pt x="2159170" y="1383367"/>
                  <a:pt x="2138648" y="1392366"/>
                  <a:pt x="2145489" y="1403524"/>
                </a:cubicBezTo>
                <a:cubicBezTo>
                  <a:pt x="2157010" y="1399205"/>
                  <a:pt x="2170692" y="1396685"/>
                  <a:pt x="2168171" y="1387687"/>
                </a:cubicBezTo>
                <a:close/>
                <a:moveTo>
                  <a:pt x="6293614" y="1384300"/>
                </a:moveTo>
                <a:cubicBezTo>
                  <a:pt x="6323404" y="1391101"/>
                  <a:pt x="6293614" y="1406851"/>
                  <a:pt x="6305100" y="1420454"/>
                </a:cubicBezTo>
                <a:cubicBezTo>
                  <a:pt x="6289307" y="1420454"/>
                  <a:pt x="6289307" y="1420454"/>
                  <a:pt x="6289307" y="1420454"/>
                </a:cubicBezTo>
                <a:cubicBezTo>
                  <a:pt x="6291461" y="1411505"/>
                  <a:pt x="6282488" y="1388953"/>
                  <a:pt x="6293614" y="1384300"/>
                </a:cubicBezTo>
                <a:close/>
                <a:moveTo>
                  <a:pt x="4891566" y="1384300"/>
                </a:moveTo>
                <a:cubicBezTo>
                  <a:pt x="4901000" y="1408483"/>
                  <a:pt x="4871246" y="1401824"/>
                  <a:pt x="4854917" y="1410936"/>
                </a:cubicBezTo>
                <a:cubicBezTo>
                  <a:pt x="4850563" y="1395165"/>
                  <a:pt x="4880317" y="1393062"/>
                  <a:pt x="4891566" y="1384300"/>
                </a:cubicBezTo>
                <a:close/>
                <a:moveTo>
                  <a:pt x="4044819" y="1379537"/>
                </a:moveTo>
                <a:cubicBezTo>
                  <a:pt x="4046935" y="1391260"/>
                  <a:pt x="4035646" y="1389062"/>
                  <a:pt x="4031413" y="1393458"/>
                </a:cubicBezTo>
                <a:cubicBezTo>
                  <a:pt x="4031413" y="1382101"/>
                  <a:pt x="4038116" y="1384299"/>
                  <a:pt x="4044819" y="1379537"/>
                </a:cubicBezTo>
                <a:close/>
                <a:moveTo>
                  <a:pt x="5061210" y="1378273"/>
                </a:moveTo>
                <a:cubicBezTo>
                  <a:pt x="5072730" y="1391954"/>
                  <a:pt x="5040689" y="1409956"/>
                  <a:pt x="5063730" y="1419316"/>
                </a:cubicBezTo>
                <a:cubicBezTo>
                  <a:pt x="5050049" y="1423636"/>
                  <a:pt x="5047529" y="1432637"/>
                  <a:pt x="5052209" y="1439478"/>
                </a:cubicBezTo>
                <a:cubicBezTo>
                  <a:pt x="5043209" y="1441998"/>
                  <a:pt x="5047529" y="1453519"/>
                  <a:pt x="5038529" y="1446678"/>
                </a:cubicBezTo>
                <a:cubicBezTo>
                  <a:pt x="5050049" y="1426157"/>
                  <a:pt x="5047529" y="1403115"/>
                  <a:pt x="5061210" y="1378273"/>
                </a:cubicBezTo>
                <a:close/>
                <a:moveTo>
                  <a:pt x="3884997" y="1377950"/>
                </a:moveTo>
                <a:cubicBezTo>
                  <a:pt x="3884997" y="1388725"/>
                  <a:pt x="3880601" y="1386368"/>
                  <a:pt x="3878036" y="1388725"/>
                </a:cubicBezTo>
                <a:cubicBezTo>
                  <a:pt x="3875838" y="1377950"/>
                  <a:pt x="3880601" y="1379970"/>
                  <a:pt x="3884997" y="1377950"/>
                </a:cubicBezTo>
                <a:close/>
                <a:moveTo>
                  <a:pt x="3900898" y="1375751"/>
                </a:moveTo>
                <a:cubicBezTo>
                  <a:pt x="3898517" y="1380147"/>
                  <a:pt x="3900898" y="1391870"/>
                  <a:pt x="3896475" y="1391870"/>
                </a:cubicBezTo>
                <a:cubicBezTo>
                  <a:pt x="3896475" y="1382712"/>
                  <a:pt x="3896475" y="1373187"/>
                  <a:pt x="3900898" y="1375751"/>
                </a:cubicBezTo>
                <a:close/>
                <a:moveTo>
                  <a:pt x="6417061" y="1371600"/>
                </a:moveTo>
                <a:cubicBezTo>
                  <a:pt x="6412332" y="1394159"/>
                  <a:pt x="6412332" y="1426028"/>
                  <a:pt x="6412332" y="1466492"/>
                </a:cubicBezTo>
                <a:cubicBezTo>
                  <a:pt x="6407966" y="1464343"/>
                  <a:pt x="6382500" y="1380552"/>
                  <a:pt x="6417061" y="1371600"/>
                </a:cubicBezTo>
                <a:close/>
                <a:moveTo>
                  <a:pt x="5884744" y="1368425"/>
                </a:moveTo>
                <a:cubicBezTo>
                  <a:pt x="5896651" y="1372786"/>
                  <a:pt x="5894046" y="1377510"/>
                  <a:pt x="5901116" y="1389138"/>
                </a:cubicBezTo>
                <a:cubicBezTo>
                  <a:pt x="5884744" y="1398223"/>
                  <a:pt x="5877675" y="1379690"/>
                  <a:pt x="5884744" y="1368425"/>
                </a:cubicBezTo>
                <a:close/>
                <a:moveTo>
                  <a:pt x="5586022" y="1366837"/>
                </a:moveTo>
                <a:cubicBezTo>
                  <a:pt x="5588526" y="1375950"/>
                  <a:pt x="5604267" y="1386815"/>
                  <a:pt x="5590673" y="1393474"/>
                </a:cubicBezTo>
                <a:cubicBezTo>
                  <a:pt x="5579225" y="1384712"/>
                  <a:pt x="5588526" y="1375950"/>
                  <a:pt x="5586022" y="1366837"/>
                </a:cubicBezTo>
                <a:close/>
                <a:moveTo>
                  <a:pt x="5949669" y="1364176"/>
                </a:moveTo>
                <a:cubicBezTo>
                  <a:pt x="5945984" y="1362500"/>
                  <a:pt x="5941687" y="1362342"/>
                  <a:pt x="5937097" y="1364592"/>
                </a:cubicBezTo>
                <a:cubicBezTo>
                  <a:pt x="5948617" y="1371433"/>
                  <a:pt x="5955457" y="1382954"/>
                  <a:pt x="5939617" y="1380433"/>
                </a:cubicBezTo>
                <a:cubicBezTo>
                  <a:pt x="5941777" y="1387274"/>
                  <a:pt x="5946457" y="1396275"/>
                  <a:pt x="5957617" y="1396275"/>
                </a:cubicBezTo>
                <a:cubicBezTo>
                  <a:pt x="5966257" y="1387904"/>
                  <a:pt x="5960722" y="1369205"/>
                  <a:pt x="5949669" y="1364176"/>
                </a:cubicBezTo>
                <a:close/>
                <a:moveTo>
                  <a:pt x="3994900" y="1362075"/>
                </a:moveTo>
                <a:cubicBezTo>
                  <a:pt x="3997098" y="1366281"/>
                  <a:pt x="4001861" y="1362075"/>
                  <a:pt x="4004059" y="1375393"/>
                </a:cubicBezTo>
                <a:cubicBezTo>
                  <a:pt x="3994900" y="1375393"/>
                  <a:pt x="3994900" y="1388711"/>
                  <a:pt x="3987940" y="1379599"/>
                </a:cubicBezTo>
                <a:cubicBezTo>
                  <a:pt x="3985375" y="1366281"/>
                  <a:pt x="3999296" y="1379599"/>
                  <a:pt x="3994900" y="1362075"/>
                </a:cubicBezTo>
                <a:close/>
                <a:moveTo>
                  <a:pt x="3558909" y="1361231"/>
                </a:moveTo>
                <a:cubicBezTo>
                  <a:pt x="3553508" y="1360961"/>
                  <a:pt x="3547838" y="1362670"/>
                  <a:pt x="3542077" y="1367170"/>
                </a:cubicBezTo>
                <a:cubicBezTo>
                  <a:pt x="3553598" y="1374009"/>
                  <a:pt x="3562599" y="1371849"/>
                  <a:pt x="3574120" y="1367170"/>
                </a:cubicBezTo>
                <a:cubicBezTo>
                  <a:pt x="3569440" y="1363750"/>
                  <a:pt x="3564309" y="1361501"/>
                  <a:pt x="3558909" y="1361231"/>
                </a:cubicBezTo>
                <a:close/>
                <a:moveTo>
                  <a:pt x="2183788" y="1355111"/>
                </a:moveTo>
                <a:cubicBezTo>
                  <a:pt x="2178973" y="1354841"/>
                  <a:pt x="2175012" y="1357091"/>
                  <a:pt x="2175012" y="1365010"/>
                </a:cubicBezTo>
                <a:cubicBezTo>
                  <a:pt x="2179692" y="1362850"/>
                  <a:pt x="2200215" y="1367170"/>
                  <a:pt x="2197694" y="1360331"/>
                </a:cubicBezTo>
                <a:cubicBezTo>
                  <a:pt x="2194274" y="1358171"/>
                  <a:pt x="2188604" y="1355381"/>
                  <a:pt x="2183788" y="1355111"/>
                </a:cubicBezTo>
                <a:close/>
                <a:moveTo>
                  <a:pt x="3836135" y="1352428"/>
                </a:moveTo>
                <a:cubicBezTo>
                  <a:pt x="3838745" y="1353893"/>
                  <a:pt x="3841035" y="1356824"/>
                  <a:pt x="3842134" y="1357923"/>
                </a:cubicBezTo>
                <a:cubicBezTo>
                  <a:pt x="3839936" y="1369645"/>
                  <a:pt x="3837738" y="1350962"/>
                  <a:pt x="3828213" y="1355725"/>
                </a:cubicBezTo>
                <a:cubicBezTo>
                  <a:pt x="3830595" y="1350962"/>
                  <a:pt x="3833525" y="1350962"/>
                  <a:pt x="3836135" y="1352428"/>
                </a:cubicBezTo>
                <a:close/>
                <a:moveTo>
                  <a:pt x="5769227" y="1350962"/>
                </a:moveTo>
                <a:cubicBezTo>
                  <a:pt x="5771404" y="1355724"/>
                  <a:pt x="5776121" y="1357922"/>
                  <a:pt x="5780475" y="1360120"/>
                </a:cubicBezTo>
                <a:cubicBezTo>
                  <a:pt x="5776121" y="1362685"/>
                  <a:pt x="5773581" y="1367081"/>
                  <a:pt x="5773581" y="1369645"/>
                </a:cubicBezTo>
                <a:cubicBezTo>
                  <a:pt x="5771404" y="1362685"/>
                  <a:pt x="5755438" y="1355724"/>
                  <a:pt x="5769227" y="1350962"/>
                </a:cubicBezTo>
                <a:close/>
                <a:moveTo>
                  <a:pt x="1519620" y="1350962"/>
                </a:moveTo>
                <a:cubicBezTo>
                  <a:pt x="1517414" y="1362591"/>
                  <a:pt x="1494254" y="1369496"/>
                  <a:pt x="1489474" y="1380761"/>
                </a:cubicBezTo>
                <a:cubicBezTo>
                  <a:pt x="1485063" y="1366952"/>
                  <a:pt x="1508224" y="1355686"/>
                  <a:pt x="1519620" y="1350962"/>
                </a:cubicBezTo>
                <a:close/>
                <a:moveTo>
                  <a:pt x="3675904" y="1348334"/>
                </a:moveTo>
                <a:cubicBezTo>
                  <a:pt x="3672208" y="1344740"/>
                  <a:pt x="3661069" y="1357091"/>
                  <a:pt x="3662689" y="1360331"/>
                </a:cubicBezTo>
                <a:cubicBezTo>
                  <a:pt x="3667370" y="1351332"/>
                  <a:pt x="3671690" y="1358171"/>
                  <a:pt x="3676371" y="1358171"/>
                </a:cubicBezTo>
                <a:cubicBezTo>
                  <a:pt x="3677541" y="1352502"/>
                  <a:pt x="3677136" y="1349532"/>
                  <a:pt x="3675904" y="1348334"/>
                </a:cubicBezTo>
                <a:close/>
                <a:moveTo>
                  <a:pt x="5441113" y="1345707"/>
                </a:moveTo>
                <a:cubicBezTo>
                  <a:pt x="5447816" y="1341437"/>
                  <a:pt x="5452049" y="1341437"/>
                  <a:pt x="5456635" y="1345707"/>
                </a:cubicBezTo>
                <a:cubicBezTo>
                  <a:pt x="5452049" y="1348197"/>
                  <a:pt x="5452049" y="1361719"/>
                  <a:pt x="5445346" y="1357093"/>
                </a:cubicBezTo>
                <a:cubicBezTo>
                  <a:pt x="5449932" y="1350332"/>
                  <a:pt x="5447816" y="1345707"/>
                  <a:pt x="5441113" y="1345707"/>
                </a:cubicBezTo>
                <a:close/>
                <a:moveTo>
                  <a:pt x="4060672" y="1344612"/>
                </a:moveTo>
                <a:cubicBezTo>
                  <a:pt x="4062807" y="1369654"/>
                  <a:pt x="4053911" y="1358206"/>
                  <a:pt x="4042525" y="1360353"/>
                </a:cubicBezTo>
                <a:cubicBezTo>
                  <a:pt x="4045016" y="1349262"/>
                  <a:pt x="4058537" y="1353555"/>
                  <a:pt x="4060672" y="1344612"/>
                </a:cubicBezTo>
                <a:close/>
                <a:moveTo>
                  <a:pt x="4096781" y="1341276"/>
                </a:moveTo>
                <a:cubicBezTo>
                  <a:pt x="4099367" y="1341019"/>
                  <a:pt x="4101800" y="1342138"/>
                  <a:pt x="4104074" y="1346075"/>
                </a:cubicBezTo>
                <a:cubicBezTo>
                  <a:pt x="4097162" y="1355382"/>
                  <a:pt x="4085520" y="1366479"/>
                  <a:pt x="4072060" y="1357530"/>
                </a:cubicBezTo>
                <a:cubicBezTo>
                  <a:pt x="4072060" y="1352876"/>
                  <a:pt x="4072060" y="1348581"/>
                  <a:pt x="4069513" y="1341779"/>
                </a:cubicBezTo>
                <a:cubicBezTo>
                  <a:pt x="4079881" y="1355203"/>
                  <a:pt x="4089022" y="1342048"/>
                  <a:pt x="4096781" y="1341276"/>
                </a:cubicBezTo>
                <a:close/>
                <a:moveTo>
                  <a:pt x="3406207" y="1340218"/>
                </a:moveTo>
                <a:cubicBezTo>
                  <a:pt x="3402202" y="1341073"/>
                  <a:pt x="3398781" y="1344493"/>
                  <a:pt x="3398781" y="1351332"/>
                </a:cubicBezTo>
                <a:cubicBezTo>
                  <a:pt x="3405622" y="1349172"/>
                  <a:pt x="3417143" y="1358171"/>
                  <a:pt x="3417143" y="1344493"/>
                </a:cubicBezTo>
                <a:cubicBezTo>
                  <a:pt x="3414803" y="1341073"/>
                  <a:pt x="3410213" y="1339364"/>
                  <a:pt x="3406207" y="1340218"/>
                </a:cubicBezTo>
                <a:close/>
                <a:moveTo>
                  <a:pt x="1969457" y="1339850"/>
                </a:moveTo>
                <a:cubicBezTo>
                  <a:pt x="1973663" y="1351573"/>
                  <a:pt x="1973663" y="1351573"/>
                  <a:pt x="1973663" y="1351573"/>
                </a:cubicBezTo>
                <a:cubicBezTo>
                  <a:pt x="1960344" y="1363295"/>
                  <a:pt x="1962797" y="1339850"/>
                  <a:pt x="1949479" y="1349375"/>
                </a:cubicBezTo>
                <a:cubicBezTo>
                  <a:pt x="1947025" y="1342414"/>
                  <a:pt x="1967003" y="1339850"/>
                  <a:pt x="1969457" y="1339850"/>
                </a:cubicBezTo>
                <a:close/>
                <a:moveTo>
                  <a:pt x="1876913" y="1339850"/>
                </a:moveTo>
                <a:cubicBezTo>
                  <a:pt x="1881579" y="1360317"/>
                  <a:pt x="1854302" y="1353494"/>
                  <a:pt x="1843176" y="1369653"/>
                </a:cubicBezTo>
                <a:cubicBezTo>
                  <a:pt x="1840663" y="1356008"/>
                  <a:pt x="1870094" y="1351340"/>
                  <a:pt x="1876913" y="1339850"/>
                </a:cubicBezTo>
                <a:close/>
                <a:moveTo>
                  <a:pt x="3889023" y="1338228"/>
                </a:moveTo>
                <a:cubicBezTo>
                  <a:pt x="3891008" y="1338850"/>
                  <a:pt x="3893301" y="1341163"/>
                  <a:pt x="3894535" y="1341163"/>
                </a:cubicBezTo>
                <a:cubicBezTo>
                  <a:pt x="3892066" y="1352194"/>
                  <a:pt x="3887833" y="1338672"/>
                  <a:pt x="3885363" y="1345433"/>
                </a:cubicBezTo>
                <a:cubicBezTo>
                  <a:pt x="3885363" y="1338673"/>
                  <a:pt x="3887039" y="1337605"/>
                  <a:pt x="3889023" y="1338228"/>
                </a:cubicBezTo>
                <a:close/>
                <a:moveTo>
                  <a:pt x="2382214" y="1335764"/>
                </a:moveTo>
                <a:cubicBezTo>
                  <a:pt x="2373123" y="1337204"/>
                  <a:pt x="2364032" y="1342333"/>
                  <a:pt x="2364032" y="1349172"/>
                </a:cubicBezTo>
                <a:cubicBezTo>
                  <a:pt x="2379874" y="1349172"/>
                  <a:pt x="2382034" y="1342333"/>
                  <a:pt x="2400396" y="1344493"/>
                </a:cubicBezTo>
                <a:cubicBezTo>
                  <a:pt x="2400396" y="1336574"/>
                  <a:pt x="2391305" y="1334324"/>
                  <a:pt x="2382214" y="1335764"/>
                </a:cubicBezTo>
                <a:close/>
                <a:moveTo>
                  <a:pt x="6478871" y="1335087"/>
                </a:moveTo>
                <a:cubicBezTo>
                  <a:pt x="6510730" y="1335087"/>
                  <a:pt x="6481376" y="1346352"/>
                  <a:pt x="6485672" y="1362706"/>
                </a:cubicBezTo>
                <a:cubicBezTo>
                  <a:pt x="6474575" y="1364886"/>
                  <a:pt x="6483524" y="1344172"/>
                  <a:pt x="6478871" y="1335087"/>
                </a:cubicBezTo>
                <a:close/>
                <a:moveTo>
                  <a:pt x="3995783" y="1331912"/>
                </a:moveTo>
                <a:cubicBezTo>
                  <a:pt x="3995783" y="1338709"/>
                  <a:pt x="3993666" y="1345506"/>
                  <a:pt x="3997899" y="1348010"/>
                </a:cubicBezTo>
                <a:cubicBezTo>
                  <a:pt x="4002485" y="1356954"/>
                  <a:pt x="3991197" y="1343360"/>
                  <a:pt x="3989080" y="1348010"/>
                </a:cubicBezTo>
                <a:cubicBezTo>
                  <a:pt x="3986963" y="1336562"/>
                  <a:pt x="3993666" y="1334416"/>
                  <a:pt x="3995783" y="1331912"/>
                </a:cubicBezTo>
                <a:close/>
                <a:moveTo>
                  <a:pt x="4904456" y="1328737"/>
                </a:moveTo>
                <a:cubicBezTo>
                  <a:pt x="4906946" y="1335631"/>
                  <a:pt x="4913707" y="1342525"/>
                  <a:pt x="4909081" y="1351597"/>
                </a:cubicBezTo>
                <a:cubicBezTo>
                  <a:pt x="4904456" y="1351597"/>
                  <a:pt x="4900186" y="1351597"/>
                  <a:pt x="4895560" y="1353774"/>
                </a:cubicBezTo>
                <a:cubicBezTo>
                  <a:pt x="4893425" y="1342525"/>
                  <a:pt x="4897695" y="1333091"/>
                  <a:pt x="4904456" y="1328737"/>
                </a:cubicBezTo>
                <a:close/>
                <a:moveTo>
                  <a:pt x="3742438" y="1324471"/>
                </a:moveTo>
                <a:cubicBezTo>
                  <a:pt x="3739017" y="1323616"/>
                  <a:pt x="3735597" y="1324156"/>
                  <a:pt x="3733257" y="1328655"/>
                </a:cubicBezTo>
                <a:cubicBezTo>
                  <a:pt x="3737937" y="1328655"/>
                  <a:pt x="3746938" y="1339814"/>
                  <a:pt x="3751619" y="1328655"/>
                </a:cubicBezTo>
                <a:cubicBezTo>
                  <a:pt x="3749279" y="1327576"/>
                  <a:pt x="3745858" y="1325326"/>
                  <a:pt x="3742438" y="1324471"/>
                </a:cubicBezTo>
                <a:close/>
                <a:moveTo>
                  <a:pt x="2473123" y="1323976"/>
                </a:moveTo>
                <a:cubicBezTo>
                  <a:pt x="2461602" y="1319657"/>
                  <a:pt x="2434599" y="1326496"/>
                  <a:pt x="2434599" y="1339814"/>
                </a:cubicBezTo>
                <a:cubicBezTo>
                  <a:pt x="2450441" y="1332975"/>
                  <a:pt x="2457282" y="1339814"/>
                  <a:pt x="2470963" y="1335494"/>
                </a:cubicBezTo>
                <a:cubicBezTo>
                  <a:pt x="2468443" y="1330815"/>
                  <a:pt x="2475284" y="1328655"/>
                  <a:pt x="2473123" y="1323976"/>
                </a:cubicBezTo>
                <a:close/>
                <a:moveTo>
                  <a:pt x="2059080" y="1323976"/>
                </a:moveTo>
                <a:cubicBezTo>
                  <a:pt x="2052239" y="1321816"/>
                  <a:pt x="2043238" y="1326496"/>
                  <a:pt x="2038558" y="1332975"/>
                </a:cubicBezTo>
                <a:cubicBezTo>
                  <a:pt x="2040718" y="1349172"/>
                  <a:pt x="2065920" y="1335494"/>
                  <a:pt x="2059080" y="1323976"/>
                </a:cubicBezTo>
                <a:close/>
                <a:moveTo>
                  <a:pt x="3653688" y="1321816"/>
                </a:moveTo>
                <a:cubicBezTo>
                  <a:pt x="3660529" y="1319657"/>
                  <a:pt x="3646848" y="1335494"/>
                  <a:pt x="3653688" y="1337654"/>
                </a:cubicBezTo>
                <a:cubicBezTo>
                  <a:pt x="3658009" y="1326496"/>
                  <a:pt x="3671690" y="1339814"/>
                  <a:pt x="3671690" y="1323976"/>
                </a:cubicBezTo>
                <a:cubicBezTo>
                  <a:pt x="3667370" y="1323976"/>
                  <a:pt x="3658009" y="1319657"/>
                  <a:pt x="3653688" y="1321816"/>
                </a:cubicBezTo>
                <a:close/>
                <a:moveTo>
                  <a:pt x="4038997" y="1317157"/>
                </a:moveTo>
                <a:cubicBezTo>
                  <a:pt x="4034411" y="1337562"/>
                  <a:pt x="4012186" y="1319663"/>
                  <a:pt x="4010070" y="1349017"/>
                </a:cubicBezTo>
                <a:cubicBezTo>
                  <a:pt x="4007953" y="1339710"/>
                  <a:pt x="4003367" y="1344363"/>
                  <a:pt x="4001250" y="1332908"/>
                </a:cubicBezTo>
                <a:cubicBezTo>
                  <a:pt x="4014656" y="1337562"/>
                  <a:pt x="4012186" y="1315010"/>
                  <a:pt x="4023475" y="1326465"/>
                </a:cubicBezTo>
                <a:cubicBezTo>
                  <a:pt x="4023475" y="1312862"/>
                  <a:pt x="4034411" y="1319663"/>
                  <a:pt x="4038997" y="1317157"/>
                </a:cubicBezTo>
                <a:close/>
                <a:moveTo>
                  <a:pt x="2885277" y="1316687"/>
                </a:moveTo>
                <a:cubicBezTo>
                  <a:pt x="2880417" y="1317767"/>
                  <a:pt x="2875826" y="1320556"/>
                  <a:pt x="2873486" y="1323976"/>
                </a:cubicBezTo>
                <a:cubicBezTo>
                  <a:pt x="2875646" y="1328655"/>
                  <a:pt x="2903009" y="1332975"/>
                  <a:pt x="2898689" y="1319657"/>
                </a:cubicBezTo>
                <a:cubicBezTo>
                  <a:pt x="2895269" y="1316237"/>
                  <a:pt x="2890138" y="1315607"/>
                  <a:pt x="2885277" y="1316687"/>
                </a:cubicBezTo>
                <a:close/>
                <a:moveTo>
                  <a:pt x="6328124" y="1312862"/>
                </a:moveTo>
                <a:cubicBezTo>
                  <a:pt x="6353562" y="1321787"/>
                  <a:pt x="6346657" y="1362485"/>
                  <a:pt x="6353562" y="1387118"/>
                </a:cubicBezTo>
                <a:cubicBezTo>
                  <a:pt x="6323763" y="1384976"/>
                  <a:pt x="6341933" y="1332854"/>
                  <a:pt x="6328124" y="1312862"/>
                </a:cubicBezTo>
                <a:close/>
                <a:moveTo>
                  <a:pt x="5528289" y="1312862"/>
                </a:moveTo>
                <a:cubicBezTo>
                  <a:pt x="5532558" y="1312862"/>
                  <a:pt x="5539319" y="1314978"/>
                  <a:pt x="5543944" y="1321681"/>
                </a:cubicBezTo>
                <a:cubicBezTo>
                  <a:pt x="5537184" y="1328384"/>
                  <a:pt x="5532558" y="1323798"/>
                  <a:pt x="5528289" y="1323798"/>
                </a:cubicBezTo>
                <a:cubicBezTo>
                  <a:pt x="5530423" y="1326267"/>
                  <a:pt x="5528289" y="1328384"/>
                  <a:pt x="5526154" y="1326267"/>
                </a:cubicBezTo>
                <a:cubicBezTo>
                  <a:pt x="5532558" y="1321681"/>
                  <a:pt x="5523663" y="1317095"/>
                  <a:pt x="5528289" y="1312862"/>
                </a:cubicBezTo>
                <a:close/>
                <a:moveTo>
                  <a:pt x="4052447" y="1312862"/>
                </a:moveTo>
                <a:cubicBezTo>
                  <a:pt x="4054828" y="1321914"/>
                  <a:pt x="4054828" y="1328793"/>
                  <a:pt x="4052447" y="1333138"/>
                </a:cubicBezTo>
                <a:cubicBezTo>
                  <a:pt x="4049669" y="1328793"/>
                  <a:pt x="4054828" y="1321914"/>
                  <a:pt x="4049669" y="1321914"/>
                </a:cubicBezTo>
                <a:cubicBezTo>
                  <a:pt x="4047288" y="1315034"/>
                  <a:pt x="4049669" y="1312862"/>
                  <a:pt x="4052447" y="1312862"/>
                </a:cubicBezTo>
                <a:close/>
                <a:moveTo>
                  <a:pt x="2973576" y="1312818"/>
                </a:moveTo>
                <a:cubicBezTo>
                  <a:pt x="2950894" y="1314977"/>
                  <a:pt x="2916690" y="1308138"/>
                  <a:pt x="2907689" y="1323976"/>
                </a:cubicBezTo>
                <a:cubicBezTo>
                  <a:pt x="2932532" y="1321816"/>
                  <a:pt x="2939373" y="1321816"/>
                  <a:pt x="2966736" y="1328655"/>
                </a:cubicBezTo>
                <a:cubicBezTo>
                  <a:pt x="2976097" y="1319657"/>
                  <a:pt x="2964576" y="1321816"/>
                  <a:pt x="2973576" y="1312818"/>
                </a:cubicBezTo>
                <a:close/>
                <a:moveTo>
                  <a:pt x="3570212" y="1312766"/>
                </a:moveTo>
                <a:cubicBezTo>
                  <a:pt x="3565906" y="1330711"/>
                  <a:pt x="3577029" y="1308100"/>
                  <a:pt x="3574876" y="1321738"/>
                </a:cubicBezTo>
                <a:cubicBezTo>
                  <a:pt x="3568059" y="1335377"/>
                  <a:pt x="3545453" y="1317073"/>
                  <a:pt x="3536124" y="1335377"/>
                </a:cubicBezTo>
                <a:cubicBezTo>
                  <a:pt x="3533971" y="1339684"/>
                  <a:pt x="3540788" y="1339684"/>
                  <a:pt x="3542941" y="1339684"/>
                </a:cubicBezTo>
                <a:cubicBezTo>
                  <a:pt x="3542941" y="1344350"/>
                  <a:pt x="3538456" y="1344350"/>
                  <a:pt x="3534509" y="1341524"/>
                </a:cubicBezTo>
                <a:lnTo>
                  <a:pt x="3531989" y="1338364"/>
                </a:lnTo>
                <a:lnTo>
                  <a:pt x="3529599" y="1334780"/>
                </a:lnTo>
                <a:lnTo>
                  <a:pt x="3529306" y="1326404"/>
                </a:lnTo>
                <a:cubicBezTo>
                  <a:pt x="3536124" y="1328558"/>
                  <a:pt x="3540788" y="1330711"/>
                  <a:pt x="3538635" y="1314919"/>
                </a:cubicBezTo>
                <a:cubicBezTo>
                  <a:pt x="3545453" y="1326404"/>
                  <a:pt x="3559088" y="1317073"/>
                  <a:pt x="3570212" y="1312766"/>
                </a:cubicBezTo>
                <a:close/>
                <a:moveTo>
                  <a:pt x="3599535" y="1311648"/>
                </a:moveTo>
                <a:cubicBezTo>
                  <a:pt x="3601934" y="1314263"/>
                  <a:pt x="3604039" y="1318932"/>
                  <a:pt x="3604039" y="1323601"/>
                </a:cubicBezTo>
                <a:cubicBezTo>
                  <a:pt x="3597641" y="1323601"/>
                  <a:pt x="3597641" y="1314263"/>
                  <a:pt x="3593263" y="1312022"/>
                </a:cubicBezTo>
                <a:cubicBezTo>
                  <a:pt x="3594442" y="1308473"/>
                  <a:pt x="3597136" y="1309034"/>
                  <a:pt x="3599535" y="1311648"/>
                </a:cubicBezTo>
                <a:close/>
                <a:moveTo>
                  <a:pt x="3524646" y="1310216"/>
                </a:moveTo>
                <a:cubicBezTo>
                  <a:pt x="3522521" y="1323622"/>
                  <a:pt x="3522521" y="1323622"/>
                  <a:pt x="3522521" y="1323622"/>
                </a:cubicBezTo>
                <a:cubicBezTo>
                  <a:pt x="3517916" y="1316919"/>
                  <a:pt x="3482138" y="1321505"/>
                  <a:pt x="3509060" y="1316919"/>
                </a:cubicBezTo>
                <a:cubicBezTo>
                  <a:pt x="3513311" y="1314803"/>
                  <a:pt x="3517916" y="1308100"/>
                  <a:pt x="3524646" y="1310216"/>
                </a:cubicBezTo>
                <a:close/>
                <a:moveTo>
                  <a:pt x="3384306" y="1309194"/>
                </a:moveTo>
                <a:cubicBezTo>
                  <a:pt x="3393391" y="1304925"/>
                  <a:pt x="3395935" y="1322715"/>
                  <a:pt x="3400296" y="1311685"/>
                </a:cubicBezTo>
                <a:cubicBezTo>
                  <a:pt x="3411925" y="1320580"/>
                  <a:pt x="3386486" y="1315955"/>
                  <a:pt x="3389030" y="1325206"/>
                </a:cubicBezTo>
                <a:cubicBezTo>
                  <a:pt x="3382125" y="1325206"/>
                  <a:pt x="3382125" y="1318446"/>
                  <a:pt x="3384306" y="1309194"/>
                </a:cubicBezTo>
                <a:close/>
                <a:moveTo>
                  <a:pt x="5597813" y="1303337"/>
                </a:moveTo>
                <a:cubicBezTo>
                  <a:pt x="5604701" y="1305697"/>
                  <a:pt x="5613854" y="1311506"/>
                  <a:pt x="5619835" y="1317542"/>
                </a:cubicBezTo>
                <a:lnTo>
                  <a:pt x="5620308" y="1318248"/>
                </a:lnTo>
                <a:lnTo>
                  <a:pt x="5629667" y="1316447"/>
                </a:lnTo>
                <a:cubicBezTo>
                  <a:pt x="5629130" y="1319828"/>
                  <a:pt x="5627318" y="1321940"/>
                  <a:pt x="5624723" y="1323208"/>
                </a:cubicBezTo>
                <a:lnTo>
                  <a:pt x="5623748" y="1323379"/>
                </a:lnTo>
                <a:lnTo>
                  <a:pt x="5625748" y="1326363"/>
                </a:lnTo>
                <a:cubicBezTo>
                  <a:pt x="5626473" y="1329092"/>
                  <a:pt x="5625725" y="1331474"/>
                  <a:pt x="5622825" y="1333108"/>
                </a:cubicBezTo>
                <a:cubicBezTo>
                  <a:pt x="5613763" y="1321853"/>
                  <a:pt x="5618475" y="1363242"/>
                  <a:pt x="5604700" y="1358522"/>
                </a:cubicBezTo>
                <a:cubicBezTo>
                  <a:pt x="5606875" y="1370140"/>
                  <a:pt x="5615938" y="1367599"/>
                  <a:pt x="5609050" y="1377038"/>
                </a:cubicBezTo>
                <a:cubicBezTo>
                  <a:pt x="5604700" y="1372319"/>
                  <a:pt x="5606875" y="1381395"/>
                  <a:pt x="5599988" y="1383937"/>
                </a:cubicBezTo>
                <a:cubicBezTo>
                  <a:pt x="5594369" y="1368870"/>
                  <a:pt x="5593825" y="1356162"/>
                  <a:pt x="5594686" y="1343501"/>
                </a:cubicBezTo>
                <a:lnTo>
                  <a:pt x="5596249" y="1323423"/>
                </a:lnTo>
                <a:lnTo>
                  <a:pt x="5593513" y="1323208"/>
                </a:lnTo>
                <a:lnTo>
                  <a:pt x="5596468" y="1320609"/>
                </a:lnTo>
                <a:close/>
                <a:moveTo>
                  <a:pt x="2193374" y="1301299"/>
                </a:moveTo>
                <a:cubicBezTo>
                  <a:pt x="2181853" y="1296620"/>
                  <a:pt x="2170692" y="1308138"/>
                  <a:pt x="2170692" y="1317137"/>
                </a:cubicBezTo>
                <a:cubicBezTo>
                  <a:pt x="2181853" y="1314977"/>
                  <a:pt x="2190854" y="1310298"/>
                  <a:pt x="2193374" y="1301299"/>
                </a:cubicBezTo>
                <a:close/>
                <a:moveTo>
                  <a:pt x="3951061" y="1298079"/>
                </a:moveTo>
                <a:cubicBezTo>
                  <a:pt x="3951061" y="1300261"/>
                  <a:pt x="3953259" y="1302444"/>
                  <a:pt x="3953259" y="1302444"/>
                </a:cubicBezTo>
                <a:lnTo>
                  <a:pt x="3951061" y="1298159"/>
                </a:lnTo>
                <a:close/>
                <a:moveTo>
                  <a:pt x="5271325" y="1297964"/>
                </a:moveTo>
                <a:cubicBezTo>
                  <a:pt x="5289928" y="1295400"/>
                  <a:pt x="5271325" y="1307123"/>
                  <a:pt x="5289928" y="1309321"/>
                </a:cubicBezTo>
                <a:cubicBezTo>
                  <a:pt x="5285463" y="1314083"/>
                  <a:pt x="5282859" y="1316281"/>
                  <a:pt x="5282859" y="1318845"/>
                </a:cubicBezTo>
                <a:cubicBezTo>
                  <a:pt x="5278394" y="1307123"/>
                  <a:pt x="5266488" y="1307123"/>
                  <a:pt x="5271325" y="1297964"/>
                </a:cubicBezTo>
                <a:close/>
                <a:moveTo>
                  <a:pt x="2234418" y="1296620"/>
                </a:moveTo>
                <a:cubicBezTo>
                  <a:pt x="2220737" y="1305978"/>
                  <a:pt x="2207055" y="1294460"/>
                  <a:pt x="2204535" y="1310298"/>
                </a:cubicBezTo>
                <a:cubicBezTo>
                  <a:pt x="2216056" y="1310298"/>
                  <a:pt x="2227578" y="1305978"/>
                  <a:pt x="2234418" y="1296620"/>
                </a:cubicBezTo>
                <a:close/>
                <a:moveTo>
                  <a:pt x="3949075" y="1294287"/>
                </a:moveTo>
                <a:lnTo>
                  <a:pt x="3951061" y="1298159"/>
                </a:lnTo>
                <a:lnTo>
                  <a:pt x="3951061" y="1302444"/>
                </a:lnTo>
                <a:cubicBezTo>
                  <a:pt x="3951061" y="1311903"/>
                  <a:pt x="3941536" y="1304991"/>
                  <a:pt x="3939338" y="1314086"/>
                </a:cubicBezTo>
                <a:cubicBezTo>
                  <a:pt x="3939338" y="1312449"/>
                  <a:pt x="3944490" y="1293827"/>
                  <a:pt x="3949075" y="1294287"/>
                </a:cubicBezTo>
                <a:close/>
                <a:moveTo>
                  <a:pt x="3094732" y="1292393"/>
                </a:moveTo>
                <a:cubicBezTo>
                  <a:pt x="3099152" y="1293244"/>
                  <a:pt x="3106824" y="1300450"/>
                  <a:pt x="3111894" y="1298848"/>
                </a:cubicBezTo>
                <a:cubicBezTo>
                  <a:pt x="3111894" y="1307744"/>
                  <a:pt x="3096239" y="1300983"/>
                  <a:pt x="3091613" y="1303118"/>
                </a:cubicBezTo>
                <a:cubicBezTo>
                  <a:pt x="3093748" y="1298848"/>
                  <a:pt x="3096239" y="1296357"/>
                  <a:pt x="3091613" y="1294222"/>
                </a:cubicBezTo>
                <a:cubicBezTo>
                  <a:pt x="3092147" y="1292532"/>
                  <a:pt x="3093259" y="1292110"/>
                  <a:pt x="3094732" y="1292393"/>
                </a:cubicBezTo>
                <a:close/>
                <a:moveTo>
                  <a:pt x="3906000" y="1292225"/>
                </a:moveTo>
                <a:cubicBezTo>
                  <a:pt x="3908779" y="1294457"/>
                  <a:pt x="3911160" y="1306363"/>
                  <a:pt x="3913541" y="1306363"/>
                </a:cubicBezTo>
                <a:cubicBezTo>
                  <a:pt x="3913541" y="1315665"/>
                  <a:pt x="3911160" y="1315665"/>
                  <a:pt x="3908779" y="1315665"/>
                </a:cubicBezTo>
                <a:cubicBezTo>
                  <a:pt x="3906000" y="1303759"/>
                  <a:pt x="3908779" y="1301526"/>
                  <a:pt x="3906000" y="1292225"/>
                </a:cubicBezTo>
                <a:close/>
                <a:moveTo>
                  <a:pt x="3900841" y="1292225"/>
                </a:moveTo>
                <a:cubicBezTo>
                  <a:pt x="3900841" y="1299003"/>
                  <a:pt x="3903222" y="1305781"/>
                  <a:pt x="3905603" y="1303284"/>
                </a:cubicBezTo>
                <a:cubicBezTo>
                  <a:pt x="3903222" y="1307921"/>
                  <a:pt x="3905603" y="1323618"/>
                  <a:pt x="3900841" y="1323618"/>
                </a:cubicBezTo>
                <a:cubicBezTo>
                  <a:pt x="3898063" y="1310062"/>
                  <a:pt x="3903222" y="1312559"/>
                  <a:pt x="3903222" y="1307921"/>
                </a:cubicBezTo>
                <a:cubicBezTo>
                  <a:pt x="3900841" y="1303284"/>
                  <a:pt x="3900841" y="1301143"/>
                  <a:pt x="3898063" y="1296506"/>
                </a:cubicBezTo>
                <a:cubicBezTo>
                  <a:pt x="3898063" y="1292225"/>
                  <a:pt x="3900841" y="1294365"/>
                  <a:pt x="3900841" y="1292225"/>
                </a:cubicBezTo>
                <a:close/>
                <a:moveTo>
                  <a:pt x="5465887" y="1290780"/>
                </a:moveTo>
                <a:lnTo>
                  <a:pt x="5463610" y="1290828"/>
                </a:lnTo>
                <a:lnTo>
                  <a:pt x="5466213" y="1291867"/>
                </a:lnTo>
                <a:close/>
                <a:moveTo>
                  <a:pt x="4841094" y="1280782"/>
                </a:moveTo>
                <a:cubicBezTo>
                  <a:pt x="4834613" y="1290141"/>
                  <a:pt x="4838934" y="1292300"/>
                  <a:pt x="4832093" y="1299139"/>
                </a:cubicBezTo>
                <a:cubicBezTo>
                  <a:pt x="4847935" y="1310298"/>
                  <a:pt x="4845775" y="1287621"/>
                  <a:pt x="4841094" y="1280782"/>
                </a:cubicBezTo>
                <a:close/>
                <a:moveTo>
                  <a:pt x="5445693" y="1280347"/>
                </a:moveTo>
                <a:lnTo>
                  <a:pt x="5445457" y="1281013"/>
                </a:lnTo>
                <a:lnTo>
                  <a:pt x="5445962" y="1281046"/>
                </a:lnTo>
                <a:close/>
                <a:moveTo>
                  <a:pt x="5345612" y="1280347"/>
                </a:moveTo>
                <a:cubicBezTo>
                  <a:pt x="5336612" y="1287187"/>
                  <a:pt x="5343452" y="1291867"/>
                  <a:pt x="5343452" y="1298708"/>
                </a:cubicBezTo>
                <a:cubicBezTo>
                  <a:pt x="5345612" y="1296188"/>
                  <a:pt x="5359292" y="1291867"/>
                  <a:pt x="5345612" y="1280347"/>
                </a:cubicBezTo>
                <a:close/>
                <a:moveTo>
                  <a:pt x="6021337" y="1276026"/>
                </a:moveTo>
                <a:cubicBezTo>
                  <a:pt x="6019177" y="1291867"/>
                  <a:pt x="6010177" y="1280347"/>
                  <a:pt x="6000817" y="1289707"/>
                </a:cubicBezTo>
                <a:cubicBezTo>
                  <a:pt x="6014497" y="1298708"/>
                  <a:pt x="5989657" y="1305548"/>
                  <a:pt x="5998657" y="1314549"/>
                </a:cubicBezTo>
                <a:cubicBezTo>
                  <a:pt x="6005497" y="1298708"/>
                  <a:pt x="6039697" y="1296188"/>
                  <a:pt x="6021337" y="1276026"/>
                </a:cubicBezTo>
                <a:close/>
                <a:moveTo>
                  <a:pt x="2440845" y="1273175"/>
                </a:moveTo>
                <a:cubicBezTo>
                  <a:pt x="2440845" y="1277937"/>
                  <a:pt x="2442994" y="1280135"/>
                  <a:pt x="2445142" y="1280135"/>
                </a:cubicBezTo>
                <a:cubicBezTo>
                  <a:pt x="2434042" y="1287096"/>
                  <a:pt x="2417928" y="1287096"/>
                  <a:pt x="2397875" y="1291858"/>
                </a:cubicBezTo>
                <a:cubicBezTo>
                  <a:pt x="2404321" y="1282700"/>
                  <a:pt x="2431535" y="1282700"/>
                  <a:pt x="2440845" y="1273175"/>
                </a:cubicBezTo>
                <a:close/>
                <a:moveTo>
                  <a:pt x="1829589" y="1271587"/>
                </a:moveTo>
                <a:cubicBezTo>
                  <a:pt x="1833950" y="1280349"/>
                  <a:pt x="1833950" y="1280349"/>
                  <a:pt x="1833950" y="1280349"/>
                </a:cubicBezTo>
                <a:cubicBezTo>
                  <a:pt x="1827045" y="1273690"/>
                  <a:pt x="1806694" y="1298224"/>
                  <a:pt x="1804150" y="1282803"/>
                </a:cubicBezTo>
                <a:close/>
                <a:moveTo>
                  <a:pt x="3918198" y="1270576"/>
                </a:moveTo>
                <a:cubicBezTo>
                  <a:pt x="3923933" y="1268598"/>
                  <a:pt x="3930214" y="1271475"/>
                  <a:pt x="3933673" y="1284064"/>
                </a:cubicBezTo>
                <a:cubicBezTo>
                  <a:pt x="3938406" y="1284064"/>
                  <a:pt x="3938406" y="1281906"/>
                  <a:pt x="3945324" y="1284064"/>
                </a:cubicBezTo>
                <a:cubicBezTo>
                  <a:pt x="3940591" y="1299889"/>
                  <a:pt x="3924570" y="1304565"/>
                  <a:pt x="3915467" y="1304565"/>
                </a:cubicBezTo>
                <a:cubicBezTo>
                  <a:pt x="3915467" y="1290898"/>
                  <a:pt x="3931488" y="1297731"/>
                  <a:pt x="3935857" y="1295214"/>
                </a:cubicBezTo>
                <a:cubicBezTo>
                  <a:pt x="3935857" y="1284064"/>
                  <a:pt x="3926755" y="1281906"/>
                  <a:pt x="3924570" y="1275072"/>
                </a:cubicBezTo>
                <a:cubicBezTo>
                  <a:pt x="3926755" y="1286222"/>
                  <a:pt x="3912918" y="1284064"/>
                  <a:pt x="3906000" y="1286222"/>
                </a:cubicBezTo>
                <a:cubicBezTo>
                  <a:pt x="3907275" y="1279388"/>
                  <a:pt x="3912463" y="1272554"/>
                  <a:pt x="3918198" y="1270576"/>
                </a:cubicBezTo>
                <a:close/>
                <a:moveTo>
                  <a:pt x="4370164" y="1267104"/>
                </a:moveTo>
                <a:cubicBezTo>
                  <a:pt x="4370164" y="1273943"/>
                  <a:pt x="4372685" y="1280782"/>
                  <a:pt x="4365844" y="1285461"/>
                </a:cubicBezTo>
                <a:cubicBezTo>
                  <a:pt x="4374845" y="1294460"/>
                  <a:pt x="4379525" y="1280782"/>
                  <a:pt x="4377005" y="1276463"/>
                </a:cubicBezTo>
                <a:cubicBezTo>
                  <a:pt x="4370164" y="1278622"/>
                  <a:pt x="4377005" y="1271783"/>
                  <a:pt x="4370164" y="1267104"/>
                </a:cubicBezTo>
                <a:close/>
                <a:moveTo>
                  <a:pt x="4917104" y="1266825"/>
                </a:moveTo>
                <a:cubicBezTo>
                  <a:pt x="4919608" y="1273785"/>
                  <a:pt x="4926405" y="1278548"/>
                  <a:pt x="4921755" y="1285508"/>
                </a:cubicBezTo>
                <a:cubicBezTo>
                  <a:pt x="4912811" y="1280746"/>
                  <a:pt x="4910307" y="1290270"/>
                  <a:pt x="4901363" y="1283310"/>
                </a:cubicBezTo>
                <a:cubicBezTo>
                  <a:pt x="4912811" y="1280746"/>
                  <a:pt x="4919608" y="1280746"/>
                  <a:pt x="4917104" y="1266825"/>
                </a:cubicBezTo>
                <a:close/>
                <a:moveTo>
                  <a:pt x="4888133" y="1266825"/>
                </a:moveTo>
                <a:cubicBezTo>
                  <a:pt x="4899422" y="1282933"/>
                  <a:pt x="4883547" y="1298683"/>
                  <a:pt x="4876844" y="1302979"/>
                </a:cubicBezTo>
                <a:cubicBezTo>
                  <a:pt x="4868025" y="1294030"/>
                  <a:pt x="4888133" y="1280427"/>
                  <a:pt x="4888133" y="1266825"/>
                </a:cubicBezTo>
                <a:close/>
                <a:moveTo>
                  <a:pt x="2474446" y="1266825"/>
                </a:moveTo>
                <a:cubicBezTo>
                  <a:pt x="2472344" y="1271587"/>
                  <a:pt x="2472344" y="1276350"/>
                  <a:pt x="2476900" y="1276350"/>
                </a:cubicBezTo>
                <a:cubicBezTo>
                  <a:pt x="2467787" y="1285508"/>
                  <a:pt x="2467787" y="1269389"/>
                  <a:pt x="2450263" y="1280746"/>
                </a:cubicBezTo>
                <a:cubicBezTo>
                  <a:pt x="2450263" y="1271587"/>
                  <a:pt x="2463582" y="1269389"/>
                  <a:pt x="2474446" y="1266825"/>
                </a:cubicBezTo>
                <a:close/>
                <a:moveTo>
                  <a:pt x="2446729" y="1262062"/>
                </a:moveTo>
                <a:cubicBezTo>
                  <a:pt x="2430900" y="1275618"/>
                  <a:pt x="2392409" y="1273121"/>
                  <a:pt x="2374063" y="1293455"/>
                </a:cubicBezTo>
                <a:cubicBezTo>
                  <a:pt x="2383416" y="1270980"/>
                  <a:pt x="2421907" y="1268840"/>
                  <a:pt x="2446729" y="1262062"/>
                </a:cubicBezTo>
                <a:close/>
                <a:moveTo>
                  <a:pt x="3939923" y="1257862"/>
                </a:moveTo>
                <a:cubicBezTo>
                  <a:pt x="3946802" y="1260045"/>
                  <a:pt x="3948974" y="1264774"/>
                  <a:pt x="3955854" y="1266957"/>
                </a:cubicBezTo>
                <a:cubicBezTo>
                  <a:pt x="3958026" y="1285511"/>
                  <a:pt x="3937750" y="1250950"/>
                  <a:pt x="3946802" y="1280782"/>
                </a:cubicBezTo>
                <a:cubicBezTo>
                  <a:pt x="3944630" y="1276416"/>
                  <a:pt x="3939923" y="1264774"/>
                  <a:pt x="3939923" y="1257862"/>
                </a:cubicBezTo>
                <a:close/>
                <a:moveTo>
                  <a:pt x="2571476" y="1257847"/>
                </a:moveTo>
                <a:cubicBezTo>
                  <a:pt x="2578363" y="1255712"/>
                  <a:pt x="2580538" y="1262472"/>
                  <a:pt x="2589601" y="1259982"/>
                </a:cubicBezTo>
                <a:cubicBezTo>
                  <a:pt x="2580538" y="1273503"/>
                  <a:pt x="2573651" y="1269233"/>
                  <a:pt x="2555525" y="1275994"/>
                </a:cubicBezTo>
                <a:cubicBezTo>
                  <a:pt x="2543925" y="1273503"/>
                  <a:pt x="2578363" y="1271368"/>
                  <a:pt x="2571476" y="1257847"/>
                </a:cubicBezTo>
                <a:close/>
                <a:moveTo>
                  <a:pt x="3969897" y="1257300"/>
                </a:moveTo>
                <a:cubicBezTo>
                  <a:pt x="3972278" y="1268075"/>
                  <a:pt x="3967516" y="1263698"/>
                  <a:pt x="3964738" y="1265718"/>
                </a:cubicBezTo>
                <a:cubicBezTo>
                  <a:pt x="3964738" y="1259320"/>
                  <a:pt x="3967516" y="1257300"/>
                  <a:pt x="3969897" y="1257300"/>
                </a:cubicBezTo>
                <a:close/>
                <a:moveTo>
                  <a:pt x="3960372" y="1255712"/>
                </a:moveTo>
                <a:cubicBezTo>
                  <a:pt x="3962753" y="1269633"/>
                  <a:pt x="3960372" y="1269633"/>
                  <a:pt x="3957594" y="1269633"/>
                </a:cubicBezTo>
                <a:cubicBezTo>
                  <a:pt x="3955213" y="1262673"/>
                  <a:pt x="3955213" y="1255712"/>
                  <a:pt x="3960372" y="1255712"/>
                </a:cubicBezTo>
                <a:close/>
                <a:moveTo>
                  <a:pt x="2099408" y="1252026"/>
                </a:moveTo>
                <a:cubicBezTo>
                  <a:pt x="2110642" y="1247775"/>
                  <a:pt x="2106293" y="1265486"/>
                  <a:pt x="2119701" y="1256631"/>
                </a:cubicBezTo>
                <a:cubicBezTo>
                  <a:pt x="2110642" y="1270091"/>
                  <a:pt x="2067158" y="1290283"/>
                  <a:pt x="2053388" y="1283552"/>
                </a:cubicBezTo>
                <a:cubicBezTo>
                  <a:pt x="2055925" y="1274696"/>
                  <a:pt x="2062810" y="1270091"/>
                  <a:pt x="2074043" y="1265486"/>
                </a:cubicBezTo>
                <a:cubicBezTo>
                  <a:pt x="2058099" y="1281427"/>
                  <a:pt x="2117527" y="1265486"/>
                  <a:pt x="2099408" y="1252026"/>
                </a:cubicBezTo>
                <a:close/>
                <a:moveTo>
                  <a:pt x="4411209" y="1249107"/>
                </a:moveTo>
                <a:cubicBezTo>
                  <a:pt x="4413369" y="1253426"/>
                  <a:pt x="4406888" y="1258105"/>
                  <a:pt x="4404368" y="1258105"/>
                </a:cubicBezTo>
                <a:cubicBezTo>
                  <a:pt x="4415889" y="1271783"/>
                  <a:pt x="4418049" y="1249107"/>
                  <a:pt x="4411209" y="1249107"/>
                </a:cubicBezTo>
                <a:close/>
                <a:moveTo>
                  <a:pt x="5515372" y="1247775"/>
                </a:moveTo>
                <a:cubicBezTo>
                  <a:pt x="5495264" y="1268123"/>
                  <a:pt x="5506553" y="1292756"/>
                  <a:pt x="5477625" y="1322030"/>
                </a:cubicBezTo>
                <a:cubicBezTo>
                  <a:pt x="5482211" y="1306322"/>
                  <a:pt x="5486444" y="1247775"/>
                  <a:pt x="5515372" y="1247775"/>
                </a:cubicBezTo>
                <a:close/>
                <a:moveTo>
                  <a:pt x="3982536" y="1247568"/>
                </a:moveTo>
                <a:cubicBezTo>
                  <a:pt x="3984683" y="1243012"/>
                  <a:pt x="3987187" y="1251774"/>
                  <a:pt x="3989333" y="1249671"/>
                </a:cubicBezTo>
                <a:cubicBezTo>
                  <a:pt x="3996131" y="1269649"/>
                  <a:pt x="3982536" y="1245115"/>
                  <a:pt x="3989333" y="1260887"/>
                </a:cubicBezTo>
                <a:cubicBezTo>
                  <a:pt x="3991480" y="1269649"/>
                  <a:pt x="3984683" y="1262990"/>
                  <a:pt x="3984683" y="1258433"/>
                </a:cubicBezTo>
                <a:cubicBezTo>
                  <a:pt x="3971088" y="1267546"/>
                  <a:pt x="3978243" y="1251774"/>
                  <a:pt x="3984683" y="1254228"/>
                </a:cubicBezTo>
                <a:cubicBezTo>
                  <a:pt x="3984683" y="1254228"/>
                  <a:pt x="3984683" y="1249671"/>
                  <a:pt x="3982536" y="1247568"/>
                </a:cubicBezTo>
                <a:close/>
                <a:moveTo>
                  <a:pt x="3996125" y="1242339"/>
                </a:moveTo>
                <a:cubicBezTo>
                  <a:pt x="3998282" y="1240958"/>
                  <a:pt x="4001561" y="1242080"/>
                  <a:pt x="4004839" y="1244323"/>
                </a:cubicBezTo>
                <a:cubicBezTo>
                  <a:pt x="4004839" y="1246394"/>
                  <a:pt x="4004839" y="1250880"/>
                  <a:pt x="4007255" y="1255367"/>
                </a:cubicBezTo>
                <a:cubicBezTo>
                  <a:pt x="3998282" y="1246394"/>
                  <a:pt x="4000698" y="1250880"/>
                  <a:pt x="3994141" y="1255367"/>
                </a:cubicBezTo>
                <a:cubicBezTo>
                  <a:pt x="3992933" y="1247602"/>
                  <a:pt x="3993969" y="1243719"/>
                  <a:pt x="3996125" y="1242339"/>
                </a:cubicBezTo>
                <a:close/>
                <a:moveTo>
                  <a:pt x="2173680" y="1239837"/>
                </a:moveTo>
                <a:cubicBezTo>
                  <a:pt x="2173680" y="1258520"/>
                  <a:pt x="2151128" y="1246797"/>
                  <a:pt x="2137525" y="1253758"/>
                </a:cubicBezTo>
                <a:cubicBezTo>
                  <a:pt x="2140031" y="1242401"/>
                  <a:pt x="2160077" y="1251560"/>
                  <a:pt x="2173680" y="1239837"/>
                </a:cubicBezTo>
                <a:close/>
                <a:moveTo>
                  <a:pt x="5360108" y="1238696"/>
                </a:moveTo>
                <a:cubicBezTo>
                  <a:pt x="5357515" y="1238989"/>
                  <a:pt x="5354252" y="1240564"/>
                  <a:pt x="5350292" y="1243984"/>
                </a:cubicBezTo>
                <a:cubicBezTo>
                  <a:pt x="5366132" y="1248664"/>
                  <a:pt x="5343452" y="1246144"/>
                  <a:pt x="5336612" y="1250825"/>
                </a:cubicBezTo>
                <a:cubicBezTo>
                  <a:pt x="5338772" y="1252985"/>
                  <a:pt x="5341292" y="1255505"/>
                  <a:pt x="5338772" y="1257665"/>
                </a:cubicBezTo>
                <a:cubicBezTo>
                  <a:pt x="5336612" y="1255325"/>
                  <a:pt x="5334362" y="1254785"/>
                  <a:pt x="5332112" y="1254245"/>
                </a:cubicBezTo>
                <a:lnTo>
                  <a:pt x="5329326" y="1252814"/>
                </a:lnTo>
                <a:lnTo>
                  <a:pt x="5329022" y="1256188"/>
                </a:lnTo>
                <a:lnTo>
                  <a:pt x="5325974" y="1259952"/>
                </a:lnTo>
                <a:lnTo>
                  <a:pt x="5336612" y="1259825"/>
                </a:lnTo>
                <a:cubicBezTo>
                  <a:pt x="5336612" y="1266666"/>
                  <a:pt x="5341292" y="1282867"/>
                  <a:pt x="5352452" y="1276026"/>
                </a:cubicBezTo>
                <a:cubicBezTo>
                  <a:pt x="5354792" y="1273686"/>
                  <a:pt x="5351372" y="1270806"/>
                  <a:pt x="5348222" y="1267656"/>
                </a:cubicBezTo>
                <a:lnTo>
                  <a:pt x="5345967" y="1264727"/>
                </a:lnTo>
                <a:lnTo>
                  <a:pt x="5344418" y="1264209"/>
                </a:lnTo>
                <a:lnTo>
                  <a:pt x="5344552" y="1262890"/>
                </a:lnTo>
                <a:lnTo>
                  <a:pt x="5344453" y="1262762"/>
                </a:lnTo>
                <a:lnTo>
                  <a:pt x="5344655" y="1261877"/>
                </a:lnTo>
                <a:lnTo>
                  <a:pt x="5344936" y="1259104"/>
                </a:lnTo>
                <a:cubicBezTo>
                  <a:pt x="5346377" y="1255290"/>
                  <a:pt x="5348703" y="1251198"/>
                  <a:pt x="5344052" y="1250081"/>
                </a:cubicBezTo>
                <a:cubicBezTo>
                  <a:pt x="5346377" y="1248314"/>
                  <a:pt x="5348424" y="1247872"/>
                  <a:pt x="5350075" y="1248349"/>
                </a:cubicBezTo>
                <a:cubicBezTo>
                  <a:pt x="5352552" y="1249064"/>
                  <a:pt x="5354139" y="1251846"/>
                  <a:pt x="5354444" y="1255321"/>
                </a:cubicBezTo>
                <a:lnTo>
                  <a:pt x="5353610" y="1258113"/>
                </a:lnTo>
                <a:lnTo>
                  <a:pt x="5356817" y="1255640"/>
                </a:lnTo>
                <a:cubicBezTo>
                  <a:pt x="5359922" y="1252535"/>
                  <a:pt x="5362712" y="1249745"/>
                  <a:pt x="5366132" y="1255505"/>
                </a:cubicBezTo>
                <a:cubicBezTo>
                  <a:pt x="5369642" y="1248484"/>
                  <a:pt x="5367887" y="1237819"/>
                  <a:pt x="5360108" y="1238696"/>
                </a:cubicBezTo>
                <a:close/>
                <a:moveTo>
                  <a:pt x="5795547" y="1236662"/>
                </a:moveTo>
                <a:cubicBezTo>
                  <a:pt x="5802616" y="1243463"/>
                  <a:pt x="5793315" y="1252412"/>
                  <a:pt x="5807453" y="1259214"/>
                </a:cubicBezTo>
                <a:cubicBezTo>
                  <a:pt x="5788850" y="1272817"/>
                  <a:pt x="5784013" y="1243463"/>
                  <a:pt x="5795547" y="1236662"/>
                </a:cubicBezTo>
                <a:close/>
                <a:moveTo>
                  <a:pt x="2388850" y="1235622"/>
                </a:moveTo>
                <a:cubicBezTo>
                  <a:pt x="2392230" y="1234204"/>
                  <a:pt x="2396767" y="1234204"/>
                  <a:pt x="2400147" y="1236508"/>
                </a:cubicBezTo>
                <a:cubicBezTo>
                  <a:pt x="2402282" y="1243243"/>
                  <a:pt x="2386626" y="1268057"/>
                  <a:pt x="2384491" y="1252105"/>
                </a:cubicBezTo>
                <a:lnTo>
                  <a:pt x="2393387" y="1249979"/>
                </a:lnTo>
                <a:cubicBezTo>
                  <a:pt x="2393387" y="1243243"/>
                  <a:pt x="2388761" y="1243243"/>
                  <a:pt x="2384491" y="1243243"/>
                </a:cubicBezTo>
                <a:cubicBezTo>
                  <a:pt x="2383246" y="1239876"/>
                  <a:pt x="2385470" y="1237040"/>
                  <a:pt x="2388850" y="1235622"/>
                </a:cubicBezTo>
                <a:close/>
                <a:moveTo>
                  <a:pt x="5570594" y="1231900"/>
                </a:moveTo>
                <a:cubicBezTo>
                  <a:pt x="5582042" y="1238860"/>
                  <a:pt x="5563797" y="1255345"/>
                  <a:pt x="5557000" y="1252781"/>
                </a:cubicBezTo>
                <a:cubicBezTo>
                  <a:pt x="5559146" y="1245821"/>
                  <a:pt x="5557000" y="1238860"/>
                  <a:pt x="5570594" y="1231900"/>
                </a:cubicBezTo>
                <a:close/>
                <a:moveTo>
                  <a:pt x="2842016" y="1231900"/>
                </a:moveTo>
                <a:cubicBezTo>
                  <a:pt x="2828357" y="1238860"/>
                  <a:pt x="2805713" y="1255345"/>
                  <a:pt x="2785225" y="1245821"/>
                </a:cubicBezTo>
                <a:cubicBezTo>
                  <a:pt x="2798884" y="1236662"/>
                  <a:pt x="2826201" y="1238860"/>
                  <a:pt x="2842016" y="1231900"/>
                </a:cubicBezTo>
                <a:close/>
                <a:moveTo>
                  <a:pt x="2202690" y="1230902"/>
                </a:moveTo>
                <a:cubicBezTo>
                  <a:pt x="2211775" y="1242513"/>
                  <a:pt x="2188880" y="1239973"/>
                  <a:pt x="2197965" y="1249408"/>
                </a:cubicBezTo>
                <a:cubicBezTo>
                  <a:pt x="2186700" y="1253762"/>
                  <a:pt x="2188880" y="1239973"/>
                  <a:pt x="2181975" y="1242513"/>
                </a:cubicBezTo>
                <a:cubicBezTo>
                  <a:pt x="2181975" y="1228725"/>
                  <a:pt x="2188880" y="1237796"/>
                  <a:pt x="2202690" y="1230902"/>
                </a:cubicBezTo>
                <a:close/>
                <a:moveTo>
                  <a:pt x="2445589" y="1227242"/>
                </a:moveTo>
                <a:cubicBezTo>
                  <a:pt x="2449656" y="1227005"/>
                  <a:pt x="2452941" y="1227137"/>
                  <a:pt x="2454663" y="1227666"/>
                </a:cubicBezTo>
                <a:cubicBezTo>
                  <a:pt x="2450313" y="1236486"/>
                  <a:pt x="2418051" y="1241072"/>
                  <a:pt x="2408988" y="1238603"/>
                </a:cubicBezTo>
                <a:cubicBezTo>
                  <a:pt x="2414154" y="1231988"/>
                  <a:pt x="2433389" y="1227953"/>
                  <a:pt x="2445589" y="1227242"/>
                </a:cubicBezTo>
                <a:close/>
                <a:moveTo>
                  <a:pt x="5132212" y="1223962"/>
                </a:moveTo>
                <a:cubicBezTo>
                  <a:pt x="5139124" y="1232911"/>
                  <a:pt x="5127846" y="1246514"/>
                  <a:pt x="5130029" y="1255821"/>
                </a:cubicBezTo>
                <a:cubicBezTo>
                  <a:pt x="5118387" y="1260117"/>
                  <a:pt x="5118387" y="1253315"/>
                  <a:pt x="5104563" y="1249020"/>
                </a:cubicBezTo>
                <a:cubicBezTo>
                  <a:pt x="5125300" y="1244366"/>
                  <a:pt x="5118387" y="1237565"/>
                  <a:pt x="5132212" y="1223962"/>
                </a:cubicBezTo>
                <a:close/>
                <a:moveTo>
                  <a:pt x="5632609" y="1221316"/>
                </a:moveTo>
                <a:cubicBezTo>
                  <a:pt x="5637262" y="1232540"/>
                  <a:pt x="5646211" y="1214437"/>
                  <a:pt x="5648717" y="1226023"/>
                </a:cubicBezTo>
                <a:cubicBezTo>
                  <a:pt x="5641916" y="1232540"/>
                  <a:pt x="5644064" y="1237247"/>
                  <a:pt x="5632609" y="1244126"/>
                </a:cubicBezTo>
                <a:cubicBezTo>
                  <a:pt x="5639410" y="1251005"/>
                  <a:pt x="5635115" y="1264763"/>
                  <a:pt x="5648717" y="1266936"/>
                </a:cubicBezTo>
                <a:cubicBezTo>
                  <a:pt x="5648717" y="1276349"/>
                  <a:pt x="5641916" y="1269470"/>
                  <a:pt x="5632609" y="1278522"/>
                </a:cubicBezTo>
                <a:cubicBezTo>
                  <a:pt x="5630461" y="1287573"/>
                  <a:pt x="5648717" y="1285401"/>
                  <a:pt x="5639410" y="1296625"/>
                </a:cubicBezTo>
                <a:cubicBezTo>
                  <a:pt x="5630461" y="1290108"/>
                  <a:pt x="5621512" y="1296625"/>
                  <a:pt x="5612563" y="1285401"/>
                </a:cubicBezTo>
                <a:cubicBezTo>
                  <a:pt x="5626166" y="1264763"/>
                  <a:pt x="5616859" y="1246298"/>
                  <a:pt x="5632609" y="1226023"/>
                </a:cubicBezTo>
                <a:cubicBezTo>
                  <a:pt x="5630461" y="1223488"/>
                  <a:pt x="5630461" y="1223488"/>
                  <a:pt x="5632609" y="1221316"/>
                </a:cubicBezTo>
                <a:close/>
                <a:moveTo>
                  <a:pt x="5837015" y="1221303"/>
                </a:moveTo>
                <a:cubicBezTo>
                  <a:pt x="5831435" y="1225803"/>
                  <a:pt x="5826935" y="1234894"/>
                  <a:pt x="5825225" y="1245154"/>
                </a:cubicBezTo>
                <a:lnTo>
                  <a:pt x="5829705" y="1273094"/>
                </a:lnTo>
                <a:lnTo>
                  <a:pt x="5831099" y="1271876"/>
                </a:lnTo>
                <a:lnTo>
                  <a:pt x="5836295" y="1248530"/>
                </a:lnTo>
                <a:lnTo>
                  <a:pt x="5836337" y="1246929"/>
                </a:lnTo>
                <a:lnTo>
                  <a:pt x="5836161" y="1238402"/>
                </a:lnTo>
                <a:lnTo>
                  <a:pt x="5836608" y="1236707"/>
                </a:lnTo>
                <a:close/>
                <a:moveTo>
                  <a:pt x="4417175" y="1220611"/>
                </a:moveTo>
                <a:cubicBezTo>
                  <a:pt x="4419310" y="1216025"/>
                  <a:pt x="4430696" y="1229430"/>
                  <a:pt x="4430696" y="1220611"/>
                </a:cubicBezTo>
                <a:cubicBezTo>
                  <a:pt x="4437457" y="1227314"/>
                  <a:pt x="4426071" y="1231547"/>
                  <a:pt x="4417175" y="1220611"/>
                </a:cubicBezTo>
                <a:close/>
                <a:moveTo>
                  <a:pt x="4391341" y="1220431"/>
                </a:moveTo>
                <a:cubicBezTo>
                  <a:pt x="4393876" y="1219268"/>
                  <a:pt x="4398946" y="1221035"/>
                  <a:pt x="4405707" y="1229221"/>
                </a:cubicBezTo>
                <a:cubicBezTo>
                  <a:pt x="4405707" y="1236290"/>
                  <a:pt x="4392186" y="1222151"/>
                  <a:pt x="4392186" y="1229221"/>
                </a:cubicBezTo>
                <a:cubicBezTo>
                  <a:pt x="4388805" y="1225686"/>
                  <a:pt x="4388805" y="1221593"/>
                  <a:pt x="4391341" y="1220431"/>
                </a:cubicBezTo>
                <a:close/>
                <a:moveTo>
                  <a:pt x="4950750" y="1220419"/>
                </a:moveTo>
                <a:cubicBezTo>
                  <a:pt x="4950972" y="1221331"/>
                  <a:pt x="4950528" y="1223154"/>
                  <a:pt x="4949641" y="1225112"/>
                </a:cubicBezTo>
                <a:lnTo>
                  <a:pt x="4946349" y="1229908"/>
                </a:lnTo>
                <a:lnTo>
                  <a:pt x="4949422" y="1230652"/>
                </a:lnTo>
                <a:cubicBezTo>
                  <a:pt x="4953463" y="1233126"/>
                  <a:pt x="4957895" y="1236555"/>
                  <a:pt x="4962922" y="1239085"/>
                </a:cubicBezTo>
                <a:cubicBezTo>
                  <a:pt x="4953750" y="1245832"/>
                  <a:pt x="4944931" y="1245832"/>
                  <a:pt x="4931525" y="1234824"/>
                </a:cubicBezTo>
                <a:lnTo>
                  <a:pt x="4937704" y="1228522"/>
                </a:lnTo>
                <a:lnTo>
                  <a:pt x="4936288" y="1225823"/>
                </a:lnTo>
                <a:cubicBezTo>
                  <a:pt x="4938529" y="1223332"/>
                  <a:pt x="4947867" y="1227958"/>
                  <a:pt x="4947867" y="1221197"/>
                </a:cubicBezTo>
                <a:cubicBezTo>
                  <a:pt x="4949641" y="1219507"/>
                  <a:pt x="4950528" y="1219507"/>
                  <a:pt x="4950750" y="1220419"/>
                </a:cubicBezTo>
                <a:close/>
                <a:moveTo>
                  <a:pt x="5495339" y="1220355"/>
                </a:moveTo>
                <a:cubicBezTo>
                  <a:pt x="5496899" y="1219538"/>
                  <a:pt x="5498329" y="1219538"/>
                  <a:pt x="5499492" y="1221238"/>
                </a:cubicBezTo>
                <a:cubicBezTo>
                  <a:pt x="5490549" y="1230187"/>
                  <a:pt x="5488402" y="1241643"/>
                  <a:pt x="5483751" y="1250592"/>
                </a:cubicBezTo>
                <a:cubicBezTo>
                  <a:pt x="5474450" y="1241643"/>
                  <a:pt x="5481605" y="1234841"/>
                  <a:pt x="5481605" y="1225892"/>
                </a:cubicBezTo>
                <a:cubicBezTo>
                  <a:pt x="5484825" y="1232604"/>
                  <a:pt x="5490661" y="1222804"/>
                  <a:pt x="5495339" y="1220355"/>
                </a:cubicBezTo>
                <a:close/>
                <a:moveTo>
                  <a:pt x="5941290" y="1216025"/>
                </a:moveTo>
                <a:cubicBezTo>
                  <a:pt x="5955100" y="1229849"/>
                  <a:pt x="5948195" y="1238944"/>
                  <a:pt x="5941290" y="1250586"/>
                </a:cubicBezTo>
                <a:cubicBezTo>
                  <a:pt x="5932205" y="1243674"/>
                  <a:pt x="5939110" y="1238944"/>
                  <a:pt x="5932205" y="1234579"/>
                </a:cubicBezTo>
                <a:cubicBezTo>
                  <a:pt x="5929661" y="1234579"/>
                  <a:pt x="5927480" y="1238944"/>
                  <a:pt x="5925300" y="1236761"/>
                </a:cubicBezTo>
                <a:cubicBezTo>
                  <a:pt x="5939110" y="1232032"/>
                  <a:pt x="5932205" y="1227666"/>
                  <a:pt x="5941290" y="1216025"/>
                </a:cubicBezTo>
                <a:close/>
                <a:moveTo>
                  <a:pt x="2809797" y="1212850"/>
                </a:moveTo>
                <a:cubicBezTo>
                  <a:pt x="2816616" y="1212850"/>
                  <a:pt x="2814463" y="1222041"/>
                  <a:pt x="2816616" y="1229026"/>
                </a:cubicBezTo>
                <a:cubicBezTo>
                  <a:pt x="2802978" y="1229026"/>
                  <a:pt x="2775700" y="1247407"/>
                  <a:pt x="2780366" y="1224246"/>
                </a:cubicBezTo>
                <a:cubicBezTo>
                  <a:pt x="2794005" y="1226820"/>
                  <a:pt x="2812309" y="1236011"/>
                  <a:pt x="2809797" y="1212850"/>
                </a:cubicBezTo>
                <a:close/>
                <a:moveTo>
                  <a:pt x="3391750" y="1207950"/>
                </a:moveTo>
                <a:cubicBezTo>
                  <a:pt x="3400813" y="1216846"/>
                  <a:pt x="3366376" y="1205815"/>
                  <a:pt x="3371088" y="1223606"/>
                </a:cubicBezTo>
                <a:cubicBezTo>
                  <a:pt x="3355138" y="1214711"/>
                  <a:pt x="3377976" y="1203325"/>
                  <a:pt x="3391750" y="1207950"/>
                </a:cubicBezTo>
                <a:close/>
                <a:moveTo>
                  <a:pt x="3303988" y="1207028"/>
                </a:moveTo>
                <a:cubicBezTo>
                  <a:pt x="3301885" y="1220434"/>
                  <a:pt x="3301885" y="1220434"/>
                  <a:pt x="3301885" y="1220434"/>
                </a:cubicBezTo>
                <a:cubicBezTo>
                  <a:pt x="3297328" y="1215848"/>
                  <a:pt x="3286113" y="1215848"/>
                  <a:pt x="3277350" y="1215848"/>
                </a:cubicBezTo>
                <a:cubicBezTo>
                  <a:pt x="3279453" y="1204912"/>
                  <a:pt x="3295225" y="1209145"/>
                  <a:pt x="3303988" y="1207028"/>
                </a:cubicBezTo>
                <a:close/>
                <a:moveTo>
                  <a:pt x="4849736" y="1204912"/>
                </a:moveTo>
                <a:cubicBezTo>
                  <a:pt x="4878784" y="1220862"/>
                  <a:pt x="4845131" y="1241525"/>
                  <a:pt x="4840526" y="1250587"/>
                </a:cubicBezTo>
                <a:cubicBezTo>
                  <a:pt x="4836275" y="1232100"/>
                  <a:pt x="4851862" y="1220862"/>
                  <a:pt x="4849736" y="1204912"/>
                </a:cubicBezTo>
                <a:close/>
                <a:moveTo>
                  <a:pt x="6269334" y="1198562"/>
                </a:moveTo>
                <a:cubicBezTo>
                  <a:pt x="6275993" y="1198562"/>
                  <a:pt x="6275993" y="1205221"/>
                  <a:pt x="6269334" y="1207324"/>
                </a:cubicBezTo>
                <a:cubicBezTo>
                  <a:pt x="6273890" y="1209427"/>
                  <a:pt x="6275993" y="1213983"/>
                  <a:pt x="6280550" y="1213983"/>
                </a:cubicBezTo>
                <a:cubicBezTo>
                  <a:pt x="6278096" y="1220643"/>
                  <a:pt x="6271437" y="1222746"/>
                  <a:pt x="6260572" y="1225199"/>
                </a:cubicBezTo>
                <a:cubicBezTo>
                  <a:pt x="6253913" y="1209427"/>
                  <a:pt x="6271437" y="1209427"/>
                  <a:pt x="6269334" y="1198562"/>
                </a:cubicBezTo>
                <a:close/>
                <a:moveTo>
                  <a:pt x="6046537" y="1196101"/>
                </a:moveTo>
                <a:cubicBezTo>
                  <a:pt x="6037177" y="1207622"/>
                  <a:pt x="6057697" y="1214462"/>
                  <a:pt x="6037177" y="1219142"/>
                </a:cubicBezTo>
                <a:cubicBezTo>
                  <a:pt x="6050857" y="1237144"/>
                  <a:pt x="6064537" y="1193941"/>
                  <a:pt x="6046537" y="1196101"/>
                </a:cubicBezTo>
                <a:close/>
                <a:moveTo>
                  <a:pt x="5647091" y="1194941"/>
                </a:moveTo>
                <a:cubicBezTo>
                  <a:pt x="5647903" y="1193912"/>
                  <a:pt x="5648516" y="1194021"/>
                  <a:pt x="5649152" y="1196212"/>
                </a:cubicBezTo>
                <a:cubicBezTo>
                  <a:pt x="5637523" y="1207427"/>
                  <a:pt x="5658237" y="1202871"/>
                  <a:pt x="5649152" y="1214086"/>
                </a:cubicBezTo>
                <a:cubicBezTo>
                  <a:pt x="5642247" y="1211983"/>
                  <a:pt x="5635343" y="1214086"/>
                  <a:pt x="5628438" y="1209530"/>
                </a:cubicBezTo>
                <a:cubicBezTo>
                  <a:pt x="5640430" y="1211370"/>
                  <a:pt x="5644655" y="1198030"/>
                  <a:pt x="5647091" y="1194941"/>
                </a:cubicBezTo>
                <a:close/>
                <a:moveTo>
                  <a:pt x="2191138" y="1194347"/>
                </a:moveTo>
                <a:cubicBezTo>
                  <a:pt x="2184250" y="1207868"/>
                  <a:pt x="2161413" y="1198972"/>
                  <a:pt x="2152351" y="1212494"/>
                </a:cubicBezTo>
                <a:cubicBezTo>
                  <a:pt x="2145463" y="1192212"/>
                  <a:pt x="2177725" y="1201107"/>
                  <a:pt x="2191138" y="1194347"/>
                </a:cubicBezTo>
                <a:close/>
                <a:moveTo>
                  <a:pt x="6398016" y="1192212"/>
                </a:moveTo>
                <a:cubicBezTo>
                  <a:pt x="6398016" y="1215131"/>
                  <a:pt x="6398016" y="1215131"/>
                  <a:pt x="6398016" y="1215131"/>
                </a:cubicBezTo>
                <a:cubicBezTo>
                  <a:pt x="6393350" y="1212948"/>
                  <a:pt x="6389043" y="1210402"/>
                  <a:pt x="6382224" y="1212948"/>
                </a:cubicBezTo>
                <a:lnTo>
                  <a:pt x="6382224" y="1226773"/>
                </a:lnTo>
                <a:cubicBezTo>
                  <a:pt x="6357100" y="1226773"/>
                  <a:pt x="6386531" y="1194395"/>
                  <a:pt x="6398016" y="1192212"/>
                </a:cubicBezTo>
                <a:close/>
                <a:moveTo>
                  <a:pt x="5578696" y="1192212"/>
                </a:moveTo>
                <a:cubicBezTo>
                  <a:pt x="5589985" y="1196577"/>
                  <a:pt x="5583282" y="1212948"/>
                  <a:pt x="5578696" y="1226773"/>
                </a:cubicBezTo>
                <a:cubicBezTo>
                  <a:pt x="5558588" y="1226773"/>
                  <a:pt x="5576580" y="1203490"/>
                  <a:pt x="5578696" y="1192212"/>
                </a:cubicBezTo>
                <a:close/>
                <a:moveTo>
                  <a:pt x="4976345" y="1191925"/>
                </a:moveTo>
                <a:cubicBezTo>
                  <a:pt x="4977458" y="1196521"/>
                  <a:pt x="4969875" y="1215619"/>
                  <a:pt x="4965982" y="1234717"/>
                </a:cubicBezTo>
                <a:cubicBezTo>
                  <a:pt x="4947400" y="1232216"/>
                  <a:pt x="4970718" y="1218992"/>
                  <a:pt x="4952136" y="1214346"/>
                </a:cubicBezTo>
                <a:cubicBezTo>
                  <a:pt x="4961973" y="1202462"/>
                  <a:pt x="4968190" y="1195672"/>
                  <a:pt x="4971874" y="1192701"/>
                </a:cubicBezTo>
                <a:cubicBezTo>
                  <a:pt x="4974637" y="1190473"/>
                  <a:pt x="4975974" y="1190393"/>
                  <a:pt x="4976345" y="1191925"/>
                </a:cubicBezTo>
                <a:close/>
                <a:moveTo>
                  <a:pt x="6321198" y="1189037"/>
                </a:moveTo>
                <a:cubicBezTo>
                  <a:pt x="6335119" y="1207015"/>
                  <a:pt x="6337684" y="1238657"/>
                  <a:pt x="6337684" y="1272815"/>
                </a:cubicBezTo>
                <a:cubicBezTo>
                  <a:pt x="6325961" y="1248005"/>
                  <a:pt x="6319000" y="1225353"/>
                  <a:pt x="6321198" y="1189037"/>
                </a:cubicBezTo>
                <a:close/>
                <a:moveTo>
                  <a:pt x="3495273" y="1181021"/>
                </a:moveTo>
                <a:cubicBezTo>
                  <a:pt x="3498667" y="1182756"/>
                  <a:pt x="3502650" y="1185068"/>
                  <a:pt x="3507176" y="1184001"/>
                </a:cubicBezTo>
                <a:cubicBezTo>
                  <a:pt x="3498124" y="1195031"/>
                  <a:pt x="3493418" y="1186136"/>
                  <a:pt x="3486900" y="1181510"/>
                </a:cubicBezTo>
                <a:cubicBezTo>
                  <a:pt x="3489073" y="1178130"/>
                  <a:pt x="3491879" y="1179286"/>
                  <a:pt x="3495273" y="1181021"/>
                </a:cubicBezTo>
                <a:close/>
                <a:moveTo>
                  <a:pt x="3597657" y="1177894"/>
                </a:moveTo>
                <a:cubicBezTo>
                  <a:pt x="3602075" y="1179634"/>
                  <a:pt x="3606819" y="1183115"/>
                  <a:pt x="3610353" y="1185496"/>
                </a:cubicBezTo>
                <a:cubicBezTo>
                  <a:pt x="3605516" y="1190258"/>
                  <a:pt x="3593610" y="1180733"/>
                  <a:pt x="3586913" y="1180733"/>
                </a:cubicBezTo>
                <a:cubicBezTo>
                  <a:pt x="3589146" y="1176154"/>
                  <a:pt x="3593238" y="1176154"/>
                  <a:pt x="3597657" y="1177894"/>
                </a:cubicBezTo>
                <a:close/>
                <a:moveTo>
                  <a:pt x="5648926" y="1168400"/>
                </a:moveTo>
                <a:lnTo>
                  <a:pt x="5658228" y="1179848"/>
                </a:lnTo>
                <a:cubicBezTo>
                  <a:pt x="5651159" y="1186645"/>
                  <a:pt x="5641857" y="1193442"/>
                  <a:pt x="5634788" y="1184498"/>
                </a:cubicBezTo>
                <a:cubicBezTo>
                  <a:pt x="5644090" y="1179848"/>
                  <a:pt x="5637020" y="1173050"/>
                  <a:pt x="5648926" y="1168400"/>
                </a:cubicBezTo>
                <a:close/>
                <a:moveTo>
                  <a:pt x="3531042" y="1168091"/>
                </a:moveTo>
                <a:cubicBezTo>
                  <a:pt x="3533820" y="1168664"/>
                  <a:pt x="3536642" y="1170340"/>
                  <a:pt x="3538935" y="1170340"/>
                </a:cubicBezTo>
                <a:cubicBezTo>
                  <a:pt x="3536466" y="1179159"/>
                  <a:pt x="3527647" y="1177042"/>
                  <a:pt x="3523413" y="1172456"/>
                </a:cubicBezTo>
                <a:cubicBezTo>
                  <a:pt x="3525530" y="1168047"/>
                  <a:pt x="3528264" y="1167517"/>
                  <a:pt x="3531042" y="1168091"/>
                </a:cubicBezTo>
                <a:close/>
                <a:moveTo>
                  <a:pt x="2156282" y="1167933"/>
                </a:moveTo>
                <a:cubicBezTo>
                  <a:pt x="2162323" y="1167119"/>
                  <a:pt x="2168138" y="1170015"/>
                  <a:pt x="2170500" y="1177980"/>
                </a:cubicBezTo>
                <a:cubicBezTo>
                  <a:pt x="2163595" y="1173273"/>
                  <a:pt x="2149785" y="1182325"/>
                  <a:pt x="2140700" y="1180152"/>
                </a:cubicBezTo>
                <a:cubicBezTo>
                  <a:pt x="2143971" y="1173273"/>
                  <a:pt x="2150240" y="1168748"/>
                  <a:pt x="2156282" y="1167933"/>
                </a:cubicBezTo>
                <a:close/>
                <a:moveTo>
                  <a:pt x="2543562" y="1164166"/>
                </a:moveTo>
                <a:cubicBezTo>
                  <a:pt x="2541381" y="1172986"/>
                  <a:pt x="2527572" y="1175103"/>
                  <a:pt x="2513763" y="1177572"/>
                </a:cubicBezTo>
                <a:cubicBezTo>
                  <a:pt x="2525029" y="1170869"/>
                  <a:pt x="2529753" y="1162050"/>
                  <a:pt x="2543562" y="1164166"/>
                </a:cubicBezTo>
                <a:close/>
                <a:moveTo>
                  <a:pt x="3395803" y="1161479"/>
                </a:moveTo>
                <a:cubicBezTo>
                  <a:pt x="3407159" y="1158875"/>
                  <a:pt x="3404961" y="1168176"/>
                  <a:pt x="3416684" y="1165944"/>
                </a:cubicBezTo>
                <a:cubicBezTo>
                  <a:pt x="3411922" y="1182315"/>
                  <a:pt x="3404961" y="1163712"/>
                  <a:pt x="3393238" y="1173013"/>
                </a:cubicBezTo>
                <a:cubicBezTo>
                  <a:pt x="3395803" y="1161479"/>
                  <a:pt x="3395803" y="1161479"/>
                  <a:pt x="3395803" y="1161479"/>
                </a:cubicBezTo>
                <a:close/>
                <a:moveTo>
                  <a:pt x="4922103" y="1158875"/>
                </a:moveTo>
                <a:cubicBezTo>
                  <a:pt x="4937525" y="1165672"/>
                  <a:pt x="4930865" y="1179266"/>
                  <a:pt x="4924206" y="1183917"/>
                </a:cubicBezTo>
                <a:cubicBezTo>
                  <a:pt x="4910888" y="1174616"/>
                  <a:pt x="4930865" y="1170323"/>
                  <a:pt x="4922103" y="1158875"/>
                </a:cubicBezTo>
                <a:close/>
                <a:moveTo>
                  <a:pt x="3490747" y="1158089"/>
                </a:moveTo>
                <a:cubicBezTo>
                  <a:pt x="3493037" y="1156993"/>
                  <a:pt x="3494777" y="1158133"/>
                  <a:pt x="3496059" y="1163740"/>
                </a:cubicBezTo>
                <a:cubicBezTo>
                  <a:pt x="3489099" y="1165843"/>
                  <a:pt x="3482138" y="1179161"/>
                  <a:pt x="3482138" y="1165843"/>
                </a:cubicBezTo>
                <a:cubicBezTo>
                  <a:pt x="3485619" y="1162514"/>
                  <a:pt x="3488458" y="1159184"/>
                  <a:pt x="3490747" y="1158089"/>
                </a:cubicBezTo>
                <a:close/>
                <a:moveTo>
                  <a:pt x="6411121" y="1155700"/>
                </a:moveTo>
                <a:cubicBezTo>
                  <a:pt x="6440875" y="1175728"/>
                  <a:pt x="6411121" y="1219005"/>
                  <a:pt x="6433981" y="1245829"/>
                </a:cubicBezTo>
                <a:cubicBezTo>
                  <a:pt x="6390438" y="1232238"/>
                  <a:pt x="6427087" y="1191823"/>
                  <a:pt x="6411121" y="1155700"/>
                </a:cubicBezTo>
                <a:close/>
                <a:moveTo>
                  <a:pt x="4981112" y="1155700"/>
                </a:moveTo>
                <a:cubicBezTo>
                  <a:pt x="4994668" y="1164771"/>
                  <a:pt x="4990387" y="1166948"/>
                  <a:pt x="4983609" y="1180737"/>
                </a:cubicBezTo>
                <a:cubicBezTo>
                  <a:pt x="4963275" y="1178560"/>
                  <a:pt x="4981112" y="1162594"/>
                  <a:pt x="4981112" y="1155700"/>
                </a:cubicBezTo>
                <a:close/>
                <a:moveTo>
                  <a:pt x="5592544" y="1152525"/>
                </a:moveTo>
                <a:cubicBezTo>
                  <a:pt x="5605863" y="1152525"/>
                  <a:pt x="5590441" y="1179161"/>
                  <a:pt x="5579225" y="1172502"/>
                </a:cubicBezTo>
                <a:cubicBezTo>
                  <a:pt x="5581678" y="1161637"/>
                  <a:pt x="5590441" y="1161637"/>
                  <a:pt x="5592544" y="1152525"/>
                </a:cubicBezTo>
                <a:close/>
                <a:moveTo>
                  <a:pt x="5167938" y="1150937"/>
                </a:moveTo>
                <a:cubicBezTo>
                  <a:pt x="5174740" y="1150937"/>
                  <a:pt x="5179393" y="1155616"/>
                  <a:pt x="5186194" y="1159936"/>
                </a:cubicBezTo>
                <a:cubicBezTo>
                  <a:pt x="5179393" y="1166775"/>
                  <a:pt x="5177245" y="1171454"/>
                  <a:pt x="5184047" y="1178294"/>
                </a:cubicBezTo>
                <a:cubicBezTo>
                  <a:pt x="5179393" y="1180453"/>
                  <a:pt x="5177245" y="1180453"/>
                  <a:pt x="5172592" y="1180453"/>
                </a:cubicBezTo>
                <a:cubicBezTo>
                  <a:pt x="5179393" y="1189812"/>
                  <a:pt x="5172592" y="1194132"/>
                  <a:pt x="5188342" y="1194132"/>
                </a:cubicBezTo>
                <a:cubicBezTo>
                  <a:pt x="5174740" y="1200971"/>
                  <a:pt x="5177245" y="1207810"/>
                  <a:pt x="5177245" y="1212490"/>
                </a:cubicBezTo>
                <a:cubicBezTo>
                  <a:pt x="5170444" y="1200971"/>
                  <a:pt x="5174740" y="1187293"/>
                  <a:pt x="5152188" y="1187293"/>
                </a:cubicBezTo>
                <a:cubicBezTo>
                  <a:pt x="5158989" y="1178294"/>
                  <a:pt x="5163643" y="1171454"/>
                  <a:pt x="5174740" y="1168935"/>
                </a:cubicBezTo>
                <a:cubicBezTo>
                  <a:pt x="5172592" y="1164615"/>
                  <a:pt x="5156841" y="1159936"/>
                  <a:pt x="5163643" y="1155616"/>
                </a:cubicBezTo>
                <a:cubicBezTo>
                  <a:pt x="5170444" y="1159936"/>
                  <a:pt x="5165791" y="1153097"/>
                  <a:pt x="5167938" y="1150937"/>
                </a:cubicBezTo>
                <a:close/>
                <a:moveTo>
                  <a:pt x="4880353" y="1150937"/>
                </a:moveTo>
                <a:cubicBezTo>
                  <a:pt x="4880353" y="1175995"/>
                  <a:pt x="4873284" y="1194516"/>
                  <a:pt x="4861378" y="1206137"/>
                </a:cubicBezTo>
                <a:cubicBezTo>
                  <a:pt x="4856913" y="1187616"/>
                  <a:pt x="4866215" y="1166916"/>
                  <a:pt x="4880353" y="1150937"/>
                </a:cubicBezTo>
                <a:close/>
                <a:moveTo>
                  <a:pt x="4506785" y="1149963"/>
                </a:moveTo>
                <a:cubicBezTo>
                  <a:pt x="4509320" y="1148869"/>
                  <a:pt x="4514389" y="1149374"/>
                  <a:pt x="4520001" y="1152573"/>
                </a:cubicBezTo>
                <a:cubicBezTo>
                  <a:pt x="4517829" y="1156950"/>
                  <a:pt x="4510949" y="1152573"/>
                  <a:pt x="4508777" y="1156950"/>
                </a:cubicBezTo>
                <a:cubicBezTo>
                  <a:pt x="4504251" y="1153751"/>
                  <a:pt x="4504251" y="1151057"/>
                  <a:pt x="4506785" y="1149963"/>
                </a:cubicBezTo>
                <a:close/>
                <a:moveTo>
                  <a:pt x="6053377" y="1146057"/>
                </a:moveTo>
                <a:cubicBezTo>
                  <a:pt x="6041857" y="1152898"/>
                  <a:pt x="6048697" y="1159738"/>
                  <a:pt x="6055537" y="1168739"/>
                </a:cubicBezTo>
                <a:cubicBezTo>
                  <a:pt x="6062377" y="1164419"/>
                  <a:pt x="6059857" y="1159738"/>
                  <a:pt x="6064537" y="1155418"/>
                </a:cubicBezTo>
                <a:cubicBezTo>
                  <a:pt x="6062377" y="1146057"/>
                  <a:pt x="6057697" y="1148578"/>
                  <a:pt x="6053377" y="1146057"/>
                </a:cubicBezTo>
                <a:close/>
                <a:moveTo>
                  <a:pt x="3348245" y="1143707"/>
                </a:moveTo>
                <a:cubicBezTo>
                  <a:pt x="3352664" y="1143190"/>
                  <a:pt x="3358524" y="1144311"/>
                  <a:pt x="3364291" y="1144311"/>
                </a:cubicBezTo>
                <a:cubicBezTo>
                  <a:pt x="3364291" y="1148798"/>
                  <a:pt x="3359826" y="1146382"/>
                  <a:pt x="3354989" y="1146382"/>
                </a:cubicBezTo>
                <a:cubicBezTo>
                  <a:pt x="3352757" y="1148798"/>
                  <a:pt x="3352757" y="1150868"/>
                  <a:pt x="3354989" y="1150868"/>
                </a:cubicBezTo>
                <a:cubicBezTo>
                  <a:pt x="3352757" y="1155355"/>
                  <a:pt x="3345687" y="1152939"/>
                  <a:pt x="3340850" y="1152939"/>
                </a:cubicBezTo>
                <a:cubicBezTo>
                  <a:pt x="3340850" y="1146382"/>
                  <a:pt x="3343827" y="1144225"/>
                  <a:pt x="3348245" y="1143707"/>
                </a:cubicBezTo>
                <a:close/>
                <a:moveTo>
                  <a:pt x="3476398" y="1143000"/>
                </a:moveTo>
                <a:cubicBezTo>
                  <a:pt x="3481161" y="1143000"/>
                  <a:pt x="3478596" y="1147586"/>
                  <a:pt x="3483359" y="1147586"/>
                </a:cubicBezTo>
                <a:cubicBezTo>
                  <a:pt x="3481161" y="1158522"/>
                  <a:pt x="3481161" y="1158522"/>
                  <a:pt x="3481161" y="1158522"/>
                </a:cubicBezTo>
                <a:cubicBezTo>
                  <a:pt x="3478596" y="1154289"/>
                  <a:pt x="3474200" y="1154289"/>
                  <a:pt x="3476398" y="1143000"/>
                </a:cubicBezTo>
                <a:close/>
                <a:moveTo>
                  <a:pt x="2628824" y="1143000"/>
                </a:moveTo>
                <a:cubicBezTo>
                  <a:pt x="2628824" y="1147625"/>
                  <a:pt x="2630977" y="1149760"/>
                  <a:pt x="2635641" y="1149760"/>
                </a:cubicBezTo>
                <a:cubicBezTo>
                  <a:pt x="2619854" y="1163281"/>
                  <a:pt x="2601554" y="1158655"/>
                  <a:pt x="2583613" y="1154386"/>
                </a:cubicBezTo>
                <a:cubicBezTo>
                  <a:pt x="2594737" y="1143000"/>
                  <a:pt x="2613036" y="1151895"/>
                  <a:pt x="2628824" y="1143000"/>
                </a:cubicBezTo>
                <a:close/>
                <a:moveTo>
                  <a:pt x="3053845" y="1135255"/>
                </a:moveTo>
                <a:cubicBezTo>
                  <a:pt x="3049036" y="1136421"/>
                  <a:pt x="3045080" y="1138754"/>
                  <a:pt x="3042743" y="1142162"/>
                </a:cubicBezTo>
                <a:cubicBezTo>
                  <a:pt x="3049575" y="1148980"/>
                  <a:pt x="3072230" y="1146468"/>
                  <a:pt x="3070072" y="1135345"/>
                </a:cubicBezTo>
                <a:cubicBezTo>
                  <a:pt x="3064319" y="1134089"/>
                  <a:pt x="3058655" y="1134089"/>
                  <a:pt x="3053845" y="1135255"/>
                </a:cubicBezTo>
                <a:close/>
                <a:moveTo>
                  <a:pt x="3149822" y="1135062"/>
                </a:moveTo>
                <a:cubicBezTo>
                  <a:pt x="3158994" y="1135062"/>
                  <a:pt x="3158994" y="1135062"/>
                  <a:pt x="3158994" y="1135062"/>
                </a:cubicBezTo>
                <a:cubicBezTo>
                  <a:pt x="3156524" y="1139332"/>
                  <a:pt x="3158994" y="1139332"/>
                  <a:pt x="3161110" y="1139332"/>
                </a:cubicBezTo>
                <a:cubicBezTo>
                  <a:pt x="3152291" y="1143957"/>
                  <a:pt x="3143119" y="1152853"/>
                  <a:pt x="3129713" y="1155344"/>
                </a:cubicBezTo>
                <a:cubicBezTo>
                  <a:pt x="3129713" y="1141822"/>
                  <a:pt x="3147705" y="1150718"/>
                  <a:pt x="3149822" y="1135062"/>
                </a:cubicBezTo>
                <a:close/>
                <a:moveTo>
                  <a:pt x="4822577" y="1131887"/>
                </a:moveTo>
                <a:cubicBezTo>
                  <a:pt x="4827294" y="1134451"/>
                  <a:pt x="4829471" y="1134451"/>
                  <a:pt x="4829471" y="1131887"/>
                </a:cubicBezTo>
                <a:cubicBezTo>
                  <a:pt x="4834189" y="1134451"/>
                  <a:pt x="4834189" y="1138848"/>
                  <a:pt x="4836366" y="1136649"/>
                </a:cubicBezTo>
                <a:cubicBezTo>
                  <a:pt x="4845437" y="1143610"/>
                  <a:pt x="4829471" y="1145808"/>
                  <a:pt x="4822577" y="1141412"/>
                </a:cubicBezTo>
                <a:cubicBezTo>
                  <a:pt x="4820400" y="1138848"/>
                  <a:pt x="4820400" y="1134451"/>
                  <a:pt x="4822577" y="1131887"/>
                </a:cubicBezTo>
                <a:close/>
                <a:moveTo>
                  <a:pt x="2792281" y="1131887"/>
                </a:moveTo>
                <a:cubicBezTo>
                  <a:pt x="2794397" y="1147659"/>
                  <a:pt x="2794397" y="1147659"/>
                  <a:pt x="2794397" y="1147659"/>
                </a:cubicBezTo>
                <a:cubicBezTo>
                  <a:pt x="2794397" y="1136443"/>
                  <a:pt x="2765470" y="1134340"/>
                  <a:pt x="2778875" y="1145206"/>
                </a:cubicBezTo>
                <a:cubicBezTo>
                  <a:pt x="2774289" y="1158524"/>
                  <a:pt x="2767939" y="1138546"/>
                  <a:pt x="2756650" y="1143103"/>
                </a:cubicBezTo>
                <a:cubicBezTo>
                  <a:pt x="2763353" y="1136443"/>
                  <a:pt x="2776759" y="1131887"/>
                  <a:pt x="2792281" y="1131887"/>
                </a:cubicBezTo>
                <a:close/>
                <a:moveTo>
                  <a:pt x="5039067" y="1131590"/>
                </a:moveTo>
                <a:cubicBezTo>
                  <a:pt x="5050679" y="1127125"/>
                  <a:pt x="5059750" y="1138659"/>
                  <a:pt x="5055033" y="1150565"/>
                </a:cubicBezTo>
                <a:cubicBezTo>
                  <a:pt x="5043784" y="1148332"/>
                  <a:pt x="5034713" y="1143496"/>
                  <a:pt x="5039067" y="1131590"/>
                </a:cubicBezTo>
                <a:close/>
                <a:moveTo>
                  <a:pt x="4773047" y="1130684"/>
                </a:moveTo>
                <a:cubicBezTo>
                  <a:pt x="4775207" y="1137523"/>
                  <a:pt x="4773047" y="1142202"/>
                  <a:pt x="4784208" y="1149041"/>
                </a:cubicBezTo>
                <a:cubicBezTo>
                  <a:pt x="4786728" y="1142202"/>
                  <a:pt x="4788889" y="1137523"/>
                  <a:pt x="4782048" y="1132844"/>
                </a:cubicBezTo>
                <a:cubicBezTo>
                  <a:pt x="4779887" y="1132844"/>
                  <a:pt x="4777367" y="1132844"/>
                  <a:pt x="4773047" y="1130684"/>
                </a:cubicBezTo>
                <a:close/>
                <a:moveTo>
                  <a:pt x="5181721" y="1127125"/>
                </a:moveTo>
                <a:cubicBezTo>
                  <a:pt x="5193107" y="1134194"/>
                  <a:pt x="5186346" y="1143496"/>
                  <a:pt x="5184211" y="1150565"/>
                </a:cubicBezTo>
                <a:cubicBezTo>
                  <a:pt x="5186346" y="1143496"/>
                  <a:pt x="5172825" y="1136426"/>
                  <a:pt x="5181721" y="1127125"/>
                </a:cubicBezTo>
                <a:close/>
                <a:moveTo>
                  <a:pt x="5529899" y="1124913"/>
                </a:moveTo>
                <a:cubicBezTo>
                  <a:pt x="5532235" y="1124092"/>
                  <a:pt x="5534775" y="1124247"/>
                  <a:pt x="5537587" y="1125934"/>
                </a:cubicBezTo>
                <a:cubicBezTo>
                  <a:pt x="5523799" y="1130195"/>
                  <a:pt x="5521621" y="1145820"/>
                  <a:pt x="5512550" y="1143689"/>
                </a:cubicBezTo>
                <a:cubicBezTo>
                  <a:pt x="5517720" y="1138629"/>
                  <a:pt x="5522892" y="1127377"/>
                  <a:pt x="5529899" y="1124913"/>
                </a:cubicBezTo>
                <a:close/>
                <a:moveTo>
                  <a:pt x="5982674" y="1123950"/>
                </a:moveTo>
                <a:cubicBezTo>
                  <a:pt x="5991617" y="1135239"/>
                  <a:pt x="5971226" y="1144058"/>
                  <a:pt x="5973372" y="1155347"/>
                </a:cubicBezTo>
                <a:cubicBezTo>
                  <a:pt x="5966575" y="1144058"/>
                  <a:pt x="5969079" y="1135239"/>
                  <a:pt x="5982674" y="1123950"/>
                </a:cubicBezTo>
                <a:close/>
                <a:moveTo>
                  <a:pt x="3226186" y="1116012"/>
                </a:moveTo>
                <a:cubicBezTo>
                  <a:pt x="3212350" y="1120598"/>
                  <a:pt x="3200699" y="1127301"/>
                  <a:pt x="3186863" y="1131534"/>
                </a:cubicBezTo>
                <a:cubicBezTo>
                  <a:pt x="3193781" y="1118481"/>
                  <a:pt x="3207617" y="1116012"/>
                  <a:pt x="3226186" y="1116012"/>
                </a:cubicBezTo>
                <a:close/>
                <a:moveTo>
                  <a:pt x="3145229" y="1108075"/>
                </a:moveTo>
                <a:cubicBezTo>
                  <a:pt x="3140554" y="1126374"/>
                  <a:pt x="3115382" y="1108075"/>
                  <a:pt x="3111067" y="1114892"/>
                </a:cubicBezTo>
                <a:cubicBezTo>
                  <a:pt x="3111067" y="1126374"/>
                  <a:pt x="3122214" y="1123863"/>
                  <a:pt x="3133721" y="1123863"/>
                </a:cubicBezTo>
                <a:cubicBezTo>
                  <a:pt x="3129047" y="1126374"/>
                  <a:pt x="3126889" y="1135345"/>
                  <a:pt x="3131564" y="1135345"/>
                </a:cubicBezTo>
                <a:cubicBezTo>
                  <a:pt x="3113224" y="1151133"/>
                  <a:pt x="3101717" y="1123863"/>
                  <a:pt x="3074747" y="1135345"/>
                </a:cubicBezTo>
                <a:cubicBezTo>
                  <a:pt x="3088412" y="1139650"/>
                  <a:pt x="3090569" y="1148980"/>
                  <a:pt x="3115382" y="1151133"/>
                </a:cubicBezTo>
                <a:cubicBezTo>
                  <a:pt x="3099559" y="1155797"/>
                  <a:pt x="3083737" y="1155797"/>
                  <a:pt x="3070072" y="1155797"/>
                </a:cubicBezTo>
                <a:cubicBezTo>
                  <a:pt x="3051733" y="1153285"/>
                  <a:pt x="3033753" y="1151133"/>
                  <a:pt x="3015413" y="1144315"/>
                </a:cubicBezTo>
                <a:cubicBezTo>
                  <a:pt x="3035910" y="1160103"/>
                  <a:pt x="3001748" y="1142162"/>
                  <a:pt x="2992758" y="1153285"/>
                </a:cubicBezTo>
                <a:cubicBezTo>
                  <a:pt x="2983768" y="1148980"/>
                  <a:pt x="3004265" y="1146468"/>
                  <a:pt x="2988443" y="1139650"/>
                </a:cubicBezTo>
                <a:cubicBezTo>
                  <a:pt x="2983768" y="1144315"/>
                  <a:pt x="2979093" y="1148980"/>
                  <a:pt x="2974778" y="1153285"/>
                </a:cubicBezTo>
                <a:cubicBezTo>
                  <a:pt x="2954281" y="1137498"/>
                  <a:pt x="2922277" y="1146468"/>
                  <a:pt x="2895307" y="1148980"/>
                </a:cubicBezTo>
                <a:cubicBezTo>
                  <a:pt x="2908612" y="1119557"/>
                  <a:pt x="2958596" y="1139650"/>
                  <a:pt x="2974778" y="1130680"/>
                </a:cubicBezTo>
                <a:cubicBezTo>
                  <a:pt x="2961113" y="1108075"/>
                  <a:pt x="2911129" y="1135345"/>
                  <a:pt x="2881642" y="1121710"/>
                </a:cubicBezTo>
                <a:cubicBezTo>
                  <a:pt x="2863302" y="1126374"/>
                  <a:pt x="2883799" y="1137498"/>
                  <a:pt x="2872292" y="1146468"/>
                </a:cubicBezTo>
                <a:cubicBezTo>
                  <a:pt x="2858627" y="1142162"/>
                  <a:pt x="2838130" y="1135345"/>
                  <a:pt x="2831657" y="1148980"/>
                </a:cubicBezTo>
                <a:cubicBezTo>
                  <a:pt x="2820150" y="1142162"/>
                  <a:pt x="2847480" y="1132833"/>
                  <a:pt x="2863302" y="1135345"/>
                </a:cubicBezTo>
                <a:cubicBezTo>
                  <a:pt x="2863302" y="1130680"/>
                  <a:pt x="2858627" y="1132833"/>
                  <a:pt x="2854312" y="1130680"/>
                </a:cubicBezTo>
                <a:cubicBezTo>
                  <a:pt x="2854312" y="1128527"/>
                  <a:pt x="2858627" y="1128527"/>
                  <a:pt x="2863302" y="1126374"/>
                </a:cubicBezTo>
                <a:cubicBezTo>
                  <a:pt x="2856470" y="1121710"/>
                  <a:pt x="2842805" y="1121710"/>
                  <a:pt x="2835973" y="1117045"/>
                </a:cubicBezTo>
                <a:cubicBezTo>
                  <a:pt x="2892789" y="1114892"/>
                  <a:pt x="2944931" y="1112739"/>
                  <a:pt x="2997433" y="1112739"/>
                </a:cubicBezTo>
                <a:cubicBezTo>
                  <a:pt x="3044900" y="1110228"/>
                  <a:pt x="3092727" y="1110228"/>
                  <a:pt x="3145229" y="1108075"/>
                </a:cubicBezTo>
                <a:close/>
                <a:moveTo>
                  <a:pt x="5559803" y="1091537"/>
                </a:moveTo>
                <a:cubicBezTo>
                  <a:pt x="5552734" y="1102663"/>
                  <a:pt x="5545665" y="1114149"/>
                  <a:pt x="5543432" y="1129941"/>
                </a:cubicBezTo>
                <a:cubicBezTo>
                  <a:pt x="5538595" y="1116302"/>
                  <a:pt x="5536363" y="1089025"/>
                  <a:pt x="5559803" y="1091537"/>
                </a:cubicBezTo>
                <a:close/>
                <a:moveTo>
                  <a:pt x="5163324" y="1087437"/>
                </a:moveTo>
                <a:cubicBezTo>
                  <a:pt x="5183583" y="1092154"/>
                  <a:pt x="5156571" y="1121908"/>
                  <a:pt x="5156571" y="1137874"/>
                </a:cubicBezTo>
                <a:cubicBezTo>
                  <a:pt x="5136313" y="1124085"/>
                  <a:pt x="5170077" y="1101225"/>
                  <a:pt x="5163324" y="1087437"/>
                </a:cubicBezTo>
                <a:close/>
                <a:moveTo>
                  <a:pt x="5920166" y="1070803"/>
                </a:moveTo>
                <a:cubicBezTo>
                  <a:pt x="5915329" y="1074944"/>
                  <a:pt x="5917933" y="1079430"/>
                  <a:pt x="5915329" y="1083917"/>
                </a:cubicBezTo>
                <a:cubicBezTo>
                  <a:pt x="5908259" y="1079430"/>
                  <a:pt x="5901190" y="1083917"/>
                  <a:pt x="5896725" y="1077360"/>
                </a:cubicBezTo>
                <a:cubicBezTo>
                  <a:pt x="5903794" y="1070803"/>
                  <a:pt x="5913096" y="1068387"/>
                  <a:pt x="5920166" y="1070803"/>
                </a:cubicBezTo>
                <a:close/>
                <a:moveTo>
                  <a:pt x="5197709" y="1068387"/>
                </a:moveTo>
                <a:lnTo>
                  <a:pt x="5208975" y="1077360"/>
                </a:lnTo>
                <a:cubicBezTo>
                  <a:pt x="5199889" y="1081501"/>
                  <a:pt x="5188260" y="1083917"/>
                  <a:pt x="5179175" y="1081501"/>
                </a:cubicBezTo>
                <a:cubicBezTo>
                  <a:pt x="5188260" y="1077360"/>
                  <a:pt x="5197709" y="1077360"/>
                  <a:pt x="5197709" y="1068387"/>
                </a:cubicBezTo>
                <a:close/>
                <a:moveTo>
                  <a:pt x="5130890" y="1066800"/>
                </a:moveTo>
                <a:cubicBezTo>
                  <a:pt x="5137550" y="1075895"/>
                  <a:pt x="5130890" y="1089719"/>
                  <a:pt x="5130890" y="1101361"/>
                </a:cubicBezTo>
                <a:cubicBezTo>
                  <a:pt x="5110913" y="1099178"/>
                  <a:pt x="5130890" y="1078441"/>
                  <a:pt x="5130890" y="1066800"/>
                </a:cubicBezTo>
                <a:close/>
                <a:moveTo>
                  <a:pt x="5481583" y="1063625"/>
                </a:moveTo>
                <a:cubicBezTo>
                  <a:pt x="5488380" y="1072696"/>
                  <a:pt x="5483730" y="1079590"/>
                  <a:pt x="5479079" y="1088662"/>
                </a:cubicBezTo>
                <a:cubicBezTo>
                  <a:pt x="5463338" y="1079590"/>
                  <a:pt x="5479079" y="1072696"/>
                  <a:pt x="5481583" y="1063625"/>
                </a:cubicBezTo>
                <a:close/>
                <a:moveTo>
                  <a:pt x="5043167" y="1057275"/>
                </a:moveTo>
                <a:cubicBezTo>
                  <a:pt x="5061337" y="1064094"/>
                  <a:pt x="5031538" y="1075220"/>
                  <a:pt x="5052252" y="1077733"/>
                </a:cubicBezTo>
                <a:cubicBezTo>
                  <a:pt x="5045347" y="1098191"/>
                  <a:pt x="5045347" y="1098191"/>
                  <a:pt x="5045347" y="1098191"/>
                </a:cubicBezTo>
                <a:cubicBezTo>
                  <a:pt x="5036262" y="1084552"/>
                  <a:pt x="5034082" y="1070913"/>
                  <a:pt x="5043167" y="1057275"/>
                </a:cubicBezTo>
                <a:close/>
                <a:moveTo>
                  <a:pt x="4815275" y="1057241"/>
                </a:moveTo>
                <a:cubicBezTo>
                  <a:pt x="4796741" y="1059424"/>
                  <a:pt x="4801465" y="1073248"/>
                  <a:pt x="4796741" y="1087073"/>
                </a:cubicBezTo>
                <a:cubicBezTo>
                  <a:pt x="4787655" y="1075431"/>
                  <a:pt x="4785475" y="1052512"/>
                  <a:pt x="4815275" y="1057241"/>
                </a:cubicBezTo>
                <a:close/>
                <a:moveTo>
                  <a:pt x="4497762" y="1055780"/>
                </a:moveTo>
                <a:cubicBezTo>
                  <a:pt x="4501973" y="1055246"/>
                  <a:pt x="4507303" y="1056216"/>
                  <a:pt x="4513645" y="1059567"/>
                </a:cubicBezTo>
                <a:cubicBezTo>
                  <a:pt x="4502249" y="1059567"/>
                  <a:pt x="4495264" y="1066270"/>
                  <a:pt x="4493058" y="1077559"/>
                </a:cubicBezTo>
                <a:cubicBezTo>
                  <a:pt x="4482580" y="1072532"/>
                  <a:pt x="4485131" y="1057385"/>
                  <a:pt x="4497762" y="1055780"/>
                </a:cubicBezTo>
                <a:close/>
                <a:moveTo>
                  <a:pt x="5900828" y="1042987"/>
                </a:moveTo>
                <a:cubicBezTo>
                  <a:pt x="5907488" y="1049881"/>
                  <a:pt x="5898725" y="1058952"/>
                  <a:pt x="5894169" y="1068024"/>
                </a:cubicBezTo>
                <a:cubicBezTo>
                  <a:pt x="5880850" y="1058952"/>
                  <a:pt x="5894169" y="1049881"/>
                  <a:pt x="5900828" y="1042987"/>
                </a:cubicBezTo>
                <a:close/>
                <a:moveTo>
                  <a:pt x="5620615" y="1042987"/>
                </a:moveTo>
                <a:cubicBezTo>
                  <a:pt x="5631881" y="1052072"/>
                  <a:pt x="5634425" y="1056796"/>
                  <a:pt x="5622795" y="1070606"/>
                </a:cubicBezTo>
                <a:cubicBezTo>
                  <a:pt x="5604625" y="1072786"/>
                  <a:pt x="5620615" y="1054616"/>
                  <a:pt x="5620615" y="1042987"/>
                </a:cubicBezTo>
                <a:close/>
                <a:moveTo>
                  <a:pt x="4965582" y="1041074"/>
                </a:moveTo>
                <a:cubicBezTo>
                  <a:pt x="4968426" y="1039292"/>
                  <a:pt x="4972363" y="1038782"/>
                  <a:pt x="4978189" y="1041085"/>
                </a:cubicBezTo>
                <a:cubicBezTo>
                  <a:pt x="4980374" y="1067652"/>
                  <a:pt x="4950517" y="1058796"/>
                  <a:pt x="4954886" y="1074383"/>
                </a:cubicBezTo>
                <a:cubicBezTo>
                  <a:pt x="4941050" y="1072257"/>
                  <a:pt x="4941050" y="1072257"/>
                  <a:pt x="4941050" y="1072257"/>
                </a:cubicBezTo>
                <a:cubicBezTo>
                  <a:pt x="4947968" y="1049941"/>
                  <a:pt x="4947968" y="1049941"/>
                  <a:pt x="4947968" y="1049941"/>
                </a:cubicBezTo>
                <a:cubicBezTo>
                  <a:pt x="4958345" y="1063224"/>
                  <a:pt x="4957048" y="1046420"/>
                  <a:pt x="4965582" y="1041074"/>
                </a:cubicBezTo>
                <a:close/>
                <a:moveTo>
                  <a:pt x="5920959" y="1038772"/>
                </a:moveTo>
                <a:cubicBezTo>
                  <a:pt x="5916494" y="1045532"/>
                  <a:pt x="5932866" y="1052293"/>
                  <a:pt x="5916494" y="1056919"/>
                </a:cubicBezTo>
                <a:cubicBezTo>
                  <a:pt x="5909425" y="1052293"/>
                  <a:pt x="5911657" y="1036637"/>
                  <a:pt x="5920959" y="1038772"/>
                </a:cubicBezTo>
                <a:close/>
                <a:moveTo>
                  <a:pt x="5207601" y="1038225"/>
                </a:moveTo>
                <a:cubicBezTo>
                  <a:pt x="5216903" y="1044985"/>
                  <a:pt x="5216903" y="1051746"/>
                  <a:pt x="5204997" y="1058506"/>
                </a:cubicBezTo>
                <a:cubicBezTo>
                  <a:pt x="5198300" y="1056371"/>
                  <a:pt x="5204997" y="1051746"/>
                  <a:pt x="5193463" y="1047476"/>
                </a:cubicBezTo>
                <a:cubicBezTo>
                  <a:pt x="5198300" y="1044985"/>
                  <a:pt x="5202765" y="1040715"/>
                  <a:pt x="5207601" y="1038225"/>
                </a:cubicBezTo>
                <a:close/>
                <a:moveTo>
                  <a:pt x="4805936" y="1031875"/>
                </a:moveTo>
                <a:cubicBezTo>
                  <a:pt x="4808053" y="1036637"/>
                  <a:pt x="4816872" y="1055320"/>
                  <a:pt x="4801350" y="1050558"/>
                </a:cubicBezTo>
                <a:cubicBezTo>
                  <a:pt x="4808053" y="1043598"/>
                  <a:pt x="4803467" y="1041400"/>
                  <a:pt x="4805936" y="1031875"/>
                </a:cubicBezTo>
                <a:close/>
                <a:moveTo>
                  <a:pt x="4717566" y="1025525"/>
                </a:moveTo>
                <a:cubicBezTo>
                  <a:pt x="4724269" y="1027781"/>
                  <a:pt x="4717566" y="1034924"/>
                  <a:pt x="4726385" y="1037180"/>
                </a:cubicBezTo>
                <a:cubicBezTo>
                  <a:pt x="4724269" y="1039436"/>
                  <a:pt x="4715449" y="1034924"/>
                  <a:pt x="4710863" y="1032292"/>
                </a:cubicBezTo>
                <a:cubicBezTo>
                  <a:pt x="4715449" y="1032292"/>
                  <a:pt x="4717566" y="1030036"/>
                  <a:pt x="4717566" y="1025525"/>
                </a:cubicBezTo>
                <a:close/>
                <a:moveTo>
                  <a:pt x="5379076" y="1020762"/>
                </a:moveTo>
                <a:cubicBezTo>
                  <a:pt x="5399480" y="1031862"/>
                  <a:pt x="5381224" y="1050125"/>
                  <a:pt x="5376928" y="1068029"/>
                </a:cubicBezTo>
                <a:cubicBezTo>
                  <a:pt x="5363325" y="1054780"/>
                  <a:pt x="5381224" y="1038666"/>
                  <a:pt x="5379076" y="1020762"/>
                </a:cubicBezTo>
                <a:close/>
                <a:moveTo>
                  <a:pt x="4686637" y="1012621"/>
                </a:moveTo>
                <a:cubicBezTo>
                  <a:pt x="4681957" y="1012621"/>
                  <a:pt x="4675117" y="1021620"/>
                  <a:pt x="4681957" y="1023779"/>
                </a:cubicBezTo>
                <a:cubicBezTo>
                  <a:pt x="4684117" y="1023779"/>
                  <a:pt x="4686637" y="1023779"/>
                  <a:pt x="4690958" y="1026299"/>
                </a:cubicBezTo>
                <a:cubicBezTo>
                  <a:pt x="4688798" y="1028459"/>
                  <a:pt x="4688798" y="1030618"/>
                  <a:pt x="4690958" y="1030618"/>
                </a:cubicBezTo>
                <a:cubicBezTo>
                  <a:pt x="4690958" y="1023779"/>
                  <a:pt x="4700319" y="1026299"/>
                  <a:pt x="4700319" y="1021620"/>
                </a:cubicBezTo>
                <a:cubicBezTo>
                  <a:pt x="4688798" y="1019460"/>
                  <a:pt x="4693479" y="1014781"/>
                  <a:pt x="4686637" y="1012621"/>
                </a:cubicBezTo>
                <a:close/>
                <a:moveTo>
                  <a:pt x="4732779" y="1009650"/>
                </a:moveTo>
                <a:cubicBezTo>
                  <a:pt x="4739088" y="1016610"/>
                  <a:pt x="4717006" y="1014412"/>
                  <a:pt x="4721563" y="1023570"/>
                </a:cubicBezTo>
                <a:cubicBezTo>
                  <a:pt x="4712450" y="1016610"/>
                  <a:pt x="4725769" y="1009650"/>
                  <a:pt x="4732779" y="1009650"/>
                </a:cubicBezTo>
                <a:close/>
                <a:moveTo>
                  <a:pt x="5490855" y="993775"/>
                </a:moveTo>
                <a:cubicBezTo>
                  <a:pt x="5504260" y="993775"/>
                  <a:pt x="5499674" y="1007296"/>
                  <a:pt x="5497557" y="1014056"/>
                </a:cubicBezTo>
                <a:cubicBezTo>
                  <a:pt x="5490855" y="1007296"/>
                  <a:pt x="5488738" y="1000535"/>
                  <a:pt x="5490855" y="993775"/>
                </a:cubicBezTo>
                <a:close/>
                <a:moveTo>
                  <a:pt x="4813257" y="993775"/>
                </a:moveTo>
                <a:cubicBezTo>
                  <a:pt x="4824791" y="1011766"/>
                  <a:pt x="4817721" y="1009297"/>
                  <a:pt x="4815489" y="1031522"/>
                </a:cubicBezTo>
                <a:cubicBezTo>
                  <a:pt x="4801350" y="1022703"/>
                  <a:pt x="4810652" y="1007180"/>
                  <a:pt x="4813257" y="993775"/>
                </a:cubicBezTo>
                <a:close/>
                <a:moveTo>
                  <a:pt x="4914286" y="989224"/>
                </a:moveTo>
                <a:cubicBezTo>
                  <a:pt x="4910525" y="990345"/>
                  <a:pt x="4907081" y="993126"/>
                  <a:pt x="4903637" y="995278"/>
                </a:cubicBezTo>
                <a:cubicBezTo>
                  <a:pt x="4908350" y="1004607"/>
                  <a:pt x="4924300" y="1004607"/>
                  <a:pt x="4926837" y="993125"/>
                </a:cubicBezTo>
                <a:cubicBezTo>
                  <a:pt x="4922125" y="988641"/>
                  <a:pt x="4918047" y="988102"/>
                  <a:pt x="4914286" y="989224"/>
                </a:cubicBezTo>
                <a:close/>
                <a:moveTo>
                  <a:pt x="5612011" y="987425"/>
                </a:moveTo>
                <a:cubicBezTo>
                  <a:pt x="5616152" y="996398"/>
                  <a:pt x="5618568" y="1021521"/>
                  <a:pt x="5609595" y="1028341"/>
                </a:cubicBezTo>
                <a:cubicBezTo>
                  <a:pt x="5605454" y="1016856"/>
                  <a:pt x="5603038" y="994244"/>
                  <a:pt x="5612011" y="987425"/>
                </a:cubicBezTo>
                <a:close/>
                <a:moveTo>
                  <a:pt x="5570639" y="987425"/>
                </a:moveTo>
                <a:cubicBezTo>
                  <a:pt x="5597916" y="996504"/>
                  <a:pt x="5565973" y="1019745"/>
                  <a:pt x="5579612" y="1040082"/>
                </a:cubicBezTo>
                <a:cubicBezTo>
                  <a:pt x="5572792" y="1042624"/>
                  <a:pt x="5565973" y="1042624"/>
                  <a:pt x="5557000" y="1040082"/>
                </a:cubicBezTo>
                <a:cubicBezTo>
                  <a:pt x="5565973" y="1017203"/>
                  <a:pt x="5565973" y="1012845"/>
                  <a:pt x="5570639" y="987425"/>
                </a:cubicBezTo>
                <a:close/>
                <a:moveTo>
                  <a:pt x="4994669" y="975857"/>
                </a:moveTo>
                <a:cubicBezTo>
                  <a:pt x="4985774" y="994161"/>
                  <a:pt x="4990399" y="1000981"/>
                  <a:pt x="4979014" y="1012466"/>
                </a:cubicBezTo>
                <a:cubicBezTo>
                  <a:pt x="4974388" y="1007800"/>
                  <a:pt x="4976879" y="971550"/>
                  <a:pt x="4994669" y="975857"/>
                </a:cubicBezTo>
                <a:close/>
                <a:moveTo>
                  <a:pt x="6083047" y="973137"/>
                </a:moveTo>
                <a:cubicBezTo>
                  <a:pt x="6098979" y="984592"/>
                  <a:pt x="6096806" y="995689"/>
                  <a:pt x="6101151" y="1009292"/>
                </a:cubicBezTo>
                <a:cubicBezTo>
                  <a:pt x="6087392" y="993541"/>
                  <a:pt x="6080875" y="982086"/>
                  <a:pt x="6083047" y="973137"/>
                </a:cubicBezTo>
                <a:close/>
                <a:moveTo>
                  <a:pt x="4816248" y="973137"/>
                </a:moveTo>
                <a:cubicBezTo>
                  <a:pt x="4823209" y="973137"/>
                  <a:pt x="4827972" y="988659"/>
                  <a:pt x="4814050" y="984426"/>
                </a:cubicBezTo>
                <a:cubicBezTo>
                  <a:pt x="4821011" y="979840"/>
                  <a:pt x="4816248" y="979840"/>
                  <a:pt x="4816248" y="973137"/>
                </a:cubicBezTo>
                <a:close/>
                <a:moveTo>
                  <a:pt x="4593161" y="973137"/>
                </a:moveTo>
                <a:cubicBezTo>
                  <a:pt x="4620017" y="973137"/>
                  <a:pt x="4590654" y="989508"/>
                  <a:pt x="4595309" y="996578"/>
                </a:cubicBezTo>
                <a:cubicBezTo>
                  <a:pt x="4572750" y="989508"/>
                  <a:pt x="4604261" y="977974"/>
                  <a:pt x="4593161" y="973137"/>
                </a:cubicBezTo>
                <a:close/>
                <a:moveTo>
                  <a:pt x="4523064" y="953847"/>
                </a:moveTo>
                <a:cubicBezTo>
                  <a:pt x="4526826" y="956547"/>
                  <a:pt x="4525512" y="968956"/>
                  <a:pt x="4530506" y="962248"/>
                </a:cubicBezTo>
                <a:cubicBezTo>
                  <a:pt x="4543825" y="964395"/>
                  <a:pt x="4528403" y="971192"/>
                  <a:pt x="4528403" y="971192"/>
                </a:cubicBezTo>
                <a:cubicBezTo>
                  <a:pt x="4517188" y="968688"/>
                  <a:pt x="4528403" y="959744"/>
                  <a:pt x="4517188" y="955451"/>
                </a:cubicBezTo>
                <a:cubicBezTo>
                  <a:pt x="4519992" y="953126"/>
                  <a:pt x="4521810" y="952947"/>
                  <a:pt x="4523064" y="953847"/>
                </a:cubicBezTo>
                <a:close/>
                <a:moveTo>
                  <a:pt x="5450373" y="950564"/>
                </a:moveTo>
                <a:cubicBezTo>
                  <a:pt x="5432013" y="957404"/>
                  <a:pt x="5459373" y="964245"/>
                  <a:pt x="5441373" y="971085"/>
                </a:cubicBezTo>
                <a:cubicBezTo>
                  <a:pt x="5445693" y="975406"/>
                  <a:pt x="5452533" y="973246"/>
                  <a:pt x="5448213" y="977926"/>
                </a:cubicBezTo>
                <a:cubicBezTo>
                  <a:pt x="5459373" y="977926"/>
                  <a:pt x="5464053" y="957404"/>
                  <a:pt x="5450373" y="950564"/>
                </a:cubicBezTo>
                <a:close/>
                <a:moveTo>
                  <a:pt x="4536736" y="946150"/>
                </a:moveTo>
                <a:cubicBezTo>
                  <a:pt x="4550162" y="948714"/>
                  <a:pt x="4545808" y="957872"/>
                  <a:pt x="4538914" y="960070"/>
                </a:cubicBezTo>
                <a:cubicBezTo>
                  <a:pt x="4525125" y="957872"/>
                  <a:pt x="4529842" y="948714"/>
                  <a:pt x="4536736" y="946150"/>
                </a:cubicBezTo>
                <a:close/>
                <a:moveTo>
                  <a:pt x="5673017" y="943611"/>
                </a:moveTo>
                <a:cubicBezTo>
                  <a:pt x="5683251" y="945743"/>
                  <a:pt x="5693686" y="959181"/>
                  <a:pt x="5690475" y="971186"/>
                </a:cubicBezTo>
                <a:cubicBezTo>
                  <a:pt x="5674779" y="968639"/>
                  <a:pt x="5674779" y="968639"/>
                  <a:pt x="5674779" y="968639"/>
                </a:cubicBezTo>
                <a:cubicBezTo>
                  <a:pt x="5681557" y="952632"/>
                  <a:pt x="5670141" y="952632"/>
                  <a:pt x="5663363" y="945720"/>
                </a:cubicBezTo>
                <a:cubicBezTo>
                  <a:pt x="5666217" y="943446"/>
                  <a:pt x="5669606" y="942900"/>
                  <a:pt x="5673017" y="943611"/>
                </a:cubicBezTo>
                <a:close/>
                <a:moveTo>
                  <a:pt x="4748089" y="942975"/>
                </a:moveTo>
                <a:cubicBezTo>
                  <a:pt x="4764474" y="947692"/>
                  <a:pt x="4750638" y="963658"/>
                  <a:pt x="4745904" y="968012"/>
                </a:cubicBezTo>
                <a:cubicBezTo>
                  <a:pt x="4725150" y="961480"/>
                  <a:pt x="4750638" y="956763"/>
                  <a:pt x="4748089" y="942975"/>
                </a:cubicBezTo>
                <a:close/>
                <a:moveTo>
                  <a:pt x="5424739" y="940703"/>
                </a:moveTo>
                <a:cubicBezTo>
                  <a:pt x="5413127" y="944972"/>
                  <a:pt x="5435987" y="951733"/>
                  <a:pt x="5424739" y="958494"/>
                </a:cubicBezTo>
                <a:cubicBezTo>
                  <a:pt x="5410950" y="954224"/>
                  <a:pt x="5415304" y="938212"/>
                  <a:pt x="5424739" y="940703"/>
                </a:cubicBezTo>
                <a:close/>
                <a:moveTo>
                  <a:pt x="6083182" y="936625"/>
                </a:moveTo>
                <a:cubicBezTo>
                  <a:pt x="6094716" y="943284"/>
                  <a:pt x="6090251" y="952046"/>
                  <a:pt x="6099553" y="952046"/>
                </a:cubicBezTo>
                <a:cubicBezTo>
                  <a:pt x="6092484" y="956602"/>
                  <a:pt x="6094716" y="963261"/>
                  <a:pt x="6090251" y="961158"/>
                </a:cubicBezTo>
                <a:cubicBezTo>
                  <a:pt x="6087647" y="954499"/>
                  <a:pt x="6076113" y="954499"/>
                  <a:pt x="6083182" y="936625"/>
                </a:cubicBezTo>
                <a:close/>
                <a:moveTo>
                  <a:pt x="5645537" y="935037"/>
                </a:moveTo>
                <a:cubicBezTo>
                  <a:pt x="5645537" y="975971"/>
                  <a:pt x="5638632" y="1008211"/>
                  <a:pt x="5627367" y="1042625"/>
                </a:cubicBezTo>
                <a:cubicBezTo>
                  <a:pt x="5615738" y="1006037"/>
                  <a:pt x="5638632" y="966915"/>
                  <a:pt x="5645537" y="935037"/>
                </a:cubicBezTo>
                <a:close/>
                <a:moveTo>
                  <a:pt x="4859725" y="934850"/>
                </a:moveTo>
                <a:cubicBezTo>
                  <a:pt x="4865394" y="934850"/>
                  <a:pt x="4872198" y="936016"/>
                  <a:pt x="4876734" y="934939"/>
                </a:cubicBezTo>
                <a:cubicBezTo>
                  <a:pt x="4870202" y="957545"/>
                  <a:pt x="4893062" y="984815"/>
                  <a:pt x="4858591" y="1002756"/>
                </a:cubicBezTo>
                <a:cubicBezTo>
                  <a:pt x="4860768" y="1009574"/>
                  <a:pt x="4865485" y="1002756"/>
                  <a:pt x="4874556" y="1005268"/>
                </a:cubicBezTo>
                <a:cubicBezTo>
                  <a:pt x="4876734" y="1014238"/>
                  <a:pt x="4849519" y="1014238"/>
                  <a:pt x="4860768" y="1018903"/>
                </a:cubicBezTo>
                <a:cubicBezTo>
                  <a:pt x="4856414" y="1025720"/>
                  <a:pt x="4853874" y="1012085"/>
                  <a:pt x="4840085" y="1014238"/>
                </a:cubicBezTo>
                <a:cubicBezTo>
                  <a:pt x="4837908" y="1021056"/>
                  <a:pt x="4837908" y="1021056"/>
                  <a:pt x="4837908" y="1021056"/>
                </a:cubicBezTo>
                <a:cubicBezTo>
                  <a:pt x="4840085" y="1025720"/>
                  <a:pt x="4846979" y="1021056"/>
                  <a:pt x="4851696" y="1030026"/>
                </a:cubicBezTo>
                <a:cubicBezTo>
                  <a:pt x="4828836" y="1034691"/>
                  <a:pt x="4817225" y="1012085"/>
                  <a:pt x="4835731" y="991633"/>
                </a:cubicBezTo>
                <a:cubicBezTo>
                  <a:pt x="4837908" y="993786"/>
                  <a:pt x="4842625" y="995939"/>
                  <a:pt x="4849519" y="998450"/>
                </a:cubicBezTo>
                <a:cubicBezTo>
                  <a:pt x="4860768" y="995939"/>
                  <a:pt x="4858591" y="980151"/>
                  <a:pt x="4867662" y="975486"/>
                </a:cubicBezTo>
                <a:cubicBezTo>
                  <a:pt x="4863308" y="966515"/>
                  <a:pt x="4858591" y="962210"/>
                  <a:pt x="4842625" y="964363"/>
                </a:cubicBezTo>
                <a:cubicBezTo>
                  <a:pt x="4840085" y="950727"/>
                  <a:pt x="4853874" y="950727"/>
                  <a:pt x="4863308" y="946063"/>
                </a:cubicBezTo>
                <a:cubicBezTo>
                  <a:pt x="4867662" y="934939"/>
                  <a:pt x="4844802" y="950727"/>
                  <a:pt x="4849519" y="941757"/>
                </a:cubicBezTo>
                <a:cubicBezTo>
                  <a:pt x="4849519" y="936016"/>
                  <a:pt x="4854055" y="934850"/>
                  <a:pt x="4859725" y="934850"/>
                </a:cubicBezTo>
                <a:close/>
                <a:moveTo>
                  <a:pt x="5401202" y="930275"/>
                </a:moveTo>
                <a:cubicBezTo>
                  <a:pt x="5413108" y="932421"/>
                  <a:pt x="5403434" y="946016"/>
                  <a:pt x="5415341" y="946016"/>
                </a:cubicBezTo>
                <a:cubicBezTo>
                  <a:pt x="5413108" y="955317"/>
                  <a:pt x="5403434" y="955317"/>
                  <a:pt x="5391900" y="952813"/>
                </a:cubicBezTo>
                <a:cubicBezTo>
                  <a:pt x="5391900" y="941723"/>
                  <a:pt x="5396365" y="937072"/>
                  <a:pt x="5401202" y="930275"/>
                </a:cubicBezTo>
                <a:close/>
                <a:moveTo>
                  <a:pt x="4981350" y="927662"/>
                </a:moveTo>
                <a:cubicBezTo>
                  <a:pt x="4988238" y="925115"/>
                  <a:pt x="4990775" y="943669"/>
                  <a:pt x="4995125" y="932028"/>
                </a:cubicBezTo>
                <a:cubicBezTo>
                  <a:pt x="5002013" y="934574"/>
                  <a:pt x="4997663" y="941486"/>
                  <a:pt x="5004188" y="941486"/>
                </a:cubicBezTo>
                <a:cubicBezTo>
                  <a:pt x="4995125" y="955311"/>
                  <a:pt x="4983888" y="920750"/>
                  <a:pt x="4981350" y="945852"/>
                </a:cubicBezTo>
                <a:cubicBezTo>
                  <a:pt x="4958513" y="943669"/>
                  <a:pt x="4972288" y="932028"/>
                  <a:pt x="4981350" y="927662"/>
                </a:cubicBezTo>
                <a:close/>
                <a:moveTo>
                  <a:pt x="4564606" y="922866"/>
                </a:moveTo>
                <a:cubicBezTo>
                  <a:pt x="4573369" y="920750"/>
                  <a:pt x="4586688" y="927453"/>
                  <a:pt x="4586688" y="936272"/>
                </a:cubicBezTo>
                <a:cubicBezTo>
                  <a:pt x="4571266" y="934155"/>
                  <a:pt x="4560050" y="929569"/>
                  <a:pt x="4564606" y="922866"/>
                </a:cubicBezTo>
                <a:close/>
                <a:moveTo>
                  <a:pt x="4951850" y="915987"/>
                </a:moveTo>
                <a:cubicBezTo>
                  <a:pt x="4956563" y="947919"/>
                  <a:pt x="4944963" y="984156"/>
                  <a:pt x="4931187" y="1029363"/>
                </a:cubicBezTo>
                <a:cubicBezTo>
                  <a:pt x="4917413" y="1065600"/>
                  <a:pt x="4906175" y="1113318"/>
                  <a:pt x="4878625" y="1147403"/>
                </a:cubicBezTo>
                <a:cubicBezTo>
                  <a:pt x="4864850" y="1138075"/>
                  <a:pt x="4892400" y="1106502"/>
                  <a:pt x="4892400" y="1079234"/>
                </a:cubicBezTo>
                <a:cubicBezTo>
                  <a:pt x="4894575" y="1058783"/>
                  <a:pt x="4889863" y="1063447"/>
                  <a:pt x="4899287" y="1047661"/>
                </a:cubicBezTo>
                <a:cubicBezTo>
                  <a:pt x="4899287" y="1042997"/>
                  <a:pt x="4892400" y="1020393"/>
                  <a:pt x="4885513" y="1040844"/>
                </a:cubicBezTo>
                <a:cubicBezTo>
                  <a:pt x="4880800" y="1018240"/>
                  <a:pt x="4913063" y="993125"/>
                  <a:pt x="4899287" y="972675"/>
                </a:cubicBezTo>
                <a:cubicBezTo>
                  <a:pt x="4913063" y="979492"/>
                  <a:pt x="4913063" y="974827"/>
                  <a:pt x="4924300" y="981644"/>
                </a:cubicBezTo>
                <a:cubicBezTo>
                  <a:pt x="4924300" y="981644"/>
                  <a:pt x="4924300" y="981644"/>
                  <a:pt x="4926837" y="968011"/>
                </a:cubicBezTo>
                <a:cubicBezTo>
                  <a:pt x="4929013" y="963705"/>
                  <a:pt x="4919950" y="963705"/>
                  <a:pt x="4913063" y="961552"/>
                </a:cubicBezTo>
                <a:cubicBezTo>
                  <a:pt x="4944963" y="959041"/>
                  <a:pt x="4938075" y="927468"/>
                  <a:pt x="4951850" y="915987"/>
                </a:cubicBezTo>
                <a:close/>
                <a:moveTo>
                  <a:pt x="5031086" y="911783"/>
                </a:moveTo>
                <a:cubicBezTo>
                  <a:pt x="5056574" y="914287"/>
                  <a:pt x="5028902" y="930028"/>
                  <a:pt x="5026717" y="934679"/>
                </a:cubicBezTo>
                <a:cubicBezTo>
                  <a:pt x="5017250" y="932175"/>
                  <a:pt x="5024168" y="909637"/>
                  <a:pt x="5031086" y="911783"/>
                </a:cubicBezTo>
                <a:close/>
                <a:moveTo>
                  <a:pt x="4615083" y="911225"/>
                </a:moveTo>
                <a:cubicBezTo>
                  <a:pt x="4632722" y="918185"/>
                  <a:pt x="4610497" y="922948"/>
                  <a:pt x="4621786" y="927710"/>
                </a:cubicBezTo>
                <a:cubicBezTo>
                  <a:pt x="4619317" y="929908"/>
                  <a:pt x="4617200" y="927710"/>
                  <a:pt x="4617200" y="927710"/>
                </a:cubicBezTo>
                <a:cubicBezTo>
                  <a:pt x="4608381" y="925146"/>
                  <a:pt x="4606264" y="927710"/>
                  <a:pt x="4594975" y="925146"/>
                </a:cubicBezTo>
                <a:cubicBezTo>
                  <a:pt x="4599561" y="918185"/>
                  <a:pt x="4612614" y="920750"/>
                  <a:pt x="4615083" y="911225"/>
                </a:cubicBezTo>
                <a:close/>
                <a:moveTo>
                  <a:pt x="5420853" y="902681"/>
                </a:moveTo>
                <a:lnTo>
                  <a:pt x="5420123" y="903142"/>
                </a:lnTo>
                <a:lnTo>
                  <a:pt x="5420767" y="903528"/>
                </a:lnTo>
                <a:close/>
                <a:moveTo>
                  <a:pt x="5445693" y="891520"/>
                </a:moveTo>
                <a:lnTo>
                  <a:pt x="5453609" y="901168"/>
                </a:lnTo>
                <a:lnTo>
                  <a:pt x="5454884" y="900000"/>
                </a:lnTo>
                <a:cubicBezTo>
                  <a:pt x="5459245" y="902147"/>
                  <a:pt x="5466150" y="906798"/>
                  <a:pt x="5463969" y="913595"/>
                </a:cubicBezTo>
                <a:lnTo>
                  <a:pt x="5456977" y="914300"/>
                </a:lnTo>
                <a:lnTo>
                  <a:pt x="5457213" y="916362"/>
                </a:lnTo>
                <a:cubicBezTo>
                  <a:pt x="5459373" y="914201"/>
                  <a:pt x="5461893" y="916362"/>
                  <a:pt x="5466213" y="914201"/>
                </a:cubicBezTo>
                <a:cubicBezTo>
                  <a:pt x="5473053" y="907361"/>
                  <a:pt x="5457213" y="895840"/>
                  <a:pt x="5470893" y="895840"/>
                </a:cubicBezTo>
                <a:cubicBezTo>
                  <a:pt x="5477733" y="911681"/>
                  <a:pt x="5464053" y="927882"/>
                  <a:pt x="5473053" y="943724"/>
                </a:cubicBezTo>
                <a:cubicBezTo>
                  <a:pt x="5477733" y="945884"/>
                  <a:pt x="5484573" y="934723"/>
                  <a:pt x="5489253" y="939043"/>
                </a:cubicBezTo>
                <a:cubicBezTo>
                  <a:pt x="5479893" y="945884"/>
                  <a:pt x="5491413" y="950564"/>
                  <a:pt x="5477733" y="957404"/>
                </a:cubicBezTo>
                <a:cubicBezTo>
                  <a:pt x="5473053" y="955244"/>
                  <a:pt x="5470893" y="950564"/>
                  <a:pt x="5466213" y="952724"/>
                </a:cubicBezTo>
                <a:cubicBezTo>
                  <a:pt x="5466213" y="962085"/>
                  <a:pt x="5473053" y="984766"/>
                  <a:pt x="5484573" y="977926"/>
                </a:cubicBezTo>
                <a:cubicBezTo>
                  <a:pt x="5473053" y="984766"/>
                  <a:pt x="5479893" y="989087"/>
                  <a:pt x="5468373" y="995927"/>
                </a:cubicBezTo>
                <a:cubicBezTo>
                  <a:pt x="5457213" y="989087"/>
                  <a:pt x="5479893" y="980086"/>
                  <a:pt x="5466213" y="973246"/>
                </a:cubicBezTo>
                <a:cubicBezTo>
                  <a:pt x="5455053" y="986926"/>
                  <a:pt x="5459373" y="991607"/>
                  <a:pt x="5438853" y="1002768"/>
                </a:cubicBezTo>
                <a:cubicBezTo>
                  <a:pt x="5441373" y="1007448"/>
                  <a:pt x="5443533" y="1009608"/>
                  <a:pt x="5443533" y="1012128"/>
                </a:cubicBezTo>
                <a:cubicBezTo>
                  <a:pt x="5452533" y="1012128"/>
                  <a:pt x="5448213" y="1009608"/>
                  <a:pt x="5455053" y="1002768"/>
                </a:cubicBezTo>
                <a:cubicBezTo>
                  <a:pt x="5459373" y="1007448"/>
                  <a:pt x="5464053" y="1007448"/>
                  <a:pt x="5468373" y="1005288"/>
                </a:cubicBezTo>
                <a:cubicBezTo>
                  <a:pt x="5479893" y="1012128"/>
                  <a:pt x="5470893" y="1021129"/>
                  <a:pt x="5477733" y="1027969"/>
                </a:cubicBezTo>
                <a:cubicBezTo>
                  <a:pt x="5493573" y="1023289"/>
                  <a:pt x="5479893" y="1005288"/>
                  <a:pt x="5493573" y="1016448"/>
                </a:cubicBezTo>
                <a:cubicBezTo>
                  <a:pt x="5491413" y="1027969"/>
                  <a:pt x="5489253" y="1052811"/>
                  <a:pt x="5479893" y="1057491"/>
                </a:cubicBezTo>
                <a:cubicBezTo>
                  <a:pt x="5484573" y="1052811"/>
                  <a:pt x="5477733" y="1045971"/>
                  <a:pt x="5470893" y="1041650"/>
                </a:cubicBezTo>
                <a:cubicBezTo>
                  <a:pt x="5455053" y="1059651"/>
                  <a:pt x="5470893" y="1084853"/>
                  <a:pt x="5457213" y="1093854"/>
                </a:cubicBezTo>
                <a:cubicBezTo>
                  <a:pt x="5461893" y="1098534"/>
                  <a:pt x="5466213" y="1096014"/>
                  <a:pt x="5470893" y="1091694"/>
                </a:cubicBezTo>
                <a:cubicBezTo>
                  <a:pt x="5482413" y="1098534"/>
                  <a:pt x="5479893" y="1105375"/>
                  <a:pt x="5479893" y="1114375"/>
                </a:cubicBezTo>
                <a:cubicBezTo>
                  <a:pt x="5455053" y="1130216"/>
                  <a:pt x="5464053" y="1155418"/>
                  <a:pt x="5468373" y="1182420"/>
                </a:cubicBezTo>
                <a:cubicBezTo>
                  <a:pt x="5464053" y="1178100"/>
                  <a:pt x="5468373" y="1164419"/>
                  <a:pt x="5457213" y="1168739"/>
                </a:cubicBezTo>
                <a:cubicBezTo>
                  <a:pt x="5443533" y="1178100"/>
                  <a:pt x="5464053" y="1189620"/>
                  <a:pt x="5459373" y="1198621"/>
                </a:cubicBezTo>
                <a:cubicBezTo>
                  <a:pt x="5452533" y="1198621"/>
                  <a:pt x="5448213" y="1189620"/>
                  <a:pt x="5441373" y="1198621"/>
                </a:cubicBezTo>
                <a:cubicBezTo>
                  <a:pt x="5441373" y="1198621"/>
                  <a:pt x="5441373" y="1198621"/>
                  <a:pt x="5452533" y="1207622"/>
                </a:cubicBezTo>
                <a:cubicBezTo>
                  <a:pt x="5432013" y="1221303"/>
                  <a:pt x="5466213" y="1237144"/>
                  <a:pt x="5461893" y="1252985"/>
                </a:cubicBezTo>
                <a:cubicBezTo>
                  <a:pt x="5451633" y="1258745"/>
                  <a:pt x="5448213" y="1268466"/>
                  <a:pt x="5449608" y="1276746"/>
                </a:cubicBezTo>
                <a:lnTo>
                  <a:pt x="5452007" y="1281441"/>
                </a:lnTo>
                <a:lnTo>
                  <a:pt x="5463307" y="1282181"/>
                </a:lnTo>
                <a:lnTo>
                  <a:pt x="5463108" y="1281517"/>
                </a:lnTo>
                <a:cubicBezTo>
                  <a:pt x="5461713" y="1278097"/>
                  <a:pt x="5461713" y="1275846"/>
                  <a:pt x="5468373" y="1278186"/>
                </a:cubicBezTo>
                <a:cubicBezTo>
                  <a:pt x="5461893" y="1287187"/>
                  <a:pt x="5479893" y="1273506"/>
                  <a:pt x="5482413" y="1280347"/>
                </a:cubicBezTo>
                <a:lnTo>
                  <a:pt x="5475630" y="1287844"/>
                </a:lnTo>
                <a:lnTo>
                  <a:pt x="5477261" y="1290544"/>
                </a:lnTo>
                <a:lnTo>
                  <a:pt x="5473110" y="1290630"/>
                </a:lnTo>
                <a:lnTo>
                  <a:pt x="5461893" y="1303028"/>
                </a:lnTo>
                <a:cubicBezTo>
                  <a:pt x="5455053" y="1297448"/>
                  <a:pt x="5452173" y="1295198"/>
                  <a:pt x="5450418" y="1292633"/>
                </a:cubicBezTo>
                <a:lnTo>
                  <a:pt x="5449119" y="1289254"/>
                </a:lnTo>
                <a:lnTo>
                  <a:pt x="5446156" y="1288338"/>
                </a:lnTo>
                <a:lnTo>
                  <a:pt x="5444293" y="1284292"/>
                </a:lnTo>
                <a:lnTo>
                  <a:pt x="5434353" y="1312299"/>
                </a:lnTo>
                <a:cubicBezTo>
                  <a:pt x="5433813" y="1322560"/>
                  <a:pt x="5436693" y="1331650"/>
                  <a:pt x="5443533" y="1337231"/>
                </a:cubicBezTo>
                <a:cubicBezTo>
                  <a:pt x="5436693" y="1332550"/>
                  <a:pt x="5427693" y="1348751"/>
                  <a:pt x="5425533" y="1350911"/>
                </a:cubicBezTo>
                <a:cubicBezTo>
                  <a:pt x="5445693" y="1355592"/>
                  <a:pt x="5418693" y="1371433"/>
                  <a:pt x="5423013" y="1380433"/>
                </a:cubicBezTo>
                <a:cubicBezTo>
                  <a:pt x="5427693" y="1382954"/>
                  <a:pt x="5443533" y="1394114"/>
                  <a:pt x="5438853" y="1398795"/>
                </a:cubicBezTo>
                <a:cubicBezTo>
                  <a:pt x="5429853" y="1396275"/>
                  <a:pt x="5423013" y="1394114"/>
                  <a:pt x="5414013" y="1398795"/>
                </a:cubicBezTo>
                <a:cubicBezTo>
                  <a:pt x="5427693" y="1414636"/>
                  <a:pt x="5395652" y="1414636"/>
                  <a:pt x="5411853" y="1430477"/>
                </a:cubicBezTo>
                <a:cubicBezTo>
                  <a:pt x="5414013" y="1421476"/>
                  <a:pt x="5418693" y="1428317"/>
                  <a:pt x="5425533" y="1430477"/>
                </a:cubicBezTo>
                <a:cubicBezTo>
                  <a:pt x="5420853" y="1441998"/>
                  <a:pt x="5420853" y="1464679"/>
                  <a:pt x="5407173" y="1448838"/>
                </a:cubicBezTo>
                <a:cubicBezTo>
                  <a:pt x="5414013" y="1464679"/>
                  <a:pt x="5418693" y="1489881"/>
                  <a:pt x="5402493" y="1507882"/>
                </a:cubicBezTo>
                <a:cubicBezTo>
                  <a:pt x="5402493" y="1507882"/>
                  <a:pt x="5402493" y="1507882"/>
                  <a:pt x="5411853" y="1516883"/>
                </a:cubicBezTo>
                <a:cubicBezTo>
                  <a:pt x="5400332" y="1528404"/>
                  <a:pt x="5400332" y="1507882"/>
                  <a:pt x="5393492" y="1512563"/>
                </a:cubicBezTo>
                <a:cubicBezTo>
                  <a:pt x="5391332" y="1530564"/>
                  <a:pt x="5402493" y="1542085"/>
                  <a:pt x="5393492" y="1562606"/>
                </a:cubicBezTo>
                <a:cubicBezTo>
                  <a:pt x="5405013" y="1557926"/>
                  <a:pt x="5393492" y="1551085"/>
                  <a:pt x="5405013" y="1546765"/>
                </a:cubicBezTo>
                <a:cubicBezTo>
                  <a:pt x="5398172" y="1557926"/>
                  <a:pt x="5407173" y="1583127"/>
                  <a:pt x="5391332" y="1585288"/>
                </a:cubicBezTo>
                <a:cubicBezTo>
                  <a:pt x="5395652" y="1583127"/>
                  <a:pt x="5395652" y="1566926"/>
                  <a:pt x="5391332" y="1571607"/>
                </a:cubicBezTo>
                <a:cubicBezTo>
                  <a:pt x="5386652" y="1580607"/>
                  <a:pt x="5377652" y="1589968"/>
                  <a:pt x="5386652" y="1603289"/>
                </a:cubicBezTo>
                <a:cubicBezTo>
                  <a:pt x="5391332" y="1596448"/>
                  <a:pt x="5391332" y="1587448"/>
                  <a:pt x="5400332" y="1596448"/>
                </a:cubicBezTo>
                <a:cubicBezTo>
                  <a:pt x="5393492" y="1603289"/>
                  <a:pt x="5398172" y="1614810"/>
                  <a:pt x="5384492" y="1607969"/>
                </a:cubicBezTo>
                <a:cubicBezTo>
                  <a:pt x="5402493" y="1614810"/>
                  <a:pt x="5388812" y="1619490"/>
                  <a:pt x="5391332" y="1630651"/>
                </a:cubicBezTo>
                <a:cubicBezTo>
                  <a:pt x="5395832" y="1628491"/>
                  <a:pt x="5398622" y="1625700"/>
                  <a:pt x="5401727" y="1622865"/>
                </a:cubicBezTo>
                <a:lnTo>
                  <a:pt x="5408220" y="1618608"/>
                </a:lnTo>
                <a:lnTo>
                  <a:pt x="5410031" y="1612904"/>
                </a:lnTo>
                <a:lnTo>
                  <a:pt x="5412279" y="1610086"/>
                </a:lnTo>
                <a:lnTo>
                  <a:pt x="5411403" y="1607699"/>
                </a:lnTo>
                <a:cubicBezTo>
                  <a:pt x="5411673" y="1605179"/>
                  <a:pt x="5411673" y="1602389"/>
                  <a:pt x="5407173" y="1598968"/>
                </a:cubicBezTo>
                <a:cubicBezTo>
                  <a:pt x="5448213" y="1589968"/>
                  <a:pt x="5411853" y="1546765"/>
                  <a:pt x="5448213" y="1528404"/>
                </a:cubicBezTo>
                <a:cubicBezTo>
                  <a:pt x="5438853" y="1512563"/>
                  <a:pt x="5466213" y="1501042"/>
                  <a:pt x="5452533" y="1485201"/>
                </a:cubicBezTo>
                <a:cubicBezTo>
                  <a:pt x="5464053" y="1462519"/>
                  <a:pt x="5475213" y="1437317"/>
                  <a:pt x="5475213" y="1412476"/>
                </a:cubicBezTo>
                <a:cubicBezTo>
                  <a:pt x="5482413" y="1414636"/>
                  <a:pt x="5489253" y="1407795"/>
                  <a:pt x="5495733" y="1412476"/>
                </a:cubicBezTo>
                <a:cubicBezTo>
                  <a:pt x="5495733" y="1405635"/>
                  <a:pt x="5505093" y="1400955"/>
                  <a:pt x="5498253" y="1394114"/>
                </a:cubicBezTo>
                <a:cubicBezTo>
                  <a:pt x="5509413" y="1385114"/>
                  <a:pt x="5518773" y="1387274"/>
                  <a:pt x="5527773" y="1385114"/>
                </a:cubicBezTo>
                <a:cubicBezTo>
                  <a:pt x="5520933" y="1378273"/>
                  <a:pt x="5516253" y="1371433"/>
                  <a:pt x="5509413" y="1369273"/>
                </a:cubicBezTo>
                <a:cubicBezTo>
                  <a:pt x="5511933" y="1355592"/>
                  <a:pt x="5525613" y="1350911"/>
                  <a:pt x="5529933" y="1348751"/>
                </a:cubicBezTo>
                <a:cubicBezTo>
                  <a:pt x="5520933" y="1341911"/>
                  <a:pt x="5516253" y="1341911"/>
                  <a:pt x="5520933" y="1332550"/>
                </a:cubicBezTo>
                <a:cubicBezTo>
                  <a:pt x="5534613" y="1335070"/>
                  <a:pt x="5529933" y="1350911"/>
                  <a:pt x="5543613" y="1346231"/>
                </a:cubicBezTo>
                <a:cubicBezTo>
                  <a:pt x="5541453" y="1337231"/>
                  <a:pt x="5534613" y="1321389"/>
                  <a:pt x="5552613" y="1323550"/>
                </a:cubicBezTo>
                <a:cubicBezTo>
                  <a:pt x="5548293" y="1316709"/>
                  <a:pt x="5550453" y="1312389"/>
                  <a:pt x="5548293" y="1305548"/>
                </a:cubicBezTo>
                <a:cubicBezTo>
                  <a:pt x="5538933" y="1307708"/>
                  <a:pt x="5532093" y="1307708"/>
                  <a:pt x="5525613" y="1296188"/>
                </a:cubicBezTo>
                <a:cubicBezTo>
                  <a:pt x="5534613" y="1289707"/>
                  <a:pt x="5529933" y="1303028"/>
                  <a:pt x="5543613" y="1296188"/>
                </a:cubicBezTo>
                <a:cubicBezTo>
                  <a:pt x="5534613" y="1280347"/>
                  <a:pt x="5552613" y="1273506"/>
                  <a:pt x="5552613" y="1255505"/>
                </a:cubicBezTo>
                <a:cubicBezTo>
                  <a:pt x="5564133" y="1266666"/>
                  <a:pt x="5561973" y="1271346"/>
                  <a:pt x="5575653" y="1269186"/>
                </a:cubicBezTo>
                <a:cubicBezTo>
                  <a:pt x="5568813" y="1273506"/>
                  <a:pt x="5582493" y="1278186"/>
                  <a:pt x="5584653" y="1282867"/>
                </a:cubicBezTo>
                <a:cubicBezTo>
                  <a:pt x="5577813" y="1291867"/>
                  <a:pt x="5579973" y="1300868"/>
                  <a:pt x="5577813" y="1309869"/>
                </a:cubicBezTo>
                <a:cubicBezTo>
                  <a:pt x="5568813" y="1305548"/>
                  <a:pt x="5577813" y="1291867"/>
                  <a:pt x="5566293" y="1296188"/>
                </a:cubicBezTo>
                <a:cubicBezTo>
                  <a:pt x="5577813" y="1307708"/>
                  <a:pt x="5548293" y="1319229"/>
                  <a:pt x="5570973" y="1323550"/>
                </a:cubicBezTo>
                <a:cubicBezTo>
                  <a:pt x="5552613" y="1339391"/>
                  <a:pt x="5548293" y="1350911"/>
                  <a:pt x="5538933" y="1369273"/>
                </a:cubicBezTo>
                <a:lnTo>
                  <a:pt x="5542511" y="1372068"/>
                </a:lnTo>
                <a:lnTo>
                  <a:pt x="5548694" y="1361765"/>
                </a:lnTo>
                <a:cubicBezTo>
                  <a:pt x="5553811" y="1359517"/>
                  <a:pt x="5561262" y="1358370"/>
                  <a:pt x="5569341" y="1357312"/>
                </a:cubicBezTo>
                <a:lnTo>
                  <a:pt x="5542884" y="1372360"/>
                </a:lnTo>
                <a:lnTo>
                  <a:pt x="5550453" y="1378273"/>
                </a:lnTo>
                <a:cubicBezTo>
                  <a:pt x="5548293" y="1380433"/>
                  <a:pt x="5543613" y="1385114"/>
                  <a:pt x="5550453" y="1387274"/>
                </a:cubicBezTo>
                <a:cubicBezTo>
                  <a:pt x="5541453" y="1400955"/>
                  <a:pt x="5538933" y="1380433"/>
                  <a:pt x="5532093" y="1387274"/>
                </a:cubicBezTo>
                <a:cubicBezTo>
                  <a:pt x="5525613" y="1396275"/>
                  <a:pt x="5532093" y="1405635"/>
                  <a:pt x="5543613" y="1405635"/>
                </a:cubicBezTo>
                <a:cubicBezTo>
                  <a:pt x="5536773" y="1412476"/>
                  <a:pt x="5532093" y="1405635"/>
                  <a:pt x="5525613" y="1412476"/>
                </a:cubicBezTo>
                <a:cubicBezTo>
                  <a:pt x="5520933" y="1428317"/>
                  <a:pt x="5536773" y="1435157"/>
                  <a:pt x="5511933" y="1448838"/>
                </a:cubicBezTo>
                <a:cubicBezTo>
                  <a:pt x="5516253" y="1455679"/>
                  <a:pt x="5523093" y="1448838"/>
                  <a:pt x="5525613" y="1455679"/>
                </a:cubicBezTo>
                <a:cubicBezTo>
                  <a:pt x="5518773" y="1469360"/>
                  <a:pt x="5516253" y="1471520"/>
                  <a:pt x="5529933" y="1466839"/>
                </a:cubicBezTo>
                <a:cubicBezTo>
                  <a:pt x="5529933" y="1473680"/>
                  <a:pt x="5518773" y="1480520"/>
                  <a:pt x="5516253" y="1487361"/>
                </a:cubicBezTo>
                <a:cubicBezTo>
                  <a:pt x="5527773" y="1514723"/>
                  <a:pt x="5495733" y="1535244"/>
                  <a:pt x="5491413" y="1553605"/>
                </a:cubicBezTo>
                <a:cubicBezTo>
                  <a:pt x="5498253" y="1564766"/>
                  <a:pt x="5505093" y="1580607"/>
                  <a:pt x="5518773" y="1573767"/>
                </a:cubicBezTo>
                <a:cubicBezTo>
                  <a:pt x="5514093" y="1566926"/>
                  <a:pt x="5507253" y="1569446"/>
                  <a:pt x="5509413" y="1560086"/>
                </a:cubicBezTo>
                <a:cubicBezTo>
                  <a:pt x="5516253" y="1551085"/>
                  <a:pt x="5518773" y="1566926"/>
                  <a:pt x="5525613" y="1557926"/>
                </a:cubicBezTo>
                <a:cubicBezTo>
                  <a:pt x="5538933" y="1521563"/>
                  <a:pt x="5548293" y="1485201"/>
                  <a:pt x="5570973" y="1448838"/>
                </a:cubicBezTo>
                <a:cubicBezTo>
                  <a:pt x="5582493" y="1457839"/>
                  <a:pt x="5568813" y="1464679"/>
                  <a:pt x="5573133" y="1471520"/>
                </a:cubicBezTo>
                <a:cubicBezTo>
                  <a:pt x="5584653" y="1476200"/>
                  <a:pt x="5584653" y="1462519"/>
                  <a:pt x="5593653" y="1471520"/>
                </a:cubicBezTo>
                <a:cubicBezTo>
                  <a:pt x="5589333" y="1476200"/>
                  <a:pt x="5584653" y="1476200"/>
                  <a:pt x="5579973" y="1476200"/>
                </a:cubicBezTo>
                <a:cubicBezTo>
                  <a:pt x="5586813" y="1492041"/>
                  <a:pt x="5593653" y="1494201"/>
                  <a:pt x="5591493" y="1507882"/>
                </a:cubicBezTo>
                <a:cubicBezTo>
                  <a:pt x="5589333" y="1492041"/>
                  <a:pt x="5579973" y="1503202"/>
                  <a:pt x="5570973" y="1494201"/>
                </a:cubicBezTo>
                <a:cubicBezTo>
                  <a:pt x="5575653" y="1492041"/>
                  <a:pt x="5584653" y="1487361"/>
                  <a:pt x="5582493" y="1483041"/>
                </a:cubicBezTo>
                <a:cubicBezTo>
                  <a:pt x="5575653" y="1483041"/>
                  <a:pt x="5568813" y="1473680"/>
                  <a:pt x="5559453" y="1480520"/>
                </a:cubicBezTo>
                <a:cubicBezTo>
                  <a:pt x="5582493" y="1483041"/>
                  <a:pt x="5557293" y="1492041"/>
                  <a:pt x="5566293" y="1505722"/>
                </a:cubicBezTo>
                <a:cubicBezTo>
                  <a:pt x="5575653" y="1498882"/>
                  <a:pt x="5579973" y="1516883"/>
                  <a:pt x="5582493" y="1521563"/>
                </a:cubicBezTo>
                <a:cubicBezTo>
                  <a:pt x="5568813" y="1542085"/>
                  <a:pt x="5573133" y="1601129"/>
                  <a:pt x="5550453" y="1612649"/>
                </a:cubicBezTo>
                <a:cubicBezTo>
                  <a:pt x="5555133" y="1616970"/>
                  <a:pt x="5564133" y="1607969"/>
                  <a:pt x="5568813" y="1619490"/>
                </a:cubicBezTo>
                <a:cubicBezTo>
                  <a:pt x="5543613" y="1628491"/>
                  <a:pt x="5545773" y="1633171"/>
                  <a:pt x="5536773" y="1649012"/>
                </a:cubicBezTo>
                <a:cubicBezTo>
                  <a:pt x="5536773" y="1635331"/>
                  <a:pt x="5523093" y="1635331"/>
                  <a:pt x="5532093" y="1626330"/>
                </a:cubicBezTo>
                <a:cubicBezTo>
                  <a:pt x="5534613" y="1630651"/>
                  <a:pt x="5536773" y="1633171"/>
                  <a:pt x="5543613" y="1628491"/>
                </a:cubicBezTo>
                <a:cubicBezTo>
                  <a:pt x="5538933" y="1623810"/>
                  <a:pt x="5538933" y="1610129"/>
                  <a:pt x="5529933" y="1607969"/>
                </a:cubicBezTo>
                <a:cubicBezTo>
                  <a:pt x="5534613" y="1619490"/>
                  <a:pt x="5507253" y="1646852"/>
                  <a:pt x="5538933" y="1658013"/>
                </a:cubicBezTo>
                <a:cubicBezTo>
                  <a:pt x="5532093" y="1667013"/>
                  <a:pt x="5534613" y="1676374"/>
                  <a:pt x="5527773" y="1685374"/>
                </a:cubicBezTo>
                <a:cubicBezTo>
                  <a:pt x="5516253" y="1676374"/>
                  <a:pt x="5525613" y="1660173"/>
                  <a:pt x="5511933" y="1664853"/>
                </a:cubicBezTo>
                <a:cubicBezTo>
                  <a:pt x="5500413" y="1671693"/>
                  <a:pt x="5520933" y="1687535"/>
                  <a:pt x="5509413" y="1694375"/>
                </a:cubicBezTo>
                <a:cubicBezTo>
                  <a:pt x="5536773" y="1694375"/>
                  <a:pt x="5507253" y="1728577"/>
                  <a:pt x="5520933" y="1735418"/>
                </a:cubicBezTo>
                <a:cubicBezTo>
                  <a:pt x="5511933" y="1735418"/>
                  <a:pt x="5516253" y="1730738"/>
                  <a:pt x="5509413" y="1728577"/>
                </a:cubicBezTo>
                <a:cubicBezTo>
                  <a:pt x="5502573" y="1735418"/>
                  <a:pt x="5495733" y="1746939"/>
                  <a:pt x="5507253" y="1749099"/>
                </a:cubicBezTo>
                <a:cubicBezTo>
                  <a:pt x="5491413" y="1755939"/>
                  <a:pt x="5505093" y="1762780"/>
                  <a:pt x="5489253" y="1762780"/>
                </a:cubicBezTo>
                <a:cubicBezTo>
                  <a:pt x="5486733" y="1773941"/>
                  <a:pt x="5489253" y="1785461"/>
                  <a:pt x="5500413" y="1787621"/>
                </a:cubicBezTo>
                <a:cubicBezTo>
                  <a:pt x="5500413" y="1801302"/>
                  <a:pt x="5484573" y="1783301"/>
                  <a:pt x="5484573" y="1794462"/>
                </a:cubicBezTo>
                <a:cubicBezTo>
                  <a:pt x="5493573" y="1796982"/>
                  <a:pt x="5500413" y="1803823"/>
                  <a:pt x="5486733" y="1817503"/>
                </a:cubicBezTo>
                <a:cubicBezTo>
                  <a:pt x="5482413" y="1819664"/>
                  <a:pt x="5479893" y="1810663"/>
                  <a:pt x="5475213" y="1810663"/>
                </a:cubicBezTo>
                <a:cubicBezTo>
                  <a:pt x="5470893" y="1821824"/>
                  <a:pt x="5479893" y="1817503"/>
                  <a:pt x="5484573" y="1821824"/>
                </a:cubicBezTo>
                <a:cubicBezTo>
                  <a:pt x="5477733" y="1823984"/>
                  <a:pt x="5479893" y="1828664"/>
                  <a:pt x="5473053" y="1830824"/>
                </a:cubicBezTo>
                <a:cubicBezTo>
                  <a:pt x="5459373" y="1830824"/>
                  <a:pt x="5479893" y="1814983"/>
                  <a:pt x="5464053" y="1814983"/>
                </a:cubicBezTo>
                <a:cubicBezTo>
                  <a:pt x="5452533" y="1826504"/>
                  <a:pt x="5457213" y="1844505"/>
                  <a:pt x="5475213" y="1847026"/>
                </a:cubicBezTo>
                <a:cubicBezTo>
                  <a:pt x="5457213" y="1849186"/>
                  <a:pt x="5438853" y="1860346"/>
                  <a:pt x="5459373" y="1867187"/>
                </a:cubicBezTo>
                <a:cubicBezTo>
                  <a:pt x="5455053" y="1876548"/>
                  <a:pt x="5452533" y="1869707"/>
                  <a:pt x="5443533" y="1869707"/>
                </a:cubicBezTo>
                <a:cubicBezTo>
                  <a:pt x="5438853" y="1903909"/>
                  <a:pt x="5420853" y="1912910"/>
                  <a:pt x="5418693" y="1947112"/>
                </a:cubicBezTo>
                <a:cubicBezTo>
                  <a:pt x="5407173" y="1953953"/>
                  <a:pt x="5405013" y="1944592"/>
                  <a:pt x="5398172" y="1947112"/>
                </a:cubicBezTo>
                <a:cubicBezTo>
                  <a:pt x="5395652" y="1965114"/>
                  <a:pt x="5407173" y="1981315"/>
                  <a:pt x="5386652" y="1981315"/>
                </a:cubicBezTo>
                <a:cubicBezTo>
                  <a:pt x="5391332" y="1994636"/>
                  <a:pt x="5377652" y="1999316"/>
                  <a:pt x="5384492" y="2006156"/>
                </a:cubicBezTo>
                <a:cubicBezTo>
                  <a:pt x="5381972" y="2003996"/>
                  <a:pt x="5377652" y="2006156"/>
                  <a:pt x="5372972" y="2006156"/>
                </a:cubicBezTo>
                <a:cubicBezTo>
                  <a:pt x="5377652" y="2015157"/>
                  <a:pt x="5372972" y="2060880"/>
                  <a:pt x="5352452" y="2049359"/>
                </a:cubicBezTo>
                <a:lnTo>
                  <a:pt x="5354735" y="2071448"/>
                </a:lnTo>
                <a:lnTo>
                  <a:pt x="5355247" y="2071804"/>
                </a:lnTo>
                <a:lnTo>
                  <a:pt x="5354899" y="2073029"/>
                </a:lnTo>
                <a:lnTo>
                  <a:pt x="5355062" y="2074606"/>
                </a:lnTo>
                <a:cubicBezTo>
                  <a:pt x="5355332" y="2082842"/>
                  <a:pt x="5355872" y="2090222"/>
                  <a:pt x="5359292" y="2094723"/>
                </a:cubicBezTo>
                <a:cubicBezTo>
                  <a:pt x="5329772" y="2097243"/>
                  <a:pt x="5322932" y="2156287"/>
                  <a:pt x="5309251" y="2131085"/>
                </a:cubicBezTo>
                <a:cubicBezTo>
                  <a:pt x="5295571" y="2138286"/>
                  <a:pt x="5318611" y="2149446"/>
                  <a:pt x="5298091" y="2151606"/>
                </a:cubicBezTo>
                <a:cubicBezTo>
                  <a:pt x="5286571" y="2154127"/>
                  <a:pt x="5311771" y="2138286"/>
                  <a:pt x="5295571" y="2138286"/>
                </a:cubicBezTo>
                <a:cubicBezTo>
                  <a:pt x="5284411" y="2145126"/>
                  <a:pt x="5268211" y="2163127"/>
                  <a:pt x="5288731" y="2172128"/>
                </a:cubicBezTo>
                <a:cubicBezTo>
                  <a:pt x="5288731" y="2165287"/>
                  <a:pt x="5300251" y="2151606"/>
                  <a:pt x="5304571" y="2158447"/>
                </a:cubicBezTo>
                <a:cubicBezTo>
                  <a:pt x="5291251" y="2172128"/>
                  <a:pt x="5279731" y="2192649"/>
                  <a:pt x="5261731" y="2194809"/>
                </a:cubicBezTo>
                <a:cubicBezTo>
                  <a:pt x="5259211" y="2206330"/>
                  <a:pt x="5272891" y="2194809"/>
                  <a:pt x="5270731" y="2208490"/>
                </a:cubicBezTo>
                <a:cubicBezTo>
                  <a:pt x="5252371" y="2211011"/>
                  <a:pt x="5263891" y="2217851"/>
                  <a:pt x="5254891" y="2224691"/>
                </a:cubicBezTo>
                <a:lnTo>
                  <a:pt x="5267986" y="2224691"/>
                </a:lnTo>
                <a:lnTo>
                  <a:pt x="5266401" y="2223500"/>
                </a:lnTo>
                <a:cubicBezTo>
                  <a:pt x="5262492" y="2215795"/>
                  <a:pt x="5276452" y="2209456"/>
                  <a:pt x="5281553" y="2204330"/>
                </a:cubicBezTo>
                <a:lnTo>
                  <a:pt x="5289665" y="2208092"/>
                </a:lnTo>
                <a:lnTo>
                  <a:pt x="5294363" y="2206646"/>
                </a:lnTo>
                <a:lnTo>
                  <a:pt x="5306611" y="2199654"/>
                </a:lnTo>
                <a:cubicBezTo>
                  <a:pt x="5288355" y="2190662"/>
                  <a:pt x="5301957" y="2211164"/>
                  <a:pt x="5284059" y="2199654"/>
                </a:cubicBezTo>
                <a:cubicBezTo>
                  <a:pt x="5290860" y="2192821"/>
                  <a:pt x="5297662" y="2185987"/>
                  <a:pt x="5315560" y="2190662"/>
                </a:cubicBezTo>
                <a:cubicBezTo>
                  <a:pt x="5324867" y="2199654"/>
                  <a:pt x="5297662" y="2206488"/>
                  <a:pt x="5320213" y="2217998"/>
                </a:cubicBezTo>
                <a:cubicBezTo>
                  <a:pt x="5315739" y="2216739"/>
                  <a:pt x="5305537" y="2216739"/>
                  <a:pt x="5297303" y="2215885"/>
                </a:cubicBezTo>
                <a:lnTo>
                  <a:pt x="5293414" y="2215027"/>
                </a:lnTo>
                <a:lnTo>
                  <a:pt x="5286571" y="2226852"/>
                </a:lnTo>
                <a:lnTo>
                  <a:pt x="5277110" y="2228525"/>
                </a:lnTo>
                <a:lnTo>
                  <a:pt x="5277258" y="2231665"/>
                </a:lnTo>
                <a:lnTo>
                  <a:pt x="5273426" y="2228783"/>
                </a:lnTo>
                <a:lnTo>
                  <a:pt x="5264476" y="2227977"/>
                </a:lnTo>
                <a:cubicBezTo>
                  <a:pt x="5258221" y="2227392"/>
                  <a:pt x="5253631" y="2227932"/>
                  <a:pt x="5252371" y="2235852"/>
                </a:cubicBezTo>
                <a:cubicBezTo>
                  <a:pt x="5252371" y="2241613"/>
                  <a:pt x="5254711" y="2243953"/>
                  <a:pt x="5257321" y="2246248"/>
                </a:cubicBezTo>
                <a:lnTo>
                  <a:pt x="5259631" y="2249808"/>
                </a:lnTo>
                <a:lnTo>
                  <a:pt x="5261836" y="2246704"/>
                </a:lnTo>
                <a:cubicBezTo>
                  <a:pt x="5266102" y="2242139"/>
                  <a:pt x="5270890" y="2238103"/>
                  <a:pt x="5275387" y="2235200"/>
                </a:cubicBezTo>
                <a:cubicBezTo>
                  <a:pt x="5282222" y="2237740"/>
                  <a:pt x="5289057" y="2242094"/>
                  <a:pt x="5291575" y="2239917"/>
                </a:cubicBezTo>
                <a:cubicBezTo>
                  <a:pt x="5307403" y="2248988"/>
                  <a:pt x="5293734" y="2253705"/>
                  <a:pt x="5293734" y="2255883"/>
                </a:cubicBezTo>
                <a:cubicBezTo>
                  <a:pt x="5282222" y="2258060"/>
                  <a:pt x="5277905" y="2248988"/>
                  <a:pt x="5286899" y="2246811"/>
                </a:cubicBezTo>
                <a:cubicBezTo>
                  <a:pt x="5282222" y="2246811"/>
                  <a:pt x="5280064" y="2248988"/>
                  <a:pt x="5271071" y="2244634"/>
                </a:cubicBezTo>
                <a:cubicBezTo>
                  <a:pt x="5268553" y="2251165"/>
                  <a:pt x="5275387" y="2255883"/>
                  <a:pt x="5275387" y="2260600"/>
                </a:cubicBezTo>
                <a:cubicBezTo>
                  <a:pt x="5289057" y="2253705"/>
                  <a:pt x="5300568" y="2269671"/>
                  <a:pt x="5300568" y="2278743"/>
                </a:cubicBezTo>
                <a:lnTo>
                  <a:pt x="5290124" y="2273957"/>
                </a:lnTo>
                <a:lnTo>
                  <a:pt x="5284411" y="2279055"/>
                </a:lnTo>
                <a:cubicBezTo>
                  <a:pt x="5298091" y="2274735"/>
                  <a:pt x="5291251" y="2285896"/>
                  <a:pt x="5288731" y="2290576"/>
                </a:cubicBezTo>
                <a:cubicBezTo>
                  <a:pt x="5298091" y="2279055"/>
                  <a:pt x="5309251" y="2274735"/>
                  <a:pt x="5320772" y="2279055"/>
                </a:cubicBezTo>
                <a:cubicBezTo>
                  <a:pt x="5309251" y="2274735"/>
                  <a:pt x="5309251" y="2292736"/>
                  <a:pt x="5316091" y="2290576"/>
                </a:cubicBezTo>
                <a:cubicBezTo>
                  <a:pt x="5336612" y="2279055"/>
                  <a:pt x="5329772" y="2251693"/>
                  <a:pt x="5341292" y="2238372"/>
                </a:cubicBezTo>
                <a:cubicBezTo>
                  <a:pt x="5343452" y="2247373"/>
                  <a:pt x="5341292" y="2261054"/>
                  <a:pt x="5357132" y="2254213"/>
                </a:cubicBezTo>
                <a:cubicBezTo>
                  <a:pt x="5348132" y="2238372"/>
                  <a:pt x="5345612" y="2211011"/>
                  <a:pt x="5366132" y="2211011"/>
                </a:cubicBezTo>
                <a:cubicBezTo>
                  <a:pt x="5359292" y="2211011"/>
                  <a:pt x="5354972" y="2222171"/>
                  <a:pt x="5363972" y="2222171"/>
                </a:cubicBezTo>
                <a:cubicBezTo>
                  <a:pt x="5370812" y="2211011"/>
                  <a:pt x="5381972" y="2201650"/>
                  <a:pt x="5384492" y="2185809"/>
                </a:cubicBezTo>
                <a:cubicBezTo>
                  <a:pt x="5393492" y="2183649"/>
                  <a:pt x="5400332" y="2183649"/>
                  <a:pt x="5405013" y="2185809"/>
                </a:cubicBezTo>
                <a:cubicBezTo>
                  <a:pt x="5407173" y="2172128"/>
                  <a:pt x="5402493" y="2176808"/>
                  <a:pt x="5400332" y="2163127"/>
                </a:cubicBezTo>
                <a:cubicBezTo>
                  <a:pt x="5407173" y="2163127"/>
                  <a:pt x="5407173" y="2158447"/>
                  <a:pt x="5414013" y="2156287"/>
                </a:cubicBezTo>
                <a:cubicBezTo>
                  <a:pt x="5420853" y="2156287"/>
                  <a:pt x="5418693" y="2163127"/>
                  <a:pt x="5423013" y="2160967"/>
                </a:cubicBezTo>
                <a:cubicBezTo>
                  <a:pt x="5450373" y="2140446"/>
                  <a:pt x="5443533" y="2113084"/>
                  <a:pt x="5455053" y="2087882"/>
                </a:cubicBezTo>
                <a:cubicBezTo>
                  <a:pt x="5459373" y="2094723"/>
                  <a:pt x="5466213" y="2101563"/>
                  <a:pt x="5475213" y="2104083"/>
                </a:cubicBezTo>
                <a:cubicBezTo>
                  <a:pt x="5477733" y="2094723"/>
                  <a:pt x="5489253" y="2087882"/>
                  <a:pt x="5482413" y="2074561"/>
                </a:cubicBezTo>
                <a:cubicBezTo>
                  <a:pt x="5473053" y="2078881"/>
                  <a:pt x="5477733" y="2101563"/>
                  <a:pt x="5466213" y="2087882"/>
                </a:cubicBezTo>
                <a:cubicBezTo>
                  <a:pt x="5468373" y="2074561"/>
                  <a:pt x="5482413" y="2069881"/>
                  <a:pt x="5500413" y="2060880"/>
                </a:cubicBezTo>
                <a:cubicBezTo>
                  <a:pt x="5495733" y="2042519"/>
                  <a:pt x="5486733" y="2065201"/>
                  <a:pt x="5477733" y="2056200"/>
                </a:cubicBezTo>
                <a:cubicBezTo>
                  <a:pt x="5505093" y="2033518"/>
                  <a:pt x="5505093" y="1999316"/>
                  <a:pt x="5511933" y="1974474"/>
                </a:cubicBezTo>
                <a:cubicBezTo>
                  <a:pt x="5518773" y="1983475"/>
                  <a:pt x="5507253" y="1983475"/>
                  <a:pt x="5509413" y="1990315"/>
                </a:cubicBezTo>
                <a:cubicBezTo>
                  <a:pt x="5518053" y="1985185"/>
                  <a:pt x="5520213" y="1991598"/>
                  <a:pt x="5524550" y="1992239"/>
                </a:cubicBezTo>
                <a:lnTo>
                  <a:pt x="5526506" y="1991540"/>
                </a:lnTo>
                <a:lnTo>
                  <a:pt x="5530859" y="1965456"/>
                </a:lnTo>
                <a:lnTo>
                  <a:pt x="5530895" y="1964489"/>
                </a:lnTo>
                <a:lnTo>
                  <a:pt x="5531076" y="1964153"/>
                </a:lnTo>
                <a:lnTo>
                  <a:pt x="5537473" y="1925825"/>
                </a:lnTo>
                <a:lnTo>
                  <a:pt x="5532145" y="1928454"/>
                </a:lnTo>
                <a:cubicBezTo>
                  <a:pt x="5531079" y="1925053"/>
                  <a:pt x="5533389" y="1920579"/>
                  <a:pt x="5536233" y="1914672"/>
                </a:cubicBezTo>
                <a:lnTo>
                  <a:pt x="5542594" y="1895141"/>
                </a:lnTo>
                <a:lnTo>
                  <a:pt x="5544055" y="1886384"/>
                </a:lnTo>
                <a:lnTo>
                  <a:pt x="5539081" y="1887807"/>
                </a:lnTo>
                <a:cubicBezTo>
                  <a:pt x="5539081" y="1885650"/>
                  <a:pt x="5541593" y="1885650"/>
                  <a:pt x="5543746" y="1885650"/>
                </a:cubicBezTo>
                <a:cubicBezTo>
                  <a:pt x="5548410" y="1871992"/>
                  <a:pt x="5534775" y="1860490"/>
                  <a:pt x="5550563" y="1847191"/>
                </a:cubicBezTo>
                <a:lnTo>
                  <a:pt x="5550595" y="1847196"/>
                </a:lnTo>
                <a:lnTo>
                  <a:pt x="5557077" y="1808358"/>
                </a:lnTo>
                <a:cubicBezTo>
                  <a:pt x="5557077" y="1794679"/>
                  <a:pt x="5543399" y="1780999"/>
                  <a:pt x="5570755" y="1769840"/>
                </a:cubicBezTo>
                <a:cubicBezTo>
                  <a:pt x="5581013" y="1782259"/>
                  <a:pt x="5587852" y="1796479"/>
                  <a:pt x="5592127" y="1811823"/>
                </a:cubicBezTo>
                <a:lnTo>
                  <a:pt x="5593821" y="1825625"/>
                </a:lnTo>
                <a:lnTo>
                  <a:pt x="5602091" y="1825625"/>
                </a:lnTo>
                <a:lnTo>
                  <a:pt x="5603888" y="1825625"/>
                </a:lnTo>
                <a:lnTo>
                  <a:pt x="5605545" y="1820716"/>
                </a:lnTo>
                <a:cubicBezTo>
                  <a:pt x="5606749" y="1814556"/>
                  <a:pt x="5606884" y="1808143"/>
                  <a:pt x="5605174" y="1801302"/>
                </a:cubicBezTo>
                <a:cubicBezTo>
                  <a:pt x="5607334" y="1808143"/>
                  <a:pt x="5612014" y="1808143"/>
                  <a:pt x="5618854" y="1808143"/>
                </a:cubicBezTo>
                <a:cubicBezTo>
                  <a:pt x="5623174" y="1767100"/>
                  <a:pt x="5630014" y="1773941"/>
                  <a:pt x="5650534" y="1746939"/>
                </a:cubicBezTo>
                <a:cubicBezTo>
                  <a:pt x="5652694" y="1753779"/>
                  <a:pt x="5657374" y="1758099"/>
                  <a:pt x="5664215" y="1755939"/>
                </a:cubicBezTo>
                <a:cubicBezTo>
                  <a:pt x="5652694" y="1740098"/>
                  <a:pt x="5675735" y="1749099"/>
                  <a:pt x="5671055" y="1735418"/>
                </a:cubicBezTo>
                <a:cubicBezTo>
                  <a:pt x="5666375" y="1726417"/>
                  <a:pt x="5662055" y="1721737"/>
                  <a:pt x="5657374" y="1721737"/>
                </a:cubicBezTo>
                <a:cubicBezTo>
                  <a:pt x="5664215" y="1717417"/>
                  <a:pt x="5668895" y="1712736"/>
                  <a:pt x="5668895" y="1705896"/>
                </a:cubicBezTo>
                <a:cubicBezTo>
                  <a:pt x="5664215" y="1701216"/>
                  <a:pt x="5657374" y="1710576"/>
                  <a:pt x="5655214" y="1705896"/>
                </a:cubicBezTo>
                <a:lnTo>
                  <a:pt x="5658633" y="1701163"/>
                </a:lnTo>
                <a:lnTo>
                  <a:pt x="5658237" y="1701182"/>
                </a:lnTo>
                <a:cubicBezTo>
                  <a:pt x="5652794" y="1701447"/>
                  <a:pt x="5652794" y="1701447"/>
                  <a:pt x="5652794" y="1701447"/>
                </a:cubicBezTo>
                <a:cubicBezTo>
                  <a:pt x="5651071" y="1697566"/>
                  <a:pt x="5652794" y="1694943"/>
                  <a:pt x="5656383" y="1693328"/>
                </a:cubicBezTo>
                <a:lnTo>
                  <a:pt x="5667337" y="1691796"/>
                </a:lnTo>
                <a:lnTo>
                  <a:pt x="5670149" y="1688885"/>
                </a:lnTo>
                <a:cubicBezTo>
                  <a:pt x="5671640" y="1686792"/>
                  <a:pt x="5673395" y="1683664"/>
                  <a:pt x="5675735" y="1678534"/>
                </a:cubicBezTo>
                <a:cubicBezTo>
                  <a:pt x="5668895" y="1680694"/>
                  <a:pt x="5659534" y="1690055"/>
                  <a:pt x="5657374" y="1678534"/>
                </a:cubicBezTo>
                <a:cubicBezTo>
                  <a:pt x="5684735" y="1662693"/>
                  <a:pt x="5686895" y="1614810"/>
                  <a:pt x="5709575" y="1635331"/>
                </a:cubicBezTo>
                <a:cubicBezTo>
                  <a:pt x="5721095" y="1623810"/>
                  <a:pt x="5712095" y="1607969"/>
                  <a:pt x="5718935" y="1596448"/>
                </a:cubicBezTo>
                <a:cubicBezTo>
                  <a:pt x="5721095" y="1598968"/>
                  <a:pt x="5723255" y="1605809"/>
                  <a:pt x="5727935" y="1603289"/>
                </a:cubicBezTo>
                <a:cubicBezTo>
                  <a:pt x="5723255" y="1587448"/>
                  <a:pt x="5746295" y="1592128"/>
                  <a:pt x="5743775" y="1576287"/>
                </a:cubicBezTo>
                <a:cubicBezTo>
                  <a:pt x="5732615" y="1566926"/>
                  <a:pt x="5718935" y="1573767"/>
                  <a:pt x="5709575" y="1566926"/>
                </a:cubicBezTo>
                <a:cubicBezTo>
                  <a:pt x="5727935" y="1564766"/>
                  <a:pt x="5746295" y="1539924"/>
                  <a:pt x="5725775" y="1533084"/>
                </a:cubicBezTo>
                <a:lnTo>
                  <a:pt x="5738193" y="1498416"/>
                </a:lnTo>
                <a:lnTo>
                  <a:pt x="5738088" y="1497582"/>
                </a:lnTo>
                <a:cubicBezTo>
                  <a:pt x="5737722" y="1488891"/>
                  <a:pt x="5738037" y="1479059"/>
                  <a:pt x="5739207" y="1467090"/>
                </a:cubicBezTo>
                <a:cubicBezTo>
                  <a:pt x="5741367" y="1444410"/>
                  <a:pt x="5761884" y="1428571"/>
                  <a:pt x="5768723" y="1412731"/>
                </a:cubicBezTo>
                <a:cubicBezTo>
                  <a:pt x="5770883" y="1408052"/>
                  <a:pt x="5761884" y="1403372"/>
                  <a:pt x="5764043" y="1396532"/>
                </a:cubicBezTo>
                <a:cubicBezTo>
                  <a:pt x="5766293" y="1391492"/>
                  <a:pt x="5770252" y="1386002"/>
                  <a:pt x="5775072" y="1380175"/>
                </a:cubicBezTo>
                <a:lnTo>
                  <a:pt x="5779424" y="1375234"/>
                </a:lnTo>
                <a:lnTo>
                  <a:pt x="5802815" y="1291867"/>
                </a:lnTo>
                <a:cubicBezTo>
                  <a:pt x="5814335" y="1300868"/>
                  <a:pt x="5795975" y="1307708"/>
                  <a:pt x="5802815" y="1316709"/>
                </a:cubicBezTo>
                <a:cubicBezTo>
                  <a:pt x="5812175" y="1316709"/>
                  <a:pt x="5805335" y="1328230"/>
                  <a:pt x="5816495" y="1321389"/>
                </a:cubicBezTo>
                <a:cubicBezTo>
                  <a:pt x="5814335" y="1319229"/>
                  <a:pt x="5821175" y="1314549"/>
                  <a:pt x="5819015" y="1312389"/>
                </a:cubicBezTo>
                <a:cubicBezTo>
                  <a:pt x="5814335" y="1307708"/>
                  <a:pt x="5809655" y="1309869"/>
                  <a:pt x="5807495" y="1303028"/>
                </a:cubicBezTo>
                <a:cubicBezTo>
                  <a:pt x="5810915" y="1297448"/>
                  <a:pt x="5813795" y="1296908"/>
                  <a:pt x="5816360" y="1297493"/>
                </a:cubicBezTo>
                <a:lnTo>
                  <a:pt x="5819653" y="1298066"/>
                </a:lnTo>
                <a:lnTo>
                  <a:pt x="5819249" y="1292675"/>
                </a:lnTo>
                <a:cubicBezTo>
                  <a:pt x="5819227" y="1288131"/>
                  <a:pt x="5819913" y="1283721"/>
                  <a:pt x="5822449" y="1279435"/>
                </a:cubicBezTo>
                <a:lnTo>
                  <a:pt x="5822748" y="1279174"/>
                </a:lnTo>
                <a:lnTo>
                  <a:pt x="5816495" y="1278186"/>
                </a:lnTo>
                <a:cubicBezTo>
                  <a:pt x="5805335" y="1289707"/>
                  <a:pt x="5793815" y="1289707"/>
                  <a:pt x="5782655" y="1294028"/>
                </a:cubicBezTo>
                <a:cubicBezTo>
                  <a:pt x="5789495" y="1287187"/>
                  <a:pt x="5780135" y="1280347"/>
                  <a:pt x="5791655" y="1273506"/>
                </a:cubicBezTo>
                <a:cubicBezTo>
                  <a:pt x="5795975" y="1278186"/>
                  <a:pt x="5800655" y="1289707"/>
                  <a:pt x="5807495" y="1278186"/>
                </a:cubicBezTo>
                <a:cubicBezTo>
                  <a:pt x="5802815" y="1259825"/>
                  <a:pt x="5834855" y="1239304"/>
                  <a:pt x="5819015" y="1219142"/>
                </a:cubicBezTo>
                <a:cubicBezTo>
                  <a:pt x="5830175" y="1214462"/>
                  <a:pt x="5832695" y="1212302"/>
                  <a:pt x="5821175" y="1207622"/>
                </a:cubicBezTo>
                <a:cubicBezTo>
                  <a:pt x="5832695" y="1202941"/>
                  <a:pt x="5830175" y="1193941"/>
                  <a:pt x="5834855" y="1187100"/>
                </a:cubicBezTo>
                <a:cubicBezTo>
                  <a:pt x="5838275" y="1192861"/>
                  <a:pt x="5838275" y="1198531"/>
                  <a:pt x="5838275" y="1203931"/>
                </a:cubicBezTo>
                <a:lnTo>
                  <a:pt x="5841485" y="1218207"/>
                </a:lnTo>
                <a:lnTo>
                  <a:pt x="5843906" y="1209023"/>
                </a:lnTo>
                <a:lnTo>
                  <a:pt x="5854080" y="1194580"/>
                </a:lnTo>
                <a:lnTo>
                  <a:pt x="5854205" y="1193671"/>
                </a:lnTo>
                <a:cubicBezTo>
                  <a:pt x="5853665" y="1184850"/>
                  <a:pt x="5850875" y="1175760"/>
                  <a:pt x="5853215" y="1166579"/>
                </a:cubicBezTo>
                <a:cubicBezTo>
                  <a:pt x="5869056" y="1168739"/>
                  <a:pt x="5862216" y="1150738"/>
                  <a:pt x="5869056" y="1143897"/>
                </a:cubicBezTo>
                <a:cubicBezTo>
                  <a:pt x="5880216" y="1146057"/>
                  <a:pt x="5887056" y="1164419"/>
                  <a:pt x="5898576" y="1157578"/>
                </a:cubicBezTo>
                <a:cubicBezTo>
                  <a:pt x="5884896" y="1146057"/>
                  <a:pt x="5896416" y="1134897"/>
                  <a:pt x="5893896" y="1123376"/>
                </a:cubicBezTo>
                <a:cubicBezTo>
                  <a:pt x="5882736" y="1112215"/>
                  <a:pt x="5884896" y="1116535"/>
                  <a:pt x="5873376" y="1112215"/>
                </a:cubicBezTo>
                <a:cubicBezTo>
                  <a:pt x="5887056" y="1102854"/>
                  <a:pt x="5884896" y="1102854"/>
                  <a:pt x="5896416" y="1091694"/>
                </a:cubicBezTo>
                <a:cubicBezTo>
                  <a:pt x="5905416" y="1098534"/>
                  <a:pt x="5907576" y="1096014"/>
                  <a:pt x="5921256" y="1098534"/>
                </a:cubicBezTo>
                <a:cubicBezTo>
                  <a:pt x="5923417" y="1107535"/>
                  <a:pt x="5912256" y="1116535"/>
                  <a:pt x="5923417" y="1125896"/>
                </a:cubicBezTo>
                <a:cubicBezTo>
                  <a:pt x="5908296" y="1142907"/>
                  <a:pt x="5909579" y="1159919"/>
                  <a:pt x="5905394" y="1179816"/>
                </a:cubicBezTo>
                <a:lnTo>
                  <a:pt x="5900701" y="1194247"/>
                </a:lnTo>
                <a:lnTo>
                  <a:pt x="5899938" y="1198865"/>
                </a:lnTo>
                <a:cubicBezTo>
                  <a:pt x="5900439" y="1203826"/>
                  <a:pt x="5903431" y="1207358"/>
                  <a:pt x="5911979" y="1207898"/>
                </a:cubicBezTo>
                <a:lnTo>
                  <a:pt x="5907385" y="1213224"/>
                </a:lnTo>
                <a:lnTo>
                  <a:pt x="5905326" y="1224588"/>
                </a:lnTo>
                <a:cubicBezTo>
                  <a:pt x="5901906" y="1232553"/>
                  <a:pt x="5896236" y="1240564"/>
                  <a:pt x="5898576" y="1248664"/>
                </a:cubicBezTo>
                <a:cubicBezTo>
                  <a:pt x="5903256" y="1246144"/>
                  <a:pt x="5905416" y="1243984"/>
                  <a:pt x="5910096" y="1248664"/>
                </a:cubicBezTo>
                <a:cubicBezTo>
                  <a:pt x="5901456" y="1253795"/>
                  <a:pt x="5905776" y="1260140"/>
                  <a:pt x="5901642" y="1265878"/>
                </a:cubicBezTo>
                <a:lnTo>
                  <a:pt x="5899764" y="1267204"/>
                </a:lnTo>
                <a:lnTo>
                  <a:pt x="5899871" y="1268416"/>
                </a:lnTo>
                <a:lnTo>
                  <a:pt x="5896047" y="1285358"/>
                </a:lnTo>
                <a:lnTo>
                  <a:pt x="5903256" y="1291867"/>
                </a:lnTo>
                <a:cubicBezTo>
                  <a:pt x="5891736" y="1300868"/>
                  <a:pt x="5891736" y="1305548"/>
                  <a:pt x="5900736" y="1316709"/>
                </a:cubicBezTo>
                <a:cubicBezTo>
                  <a:pt x="5898576" y="1321389"/>
                  <a:pt x="5893896" y="1321389"/>
                  <a:pt x="5889576" y="1321389"/>
                </a:cubicBezTo>
                <a:cubicBezTo>
                  <a:pt x="5891736" y="1328230"/>
                  <a:pt x="5900736" y="1337231"/>
                  <a:pt x="5896416" y="1344071"/>
                </a:cubicBezTo>
                <a:cubicBezTo>
                  <a:pt x="5879136" y="1344071"/>
                  <a:pt x="5885144" y="1331312"/>
                  <a:pt x="5888316" y="1319162"/>
                </a:cubicBezTo>
                <a:lnTo>
                  <a:pt x="5888969" y="1313229"/>
                </a:lnTo>
                <a:lnTo>
                  <a:pt x="5873314" y="1349222"/>
                </a:lnTo>
                <a:lnTo>
                  <a:pt x="5866210" y="1362587"/>
                </a:lnTo>
                <a:lnTo>
                  <a:pt x="5869056" y="1366753"/>
                </a:lnTo>
                <a:lnTo>
                  <a:pt x="5862598" y="1369380"/>
                </a:lnTo>
                <a:lnTo>
                  <a:pt x="5855151" y="1383390"/>
                </a:lnTo>
                <a:lnTo>
                  <a:pt x="5856950" y="1386329"/>
                </a:lnTo>
                <a:cubicBezTo>
                  <a:pt x="5857536" y="1389704"/>
                  <a:pt x="5857536" y="1393035"/>
                  <a:pt x="5859696" y="1396275"/>
                </a:cubicBezTo>
                <a:cubicBezTo>
                  <a:pt x="5857536" y="1398615"/>
                  <a:pt x="5851865" y="1399785"/>
                  <a:pt x="5847320" y="1401495"/>
                </a:cubicBezTo>
                <a:lnTo>
                  <a:pt x="5843645" y="1403664"/>
                </a:lnTo>
                <a:lnTo>
                  <a:pt x="5841833" y="1406806"/>
                </a:lnTo>
                <a:lnTo>
                  <a:pt x="5841695" y="1409956"/>
                </a:lnTo>
                <a:cubicBezTo>
                  <a:pt x="5850695" y="1407795"/>
                  <a:pt x="5862216" y="1400955"/>
                  <a:pt x="5871216" y="1416796"/>
                </a:cubicBezTo>
                <a:cubicBezTo>
                  <a:pt x="5843855" y="1419316"/>
                  <a:pt x="5864376" y="1430477"/>
                  <a:pt x="5839535" y="1435157"/>
                </a:cubicBezTo>
                <a:cubicBezTo>
                  <a:pt x="5850695" y="1446678"/>
                  <a:pt x="5846375" y="1444158"/>
                  <a:pt x="5850695" y="1457839"/>
                </a:cubicBezTo>
                <a:cubicBezTo>
                  <a:pt x="5857536" y="1450998"/>
                  <a:pt x="5850695" y="1428317"/>
                  <a:pt x="5866536" y="1432637"/>
                </a:cubicBezTo>
                <a:cubicBezTo>
                  <a:pt x="5866536" y="1448838"/>
                  <a:pt x="5853215" y="1464679"/>
                  <a:pt x="5850695" y="1480520"/>
                </a:cubicBezTo>
                <a:cubicBezTo>
                  <a:pt x="5871216" y="1483041"/>
                  <a:pt x="5846375" y="1519403"/>
                  <a:pt x="5848535" y="1537404"/>
                </a:cubicBezTo>
                <a:cubicBezTo>
                  <a:pt x="5862216" y="1523723"/>
                  <a:pt x="5878056" y="1483041"/>
                  <a:pt x="5900736" y="1496361"/>
                </a:cubicBezTo>
                <a:cubicBezTo>
                  <a:pt x="5903256" y="1489881"/>
                  <a:pt x="5903256" y="1485201"/>
                  <a:pt x="5898576" y="1478360"/>
                </a:cubicBezTo>
                <a:cubicBezTo>
                  <a:pt x="5893896" y="1483041"/>
                  <a:pt x="5889576" y="1483041"/>
                  <a:pt x="5884896" y="1478360"/>
                </a:cubicBezTo>
                <a:cubicBezTo>
                  <a:pt x="5898576" y="1457839"/>
                  <a:pt x="5866536" y="1464679"/>
                  <a:pt x="5875896" y="1444158"/>
                </a:cubicBezTo>
                <a:cubicBezTo>
                  <a:pt x="5880216" y="1453519"/>
                  <a:pt x="5884896" y="1459999"/>
                  <a:pt x="5891736" y="1455679"/>
                </a:cubicBezTo>
                <a:cubicBezTo>
                  <a:pt x="5896416" y="1450998"/>
                  <a:pt x="5898576" y="1446678"/>
                  <a:pt x="5898576" y="1441998"/>
                </a:cubicBezTo>
                <a:cubicBezTo>
                  <a:pt x="5898576" y="1441998"/>
                  <a:pt x="5898576" y="1441998"/>
                  <a:pt x="5889576" y="1428317"/>
                </a:cubicBezTo>
                <a:cubicBezTo>
                  <a:pt x="5898576" y="1421476"/>
                  <a:pt x="5898576" y="1414636"/>
                  <a:pt x="5907576" y="1405635"/>
                </a:cubicBezTo>
                <a:cubicBezTo>
                  <a:pt x="5921256" y="1416796"/>
                  <a:pt x="5910096" y="1423636"/>
                  <a:pt x="5916936" y="1432637"/>
                </a:cubicBezTo>
                <a:cubicBezTo>
                  <a:pt x="5923417" y="1428317"/>
                  <a:pt x="5925937" y="1421476"/>
                  <a:pt x="5925937" y="1416796"/>
                </a:cubicBezTo>
                <a:cubicBezTo>
                  <a:pt x="5925937" y="1416796"/>
                  <a:pt x="5925937" y="1416796"/>
                  <a:pt x="5912256" y="1398795"/>
                </a:cubicBezTo>
                <a:cubicBezTo>
                  <a:pt x="5910096" y="1405635"/>
                  <a:pt x="5907576" y="1407795"/>
                  <a:pt x="5900736" y="1403115"/>
                </a:cubicBezTo>
                <a:cubicBezTo>
                  <a:pt x="5912256" y="1387274"/>
                  <a:pt x="5912256" y="1369273"/>
                  <a:pt x="5919096" y="1350911"/>
                </a:cubicBezTo>
                <a:cubicBezTo>
                  <a:pt x="5873376" y="1323550"/>
                  <a:pt x="5946457" y="1276026"/>
                  <a:pt x="5923417" y="1246144"/>
                </a:cubicBezTo>
                <a:cubicBezTo>
                  <a:pt x="5930257" y="1259825"/>
                  <a:pt x="5937097" y="1259825"/>
                  <a:pt x="5946457" y="1262345"/>
                </a:cubicBezTo>
                <a:cubicBezTo>
                  <a:pt x="5930257" y="1278186"/>
                  <a:pt x="5910096" y="1303028"/>
                  <a:pt x="5930257" y="1314549"/>
                </a:cubicBezTo>
                <a:cubicBezTo>
                  <a:pt x="5914416" y="1323550"/>
                  <a:pt x="5916936" y="1332550"/>
                  <a:pt x="5916936" y="1344071"/>
                </a:cubicBezTo>
                <a:cubicBezTo>
                  <a:pt x="5930257" y="1341911"/>
                  <a:pt x="5921256" y="1326070"/>
                  <a:pt x="5939617" y="1330390"/>
                </a:cubicBezTo>
                <a:cubicBezTo>
                  <a:pt x="5916936" y="1316709"/>
                  <a:pt x="5962297" y="1303028"/>
                  <a:pt x="5932777" y="1296188"/>
                </a:cubicBezTo>
                <a:cubicBezTo>
                  <a:pt x="5955457" y="1282867"/>
                  <a:pt x="5943937" y="1269186"/>
                  <a:pt x="5955457" y="1252985"/>
                </a:cubicBezTo>
                <a:cubicBezTo>
                  <a:pt x="5962297" y="1262345"/>
                  <a:pt x="5957617" y="1269186"/>
                  <a:pt x="5969137" y="1262345"/>
                </a:cubicBezTo>
                <a:cubicBezTo>
                  <a:pt x="5962297" y="1255505"/>
                  <a:pt x="5978137" y="1252985"/>
                  <a:pt x="5980297" y="1252985"/>
                </a:cubicBezTo>
                <a:cubicBezTo>
                  <a:pt x="5966617" y="1252985"/>
                  <a:pt x="5982817" y="1241824"/>
                  <a:pt x="5969137" y="1232463"/>
                </a:cubicBezTo>
                <a:cubicBezTo>
                  <a:pt x="5966617" y="1239304"/>
                  <a:pt x="5964457" y="1241824"/>
                  <a:pt x="5957617" y="1237144"/>
                </a:cubicBezTo>
                <a:cubicBezTo>
                  <a:pt x="5966617" y="1225983"/>
                  <a:pt x="5957617" y="1214462"/>
                  <a:pt x="5975977" y="1202941"/>
                </a:cubicBezTo>
                <a:cubicBezTo>
                  <a:pt x="5980297" y="1205461"/>
                  <a:pt x="5984977" y="1214462"/>
                  <a:pt x="5989657" y="1212302"/>
                </a:cubicBezTo>
                <a:cubicBezTo>
                  <a:pt x="5991817" y="1196101"/>
                  <a:pt x="5980297" y="1196101"/>
                  <a:pt x="5975977" y="1182420"/>
                </a:cubicBezTo>
                <a:cubicBezTo>
                  <a:pt x="6000817" y="1175579"/>
                  <a:pt x="5984977" y="1157578"/>
                  <a:pt x="6010177" y="1148578"/>
                </a:cubicBezTo>
                <a:cubicBezTo>
                  <a:pt x="6005497" y="1134897"/>
                  <a:pt x="6026017" y="1116535"/>
                  <a:pt x="6026017" y="1109695"/>
                </a:cubicBezTo>
                <a:cubicBezTo>
                  <a:pt x="6019177" y="1116535"/>
                  <a:pt x="6035017" y="1119056"/>
                  <a:pt x="6039697" y="1119056"/>
                </a:cubicBezTo>
                <a:cubicBezTo>
                  <a:pt x="6039697" y="1107535"/>
                  <a:pt x="6059857" y="1089173"/>
                  <a:pt x="6041857" y="1096014"/>
                </a:cubicBezTo>
                <a:cubicBezTo>
                  <a:pt x="6046537" y="1080173"/>
                  <a:pt x="6048697" y="1091694"/>
                  <a:pt x="6059857" y="1087013"/>
                </a:cubicBezTo>
                <a:cubicBezTo>
                  <a:pt x="6053377" y="1080173"/>
                  <a:pt x="6069217" y="1073332"/>
                  <a:pt x="6064537" y="1068652"/>
                </a:cubicBezTo>
                <a:cubicBezTo>
                  <a:pt x="6050857" y="1064332"/>
                  <a:pt x="6057697" y="1073332"/>
                  <a:pt x="6050857" y="1082333"/>
                </a:cubicBezTo>
                <a:cubicBezTo>
                  <a:pt x="6039697" y="1082333"/>
                  <a:pt x="6048697" y="1075493"/>
                  <a:pt x="6037177" y="1068652"/>
                </a:cubicBezTo>
                <a:cubicBezTo>
                  <a:pt x="6046537" y="1062172"/>
                  <a:pt x="6048697" y="1057491"/>
                  <a:pt x="6039697" y="1050651"/>
                </a:cubicBezTo>
                <a:cubicBezTo>
                  <a:pt x="6050857" y="1050651"/>
                  <a:pt x="6048697" y="1030129"/>
                  <a:pt x="6062377" y="1039130"/>
                </a:cubicBezTo>
                <a:cubicBezTo>
                  <a:pt x="6059857" y="1043810"/>
                  <a:pt x="6039697" y="1048491"/>
                  <a:pt x="6057697" y="1064332"/>
                </a:cubicBezTo>
                <a:cubicBezTo>
                  <a:pt x="6067057" y="1043810"/>
                  <a:pt x="6071377" y="1057491"/>
                  <a:pt x="6087217" y="1048491"/>
                </a:cubicBezTo>
                <a:cubicBezTo>
                  <a:pt x="6071377" y="1036970"/>
                  <a:pt x="6100897" y="1023289"/>
                  <a:pt x="6091897" y="1012128"/>
                </a:cubicBezTo>
                <a:cubicBezTo>
                  <a:pt x="6103417" y="1018969"/>
                  <a:pt x="6094057" y="1025809"/>
                  <a:pt x="6105577" y="1030129"/>
                </a:cubicBezTo>
                <a:cubicBezTo>
                  <a:pt x="6089737" y="1041650"/>
                  <a:pt x="6091897" y="1050651"/>
                  <a:pt x="6094057" y="1062172"/>
                </a:cubicBezTo>
                <a:cubicBezTo>
                  <a:pt x="6098737" y="1059651"/>
                  <a:pt x="6105577" y="1059651"/>
                  <a:pt x="6100897" y="1064332"/>
                </a:cubicBezTo>
                <a:cubicBezTo>
                  <a:pt x="6089737" y="1068652"/>
                  <a:pt x="6096577" y="1098534"/>
                  <a:pt x="6105577" y="1112215"/>
                </a:cubicBezTo>
                <a:cubicBezTo>
                  <a:pt x="6098737" y="1121216"/>
                  <a:pt x="6094057" y="1114375"/>
                  <a:pt x="6087217" y="1123376"/>
                </a:cubicBezTo>
                <a:cubicBezTo>
                  <a:pt x="6094057" y="1134897"/>
                  <a:pt x="6094057" y="1157578"/>
                  <a:pt x="6080737" y="1159738"/>
                </a:cubicBezTo>
                <a:cubicBezTo>
                  <a:pt x="6067057" y="1152898"/>
                  <a:pt x="6094057" y="1148578"/>
                  <a:pt x="6085057" y="1141737"/>
                </a:cubicBezTo>
                <a:cubicBezTo>
                  <a:pt x="6076057" y="1141737"/>
                  <a:pt x="6069217" y="1119056"/>
                  <a:pt x="6059857" y="1130216"/>
                </a:cubicBezTo>
                <a:cubicBezTo>
                  <a:pt x="6057697" y="1139217"/>
                  <a:pt x="6067057" y="1132376"/>
                  <a:pt x="6071377" y="1143897"/>
                </a:cubicBezTo>
                <a:cubicBezTo>
                  <a:pt x="6062377" y="1150738"/>
                  <a:pt x="6071377" y="1159738"/>
                  <a:pt x="6067057" y="1168739"/>
                </a:cubicBezTo>
                <a:cubicBezTo>
                  <a:pt x="6059857" y="1180260"/>
                  <a:pt x="6055537" y="1162259"/>
                  <a:pt x="6048697" y="1173419"/>
                </a:cubicBezTo>
                <a:cubicBezTo>
                  <a:pt x="6064537" y="1175579"/>
                  <a:pt x="6067057" y="1193941"/>
                  <a:pt x="6062377" y="1202941"/>
                </a:cubicBezTo>
                <a:cubicBezTo>
                  <a:pt x="6076057" y="1202941"/>
                  <a:pt x="6078217" y="1205461"/>
                  <a:pt x="6085057" y="1212302"/>
                </a:cubicBezTo>
                <a:cubicBezTo>
                  <a:pt x="6076057" y="1228143"/>
                  <a:pt x="6085057" y="1243984"/>
                  <a:pt x="6071377" y="1259825"/>
                </a:cubicBezTo>
                <a:cubicBezTo>
                  <a:pt x="6064537" y="1257665"/>
                  <a:pt x="6073897" y="1241824"/>
                  <a:pt x="6062377" y="1248664"/>
                </a:cubicBezTo>
                <a:cubicBezTo>
                  <a:pt x="6067057" y="1264506"/>
                  <a:pt x="6048697" y="1264506"/>
                  <a:pt x="6057697" y="1282867"/>
                </a:cubicBezTo>
                <a:cubicBezTo>
                  <a:pt x="6048697" y="1282867"/>
                  <a:pt x="6035017" y="1307708"/>
                  <a:pt x="6039697" y="1321389"/>
                </a:cubicBezTo>
                <a:cubicBezTo>
                  <a:pt x="6028177" y="1332550"/>
                  <a:pt x="6023497" y="1314549"/>
                  <a:pt x="6010177" y="1330390"/>
                </a:cubicBezTo>
                <a:cubicBezTo>
                  <a:pt x="6026017" y="1332550"/>
                  <a:pt x="6014497" y="1350911"/>
                  <a:pt x="6028177" y="1355592"/>
                </a:cubicBezTo>
                <a:cubicBezTo>
                  <a:pt x="6019177" y="1359912"/>
                  <a:pt x="6026017" y="1366753"/>
                  <a:pt x="6019177" y="1371433"/>
                </a:cubicBezTo>
                <a:cubicBezTo>
                  <a:pt x="6017017" y="1366753"/>
                  <a:pt x="6012337" y="1359912"/>
                  <a:pt x="6007657" y="1366753"/>
                </a:cubicBezTo>
                <a:cubicBezTo>
                  <a:pt x="6012337" y="1371433"/>
                  <a:pt x="6007657" y="1376113"/>
                  <a:pt x="6012337" y="1382954"/>
                </a:cubicBezTo>
                <a:cubicBezTo>
                  <a:pt x="6003337" y="1391954"/>
                  <a:pt x="5998657" y="1380433"/>
                  <a:pt x="5989657" y="1385114"/>
                </a:cubicBezTo>
                <a:cubicBezTo>
                  <a:pt x="6007657" y="1398795"/>
                  <a:pt x="5989657" y="1407795"/>
                  <a:pt x="5993977" y="1421476"/>
                </a:cubicBezTo>
                <a:cubicBezTo>
                  <a:pt x="6003337" y="1409956"/>
                  <a:pt x="6007657" y="1400955"/>
                  <a:pt x="6014497" y="1391954"/>
                </a:cubicBezTo>
                <a:cubicBezTo>
                  <a:pt x="6019177" y="1412476"/>
                  <a:pt x="5993977" y="1428317"/>
                  <a:pt x="6000817" y="1450998"/>
                </a:cubicBezTo>
                <a:cubicBezTo>
                  <a:pt x="6012337" y="1426157"/>
                  <a:pt x="6032857" y="1405635"/>
                  <a:pt x="6032857" y="1380433"/>
                </a:cubicBezTo>
                <a:cubicBezTo>
                  <a:pt x="6026017" y="1385114"/>
                  <a:pt x="6021337" y="1389794"/>
                  <a:pt x="6019177" y="1382954"/>
                </a:cubicBezTo>
                <a:cubicBezTo>
                  <a:pt x="6030337" y="1373593"/>
                  <a:pt x="6030337" y="1378273"/>
                  <a:pt x="6037177" y="1366753"/>
                </a:cubicBezTo>
                <a:cubicBezTo>
                  <a:pt x="6044017" y="1369273"/>
                  <a:pt x="6048697" y="1376113"/>
                  <a:pt x="6055537" y="1376113"/>
                </a:cubicBezTo>
                <a:cubicBezTo>
                  <a:pt x="6030337" y="1400955"/>
                  <a:pt x="6017017" y="1428317"/>
                  <a:pt x="6032857" y="1448838"/>
                </a:cubicBezTo>
                <a:cubicBezTo>
                  <a:pt x="6028177" y="1441998"/>
                  <a:pt x="6017017" y="1457839"/>
                  <a:pt x="6028177" y="1462519"/>
                </a:cubicBezTo>
                <a:cubicBezTo>
                  <a:pt x="6019177" y="1473680"/>
                  <a:pt x="6014497" y="1455679"/>
                  <a:pt x="6005497" y="1459999"/>
                </a:cubicBezTo>
                <a:cubicBezTo>
                  <a:pt x="6010177" y="1466839"/>
                  <a:pt x="6000817" y="1473680"/>
                  <a:pt x="6000817" y="1483041"/>
                </a:cubicBezTo>
                <a:cubicBezTo>
                  <a:pt x="6007657" y="1478360"/>
                  <a:pt x="6012337" y="1457839"/>
                  <a:pt x="6019177" y="1473680"/>
                </a:cubicBezTo>
                <a:cubicBezTo>
                  <a:pt x="6028177" y="1480520"/>
                  <a:pt x="6003337" y="1483041"/>
                  <a:pt x="6010177" y="1489881"/>
                </a:cubicBezTo>
                <a:cubicBezTo>
                  <a:pt x="6023497" y="1498882"/>
                  <a:pt x="6023497" y="1494201"/>
                  <a:pt x="6026017" y="1512563"/>
                </a:cubicBezTo>
                <a:cubicBezTo>
                  <a:pt x="6035017" y="1501042"/>
                  <a:pt x="6039697" y="1510042"/>
                  <a:pt x="6044017" y="1512563"/>
                </a:cubicBezTo>
                <a:cubicBezTo>
                  <a:pt x="6030337" y="1521563"/>
                  <a:pt x="6050857" y="1528404"/>
                  <a:pt x="6053377" y="1535244"/>
                </a:cubicBezTo>
                <a:cubicBezTo>
                  <a:pt x="6041857" y="1544245"/>
                  <a:pt x="6037177" y="1521563"/>
                  <a:pt x="6026017" y="1530564"/>
                </a:cubicBezTo>
                <a:cubicBezTo>
                  <a:pt x="6030337" y="1544245"/>
                  <a:pt x="6026017" y="1555766"/>
                  <a:pt x="6021337" y="1569446"/>
                </a:cubicBezTo>
                <a:cubicBezTo>
                  <a:pt x="6017017" y="1560086"/>
                  <a:pt x="6021337" y="1553605"/>
                  <a:pt x="6010177" y="1557926"/>
                </a:cubicBezTo>
                <a:cubicBezTo>
                  <a:pt x="6007657" y="1569446"/>
                  <a:pt x="5998657" y="1562606"/>
                  <a:pt x="5989657" y="1571607"/>
                </a:cubicBezTo>
                <a:cubicBezTo>
                  <a:pt x="6005497" y="1576287"/>
                  <a:pt x="5987137" y="1589968"/>
                  <a:pt x="5973457" y="1596448"/>
                </a:cubicBezTo>
                <a:cubicBezTo>
                  <a:pt x="5978137" y="1610129"/>
                  <a:pt x="5980297" y="1621650"/>
                  <a:pt x="5991817" y="1621650"/>
                </a:cubicBezTo>
                <a:cubicBezTo>
                  <a:pt x="5980297" y="1635331"/>
                  <a:pt x="5971297" y="1630651"/>
                  <a:pt x="5962297" y="1628491"/>
                </a:cubicBezTo>
                <a:cubicBezTo>
                  <a:pt x="5975977" y="1642171"/>
                  <a:pt x="5953297" y="1660173"/>
                  <a:pt x="5969137" y="1667013"/>
                </a:cubicBezTo>
                <a:cubicBezTo>
                  <a:pt x="5964457" y="1671693"/>
                  <a:pt x="5948617" y="1673854"/>
                  <a:pt x="5953297" y="1680694"/>
                </a:cubicBezTo>
                <a:cubicBezTo>
                  <a:pt x="5982817" y="1687535"/>
                  <a:pt x="5980297" y="1633171"/>
                  <a:pt x="6005497" y="1635331"/>
                </a:cubicBezTo>
                <a:cubicBezTo>
                  <a:pt x="5998657" y="1651172"/>
                  <a:pt x="5987137" y="1662693"/>
                  <a:pt x="5980297" y="1678534"/>
                </a:cubicBezTo>
                <a:cubicBezTo>
                  <a:pt x="6007657" y="1673854"/>
                  <a:pt x="6012337" y="1696895"/>
                  <a:pt x="6035017" y="1701216"/>
                </a:cubicBezTo>
                <a:cubicBezTo>
                  <a:pt x="6014497" y="1712736"/>
                  <a:pt x="6023497" y="1746939"/>
                  <a:pt x="6014497" y="1776461"/>
                </a:cubicBezTo>
                <a:cubicBezTo>
                  <a:pt x="6012337" y="1762780"/>
                  <a:pt x="6005497" y="1760260"/>
                  <a:pt x="6003337" y="1742258"/>
                </a:cubicBezTo>
                <a:cubicBezTo>
                  <a:pt x="5990737" y="1753599"/>
                  <a:pt x="5979847" y="1765570"/>
                  <a:pt x="5972692" y="1778396"/>
                </a:cubicBezTo>
                <a:lnTo>
                  <a:pt x="5969085" y="1787749"/>
                </a:lnTo>
                <a:lnTo>
                  <a:pt x="6007364" y="1817718"/>
                </a:lnTo>
                <a:lnTo>
                  <a:pt x="6029303" y="1840862"/>
                </a:lnTo>
                <a:lnTo>
                  <a:pt x="6046537" y="1817503"/>
                </a:lnTo>
                <a:cubicBezTo>
                  <a:pt x="6039697" y="1803823"/>
                  <a:pt x="6044017" y="1808143"/>
                  <a:pt x="6055537" y="1803823"/>
                </a:cubicBezTo>
                <a:cubicBezTo>
                  <a:pt x="6055537" y="1780781"/>
                  <a:pt x="6064537" y="1746939"/>
                  <a:pt x="6082897" y="1740098"/>
                </a:cubicBezTo>
                <a:cubicBezTo>
                  <a:pt x="6077137" y="1730918"/>
                  <a:pt x="6082807" y="1720117"/>
                  <a:pt x="6091042" y="1711296"/>
                </a:cubicBezTo>
                <a:lnTo>
                  <a:pt x="6096182" y="1706887"/>
                </a:lnTo>
                <a:lnTo>
                  <a:pt x="6098948" y="1681162"/>
                </a:lnTo>
                <a:lnTo>
                  <a:pt x="6103108" y="1700946"/>
                </a:lnTo>
                <a:lnTo>
                  <a:pt x="6104210" y="1700000"/>
                </a:lnTo>
                <a:cubicBezTo>
                  <a:pt x="6108502" y="1697030"/>
                  <a:pt x="6112327" y="1695005"/>
                  <a:pt x="6114577" y="1694375"/>
                </a:cubicBezTo>
                <a:cubicBezTo>
                  <a:pt x="6110257" y="1696895"/>
                  <a:pt x="6110257" y="1714896"/>
                  <a:pt x="6114577" y="1708056"/>
                </a:cubicBezTo>
                <a:cubicBezTo>
                  <a:pt x="6121418" y="1701216"/>
                  <a:pt x="6123578" y="1692215"/>
                  <a:pt x="6121418" y="1683214"/>
                </a:cubicBezTo>
                <a:cubicBezTo>
                  <a:pt x="6117098" y="1687535"/>
                  <a:pt x="6114577" y="1690055"/>
                  <a:pt x="6112417" y="1680694"/>
                </a:cubicBezTo>
                <a:cubicBezTo>
                  <a:pt x="6121418" y="1669533"/>
                  <a:pt x="6117098" y="1655852"/>
                  <a:pt x="6119258" y="1642171"/>
                </a:cubicBezTo>
                <a:cubicBezTo>
                  <a:pt x="6128258" y="1678534"/>
                  <a:pt x="6148778" y="1680694"/>
                  <a:pt x="6126098" y="1701216"/>
                </a:cubicBezTo>
                <a:cubicBezTo>
                  <a:pt x="6132938" y="1719577"/>
                  <a:pt x="6119258" y="1735418"/>
                  <a:pt x="6121418" y="1753779"/>
                </a:cubicBezTo>
                <a:cubicBezTo>
                  <a:pt x="6112417" y="1762780"/>
                  <a:pt x="6103417" y="1753779"/>
                  <a:pt x="6100897" y="1767100"/>
                </a:cubicBezTo>
                <a:lnTo>
                  <a:pt x="6099749" y="1760179"/>
                </a:lnTo>
                <a:lnTo>
                  <a:pt x="6092253" y="1760179"/>
                </a:lnTo>
                <a:lnTo>
                  <a:pt x="6081322" y="1798962"/>
                </a:lnTo>
                <a:cubicBezTo>
                  <a:pt x="6078757" y="1813453"/>
                  <a:pt x="6079297" y="1826504"/>
                  <a:pt x="6087217" y="1835505"/>
                </a:cubicBezTo>
                <a:cubicBezTo>
                  <a:pt x="6076057" y="1844505"/>
                  <a:pt x="6073897" y="1828664"/>
                  <a:pt x="6059857" y="1837665"/>
                </a:cubicBezTo>
                <a:cubicBezTo>
                  <a:pt x="6066877" y="1847926"/>
                  <a:pt x="6062917" y="1857646"/>
                  <a:pt x="6056932" y="1866197"/>
                </a:cubicBezTo>
                <a:lnTo>
                  <a:pt x="6053633" y="1870372"/>
                </a:lnTo>
                <a:lnTo>
                  <a:pt x="6075753" y="1913115"/>
                </a:lnTo>
                <a:cubicBezTo>
                  <a:pt x="6066035" y="1930214"/>
                  <a:pt x="6053909" y="1944884"/>
                  <a:pt x="6040091" y="1957731"/>
                </a:cubicBezTo>
                <a:lnTo>
                  <a:pt x="6004049" y="1984225"/>
                </a:lnTo>
                <a:lnTo>
                  <a:pt x="6000817" y="1992476"/>
                </a:lnTo>
                <a:cubicBezTo>
                  <a:pt x="5991817" y="2001476"/>
                  <a:pt x="5989657" y="1992476"/>
                  <a:pt x="5980297" y="1999316"/>
                </a:cubicBezTo>
                <a:cubicBezTo>
                  <a:pt x="5982817" y="2010837"/>
                  <a:pt x="5982817" y="2024158"/>
                  <a:pt x="5980297" y="2033518"/>
                </a:cubicBezTo>
                <a:cubicBezTo>
                  <a:pt x="5974717" y="2033518"/>
                  <a:pt x="5971927" y="2027848"/>
                  <a:pt x="5969362" y="2021593"/>
                </a:cubicBezTo>
                <a:lnTo>
                  <a:pt x="5960452" y="2007244"/>
                </a:lnTo>
                <a:lnTo>
                  <a:pt x="5958310" y="2008247"/>
                </a:lnTo>
                <a:lnTo>
                  <a:pt x="5952577" y="2016417"/>
                </a:lnTo>
                <a:cubicBezTo>
                  <a:pt x="5951497" y="2020378"/>
                  <a:pt x="5950957" y="2024338"/>
                  <a:pt x="5948617" y="2026678"/>
                </a:cubicBezTo>
                <a:cubicBezTo>
                  <a:pt x="5964457" y="2028838"/>
                  <a:pt x="5950777" y="2047199"/>
                  <a:pt x="5946457" y="2051520"/>
                </a:cubicBezTo>
                <a:cubicBezTo>
                  <a:pt x="5962297" y="2054040"/>
                  <a:pt x="5948617" y="2067721"/>
                  <a:pt x="5955457" y="2069881"/>
                </a:cubicBezTo>
                <a:cubicBezTo>
                  <a:pt x="5957617" y="2069881"/>
                  <a:pt x="5959777" y="2067721"/>
                  <a:pt x="5962297" y="2072041"/>
                </a:cubicBezTo>
                <a:cubicBezTo>
                  <a:pt x="5948617" y="2083562"/>
                  <a:pt x="5950777" y="2060880"/>
                  <a:pt x="5939617" y="2069881"/>
                </a:cubicBezTo>
                <a:cubicBezTo>
                  <a:pt x="5923417" y="2085722"/>
                  <a:pt x="5948617" y="2110924"/>
                  <a:pt x="5932777" y="2119924"/>
                </a:cubicBezTo>
                <a:cubicBezTo>
                  <a:pt x="5932777" y="2108403"/>
                  <a:pt x="5928097" y="2104083"/>
                  <a:pt x="5921256" y="2106243"/>
                </a:cubicBezTo>
                <a:cubicBezTo>
                  <a:pt x="5896416" y="2126765"/>
                  <a:pt x="5919096" y="2154127"/>
                  <a:pt x="5921256" y="2163127"/>
                </a:cubicBezTo>
                <a:cubicBezTo>
                  <a:pt x="5916936" y="2154127"/>
                  <a:pt x="5907576" y="2160967"/>
                  <a:pt x="5900736" y="2158447"/>
                </a:cubicBezTo>
                <a:cubicBezTo>
                  <a:pt x="5898576" y="2147286"/>
                  <a:pt x="5907576" y="2124245"/>
                  <a:pt x="5898576" y="2122084"/>
                </a:cubicBezTo>
                <a:cubicBezTo>
                  <a:pt x="5873376" y="2149446"/>
                  <a:pt x="5896416" y="2158447"/>
                  <a:pt x="5889576" y="2185809"/>
                </a:cubicBezTo>
                <a:cubicBezTo>
                  <a:pt x="5882736" y="2190489"/>
                  <a:pt x="5880216" y="2185809"/>
                  <a:pt x="5873376" y="2190489"/>
                </a:cubicBezTo>
                <a:cubicBezTo>
                  <a:pt x="5875896" y="2199490"/>
                  <a:pt x="5875896" y="2206330"/>
                  <a:pt x="5878056" y="2215331"/>
                </a:cubicBezTo>
                <a:cubicBezTo>
                  <a:pt x="5884896" y="2213171"/>
                  <a:pt x="5887056" y="2187969"/>
                  <a:pt x="5896416" y="2197330"/>
                </a:cubicBezTo>
                <a:cubicBezTo>
                  <a:pt x="5889576" y="2208490"/>
                  <a:pt x="5878056" y="2220011"/>
                  <a:pt x="5875896" y="2233692"/>
                </a:cubicBezTo>
                <a:cubicBezTo>
                  <a:pt x="5903256" y="2201650"/>
                  <a:pt x="5921256" y="2165287"/>
                  <a:pt x="5943937" y="2131085"/>
                </a:cubicBezTo>
                <a:cubicBezTo>
                  <a:pt x="5946457" y="2169968"/>
                  <a:pt x="5878056" y="2215331"/>
                  <a:pt x="5898576" y="2238372"/>
                </a:cubicBezTo>
                <a:lnTo>
                  <a:pt x="5897028" y="2245267"/>
                </a:lnTo>
                <a:lnTo>
                  <a:pt x="5902653" y="2251681"/>
                </a:lnTo>
                <a:cubicBezTo>
                  <a:pt x="5903602" y="2263094"/>
                  <a:pt x="5888408" y="2281600"/>
                  <a:pt x="5888408" y="2293574"/>
                </a:cubicBezTo>
                <a:cubicBezTo>
                  <a:pt x="5878279" y="2286680"/>
                  <a:pt x="5881655" y="2277517"/>
                  <a:pt x="5886720" y="2268355"/>
                </a:cubicBezTo>
                <a:lnTo>
                  <a:pt x="5893432" y="2256124"/>
                </a:lnTo>
                <a:lnTo>
                  <a:pt x="5884896" y="2267894"/>
                </a:lnTo>
                <a:cubicBezTo>
                  <a:pt x="5884896" y="2263214"/>
                  <a:pt x="5884896" y="2254213"/>
                  <a:pt x="5880216" y="2256374"/>
                </a:cubicBezTo>
                <a:cubicBezTo>
                  <a:pt x="5866536" y="2274735"/>
                  <a:pt x="5846375" y="2288056"/>
                  <a:pt x="5834855" y="2308577"/>
                </a:cubicBezTo>
                <a:cubicBezTo>
                  <a:pt x="5832695" y="2301737"/>
                  <a:pt x="5832695" y="2294896"/>
                  <a:pt x="5828015" y="2297416"/>
                </a:cubicBezTo>
                <a:cubicBezTo>
                  <a:pt x="5830175" y="2308577"/>
                  <a:pt x="5812175" y="2311097"/>
                  <a:pt x="5814335" y="2324778"/>
                </a:cubicBezTo>
                <a:cubicBezTo>
                  <a:pt x="5821175" y="2320098"/>
                  <a:pt x="5823335" y="2311097"/>
                  <a:pt x="5834855" y="2308577"/>
                </a:cubicBezTo>
                <a:cubicBezTo>
                  <a:pt x="5832695" y="2333779"/>
                  <a:pt x="5823335" y="2342780"/>
                  <a:pt x="5830175" y="2367981"/>
                </a:cubicBezTo>
                <a:cubicBezTo>
                  <a:pt x="5812175" y="2379142"/>
                  <a:pt x="5832695" y="2381302"/>
                  <a:pt x="5802815" y="2402184"/>
                </a:cubicBezTo>
                <a:cubicBezTo>
                  <a:pt x="5805335" y="2431706"/>
                  <a:pt x="5762135" y="2465548"/>
                  <a:pt x="5739455" y="2492910"/>
                </a:cubicBezTo>
                <a:cubicBezTo>
                  <a:pt x="5739455" y="2488590"/>
                  <a:pt x="5739455" y="2479229"/>
                  <a:pt x="5734775" y="2479229"/>
                </a:cubicBezTo>
                <a:cubicBezTo>
                  <a:pt x="5734775" y="2483909"/>
                  <a:pt x="5732615" y="2486069"/>
                  <a:pt x="5725775" y="2488590"/>
                </a:cubicBezTo>
                <a:cubicBezTo>
                  <a:pt x="5736935" y="2492910"/>
                  <a:pt x="5734775" y="2511271"/>
                  <a:pt x="5716415" y="2518112"/>
                </a:cubicBezTo>
                <a:cubicBezTo>
                  <a:pt x="5712095" y="2520272"/>
                  <a:pt x="5712095" y="2511271"/>
                  <a:pt x="5707415" y="2511271"/>
                </a:cubicBezTo>
                <a:cubicBezTo>
                  <a:pt x="5707415" y="2522432"/>
                  <a:pt x="5714255" y="2518112"/>
                  <a:pt x="5707415" y="2529272"/>
                </a:cubicBezTo>
                <a:cubicBezTo>
                  <a:pt x="5698415" y="2533953"/>
                  <a:pt x="5698415" y="2524952"/>
                  <a:pt x="5695895" y="2524952"/>
                </a:cubicBezTo>
                <a:cubicBezTo>
                  <a:pt x="5693735" y="2533953"/>
                  <a:pt x="5700575" y="2531793"/>
                  <a:pt x="5698415" y="2540793"/>
                </a:cubicBezTo>
                <a:lnTo>
                  <a:pt x="5693085" y="2546840"/>
                </a:lnTo>
                <a:lnTo>
                  <a:pt x="5690284" y="2562101"/>
                </a:lnTo>
                <a:cubicBezTo>
                  <a:pt x="5688838" y="2571174"/>
                  <a:pt x="5688006" y="2580713"/>
                  <a:pt x="5689175" y="2590973"/>
                </a:cubicBezTo>
                <a:cubicBezTo>
                  <a:pt x="5686656" y="2602493"/>
                  <a:pt x="5670819" y="2586293"/>
                  <a:pt x="5666139" y="2595653"/>
                </a:cubicBezTo>
                <a:cubicBezTo>
                  <a:pt x="5672978" y="2615812"/>
                  <a:pt x="5670819" y="2632012"/>
                  <a:pt x="5666139" y="2650011"/>
                </a:cubicBezTo>
                <a:cubicBezTo>
                  <a:pt x="5659301" y="2668370"/>
                  <a:pt x="5648142" y="2684210"/>
                  <a:pt x="5636624" y="2700049"/>
                </a:cubicBezTo>
                <a:cubicBezTo>
                  <a:pt x="5616107" y="2732088"/>
                  <a:pt x="5586592" y="2756927"/>
                  <a:pt x="5579753" y="2791126"/>
                </a:cubicBezTo>
                <a:cubicBezTo>
                  <a:pt x="5563916" y="2802646"/>
                  <a:pt x="5545559" y="2813806"/>
                  <a:pt x="5529721" y="2829645"/>
                </a:cubicBezTo>
                <a:lnTo>
                  <a:pt x="5511952" y="2848674"/>
                </a:lnTo>
                <a:lnTo>
                  <a:pt x="5512453" y="2849139"/>
                </a:lnTo>
                <a:cubicBezTo>
                  <a:pt x="5514134" y="2854397"/>
                  <a:pt x="5513498" y="2860530"/>
                  <a:pt x="5510045" y="2865086"/>
                </a:cubicBezTo>
                <a:lnTo>
                  <a:pt x="5503956" y="2857238"/>
                </a:lnTo>
                <a:lnTo>
                  <a:pt x="5494275" y="2867606"/>
                </a:lnTo>
                <a:lnTo>
                  <a:pt x="5495070" y="2876181"/>
                </a:lnTo>
                <a:cubicBezTo>
                  <a:pt x="5497264" y="2885120"/>
                  <a:pt x="5500300" y="2890403"/>
                  <a:pt x="5494400" y="2886870"/>
                </a:cubicBezTo>
                <a:lnTo>
                  <a:pt x="5483043" y="2878369"/>
                </a:lnTo>
                <a:lnTo>
                  <a:pt x="5445000" y="2911092"/>
                </a:lnTo>
                <a:cubicBezTo>
                  <a:pt x="5430197" y="2921892"/>
                  <a:pt x="5414900" y="2929902"/>
                  <a:pt x="5397983" y="2932242"/>
                </a:cubicBezTo>
                <a:cubicBezTo>
                  <a:pt x="5384305" y="2943401"/>
                  <a:pt x="5368107" y="2952761"/>
                  <a:pt x="5352270" y="2963921"/>
                </a:cubicBezTo>
                <a:cubicBezTo>
                  <a:pt x="5338592" y="2973280"/>
                  <a:pt x="5322755" y="2982280"/>
                  <a:pt x="5306917" y="2991280"/>
                </a:cubicBezTo>
                <a:cubicBezTo>
                  <a:pt x="5291080" y="3000280"/>
                  <a:pt x="5274883" y="3011799"/>
                  <a:pt x="5261565" y="3018639"/>
                </a:cubicBezTo>
                <a:cubicBezTo>
                  <a:pt x="5245367" y="3027639"/>
                  <a:pt x="5229530" y="3034478"/>
                  <a:pt x="5215852" y="3043478"/>
                </a:cubicBezTo>
                <a:cubicBezTo>
                  <a:pt x="5206853" y="3048158"/>
                  <a:pt x="5197855" y="3054638"/>
                  <a:pt x="5188497" y="3063637"/>
                </a:cubicBezTo>
                <a:cubicBezTo>
                  <a:pt x="5179498" y="3072997"/>
                  <a:pt x="5172659" y="3079477"/>
                  <a:pt x="5165820" y="3088837"/>
                </a:cubicBezTo>
                <a:cubicBezTo>
                  <a:pt x="5149983" y="3106836"/>
                  <a:pt x="5134145" y="3125195"/>
                  <a:pt x="5115788" y="3138875"/>
                </a:cubicBezTo>
                <a:cubicBezTo>
                  <a:pt x="5104270" y="3145715"/>
                  <a:pt x="5074755" y="3143195"/>
                  <a:pt x="5061077" y="3147875"/>
                </a:cubicBezTo>
                <a:cubicBezTo>
                  <a:pt x="5049919" y="3152555"/>
                  <a:pt x="5040560" y="3166234"/>
                  <a:pt x="5031562" y="3166234"/>
                </a:cubicBezTo>
                <a:cubicBezTo>
                  <a:pt x="5020224" y="3166234"/>
                  <a:pt x="5010303" y="3161104"/>
                  <a:pt x="5000944" y="3153623"/>
                </a:cubicBezTo>
                <a:lnTo>
                  <a:pt x="4975480" y="3128650"/>
                </a:lnTo>
                <a:lnTo>
                  <a:pt x="4975138" y="3128756"/>
                </a:lnTo>
                <a:cubicBezTo>
                  <a:pt x="4971784" y="3128962"/>
                  <a:pt x="4969205" y="3127956"/>
                  <a:pt x="4968038" y="3125094"/>
                </a:cubicBezTo>
                <a:lnTo>
                  <a:pt x="4970532" y="3124266"/>
                </a:lnTo>
                <a:lnTo>
                  <a:pt x="4952620" y="3109346"/>
                </a:lnTo>
                <a:lnTo>
                  <a:pt x="4932329" y="3109407"/>
                </a:lnTo>
                <a:cubicBezTo>
                  <a:pt x="4918649" y="3111972"/>
                  <a:pt x="4908929" y="3118273"/>
                  <a:pt x="4911089" y="3131954"/>
                </a:cubicBezTo>
                <a:cubicBezTo>
                  <a:pt x="4897409" y="3125113"/>
                  <a:pt x="4895248" y="3145635"/>
                  <a:pt x="4881568" y="3138794"/>
                </a:cubicBezTo>
                <a:cubicBezTo>
                  <a:pt x="4881568" y="3130153"/>
                  <a:pt x="4893111" y="3127993"/>
                  <a:pt x="4895085" y="3125631"/>
                </a:cubicBezTo>
                <a:lnTo>
                  <a:pt x="4893544" y="3123564"/>
                </a:lnTo>
                <a:lnTo>
                  <a:pt x="4885420" y="3124249"/>
                </a:lnTo>
                <a:lnTo>
                  <a:pt x="4876573" y="3125743"/>
                </a:lnTo>
                <a:lnTo>
                  <a:pt x="4864177" y="3138183"/>
                </a:lnTo>
                <a:lnTo>
                  <a:pt x="4859833" y="3134744"/>
                </a:lnTo>
                <a:lnTo>
                  <a:pt x="4863575" y="3126088"/>
                </a:lnTo>
                <a:lnTo>
                  <a:pt x="4856000" y="3126726"/>
                </a:lnTo>
                <a:lnTo>
                  <a:pt x="4848889" y="3125715"/>
                </a:lnTo>
                <a:lnTo>
                  <a:pt x="4839358" y="3141854"/>
                </a:lnTo>
                <a:cubicBezTo>
                  <a:pt x="4828288" y="3155805"/>
                  <a:pt x="4813528" y="3167236"/>
                  <a:pt x="4799848" y="3172997"/>
                </a:cubicBezTo>
                <a:cubicBezTo>
                  <a:pt x="4811008" y="3159316"/>
                  <a:pt x="4786167" y="3163636"/>
                  <a:pt x="4783647" y="3166156"/>
                </a:cubicBezTo>
                <a:cubicBezTo>
                  <a:pt x="4781487" y="3184157"/>
                  <a:pt x="4747287" y="3179837"/>
                  <a:pt x="4731447" y="3184157"/>
                </a:cubicBezTo>
                <a:cubicBezTo>
                  <a:pt x="4733967" y="3179837"/>
                  <a:pt x="4742967" y="3170476"/>
                  <a:pt x="4738287" y="3168316"/>
                </a:cubicBezTo>
                <a:cubicBezTo>
                  <a:pt x="4719927" y="3166156"/>
                  <a:pt x="4722447" y="3195678"/>
                  <a:pt x="4708767" y="3195678"/>
                </a:cubicBezTo>
                <a:cubicBezTo>
                  <a:pt x="4710927" y="3175157"/>
                  <a:pt x="4692927" y="3200358"/>
                  <a:pt x="4686087" y="3200358"/>
                </a:cubicBezTo>
                <a:cubicBezTo>
                  <a:pt x="4692927" y="3190998"/>
                  <a:pt x="4672407" y="3190998"/>
                  <a:pt x="4667727" y="3186678"/>
                </a:cubicBezTo>
                <a:cubicBezTo>
                  <a:pt x="4663407" y="3193518"/>
                  <a:pt x="4656567" y="3190998"/>
                  <a:pt x="4651887" y="3197838"/>
                </a:cubicBezTo>
                <a:cubicBezTo>
                  <a:pt x="4660887" y="3193518"/>
                  <a:pt x="4672407" y="3193518"/>
                  <a:pt x="4667727" y="3204679"/>
                </a:cubicBezTo>
                <a:cubicBezTo>
                  <a:pt x="4651887" y="3202519"/>
                  <a:pt x="4633526" y="3204679"/>
                  <a:pt x="4640367" y="3220520"/>
                </a:cubicBezTo>
                <a:cubicBezTo>
                  <a:pt x="4624526" y="3220520"/>
                  <a:pt x="4645047" y="3209359"/>
                  <a:pt x="4631366" y="3206839"/>
                </a:cubicBezTo>
                <a:cubicBezTo>
                  <a:pt x="4619846" y="3227360"/>
                  <a:pt x="4619846" y="3211519"/>
                  <a:pt x="4608686" y="3216200"/>
                </a:cubicBezTo>
                <a:cubicBezTo>
                  <a:pt x="4601846" y="3225200"/>
                  <a:pt x="4606526" y="3229880"/>
                  <a:pt x="4608686" y="3234201"/>
                </a:cubicBezTo>
                <a:cubicBezTo>
                  <a:pt x="4608686" y="3220520"/>
                  <a:pt x="4636047" y="3229880"/>
                  <a:pt x="4647207" y="3225200"/>
                </a:cubicBezTo>
                <a:cubicBezTo>
                  <a:pt x="4638207" y="3232041"/>
                  <a:pt x="4649727" y="3234201"/>
                  <a:pt x="4645047" y="3243201"/>
                </a:cubicBezTo>
                <a:cubicBezTo>
                  <a:pt x="4639287" y="3243201"/>
                  <a:pt x="4634156" y="3243201"/>
                  <a:pt x="4629341" y="3244371"/>
                </a:cubicBezTo>
                <a:lnTo>
                  <a:pt x="4615723" y="3252445"/>
                </a:lnTo>
                <a:lnTo>
                  <a:pt x="4646992" y="3249579"/>
                </a:lnTo>
                <a:cubicBezTo>
                  <a:pt x="4653833" y="3256420"/>
                  <a:pt x="4653833" y="3267940"/>
                  <a:pt x="4649513" y="3276941"/>
                </a:cubicBezTo>
                <a:cubicBezTo>
                  <a:pt x="4649513" y="3276941"/>
                  <a:pt x="4649513" y="3276941"/>
                  <a:pt x="4660674" y="3274780"/>
                </a:cubicBezTo>
                <a:cubicBezTo>
                  <a:pt x="4663194" y="3258940"/>
                  <a:pt x="4653833" y="3258940"/>
                  <a:pt x="4651673" y="3249579"/>
                </a:cubicBezTo>
                <a:cubicBezTo>
                  <a:pt x="4653833" y="3236259"/>
                  <a:pt x="4660674" y="3261100"/>
                  <a:pt x="4665354" y="3263260"/>
                </a:cubicBezTo>
                <a:cubicBezTo>
                  <a:pt x="4676515" y="3258940"/>
                  <a:pt x="4685877" y="3254259"/>
                  <a:pt x="4697037" y="3249579"/>
                </a:cubicBezTo>
                <a:cubicBezTo>
                  <a:pt x="4690197" y="3281621"/>
                  <a:pt x="4717560" y="3254259"/>
                  <a:pt x="4733761" y="3263260"/>
                </a:cubicBezTo>
                <a:cubicBezTo>
                  <a:pt x="4726561" y="3283781"/>
                  <a:pt x="4708559" y="3263260"/>
                  <a:pt x="4703878" y="3290621"/>
                </a:cubicBezTo>
                <a:cubicBezTo>
                  <a:pt x="4681196" y="3286301"/>
                  <a:pt x="4672195" y="3286301"/>
                  <a:pt x="4653833" y="3302142"/>
                </a:cubicBezTo>
                <a:cubicBezTo>
                  <a:pt x="4660674" y="3317983"/>
                  <a:pt x="4670035" y="3293141"/>
                  <a:pt x="4674355" y="3304302"/>
                </a:cubicBezTo>
                <a:cubicBezTo>
                  <a:pt x="4670035" y="3352184"/>
                  <a:pt x="4685877" y="3336343"/>
                  <a:pt x="4710719" y="3304302"/>
                </a:cubicBezTo>
                <a:cubicBezTo>
                  <a:pt x="4694877" y="3324823"/>
                  <a:pt x="4706399" y="3347504"/>
                  <a:pt x="4717560" y="3361185"/>
                </a:cubicBezTo>
                <a:cubicBezTo>
                  <a:pt x="4701718" y="3368025"/>
                  <a:pt x="4701718" y="3352184"/>
                  <a:pt x="4694877" y="3343184"/>
                </a:cubicBezTo>
                <a:cubicBezTo>
                  <a:pt x="4688037" y="3354344"/>
                  <a:pt x="4685877" y="3368025"/>
                  <a:pt x="4674355" y="3372705"/>
                </a:cubicBezTo>
                <a:cubicBezTo>
                  <a:pt x="4665354" y="3372705"/>
                  <a:pt x="4672195" y="3350024"/>
                  <a:pt x="4660674" y="3354344"/>
                </a:cubicBezTo>
                <a:cubicBezTo>
                  <a:pt x="4649513" y="3363705"/>
                  <a:pt x="4653833" y="3402227"/>
                  <a:pt x="4631151" y="3393226"/>
                </a:cubicBezTo>
                <a:cubicBezTo>
                  <a:pt x="4631151" y="3386386"/>
                  <a:pt x="4644832" y="3390706"/>
                  <a:pt x="4642672" y="3381706"/>
                </a:cubicBezTo>
                <a:cubicBezTo>
                  <a:pt x="4624310" y="3372705"/>
                  <a:pt x="4624310" y="3388546"/>
                  <a:pt x="4626470" y="3404387"/>
                </a:cubicBezTo>
                <a:cubicBezTo>
                  <a:pt x="4610629" y="3406547"/>
                  <a:pt x="4615309" y="3397546"/>
                  <a:pt x="4617469" y="3386386"/>
                </a:cubicBezTo>
                <a:cubicBezTo>
                  <a:pt x="4612789" y="3400066"/>
                  <a:pt x="4594787" y="3400066"/>
                  <a:pt x="4590106" y="3413387"/>
                </a:cubicBezTo>
                <a:cubicBezTo>
                  <a:pt x="4592627" y="3420227"/>
                  <a:pt x="4601627" y="3418067"/>
                  <a:pt x="4608468" y="3418067"/>
                </a:cubicBezTo>
                <a:cubicBezTo>
                  <a:pt x="4603788" y="3424908"/>
                  <a:pt x="4601627" y="3433908"/>
                  <a:pt x="4590106" y="3436428"/>
                </a:cubicBezTo>
                <a:lnTo>
                  <a:pt x="4596039" y="3444964"/>
                </a:lnTo>
                <a:lnTo>
                  <a:pt x="4606769" y="3441721"/>
                </a:lnTo>
                <a:lnTo>
                  <a:pt x="4606803" y="3441588"/>
                </a:lnTo>
                <a:cubicBezTo>
                  <a:pt x="4607954" y="3439542"/>
                  <a:pt x="4609105" y="3437814"/>
                  <a:pt x="4609105" y="3434358"/>
                </a:cubicBezTo>
                <a:cubicBezTo>
                  <a:pt x="4614596" y="3433266"/>
                  <a:pt x="4617961" y="3434994"/>
                  <a:pt x="4621636" y="3436449"/>
                </a:cubicBezTo>
                <a:lnTo>
                  <a:pt x="4622023" y="3436462"/>
                </a:lnTo>
                <a:lnTo>
                  <a:pt x="4639449" y="3423989"/>
                </a:lnTo>
                <a:lnTo>
                  <a:pt x="4639005" y="3422562"/>
                </a:lnTo>
                <a:cubicBezTo>
                  <a:pt x="4637437" y="3419804"/>
                  <a:pt x="4635302" y="3418669"/>
                  <a:pt x="4631885" y="3420360"/>
                </a:cubicBezTo>
                <a:cubicBezTo>
                  <a:pt x="4620375" y="3411460"/>
                  <a:pt x="4640876" y="3400425"/>
                  <a:pt x="4650228" y="3406832"/>
                </a:cubicBezTo>
                <a:lnTo>
                  <a:pt x="4652040" y="3413341"/>
                </a:lnTo>
                <a:lnTo>
                  <a:pt x="4667122" y="3398708"/>
                </a:lnTo>
                <a:lnTo>
                  <a:pt x="4665429" y="3390688"/>
                </a:lnTo>
                <a:cubicBezTo>
                  <a:pt x="4649843" y="3383924"/>
                  <a:pt x="4665429" y="3413115"/>
                  <a:pt x="4649843" y="3406351"/>
                </a:cubicBezTo>
                <a:cubicBezTo>
                  <a:pt x="4647363" y="3386416"/>
                  <a:pt x="4647363" y="3386416"/>
                  <a:pt x="4647363" y="3386416"/>
                </a:cubicBezTo>
                <a:cubicBezTo>
                  <a:pt x="4658698" y="3388552"/>
                  <a:pt x="4658698" y="3375025"/>
                  <a:pt x="4670034" y="3379653"/>
                </a:cubicBezTo>
                <a:lnTo>
                  <a:pt x="4674296" y="3391524"/>
                </a:lnTo>
                <a:lnTo>
                  <a:pt x="4688177" y="3377547"/>
                </a:lnTo>
                <a:cubicBezTo>
                  <a:pt x="4695016" y="3386907"/>
                  <a:pt x="4704015" y="3393747"/>
                  <a:pt x="4710854" y="3400587"/>
                </a:cubicBezTo>
                <a:cubicBezTo>
                  <a:pt x="4707434" y="3409676"/>
                  <a:pt x="4702598" y="3417056"/>
                  <a:pt x="4696912" y="3423260"/>
                </a:cubicBezTo>
                <a:lnTo>
                  <a:pt x="4689839" y="3429063"/>
                </a:lnTo>
                <a:lnTo>
                  <a:pt x="4689871" y="3429134"/>
                </a:lnTo>
                <a:lnTo>
                  <a:pt x="4689709" y="3429170"/>
                </a:lnTo>
                <a:lnTo>
                  <a:pt x="4677874" y="3438880"/>
                </a:lnTo>
                <a:lnTo>
                  <a:pt x="4658667" y="3449953"/>
                </a:lnTo>
                <a:lnTo>
                  <a:pt x="4657062" y="3458806"/>
                </a:lnTo>
                <a:lnTo>
                  <a:pt x="4652054" y="3453766"/>
                </a:lnTo>
                <a:lnTo>
                  <a:pt x="4638145" y="3461785"/>
                </a:lnTo>
                <a:cubicBezTo>
                  <a:pt x="4627887" y="3468624"/>
                  <a:pt x="4618259" y="3477174"/>
                  <a:pt x="4605481" y="3482889"/>
                </a:cubicBezTo>
                <a:lnTo>
                  <a:pt x="4598596" y="3484728"/>
                </a:lnTo>
                <a:lnTo>
                  <a:pt x="4599467" y="3486471"/>
                </a:lnTo>
                <a:cubicBezTo>
                  <a:pt x="4608468" y="3483950"/>
                  <a:pt x="4615309" y="3481790"/>
                  <a:pt x="4619629" y="3474950"/>
                </a:cubicBezTo>
                <a:cubicBezTo>
                  <a:pt x="4626470" y="3474950"/>
                  <a:pt x="4619629" y="3497631"/>
                  <a:pt x="4637991" y="3486471"/>
                </a:cubicBezTo>
                <a:cubicBezTo>
                  <a:pt x="4632231" y="3496551"/>
                  <a:pt x="4632231" y="3503301"/>
                  <a:pt x="4632546" y="3510412"/>
                </a:cubicBezTo>
                <a:lnTo>
                  <a:pt x="4631568" y="3517588"/>
                </a:lnTo>
                <a:lnTo>
                  <a:pt x="4639351" y="3518573"/>
                </a:lnTo>
                <a:lnTo>
                  <a:pt x="4643730" y="3517881"/>
                </a:lnTo>
                <a:lnTo>
                  <a:pt x="4643720" y="3517872"/>
                </a:lnTo>
                <a:cubicBezTo>
                  <a:pt x="4646426" y="3509305"/>
                  <a:pt x="4669305" y="3492171"/>
                  <a:pt x="4652146" y="3475037"/>
                </a:cubicBezTo>
                <a:cubicBezTo>
                  <a:pt x="4657956" y="3484284"/>
                  <a:pt x="4664221" y="3492262"/>
                  <a:pt x="4669623" y="3501373"/>
                </a:cubicBezTo>
                <a:lnTo>
                  <a:pt x="4676794" y="3520687"/>
                </a:lnTo>
                <a:lnTo>
                  <a:pt x="4687351" y="3523042"/>
                </a:lnTo>
                <a:lnTo>
                  <a:pt x="4694382" y="3496235"/>
                </a:lnTo>
                <a:cubicBezTo>
                  <a:pt x="4712219" y="3507332"/>
                  <a:pt x="4718997" y="3498382"/>
                  <a:pt x="4746109" y="3494087"/>
                </a:cubicBezTo>
                <a:cubicBezTo>
                  <a:pt x="4748606" y="3505184"/>
                  <a:pt x="4743969" y="3509837"/>
                  <a:pt x="4732910" y="3511985"/>
                </a:cubicBezTo>
                <a:cubicBezTo>
                  <a:pt x="4732910" y="3516639"/>
                  <a:pt x="4735050" y="3516639"/>
                  <a:pt x="4737191" y="3516639"/>
                </a:cubicBezTo>
                <a:cubicBezTo>
                  <a:pt x="4731483" y="3514312"/>
                  <a:pt x="4721940" y="3517086"/>
                  <a:pt x="4712130" y="3520755"/>
                </a:cubicBezTo>
                <a:lnTo>
                  <a:pt x="4698629" y="3525558"/>
                </a:lnTo>
                <a:lnTo>
                  <a:pt x="4705740" y="3527144"/>
                </a:lnTo>
                <a:cubicBezTo>
                  <a:pt x="4721573" y="3529664"/>
                  <a:pt x="4739565" y="3529664"/>
                  <a:pt x="4757916" y="3529664"/>
                </a:cubicBezTo>
                <a:cubicBezTo>
                  <a:pt x="4796418" y="3527144"/>
                  <a:pt x="4835280" y="3524985"/>
                  <a:pt x="4873782" y="3518146"/>
                </a:cubicBezTo>
                <a:cubicBezTo>
                  <a:pt x="4955824" y="3506628"/>
                  <a:pt x="5039665" y="3486472"/>
                  <a:pt x="5126385" y="3470275"/>
                </a:cubicBezTo>
                <a:cubicBezTo>
                  <a:pt x="5137540" y="3490791"/>
                  <a:pt x="5121707" y="3497630"/>
                  <a:pt x="5114871" y="3509148"/>
                </a:cubicBezTo>
                <a:cubicBezTo>
                  <a:pt x="5080687" y="3513467"/>
                  <a:pt x="5053339" y="3527144"/>
                  <a:pt x="5026352" y="3543341"/>
                </a:cubicBezTo>
                <a:lnTo>
                  <a:pt x="5006317" y="3551957"/>
                </a:lnTo>
                <a:lnTo>
                  <a:pt x="5009704" y="3556904"/>
                </a:lnTo>
                <a:cubicBezTo>
                  <a:pt x="5010459" y="3561786"/>
                  <a:pt x="5009533" y="3567140"/>
                  <a:pt x="5007019" y="3570551"/>
                </a:cubicBezTo>
                <a:cubicBezTo>
                  <a:pt x="4998200" y="3573098"/>
                  <a:pt x="4998200" y="3559273"/>
                  <a:pt x="4984794" y="3566186"/>
                </a:cubicBezTo>
                <a:lnTo>
                  <a:pt x="4985052" y="3561102"/>
                </a:lnTo>
                <a:lnTo>
                  <a:pt x="4983666" y="3561698"/>
                </a:lnTo>
                <a:lnTo>
                  <a:pt x="4961178" y="3564852"/>
                </a:lnTo>
                <a:lnTo>
                  <a:pt x="4980376" y="3572257"/>
                </a:lnTo>
                <a:cubicBezTo>
                  <a:pt x="4948136" y="3581260"/>
                  <a:pt x="4902492" y="3622315"/>
                  <a:pt x="4874961" y="3603948"/>
                </a:cubicBezTo>
                <a:cubicBezTo>
                  <a:pt x="4873874" y="3600527"/>
                  <a:pt x="4874418" y="3598276"/>
                  <a:pt x="4875233" y="3596025"/>
                </a:cubicBezTo>
                <a:lnTo>
                  <a:pt x="4876381" y="3591245"/>
                </a:lnTo>
                <a:lnTo>
                  <a:pt x="4874356" y="3591752"/>
                </a:lnTo>
                <a:cubicBezTo>
                  <a:pt x="4808540" y="3601673"/>
                  <a:pt x="4736956" y="3577175"/>
                  <a:pt x="4680552" y="3577175"/>
                </a:cubicBezTo>
                <a:cubicBezTo>
                  <a:pt x="4665798" y="3567097"/>
                  <a:pt x="4644748" y="3560888"/>
                  <a:pt x="4621404" y="3558054"/>
                </a:cubicBezTo>
                <a:lnTo>
                  <a:pt x="4592278" y="3558503"/>
                </a:lnTo>
                <a:lnTo>
                  <a:pt x="4585859" y="3561185"/>
                </a:lnTo>
                <a:cubicBezTo>
                  <a:pt x="4582073" y="3563649"/>
                  <a:pt x="4578765" y="3567205"/>
                  <a:pt x="4576425" y="3572875"/>
                </a:cubicBezTo>
                <a:lnTo>
                  <a:pt x="4566282" y="3558904"/>
                </a:lnTo>
                <a:lnTo>
                  <a:pt x="4551520" y="3559132"/>
                </a:lnTo>
                <a:lnTo>
                  <a:pt x="4553743" y="3575035"/>
                </a:lnTo>
                <a:cubicBezTo>
                  <a:pt x="4531060" y="3584035"/>
                  <a:pt x="4515219" y="3563874"/>
                  <a:pt x="4501537" y="3595556"/>
                </a:cubicBezTo>
                <a:cubicBezTo>
                  <a:pt x="4496857" y="3590875"/>
                  <a:pt x="4492536" y="3586555"/>
                  <a:pt x="4490016" y="3579715"/>
                </a:cubicBezTo>
                <a:cubicBezTo>
                  <a:pt x="4439971" y="3588715"/>
                  <a:pt x="4406127" y="3597716"/>
                  <a:pt x="4369403" y="3604556"/>
                </a:cubicBezTo>
                <a:cubicBezTo>
                  <a:pt x="4335560" y="3609236"/>
                  <a:pt x="4298836" y="3613917"/>
                  <a:pt x="4251311" y="3611396"/>
                </a:cubicBezTo>
                <a:cubicBezTo>
                  <a:pt x="4253471" y="3602396"/>
                  <a:pt x="4251311" y="3593396"/>
                  <a:pt x="4244470" y="3590875"/>
                </a:cubicBezTo>
                <a:cubicBezTo>
                  <a:pt x="4230789" y="3597716"/>
                  <a:pt x="4251311" y="3609236"/>
                  <a:pt x="4246630" y="3622917"/>
                </a:cubicBezTo>
                <a:cubicBezTo>
                  <a:pt x="4169222" y="3607076"/>
                  <a:pt x="4108016" y="3622917"/>
                  <a:pt x="4030608" y="3620757"/>
                </a:cubicBezTo>
                <a:cubicBezTo>
                  <a:pt x="4028087" y="3629757"/>
                  <a:pt x="4030608" y="3634078"/>
                  <a:pt x="4037448" y="3636598"/>
                </a:cubicBezTo>
                <a:cubicBezTo>
                  <a:pt x="4030608" y="3643438"/>
                  <a:pt x="4028087" y="3638758"/>
                  <a:pt x="4012246" y="3640918"/>
                </a:cubicBezTo>
                <a:cubicBezTo>
                  <a:pt x="4021247" y="3625077"/>
                  <a:pt x="4019087" y="3625077"/>
                  <a:pt x="4007925" y="3618237"/>
                </a:cubicBezTo>
                <a:cubicBezTo>
                  <a:pt x="4001085" y="3620757"/>
                  <a:pt x="4001085" y="3631917"/>
                  <a:pt x="3998564" y="3638758"/>
                </a:cubicBezTo>
                <a:cubicBezTo>
                  <a:pt x="3991724" y="3636598"/>
                  <a:pt x="3989563" y="3629757"/>
                  <a:pt x="3994244" y="3618237"/>
                </a:cubicBezTo>
                <a:cubicBezTo>
                  <a:pt x="3994244" y="3618237"/>
                  <a:pt x="3994244" y="3618237"/>
                  <a:pt x="3930517" y="3611396"/>
                </a:cubicBezTo>
                <a:cubicBezTo>
                  <a:pt x="3930517" y="3631917"/>
                  <a:pt x="3944199" y="3620757"/>
                  <a:pt x="3948519" y="3634078"/>
                </a:cubicBezTo>
                <a:cubicBezTo>
                  <a:pt x="3930517" y="3652438"/>
                  <a:pt x="3927997" y="3640918"/>
                  <a:pt x="3925837" y="3625077"/>
                </a:cubicBezTo>
                <a:cubicBezTo>
                  <a:pt x="3921156" y="3611396"/>
                  <a:pt x="3916836" y="3595556"/>
                  <a:pt x="3896314" y="3604556"/>
                </a:cubicBezTo>
                <a:cubicBezTo>
                  <a:pt x="3891633" y="3622917"/>
                  <a:pt x="3909995" y="3618237"/>
                  <a:pt x="3914676" y="3627597"/>
                </a:cubicBezTo>
                <a:cubicBezTo>
                  <a:pt x="3911255" y="3631557"/>
                  <a:pt x="3909388" y="3634797"/>
                  <a:pt x="3908443" y="3637751"/>
                </a:cubicBezTo>
                <a:lnTo>
                  <a:pt x="3908141" y="3641398"/>
                </a:lnTo>
                <a:lnTo>
                  <a:pt x="3926181" y="3648258"/>
                </a:lnTo>
                <a:cubicBezTo>
                  <a:pt x="3921681" y="3653388"/>
                  <a:pt x="3917879" y="3655683"/>
                  <a:pt x="3914494" y="3656201"/>
                </a:cubicBezTo>
                <a:lnTo>
                  <a:pt x="3907778" y="3654211"/>
                </a:lnTo>
                <a:lnTo>
                  <a:pt x="3907835" y="3668279"/>
                </a:lnTo>
                <a:cubicBezTo>
                  <a:pt x="3912155" y="3663959"/>
                  <a:pt x="3918996" y="3666119"/>
                  <a:pt x="3921156" y="3659279"/>
                </a:cubicBezTo>
                <a:cubicBezTo>
                  <a:pt x="3921156" y="3668279"/>
                  <a:pt x="3918996" y="3670440"/>
                  <a:pt x="3918996" y="3672960"/>
                </a:cubicBezTo>
                <a:cubicBezTo>
                  <a:pt x="3918996" y="3672960"/>
                  <a:pt x="3918996" y="3672960"/>
                  <a:pt x="3934838" y="3670440"/>
                </a:cubicBezTo>
                <a:cubicBezTo>
                  <a:pt x="3923677" y="3690960"/>
                  <a:pt x="3900994" y="3677280"/>
                  <a:pt x="3887313" y="3688800"/>
                </a:cubicBezTo>
                <a:cubicBezTo>
                  <a:pt x="3882632" y="3686640"/>
                  <a:pt x="3889473" y="3672960"/>
                  <a:pt x="3882632" y="3672960"/>
                </a:cubicBezTo>
                <a:cubicBezTo>
                  <a:pt x="3848429" y="3688800"/>
                  <a:pt x="3798383" y="3688800"/>
                  <a:pt x="3768860" y="3668279"/>
                </a:cubicBezTo>
                <a:cubicBezTo>
                  <a:pt x="3768860" y="3647758"/>
                  <a:pt x="3782542" y="3675120"/>
                  <a:pt x="3789382" y="3659279"/>
                </a:cubicBezTo>
                <a:cubicBezTo>
                  <a:pt x="3787222" y="3650278"/>
                  <a:pt x="3777861" y="3650278"/>
                  <a:pt x="3777861" y="3636598"/>
                </a:cubicBezTo>
                <a:cubicBezTo>
                  <a:pt x="3762020" y="3650278"/>
                  <a:pt x="3757339" y="3640918"/>
                  <a:pt x="3734657" y="3640918"/>
                </a:cubicBezTo>
                <a:cubicBezTo>
                  <a:pt x="3741497" y="3645598"/>
                  <a:pt x="3762020" y="3657119"/>
                  <a:pt x="3737177" y="3657119"/>
                </a:cubicBezTo>
                <a:cubicBezTo>
                  <a:pt x="3737177" y="3668279"/>
                  <a:pt x="3746178" y="3668279"/>
                  <a:pt x="3741497" y="3684120"/>
                </a:cubicBezTo>
                <a:cubicBezTo>
                  <a:pt x="3734657" y="3677280"/>
                  <a:pt x="3730336" y="3670440"/>
                  <a:pt x="3725656" y="3661439"/>
                </a:cubicBezTo>
                <a:cubicBezTo>
                  <a:pt x="3716655" y="3663959"/>
                  <a:pt x="3718815" y="3681960"/>
                  <a:pt x="3707294" y="3677280"/>
                </a:cubicBezTo>
                <a:cubicBezTo>
                  <a:pt x="3707294" y="3677280"/>
                  <a:pt x="3707294" y="3677280"/>
                  <a:pt x="3709814" y="3657119"/>
                </a:cubicBezTo>
                <a:cubicBezTo>
                  <a:pt x="3691452" y="3661439"/>
                  <a:pt x="3682451" y="3657119"/>
                  <a:pt x="3670930" y="3670440"/>
                </a:cubicBezTo>
                <a:cubicBezTo>
                  <a:pt x="3643927" y="3675120"/>
                  <a:pt x="3648248" y="3645598"/>
                  <a:pt x="3620885" y="3661439"/>
                </a:cubicBezTo>
                <a:cubicBezTo>
                  <a:pt x="3616564" y="3650278"/>
                  <a:pt x="3623405" y="3654599"/>
                  <a:pt x="3623405" y="3638758"/>
                </a:cubicBezTo>
                <a:cubicBezTo>
                  <a:pt x="3609724" y="3640918"/>
                  <a:pt x="3598202" y="3645598"/>
                  <a:pt x="3596042" y="3661439"/>
                </a:cubicBezTo>
                <a:cubicBezTo>
                  <a:pt x="3587041" y="3622917"/>
                  <a:pt x="3554998" y="3659279"/>
                  <a:pt x="3529795" y="3647758"/>
                </a:cubicBezTo>
                <a:cubicBezTo>
                  <a:pt x="3529795" y="3652438"/>
                  <a:pt x="3529795" y="3654599"/>
                  <a:pt x="3529795" y="3659279"/>
                </a:cubicBezTo>
                <a:cubicBezTo>
                  <a:pt x="3529795" y="3670440"/>
                  <a:pt x="3543477" y="3659279"/>
                  <a:pt x="3548157" y="3661439"/>
                </a:cubicBezTo>
                <a:cubicBezTo>
                  <a:pt x="3543657" y="3667200"/>
                  <a:pt x="3543117" y="3669450"/>
                  <a:pt x="3542847" y="3671970"/>
                </a:cubicBezTo>
                <a:lnTo>
                  <a:pt x="3542493" y="3673135"/>
                </a:lnTo>
                <a:lnTo>
                  <a:pt x="3558363" y="3671361"/>
                </a:lnTo>
                <a:lnTo>
                  <a:pt x="3558976" y="3667505"/>
                </a:lnTo>
                <a:cubicBezTo>
                  <a:pt x="3559294" y="3665504"/>
                  <a:pt x="3559294" y="3665504"/>
                  <a:pt x="3559294" y="3665504"/>
                </a:cubicBezTo>
                <a:cubicBezTo>
                  <a:pt x="3575284" y="3660775"/>
                  <a:pt x="3575284" y="3665504"/>
                  <a:pt x="3589093" y="3660775"/>
                </a:cubicBezTo>
                <a:lnTo>
                  <a:pt x="3590563" y="3667762"/>
                </a:lnTo>
                <a:lnTo>
                  <a:pt x="3600793" y="3666618"/>
                </a:lnTo>
                <a:lnTo>
                  <a:pt x="3596115" y="3678908"/>
                </a:lnTo>
                <a:lnTo>
                  <a:pt x="3609807" y="3665504"/>
                </a:lnTo>
                <a:cubicBezTo>
                  <a:pt x="3614168" y="3667687"/>
                  <a:pt x="3609807" y="3681512"/>
                  <a:pt x="3616712" y="3681512"/>
                </a:cubicBezTo>
                <a:cubicBezTo>
                  <a:pt x="3614350" y="3688424"/>
                  <a:pt x="3607445" y="3691334"/>
                  <a:pt x="3600858" y="3690470"/>
                </a:cubicBezTo>
                <a:lnTo>
                  <a:pt x="3594201" y="3683935"/>
                </a:lnTo>
                <a:lnTo>
                  <a:pt x="3588656" y="3698499"/>
                </a:lnTo>
                <a:cubicBezTo>
                  <a:pt x="3574450" y="3722326"/>
                  <a:pt x="3554271" y="3725296"/>
                  <a:pt x="3530245" y="3737176"/>
                </a:cubicBezTo>
                <a:cubicBezTo>
                  <a:pt x="3519086" y="3732496"/>
                  <a:pt x="3507568" y="3730336"/>
                  <a:pt x="3500729" y="3718816"/>
                </a:cubicBezTo>
                <a:lnTo>
                  <a:pt x="3425690" y="3735591"/>
                </a:lnTo>
                <a:lnTo>
                  <a:pt x="3425384" y="3736683"/>
                </a:lnTo>
                <a:lnTo>
                  <a:pt x="3424297" y="3735903"/>
                </a:lnTo>
                <a:lnTo>
                  <a:pt x="3420012" y="3736860"/>
                </a:lnTo>
                <a:lnTo>
                  <a:pt x="3401802" y="3740852"/>
                </a:lnTo>
                <a:lnTo>
                  <a:pt x="3400182" y="3745683"/>
                </a:lnTo>
                <a:lnTo>
                  <a:pt x="3395375" y="3742261"/>
                </a:lnTo>
                <a:lnTo>
                  <a:pt x="3370631" y="3747685"/>
                </a:lnTo>
                <a:lnTo>
                  <a:pt x="3370659" y="3747843"/>
                </a:lnTo>
                <a:cubicBezTo>
                  <a:pt x="3363818" y="3750363"/>
                  <a:pt x="3356977" y="3750363"/>
                  <a:pt x="3350136" y="3752523"/>
                </a:cubicBezTo>
                <a:cubicBezTo>
                  <a:pt x="3350136" y="3761524"/>
                  <a:pt x="3352657" y="3768364"/>
                  <a:pt x="3359497" y="3766204"/>
                </a:cubicBezTo>
                <a:cubicBezTo>
                  <a:pt x="3352657" y="3778805"/>
                  <a:pt x="3348066" y="3774214"/>
                  <a:pt x="3343476" y="3765079"/>
                </a:cubicBezTo>
                <a:lnTo>
                  <a:pt x="3338351" y="3753972"/>
                </a:lnTo>
                <a:lnTo>
                  <a:pt x="3310539" y="3757316"/>
                </a:lnTo>
                <a:lnTo>
                  <a:pt x="3313773" y="3759364"/>
                </a:lnTo>
                <a:cubicBezTo>
                  <a:pt x="3327454" y="3770524"/>
                  <a:pt x="3296131" y="3757204"/>
                  <a:pt x="3309812" y="3766204"/>
                </a:cubicBezTo>
                <a:cubicBezTo>
                  <a:pt x="3307922" y="3778085"/>
                  <a:pt x="3302387" y="3765664"/>
                  <a:pt x="3296851" y="3760686"/>
                </a:cubicBezTo>
                <a:lnTo>
                  <a:pt x="3292125" y="3759529"/>
                </a:lnTo>
                <a:lnTo>
                  <a:pt x="3291499" y="3759605"/>
                </a:lnTo>
                <a:lnTo>
                  <a:pt x="3293116" y="3767644"/>
                </a:lnTo>
                <a:cubicBezTo>
                  <a:pt x="3295951" y="3770794"/>
                  <a:pt x="3299371" y="3775384"/>
                  <a:pt x="3298291" y="3784565"/>
                </a:cubicBezTo>
                <a:cubicBezTo>
                  <a:pt x="3293610" y="3784565"/>
                  <a:pt x="3293610" y="3786725"/>
                  <a:pt x="3293610" y="3791405"/>
                </a:cubicBezTo>
                <a:cubicBezTo>
                  <a:pt x="3290190" y="3787985"/>
                  <a:pt x="3287940" y="3782765"/>
                  <a:pt x="3286275" y="3776420"/>
                </a:cubicBezTo>
                <a:lnTo>
                  <a:pt x="3283485" y="3760568"/>
                </a:lnTo>
                <a:lnTo>
                  <a:pt x="3271446" y="3762015"/>
                </a:lnTo>
                <a:lnTo>
                  <a:pt x="3263906" y="3761813"/>
                </a:lnTo>
                <a:lnTo>
                  <a:pt x="3264087" y="3766204"/>
                </a:lnTo>
                <a:cubicBezTo>
                  <a:pt x="3266248" y="3773044"/>
                  <a:pt x="3268768" y="3759364"/>
                  <a:pt x="3270928" y="3768364"/>
                </a:cubicBezTo>
                <a:cubicBezTo>
                  <a:pt x="3272008" y="3780964"/>
                  <a:pt x="3262377" y="3769624"/>
                  <a:pt x="3253331" y="3761929"/>
                </a:cubicBezTo>
                <a:lnTo>
                  <a:pt x="3252404" y="3761505"/>
                </a:lnTo>
                <a:lnTo>
                  <a:pt x="3239348" y="3761155"/>
                </a:lnTo>
                <a:lnTo>
                  <a:pt x="3238731" y="3762404"/>
                </a:lnTo>
                <a:cubicBezTo>
                  <a:pt x="3238277" y="3765726"/>
                  <a:pt x="3238390" y="3770570"/>
                  <a:pt x="3239245" y="3777365"/>
                </a:cubicBezTo>
                <a:cubicBezTo>
                  <a:pt x="3227724" y="3777365"/>
                  <a:pt x="3218723" y="3768364"/>
                  <a:pt x="3205041" y="3777365"/>
                </a:cubicBezTo>
                <a:cubicBezTo>
                  <a:pt x="3207201" y="3782045"/>
                  <a:pt x="3209362" y="3784565"/>
                  <a:pt x="3207201" y="3786725"/>
                </a:cubicBezTo>
                <a:cubicBezTo>
                  <a:pt x="3218723" y="3795726"/>
                  <a:pt x="3214042" y="3797886"/>
                  <a:pt x="3229884" y="3818406"/>
                </a:cubicBezTo>
                <a:cubicBezTo>
                  <a:pt x="3223043" y="3818406"/>
                  <a:pt x="3211882" y="3795726"/>
                  <a:pt x="3209362" y="3814086"/>
                </a:cubicBezTo>
                <a:cubicBezTo>
                  <a:pt x="3207201" y="3804726"/>
                  <a:pt x="3202521" y="3793565"/>
                  <a:pt x="3196040" y="3795726"/>
                </a:cubicBezTo>
                <a:cubicBezTo>
                  <a:pt x="3193520" y="3797886"/>
                  <a:pt x="3198200" y="3809406"/>
                  <a:pt x="3200361" y="3816246"/>
                </a:cubicBezTo>
                <a:cubicBezTo>
                  <a:pt x="3193520" y="3811566"/>
                  <a:pt x="3184519" y="3809406"/>
                  <a:pt x="3193520" y="3818406"/>
                </a:cubicBezTo>
                <a:cubicBezTo>
                  <a:pt x="3184519" y="3832087"/>
                  <a:pt x="3172998" y="3797886"/>
                  <a:pt x="3170838" y="3788885"/>
                </a:cubicBezTo>
                <a:cubicBezTo>
                  <a:pt x="3157156" y="3816246"/>
                  <a:pt x="3186679" y="3832087"/>
                  <a:pt x="3196040" y="3861609"/>
                </a:cubicBezTo>
                <a:cubicBezTo>
                  <a:pt x="3189200" y="3854768"/>
                  <a:pt x="3186679" y="3866289"/>
                  <a:pt x="3193520" y="3868449"/>
                </a:cubicBezTo>
                <a:cubicBezTo>
                  <a:pt x="3186679" y="3893650"/>
                  <a:pt x="3184519" y="3845768"/>
                  <a:pt x="3172998" y="3854768"/>
                </a:cubicBezTo>
                <a:cubicBezTo>
                  <a:pt x="3170838" y="3884650"/>
                  <a:pt x="3189200" y="3895810"/>
                  <a:pt x="3179839" y="3904811"/>
                </a:cubicBezTo>
                <a:cubicBezTo>
                  <a:pt x="3191360" y="3918491"/>
                  <a:pt x="3205041" y="3893650"/>
                  <a:pt x="3216202" y="3921011"/>
                </a:cubicBezTo>
                <a:cubicBezTo>
                  <a:pt x="3216202" y="3932172"/>
                  <a:pt x="3202521" y="3921011"/>
                  <a:pt x="3198200" y="3909491"/>
                </a:cubicBezTo>
                <a:cubicBezTo>
                  <a:pt x="3191360" y="3916331"/>
                  <a:pt x="3198200" y="3936852"/>
                  <a:pt x="3186679" y="3936852"/>
                </a:cubicBezTo>
                <a:cubicBezTo>
                  <a:pt x="3182359" y="3921011"/>
                  <a:pt x="3177678" y="3925332"/>
                  <a:pt x="3175518" y="3911651"/>
                </a:cubicBezTo>
                <a:cubicBezTo>
                  <a:pt x="3172998" y="3927852"/>
                  <a:pt x="3182359" y="3954853"/>
                  <a:pt x="3175518" y="3961693"/>
                </a:cubicBezTo>
                <a:cubicBezTo>
                  <a:pt x="3175518" y="3948013"/>
                  <a:pt x="3172998" y="3939012"/>
                  <a:pt x="3163997" y="3941172"/>
                </a:cubicBezTo>
                <a:cubicBezTo>
                  <a:pt x="3161837" y="3936852"/>
                  <a:pt x="3168677" y="3923172"/>
                  <a:pt x="3170838" y="3932172"/>
                </a:cubicBezTo>
                <a:cubicBezTo>
                  <a:pt x="3170838" y="3930012"/>
                  <a:pt x="3168677" y="3921011"/>
                  <a:pt x="3170838" y="3921011"/>
                </a:cubicBezTo>
                <a:cubicBezTo>
                  <a:pt x="3168677" y="3907331"/>
                  <a:pt x="3163997" y="3914171"/>
                  <a:pt x="3159676" y="3902650"/>
                </a:cubicBezTo>
                <a:cubicBezTo>
                  <a:pt x="3154996" y="3902650"/>
                  <a:pt x="3163997" y="3927852"/>
                  <a:pt x="3166157" y="3916331"/>
                </a:cubicBezTo>
                <a:cubicBezTo>
                  <a:pt x="3168677" y="3932172"/>
                  <a:pt x="3154996" y="3921011"/>
                  <a:pt x="3152836" y="3918491"/>
                </a:cubicBezTo>
                <a:cubicBezTo>
                  <a:pt x="3154996" y="3895810"/>
                  <a:pt x="3132314" y="3904811"/>
                  <a:pt x="3132314" y="3888970"/>
                </a:cubicBezTo>
                <a:cubicBezTo>
                  <a:pt x="3127633" y="3893650"/>
                  <a:pt x="3122953" y="3882130"/>
                  <a:pt x="3116112" y="3888970"/>
                </a:cubicBezTo>
                <a:cubicBezTo>
                  <a:pt x="3132314" y="3897970"/>
                  <a:pt x="3132314" y="3909491"/>
                  <a:pt x="3145995" y="3927852"/>
                </a:cubicBezTo>
                <a:cubicBezTo>
                  <a:pt x="3143475" y="3932172"/>
                  <a:pt x="3141314" y="3934332"/>
                  <a:pt x="3136634" y="3936852"/>
                </a:cubicBezTo>
                <a:cubicBezTo>
                  <a:pt x="3141314" y="3927852"/>
                  <a:pt x="3132314" y="3925332"/>
                  <a:pt x="3132314" y="3916331"/>
                </a:cubicBezTo>
                <a:cubicBezTo>
                  <a:pt x="3127633" y="3909491"/>
                  <a:pt x="3118632" y="3909491"/>
                  <a:pt x="3118632" y="3916331"/>
                </a:cubicBezTo>
                <a:cubicBezTo>
                  <a:pt x="3122953" y="3930012"/>
                  <a:pt x="3125473" y="3923172"/>
                  <a:pt x="3129793" y="3927852"/>
                </a:cubicBezTo>
                <a:cubicBezTo>
                  <a:pt x="3132314" y="3945853"/>
                  <a:pt x="3109271" y="3925332"/>
                  <a:pt x="3118632" y="3945853"/>
                </a:cubicBezTo>
                <a:cubicBezTo>
                  <a:pt x="3102430" y="3934332"/>
                  <a:pt x="3100270" y="3950533"/>
                  <a:pt x="3079748" y="3954853"/>
                </a:cubicBezTo>
                <a:cubicBezTo>
                  <a:pt x="3077588" y="3950533"/>
                  <a:pt x="3082268" y="3950533"/>
                  <a:pt x="3082268" y="3948013"/>
                </a:cubicBezTo>
                <a:cubicBezTo>
                  <a:pt x="3079748" y="3943692"/>
                  <a:pt x="3077588" y="3945853"/>
                  <a:pt x="3075428" y="3945853"/>
                </a:cubicBezTo>
                <a:cubicBezTo>
                  <a:pt x="3070747" y="3930012"/>
                  <a:pt x="3086589" y="3948013"/>
                  <a:pt x="3089109" y="3939012"/>
                </a:cubicBezTo>
                <a:cubicBezTo>
                  <a:pt x="3089109" y="3939012"/>
                  <a:pt x="3089109" y="3939012"/>
                  <a:pt x="3084429" y="3930012"/>
                </a:cubicBezTo>
                <a:cubicBezTo>
                  <a:pt x="3077588" y="3923172"/>
                  <a:pt x="3070747" y="3932172"/>
                  <a:pt x="3061746" y="3918491"/>
                </a:cubicBezTo>
                <a:cubicBezTo>
                  <a:pt x="3066067" y="3934332"/>
                  <a:pt x="3079748" y="3964214"/>
                  <a:pt x="3095950" y="3975374"/>
                </a:cubicBezTo>
                <a:cubicBezTo>
                  <a:pt x="3091269" y="3977894"/>
                  <a:pt x="3079748" y="3973214"/>
                  <a:pt x="3089109" y="3980054"/>
                </a:cubicBezTo>
                <a:cubicBezTo>
                  <a:pt x="3093429" y="3991575"/>
                  <a:pt x="3077588" y="3971054"/>
                  <a:pt x="3072907" y="3973214"/>
                </a:cubicBezTo>
                <a:cubicBezTo>
                  <a:pt x="3077588" y="3980054"/>
                  <a:pt x="3084429" y="3986894"/>
                  <a:pt x="3086589" y="3986894"/>
                </a:cubicBezTo>
                <a:cubicBezTo>
                  <a:pt x="3089109" y="3998055"/>
                  <a:pt x="3075428" y="4000575"/>
                  <a:pt x="3086589" y="4018576"/>
                </a:cubicBezTo>
                <a:cubicBezTo>
                  <a:pt x="3084429" y="4018576"/>
                  <a:pt x="3079748" y="4009576"/>
                  <a:pt x="3082268" y="4009576"/>
                </a:cubicBezTo>
                <a:cubicBezTo>
                  <a:pt x="3075428" y="4000575"/>
                  <a:pt x="3072907" y="4014256"/>
                  <a:pt x="3066067" y="3995895"/>
                </a:cubicBezTo>
                <a:cubicBezTo>
                  <a:pt x="3063906" y="3984734"/>
                  <a:pt x="3070747" y="3995895"/>
                  <a:pt x="3075428" y="3989055"/>
                </a:cubicBezTo>
                <a:cubicBezTo>
                  <a:pt x="3070747" y="3982214"/>
                  <a:pt x="3068587" y="3984734"/>
                  <a:pt x="3063906" y="3977894"/>
                </a:cubicBezTo>
                <a:cubicBezTo>
                  <a:pt x="3054905" y="3977894"/>
                  <a:pt x="3068587" y="3998055"/>
                  <a:pt x="3057066" y="3989055"/>
                </a:cubicBezTo>
                <a:cubicBezTo>
                  <a:pt x="3068587" y="4011736"/>
                  <a:pt x="3072907" y="4025416"/>
                  <a:pt x="3061746" y="4023256"/>
                </a:cubicBezTo>
                <a:cubicBezTo>
                  <a:pt x="3050225" y="4009576"/>
                  <a:pt x="3052385" y="4000575"/>
                  <a:pt x="3052385" y="3991575"/>
                </a:cubicBezTo>
                <a:cubicBezTo>
                  <a:pt x="3050225" y="3989055"/>
                  <a:pt x="3045544" y="3986894"/>
                  <a:pt x="3043384" y="3980054"/>
                </a:cubicBezTo>
                <a:cubicBezTo>
                  <a:pt x="3048065" y="3991575"/>
                  <a:pt x="3048065" y="3998055"/>
                  <a:pt x="3050225" y="4007416"/>
                </a:cubicBezTo>
                <a:cubicBezTo>
                  <a:pt x="3045544" y="4009576"/>
                  <a:pt x="3038704" y="3998055"/>
                  <a:pt x="3032223" y="3989055"/>
                </a:cubicBezTo>
                <a:cubicBezTo>
                  <a:pt x="3036544" y="3998055"/>
                  <a:pt x="3041224" y="4011736"/>
                  <a:pt x="3027543" y="4004895"/>
                </a:cubicBezTo>
                <a:cubicBezTo>
                  <a:pt x="3032223" y="4011736"/>
                  <a:pt x="3038704" y="4021096"/>
                  <a:pt x="3041224" y="4018576"/>
                </a:cubicBezTo>
                <a:cubicBezTo>
                  <a:pt x="3050225" y="4032257"/>
                  <a:pt x="3036544" y="4023256"/>
                  <a:pt x="3032223" y="4014256"/>
                </a:cubicBezTo>
                <a:cubicBezTo>
                  <a:pt x="3029703" y="4016416"/>
                  <a:pt x="3043384" y="4034417"/>
                  <a:pt x="3029703" y="4023256"/>
                </a:cubicBezTo>
                <a:cubicBezTo>
                  <a:pt x="3032223" y="4025416"/>
                  <a:pt x="3057066" y="4048458"/>
                  <a:pt x="3052385" y="4057458"/>
                </a:cubicBezTo>
                <a:cubicBezTo>
                  <a:pt x="3061746" y="4068618"/>
                  <a:pt x="3063906" y="4055298"/>
                  <a:pt x="3070747" y="4059618"/>
                </a:cubicBezTo>
                <a:cubicBezTo>
                  <a:pt x="3072907" y="4057458"/>
                  <a:pt x="3068587" y="4050618"/>
                  <a:pt x="3061746" y="4041617"/>
                </a:cubicBezTo>
                <a:cubicBezTo>
                  <a:pt x="3070747" y="4048458"/>
                  <a:pt x="3068587" y="4048458"/>
                  <a:pt x="3070747" y="4041617"/>
                </a:cubicBezTo>
                <a:cubicBezTo>
                  <a:pt x="3082268" y="4057458"/>
                  <a:pt x="3072907" y="4059618"/>
                  <a:pt x="3091269" y="4077979"/>
                </a:cubicBezTo>
                <a:cubicBezTo>
                  <a:pt x="3089109" y="4084819"/>
                  <a:pt x="3077588" y="4066458"/>
                  <a:pt x="3077588" y="4061778"/>
                </a:cubicBezTo>
                <a:cubicBezTo>
                  <a:pt x="3072907" y="4071138"/>
                  <a:pt x="3075428" y="4073299"/>
                  <a:pt x="3075428" y="4082299"/>
                </a:cubicBezTo>
                <a:cubicBezTo>
                  <a:pt x="3079748" y="4086979"/>
                  <a:pt x="3082268" y="4084819"/>
                  <a:pt x="3086589" y="4091660"/>
                </a:cubicBezTo>
                <a:cubicBezTo>
                  <a:pt x="3079748" y="4093820"/>
                  <a:pt x="3070747" y="4089139"/>
                  <a:pt x="3070747" y="4100660"/>
                </a:cubicBezTo>
                <a:cubicBezTo>
                  <a:pt x="3068587" y="4091660"/>
                  <a:pt x="3070747" y="4093820"/>
                  <a:pt x="3059226" y="4084819"/>
                </a:cubicBezTo>
                <a:cubicBezTo>
                  <a:pt x="3066067" y="4093820"/>
                  <a:pt x="3059226" y="4095980"/>
                  <a:pt x="3070747" y="4107500"/>
                </a:cubicBezTo>
                <a:cubicBezTo>
                  <a:pt x="3066067" y="4104980"/>
                  <a:pt x="3059226" y="4098140"/>
                  <a:pt x="3052385" y="4091660"/>
                </a:cubicBezTo>
                <a:cubicBezTo>
                  <a:pt x="3050225" y="4102820"/>
                  <a:pt x="3038704" y="4104980"/>
                  <a:pt x="3022862" y="4098140"/>
                </a:cubicBezTo>
                <a:cubicBezTo>
                  <a:pt x="3022862" y="4102820"/>
                  <a:pt x="3043384" y="4116501"/>
                  <a:pt x="3045544" y="4109660"/>
                </a:cubicBezTo>
                <a:cubicBezTo>
                  <a:pt x="3057066" y="4125501"/>
                  <a:pt x="3041224" y="4125501"/>
                  <a:pt x="3027543" y="4107500"/>
                </a:cubicBezTo>
                <a:cubicBezTo>
                  <a:pt x="3022862" y="4111820"/>
                  <a:pt x="3018542" y="4114341"/>
                  <a:pt x="3020702" y="4121181"/>
                </a:cubicBezTo>
                <a:cubicBezTo>
                  <a:pt x="3032223" y="4125501"/>
                  <a:pt x="3020702" y="4114341"/>
                  <a:pt x="3034383" y="4123341"/>
                </a:cubicBezTo>
                <a:cubicBezTo>
                  <a:pt x="3038704" y="4137022"/>
                  <a:pt x="3029703" y="4146022"/>
                  <a:pt x="3013861" y="4152862"/>
                </a:cubicBezTo>
                <a:cubicBezTo>
                  <a:pt x="2995499" y="4134862"/>
                  <a:pt x="3020702" y="4139182"/>
                  <a:pt x="3018542" y="4125501"/>
                </a:cubicBezTo>
                <a:cubicBezTo>
                  <a:pt x="2993339" y="4109660"/>
                  <a:pt x="3009181" y="4107500"/>
                  <a:pt x="2995499" y="4095980"/>
                </a:cubicBezTo>
                <a:cubicBezTo>
                  <a:pt x="2998019" y="4109660"/>
                  <a:pt x="2989019" y="4093820"/>
                  <a:pt x="2984338" y="4102820"/>
                </a:cubicBezTo>
                <a:cubicBezTo>
                  <a:pt x="3002340" y="4111820"/>
                  <a:pt x="3004860" y="4123341"/>
                  <a:pt x="3009181" y="4134862"/>
                </a:cubicBezTo>
                <a:cubicBezTo>
                  <a:pt x="2998019" y="4128021"/>
                  <a:pt x="2993339" y="4134862"/>
                  <a:pt x="2986498" y="4139182"/>
                </a:cubicBezTo>
                <a:cubicBezTo>
                  <a:pt x="2995499" y="4141702"/>
                  <a:pt x="3007020" y="4152862"/>
                  <a:pt x="3013861" y="4152862"/>
                </a:cubicBezTo>
                <a:cubicBezTo>
                  <a:pt x="3029703" y="4152862"/>
                  <a:pt x="3016021" y="4166543"/>
                  <a:pt x="3032223" y="4178064"/>
                </a:cubicBezTo>
                <a:cubicBezTo>
                  <a:pt x="3027543" y="4180224"/>
                  <a:pt x="3016021" y="4168703"/>
                  <a:pt x="3011701" y="4171223"/>
                </a:cubicBezTo>
                <a:cubicBezTo>
                  <a:pt x="3007020" y="4164383"/>
                  <a:pt x="3016021" y="4168703"/>
                  <a:pt x="3013861" y="4161863"/>
                </a:cubicBezTo>
                <a:cubicBezTo>
                  <a:pt x="3000180" y="4152862"/>
                  <a:pt x="3000180" y="4171223"/>
                  <a:pt x="3000180" y="4178064"/>
                </a:cubicBezTo>
                <a:cubicBezTo>
                  <a:pt x="3009181" y="4184904"/>
                  <a:pt x="2998019" y="4168703"/>
                  <a:pt x="3007020" y="4168703"/>
                </a:cubicBezTo>
                <a:cubicBezTo>
                  <a:pt x="3022862" y="4189224"/>
                  <a:pt x="3013861" y="4191744"/>
                  <a:pt x="3011701" y="4205065"/>
                </a:cubicBezTo>
                <a:cubicBezTo>
                  <a:pt x="3004860" y="4200745"/>
                  <a:pt x="2995499" y="4191744"/>
                  <a:pt x="2993339" y="4193904"/>
                </a:cubicBezTo>
                <a:cubicBezTo>
                  <a:pt x="2986498" y="4189224"/>
                  <a:pt x="3002340" y="4191744"/>
                  <a:pt x="2984338" y="4180224"/>
                </a:cubicBezTo>
                <a:cubicBezTo>
                  <a:pt x="2982178" y="4182384"/>
                  <a:pt x="2982178" y="4187064"/>
                  <a:pt x="2979658" y="4189224"/>
                </a:cubicBezTo>
                <a:cubicBezTo>
                  <a:pt x="2972817" y="4191744"/>
                  <a:pt x="2975337" y="4178064"/>
                  <a:pt x="2959135" y="4173383"/>
                </a:cubicBezTo>
                <a:cubicBezTo>
                  <a:pt x="2975337" y="4193904"/>
                  <a:pt x="2965976" y="4189224"/>
                  <a:pt x="2984338" y="4207585"/>
                </a:cubicBezTo>
                <a:cubicBezTo>
                  <a:pt x="2982178" y="4211905"/>
                  <a:pt x="2979658" y="4221266"/>
                  <a:pt x="2977497" y="4225586"/>
                </a:cubicBezTo>
                <a:cubicBezTo>
                  <a:pt x="2972817" y="4232426"/>
                  <a:pt x="2968496" y="4234946"/>
                  <a:pt x="2952295" y="4228106"/>
                </a:cubicBezTo>
                <a:cubicBezTo>
                  <a:pt x="2950134" y="4232426"/>
                  <a:pt x="2970657" y="4239266"/>
                  <a:pt x="2977497" y="4243947"/>
                </a:cubicBezTo>
                <a:cubicBezTo>
                  <a:pt x="2970657" y="4246107"/>
                  <a:pt x="2959135" y="4248627"/>
                  <a:pt x="2952295" y="4239266"/>
                </a:cubicBezTo>
                <a:cubicBezTo>
                  <a:pt x="2950134" y="4243947"/>
                  <a:pt x="2956975" y="4250787"/>
                  <a:pt x="2945454" y="4248627"/>
                </a:cubicBezTo>
                <a:cubicBezTo>
                  <a:pt x="2931773" y="4243947"/>
                  <a:pt x="2936453" y="4239266"/>
                  <a:pt x="2925292" y="4234946"/>
                </a:cubicBezTo>
                <a:cubicBezTo>
                  <a:pt x="2920611" y="4241787"/>
                  <a:pt x="2936453" y="4248627"/>
                  <a:pt x="2947974" y="4255467"/>
                </a:cubicBezTo>
                <a:cubicBezTo>
                  <a:pt x="2963816" y="4264468"/>
                  <a:pt x="2943294" y="4243947"/>
                  <a:pt x="2954815" y="4252947"/>
                </a:cubicBezTo>
                <a:cubicBezTo>
                  <a:pt x="2968496" y="4255467"/>
                  <a:pt x="2959135" y="4266628"/>
                  <a:pt x="2950134" y="4259788"/>
                </a:cubicBezTo>
                <a:cubicBezTo>
                  <a:pt x="2952295" y="4266628"/>
                  <a:pt x="2959135" y="4271308"/>
                  <a:pt x="2959135" y="4275628"/>
                </a:cubicBezTo>
                <a:cubicBezTo>
                  <a:pt x="2954815" y="4284989"/>
                  <a:pt x="2938613" y="4278148"/>
                  <a:pt x="2931773" y="4282469"/>
                </a:cubicBezTo>
                <a:cubicBezTo>
                  <a:pt x="2943294" y="4282469"/>
                  <a:pt x="2961656" y="4291829"/>
                  <a:pt x="2959135" y="4287149"/>
                </a:cubicBezTo>
                <a:cubicBezTo>
                  <a:pt x="2975337" y="4289309"/>
                  <a:pt x="2963816" y="4309830"/>
                  <a:pt x="2952295" y="4309830"/>
                </a:cubicBezTo>
                <a:cubicBezTo>
                  <a:pt x="2943294" y="4305510"/>
                  <a:pt x="2963816" y="4305510"/>
                  <a:pt x="2952295" y="4296149"/>
                </a:cubicBezTo>
                <a:cubicBezTo>
                  <a:pt x="2936453" y="4298669"/>
                  <a:pt x="2956975" y="4321350"/>
                  <a:pt x="2931773" y="4316670"/>
                </a:cubicBezTo>
                <a:cubicBezTo>
                  <a:pt x="2931773" y="4325671"/>
                  <a:pt x="2950134" y="4321350"/>
                  <a:pt x="2952295" y="4328191"/>
                </a:cubicBezTo>
                <a:cubicBezTo>
                  <a:pt x="2943294" y="4328191"/>
                  <a:pt x="2936453" y="4330351"/>
                  <a:pt x="2927452" y="4332511"/>
                </a:cubicBezTo>
                <a:cubicBezTo>
                  <a:pt x="2938613" y="4337191"/>
                  <a:pt x="2927452" y="4346192"/>
                  <a:pt x="2943294" y="4350872"/>
                </a:cubicBezTo>
                <a:cubicBezTo>
                  <a:pt x="2927452" y="4366713"/>
                  <a:pt x="2913771" y="4371393"/>
                  <a:pt x="2915931" y="4391914"/>
                </a:cubicBezTo>
                <a:cubicBezTo>
                  <a:pt x="2913771" y="4389394"/>
                  <a:pt x="2906930" y="4385074"/>
                  <a:pt x="2897929" y="4382553"/>
                </a:cubicBezTo>
                <a:cubicBezTo>
                  <a:pt x="2925292" y="4409915"/>
                  <a:pt x="2888928" y="4439436"/>
                  <a:pt x="2879567" y="4464637"/>
                </a:cubicBezTo>
                <a:cubicBezTo>
                  <a:pt x="2879567" y="4471478"/>
                  <a:pt x="2897929" y="4471478"/>
                  <a:pt x="2877407" y="4473638"/>
                </a:cubicBezTo>
                <a:cubicBezTo>
                  <a:pt x="2877407" y="4475798"/>
                  <a:pt x="2882087" y="4478318"/>
                  <a:pt x="2879567" y="4480478"/>
                </a:cubicBezTo>
                <a:cubicBezTo>
                  <a:pt x="2886408" y="4480478"/>
                  <a:pt x="2888928" y="4478318"/>
                  <a:pt x="2893248" y="4475798"/>
                </a:cubicBezTo>
                <a:cubicBezTo>
                  <a:pt x="2893248" y="4487318"/>
                  <a:pt x="2868046" y="4505679"/>
                  <a:pt x="2891088" y="4521520"/>
                </a:cubicBezTo>
                <a:cubicBezTo>
                  <a:pt x="2877407" y="4525840"/>
                  <a:pt x="2859045" y="4539521"/>
                  <a:pt x="2874887" y="4555722"/>
                </a:cubicBezTo>
                <a:cubicBezTo>
                  <a:pt x="2850044" y="4564722"/>
                  <a:pt x="2843203" y="4610084"/>
                  <a:pt x="2843203" y="4637445"/>
                </a:cubicBezTo>
                <a:cubicBezTo>
                  <a:pt x="2836362" y="4635285"/>
                  <a:pt x="2836362" y="4630605"/>
                  <a:pt x="2829522" y="4628445"/>
                </a:cubicBezTo>
                <a:cubicBezTo>
                  <a:pt x="2829522" y="4639606"/>
                  <a:pt x="2820521" y="4642126"/>
                  <a:pt x="2815840" y="4651126"/>
                </a:cubicBezTo>
                <a:cubicBezTo>
                  <a:pt x="2818361" y="4655806"/>
                  <a:pt x="2822681" y="4651126"/>
                  <a:pt x="2832042" y="4653286"/>
                </a:cubicBezTo>
                <a:cubicBezTo>
                  <a:pt x="2845363" y="4673807"/>
                  <a:pt x="2804679" y="4696488"/>
                  <a:pt x="2804679" y="4726010"/>
                </a:cubicBezTo>
                <a:cubicBezTo>
                  <a:pt x="2793158" y="4721689"/>
                  <a:pt x="2786317" y="4721689"/>
                  <a:pt x="2779477" y="4723850"/>
                </a:cubicBezTo>
                <a:cubicBezTo>
                  <a:pt x="2786317" y="4737530"/>
                  <a:pt x="2765795" y="4740050"/>
                  <a:pt x="2784157" y="4746891"/>
                </a:cubicBezTo>
                <a:cubicBezTo>
                  <a:pt x="2781637" y="4755891"/>
                  <a:pt x="2768315" y="4749051"/>
                  <a:pt x="2765795" y="4755891"/>
                </a:cubicBezTo>
                <a:cubicBezTo>
                  <a:pt x="2768315" y="4764892"/>
                  <a:pt x="2781637" y="4749051"/>
                  <a:pt x="2795318" y="4755891"/>
                </a:cubicBezTo>
                <a:cubicBezTo>
                  <a:pt x="2784157" y="4764892"/>
                  <a:pt x="2795318" y="4767052"/>
                  <a:pt x="2786317" y="4778572"/>
                </a:cubicBezTo>
                <a:cubicBezTo>
                  <a:pt x="2752114" y="4753371"/>
                  <a:pt x="2761475" y="4808094"/>
                  <a:pt x="2747793" y="4823934"/>
                </a:cubicBezTo>
                <a:cubicBezTo>
                  <a:pt x="2752114" y="4817094"/>
                  <a:pt x="2770476" y="4823934"/>
                  <a:pt x="2777316" y="4814934"/>
                </a:cubicBezTo>
                <a:cubicBezTo>
                  <a:pt x="2784157" y="4817094"/>
                  <a:pt x="2774796" y="4819614"/>
                  <a:pt x="2768315" y="4819614"/>
                </a:cubicBezTo>
                <a:cubicBezTo>
                  <a:pt x="2758954" y="4846976"/>
                  <a:pt x="2781637" y="4846976"/>
                  <a:pt x="2754634" y="4855976"/>
                </a:cubicBezTo>
                <a:cubicBezTo>
                  <a:pt x="2754634" y="4862816"/>
                  <a:pt x="2761475" y="4855976"/>
                  <a:pt x="2770476" y="4858136"/>
                </a:cubicBezTo>
                <a:cubicBezTo>
                  <a:pt x="2770476" y="4876497"/>
                  <a:pt x="2754634" y="4873977"/>
                  <a:pt x="2747793" y="4883337"/>
                </a:cubicBezTo>
                <a:cubicBezTo>
                  <a:pt x="2756794" y="4887657"/>
                  <a:pt x="2774796" y="4903498"/>
                  <a:pt x="2743113" y="4906018"/>
                </a:cubicBezTo>
                <a:cubicBezTo>
                  <a:pt x="2745273" y="4908178"/>
                  <a:pt x="2752114" y="4926539"/>
                  <a:pt x="2734112" y="4919699"/>
                </a:cubicBezTo>
                <a:cubicBezTo>
                  <a:pt x="2734112" y="4928699"/>
                  <a:pt x="2745273" y="4928699"/>
                  <a:pt x="2745273" y="4937700"/>
                </a:cubicBezTo>
                <a:cubicBezTo>
                  <a:pt x="2756794" y="4940220"/>
                  <a:pt x="2752114" y="4924019"/>
                  <a:pt x="2754634" y="4919699"/>
                </a:cubicBezTo>
                <a:cubicBezTo>
                  <a:pt x="2788477" y="4930859"/>
                  <a:pt x="2802159" y="4919699"/>
                  <a:pt x="2829522" y="4926539"/>
                </a:cubicBezTo>
                <a:cubicBezTo>
                  <a:pt x="2807920" y="4937879"/>
                  <a:pt x="2782897" y="4946340"/>
                  <a:pt x="2757874" y="4955116"/>
                </a:cubicBezTo>
                <a:lnTo>
                  <a:pt x="2691823" y="4983202"/>
                </a:lnTo>
                <a:lnTo>
                  <a:pt x="2691621" y="4988380"/>
                </a:lnTo>
                <a:lnTo>
                  <a:pt x="2693405" y="4989306"/>
                </a:lnTo>
                <a:cubicBezTo>
                  <a:pt x="2703261" y="4988057"/>
                  <a:pt x="2718180" y="4976581"/>
                  <a:pt x="2711429" y="4997102"/>
                </a:cubicBezTo>
                <a:cubicBezTo>
                  <a:pt x="2720430" y="4994582"/>
                  <a:pt x="2718270" y="4985582"/>
                  <a:pt x="2734112" y="4992422"/>
                </a:cubicBezTo>
                <a:cubicBezTo>
                  <a:pt x="2738432" y="4978742"/>
                  <a:pt x="2727271" y="4978742"/>
                  <a:pt x="2738432" y="4971901"/>
                </a:cubicBezTo>
                <a:cubicBezTo>
                  <a:pt x="2749953" y="4974062"/>
                  <a:pt x="2747793" y="4983422"/>
                  <a:pt x="2743113" y="4992422"/>
                </a:cubicBezTo>
                <a:cubicBezTo>
                  <a:pt x="2749953" y="4990262"/>
                  <a:pt x="2774796" y="4980902"/>
                  <a:pt x="2781637" y="4992422"/>
                </a:cubicBezTo>
                <a:cubicBezTo>
                  <a:pt x="2793158" y="4987742"/>
                  <a:pt x="2813680" y="4971901"/>
                  <a:pt x="2825201" y="4983422"/>
                </a:cubicBezTo>
                <a:cubicBezTo>
                  <a:pt x="2820521" y="4992422"/>
                  <a:pt x="2818361" y="5001423"/>
                  <a:pt x="2809000" y="5008263"/>
                </a:cubicBezTo>
                <a:cubicBezTo>
                  <a:pt x="2772636" y="5006103"/>
                  <a:pt x="2763635" y="5028784"/>
                  <a:pt x="2734112" y="5015103"/>
                </a:cubicBezTo>
                <a:cubicBezTo>
                  <a:pt x="2722591" y="5026624"/>
                  <a:pt x="2708909" y="5026624"/>
                  <a:pt x="2693067" y="5026624"/>
                </a:cubicBezTo>
                <a:cubicBezTo>
                  <a:pt x="2694778" y="5030044"/>
                  <a:pt x="2694778" y="5033734"/>
                  <a:pt x="2694063" y="5037486"/>
                </a:cubicBezTo>
                <a:lnTo>
                  <a:pt x="2693543" y="5039263"/>
                </a:lnTo>
                <a:lnTo>
                  <a:pt x="2695469" y="5066073"/>
                </a:lnTo>
                <a:lnTo>
                  <a:pt x="2694324" y="5066078"/>
                </a:lnTo>
                <a:lnTo>
                  <a:pt x="2695228" y="5067306"/>
                </a:lnTo>
                <a:cubicBezTo>
                  <a:pt x="2706749" y="5062986"/>
                  <a:pt x="2693067" y="5051465"/>
                  <a:pt x="2706749" y="5044625"/>
                </a:cubicBezTo>
                <a:cubicBezTo>
                  <a:pt x="2727271" y="5040304"/>
                  <a:pt x="2752114" y="5069826"/>
                  <a:pt x="2763635" y="5051465"/>
                </a:cubicBezTo>
                <a:cubicBezTo>
                  <a:pt x="2781637" y="5056145"/>
                  <a:pt x="2761475" y="5060466"/>
                  <a:pt x="2763635" y="5074146"/>
                </a:cubicBezTo>
                <a:cubicBezTo>
                  <a:pt x="2736272" y="5074146"/>
                  <a:pt x="2722591" y="5065146"/>
                  <a:pt x="2708909" y="5085667"/>
                </a:cubicBezTo>
                <a:cubicBezTo>
                  <a:pt x="2702068" y="5078826"/>
                  <a:pt x="2711429" y="5078826"/>
                  <a:pt x="2699908" y="5071986"/>
                </a:cubicBezTo>
                <a:cubicBezTo>
                  <a:pt x="2688387" y="5083506"/>
                  <a:pt x="2668225" y="5085667"/>
                  <a:pt x="2656704" y="5099347"/>
                </a:cubicBezTo>
                <a:cubicBezTo>
                  <a:pt x="2658864" y="5104028"/>
                  <a:pt x="2672545" y="5101508"/>
                  <a:pt x="2681546" y="5110868"/>
                </a:cubicBezTo>
                <a:cubicBezTo>
                  <a:pt x="2674706" y="5119868"/>
                  <a:pt x="2668225" y="5131029"/>
                  <a:pt x="2686227" y="5135709"/>
                </a:cubicBezTo>
                <a:cubicBezTo>
                  <a:pt x="2697748" y="5135709"/>
                  <a:pt x="2693067" y="5117348"/>
                  <a:pt x="2697748" y="5113028"/>
                </a:cubicBezTo>
                <a:cubicBezTo>
                  <a:pt x="2720430" y="5094667"/>
                  <a:pt x="2740952" y="5128869"/>
                  <a:pt x="2752114" y="5106188"/>
                </a:cubicBezTo>
                <a:cubicBezTo>
                  <a:pt x="2754634" y="5117348"/>
                  <a:pt x="2763635" y="5122028"/>
                  <a:pt x="2781637" y="5117348"/>
                </a:cubicBezTo>
                <a:cubicBezTo>
                  <a:pt x="2779477" y="5122028"/>
                  <a:pt x="2777316" y="5128869"/>
                  <a:pt x="2784157" y="5128869"/>
                </a:cubicBezTo>
                <a:cubicBezTo>
                  <a:pt x="2756794" y="5144710"/>
                  <a:pt x="2640862" y="5144710"/>
                  <a:pt x="2693067" y="5181071"/>
                </a:cubicBezTo>
                <a:cubicBezTo>
                  <a:pt x="2713590" y="5174591"/>
                  <a:pt x="2725111" y="5178911"/>
                  <a:pt x="2745273" y="5190432"/>
                </a:cubicBezTo>
                <a:cubicBezTo>
                  <a:pt x="2756794" y="5183591"/>
                  <a:pt x="2781637" y="5169911"/>
                  <a:pt x="2799999" y="5183591"/>
                </a:cubicBezTo>
                <a:cubicBezTo>
                  <a:pt x="2752114" y="5228954"/>
                  <a:pt x="2636181" y="5192592"/>
                  <a:pt x="2610979" y="5247314"/>
                </a:cubicBezTo>
                <a:cubicBezTo>
                  <a:pt x="2610979" y="5256315"/>
                  <a:pt x="2631501" y="5254155"/>
                  <a:pt x="2634021" y="5263155"/>
                </a:cubicBezTo>
                <a:cubicBezTo>
                  <a:pt x="2665705" y="5247314"/>
                  <a:pt x="2738432" y="5260995"/>
                  <a:pt x="2774796" y="5251634"/>
                </a:cubicBezTo>
                <a:cubicBezTo>
                  <a:pt x="2761475" y="5283676"/>
                  <a:pt x="2718270" y="5249474"/>
                  <a:pt x="2704589" y="5283676"/>
                </a:cubicBezTo>
                <a:cubicBezTo>
                  <a:pt x="2665705" y="5276836"/>
                  <a:pt x="2647703" y="5294837"/>
                  <a:pt x="2608819" y="5290516"/>
                </a:cubicBezTo>
                <a:cubicBezTo>
                  <a:pt x="2606658" y="5297357"/>
                  <a:pt x="2613499" y="5299517"/>
                  <a:pt x="2608819" y="5306357"/>
                </a:cubicBezTo>
                <a:cubicBezTo>
                  <a:pt x="2604498" y="5304197"/>
                  <a:pt x="2606658" y="5297357"/>
                  <a:pt x="2595137" y="5297357"/>
                </a:cubicBezTo>
                <a:cubicBezTo>
                  <a:pt x="2586136" y="5308517"/>
                  <a:pt x="2570295" y="5313198"/>
                  <a:pt x="2568134" y="5331198"/>
                </a:cubicBezTo>
                <a:cubicBezTo>
                  <a:pt x="2604498" y="5342719"/>
                  <a:pt x="2622500" y="5317518"/>
                  <a:pt x="2652023" y="5335878"/>
                </a:cubicBezTo>
                <a:cubicBezTo>
                  <a:pt x="2674706" y="5320038"/>
                  <a:pt x="2695228" y="5324358"/>
                  <a:pt x="2727271" y="5335878"/>
                </a:cubicBezTo>
                <a:cubicBezTo>
                  <a:pt x="2704589" y="5365400"/>
                  <a:pt x="2617820" y="5370080"/>
                  <a:pt x="2599818" y="5361080"/>
                </a:cubicBezTo>
                <a:cubicBezTo>
                  <a:pt x="2588296" y="5361080"/>
                  <a:pt x="2586136" y="5370080"/>
                  <a:pt x="2581456" y="5376920"/>
                </a:cubicBezTo>
                <a:cubicBezTo>
                  <a:pt x="2556613" y="5356400"/>
                  <a:pt x="2501887" y="5388081"/>
                  <a:pt x="2488206" y="5363240"/>
                </a:cubicBezTo>
                <a:cubicBezTo>
                  <a:pt x="2474525" y="5376920"/>
                  <a:pt x="2477045" y="5372240"/>
                  <a:pt x="2460843" y="5365400"/>
                </a:cubicBezTo>
                <a:lnTo>
                  <a:pt x="2449554" y="5374677"/>
                </a:lnTo>
                <a:lnTo>
                  <a:pt x="2433311" y="5421222"/>
                </a:lnTo>
                <a:lnTo>
                  <a:pt x="2449052" y="5417197"/>
                </a:lnTo>
                <a:cubicBezTo>
                  <a:pt x="2454722" y="5417242"/>
                  <a:pt x="2458683" y="5420123"/>
                  <a:pt x="2458683" y="5429123"/>
                </a:cubicBezTo>
                <a:cubicBezTo>
                  <a:pt x="2465524" y="5426963"/>
                  <a:pt x="2470204" y="5420122"/>
                  <a:pt x="2472364" y="5413282"/>
                </a:cubicBezTo>
                <a:cubicBezTo>
                  <a:pt x="2490726" y="5411122"/>
                  <a:pt x="2481365" y="5424443"/>
                  <a:pt x="2490726" y="5426963"/>
                </a:cubicBezTo>
                <a:cubicBezTo>
                  <a:pt x="2504408" y="5426963"/>
                  <a:pt x="2486046" y="5420122"/>
                  <a:pt x="2499727" y="5415442"/>
                </a:cubicBezTo>
                <a:cubicBezTo>
                  <a:pt x="2510888" y="5415442"/>
                  <a:pt x="2501887" y="5429123"/>
                  <a:pt x="2510888" y="5429123"/>
                </a:cubicBezTo>
                <a:cubicBezTo>
                  <a:pt x="2492886" y="5447484"/>
                  <a:pt x="2474525" y="5438484"/>
                  <a:pt x="2454002" y="5449644"/>
                </a:cubicBezTo>
                <a:cubicBezTo>
                  <a:pt x="2449682" y="5435963"/>
                  <a:pt x="2440681" y="5447484"/>
                  <a:pt x="2431320" y="5438484"/>
                </a:cubicBezTo>
                <a:cubicBezTo>
                  <a:pt x="2436000" y="5444964"/>
                  <a:pt x="2433840" y="5454324"/>
                  <a:pt x="2431320" y="5465485"/>
                </a:cubicBezTo>
                <a:cubicBezTo>
                  <a:pt x="2421059" y="5458644"/>
                  <a:pt x="2413138" y="5457564"/>
                  <a:pt x="2406072" y="5457024"/>
                </a:cubicBezTo>
                <a:lnTo>
                  <a:pt x="2401495" y="5455836"/>
                </a:lnTo>
                <a:lnTo>
                  <a:pt x="2384640" y="5472949"/>
                </a:lnTo>
                <a:lnTo>
                  <a:pt x="2356470" y="5491182"/>
                </a:lnTo>
                <a:lnTo>
                  <a:pt x="2357860" y="5491992"/>
                </a:lnTo>
                <a:cubicBezTo>
                  <a:pt x="2378361" y="5496214"/>
                  <a:pt x="2404076" y="5483549"/>
                  <a:pt x="2434853" y="5483549"/>
                </a:cubicBezTo>
                <a:cubicBezTo>
                  <a:pt x="2443853" y="5483549"/>
                  <a:pt x="2443853" y="5492484"/>
                  <a:pt x="2448172" y="5492484"/>
                </a:cubicBezTo>
                <a:cubicBezTo>
                  <a:pt x="2491728" y="5497130"/>
                  <a:pt x="2548603" y="5472112"/>
                  <a:pt x="2569121" y="5474614"/>
                </a:cubicBezTo>
                <a:cubicBezTo>
                  <a:pt x="2587120" y="5476758"/>
                  <a:pt x="2580281" y="5483549"/>
                  <a:pt x="2605478" y="5472112"/>
                </a:cubicBezTo>
                <a:cubicBezTo>
                  <a:pt x="2602958" y="5492484"/>
                  <a:pt x="2582440" y="5492484"/>
                  <a:pt x="2587120" y="5519646"/>
                </a:cubicBezTo>
                <a:cubicBezTo>
                  <a:pt x="2571281" y="5519646"/>
                  <a:pt x="2584960" y="5501419"/>
                  <a:pt x="2573441" y="5499274"/>
                </a:cubicBezTo>
                <a:cubicBezTo>
                  <a:pt x="2557603" y="5501419"/>
                  <a:pt x="2543924" y="5519646"/>
                  <a:pt x="2530245" y="5508209"/>
                </a:cubicBezTo>
                <a:cubicBezTo>
                  <a:pt x="2518726" y="5508209"/>
                  <a:pt x="2534925" y="5521790"/>
                  <a:pt x="2521246" y="5526436"/>
                </a:cubicBezTo>
                <a:cubicBezTo>
                  <a:pt x="2500728" y="5512855"/>
                  <a:pt x="2505407" y="5537873"/>
                  <a:pt x="2487049" y="5540018"/>
                </a:cubicBezTo>
                <a:cubicBezTo>
                  <a:pt x="2471210" y="5537873"/>
                  <a:pt x="2475530" y="5526436"/>
                  <a:pt x="2468690" y="5519646"/>
                </a:cubicBezTo>
                <a:cubicBezTo>
                  <a:pt x="2461851" y="5540018"/>
                  <a:pt x="2409656" y="5515000"/>
                  <a:pt x="2404976" y="5515000"/>
                </a:cubicBezTo>
                <a:cubicBezTo>
                  <a:pt x="2382838" y="5515000"/>
                  <a:pt x="2347944" y="5520227"/>
                  <a:pt x="2338562" y="5504596"/>
                </a:cubicBezTo>
                <a:lnTo>
                  <a:pt x="2338748" y="5496464"/>
                </a:lnTo>
                <a:lnTo>
                  <a:pt x="2318321" y="5502198"/>
                </a:lnTo>
                <a:cubicBezTo>
                  <a:pt x="2311482" y="5515878"/>
                  <a:pt x="2314001" y="5527397"/>
                  <a:pt x="2290965" y="5532077"/>
                </a:cubicBezTo>
                <a:cubicBezTo>
                  <a:pt x="2272968" y="5509038"/>
                  <a:pt x="2259290" y="5525237"/>
                  <a:pt x="2225096" y="5513718"/>
                </a:cubicBezTo>
                <a:lnTo>
                  <a:pt x="2225237" y="5510213"/>
                </a:lnTo>
                <a:lnTo>
                  <a:pt x="2224172" y="5509763"/>
                </a:lnTo>
                <a:cubicBezTo>
                  <a:pt x="2221105" y="5507249"/>
                  <a:pt x="2218828" y="5504028"/>
                  <a:pt x="2217415" y="5500661"/>
                </a:cubicBezTo>
                <a:lnTo>
                  <a:pt x="2219795" y="5483836"/>
                </a:lnTo>
                <a:lnTo>
                  <a:pt x="2199787" y="5474007"/>
                </a:lnTo>
                <a:cubicBezTo>
                  <a:pt x="2186290" y="5469619"/>
                  <a:pt x="2171285" y="5466109"/>
                  <a:pt x="2156077" y="5462239"/>
                </a:cubicBezTo>
                <a:lnTo>
                  <a:pt x="2116987" y="5450121"/>
                </a:lnTo>
                <a:lnTo>
                  <a:pt x="2106708" y="5451028"/>
                </a:lnTo>
                <a:lnTo>
                  <a:pt x="2106605" y="5451402"/>
                </a:lnTo>
                <a:cubicBezTo>
                  <a:pt x="2105205" y="5456161"/>
                  <a:pt x="2104867" y="5452313"/>
                  <a:pt x="2092987" y="5452313"/>
                </a:cubicBezTo>
                <a:cubicBezTo>
                  <a:pt x="2092987" y="5452313"/>
                  <a:pt x="2092987" y="5452313"/>
                  <a:pt x="2110987" y="5477515"/>
                </a:cubicBezTo>
                <a:cubicBezTo>
                  <a:pt x="2101987" y="5484356"/>
                  <a:pt x="2099827" y="5491196"/>
                  <a:pt x="2104147" y="5500196"/>
                </a:cubicBezTo>
                <a:cubicBezTo>
                  <a:pt x="2117827" y="5498036"/>
                  <a:pt x="2108827" y="5491196"/>
                  <a:pt x="2113507" y="5486516"/>
                </a:cubicBezTo>
                <a:cubicBezTo>
                  <a:pt x="2119987" y="5498036"/>
                  <a:pt x="2126827" y="5500196"/>
                  <a:pt x="2134027" y="5500196"/>
                </a:cubicBezTo>
                <a:cubicBezTo>
                  <a:pt x="2129347" y="5507037"/>
                  <a:pt x="2138347" y="5516038"/>
                  <a:pt x="2122507" y="5520718"/>
                </a:cubicBezTo>
                <a:cubicBezTo>
                  <a:pt x="2115667" y="5516038"/>
                  <a:pt x="2110987" y="5509197"/>
                  <a:pt x="2099827" y="5518558"/>
                </a:cubicBezTo>
                <a:cubicBezTo>
                  <a:pt x="2113507" y="5529718"/>
                  <a:pt x="2126827" y="5543400"/>
                  <a:pt x="2138347" y="5554920"/>
                </a:cubicBezTo>
                <a:cubicBezTo>
                  <a:pt x="2113507" y="5561760"/>
                  <a:pt x="2158868" y="5579762"/>
                  <a:pt x="2136187" y="5586602"/>
                </a:cubicBezTo>
                <a:cubicBezTo>
                  <a:pt x="2124667" y="5584442"/>
                  <a:pt x="2131507" y="5575442"/>
                  <a:pt x="2117827" y="5577602"/>
                </a:cubicBezTo>
                <a:cubicBezTo>
                  <a:pt x="2126827" y="5572922"/>
                  <a:pt x="2115667" y="5563921"/>
                  <a:pt x="2117827" y="5559240"/>
                </a:cubicBezTo>
                <a:cubicBezTo>
                  <a:pt x="2113507" y="5561760"/>
                  <a:pt x="2108827" y="5559240"/>
                  <a:pt x="2101987" y="5563921"/>
                </a:cubicBezTo>
                <a:cubicBezTo>
                  <a:pt x="2101987" y="5563921"/>
                  <a:pt x="2101987" y="5563921"/>
                  <a:pt x="2115667" y="5579762"/>
                </a:cubicBezTo>
                <a:cubicBezTo>
                  <a:pt x="2095147" y="5579762"/>
                  <a:pt x="2110987" y="5595603"/>
                  <a:pt x="2101987" y="5604964"/>
                </a:cubicBezTo>
                <a:cubicBezTo>
                  <a:pt x="2088307" y="5584442"/>
                  <a:pt x="2104147" y="5559240"/>
                  <a:pt x="2067787" y="5550240"/>
                </a:cubicBezTo>
                <a:cubicBezTo>
                  <a:pt x="2054107" y="5568601"/>
                  <a:pt x="2101987" y="5609284"/>
                  <a:pt x="2056627" y="5613964"/>
                </a:cubicBezTo>
                <a:cubicBezTo>
                  <a:pt x="2054107" y="5620804"/>
                  <a:pt x="2060947" y="5625485"/>
                  <a:pt x="2065627" y="5632326"/>
                </a:cubicBezTo>
                <a:cubicBezTo>
                  <a:pt x="2070307" y="5629806"/>
                  <a:pt x="2074627" y="5625485"/>
                  <a:pt x="2077147" y="5629806"/>
                </a:cubicBezTo>
                <a:cubicBezTo>
                  <a:pt x="2063467" y="5661848"/>
                  <a:pt x="2081467" y="5700370"/>
                  <a:pt x="2063467" y="5732412"/>
                </a:cubicBezTo>
                <a:cubicBezTo>
                  <a:pt x="2067787" y="5729892"/>
                  <a:pt x="2072467" y="5736732"/>
                  <a:pt x="2077147" y="5736732"/>
                </a:cubicBezTo>
                <a:cubicBezTo>
                  <a:pt x="2063467" y="5741413"/>
                  <a:pt x="2077147" y="5750414"/>
                  <a:pt x="2067787" y="5757254"/>
                </a:cubicBezTo>
                <a:cubicBezTo>
                  <a:pt x="2058787" y="5748254"/>
                  <a:pt x="2065627" y="5739253"/>
                  <a:pt x="2051947" y="5743573"/>
                </a:cubicBezTo>
                <a:cubicBezTo>
                  <a:pt x="2049787" y="5757254"/>
                  <a:pt x="2045107" y="5770935"/>
                  <a:pt x="2047267" y="5784616"/>
                </a:cubicBezTo>
                <a:cubicBezTo>
                  <a:pt x="2040427" y="5793616"/>
                  <a:pt x="2036107" y="5786776"/>
                  <a:pt x="2029267" y="5793616"/>
                </a:cubicBezTo>
                <a:cubicBezTo>
                  <a:pt x="2033587" y="5796136"/>
                  <a:pt x="2038267" y="5796136"/>
                  <a:pt x="2040427" y="5800457"/>
                </a:cubicBezTo>
                <a:cubicBezTo>
                  <a:pt x="2033587" y="5805138"/>
                  <a:pt x="2026747" y="5802977"/>
                  <a:pt x="2019907" y="5809458"/>
                </a:cubicBezTo>
                <a:cubicBezTo>
                  <a:pt x="2026747" y="5820978"/>
                  <a:pt x="2022427" y="5820978"/>
                  <a:pt x="2031427" y="5825658"/>
                </a:cubicBezTo>
                <a:cubicBezTo>
                  <a:pt x="2019907" y="5829979"/>
                  <a:pt x="2010906" y="5823138"/>
                  <a:pt x="1999746" y="5827819"/>
                </a:cubicBezTo>
                <a:cubicBezTo>
                  <a:pt x="2001906" y="5836820"/>
                  <a:pt x="2008746" y="5848340"/>
                  <a:pt x="1997226" y="5855181"/>
                </a:cubicBezTo>
                <a:cubicBezTo>
                  <a:pt x="1997226" y="5855181"/>
                  <a:pt x="1997226" y="5855181"/>
                  <a:pt x="1992906" y="5850500"/>
                </a:cubicBezTo>
                <a:cubicBezTo>
                  <a:pt x="1990386" y="5850500"/>
                  <a:pt x="1988226" y="5852660"/>
                  <a:pt x="1988226" y="5850500"/>
                </a:cubicBezTo>
                <a:cubicBezTo>
                  <a:pt x="1999746" y="5845820"/>
                  <a:pt x="1997226" y="5829979"/>
                  <a:pt x="1988226" y="5832499"/>
                </a:cubicBezTo>
                <a:cubicBezTo>
                  <a:pt x="1986066" y="5850500"/>
                  <a:pt x="1983546" y="5862021"/>
                  <a:pt x="1995066" y="5877862"/>
                </a:cubicBezTo>
                <a:cubicBezTo>
                  <a:pt x="1979226" y="5877862"/>
                  <a:pt x="1988226" y="5889383"/>
                  <a:pt x="1974546" y="5889383"/>
                </a:cubicBezTo>
                <a:cubicBezTo>
                  <a:pt x="1981386" y="5889383"/>
                  <a:pt x="1988226" y="5896224"/>
                  <a:pt x="1981386" y="5903064"/>
                </a:cubicBezTo>
                <a:cubicBezTo>
                  <a:pt x="1972386" y="5891544"/>
                  <a:pt x="1960866" y="5889383"/>
                  <a:pt x="1947186" y="5898384"/>
                </a:cubicBezTo>
                <a:cubicBezTo>
                  <a:pt x="1947186" y="5886863"/>
                  <a:pt x="1947186" y="5877862"/>
                  <a:pt x="1945026" y="5868862"/>
                </a:cubicBezTo>
                <a:cubicBezTo>
                  <a:pt x="1936026" y="5873182"/>
                  <a:pt x="1931346" y="5859501"/>
                  <a:pt x="1922346" y="5871022"/>
                </a:cubicBezTo>
                <a:cubicBezTo>
                  <a:pt x="1940346" y="5884703"/>
                  <a:pt x="1938186" y="5898384"/>
                  <a:pt x="1938186" y="5916385"/>
                </a:cubicBezTo>
                <a:cubicBezTo>
                  <a:pt x="1949706" y="5916385"/>
                  <a:pt x="1967706" y="5925746"/>
                  <a:pt x="1956546" y="5936906"/>
                </a:cubicBezTo>
                <a:cubicBezTo>
                  <a:pt x="1949706" y="5930066"/>
                  <a:pt x="1954026" y="5925746"/>
                  <a:pt x="1945026" y="5918905"/>
                </a:cubicBezTo>
                <a:cubicBezTo>
                  <a:pt x="1936026" y="5918905"/>
                  <a:pt x="1926666" y="5927906"/>
                  <a:pt x="1926666" y="5932586"/>
                </a:cubicBezTo>
                <a:cubicBezTo>
                  <a:pt x="1929186" y="5934746"/>
                  <a:pt x="1947186" y="5932586"/>
                  <a:pt x="1940346" y="5943747"/>
                </a:cubicBezTo>
                <a:cubicBezTo>
                  <a:pt x="1938186" y="5939426"/>
                  <a:pt x="1922346" y="5939426"/>
                  <a:pt x="1929186" y="5946267"/>
                </a:cubicBezTo>
                <a:cubicBezTo>
                  <a:pt x="1933506" y="5955268"/>
                  <a:pt x="1945026" y="5948427"/>
                  <a:pt x="1949706" y="5962108"/>
                </a:cubicBezTo>
                <a:cubicBezTo>
                  <a:pt x="1942866" y="5966788"/>
                  <a:pt x="1924506" y="5964268"/>
                  <a:pt x="1929186" y="5971108"/>
                </a:cubicBezTo>
                <a:cubicBezTo>
                  <a:pt x="1936026" y="5968948"/>
                  <a:pt x="1956546" y="5977949"/>
                  <a:pt x="1951866" y="5986950"/>
                </a:cubicBezTo>
                <a:cubicBezTo>
                  <a:pt x="1940346" y="5991630"/>
                  <a:pt x="1942866" y="5980110"/>
                  <a:pt x="1936026" y="5982630"/>
                </a:cubicBezTo>
                <a:cubicBezTo>
                  <a:pt x="1942866" y="5991630"/>
                  <a:pt x="1917666" y="5984790"/>
                  <a:pt x="1926666" y="5991630"/>
                </a:cubicBezTo>
                <a:cubicBezTo>
                  <a:pt x="1949706" y="5986950"/>
                  <a:pt x="1954026" y="6021152"/>
                  <a:pt x="1942866" y="6032673"/>
                </a:cubicBezTo>
                <a:cubicBezTo>
                  <a:pt x="1949706" y="6036993"/>
                  <a:pt x="1958706" y="6036993"/>
                  <a:pt x="1965546" y="6036993"/>
                </a:cubicBezTo>
                <a:cubicBezTo>
                  <a:pt x="1956546" y="6043834"/>
                  <a:pt x="1958706" y="6050674"/>
                  <a:pt x="1970226" y="6048514"/>
                </a:cubicBezTo>
                <a:cubicBezTo>
                  <a:pt x="1963386" y="6055354"/>
                  <a:pt x="1970226" y="6062195"/>
                  <a:pt x="1960866" y="6066876"/>
                </a:cubicBezTo>
                <a:cubicBezTo>
                  <a:pt x="1947186" y="6060035"/>
                  <a:pt x="1938186" y="6034833"/>
                  <a:pt x="1938186" y="6021152"/>
                </a:cubicBezTo>
                <a:cubicBezTo>
                  <a:pt x="1936026" y="6023312"/>
                  <a:pt x="1933506" y="6021152"/>
                  <a:pt x="1929186" y="6021152"/>
                </a:cubicBezTo>
                <a:cubicBezTo>
                  <a:pt x="1942866" y="6064355"/>
                  <a:pt x="1926666" y="6087036"/>
                  <a:pt x="1949706" y="6132760"/>
                </a:cubicBezTo>
                <a:cubicBezTo>
                  <a:pt x="1938186" y="6134920"/>
                  <a:pt x="1942866" y="6141760"/>
                  <a:pt x="1933506" y="6146440"/>
                </a:cubicBezTo>
                <a:cubicBezTo>
                  <a:pt x="1917666" y="6130600"/>
                  <a:pt x="1922346" y="6102878"/>
                  <a:pt x="1894986" y="6089557"/>
                </a:cubicBezTo>
                <a:cubicBezTo>
                  <a:pt x="1894986" y="6089557"/>
                  <a:pt x="1894986" y="6089557"/>
                  <a:pt x="1888145" y="6091717"/>
                </a:cubicBezTo>
                <a:cubicBezTo>
                  <a:pt x="1901826" y="6121239"/>
                  <a:pt x="1931346" y="6153281"/>
                  <a:pt x="1901826" y="6178123"/>
                </a:cubicBezTo>
                <a:cubicBezTo>
                  <a:pt x="1906506" y="6203324"/>
                  <a:pt x="1917666" y="6239687"/>
                  <a:pt x="1894986" y="6253368"/>
                </a:cubicBezTo>
                <a:cubicBezTo>
                  <a:pt x="1901826" y="6253368"/>
                  <a:pt x="1903986" y="6260208"/>
                  <a:pt x="1899666" y="6264529"/>
                </a:cubicBezTo>
                <a:cubicBezTo>
                  <a:pt x="1894986" y="6257688"/>
                  <a:pt x="1890306" y="6253368"/>
                  <a:pt x="1881305" y="6260208"/>
                </a:cubicBezTo>
                <a:cubicBezTo>
                  <a:pt x="1881305" y="6267049"/>
                  <a:pt x="1876625" y="6273530"/>
                  <a:pt x="1865465" y="6278210"/>
                </a:cubicBezTo>
                <a:cubicBezTo>
                  <a:pt x="1869785" y="6285050"/>
                  <a:pt x="1865465" y="6291890"/>
                  <a:pt x="1876625" y="6287210"/>
                </a:cubicBezTo>
                <a:cubicBezTo>
                  <a:pt x="1876625" y="6285050"/>
                  <a:pt x="1872305" y="6280370"/>
                  <a:pt x="1874465" y="6278210"/>
                </a:cubicBezTo>
                <a:cubicBezTo>
                  <a:pt x="1890306" y="6280370"/>
                  <a:pt x="1881305" y="6298731"/>
                  <a:pt x="1894986" y="6310252"/>
                </a:cubicBezTo>
                <a:cubicBezTo>
                  <a:pt x="1858625" y="6312412"/>
                  <a:pt x="1856105" y="6346614"/>
                  <a:pt x="1838105" y="6367136"/>
                </a:cubicBezTo>
                <a:cubicBezTo>
                  <a:pt x="1826585" y="6360296"/>
                  <a:pt x="1815425" y="6376136"/>
                  <a:pt x="1803905" y="6382977"/>
                </a:cubicBezTo>
                <a:cubicBezTo>
                  <a:pt x="1767545" y="6376136"/>
                  <a:pt x="1747024" y="6335094"/>
                  <a:pt x="1735864" y="6294051"/>
                </a:cubicBezTo>
                <a:cubicBezTo>
                  <a:pt x="1749544" y="6294051"/>
                  <a:pt x="1744864" y="6303412"/>
                  <a:pt x="1753864" y="6303412"/>
                </a:cubicBezTo>
                <a:cubicBezTo>
                  <a:pt x="1765385" y="6289730"/>
                  <a:pt x="1742704" y="6280370"/>
                  <a:pt x="1751704" y="6262368"/>
                </a:cubicBezTo>
                <a:cubicBezTo>
                  <a:pt x="1705984" y="6253368"/>
                  <a:pt x="1742704" y="6184964"/>
                  <a:pt x="1722184" y="6162282"/>
                </a:cubicBezTo>
                <a:cubicBezTo>
                  <a:pt x="1747024" y="6134920"/>
                  <a:pt x="1735864" y="6091717"/>
                  <a:pt x="1726504" y="6073356"/>
                </a:cubicBezTo>
                <a:cubicBezTo>
                  <a:pt x="1724344" y="6080196"/>
                  <a:pt x="1733344" y="6100718"/>
                  <a:pt x="1715344" y="6098558"/>
                </a:cubicBezTo>
                <a:cubicBezTo>
                  <a:pt x="1712824" y="6078036"/>
                  <a:pt x="1722184" y="6062195"/>
                  <a:pt x="1708504" y="6046354"/>
                </a:cubicBezTo>
                <a:cubicBezTo>
                  <a:pt x="1717504" y="6027992"/>
                  <a:pt x="1722184" y="5996310"/>
                  <a:pt x="1703824" y="5991630"/>
                </a:cubicBezTo>
                <a:cubicBezTo>
                  <a:pt x="1708504" y="5977949"/>
                  <a:pt x="1710664" y="5993790"/>
                  <a:pt x="1719664" y="5984790"/>
                </a:cubicBezTo>
                <a:cubicBezTo>
                  <a:pt x="1719664" y="5971108"/>
                  <a:pt x="1699144" y="5957428"/>
                  <a:pt x="1712824" y="5946267"/>
                </a:cubicBezTo>
                <a:cubicBezTo>
                  <a:pt x="1719664" y="5950588"/>
                  <a:pt x="1703824" y="5964268"/>
                  <a:pt x="1717504" y="5962108"/>
                </a:cubicBezTo>
                <a:cubicBezTo>
                  <a:pt x="1722184" y="5950588"/>
                  <a:pt x="1733344" y="5930066"/>
                  <a:pt x="1710664" y="5934746"/>
                </a:cubicBezTo>
                <a:cubicBezTo>
                  <a:pt x="1724344" y="5907384"/>
                  <a:pt x="1722184" y="5875702"/>
                  <a:pt x="1722184" y="5845820"/>
                </a:cubicBezTo>
                <a:cubicBezTo>
                  <a:pt x="1701664" y="5839340"/>
                  <a:pt x="1685823" y="5807298"/>
                  <a:pt x="1685823" y="5789296"/>
                </a:cubicBezTo>
                <a:cubicBezTo>
                  <a:pt x="1674303" y="5789296"/>
                  <a:pt x="1662783" y="5789296"/>
                  <a:pt x="1651623" y="5793616"/>
                </a:cubicBezTo>
                <a:cubicBezTo>
                  <a:pt x="1651623" y="5798297"/>
                  <a:pt x="1653783" y="5802977"/>
                  <a:pt x="1658463" y="5809458"/>
                </a:cubicBezTo>
                <a:cubicBezTo>
                  <a:pt x="1667463" y="5805138"/>
                  <a:pt x="1674303" y="5805138"/>
                  <a:pt x="1681143" y="5811978"/>
                </a:cubicBezTo>
                <a:cubicBezTo>
                  <a:pt x="1674303" y="5827819"/>
                  <a:pt x="1667463" y="5843660"/>
                  <a:pt x="1674303" y="5859501"/>
                </a:cubicBezTo>
                <a:cubicBezTo>
                  <a:pt x="1669623" y="5864182"/>
                  <a:pt x="1665303" y="5862021"/>
                  <a:pt x="1658463" y="5864182"/>
                </a:cubicBezTo>
                <a:cubicBezTo>
                  <a:pt x="1674303" y="5871022"/>
                  <a:pt x="1660623" y="5875702"/>
                  <a:pt x="1665303" y="5884703"/>
                </a:cubicBezTo>
                <a:cubicBezTo>
                  <a:pt x="1669623" y="5884703"/>
                  <a:pt x="1672143" y="5882542"/>
                  <a:pt x="1674303" y="5884703"/>
                </a:cubicBezTo>
                <a:cubicBezTo>
                  <a:pt x="1667463" y="5886863"/>
                  <a:pt x="1665303" y="5891544"/>
                  <a:pt x="1662783" y="5896224"/>
                </a:cubicBezTo>
                <a:cubicBezTo>
                  <a:pt x="1655943" y="5884703"/>
                  <a:pt x="1651623" y="5859501"/>
                  <a:pt x="1633263" y="5864182"/>
                </a:cubicBezTo>
                <a:cubicBezTo>
                  <a:pt x="1635783" y="5886863"/>
                  <a:pt x="1653783" y="5898384"/>
                  <a:pt x="1642623" y="5916385"/>
                </a:cubicBezTo>
                <a:cubicBezTo>
                  <a:pt x="1633263" y="5923226"/>
                  <a:pt x="1631103" y="5907384"/>
                  <a:pt x="1622103" y="5916385"/>
                </a:cubicBezTo>
                <a:cubicBezTo>
                  <a:pt x="1615263" y="5927906"/>
                  <a:pt x="1626423" y="5943747"/>
                  <a:pt x="1612743" y="5955268"/>
                </a:cubicBezTo>
                <a:cubicBezTo>
                  <a:pt x="1608423" y="5948427"/>
                  <a:pt x="1603743" y="5941586"/>
                  <a:pt x="1594743" y="5946267"/>
                </a:cubicBezTo>
                <a:cubicBezTo>
                  <a:pt x="1585743" y="5955268"/>
                  <a:pt x="1601583" y="5966788"/>
                  <a:pt x="1581063" y="5975789"/>
                </a:cubicBezTo>
                <a:cubicBezTo>
                  <a:pt x="1583223" y="5977949"/>
                  <a:pt x="1587903" y="5975789"/>
                  <a:pt x="1590063" y="5980110"/>
                </a:cubicBezTo>
                <a:cubicBezTo>
                  <a:pt x="1572063" y="5991630"/>
                  <a:pt x="1569543" y="6005311"/>
                  <a:pt x="1572063" y="6021152"/>
                </a:cubicBezTo>
                <a:cubicBezTo>
                  <a:pt x="1549382" y="6030153"/>
                  <a:pt x="1558383" y="6043834"/>
                  <a:pt x="1542182" y="6055354"/>
                </a:cubicBezTo>
                <a:cubicBezTo>
                  <a:pt x="1522022" y="5996310"/>
                  <a:pt x="1544702" y="5939426"/>
                  <a:pt x="1519502" y="5877862"/>
                </a:cubicBezTo>
                <a:cubicBezTo>
                  <a:pt x="1533182" y="5862021"/>
                  <a:pt x="1524182" y="5841500"/>
                  <a:pt x="1512662" y="5820978"/>
                </a:cubicBezTo>
                <a:cubicBezTo>
                  <a:pt x="1531022" y="5807298"/>
                  <a:pt x="1528502" y="5777776"/>
                  <a:pt x="1503662" y="5766254"/>
                </a:cubicBezTo>
                <a:cubicBezTo>
                  <a:pt x="1508342" y="5782456"/>
                  <a:pt x="1526342" y="5798297"/>
                  <a:pt x="1515182" y="5811978"/>
                </a:cubicBezTo>
                <a:cubicBezTo>
                  <a:pt x="1505822" y="5786776"/>
                  <a:pt x="1487822" y="5761934"/>
                  <a:pt x="1501502" y="5739253"/>
                </a:cubicBezTo>
                <a:cubicBezTo>
                  <a:pt x="1487822" y="5743573"/>
                  <a:pt x="1485662" y="5725572"/>
                  <a:pt x="1487822" y="5716211"/>
                </a:cubicBezTo>
                <a:cubicBezTo>
                  <a:pt x="1496822" y="5723052"/>
                  <a:pt x="1501502" y="5741413"/>
                  <a:pt x="1512662" y="5741413"/>
                </a:cubicBezTo>
                <a:cubicBezTo>
                  <a:pt x="1510502" y="5720892"/>
                  <a:pt x="1483142" y="5714051"/>
                  <a:pt x="1478822" y="5693530"/>
                </a:cubicBezTo>
                <a:cubicBezTo>
                  <a:pt x="1485662" y="5689210"/>
                  <a:pt x="1489982" y="5691370"/>
                  <a:pt x="1494662" y="5686689"/>
                </a:cubicBezTo>
                <a:cubicBezTo>
                  <a:pt x="1494662" y="5677688"/>
                  <a:pt x="1485662" y="5657167"/>
                  <a:pt x="1501502" y="5664008"/>
                </a:cubicBezTo>
                <a:cubicBezTo>
                  <a:pt x="1498982" y="5661848"/>
                  <a:pt x="1501502" y="5659328"/>
                  <a:pt x="1498982" y="5657167"/>
                </a:cubicBezTo>
                <a:cubicBezTo>
                  <a:pt x="1489982" y="5655007"/>
                  <a:pt x="1483142" y="5643486"/>
                  <a:pt x="1474142" y="5643486"/>
                </a:cubicBezTo>
                <a:cubicBezTo>
                  <a:pt x="1471982" y="5645646"/>
                  <a:pt x="1471982" y="5648166"/>
                  <a:pt x="1471982" y="5652487"/>
                </a:cubicBezTo>
                <a:cubicBezTo>
                  <a:pt x="1476302" y="5659328"/>
                  <a:pt x="1483142" y="5655007"/>
                  <a:pt x="1487822" y="5664008"/>
                </a:cubicBezTo>
                <a:cubicBezTo>
                  <a:pt x="1469462" y="5668688"/>
                  <a:pt x="1494662" y="5677688"/>
                  <a:pt x="1485662" y="5682369"/>
                </a:cubicBezTo>
                <a:cubicBezTo>
                  <a:pt x="1469462" y="5670848"/>
                  <a:pt x="1480982" y="5670848"/>
                  <a:pt x="1471982" y="5657167"/>
                </a:cubicBezTo>
                <a:cubicBezTo>
                  <a:pt x="1462622" y="5655007"/>
                  <a:pt x="1451462" y="5664008"/>
                  <a:pt x="1453622" y="5673008"/>
                </a:cubicBezTo>
                <a:cubicBezTo>
                  <a:pt x="1446782" y="5664008"/>
                  <a:pt x="1439942" y="5652487"/>
                  <a:pt x="1428422" y="5659328"/>
                </a:cubicBezTo>
                <a:cubicBezTo>
                  <a:pt x="1444622" y="5673008"/>
                  <a:pt x="1478822" y="5705050"/>
                  <a:pt x="1451462" y="5714051"/>
                </a:cubicBezTo>
                <a:cubicBezTo>
                  <a:pt x="1453622" y="5720892"/>
                  <a:pt x="1455782" y="5727732"/>
                  <a:pt x="1455782" y="5736732"/>
                </a:cubicBezTo>
                <a:cubicBezTo>
                  <a:pt x="1460462" y="5734572"/>
                  <a:pt x="1465142" y="5734572"/>
                  <a:pt x="1469462" y="5734572"/>
                </a:cubicBezTo>
                <a:cubicBezTo>
                  <a:pt x="1462622" y="5741413"/>
                  <a:pt x="1458302" y="5745734"/>
                  <a:pt x="1460462" y="5752574"/>
                </a:cubicBezTo>
                <a:cubicBezTo>
                  <a:pt x="1483142" y="5823138"/>
                  <a:pt x="1474142" y="5900544"/>
                  <a:pt x="1469462" y="5957428"/>
                </a:cubicBezTo>
                <a:cubicBezTo>
                  <a:pt x="1451462" y="5936906"/>
                  <a:pt x="1451462" y="5930066"/>
                  <a:pt x="1439942" y="5914225"/>
                </a:cubicBezTo>
                <a:cubicBezTo>
                  <a:pt x="1437782" y="5930066"/>
                  <a:pt x="1437782" y="5946267"/>
                  <a:pt x="1437782" y="5962108"/>
                </a:cubicBezTo>
                <a:cubicBezTo>
                  <a:pt x="1433102" y="5966788"/>
                  <a:pt x="1415101" y="5971108"/>
                  <a:pt x="1419421" y="5975789"/>
                </a:cubicBezTo>
                <a:cubicBezTo>
                  <a:pt x="1439942" y="5982630"/>
                  <a:pt x="1408261" y="6000630"/>
                  <a:pt x="1426261" y="6014312"/>
                </a:cubicBezTo>
                <a:cubicBezTo>
                  <a:pt x="1412581" y="6018992"/>
                  <a:pt x="1421941" y="6025832"/>
                  <a:pt x="1415101" y="6036993"/>
                </a:cubicBezTo>
                <a:cubicBezTo>
                  <a:pt x="1408261" y="6030153"/>
                  <a:pt x="1415101" y="6023312"/>
                  <a:pt x="1408261" y="6016472"/>
                </a:cubicBezTo>
                <a:cubicBezTo>
                  <a:pt x="1398901" y="6021152"/>
                  <a:pt x="1389901" y="6018992"/>
                  <a:pt x="1387741" y="6027992"/>
                </a:cubicBezTo>
                <a:cubicBezTo>
                  <a:pt x="1364701" y="6000630"/>
                  <a:pt x="1353541" y="5968948"/>
                  <a:pt x="1337701" y="5934746"/>
                </a:cubicBezTo>
                <a:cubicBezTo>
                  <a:pt x="1328341" y="5912064"/>
                  <a:pt x="1305661" y="5864182"/>
                  <a:pt x="1312501" y="5839340"/>
                </a:cubicBezTo>
                <a:cubicBezTo>
                  <a:pt x="1285140" y="5807298"/>
                  <a:pt x="1287660" y="5757254"/>
                  <a:pt x="1287660" y="5720892"/>
                </a:cubicBezTo>
                <a:cubicBezTo>
                  <a:pt x="1269300" y="5691370"/>
                  <a:pt x="1271460" y="5657167"/>
                  <a:pt x="1269300" y="5622965"/>
                </a:cubicBezTo>
                <a:cubicBezTo>
                  <a:pt x="1273980" y="5625485"/>
                  <a:pt x="1276140" y="5625485"/>
                  <a:pt x="1280820" y="5622965"/>
                </a:cubicBezTo>
                <a:cubicBezTo>
                  <a:pt x="1273980" y="5611804"/>
                  <a:pt x="1282980" y="5586602"/>
                  <a:pt x="1264620" y="5588762"/>
                </a:cubicBezTo>
                <a:cubicBezTo>
                  <a:pt x="1264620" y="5588762"/>
                  <a:pt x="1264620" y="5588762"/>
                  <a:pt x="1282980" y="5577602"/>
                </a:cubicBezTo>
                <a:cubicBezTo>
                  <a:pt x="1276140" y="5536559"/>
                  <a:pt x="1262460" y="5495516"/>
                  <a:pt x="1228260" y="5459154"/>
                </a:cubicBezTo>
                <a:cubicBezTo>
                  <a:pt x="1237620" y="5445472"/>
                  <a:pt x="1235100" y="5429632"/>
                  <a:pt x="1217100" y="5422791"/>
                </a:cubicBezTo>
                <a:cubicBezTo>
                  <a:pt x="1251300" y="5386428"/>
                  <a:pt x="1262460" y="5334225"/>
                  <a:pt x="1251300" y="5300022"/>
                </a:cubicBezTo>
                <a:cubicBezTo>
                  <a:pt x="1244460" y="5304703"/>
                  <a:pt x="1255620" y="5311544"/>
                  <a:pt x="1246620" y="5313704"/>
                </a:cubicBezTo>
                <a:cubicBezTo>
                  <a:pt x="1235100" y="5306863"/>
                  <a:pt x="1237620" y="5302183"/>
                  <a:pt x="1223940" y="5295342"/>
                </a:cubicBezTo>
                <a:cubicBezTo>
                  <a:pt x="1223940" y="5288502"/>
                  <a:pt x="1232940" y="5281662"/>
                  <a:pt x="1221780" y="5272661"/>
                </a:cubicBezTo>
                <a:cubicBezTo>
                  <a:pt x="1232940" y="5265820"/>
                  <a:pt x="1239780" y="5258980"/>
                  <a:pt x="1237620" y="5249979"/>
                </a:cubicBezTo>
                <a:cubicBezTo>
                  <a:pt x="1228260" y="5252140"/>
                  <a:pt x="1221780" y="5243139"/>
                  <a:pt x="1214940" y="5236298"/>
                </a:cubicBezTo>
                <a:cubicBezTo>
                  <a:pt x="1251300" y="5188415"/>
                  <a:pt x="1260300" y="5138372"/>
                  <a:pt x="1241940" y="5081488"/>
                </a:cubicBezTo>
                <a:cubicBezTo>
                  <a:pt x="1264620" y="5072487"/>
                  <a:pt x="1237620" y="5051966"/>
                  <a:pt x="1241940" y="5040805"/>
                </a:cubicBezTo>
                <a:cubicBezTo>
                  <a:pt x="1210260" y="5038285"/>
                  <a:pt x="1239780" y="4988241"/>
                  <a:pt x="1200900" y="4999762"/>
                </a:cubicBezTo>
                <a:cubicBezTo>
                  <a:pt x="1255620" y="4942878"/>
                  <a:pt x="1208100" y="4849632"/>
                  <a:pt x="1230780" y="4801748"/>
                </a:cubicBezTo>
                <a:cubicBezTo>
                  <a:pt x="1217100" y="4783747"/>
                  <a:pt x="1214940" y="4747385"/>
                  <a:pt x="1223940" y="4724343"/>
                </a:cubicBezTo>
                <a:cubicBezTo>
                  <a:pt x="1208100" y="4681140"/>
                  <a:pt x="1219260" y="4642618"/>
                  <a:pt x="1228260" y="4603735"/>
                </a:cubicBezTo>
                <a:cubicBezTo>
                  <a:pt x="1219260" y="4567372"/>
                  <a:pt x="1223940" y="4549371"/>
                  <a:pt x="1214940" y="4517329"/>
                </a:cubicBezTo>
                <a:cubicBezTo>
                  <a:pt x="1221780" y="4510488"/>
                  <a:pt x="1235100" y="4517329"/>
                  <a:pt x="1232940" y="4508328"/>
                </a:cubicBezTo>
                <a:cubicBezTo>
                  <a:pt x="1210260" y="4501488"/>
                  <a:pt x="1219260" y="4469446"/>
                  <a:pt x="1221780" y="4451444"/>
                </a:cubicBezTo>
                <a:cubicBezTo>
                  <a:pt x="1223940" y="4456125"/>
                  <a:pt x="1226100" y="4465126"/>
                  <a:pt x="1230780" y="4462605"/>
                </a:cubicBezTo>
                <a:cubicBezTo>
                  <a:pt x="1217100" y="4430923"/>
                  <a:pt x="1221780" y="4380880"/>
                  <a:pt x="1244460" y="4353518"/>
                </a:cubicBezTo>
                <a:cubicBezTo>
                  <a:pt x="1244460" y="4362518"/>
                  <a:pt x="1260300" y="4408242"/>
                  <a:pt x="1232940" y="4401401"/>
                </a:cubicBezTo>
                <a:cubicBezTo>
                  <a:pt x="1232940" y="4417242"/>
                  <a:pt x="1244460" y="4435603"/>
                  <a:pt x="1246620" y="4451444"/>
                </a:cubicBezTo>
                <a:cubicBezTo>
                  <a:pt x="1253460" y="4449284"/>
                  <a:pt x="1253460" y="4442444"/>
                  <a:pt x="1260300" y="4439924"/>
                </a:cubicBezTo>
                <a:cubicBezTo>
                  <a:pt x="1267140" y="4451444"/>
                  <a:pt x="1248780" y="4469446"/>
                  <a:pt x="1264620" y="4474126"/>
                </a:cubicBezTo>
                <a:cubicBezTo>
                  <a:pt x="1264620" y="4458285"/>
                  <a:pt x="1278300" y="4430923"/>
                  <a:pt x="1255620" y="4417242"/>
                </a:cubicBezTo>
                <a:cubicBezTo>
                  <a:pt x="1276140" y="4401401"/>
                  <a:pt x="1277310" y="4378090"/>
                  <a:pt x="1277625" y="4353608"/>
                </a:cubicBezTo>
                <a:lnTo>
                  <a:pt x="1279209" y="4326402"/>
                </a:lnTo>
                <a:lnTo>
                  <a:pt x="1278808" y="4325916"/>
                </a:lnTo>
                <a:lnTo>
                  <a:pt x="1279351" y="4323970"/>
                </a:lnTo>
                <a:lnTo>
                  <a:pt x="1279768" y="4316795"/>
                </a:lnTo>
                <a:lnTo>
                  <a:pt x="1292062" y="4288555"/>
                </a:lnTo>
                <a:lnTo>
                  <a:pt x="1258586" y="4280447"/>
                </a:lnTo>
                <a:lnTo>
                  <a:pt x="1259615" y="4290503"/>
                </a:lnTo>
                <a:lnTo>
                  <a:pt x="1257799" y="4299596"/>
                </a:lnTo>
                <a:lnTo>
                  <a:pt x="1268893" y="4298792"/>
                </a:lnTo>
                <a:cubicBezTo>
                  <a:pt x="1262063" y="4316504"/>
                  <a:pt x="1273565" y="4323235"/>
                  <a:pt x="1273565" y="4336696"/>
                </a:cubicBezTo>
                <a:cubicBezTo>
                  <a:pt x="1267814" y="4332268"/>
                  <a:pt x="1260985" y="4332268"/>
                  <a:pt x="1253617" y="4333109"/>
                </a:cubicBezTo>
                <a:lnTo>
                  <a:pt x="1248532" y="4333430"/>
                </a:lnTo>
                <a:lnTo>
                  <a:pt x="1245961" y="4347812"/>
                </a:lnTo>
                <a:lnTo>
                  <a:pt x="1241667" y="4333862"/>
                </a:lnTo>
                <a:lnTo>
                  <a:pt x="1230433" y="4334570"/>
                </a:lnTo>
                <a:cubicBezTo>
                  <a:pt x="1227917" y="4318984"/>
                  <a:pt x="1216775" y="4309774"/>
                  <a:pt x="1216775" y="4294187"/>
                </a:cubicBezTo>
                <a:cubicBezTo>
                  <a:pt x="1230433" y="4298792"/>
                  <a:pt x="1246248" y="4303043"/>
                  <a:pt x="1244092" y="4318984"/>
                </a:cubicBezTo>
                <a:cubicBezTo>
                  <a:pt x="1250292" y="4318364"/>
                  <a:pt x="1253235" y="4316504"/>
                  <a:pt x="1254589" y="4314135"/>
                </a:cubicBezTo>
                <a:lnTo>
                  <a:pt x="1255340" y="4307951"/>
                </a:lnTo>
                <a:lnTo>
                  <a:pt x="1244679" y="4316055"/>
                </a:lnTo>
                <a:cubicBezTo>
                  <a:pt x="1258273" y="4298218"/>
                  <a:pt x="1242175" y="4271106"/>
                  <a:pt x="1255769" y="4252912"/>
                </a:cubicBezTo>
                <a:lnTo>
                  <a:pt x="1258253" y="4277187"/>
                </a:lnTo>
                <a:lnTo>
                  <a:pt x="1260843" y="4258437"/>
                </a:lnTo>
                <a:cubicBezTo>
                  <a:pt x="1262239" y="4251372"/>
                  <a:pt x="1264489" y="4245162"/>
                  <a:pt x="1268990" y="4241742"/>
                </a:cubicBezTo>
                <a:cubicBezTo>
                  <a:pt x="1268990" y="4239222"/>
                  <a:pt x="1264309" y="4237061"/>
                  <a:pt x="1266830" y="4232381"/>
                </a:cubicBezTo>
                <a:cubicBezTo>
                  <a:pt x="1262149" y="4232381"/>
                  <a:pt x="1262149" y="4237061"/>
                  <a:pt x="1259988" y="4241742"/>
                </a:cubicBezTo>
                <a:cubicBezTo>
                  <a:pt x="1246306" y="4234901"/>
                  <a:pt x="1268990" y="4225541"/>
                  <a:pt x="1273671" y="4221220"/>
                </a:cubicBezTo>
                <a:cubicBezTo>
                  <a:pt x="1246306" y="4214380"/>
                  <a:pt x="1227943" y="4202860"/>
                  <a:pt x="1200578" y="4214380"/>
                </a:cubicBezTo>
                <a:cubicBezTo>
                  <a:pt x="1200578" y="4230221"/>
                  <a:pt x="1207779" y="4241742"/>
                  <a:pt x="1198417" y="4252902"/>
                </a:cubicBezTo>
                <a:cubicBezTo>
                  <a:pt x="1150889" y="4246062"/>
                  <a:pt x="1118843" y="4214380"/>
                  <a:pt x="1070954" y="4196019"/>
                </a:cubicBezTo>
                <a:cubicBezTo>
                  <a:pt x="1064113" y="4200700"/>
                  <a:pt x="1068794" y="4228061"/>
                  <a:pt x="1075635" y="4237061"/>
                </a:cubicBezTo>
                <a:cubicBezTo>
                  <a:pt x="1066633" y="4250742"/>
                  <a:pt x="1043949" y="4250742"/>
                  <a:pt x="1037108" y="4266583"/>
                </a:cubicBezTo>
                <a:cubicBezTo>
                  <a:pt x="1011903" y="4264422"/>
                  <a:pt x="1016584" y="4261902"/>
                  <a:pt x="996061" y="4264422"/>
                </a:cubicBezTo>
                <a:cubicBezTo>
                  <a:pt x="982378" y="4243902"/>
                  <a:pt x="957173" y="4230221"/>
                  <a:pt x="948172" y="4207540"/>
                </a:cubicBezTo>
                <a:cubicBezTo>
                  <a:pt x="950332" y="4198180"/>
                  <a:pt x="964015" y="4200700"/>
                  <a:pt x="966535" y="4191699"/>
                </a:cubicBezTo>
                <a:cubicBezTo>
                  <a:pt x="957173" y="4180178"/>
                  <a:pt x="952853" y="4152817"/>
                  <a:pt x="966535" y="4139137"/>
                </a:cubicBezTo>
                <a:cubicBezTo>
                  <a:pt x="943491" y="4145977"/>
                  <a:pt x="939170" y="4116456"/>
                  <a:pt x="950332" y="4102775"/>
                </a:cubicBezTo>
                <a:cubicBezTo>
                  <a:pt x="925488" y="4118616"/>
                  <a:pt x="895962" y="4104935"/>
                  <a:pt x="886961" y="4139137"/>
                </a:cubicBezTo>
                <a:cubicBezTo>
                  <a:pt x="904964" y="4127976"/>
                  <a:pt x="902804" y="4139137"/>
                  <a:pt x="884440" y="4143817"/>
                </a:cubicBezTo>
                <a:cubicBezTo>
                  <a:pt x="886961" y="4150657"/>
                  <a:pt x="891282" y="4143817"/>
                  <a:pt x="900283" y="4145977"/>
                </a:cubicBezTo>
                <a:cubicBezTo>
                  <a:pt x="900283" y="4152817"/>
                  <a:pt x="893442" y="4152817"/>
                  <a:pt x="893442" y="4157498"/>
                </a:cubicBezTo>
                <a:cubicBezTo>
                  <a:pt x="900283" y="4168658"/>
                  <a:pt x="916486" y="4175498"/>
                  <a:pt x="930169" y="4182339"/>
                </a:cubicBezTo>
                <a:cubicBezTo>
                  <a:pt x="920807" y="4189179"/>
                  <a:pt x="913966" y="4200700"/>
                  <a:pt x="913966" y="4216540"/>
                </a:cubicBezTo>
                <a:cubicBezTo>
                  <a:pt x="886961" y="4214380"/>
                  <a:pt x="898123" y="4182339"/>
                  <a:pt x="870758" y="4191699"/>
                </a:cubicBezTo>
                <a:cubicBezTo>
                  <a:pt x="870758" y="4180178"/>
                  <a:pt x="875439" y="4164338"/>
                  <a:pt x="859596" y="4164338"/>
                </a:cubicBezTo>
                <a:cubicBezTo>
                  <a:pt x="870758" y="4161818"/>
                  <a:pt x="863917" y="4139137"/>
                  <a:pt x="875439" y="4139137"/>
                </a:cubicBezTo>
                <a:cubicBezTo>
                  <a:pt x="866437" y="4134816"/>
                  <a:pt x="857075" y="4127976"/>
                  <a:pt x="845913" y="4123296"/>
                </a:cubicBezTo>
                <a:cubicBezTo>
                  <a:pt x="850234" y="4114296"/>
                  <a:pt x="873278" y="4123296"/>
                  <a:pt x="884440" y="4123296"/>
                </a:cubicBezTo>
                <a:cubicBezTo>
                  <a:pt x="891282" y="4118616"/>
                  <a:pt x="893442" y="4107455"/>
                  <a:pt x="902804" y="4107455"/>
                </a:cubicBezTo>
                <a:cubicBezTo>
                  <a:pt x="895962" y="4068573"/>
                  <a:pt x="845913" y="4075414"/>
                  <a:pt x="832231" y="4036892"/>
                </a:cubicBezTo>
                <a:cubicBezTo>
                  <a:pt x="818548" y="4039052"/>
                  <a:pt x="827550" y="4061733"/>
                  <a:pt x="816388" y="4061733"/>
                </a:cubicBezTo>
                <a:cubicBezTo>
                  <a:pt x="816388" y="4068573"/>
                  <a:pt x="825390" y="4064253"/>
                  <a:pt x="827550" y="4059573"/>
                </a:cubicBezTo>
                <a:cubicBezTo>
                  <a:pt x="843393" y="4059573"/>
                  <a:pt x="811707" y="4071094"/>
                  <a:pt x="829710" y="4073254"/>
                </a:cubicBezTo>
                <a:cubicBezTo>
                  <a:pt x="827550" y="4082254"/>
                  <a:pt x="809547" y="4075414"/>
                  <a:pt x="807026" y="4084774"/>
                </a:cubicBezTo>
                <a:cubicBezTo>
                  <a:pt x="800185" y="4066413"/>
                  <a:pt x="784342" y="4073254"/>
                  <a:pt x="756977" y="4066413"/>
                </a:cubicBezTo>
                <a:cubicBezTo>
                  <a:pt x="759498" y="4048412"/>
                  <a:pt x="750136" y="4039052"/>
                  <a:pt x="725291" y="4041572"/>
                </a:cubicBezTo>
                <a:cubicBezTo>
                  <a:pt x="725291" y="4021051"/>
                  <a:pt x="697926" y="4018531"/>
                  <a:pt x="706928" y="3993690"/>
                </a:cubicBezTo>
                <a:cubicBezTo>
                  <a:pt x="706928" y="3993690"/>
                  <a:pt x="706928" y="3993690"/>
                  <a:pt x="679563" y="3991530"/>
                </a:cubicBezTo>
                <a:cubicBezTo>
                  <a:pt x="677403" y="3980009"/>
                  <a:pt x="672722" y="3966328"/>
                  <a:pt x="679563" y="3945808"/>
                </a:cubicBezTo>
                <a:cubicBezTo>
                  <a:pt x="686404" y="3941127"/>
                  <a:pt x="697926" y="3943647"/>
                  <a:pt x="711609" y="3945808"/>
                </a:cubicBezTo>
                <a:cubicBezTo>
                  <a:pt x="706928" y="3954808"/>
                  <a:pt x="709449" y="3961648"/>
                  <a:pt x="711609" y="3968488"/>
                </a:cubicBezTo>
                <a:cubicBezTo>
                  <a:pt x="720611" y="3968488"/>
                  <a:pt x="732133" y="3950488"/>
                  <a:pt x="727452" y="3968488"/>
                </a:cubicBezTo>
                <a:cubicBezTo>
                  <a:pt x="736453" y="3966328"/>
                  <a:pt x="741134" y="3959488"/>
                  <a:pt x="743295" y="3947968"/>
                </a:cubicBezTo>
                <a:cubicBezTo>
                  <a:pt x="741134" y="3941127"/>
                  <a:pt x="736453" y="3950488"/>
                  <a:pt x="727452" y="3945808"/>
                </a:cubicBezTo>
                <a:cubicBezTo>
                  <a:pt x="754817" y="3929967"/>
                  <a:pt x="700087" y="3925286"/>
                  <a:pt x="723131" y="3909446"/>
                </a:cubicBezTo>
                <a:cubicBezTo>
                  <a:pt x="711609" y="3911786"/>
                  <a:pt x="705308" y="3911246"/>
                  <a:pt x="701617" y="3907826"/>
                </a:cubicBezTo>
                <a:lnTo>
                  <a:pt x="699646" y="3901458"/>
                </a:lnTo>
                <a:lnTo>
                  <a:pt x="687943" y="3904240"/>
                </a:lnTo>
                <a:lnTo>
                  <a:pt x="687035" y="3912866"/>
                </a:lnTo>
                <a:cubicBezTo>
                  <a:pt x="687035" y="3921416"/>
                  <a:pt x="687665" y="3929967"/>
                  <a:pt x="682084" y="3936807"/>
                </a:cubicBezTo>
                <a:cubicBezTo>
                  <a:pt x="674072" y="3931677"/>
                  <a:pt x="671349" y="3923284"/>
                  <a:pt x="671023" y="3913434"/>
                </a:cubicBezTo>
                <a:lnTo>
                  <a:pt x="671571" y="3908131"/>
                </a:lnTo>
                <a:lnTo>
                  <a:pt x="655291" y="3912000"/>
                </a:lnTo>
                <a:cubicBezTo>
                  <a:pt x="648450" y="3921359"/>
                  <a:pt x="666812" y="3914520"/>
                  <a:pt x="659971" y="3923518"/>
                </a:cubicBezTo>
                <a:cubicBezTo>
                  <a:pt x="632608" y="3937196"/>
                  <a:pt x="621087" y="3946195"/>
                  <a:pt x="586883" y="3939356"/>
                </a:cubicBezTo>
                <a:cubicBezTo>
                  <a:pt x="566361" y="3957714"/>
                  <a:pt x="557360" y="3985070"/>
                  <a:pt x="529997" y="3994068"/>
                </a:cubicBezTo>
                <a:cubicBezTo>
                  <a:pt x="536838" y="3962033"/>
                  <a:pt x="555200" y="3932517"/>
                  <a:pt x="568882" y="3909840"/>
                </a:cubicBezTo>
                <a:cubicBezTo>
                  <a:pt x="573202" y="3903002"/>
                  <a:pt x="562041" y="3903002"/>
                  <a:pt x="562041" y="3898322"/>
                </a:cubicBezTo>
                <a:cubicBezTo>
                  <a:pt x="546199" y="3898322"/>
                  <a:pt x="543679" y="3898322"/>
                  <a:pt x="541519" y="3889324"/>
                </a:cubicBezTo>
                <a:cubicBezTo>
                  <a:pt x="525677" y="3887164"/>
                  <a:pt x="523157" y="3907681"/>
                  <a:pt x="507315" y="3896162"/>
                </a:cubicBezTo>
                <a:cubicBezTo>
                  <a:pt x="509475" y="3907681"/>
                  <a:pt x="500474" y="3909840"/>
                  <a:pt x="493634" y="3914520"/>
                </a:cubicBezTo>
                <a:cubicBezTo>
                  <a:pt x="491473" y="3923518"/>
                  <a:pt x="500474" y="3930358"/>
                  <a:pt x="500474" y="3939356"/>
                </a:cubicBezTo>
                <a:cubicBezTo>
                  <a:pt x="491473" y="3941516"/>
                  <a:pt x="489313" y="3937196"/>
                  <a:pt x="484633" y="3937196"/>
                </a:cubicBezTo>
                <a:cubicBezTo>
                  <a:pt x="457270" y="3959873"/>
                  <a:pt x="427747" y="3980390"/>
                  <a:pt x="391383" y="3996228"/>
                </a:cubicBezTo>
                <a:cubicBezTo>
                  <a:pt x="391383" y="4003067"/>
                  <a:pt x="391383" y="4012066"/>
                  <a:pt x="384542" y="4014585"/>
                </a:cubicBezTo>
                <a:cubicBezTo>
                  <a:pt x="352499" y="3987229"/>
                  <a:pt x="429907" y="3968872"/>
                  <a:pt x="434587" y="3934677"/>
                </a:cubicBezTo>
                <a:cubicBezTo>
                  <a:pt x="423066" y="3925678"/>
                  <a:pt x="411905" y="3934677"/>
                  <a:pt x="405064" y="3925678"/>
                </a:cubicBezTo>
                <a:cubicBezTo>
                  <a:pt x="407224" y="3921359"/>
                  <a:pt x="432427" y="3912000"/>
                  <a:pt x="407224" y="3909840"/>
                </a:cubicBezTo>
                <a:cubicBezTo>
                  <a:pt x="409385" y="3900842"/>
                  <a:pt x="423066" y="3903002"/>
                  <a:pt x="425586" y="3894003"/>
                </a:cubicBezTo>
                <a:cubicBezTo>
                  <a:pt x="436748" y="3896162"/>
                  <a:pt x="420906" y="3903002"/>
                  <a:pt x="423066" y="3907681"/>
                </a:cubicBezTo>
                <a:cubicBezTo>
                  <a:pt x="441428" y="3907681"/>
                  <a:pt x="438908" y="3891843"/>
                  <a:pt x="438908" y="3882484"/>
                </a:cubicBezTo>
                <a:cubicBezTo>
                  <a:pt x="464110" y="3875646"/>
                  <a:pt x="482472" y="3880325"/>
                  <a:pt x="507315" y="3871326"/>
                </a:cubicBezTo>
                <a:cubicBezTo>
                  <a:pt x="514156" y="3875646"/>
                  <a:pt x="514156" y="3882484"/>
                  <a:pt x="520996" y="3885004"/>
                </a:cubicBezTo>
                <a:cubicBezTo>
                  <a:pt x="534678" y="3875646"/>
                  <a:pt x="525677" y="3857648"/>
                  <a:pt x="511996" y="3855128"/>
                </a:cubicBezTo>
                <a:cubicBezTo>
                  <a:pt x="527837" y="3846130"/>
                  <a:pt x="532518" y="3821294"/>
                  <a:pt x="553040" y="3816614"/>
                </a:cubicBezTo>
                <a:cubicBezTo>
                  <a:pt x="582563" y="3816614"/>
                  <a:pt x="591564" y="3828132"/>
                  <a:pt x="609566" y="3832452"/>
                </a:cubicBezTo>
                <a:cubicBezTo>
                  <a:pt x="625768" y="3828132"/>
                  <a:pt x="632608" y="3814454"/>
                  <a:pt x="639449" y="3800776"/>
                </a:cubicBezTo>
                <a:cubicBezTo>
                  <a:pt x="650790" y="3801316"/>
                  <a:pt x="659431" y="3797739"/>
                  <a:pt x="666761" y="3791963"/>
                </a:cubicBezTo>
                <a:lnTo>
                  <a:pt x="680352" y="3776584"/>
                </a:lnTo>
                <a:lnTo>
                  <a:pt x="670111" y="3744558"/>
                </a:lnTo>
                <a:cubicBezTo>
                  <a:pt x="664710" y="3702571"/>
                  <a:pt x="677943" y="3648433"/>
                  <a:pt x="700087" y="3595511"/>
                </a:cubicBezTo>
                <a:cubicBezTo>
                  <a:pt x="688925" y="3593351"/>
                  <a:pt x="697926" y="3618192"/>
                  <a:pt x="682084" y="3607031"/>
                </a:cubicBezTo>
                <a:cubicBezTo>
                  <a:pt x="688925" y="3577150"/>
                  <a:pt x="688925" y="3554469"/>
                  <a:pt x="688925" y="3515947"/>
                </a:cubicBezTo>
                <a:cubicBezTo>
                  <a:pt x="693246" y="3520267"/>
                  <a:pt x="700087" y="3524947"/>
                  <a:pt x="711609" y="3524947"/>
                </a:cubicBezTo>
                <a:cubicBezTo>
                  <a:pt x="711609" y="3524947"/>
                  <a:pt x="711609" y="3524947"/>
                  <a:pt x="713769" y="3515947"/>
                </a:cubicBezTo>
                <a:cubicBezTo>
                  <a:pt x="713769" y="3500106"/>
                  <a:pt x="702607" y="3518107"/>
                  <a:pt x="693246" y="3511267"/>
                </a:cubicBezTo>
                <a:cubicBezTo>
                  <a:pt x="697926" y="3497586"/>
                  <a:pt x="716290" y="3506586"/>
                  <a:pt x="725291" y="3497586"/>
                </a:cubicBezTo>
                <a:cubicBezTo>
                  <a:pt x="724751" y="3493086"/>
                  <a:pt x="723064" y="3490701"/>
                  <a:pt x="720763" y="3489367"/>
                </a:cubicBezTo>
                <a:lnTo>
                  <a:pt x="715509" y="3488147"/>
                </a:lnTo>
                <a:lnTo>
                  <a:pt x="698495" y="3498060"/>
                </a:lnTo>
                <a:cubicBezTo>
                  <a:pt x="600565" y="3509579"/>
                  <a:pt x="555200" y="3523257"/>
                  <a:pt x="466631" y="3525416"/>
                </a:cubicBezTo>
                <a:cubicBezTo>
                  <a:pt x="459790" y="3525416"/>
                  <a:pt x="461950" y="3534415"/>
                  <a:pt x="457270" y="3536935"/>
                </a:cubicBezTo>
                <a:cubicBezTo>
                  <a:pt x="450429" y="3530096"/>
                  <a:pt x="434587" y="3530096"/>
                  <a:pt x="436748" y="3520737"/>
                </a:cubicBezTo>
                <a:cubicBezTo>
                  <a:pt x="429907" y="3520737"/>
                  <a:pt x="432427" y="3530096"/>
                  <a:pt x="425586" y="3530096"/>
                </a:cubicBezTo>
                <a:cubicBezTo>
                  <a:pt x="409385" y="3511738"/>
                  <a:pt x="386702" y="3513898"/>
                  <a:pt x="355019" y="3513898"/>
                </a:cubicBezTo>
                <a:cubicBezTo>
                  <a:pt x="352499" y="3509579"/>
                  <a:pt x="352499" y="3504899"/>
                  <a:pt x="352499" y="3500580"/>
                </a:cubicBezTo>
                <a:cubicBezTo>
                  <a:pt x="316135" y="3511738"/>
                  <a:pt x="307134" y="3480063"/>
                  <a:pt x="270770" y="3486902"/>
                </a:cubicBezTo>
                <a:cubicBezTo>
                  <a:pt x="286612" y="3416352"/>
                  <a:pt x="202363" y="3375318"/>
                  <a:pt x="220725" y="3302609"/>
                </a:cubicBezTo>
                <a:cubicBezTo>
                  <a:pt x="241247" y="3304768"/>
                  <a:pt x="250248" y="3291090"/>
                  <a:pt x="261769" y="3284251"/>
                </a:cubicBezTo>
                <a:cubicBezTo>
                  <a:pt x="284451" y="3323126"/>
                  <a:pt x="293452" y="3370639"/>
                  <a:pt x="318655" y="3406993"/>
                </a:cubicBezTo>
                <a:cubicBezTo>
                  <a:pt x="329816" y="3411673"/>
                  <a:pt x="336657" y="3404834"/>
                  <a:pt x="341337" y="3400514"/>
                </a:cubicBezTo>
                <a:cubicBezTo>
                  <a:pt x="343498" y="3393675"/>
                  <a:pt x="322976" y="3400514"/>
                  <a:pt x="332337" y="3388996"/>
                </a:cubicBezTo>
                <a:cubicBezTo>
                  <a:pt x="375541" y="3397995"/>
                  <a:pt x="352499" y="3338963"/>
                  <a:pt x="357179" y="3313767"/>
                </a:cubicBezTo>
                <a:cubicBezTo>
                  <a:pt x="361860" y="3306928"/>
                  <a:pt x="373021" y="3306928"/>
                  <a:pt x="377701" y="3300449"/>
                </a:cubicBezTo>
                <a:cubicBezTo>
                  <a:pt x="368700" y="3279932"/>
                  <a:pt x="373021" y="3247897"/>
                  <a:pt x="386702" y="3234219"/>
                </a:cubicBezTo>
                <a:cubicBezTo>
                  <a:pt x="382382" y="3216221"/>
                  <a:pt x="379862" y="3195704"/>
                  <a:pt x="382382" y="3175187"/>
                </a:cubicBezTo>
                <a:cubicBezTo>
                  <a:pt x="384542" y="3156830"/>
                  <a:pt x="389223" y="3138832"/>
                  <a:pt x="405064" y="3127314"/>
                </a:cubicBezTo>
                <a:cubicBezTo>
                  <a:pt x="382382" y="3166188"/>
                  <a:pt x="384542" y="3213702"/>
                  <a:pt x="402904" y="3245737"/>
                </a:cubicBezTo>
                <a:cubicBezTo>
                  <a:pt x="425586" y="3238898"/>
                  <a:pt x="407224" y="3218381"/>
                  <a:pt x="409385" y="3204703"/>
                </a:cubicBezTo>
                <a:cubicBezTo>
                  <a:pt x="420906" y="3211542"/>
                  <a:pt x="423066" y="3223060"/>
                  <a:pt x="423066" y="3227380"/>
                </a:cubicBezTo>
                <a:cubicBezTo>
                  <a:pt x="452949" y="3220541"/>
                  <a:pt x="425586" y="3200383"/>
                  <a:pt x="423066" y="3186705"/>
                </a:cubicBezTo>
                <a:cubicBezTo>
                  <a:pt x="455110" y="3173027"/>
                  <a:pt x="455110" y="3131993"/>
                  <a:pt x="448269" y="3113636"/>
                </a:cubicBezTo>
                <a:cubicBezTo>
                  <a:pt x="438908" y="3118315"/>
                  <a:pt x="434587" y="3122995"/>
                  <a:pt x="425586" y="3125154"/>
                </a:cubicBezTo>
                <a:cubicBezTo>
                  <a:pt x="420906" y="3118315"/>
                  <a:pt x="418746" y="3113636"/>
                  <a:pt x="414065" y="3106797"/>
                </a:cubicBezTo>
                <a:cubicBezTo>
                  <a:pt x="405064" y="3109317"/>
                  <a:pt x="398223" y="3113636"/>
                  <a:pt x="396063" y="3125154"/>
                </a:cubicBezTo>
                <a:cubicBezTo>
                  <a:pt x="379862" y="3111476"/>
                  <a:pt x="366180" y="3131993"/>
                  <a:pt x="355019" y="3143152"/>
                </a:cubicBezTo>
                <a:cubicBezTo>
                  <a:pt x="339177" y="3136673"/>
                  <a:pt x="368700" y="3116156"/>
                  <a:pt x="373021" y="3125154"/>
                </a:cubicBezTo>
                <a:cubicBezTo>
                  <a:pt x="375541" y="3118315"/>
                  <a:pt x="373021" y="3111476"/>
                  <a:pt x="370861" y="3118315"/>
                </a:cubicBezTo>
                <a:cubicBezTo>
                  <a:pt x="366180" y="3116156"/>
                  <a:pt x="368700" y="3106797"/>
                  <a:pt x="373021" y="3106797"/>
                </a:cubicBezTo>
                <a:cubicBezTo>
                  <a:pt x="366180" y="3102478"/>
                  <a:pt x="357179" y="3093479"/>
                  <a:pt x="334497" y="3095639"/>
                </a:cubicBezTo>
                <a:cubicBezTo>
                  <a:pt x="348178" y="3072962"/>
                  <a:pt x="313975" y="3061444"/>
                  <a:pt x="318655" y="3036967"/>
                </a:cubicBezTo>
                <a:cubicBezTo>
                  <a:pt x="309294" y="3027608"/>
                  <a:pt x="300293" y="3045966"/>
                  <a:pt x="300293" y="3036967"/>
                </a:cubicBezTo>
                <a:cubicBezTo>
                  <a:pt x="300293" y="3030128"/>
                  <a:pt x="304974" y="3030128"/>
                  <a:pt x="309294" y="3030128"/>
                </a:cubicBezTo>
                <a:cubicBezTo>
                  <a:pt x="311814" y="3004932"/>
                  <a:pt x="318655" y="2993413"/>
                  <a:pt x="320815" y="2968577"/>
                </a:cubicBezTo>
                <a:cubicBezTo>
                  <a:pt x="311814" y="2952739"/>
                  <a:pt x="293452" y="2939061"/>
                  <a:pt x="309294" y="2907026"/>
                </a:cubicBezTo>
                <a:cubicBezTo>
                  <a:pt x="286612" y="2902707"/>
                  <a:pt x="282291" y="2911705"/>
                  <a:pt x="261769" y="2900187"/>
                </a:cubicBezTo>
                <a:cubicBezTo>
                  <a:pt x="257089" y="2870671"/>
                  <a:pt x="279771" y="2841156"/>
                  <a:pt x="302813" y="2806961"/>
                </a:cubicBezTo>
                <a:cubicBezTo>
                  <a:pt x="322976" y="2773125"/>
                  <a:pt x="336657" y="2743250"/>
                  <a:pt x="309294" y="2718413"/>
                </a:cubicBezTo>
                <a:cubicBezTo>
                  <a:pt x="325496" y="2706895"/>
                  <a:pt x="334497" y="2711574"/>
                  <a:pt x="343498" y="2725252"/>
                </a:cubicBezTo>
                <a:cubicBezTo>
                  <a:pt x="393543" y="2670540"/>
                  <a:pt x="448269" y="2584153"/>
                  <a:pt x="477792" y="2513603"/>
                </a:cubicBezTo>
                <a:cubicBezTo>
                  <a:pt x="468791" y="2515763"/>
                  <a:pt x="455110" y="2508924"/>
                  <a:pt x="445749" y="2522602"/>
                </a:cubicBezTo>
                <a:cubicBezTo>
                  <a:pt x="438908" y="2504604"/>
                  <a:pt x="425586" y="2513603"/>
                  <a:pt x="407224" y="2506764"/>
                </a:cubicBezTo>
                <a:cubicBezTo>
                  <a:pt x="418746" y="2499925"/>
                  <a:pt x="429907" y="2488767"/>
                  <a:pt x="438908" y="2475089"/>
                </a:cubicBezTo>
                <a:cubicBezTo>
                  <a:pt x="441428" y="2479408"/>
                  <a:pt x="445749" y="2490926"/>
                  <a:pt x="452949" y="2475089"/>
                </a:cubicBezTo>
                <a:cubicBezTo>
                  <a:pt x="455110" y="2479408"/>
                  <a:pt x="457270" y="2486247"/>
                  <a:pt x="455110" y="2493086"/>
                </a:cubicBezTo>
                <a:cubicBezTo>
                  <a:pt x="464110" y="2484087"/>
                  <a:pt x="464110" y="2479408"/>
                  <a:pt x="475632" y="2468250"/>
                </a:cubicBezTo>
                <a:cubicBezTo>
                  <a:pt x="479952" y="2458891"/>
                  <a:pt x="466631" y="2458891"/>
                  <a:pt x="466631" y="2452052"/>
                </a:cubicBezTo>
                <a:cubicBezTo>
                  <a:pt x="475632" y="2440894"/>
                  <a:pt x="484633" y="2438734"/>
                  <a:pt x="493634" y="2447733"/>
                </a:cubicBezTo>
                <a:cubicBezTo>
                  <a:pt x="498314" y="2427216"/>
                  <a:pt x="500474" y="2438734"/>
                  <a:pt x="511996" y="2431895"/>
                </a:cubicBezTo>
                <a:cubicBezTo>
                  <a:pt x="516316" y="2427216"/>
                  <a:pt x="498314" y="2418217"/>
                  <a:pt x="498314" y="2425056"/>
                </a:cubicBezTo>
                <a:cubicBezTo>
                  <a:pt x="509475" y="2415697"/>
                  <a:pt x="523157" y="2377183"/>
                  <a:pt x="525677" y="2351987"/>
                </a:cubicBezTo>
                <a:cubicBezTo>
                  <a:pt x="525677" y="2377183"/>
                  <a:pt x="555200" y="2318152"/>
                  <a:pt x="543679" y="2349827"/>
                </a:cubicBezTo>
                <a:cubicBezTo>
                  <a:pt x="586883" y="2292955"/>
                  <a:pt x="603085" y="2265599"/>
                  <a:pt x="643769" y="2229244"/>
                </a:cubicBezTo>
                <a:cubicBezTo>
                  <a:pt x="648450" y="2218086"/>
                  <a:pt x="636929" y="2231764"/>
                  <a:pt x="636929" y="2218086"/>
                </a:cubicBezTo>
                <a:cubicBezTo>
                  <a:pt x="659971" y="2206568"/>
                  <a:pt x="680133" y="2170213"/>
                  <a:pt x="705336" y="2181731"/>
                </a:cubicBezTo>
                <a:cubicBezTo>
                  <a:pt x="723698" y="2151856"/>
                  <a:pt x="732699" y="2138538"/>
                  <a:pt x="741700" y="2120180"/>
                </a:cubicBezTo>
                <a:cubicBezTo>
                  <a:pt x="737019" y="2113341"/>
                  <a:pt x="732699" y="2118021"/>
                  <a:pt x="728018" y="2124500"/>
                </a:cubicBezTo>
                <a:cubicBezTo>
                  <a:pt x="725858" y="2106502"/>
                  <a:pt x="748541" y="2111182"/>
                  <a:pt x="755381" y="2111182"/>
                </a:cubicBezTo>
                <a:cubicBezTo>
                  <a:pt x="771223" y="2076987"/>
                  <a:pt x="798586" y="2058629"/>
                  <a:pt x="805427" y="2026954"/>
                </a:cubicBezTo>
                <a:cubicBezTo>
                  <a:pt x="814428" y="2038112"/>
                  <a:pt x="823789" y="2024434"/>
                  <a:pt x="832790" y="2029113"/>
                </a:cubicBezTo>
                <a:cubicBezTo>
                  <a:pt x="832790" y="2022274"/>
                  <a:pt x="839630" y="2015435"/>
                  <a:pt x="834950" y="2011116"/>
                </a:cubicBezTo>
                <a:cubicBezTo>
                  <a:pt x="823789" y="2008596"/>
                  <a:pt x="832790" y="2024434"/>
                  <a:pt x="821268" y="2024434"/>
                </a:cubicBezTo>
                <a:cubicBezTo>
                  <a:pt x="841790" y="1990599"/>
                  <a:pt x="887515" y="1942726"/>
                  <a:pt x="889676" y="1904212"/>
                </a:cubicBezTo>
                <a:cubicBezTo>
                  <a:pt x="903357" y="1894853"/>
                  <a:pt x="898676" y="1904212"/>
                  <a:pt x="905517" y="1911051"/>
                </a:cubicBezTo>
                <a:cubicBezTo>
                  <a:pt x="921359" y="1890534"/>
                  <a:pt x="910198" y="1879015"/>
                  <a:pt x="930720" y="1858498"/>
                </a:cubicBezTo>
                <a:cubicBezTo>
                  <a:pt x="930720" y="1870017"/>
                  <a:pt x="919199" y="1888014"/>
                  <a:pt x="923879" y="1899532"/>
                </a:cubicBezTo>
                <a:cubicBezTo>
                  <a:pt x="939721" y="1883695"/>
                  <a:pt x="953402" y="1890534"/>
                  <a:pt x="967084" y="1870017"/>
                </a:cubicBezTo>
                <a:cubicBezTo>
                  <a:pt x="973924" y="1860658"/>
                  <a:pt x="955563" y="1870017"/>
                  <a:pt x="971404" y="1854179"/>
                </a:cubicBezTo>
                <a:cubicBezTo>
                  <a:pt x="964563" y="1844820"/>
                  <a:pt x="953402" y="1856339"/>
                  <a:pt x="946562" y="1844820"/>
                </a:cubicBezTo>
                <a:cubicBezTo>
                  <a:pt x="955563" y="1840501"/>
                  <a:pt x="976085" y="1835822"/>
                  <a:pt x="976085" y="1849500"/>
                </a:cubicBezTo>
                <a:cubicBezTo>
                  <a:pt x="980765" y="1842661"/>
                  <a:pt x="987606" y="1837981"/>
                  <a:pt x="991926" y="1842661"/>
                </a:cubicBezTo>
                <a:cubicBezTo>
                  <a:pt x="994447" y="1831142"/>
                  <a:pt x="998767" y="1817824"/>
                  <a:pt x="1007768" y="1804146"/>
                </a:cubicBezTo>
                <a:cubicBezTo>
                  <a:pt x="996607" y="1799467"/>
                  <a:pt x="996607" y="1817824"/>
                  <a:pt x="989766" y="1822144"/>
                </a:cubicBezTo>
                <a:cubicBezTo>
                  <a:pt x="982925" y="1804146"/>
                  <a:pt x="1010288" y="1781110"/>
                  <a:pt x="1021449" y="1760592"/>
                </a:cubicBezTo>
                <a:cubicBezTo>
                  <a:pt x="1021449" y="1772111"/>
                  <a:pt x="1017129" y="1785789"/>
                  <a:pt x="1010288" y="1799467"/>
                </a:cubicBezTo>
                <a:cubicBezTo>
                  <a:pt x="1023970" y="1797307"/>
                  <a:pt x="1030810" y="1787949"/>
                  <a:pt x="1037651" y="1776790"/>
                </a:cubicBezTo>
                <a:cubicBezTo>
                  <a:pt x="1037651" y="1781110"/>
                  <a:pt x="1037651" y="1783629"/>
                  <a:pt x="1041972" y="1787949"/>
                </a:cubicBezTo>
                <a:cubicBezTo>
                  <a:pt x="1060334" y="1763112"/>
                  <a:pt x="1071495" y="1754113"/>
                  <a:pt x="1089857" y="1726757"/>
                </a:cubicBezTo>
                <a:cubicBezTo>
                  <a:pt x="1096697" y="1726757"/>
                  <a:pt x="1101018" y="1726757"/>
                  <a:pt x="1107859" y="1724238"/>
                </a:cubicBezTo>
                <a:cubicBezTo>
                  <a:pt x="1114699" y="1710920"/>
                  <a:pt x="1112539" y="1706240"/>
                  <a:pt x="1130901" y="1704081"/>
                </a:cubicBezTo>
                <a:cubicBezTo>
                  <a:pt x="1130901" y="1699401"/>
                  <a:pt x="1133061" y="1694722"/>
                  <a:pt x="1133061" y="1690403"/>
                </a:cubicBezTo>
                <a:cubicBezTo>
                  <a:pt x="1126221" y="1685723"/>
                  <a:pt x="1114699" y="1706240"/>
                  <a:pt x="1107859" y="1704081"/>
                </a:cubicBezTo>
                <a:cubicBezTo>
                  <a:pt x="1105698" y="1697242"/>
                  <a:pt x="1130901" y="1683564"/>
                  <a:pt x="1137742" y="1681044"/>
                </a:cubicBezTo>
                <a:cubicBezTo>
                  <a:pt x="1128381" y="1674205"/>
                  <a:pt x="1160424" y="1663047"/>
                  <a:pt x="1155744" y="1642530"/>
                </a:cubicBezTo>
                <a:cubicBezTo>
                  <a:pt x="1160424" y="1644689"/>
                  <a:pt x="1158264" y="1647209"/>
                  <a:pt x="1155744" y="1649369"/>
                </a:cubicBezTo>
                <a:cubicBezTo>
                  <a:pt x="1183107" y="1631011"/>
                  <a:pt x="1205789" y="1601496"/>
                  <a:pt x="1230992" y="1569820"/>
                </a:cubicBezTo>
                <a:cubicBezTo>
                  <a:pt x="1258355" y="1540304"/>
                  <a:pt x="1285357" y="1512948"/>
                  <a:pt x="1317401" y="1499270"/>
                </a:cubicBezTo>
                <a:cubicBezTo>
                  <a:pt x="1324242" y="1490272"/>
                  <a:pt x="1328562" y="1480913"/>
                  <a:pt x="1340083" y="1471914"/>
                </a:cubicBezTo>
                <a:cubicBezTo>
                  <a:pt x="1346924" y="1471914"/>
                  <a:pt x="1351604" y="1474074"/>
                  <a:pt x="1353765" y="1480913"/>
                </a:cubicBezTo>
                <a:cubicBezTo>
                  <a:pt x="1360605" y="1476594"/>
                  <a:pt x="1367446" y="1467235"/>
                  <a:pt x="1371767" y="1471914"/>
                </a:cubicBezTo>
                <a:cubicBezTo>
                  <a:pt x="1376447" y="1467235"/>
                  <a:pt x="1385808" y="1447078"/>
                  <a:pt x="1371767" y="1453917"/>
                </a:cubicBezTo>
                <a:cubicBezTo>
                  <a:pt x="1369606" y="1444558"/>
                  <a:pt x="1394809" y="1442399"/>
                  <a:pt x="1387968" y="1456077"/>
                </a:cubicBezTo>
                <a:cubicBezTo>
                  <a:pt x="1394809" y="1465075"/>
                  <a:pt x="1410651" y="1447078"/>
                  <a:pt x="1424332" y="1439879"/>
                </a:cubicBezTo>
                <a:cubicBezTo>
                  <a:pt x="1422172" y="1426561"/>
                  <a:pt x="1408490" y="1444558"/>
                  <a:pt x="1401650" y="1442399"/>
                </a:cubicBezTo>
                <a:cubicBezTo>
                  <a:pt x="1431173" y="1419722"/>
                  <a:pt x="1442334" y="1415043"/>
                  <a:pt x="1467537" y="1383367"/>
                </a:cubicBezTo>
                <a:cubicBezTo>
                  <a:pt x="1483378" y="1378688"/>
                  <a:pt x="1451695" y="1396685"/>
                  <a:pt x="1453855" y="1401365"/>
                </a:cubicBezTo>
                <a:cubicBezTo>
                  <a:pt x="1472217" y="1410363"/>
                  <a:pt x="1497060" y="1403524"/>
                  <a:pt x="1522263" y="1394526"/>
                </a:cubicBezTo>
                <a:cubicBezTo>
                  <a:pt x="1508581" y="1412883"/>
                  <a:pt x="1479058" y="1403524"/>
                  <a:pt x="1458536" y="1415043"/>
                </a:cubicBezTo>
                <a:cubicBezTo>
                  <a:pt x="1465377" y="1433040"/>
                  <a:pt x="1412811" y="1453917"/>
                  <a:pt x="1385808" y="1471914"/>
                </a:cubicBezTo>
                <a:cubicBezTo>
                  <a:pt x="1381128" y="1474074"/>
                  <a:pt x="1383288" y="1476594"/>
                  <a:pt x="1378967" y="1480913"/>
                </a:cubicBezTo>
                <a:cubicBezTo>
                  <a:pt x="1381128" y="1485592"/>
                  <a:pt x="1385808" y="1483433"/>
                  <a:pt x="1392289" y="1480913"/>
                </a:cubicBezTo>
                <a:cubicBezTo>
                  <a:pt x="1378967" y="1501430"/>
                  <a:pt x="1328562" y="1501430"/>
                  <a:pt x="1335403" y="1533465"/>
                </a:cubicBezTo>
                <a:cubicBezTo>
                  <a:pt x="1351604" y="1533465"/>
                  <a:pt x="1349084" y="1506109"/>
                  <a:pt x="1367446" y="1521947"/>
                </a:cubicBezTo>
                <a:cubicBezTo>
                  <a:pt x="1371767" y="1517268"/>
                  <a:pt x="1378967" y="1496751"/>
                  <a:pt x="1387968" y="1501430"/>
                </a:cubicBezTo>
                <a:cubicBezTo>
                  <a:pt x="1353765" y="1565141"/>
                  <a:pt x="1262675" y="1596816"/>
                  <a:pt x="1237832" y="1642530"/>
                </a:cubicBezTo>
                <a:cubicBezTo>
                  <a:pt x="1260515" y="1628852"/>
                  <a:pt x="1281037" y="1617333"/>
                  <a:pt x="1303719" y="1613014"/>
                </a:cubicBezTo>
                <a:cubicBezTo>
                  <a:pt x="1310560" y="1617333"/>
                  <a:pt x="1283197" y="1624172"/>
                  <a:pt x="1299039" y="1631011"/>
                </a:cubicBezTo>
                <a:cubicBezTo>
                  <a:pt x="1308400" y="1633531"/>
                  <a:pt x="1326402" y="1603655"/>
                  <a:pt x="1340083" y="1610494"/>
                </a:cubicBezTo>
                <a:cubicBezTo>
                  <a:pt x="1349084" y="1599336"/>
                  <a:pt x="1328562" y="1613014"/>
                  <a:pt x="1326402" y="1601496"/>
                </a:cubicBezTo>
                <a:cubicBezTo>
                  <a:pt x="1335403" y="1606175"/>
                  <a:pt x="1353765" y="1580979"/>
                  <a:pt x="1340083" y="1587818"/>
                </a:cubicBezTo>
                <a:cubicBezTo>
                  <a:pt x="1364926" y="1571980"/>
                  <a:pt x="1444854" y="1542464"/>
                  <a:pt x="1460696" y="1508269"/>
                </a:cubicBezTo>
                <a:cubicBezTo>
                  <a:pt x="1476538" y="1506109"/>
                  <a:pt x="1458536" y="1524107"/>
                  <a:pt x="1462856" y="1530946"/>
                </a:cubicBezTo>
                <a:cubicBezTo>
                  <a:pt x="1474377" y="1512948"/>
                  <a:pt x="1497060" y="1494591"/>
                  <a:pt x="1515422" y="1476594"/>
                </a:cubicBezTo>
                <a:cubicBezTo>
                  <a:pt x="1526583" y="1471914"/>
                  <a:pt x="1512902" y="1483433"/>
                  <a:pt x="1526583" y="1483433"/>
                </a:cubicBezTo>
                <a:cubicBezTo>
                  <a:pt x="1535584" y="1476594"/>
                  <a:pt x="1538104" y="1471914"/>
                  <a:pt x="1531263" y="1465075"/>
                </a:cubicBezTo>
                <a:cubicBezTo>
                  <a:pt x="1540264" y="1471914"/>
                  <a:pt x="1562947" y="1460396"/>
                  <a:pt x="1560787" y="1471914"/>
                </a:cubicBezTo>
                <a:cubicBezTo>
                  <a:pt x="1569788" y="1458236"/>
                  <a:pt x="1581309" y="1444558"/>
                  <a:pt x="1597150" y="1430880"/>
                </a:cubicBezTo>
                <a:cubicBezTo>
                  <a:pt x="1599311" y="1437719"/>
                  <a:pt x="1592470" y="1442399"/>
                  <a:pt x="1594990" y="1447078"/>
                </a:cubicBezTo>
                <a:cubicBezTo>
                  <a:pt x="1617673" y="1412883"/>
                  <a:pt x="1654036" y="1408204"/>
                  <a:pt x="1676719" y="1383367"/>
                </a:cubicBezTo>
                <a:cubicBezTo>
                  <a:pt x="1679239" y="1387687"/>
                  <a:pt x="1674559" y="1390206"/>
                  <a:pt x="1676719" y="1392366"/>
                </a:cubicBezTo>
                <a:cubicBezTo>
                  <a:pt x="1715603" y="1367170"/>
                  <a:pt x="1749807" y="1353492"/>
                  <a:pt x="1781490" y="1339814"/>
                </a:cubicBezTo>
                <a:cubicBezTo>
                  <a:pt x="1811013" y="1326496"/>
                  <a:pt x="1840537" y="1312818"/>
                  <a:pt x="1876900" y="1290141"/>
                </a:cubicBezTo>
                <a:cubicBezTo>
                  <a:pt x="1876900" y="1299139"/>
                  <a:pt x="1870060" y="1308138"/>
                  <a:pt x="1854218" y="1312818"/>
                </a:cubicBezTo>
                <a:cubicBezTo>
                  <a:pt x="1879421" y="1326496"/>
                  <a:pt x="1915785" y="1290141"/>
                  <a:pt x="1945308" y="1280782"/>
                </a:cubicBezTo>
                <a:cubicBezTo>
                  <a:pt x="1952148" y="1278622"/>
                  <a:pt x="1961149" y="1285461"/>
                  <a:pt x="1967990" y="1285461"/>
                </a:cubicBezTo>
                <a:cubicBezTo>
                  <a:pt x="1974831" y="1283302"/>
                  <a:pt x="1972671" y="1269624"/>
                  <a:pt x="1972671" y="1269624"/>
                </a:cubicBezTo>
                <a:cubicBezTo>
                  <a:pt x="1986352" y="1264944"/>
                  <a:pt x="2024876" y="1249107"/>
                  <a:pt x="2033877" y="1255946"/>
                </a:cubicBezTo>
                <a:cubicBezTo>
                  <a:pt x="2018035" y="1264944"/>
                  <a:pt x="1995353" y="1269624"/>
                  <a:pt x="1988512" y="1280782"/>
                </a:cubicBezTo>
                <a:cubicBezTo>
                  <a:pt x="2004354" y="1290141"/>
                  <a:pt x="2038558" y="1273943"/>
                  <a:pt x="2052239" y="1290141"/>
                </a:cubicBezTo>
                <a:cubicBezTo>
                  <a:pt x="2018035" y="1296620"/>
                  <a:pt x="2018035" y="1294460"/>
                  <a:pt x="1997513" y="1305978"/>
                </a:cubicBezTo>
                <a:cubicBezTo>
                  <a:pt x="1990672" y="1296620"/>
                  <a:pt x="1993193" y="1292300"/>
                  <a:pt x="2006874" y="1290141"/>
                </a:cubicBezTo>
                <a:cubicBezTo>
                  <a:pt x="2004354" y="1285461"/>
                  <a:pt x="1997513" y="1290141"/>
                  <a:pt x="1995353" y="1285461"/>
                </a:cubicBezTo>
                <a:cubicBezTo>
                  <a:pt x="1979511" y="1314977"/>
                  <a:pt x="1940627" y="1319657"/>
                  <a:pt x="1902103" y="1328655"/>
                </a:cubicBezTo>
                <a:cubicBezTo>
                  <a:pt x="1865739" y="1335494"/>
                  <a:pt x="1826855" y="1349172"/>
                  <a:pt x="1811013" y="1390206"/>
                </a:cubicBezTo>
                <a:cubicBezTo>
                  <a:pt x="1781490" y="1383367"/>
                  <a:pt x="1726765" y="1424041"/>
                  <a:pt x="1695081" y="1444558"/>
                </a:cubicBezTo>
                <a:cubicBezTo>
                  <a:pt x="1692561" y="1435560"/>
                  <a:pt x="1701922" y="1430880"/>
                  <a:pt x="1699401" y="1424041"/>
                </a:cubicBezTo>
                <a:cubicBezTo>
                  <a:pt x="1674559" y="1435560"/>
                  <a:pt x="1686080" y="1439879"/>
                  <a:pt x="1686080" y="1449238"/>
                </a:cubicBezTo>
                <a:cubicBezTo>
                  <a:pt x="1669878" y="1449238"/>
                  <a:pt x="1672398" y="1451397"/>
                  <a:pt x="1651876" y="1465075"/>
                </a:cubicBezTo>
                <a:cubicBezTo>
                  <a:pt x="1636035" y="1451397"/>
                  <a:pt x="1617673" y="1483433"/>
                  <a:pt x="1597150" y="1476594"/>
                </a:cubicBezTo>
                <a:cubicBezTo>
                  <a:pt x="1592470" y="1478753"/>
                  <a:pt x="1594990" y="1480913"/>
                  <a:pt x="1590310" y="1485592"/>
                </a:cubicBezTo>
                <a:cubicBezTo>
                  <a:pt x="1594990" y="1494591"/>
                  <a:pt x="1606151" y="1487752"/>
                  <a:pt x="1615512" y="1487752"/>
                </a:cubicBezTo>
                <a:cubicBezTo>
                  <a:pt x="1579149" y="1501430"/>
                  <a:pt x="1519742" y="1547143"/>
                  <a:pt x="1476538" y="1549303"/>
                </a:cubicBezTo>
                <a:cubicBezTo>
                  <a:pt x="1469697" y="1556142"/>
                  <a:pt x="1474377" y="1565141"/>
                  <a:pt x="1469697" y="1571980"/>
                </a:cubicBezTo>
                <a:cubicBezTo>
                  <a:pt x="1451695" y="1558302"/>
                  <a:pt x="1440174" y="1596816"/>
                  <a:pt x="1438014" y="1578819"/>
                </a:cubicBezTo>
                <a:cubicBezTo>
                  <a:pt x="1428653" y="1594657"/>
                  <a:pt x="1417491" y="1606175"/>
                  <a:pt x="1415331" y="1628852"/>
                </a:cubicBezTo>
                <a:cubicBezTo>
                  <a:pt x="1394809" y="1647209"/>
                  <a:pt x="1419652" y="1606175"/>
                  <a:pt x="1399129" y="1624172"/>
                </a:cubicBezTo>
                <a:cubicBezTo>
                  <a:pt x="1394809" y="1619853"/>
                  <a:pt x="1412811" y="1613014"/>
                  <a:pt x="1417491" y="1606175"/>
                </a:cubicBezTo>
                <a:cubicBezTo>
                  <a:pt x="1390129" y="1608335"/>
                  <a:pt x="1369606" y="1619853"/>
                  <a:pt x="1349084" y="1651528"/>
                </a:cubicBezTo>
                <a:cubicBezTo>
                  <a:pt x="1360605" y="1656208"/>
                  <a:pt x="1374287" y="1642530"/>
                  <a:pt x="1387968" y="1640370"/>
                </a:cubicBezTo>
                <a:cubicBezTo>
                  <a:pt x="1394809" y="1649369"/>
                  <a:pt x="1378967" y="1658367"/>
                  <a:pt x="1390129" y="1667366"/>
                </a:cubicBezTo>
                <a:cubicBezTo>
                  <a:pt x="1355925" y="1685723"/>
                  <a:pt x="1383288" y="1692562"/>
                  <a:pt x="1360605" y="1699401"/>
                </a:cubicBezTo>
                <a:cubicBezTo>
                  <a:pt x="1367446" y="1701561"/>
                  <a:pt x="1374287" y="1699401"/>
                  <a:pt x="1381128" y="1692562"/>
                </a:cubicBezTo>
                <a:cubicBezTo>
                  <a:pt x="1378967" y="1708400"/>
                  <a:pt x="1355925" y="1722078"/>
                  <a:pt x="1337923" y="1737916"/>
                </a:cubicBezTo>
                <a:cubicBezTo>
                  <a:pt x="1355925" y="1754113"/>
                  <a:pt x="1349084" y="1724238"/>
                  <a:pt x="1374287" y="1713079"/>
                </a:cubicBezTo>
                <a:cubicBezTo>
                  <a:pt x="1374287" y="1717759"/>
                  <a:pt x="1369606" y="1724238"/>
                  <a:pt x="1374287" y="1728917"/>
                </a:cubicBezTo>
                <a:cubicBezTo>
                  <a:pt x="1419652" y="1708400"/>
                  <a:pt x="1451695" y="1699401"/>
                  <a:pt x="1494900" y="1678884"/>
                </a:cubicBezTo>
                <a:cubicBezTo>
                  <a:pt x="1488059" y="1649369"/>
                  <a:pt x="1526583" y="1672045"/>
                  <a:pt x="1551786" y="1656208"/>
                </a:cubicBezTo>
                <a:cubicBezTo>
                  <a:pt x="1543145" y="1662957"/>
                  <a:pt x="1529441" y="1672338"/>
                  <a:pt x="1529812" y="1681466"/>
                </a:cubicBezTo>
                <a:lnTo>
                  <a:pt x="1535431" y="1690166"/>
                </a:lnTo>
                <a:lnTo>
                  <a:pt x="1535227" y="1690630"/>
                </a:lnTo>
                <a:lnTo>
                  <a:pt x="1528687" y="1694789"/>
                </a:lnTo>
                <a:cubicBezTo>
                  <a:pt x="1523050" y="1695869"/>
                  <a:pt x="1520553" y="1689053"/>
                  <a:pt x="1515422" y="1692562"/>
                </a:cubicBezTo>
                <a:cubicBezTo>
                  <a:pt x="1517582" y="1704081"/>
                  <a:pt x="1526583" y="1697242"/>
                  <a:pt x="1533424" y="1694722"/>
                </a:cubicBezTo>
                <a:lnTo>
                  <a:pt x="1535227" y="1690630"/>
                </a:lnTo>
                <a:lnTo>
                  <a:pt x="1535584" y="1690403"/>
                </a:lnTo>
                <a:lnTo>
                  <a:pt x="1535431" y="1690166"/>
                </a:lnTo>
                <a:lnTo>
                  <a:pt x="1541030" y="1677461"/>
                </a:lnTo>
                <a:cubicBezTo>
                  <a:pt x="1544742" y="1673496"/>
                  <a:pt x="1549445" y="1670943"/>
                  <a:pt x="1554576" y="1668671"/>
                </a:cubicBezTo>
                <a:lnTo>
                  <a:pt x="1567593" y="1662932"/>
                </a:lnTo>
                <a:lnTo>
                  <a:pt x="1567627" y="1663047"/>
                </a:lnTo>
                <a:lnTo>
                  <a:pt x="1567846" y="1662821"/>
                </a:lnTo>
                <a:lnTo>
                  <a:pt x="1570688" y="1661568"/>
                </a:lnTo>
                <a:cubicBezTo>
                  <a:pt x="1576111" y="1658727"/>
                  <a:pt x="1581399" y="1655038"/>
                  <a:pt x="1585989" y="1649369"/>
                </a:cubicBezTo>
                <a:cubicBezTo>
                  <a:pt x="1581309" y="1645949"/>
                  <a:pt x="1579599" y="1648739"/>
                  <a:pt x="1577619" y="1652698"/>
                </a:cubicBezTo>
                <a:lnTo>
                  <a:pt x="1567846" y="1662821"/>
                </a:lnTo>
                <a:lnTo>
                  <a:pt x="1567593" y="1662932"/>
                </a:lnTo>
                <a:lnTo>
                  <a:pt x="1562947" y="1647209"/>
                </a:lnTo>
                <a:cubicBezTo>
                  <a:pt x="1583469" y="1631011"/>
                  <a:pt x="1588149" y="1642530"/>
                  <a:pt x="1597150" y="1651528"/>
                </a:cubicBezTo>
                <a:cubicBezTo>
                  <a:pt x="1615512" y="1626692"/>
                  <a:pt x="1629194" y="1619853"/>
                  <a:pt x="1663037" y="1601496"/>
                </a:cubicBezTo>
                <a:cubicBezTo>
                  <a:pt x="1674559" y="1592497"/>
                  <a:pt x="1654036" y="1596816"/>
                  <a:pt x="1656197" y="1590337"/>
                </a:cubicBezTo>
                <a:cubicBezTo>
                  <a:pt x="1667718" y="1587818"/>
                  <a:pt x="1681399" y="1578819"/>
                  <a:pt x="1688240" y="1592497"/>
                </a:cubicBezTo>
                <a:cubicBezTo>
                  <a:pt x="1701922" y="1585658"/>
                  <a:pt x="1697241" y="1578819"/>
                  <a:pt x="1708763" y="1574140"/>
                </a:cubicBezTo>
                <a:cubicBezTo>
                  <a:pt x="1704082" y="1569820"/>
                  <a:pt x="1699401" y="1569820"/>
                  <a:pt x="1692561" y="1571980"/>
                </a:cubicBezTo>
                <a:cubicBezTo>
                  <a:pt x="1701922" y="1556142"/>
                  <a:pt x="1749807" y="1569820"/>
                  <a:pt x="1747287" y="1537785"/>
                </a:cubicBezTo>
                <a:cubicBezTo>
                  <a:pt x="1779330" y="1535625"/>
                  <a:pt x="1826855" y="1517268"/>
                  <a:pt x="1856378" y="1483433"/>
                </a:cubicBezTo>
                <a:cubicBezTo>
                  <a:pt x="1854218" y="1496751"/>
                  <a:pt x="1854218" y="1496751"/>
                  <a:pt x="1865739" y="1501430"/>
                </a:cubicBezTo>
                <a:cubicBezTo>
                  <a:pt x="1881581" y="1483433"/>
                  <a:pt x="1911104" y="1467235"/>
                  <a:pt x="1926946" y="1483433"/>
                </a:cubicBezTo>
                <a:cubicBezTo>
                  <a:pt x="1938467" y="1469755"/>
                  <a:pt x="1956829" y="1458236"/>
                  <a:pt x="1970510" y="1447078"/>
                </a:cubicBezTo>
                <a:cubicBezTo>
                  <a:pt x="1963670" y="1439879"/>
                  <a:pt x="1945308" y="1458236"/>
                  <a:pt x="1943147" y="1442399"/>
                </a:cubicBezTo>
                <a:cubicBezTo>
                  <a:pt x="1952148" y="1447078"/>
                  <a:pt x="1974831" y="1439879"/>
                  <a:pt x="1977351" y="1428721"/>
                </a:cubicBezTo>
                <a:cubicBezTo>
                  <a:pt x="1988512" y="1433040"/>
                  <a:pt x="1995353" y="1433040"/>
                  <a:pt x="1993193" y="1444558"/>
                </a:cubicBezTo>
                <a:cubicBezTo>
                  <a:pt x="2006874" y="1437719"/>
                  <a:pt x="2018035" y="1428721"/>
                  <a:pt x="2031717" y="1421882"/>
                </a:cubicBezTo>
                <a:cubicBezTo>
                  <a:pt x="2020196" y="1410363"/>
                  <a:pt x="2009034" y="1430880"/>
                  <a:pt x="2004354" y="1412883"/>
                </a:cubicBezTo>
                <a:cubicBezTo>
                  <a:pt x="1961149" y="1435560"/>
                  <a:pt x="1908944" y="1421882"/>
                  <a:pt x="1890582" y="1458236"/>
                </a:cubicBezTo>
                <a:cubicBezTo>
                  <a:pt x="1879421" y="1453917"/>
                  <a:pt x="1845217" y="1469755"/>
                  <a:pt x="1845217" y="1480913"/>
                </a:cubicBezTo>
                <a:cubicBezTo>
                  <a:pt x="1829375" y="1462916"/>
                  <a:pt x="1813534" y="1476594"/>
                  <a:pt x="1795172" y="1494591"/>
                </a:cubicBezTo>
                <a:cubicBezTo>
                  <a:pt x="1781490" y="1471914"/>
                  <a:pt x="1788331" y="1462916"/>
                  <a:pt x="1769969" y="1433040"/>
                </a:cubicBezTo>
                <a:cubicBezTo>
                  <a:pt x="1779330" y="1424041"/>
                  <a:pt x="1781490" y="1412883"/>
                  <a:pt x="1786171" y="1403524"/>
                </a:cubicBezTo>
                <a:cubicBezTo>
                  <a:pt x="1813534" y="1410363"/>
                  <a:pt x="1822535" y="1394526"/>
                  <a:pt x="1849898" y="1383367"/>
                </a:cubicBezTo>
                <a:cubicBezTo>
                  <a:pt x="1843057" y="1415043"/>
                  <a:pt x="1908944" y="1374009"/>
                  <a:pt x="1890582" y="1367170"/>
                </a:cubicBezTo>
                <a:cubicBezTo>
                  <a:pt x="1906784" y="1367170"/>
                  <a:pt x="1920105" y="1378688"/>
                  <a:pt x="1936307" y="1380848"/>
                </a:cubicBezTo>
                <a:cubicBezTo>
                  <a:pt x="1949988" y="1376528"/>
                  <a:pt x="1938467" y="1365010"/>
                  <a:pt x="1947468" y="1358171"/>
                </a:cubicBezTo>
                <a:cubicBezTo>
                  <a:pt x="1954309" y="1371849"/>
                  <a:pt x="1977351" y="1358171"/>
                  <a:pt x="1995353" y="1351332"/>
                </a:cubicBezTo>
                <a:cubicBezTo>
                  <a:pt x="1993193" y="1344493"/>
                  <a:pt x="1988512" y="1346653"/>
                  <a:pt x="1983832" y="1346653"/>
                </a:cubicBezTo>
                <a:cubicBezTo>
                  <a:pt x="2011195" y="1335494"/>
                  <a:pt x="2061240" y="1305978"/>
                  <a:pt x="2095444" y="1312818"/>
                </a:cubicBezTo>
                <a:cubicBezTo>
                  <a:pt x="2100124" y="1310298"/>
                  <a:pt x="2095444" y="1303459"/>
                  <a:pt x="2095444" y="1299139"/>
                </a:cubicBezTo>
                <a:cubicBezTo>
                  <a:pt x="2152330" y="1305978"/>
                  <a:pt x="2190854" y="1287621"/>
                  <a:pt x="2257101" y="1269624"/>
                </a:cubicBezTo>
                <a:cubicBezTo>
                  <a:pt x="2254580" y="1273943"/>
                  <a:pt x="2254580" y="1278622"/>
                  <a:pt x="2254580" y="1283302"/>
                </a:cubicBezTo>
                <a:cubicBezTo>
                  <a:pt x="2275103" y="1278622"/>
                  <a:pt x="2286624" y="1269624"/>
                  <a:pt x="2309306" y="1276463"/>
                </a:cubicBezTo>
                <a:cubicBezTo>
                  <a:pt x="2275103" y="1287621"/>
                  <a:pt x="2261421" y="1305978"/>
                  <a:pt x="2213896" y="1319657"/>
                </a:cubicBezTo>
                <a:cubicBezTo>
                  <a:pt x="2234418" y="1332975"/>
                  <a:pt x="2263941" y="1303459"/>
                  <a:pt x="2284104" y="1321816"/>
                </a:cubicBezTo>
                <a:cubicBezTo>
                  <a:pt x="2259261" y="1305978"/>
                  <a:pt x="2297785" y="1305978"/>
                  <a:pt x="2311466" y="1314977"/>
                </a:cubicBezTo>
                <a:cubicBezTo>
                  <a:pt x="2325148" y="1299139"/>
                  <a:pt x="2343510" y="1305978"/>
                  <a:pt x="2361512" y="1290141"/>
                </a:cubicBezTo>
                <a:cubicBezTo>
                  <a:pt x="2368352" y="1296620"/>
                  <a:pt x="2352511" y="1308138"/>
                  <a:pt x="2364032" y="1305978"/>
                </a:cubicBezTo>
                <a:cubicBezTo>
                  <a:pt x="2354671" y="1317137"/>
                  <a:pt x="2293465" y="1314977"/>
                  <a:pt x="2295625" y="1342333"/>
                </a:cubicBezTo>
                <a:cubicBezTo>
                  <a:pt x="2277263" y="1349172"/>
                  <a:pt x="2293465" y="1337654"/>
                  <a:pt x="2286624" y="1328655"/>
                </a:cubicBezTo>
                <a:cubicBezTo>
                  <a:pt x="2272942" y="1335494"/>
                  <a:pt x="2279783" y="1349172"/>
                  <a:pt x="2270782" y="1358171"/>
                </a:cubicBezTo>
                <a:cubicBezTo>
                  <a:pt x="2290944" y="1342333"/>
                  <a:pt x="2325148" y="1353492"/>
                  <a:pt x="2334509" y="1332975"/>
                </a:cubicBezTo>
                <a:cubicBezTo>
                  <a:pt x="2388875" y="1332975"/>
                  <a:pt x="2454762" y="1321816"/>
                  <a:pt x="2484645" y="1294460"/>
                </a:cubicBezTo>
                <a:cubicBezTo>
                  <a:pt x="2482124" y="1305978"/>
                  <a:pt x="2493646" y="1301299"/>
                  <a:pt x="2495806" y="1308138"/>
                </a:cubicBezTo>
                <a:cubicBezTo>
                  <a:pt x="2530010" y="1287621"/>
                  <a:pt x="2586896" y="1299139"/>
                  <a:pt x="2598417" y="1262785"/>
                </a:cubicBezTo>
                <a:cubicBezTo>
                  <a:pt x="2607418" y="1260265"/>
                  <a:pt x="2600577" y="1273943"/>
                  <a:pt x="2605257" y="1280782"/>
                </a:cubicBezTo>
                <a:cubicBezTo>
                  <a:pt x="2555212" y="1310298"/>
                  <a:pt x="2511648" y="1294460"/>
                  <a:pt x="2477804" y="1326496"/>
                </a:cubicBezTo>
                <a:cubicBezTo>
                  <a:pt x="2479964" y="1335494"/>
                  <a:pt x="2507327" y="1323976"/>
                  <a:pt x="2498326" y="1337654"/>
                </a:cubicBezTo>
                <a:cubicBezTo>
                  <a:pt x="2552692" y="1317137"/>
                  <a:pt x="2636941" y="1314977"/>
                  <a:pt x="2682306" y="1301299"/>
                </a:cubicBezTo>
                <a:cubicBezTo>
                  <a:pt x="2689146" y="1314977"/>
                  <a:pt x="2664304" y="1303459"/>
                  <a:pt x="2666464" y="1314977"/>
                </a:cubicBezTo>
                <a:cubicBezTo>
                  <a:pt x="2728030" y="1296620"/>
                  <a:pt x="2802918" y="1314977"/>
                  <a:pt x="2848643" y="1278622"/>
                </a:cubicBezTo>
                <a:cubicBezTo>
                  <a:pt x="2850803" y="1292300"/>
                  <a:pt x="2832802" y="1285461"/>
                  <a:pt x="2834962" y="1296620"/>
                </a:cubicBezTo>
                <a:cubicBezTo>
                  <a:pt x="2866645" y="1283302"/>
                  <a:pt x="2889688" y="1323976"/>
                  <a:pt x="2921371" y="1294460"/>
                </a:cubicBezTo>
                <a:cubicBezTo>
                  <a:pt x="2928212" y="1299139"/>
                  <a:pt x="2930372" y="1305978"/>
                  <a:pt x="2935052" y="1310298"/>
                </a:cubicBezTo>
                <a:cubicBezTo>
                  <a:pt x="2950894" y="1308138"/>
                  <a:pt x="2978257" y="1294460"/>
                  <a:pt x="2989778" y="1301299"/>
                </a:cubicBezTo>
                <a:cubicBezTo>
                  <a:pt x="2989778" y="1305978"/>
                  <a:pt x="2982937" y="1303459"/>
                  <a:pt x="2978257" y="1305978"/>
                </a:cubicBezTo>
                <a:cubicBezTo>
                  <a:pt x="2978257" y="1308138"/>
                  <a:pt x="2982937" y="1308138"/>
                  <a:pt x="2985098" y="1308138"/>
                </a:cubicBezTo>
                <a:cubicBezTo>
                  <a:pt x="2971416" y="1332975"/>
                  <a:pt x="3000939" y="1330815"/>
                  <a:pt x="3037303" y="1326496"/>
                </a:cubicBezTo>
                <a:cubicBezTo>
                  <a:pt x="3041984" y="1323976"/>
                  <a:pt x="3048824" y="1323976"/>
                  <a:pt x="3053145" y="1321816"/>
                </a:cubicBezTo>
                <a:cubicBezTo>
                  <a:pt x="3053145" y="1321816"/>
                  <a:pt x="3053145" y="1321816"/>
                  <a:pt x="3064666" y="1319657"/>
                </a:cubicBezTo>
                <a:cubicBezTo>
                  <a:pt x="3073667" y="1319657"/>
                  <a:pt x="3080508" y="1317137"/>
                  <a:pt x="3089869" y="1314977"/>
                </a:cubicBezTo>
                <a:cubicBezTo>
                  <a:pt x="3103190" y="1310298"/>
                  <a:pt x="3116872" y="1308138"/>
                  <a:pt x="3123712" y="1308138"/>
                </a:cubicBezTo>
                <a:cubicBezTo>
                  <a:pt x="3128393" y="1308138"/>
                  <a:pt x="3121552" y="1310298"/>
                  <a:pt x="3121552" y="1314977"/>
                </a:cubicBezTo>
                <a:cubicBezTo>
                  <a:pt x="3148915" y="1314977"/>
                  <a:pt x="3176278" y="1314977"/>
                  <a:pt x="3201121" y="1314977"/>
                </a:cubicBezTo>
                <a:cubicBezTo>
                  <a:pt x="3214802" y="1312818"/>
                  <a:pt x="3228483" y="1312818"/>
                  <a:pt x="3242165" y="1314977"/>
                </a:cubicBezTo>
                <a:cubicBezTo>
                  <a:pt x="3255846" y="1314977"/>
                  <a:pt x="3267008" y="1317137"/>
                  <a:pt x="3280689" y="1319657"/>
                </a:cubicBezTo>
                <a:cubicBezTo>
                  <a:pt x="3285369" y="1319657"/>
                  <a:pt x="3283209" y="1312818"/>
                  <a:pt x="3278529" y="1312818"/>
                </a:cubicBezTo>
                <a:cubicBezTo>
                  <a:pt x="3290050" y="1312818"/>
                  <a:pt x="3323894" y="1346653"/>
                  <a:pt x="3346576" y="1319657"/>
                </a:cubicBezTo>
                <a:cubicBezTo>
                  <a:pt x="3344056" y="1323976"/>
                  <a:pt x="3339735" y="1326496"/>
                  <a:pt x="3337215" y="1330815"/>
                </a:cubicBezTo>
                <a:cubicBezTo>
                  <a:pt x="3348736" y="1330815"/>
                  <a:pt x="3350896" y="1312818"/>
                  <a:pt x="3364578" y="1312818"/>
                </a:cubicBezTo>
                <a:cubicBezTo>
                  <a:pt x="3364578" y="1321816"/>
                  <a:pt x="3360257" y="1323976"/>
                  <a:pt x="3357737" y="1328655"/>
                </a:cubicBezTo>
                <a:cubicBezTo>
                  <a:pt x="3378259" y="1344493"/>
                  <a:pt x="3403462" y="1321816"/>
                  <a:pt x="3414623" y="1335494"/>
                </a:cubicBezTo>
                <a:cubicBezTo>
                  <a:pt x="3421464" y="1335494"/>
                  <a:pt x="3423984" y="1328655"/>
                  <a:pt x="3432985" y="1330815"/>
                </a:cubicBezTo>
                <a:cubicBezTo>
                  <a:pt x="3439826" y="1314977"/>
                  <a:pt x="3423984" y="1321816"/>
                  <a:pt x="3428305" y="1310298"/>
                </a:cubicBezTo>
                <a:cubicBezTo>
                  <a:pt x="3430465" y="1312818"/>
                  <a:pt x="3432985" y="1312818"/>
                  <a:pt x="3435145" y="1314977"/>
                </a:cubicBezTo>
                <a:cubicBezTo>
                  <a:pt x="3437306" y="1314977"/>
                  <a:pt x="3439826" y="1314977"/>
                  <a:pt x="3441986" y="1314977"/>
                </a:cubicBezTo>
                <a:cubicBezTo>
                  <a:pt x="3439826" y="1317137"/>
                  <a:pt x="3437306" y="1326496"/>
                  <a:pt x="3435145" y="1326496"/>
                </a:cubicBezTo>
                <a:cubicBezTo>
                  <a:pt x="3435145" y="1332975"/>
                  <a:pt x="3441986" y="1319657"/>
                  <a:pt x="3439826" y="1332975"/>
                </a:cubicBezTo>
                <a:cubicBezTo>
                  <a:pt x="3444146" y="1328655"/>
                  <a:pt x="3448827" y="1328655"/>
                  <a:pt x="3453507" y="1319657"/>
                </a:cubicBezTo>
                <a:cubicBezTo>
                  <a:pt x="3455667" y="1319657"/>
                  <a:pt x="3453507" y="1328655"/>
                  <a:pt x="3453507" y="1335494"/>
                </a:cubicBezTo>
                <a:cubicBezTo>
                  <a:pt x="3476190" y="1344493"/>
                  <a:pt x="3496712" y="1335494"/>
                  <a:pt x="3524075" y="1326496"/>
                </a:cubicBezTo>
                <a:lnTo>
                  <a:pt x="3529599" y="1334780"/>
                </a:lnTo>
                <a:lnTo>
                  <a:pt x="3529620" y="1335394"/>
                </a:lnTo>
                <a:lnTo>
                  <a:pt x="3531989" y="1338364"/>
                </a:lnTo>
                <a:lnTo>
                  <a:pt x="3539016" y="1348902"/>
                </a:lnTo>
                <a:cubicBezTo>
                  <a:pt x="3546667" y="1352592"/>
                  <a:pt x="3555758" y="1352592"/>
                  <a:pt x="3562599" y="1349172"/>
                </a:cubicBezTo>
                <a:cubicBezTo>
                  <a:pt x="3555758" y="1362850"/>
                  <a:pt x="3574120" y="1356011"/>
                  <a:pt x="3576280" y="1367170"/>
                </a:cubicBezTo>
                <a:cubicBezTo>
                  <a:pt x="3578440" y="1367170"/>
                  <a:pt x="3578440" y="1362850"/>
                  <a:pt x="3580961" y="1362850"/>
                </a:cubicBezTo>
                <a:cubicBezTo>
                  <a:pt x="3585281" y="1349172"/>
                  <a:pt x="3576280" y="1356011"/>
                  <a:pt x="3578440" y="1344493"/>
                </a:cubicBezTo>
                <a:cubicBezTo>
                  <a:pt x="3585281" y="1349172"/>
                  <a:pt x="3589962" y="1360331"/>
                  <a:pt x="3592122" y="1371849"/>
                </a:cubicBezTo>
                <a:cubicBezTo>
                  <a:pt x="3587801" y="1358171"/>
                  <a:pt x="3587801" y="1374009"/>
                  <a:pt x="3578440" y="1371849"/>
                </a:cubicBezTo>
                <a:cubicBezTo>
                  <a:pt x="3580961" y="1380848"/>
                  <a:pt x="3592122" y="1371849"/>
                  <a:pt x="3598963" y="1371849"/>
                </a:cubicBezTo>
                <a:cubicBezTo>
                  <a:pt x="3601123" y="1360331"/>
                  <a:pt x="3596802" y="1360331"/>
                  <a:pt x="3592122" y="1360331"/>
                </a:cubicBezTo>
                <a:cubicBezTo>
                  <a:pt x="3601123" y="1365010"/>
                  <a:pt x="3633166" y="1349172"/>
                  <a:pt x="3637847" y="1371849"/>
                </a:cubicBezTo>
                <a:cubicBezTo>
                  <a:pt x="3646848" y="1362850"/>
                  <a:pt x="3635326" y="1360331"/>
                  <a:pt x="3644687" y="1344493"/>
                </a:cubicBezTo>
                <a:cubicBezTo>
                  <a:pt x="3630646" y="1349172"/>
                  <a:pt x="3610484" y="1356011"/>
                  <a:pt x="3603643" y="1328655"/>
                </a:cubicBezTo>
                <a:cubicBezTo>
                  <a:pt x="3612644" y="1332975"/>
                  <a:pt x="3617325" y="1323976"/>
                  <a:pt x="3619485" y="1312818"/>
                </a:cubicBezTo>
                <a:cubicBezTo>
                  <a:pt x="3628486" y="1312818"/>
                  <a:pt x="3640007" y="1310298"/>
                  <a:pt x="3642167" y="1321816"/>
                </a:cubicBezTo>
                <a:cubicBezTo>
                  <a:pt x="3646848" y="1317137"/>
                  <a:pt x="3651528" y="1314977"/>
                  <a:pt x="3655849" y="1310298"/>
                </a:cubicBezTo>
                <a:cubicBezTo>
                  <a:pt x="3674211" y="1317137"/>
                  <a:pt x="3696893" y="1294460"/>
                  <a:pt x="3708054" y="1321816"/>
                </a:cubicBezTo>
                <a:cubicBezTo>
                  <a:pt x="3701213" y="1323976"/>
                  <a:pt x="3703734" y="1310298"/>
                  <a:pt x="3699053" y="1319657"/>
                </a:cubicBezTo>
                <a:cubicBezTo>
                  <a:pt x="3701213" y="1328655"/>
                  <a:pt x="3705894" y="1323976"/>
                  <a:pt x="3712735" y="1321816"/>
                </a:cubicBezTo>
                <a:cubicBezTo>
                  <a:pt x="3712735" y="1317137"/>
                  <a:pt x="3712735" y="1314977"/>
                  <a:pt x="3712735" y="1314977"/>
                </a:cubicBezTo>
                <a:cubicBezTo>
                  <a:pt x="3724256" y="1317137"/>
                  <a:pt x="3751619" y="1290141"/>
                  <a:pt x="3760620" y="1312818"/>
                </a:cubicBezTo>
                <a:cubicBezTo>
                  <a:pt x="3771781" y="1292300"/>
                  <a:pt x="3792303" y="1319657"/>
                  <a:pt x="3799144" y="1292300"/>
                </a:cubicBezTo>
                <a:cubicBezTo>
                  <a:pt x="3801304" y="1301299"/>
                  <a:pt x="3803824" y="1310298"/>
                  <a:pt x="3810665" y="1314977"/>
                </a:cubicBezTo>
                <a:cubicBezTo>
                  <a:pt x="3810665" y="1305978"/>
                  <a:pt x="3817506" y="1294460"/>
                  <a:pt x="3817506" y="1314977"/>
                </a:cubicBezTo>
                <a:cubicBezTo>
                  <a:pt x="3833347" y="1303459"/>
                  <a:pt x="3842348" y="1305978"/>
                  <a:pt x="3853870" y="1303459"/>
                </a:cubicBezTo>
                <a:cubicBezTo>
                  <a:pt x="3865031" y="1303459"/>
                  <a:pt x="3874392" y="1301299"/>
                  <a:pt x="3881233" y="1280782"/>
                </a:cubicBezTo>
                <a:cubicBezTo>
                  <a:pt x="3883393" y="1283302"/>
                  <a:pt x="3883393" y="1292300"/>
                  <a:pt x="3885553" y="1292300"/>
                </a:cubicBezTo>
                <a:cubicBezTo>
                  <a:pt x="3885553" y="1285461"/>
                  <a:pt x="3883393" y="1285461"/>
                  <a:pt x="3883393" y="1276463"/>
                </a:cubicBezTo>
                <a:cubicBezTo>
                  <a:pt x="3888073" y="1292300"/>
                  <a:pt x="3890233" y="1280782"/>
                  <a:pt x="3892394" y="1287621"/>
                </a:cubicBezTo>
                <a:cubicBezTo>
                  <a:pt x="3894914" y="1287621"/>
                  <a:pt x="3888073" y="1301299"/>
                  <a:pt x="3894914" y="1301299"/>
                </a:cubicBezTo>
                <a:cubicBezTo>
                  <a:pt x="3892394" y="1308138"/>
                  <a:pt x="3888073" y="1290141"/>
                  <a:pt x="3883393" y="1296620"/>
                </a:cubicBezTo>
                <a:cubicBezTo>
                  <a:pt x="3883393" y="1303459"/>
                  <a:pt x="3888073" y="1301299"/>
                  <a:pt x="3890233" y="1303459"/>
                </a:cubicBezTo>
                <a:cubicBezTo>
                  <a:pt x="3890233" y="1314977"/>
                  <a:pt x="3885553" y="1303459"/>
                  <a:pt x="3883393" y="1303459"/>
                </a:cubicBezTo>
                <a:cubicBezTo>
                  <a:pt x="3888073" y="1317137"/>
                  <a:pt x="3894914" y="1314977"/>
                  <a:pt x="3899234" y="1317137"/>
                </a:cubicBezTo>
                <a:cubicBezTo>
                  <a:pt x="3888073" y="1323976"/>
                  <a:pt x="3871872" y="1319657"/>
                  <a:pt x="3858190" y="1317137"/>
                </a:cubicBezTo>
                <a:cubicBezTo>
                  <a:pt x="3851709" y="1317137"/>
                  <a:pt x="3844869" y="1317137"/>
                  <a:pt x="3838028" y="1319657"/>
                </a:cubicBezTo>
                <a:cubicBezTo>
                  <a:pt x="3831187" y="1321816"/>
                  <a:pt x="3817506" y="1326496"/>
                  <a:pt x="3808505" y="1335494"/>
                </a:cubicBezTo>
                <a:cubicBezTo>
                  <a:pt x="3803824" y="1332975"/>
                  <a:pt x="3801304" y="1323976"/>
                  <a:pt x="3796984" y="1319657"/>
                </a:cubicBezTo>
                <a:cubicBezTo>
                  <a:pt x="3792303" y="1321816"/>
                  <a:pt x="3794463" y="1335494"/>
                  <a:pt x="3790143" y="1332975"/>
                </a:cubicBezTo>
                <a:cubicBezTo>
                  <a:pt x="3787983" y="1308138"/>
                  <a:pt x="3776461" y="1349172"/>
                  <a:pt x="3778622" y="1321816"/>
                </a:cubicBezTo>
                <a:cubicBezTo>
                  <a:pt x="3774301" y="1335494"/>
                  <a:pt x="3767460" y="1339814"/>
                  <a:pt x="3764940" y="1346653"/>
                </a:cubicBezTo>
                <a:cubicBezTo>
                  <a:pt x="3760620" y="1349172"/>
                  <a:pt x="3758099" y="1342333"/>
                  <a:pt x="3758099" y="1335494"/>
                </a:cubicBezTo>
                <a:cubicBezTo>
                  <a:pt x="3760620" y="1360331"/>
                  <a:pt x="3724256" y="1339814"/>
                  <a:pt x="3721736" y="1353492"/>
                </a:cubicBezTo>
                <a:cubicBezTo>
                  <a:pt x="3714895" y="1346653"/>
                  <a:pt x="3703734" y="1351332"/>
                  <a:pt x="3690052" y="1353492"/>
                </a:cubicBezTo>
                <a:cubicBezTo>
                  <a:pt x="3690052" y="1378688"/>
                  <a:pt x="3714895" y="1369689"/>
                  <a:pt x="3719575" y="1360331"/>
                </a:cubicBezTo>
                <a:cubicBezTo>
                  <a:pt x="3728576" y="1378688"/>
                  <a:pt x="3746938" y="1371849"/>
                  <a:pt x="3753779" y="1371849"/>
                </a:cubicBezTo>
                <a:cubicBezTo>
                  <a:pt x="3755939" y="1383367"/>
                  <a:pt x="3749099" y="1376528"/>
                  <a:pt x="3749099" y="1387687"/>
                </a:cubicBezTo>
                <a:cubicBezTo>
                  <a:pt x="3749099" y="1390206"/>
                  <a:pt x="3749099" y="1394526"/>
                  <a:pt x="3749099" y="1399205"/>
                </a:cubicBezTo>
                <a:cubicBezTo>
                  <a:pt x="3758099" y="1396685"/>
                  <a:pt x="3769621" y="1399205"/>
                  <a:pt x="3771781" y="1385527"/>
                </a:cubicBezTo>
                <a:cubicBezTo>
                  <a:pt x="3790143" y="1392366"/>
                  <a:pt x="3803824" y="1380848"/>
                  <a:pt x="3821826" y="1408204"/>
                </a:cubicBezTo>
                <a:cubicBezTo>
                  <a:pt x="3826507" y="1403524"/>
                  <a:pt x="3831187" y="1394526"/>
                  <a:pt x="3838028" y="1396685"/>
                </a:cubicBezTo>
                <a:cubicBezTo>
                  <a:pt x="3842348" y="1401365"/>
                  <a:pt x="3835508" y="1403524"/>
                  <a:pt x="3831187" y="1403524"/>
                </a:cubicBezTo>
                <a:cubicBezTo>
                  <a:pt x="3838028" y="1410363"/>
                  <a:pt x="3844869" y="1415043"/>
                  <a:pt x="3853870" y="1406044"/>
                </a:cubicBezTo>
                <a:cubicBezTo>
                  <a:pt x="3853870" y="1396685"/>
                  <a:pt x="3849189" y="1406044"/>
                  <a:pt x="3844869" y="1403524"/>
                </a:cubicBezTo>
                <a:cubicBezTo>
                  <a:pt x="3847029" y="1380848"/>
                  <a:pt x="3856030" y="1399205"/>
                  <a:pt x="3862871" y="1392366"/>
                </a:cubicBezTo>
                <a:cubicBezTo>
                  <a:pt x="3860710" y="1399205"/>
                  <a:pt x="3860710" y="1401365"/>
                  <a:pt x="3858190" y="1401365"/>
                </a:cubicBezTo>
                <a:cubicBezTo>
                  <a:pt x="3867551" y="1412883"/>
                  <a:pt x="3876552" y="1417202"/>
                  <a:pt x="3885553" y="1408204"/>
                </a:cubicBezTo>
                <a:cubicBezTo>
                  <a:pt x="3885553" y="1396685"/>
                  <a:pt x="3881233" y="1406044"/>
                  <a:pt x="3881233" y="1394526"/>
                </a:cubicBezTo>
                <a:cubicBezTo>
                  <a:pt x="3883393" y="1396685"/>
                  <a:pt x="3890233" y="1410363"/>
                  <a:pt x="3888073" y="1392366"/>
                </a:cubicBezTo>
                <a:cubicBezTo>
                  <a:pt x="3894914" y="1403524"/>
                  <a:pt x="3901755" y="1403524"/>
                  <a:pt x="3903915" y="1390206"/>
                </a:cubicBezTo>
                <a:cubicBezTo>
                  <a:pt x="3906075" y="1399205"/>
                  <a:pt x="3910756" y="1399205"/>
                  <a:pt x="3915436" y="1396685"/>
                </a:cubicBezTo>
                <a:cubicBezTo>
                  <a:pt x="3908595" y="1406044"/>
                  <a:pt x="3901755" y="1401365"/>
                  <a:pt x="3890233" y="1412883"/>
                </a:cubicBezTo>
                <a:cubicBezTo>
                  <a:pt x="3897074" y="1426561"/>
                  <a:pt x="3903915" y="1426561"/>
                  <a:pt x="3908595" y="1417202"/>
                </a:cubicBezTo>
                <a:cubicBezTo>
                  <a:pt x="3908595" y="1437719"/>
                  <a:pt x="3928758" y="1401365"/>
                  <a:pt x="3938119" y="1437719"/>
                </a:cubicBezTo>
                <a:cubicBezTo>
                  <a:pt x="3953960" y="1424041"/>
                  <a:pt x="3965121" y="1449238"/>
                  <a:pt x="3983483" y="1430880"/>
                </a:cubicBezTo>
                <a:cubicBezTo>
                  <a:pt x="3974482" y="1449238"/>
                  <a:pt x="3995005" y="1437719"/>
                  <a:pt x="4001845" y="1435560"/>
                </a:cubicBezTo>
                <a:cubicBezTo>
                  <a:pt x="3999325" y="1421882"/>
                  <a:pt x="3997165" y="1426561"/>
                  <a:pt x="3992484" y="1421882"/>
                </a:cubicBezTo>
                <a:cubicBezTo>
                  <a:pt x="3995005" y="1428721"/>
                  <a:pt x="3992484" y="1433040"/>
                  <a:pt x="3988164" y="1433040"/>
                </a:cubicBezTo>
                <a:cubicBezTo>
                  <a:pt x="3983483" y="1415043"/>
                  <a:pt x="3997165" y="1410363"/>
                  <a:pt x="4004006" y="1428721"/>
                </a:cubicBezTo>
                <a:cubicBezTo>
                  <a:pt x="4022007" y="1421882"/>
                  <a:pt x="4033529" y="1415043"/>
                  <a:pt x="4056211" y="1433040"/>
                </a:cubicBezTo>
                <a:cubicBezTo>
                  <a:pt x="4058731" y="1428721"/>
                  <a:pt x="4049370" y="1426561"/>
                  <a:pt x="4047210" y="1424041"/>
                </a:cubicBezTo>
                <a:cubicBezTo>
                  <a:pt x="4056211" y="1424041"/>
                  <a:pt x="4079253" y="1410363"/>
                  <a:pt x="4095095" y="1410363"/>
                </a:cubicBezTo>
                <a:cubicBezTo>
                  <a:pt x="4104096" y="1396685"/>
                  <a:pt x="4117777" y="1403524"/>
                  <a:pt x="4135779" y="1399205"/>
                </a:cubicBezTo>
                <a:cubicBezTo>
                  <a:pt x="4133619" y="1396685"/>
                  <a:pt x="4133619" y="1396685"/>
                  <a:pt x="4131459" y="1396685"/>
                </a:cubicBezTo>
                <a:cubicBezTo>
                  <a:pt x="4165663" y="1376528"/>
                  <a:pt x="4202026" y="1365010"/>
                  <a:pt x="4226869" y="1339814"/>
                </a:cubicBezTo>
                <a:cubicBezTo>
                  <a:pt x="4231549" y="1346653"/>
                  <a:pt x="4226869" y="1346653"/>
                  <a:pt x="4233710" y="1353492"/>
                </a:cubicBezTo>
                <a:cubicBezTo>
                  <a:pt x="4245231" y="1362850"/>
                  <a:pt x="4243071" y="1344493"/>
                  <a:pt x="4236230" y="1337654"/>
                </a:cubicBezTo>
                <a:cubicBezTo>
                  <a:pt x="4247391" y="1344493"/>
                  <a:pt x="4256392" y="1332975"/>
                  <a:pt x="4265753" y="1319657"/>
                </a:cubicBezTo>
                <a:cubicBezTo>
                  <a:pt x="4274754" y="1308138"/>
                  <a:pt x="4283755" y="1292300"/>
                  <a:pt x="4297437" y="1294460"/>
                </a:cubicBezTo>
                <a:lnTo>
                  <a:pt x="4302117" y="1299139"/>
                </a:lnTo>
                <a:cubicBezTo>
                  <a:pt x="4302117" y="1299139"/>
                  <a:pt x="4302117" y="1285461"/>
                  <a:pt x="4308958" y="1299139"/>
                </a:cubicBezTo>
                <a:cubicBezTo>
                  <a:pt x="4306437" y="1278622"/>
                  <a:pt x="4322639" y="1276463"/>
                  <a:pt x="4326959" y="1262785"/>
                </a:cubicBezTo>
                <a:cubicBezTo>
                  <a:pt x="4331640" y="1262785"/>
                  <a:pt x="4338481" y="1267104"/>
                  <a:pt x="4340641" y="1273943"/>
                </a:cubicBezTo>
                <a:cubicBezTo>
                  <a:pt x="4343161" y="1271783"/>
                  <a:pt x="4343161" y="1269624"/>
                  <a:pt x="4345321" y="1267104"/>
                </a:cubicBezTo>
                <a:cubicBezTo>
                  <a:pt x="4347482" y="1262785"/>
                  <a:pt x="4340641" y="1262785"/>
                  <a:pt x="4333800" y="1255946"/>
                </a:cubicBezTo>
                <a:cubicBezTo>
                  <a:pt x="4347482" y="1253426"/>
                  <a:pt x="4365844" y="1255946"/>
                  <a:pt x="4365844" y="1242268"/>
                </a:cubicBezTo>
                <a:cubicBezTo>
                  <a:pt x="4372685" y="1249107"/>
                  <a:pt x="4374845" y="1249107"/>
                  <a:pt x="4379525" y="1251266"/>
                </a:cubicBezTo>
                <a:cubicBezTo>
                  <a:pt x="4379525" y="1244427"/>
                  <a:pt x="4390686" y="1239748"/>
                  <a:pt x="4393207" y="1235429"/>
                </a:cubicBezTo>
                <a:cubicBezTo>
                  <a:pt x="4402207" y="1244427"/>
                  <a:pt x="4393207" y="1244427"/>
                  <a:pt x="4400047" y="1251266"/>
                </a:cubicBezTo>
                <a:cubicBezTo>
                  <a:pt x="4409049" y="1237588"/>
                  <a:pt x="4445412" y="1242268"/>
                  <a:pt x="4445412" y="1214912"/>
                </a:cubicBezTo>
                <a:cubicBezTo>
                  <a:pt x="4463414" y="1223910"/>
                  <a:pt x="4440731" y="1223910"/>
                  <a:pt x="4452253" y="1232909"/>
                </a:cubicBezTo>
                <a:cubicBezTo>
                  <a:pt x="4468095" y="1228590"/>
                  <a:pt x="4452253" y="1192235"/>
                  <a:pt x="4477095" y="1194395"/>
                </a:cubicBezTo>
                <a:cubicBezTo>
                  <a:pt x="4481776" y="1192235"/>
                  <a:pt x="4470255" y="1187556"/>
                  <a:pt x="4470255" y="1185396"/>
                </a:cubicBezTo>
                <a:cubicBezTo>
                  <a:pt x="4493297" y="1185396"/>
                  <a:pt x="4497617" y="1171718"/>
                  <a:pt x="4495457" y="1155880"/>
                </a:cubicBezTo>
                <a:cubicBezTo>
                  <a:pt x="4540822" y="1180717"/>
                  <a:pt x="4520300" y="1132844"/>
                  <a:pt x="4554503" y="1135363"/>
                </a:cubicBezTo>
                <a:lnTo>
                  <a:pt x="4558539" y="1119306"/>
                </a:lnTo>
                <a:lnTo>
                  <a:pt x="4554193" y="1117418"/>
                </a:lnTo>
                <a:cubicBezTo>
                  <a:pt x="4549067" y="1116874"/>
                  <a:pt x="4544480" y="1116330"/>
                  <a:pt x="4544480" y="1111794"/>
                </a:cubicBezTo>
                <a:cubicBezTo>
                  <a:pt x="4526134" y="1109254"/>
                  <a:pt x="4523976" y="1123043"/>
                  <a:pt x="4526134" y="1129937"/>
                </a:cubicBezTo>
                <a:cubicBezTo>
                  <a:pt x="4501313" y="1120865"/>
                  <a:pt x="4523976" y="1088571"/>
                  <a:pt x="4542322" y="1079500"/>
                </a:cubicBezTo>
                <a:cubicBezTo>
                  <a:pt x="4548797" y="1081677"/>
                  <a:pt x="4555632" y="1086394"/>
                  <a:pt x="4558150" y="1081677"/>
                </a:cubicBezTo>
                <a:cubicBezTo>
                  <a:pt x="4573978" y="1093288"/>
                  <a:pt x="4558150" y="1095465"/>
                  <a:pt x="4560309" y="1100183"/>
                </a:cubicBezTo>
                <a:cubicBezTo>
                  <a:pt x="4548797" y="1102360"/>
                  <a:pt x="4544480" y="1093288"/>
                  <a:pt x="4553474" y="1091111"/>
                </a:cubicBezTo>
                <a:cubicBezTo>
                  <a:pt x="4548797" y="1088571"/>
                  <a:pt x="4546639" y="1093288"/>
                  <a:pt x="4537646" y="1088571"/>
                </a:cubicBezTo>
                <a:cubicBezTo>
                  <a:pt x="4532969" y="1095465"/>
                  <a:pt x="4542322" y="1100183"/>
                  <a:pt x="4542322" y="1104900"/>
                </a:cubicBezTo>
                <a:cubicBezTo>
                  <a:pt x="4548977" y="1101453"/>
                  <a:pt x="4554643" y="1103720"/>
                  <a:pt x="4558915" y="1107984"/>
                </a:cubicBezTo>
                <a:lnTo>
                  <a:pt x="4562676" y="1114869"/>
                </a:lnTo>
                <a:lnTo>
                  <a:pt x="4577186" y="1105848"/>
                </a:lnTo>
                <a:cubicBezTo>
                  <a:pt x="4577186" y="1101168"/>
                  <a:pt x="4572865" y="1099009"/>
                  <a:pt x="4570705" y="1094329"/>
                </a:cubicBezTo>
                <a:cubicBezTo>
                  <a:pt x="4572865" y="1087490"/>
                  <a:pt x="4572865" y="1094329"/>
                  <a:pt x="4581867" y="1096489"/>
                </a:cubicBezTo>
                <a:cubicBezTo>
                  <a:pt x="4584027" y="1094329"/>
                  <a:pt x="4575026" y="1089650"/>
                  <a:pt x="4577186" y="1085331"/>
                </a:cubicBezTo>
                <a:cubicBezTo>
                  <a:pt x="4572865" y="1082811"/>
                  <a:pt x="4572865" y="1087490"/>
                  <a:pt x="4572865" y="1087490"/>
                </a:cubicBezTo>
                <a:cubicBezTo>
                  <a:pt x="4570525" y="1080651"/>
                  <a:pt x="4572775" y="1074982"/>
                  <a:pt x="4576196" y="1069583"/>
                </a:cubicBezTo>
                <a:lnTo>
                  <a:pt x="4581096" y="1061873"/>
                </a:lnTo>
                <a:lnTo>
                  <a:pt x="4565466" y="1060420"/>
                </a:lnTo>
                <a:cubicBezTo>
                  <a:pt x="4557233" y="1059559"/>
                  <a:pt x="4550969" y="1057837"/>
                  <a:pt x="4554370" y="1053124"/>
                </a:cubicBezTo>
                <a:cubicBezTo>
                  <a:pt x="4540767" y="1053124"/>
                  <a:pt x="4545421" y="1071612"/>
                  <a:pt x="4545421" y="1075962"/>
                </a:cubicBezTo>
                <a:cubicBezTo>
                  <a:pt x="4520363" y="1064725"/>
                  <a:pt x="4543273" y="1055662"/>
                  <a:pt x="4549716" y="1046237"/>
                </a:cubicBezTo>
                <a:cubicBezTo>
                  <a:pt x="4556518" y="1048774"/>
                  <a:pt x="4559023" y="1050949"/>
                  <a:pt x="4559023" y="1053124"/>
                </a:cubicBezTo>
                <a:cubicBezTo>
                  <a:pt x="4567972" y="1053124"/>
                  <a:pt x="4572626" y="1050949"/>
                  <a:pt x="4574774" y="1044062"/>
                </a:cubicBezTo>
                <a:cubicBezTo>
                  <a:pt x="4556518" y="1034999"/>
                  <a:pt x="4567972" y="1053124"/>
                  <a:pt x="4552222" y="1044062"/>
                </a:cubicBezTo>
                <a:cubicBezTo>
                  <a:pt x="4559023" y="1037174"/>
                  <a:pt x="4565825" y="1030287"/>
                  <a:pt x="4583723" y="1034999"/>
                </a:cubicBezTo>
                <a:cubicBezTo>
                  <a:pt x="4590703" y="1041796"/>
                  <a:pt x="4575937" y="1047370"/>
                  <a:pt x="4578538" y="1054625"/>
                </a:cubicBezTo>
                <a:lnTo>
                  <a:pt x="4583276" y="1058442"/>
                </a:lnTo>
                <a:lnTo>
                  <a:pt x="4586547" y="1053295"/>
                </a:lnTo>
                <a:lnTo>
                  <a:pt x="4587511" y="1061853"/>
                </a:lnTo>
                <a:lnTo>
                  <a:pt x="4588376" y="1062550"/>
                </a:lnTo>
                <a:lnTo>
                  <a:pt x="4587581" y="1062476"/>
                </a:lnTo>
                <a:lnTo>
                  <a:pt x="4588482" y="1070483"/>
                </a:lnTo>
                <a:cubicBezTo>
                  <a:pt x="4586457" y="1076152"/>
                  <a:pt x="4581867" y="1080651"/>
                  <a:pt x="4575026" y="1080651"/>
                </a:cubicBezTo>
                <a:cubicBezTo>
                  <a:pt x="4575026" y="1082811"/>
                  <a:pt x="4581867" y="1085331"/>
                  <a:pt x="4581867" y="1087490"/>
                </a:cubicBezTo>
                <a:cubicBezTo>
                  <a:pt x="4595548" y="1092170"/>
                  <a:pt x="4604549" y="1085331"/>
                  <a:pt x="4593388" y="1075972"/>
                </a:cubicBezTo>
                <a:cubicBezTo>
                  <a:pt x="4600229" y="1071653"/>
                  <a:pt x="4611389" y="1071653"/>
                  <a:pt x="4618231" y="1069133"/>
                </a:cubicBezTo>
                <a:cubicBezTo>
                  <a:pt x="4622911" y="1062654"/>
                  <a:pt x="4600229" y="1057975"/>
                  <a:pt x="4602389" y="1053295"/>
                </a:cubicBezTo>
                <a:cubicBezTo>
                  <a:pt x="4643433" y="1064814"/>
                  <a:pt x="4618231" y="1026299"/>
                  <a:pt x="4647753" y="1030618"/>
                </a:cubicBezTo>
                <a:cubicBezTo>
                  <a:pt x="4645593" y="1016940"/>
                  <a:pt x="4657115" y="1001103"/>
                  <a:pt x="4668275" y="987425"/>
                </a:cubicBezTo>
                <a:cubicBezTo>
                  <a:pt x="4677277" y="996423"/>
                  <a:pt x="4684117" y="996423"/>
                  <a:pt x="4688798" y="989584"/>
                </a:cubicBezTo>
                <a:cubicBezTo>
                  <a:pt x="4688798" y="1003262"/>
                  <a:pt x="4668275" y="994264"/>
                  <a:pt x="4681957" y="1010101"/>
                </a:cubicBezTo>
                <a:cubicBezTo>
                  <a:pt x="4690958" y="1010101"/>
                  <a:pt x="4700319" y="1012621"/>
                  <a:pt x="4700319" y="1005782"/>
                </a:cubicBezTo>
                <a:cubicBezTo>
                  <a:pt x="4688798" y="1010101"/>
                  <a:pt x="4690958" y="1003262"/>
                  <a:pt x="4695639" y="996423"/>
                </a:cubicBezTo>
                <a:cubicBezTo>
                  <a:pt x="4697799" y="998943"/>
                  <a:pt x="4704639" y="1003262"/>
                  <a:pt x="4711481" y="1005782"/>
                </a:cubicBezTo>
                <a:cubicBezTo>
                  <a:pt x="4704639" y="1019460"/>
                  <a:pt x="4695639" y="1046456"/>
                  <a:pt x="4711481" y="1066973"/>
                </a:cubicBezTo>
                <a:cubicBezTo>
                  <a:pt x="4716161" y="1060134"/>
                  <a:pt x="4720481" y="1051135"/>
                  <a:pt x="4723001" y="1046456"/>
                </a:cubicBezTo>
                <a:cubicBezTo>
                  <a:pt x="4716161" y="1044296"/>
                  <a:pt x="4711481" y="1044296"/>
                  <a:pt x="4709320" y="1048976"/>
                </a:cubicBezTo>
                <a:cubicBezTo>
                  <a:pt x="4702479" y="1046456"/>
                  <a:pt x="4711481" y="1042137"/>
                  <a:pt x="4709320" y="1039617"/>
                </a:cubicBezTo>
                <a:cubicBezTo>
                  <a:pt x="4718321" y="1048976"/>
                  <a:pt x="4720481" y="1039617"/>
                  <a:pt x="4732003" y="1042137"/>
                </a:cubicBezTo>
                <a:cubicBezTo>
                  <a:pt x="4732003" y="1042137"/>
                  <a:pt x="4732003" y="1042137"/>
                  <a:pt x="4729842" y="1053295"/>
                </a:cubicBezTo>
                <a:lnTo>
                  <a:pt x="4737887" y="1053625"/>
                </a:lnTo>
                <a:lnTo>
                  <a:pt x="4744856" y="1036845"/>
                </a:lnTo>
                <a:cubicBezTo>
                  <a:pt x="4746549" y="1029764"/>
                  <a:pt x="4746549" y="1023540"/>
                  <a:pt x="4744232" y="1019030"/>
                </a:cubicBezTo>
                <a:cubicBezTo>
                  <a:pt x="4757775" y="1014340"/>
                  <a:pt x="4757775" y="1009650"/>
                  <a:pt x="4769179" y="1009650"/>
                </a:cubicBezTo>
                <a:cubicBezTo>
                  <a:pt x="4755636" y="1012175"/>
                  <a:pt x="4775594" y="1034905"/>
                  <a:pt x="4751004" y="1032380"/>
                </a:cubicBezTo>
                <a:lnTo>
                  <a:pt x="4750899" y="1035591"/>
                </a:lnTo>
                <a:lnTo>
                  <a:pt x="4755175" y="1037941"/>
                </a:lnTo>
                <a:cubicBezTo>
                  <a:pt x="4755281" y="1038695"/>
                  <a:pt x="4754212" y="1039392"/>
                  <a:pt x="4752930" y="1040247"/>
                </a:cubicBezTo>
                <a:lnTo>
                  <a:pt x="4750474" y="1048606"/>
                </a:lnTo>
                <a:lnTo>
                  <a:pt x="4750462" y="1048978"/>
                </a:lnTo>
                <a:lnTo>
                  <a:pt x="4761824" y="1049268"/>
                </a:lnTo>
                <a:cubicBezTo>
                  <a:pt x="4768591" y="1047041"/>
                  <a:pt x="4763866" y="1038537"/>
                  <a:pt x="4770887" y="1035298"/>
                </a:cubicBezTo>
                <a:cubicBezTo>
                  <a:pt x="4791049" y="1046456"/>
                  <a:pt x="4773047" y="1057975"/>
                  <a:pt x="4773047" y="1066973"/>
                </a:cubicBezTo>
                <a:cubicBezTo>
                  <a:pt x="4773047" y="1073812"/>
                  <a:pt x="4784208" y="1075972"/>
                  <a:pt x="4770887" y="1080651"/>
                </a:cubicBezTo>
                <a:cubicBezTo>
                  <a:pt x="4777367" y="1085331"/>
                  <a:pt x="4782048" y="1099009"/>
                  <a:pt x="4782048" y="1110167"/>
                </a:cubicBezTo>
                <a:cubicBezTo>
                  <a:pt x="4777367" y="1108007"/>
                  <a:pt x="4777367" y="1105848"/>
                  <a:pt x="4773047" y="1103328"/>
                </a:cubicBezTo>
                <a:cubicBezTo>
                  <a:pt x="4769626" y="1109087"/>
                  <a:pt x="4771877" y="1114846"/>
                  <a:pt x="4776962" y="1120291"/>
                </a:cubicBezTo>
                <a:lnTo>
                  <a:pt x="4785899" y="1126727"/>
                </a:lnTo>
                <a:lnTo>
                  <a:pt x="4788468" y="1120865"/>
                </a:lnTo>
                <a:cubicBezTo>
                  <a:pt x="4792732" y="1115423"/>
                  <a:pt x="4800170" y="1109163"/>
                  <a:pt x="4802529" y="1108075"/>
                </a:cubicBezTo>
                <a:cubicBezTo>
                  <a:pt x="4823212" y="1119686"/>
                  <a:pt x="4786564" y="1121863"/>
                  <a:pt x="4793458" y="1128758"/>
                </a:cubicBezTo>
                <a:lnTo>
                  <a:pt x="4787609" y="1127959"/>
                </a:lnTo>
                <a:lnTo>
                  <a:pt x="4797889" y="1135363"/>
                </a:lnTo>
                <a:cubicBezTo>
                  <a:pt x="4804730" y="1135363"/>
                  <a:pt x="4795729" y="1128524"/>
                  <a:pt x="4804730" y="1126365"/>
                </a:cubicBezTo>
                <a:cubicBezTo>
                  <a:pt x="4802570" y="1142202"/>
                  <a:pt x="4816251" y="1135363"/>
                  <a:pt x="4827773" y="1151201"/>
                </a:cubicBezTo>
                <a:cubicBezTo>
                  <a:pt x="4823092" y="1164879"/>
                  <a:pt x="4809411" y="1180717"/>
                  <a:pt x="4829933" y="1185396"/>
                </a:cubicBezTo>
                <a:cubicBezTo>
                  <a:pt x="4827773" y="1205913"/>
                  <a:pt x="4814091" y="1214912"/>
                  <a:pt x="4827773" y="1230749"/>
                </a:cubicBezTo>
                <a:cubicBezTo>
                  <a:pt x="4800409" y="1235429"/>
                  <a:pt x="4814091" y="1260265"/>
                  <a:pt x="4816251" y="1276463"/>
                </a:cubicBezTo>
                <a:lnTo>
                  <a:pt x="4821104" y="1273483"/>
                </a:lnTo>
                <a:lnTo>
                  <a:pt x="4820420" y="1271903"/>
                </a:lnTo>
                <a:cubicBezTo>
                  <a:pt x="4820889" y="1268172"/>
                  <a:pt x="4823326" y="1264868"/>
                  <a:pt x="4827713" y="1264030"/>
                </a:cubicBezTo>
                <a:lnTo>
                  <a:pt x="4831952" y="1264855"/>
                </a:lnTo>
                <a:lnTo>
                  <a:pt x="4836773" y="1253426"/>
                </a:lnTo>
                <a:cubicBezTo>
                  <a:pt x="4847935" y="1258105"/>
                  <a:pt x="4847935" y="1271783"/>
                  <a:pt x="4841094" y="1271783"/>
                </a:cubicBezTo>
                <a:cubicBezTo>
                  <a:pt x="4841094" y="1276463"/>
                  <a:pt x="4847935" y="1280782"/>
                  <a:pt x="4854775" y="1285461"/>
                </a:cubicBezTo>
                <a:cubicBezTo>
                  <a:pt x="4870977" y="1278622"/>
                  <a:pt x="4854775" y="1255946"/>
                  <a:pt x="4875297" y="1255946"/>
                </a:cubicBezTo>
                <a:cubicBezTo>
                  <a:pt x="4875297" y="1267104"/>
                  <a:pt x="4875297" y="1294460"/>
                  <a:pt x="4866297" y="1312818"/>
                </a:cubicBezTo>
                <a:cubicBezTo>
                  <a:pt x="4864137" y="1321816"/>
                  <a:pt x="4836773" y="1339814"/>
                  <a:pt x="4857295" y="1339814"/>
                </a:cubicBezTo>
                <a:cubicBezTo>
                  <a:pt x="4861616" y="1351332"/>
                  <a:pt x="4823092" y="1358171"/>
                  <a:pt x="4854775" y="1376528"/>
                </a:cubicBezTo>
                <a:cubicBezTo>
                  <a:pt x="4834613" y="1417202"/>
                  <a:pt x="4820932" y="1453917"/>
                  <a:pt x="4795729" y="1501430"/>
                </a:cubicBezTo>
                <a:cubicBezTo>
                  <a:pt x="4802570" y="1506109"/>
                  <a:pt x="4802570" y="1494591"/>
                  <a:pt x="4807251" y="1492431"/>
                </a:cubicBezTo>
                <a:cubicBezTo>
                  <a:pt x="4811571" y="1503590"/>
                  <a:pt x="4811571" y="1490272"/>
                  <a:pt x="4820932" y="1499270"/>
                </a:cubicBezTo>
                <a:cubicBezTo>
                  <a:pt x="4811571" y="1501430"/>
                  <a:pt x="4804730" y="1506109"/>
                  <a:pt x="4793569" y="1506109"/>
                </a:cubicBezTo>
                <a:cubicBezTo>
                  <a:pt x="4795729" y="1533465"/>
                  <a:pt x="4750365" y="1542464"/>
                  <a:pt x="4766206" y="1571980"/>
                </a:cubicBezTo>
                <a:cubicBezTo>
                  <a:pt x="4754685" y="1576659"/>
                  <a:pt x="4750365" y="1578819"/>
                  <a:pt x="4761525" y="1587818"/>
                </a:cubicBezTo>
                <a:cubicBezTo>
                  <a:pt x="4741003" y="1592497"/>
                  <a:pt x="4750365" y="1617333"/>
                  <a:pt x="4734523" y="1624172"/>
                </a:cubicBezTo>
                <a:cubicBezTo>
                  <a:pt x="4761525" y="1647209"/>
                  <a:pt x="4766206" y="1606175"/>
                  <a:pt x="4784208" y="1601496"/>
                </a:cubicBezTo>
                <a:cubicBezTo>
                  <a:pt x="4780967" y="1620393"/>
                  <a:pt x="4760918" y="1635241"/>
                  <a:pt x="4749121" y="1653935"/>
                </a:cubicBezTo>
                <a:lnTo>
                  <a:pt x="4744285" y="1666011"/>
                </a:lnTo>
                <a:lnTo>
                  <a:pt x="4748827" y="1670769"/>
                </a:lnTo>
                <a:cubicBezTo>
                  <a:pt x="4750703" y="1679393"/>
                  <a:pt x="4736106" y="1687149"/>
                  <a:pt x="4729285" y="1687149"/>
                </a:cubicBezTo>
                <a:lnTo>
                  <a:pt x="4731410" y="1680267"/>
                </a:lnTo>
                <a:lnTo>
                  <a:pt x="4709320" y="1694227"/>
                </a:lnTo>
                <a:cubicBezTo>
                  <a:pt x="4698519" y="1702821"/>
                  <a:pt x="4688798" y="1712000"/>
                  <a:pt x="4684117" y="1717759"/>
                </a:cubicBezTo>
                <a:cubicBezTo>
                  <a:pt x="4693479" y="1726757"/>
                  <a:pt x="4702479" y="1726757"/>
                  <a:pt x="4711481" y="1717759"/>
                </a:cubicBezTo>
                <a:cubicBezTo>
                  <a:pt x="4716161" y="1724238"/>
                  <a:pt x="4702479" y="1726757"/>
                  <a:pt x="4702479" y="1731077"/>
                </a:cubicBezTo>
                <a:lnTo>
                  <a:pt x="4696137" y="1728970"/>
                </a:lnTo>
                <a:lnTo>
                  <a:pt x="4684673" y="1744540"/>
                </a:lnTo>
                <a:cubicBezTo>
                  <a:pt x="4682167" y="1749978"/>
                  <a:pt x="4679393" y="1755144"/>
                  <a:pt x="4671518" y="1758587"/>
                </a:cubicBezTo>
                <a:lnTo>
                  <a:pt x="4666572" y="1747872"/>
                </a:lnTo>
                <a:lnTo>
                  <a:pt x="4659185" y="1753124"/>
                </a:lnTo>
                <a:cubicBezTo>
                  <a:pt x="4649554" y="1758523"/>
                  <a:pt x="4638752" y="1764192"/>
                  <a:pt x="4634072" y="1778950"/>
                </a:cubicBezTo>
                <a:cubicBezTo>
                  <a:pt x="4634072" y="1778950"/>
                  <a:pt x="4634072" y="1778950"/>
                  <a:pt x="4629751" y="1772111"/>
                </a:cubicBezTo>
                <a:cubicBezTo>
                  <a:pt x="4602389" y="1792628"/>
                  <a:pt x="4575026" y="1806306"/>
                  <a:pt x="4547663" y="1819984"/>
                </a:cubicBezTo>
                <a:cubicBezTo>
                  <a:pt x="4522821" y="1835822"/>
                  <a:pt x="4495457" y="1847340"/>
                  <a:pt x="4468095" y="1860658"/>
                </a:cubicBezTo>
                <a:cubicBezTo>
                  <a:pt x="4433891" y="1881175"/>
                  <a:pt x="4388526" y="1915370"/>
                  <a:pt x="4340641" y="1920049"/>
                </a:cubicBezTo>
                <a:cubicBezTo>
                  <a:pt x="4336321" y="1931208"/>
                  <a:pt x="4352162" y="1935887"/>
                  <a:pt x="4356483" y="1933727"/>
                </a:cubicBezTo>
                <a:cubicBezTo>
                  <a:pt x="4349642" y="1940566"/>
                  <a:pt x="4329480" y="1951725"/>
                  <a:pt x="4317959" y="1954244"/>
                </a:cubicBezTo>
                <a:cubicBezTo>
                  <a:pt x="4311118" y="1940566"/>
                  <a:pt x="4324799" y="1954244"/>
                  <a:pt x="4322639" y="1944886"/>
                </a:cubicBezTo>
                <a:cubicBezTo>
                  <a:pt x="4320119" y="1935887"/>
                  <a:pt x="4313278" y="1947405"/>
                  <a:pt x="4308958" y="1947405"/>
                </a:cubicBezTo>
                <a:cubicBezTo>
                  <a:pt x="4304277" y="1949565"/>
                  <a:pt x="4311118" y="1951725"/>
                  <a:pt x="4311118" y="1956404"/>
                </a:cubicBezTo>
                <a:cubicBezTo>
                  <a:pt x="4256392" y="1979081"/>
                  <a:pt x="4213187" y="1985920"/>
                  <a:pt x="4160982" y="2008596"/>
                </a:cubicBezTo>
                <a:cubicBezTo>
                  <a:pt x="4176824" y="2033793"/>
                  <a:pt x="4213187" y="1981600"/>
                  <a:pt x="4224709" y="2011116"/>
                </a:cubicBezTo>
                <a:cubicBezTo>
                  <a:pt x="4206347" y="2001757"/>
                  <a:pt x="4202026" y="2024434"/>
                  <a:pt x="4188345" y="2022274"/>
                </a:cubicBezTo>
                <a:cubicBezTo>
                  <a:pt x="4197346" y="2040632"/>
                  <a:pt x="4213187" y="2017955"/>
                  <a:pt x="4215708" y="2013276"/>
                </a:cubicBezTo>
                <a:cubicBezTo>
                  <a:pt x="4215708" y="2013276"/>
                  <a:pt x="4215708" y="2013276"/>
                  <a:pt x="4220028" y="2024434"/>
                </a:cubicBezTo>
                <a:cubicBezTo>
                  <a:pt x="4220028" y="2013276"/>
                  <a:pt x="4224709" y="2015435"/>
                  <a:pt x="4233710" y="2015435"/>
                </a:cubicBezTo>
                <a:cubicBezTo>
                  <a:pt x="4229389" y="2008596"/>
                  <a:pt x="4231549" y="2008596"/>
                  <a:pt x="4231549" y="1992759"/>
                </a:cubicBezTo>
                <a:cubicBezTo>
                  <a:pt x="4243071" y="1999598"/>
                  <a:pt x="4252072" y="1983760"/>
                  <a:pt x="4256392" y="1999598"/>
                </a:cubicBezTo>
                <a:cubicBezTo>
                  <a:pt x="4270073" y="2001757"/>
                  <a:pt x="4261073" y="1985920"/>
                  <a:pt x="4272594" y="1985920"/>
                </a:cubicBezTo>
                <a:cubicBezTo>
                  <a:pt x="4279435" y="1994918"/>
                  <a:pt x="4270073" y="1994918"/>
                  <a:pt x="4272594" y="2001757"/>
                </a:cubicBezTo>
                <a:cubicBezTo>
                  <a:pt x="4281595" y="2001757"/>
                  <a:pt x="4276914" y="1994918"/>
                  <a:pt x="4283755" y="1992759"/>
                </a:cubicBezTo>
                <a:cubicBezTo>
                  <a:pt x="4281595" y="1988079"/>
                  <a:pt x="4274754" y="1992759"/>
                  <a:pt x="4274754" y="1981600"/>
                </a:cubicBezTo>
                <a:cubicBezTo>
                  <a:pt x="4285915" y="1979081"/>
                  <a:pt x="4304277" y="1981600"/>
                  <a:pt x="4313278" y="1967922"/>
                </a:cubicBezTo>
                <a:cubicBezTo>
                  <a:pt x="4313278" y="1976921"/>
                  <a:pt x="4315799" y="1972242"/>
                  <a:pt x="4320119" y="1983760"/>
                </a:cubicBezTo>
                <a:cubicBezTo>
                  <a:pt x="4324799" y="1983760"/>
                  <a:pt x="4324799" y="1980881"/>
                  <a:pt x="4324799" y="1977731"/>
                </a:cubicBezTo>
                <a:lnTo>
                  <a:pt x="4325405" y="1976741"/>
                </a:lnTo>
                <a:lnTo>
                  <a:pt x="4377410" y="1961308"/>
                </a:lnTo>
                <a:cubicBezTo>
                  <a:pt x="4393657" y="1954784"/>
                  <a:pt x="4409049" y="1947405"/>
                  <a:pt x="4424890" y="1940566"/>
                </a:cubicBezTo>
                <a:cubicBezTo>
                  <a:pt x="4456573" y="1926888"/>
                  <a:pt x="4483936" y="1908531"/>
                  <a:pt x="4515979" y="1894853"/>
                </a:cubicBezTo>
                <a:cubicBezTo>
                  <a:pt x="4520300" y="1890534"/>
                  <a:pt x="4511299" y="1892693"/>
                  <a:pt x="4513459" y="1883695"/>
                </a:cubicBezTo>
                <a:cubicBezTo>
                  <a:pt x="4524981" y="1876856"/>
                  <a:pt x="4531821" y="1860658"/>
                  <a:pt x="4545503" y="1876856"/>
                </a:cubicBezTo>
                <a:cubicBezTo>
                  <a:pt x="4554503" y="1865337"/>
                  <a:pt x="4570705" y="1867497"/>
                  <a:pt x="4568185" y="1847340"/>
                </a:cubicBezTo>
                <a:cubicBezTo>
                  <a:pt x="4579707" y="1856339"/>
                  <a:pt x="4579707" y="1835822"/>
                  <a:pt x="4588707" y="1847340"/>
                </a:cubicBezTo>
                <a:cubicBezTo>
                  <a:pt x="4593388" y="1842661"/>
                  <a:pt x="4588707" y="1835822"/>
                  <a:pt x="4586547" y="1828983"/>
                </a:cubicBezTo>
                <a:cubicBezTo>
                  <a:pt x="4595548" y="1828983"/>
                  <a:pt x="4631912" y="1824303"/>
                  <a:pt x="4622911" y="1808466"/>
                </a:cubicBezTo>
                <a:cubicBezTo>
                  <a:pt x="4645593" y="1815305"/>
                  <a:pt x="4650274" y="1790468"/>
                  <a:pt x="4663955" y="1799467"/>
                </a:cubicBezTo>
                <a:cubicBezTo>
                  <a:pt x="4666115" y="1792628"/>
                  <a:pt x="4672956" y="1787949"/>
                  <a:pt x="4661435" y="1776790"/>
                </a:cubicBezTo>
                <a:cubicBezTo>
                  <a:pt x="4663955" y="1776790"/>
                  <a:pt x="4666115" y="1781110"/>
                  <a:pt x="4670796" y="1785789"/>
                </a:cubicBezTo>
                <a:cubicBezTo>
                  <a:pt x="4684117" y="1763112"/>
                  <a:pt x="4707160" y="1744755"/>
                  <a:pt x="4729842" y="1728917"/>
                </a:cubicBezTo>
                <a:cubicBezTo>
                  <a:pt x="4743523" y="1719918"/>
                  <a:pt x="4754685" y="1710920"/>
                  <a:pt x="4766206" y="1701561"/>
                </a:cubicBezTo>
                <a:lnTo>
                  <a:pt x="4768118" y="1698929"/>
                </a:lnTo>
                <a:lnTo>
                  <a:pt x="4766408" y="1696857"/>
                </a:lnTo>
                <a:cubicBezTo>
                  <a:pt x="4762216" y="1693790"/>
                  <a:pt x="4759986" y="1690460"/>
                  <a:pt x="4767835" y="1682750"/>
                </a:cubicBezTo>
                <a:lnTo>
                  <a:pt x="4774711" y="1689855"/>
                </a:lnTo>
                <a:lnTo>
                  <a:pt x="4791049" y="1667366"/>
                </a:lnTo>
                <a:cubicBezTo>
                  <a:pt x="4800409" y="1683564"/>
                  <a:pt x="4800409" y="1658367"/>
                  <a:pt x="4809411" y="1667366"/>
                </a:cubicBezTo>
                <a:cubicBezTo>
                  <a:pt x="4861616" y="1585658"/>
                  <a:pt x="4923183" y="1517268"/>
                  <a:pt x="4971068" y="1439879"/>
                </a:cubicBezTo>
                <a:cubicBezTo>
                  <a:pt x="4948025" y="1492431"/>
                  <a:pt x="4916342" y="1547143"/>
                  <a:pt x="4877458" y="1596816"/>
                </a:cubicBezTo>
                <a:cubicBezTo>
                  <a:pt x="4859276" y="1620753"/>
                  <a:pt x="4838844" y="1643519"/>
                  <a:pt x="4817826" y="1664036"/>
                </a:cubicBezTo>
                <a:lnTo>
                  <a:pt x="4777761" y="1698125"/>
                </a:lnTo>
                <a:lnTo>
                  <a:pt x="4776753" y="1709386"/>
                </a:lnTo>
                <a:lnTo>
                  <a:pt x="4771708" y="1703276"/>
                </a:lnTo>
                <a:lnTo>
                  <a:pt x="4762374" y="1711217"/>
                </a:lnTo>
                <a:lnTo>
                  <a:pt x="4763233" y="1720481"/>
                </a:lnTo>
                <a:cubicBezTo>
                  <a:pt x="4764330" y="1724951"/>
                  <a:pt x="4765638" y="1728506"/>
                  <a:pt x="4765933" y="1730502"/>
                </a:cubicBezTo>
                <a:lnTo>
                  <a:pt x="4762947" y="1731094"/>
                </a:lnTo>
                <a:lnTo>
                  <a:pt x="4766206" y="1737916"/>
                </a:lnTo>
                <a:cubicBezTo>
                  <a:pt x="4754685" y="1733596"/>
                  <a:pt x="4745684" y="1737916"/>
                  <a:pt x="4743523" y="1744755"/>
                </a:cubicBezTo>
                <a:cubicBezTo>
                  <a:pt x="4734523" y="1737916"/>
                  <a:pt x="4725161" y="1747274"/>
                  <a:pt x="4718321" y="1758433"/>
                </a:cubicBezTo>
                <a:cubicBezTo>
                  <a:pt x="4720481" y="1763112"/>
                  <a:pt x="4725161" y="1767431"/>
                  <a:pt x="4727322" y="1765272"/>
                </a:cubicBezTo>
                <a:cubicBezTo>
                  <a:pt x="4718321" y="1765272"/>
                  <a:pt x="4709320" y="1769951"/>
                  <a:pt x="4704639" y="1778950"/>
                </a:cubicBezTo>
                <a:cubicBezTo>
                  <a:pt x="4697799" y="1785789"/>
                  <a:pt x="4693479" y="1794788"/>
                  <a:pt x="4690958" y="1806306"/>
                </a:cubicBezTo>
                <a:cubicBezTo>
                  <a:pt x="4690958" y="1806306"/>
                  <a:pt x="4690958" y="1806306"/>
                  <a:pt x="4684117" y="1797307"/>
                </a:cubicBezTo>
                <a:cubicBezTo>
                  <a:pt x="4672956" y="1817824"/>
                  <a:pt x="4650274" y="1837981"/>
                  <a:pt x="4622911" y="1837981"/>
                </a:cubicBezTo>
                <a:cubicBezTo>
                  <a:pt x="4634072" y="1851659"/>
                  <a:pt x="4634072" y="1842661"/>
                  <a:pt x="4643433" y="1856339"/>
                </a:cubicBezTo>
                <a:cubicBezTo>
                  <a:pt x="4634072" y="1854179"/>
                  <a:pt x="4627231" y="1847340"/>
                  <a:pt x="4618231" y="1844820"/>
                </a:cubicBezTo>
                <a:cubicBezTo>
                  <a:pt x="4600229" y="1858498"/>
                  <a:pt x="4581867" y="1874336"/>
                  <a:pt x="4563865" y="1888014"/>
                </a:cubicBezTo>
                <a:cubicBezTo>
                  <a:pt x="4545503" y="1899532"/>
                  <a:pt x="4522821" y="1908531"/>
                  <a:pt x="4495457" y="1913210"/>
                </a:cubicBezTo>
                <a:cubicBezTo>
                  <a:pt x="4497617" y="1920049"/>
                  <a:pt x="4502298" y="1917890"/>
                  <a:pt x="4506979" y="1915370"/>
                </a:cubicBezTo>
                <a:cubicBezTo>
                  <a:pt x="4481776" y="1926888"/>
                  <a:pt x="4456573" y="1940566"/>
                  <a:pt x="4429571" y="1954244"/>
                </a:cubicBezTo>
                <a:cubicBezTo>
                  <a:pt x="4404368" y="1970082"/>
                  <a:pt x="4379525" y="1988079"/>
                  <a:pt x="4349642" y="2001757"/>
                </a:cubicBezTo>
                <a:cubicBezTo>
                  <a:pt x="4322639" y="2015435"/>
                  <a:pt x="4295276" y="2033793"/>
                  <a:pt x="4267913" y="2044951"/>
                </a:cubicBezTo>
                <a:cubicBezTo>
                  <a:pt x="4238390" y="2056470"/>
                  <a:pt x="4208867" y="2067988"/>
                  <a:pt x="4181504" y="2074827"/>
                </a:cubicBezTo>
                <a:cubicBezTo>
                  <a:pt x="4174663" y="2074827"/>
                  <a:pt x="4174663" y="2079146"/>
                  <a:pt x="4176824" y="2088145"/>
                </a:cubicBezTo>
                <a:cubicBezTo>
                  <a:pt x="4124618" y="2079146"/>
                  <a:pt x="4069892" y="2113341"/>
                  <a:pt x="4031368" y="2136018"/>
                </a:cubicBezTo>
                <a:cubicBezTo>
                  <a:pt x="4031368" y="2136018"/>
                  <a:pt x="4031368" y="2136018"/>
                  <a:pt x="4031053" y="2134038"/>
                </a:cubicBezTo>
                <a:lnTo>
                  <a:pt x="4029177" y="2122249"/>
                </a:lnTo>
                <a:lnTo>
                  <a:pt x="4028391" y="2123711"/>
                </a:lnTo>
                <a:lnTo>
                  <a:pt x="4026927" y="2121351"/>
                </a:lnTo>
                <a:lnTo>
                  <a:pt x="3998875" y="2138448"/>
                </a:lnTo>
                <a:cubicBezTo>
                  <a:pt x="3988074" y="2143577"/>
                  <a:pt x="3976643" y="2147536"/>
                  <a:pt x="3965121" y="2149696"/>
                </a:cubicBezTo>
                <a:lnTo>
                  <a:pt x="3953971" y="2151539"/>
                </a:lnTo>
                <a:lnTo>
                  <a:pt x="3957655" y="2152844"/>
                </a:lnTo>
                <a:cubicBezTo>
                  <a:pt x="3962954" y="2153024"/>
                  <a:pt x="3968286" y="2151967"/>
                  <a:pt x="3973552" y="2150977"/>
                </a:cubicBezTo>
                <a:lnTo>
                  <a:pt x="3977365" y="2150616"/>
                </a:lnTo>
                <a:lnTo>
                  <a:pt x="3978842" y="2148962"/>
                </a:lnTo>
                <a:lnTo>
                  <a:pt x="3978092" y="2150548"/>
                </a:lnTo>
                <a:lnTo>
                  <a:pt x="3989043" y="2149514"/>
                </a:lnTo>
                <a:cubicBezTo>
                  <a:pt x="3994072" y="2149964"/>
                  <a:pt x="3998932" y="2151787"/>
                  <a:pt x="4003522" y="2156287"/>
                </a:cubicBezTo>
                <a:cubicBezTo>
                  <a:pt x="4048882" y="2133605"/>
                  <a:pt x="4094602" y="2158447"/>
                  <a:pt x="4135283" y="2135765"/>
                </a:cubicBezTo>
                <a:cubicBezTo>
                  <a:pt x="4135283" y="2135765"/>
                  <a:pt x="4135283" y="2135765"/>
                  <a:pt x="4142123" y="2147286"/>
                </a:cubicBezTo>
                <a:cubicBezTo>
                  <a:pt x="4159223" y="2138106"/>
                  <a:pt x="4177493" y="2138106"/>
                  <a:pt x="4194593" y="2137521"/>
                </a:cubicBezTo>
                <a:lnTo>
                  <a:pt x="4215963" y="2135306"/>
                </a:lnTo>
                <a:lnTo>
                  <a:pt x="4216723" y="2132623"/>
                </a:lnTo>
                <a:lnTo>
                  <a:pt x="4226729" y="2131063"/>
                </a:lnTo>
                <a:lnTo>
                  <a:pt x="4240043" y="2124245"/>
                </a:lnTo>
                <a:cubicBezTo>
                  <a:pt x="4253723" y="2142606"/>
                  <a:pt x="4262723" y="2113084"/>
                  <a:pt x="4272083" y="2133605"/>
                </a:cubicBezTo>
                <a:cubicBezTo>
                  <a:pt x="4272083" y="2133605"/>
                  <a:pt x="4272083" y="2133605"/>
                  <a:pt x="4276403" y="2119924"/>
                </a:cubicBezTo>
                <a:cubicBezTo>
                  <a:pt x="4287924" y="2133605"/>
                  <a:pt x="4294764" y="2119924"/>
                  <a:pt x="4308444" y="2117764"/>
                </a:cubicBezTo>
                <a:cubicBezTo>
                  <a:pt x="4319604" y="2117764"/>
                  <a:pt x="4333284" y="2117764"/>
                  <a:pt x="4346964" y="2115244"/>
                </a:cubicBezTo>
                <a:cubicBezTo>
                  <a:pt x="4358484" y="2115244"/>
                  <a:pt x="4369644" y="2113084"/>
                  <a:pt x="4369644" y="2104083"/>
                </a:cubicBezTo>
                <a:cubicBezTo>
                  <a:pt x="4383325" y="2104083"/>
                  <a:pt x="4394845" y="2099403"/>
                  <a:pt x="4406365" y="2097243"/>
                </a:cubicBezTo>
                <a:cubicBezTo>
                  <a:pt x="4406365" y="2097243"/>
                  <a:pt x="4406365" y="2097243"/>
                  <a:pt x="4440205" y="2085722"/>
                </a:cubicBezTo>
                <a:cubicBezTo>
                  <a:pt x="4451725" y="2081402"/>
                  <a:pt x="4460725" y="2076721"/>
                  <a:pt x="4472245" y="2074561"/>
                </a:cubicBezTo>
                <a:cubicBezTo>
                  <a:pt x="4483405" y="2069881"/>
                  <a:pt x="4494925" y="2069881"/>
                  <a:pt x="4506445" y="2067721"/>
                </a:cubicBezTo>
                <a:cubicBezTo>
                  <a:pt x="4506445" y="2063040"/>
                  <a:pt x="4503925" y="2060880"/>
                  <a:pt x="4503925" y="2058360"/>
                </a:cubicBezTo>
                <a:cubicBezTo>
                  <a:pt x="4515445" y="2056200"/>
                  <a:pt x="4529125" y="2056200"/>
                  <a:pt x="4542806" y="2051520"/>
                </a:cubicBezTo>
                <a:cubicBezTo>
                  <a:pt x="4553966" y="2047199"/>
                  <a:pt x="4563326" y="2040359"/>
                  <a:pt x="4570166" y="2028838"/>
                </a:cubicBezTo>
                <a:cubicBezTo>
                  <a:pt x="4570166" y="2028838"/>
                  <a:pt x="4570166" y="2028838"/>
                  <a:pt x="4586006" y="2040359"/>
                </a:cubicBezTo>
                <a:cubicBezTo>
                  <a:pt x="4588166" y="2024158"/>
                  <a:pt x="4599686" y="2024158"/>
                  <a:pt x="4608686" y="2026678"/>
                </a:cubicBezTo>
                <a:cubicBezTo>
                  <a:pt x="4606526" y="2021998"/>
                  <a:pt x="4604006" y="2019837"/>
                  <a:pt x="4601846" y="2017677"/>
                </a:cubicBezTo>
                <a:cubicBezTo>
                  <a:pt x="4604006" y="2012997"/>
                  <a:pt x="4622366" y="2024158"/>
                  <a:pt x="4622366" y="2017677"/>
                </a:cubicBezTo>
                <a:cubicBezTo>
                  <a:pt x="4629206" y="2008317"/>
                  <a:pt x="4636047" y="1999316"/>
                  <a:pt x="4647207" y="1992476"/>
                </a:cubicBezTo>
                <a:cubicBezTo>
                  <a:pt x="4658727" y="1987795"/>
                  <a:pt x="4670247" y="1983475"/>
                  <a:pt x="4683567" y="1978795"/>
                </a:cubicBezTo>
                <a:cubicBezTo>
                  <a:pt x="4679247" y="1983475"/>
                  <a:pt x="4676727" y="1976634"/>
                  <a:pt x="4672407" y="1969794"/>
                </a:cubicBezTo>
                <a:cubicBezTo>
                  <a:pt x="4688247" y="1967634"/>
                  <a:pt x="4701927" y="1960793"/>
                  <a:pt x="4713087" y="1949273"/>
                </a:cubicBezTo>
                <a:cubicBezTo>
                  <a:pt x="4724607" y="1940272"/>
                  <a:pt x="4733967" y="1928751"/>
                  <a:pt x="4745127" y="1917590"/>
                </a:cubicBezTo>
                <a:cubicBezTo>
                  <a:pt x="4751967" y="1917590"/>
                  <a:pt x="4754127" y="1921911"/>
                  <a:pt x="4760967" y="1921911"/>
                </a:cubicBezTo>
                <a:cubicBezTo>
                  <a:pt x="4751967" y="1908230"/>
                  <a:pt x="4765647" y="1910750"/>
                  <a:pt x="4756647" y="1899229"/>
                </a:cubicBezTo>
                <a:cubicBezTo>
                  <a:pt x="4779327" y="1903909"/>
                  <a:pt x="4772487" y="1887708"/>
                  <a:pt x="4790487" y="1887708"/>
                </a:cubicBezTo>
                <a:cubicBezTo>
                  <a:pt x="4783647" y="1869707"/>
                  <a:pt x="4813528" y="1858186"/>
                  <a:pt x="4822528" y="1842345"/>
                </a:cubicBezTo>
                <a:cubicBezTo>
                  <a:pt x="4845208" y="1851346"/>
                  <a:pt x="4834048" y="1814983"/>
                  <a:pt x="4856728" y="1812823"/>
                </a:cubicBezTo>
                <a:cubicBezTo>
                  <a:pt x="4854208" y="1805983"/>
                  <a:pt x="4847368" y="1808143"/>
                  <a:pt x="4843048" y="1803823"/>
                </a:cubicBezTo>
                <a:cubicBezTo>
                  <a:pt x="4847368" y="1801302"/>
                  <a:pt x="4865728" y="1803823"/>
                  <a:pt x="4854208" y="1790142"/>
                </a:cubicBezTo>
                <a:cubicBezTo>
                  <a:pt x="4874728" y="1780781"/>
                  <a:pt x="4881568" y="1762780"/>
                  <a:pt x="4888408" y="1749099"/>
                </a:cubicBezTo>
                <a:cubicBezTo>
                  <a:pt x="4899929" y="1744418"/>
                  <a:pt x="4899929" y="1760260"/>
                  <a:pt x="4911089" y="1755939"/>
                </a:cubicBezTo>
                <a:cubicBezTo>
                  <a:pt x="4906769" y="1735418"/>
                  <a:pt x="4904249" y="1719577"/>
                  <a:pt x="4915769" y="1699055"/>
                </a:cubicBezTo>
                <a:cubicBezTo>
                  <a:pt x="4927289" y="1703736"/>
                  <a:pt x="4915769" y="1708056"/>
                  <a:pt x="4922609" y="1714896"/>
                </a:cubicBezTo>
                <a:cubicBezTo>
                  <a:pt x="4931609" y="1710576"/>
                  <a:pt x="4934129" y="1719577"/>
                  <a:pt x="4943129" y="1717417"/>
                </a:cubicBezTo>
                <a:cubicBezTo>
                  <a:pt x="4936289" y="1703736"/>
                  <a:pt x="4934129" y="1690055"/>
                  <a:pt x="4947449" y="1687535"/>
                </a:cubicBezTo>
                <a:cubicBezTo>
                  <a:pt x="4947449" y="1690055"/>
                  <a:pt x="4938449" y="1699055"/>
                  <a:pt x="4949969" y="1701216"/>
                </a:cubicBezTo>
                <a:cubicBezTo>
                  <a:pt x="4956809" y="1692215"/>
                  <a:pt x="4963649" y="1680694"/>
                  <a:pt x="4956809" y="1667013"/>
                </a:cubicBezTo>
                <a:cubicBezTo>
                  <a:pt x="4963649" y="1664853"/>
                  <a:pt x="4965809" y="1669533"/>
                  <a:pt x="4974809" y="1664853"/>
                </a:cubicBezTo>
                <a:cubicBezTo>
                  <a:pt x="4972649" y="1655852"/>
                  <a:pt x="4984169" y="1651172"/>
                  <a:pt x="4965809" y="1642171"/>
                </a:cubicBezTo>
                <a:cubicBezTo>
                  <a:pt x="4991009" y="1633171"/>
                  <a:pt x="4979489" y="1614810"/>
                  <a:pt x="4986329" y="1601129"/>
                </a:cubicBezTo>
                <a:cubicBezTo>
                  <a:pt x="4981649" y="1594288"/>
                  <a:pt x="4970489" y="1607969"/>
                  <a:pt x="4965809" y="1598968"/>
                </a:cubicBezTo>
                <a:cubicBezTo>
                  <a:pt x="4974809" y="1589968"/>
                  <a:pt x="4991009" y="1603289"/>
                  <a:pt x="4991009" y="1592128"/>
                </a:cubicBezTo>
                <a:cubicBezTo>
                  <a:pt x="4984169" y="1592128"/>
                  <a:pt x="4965809" y="1580607"/>
                  <a:pt x="4981649" y="1576287"/>
                </a:cubicBezTo>
                <a:cubicBezTo>
                  <a:pt x="4986329" y="1580607"/>
                  <a:pt x="4988489" y="1585288"/>
                  <a:pt x="4993169" y="1585288"/>
                </a:cubicBezTo>
                <a:cubicBezTo>
                  <a:pt x="5002169" y="1573947"/>
                  <a:pt x="5008379" y="1562606"/>
                  <a:pt x="5012654" y="1550680"/>
                </a:cubicBezTo>
                <a:lnTo>
                  <a:pt x="5018238" y="1523652"/>
                </a:lnTo>
                <a:lnTo>
                  <a:pt x="5022689" y="1523723"/>
                </a:lnTo>
                <a:cubicBezTo>
                  <a:pt x="5031689" y="1510042"/>
                  <a:pt x="5052209" y="1480520"/>
                  <a:pt x="5034209" y="1476200"/>
                </a:cubicBezTo>
                <a:cubicBezTo>
                  <a:pt x="5040689" y="1473680"/>
                  <a:pt x="5038529" y="1469360"/>
                  <a:pt x="5040689" y="1466839"/>
                </a:cubicBezTo>
                <a:cubicBezTo>
                  <a:pt x="5043209" y="1469360"/>
                  <a:pt x="5047529" y="1473680"/>
                  <a:pt x="5052209" y="1469360"/>
                </a:cubicBezTo>
                <a:cubicBezTo>
                  <a:pt x="5040689" y="1462519"/>
                  <a:pt x="5059050" y="1459999"/>
                  <a:pt x="5045369" y="1453519"/>
                </a:cubicBezTo>
                <a:cubicBezTo>
                  <a:pt x="5043209" y="1457839"/>
                  <a:pt x="5040689" y="1459999"/>
                  <a:pt x="5038529" y="1464679"/>
                </a:cubicBezTo>
                <a:cubicBezTo>
                  <a:pt x="5024849" y="1450998"/>
                  <a:pt x="5063730" y="1455679"/>
                  <a:pt x="5052209" y="1439478"/>
                </a:cubicBezTo>
                <a:cubicBezTo>
                  <a:pt x="5065890" y="1437317"/>
                  <a:pt x="5054369" y="1428317"/>
                  <a:pt x="5063730" y="1423636"/>
                </a:cubicBezTo>
                <a:cubicBezTo>
                  <a:pt x="5072730" y="1428317"/>
                  <a:pt x="5063730" y="1437317"/>
                  <a:pt x="5072730" y="1432637"/>
                </a:cubicBezTo>
                <a:cubicBezTo>
                  <a:pt x="5081730" y="1416796"/>
                  <a:pt x="5086410" y="1400955"/>
                  <a:pt x="5079570" y="1382954"/>
                </a:cubicBezTo>
                <a:cubicBezTo>
                  <a:pt x="5084250" y="1385114"/>
                  <a:pt x="5088570" y="1385114"/>
                  <a:pt x="5093250" y="1385114"/>
                </a:cubicBezTo>
                <a:cubicBezTo>
                  <a:pt x="5088570" y="1380433"/>
                  <a:pt x="5097930" y="1378273"/>
                  <a:pt x="5093250" y="1371433"/>
                </a:cubicBezTo>
                <a:cubicBezTo>
                  <a:pt x="5088570" y="1369273"/>
                  <a:pt x="5084250" y="1371433"/>
                  <a:pt x="5079570" y="1369273"/>
                </a:cubicBezTo>
                <a:cubicBezTo>
                  <a:pt x="5088570" y="1362432"/>
                  <a:pt x="5091090" y="1355592"/>
                  <a:pt x="5093250" y="1348751"/>
                </a:cubicBezTo>
                <a:cubicBezTo>
                  <a:pt x="5090910" y="1349831"/>
                  <a:pt x="5086320" y="1349831"/>
                  <a:pt x="5083170" y="1348976"/>
                </a:cubicBezTo>
                <a:lnTo>
                  <a:pt x="5082085" y="1348330"/>
                </a:lnTo>
                <a:lnTo>
                  <a:pt x="5076844" y="1358537"/>
                </a:lnTo>
                <a:cubicBezTo>
                  <a:pt x="5070066" y="1352731"/>
                  <a:pt x="5072296" y="1344113"/>
                  <a:pt x="5076800" y="1334951"/>
                </a:cubicBezTo>
                <a:lnTo>
                  <a:pt x="5078858" y="1330887"/>
                </a:lnTo>
                <a:lnTo>
                  <a:pt x="5075423" y="1328560"/>
                </a:lnTo>
                <a:cubicBezTo>
                  <a:pt x="5075103" y="1325209"/>
                  <a:pt x="5077392" y="1321329"/>
                  <a:pt x="5081971" y="1319212"/>
                </a:cubicBezTo>
                <a:lnTo>
                  <a:pt x="5083132" y="1322449"/>
                </a:lnTo>
                <a:lnTo>
                  <a:pt x="5090400" y="1308100"/>
                </a:lnTo>
                <a:cubicBezTo>
                  <a:pt x="5092540" y="1316083"/>
                  <a:pt x="5091916" y="1325245"/>
                  <a:pt x="5089375" y="1334135"/>
                </a:cubicBezTo>
                <a:lnTo>
                  <a:pt x="5084232" y="1344149"/>
                </a:lnTo>
                <a:lnTo>
                  <a:pt x="5092547" y="1344408"/>
                </a:lnTo>
                <a:cubicBezTo>
                  <a:pt x="5098200" y="1340696"/>
                  <a:pt x="5091450" y="1327060"/>
                  <a:pt x="5100090" y="1323550"/>
                </a:cubicBezTo>
                <a:cubicBezTo>
                  <a:pt x="5106930" y="1321389"/>
                  <a:pt x="5111250" y="1332550"/>
                  <a:pt x="5118090" y="1330390"/>
                </a:cubicBezTo>
                <a:cubicBezTo>
                  <a:pt x="5104410" y="1319229"/>
                  <a:pt x="5118090" y="1312389"/>
                  <a:pt x="5115930" y="1303028"/>
                </a:cubicBezTo>
                <a:cubicBezTo>
                  <a:pt x="5100090" y="1309869"/>
                  <a:pt x="5104410" y="1291867"/>
                  <a:pt x="5106930" y="1287187"/>
                </a:cubicBezTo>
                <a:cubicBezTo>
                  <a:pt x="5111250" y="1294028"/>
                  <a:pt x="5118090" y="1300868"/>
                  <a:pt x="5131770" y="1294028"/>
                </a:cubicBezTo>
                <a:cubicBezTo>
                  <a:pt x="5129610" y="1289707"/>
                  <a:pt x="5115930" y="1285027"/>
                  <a:pt x="5122770" y="1280347"/>
                </a:cubicBezTo>
                <a:cubicBezTo>
                  <a:pt x="5147970" y="1289707"/>
                  <a:pt x="5147970" y="1250825"/>
                  <a:pt x="5150130" y="1237144"/>
                </a:cubicBezTo>
                <a:cubicBezTo>
                  <a:pt x="5147970" y="1239304"/>
                  <a:pt x="5143290" y="1241824"/>
                  <a:pt x="5138610" y="1237144"/>
                </a:cubicBezTo>
                <a:cubicBezTo>
                  <a:pt x="5154810" y="1228143"/>
                  <a:pt x="5141130" y="1232463"/>
                  <a:pt x="5141130" y="1223463"/>
                </a:cubicBezTo>
                <a:cubicBezTo>
                  <a:pt x="5141130" y="1223463"/>
                  <a:pt x="5141130" y="1223463"/>
                  <a:pt x="5156971" y="1214462"/>
                </a:cubicBezTo>
                <a:cubicBezTo>
                  <a:pt x="5163811" y="1223463"/>
                  <a:pt x="5170651" y="1216622"/>
                  <a:pt x="5179651" y="1219142"/>
                </a:cubicBezTo>
                <a:cubicBezTo>
                  <a:pt x="5170651" y="1232463"/>
                  <a:pt x="5165971" y="1234984"/>
                  <a:pt x="5174971" y="1248664"/>
                </a:cubicBezTo>
                <a:cubicBezTo>
                  <a:pt x="5152290" y="1257665"/>
                  <a:pt x="5168131" y="1257665"/>
                  <a:pt x="5147970" y="1271346"/>
                </a:cubicBezTo>
                <a:cubicBezTo>
                  <a:pt x="5159131" y="1269186"/>
                  <a:pt x="5163811" y="1280347"/>
                  <a:pt x="5159131" y="1287187"/>
                </a:cubicBezTo>
                <a:cubicBezTo>
                  <a:pt x="5154810" y="1285027"/>
                  <a:pt x="5152290" y="1278186"/>
                  <a:pt x="5147970" y="1280347"/>
                </a:cubicBezTo>
                <a:cubicBezTo>
                  <a:pt x="5152290" y="1285027"/>
                  <a:pt x="5131770" y="1285027"/>
                  <a:pt x="5138610" y="1291867"/>
                </a:cubicBezTo>
                <a:cubicBezTo>
                  <a:pt x="5150130" y="1296188"/>
                  <a:pt x="5159131" y="1291867"/>
                  <a:pt x="5168131" y="1300868"/>
                </a:cubicBezTo>
                <a:cubicBezTo>
                  <a:pt x="5156971" y="1307708"/>
                  <a:pt x="5150130" y="1289707"/>
                  <a:pt x="5138610" y="1300868"/>
                </a:cubicBezTo>
                <a:cubicBezTo>
                  <a:pt x="5154810" y="1312389"/>
                  <a:pt x="5115930" y="1321389"/>
                  <a:pt x="5136450" y="1332550"/>
                </a:cubicBezTo>
                <a:cubicBezTo>
                  <a:pt x="5145450" y="1330390"/>
                  <a:pt x="5156971" y="1321389"/>
                  <a:pt x="5163811" y="1328230"/>
                </a:cubicBezTo>
                <a:cubicBezTo>
                  <a:pt x="5147970" y="1335070"/>
                  <a:pt x="5150130" y="1337231"/>
                  <a:pt x="5134290" y="1335070"/>
                </a:cubicBezTo>
                <a:cubicBezTo>
                  <a:pt x="5152290" y="1355592"/>
                  <a:pt x="5134290" y="1376113"/>
                  <a:pt x="5127450" y="1396275"/>
                </a:cubicBezTo>
                <a:cubicBezTo>
                  <a:pt x="5129610" y="1394114"/>
                  <a:pt x="5131770" y="1394114"/>
                  <a:pt x="5134290" y="1398795"/>
                </a:cubicBezTo>
                <a:cubicBezTo>
                  <a:pt x="5141130" y="1394114"/>
                  <a:pt x="5131770" y="1389794"/>
                  <a:pt x="5143290" y="1387274"/>
                </a:cubicBezTo>
                <a:cubicBezTo>
                  <a:pt x="5152290" y="1398795"/>
                  <a:pt x="5124930" y="1398795"/>
                  <a:pt x="5124930" y="1407795"/>
                </a:cubicBezTo>
                <a:cubicBezTo>
                  <a:pt x="5134290" y="1407795"/>
                  <a:pt x="5141130" y="1409956"/>
                  <a:pt x="5136450" y="1419316"/>
                </a:cubicBezTo>
                <a:cubicBezTo>
                  <a:pt x="5127450" y="1405635"/>
                  <a:pt x="5127450" y="1421476"/>
                  <a:pt x="5111250" y="1423636"/>
                </a:cubicBezTo>
                <a:cubicBezTo>
                  <a:pt x="5120610" y="1439478"/>
                  <a:pt x="5093250" y="1478360"/>
                  <a:pt x="5118090" y="1489881"/>
                </a:cubicBezTo>
                <a:cubicBezTo>
                  <a:pt x="5109090" y="1496361"/>
                  <a:pt x="5106930" y="1489881"/>
                  <a:pt x="5100090" y="1489881"/>
                </a:cubicBezTo>
                <a:cubicBezTo>
                  <a:pt x="5097930" y="1503202"/>
                  <a:pt x="5084250" y="1516883"/>
                  <a:pt x="5091090" y="1530564"/>
                </a:cubicBezTo>
                <a:cubicBezTo>
                  <a:pt x="5086410" y="1526244"/>
                  <a:pt x="5081730" y="1521563"/>
                  <a:pt x="5077410" y="1523723"/>
                </a:cubicBezTo>
                <a:cubicBezTo>
                  <a:pt x="5077410" y="1530564"/>
                  <a:pt x="5072730" y="1535244"/>
                  <a:pt x="5081730" y="1542085"/>
                </a:cubicBezTo>
                <a:cubicBezTo>
                  <a:pt x="5088570" y="1539924"/>
                  <a:pt x="5093250" y="1535244"/>
                  <a:pt x="5097930" y="1537404"/>
                </a:cubicBezTo>
                <a:cubicBezTo>
                  <a:pt x="5091090" y="1542085"/>
                  <a:pt x="5100090" y="1548925"/>
                  <a:pt x="5088570" y="1553605"/>
                </a:cubicBezTo>
                <a:cubicBezTo>
                  <a:pt x="5081730" y="1544245"/>
                  <a:pt x="5074890" y="1542085"/>
                  <a:pt x="5065890" y="1548925"/>
                </a:cubicBezTo>
                <a:cubicBezTo>
                  <a:pt x="5081730" y="1566926"/>
                  <a:pt x="5034209" y="1578447"/>
                  <a:pt x="5061210" y="1594288"/>
                </a:cubicBezTo>
                <a:cubicBezTo>
                  <a:pt x="5059050" y="1598968"/>
                  <a:pt x="5056889" y="1601129"/>
                  <a:pt x="5050049" y="1598968"/>
                </a:cubicBezTo>
                <a:cubicBezTo>
                  <a:pt x="5061210" y="1605809"/>
                  <a:pt x="5045369" y="1612649"/>
                  <a:pt x="5056889" y="1612649"/>
                </a:cubicBezTo>
                <a:cubicBezTo>
                  <a:pt x="5059050" y="1610129"/>
                  <a:pt x="5059050" y="1605809"/>
                  <a:pt x="5065890" y="1607969"/>
                </a:cubicBezTo>
                <a:cubicBezTo>
                  <a:pt x="5061210" y="1619490"/>
                  <a:pt x="5045369" y="1628491"/>
                  <a:pt x="5038529" y="1637491"/>
                </a:cubicBezTo>
                <a:cubicBezTo>
                  <a:pt x="5043209" y="1635331"/>
                  <a:pt x="5045369" y="1640011"/>
                  <a:pt x="5047529" y="1640011"/>
                </a:cubicBezTo>
                <a:cubicBezTo>
                  <a:pt x="5054369" y="1637491"/>
                  <a:pt x="5054369" y="1635331"/>
                  <a:pt x="5059050" y="1633171"/>
                </a:cubicBezTo>
                <a:cubicBezTo>
                  <a:pt x="5065890" y="1660173"/>
                  <a:pt x="5022689" y="1673854"/>
                  <a:pt x="5036369" y="1705896"/>
                </a:cubicBezTo>
                <a:cubicBezTo>
                  <a:pt x="5022689" y="1710576"/>
                  <a:pt x="5036369" y="1699055"/>
                  <a:pt x="5027369" y="1701216"/>
                </a:cubicBezTo>
                <a:cubicBezTo>
                  <a:pt x="5011169" y="1712736"/>
                  <a:pt x="5011169" y="1728577"/>
                  <a:pt x="5000009" y="1740098"/>
                </a:cubicBezTo>
                <a:cubicBezTo>
                  <a:pt x="5015849" y="1762780"/>
                  <a:pt x="4958969" y="1769620"/>
                  <a:pt x="4984169" y="1787621"/>
                </a:cubicBezTo>
                <a:cubicBezTo>
                  <a:pt x="4963649" y="1783301"/>
                  <a:pt x="4981649" y="1805983"/>
                  <a:pt x="4956809" y="1805983"/>
                </a:cubicBezTo>
                <a:cubicBezTo>
                  <a:pt x="4967969" y="1819664"/>
                  <a:pt x="4954289" y="1821824"/>
                  <a:pt x="4952129" y="1828664"/>
                </a:cubicBezTo>
                <a:cubicBezTo>
                  <a:pt x="4934129" y="1821824"/>
                  <a:pt x="4924769" y="1844505"/>
                  <a:pt x="4938449" y="1860346"/>
                </a:cubicBezTo>
                <a:cubicBezTo>
                  <a:pt x="4929449" y="1865027"/>
                  <a:pt x="4929449" y="1858186"/>
                  <a:pt x="4922609" y="1856026"/>
                </a:cubicBezTo>
                <a:cubicBezTo>
                  <a:pt x="4927289" y="1865027"/>
                  <a:pt x="4906769" y="1860346"/>
                  <a:pt x="4913609" y="1867187"/>
                </a:cubicBezTo>
                <a:cubicBezTo>
                  <a:pt x="4920449" y="1869707"/>
                  <a:pt x="4929449" y="1880868"/>
                  <a:pt x="4920449" y="1880868"/>
                </a:cubicBezTo>
                <a:cubicBezTo>
                  <a:pt x="4915769" y="1878708"/>
                  <a:pt x="4915769" y="1867187"/>
                  <a:pt x="4908929" y="1867187"/>
                </a:cubicBezTo>
                <a:cubicBezTo>
                  <a:pt x="4897409" y="1869707"/>
                  <a:pt x="4913609" y="1887708"/>
                  <a:pt x="4908929" y="1892389"/>
                </a:cubicBezTo>
                <a:cubicBezTo>
                  <a:pt x="4899929" y="1887708"/>
                  <a:pt x="4899929" y="1887708"/>
                  <a:pt x="4890568" y="1890228"/>
                </a:cubicBezTo>
                <a:cubicBezTo>
                  <a:pt x="4899929" y="1903909"/>
                  <a:pt x="4888408" y="1908230"/>
                  <a:pt x="4897409" y="1921911"/>
                </a:cubicBezTo>
                <a:cubicBezTo>
                  <a:pt x="4899929" y="1919751"/>
                  <a:pt x="4904249" y="1919751"/>
                  <a:pt x="4908929" y="1924071"/>
                </a:cubicBezTo>
                <a:cubicBezTo>
                  <a:pt x="4906769" y="1924071"/>
                  <a:pt x="4902089" y="1924071"/>
                  <a:pt x="4902089" y="1926591"/>
                </a:cubicBezTo>
                <a:cubicBezTo>
                  <a:pt x="4906769" y="1930911"/>
                  <a:pt x="4915769" y="1928751"/>
                  <a:pt x="4917929" y="1933431"/>
                </a:cubicBezTo>
                <a:cubicBezTo>
                  <a:pt x="4897409" y="1937752"/>
                  <a:pt x="4917929" y="1949273"/>
                  <a:pt x="4893088" y="1951433"/>
                </a:cubicBezTo>
                <a:cubicBezTo>
                  <a:pt x="4888408" y="1944592"/>
                  <a:pt x="4906769" y="1937752"/>
                  <a:pt x="4886248" y="1937752"/>
                </a:cubicBezTo>
                <a:cubicBezTo>
                  <a:pt x="4879408" y="1928751"/>
                  <a:pt x="4899929" y="1926591"/>
                  <a:pt x="4888408" y="1921911"/>
                </a:cubicBezTo>
                <a:cubicBezTo>
                  <a:pt x="4881568" y="1924071"/>
                  <a:pt x="4886248" y="1933431"/>
                  <a:pt x="4867888" y="1928751"/>
                </a:cubicBezTo>
                <a:cubicBezTo>
                  <a:pt x="4876888" y="1942432"/>
                  <a:pt x="4861048" y="1937752"/>
                  <a:pt x="4867888" y="1947112"/>
                </a:cubicBezTo>
                <a:cubicBezTo>
                  <a:pt x="4876888" y="1949273"/>
                  <a:pt x="4872568" y="1942432"/>
                  <a:pt x="4879408" y="1942432"/>
                </a:cubicBezTo>
                <a:cubicBezTo>
                  <a:pt x="4879408" y="1949273"/>
                  <a:pt x="4888408" y="1949273"/>
                  <a:pt x="4893088" y="1951433"/>
                </a:cubicBezTo>
                <a:cubicBezTo>
                  <a:pt x="4897409" y="1960793"/>
                  <a:pt x="4893088" y="1965114"/>
                  <a:pt x="4883728" y="1965114"/>
                </a:cubicBezTo>
                <a:cubicBezTo>
                  <a:pt x="4881568" y="1960793"/>
                  <a:pt x="4881568" y="1953953"/>
                  <a:pt x="4876888" y="1953953"/>
                </a:cubicBezTo>
                <a:cubicBezTo>
                  <a:pt x="4876888" y="1956113"/>
                  <a:pt x="4872568" y="1956113"/>
                  <a:pt x="4872568" y="1958273"/>
                </a:cubicBezTo>
                <a:cubicBezTo>
                  <a:pt x="4872568" y="1962954"/>
                  <a:pt x="4875358" y="1964664"/>
                  <a:pt x="4878148" y="1966059"/>
                </a:cubicBezTo>
                <a:lnTo>
                  <a:pt x="4882006" y="1970135"/>
                </a:lnTo>
                <a:lnTo>
                  <a:pt x="4916342" y="1951725"/>
                </a:lnTo>
                <a:cubicBezTo>
                  <a:pt x="4918682" y="1946146"/>
                  <a:pt x="4922643" y="1942186"/>
                  <a:pt x="4927458" y="1941061"/>
                </a:cubicBezTo>
                <a:lnTo>
                  <a:pt x="4943071" y="1947158"/>
                </a:lnTo>
                <a:lnTo>
                  <a:pt x="4944434" y="1945582"/>
                </a:lnTo>
                <a:cubicBezTo>
                  <a:pt x="4949789" y="1941892"/>
                  <a:pt x="4957709" y="1939012"/>
                  <a:pt x="4961129" y="1937752"/>
                </a:cubicBezTo>
                <a:cubicBezTo>
                  <a:pt x="4974809" y="1928751"/>
                  <a:pt x="4965809" y="1903909"/>
                  <a:pt x="4981649" y="1908230"/>
                </a:cubicBezTo>
                <a:cubicBezTo>
                  <a:pt x="4979489" y="1912910"/>
                  <a:pt x="4981649" y="1919751"/>
                  <a:pt x="4974809" y="1921911"/>
                </a:cubicBezTo>
                <a:cubicBezTo>
                  <a:pt x="5000459" y="1925421"/>
                  <a:pt x="4990266" y="1899364"/>
                  <a:pt x="4998906" y="1886116"/>
                </a:cubicBezTo>
                <a:lnTo>
                  <a:pt x="5015305" y="1878946"/>
                </a:lnTo>
                <a:lnTo>
                  <a:pt x="5015949" y="1877475"/>
                </a:lnTo>
                <a:lnTo>
                  <a:pt x="5017419" y="1859401"/>
                </a:lnTo>
                <a:cubicBezTo>
                  <a:pt x="5026987" y="1841243"/>
                  <a:pt x="5053920" y="1826324"/>
                  <a:pt x="5038529" y="1812823"/>
                </a:cubicBezTo>
                <a:cubicBezTo>
                  <a:pt x="5047529" y="1812823"/>
                  <a:pt x="5043209" y="1805983"/>
                  <a:pt x="5052209" y="1805983"/>
                </a:cubicBezTo>
                <a:cubicBezTo>
                  <a:pt x="5043209" y="1799142"/>
                  <a:pt x="5054369" y="1778621"/>
                  <a:pt x="5072730" y="1787621"/>
                </a:cubicBezTo>
                <a:cubicBezTo>
                  <a:pt x="5079570" y="1769620"/>
                  <a:pt x="5070570" y="1746939"/>
                  <a:pt x="5091090" y="1735418"/>
                </a:cubicBezTo>
                <a:cubicBezTo>
                  <a:pt x="5097930" y="1735418"/>
                  <a:pt x="5097930" y="1746939"/>
                  <a:pt x="5104410" y="1746939"/>
                </a:cubicBezTo>
                <a:cubicBezTo>
                  <a:pt x="5104410" y="1742258"/>
                  <a:pt x="5104410" y="1730738"/>
                  <a:pt x="5093250" y="1735418"/>
                </a:cubicBezTo>
                <a:cubicBezTo>
                  <a:pt x="5093250" y="1712736"/>
                  <a:pt x="5122770" y="1699055"/>
                  <a:pt x="5115930" y="1673854"/>
                </a:cubicBezTo>
                <a:cubicBezTo>
                  <a:pt x="5127450" y="1676374"/>
                  <a:pt x="5131770" y="1664853"/>
                  <a:pt x="5118090" y="1660173"/>
                </a:cubicBezTo>
                <a:cubicBezTo>
                  <a:pt x="5124930" y="1655852"/>
                  <a:pt x="5127450" y="1660173"/>
                  <a:pt x="5131770" y="1660173"/>
                </a:cubicBezTo>
                <a:cubicBezTo>
                  <a:pt x="5131770" y="1651172"/>
                  <a:pt x="5150130" y="1640011"/>
                  <a:pt x="5131770" y="1633171"/>
                </a:cubicBezTo>
                <a:cubicBezTo>
                  <a:pt x="5138610" y="1626330"/>
                  <a:pt x="5141130" y="1616970"/>
                  <a:pt x="5145450" y="1610129"/>
                </a:cubicBezTo>
                <a:cubicBezTo>
                  <a:pt x="5177491" y="1605809"/>
                  <a:pt x="5163811" y="1553605"/>
                  <a:pt x="5198011" y="1533084"/>
                </a:cubicBezTo>
                <a:cubicBezTo>
                  <a:pt x="5179651" y="1503202"/>
                  <a:pt x="5236531" y="1483041"/>
                  <a:pt x="5211331" y="1453519"/>
                </a:cubicBezTo>
                <a:cubicBezTo>
                  <a:pt x="5227531" y="1448838"/>
                  <a:pt x="5211331" y="1441998"/>
                  <a:pt x="5222851" y="1439478"/>
                </a:cubicBezTo>
                <a:cubicBezTo>
                  <a:pt x="5231851" y="1455679"/>
                  <a:pt x="5218171" y="1476200"/>
                  <a:pt x="5220691" y="1498882"/>
                </a:cubicBezTo>
                <a:cubicBezTo>
                  <a:pt x="5225011" y="1498882"/>
                  <a:pt x="5231851" y="1503202"/>
                  <a:pt x="5238691" y="1503202"/>
                </a:cubicBezTo>
                <a:cubicBezTo>
                  <a:pt x="5243371" y="1496361"/>
                  <a:pt x="5243371" y="1492041"/>
                  <a:pt x="5234371" y="1483041"/>
                </a:cubicBezTo>
                <a:cubicBezTo>
                  <a:pt x="5245531" y="1473680"/>
                  <a:pt x="5248051" y="1498882"/>
                  <a:pt x="5259211" y="1485201"/>
                </a:cubicBezTo>
                <a:cubicBezTo>
                  <a:pt x="5245531" y="1483041"/>
                  <a:pt x="5263891" y="1459999"/>
                  <a:pt x="5241211" y="1464679"/>
                </a:cubicBezTo>
                <a:cubicBezTo>
                  <a:pt x="5257051" y="1455679"/>
                  <a:pt x="5241211" y="1444158"/>
                  <a:pt x="5252371" y="1439478"/>
                </a:cubicBezTo>
                <a:cubicBezTo>
                  <a:pt x="5236531" y="1444158"/>
                  <a:pt x="5241211" y="1435157"/>
                  <a:pt x="5227531" y="1432637"/>
                </a:cubicBezTo>
                <a:cubicBezTo>
                  <a:pt x="5245531" y="1421476"/>
                  <a:pt x="5238691" y="1409956"/>
                  <a:pt x="5231851" y="1400955"/>
                </a:cubicBezTo>
                <a:cubicBezTo>
                  <a:pt x="5238691" y="1394114"/>
                  <a:pt x="5243371" y="1403115"/>
                  <a:pt x="5250211" y="1398795"/>
                </a:cubicBezTo>
                <a:cubicBezTo>
                  <a:pt x="5248051" y="1385114"/>
                  <a:pt x="5252371" y="1359912"/>
                  <a:pt x="5266051" y="1355592"/>
                </a:cubicBezTo>
                <a:cubicBezTo>
                  <a:pt x="5259211" y="1364592"/>
                  <a:pt x="5268211" y="1376113"/>
                  <a:pt x="5263891" y="1387274"/>
                </a:cubicBezTo>
                <a:cubicBezTo>
                  <a:pt x="5272891" y="1380433"/>
                  <a:pt x="5279731" y="1389794"/>
                  <a:pt x="5288731" y="1378273"/>
                </a:cubicBezTo>
                <a:cubicBezTo>
                  <a:pt x="5277571" y="1378273"/>
                  <a:pt x="5284411" y="1371433"/>
                  <a:pt x="5275051" y="1364592"/>
                </a:cubicBezTo>
                <a:cubicBezTo>
                  <a:pt x="5295571" y="1369273"/>
                  <a:pt x="5318611" y="1319229"/>
                  <a:pt x="5302411" y="1309869"/>
                </a:cubicBezTo>
                <a:cubicBezTo>
                  <a:pt x="5311771" y="1300868"/>
                  <a:pt x="5313931" y="1314549"/>
                  <a:pt x="5320772" y="1305548"/>
                </a:cubicBezTo>
                <a:cubicBezTo>
                  <a:pt x="5318611" y="1303028"/>
                  <a:pt x="5320772" y="1300868"/>
                  <a:pt x="5318611" y="1298708"/>
                </a:cubicBezTo>
                <a:cubicBezTo>
                  <a:pt x="5307091" y="1296188"/>
                  <a:pt x="5300251" y="1291867"/>
                  <a:pt x="5288731" y="1300868"/>
                </a:cubicBezTo>
                <a:cubicBezTo>
                  <a:pt x="5293411" y="1294028"/>
                  <a:pt x="5293411" y="1287187"/>
                  <a:pt x="5293411" y="1280347"/>
                </a:cubicBezTo>
                <a:cubicBezTo>
                  <a:pt x="5281891" y="1282867"/>
                  <a:pt x="5284411" y="1296188"/>
                  <a:pt x="5275051" y="1291867"/>
                </a:cubicBezTo>
                <a:cubicBezTo>
                  <a:pt x="5291251" y="1285027"/>
                  <a:pt x="5270731" y="1276026"/>
                  <a:pt x="5286571" y="1269186"/>
                </a:cubicBezTo>
                <a:cubicBezTo>
                  <a:pt x="5300251" y="1273506"/>
                  <a:pt x="5295571" y="1282867"/>
                  <a:pt x="5307091" y="1282867"/>
                </a:cubicBezTo>
                <a:cubicBezTo>
                  <a:pt x="5316091" y="1276026"/>
                  <a:pt x="5304571" y="1266666"/>
                  <a:pt x="5313931" y="1259825"/>
                </a:cubicBezTo>
                <a:lnTo>
                  <a:pt x="5316222" y="1259853"/>
                </a:lnTo>
                <a:lnTo>
                  <a:pt x="5316893" y="1257959"/>
                </a:lnTo>
                <a:cubicBezTo>
                  <a:pt x="5319755" y="1252236"/>
                  <a:pt x="5323752" y="1245967"/>
                  <a:pt x="5323752" y="1241425"/>
                </a:cubicBezTo>
                <a:cubicBezTo>
                  <a:pt x="5327205" y="1242515"/>
                  <a:pt x="5329090" y="1244627"/>
                  <a:pt x="5329828" y="1247256"/>
                </a:cubicBezTo>
                <a:lnTo>
                  <a:pt x="5329726" y="1248385"/>
                </a:lnTo>
                <a:lnTo>
                  <a:pt x="5335307" y="1245199"/>
                </a:lnTo>
                <a:cubicBezTo>
                  <a:pt x="5340122" y="1244614"/>
                  <a:pt x="5345792" y="1243984"/>
                  <a:pt x="5350292" y="1239304"/>
                </a:cubicBezTo>
                <a:cubicBezTo>
                  <a:pt x="5348132" y="1234984"/>
                  <a:pt x="5350292" y="1230303"/>
                  <a:pt x="5343452" y="1228143"/>
                </a:cubicBezTo>
                <a:cubicBezTo>
                  <a:pt x="5336612" y="1228143"/>
                  <a:pt x="5341292" y="1241824"/>
                  <a:pt x="5331932" y="1234984"/>
                </a:cubicBezTo>
                <a:lnTo>
                  <a:pt x="5335681" y="1219274"/>
                </a:lnTo>
                <a:lnTo>
                  <a:pt x="5331417" y="1207937"/>
                </a:lnTo>
                <a:cubicBezTo>
                  <a:pt x="5329115" y="1191223"/>
                  <a:pt x="5334347" y="1166422"/>
                  <a:pt x="5350253" y="1174779"/>
                </a:cubicBezTo>
                <a:lnTo>
                  <a:pt x="5345637" y="1189682"/>
                </a:lnTo>
                <a:lnTo>
                  <a:pt x="5354522" y="1211357"/>
                </a:lnTo>
                <a:cubicBezTo>
                  <a:pt x="5357672" y="1217883"/>
                  <a:pt x="5360552" y="1224723"/>
                  <a:pt x="5361812" y="1234984"/>
                </a:cubicBezTo>
                <a:cubicBezTo>
                  <a:pt x="5366132" y="1232463"/>
                  <a:pt x="5368292" y="1232463"/>
                  <a:pt x="5370812" y="1232463"/>
                </a:cubicBezTo>
                <a:cubicBezTo>
                  <a:pt x="5370812" y="1214462"/>
                  <a:pt x="5361812" y="1193941"/>
                  <a:pt x="5363972" y="1175579"/>
                </a:cubicBezTo>
                <a:cubicBezTo>
                  <a:pt x="5370812" y="1171259"/>
                  <a:pt x="5372972" y="1175579"/>
                  <a:pt x="5377652" y="1173419"/>
                </a:cubicBezTo>
                <a:cubicBezTo>
                  <a:pt x="5375132" y="1171259"/>
                  <a:pt x="5377652" y="1168739"/>
                  <a:pt x="5377652" y="1166579"/>
                </a:cubicBezTo>
                <a:cubicBezTo>
                  <a:pt x="5372972" y="1164419"/>
                  <a:pt x="5368292" y="1168739"/>
                  <a:pt x="5366132" y="1166579"/>
                </a:cubicBezTo>
                <a:cubicBezTo>
                  <a:pt x="5363972" y="1159738"/>
                  <a:pt x="5361812" y="1143897"/>
                  <a:pt x="5377652" y="1141737"/>
                </a:cubicBezTo>
                <a:cubicBezTo>
                  <a:pt x="5372972" y="1128056"/>
                  <a:pt x="5348132" y="1102854"/>
                  <a:pt x="5368292" y="1096014"/>
                </a:cubicBezTo>
                <a:cubicBezTo>
                  <a:pt x="5368292" y="1100694"/>
                  <a:pt x="5379812" y="1112215"/>
                  <a:pt x="5388812" y="1132376"/>
                </a:cubicBezTo>
                <a:cubicBezTo>
                  <a:pt x="5393492" y="1116535"/>
                  <a:pt x="5375132" y="1100694"/>
                  <a:pt x="5391332" y="1084853"/>
                </a:cubicBezTo>
                <a:cubicBezTo>
                  <a:pt x="5379812" y="1096014"/>
                  <a:pt x="5372972" y="1082333"/>
                  <a:pt x="5363972" y="1087013"/>
                </a:cubicBezTo>
                <a:cubicBezTo>
                  <a:pt x="5368292" y="1082333"/>
                  <a:pt x="5359292" y="1078013"/>
                  <a:pt x="5366132" y="1075493"/>
                </a:cubicBezTo>
                <a:cubicBezTo>
                  <a:pt x="5370812" y="1084853"/>
                  <a:pt x="5384492" y="1087013"/>
                  <a:pt x="5398172" y="1080173"/>
                </a:cubicBezTo>
                <a:cubicBezTo>
                  <a:pt x="5379812" y="1071172"/>
                  <a:pt x="5391332" y="1064332"/>
                  <a:pt x="5405013" y="1057491"/>
                </a:cubicBezTo>
                <a:cubicBezTo>
                  <a:pt x="5394752" y="1043810"/>
                  <a:pt x="5394752" y="1033010"/>
                  <a:pt x="5396462" y="1022479"/>
                </a:cubicBezTo>
                <a:lnTo>
                  <a:pt x="5398408" y="1011333"/>
                </a:lnTo>
                <a:lnTo>
                  <a:pt x="5397457" y="1014052"/>
                </a:lnTo>
                <a:cubicBezTo>
                  <a:pt x="5381348" y="1011896"/>
                  <a:pt x="5381348" y="1011896"/>
                  <a:pt x="5381348" y="1011896"/>
                </a:cubicBezTo>
                <a:cubicBezTo>
                  <a:pt x="5379200" y="986735"/>
                  <a:pt x="5379200" y="979906"/>
                  <a:pt x="5390655" y="957262"/>
                </a:cubicBezTo>
                <a:cubicBezTo>
                  <a:pt x="5396830" y="960047"/>
                  <a:pt x="5401327" y="963417"/>
                  <a:pt x="5404353" y="967298"/>
                </a:cubicBezTo>
                <a:lnTo>
                  <a:pt x="5408294" y="977897"/>
                </a:lnTo>
                <a:lnTo>
                  <a:pt x="5416134" y="971550"/>
                </a:lnTo>
                <a:cubicBezTo>
                  <a:pt x="5428041" y="973791"/>
                  <a:pt x="5420971" y="990226"/>
                  <a:pt x="5411669" y="987985"/>
                </a:cubicBezTo>
                <a:cubicBezTo>
                  <a:pt x="5413902" y="985557"/>
                  <a:pt x="5413251" y="983783"/>
                  <a:pt x="5411483" y="982616"/>
                </a:cubicBezTo>
                <a:lnTo>
                  <a:pt x="5408695" y="981916"/>
                </a:lnTo>
                <a:lnTo>
                  <a:pt x="5404888" y="992801"/>
                </a:lnTo>
                <a:lnTo>
                  <a:pt x="5407825" y="994425"/>
                </a:lnTo>
                <a:cubicBezTo>
                  <a:pt x="5411200" y="999792"/>
                  <a:pt x="5409985" y="1007791"/>
                  <a:pt x="5413360" y="1012527"/>
                </a:cubicBezTo>
                <a:lnTo>
                  <a:pt x="5422438" y="1016215"/>
                </a:lnTo>
                <a:lnTo>
                  <a:pt x="5423399" y="1014041"/>
                </a:lnTo>
                <a:lnTo>
                  <a:pt x="5425134" y="1003229"/>
                </a:lnTo>
                <a:cubicBezTo>
                  <a:pt x="5423936" y="990234"/>
                  <a:pt x="5416713" y="977746"/>
                  <a:pt x="5438853" y="964245"/>
                </a:cubicBezTo>
                <a:cubicBezTo>
                  <a:pt x="5427693" y="950564"/>
                  <a:pt x="5434533" y="936883"/>
                  <a:pt x="5434533" y="923202"/>
                </a:cubicBezTo>
                <a:cubicBezTo>
                  <a:pt x="5431113" y="920862"/>
                  <a:pt x="5427693" y="920322"/>
                  <a:pt x="5424543" y="919512"/>
                </a:cubicBezTo>
                <a:lnTo>
                  <a:pt x="5417599" y="915106"/>
                </a:lnTo>
                <a:lnTo>
                  <a:pt x="5416246" y="917500"/>
                </a:lnTo>
                <a:cubicBezTo>
                  <a:pt x="5413111" y="920683"/>
                  <a:pt x="5409659" y="923594"/>
                  <a:pt x="5407297" y="928323"/>
                </a:cubicBezTo>
                <a:cubicBezTo>
                  <a:pt x="5393488" y="921411"/>
                  <a:pt x="5402573" y="918864"/>
                  <a:pt x="5407297" y="907586"/>
                </a:cubicBezTo>
                <a:cubicBezTo>
                  <a:pt x="5405117" y="902857"/>
                  <a:pt x="5395668" y="902857"/>
                  <a:pt x="5398212" y="893762"/>
                </a:cubicBezTo>
                <a:cubicBezTo>
                  <a:pt x="5405117" y="893762"/>
                  <a:pt x="5409114" y="896036"/>
                  <a:pt x="5412521" y="898582"/>
                </a:cubicBezTo>
                <a:lnTo>
                  <a:pt x="5413089" y="898923"/>
                </a:lnTo>
                <a:lnTo>
                  <a:pt x="5415560" y="897354"/>
                </a:lnTo>
                <a:cubicBezTo>
                  <a:pt x="5422361" y="896358"/>
                  <a:pt x="5425263" y="906551"/>
                  <a:pt x="5432013" y="911681"/>
                </a:cubicBezTo>
                <a:cubicBezTo>
                  <a:pt x="5432013" y="908351"/>
                  <a:pt x="5432598" y="907114"/>
                  <a:pt x="5433582" y="906956"/>
                </a:cubicBezTo>
                <a:lnTo>
                  <a:pt x="5437467" y="908675"/>
                </a:lnTo>
                <a:lnTo>
                  <a:pt x="5439501" y="904277"/>
                </a:lnTo>
                <a:lnTo>
                  <a:pt x="5444043" y="903859"/>
                </a:lnTo>
                <a:lnTo>
                  <a:pt x="5436693" y="897685"/>
                </a:lnTo>
                <a:cubicBezTo>
                  <a:pt x="5435523" y="894310"/>
                  <a:pt x="5437773" y="891520"/>
                  <a:pt x="5445693" y="891520"/>
                </a:cubicBezTo>
                <a:close/>
                <a:moveTo>
                  <a:pt x="4785894" y="890587"/>
                </a:moveTo>
                <a:cubicBezTo>
                  <a:pt x="4820041" y="894911"/>
                  <a:pt x="4772236" y="920133"/>
                  <a:pt x="4797037" y="931303"/>
                </a:cubicBezTo>
                <a:cubicBezTo>
                  <a:pt x="4788051" y="929141"/>
                  <a:pt x="4779065" y="942833"/>
                  <a:pt x="4792724" y="949680"/>
                </a:cubicBezTo>
                <a:cubicBezTo>
                  <a:pt x="4785894" y="949680"/>
                  <a:pt x="4774392" y="951842"/>
                  <a:pt x="4790208" y="961210"/>
                </a:cubicBezTo>
                <a:cubicBezTo>
                  <a:pt x="4767563" y="967696"/>
                  <a:pt x="4781222" y="988234"/>
                  <a:pt x="4767563" y="999764"/>
                </a:cubicBezTo>
                <a:cubicBezTo>
                  <a:pt x="4763250" y="981388"/>
                  <a:pt x="4765407" y="963372"/>
                  <a:pt x="4770079" y="944995"/>
                </a:cubicBezTo>
                <a:cubicBezTo>
                  <a:pt x="4776549" y="929141"/>
                  <a:pt x="4785894" y="910765"/>
                  <a:pt x="4785894" y="890587"/>
                </a:cubicBezTo>
                <a:close/>
                <a:moveTo>
                  <a:pt x="4864158" y="884237"/>
                </a:moveTo>
                <a:cubicBezTo>
                  <a:pt x="4884316" y="895474"/>
                  <a:pt x="4893675" y="891124"/>
                  <a:pt x="4907353" y="904537"/>
                </a:cubicBezTo>
                <a:cubicBezTo>
                  <a:pt x="4897994" y="913962"/>
                  <a:pt x="4884316" y="916137"/>
                  <a:pt x="4891155" y="929912"/>
                </a:cubicBezTo>
                <a:cubicBezTo>
                  <a:pt x="4873157" y="927737"/>
                  <a:pt x="4891155" y="916137"/>
                  <a:pt x="4879996" y="904537"/>
                </a:cubicBezTo>
                <a:cubicBezTo>
                  <a:pt x="4870997" y="909250"/>
                  <a:pt x="4868477" y="923025"/>
                  <a:pt x="4859478" y="927737"/>
                </a:cubicBezTo>
                <a:cubicBezTo>
                  <a:pt x="4845800" y="913962"/>
                  <a:pt x="4873157" y="895474"/>
                  <a:pt x="4864158" y="884237"/>
                </a:cubicBezTo>
                <a:close/>
                <a:moveTo>
                  <a:pt x="5591887" y="881624"/>
                </a:moveTo>
                <a:cubicBezTo>
                  <a:pt x="5598792" y="874712"/>
                  <a:pt x="5596248" y="886353"/>
                  <a:pt x="5596248" y="893266"/>
                </a:cubicBezTo>
                <a:cubicBezTo>
                  <a:pt x="5610057" y="895448"/>
                  <a:pt x="5607877" y="886353"/>
                  <a:pt x="5616962" y="895448"/>
                </a:cubicBezTo>
                <a:cubicBezTo>
                  <a:pt x="5610057" y="902361"/>
                  <a:pt x="5605696" y="909273"/>
                  <a:pt x="5591887" y="907090"/>
                </a:cubicBezTo>
                <a:cubicBezTo>
                  <a:pt x="5587163" y="895448"/>
                  <a:pt x="5596248" y="897995"/>
                  <a:pt x="5591887" y="881624"/>
                </a:cubicBezTo>
                <a:close/>
                <a:moveTo>
                  <a:pt x="4594975" y="863600"/>
                </a:moveTo>
                <a:cubicBezTo>
                  <a:pt x="4606617" y="867954"/>
                  <a:pt x="4617895" y="872671"/>
                  <a:pt x="4629536" y="877388"/>
                </a:cubicBezTo>
                <a:lnTo>
                  <a:pt x="4626990" y="888637"/>
                </a:lnTo>
                <a:cubicBezTo>
                  <a:pt x="4615712" y="879565"/>
                  <a:pt x="4597158" y="874848"/>
                  <a:pt x="4594975" y="863600"/>
                </a:cubicBezTo>
                <a:close/>
                <a:moveTo>
                  <a:pt x="5654814" y="853016"/>
                </a:moveTo>
                <a:cubicBezTo>
                  <a:pt x="5675697" y="850900"/>
                  <a:pt x="5657013" y="877711"/>
                  <a:pt x="5659211" y="888647"/>
                </a:cubicBezTo>
                <a:cubicBezTo>
                  <a:pt x="5652250" y="881944"/>
                  <a:pt x="5652250" y="868539"/>
                  <a:pt x="5654814" y="853016"/>
                </a:cubicBezTo>
                <a:close/>
                <a:moveTo>
                  <a:pt x="5351331" y="852487"/>
                </a:moveTo>
                <a:cubicBezTo>
                  <a:pt x="5369322" y="866043"/>
                  <a:pt x="5355917" y="895296"/>
                  <a:pt x="5349214" y="915630"/>
                </a:cubicBezTo>
                <a:cubicBezTo>
                  <a:pt x="5337925" y="902074"/>
                  <a:pt x="5349214" y="874961"/>
                  <a:pt x="5351331" y="852487"/>
                </a:cubicBezTo>
                <a:close/>
                <a:moveTo>
                  <a:pt x="5411669" y="846137"/>
                </a:moveTo>
                <a:cubicBezTo>
                  <a:pt x="5420971" y="855444"/>
                  <a:pt x="5404600" y="868689"/>
                  <a:pt x="5428041" y="871195"/>
                </a:cubicBezTo>
                <a:cubicBezTo>
                  <a:pt x="5423204" y="877996"/>
                  <a:pt x="5416134" y="873343"/>
                  <a:pt x="5411669" y="882292"/>
                </a:cubicBezTo>
                <a:cubicBezTo>
                  <a:pt x="5406832" y="871195"/>
                  <a:pt x="5404600" y="857592"/>
                  <a:pt x="5411669" y="846137"/>
                </a:cubicBezTo>
                <a:close/>
                <a:moveTo>
                  <a:pt x="5407664" y="820066"/>
                </a:moveTo>
                <a:cubicBezTo>
                  <a:pt x="5428055" y="817562"/>
                  <a:pt x="5423405" y="842604"/>
                  <a:pt x="5403013" y="837953"/>
                </a:cubicBezTo>
                <a:cubicBezTo>
                  <a:pt x="5407664" y="820066"/>
                  <a:pt x="5407664" y="820066"/>
                  <a:pt x="5407664" y="820066"/>
                </a:cubicBezTo>
                <a:close/>
                <a:moveTo>
                  <a:pt x="4599372" y="817995"/>
                </a:moveTo>
                <a:lnTo>
                  <a:pt x="4599372" y="826750"/>
                </a:lnTo>
                <a:cubicBezTo>
                  <a:pt x="4575925" y="824393"/>
                  <a:pt x="4575925" y="824393"/>
                  <a:pt x="4575925" y="824393"/>
                </a:cubicBezTo>
                <a:cubicBezTo>
                  <a:pt x="4578489" y="815975"/>
                  <a:pt x="4589846" y="817995"/>
                  <a:pt x="4599372" y="817995"/>
                </a:cubicBezTo>
                <a:close/>
                <a:moveTo>
                  <a:pt x="5451808" y="815975"/>
                </a:moveTo>
                <a:cubicBezTo>
                  <a:pt x="5458687" y="820737"/>
                  <a:pt x="5463393" y="815975"/>
                  <a:pt x="5467738" y="820737"/>
                </a:cubicBezTo>
                <a:cubicBezTo>
                  <a:pt x="5463393" y="825133"/>
                  <a:pt x="5465566" y="829896"/>
                  <a:pt x="5458687" y="834658"/>
                </a:cubicBezTo>
                <a:cubicBezTo>
                  <a:pt x="5456514" y="822935"/>
                  <a:pt x="5447463" y="822935"/>
                  <a:pt x="5451808" y="815975"/>
                </a:cubicBezTo>
                <a:close/>
                <a:moveTo>
                  <a:pt x="4804663" y="809625"/>
                </a:moveTo>
                <a:cubicBezTo>
                  <a:pt x="4839088" y="837021"/>
                  <a:pt x="4793430" y="846033"/>
                  <a:pt x="4797778" y="891814"/>
                </a:cubicBezTo>
                <a:cubicBezTo>
                  <a:pt x="4772775" y="873430"/>
                  <a:pt x="4802489" y="832335"/>
                  <a:pt x="4804663" y="809625"/>
                </a:cubicBezTo>
                <a:close/>
                <a:moveTo>
                  <a:pt x="4002838" y="803885"/>
                </a:moveTo>
                <a:cubicBezTo>
                  <a:pt x="4016759" y="808647"/>
                  <a:pt x="4009798" y="806449"/>
                  <a:pt x="4007600" y="806449"/>
                </a:cubicBezTo>
                <a:cubicBezTo>
                  <a:pt x="4007600" y="810845"/>
                  <a:pt x="3998075" y="801687"/>
                  <a:pt x="4002838" y="803885"/>
                </a:cubicBezTo>
                <a:close/>
                <a:moveTo>
                  <a:pt x="5500346" y="792747"/>
                </a:moveTo>
                <a:cubicBezTo>
                  <a:pt x="5498114" y="797454"/>
                  <a:pt x="5502579" y="797454"/>
                  <a:pt x="5507416" y="797454"/>
                </a:cubicBezTo>
                <a:cubicBezTo>
                  <a:pt x="5495509" y="803971"/>
                  <a:pt x="5502579" y="808677"/>
                  <a:pt x="5493277" y="810850"/>
                </a:cubicBezTo>
                <a:cubicBezTo>
                  <a:pt x="5483975" y="806505"/>
                  <a:pt x="5493277" y="790575"/>
                  <a:pt x="5500346" y="792747"/>
                </a:cubicBezTo>
                <a:close/>
                <a:moveTo>
                  <a:pt x="4977132" y="758825"/>
                </a:moveTo>
                <a:cubicBezTo>
                  <a:pt x="4993076" y="797811"/>
                  <a:pt x="4963362" y="850153"/>
                  <a:pt x="4960825" y="898164"/>
                </a:cubicBezTo>
                <a:cubicBezTo>
                  <a:pt x="4949592" y="893471"/>
                  <a:pt x="4937996" y="886612"/>
                  <a:pt x="4926763" y="881920"/>
                </a:cubicBezTo>
                <a:cubicBezTo>
                  <a:pt x="4928937" y="866036"/>
                  <a:pt x="4940170" y="884446"/>
                  <a:pt x="4953940" y="881920"/>
                </a:cubicBezTo>
                <a:cubicBezTo>
                  <a:pt x="4956477" y="829577"/>
                  <a:pt x="4960825" y="793118"/>
                  <a:pt x="4977132" y="758825"/>
                </a:cubicBezTo>
                <a:close/>
                <a:moveTo>
                  <a:pt x="5566847" y="755786"/>
                </a:moveTo>
                <a:lnTo>
                  <a:pt x="5566444" y="757378"/>
                </a:lnTo>
                <a:cubicBezTo>
                  <a:pt x="5565707" y="760284"/>
                  <a:pt x="5564697" y="764269"/>
                  <a:pt x="5563350" y="769583"/>
                </a:cubicBezTo>
                <a:cubicBezTo>
                  <a:pt x="5563350" y="769583"/>
                  <a:pt x="5564023" y="766926"/>
                  <a:pt x="5564865" y="763605"/>
                </a:cubicBezTo>
                <a:close/>
                <a:moveTo>
                  <a:pt x="5505231" y="755650"/>
                </a:moveTo>
                <a:cubicBezTo>
                  <a:pt x="5518550" y="759994"/>
                  <a:pt x="5505231" y="769046"/>
                  <a:pt x="5500675" y="775925"/>
                </a:cubicBezTo>
                <a:cubicBezTo>
                  <a:pt x="5491913" y="769046"/>
                  <a:pt x="5507334" y="762167"/>
                  <a:pt x="5505231" y="755650"/>
                </a:cubicBezTo>
                <a:close/>
                <a:moveTo>
                  <a:pt x="5567896" y="751650"/>
                </a:moveTo>
                <a:cubicBezTo>
                  <a:pt x="5568401" y="749657"/>
                  <a:pt x="5568064" y="750986"/>
                  <a:pt x="5567391" y="753642"/>
                </a:cubicBezTo>
                <a:lnTo>
                  <a:pt x="5566847" y="755786"/>
                </a:lnTo>
                <a:close/>
                <a:moveTo>
                  <a:pt x="5418991" y="747712"/>
                </a:moveTo>
                <a:cubicBezTo>
                  <a:pt x="5434413" y="763656"/>
                  <a:pt x="5407775" y="786485"/>
                  <a:pt x="5431959" y="800255"/>
                </a:cubicBezTo>
                <a:cubicBezTo>
                  <a:pt x="5427753" y="814024"/>
                  <a:pt x="5416537" y="798080"/>
                  <a:pt x="5414434" y="807139"/>
                </a:cubicBezTo>
                <a:cubicBezTo>
                  <a:pt x="5412331" y="798080"/>
                  <a:pt x="5414434" y="772715"/>
                  <a:pt x="5418991" y="747712"/>
                </a:cubicBezTo>
                <a:close/>
                <a:moveTo>
                  <a:pt x="5720277" y="746273"/>
                </a:moveTo>
                <a:cubicBezTo>
                  <a:pt x="5724668" y="748043"/>
                  <a:pt x="5725476" y="763851"/>
                  <a:pt x="5739204" y="757237"/>
                </a:cubicBezTo>
                <a:lnTo>
                  <a:pt x="5736692" y="772759"/>
                </a:lnTo>
                <a:cubicBezTo>
                  <a:pt x="5716234" y="761470"/>
                  <a:pt x="5698288" y="772759"/>
                  <a:pt x="5698288" y="750534"/>
                </a:cubicBezTo>
                <a:cubicBezTo>
                  <a:pt x="5698288" y="757237"/>
                  <a:pt x="5727719" y="759353"/>
                  <a:pt x="5714080" y="750534"/>
                </a:cubicBezTo>
                <a:cubicBezTo>
                  <a:pt x="5716951" y="746653"/>
                  <a:pt x="5718813" y="745683"/>
                  <a:pt x="5720277" y="746273"/>
                </a:cubicBezTo>
                <a:close/>
                <a:moveTo>
                  <a:pt x="4752138" y="741362"/>
                </a:moveTo>
                <a:cubicBezTo>
                  <a:pt x="4776321" y="741362"/>
                  <a:pt x="4778775" y="759509"/>
                  <a:pt x="4760900" y="761644"/>
                </a:cubicBezTo>
                <a:cubicBezTo>
                  <a:pt x="4770013" y="743853"/>
                  <a:pt x="4760900" y="752748"/>
                  <a:pt x="4752138" y="741362"/>
                </a:cubicBezTo>
                <a:close/>
                <a:moveTo>
                  <a:pt x="4565350" y="740419"/>
                </a:moveTo>
                <a:cubicBezTo>
                  <a:pt x="4589793" y="743024"/>
                  <a:pt x="4563225" y="750093"/>
                  <a:pt x="4574206" y="754930"/>
                </a:cubicBezTo>
                <a:cubicBezTo>
                  <a:pt x="4599003" y="738187"/>
                  <a:pt x="4578812" y="745256"/>
                  <a:pt x="4605734" y="757163"/>
                </a:cubicBezTo>
                <a:cubicBezTo>
                  <a:pt x="4596524" y="761628"/>
                  <a:pt x="4583062" y="761628"/>
                  <a:pt x="4567476" y="759395"/>
                </a:cubicBezTo>
                <a:cubicBezTo>
                  <a:pt x="4563225" y="757163"/>
                  <a:pt x="4565350" y="750093"/>
                  <a:pt x="4565350" y="740419"/>
                </a:cubicBezTo>
                <a:close/>
                <a:moveTo>
                  <a:pt x="5475408" y="738187"/>
                </a:moveTo>
                <a:cubicBezTo>
                  <a:pt x="5486794" y="742813"/>
                  <a:pt x="5473273" y="751708"/>
                  <a:pt x="5473273" y="758469"/>
                </a:cubicBezTo>
                <a:cubicBezTo>
                  <a:pt x="5466513" y="751708"/>
                  <a:pt x="5466513" y="744947"/>
                  <a:pt x="5475408" y="738187"/>
                </a:cubicBezTo>
                <a:close/>
                <a:moveTo>
                  <a:pt x="4810094" y="736600"/>
                </a:moveTo>
                <a:cubicBezTo>
                  <a:pt x="4843858" y="736600"/>
                  <a:pt x="4816846" y="748054"/>
                  <a:pt x="4826087" y="761299"/>
                </a:cubicBezTo>
                <a:cubicBezTo>
                  <a:pt x="4814714" y="763805"/>
                  <a:pt x="4807961" y="768100"/>
                  <a:pt x="4799076" y="772754"/>
                </a:cubicBezTo>
                <a:cubicBezTo>
                  <a:pt x="4796588" y="765953"/>
                  <a:pt x="4807961" y="754856"/>
                  <a:pt x="4810094" y="736600"/>
                </a:cubicBezTo>
                <a:close/>
                <a:moveTo>
                  <a:pt x="4661870" y="734511"/>
                </a:moveTo>
                <a:cubicBezTo>
                  <a:pt x="4665917" y="733659"/>
                  <a:pt x="4669373" y="733659"/>
                  <a:pt x="4672829" y="737067"/>
                </a:cubicBezTo>
                <a:cubicBezTo>
                  <a:pt x="4675012" y="743885"/>
                  <a:pt x="4670646" y="748549"/>
                  <a:pt x="4656822" y="743885"/>
                </a:cubicBezTo>
                <a:cubicBezTo>
                  <a:pt x="4681924" y="755367"/>
                  <a:pt x="4659005" y="773308"/>
                  <a:pt x="4654275" y="782278"/>
                </a:cubicBezTo>
                <a:cubicBezTo>
                  <a:pt x="4647363" y="764337"/>
                  <a:pt x="4652092" y="757520"/>
                  <a:pt x="4647363" y="737067"/>
                </a:cubicBezTo>
                <a:cubicBezTo>
                  <a:pt x="4653184" y="737067"/>
                  <a:pt x="4657822" y="735363"/>
                  <a:pt x="4661870" y="734511"/>
                </a:cubicBezTo>
                <a:close/>
                <a:moveTo>
                  <a:pt x="5383605" y="725487"/>
                </a:moveTo>
                <a:cubicBezTo>
                  <a:pt x="5370011" y="748553"/>
                  <a:pt x="5381101" y="761888"/>
                  <a:pt x="5374304" y="791801"/>
                </a:cubicBezTo>
                <a:cubicBezTo>
                  <a:pt x="5358563" y="778106"/>
                  <a:pt x="5365360" y="743867"/>
                  <a:pt x="5383605" y="725487"/>
                </a:cubicBezTo>
                <a:close/>
                <a:moveTo>
                  <a:pt x="4737369" y="725487"/>
                </a:moveTo>
                <a:cubicBezTo>
                  <a:pt x="4746287" y="730249"/>
                  <a:pt x="4764481" y="728051"/>
                  <a:pt x="4762341" y="737210"/>
                </a:cubicBezTo>
                <a:cubicBezTo>
                  <a:pt x="4753066" y="737210"/>
                  <a:pt x="4742007" y="735012"/>
                  <a:pt x="4739509" y="739408"/>
                </a:cubicBezTo>
                <a:cubicBezTo>
                  <a:pt x="4733088" y="739408"/>
                  <a:pt x="4737369" y="730249"/>
                  <a:pt x="4737369" y="725487"/>
                </a:cubicBezTo>
                <a:close/>
                <a:moveTo>
                  <a:pt x="4919213" y="715491"/>
                </a:moveTo>
                <a:cubicBezTo>
                  <a:pt x="4923063" y="714687"/>
                  <a:pt x="4927920" y="714709"/>
                  <a:pt x="4934215" y="715879"/>
                </a:cubicBezTo>
                <a:cubicBezTo>
                  <a:pt x="4931697" y="729556"/>
                  <a:pt x="4931697" y="743233"/>
                  <a:pt x="4940690" y="750071"/>
                </a:cubicBezTo>
                <a:cubicBezTo>
                  <a:pt x="4931697" y="756909"/>
                  <a:pt x="4918027" y="756909"/>
                  <a:pt x="4911192" y="765907"/>
                </a:cubicBezTo>
                <a:cubicBezTo>
                  <a:pt x="4904358" y="784263"/>
                  <a:pt x="4931697" y="802259"/>
                  <a:pt x="4904358" y="809098"/>
                </a:cubicBezTo>
                <a:cubicBezTo>
                  <a:pt x="4906876" y="815936"/>
                  <a:pt x="4911192" y="809098"/>
                  <a:pt x="4920545" y="811257"/>
                </a:cubicBezTo>
                <a:cubicBezTo>
                  <a:pt x="4897523" y="836452"/>
                  <a:pt x="4920545" y="861646"/>
                  <a:pt x="4900041" y="888640"/>
                </a:cubicBezTo>
                <a:cubicBezTo>
                  <a:pt x="4888530" y="877482"/>
                  <a:pt x="4895364" y="861646"/>
                  <a:pt x="4870543" y="854807"/>
                </a:cubicBezTo>
                <a:lnTo>
                  <a:pt x="4874983" y="831503"/>
                </a:lnTo>
                <a:lnTo>
                  <a:pt x="4869340" y="826326"/>
                </a:lnTo>
                <a:cubicBezTo>
                  <a:pt x="4867277" y="818295"/>
                  <a:pt x="4878054" y="807059"/>
                  <a:pt x="4874507" y="798512"/>
                </a:cubicBezTo>
                <a:cubicBezTo>
                  <a:pt x="4879145" y="800810"/>
                  <a:pt x="4882033" y="803245"/>
                  <a:pt x="4883648" y="805824"/>
                </a:cubicBezTo>
                <a:lnTo>
                  <a:pt x="4884387" y="809854"/>
                </a:lnTo>
                <a:lnTo>
                  <a:pt x="4887990" y="802889"/>
                </a:lnTo>
                <a:cubicBezTo>
                  <a:pt x="4895364" y="788672"/>
                  <a:pt x="4898782" y="776165"/>
                  <a:pt x="4881695" y="761228"/>
                </a:cubicBezTo>
                <a:cubicBezTo>
                  <a:pt x="4897523" y="772746"/>
                  <a:pt x="4897523" y="747911"/>
                  <a:pt x="4911192" y="743233"/>
                </a:cubicBezTo>
                <a:cubicBezTo>
                  <a:pt x="4909034" y="740713"/>
                  <a:pt x="4900041" y="740713"/>
                  <a:pt x="4900041" y="736394"/>
                </a:cubicBezTo>
                <a:cubicBezTo>
                  <a:pt x="4905167" y="727756"/>
                  <a:pt x="4907663" y="717903"/>
                  <a:pt x="4919213" y="715491"/>
                </a:cubicBezTo>
                <a:close/>
                <a:moveTo>
                  <a:pt x="4989116" y="695261"/>
                </a:moveTo>
                <a:cubicBezTo>
                  <a:pt x="4990263" y="699221"/>
                  <a:pt x="4989734" y="713817"/>
                  <a:pt x="4986382" y="736244"/>
                </a:cubicBezTo>
                <a:cubicBezTo>
                  <a:pt x="4961688" y="734108"/>
                  <a:pt x="4981796" y="720580"/>
                  <a:pt x="4981796" y="718088"/>
                </a:cubicBezTo>
                <a:cubicBezTo>
                  <a:pt x="4985147" y="697975"/>
                  <a:pt x="4987970" y="691300"/>
                  <a:pt x="4989116" y="695261"/>
                </a:cubicBezTo>
                <a:close/>
                <a:moveTo>
                  <a:pt x="5673366" y="691512"/>
                </a:moveTo>
                <a:cubicBezTo>
                  <a:pt x="5707454" y="688975"/>
                  <a:pt x="5671213" y="762200"/>
                  <a:pt x="5666548" y="780687"/>
                </a:cubicBezTo>
                <a:cubicBezTo>
                  <a:pt x="5655425" y="757850"/>
                  <a:pt x="5687001" y="721237"/>
                  <a:pt x="5673366" y="691512"/>
                </a:cubicBezTo>
                <a:close/>
                <a:moveTo>
                  <a:pt x="4814985" y="690428"/>
                </a:moveTo>
                <a:cubicBezTo>
                  <a:pt x="4837591" y="685800"/>
                  <a:pt x="4830773" y="708227"/>
                  <a:pt x="4823956" y="714990"/>
                </a:cubicBezTo>
                <a:cubicBezTo>
                  <a:pt x="4821803" y="723890"/>
                  <a:pt x="4839744" y="721754"/>
                  <a:pt x="4853379" y="721754"/>
                </a:cubicBezTo>
                <a:cubicBezTo>
                  <a:pt x="4844409" y="744181"/>
                  <a:pt x="4823956" y="717126"/>
                  <a:pt x="4806015" y="730653"/>
                </a:cubicBezTo>
                <a:cubicBezTo>
                  <a:pt x="4803503" y="728518"/>
                  <a:pt x="4808168" y="728518"/>
                  <a:pt x="4810321" y="728518"/>
                </a:cubicBezTo>
                <a:cubicBezTo>
                  <a:pt x="4814985" y="714990"/>
                  <a:pt x="4801350" y="703599"/>
                  <a:pt x="4814985" y="690428"/>
                </a:cubicBezTo>
                <a:close/>
                <a:moveTo>
                  <a:pt x="4922274" y="682625"/>
                </a:moveTo>
                <a:cubicBezTo>
                  <a:pt x="4924498" y="683251"/>
                  <a:pt x="4926032" y="685824"/>
                  <a:pt x="4926799" y="689331"/>
                </a:cubicBezTo>
                <a:lnTo>
                  <a:pt x="4926735" y="699482"/>
                </a:lnTo>
                <a:lnTo>
                  <a:pt x="4935925" y="700672"/>
                </a:lnTo>
                <a:cubicBezTo>
                  <a:pt x="4935380" y="703478"/>
                  <a:pt x="4933245" y="706013"/>
                  <a:pt x="4930417" y="707953"/>
                </a:cubicBezTo>
                <a:lnTo>
                  <a:pt x="4922684" y="710927"/>
                </a:lnTo>
                <a:lnTo>
                  <a:pt x="4921573" y="713482"/>
                </a:lnTo>
                <a:cubicBezTo>
                  <a:pt x="4918960" y="716676"/>
                  <a:pt x="4915424" y="718779"/>
                  <a:pt x="4910888" y="718779"/>
                </a:cubicBezTo>
                <a:lnTo>
                  <a:pt x="4913602" y="710160"/>
                </a:lnTo>
                <a:lnTo>
                  <a:pt x="4912314" y="709888"/>
                </a:lnTo>
                <a:cubicBezTo>
                  <a:pt x="4910304" y="708162"/>
                  <a:pt x="4909396" y="705198"/>
                  <a:pt x="4910486" y="700672"/>
                </a:cubicBezTo>
                <a:lnTo>
                  <a:pt x="4916844" y="699866"/>
                </a:lnTo>
                <a:close/>
                <a:moveTo>
                  <a:pt x="5638815" y="674687"/>
                </a:moveTo>
                <a:cubicBezTo>
                  <a:pt x="5638815" y="686196"/>
                  <a:pt x="5627834" y="681521"/>
                  <a:pt x="5625709" y="688354"/>
                </a:cubicBezTo>
                <a:cubicBezTo>
                  <a:pt x="5629960" y="702022"/>
                  <a:pt x="5641295" y="681521"/>
                  <a:pt x="5645546" y="695188"/>
                </a:cubicBezTo>
                <a:cubicBezTo>
                  <a:pt x="5632085" y="720365"/>
                  <a:pt x="5603038" y="674687"/>
                  <a:pt x="5638815" y="674687"/>
                </a:cubicBezTo>
                <a:close/>
                <a:moveTo>
                  <a:pt x="4666434" y="674687"/>
                </a:moveTo>
                <a:cubicBezTo>
                  <a:pt x="4696212" y="683994"/>
                  <a:pt x="4661713" y="692943"/>
                  <a:pt x="4671154" y="710842"/>
                </a:cubicBezTo>
                <a:cubicBezTo>
                  <a:pt x="4654813" y="708694"/>
                  <a:pt x="4671154" y="690795"/>
                  <a:pt x="4641013" y="695091"/>
                </a:cubicBezTo>
                <a:cubicBezTo>
                  <a:pt x="4654813" y="686142"/>
                  <a:pt x="4675512" y="692943"/>
                  <a:pt x="4666434" y="674687"/>
                </a:cubicBezTo>
                <a:close/>
                <a:moveTo>
                  <a:pt x="4852601" y="669925"/>
                </a:moveTo>
                <a:cubicBezTo>
                  <a:pt x="4881955" y="669925"/>
                  <a:pt x="4881955" y="669925"/>
                  <a:pt x="4881955" y="669925"/>
                </a:cubicBezTo>
                <a:cubicBezTo>
                  <a:pt x="4881955" y="674321"/>
                  <a:pt x="4845800" y="683845"/>
                  <a:pt x="4852601" y="669925"/>
                </a:cubicBezTo>
                <a:close/>
                <a:moveTo>
                  <a:pt x="4576651" y="669925"/>
                </a:moveTo>
                <a:cubicBezTo>
                  <a:pt x="4588262" y="672102"/>
                  <a:pt x="4574474" y="688068"/>
                  <a:pt x="4576651" y="694962"/>
                </a:cubicBezTo>
                <a:cubicBezTo>
                  <a:pt x="4563225" y="690608"/>
                  <a:pt x="4570119" y="678996"/>
                  <a:pt x="4576651" y="669925"/>
                </a:cubicBezTo>
                <a:close/>
                <a:moveTo>
                  <a:pt x="4948616" y="667844"/>
                </a:moveTo>
                <a:lnTo>
                  <a:pt x="4946383" y="681365"/>
                </a:lnTo>
                <a:cubicBezTo>
                  <a:pt x="4925175" y="683856"/>
                  <a:pt x="4927780" y="663575"/>
                  <a:pt x="4948616" y="667844"/>
                </a:cubicBezTo>
                <a:close/>
                <a:moveTo>
                  <a:pt x="4585147" y="627571"/>
                </a:moveTo>
                <a:cubicBezTo>
                  <a:pt x="4595086" y="629190"/>
                  <a:pt x="4602295" y="640840"/>
                  <a:pt x="4605735" y="646078"/>
                </a:cubicBezTo>
                <a:cubicBezTo>
                  <a:pt x="4599032" y="648284"/>
                  <a:pt x="4596563" y="653063"/>
                  <a:pt x="4594446" y="655269"/>
                </a:cubicBezTo>
                <a:cubicBezTo>
                  <a:pt x="4583157" y="650858"/>
                  <a:pt x="4594446" y="629903"/>
                  <a:pt x="4574338" y="629903"/>
                </a:cubicBezTo>
                <a:cubicBezTo>
                  <a:pt x="4578218" y="627605"/>
                  <a:pt x="4581834" y="627031"/>
                  <a:pt x="4585147" y="627571"/>
                </a:cubicBezTo>
                <a:close/>
                <a:moveTo>
                  <a:pt x="5522541" y="614362"/>
                </a:moveTo>
                <a:cubicBezTo>
                  <a:pt x="5529331" y="616516"/>
                  <a:pt x="5527187" y="621184"/>
                  <a:pt x="5531475" y="625493"/>
                </a:cubicBezTo>
                <a:cubicBezTo>
                  <a:pt x="5525042" y="634829"/>
                  <a:pt x="5518252" y="625493"/>
                  <a:pt x="5511461" y="630161"/>
                </a:cubicBezTo>
                <a:cubicBezTo>
                  <a:pt x="5527187" y="636984"/>
                  <a:pt x="5504671" y="650629"/>
                  <a:pt x="5518252" y="657451"/>
                </a:cubicBezTo>
                <a:cubicBezTo>
                  <a:pt x="5518252" y="652783"/>
                  <a:pt x="5525042" y="630161"/>
                  <a:pt x="5538266" y="639138"/>
                </a:cubicBezTo>
                <a:cubicBezTo>
                  <a:pt x="5527187" y="648115"/>
                  <a:pt x="5540768" y="671096"/>
                  <a:pt x="5515750" y="689050"/>
                </a:cubicBezTo>
                <a:cubicBezTo>
                  <a:pt x="5518252" y="695872"/>
                  <a:pt x="5529331" y="700540"/>
                  <a:pt x="5513606" y="709517"/>
                </a:cubicBezTo>
                <a:cubicBezTo>
                  <a:pt x="5520396" y="718494"/>
                  <a:pt x="5533977" y="725317"/>
                  <a:pt x="5529331" y="734653"/>
                </a:cubicBezTo>
                <a:cubicBezTo>
                  <a:pt x="5506815" y="725317"/>
                  <a:pt x="5508960" y="721008"/>
                  <a:pt x="5495379" y="721008"/>
                </a:cubicBezTo>
                <a:cubicBezTo>
                  <a:pt x="5497880" y="709517"/>
                  <a:pt x="5513606" y="714185"/>
                  <a:pt x="5508960" y="707363"/>
                </a:cubicBezTo>
                <a:cubicBezTo>
                  <a:pt x="5504671" y="702695"/>
                  <a:pt x="5502169" y="709517"/>
                  <a:pt x="5497880" y="707363"/>
                </a:cubicBezTo>
                <a:cubicBezTo>
                  <a:pt x="5508960" y="702695"/>
                  <a:pt x="5511461" y="698386"/>
                  <a:pt x="5500025" y="691563"/>
                </a:cubicBezTo>
                <a:cubicBezTo>
                  <a:pt x="5513606" y="668582"/>
                  <a:pt x="5506815" y="648115"/>
                  <a:pt x="5508960" y="628007"/>
                </a:cubicBezTo>
                <a:cubicBezTo>
                  <a:pt x="5472863" y="614362"/>
                  <a:pt x="5522541" y="634829"/>
                  <a:pt x="5522541" y="614362"/>
                </a:cubicBezTo>
                <a:close/>
                <a:moveTo>
                  <a:pt x="4968188" y="609600"/>
                </a:moveTo>
                <a:cubicBezTo>
                  <a:pt x="4972900" y="616401"/>
                  <a:pt x="4975075" y="625350"/>
                  <a:pt x="4981963" y="630004"/>
                </a:cubicBezTo>
                <a:cubicBezTo>
                  <a:pt x="4966013" y="627856"/>
                  <a:pt x="4950063" y="638953"/>
                  <a:pt x="4952238" y="625350"/>
                </a:cubicBezTo>
                <a:cubicBezTo>
                  <a:pt x="4938463" y="627856"/>
                  <a:pt x="4945350" y="632151"/>
                  <a:pt x="4945350" y="636805"/>
                </a:cubicBezTo>
                <a:cubicBezTo>
                  <a:pt x="4940638" y="645754"/>
                  <a:pt x="4945350" y="627856"/>
                  <a:pt x="4936288" y="630004"/>
                </a:cubicBezTo>
                <a:cubicBezTo>
                  <a:pt x="4938463" y="625350"/>
                  <a:pt x="4945350" y="623202"/>
                  <a:pt x="4943175" y="616401"/>
                </a:cubicBezTo>
                <a:cubicBezTo>
                  <a:pt x="4954413" y="618549"/>
                  <a:pt x="4970725" y="621054"/>
                  <a:pt x="4968188" y="609600"/>
                </a:cubicBezTo>
                <a:close/>
                <a:moveTo>
                  <a:pt x="5538397" y="601662"/>
                </a:moveTo>
                <a:cubicBezTo>
                  <a:pt x="5549845" y="601662"/>
                  <a:pt x="5549845" y="601662"/>
                  <a:pt x="5549845" y="601662"/>
                </a:cubicBezTo>
                <a:cubicBezTo>
                  <a:pt x="5551992" y="606248"/>
                  <a:pt x="5554496" y="610481"/>
                  <a:pt x="5554496" y="617184"/>
                </a:cubicBezTo>
                <a:cubicBezTo>
                  <a:pt x="5531600" y="612951"/>
                  <a:pt x="5556642" y="633059"/>
                  <a:pt x="5540901" y="639409"/>
                </a:cubicBezTo>
                <a:cubicBezTo>
                  <a:pt x="5534104" y="630590"/>
                  <a:pt x="5534104" y="606248"/>
                  <a:pt x="5538397" y="601662"/>
                </a:cubicBezTo>
                <a:close/>
                <a:moveTo>
                  <a:pt x="5493277" y="595312"/>
                </a:moveTo>
                <a:cubicBezTo>
                  <a:pt x="5507416" y="595312"/>
                  <a:pt x="5502579" y="615290"/>
                  <a:pt x="5495509" y="621949"/>
                </a:cubicBezTo>
                <a:cubicBezTo>
                  <a:pt x="5483975" y="619846"/>
                  <a:pt x="5495509" y="601971"/>
                  <a:pt x="5493277" y="595312"/>
                </a:cubicBezTo>
                <a:close/>
                <a:moveTo>
                  <a:pt x="5656926" y="587948"/>
                </a:moveTo>
                <a:cubicBezTo>
                  <a:pt x="5688860" y="587948"/>
                  <a:pt x="5688860" y="587948"/>
                  <a:pt x="5688860" y="587948"/>
                </a:cubicBezTo>
                <a:cubicBezTo>
                  <a:pt x="5693166" y="592631"/>
                  <a:pt x="5693166" y="599476"/>
                  <a:pt x="5691013" y="610643"/>
                </a:cubicBezTo>
                <a:cubicBezTo>
                  <a:pt x="5682043" y="606321"/>
                  <a:pt x="5691013" y="585787"/>
                  <a:pt x="5665896" y="592631"/>
                </a:cubicBezTo>
                <a:cubicBezTo>
                  <a:pt x="5688860" y="633699"/>
                  <a:pt x="5641138" y="642705"/>
                  <a:pt x="5675225" y="670083"/>
                </a:cubicBezTo>
                <a:cubicBezTo>
                  <a:pt x="5670561" y="670083"/>
                  <a:pt x="5670561" y="676928"/>
                  <a:pt x="5668408" y="679090"/>
                </a:cubicBezTo>
                <a:cubicBezTo>
                  <a:pt x="5663743" y="676928"/>
                  <a:pt x="5656926" y="674406"/>
                  <a:pt x="5647955" y="674406"/>
                </a:cubicBezTo>
                <a:cubicBezTo>
                  <a:pt x="5645444" y="633699"/>
                  <a:pt x="5659079" y="631177"/>
                  <a:pt x="5656926" y="587948"/>
                </a:cubicBezTo>
                <a:close/>
                <a:moveTo>
                  <a:pt x="5621403" y="584200"/>
                </a:moveTo>
                <a:cubicBezTo>
                  <a:pt x="5639301" y="600130"/>
                  <a:pt x="5619255" y="622940"/>
                  <a:pt x="5637154" y="641043"/>
                </a:cubicBezTo>
                <a:cubicBezTo>
                  <a:pt x="5612454" y="641043"/>
                  <a:pt x="5643955" y="650457"/>
                  <a:pt x="5635006" y="666388"/>
                </a:cubicBezTo>
                <a:cubicBezTo>
                  <a:pt x="5609948" y="657336"/>
                  <a:pt x="5623551" y="629819"/>
                  <a:pt x="5607800" y="607010"/>
                </a:cubicBezTo>
                <a:cubicBezTo>
                  <a:pt x="5632500" y="609182"/>
                  <a:pt x="5607800" y="588544"/>
                  <a:pt x="5621403" y="584200"/>
                </a:cubicBezTo>
                <a:close/>
                <a:moveTo>
                  <a:pt x="5588477" y="569912"/>
                </a:moveTo>
                <a:cubicBezTo>
                  <a:pt x="5594881" y="578861"/>
                  <a:pt x="5599507" y="599265"/>
                  <a:pt x="5590611" y="606067"/>
                </a:cubicBezTo>
                <a:cubicBezTo>
                  <a:pt x="5585986" y="599265"/>
                  <a:pt x="5579225" y="578861"/>
                  <a:pt x="5588477" y="569912"/>
                </a:cubicBezTo>
                <a:close/>
                <a:moveTo>
                  <a:pt x="4951653" y="556883"/>
                </a:moveTo>
                <a:cubicBezTo>
                  <a:pt x="4953728" y="559735"/>
                  <a:pt x="4951619" y="571144"/>
                  <a:pt x="4948081" y="571144"/>
                </a:cubicBezTo>
                <a:cubicBezTo>
                  <a:pt x="4929938" y="568653"/>
                  <a:pt x="4952798" y="566518"/>
                  <a:pt x="4948081" y="557622"/>
                </a:cubicBezTo>
                <a:cubicBezTo>
                  <a:pt x="4949804" y="555932"/>
                  <a:pt x="4950961" y="555932"/>
                  <a:pt x="4951653" y="556883"/>
                </a:cubicBezTo>
                <a:close/>
                <a:moveTo>
                  <a:pt x="4985997" y="554037"/>
                </a:moveTo>
                <a:cubicBezTo>
                  <a:pt x="4992594" y="556518"/>
                  <a:pt x="4988080" y="563254"/>
                  <a:pt x="4994678" y="563254"/>
                </a:cubicBezTo>
                <a:cubicBezTo>
                  <a:pt x="4985997" y="565381"/>
                  <a:pt x="4992594" y="590195"/>
                  <a:pt x="4983913" y="585587"/>
                </a:cubicBezTo>
                <a:cubicBezTo>
                  <a:pt x="4985997" y="576724"/>
                  <a:pt x="4985997" y="565381"/>
                  <a:pt x="4985997" y="554037"/>
                </a:cubicBezTo>
                <a:close/>
                <a:moveTo>
                  <a:pt x="5008960" y="546005"/>
                </a:moveTo>
                <a:lnTo>
                  <a:pt x="5008960" y="566473"/>
                </a:lnTo>
                <a:cubicBezTo>
                  <a:pt x="4993438" y="571141"/>
                  <a:pt x="4993438" y="541337"/>
                  <a:pt x="5008960" y="546005"/>
                </a:cubicBezTo>
                <a:close/>
                <a:moveTo>
                  <a:pt x="5586238" y="537135"/>
                </a:moveTo>
                <a:cubicBezTo>
                  <a:pt x="5613788" y="534987"/>
                  <a:pt x="5595300" y="564340"/>
                  <a:pt x="5584063" y="571142"/>
                </a:cubicBezTo>
                <a:cubicBezTo>
                  <a:pt x="5568113" y="564340"/>
                  <a:pt x="5590950" y="550737"/>
                  <a:pt x="5586238" y="537135"/>
                </a:cubicBezTo>
                <a:close/>
                <a:moveTo>
                  <a:pt x="4939191" y="535561"/>
                </a:moveTo>
                <a:cubicBezTo>
                  <a:pt x="4950621" y="535869"/>
                  <a:pt x="4963230" y="539221"/>
                  <a:pt x="4964500" y="543630"/>
                </a:cubicBezTo>
                <a:cubicBezTo>
                  <a:pt x="4920957" y="545747"/>
                  <a:pt x="4920957" y="545747"/>
                  <a:pt x="4920957" y="545747"/>
                </a:cubicBezTo>
                <a:cubicBezTo>
                  <a:pt x="4917510" y="537986"/>
                  <a:pt x="4927761" y="535252"/>
                  <a:pt x="4939191" y="535561"/>
                </a:cubicBezTo>
                <a:close/>
                <a:moveTo>
                  <a:pt x="4882812" y="527050"/>
                </a:moveTo>
                <a:cubicBezTo>
                  <a:pt x="4901006" y="529282"/>
                  <a:pt x="4889591" y="540816"/>
                  <a:pt x="4887450" y="550490"/>
                </a:cubicBezTo>
                <a:cubicBezTo>
                  <a:pt x="4869613" y="547885"/>
                  <a:pt x="4887450" y="540816"/>
                  <a:pt x="4882812" y="527050"/>
                </a:cubicBezTo>
                <a:close/>
                <a:moveTo>
                  <a:pt x="5366922" y="525462"/>
                </a:moveTo>
                <a:cubicBezTo>
                  <a:pt x="5378828" y="545842"/>
                  <a:pt x="5373991" y="575161"/>
                  <a:pt x="5371759" y="604479"/>
                </a:cubicBezTo>
                <a:cubicBezTo>
                  <a:pt x="5355388" y="604479"/>
                  <a:pt x="5355388" y="604479"/>
                  <a:pt x="5355388" y="604479"/>
                </a:cubicBezTo>
                <a:cubicBezTo>
                  <a:pt x="5366922" y="579809"/>
                  <a:pt x="5357620" y="545842"/>
                  <a:pt x="5366922" y="525462"/>
                </a:cubicBezTo>
                <a:close/>
                <a:moveTo>
                  <a:pt x="4874188" y="511175"/>
                </a:moveTo>
                <a:cubicBezTo>
                  <a:pt x="4883526" y="520482"/>
                  <a:pt x="4876429" y="543033"/>
                  <a:pt x="4864850" y="547329"/>
                </a:cubicBezTo>
                <a:cubicBezTo>
                  <a:pt x="4867091" y="540528"/>
                  <a:pt x="4869706" y="524777"/>
                  <a:pt x="4874188" y="511175"/>
                </a:cubicBezTo>
                <a:close/>
                <a:moveTo>
                  <a:pt x="5688763" y="490537"/>
                </a:moveTo>
                <a:cubicBezTo>
                  <a:pt x="5693117" y="495205"/>
                  <a:pt x="5702189" y="495205"/>
                  <a:pt x="5711623" y="495205"/>
                </a:cubicBezTo>
                <a:cubicBezTo>
                  <a:pt x="5713800" y="508850"/>
                  <a:pt x="5702189" y="508850"/>
                  <a:pt x="5697834" y="520341"/>
                </a:cubicBezTo>
                <a:cubicBezTo>
                  <a:pt x="5688763" y="515673"/>
                  <a:pt x="5688763" y="504182"/>
                  <a:pt x="5688763" y="490537"/>
                </a:cubicBezTo>
                <a:close/>
                <a:moveTo>
                  <a:pt x="4944931" y="460375"/>
                </a:moveTo>
                <a:cubicBezTo>
                  <a:pt x="4947047" y="473780"/>
                  <a:pt x="4918119" y="475897"/>
                  <a:pt x="4909300" y="469547"/>
                </a:cubicBezTo>
                <a:cubicBezTo>
                  <a:pt x="4913886" y="462844"/>
                  <a:pt x="4936111" y="464961"/>
                  <a:pt x="4944931" y="460375"/>
                </a:cubicBezTo>
                <a:close/>
                <a:moveTo>
                  <a:pt x="5663010" y="458787"/>
                </a:moveTo>
                <a:cubicBezTo>
                  <a:pt x="5674299" y="470398"/>
                  <a:pt x="5685235" y="488541"/>
                  <a:pt x="5676416" y="504507"/>
                </a:cubicBezTo>
                <a:cubicBezTo>
                  <a:pt x="5654191" y="509224"/>
                  <a:pt x="5671830" y="472575"/>
                  <a:pt x="5647488" y="476930"/>
                </a:cubicBezTo>
                <a:cubicBezTo>
                  <a:pt x="5647488" y="472575"/>
                  <a:pt x="5654191" y="474752"/>
                  <a:pt x="5658424" y="472575"/>
                </a:cubicBezTo>
                <a:cubicBezTo>
                  <a:pt x="5665127" y="472575"/>
                  <a:pt x="5663010" y="463504"/>
                  <a:pt x="5663010" y="458787"/>
                </a:cubicBezTo>
                <a:close/>
                <a:moveTo>
                  <a:pt x="5126578" y="442912"/>
                </a:moveTo>
                <a:cubicBezTo>
                  <a:pt x="5128734" y="445037"/>
                  <a:pt x="5135564" y="445037"/>
                  <a:pt x="5142393" y="445037"/>
                </a:cubicBezTo>
                <a:cubicBezTo>
                  <a:pt x="5140236" y="456373"/>
                  <a:pt x="5147066" y="458498"/>
                  <a:pt x="5144550" y="469834"/>
                </a:cubicBezTo>
                <a:cubicBezTo>
                  <a:pt x="5135564" y="467354"/>
                  <a:pt x="5119749" y="474085"/>
                  <a:pt x="5128734" y="476210"/>
                </a:cubicBezTo>
                <a:cubicBezTo>
                  <a:pt x="5124062" y="482941"/>
                  <a:pt x="5110403" y="467354"/>
                  <a:pt x="5112919" y="485421"/>
                </a:cubicBezTo>
                <a:cubicBezTo>
                  <a:pt x="5099261" y="485421"/>
                  <a:pt x="5108247" y="469834"/>
                  <a:pt x="5090275" y="471959"/>
                </a:cubicBezTo>
                <a:cubicBezTo>
                  <a:pt x="5112919" y="463103"/>
                  <a:pt x="5117233" y="458498"/>
                  <a:pt x="5126578" y="442912"/>
                </a:cubicBezTo>
                <a:close/>
                <a:moveTo>
                  <a:pt x="4949781" y="415925"/>
                </a:moveTo>
                <a:cubicBezTo>
                  <a:pt x="4967680" y="415925"/>
                  <a:pt x="4951929" y="429330"/>
                  <a:pt x="4945128" y="431447"/>
                </a:cubicBezTo>
                <a:cubicBezTo>
                  <a:pt x="4931525" y="427214"/>
                  <a:pt x="4954077" y="424744"/>
                  <a:pt x="4949781" y="415925"/>
                </a:cubicBezTo>
                <a:close/>
                <a:moveTo>
                  <a:pt x="5127012" y="388937"/>
                </a:moveTo>
                <a:cubicBezTo>
                  <a:pt x="5135955" y="395842"/>
                  <a:pt x="5135955" y="402746"/>
                  <a:pt x="5131305" y="414375"/>
                </a:cubicBezTo>
                <a:cubicBezTo>
                  <a:pt x="5110913" y="418736"/>
                  <a:pt x="5122361" y="393661"/>
                  <a:pt x="5127012" y="388937"/>
                </a:cubicBezTo>
                <a:close/>
                <a:moveTo>
                  <a:pt x="5651721" y="344487"/>
                </a:moveTo>
                <a:cubicBezTo>
                  <a:pt x="5658424" y="346622"/>
                  <a:pt x="5663010" y="358008"/>
                  <a:pt x="5656307" y="364769"/>
                </a:cubicBezTo>
                <a:cubicBezTo>
                  <a:pt x="5647488" y="362634"/>
                  <a:pt x="5654191" y="349113"/>
                  <a:pt x="5651721" y="344487"/>
                </a:cubicBezTo>
                <a:close/>
                <a:moveTo>
                  <a:pt x="4897825" y="325437"/>
                </a:moveTo>
                <a:cubicBezTo>
                  <a:pt x="4897825" y="335111"/>
                  <a:pt x="4888739" y="339576"/>
                  <a:pt x="4893464" y="348878"/>
                </a:cubicBezTo>
                <a:cubicBezTo>
                  <a:pt x="4877110" y="337343"/>
                  <a:pt x="4868025" y="337343"/>
                  <a:pt x="4897825" y="325437"/>
                </a:cubicBezTo>
                <a:close/>
                <a:moveTo>
                  <a:pt x="5705420" y="287933"/>
                </a:moveTo>
                <a:cubicBezTo>
                  <a:pt x="5707567" y="294845"/>
                  <a:pt x="5700769" y="297028"/>
                  <a:pt x="5700769" y="303940"/>
                </a:cubicBezTo>
                <a:cubicBezTo>
                  <a:pt x="5709713" y="301757"/>
                  <a:pt x="5709713" y="306486"/>
                  <a:pt x="5712217" y="310852"/>
                </a:cubicBezTo>
                <a:cubicBezTo>
                  <a:pt x="5693972" y="320311"/>
                  <a:pt x="5687175" y="285750"/>
                  <a:pt x="5705420" y="287933"/>
                </a:cubicBezTo>
                <a:close/>
                <a:moveTo>
                  <a:pt x="4972903" y="284162"/>
                </a:moveTo>
                <a:cubicBezTo>
                  <a:pt x="4988325" y="290984"/>
                  <a:pt x="4975006" y="307143"/>
                  <a:pt x="4970800" y="313966"/>
                </a:cubicBezTo>
                <a:cubicBezTo>
                  <a:pt x="4961688" y="309298"/>
                  <a:pt x="4977460" y="295652"/>
                  <a:pt x="4972903" y="284162"/>
                </a:cubicBezTo>
                <a:close/>
                <a:moveTo>
                  <a:pt x="5561763" y="279400"/>
                </a:moveTo>
                <a:cubicBezTo>
                  <a:pt x="5575684" y="279400"/>
                  <a:pt x="5573119" y="292956"/>
                  <a:pt x="5573119" y="306512"/>
                </a:cubicBezTo>
                <a:cubicBezTo>
                  <a:pt x="5552238" y="310793"/>
                  <a:pt x="5554802" y="288318"/>
                  <a:pt x="5561763" y="279400"/>
                </a:cubicBezTo>
                <a:close/>
                <a:moveTo>
                  <a:pt x="5562135" y="228600"/>
                </a:moveTo>
                <a:cubicBezTo>
                  <a:pt x="5591566" y="235401"/>
                  <a:pt x="5562135" y="251151"/>
                  <a:pt x="5573262" y="264754"/>
                </a:cubicBezTo>
                <a:cubicBezTo>
                  <a:pt x="5557469" y="264754"/>
                  <a:pt x="5557469" y="264754"/>
                  <a:pt x="5557469" y="264754"/>
                </a:cubicBezTo>
                <a:cubicBezTo>
                  <a:pt x="5559623" y="255805"/>
                  <a:pt x="5550650" y="232895"/>
                  <a:pt x="5562135" y="228600"/>
                </a:cubicBezTo>
                <a:close/>
                <a:moveTo>
                  <a:pt x="5634066" y="226545"/>
                </a:moveTo>
                <a:cubicBezTo>
                  <a:pt x="5644931" y="222250"/>
                  <a:pt x="5642828" y="244801"/>
                  <a:pt x="5649488" y="235852"/>
                </a:cubicBezTo>
                <a:cubicBezTo>
                  <a:pt x="5658250" y="235852"/>
                  <a:pt x="5651590" y="251603"/>
                  <a:pt x="5654044" y="258404"/>
                </a:cubicBezTo>
                <a:cubicBezTo>
                  <a:pt x="5647385" y="253750"/>
                  <a:pt x="5647385" y="244801"/>
                  <a:pt x="5634066" y="244801"/>
                </a:cubicBezTo>
                <a:cubicBezTo>
                  <a:pt x="5642828" y="238000"/>
                  <a:pt x="5631613" y="235852"/>
                  <a:pt x="5634066" y="226545"/>
                </a:cubicBezTo>
                <a:close/>
                <a:moveTo>
                  <a:pt x="4993301" y="220662"/>
                </a:moveTo>
                <a:cubicBezTo>
                  <a:pt x="5002196" y="227484"/>
                  <a:pt x="5008957" y="241130"/>
                  <a:pt x="5000061" y="250466"/>
                </a:cubicBezTo>
                <a:cubicBezTo>
                  <a:pt x="4988675" y="247952"/>
                  <a:pt x="5000061" y="234307"/>
                  <a:pt x="4993301" y="220662"/>
                </a:cubicBezTo>
                <a:close/>
                <a:moveTo>
                  <a:pt x="5682060" y="215900"/>
                </a:moveTo>
                <a:cubicBezTo>
                  <a:pt x="5677474" y="238459"/>
                  <a:pt x="5677474" y="270328"/>
                  <a:pt x="5679591" y="310792"/>
                </a:cubicBezTo>
                <a:cubicBezTo>
                  <a:pt x="5675357" y="308643"/>
                  <a:pt x="5650663" y="224852"/>
                  <a:pt x="5682060" y="215900"/>
                </a:cubicBezTo>
                <a:close/>
                <a:moveTo>
                  <a:pt x="4653581" y="210719"/>
                </a:moveTo>
                <a:cubicBezTo>
                  <a:pt x="4671648" y="206375"/>
                  <a:pt x="4662792" y="224477"/>
                  <a:pt x="4685109" y="215426"/>
                </a:cubicBezTo>
                <a:cubicBezTo>
                  <a:pt x="4680504" y="222305"/>
                  <a:pt x="4671648" y="226650"/>
                  <a:pt x="4660312" y="226650"/>
                </a:cubicBezTo>
                <a:cubicBezTo>
                  <a:pt x="4653581" y="222305"/>
                  <a:pt x="4642600" y="219771"/>
                  <a:pt x="4653581" y="210719"/>
                </a:cubicBezTo>
                <a:close/>
                <a:moveTo>
                  <a:pt x="6080169" y="208429"/>
                </a:moveTo>
                <a:cubicBezTo>
                  <a:pt x="6084403" y="201612"/>
                  <a:pt x="6093222" y="251488"/>
                  <a:pt x="6077700" y="253641"/>
                </a:cubicBezTo>
                <a:cubicBezTo>
                  <a:pt x="6080169" y="242517"/>
                  <a:pt x="6080169" y="228882"/>
                  <a:pt x="6080169" y="208429"/>
                </a:cubicBezTo>
                <a:close/>
                <a:moveTo>
                  <a:pt x="4995025" y="207351"/>
                </a:moveTo>
                <a:cubicBezTo>
                  <a:pt x="5008947" y="204787"/>
                  <a:pt x="5006748" y="213945"/>
                  <a:pt x="5008947" y="223470"/>
                </a:cubicBezTo>
                <a:cubicBezTo>
                  <a:pt x="5001986" y="218708"/>
                  <a:pt x="4997590" y="213945"/>
                  <a:pt x="4995025" y="207351"/>
                </a:cubicBezTo>
                <a:close/>
                <a:moveTo>
                  <a:pt x="4975318" y="206090"/>
                </a:moveTo>
                <a:cubicBezTo>
                  <a:pt x="4976920" y="208988"/>
                  <a:pt x="4976783" y="220782"/>
                  <a:pt x="4981962" y="222669"/>
                </a:cubicBezTo>
                <a:cubicBezTo>
                  <a:pt x="4968152" y="222669"/>
                  <a:pt x="4968152" y="222669"/>
                  <a:pt x="4968152" y="222669"/>
                </a:cubicBezTo>
                <a:cubicBezTo>
                  <a:pt x="4965972" y="240641"/>
                  <a:pt x="4981962" y="240641"/>
                  <a:pt x="4979781" y="256815"/>
                </a:cubicBezTo>
                <a:cubicBezTo>
                  <a:pt x="4952163" y="249986"/>
                  <a:pt x="4965972" y="222669"/>
                  <a:pt x="4972877" y="206854"/>
                </a:cubicBezTo>
                <a:cubicBezTo>
                  <a:pt x="4974058" y="205147"/>
                  <a:pt x="4974785" y="205124"/>
                  <a:pt x="4975318" y="206090"/>
                </a:cubicBezTo>
                <a:close/>
                <a:moveTo>
                  <a:pt x="4832750" y="201612"/>
                </a:moveTo>
                <a:cubicBezTo>
                  <a:pt x="4830296" y="208573"/>
                  <a:pt x="4819431" y="212969"/>
                  <a:pt x="4808216" y="215533"/>
                </a:cubicBezTo>
                <a:cubicBezTo>
                  <a:pt x="4806113" y="206374"/>
                  <a:pt x="4819431" y="203810"/>
                  <a:pt x="4832750" y="201612"/>
                </a:cubicBezTo>
                <a:close/>
                <a:moveTo>
                  <a:pt x="4991010" y="186714"/>
                </a:moveTo>
                <a:cubicBezTo>
                  <a:pt x="5002589" y="184150"/>
                  <a:pt x="4998107" y="198071"/>
                  <a:pt x="5000348" y="205031"/>
                </a:cubicBezTo>
                <a:cubicBezTo>
                  <a:pt x="4983913" y="207595"/>
                  <a:pt x="4991010" y="191110"/>
                  <a:pt x="4991010" y="186714"/>
                </a:cubicBezTo>
                <a:close/>
                <a:moveTo>
                  <a:pt x="5745879" y="179387"/>
                </a:moveTo>
                <a:cubicBezTo>
                  <a:pt x="5775711" y="179387"/>
                  <a:pt x="5748062" y="190652"/>
                  <a:pt x="5752792" y="207006"/>
                </a:cubicBezTo>
                <a:cubicBezTo>
                  <a:pt x="5741150" y="209186"/>
                  <a:pt x="5750245" y="188472"/>
                  <a:pt x="5745879" y="179387"/>
                </a:cubicBezTo>
                <a:close/>
                <a:moveTo>
                  <a:pt x="5623675" y="163512"/>
                </a:moveTo>
                <a:cubicBezTo>
                  <a:pt x="5632834" y="165628"/>
                  <a:pt x="5637597" y="170215"/>
                  <a:pt x="5637597" y="179034"/>
                </a:cubicBezTo>
                <a:cubicBezTo>
                  <a:pt x="5628438" y="176565"/>
                  <a:pt x="5626240" y="172331"/>
                  <a:pt x="5623675" y="163512"/>
                </a:cubicBezTo>
                <a:close/>
                <a:moveTo>
                  <a:pt x="4896247" y="160747"/>
                </a:moveTo>
                <a:cubicBezTo>
                  <a:pt x="4894131" y="174269"/>
                  <a:pt x="4871906" y="167508"/>
                  <a:pt x="4858500" y="167508"/>
                </a:cubicBezTo>
                <a:cubicBezTo>
                  <a:pt x="4867319" y="153987"/>
                  <a:pt x="4882842" y="167508"/>
                  <a:pt x="4896247" y="160747"/>
                </a:cubicBezTo>
                <a:close/>
                <a:moveTo>
                  <a:pt x="5596286" y="157162"/>
                </a:moveTo>
                <a:cubicBezTo>
                  <a:pt x="5619544" y="166087"/>
                  <a:pt x="5612639" y="206785"/>
                  <a:pt x="5621725" y="231418"/>
                </a:cubicBezTo>
                <a:cubicBezTo>
                  <a:pt x="5591925" y="229276"/>
                  <a:pt x="5610095" y="177154"/>
                  <a:pt x="5596286" y="157162"/>
                </a:cubicBezTo>
                <a:close/>
                <a:moveTo>
                  <a:pt x="4958786" y="152400"/>
                </a:moveTo>
                <a:cubicBezTo>
                  <a:pt x="4967682" y="152400"/>
                  <a:pt x="4960921" y="165921"/>
                  <a:pt x="4965547" y="172681"/>
                </a:cubicBezTo>
                <a:cubicBezTo>
                  <a:pt x="4958786" y="165921"/>
                  <a:pt x="4947400" y="159160"/>
                  <a:pt x="4958786" y="152400"/>
                </a:cubicBezTo>
                <a:close/>
                <a:moveTo>
                  <a:pt x="4710863" y="125412"/>
                </a:moveTo>
                <a:cubicBezTo>
                  <a:pt x="4719958" y="130175"/>
                  <a:pt x="4745424" y="120650"/>
                  <a:pt x="4745424" y="134571"/>
                </a:cubicBezTo>
                <a:cubicBezTo>
                  <a:pt x="4731600" y="134571"/>
                  <a:pt x="4710863" y="139333"/>
                  <a:pt x="4710863" y="125412"/>
                </a:cubicBezTo>
                <a:close/>
                <a:moveTo>
                  <a:pt x="5644313" y="122237"/>
                </a:moveTo>
                <a:cubicBezTo>
                  <a:pt x="5656036" y="122237"/>
                  <a:pt x="5649075" y="136431"/>
                  <a:pt x="5662997" y="131575"/>
                </a:cubicBezTo>
                <a:cubicBezTo>
                  <a:pt x="5662997" y="133816"/>
                  <a:pt x="5660432" y="133816"/>
                  <a:pt x="5658234" y="133816"/>
                </a:cubicBezTo>
                <a:cubicBezTo>
                  <a:pt x="5658234" y="140913"/>
                  <a:pt x="5658234" y="140913"/>
                  <a:pt x="5658234" y="140913"/>
                </a:cubicBezTo>
                <a:cubicBezTo>
                  <a:pt x="5649075" y="138672"/>
                  <a:pt x="5646511" y="131575"/>
                  <a:pt x="5644313" y="122237"/>
                </a:cubicBezTo>
                <a:close/>
                <a:moveTo>
                  <a:pt x="6085387" y="106362"/>
                </a:moveTo>
                <a:cubicBezTo>
                  <a:pt x="6094787" y="115311"/>
                  <a:pt x="6090275" y="131062"/>
                  <a:pt x="6090275" y="142517"/>
                </a:cubicBezTo>
                <a:cubicBezTo>
                  <a:pt x="6080875" y="137863"/>
                  <a:pt x="6087643" y="117459"/>
                  <a:pt x="6085387" y="106362"/>
                </a:cubicBezTo>
                <a:close/>
                <a:moveTo>
                  <a:pt x="4654928" y="95250"/>
                </a:moveTo>
                <a:cubicBezTo>
                  <a:pt x="4645626" y="102162"/>
                  <a:pt x="4645626" y="115986"/>
                  <a:pt x="4647859" y="129811"/>
                </a:cubicBezTo>
                <a:cubicBezTo>
                  <a:pt x="4643394" y="129811"/>
                  <a:pt x="4638557" y="127264"/>
                  <a:pt x="4631488" y="129811"/>
                </a:cubicBezTo>
                <a:cubicBezTo>
                  <a:pt x="4640790" y="115986"/>
                  <a:pt x="4640790" y="113440"/>
                  <a:pt x="4633720" y="99979"/>
                </a:cubicBezTo>
                <a:cubicBezTo>
                  <a:pt x="4654928" y="95250"/>
                  <a:pt x="4654928" y="95250"/>
                  <a:pt x="4654928" y="95250"/>
                </a:cubicBezTo>
                <a:close/>
                <a:moveTo>
                  <a:pt x="5537070" y="42862"/>
                </a:moveTo>
                <a:cubicBezTo>
                  <a:pt x="5543975" y="42862"/>
                  <a:pt x="5543975" y="49171"/>
                  <a:pt x="5537070" y="51624"/>
                </a:cubicBezTo>
                <a:cubicBezTo>
                  <a:pt x="5539251" y="53727"/>
                  <a:pt x="5543975" y="58283"/>
                  <a:pt x="5548700" y="58283"/>
                </a:cubicBezTo>
                <a:cubicBezTo>
                  <a:pt x="5546156" y="64943"/>
                  <a:pt x="5537070" y="67046"/>
                  <a:pt x="5527985" y="69499"/>
                </a:cubicBezTo>
                <a:cubicBezTo>
                  <a:pt x="5518900" y="53727"/>
                  <a:pt x="5539251" y="53727"/>
                  <a:pt x="5537070" y="42862"/>
                </a:cubicBezTo>
                <a:close/>
                <a:moveTo>
                  <a:pt x="5664004" y="36512"/>
                </a:moveTo>
                <a:cubicBezTo>
                  <a:pt x="5666176" y="59431"/>
                  <a:pt x="5666176" y="59431"/>
                  <a:pt x="5666176" y="59431"/>
                </a:cubicBezTo>
                <a:cubicBezTo>
                  <a:pt x="5661831" y="57248"/>
                  <a:pt x="5657124" y="54702"/>
                  <a:pt x="5650245" y="57248"/>
                </a:cubicBezTo>
                <a:lnTo>
                  <a:pt x="5650245" y="71073"/>
                </a:lnTo>
                <a:cubicBezTo>
                  <a:pt x="5625263" y="71073"/>
                  <a:pt x="5652418" y="38695"/>
                  <a:pt x="5664004" y="36512"/>
                </a:cubicBezTo>
                <a:close/>
                <a:moveTo>
                  <a:pt x="5589727" y="33337"/>
                </a:moveTo>
                <a:cubicBezTo>
                  <a:pt x="5603282" y="51596"/>
                  <a:pt x="5603282" y="83103"/>
                  <a:pt x="5605847" y="117117"/>
                </a:cubicBezTo>
                <a:cubicBezTo>
                  <a:pt x="5591925" y="92412"/>
                  <a:pt x="5587163" y="69856"/>
                  <a:pt x="5589727" y="33337"/>
                </a:cubicBezTo>
                <a:close/>
                <a:moveTo>
                  <a:pt x="5217443" y="31750"/>
                </a:moveTo>
                <a:cubicBezTo>
                  <a:pt x="5219977" y="33933"/>
                  <a:pt x="5231201" y="31750"/>
                  <a:pt x="5231201" y="38662"/>
                </a:cubicBezTo>
                <a:cubicBezTo>
                  <a:pt x="5213098" y="40845"/>
                  <a:pt x="5199340" y="66311"/>
                  <a:pt x="5190288" y="49940"/>
                </a:cubicBezTo>
                <a:cubicBezTo>
                  <a:pt x="5194633" y="49940"/>
                  <a:pt x="5201512" y="49940"/>
                  <a:pt x="5208391" y="47757"/>
                </a:cubicBezTo>
                <a:cubicBezTo>
                  <a:pt x="5206219" y="36479"/>
                  <a:pt x="5206219" y="36479"/>
                  <a:pt x="5206219" y="36479"/>
                </a:cubicBezTo>
                <a:cubicBezTo>
                  <a:pt x="5210563" y="33933"/>
                  <a:pt x="5217443" y="33933"/>
                  <a:pt x="5217443" y="31750"/>
                </a:cubicBezTo>
                <a:close/>
                <a:moveTo>
                  <a:pt x="5677271" y="0"/>
                </a:moveTo>
                <a:cubicBezTo>
                  <a:pt x="5704283" y="20028"/>
                  <a:pt x="5677271" y="63305"/>
                  <a:pt x="5699662" y="90129"/>
                </a:cubicBezTo>
                <a:cubicBezTo>
                  <a:pt x="5657013" y="76538"/>
                  <a:pt x="5692909" y="36123"/>
                  <a:pt x="5677271" y="0"/>
                </a:cubicBezTo>
                <a:close/>
                <a:moveTo>
                  <a:pt x="5158538" y="0"/>
                </a:moveTo>
                <a:cubicBezTo>
                  <a:pt x="5163094" y="0"/>
                  <a:pt x="5160991" y="2140"/>
                  <a:pt x="5163094" y="4281"/>
                </a:cubicBezTo>
                <a:cubicBezTo>
                  <a:pt x="5171856" y="4281"/>
                  <a:pt x="5185175" y="15696"/>
                  <a:pt x="5185175" y="31393"/>
                </a:cubicBezTo>
                <a:cubicBezTo>
                  <a:pt x="5178515" y="17837"/>
                  <a:pt x="5160991" y="15696"/>
                  <a:pt x="5158538" y="0"/>
                </a:cubicBezTo>
                <a:close/>
              </a:path>
            </a:pathLst>
          </a:custGeom>
          <a:blipFill dpi="0" rotWithShape="1">
            <a:blip r:embed="rId2"/>
            <a:srcRect/>
            <a:stretch>
              <a:fillRect/>
            </a:stretch>
          </a:blipFill>
          <a:ln>
            <a:noFill/>
          </a:ln>
          <a:effectLst/>
        </p:spPr>
        <p:txBody>
          <a:bodyPr wrap="square" anchor="ctr">
            <a:noAutofit/>
          </a:bodyPr>
          <a:lstStyle/>
          <a:p>
            <a:endParaRPr lang="en-US" dirty="0">
              <a:latin typeface="微软雅黑 Light" panose="020B0502040204020203" pitchFamily="34" charset="-122"/>
            </a:endParaRPr>
          </a:p>
        </p:txBody>
      </p:sp>
      <p:sp>
        <p:nvSpPr>
          <p:cNvPr id="9" name="TextBox 1214">
            <a:extLst>
              <a:ext uri="{FF2B5EF4-FFF2-40B4-BE49-F238E27FC236}">
                <a16:creationId xmlns:a16="http://schemas.microsoft.com/office/drawing/2014/main" id="{77F79F0B-8A0C-4C42-985F-59BE260D3A85}"/>
              </a:ext>
            </a:extLst>
          </p:cNvPr>
          <p:cNvSpPr txBox="1"/>
          <p:nvPr/>
        </p:nvSpPr>
        <p:spPr>
          <a:xfrm>
            <a:off x="912213" y="2783513"/>
            <a:ext cx="4652235" cy="523220"/>
          </a:xfrm>
          <a:prstGeom prst="rect">
            <a:avLst/>
          </a:prstGeom>
          <a:noFill/>
        </p:spPr>
        <p:txBody>
          <a:bodyPr wrap="none" rtlCol="0" anchor="ctr" anchorCtr="0">
            <a:spAutoFit/>
          </a:bodyPr>
          <a:lstStyle/>
          <a:p>
            <a:pPr algn="r"/>
            <a:r>
              <a:rPr lang="zh-CN" altLang="en-US" sz="2800" dirty="0">
                <a:latin typeface="微软雅黑" panose="020B0503020204020204" pitchFamily="34" charset="-122"/>
                <a:ea typeface="微软雅黑" panose="020B0503020204020204" pitchFamily="34" charset="-122"/>
                <a:cs typeface="Montserrat Semi" charset="0"/>
              </a:rPr>
              <a:t>载波监听多点接入</a:t>
            </a:r>
            <a:r>
              <a:rPr lang="en-US" altLang="zh-CN" sz="2800" dirty="0">
                <a:latin typeface="微软雅黑" panose="020B0503020204020204" pitchFamily="34" charset="-122"/>
                <a:ea typeface="微软雅黑" panose="020B0503020204020204" pitchFamily="34" charset="-122"/>
                <a:cs typeface="Montserrat Semi" charset="0"/>
              </a:rPr>
              <a:t>/</a:t>
            </a:r>
            <a:r>
              <a:rPr lang="zh-CN" altLang="en-US" sz="2800" dirty="0">
                <a:latin typeface="微软雅黑" panose="020B0503020204020204" pitchFamily="34" charset="-122"/>
                <a:ea typeface="微软雅黑" panose="020B0503020204020204" pitchFamily="34" charset="-122"/>
                <a:cs typeface="Montserrat Semi" charset="0"/>
              </a:rPr>
              <a:t>冲突检测</a:t>
            </a:r>
            <a:endParaRPr lang="en-US" sz="2800" dirty="0">
              <a:latin typeface="微软雅黑" panose="020B0503020204020204" pitchFamily="34" charset="-122"/>
              <a:ea typeface="微软雅黑" panose="020B0503020204020204" pitchFamily="34" charset="-122"/>
              <a:cs typeface="Montserrat Semi" charset="0"/>
            </a:endParaRPr>
          </a:p>
        </p:txBody>
      </p:sp>
      <p:cxnSp>
        <p:nvCxnSpPr>
          <p:cNvPr id="11" name="Straight Connector 3">
            <a:extLst>
              <a:ext uri="{FF2B5EF4-FFF2-40B4-BE49-F238E27FC236}">
                <a16:creationId xmlns:a16="http://schemas.microsoft.com/office/drawing/2014/main" id="{D120A33D-590B-4723-981E-9ADF885AD729}"/>
              </a:ext>
            </a:extLst>
          </p:cNvPr>
          <p:cNvCxnSpPr>
            <a:cxnSpLocks/>
          </p:cNvCxnSpPr>
          <p:nvPr/>
        </p:nvCxnSpPr>
        <p:spPr>
          <a:xfrm>
            <a:off x="1052093" y="3460622"/>
            <a:ext cx="4512354" cy="0"/>
          </a:xfrm>
          <a:prstGeom prst="line">
            <a:avLst/>
          </a:prstGeom>
          <a:ln w="317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3" name="TextBox 1215">
            <a:extLst>
              <a:ext uri="{FF2B5EF4-FFF2-40B4-BE49-F238E27FC236}">
                <a16:creationId xmlns:a16="http://schemas.microsoft.com/office/drawing/2014/main" id="{C257FFEA-BE86-41CC-A5C2-E183418725C7}"/>
              </a:ext>
            </a:extLst>
          </p:cNvPr>
          <p:cNvSpPr txBox="1"/>
          <p:nvPr/>
        </p:nvSpPr>
        <p:spPr>
          <a:xfrm>
            <a:off x="2560098" y="1879184"/>
            <a:ext cx="3004349" cy="830997"/>
          </a:xfrm>
          <a:prstGeom prst="rect">
            <a:avLst/>
          </a:prstGeom>
          <a:noFill/>
        </p:spPr>
        <p:txBody>
          <a:bodyPr wrap="none" rtlCol="0" anchor="ctr" anchorCtr="0">
            <a:spAutoFit/>
          </a:bodyPr>
          <a:lstStyle/>
          <a:p>
            <a:pPr algn="r"/>
            <a:r>
              <a:rPr lang="en-US" altLang="zh-CN" sz="4800" dirty="0">
                <a:latin typeface="微软雅黑 Light" panose="020B0502040204020203" pitchFamily="34" charset="-122"/>
                <a:ea typeface="Microsoft YaHei Light" panose="020B0502040204020203" pitchFamily="34" charset="-122"/>
                <a:cs typeface="Courier New" panose="02070309020205020404" pitchFamily="49" charset="0"/>
              </a:rPr>
              <a:t>CSMA/CD</a:t>
            </a:r>
            <a:endParaRPr lang="en-US" sz="4800" dirty="0">
              <a:latin typeface="微软雅黑 Light" panose="020B0502040204020203" pitchFamily="34" charset="-122"/>
              <a:ea typeface="Microsoft YaHei Light" panose="020B0502040204020203" pitchFamily="34" charset="-122"/>
              <a:cs typeface="Courier New" panose="02070309020205020404" pitchFamily="49" charset="0"/>
            </a:endParaRPr>
          </a:p>
        </p:txBody>
      </p:sp>
      <p:sp>
        <p:nvSpPr>
          <p:cNvPr id="14" name="文本框 13">
            <a:extLst>
              <a:ext uri="{FF2B5EF4-FFF2-40B4-BE49-F238E27FC236}">
                <a16:creationId xmlns:a16="http://schemas.microsoft.com/office/drawing/2014/main" id="{89FB1689-4AFB-4E78-AF22-A883C4C479BD}"/>
              </a:ext>
            </a:extLst>
          </p:cNvPr>
          <p:cNvSpPr txBox="1"/>
          <p:nvPr/>
        </p:nvSpPr>
        <p:spPr>
          <a:xfrm>
            <a:off x="0" y="3460622"/>
            <a:ext cx="5564448" cy="1424942"/>
          </a:xfrm>
          <a:prstGeom prst="rect">
            <a:avLst/>
          </a:prstGeom>
          <a:noFill/>
        </p:spPr>
        <p:txBody>
          <a:bodyPr wrap="square" lIns="91440" tIns="45720" rIns="91440" bIns="45720" rtlCol="0">
            <a:spAutoFit/>
          </a:bodyPr>
          <a:lstStyle/>
          <a:p>
            <a:pPr algn="r">
              <a:lnSpc>
                <a:spcPct val="150000"/>
              </a:lnSpc>
            </a:pPr>
            <a:r>
              <a:rPr lang="en-US" altLang="zh-CN" sz="2000" dirty="0">
                <a:solidFill>
                  <a:schemeClr val="tx1"/>
                </a:solidFill>
                <a:latin typeface="微软雅黑 Light" panose="020B0502040204020203" pitchFamily="34" charset="-122"/>
                <a:ea typeface="微软雅黑 Light" panose="020B0502040204020203" pitchFamily="34" charset="-122"/>
              </a:rPr>
              <a:t>Carrier Sense Multiple Access</a:t>
            </a:r>
            <a:r>
              <a:rPr lang="en-US" altLang="zh-CN" sz="2000" dirty="0">
                <a:latin typeface="微软雅黑 Light" panose="020B0502040204020203" pitchFamily="34" charset="-122"/>
                <a:ea typeface="微软雅黑 Light" panose="020B0502040204020203" pitchFamily="34" charset="-122"/>
              </a:rPr>
              <a:t>/ Collision Detect</a:t>
            </a:r>
          </a:p>
          <a:p>
            <a:pPr algn="r">
              <a:lnSpc>
                <a:spcPct val="150000"/>
              </a:lnSpc>
            </a:pPr>
            <a:r>
              <a:rPr lang="en-US" altLang="zh-CN" sz="2000" dirty="0">
                <a:latin typeface="微软雅黑 Light" panose="020B0502040204020203" pitchFamily="34" charset="-122"/>
                <a:ea typeface="微软雅黑 Light" panose="020B0502040204020203" pitchFamily="34" charset="-122"/>
              </a:rPr>
              <a:t>- </a:t>
            </a:r>
            <a:r>
              <a:rPr lang="zh-CN" altLang="en-US" sz="2000" dirty="0">
                <a:latin typeface="微软雅黑 Light" panose="020B0502040204020203" pitchFamily="34" charset="-122"/>
                <a:ea typeface="微软雅黑 Light" panose="020B0502040204020203" pitchFamily="34" charset="-122"/>
              </a:rPr>
              <a:t>载波监听</a:t>
            </a:r>
            <a:endParaRPr lang="en-US" altLang="zh-CN" sz="2000" dirty="0">
              <a:latin typeface="微软雅黑 Light" panose="020B0502040204020203" pitchFamily="34" charset="-122"/>
              <a:ea typeface="微软雅黑 Light" panose="020B0502040204020203" pitchFamily="34" charset="-122"/>
            </a:endParaRPr>
          </a:p>
          <a:p>
            <a:pPr algn="r">
              <a:lnSpc>
                <a:spcPct val="150000"/>
              </a:lnSpc>
            </a:pPr>
            <a:r>
              <a:rPr lang="en-US" altLang="zh-CN" sz="2000" dirty="0">
                <a:latin typeface="微软雅黑 Light" panose="020B0502040204020203" pitchFamily="34" charset="-122"/>
                <a:ea typeface="微软雅黑 Light" panose="020B0502040204020203" pitchFamily="34" charset="-122"/>
              </a:rPr>
              <a:t>- </a:t>
            </a:r>
            <a:r>
              <a:rPr lang="zh-CN" altLang="en-US" sz="2000" dirty="0">
                <a:latin typeface="微软雅黑 Light" panose="020B0502040204020203" pitchFamily="34" charset="-122"/>
                <a:ea typeface="微软雅黑 Light" panose="020B0502040204020203" pitchFamily="34" charset="-122"/>
              </a:rPr>
              <a:t>碰撞检测</a:t>
            </a:r>
            <a:endParaRPr lang="en-US" altLang="zh-CN" sz="2000" dirty="0">
              <a:latin typeface="微软雅黑 Light" panose="020B0502040204020203" pitchFamily="34" charset="-122"/>
              <a:ea typeface="微软雅黑 Light" panose="020B0502040204020203" pitchFamily="34" charset="-122"/>
            </a:endParaRPr>
          </a:p>
        </p:txBody>
      </p:sp>
    </p:spTree>
    <p:extLst>
      <p:ext uri="{BB962C8B-B14F-4D97-AF65-F5344CB8AC3E}">
        <p14:creationId xmlns:p14="http://schemas.microsoft.com/office/powerpoint/2010/main" val="395477773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Char"/>
      </p:transition>
    </mc:Choice>
    <mc:Fallback xmlns="">
      <p:transition>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文本占位符 18">
            <a:extLst>
              <a:ext uri="{FF2B5EF4-FFF2-40B4-BE49-F238E27FC236}">
                <a16:creationId xmlns:a16="http://schemas.microsoft.com/office/drawing/2014/main" id="{A385C229-606A-4B10-8835-8428E7D35B51}"/>
              </a:ext>
            </a:extLst>
          </p:cNvPr>
          <p:cNvSpPr>
            <a:spLocks noGrp="1"/>
          </p:cNvSpPr>
          <p:nvPr>
            <p:ph type="body" sz="quarter" idx="13"/>
          </p:nvPr>
        </p:nvSpPr>
        <p:spPr/>
        <p:txBody>
          <a:bodyPr/>
          <a:lstStyle/>
          <a:p>
            <a:r>
              <a:rPr lang="zh-CN" altLang="en-US" dirty="0"/>
              <a:t>概括</a:t>
            </a:r>
          </a:p>
        </p:txBody>
      </p:sp>
      <p:sp>
        <p:nvSpPr>
          <p:cNvPr id="20" name="文本占位符 19">
            <a:extLst>
              <a:ext uri="{FF2B5EF4-FFF2-40B4-BE49-F238E27FC236}">
                <a16:creationId xmlns:a16="http://schemas.microsoft.com/office/drawing/2014/main" id="{C9A85E3D-A08D-4D48-BA9B-669A5EEC91DF}"/>
              </a:ext>
            </a:extLst>
          </p:cNvPr>
          <p:cNvSpPr>
            <a:spLocks noGrp="1"/>
          </p:cNvSpPr>
          <p:nvPr>
            <p:ph type="body" sz="quarter" idx="15"/>
          </p:nvPr>
        </p:nvSpPr>
        <p:spPr/>
        <p:txBody>
          <a:bodyPr/>
          <a:lstStyle/>
          <a:p>
            <a:endParaRPr lang="zh-CN" altLang="en-US" dirty="0"/>
          </a:p>
        </p:txBody>
      </p:sp>
      <p:sp>
        <p:nvSpPr>
          <p:cNvPr id="21" name="文本占位符 20">
            <a:extLst>
              <a:ext uri="{FF2B5EF4-FFF2-40B4-BE49-F238E27FC236}">
                <a16:creationId xmlns:a16="http://schemas.microsoft.com/office/drawing/2014/main" id="{14185CFE-A558-44E9-AFB5-F1981288D32C}"/>
              </a:ext>
            </a:extLst>
          </p:cNvPr>
          <p:cNvSpPr>
            <a:spLocks noGrp="1"/>
          </p:cNvSpPr>
          <p:nvPr>
            <p:ph type="body" sz="quarter" idx="16"/>
          </p:nvPr>
        </p:nvSpPr>
        <p:spPr/>
        <p:txBody>
          <a:bodyPr/>
          <a:lstStyle/>
          <a:p>
            <a:r>
              <a:rPr lang="zh-CN" altLang="en-US" dirty="0"/>
              <a:t>听什么？</a:t>
            </a:r>
            <a:endParaRPr lang="en-US" altLang="zh-CN" dirty="0"/>
          </a:p>
          <a:p>
            <a:r>
              <a:rPr lang="zh-CN" altLang="en-US" dirty="0"/>
              <a:t>如何听？</a:t>
            </a:r>
            <a:endParaRPr lang="en-US" altLang="zh-CN" dirty="0"/>
          </a:p>
          <a:p>
            <a:r>
              <a:rPr lang="zh-CN" altLang="en-US" dirty="0"/>
              <a:t>如何判断冲突存在？</a:t>
            </a:r>
          </a:p>
        </p:txBody>
      </p:sp>
      <p:sp>
        <p:nvSpPr>
          <p:cNvPr id="22" name="矩形: 圆角 21">
            <a:extLst>
              <a:ext uri="{FF2B5EF4-FFF2-40B4-BE49-F238E27FC236}">
                <a16:creationId xmlns:a16="http://schemas.microsoft.com/office/drawing/2014/main" id="{4B3C95E2-BC55-4CC7-A277-8ACABD1CCEB9}"/>
              </a:ext>
            </a:extLst>
          </p:cNvPr>
          <p:cNvSpPr/>
          <p:nvPr/>
        </p:nvSpPr>
        <p:spPr>
          <a:xfrm>
            <a:off x="1976438" y="4226652"/>
            <a:ext cx="1866900" cy="552450"/>
          </a:xfrm>
          <a:prstGeom prst="round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zh-CN" altLang="en-US" dirty="0">
                <a:latin typeface="微软雅黑" panose="020B0503020204020204" pitchFamily="34" charset="-122"/>
                <a:ea typeface="微软雅黑" panose="020B0503020204020204" pitchFamily="34" charset="-122"/>
              </a:rPr>
              <a:t>先听先发</a:t>
            </a:r>
          </a:p>
        </p:txBody>
      </p:sp>
      <p:sp>
        <p:nvSpPr>
          <p:cNvPr id="23" name="矩形: 圆角 22">
            <a:extLst>
              <a:ext uri="{FF2B5EF4-FFF2-40B4-BE49-F238E27FC236}">
                <a16:creationId xmlns:a16="http://schemas.microsoft.com/office/drawing/2014/main" id="{784D469F-5856-436F-BD0D-3EA3314C18CE}"/>
              </a:ext>
            </a:extLst>
          </p:cNvPr>
          <p:cNvSpPr/>
          <p:nvPr/>
        </p:nvSpPr>
        <p:spPr>
          <a:xfrm>
            <a:off x="4100513" y="4226652"/>
            <a:ext cx="1866900" cy="552450"/>
          </a:xfrm>
          <a:prstGeom prst="round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zh-CN" altLang="en-US" dirty="0">
                <a:latin typeface="微软雅黑" panose="020B0503020204020204" pitchFamily="34" charset="-122"/>
                <a:ea typeface="微软雅黑" panose="020B0503020204020204" pitchFamily="34" charset="-122"/>
              </a:rPr>
              <a:t>边听边发</a:t>
            </a:r>
          </a:p>
        </p:txBody>
      </p:sp>
      <p:sp>
        <p:nvSpPr>
          <p:cNvPr id="24" name="矩形: 圆角 23">
            <a:extLst>
              <a:ext uri="{FF2B5EF4-FFF2-40B4-BE49-F238E27FC236}">
                <a16:creationId xmlns:a16="http://schemas.microsoft.com/office/drawing/2014/main" id="{EB33145F-3C54-47EF-89E5-F53713CFB36C}"/>
              </a:ext>
            </a:extLst>
          </p:cNvPr>
          <p:cNvSpPr/>
          <p:nvPr/>
        </p:nvSpPr>
        <p:spPr>
          <a:xfrm>
            <a:off x="6224588" y="4226652"/>
            <a:ext cx="1866900" cy="552450"/>
          </a:xfrm>
          <a:prstGeom prst="round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zh-CN" altLang="en-US" dirty="0">
                <a:latin typeface="微软雅黑" panose="020B0503020204020204" pitchFamily="34" charset="-122"/>
                <a:ea typeface="微软雅黑" panose="020B0503020204020204" pitchFamily="34" charset="-122"/>
              </a:rPr>
              <a:t>冲突停止</a:t>
            </a:r>
          </a:p>
        </p:txBody>
      </p:sp>
      <p:sp>
        <p:nvSpPr>
          <p:cNvPr id="25" name="矩形: 圆角 24">
            <a:extLst>
              <a:ext uri="{FF2B5EF4-FFF2-40B4-BE49-F238E27FC236}">
                <a16:creationId xmlns:a16="http://schemas.microsoft.com/office/drawing/2014/main" id="{9F3A6360-EBB6-4522-8FC9-542265999076}"/>
              </a:ext>
            </a:extLst>
          </p:cNvPr>
          <p:cNvSpPr/>
          <p:nvPr/>
        </p:nvSpPr>
        <p:spPr>
          <a:xfrm>
            <a:off x="8348663" y="4226652"/>
            <a:ext cx="1866900" cy="552450"/>
          </a:xfrm>
          <a:prstGeom prst="round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zh-CN" altLang="en-US" dirty="0">
                <a:latin typeface="微软雅黑" panose="020B0503020204020204" pitchFamily="34" charset="-122"/>
                <a:ea typeface="微软雅黑" panose="020B0503020204020204" pitchFamily="34" charset="-122"/>
              </a:rPr>
              <a:t>延迟再发</a:t>
            </a:r>
          </a:p>
        </p:txBody>
      </p:sp>
    </p:spTree>
    <p:extLst>
      <p:ext uri="{BB962C8B-B14F-4D97-AF65-F5344CB8AC3E}">
        <p14:creationId xmlns:p14="http://schemas.microsoft.com/office/powerpoint/2010/main" val="13633652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Char"/>
      </p:transition>
    </mc:Choice>
    <mc:Fallback xmlns="">
      <p:transition>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文本占位符 18">
            <a:extLst>
              <a:ext uri="{FF2B5EF4-FFF2-40B4-BE49-F238E27FC236}">
                <a16:creationId xmlns:a16="http://schemas.microsoft.com/office/drawing/2014/main" id="{A385C229-606A-4B10-8835-8428E7D35B51}"/>
              </a:ext>
            </a:extLst>
          </p:cNvPr>
          <p:cNvSpPr>
            <a:spLocks noGrp="1"/>
          </p:cNvSpPr>
          <p:nvPr>
            <p:ph type="body" sz="quarter" idx="13"/>
          </p:nvPr>
        </p:nvSpPr>
        <p:spPr/>
        <p:txBody>
          <a:bodyPr/>
          <a:lstStyle/>
          <a:p>
            <a:r>
              <a:rPr lang="zh-CN" altLang="en-US" dirty="0"/>
              <a:t>载波监听</a:t>
            </a:r>
            <a:r>
              <a:rPr lang="en-US" altLang="zh-CN" dirty="0"/>
              <a:t>/</a:t>
            </a:r>
            <a:r>
              <a:rPr lang="zh-CN" altLang="en-US" dirty="0"/>
              <a:t>碰撞检测</a:t>
            </a:r>
          </a:p>
        </p:txBody>
      </p:sp>
      <p:sp>
        <p:nvSpPr>
          <p:cNvPr id="7" name="文本占位符 6">
            <a:extLst>
              <a:ext uri="{FF2B5EF4-FFF2-40B4-BE49-F238E27FC236}">
                <a16:creationId xmlns:a16="http://schemas.microsoft.com/office/drawing/2014/main" id="{AD2B9BE4-C1D7-4CE2-9EA0-C0DFD07AE674}"/>
              </a:ext>
            </a:extLst>
          </p:cNvPr>
          <p:cNvSpPr>
            <a:spLocks noGrp="1"/>
          </p:cNvSpPr>
          <p:nvPr>
            <p:ph type="body" sz="quarter" idx="15"/>
          </p:nvPr>
        </p:nvSpPr>
        <p:spPr/>
        <p:txBody>
          <a:bodyPr/>
          <a:lstStyle/>
          <a:p>
            <a:endParaRPr lang="zh-CN" altLang="en-US"/>
          </a:p>
        </p:txBody>
      </p:sp>
      <p:sp>
        <p:nvSpPr>
          <p:cNvPr id="21" name="文本占位符 20">
            <a:extLst>
              <a:ext uri="{FF2B5EF4-FFF2-40B4-BE49-F238E27FC236}">
                <a16:creationId xmlns:a16="http://schemas.microsoft.com/office/drawing/2014/main" id="{14185CFE-A558-44E9-AFB5-F1981288D32C}"/>
              </a:ext>
            </a:extLst>
          </p:cNvPr>
          <p:cNvSpPr>
            <a:spLocks noGrp="1"/>
          </p:cNvSpPr>
          <p:nvPr>
            <p:ph type="body" sz="quarter" idx="16"/>
          </p:nvPr>
        </p:nvSpPr>
        <p:spPr/>
        <p:txBody>
          <a:bodyPr/>
          <a:lstStyle/>
          <a:p>
            <a:r>
              <a:rPr lang="zh-CN" altLang="en-US" dirty="0"/>
              <a:t>主机发送数据时，为了避免冲突，必须要监听总线上的电压变化</a:t>
            </a:r>
            <a:endParaRPr lang="en-US" altLang="zh-CN" dirty="0"/>
          </a:p>
          <a:p>
            <a:r>
              <a:rPr lang="zh-CN" altLang="en-US" dirty="0"/>
              <a:t>如果达到一定阈值的时，就可以判断有站在发生数据，应向总线上发一串阻塞信号，用以通知总线上通信的对方站点（强化阻塞），同时停止发送数据，等待信道空闲时再次发送</a:t>
            </a:r>
            <a:endParaRPr lang="en-US" altLang="zh-CN" dirty="0"/>
          </a:p>
          <a:p>
            <a:r>
              <a:rPr lang="zh-CN" altLang="en-US" dirty="0"/>
              <a:t>如果没有检测到电压变化，是不是就以为着没有用户使用信道，不会发生碰撞？</a:t>
            </a:r>
          </a:p>
          <a:p>
            <a:endParaRPr lang="zh-CN" altLang="en-US" dirty="0"/>
          </a:p>
        </p:txBody>
      </p:sp>
    </p:spTree>
    <p:extLst>
      <p:ext uri="{BB962C8B-B14F-4D97-AF65-F5344CB8AC3E}">
        <p14:creationId xmlns:p14="http://schemas.microsoft.com/office/powerpoint/2010/main" val="192145710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Char"/>
      </p:transition>
    </mc:Choice>
    <mc:Fallback xmlns="">
      <p:transition>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文本占位符 18">
            <a:extLst>
              <a:ext uri="{FF2B5EF4-FFF2-40B4-BE49-F238E27FC236}">
                <a16:creationId xmlns:a16="http://schemas.microsoft.com/office/drawing/2014/main" id="{A385C229-606A-4B10-8835-8428E7D35B51}"/>
              </a:ext>
            </a:extLst>
          </p:cNvPr>
          <p:cNvSpPr>
            <a:spLocks noGrp="1"/>
          </p:cNvSpPr>
          <p:nvPr>
            <p:ph type="body" sz="quarter" idx="13"/>
          </p:nvPr>
        </p:nvSpPr>
        <p:spPr/>
        <p:txBody>
          <a:bodyPr/>
          <a:lstStyle/>
          <a:p>
            <a:r>
              <a:rPr lang="zh-CN" altLang="en-US" dirty="0"/>
              <a:t>载波监听</a:t>
            </a:r>
            <a:r>
              <a:rPr lang="en-US" altLang="zh-CN" dirty="0"/>
              <a:t>/</a:t>
            </a:r>
            <a:r>
              <a:rPr lang="zh-CN" altLang="en-US" dirty="0"/>
              <a:t>碰撞检测</a:t>
            </a:r>
          </a:p>
        </p:txBody>
      </p:sp>
      <p:sp>
        <p:nvSpPr>
          <p:cNvPr id="4" name="文本占位符 3">
            <a:extLst>
              <a:ext uri="{FF2B5EF4-FFF2-40B4-BE49-F238E27FC236}">
                <a16:creationId xmlns:a16="http://schemas.microsoft.com/office/drawing/2014/main" id="{63D618C4-D228-447E-963D-21F66FEEB803}"/>
              </a:ext>
            </a:extLst>
          </p:cNvPr>
          <p:cNvSpPr>
            <a:spLocks noGrp="1"/>
          </p:cNvSpPr>
          <p:nvPr>
            <p:ph type="body" sz="quarter" idx="15"/>
          </p:nvPr>
        </p:nvSpPr>
        <p:spPr/>
        <p:txBody>
          <a:bodyPr/>
          <a:lstStyle/>
          <a:p>
            <a:r>
              <a:rPr lang="zh-CN" altLang="en-US" dirty="0"/>
              <a:t>电磁波在</a:t>
            </a:r>
            <a:r>
              <a:rPr lang="en-US" altLang="zh-CN" dirty="0"/>
              <a:t>1Km</a:t>
            </a:r>
            <a:r>
              <a:rPr lang="zh-CN" altLang="en-US" dirty="0"/>
              <a:t>的电缆上传播的时间是</a:t>
            </a:r>
            <a:r>
              <a:rPr lang="en-US" altLang="zh-CN" dirty="0"/>
              <a:t>5µs</a:t>
            </a:r>
            <a:endParaRPr lang="zh-CN" altLang="en-US" dirty="0"/>
          </a:p>
        </p:txBody>
      </p:sp>
      <p:sp>
        <p:nvSpPr>
          <p:cNvPr id="21" name="文本占位符 20">
            <a:extLst>
              <a:ext uri="{FF2B5EF4-FFF2-40B4-BE49-F238E27FC236}">
                <a16:creationId xmlns:a16="http://schemas.microsoft.com/office/drawing/2014/main" id="{14185CFE-A558-44E9-AFB5-F1981288D32C}"/>
              </a:ext>
            </a:extLst>
          </p:cNvPr>
          <p:cNvSpPr>
            <a:spLocks noGrp="1"/>
          </p:cNvSpPr>
          <p:nvPr>
            <p:ph type="body" sz="quarter" idx="16"/>
          </p:nvPr>
        </p:nvSpPr>
        <p:spPr/>
        <p:txBody>
          <a:bodyPr/>
          <a:lstStyle/>
          <a:p>
            <a:r>
              <a:rPr lang="zh-CN" altLang="en-US" dirty="0"/>
              <a:t>时延分类</a:t>
            </a:r>
            <a:endParaRPr lang="en-US" altLang="zh-CN" dirty="0"/>
          </a:p>
          <a:p>
            <a:pPr lvl="1"/>
            <a:r>
              <a:rPr lang="zh-CN" altLang="en-US" dirty="0"/>
              <a:t>发生时延、</a:t>
            </a:r>
            <a:r>
              <a:rPr lang="zh-CN" altLang="en-US" b="1" dirty="0">
                <a:solidFill>
                  <a:srgbClr val="FF0000"/>
                </a:solidFill>
              </a:rPr>
              <a:t>传播时延</a:t>
            </a:r>
            <a:r>
              <a:rPr lang="zh-CN" altLang="en-US" dirty="0"/>
              <a:t>、排队时延、处理时延</a:t>
            </a:r>
            <a:endParaRPr lang="en-US" altLang="zh-CN" dirty="0"/>
          </a:p>
          <a:p>
            <a:pPr lvl="1"/>
            <a:r>
              <a:rPr lang="zh-CN" altLang="en-US" dirty="0"/>
              <a:t>数据传播到对端的时间 </a:t>
            </a:r>
            <a:r>
              <a:rPr lang="en-US" altLang="zh-CN" dirty="0"/>
              <a:t>– </a:t>
            </a:r>
            <a:r>
              <a:rPr lang="zh-CN" altLang="en-US" dirty="0"/>
              <a:t>端到端时延</a:t>
            </a:r>
            <a:r>
              <a:rPr lang="el-GR" altLang="zh-CN" dirty="0"/>
              <a:t>τ</a:t>
            </a:r>
            <a:r>
              <a:rPr lang="en-US" altLang="zh-CN" dirty="0"/>
              <a:t>D</a:t>
            </a:r>
            <a:endParaRPr lang="zh-CN" altLang="en-US" dirty="0"/>
          </a:p>
        </p:txBody>
      </p:sp>
      <p:grpSp>
        <p:nvGrpSpPr>
          <p:cNvPr id="8" name="组合 7">
            <a:extLst>
              <a:ext uri="{FF2B5EF4-FFF2-40B4-BE49-F238E27FC236}">
                <a16:creationId xmlns:a16="http://schemas.microsoft.com/office/drawing/2014/main" id="{E34A8C8B-A55D-49C9-BEDE-6AF7D3BBE108}"/>
              </a:ext>
            </a:extLst>
          </p:cNvPr>
          <p:cNvGrpSpPr>
            <a:grpSpLocks noChangeAspect="1"/>
          </p:cNvGrpSpPr>
          <p:nvPr/>
        </p:nvGrpSpPr>
        <p:grpSpPr>
          <a:xfrm>
            <a:off x="457276" y="5452930"/>
            <a:ext cx="429262" cy="1080000"/>
            <a:chOff x="2502883" y="745871"/>
            <a:chExt cx="1886020" cy="4745130"/>
          </a:xfrm>
        </p:grpSpPr>
        <p:sp>
          <p:nvSpPr>
            <p:cNvPr id="9" name="任意多边形: 形状 8">
              <a:extLst>
                <a:ext uri="{FF2B5EF4-FFF2-40B4-BE49-F238E27FC236}">
                  <a16:creationId xmlns:a16="http://schemas.microsoft.com/office/drawing/2014/main" id="{1CC433AB-3AAB-4CF3-8E73-3B99619CE88B}"/>
                </a:ext>
              </a:extLst>
            </p:cNvPr>
            <p:cNvSpPr/>
            <p:nvPr/>
          </p:nvSpPr>
          <p:spPr>
            <a:xfrm>
              <a:off x="2502883" y="745871"/>
              <a:ext cx="1886020" cy="4734469"/>
            </a:xfrm>
            <a:custGeom>
              <a:avLst/>
              <a:gdLst>
                <a:gd name="connsiteX0" fmla="*/ 1884245 w 1886020"/>
                <a:gd name="connsiteY0" fmla="*/ 523393 h 4734469"/>
                <a:gd name="connsiteX1" fmla="*/ 1874265 w 1886020"/>
                <a:gd name="connsiteY1" fmla="*/ 495786 h 4734469"/>
                <a:gd name="connsiteX2" fmla="*/ 1867783 w 1886020"/>
                <a:gd name="connsiteY2" fmla="*/ 465103 h 4734469"/>
                <a:gd name="connsiteX3" fmla="*/ 1850007 w 1886020"/>
                <a:gd name="connsiteY3" fmla="*/ 460490 h 4734469"/>
                <a:gd name="connsiteX4" fmla="*/ 1844762 w 1886020"/>
                <a:gd name="connsiteY4" fmla="*/ 448260 h 4734469"/>
                <a:gd name="connsiteX5" fmla="*/ 1805863 w 1886020"/>
                <a:gd name="connsiteY5" fmla="*/ 417944 h 4734469"/>
                <a:gd name="connsiteX6" fmla="*/ 1870331 w 1886020"/>
                <a:gd name="connsiteY6" fmla="*/ 358921 h 4734469"/>
                <a:gd name="connsiteX7" fmla="*/ 1861299 w 1886020"/>
                <a:gd name="connsiteY7" fmla="*/ 324137 h 4734469"/>
                <a:gd name="connsiteX8" fmla="*/ 1851393 w 1886020"/>
                <a:gd name="connsiteY8" fmla="*/ 326774 h 4734469"/>
                <a:gd name="connsiteX9" fmla="*/ 1796830 w 1886020"/>
                <a:gd name="connsiteY9" fmla="*/ 349255 h 4734469"/>
                <a:gd name="connsiteX10" fmla="*/ 1765943 w 1886020"/>
                <a:gd name="connsiteY10" fmla="*/ 363534 h 4734469"/>
                <a:gd name="connsiteX11" fmla="*/ 1693315 w 1886020"/>
                <a:gd name="connsiteY11" fmla="*/ 436543 h 4734469"/>
                <a:gd name="connsiteX12" fmla="*/ 1648150 w 1886020"/>
                <a:gd name="connsiteY12" fmla="*/ 518706 h 4734469"/>
                <a:gd name="connsiteX13" fmla="*/ 1638535 w 1886020"/>
                <a:gd name="connsiteY13" fmla="*/ 574946 h 4734469"/>
                <a:gd name="connsiteX14" fmla="*/ 1638663 w 1886020"/>
                <a:gd name="connsiteY14" fmla="*/ 580662 h 4734469"/>
                <a:gd name="connsiteX15" fmla="*/ 1613134 w 1886020"/>
                <a:gd name="connsiteY15" fmla="*/ 587941 h 4734469"/>
                <a:gd name="connsiteX16" fmla="*/ 1591981 w 1886020"/>
                <a:gd name="connsiteY16" fmla="*/ 643937 h 4734469"/>
                <a:gd name="connsiteX17" fmla="*/ 1578159 w 1886020"/>
                <a:gd name="connsiteY17" fmla="*/ 669479 h 4734469"/>
                <a:gd name="connsiteX18" fmla="*/ 1563141 w 1886020"/>
                <a:gd name="connsiteY18" fmla="*/ 681284 h 4734469"/>
                <a:gd name="connsiteX19" fmla="*/ 1533375 w 1886020"/>
                <a:gd name="connsiteY19" fmla="*/ 756751 h 4734469"/>
                <a:gd name="connsiteX20" fmla="*/ 1485671 w 1886020"/>
                <a:gd name="connsiteY20" fmla="*/ 856861 h 4734469"/>
                <a:gd name="connsiteX21" fmla="*/ 1415921 w 1886020"/>
                <a:gd name="connsiteY21" fmla="*/ 918590 h 4734469"/>
                <a:gd name="connsiteX22" fmla="*/ 1406812 w 1886020"/>
                <a:gd name="connsiteY22" fmla="*/ 937801 h 4734469"/>
                <a:gd name="connsiteX23" fmla="*/ 1382456 w 1886020"/>
                <a:gd name="connsiteY23" fmla="*/ 945325 h 4734469"/>
                <a:gd name="connsiteX24" fmla="*/ 1315988 w 1886020"/>
                <a:gd name="connsiteY24" fmla="*/ 955470 h 4734469"/>
                <a:gd name="connsiteX25" fmla="*/ 1237040 w 1886020"/>
                <a:gd name="connsiteY25" fmla="*/ 944378 h 4734469"/>
                <a:gd name="connsiteX26" fmla="*/ 1220194 w 1886020"/>
                <a:gd name="connsiteY26" fmla="*/ 945880 h 4734469"/>
                <a:gd name="connsiteX27" fmla="*/ 1206377 w 1886020"/>
                <a:gd name="connsiteY27" fmla="*/ 941040 h 4734469"/>
                <a:gd name="connsiteX28" fmla="*/ 1175042 w 1886020"/>
                <a:gd name="connsiteY28" fmla="*/ 928647 h 4734469"/>
                <a:gd name="connsiteX29" fmla="*/ 1145313 w 1886020"/>
                <a:gd name="connsiteY29" fmla="*/ 940191 h 4734469"/>
                <a:gd name="connsiteX30" fmla="*/ 1126295 w 1886020"/>
                <a:gd name="connsiteY30" fmla="*/ 912187 h 4734469"/>
                <a:gd name="connsiteX31" fmla="*/ 1097455 w 1886020"/>
                <a:gd name="connsiteY31" fmla="*/ 898352 h 4734469"/>
                <a:gd name="connsiteX32" fmla="*/ 1087927 w 1886020"/>
                <a:gd name="connsiteY32" fmla="*/ 876721 h 4734469"/>
                <a:gd name="connsiteX33" fmla="*/ 1059155 w 1886020"/>
                <a:gd name="connsiteY33" fmla="*/ 877769 h 4734469"/>
                <a:gd name="connsiteX34" fmla="*/ 990638 w 1886020"/>
                <a:gd name="connsiteY34" fmla="*/ 848823 h 4734469"/>
                <a:gd name="connsiteX35" fmla="*/ 927078 w 1886020"/>
                <a:gd name="connsiteY35" fmla="*/ 829834 h 4734469"/>
                <a:gd name="connsiteX36" fmla="*/ 917154 w 1886020"/>
                <a:gd name="connsiteY36" fmla="*/ 810211 h 4734469"/>
                <a:gd name="connsiteX37" fmla="*/ 909914 w 1886020"/>
                <a:gd name="connsiteY37" fmla="*/ 795381 h 4734469"/>
                <a:gd name="connsiteX38" fmla="*/ 871407 w 1886020"/>
                <a:gd name="connsiteY38" fmla="*/ 783885 h 4734469"/>
                <a:gd name="connsiteX39" fmla="*/ 826658 w 1886020"/>
                <a:gd name="connsiteY39" fmla="*/ 791587 h 4734469"/>
                <a:gd name="connsiteX40" fmla="*/ 825164 w 1886020"/>
                <a:gd name="connsiteY40" fmla="*/ 785828 h 4734469"/>
                <a:gd name="connsiteX41" fmla="*/ 775558 w 1886020"/>
                <a:gd name="connsiteY41" fmla="*/ 724921 h 4734469"/>
                <a:gd name="connsiteX42" fmla="*/ 716782 w 1886020"/>
                <a:gd name="connsiteY42" fmla="*/ 701026 h 4734469"/>
                <a:gd name="connsiteX43" fmla="*/ 716446 w 1886020"/>
                <a:gd name="connsiteY43" fmla="*/ 695553 h 4734469"/>
                <a:gd name="connsiteX44" fmla="*/ 728319 w 1886020"/>
                <a:gd name="connsiteY44" fmla="*/ 619469 h 4734469"/>
                <a:gd name="connsiteX45" fmla="*/ 731107 w 1886020"/>
                <a:gd name="connsiteY45" fmla="*/ 611455 h 4734469"/>
                <a:gd name="connsiteX46" fmla="*/ 925349 w 1886020"/>
                <a:gd name="connsiteY46" fmla="*/ 278594 h 4734469"/>
                <a:gd name="connsiteX47" fmla="*/ 853616 w 1886020"/>
                <a:gd name="connsiteY47" fmla="*/ 154334 h 4734469"/>
                <a:gd name="connsiteX48" fmla="*/ 851478 w 1886020"/>
                <a:gd name="connsiteY48" fmla="*/ 137960 h 4734469"/>
                <a:gd name="connsiteX49" fmla="*/ 835001 w 1886020"/>
                <a:gd name="connsiteY49" fmla="*/ 106065 h 4734469"/>
                <a:gd name="connsiteX50" fmla="*/ 778219 w 1886020"/>
                <a:gd name="connsiteY50" fmla="*/ 54216 h 4734469"/>
                <a:gd name="connsiteX51" fmla="*/ 755492 w 1886020"/>
                <a:gd name="connsiteY51" fmla="*/ 43891 h 4734469"/>
                <a:gd name="connsiteX52" fmla="*/ 632527 w 1886020"/>
                <a:gd name="connsiteY52" fmla="*/ -120 h 4734469"/>
                <a:gd name="connsiteX53" fmla="*/ 511529 w 1886020"/>
                <a:gd name="connsiteY53" fmla="*/ 21702 h 4734469"/>
                <a:gd name="connsiteX54" fmla="*/ 508469 w 1886020"/>
                <a:gd name="connsiteY54" fmla="*/ 21555 h 4734469"/>
                <a:gd name="connsiteX55" fmla="*/ 505410 w 1886020"/>
                <a:gd name="connsiteY55" fmla="*/ 21409 h 4734469"/>
                <a:gd name="connsiteX56" fmla="*/ 501768 w 1886020"/>
                <a:gd name="connsiteY56" fmla="*/ 21043 h 4734469"/>
                <a:gd name="connsiteX57" fmla="*/ 469278 w 1886020"/>
                <a:gd name="connsiteY57" fmla="*/ 25730 h 4734469"/>
                <a:gd name="connsiteX58" fmla="*/ 463524 w 1886020"/>
                <a:gd name="connsiteY58" fmla="*/ 36933 h 4734469"/>
                <a:gd name="connsiteX59" fmla="*/ 461484 w 1886020"/>
                <a:gd name="connsiteY59" fmla="*/ 40668 h 4734469"/>
                <a:gd name="connsiteX60" fmla="*/ 461484 w 1886020"/>
                <a:gd name="connsiteY60" fmla="*/ 40668 h 4734469"/>
                <a:gd name="connsiteX61" fmla="*/ 456312 w 1886020"/>
                <a:gd name="connsiteY61" fmla="*/ 47698 h 4734469"/>
                <a:gd name="connsiteX62" fmla="*/ 456312 w 1886020"/>
                <a:gd name="connsiteY62" fmla="*/ 47698 h 4734469"/>
                <a:gd name="connsiteX63" fmla="*/ 403061 w 1886020"/>
                <a:gd name="connsiteY63" fmla="*/ 77869 h 4734469"/>
                <a:gd name="connsiteX64" fmla="*/ 324532 w 1886020"/>
                <a:gd name="connsiteY64" fmla="*/ 186540 h 4734469"/>
                <a:gd name="connsiteX65" fmla="*/ 325625 w 1886020"/>
                <a:gd name="connsiteY65" fmla="*/ 324210 h 4734469"/>
                <a:gd name="connsiteX66" fmla="*/ 354726 w 1886020"/>
                <a:gd name="connsiteY66" fmla="*/ 387041 h 4734469"/>
                <a:gd name="connsiteX67" fmla="*/ 354729 w 1886020"/>
                <a:gd name="connsiteY67" fmla="*/ 387125 h 4734469"/>
                <a:gd name="connsiteX68" fmla="*/ 354368 w 1886020"/>
                <a:gd name="connsiteY68" fmla="*/ 386850 h 4734469"/>
                <a:gd name="connsiteX69" fmla="*/ 242435 w 1886020"/>
                <a:gd name="connsiteY69" fmla="*/ 498129 h 4734469"/>
                <a:gd name="connsiteX70" fmla="*/ 361648 w 1886020"/>
                <a:gd name="connsiteY70" fmla="*/ 435424 h 4734469"/>
                <a:gd name="connsiteX71" fmla="*/ 363141 w 1886020"/>
                <a:gd name="connsiteY71" fmla="*/ 441669 h 4734469"/>
                <a:gd name="connsiteX72" fmla="*/ 385505 w 1886020"/>
                <a:gd name="connsiteY72" fmla="*/ 505671 h 4734469"/>
                <a:gd name="connsiteX73" fmla="*/ 435987 w 1886020"/>
                <a:gd name="connsiteY73" fmla="*/ 563961 h 4734469"/>
                <a:gd name="connsiteX74" fmla="*/ 453319 w 1886020"/>
                <a:gd name="connsiteY74" fmla="*/ 565943 h 4734469"/>
                <a:gd name="connsiteX75" fmla="*/ 457839 w 1886020"/>
                <a:gd name="connsiteY75" fmla="*/ 565708 h 4734469"/>
                <a:gd name="connsiteX76" fmla="*/ 446055 w 1886020"/>
                <a:gd name="connsiteY76" fmla="*/ 677019 h 4734469"/>
                <a:gd name="connsiteX77" fmla="*/ 404147 w 1886020"/>
                <a:gd name="connsiteY77" fmla="*/ 688604 h 4734469"/>
                <a:gd name="connsiteX78" fmla="*/ 387200 w 1886020"/>
                <a:gd name="connsiteY78" fmla="*/ 697652 h 4734469"/>
                <a:gd name="connsiteX79" fmla="*/ 369682 w 1886020"/>
                <a:gd name="connsiteY79" fmla="*/ 689015 h 4734469"/>
                <a:gd name="connsiteX80" fmla="*/ 245299 w 1886020"/>
                <a:gd name="connsiteY80" fmla="*/ 695605 h 4734469"/>
                <a:gd name="connsiteX81" fmla="*/ 143191 w 1886020"/>
                <a:gd name="connsiteY81" fmla="*/ 869154 h 4734469"/>
                <a:gd name="connsiteX82" fmla="*/ 97334 w 1886020"/>
                <a:gd name="connsiteY82" fmla="*/ 900423 h 4734469"/>
                <a:gd name="connsiteX83" fmla="*/ 89426 w 1886020"/>
                <a:gd name="connsiteY83" fmla="*/ 915458 h 4734469"/>
                <a:gd name="connsiteX84" fmla="*/ 75452 w 1886020"/>
                <a:gd name="connsiteY84" fmla="*/ 925468 h 4734469"/>
                <a:gd name="connsiteX85" fmla="*/ 27541 w 1886020"/>
                <a:gd name="connsiteY85" fmla="*/ 953154 h 4734469"/>
                <a:gd name="connsiteX86" fmla="*/ -34 w 1886020"/>
                <a:gd name="connsiteY86" fmla="*/ 999620 h 4734469"/>
                <a:gd name="connsiteX87" fmla="*/ 8434 w 1886020"/>
                <a:gd name="connsiteY87" fmla="*/ 1038698 h 4734469"/>
                <a:gd name="connsiteX88" fmla="*/ 40317 w 1886020"/>
                <a:gd name="connsiteY88" fmla="*/ 1099798 h 4734469"/>
                <a:gd name="connsiteX89" fmla="*/ 27433 w 1886020"/>
                <a:gd name="connsiteY89" fmla="*/ 1130006 h 4734469"/>
                <a:gd name="connsiteX90" fmla="*/ 38612 w 1886020"/>
                <a:gd name="connsiteY90" fmla="*/ 1216252 h 4734469"/>
                <a:gd name="connsiteX91" fmla="*/ 27292 w 1886020"/>
                <a:gd name="connsiteY91" fmla="*/ 1291511 h 4734469"/>
                <a:gd name="connsiteX92" fmla="*/ 78979 w 1886020"/>
                <a:gd name="connsiteY92" fmla="*/ 1580927 h 4734469"/>
                <a:gd name="connsiteX93" fmla="*/ 91251 w 1886020"/>
                <a:gd name="connsiteY93" fmla="*/ 1628525 h 4734469"/>
                <a:gd name="connsiteX94" fmla="*/ 70077 w 1886020"/>
                <a:gd name="connsiteY94" fmla="*/ 1716517 h 4734469"/>
                <a:gd name="connsiteX95" fmla="*/ 107198 w 1886020"/>
                <a:gd name="connsiteY95" fmla="*/ 1902274 h 4734469"/>
                <a:gd name="connsiteX96" fmla="*/ 105750 w 1886020"/>
                <a:gd name="connsiteY96" fmla="*/ 1989837 h 4734469"/>
                <a:gd name="connsiteX97" fmla="*/ 130737 w 1886020"/>
                <a:gd name="connsiteY97" fmla="*/ 2042751 h 4734469"/>
                <a:gd name="connsiteX98" fmla="*/ 163624 w 1886020"/>
                <a:gd name="connsiteY98" fmla="*/ 2141265 h 4734469"/>
                <a:gd name="connsiteX99" fmla="*/ 236572 w 1886020"/>
                <a:gd name="connsiteY99" fmla="*/ 2228163 h 4734469"/>
                <a:gd name="connsiteX100" fmla="*/ 236300 w 1886020"/>
                <a:gd name="connsiteY100" fmla="*/ 2412053 h 4734469"/>
                <a:gd name="connsiteX101" fmla="*/ 265444 w 1886020"/>
                <a:gd name="connsiteY101" fmla="*/ 2401299 h 4734469"/>
                <a:gd name="connsiteX102" fmla="*/ 330016 w 1886020"/>
                <a:gd name="connsiteY102" fmla="*/ 2655748 h 4734469"/>
                <a:gd name="connsiteX103" fmla="*/ 376474 w 1886020"/>
                <a:gd name="connsiteY103" fmla="*/ 2730632 h 4734469"/>
                <a:gd name="connsiteX104" fmla="*/ 394604 w 1886020"/>
                <a:gd name="connsiteY104" fmla="*/ 2789975 h 4734469"/>
                <a:gd name="connsiteX105" fmla="*/ 446089 w 1886020"/>
                <a:gd name="connsiteY105" fmla="*/ 3004200 h 4734469"/>
                <a:gd name="connsiteX106" fmla="*/ 469814 w 1886020"/>
                <a:gd name="connsiteY106" fmla="*/ 3180333 h 4734469"/>
                <a:gd name="connsiteX107" fmla="*/ 481889 w 1886020"/>
                <a:gd name="connsiteY107" fmla="*/ 3300881 h 4734469"/>
                <a:gd name="connsiteX108" fmla="*/ 497206 w 1886020"/>
                <a:gd name="connsiteY108" fmla="*/ 3322008 h 4734469"/>
                <a:gd name="connsiteX109" fmla="*/ 497458 w 1886020"/>
                <a:gd name="connsiteY109" fmla="*/ 3349846 h 4734469"/>
                <a:gd name="connsiteX110" fmla="*/ 472035 w 1886020"/>
                <a:gd name="connsiteY110" fmla="*/ 3558699 h 4734469"/>
                <a:gd name="connsiteX111" fmla="*/ 455363 w 1886020"/>
                <a:gd name="connsiteY111" fmla="*/ 3581867 h 4734469"/>
                <a:gd name="connsiteX112" fmla="*/ 376617 w 1886020"/>
                <a:gd name="connsiteY112" fmla="*/ 3789983 h 4734469"/>
                <a:gd name="connsiteX113" fmla="*/ 323803 w 1886020"/>
                <a:gd name="connsiteY113" fmla="*/ 4224670 h 4734469"/>
                <a:gd name="connsiteX114" fmla="*/ 269897 w 1886020"/>
                <a:gd name="connsiteY114" fmla="*/ 4290356 h 4734469"/>
                <a:gd name="connsiteX115" fmla="*/ 242653 w 1886020"/>
                <a:gd name="connsiteY115" fmla="*/ 4425902 h 4734469"/>
                <a:gd name="connsiteX116" fmla="*/ 245130 w 1886020"/>
                <a:gd name="connsiteY116" fmla="*/ 4448237 h 4734469"/>
                <a:gd name="connsiteX117" fmla="*/ 268367 w 1886020"/>
                <a:gd name="connsiteY117" fmla="*/ 4467643 h 4734469"/>
                <a:gd name="connsiteX118" fmla="*/ 281062 w 1886020"/>
                <a:gd name="connsiteY118" fmla="*/ 4473643 h 4734469"/>
                <a:gd name="connsiteX119" fmla="*/ 273678 w 1886020"/>
                <a:gd name="connsiteY119" fmla="*/ 4504884 h 4734469"/>
                <a:gd name="connsiteX120" fmla="*/ 223785 w 1886020"/>
                <a:gd name="connsiteY120" fmla="*/ 4478920 h 4734469"/>
                <a:gd name="connsiteX121" fmla="*/ 197562 w 1886020"/>
                <a:gd name="connsiteY121" fmla="*/ 4694067 h 4734469"/>
                <a:gd name="connsiteX122" fmla="*/ 200110 w 1886020"/>
                <a:gd name="connsiteY122" fmla="*/ 4707613 h 4734469"/>
                <a:gd name="connsiteX123" fmla="*/ 217011 w 1886020"/>
                <a:gd name="connsiteY123" fmla="*/ 4715815 h 4734469"/>
                <a:gd name="connsiteX124" fmla="*/ 430232 w 1886020"/>
                <a:gd name="connsiteY124" fmla="*/ 4734343 h 4734469"/>
                <a:gd name="connsiteX125" fmla="*/ 603607 w 1886020"/>
                <a:gd name="connsiteY125" fmla="*/ 4725262 h 4734469"/>
                <a:gd name="connsiteX126" fmla="*/ 662684 w 1886020"/>
                <a:gd name="connsiteY126" fmla="*/ 4720722 h 4734469"/>
                <a:gd name="connsiteX127" fmla="*/ 843635 w 1886020"/>
                <a:gd name="connsiteY127" fmla="*/ 4698241 h 4734469"/>
                <a:gd name="connsiteX128" fmla="*/ 916335 w 1886020"/>
                <a:gd name="connsiteY128" fmla="*/ 4666093 h 4734469"/>
                <a:gd name="connsiteX129" fmla="*/ 932144 w 1886020"/>
                <a:gd name="connsiteY129" fmla="*/ 4593231 h 4734469"/>
                <a:gd name="connsiteX130" fmla="*/ 932070 w 1886020"/>
                <a:gd name="connsiteY130" fmla="*/ 4593011 h 4734469"/>
                <a:gd name="connsiteX131" fmla="*/ 844873 w 1886020"/>
                <a:gd name="connsiteY131" fmla="*/ 4558374 h 4734469"/>
                <a:gd name="connsiteX132" fmla="*/ 753524 w 1886020"/>
                <a:gd name="connsiteY132" fmla="*/ 4529302 h 4734469"/>
                <a:gd name="connsiteX133" fmla="*/ 734593 w 1886020"/>
                <a:gd name="connsiteY133" fmla="*/ 4518606 h 4734469"/>
                <a:gd name="connsiteX134" fmla="*/ 739537 w 1886020"/>
                <a:gd name="connsiteY134" fmla="*/ 4517219 h 4734469"/>
                <a:gd name="connsiteX135" fmla="*/ 815225 w 1886020"/>
                <a:gd name="connsiteY135" fmla="*/ 4473721 h 4734469"/>
                <a:gd name="connsiteX136" fmla="*/ 913204 w 1886020"/>
                <a:gd name="connsiteY136" fmla="*/ 4451240 h 4734469"/>
                <a:gd name="connsiteX137" fmla="*/ 1008777 w 1886020"/>
                <a:gd name="connsiteY137" fmla="*/ 4421948 h 4734469"/>
                <a:gd name="connsiteX138" fmla="*/ 1047167 w 1886020"/>
                <a:gd name="connsiteY138" fmla="*/ 4341177 h 4734469"/>
                <a:gd name="connsiteX139" fmla="*/ 1045565 w 1886020"/>
                <a:gd name="connsiteY139" fmla="*/ 4334806 h 4734469"/>
                <a:gd name="connsiteX140" fmla="*/ 966018 w 1886020"/>
                <a:gd name="connsiteY140" fmla="*/ 4275418 h 4734469"/>
                <a:gd name="connsiteX141" fmla="*/ 869350 w 1886020"/>
                <a:gd name="connsiteY141" fmla="*/ 4240780 h 4734469"/>
                <a:gd name="connsiteX142" fmla="*/ 865416 w 1886020"/>
                <a:gd name="connsiteY142" fmla="*/ 4237558 h 4734469"/>
                <a:gd name="connsiteX143" fmla="*/ 858312 w 1886020"/>
                <a:gd name="connsiteY143" fmla="*/ 4231890 h 4734469"/>
                <a:gd name="connsiteX144" fmla="*/ 866202 w 1886020"/>
                <a:gd name="connsiteY144" fmla="*/ 4198483 h 4734469"/>
                <a:gd name="connsiteX145" fmla="*/ 846828 w 1886020"/>
                <a:gd name="connsiteY145" fmla="*/ 4146993 h 4734469"/>
                <a:gd name="connsiteX146" fmla="*/ 827606 w 1886020"/>
                <a:gd name="connsiteY146" fmla="*/ 4040589 h 4734469"/>
                <a:gd name="connsiteX147" fmla="*/ 769290 w 1886020"/>
                <a:gd name="connsiteY147" fmla="*/ 3774485 h 4734469"/>
                <a:gd name="connsiteX148" fmla="*/ 762475 w 1886020"/>
                <a:gd name="connsiteY148" fmla="*/ 3744253 h 4734469"/>
                <a:gd name="connsiteX149" fmla="*/ 836934 w 1886020"/>
                <a:gd name="connsiteY149" fmla="*/ 3624999 h 4734469"/>
                <a:gd name="connsiteX150" fmla="*/ 908250 w 1886020"/>
                <a:gd name="connsiteY150" fmla="*/ 3483961 h 4734469"/>
                <a:gd name="connsiteX151" fmla="*/ 919032 w 1886020"/>
                <a:gd name="connsiteY151" fmla="*/ 3436142 h 4734469"/>
                <a:gd name="connsiteX152" fmla="*/ 1024295 w 1886020"/>
                <a:gd name="connsiteY152" fmla="*/ 2880409 h 4734469"/>
                <a:gd name="connsiteX153" fmla="*/ 1033661 w 1886020"/>
                <a:gd name="connsiteY153" fmla="*/ 2800068 h 4734469"/>
                <a:gd name="connsiteX154" fmla="*/ 1047473 w 1886020"/>
                <a:gd name="connsiteY154" fmla="*/ 2724013 h 4734469"/>
                <a:gd name="connsiteX155" fmla="*/ 1058970 w 1886020"/>
                <a:gd name="connsiteY155" fmla="*/ 2622350 h 4734469"/>
                <a:gd name="connsiteX156" fmla="*/ 1047617 w 1886020"/>
                <a:gd name="connsiteY156" fmla="*/ 2488368 h 4734469"/>
                <a:gd name="connsiteX157" fmla="*/ 1042031 w 1886020"/>
                <a:gd name="connsiteY157" fmla="*/ 2396930 h 4734469"/>
                <a:gd name="connsiteX158" fmla="*/ 1038963 w 1886020"/>
                <a:gd name="connsiteY158" fmla="*/ 2381416 h 4734469"/>
                <a:gd name="connsiteX159" fmla="*/ 1037129 w 1886020"/>
                <a:gd name="connsiteY159" fmla="*/ 2373822 h 4734469"/>
                <a:gd name="connsiteX160" fmla="*/ 1019095 w 1886020"/>
                <a:gd name="connsiteY160" fmla="*/ 2324047 h 4734469"/>
                <a:gd name="connsiteX161" fmla="*/ 1005573 w 1886020"/>
                <a:gd name="connsiteY161" fmla="*/ 2296263 h 4734469"/>
                <a:gd name="connsiteX162" fmla="*/ 995240 w 1886020"/>
                <a:gd name="connsiteY162" fmla="*/ 2281142 h 4734469"/>
                <a:gd name="connsiteX163" fmla="*/ 1058914 w 1886020"/>
                <a:gd name="connsiteY163" fmla="*/ 2287002 h 4734469"/>
                <a:gd name="connsiteX164" fmla="*/ 1073548 w 1886020"/>
                <a:gd name="connsiteY164" fmla="*/ 2283943 h 4734469"/>
                <a:gd name="connsiteX165" fmla="*/ 1075497 w 1886020"/>
                <a:gd name="connsiteY165" fmla="*/ 2276255 h 4734469"/>
                <a:gd name="connsiteX166" fmla="*/ 1058910 w 1886020"/>
                <a:gd name="connsiteY166" fmla="*/ 2207029 h 4734469"/>
                <a:gd name="connsiteX167" fmla="*/ 1039680 w 1886020"/>
                <a:gd name="connsiteY167" fmla="*/ 2161643 h 4734469"/>
                <a:gd name="connsiteX168" fmla="*/ 1045298 w 1886020"/>
                <a:gd name="connsiteY168" fmla="*/ 2139108 h 4734469"/>
                <a:gd name="connsiteX169" fmla="*/ 1073729 w 1886020"/>
                <a:gd name="connsiteY169" fmla="*/ 2062887 h 4734469"/>
                <a:gd name="connsiteX170" fmla="*/ 1098774 w 1886020"/>
                <a:gd name="connsiteY170" fmla="*/ 1856238 h 4734469"/>
                <a:gd name="connsiteX171" fmla="*/ 1117459 w 1886020"/>
                <a:gd name="connsiteY171" fmla="*/ 1696376 h 4734469"/>
                <a:gd name="connsiteX172" fmla="*/ 1090811 w 1886020"/>
                <a:gd name="connsiteY172" fmla="*/ 1564235 h 4734469"/>
                <a:gd name="connsiteX173" fmla="*/ 1070016 w 1886020"/>
                <a:gd name="connsiteY173" fmla="*/ 1535166 h 4734469"/>
                <a:gd name="connsiteX174" fmla="*/ 1065064 w 1886020"/>
                <a:gd name="connsiteY174" fmla="*/ 1500401 h 4734469"/>
                <a:gd name="connsiteX175" fmla="*/ 1069409 w 1886020"/>
                <a:gd name="connsiteY175" fmla="*/ 1285230 h 4734469"/>
                <a:gd name="connsiteX176" fmla="*/ 1428401 w 1886020"/>
                <a:gd name="connsiteY176" fmla="*/ 1244648 h 4734469"/>
                <a:gd name="connsiteX177" fmla="*/ 1469267 w 1886020"/>
                <a:gd name="connsiteY177" fmla="*/ 1233637 h 4734469"/>
                <a:gd name="connsiteX178" fmla="*/ 1510569 w 1886020"/>
                <a:gd name="connsiteY178" fmla="*/ 1207741 h 4734469"/>
                <a:gd name="connsiteX179" fmla="*/ 1622232 w 1886020"/>
                <a:gd name="connsiteY179" fmla="*/ 1109831 h 4734469"/>
                <a:gd name="connsiteX180" fmla="*/ 1688425 w 1886020"/>
                <a:gd name="connsiteY180" fmla="*/ 946642 h 4734469"/>
                <a:gd name="connsiteX181" fmla="*/ 1747562 w 1886020"/>
                <a:gd name="connsiteY181" fmla="*/ 844368 h 4734469"/>
                <a:gd name="connsiteX182" fmla="*/ 1761043 w 1886020"/>
                <a:gd name="connsiteY182" fmla="*/ 794696 h 4734469"/>
                <a:gd name="connsiteX183" fmla="*/ 1753437 w 1886020"/>
                <a:gd name="connsiteY183" fmla="*/ 741358 h 4734469"/>
                <a:gd name="connsiteX184" fmla="*/ 1796361 w 1886020"/>
                <a:gd name="connsiteY184" fmla="*/ 663739 h 4734469"/>
                <a:gd name="connsiteX185" fmla="*/ 1806570 w 1886020"/>
                <a:gd name="connsiteY185" fmla="*/ 650101 h 4734469"/>
                <a:gd name="connsiteX186" fmla="*/ 1804140 w 1886020"/>
                <a:gd name="connsiteY186" fmla="*/ 636808 h 4734469"/>
                <a:gd name="connsiteX187" fmla="*/ 1803307 w 1886020"/>
                <a:gd name="connsiteY187" fmla="*/ 635266 h 4734469"/>
                <a:gd name="connsiteX188" fmla="*/ 1811545 w 1886020"/>
                <a:gd name="connsiteY188" fmla="*/ 629796 h 4734469"/>
                <a:gd name="connsiteX189" fmla="*/ 1839081 w 1886020"/>
                <a:gd name="connsiteY189" fmla="*/ 608266 h 4734469"/>
                <a:gd name="connsiteX190" fmla="*/ 1874848 w 1886020"/>
                <a:gd name="connsiteY190" fmla="*/ 572018 h 4734469"/>
                <a:gd name="connsiteX191" fmla="*/ 1884245 w 1886020"/>
                <a:gd name="connsiteY191" fmla="*/ 523393 h 4734469"/>
                <a:gd name="connsiteX192" fmla="*/ 570346 w 1886020"/>
                <a:gd name="connsiteY192" fmla="*/ 4449227 h 4734469"/>
                <a:gd name="connsiteX193" fmla="*/ 563104 w 1886020"/>
                <a:gd name="connsiteY193" fmla="*/ 4449848 h 4734469"/>
                <a:gd name="connsiteX194" fmla="*/ 537097 w 1886020"/>
                <a:gd name="connsiteY194" fmla="*/ 4457317 h 4734469"/>
                <a:gd name="connsiteX195" fmla="*/ 535135 w 1886020"/>
                <a:gd name="connsiteY195" fmla="*/ 4458333 h 4734469"/>
                <a:gd name="connsiteX196" fmla="*/ 566672 w 1886020"/>
                <a:gd name="connsiteY196" fmla="*/ 4383942 h 4734469"/>
                <a:gd name="connsiteX197" fmla="*/ 570026 w 1886020"/>
                <a:gd name="connsiteY197" fmla="*/ 4374975 h 4734469"/>
                <a:gd name="connsiteX198" fmla="*/ 568786 w 1886020"/>
                <a:gd name="connsiteY198" fmla="*/ 4391777 h 4734469"/>
                <a:gd name="connsiteX199" fmla="*/ 570346 w 1886020"/>
                <a:gd name="connsiteY199" fmla="*/ 4449227 h 4734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1886020" h="4734469">
                  <a:moveTo>
                    <a:pt x="1884245" y="523393"/>
                  </a:moveTo>
                  <a:cubicBezTo>
                    <a:pt x="1879987" y="514554"/>
                    <a:pt x="1876643" y="505304"/>
                    <a:pt x="1874265" y="495786"/>
                  </a:cubicBezTo>
                  <a:cubicBezTo>
                    <a:pt x="1873246" y="484801"/>
                    <a:pt x="1877470" y="470302"/>
                    <a:pt x="1867783" y="465103"/>
                  </a:cubicBezTo>
                  <a:cubicBezTo>
                    <a:pt x="1862319" y="462173"/>
                    <a:pt x="1854816" y="464370"/>
                    <a:pt x="1850007" y="460490"/>
                  </a:cubicBezTo>
                  <a:cubicBezTo>
                    <a:pt x="1847008" y="457071"/>
                    <a:pt x="1845172" y="452789"/>
                    <a:pt x="1844762" y="448260"/>
                  </a:cubicBezTo>
                  <a:cubicBezTo>
                    <a:pt x="1839748" y="430784"/>
                    <a:pt x="1824034" y="418538"/>
                    <a:pt x="1805863" y="417944"/>
                  </a:cubicBezTo>
                  <a:cubicBezTo>
                    <a:pt x="1816353" y="390189"/>
                    <a:pt x="1853722" y="383379"/>
                    <a:pt x="1870331" y="358921"/>
                  </a:cubicBezTo>
                  <a:cubicBezTo>
                    <a:pt x="1878637" y="346765"/>
                    <a:pt x="1875941" y="324284"/>
                    <a:pt x="1861299" y="324137"/>
                  </a:cubicBezTo>
                  <a:cubicBezTo>
                    <a:pt x="1857855" y="324356"/>
                    <a:pt x="1854489" y="325252"/>
                    <a:pt x="1851393" y="326774"/>
                  </a:cubicBezTo>
                  <a:cubicBezTo>
                    <a:pt x="1833181" y="334243"/>
                    <a:pt x="1815041" y="341785"/>
                    <a:pt x="1796830" y="349255"/>
                  </a:cubicBezTo>
                  <a:cubicBezTo>
                    <a:pt x="1786256" y="353386"/>
                    <a:pt x="1775941" y="358155"/>
                    <a:pt x="1765943" y="363534"/>
                  </a:cubicBezTo>
                  <a:cubicBezTo>
                    <a:pt x="1735930" y="380596"/>
                    <a:pt x="1713493" y="408351"/>
                    <a:pt x="1693315" y="436543"/>
                  </a:cubicBezTo>
                  <a:cubicBezTo>
                    <a:pt x="1674232" y="461516"/>
                    <a:pt x="1659007" y="489212"/>
                    <a:pt x="1648150" y="518706"/>
                  </a:cubicBezTo>
                  <a:cubicBezTo>
                    <a:pt x="1642068" y="536846"/>
                    <a:pt x="1638825" y="555816"/>
                    <a:pt x="1638535" y="574946"/>
                  </a:cubicBezTo>
                  <a:cubicBezTo>
                    <a:pt x="1638535" y="576864"/>
                    <a:pt x="1638578" y="578769"/>
                    <a:pt x="1638663" y="580662"/>
                  </a:cubicBezTo>
                  <a:cubicBezTo>
                    <a:pt x="1629777" y="582164"/>
                    <a:pt x="1622481" y="586062"/>
                    <a:pt x="1613134" y="587941"/>
                  </a:cubicBezTo>
                  <a:cubicBezTo>
                    <a:pt x="1606083" y="606606"/>
                    <a:pt x="1599032" y="625271"/>
                    <a:pt x="1591981" y="643937"/>
                  </a:cubicBezTo>
                  <a:cubicBezTo>
                    <a:pt x="1589143" y="653296"/>
                    <a:pt x="1584441" y="661984"/>
                    <a:pt x="1578159" y="669479"/>
                  </a:cubicBezTo>
                  <a:cubicBezTo>
                    <a:pt x="1573450" y="673778"/>
                    <a:pt x="1568430" y="677724"/>
                    <a:pt x="1563141" y="681284"/>
                  </a:cubicBezTo>
                  <a:cubicBezTo>
                    <a:pt x="1541319" y="699947"/>
                    <a:pt x="1530169" y="728216"/>
                    <a:pt x="1533375" y="756751"/>
                  </a:cubicBezTo>
                  <a:cubicBezTo>
                    <a:pt x="1493619" y="772381"/>
                    <a:pt x="1472768" y="816138"/>
                    <a:pt x="1485671" y="856861"/>
                  </a:cubicBezTo>
                  <a:cubicBezTo>
                    <a:pt x="1453258" y="863888"/>
                    <a:pt x="1426836" y="887272"/>
                    <a:pt x="1415921" y="918590"/>
                  </a:cubicBezTo>
                  <a:cubicBezTo>
                    <a:pt x="1414418" y="925614"/>
                    <a:pt x="1411299" y="932192"/>
                    <a:pt x="1406812" y="937801"/>
                  </a:cubicBezTo>
                  <a:cubicBezTo>
                    <a:pt x="1399842" y="943118"/>
                    <a:pt x="1391210" y="945785"/>
                    <a:pt x="1382456" y="945325"/>
                  </a:cubicBezTo>
                  <a:cubicBezTo>
                    <a:pt x="1358552" y="946811"/>
                    <a:pt x="1337650" y="965736"/>
                    <a:pt x="1315988" y="955470"/>
                  </a:cubicBezTo>
                  <a:cubicBezTo>
                    <a:pt x="1291397" y="943879"/>
                    <a:pt x="1263872" y="940012"/>
                    <a:pt x="1237040" y="944378"/>
                  </a:cubicBezTo>
                  <a:cubicBezTo>
                    <a:pt x="1231525" y="945684"/>
                    <a:pt x="1225852" y="946189"/>
                    <a:pt x="1220194" y="945880"/>
                  </a:cubicBezTo>
                  <a:cubicBezTo>
                    <a:pt x="1215352" y="945044"/>
                    <a:pt x="1210682" y="943408"/>
                    <a:pt x="1206377" y="941040"/>
                  </a:cubicBezTo>
                  <a:cubicBezTo>
                    <a:pt x="1196629" y="935328"/>
                    <a:pt x="1186061" y="931148"/>
                    <a:pt x="1175042" y="928647"/>
                  </a:cubicBezTo>
                  <a:cubicBezTo>
                    <a:pt x="1163722" y="926283"/>
                    <a:pt x="1152072" y="930807"/>
                    <a:pt x="1145313" y="940191"/>
                  </a:cubicBezTo>
                  <a:cubicBezTo>
                    <a:pt x="1137727" y="931829"/>
                    <a:pt x="1133206" y="921120"/>
                    <a:pt x="1126295" y="912187"/>
                  </a:cubicBezTo>
                  <a:cubicBezTo>
                    <a:pt x="1120075" y="902489"/>
                    <a:pt x="1108911" y="897134"/>
                    <a:pt x="1097455" y="898352"/>
                  </a:cubicBezTo>
                  <a:cubicBezTo>
                    <a:pt x="1104657" y="891903"/>
                    <a:pt x="1097285" y="879067"/>
                    <a:pt x="1087927" y="876721"/>
                  </a:cubicBezTo>
                  <a:cubicBezTo>
                    <a:pt x="1078328" y="875928"/>
                    <a:pt x="1068670" y="876280"/>
                    <a:pt x="1059155" y="877769"/>
                  </a:cubicBezTo>
                  <a:cubicBezTo>
                    <a:pt x="1034136" y="877636"/>
                    <a:pt x="1014940" y="854801"/>
                    <a:pt x="990638" y="848823"/>
                  </a:cubicBezTo>
                  <a:cubicBezTo>
                    <a:pt x="968301" y="843330"/>
                    <a:pt x="938529" y="849881"/>
                    <a:pt x="927078" y="829834"/>
                  </a:cubicBezTo>
                  <a:cubicBezTo>
                    <a:pt x="923420" y="823430"/>
                    <a:pt x="922372" y="815007"/>
                    <a:pt x="917154" y="810211"/>
                  </a:cubicBezTo>
                  <a:cubicBezTo>
                    <a:pt x="915923" y="804773"/>
                    <a:pt x="913444" y="799696"/>
                    <a:pt x="909914" y="795381"/>
                  </a:cubicBezTo>
                  <a:cubicBezTo>
                    <a:pt x="900747" y="784944"/>
                    <a:pt x="885250" y="783451"/>
                    <a:pt x="871407" y="783885"/>
                  </a:cubicBezTo>
                  <a:cubicBezTo>
                    <a:pt x="856196" y="784264"/>
                    <a:pt x="841121" y="786859"/>
                    <a:pt x="826658" y="791587"/>
                  </a:cubicBezTo>
                  <a:cubicBezTo>
                    <a:pt x="826254" y="789776"/>
                    <a:pt x="825774" y="787879"/>
                    <a:pt x="825164" y="785828"/>
                  </a:cubicBezTo>
                  <a:cubicBezTo>
                    <a:pt x="816394" y="760275"/>
                    <a:pt x="798807" y="738682"/>
                    <a:pt x="775558" y="724921"/>
                  </a:cubicBezTo>
                  <a:cubicBezTo>
                    <a:pt x="757304" y="713996"/>
                    <a:pt x="737481" y="705937"/>
                    <a:pt x="716782" y="701026"/>
                  </a:cubicBezTo>
                  <a:cubicBezTo>
                    <a:pt x="716686" y="699200"/>
                    <a:pt x="716492" y="697384"/>
                    <a:pt x="716446" y="695553"/>
                  </a:cubicBezTo>
                  <a:cubicBezTo>
                    <a:pt x="716110" y="669706"/>
                    <a:pt x="720123" y="643985"/>
                    <a:pt x="728319" y="619469"/>
                  </a:cubicBezTo>
                  <a:cubicBezTo>
                    <a:pt x="729178" y="616782"/>
                    <a:pt x="730174" y="614126"/>
                    <a:pt x="731107" y="611455"/>
                  </a:cubicBezTo>
                  <a:cubicBezTo>
                    <a:pt x="876662" y="573177"/>
                    <a:pt x="963628" y="424150"/>
                    <a:pt x="925349" y="278594"/>
                  </a:cubicBezTo>
                  <a:cubicBezTo>
                    <a:pt x="912967" y="231510"/>
                    <a:pt x="888197" y="188603"/>
                    <a:pt x="853616" y="154334"/>
                  </a:cubicBezTo>
                  <a:cubicBezTo>
                    <a:pt x="853487" y="148816"/>
                    <a:pt x="852771" y="143327"/>
                    <a:pt x="851478" y="137960"/>
                  </a:cubicBezTo>
                  <a:cubicBezTo>
                    <a:pt x="848482" y="126214"/>
                    <a:pt x="842847" y="115306"/>
                    <a:pt x="835001" y="106065"/>
                  </a:cubicBezTo>
                  <a:cubicBezTo>
                    <a:pt x="822561" y="78154"/>
                    <a:pt x="803054" y="65842"/>
                    <a:pt x="778219" y="54216"/>
                  </a:cubicBezTo>
                  <a:cubicBezTo>
                    <a:pt x="771081" y="50848"/>
                    <a:pt x="763505" y="47552"/>
                    <a:pt x="755492" y="43891"/>
                  </a:cubicBezTo>
                  <a:cubicBezTo>
                    <a:pt x="715863" y="26023"/>
                    <a:pt x="677545" y="-193"/>
                    <a:pt x="632527" y="-120"/>
                  </a:cubicBezTo>
                  <a:cubicBezTo>
                    <a:pt x="591441" y="-120"/>
                    <a:pt x="552104" y="22581"/>
                    <a:pt x="511529" y="21702"/>
                  </a:cubicBezTo>
                  <a:lnTo>
                    <a:pt x="508469" y="21555"/>
                  </a:lnTo>
                  <a:cubicBezTo>
                    <a:pt x="507449" y="21510"/>
                    <a:pt x="506430" y="21519"/>
                    <a:pt x="505410" y="21409"/>
                  </a:cubicBezTo>
                  <a:cubicBezTo>
                    <a:pt x="504172" y="21336"/>
                    <a:pt x="503006" y="21189"/>
                    <a:pt x="501768" y="21043"/>
                  </a:cubicBezTo>
                  <a:cubicBezTo>
                    <a:pt x="490404" y="19652"/>
                    <a:pt x="476781" y="17016"/>
                    <a:pt x="469278" y="25730"/>
                  </a:cubicBezTo>
                  <a:cubicBezTo>
                    <a:pt x="466903" y="29211"/>
                    <a:pt x="464970" y="32975"/>
                    <a:pt x="463524" y="36933"/>
                  </a:cubicBezTo>
                  <a:cubicBezTo>
                    <a:pt x="462960" y="38238"/>
                    <a:pt x="462278" y="39488"/>
                    <a:pt x="461484" y="40668"/>
                  </a:cubicBezTo>
                  <a:lnTo>
                    <a:pt x="461484" y="40668"/>
                  </a:lnTo>
                  <a:cubicBezTo>
                    <a:pt x="460036" y="43203"/>
                    <a:pt x="458300" y="45562"/>
                    <a:pt x="456312" y="47698"/>
                  </a:cubicBezTo>
                  <a:lnTo>
                    <a:pt x="456312" y="47698"/>
                  </a:lnTo>
                  <a:cubicBezTo>
                    <a:pt x="443200" y="62124"/>
                    <a:pt x="421200" y="68495"/>
                    <a:pt x="403061" y="77869"/>
                  </a:cubicBezTo>
                  <a:cubicBezTo>
                    <a:pt x="362121" y="98885"/>
                    <a:pt x="335241" y="141651"/>
                    <a:pt x="324532" y="186540"/>
                  </a:cubicBezTo>
                  <a:cubicBezTo>
                    <a:pt x="313824" y="231503"/>
                    <a:pt x="317613" y="278735"/>
                    <a:pt x="325625" y="324210"/>
                  </a:cubicBezTo>
                  <a:cubicBezTo>
                    <a:pt x="329668" y="346953"/>
                    <a:pt x="338554" y="372769"/>
                    <a:pt x="354726" y="387041"/>
                  </a:cubicBezTo>
                  <a:lnTo>
                    <a:pt x="354729" y="387125"/>
                  </a:lnTo>
                  <a:lnTo>
                    <a:pt x="354368" y="386850"/>
                  </a:lnTo>
                  <a:cubicBezTo>
                    <a:pt x="354368" y="386850"/>
                    <a:pt x="217449" y="484288"/>
                    <a:pt x="242435" y="498129"/>
                  </a:cubicBezTo>
                  <a:cubicBezTo>
                    <a:pt x="256026" y="505640"/>
                    <a:pt x="312750" y="469721"/>
                    <a:pt x="361648" y="435424"/>
                  </a:cubicBezTo>
                  <a:cubicBezTo>
                    <a:pt x="362144" y="437506"/>
                    <a:pt x="362603" y="439595"/>
                    <a:pt x="363141" y="441669"/>
                  </a:cubicBezTo>
                  <a:cubicBezTo>
                    <a:pt x="369008" y="463526"/>
                    <a:pt x="376482" y="484918"/>
                    <a:pt x="385505" y="505671"/>
                  </a:cubicBezTo>
                  <a:cubicBezTo>
                    <a:pt x="395922" y="530203"/>
                    <a:pt x="410492" y="556639"/>
                    <a:pt x="435987" y="563961"/>
                  </a:cubicBezTo>
                  <a:cubicBezTo>
                    <a:pt x="441630" y="565500"/>
                    <a:pt x="447474" y="566168"/>
                    <a:pt x="453319" y="565943"/>
                  </a:cubicBezTo>
                  <a:cubicBezTo>
                    <a:pt x="454827" y="565930"/>
                    <a:pt x="456330" y="565808"/>
                    <a:pt x="457839" y="565708"/>
                  </a:cubicBezTo>
                  <a:cubicBezTo>
                    <a:pt x="459132" y="603180"/>
                    <a:pt x="455165" y="640648"/>
                    <a:pt x="446055" y="677019"/>
                  </a:cubicBezTo>
                  <a:cubicBezTo>
                    <a:pt x="431197" y="676210"/>
                    <a:pt x="416481" y="680278"/>
                    <a:pt x="404147" y="688604"/>
                  </a:cubicBezTo>
                  <a:cubicBezTo>
                    <a:pt x="399500" y="693206"/>
                    <a:pt x="393610" y="696350"/>
                    <a:pt x="387200" y="697652"/>
                  </a:cubicBezTo>
                  <a:cubicBezTo>
                    <a:pt x="380552" y="696839"/>
                    <a:pt x="374375" y="693794"/>
                    <a:pt x="369682" y="689015"/>
                  </a:cubicBezTo>
                  <a:cubicBezTo>
                    <a:pt x="331815" y="661741"/>
                    <a:pt x="280072" y="664482"/>
                    <a:pt x="245299" y="695605"/>
                  </a:cubicBezTo>
                  <a:cubicBezTo>
                    <a:pt x="195703" y="742353"/>
                    <a:pt x="201316" y="833697"/>
                    <a:pt x="143191" y="869154"/>
                  </a:cubicBezTo>
                  <a:cubicBezTo>
                    <a:pt x="127169" y="878928"/>
                    <a:pt x="106687" y="884098"/>
                    <a:pt x="97334" y="900423"/>
                  </a:cubicBezTo>
                  <a:cubicBezTo>
                    <a:pt x="95070" y="905622"/>
                    <a:pt x="92427" y="910647"/>
                    <a:pt x="89426" y="915458"/>
                  </a:cubicBezTo>
                  <a:cubicBezTo>
                    <a:pt x="85537" y="919756"/>
                    <a:pt x="80772" y="923169"/>
                    <a:pt x="75452" y="925468"/>
                  </a:cubicBezTo>
                  <a:cubicBezTo>
                    <a:pt x="58580" y="933039"/>
                    <a:pt x="42526" y="942316"/>
                    <a:pt x="27541" y="953154"/>
                  </a:cubicBezTo>
                  <a:cubicBezTo>
                    <a:pt x="12411" y="964246"/>
                    <a:pt x="2454" y="981025"/>
                    <a:pt x="-34" y="999620"/>
                  </a:cubicBezTo>
                  <a:cubicBezTo>
                    <a:pt x="-249" y="1013123"/>
                    <a:pt x="2648" y="1026495"/>
                    <a:pt x="8434" y="1038698"/>
                  </a:cubicBezTo>
                  <a:cubicBezTo>
                    <a:pt x="17108" y="1060026"/>
                    <a:pt x="27783" y="1080484"/>
                    <a:pt x="40317" y="1099798"/>
                  </a:cubicBezTo>
                  <a:cubicBezTo>
                    <a:pt x="33548" y="1108622"/>
                    <a:pt x="29116" y="1119012"/>
                    <a:pt x="27433" y="1130006"/>
                  </a:cubicBezTo>
                  <a:cubicBezTo>
                    <a:pt x="23297" y="1158835"/>
                    <a:pt x="37087" y="1187166"/>
                    <a:pt x="38612" y="1216252"/>
                  </a:cubicBezTo>
                  <a:cubicBezTo>
                    <a:pt x="39943" y="1241665"/>
                    <a:pt x="31896" y="1266487"/>
                    <a:pt x="27292" y="1291511"/>
                  </a:cubicBezTo>
                  <a:cubicBezTo>
                    <a:pt x="9324" y="1389174"/>
                    <a:pt x="43846" y="1488100"/>
                    <a:pt x="78979" y="1580927"/>
                  </a:cubicBezTo>
                  <a:cubicBezTo>
                    <a:pt x="85663" y="1596009"/>
                    <a:pt x="89810" y="1612092"/>
                    <a:pt x="91251" y="1628525"/>
                  </a:cubicBezTo>
                  <a:cubicBezTo>
                    <a:pt x="92190" y="1658823"/>
                    <a:pt x="74830" y="1686583"/>
                    <a:pt x="70077" y="1716517"/>
                  </a:cubicBezTo>
                  <a:cubicBezTo>
                    <a:pt x="60087" y="1779417"/>
                    <a:pt x="106242" y="1838585"/>
                    <a:pt x="107198" y="1902274"/>
                  </a:cubicBezTo>
                  <a:cubicBezTo>
                    <a:pt x="107638" y="1931597"/>
                    <a:pt x="98452" y="1961442"/>
                    <a:pt x="105750" y="1989837"/>
                  </a:cubicBezTo>
                  <a:cubicBezTo>
                    <a:pt x="110621" y="2008787"/>
                    <a:pt x="122387" y="2025071"/>
                    <a:pt x="130737" y="2042751"/>
                  </a:cubicBezTo>
                  <a:cubicBezTo>
                    <a:pt x="145532" y="2074080"/>
                    <a:pt x="149501" y="2109624"/>
                    <a:pt x="163624" y="2141265"/>
                  </a:cubicBezTo>
                  <a:cubicBezTo>
                    <a:pt x="180520" y="2175727"/>
                    <a:pt x="205558" y="2205553"/>
                    <a:pt x="236572" y="2228163"/>
                  </a:cubicBezTo>
                  <a:cubicBezTo>
                    <a:pt x="254350" y="2284370"/>
                    <a:pt x="229127" y="2352240"/>
                    <a:pt x="236300" y="2412053"/>
                  </a:cubicBezTo>
                  <a:cubicBezTo>
                    <a:pt x="245952" y="2408302"/>
                    <a:pt x="255679" y="2404746"/>
                    <a:pt x="265444" y="2401299"/>
                  </a:cubicBezTo>
                  <a:cubicBezTo>
                    <a:pt x="259340" y="2490826"/>
                    <a:pt x="281961" y="2579965"/>
                    <a:pt x="330016" y="2655748"/>
                  </a:cubicBezTo>
                  <a:cubicBezTo>
                    <a:pt x="345907" y="2680498"/>
                    <a:pt x="364528" y="2703733"/>
                    <a:pt x="376474" y="2730632"/>
                  </a:cubicBezTo>
                  <a:cubicBezTo>
                    <a:pt x="384304" y="2749822"/>
                    <a:pt x="390373" y="2769685"/>
                    <a:pt x="394604" y="2789975"/>
                  </a:cubicBezTo>
                  <a:cubicBezTo>
                    <a:pt x="411766" y="2861384"/>
                    <a:pt x="428928" y="2932792"/>
                    <a:pt x="446089" y="3004200"/>
                  </a:cubicBezTo>
                  <a:cubicBezTo>
                    <a:pt x="459988" y="3062033"/>
                    <a:pt x="473988" y="3120985"/>
                    <a:pt x="469814" y="3180333"/>
                  </a:cubicBezTo>
                  <a:cubicBezTo>
                    <a:pt x="466905" y="3221687"/>
                    <a:pt x="456536" y="3268184"/>
                    <a:pt x="481889" y="3300881"/>
                  </a:cubicBezTo>
                  <a:cubicBezTo>
                    <a:pt x="488006" y="3307131"/>
                    <a:pt x="493168" y="3314250"/>
                    <a:pt x="497206" y="3322008"/>
                  </a:cubicBezTo>
                  <a:cubicBezTo>
                    <a:pt x="499734" y="3331104"/>
                    <a:pt x="499821" y="3340705"/>
                    <a:pt x="497458" y="3349846"/>
                  </a:cubicBezTo>
                  <a:cubicBezTo>
                    <a:pt x="485085" y="3418933"/>
                    <a:pt x="476597" y="3488660"/>
                    <a:pt x="472035" y="3558699"/>
                  </a:cubicBezTo>
                  <a:cubicBezTo>
                    <a:pt x="466299" y="3566438"/>
                    <a:pt x="460633" y="3574145"/>
                    <a:pt x="455363" y="3581867"/>
                  </a:cubicBezTo>
                  <a:cubicBezTo>
                    <a:pt x="413258" y="3643453"/>
                    <a:pt x="393008" y="3717121"/>
                    <a:pt x="376617" y="3789983"/>
                  </a:cubicBezTo>
                  <a:cubicBezTo>
                    <a:pt x="344710" y="3932487"/>
                    <a:pt x="330360" y="4078724"/>
                    <a:pt x="323803" y="4224670"/>
                  </a:cubicBezTo>
                  <a:cubicBezTo>
                    <a:pt x="302695" y="4243788"/>
                    <a:pt x="284530" y="4265923"/>
                    <a:pt x="269897" y="4290356"/>
                  </a:cubicBezTo>
                  <a:cubicBezTo>
                    <a:pt x="247824" y="4331217"/>
                    <a:pt x="244984" y="4379402"/>
                    <a:pt x="242653" y="4425902"/>
                  </a:cubicBezTo>
                  <a:cubicBezTo>
                    <a:pt x="241667" y="4433438"/>
                    <a:pt x="242517" y="4441101"/>
                    <a:pt x="245130" y="4448237"/>
                  </a:cubicBezTo>
                  <a:cubicBezTo>
                    <a:pt x="250425" y="4457176"/>
                    <a:pt x="258628" y="4464027"/>
                    <a:pt x="268367" y="4467643"/>
                  </a:cubicBezTo>
                  <a:cubicBezTo>
                    <a:pt x="272570" y="4469705"/>
                    <a:pt x="276802" y="4471705"/>
                    <a:pt x="281062" y="4473643"/>
                  </a:cubicBezTo>
                  <a:cubicBezTo>
                    <a:pt x="278285" y="4483867"/>
                    <a:pt x="275855" y="4494348"/>
                    <a:pt x="273678" y="4504884"/>
                  </a:cubicBezTo>
                  <a:cubicBezTo>
                    <a:pt x="257530" y="4486659"/>
                    <a:pt x="228677" y="4457757"/>
                    <a:pt x="223785" y="4478920"/>
                  </a:cubicBezTo>
                  <a:cubicBezTo>
                    <a:pt x="207600" y="4549531"/>
                    <a:pt x="198812" y="4621636"/>
                    <a:pt x="197562" y="4694067"/>
                  </a:cubicBezTo>
                  <a:cubicBezTo>
                    <a:pt x="197053" y="4698735"/>
                    <a:pt x="197940" y="4703449"/>
                    <a:pt x="200110" y="4707613"/>
                  </a:cubicBezTo>
                  <a:cubicBezTo>
                    <a:pt x="204357" y="4712580"/>
                    <a:pt x="210482" y="4715552"/>
                    <a:pt x="217011" y="4715815"/>
                  </a:cubicBezTo>
                  <a:cubicBezTo>
                    <a:pt x="287384" y="4728385"/>
                    <a:pt x="358747" y="4734586"/>
                    <a:pt x="430232" y="4734343"/>
                  </a:cubicBezTo>
                  <a:cubicBezTo>
                    <a:pt x="488145" y="4734123"/>
                    <a:pt x="545912" y="4729656"/>
                    <a:pt x="603607" y="4725262"/>
                  </a:cubicBezTo>
                  <a:cubicBezTo>
                    <a:pt x="623275" y="4723724"/>
                    <a:pt x="643016" y="4722186"/>
                    <a:pt x="662684" y="4720722"/>
                  </a:cubicBezTo>
                  <a:cubicBezTo>
                    <a:pt x="723452" y="4717460"/>
                    <a:pt x="783917" y="4709948"/>
                    <a:pt x="843635" y="4698241"/>
                  </a:cubicBezTo>
                  <a:cubicBezTo>
                    <a:pt x="869788" y="4692529"/>
                    <a:pt x="896740" y="4684474"/>
                    <a:pt x="916335" y="4666093"/>
                  </a:cubicBezTo>
                  <a:cubicBezTo>
                    <a:pt x="935858" y="4647786"/>
                    <a:pt x="945693" y="4616444"/>
                    <a:pt x="932144" y="4593231"/>
                  </a:cubicBezTo>
                  <a:cubicBezTo>
                    <a:pt x="932154" y="4593150"/>
                    <a:pt x="932127" y="4593070"/>
                    <a:pt x="932070" y="4593011"/>
                  </a:cubicBezTo>
                  <a:cubicBezTo>
                    <a:pt x="915534" y="4564965"/>
                    <a:pt x="877072" y="4562840"/>
                    <a:pt x="844873" y="4558374"/>
                  </a:cubicBezTo>
                  <a:cubicBezTo>
                    <a:pt x="813002" y="4553903"/>
                    <a:pt x="782117" y="4544074"/>
                    <a:pt x="753524" y="4529302"/>
                  </a:cubicBezTo>
                  <a:cubicBezTo>
                    <a:pt x="747087" y="4525966"/>
                    <a:pt x="740813" y="4522336"/>
                    <a:pt x="734593" y="4518606"/>
                  </a:cubicBezTo>
                  <a:cubicBezTo>
                    <a:pt x="736242" y="4518148"/>
                    <a:pt x="737907" y="4517766"/>
                    <a:pt x="739537" y="4517219"/>
                  </a:cubicBezTo>
                  <a:cubicBezTo>
                    <a:pt x="767146" y="4507919"/>
                    <a:pt x="789146" y="4486683"/>
                    <a:pt x="815225" y="4473721"/>
                  </a:cubicBezTo>
                  <a:cubicBezTo>
                    <a:pt x="845456" y="4458783"/>
                    <a:pt x="879766" y="4455488"/>
                    <a:pt x="913204" y="4451240"/>
                  </a:cubicBezTo>
                  <a:cubicBezTo>
                    <a:pt x="946567" y="4446919"/>
                    <a:pt x="981023" y="4440988"/>
                    <a:pt x="1008777" y="4421948"/>
                  </a:cubicBezTo>
                  <a:cubicBezTo>
                    <a:pt x="1034784" y="4404081"/>
                    <a:pt x="1053214" y="4371640"/>
                    <a:pt x="1047167" y="4341177"/>
                  </a:cubicBezTo>
                  <a:cubicBezTo>
                    <a:pt x="1046772" y="4339021"/>
                    <a:pt x="1046236" y="4336893"/>
                    <a:pt x="1045565" y="4334806"/>
                  </a:cubicBezTo>
                  <a:cubicBezTo>
                    <a:pt x="1035222" y="4301707"/>
                    <a:pt x="999454" y="4284132"/>
                    <a:pt x="966018" y="4275418"/>
                  </a:cubicBezTo>
                  <a:cubicBezTo>
                    <a:pt x="932654" y="4266703"/>
                    <a:pt x="896376" y="4262310"/>
                    <a:pt x="869350" y="4240780"/>
                  </a:cubicBezTo>
                  <a:cubicBezTo>
                    <a:pt x="868039" y="4239755"/>
                    <a:pt x="866727" y="4238657"/>
                    <a:pt x="865416" y="4237558"/>
                  </a:cubicBezTo>
                  <a:cubicBezTo>
                    <a:pt x="863105" y="4235668"/>
                    <a:pt x="860725" y="4233748"/>
                    <a:pt x="858312" y="4231890"/>
                  </a:cubicBezTo>
                  <a:cubicBezTo>
                    <a:pt x="864279" y="4221816"/>
                    <a:pt x="867032" y="4210162"/>
                    <a:pt x="866202" y="4198483"/>
                  </a:cubicBezTo>
                  <a:cubicBezTo>
                    <a:pt x="864780" y="4180079"/>
                    <a:pt x="854086" y="4163949"/>
                    <a:pt x="846828" y="4146993"/>
                  </a:cubicBezTo>
                  <a:cubicBezTo>
                    <a:pt x="832591" y="4113737"/>
                    <a:pt x="831447" y="4076588"/>
                    <a:pt x="827606" y="4040589"/>
                  </a:cubicBezTo>
                  <a:cubicBezTo>
                    <a:pt x="817962" y="3950199"/>
                    <a:pt x="790241" y="3862921"/>
                    <a:pt x="769290" y="3774485"/>
                  </a:cubicBezTo>
                  <a:cubicBezTo>
                    <a:pt x="766914" y="3764457"/>
                    <a:pt x="764642" y="3754380"/>
                    <a:pt x="762475" y="3744253"/>
                  </a:cubicBezTo>
                  <a:cubicBezTo>
                    <a:pt x="782857" y="3701898"/>
                    <a:pt x="807827" y="3661907"/>
                    <a:pt x="836934" y="3624999"/>
                  </a:cubicBezTo>
                  <a:cubicBezTo>
                    <a:pt x="870118" y="3583369"/>
                    <a:pt x="894392" y="3535363"/>
                    <a:pt x="908250" y="3483961"/>
                  </a:cubicBezTo>
                  <a:cubicBezTo>
                    <a:pt x="912548" y="3468216"/>
                    <a:pt x="915754" y="3452179"/>
                    <a:pt x="919032" y="3436142"/>
                  </a:cubicBezTo>
                  <a:cubicBezTo>
                    <a:pt x="956256" y="3251313"/>
                    <a:pt x="991344" y="3066068"/>
                    <a:pt x="1024295" y="2880409"/>
                  </a:cubicBezTo>
                  <a:cubicBezTo>
                    <a:pt x="1029738" y="2853950"/>
                    <a:pt x="1032871" y="2827069"/>
                    <a:pt x="1033661" y="2800068"/>
                  </a:cubicBezTo>
                  <a:cubicBezTo>
                    <a:pt x="1042279" y="2775612"/>
                    <a:pt x="1046942" y="2749937"/>
                    <a:pt x="1047473" y="2724013"/>
                  </a:cubicBezTo>
                  <a:cubicBezTo>
                    <a:pt x="1057058" y="2686426"/>
                    <a:pt x="1066821" y="2647000"/>
                    <a:pt x="1058970" y="2622350"/>
                  </a:cubicBezTo>
                  <a:cubicBezTo>
                    <a:pt x="1053417" y="2604945"/>
                    <a:pt x="1050620" y="2545408"/>
                    <a:pt x="1047617" y="2488368"/>
                  </a:cubicBezTo>
                  <a:cubicBezTo>
                    <a:pt x="1048457" y="2457784"/>
                    <a:pt x="1046588" y="2427185"/>
                    <a:pt x="1042031" y="2396930"/>
                  </a:cubicBezTo>
                  <a:cubicBezTo>
                    <a:pt x="1041176" y="2391759"/>
                    <a:pt x="1040122" y="2386584"/>
                    <a:pt x="1038963" y="2381416"/>
                  </a:cubicBezTo>
                  <a:cubicBezTo>
                    <a:pt x="1038502" y="2378851"/>
                    <a:pt x="1037890" y="2376315"/>
                    <a:pt x="1037129" y="2373822"/>
                  </a:cubicBezTo>
                  <a:cubicBezTo>
                    <a:pt x="1032796" y="2356670"/>
                    <a:pt x="1026755" y="2339994"/>
                    <a:pt x="1019095" y="2324047"/>
                  </a:cubicBezTo>
                  <a:cubicBezTo>
                    <a:pt x="1015187" y="2314505"/>
                    <a:pt x="1010671" y="2305225"/>
                    <a:pt x="1005573" y="2296263"/>
                  </a:cubicBezTo>
                  <a:cubicBezTo>
                    <a:pt x="1002505" y="2290975"/>
                    <a:pt x="999051" y="2285921"/>
                    <a:pt x="995240" y="2281142"/>
                  </a:cubicBezTo>
                  <a:cubicBezTo>
                    <a:pt x="1016552" y="2281989"/>
                    <a:pt x="1037805" y="2283945"/>
                    <a:pt x="1058914" y="2287002"/>
                  </a:cubicBezTo>
                  <a:cubicBezTo>
                    <a:pt x="1064109" y="2287780"/>
                    <a:pt x="1070438" y="2288199"/>
                    <a:pt x="1073548" y="2283943"/>
                  </a:cubicBezTo>
                  <a:cubicBezTo>
                    <a:pt x="1074935" y="2281626"/>
                    <a:pt x="1075613" y="2278953"/>
                    <a:pt x="1075497" y="2276255"/>
                  </a:cubicBezTo>
                  <a:cubicBezTo>
                    <a:pt x="1076487" y="2252089"/>
                    <a:pt x="1070744" y="2228123"/>
                    <a:pt x="1058910" y="2207029"/>
                  </a:cubicBezTo>
                  <a:cubicBezTo>
                    <a:pt x="1050730" y="2192516"/>
                    <a:pt x="1039366" y="2178321"/>
                    <a:pt x="1039680" y="2161643"/>
                  </a:cubicBezTo>
                  <a:cubicBezTo>
                    <a:pt x="1040270" y="2153869"/>
                    <a:pt x="1042170" y="2146250"/>
                    <a:pt x="1045298" y="2139108"/>
                  </a:cubicBezTo>
                  <a:cubicBezTo>
                    <a:pt x="1054776" y="2113701"/>
                    <a:pt x="1064253" y="2088294"/>
                    <a:pt x="1073729" y="2062887"/>
                  </a:cubicBezTo>
                  <a:cubicBezTo>
                    <a:pt x="1097730" y="1998543"/>
                    <a:pt x="1086309" y="1923804"/>
                    <a:pt x="1098774" y="1856238"/>
                  </a:cubicBezTo>
                  <a:cubicBezTo>
                    <a:pt x="1108515" y="1803420"/>
                    <a:pt x="1114758" y="1750016"/>
                    <a:pt x="1117459" y="1696376"/>
                  </a:cubicBezTo>
                  <a:cubicBezTo>
                    <a:pt x="1119767" y="1650525"/>
                    <a:pt x="1118332" y="1600871"/>
                    <a:pt x="1090811" y="1564235"/>
                  </a:cubicBezTo>
                  <a:cubicBezTo>
                    <a:pt x="1082759" y="1555397"/>
                    <a:pt x="1075779" y="1545640"/>
                    <a:pt x="1070016" y="1535166"/>
                  </a:cubicBezTo>
                  <a:cubicBezTo>
                    <a:pt x="1066065" y="1524024"/>
                    <a:pt x="1064381" y="1512204"/>
                    <a:pt x="1065064" y="1500401"/>
                  </a:cubicBezTo>
                  <a:cubicBezTo>
                    <a:pt x="1064584" y="1428655"/>
                    <a:pt x="1066033" y="1356931"/>
                    <a:pt x="1069409" y="1285230"/>
                  </a:cubicBezTo>
                  <a:cubicBezTo>
                    <a:pt x="1190013" y="1281985"/>
                    <a:pt x="1310117" y="1268408"/>
                    <a:pt x="1428401" y="1244648"/>
                  </a:cubicBezTo>
                  <a:cubicBezTo>
                    <a:pt x="1442332" y="1242237"/>
                    <a:pt x="1456011" y="1238551"/>
                    <a:pt x="1469267" y="1233637"/>
                  </a:cubicBezTo>
                  <a:cubicBezTo>
                    <a:pt x="1483972" y="1226598"/>
                    <a:pt x="1497828" y="1217910"/>
                    <a:pt x="1510569" y="1207741"/>
                  </a:cubicBezTo>
                  <a:cubicBezTo>
                    <a:pt x="1550814" y="1178656"/>
                    <a:pt x="1591632" y="1149028"/>
                    <a:pt x="1622232" y="1109831"/>
                  </a:cubicBezTo>
                  <a:cubicBezTo>
                    <a:pt x="1658666" y="1062432"/>
                    <a:pt x="1681545" y="1006028"/>
                    <a:pt x="1688425" y="946642"/>
                  </a:cubicBezTo>
                  <a:cubicBezTo>
                    <a:pt x="1717534" y="919682"/>
                    <a:pt x="1732990" y="881361"/>
                    <a:pt x="1747562" y="844368"/>
                  </a:cubicBezTo>
                  <a:cubicBezTo>
                    <a:pt x="1754761" y="828666"/>
                    <a:pt x="1759316" y="811883"/>
                    <a:pt x="1761043" y="794696"/>
                  </a:cubicBezTo>
                  <a:cubicBezTo>
                    <a:pt x="1761825" y="777107"/>
                    <a:pt x="1750231" y="758668"/>
                    <a:pt x="1753437" y="741358"/>
                  </a:cubicBezTo>
                  <a:cubicBezTo>
                    <a:pt x="1759034" y="711546"/>
                    <a:pt x="1774085" y="684329"/>
                    <a:pt x="1796361" y="663739"/>
                  </a:cubicBezTo>
                  <a:cubicBezTo>
                    <a:pt x="1801084" y="660350"/>
                    <a:pt x="1804649" y="655588"/>
                    <a:pt x="1806570" y="650101"/>
                  </a:cubicBezTo>
                  <a:cubicBezTo>
                    <a:pt x="1807169" y="645525"/>
                    <a:pt x="1806319" y="640877"/>
                    <a:pt x="1804140" y="636808"/>
                  </a:cubicBezTo>
                  <a:cubicBezTo>
                    <a:pt x="1803900" y="636270"/>
                    <a:pt x="1803559" y="635797"/>
                    <a:pt x="1803307" y="635266"/>
                  </a:cubicBezTo>
                  <a:cubicBezTo>
                    <a:pt x="1806083" y="633507"/>
                    <a:pt x="1808835" y="631696"/>
                    <a:pt x="1811545" y="629796"/>
                  </a:cubicBezTo>
                  <a:cubicBezTo>
                    <a:pt x="1821087" y="623058"/>
                    <a:pt x="1830193" y="615589"/>
                    <a:pt x="1839081" y="608266"/>
                  </a:cubicBezTo>
                  <a:cubicBezTo>
                    <a:pt x="1852739" y="598028"/>
                    <a:pt x="1864794" y="585811"/>
                    <a:pt x="1874848" y="572018"/>
                  </a:cubicBezTo>
                  <a:cubicBezTo>
                    <a:pt x="1884973" y="557978"/>
                    <a:pt x="1888409" y="540195"/>
                    <a:pt x="1884245" y="523393"/>
                  </a:cubicBezTo>
                  <a:close/>
                  <a:moveTo>
                    <a:pt x="570346" y="4449227"/>
                  </a:moveTo>
                  <a:cubicBezTo>
                    <a:pt x="567928" y="4449397"/>
                    <a:pt x="565501" y="4449516"/>
                    <a:pt x="563104" y="4449848"/>
                  </a:cubicBezTo>
                  <a:cubicBezTo>
                    <a:pt x="554121" y="4451073"/>
                    <a:pt x="545361" y="4453589"/>
                    <a:pt x="537097" y="4457317"/>
                  </a:cubicBezTo>
                  <a:cubicBezTo>
                    <a:pt x="536428" y="4457626"/>
                    <a:pt x="535797" y="4458009"/>
                    <a:pt x="535135" y="4458333"/>
                  </a:cubicBezTo>
                  <a:cubicBezTo>
                    <a:pt x="546450" y="4433898"/>
                    <a:pt x="557033" y="4409119"/>
                    <a:pt x="566672" y="4383942"/>
                  </a:cubicBezTo>
                  <a:cubicBezTo>
                    <a:pt x="567820" y="4380970"/>
                    <a:pt x="568903" y="4377961"/>
                    <a:pt x="570026" y="4374975"/>
                  </a:cubicBezTo>
                  <a:cubicBezTo>
                    <a:pt x="569608" y="4380572"/>
                    <a:pt x="569207" y="4386185"/>
                    <a:pt x="568786" y="4391777"/>
                  </a:cubicBezTo>
                  <a:cubicBezTo>
                    <a:pt x="566614" y="4410906"/>
                    <a:pt x="567139" y="4430245"/>
                    <a:pt x="570346" y="4449227"/>
                  </a:cubicBezTo>
                  <a:close/>
                </a:path>
              </a:pathLst>
            </a:custGeom>
            <a:solidFill>
              <a:srgbClr val="808080"/>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10" name="任意多边形: 形状 9">
              <a:extLst>
                <a:ext uri="{FF2B5EF4-FFF2-40B4-BE49-F238E27FC236}">
                  <a16:creationId xmlns:a16="http://schemas.microsoft.com/office/drawing/2014/main" id="{809F9900-FBE3-4582-B828-B1FB610F9D97}"/>
                </a:ext>
              </a:extLst>
            </p:cNvPr>
            <p:cNvSpPr/>
            <p:nvPr/>
          </p:nvSpPr>
          <p:spPr>
            <a:xfrm>
              <a:off x="2887339" y="1216911"/>
              <a:ext cx="400727" cy="364159"/>
            </a:xfrm>
            <a:custGeom>
              <a:avLst/>
              <a:gdLst>
                <a:gd name="connsiteX0" fmla="*/ 331989 w 400727"/>
                <a:gd name="connsiteY0" fmla="*/ 245607 h 364159"/>
                <a:gd name="connsiteX1" fmla="*/ 348598 w 400727"/>
                <a:gd name="connsiteY1" fmla="*/ 363618 h 364159"/>
                <a:gd name="connsiteX2" fmla="*/ -45 w 400727"/>
                <a:gd name="connsiteY2" fmla="*/ 330036 h 364159"/>
                <a:gd name="connsiteX3" fmla="*/ 59907 w 400727"/>
                <a:gd name="connsiteY3" fmla="*/ 234024 h 364159"/>
                <a:gd name="connsiteX4" fmla="*/ 71344 w 400727"/>
                <a:gd name="connsiteY4" fmla="*/ 86511 h 364159"/>
                <a:gd name="connsiteX5" fmla="*/ 69888 w 400727"/>
                <a:gd name="connsiteY5" fmla="*/ 78352 h 364159"/>
                <a:gd name="connsiteX6" fmla="*/ 57431 w 400727"/>
                <a:gd name="connsiteY6" fmla="*/ 16068 h 364159"/>
                <a:gd name="connsiteX7" fmla="*/ 97642 w 400727"/>
                <a:gd name="connsiteY7" fmla="*/ 989 h 364159"/>
                <a:gd name="connsiteX8" fmla="*/ 253971 w 400727"/>
                <a:gd name="connsiteY8" fmla="*/ 21167 h 364159"/>
                <a:gd name="connsiteX9" fmla="*/ 400683 w 400727"/>
                <a:gd name="connsiteY9" fmla="*/ 52856 h 364159"/>
                <a:gd name="connsiteX10" fmla="*/ 343863 w 400727"/>
                <a:gd name="connsiteY10" fmla="*/ 169920 h 364159"/>
                <a:gd name="connsiteX11" fmla="*/ 331989 w 400727"/>
                <a:gd name="connsiteY11" fmla="*/ 245607 h 364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0727" h="364159">
                  <a:moveTo>
                    <a:pt x="331989" y="245607"/>
                  </a:moveTo>
                  <a:cubicBezTo>
                    <a:pt x="333009" y="285382"/>
                    <a:pt x="346486" y="323917"/>
                    <a:pt x="348598" y="363618"/>
                  </a:cubicBezTo>
                  <a:cubicBezTo>
                    <a:pt x="231461" y="369446"/>
                    <a:pt x="115927" y="312626"/>
                    <a:pt x="-45" y="330036"/>
                  </a:cubicBezTo>
                  <a:cubicBezTo>
                    <a:pt x="32371" y="309057"/>
                    <a:pt x="49710" y="271249"/>
                    <a:pt x="59907" y="234024"/>
                  </a:cubicBezTo>
                  <a:cubicBezTo>
                    <a:pt x="72902" y="186000"/>
                    <a:pt x="76782" y="135964"/>
                    <a:pt x="71344" y="86511"/>
                  </a:cubicBezTo>
                  <a:cubicBezTo>
                    <a:pt x="71033" y="83763"/>
                    <a:pt x="70547" y="81038"/>
                    <a:pt x="69888" y="78352"/>
                  </a:cubicBezTo>
                  <a:cubicBezTo>
                    <a:pt x="65589" y="58902"/>
                    <a:pt x="54444" y="31366"/>
                    <a:pt x="57431" y="16068"/>
                  </a:cubicBezTo>
                  <a:cubicBezTo>
                    <a:pt x="61365" y="-4183"/>
                    <a:pt x="80451" y="-176"/>
                    <a:pt x="97642" y="989"/>
                  </a:cubicBezTo>
                  <a:cubicBezTo>
                    <a:pt x="150068" y="4982"/>
                    <a:pt x="202249" y="11718"/>
                    <a:pt x="253971" y="21167"/>
                  </a:cubicBezTo>
                  <a:cubicBezTo>
                    <a:pt x="267447" y="23499"/>
                    <a:pt x="398716" y="56280"/>
                    <a:pt x="400683" y="52856"/>
                  </a:cubicBezTo>
                  <a:cubicBezTo>
                    <a:pt x="377674" y="89768"/>
                    <a:pt x="358628" y="129007"/>
                    <a:pt x="343863" y="169920"/>
                  </a:cubicBezTo>
                  <a:cubicBezTo>
                    <a:pt x="335668" y="194300"/>
                    <a:pt x="331654" y="219889"/>
                    <a:pt x="331989" y="245607"/>
                  </a:cubicBezTo>
                  <a:close/>
                </a:path>
              </a:pathLst>
            </a:custGeom>
            <a:solidFill>
              <a:srgbClr val="A0616A"/>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11" name="任意多边形: 形状 10">
              <a:extLst>
                <a:ext uri="{FF2B5EF4-FFF2-40B4-BE49-F238E27FC236}">
                  <a16:creationId xmlns:a16="http://schemas.microsoft.com/office/drawing/2014/main" id="{ACE88B28-2DF0-443C-B4FC-1C6CAB28FD01}"/>
                </a:ext>
              </a:extLst>
            </p:cNvPr>
            <p:cNvSpPr/>
            <p:nvPr/>
          </p:nvSpPr>
          <p:spPr>
            <a:xfrm>
              <a:off x="4141347" y="1093162"/>
              <a:ext cx="247553" cy="328030"/>
            </a:xfrm>
            <a:custGeom>
              <a:avLst/>
              <a:gdLst>
                <a:gd name="connsiteX0" fmla="*/ 236384 w 247553"/>
                <a:gd name="connsiteY0" fmla="*/ 246465 h 328030"/>
                <a:gd name="connsiteX1" fmla="*/ 200617 w 247553"/>
                <a:gd name="connsiteY1" fmla="*/ 282524 h 328030"/>
                <a:gd name="connsiteX2" fmla="*/ 173080 w 247553"/>
                <a:gd name="connsiteY2" fmla="*/ 303941 h 328030"/>
                <a:gd name="connsiteX3" fmla="*/ 114512 w 247553"/>
                <a:gd name="connsiteY3" fmla="*/ 327761 h 328030"/>
                <a:gd name="connsiteX4" fmla="*/ 10050 w 247553"/>
                <a:gd name="connsiteY4" fmla="*/ 289371 h 328030"/>
                <a:gd name="connsiteX5" fmla="*/ 70 w 247553"/>
                <a:gd name="connsiteY5" fmla="*/ 249379 h 328030"/>
                <a:gd name="connsiteX6" fmla="*/ 9685 w 247553"/>
                <a:gd name="connsiteY6" fmla="*/ 193432 h 328030"/>
                <a:gd name="connsiteX7" fmla="*/ 54850 w 247553"/>
                <a:gd name="connsiteY7" fmla="*/ 111699 h 328030"/>
                <a:gd name="connsiteX8" fmla="*/ 127478 w 247553"/>
                <a:gd name="connsiteY8" fmla="*/ 39071 h 328030"/>
                <a:gd name="connsiteX9" fmla="*/ 158364 w 247553"/>
                <a:gd name="connsiteY9" fmla="*/ 24866 h 328030"/>
                <a:gd name="connsiteX10" fmla="*/ 212927 w 247553"/>
                <a:gd name="connsiteY10" fmla="*/ 2503 h 328030"/>
                <a:gd name="connsiteX11" fmla="*/ 222833 w 247553"/>
                <a:gd name="connsiteY11" fmla="*/ -120 h 328030"/>
                <a:gd name="connsiteX12" fmla="*/ 231866 w 247553"/>
                <a:gd name="connsiteY12" fmla="*/ 34482 h 328030"/>
                <a:gd name="connsiteX13" fmla="*/ 167398 w 247553"/>
                <a:gd name="connsiteY13" fmla="*/ 93196 h 328030"/>
                <a:gd name="connsiteX14" fmla="*/ 206297 w 247553"/>
                <a:gd name="connsiteY14" fmla="*/ 123354 h 328030"/>
                <a:gd name="connsiteX15" fmla="*/ 211543 w 247553"/>
                <a:gd name="connsiteY15" fmla="*/ 135520 h 328030"/>
                <a:gd name="connsiteX16" fmla="*/ 229318 w 247553"/>
                <a:gd name="connsiteY16" fmla="*/ 140109 h 328030"/>
                <a:gd name="connsiteX17" fmla="*/ 235800 w 247553"/>
                <a:gd name="connsiteY17" fmla="*/ 170632 h 328030"/>
                <a:gd name="connsiteX18" fmla="*/ 245780 w 247553"/>
                <a:gd name="connsiteY18" fmla="*/ 198095 h 328030"/>
                <a:gd name="connsiteX19" fmla="*/ 236384 w 247553"/>
                <a:gd name="connsiteY19" fmla="*/ 246465 h 328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47553" h="328030">
                  <a:moveTo>
                    <a:pt x="236384" y="246465"/>
                  </a:moveTo>
                  <a:cubicBezTo>
                    <a:pt x="226320" y="260196"/>
                    <a:pt x="214265" y="272349"/>
                    <a:pt x="200617" y="282524"/>
                  </a:cubicBezTo>
                  <a:cubicBezTo>
                    <a:pt x="191728" y="289809"/>
                    <a:pt x="182622" y="297239"/>
                    <a:pt x="173080" y="303941"/>
                  </a:cubicBezTo>
                  <a:cubicBezTo>
                    <a:pt x="156086" y="317057"/>
                    <a:pt x="135837" y="325293"/>
                    <a:pt x="114512" y="327761"/>
                  </a:cubicBezTo>
                  <a:cubicBezTo>
                    <a:pt x="86611" y="329655"/>
                    <a:pt x="27387" y="313265"/>
                    <a:pt x="10050" y="289371"/>
                  </a:cubicBezTo>
                  <a:cubicBezTo>
                    <a:pt x="2741" y="277362"/>
                    <a:pt x="-740" y="263414"/>
                    <a:pt x="70" y="249379"/>
                  </a:cubicBezTo>
                  <a:cubicBezTo>
                    <a:pt x="361" y="230345"/>
                    <a:pt x="3605" y="211471"/>
                    <a:pt x="9685" y="193432"/>
                  </a:cubicBezTo>
                  <a:cubicBezTo>
                    <a:pt x="20552" y="164075"/>
                    <a:pt x="35778" y="136522"/>
                    <a:pt x="54850" y="111699"/>
                  </a:cubicBezTo>
                  <a:cubicBezTo>
                    <a:pt x="75028" y="83653"/>
                    <a:pt x="97465" y="56045"/>
                    <a:pt x="127478" y="39071"/>
                  </a:cubicBezTo>
                  <a:cubicBezTo>
                    <a:pt x="137478" y="33719"/>
                    <a:pt x="147792" y="28975"/>
                    <a:pt x="158364" y="24866"/>
                  </a:cubicBezTo>
                  <a:cubicBezTo>
                    <a:pt x="176577" y="17436"/>
                    <a:pt x="194716" y="9932"/>
                    <a:pt x="212927" y="2503"/>
                  </a:cubicBezTo>
                  <a:cubicBezTo>
                    <a:pt x="216026" y="988"/>
                    <a:pt x="219392" y="97"/>
                    <a:pt x="222833" y="-120"/>
                  </a:cubicBezTo>
                  <a:cubicBezTo>
                    <a:pt x="237476" y="25"/>
                    <a:pt x="240172" y="22389"/>
                    <a:pt x="231866" y="34482"/>
                  </a:cubicBezTo>
                  <a:cubicBezTo>
                    <a:pt x="215257" y="58812"/>
                    <a:pt x="177888" y="65587"/>
                    <a:pt x="167398" y="93196"/>
                  </a:cubicBezTo>
                  <a:cubicBezTo>
                    <a:pt x="185530" y="93757"/>
                    <a:pt x="201236" y="105934"/>
                    <a:pt x="206297" y="123354"/>
                  </a:cubicBezTo>
                  <a:cubicBezTo>
                    <a:pt x="206709" y="127864"/>
                    <a:pt x="208546" y="132125"/>
                    <a:pt x="211543" y="135520"/>
                  </a:cubicBezTo>
                  <a:cubicBezTo>
                    <a:pt x="216351" y="139381"/>
                    <a:pt x="223854" y="137195"/>
                    <a:pt x="229318" y="140109"/>
                  </a:cubicBezTo>
                  <a:cubicBezTo>
                    <a:pt x="239005" y="145281"/>
                    <a:pt x="234781" y="159705"/>
                    <a:pt x="235800" y="170632"/>
                  </a:cubicBezTo>
                  <a:cubicBezTo>
                    <a:pt x="238179" y="180103"/>
                    <a:pt x="241523" y="189306"/>
                    <a:pt x="245780" y="198095"/>
                  </a:cubicBezTo>
                  <a:cubicBezTo>
                    <a:pt x="249943" y="214815"/>
                    <a:pt x="246503" y="232519"/>
                    <a:pt x="236384" y="246465"/>
                  </a:cubicBezTo>
                  <a:close/>
                </a:path>
              </a:pathLst>
            </a:custGeom>
            <a:solidFill>
              <a:srgbClr val="A0616A"/>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12" name="任意多边形: 形状 11">
              <a:extLst>
                <a:ext uri="{FF2B5EF4-FFF2-40B4-BE49-F238E27FC236}">
                  <a16:creationId xmlns:a16="http://schemas.microsoft.com/office/drawing/2014/main" id="{13B458F2-DFAA-4B31-9DDB-CAC5BED99FCD}"/>
                </a:ext>
              </a:extLst>
            </p:cNvPr>
            <p:cNvSpPr/>
            <p:nvPr/>
          </p:nvSpPr>
          <p:spPr>
            <a:xfrm>
              <a:off x="2763102" y="5142476"/>
              <a:ext cx="242428" cy="196149"/>
            </a:xfrm>
            <a:custGeom>
              <a:avLst/>
              <a:gdLst>
                <a:gd name="connsiteX0" fmla="*/ -45 w 242428"/>
                <a:gd name="connsiteY0" fmla="*/ 184990 h 196149"/>
                <a:gd name="connsiteX1" fmla="*/ 36294 w 242428"/>
                <a:gd name="connsiteY1" fmla="*/ 179502 h 196149"/>
                <a:gd name="connsiteX2" fmla="*/ 240613 w 242428"/>
                <a:gd name="connsiteY2" fmla="*/ 196030 h 196149"/>
                <a:gd name="connsiteX3" fmla="*/ 216299 w 242428"/>
                <a:gd name="connsiteY3" fmla="*/ 71594 h 196149"/>
                <a:gd name="connsiteX4" fmla="*/ 208206 w 242428"/>
                <a:gd name="connsiteY4" fmla="*/ 40131 h 196149"/>
                <a:gd name="connsiteX5" fmla="*/ 156434 w 242428"/>
                <a:gd name="connsiteY5" fmla="*/ 8883 h 196149"/>
                <a:gd name="connsiteX6" fmla="*/ 41493 w 242428"/>
                <a:gd name="connsiteY6" fmla="*/ 24640 h 196149"/>
                <a:gd name="connsiteX7" fmla="*/ -45 w 242428"/>
                <a:gd name="connsiteY7" fmla="*/ 184990 h 196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2428" h="196149">
                  <a:moveTo>
                    <a:pt x="-45" y="184990"/>
                  </a:moveTo>
                  <a:cubicBezTo>
                    <a:pt x="8972" y="175980"/>
                    <a:pt x="23703" y="177511"/>
                    <a:pt x="36294" y="179502"/>
                  </a:cubicBezTo>
                  <a:cubicBezTo>
                    <a:pt x="103882" y="190188"/>
                    <a:pt x="172186" y="195713"/>
                    <a:pt x="240613" y="196030"/>
                  </a:cubicBezTo>
                  <a:cubicBezTo>
                    <a:pt x="249179" y="154196"/>
                    <a:pt x="224310" y="113537"/>
                    <a:pt x="216299" y="71594"/>
                  </a:cubicBezTo>
                  <a:cubicBezTo>
                    <a:pt x="215141" y="60769"/>
                    <a:pt x="212415" y="50171"/>
                    <a:pt x="208206" y="40131"/>
                  </a:cubicBezTo>
                  <a:cubicBezTo>
                    <a:pt x="198571" y="21643"/>
                    <a:pt x="176834" y="13186"/>
                    <a:pt x="156434" y="8883"/>
                  </a:cubicBezTo>
                  <a:cubicBezTo>
                    <a:pt x="119614" y="1117"/>
                    <a:pt x="62057" y="-12587"/>
                    <a:pt x="41493" y="24640"/>
                  </a:cubicBezTo>
                  <a:cubicBezTo>
                    <a:pt x="16818" y="69307"/>
                    <a:pt x="8924" y="135279"/>
                    <a:pt x="-45" y="184990"/>
                  </a:cubicBezTo>
                  <a:close/>
                </a:path>
              </a:pathLst>
            </a:custGeom>
            <a:solidFill>
              <a:srgbClr val="65617D"/>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13" name="任意多边形: 形状 12">
              <a:extLst>
                <a:ext uri="{FF2B5EF4-FFF2-40B4-BE49-F238E27FC236}">
                  <a16:creationId xmlns:a16="http://schemas.microsoft.com/office/drawing/2014/main" id="{DA95B47D-2F6F-4023-BEC5-B2F931D4DB4A}"/>
                </a:ext>
              </a:extLst>
            </p:cNvPr>
            <p:cNvSpPr/>
            <p:nvPr/>
          </p:nvSpPr>
          <p:spPr>
            <a:xfrm>
              <a:off x="3070415" y="4969907"/>
              <a:ext cx="480833" cy="300051"/>
            </a:xfrm>
            <a:custGeom>
              <a:avLst/>
              <a:gdLst>
                <a:gd name="connsiteX0" fmla="*/ 441245 w 480833"/>
                <a:gd name="connsiteY0" fmla="*/ 199544 h 300051"/>
                <a:gd name="connsiteX1" fmla="*/ 345671 w 480833"/>
                <a:gd name="connsiteY1" fmla="*/ 228682 h 300051"/>
                <a:gd name="connsiteX2" fmla="*/ 247692 w 480833"/>
                <a:gd name="connsiteY2" fmla="*/ 251046 h 300051"/>
                <a:gd name="connsiteX3" fmla="*/ 172004 w 480833"/>
                <a:gd name="connsiteY3" fmla="*/ 294317 h 300051"/>
                <a:gd name="connsiteX4" fmla="*/ 93403 w 480833"/>
                <a:gd name="connsiteY4" fmla="*/ 295555 h 300051"/>
                <a:gd name="connsiteX5" fmla="*/ 12545 w 480833"/>
                <a:gd name="connsiteY5" fmla="*/ 251629 h 300051"/>
                <a:gd name="connsiteX6" fmla="*/ 1253 w 480833"/>
                <a:gd name="connsiteY6" fmla="*/ 169531 h 300051"/>
                <a:gd name="connsiteX7" fmla="*/ 8319 w 480833"/>
                <a:gd name="connsiteY7" fmla="*/ 74321 h 300051"/>
                <a:gd name="connsiteX8" fmla="*/ 14220 w 480833"/>
                <a:gd name="connsiteY8" fmla="*/ 51301 h 300051"/>
                <a:gd name="connsiteX9" fmla="*/ 120429 w 480833"/>
                <a:gd name="connsiteY9" fmla="*/ 64924 h 300051"/>
                <a:gd name="connsiteX10" fmla="*/ 249731 w 480833"/>
                <a:gd name="connsiteY10" fmla="*/ 9123 h 300051"/>
                <a:gd name="connsiteX11" fmla="*/ 259784 w 480833"/>
                <a:gd name="connsiteY11" fmla="*/ 1547 h 300051"/>
                <a:gd name="connsiteX12" fmla="*/ 297883 w 480833"/>
                <a:gd name="connsiteY12" fmla="*/ 16117 h 300051"/>
                <a:gd name="connsiteX13" fmla="*/ 301817 w 480833"/>
                <a:gd name="connsiteY13" fmla="*/ 19322 h 300051"/>
                <a:gd name="connsiteX14" fmla="*/ 398484 w 480833"/>
                <a:gd name="connsiteY14" fmla="*/ 53778 h 300051"/>
                <a:gd name="connsiteX15" fmla="*/ 478032 w 480833"/>
                <a:gd name="connsiteY15" fmla="*/ 112857 h 300051"/>
                <a:gd name="connsiteX16" fmla="*/ 479634 w 480833"/>
                <a:gd name="connsiteY16" fmla="*/ 119194 h 300051"/>
                <a:gd name="connsiteX17" fmla="*/ 441245 w 480833"/>
                <a:gd name="connsiteY17" fmla="*/ 199544 h 3000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80833" h="300051">
                  <a:moveTo>
                    <a:pt x="441245" y="199544"/>
                  </a:moveTo>
                  <a:cubicBezTo>
                    <a:pt x="413491" y="218484"/>
                    <a:pt x="379035" y="224385"/>
                    <a:pt x="345671" y="228682"/>
                  </a:cubicBezTo>
                  <a:cubicBezTo>
                    <a:pt x="312233" y="232907"/>
                    <a:pt x="277923" y="236186"/>
                    <a:pt x="247692" y="251046"/>
                  </a:cubicBezTo>
                  <a:cubicBezTo>
                    <a:pt x="221613" y="263940"/>
                    <a:pt x="199614" y="285065"/>
                    <a:pt x="172004" y="294317"/>
                  </a:cubicBezTo>
                  <a:cubicBezTo>
                    <a:pt x="146329" y="301358"/>
                    <a:pt x="119288" y="301784"/>
                    <a:pt x="93403" y="295555"/>
                  </a:cubicBezTo>
                  <a:cubicBezTo>
                    <a:pt x="62371" y="289727"/>
                    <a:pt x="29299" y="278436"/>
                    <a:pt x="12545" y="251629"/>
                  </a:cubicBezTo>
                  <a:cubicBezTo>
                    <a:pt x="-2389" y="227808"/>
                    <a:pt x="-787" y="197577"/>
                    <a:pt x="1253" y="169531"/>
                  </a:cubicBezTo>
                  <a:cubicBezTo>
                    <a:pt x="3656" y="137843"/>
                    <a:pt x="6012" y="106107"/>
                    <a:pt x="8319" y="74321"/>
                  </a:cubicBezTo>
                  <a:cubicBezTo>
                    <a:pt x="8204" y="66260"/>
                    <a:pt x="10241" y="58313"/>
                    <a:pt x="14220" y="51301"/>
                  </a:cubicBezTo>
                  <a:cubicBezTo>
                    <a:pt x="36656" y="18594"/>
                    <a:pt x="91218" y="64997"/>
                    <a:pt x="120429" y="64924"/>
                  </a:cubicBezTo>
                  <a:cubicBezTo>
                    <a:pt x="166687" y="64851"/>
                    <a:pt x="216368" y="39792"/>
                    <a:pt x="249731" y="9123"/>
                  </a:cubicBezTo>
                  <a:cubicBezTo>
                    <a:pt x="252653" y="6073"/>
                    <a:pt x="256047" y="3515"/>
                    <a:pt x="259784" y="1547"/>
                  </a:cubicBezTo>
                  <a:cubicBezTo>
                    <a:pt x="272970" y="-4353"/>
                    <a:pt x="286155" y="6574"/>
                    <a:pt x="297883" y="16117"/>
                  </a:cubicBezTo>
                  <a:cubicBezTo>
                    <a:pt x="299194" y="17210"/>
                    <a:pt x="300505" y="18302"/>
                    <a:pt x="301817" y="19322"/>
                  </a:cubicBezTo>
                  <a:cubicBezTo>
                    <a:pt x="328842" y="40739"/>
                    <a:pt x="365120" y="45109"/>
                    <a:pt x="398484" y="53778"/>
                  </a:cubicBezTo>
                  <a:cubicBezTo>
                    <a:pt x="431920" y="62447"/>
                    <a:pt x="467688" y="79930"/>
                    <a:pt x="478032" y="112857"/>
                  </a:cubicBezTo>
                  <a:cubicBezTo>
                    <a:pt x="478702" y="114932"/>
                    <a:pt x="479238" y="117049"/>
                    <a:pt x="479634" y="119194"/>
                  </a:cubicBezTo>
                  <a:cubicBezTo>
                    <a:pt x="485682" y="149498"/>
                    <a:pt x="467251" y="181769"/>
                    <a:pt x="441245" y="199544"/>
                  </a:cubicBezTo>
                  <a:close/>
                </a:path>
              </a:pathLst>
            </a:custGeom>
            <a:solidFill>
              <a:srgbClr val="3F3D56"/>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14" name="任意多边形: 形状 13">
              <a:extLst>
                <a:ext uri="{FF2B5EF4-FFF2-40B4-BE49-F238E27FC236}">
                  <a16:creationId xmlns:a16="http://schemas.microsoft.com/office/drawing/2014/main" id="{5F2EAD42-713C-4CB0-A262-955C424BF7D4}"/>
                </a:ext>
              </a:extLst>
            </p:cNvPr>
            <p:cNvSpPr/>
            <p:nvPr/>
          </p:nvSpPr>
          <p:spPr>
            <a:xfrm>
              <a:off x="3070415" y="4969907"/>
              <a:ext cx="480833" cy="300051"/>
            </a:xfrm>
            <a:custGeom>
              <a:avLst/>
              <a:gdLst>
                <a:gd name="connsiteX0" fmla="*/ 441245 w 480833"/>
                <a:gd name="connsiteY0" fmla="*/ 199544 h 300051"/>
                <a:gd name="connsiteX1" fmla="*/ 345671 w 480833"/>
                <a:gd name="connsiteY1" fmla="*/ 228682 h 300051"/>
                <a:gd name="connsiteX2" fmla="*/ 247692 w 480833"/>
                <a:gd name="connsiteY2" fmla="*/ 251046 h 300051"/>
                <a:gd name="connsiteX3" fmla="*/ 172004 w 480833"/>
                <a:gd name="connsiteY3" fmla="*/ 294317 h 300051"/>
                <a:gd name="connsiteX4" fmla="*/ 93403 w 480833"/>
                <a:gd name="connsiteY4" fmla="*/ 295555 h 300051"/>
                <a:gd name="connsiteX5" fmla="*/ 12545 w 480833"/>
                <a:gd name="connsiteY5" fmla="*/ 251629 h 300051"/>
                <a:gd name="connsiteX6" fmla="*/ 1253 w 480833"/>
                <a:gd name="connsiteY6" fmla="*/ 169531 h 300051"/>
                <a:gd name="connsiteX7" fmla="*/ 8319 w 480833"/>
                <a:gd name="connsiteY7" fmla="*/ 74321 h 300051"/>
                <a:gd name="connsiteX8" fmla="*/ 14220 w 480833"/>
                <a:gd name="connsiteY8" fmla="*/ 51301 h 300051"/>
                <a:gd name="connsiteX9" fmla="*/ 120429 w 480833"/>
                <a:gd name="connsiteY9" fmla="*/ 64924 h 300051"/>
                <a:gd name="connsiteX10" fmla="*/ 249731 w 480833"/>
                <a:gd name="connsiteY10" fmla="*/ 9123 h 300051"/>
                <a:gd name="connsiteX11" fmla="*/ 259784 w 480833"/>
                <a:gd name="connsiteY11" fmla="*/ 1547 h 300051"/>
                <a:gd name="connsiteX12" fmla="*/ 297883 w 480833"/>
                <a:gd name="connsiteY12" fmla="*/ 16117 h 300051"/>
                <a:gd name="connsiteX13" fmla="*/ 301817 w 480833"/>
                <a:gd name="connsiteY13" fmla="*/ 19322 h 300051"/>
                <a:gd name="connsiteX14" fmla="*/ 398484 w 480833"/>
                <a:gd name="connsiteY14" fmla="*/ 53778 h 300051"/>
                <a:gd name="connsiteX15" fmla="*/ 478032 w 480833"/>
                <a:gd name="connsiteY15" fmla="*/ 112857 h 300051"/>
                <a:gd name="connsiteX16" fmla="*/ 479634 w 480833"/>
                <a:gd name="connsiteY16" fmla="*/ 119194 h 300051"/>
                <a:gd name="connsiteX17" fmla="*/ 441245 w 480833"/>
                <a:gd name="connsiteY17" fmla="*/ 199544 h 3000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80833" h="300051">
                  <a:moveTo>
                    <a:pt x="441245" y="199544"/>
                  </a:moveTo>
                  <a:cubicBezTo>
                    <a:pt x="413491" y="218484"/>
                    <a:pt x="379035" y="224385"/>
                    <a:pt x="345671" y="228682"/>
                  </a:cubicBezTo>
                  <a:cubicBezTo>
                    <a:pt x="312233" y="232907"/>
                    <a:pt x="277923" y="236186"/>
                    <a:pt x="247692" y="251046"/>
                  </a:cubicBezTo>
                  <a:cubicBezTo>
                    <a:pt x="221613" y="263940"/>
                    <a:pt x="199614" y="285065"/>
                    <a:pt x="172004" y="294317"/>
                  </a:cubicBezTo>
                  <a:cubicBezTo>
                    <a:pt x="146329" y="301358"/>
                    <a:pt x="119288" y="301784"/>
                    <a:pt x="93403" y="295555"/>
                  </a:cubicBezTo>
                  <a:cubicBezTo>
                    <a:pt x="62371" y="289727"/>
                    <a:pt x="29299" y="278436"/>
                    <a:pt x="12545" y="251629"/>
                  </a:cubicBezTo>
                  <a:cubicBezTo>
                    <a:pt x="-2389" y="227808"/>
                    <a:pt x="-787" y="197577"/>
                    <a:pt x="1253" y="169531"/>
                  </a:cubicBezTo>
                  <a:cubicBezTo>
                    <a:pt x="3656" y="137843"/>
                    <a:pt x="6012" y="106107"/>
                    <a:pt x="8319" y="74321"/>
                  </a:cubicBezTo>
                  <a:cubicBezTo>
                    <a:pt x="8204" y="66260"/>
                    <a:pt x="10241" y="58313"/>
                    <a:pt x="14220" y="51301"/>
                  </a:cubicBezTo>
                  <a:cubicBezTo>
                    <a:pt x="36656" y="18594"/>
                    <a:pt x="91218" y="64997"/>
                    <a:pt x="120429" y="64924"/>
                  </a:cubicBezTo>
                  <a:cubicBezTo>
                    <a:pt x="166687" y="64851"/>
                    <a:pt x="216368" y="39792"/>
                    <a:pt x="249731" y="9123"/>
                  </a:cubicBezTo>
                  <a:cubicBezTo>
                    <a:pt x="252653" y="6073"/>
                    <a:pt x="256047" y="3515"/>
                    <a:pt x="259784" y="1547"/>
                  </a:cubicBezTo>
                  <a:cubicBezTo>
                    <a:pt x="272970" y="-4353"/>
                    <a:pt x="286155" y="6574"/>
                    <a:pt x="297883" y="16117"/>
                  </a:cubicBezTo>
                  <a:cubicBezTo>
                    <a:pt x="299194" y="17210"/>
                    <a:pt x="300505" y="18302"/>
                    <a:pt x="301817" y="19322"/>
                  </a:cubicBezTo>
                  <a:cubicBezTo>
                    <a:pt x="328842" y="40739"/>
                    <a:pt x="365120" y="45109"/>
                    <a:pt x="398484" y="53778"/>
                  </a:cubicBezTo>
                  <a:cubicBezTo>
                    <a:pt x="431920" y="62447"/>
                    <a:pt x="467688" y="79930"/>
                    <a:pt x="478032" y="112857"/>
                  </a:cubicBezTo>
                  <a:cubicBezTo>
                    <a:pt x="478702" y="114932"/>
                    <a:pt x="479238" y="117049"/>
                    <a:pt x="479634" y="119194"/>
                  </a:cubicBezTo>
                  <a:cubicBezTo>
                    <a:pt x="485682" y="149498"/>
                    <a:pt x="467251" y="181769"/>
                    <a:pt x="441245" y="199544"/>
                  </a:cubicBezTo>
                  <a:close/>
                </a:path>
              </a:pathLst>
            </a:custGeom>
            <a:solidFill>
              <a:srgbClr val="2F2E41"/>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15" name="任意多边形: 形状 14">
              <a:extLst>
                <a:ext uri="{FF2B5EF4-FFF2-40B4-BE49-F238E27FC236}">
                  <a16:creationId xmlns:a16="http://schemas.microsoft.com/office/drawing/2014/main" id="{75ECD322-B38E-4F8F-8533-50E09A1DF08D}"/>
                </a:ext>
              </a:extLst>
            </p:cNvPr>
            <p:cNvSpPr/>
            <p:nvPr/>
          </p:nvSpPr>
          <p:spPr>
            <a:xfrm>
              <a:off x="3070415" y="4969907"/>
              <a:ext cx="483817" cy="310713"/>
            </a:xfrm>
            <a:custGeom>
              <a:avLst/>
              <a:gdLst>
                <a:gd name="connsiteX0" fmla="*/ 441245 w 483817"/>
                <a:gd name="connsiteY0" fmla="*/ 210205 h 310713"/>
                <a:gd name="connsiteX1" fmla="*/ 345671 w 483817"/>
                <a:gd name="connsiteY1" fmla="*/ 239344 h 310713"/>
                <a:gd name="connsiteX2" fmla="*/ 247692 w 483817"/>
                <a:gd name="connsiteY2" fmla="*/ 261708 h 310713"/>
                <a:gd name="connsiteX3" fmla="*/ 172004 w 483817"/>
                <a:gd name="connsiteY3" fmla="*/ 304978 h 310713"/>
                <a:gd name="connsiteX4" fmla="*/ 93403 w 483817"/>
                <a:gd name="connsiteY4" fmla="*/ 306217 h 310713"/>
                <a:gd name="connsiteX5" fmla="*/ 12544 w 483817"/>
                <a:gd name="connsiteY5" fmla="*/ 251629 h 310713"/>
                <a:gd name="connsiteX6" fmla="*/ 1253 w 483817"/>
                <a:gd name="connsiteY6" fmla="*/ 169531 h 310713"/>
                <a:gd name="connsiteX7" fmla="*/ 8319 w 483817"/>
                <a:gd name="connsiteY7" fmla="*/ 74321 h 310713"/>
                <a:gd name="connsiteX8" fmla="*/ 14220 w 483817"/>
                <a:gd name="connsiteY8" fmla="*/ 51301 h 310713"/>
                <a:gd name="connsiteX9" fmla="*/ 120430 w 483817"/>
                <a:gd name="connsiteY9" fmla="*/ 64924 h 310713"/>
                <a:gd name="connsiteX10" fmla="*/ 249732 w 483817"/>
                <a:gd name="connsiteY10" fmla="*/ 9123 h 310713"/>
                <a:gd name="connsiteX11" fmla="*/ 259784 w 483817"/>
                <a:gd name="connsiteY11" fmla="*/ 1547 h 310713"/>
                <a:gd name="connsiteX12" fmla="*/ 297883 w 483817"/>
                <a:gd name="connsiteY12" fmla="*/ 16116 h 310713"/>
                <a:gd name="connsiteX13" fmla="*/ 265393 w 483817"/>
                <a:gd name="connsiteY13" fmla="*/ 83280 h 310713"/>
                <a:gd name="connsiteX14" fmla="*/ 163482 w 483817"/>
                <a:gd name="connsiteY14" fmla="*/ 147021 h 310713"/>
                <a:gd name="connsiteX15" fmla="*/ 101562 w 483817"/>
                <a:gd name="connsiteY15" fmla="*/ 149790 h 310713"/>
                <a:gd name="connsiteX16" fmla="*/ 70019 w 483817"/>
                <a:gd name="connsiteY16" fmla="*/ 195027 h 310713"/>
                <a:gd name="connsiteX17" fmla="*/ 121595 w 483817"/>
                <a:gd name="connsiteY17" fmla="*/ 219212 h 310713"/>
                <a:gd name="connsiteX18" fmla="*/ 205660 w 483817"/>
                <a:gd name="connsiteY18" fmla="*/ 213312 h 310713"/>
                <a:gd name="connsiteX19" fmla="*/ 253010 w 483817"/>
                <a:gd name="connsiteY19" fmla="*/ 192186 h 310713"/>
                <a:gd name="connsiteX20" fmla="*/ 462516 w 483817"/>
                <a:gd name="connsiteY20" fmla="*/ 132307 h 310713"/>
                <a:gd name="connsiteX21" fmla="*/ 479634 w 483817"/>
                <a:gd name="connsiteY21" fmla="*/ 119194 h 310713"/>
                <a:gd name="connsiteX22" fmla="*/ 441245 w 483817"/>
                <a:gd name="connsiteY22" fmla="*/ 210205 h 310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83817" h="310713">
                  <a:moveTo>
                    <a:pt x="441245" y="210205"/>
                  </a:moveTo>
                  <a:cubicBezTo>
                    <a:pt x="413491" y="229146"/>
                    <a:pt x="379035" y="235047"/>
                    <a:pt x="345671" y="239344"/>
                  </a:cubicBezTo>
                  <a:cubicBezTo>
                    <a:pt x="312234" y="243569"/>
                    <a:pt x="277923" y="246847"/>
                    <a:pt x="247692" y="261708"/>
                  </a:cubicBezTo>
                  <a:cubicBezTo>
                    <a:pt x="221613" y="274602"/>
                    <a:pt x="199614" y="295727"/>
                    <a:pt x="172004" y="304978"/>
                  </a:cubicBezTo>
                  <a:cubicBezTo>
                    <a:pt x="146329" y="312020"/>
                    <a:pt x="119288" y="312446"/>
                    <a:pt x="93403" y="306217"/>
                  </a:cubicBezTo>
                  <a:cubicBezTo>
                    <a:pt x="60376" y="299230"/>
                    <a:pt x="31372" y="279649"/>
                    <a:pt x="12544" y="251629"/>
                  </a:cubicBezTo>
                  <a:cubicBezTo>
                    <a:pt x="-2389" y="227808"/>
                    <a:pt x="-787" y="197577"/>
                    <a:pt x="1253" y="169531"/>
                  </a:cubicBezTo>
                  <a:cubicBezTo>
                    <a:pt x="3656" y="137843"/>
                    <a:pt x="6012" y="106106"/>
                    <a:pt x="8319" y="74321"/>
                  </a:cubicBezTo>
                  <a:cubicBezTo>
                    <a:pt x="8204" y="66260"/>
                    <a:pt x="10241" y="58314"/>
                    <a:pt x="14220" y="51301"/>
                  </a:cubicBezTo>
                  <a:cubicBezTo>
                    <a:pt x="36656" y="18593"/>
                    <a:pt x="91219" y="64996"/>
                    <a:pt x="120430" y="64924"/>
                  </a:cubicBezTo>
                  <a:cubicBezTo>
                    <a:pt x="166687" y="64851"/>
                    <a:pt x="216368" y="39792"/>
                    <a:pt x="249732" y="9123"/>
                  </a:cubicBezTo>
                  <a:cubicBezTo>
                    <a:pt x="252653" y="6073"/>
                    <a:pt x="256047" y="3515"/>
                    <a:pt x="259784" y="1547"/>
                  </a:cubicBezTo>
                  <a:cubicBezTo>
                    <a:pt x="272970" y="-4353"/>
                    <a:pt x="286155" y="6574"/>
                    <a:pt x="297883" y="16116"/>
                  </a:cubicBezTo>
                  <a:cubicBezTo>
                    <a:pt x="290170" y="39882"/>
                    <a:pt x="279238" y="62480"/>
                    <a:pt x="265393" y="83280"/>
                  </a:cubicBezTo>
                  <a:cubicBezTo>
                    <a:pt x="242759" y="118795"/>
                    <a:pt x="205320" y="142212"/>
                    <a:pt x="163482" y="147021"/>
                  </a:cubicBezTo>
                  <a:cubicBezTo>
                    <a:pt x="142793" y="148551"/>
                    <a:pt x="121595" y="144472"/>
                    <a:pt x="101562" y="149790"/>
                  </a:cubicBezTo>
                  <a:cubicBezTo>
                    <a:pt x="81602" y="155108"/>
                    <a:pt x="62953" y="175577"/>
                    <a:pt x="70019" y="195027"/>
                  </a:cubicBezTo>
                  <a:cubicBezTo>
                    <a:pt x="76939" y="213967"/>
                    <a:pt x="101417" y="218119"/>
                    <a:pt x="121595" y="219212"/>
                  </a:cubicBezTo>
                  <a:cubicBezTo>
                    <a:pt x="149859" y="220742"/>
                    <a:pt x="178852" y="222126"/>
                    <a:pt x="205660" y="213312"/>
                  </a:cubicBezTo>
                  <a:cubicBezTo>
                    <a:pt x="222051" y="207848"/>
                    <a:pt x="237056" y="198815"/>
                    <a:pt x="253010" y="192186"/>
                  </a:cubicBezTo>
                  <a:cubicBezTo>
                    <a:pt x="320830" y="164067"/>
                    <a:pt x="406497" y="179802"/>
                    <a:pt x="462516" y="132307"/>
                  </a:cubicBezTo>
                  <a:cubicBezTo>
                    <a:pt x="467830" y="127447"/>
                    <a:pt x="473558" y="123060"/>
                    <a:pt x="479634" y="119194"/>
                  </a:cubicBezTo>
                  <a:cubicBezTo>
                    <a:pt x="494301" y="149898"/>
                    <a:pt x="467251" y="192431"/>
                    <a:pt x="441245" y="210205"/>
                  </a:cubicBezTo>
                  <a:close/>
                </a:path>
              </a:pathLst>
            </a:custGeom>
            <a:solidFill>
              <a:srgbClr val="E8EAF2"/>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16" name="任意多边形: 形状 15">
              <a:extLst>
                <a:ext uri="{FF2B5EF4-FFF2-40B4-BE49-F238E27FC236}">
                  <a16:creationId xmlns:a16="http://schemas.microsoft.com/office/drawing/2014/main" id="{460B7001-FAC3-43EB-8FA7-3D06DEE01970}"/>
                </a:ext>
              </a:extLst>
            </p:cNvPr>
            <p:cNvSpPr/>
            <p:nvPr/>
          </p:nvSpPr>
          <p:spPr>
            <a:xfrm>
              <a:off x="3070415" y="4969907"/>
              <a:ext cx="483817" cy="310713"/>
            </a:xfrm>
            <a:custGeom>
              <a:avLst/>
              <a:gdLst>
                <a:gd name="connsiteX0" fmla="*/ 441245 w 483817"/>
                <a:gd name="connsiteY0" fmla="*/ 210205 h 310713"/>
                <a:gd name="connsiteX1" fmla="*/ 345671 w 483817"/>
                <a:gd name="connsiteY1" fmla="*/ 239344 h 310713"/>
                <a:gd name="connsiteX2" fmla="*/ 247692 w 483817"/>
                <a:gd name="connsiteY2" fmla="*/ 261708 h 310713"/>
                <a:gd name="connsiteX3" fmla="*/ 172004 w 483817"/>
                <a:gd name="connsiteY3" fmla="*/ 304978 h 310713"/>
                <a:gd name="connsiteX4" fmla="*/ 93403 w 483817"/>
                <a:gd name="connsiteY4" fmla="*/ 306217 h 310713"/>
                <a:gd name="connsiteX5" fmla="*/ 12544 w 483817"/>
                <a:gd name="connsiteY5" fmla="*/ 251629 h 310713"/>
                <a:gd name="connsiteX6" fmla="*/ 1253 w 483817"/>
                <a:gd name="connsiteY6" fmla="*/ 169531 h 310713"/>
                <a:gd name="connsiteX7" fmla="*/ 8319 w 483817"/>
                <a:gd name="connsiteY7" fmla="*/ 74321 h 310713"/>
                <a:gd name="connsiteX8" fmla="*/ 14220 w 483817"/>
                <a:gd name="connsiteY8" fmla="*/ 51301 h 310713"/>
                <a:gd name="connsiteX9" fmla="*/ 120430 w 483817"/>
                <a:gd name="connsiteY9" fmla="*/ 64924 h 310713"/>
                <a:gd name="connsiteX10" fmla="*/ 249732 w 483817"/>
                <a:gd name="connsiteY10" fmla="*/ 9123 h 310713"/>
                <a:gd name="connsiteX11" fmla="*/ 259784 w 483817"/>
                <a:gd name="connsiteY11" fmla="*/ 1547 h 310713"/>
                <a:gd name="connsiteX12" fmla="*/ 297883 w 483817"/>
                <a:gd name="connsiteY12" fmla="*/ 16116 h 310713"/>
                <a:gd name="connsiteX13" fmla="*/ 265393 w 483817"/>
                <a:gd name="connsiteY13" fmla="*/ 83280 h 310713"/>
                <a:gd name="connsiteX14" fmla="*/ 163482 w 483817"/>
                <a:gd name="connsiteY14" fmla="*/ 147021 h 310713"/>
                <a:gd name="connsiteX15" fmla="*/ 101562 w 483817"/>
                <a:gd name="connsiteY15" fmla="*/ 149790 h 310713"/>
                <a:gd name="connsiteX16" fmla="*/ 70019 w 483817"/>
                <a:gd name="connsiteY16" fmla="*/ 195027 h 310713"/>
                <a:gd name="connsiteX17" fmla="*/ 121595 w 483817"/>
                <a:gd name="connsiteY17" fmla="*/ 219212 h 310713"/>
                <a:gd name="connsiteX18" fmla="*/ 205660 w 483817"/>
                <a:gd name="connsiteY18" fmla="*/ 213312 h 310713"/>
                <a:gd name="connsiteX19" fmla="*/ 253010 w 483817"/>
                <a:gd name="connsiteY19" fmla="*/ 192186 h 310713"/>
                <a:gd name="connsiteX20" fmla="*/ 462516 w 483817"/>
                <a:gd name="connsiteY20" fmla="*/ 132307 h 310713"/>
                <a:gd name="connsiteX21" fmla="*/ 479634 w 483817"/>
                <a:gd name="connsiteY21" fmla="*/ 119194 h 310713"/>
                <a:gd name="connsiteX22" fmla="*/ 441245 w 483817"/>
                <a:gd name="connsiteY22" fmla="*/ 210205 h 310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83817" h="310713">
                  <a:moveTo>
                    <a:pt x="441245" y="210205"/>
                  </a:moveTo>
                  <a:cubicBezTo>
                    <a:pt x="413491" y="229146"/>
                    <a:pt x="379035" y="235047"/>
                    <a:pt x="345671" y="239344"/>
                  </a:cubicBezTo>
                  <a:cubicBezTo>
                    <a:pt x="312234" y="243569"/>
                    <a:pt x="277923" y="246847"/>
                    <a:pt x="247692" y="261708"/>
                  </a:cubicBezTo>
                  <a:cubicBezTo>
                    <a:pt x="221613" y="274602"/>
                    <a:pt x="199614" y="295727"/>
                    <a:pt x="172004" y="304978"/>
                  </a:cubicBezTo>
                  <a:cubicBezTo>
                    <a:pt x="146329" y="312020"/>
                    <a:pt x="119288" y="312446"/>
                    <a:pt x="93403" y="306217"/>
                  </a:cubicBezTo>
                  <a:cubicBezTo>
                    <a:pt x="60376" y="299230"/>
                    <a:pt x="31372" y="279649"/>
                    <a:pt x="12544" y="251629"/>
                  </a:cubicBezTo>
                  <a:cubicBezTo>
                    <a:pt x="-2389" y="227808"/>
                    <a:pt x="-787" y="197577"/>
                    <a:pt x="1253" y="169531"/>
                  </a:cubicBezTo>
                  <a:cubicBezTo>
                    <a:pt x="3656" y="137843"/>
                    <a:pt x="6012" y="106106"/>
                    <a:pt x="8319" y="74321"/>
                  </a:cubicBezTo>
                  <a:cubicBezTo>
                    <a:pt x="8204" y="66260"/>
                    <a:pt x="10241" y="58314"/>
                    <a:pt x="14220" y="51301"/>
                  </a:cubicBezTo>
                  <a:cubicBezTo>
                    <a:pt x="36656" y="18593"/>
                    <a:pt x="91219" y="64996"/>
                    <a:pt x="120430" y="64924"/>
                  </a:cubicBezTo>
                  <a:cubicBezTo>
                    <a:pt x="166687" y="64851"/>
                    <a:pt x="216368" y="39792"/>
                    <a:pt x="249732" y="9123"/>
                  </a:cubicBezTo>
                  <a:cubicBezTo>
                    <a:pt x="252653" y="6073"/>
                    <a:pt x="256047" y="3515"/>
                    <a:pt x="259784" y="1547"/>
                  </a:cubicBezTo>
                  <a:cubicBezTo>
                    <a:pt x="272970" y="-4353"/>
                    <a:pt x="286155" y="6574"/>
                    <a:pt x="297883" y="16116"/>
                  </a:cubicBezTo>
                  <a:cubicBezTo>
                    <a:pt x="290170" y="39882"/>
                    <a:pt x="279238" y="62480"/>
                    <a:pt x="265393" y="83280"/>
                  </a:cubicBezTo>
                  <a:cubicBezTo>
                    <a:pt x="242759" y="118795"/>
                    <a:pt x="205320" y="142212"/>
                    <a:pt x="163482" y="147021"/>
                  </a:cubicBezTo>
                  <a:cubicBezTo>
                    <a:pt x="142793" y="148551"/>
                    <a:pt x="121595" y="144472"/>
                    <a:pt x="101562" y="149790"/>
                  </a:cubicBezTo>
                  <a:cubicBezTo>
                    <a:pt x="81602" y="155108"/>
                    <a:pt x="62953" y="175577"/>
                    <a:pt x="70019" y="195027"/>
                  </a:cubicBezTo>
                  <a:cubicBezTo>
                    <a:pt x="76939" y="213967"/>
                    <a:pt x="101417" y="218119"/>
                    <a:pt x="121595" y="219212"/>
                  </a:cubicBezTo>
                  <a:cubicBezTo>
                    <a:pt x="149859" y="220742"/>
                    <a:pt x="178852" y="222126"/>
                    <a:pt x="205660" y="213312"/>
                  </a:cubicBezTo>
                  <a:cubicBezTo>
                    <a:pt x="222051" y="207848"/>
                    <a:pt x="237056" y="198815"/>
                    <a:pt x="253010" y="192186"/>
                  </a:cubicBezTo>
                  <a:cubicBezTo>
                    <a:pt x="320830" y="164067"/>
                    <a:pt x="406497" y="179802"/>
                    <a:pt x="462516" y="132307"/>
                  </a:cubicBezTo>
                  <a:cubicBezTo>
                    <a:pt x="467830" y="127447"/>
                    <a:pt x="473558" y="123060"/>
                    <a:pt x="479634" y="119194"/>
                  </a:cubicBezTo>
                  <a:cubicBezTo>
                    <a:pt x="494301" y="149898"/>
                    <a:pt x="467251" y="192431"/>
                    <a:pt x="441245" y="210205"/>
                  </a:cubicBezTo>
                  <a:close/>
                </a:path>
              </a:pathLst>
            </a:custGeom>
            <a:solidFill>
              <a:srgbClr val="000000">
                <a:alpha val="5000"/>
              </a:srgbClr>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17" name="任意多边形: 形状 16">
              <a:extLst>
                <a:ext uri="{FF2B5EF4-FFF2-40B4-BE49-F238E27FC236}">
                  <a16:creationId xmlns:a16="http://schemas.microsoft.com/office/drawing/2014/main" id="{0FA00176-8FB4-4FC9-86EE-8697FC40C82E}"/>
                </a:ext>
              </a:extLst>
            </p:cNvPr>
            <p:cNvSpPr/>
            <p:nvPr/>
          </p:nvSpPr>
          <p:spPr>
            <a:xfrm>
              <a:off x="2767389" y="2982388"/>
              <a:ext cx="783410" cy="2077996"/>
            </a:xfrm>
            <a:custGeom>
              <a:avLst/>
              <a:gdLst>
                <a:gd name="connsiteX0" fmla="*/ 8352 w 783410"/>
                <a:gd name="connsiteY0" fmla="*/ 122376 h 2077996"/>
                <a:gd name="connsiteX1" fmla="*/ 65510 w 783410"/>
                <a:gd name="connsiteY1" fmla="*/ 430087 h 2077996"/>
                <a:gd name="connsiteX2" fmla="*/ 111968 w 783410"/>
                <a:gd name="connsiteY2" fmla="*/ 504580 h 2077996"/>
                <a:gd name="connsiteX3" fmla="*/ 130098 w 783410"/>
                <a:gd name="connsiteY3" fmla="*/ 563613 h 2077996"/>
                <a:gd name="connsiteX4" fmla="*/ 181583 w 783410"/>
                <a:gd name="connsiteY4" fmla="*/ 776720 h 2077996"/>
                <a:gd name="connsiteX5" fmla="*/ 205308 w 783410"/>
                <a:gd name="connsiteY5" fmla="*/ 951933 h 2077996"/>
                <a:gd name="connsiteX6" fmla="*/ 217383 w 783410"/>
                <a:gd name="connsiteY6" fmla="*/ 1071851 h 2077996"/>
                <a:gd name="connsiteX7" fmla="*/ 232700 w 783410"/>
                <a:gd name="connsiteY7" fmla="*/ 1092867 h 2077996"/>
                <a:gd name="connsiteX8" fmla="*/ 232952 w 783410"/>
                <a:gd name="connsiteY8" fmla="*/ 1120560 h 2077996"/>
                <a:gd name="connsiteX9" fmla="*/ 234639 w 783410"/>
                <a:gd name="connsiteY9" fmla="*/ 1586713 h 2077996"/>
                <a:gd name="connsiteX10" fmla="*/ 315977 w 783410"/>
                <a:gd name="connsiteY10" fmla="*/ 2010202 h 2077996"/>
                <a:gd name="connsiteX11" fmla="*/ 338500 w 783410"/>
                <a:gd name="connsiteY11" fmla="*/ 2057167 h 2077996"/>
                <a:gd name="connsiteX12" fmla="*/ 372270 w 783410"/>
                <a:gd name="connsiteY12" fmla="*/ 2073214 h 2077996"/>
                <a:gd name="connsiteX13" fmla="*/ 531966 w 783410"/>
                <a:gd name="connsiteY13" fmla="*/ 2047940 h 2077996"/>
                <a:gd name="connsiteX14" fmla="*/ 601698 w 783410"/>
                <a:gd name="connsiteY14" fmla="*/ 1964765 h 2077996"/>
                <a:gd name="connsiteX15" fmla="*/ 582321 w 783410"/>
                <a:gd name="connsiteY15" fmla="*/ 1913544 h 2077996"/>
                <a:gd name="connsiteX16" fmla="*/ 563101 w 783410"/>
                <a:gd name="connsiteY16" fmla="*/ 1807696 h 2077996"/>
                <a:gd name="connsiteX17" fmla="*/ 504784 w 783410"/>
                <a:gd name="connsiteY17" fmla="*/ 1542981 h 2077996"/>
                <a:gd name="connsiteX18" fmla="*/ 487319 w 783410"/>
                <a:gd name="connsiteY18" fmla="*/ 1274398 h 2077996"/>
                <a:gd name="connsiteX19" fmla="*/ 660111 w 783410"/>
                <a:gd name="connsiteY19" fmla="*/ 742829 h 2077996"/>
                <a:gd name="connsiteX20" fmla="*/ 675937 w 783410"/>
                <a:gd name="connsiteY20" fmla="*/ 719025 h 2077996"/>
                <a:gd name="connsiteX21" fmla="*/ 698339 w 783410"/>
                <a:gd name="connsiteY21" fmla="*/ 703733 h 2077996"/>
                <a:gd name="connsiteX22" fmla="*/ 708587 w 783410"/>
                <a:gd name="connsiteY22" fmla="*/ 675866 h 2077996"/>
                <a:gd name="connsiteX23" fmla="*/ 755048 w 783410"/>
                <a:gd name="connsiteY23" fmla="*/ 602438 h 2077996"/>
                <a:gd name="connsiteX24" fmla="*/ 780362 w 783410"/>
                <a:gd name="connsiteY24" fmla="*/ 386863 h 2077996"/>
                <a:gd name="connsiteX25" fmla="*/ 777525 w 783410"/>
                <a:gd name="connsiteY25" fmla="*/ 172621 h 2077996"/>
                <a:gd name="connsiteX26" fmla="*/ 657355 w 783410"/>
                <a:gd name="connsiteY26" fmla="*/ 7826 h 2077996"/>
                <a:gd name="connsiteX27" fmla="*/ 551970 w 783410"/>
                <a:gd name="connsiteY27" fmla="*/ 2848 h 2077996"/>
                <a:gd name="connsiteX28" fmla="*/ 8352 w 783410"/>
                <a:gd name="connsiteY28" fmla="*/ 122376 h 2077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783410" h="2077996">
                  <a:moveTo>
                    <a:pt x="8352" y="122376"/>
                  </a:moveTo>
                  <a:cubicBezTo>
                    <a:pt x="-13266" y="228477"/>
                    <a:pt x="7232" y="338827"/>
                    <a:pt x="65510" y="430087"/>
                  </a:cubicBezTo>
                  <a:cubicBezTo>
                    <a:pt x="81401" y="454708"/>
                    <a:pt x="100022" y="477822"/>
                    <a:pt x="111968" y="504580"/>
                  </a:cubicBezTo>
                  <a:cubicBezTo>
                    <a:pt x="119797" y="523664"/>
                    <a:pt x="125866" y="543424"/>
                    <a:pt x="130098" y="563613"/>
                  </a:cubicBezTo>
                  <a:lnTo>
                    <a:pt x="181583" y="776720"/>
                  </a:lnTo>
                  <a:cubicBezTo>
                    <a:pt x="195482" y="834250"/>
                    <a:pt x="209483" y="892894"/>
                    <a:pt x="205308" y="951933"/>
                  </a:cubicBezTo>
                  <a:cubicBezTo>
                    <a:pt x="202399" y="993070"/>
                    <a:pt x="192030" y="1039324"/>
                    <a:pt x="217383" y="1071851"/>
                  </a:cubicBezTo>
                  <a:cubicBezTo>
                    <a:pt x="223497" y="1078063"/>
                    <a:pt x="228658" y="1085145"/>
                    <a:pt x="232700" y="1092867"/>
                  </a:cubicBezTo>
                  <a:cubicBezTo>
                    <a:pt x="235227" y="1101914"/>
                    <a:pt x="235315" y="1111468"/>
                    <a:pt x="232952" y="1120560"/>
                  </a:cubicBezTo>
                  <a:cubicBezTo>
                    <a:pt x="206905" y="1275281"/>
                    <a:pt x="187588" y="1437034"/>
                    <a:pt x="234639" y="1586713"/>
                  </a:cubicBezTo>
                  <a:cubicBezTo>
                    <a:pt x="277283" y="1722375"/>
                    <a:pt x="279717" y="1872696"/>
                    <a:pt x="315977" y="2010202"/>
                  </a:cubicBezTo>
                  <a:cubicBezTo>
                    <a:pt x="320467" y="2027229"/>
                    <a:pt x="325602" y="2045178"/>
                    <a:pt x="338500" y="2057167"/>
                  </a:cubicBezTo>
                  <a:cubicBezTo>
                    <a:pt x="348193" y="2065325"/>
                    <a:pt x="359823" y="2070852"/>
                    <a:pt x="372270" y="2073214"/>
                  </a:cubicBezTo>
                  <a:cubicBezTo>
                    <a:pt x="425704" y="2085927"/>
                    <a:pt x="482130" y="2071033"/>
                    <a:pt x="531966" y="2047940"/>
                  </a:cubicBezTo>
                  <a:cubicBezTo>
                    <a:pt x="566990" y="2031711"/>
                    <a:pt x="604689" y="2003251"/>
                    <a:pt x="601698" y="1964765"/>
                  </a:cubicBezTo>
                  <a:cubicBezTo>
                    <a:pt x="600274" y="1946457"/>
                    <a:pt x="589580" y="1930412"/>
                    <a:pt x="582321" y="1913544"/>
                  </a:cubicBezTo>
                  <a:cubicBezTo>
                    <a:pt x="568086" y="1880462"/>
                    <a:pt x="566942" y="1843506"/>
                    <a:pt x="563101" y="1807696"/>
                  </a:cubicBezTo>
                  <a:cubicBezTo>
                    <a:pt x="553456" y="1717777"/>
                    <a:pt x="525735" y="1630955"/>
                    <a:pt x="504784" y="1542981"/>
                  </a:cubicBezTo>
                  <a:cubicBezTo>
                    <a:pt x="483832" y="1455007"/>
                    <a:pt x="469599" y="1363080"/>
                    <a:pt x="487319" y="1274398"/>
                  </a:cubicBezTo>
                  <a:cubicBezTo>
                    <a:pt x="523559" y="1090964"/>
                    <a:pt x="581567" y="912511"/>
                    <a:pt x="660111" y="742829"/>
                  </a:cubicBezTo>
                  <a:cubicBezTo>
                    <a:pt x="663528" y="733804"/>
                    <a:pt x="668938" y="725667"/>
                    <a:pt x="675937" y="719025"/>
                  </a:cubicBezTo>
                  <a:cubicBezTo>
                    <a:pt x="683815" y="714557"/>
                    <a:pt x="691308" y="709442"/>
                    <a:pt x="698339" y="703733"/>
                  </a:cubicBezTo>
                  <a:cubicBezTo>
                    <a:pt x="703778" y="695319"/>
                    <a:pt x="707278" y="685800"/>
                    <a:pt x="708587" y="675866"/>
                  </a:cubicBezTo>
                  <a:cubicBezTo>
                    <a:pt x="716380" y="647799"/>
                    <a:pt x="739529" y="627090"/>
                    <a:pt x="755048" y="602438"/>
                  </a:cubicBezTo>
                  <a:cubicBezTo>
                    <a:pt x="794231" y="540191"/>
                    <a:pt x="781814" y="460401"/>
                    <a:pt x="780362" y="386863"/>
                  </a:cubicBezTo>
                  <a:cubicBezTo>
                    <a:pt x="778951" y="315349"/>
                    <a:pt x="789248" y="243181"/>
                    <a:pt x="777525" y="172621"/>
                  </a:cubicBezTo>
                  <a:cubicBezTo>
                    <a:pt x="765802" y="102061"/>
                    <a:pt x="725379" y="29935"/>
                    <a:pt x="657355" y="7826"/>
                  </a:cubicBezTo>
                  <a:cubicBezTo>
                    <a:pt x="623658" y="-3126"/>
                    <a:pt x="587229" y="-642"/>
                    <a:pt x="551970" y="2848"/>
                  </a:cubicBezTo>
                  <a:cubicBezTo>
                    <a:pt x="365171" y="21338"/>
                    <a:pt x="183659" y="55270"/>
                    <a:pt x="8352" y="122376"/>
                  </a:cubicBezTo>
                  <a:close/>
                </a:path>
              </a:pathLst>
            </a:custGeom>
            <a:solidFill>
              <a:srgbClr val="2F2E41"/>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18" name="任意多边形: 形状 17">
              <a:extLst>
                <a:ext uri="{FF2B5EF4-FFF2-40B4-BE49-F238E27FC236}">
                  <a16:creationId xmlns:a16="http://schemas.microsoft.com/office/drawing/2014/main" id="{9C771E83-E29E-4AA3-861B-9976C2A54173}"/>
                </a:ext>
              </a:extLst>
            </p:cNvPr>
            <p:cNvSpPr/>
            <p:nvPr/>
          </p:nvSpPr>
          <p:spPr>
            <a:xfrm>
              <a:off x="2767389" y="2982388"/>
              <a:ext cx="783410" cy="2077996"/>
            </a:xfrm>
            <a:custGeom>
              <a:avLst/>
              <a:gdLst>
                <a:gd name="connsiteX0" fmla="*/ 8352 w 783410"/>
                <a:gd name="connsiteY0" fmla="*/ 122376 h 2077996"/>
                <a:gd name="connsiteX1" fmla="*/ 65510 w 783410"/>
                <a:gd name="connsiteY1" fmla="*/ 430087 h 2077996"/>
                <a:gd name="connsiteX2" fmla="*/ 111968 w 783410"/>
                <a:gd name="connsiteY2" fmla="*/ 504580 h 2077996"/>
                <a:gd name="connsiteX3" fmla="*/ 130098 w 783410"/>
                <a:gd name="connsiteY3" fmla="*/ 563613 h 2077996"/>
                <a:gd name="connsiteX4" fmla="*/ 181583 w 783410"/>
                <a:gd name="connsiteY4" fmla="*/ 776720 h 2077996"/>
                <a:gd name="connsiteX5" fmla="*/ 205308 w 783410"/>
                <a:gd name="connsiteY5" fmla="*/ 951933 h 2077996"/>
                <a:gd name="connsiteX6" fmla="*/ 217383 w 783410"/>
                <a:gd name="connsiteY6" fmla="*/ 1071851 h 2077996"/>
                <a:gd name="connsiteX7" fmla="*/ 232700 w 783410"/>
                <a:gd name="connsiteY7" fmla="*/ 1092867 h 2077996"/>
                <a:gd name="connsiteX8" fmla="*/ 232952 w 783410"/>
                <a:gd name="connsiteY8" fmla="*/ 1120560 h 2077996"/>
                <a:gd name="connsiteX9" fmla="*/ 234639 w 783410"/>
                <a:gd name="connsiteY9" fmla="*/ 1586713 h 2077996"/>
                <a:gd name="connsiteX10" fmla="*/ 315977 w 783410"/>
                <a:gd name="connsiteY10" fmla="*/ 2010202 h 2077996"/>
                <a:gd name="connsiteX11" fmla="*/ 338500 w 783410"/>
                <a:gd name="connsiteY11" fmla="*/ 2057167 h 2077996"/>
                <a:gd name="connsiteX12" fmla="*/ 372270 w 783410"/>
                <a:gd name="connsiteY12" fmla="*/ 2073214 h 2077996"/>
                <a:gd name="connsiteX13" fmla="*/ 531966 w 783410"/>
                <a:gd name="connsiteY13" fmla="*/ 2047940 h 2077996"/>
                <a:gd name="connsiteX14" fmla="*/ 601698 w 783410"/>
                <a:gd name="connsiteY14" fmla="*/ 1964765 h 2077996"/>
                <a:gd name="connsiteX15" fmla="*/ 582321 w 783410"/>
                <a:gd name="connsiteY15" fmla="*/ 1913544 h 2077996"/>
                <a:gd name="connsiteX16" fmla="*/ 563101 w 783410"/>
                <a:gd name="connsiteY16" fmla="*/ 1807696 h 2077996"/>
                <a:gd name="connsiteX17" fmla="*/ 504784 w 783410"/>
                <a:gd name="connsiteY17" fmla="*/ 1542981 h 2077996"/>
                <a:gd name="connsiteX18" fmla="*/ 487319 w 783410"/>
                <a:gd name="connsiteY18" fmla="*/ 1274398 h 2077996"/>
                <a:gd name="connsiteX19" fmla="*/ 660111 w 783410"/>
                <a:gd name="connsiteY19" fmla="*/ 742829 h 2077996"/>
                <a:gd name="connsiteX20" fmla="*/ 675937 w 783410"/>
                <a:gd name="connsiteY20" fmla="*/ 719025 h 2077996"/>
                <a:gd name="connsiteX21" fmla="*/ 698339 w 783410"/>
                <a:gd name="connsiteY21" fmla="*/ 703733 h 2077996"/>
                <a:gd name="connsiteX22" fmla="*/ 708587 w 783410"/>
                <a:gd name="connsiteY22" fmla="*/ 675866 h 2077996"/>
                <a:gd name="connsiteX23" fmla="*/ 755048 w 783410"/>
                <a:gd name="connsiteY23" fmla="*/ 602438 h 2077996"/>
                <a:gd name="connsiteX24" fmla="*/ 780362 w 783410"/>
                <a:gd name="connsiteY24" fmla="*/ 386863 h 2077996"/>
                <a:gd name="connsiteX25" fmla="*/ 777525 w 783410"/>
                <a:gd name="connsiteY25" fmla="*/ 172621 h 2077996"/>
                <a:gd name="connsiteX26" fmla="*/ 657355 w 783410"/>
                <a:gd name="connsiteY26" fmla="*/ 7826 h 2077996"/>
                <a:gd name="connsiteX27" fmla="*/ 551970 w 783410"/>
                <a:gd name="connsiteY27" fmla="*/ 2848 h 2077996"/>
                <a:gd name="connsiteX28" fmla="*/ 8352 w 783410"/>
                <a:gd name="connsiteY28" fmla="*/ 122376 h 2077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783410" h="2077996">
                  <a:moveTo>
                    <a:pt x="8352" y="122376"/>
                  </a:moveTo>
                  <a:cubicBezTo>
                    <a:pt x="-13266" y="228477"/>
                    <a:pt x="7232" y="338827"/>
                    <a:pt x="65510" y="430087"/>
                  </a:cubicBezTo>
                  <a:cubicBezTo>
                    <a:pt x="81401" y="454708"/>
                    <a:pt x="100022" y="477822"/>
                    <a:pt x="111968" y="504580"/>
                  </a:cubicBezTo>
                  <a:cubicBezTo>
                    <a:pt x="119797" y="523664"/>
                    <a:pt x="125866" y="543424"/>
                    <a:pt x="130098" y="563613"/>
                  </a:cubicBezTo>
                  <a:lnTo>
                    <a:pt x="181583" y="776720"/>
                  </a:lnTo>
                  <a:cubicBezTo>
                    <a:pt x="195482" y="834250"/>
                    <a:pt x="209483" y="892894"/>
                    <a:pt x="205308" y="951933"/>
                  </a:cubicBezTo>
                  <a:cubicBezTo>
                    <a:pt x="202399" y="993070"/>
                    <a:pt x="192030" y="1039324"/>
                    <a:pt x="217383" y="1071851"/>
                  </a:cubicBezTo>
                  <a:cubicBezTo>
                    <a:pt x="223497" y="1078063"/>
                    <a:pt x="228658" y="1085145"/>
                    <a:pt x="232700" y="1092867"/>
                  </a:cubicBezTo>
                  <a:cubicBezTo>
                    <a:pt x="235227" y="1101914"/>
                    <a:pt x="235315" y="1111468"/>
                    <a:pt x="232952" y="1120560"/>
                  </a:cubicBezTo>
                  <a:cubicBezTo>
                    <a:pt x="206905" y="1275281"/>
                    <a:pt x="187588" y="1437034"/>
                    <a:pt x="234639" y="1586713"/>
                  </a:cubicBezTo>
                  <a:cubicBezTo>
                    <a:pt x="277283" y="1722375"/>
                    <a:pt x="279717" y="1872696"/>
                    <a:pt x="315977" y="2010202"/>
                  </a:cubicBezTo>
                  <a:cubicBezTo>
                    <a:pt x="320467" y="2027229"/>
                    <a:pt x="325602" y="2045178"/>
                    <a:pt x="338500" y="2057167"/>
                  </a:cubicBezTo>
                  <a:cubicBezTo>
                    <a:pt x="348193" y="2065325"/>
                    <a:pt x="359823" y="2070852"/>
                    <a:pt x="372270" y="2073214"/>
                  </a:cubicBezTo>
                  <a:cubicBezTo>
                    <a:pt x="425704" y="2085927"/>
                    <a:pt x="482130" y="2071033"/>
                    <a:pt x="531966" y="2047940"/>
                  </a:cubicBezTo>
                  <a:cubicBezTo>
                    <a:pt x="566990" y="2031711"/>
                    <a:pt x="604689" y="2003251"/>
                    <a:pt x="601698" y="1964765"/>
                  </a:cubicBezTo>
                  <a:cubicBezTo>
                    <a:pt x="600274" y="1946457"/>
                    <a:pt x="589580" y="1930412"/>
                    <a:pt x="582321" y="1913544"/>
                  </a:cubicBezTo>
                  <a:cubicBezTo>
                    <a:pt x="568086" y="1880462"/>
                    <a:pt x="566942" y="1843506"/>
                    <a:pt x="563101" y="1807696"/>
                  </a:cubicBezTo>
                  <a:cubicBezTo>
                    <a:pt x="553456" y="1717777"/>
                    <a:pt x="525735" y="1630955"/>
                    <a:pt x="504784" y="1542981"/>
                  </a:cubicBezTo>
                  <a:cubicBezTo>
                    <a:pt x="483832" y="1455007"/>
                    <a:pt x="469599" y="1363080"/>
                    <a:pt x="487319" y="1274398"/>
                  </a:cubicBezTo>
                  <a:cubicBezTo>
                    <a:pt x="523559" y="1090964"/>
                    <a:pt x="581567" y="912511"/>
                    <a:pt x="660111" y="742829"/>
                  </a:cubicBezTo>
                  <a:cubicBezTo>
                    <a:pt x="663528" y="733804"/>
                    <a:pt x="668938" y="725667"/>
                    <a:pt x="675937" y="719025"/>
                  </a:cubicBezTo>
                  <a:cubicBezTo>
                    <a:pt x="683815" y="714557"/>
                    <a:pt x="691308" y="709442"/>
                    <a:pt x="698339" y="703733"/>
                  </a:cubicBezTo>
                  <a:cubicBezTo>
                    <a:pt x="703778" y="695319"/>
                    <a:pt x="707278" y="685800"/>
                    <a:pt x="708587" y="675866"/>
                  </a:cubicBezTo>
                  <a:cubicBezTo>
                    <a:pt x="716380" y="647799"/>
                    <a:pt x="739529" y="627090"/>
                    <a:pt x="755048" y="602438"/>
                  </a:cubicBezTo>
                  <a:cubicBezTo>
                    <a:pt x="794231" y="540191"/>
                    <a:pt x="781814" y="460401"/>
                    <a:pt x="780362" y="386863"/>
                  </a:cubicBezTo>
                  <a:cubicBezTo>
                    <a:pt x="778951" y="315349"/>
                    <a:pt x="789248" y="243181"/>
                    <a:pt x="777525" y="172621"/>
                  </a:cubicBezTo>
                  <a:cubicBezTo>
                    <a:pt x="765802" y="102061"/>
                    <a:pt x="725379" y="29935"/>
                    <a:pt x="657355" y="7826"/>
                  </a:cubicBezTo>
                  <a:cubicBezTo>
                    <a:pt x="623658" y="-3126"/>
                    <a:pt x="587229" y="-642"/>
                    <a:pt x="551970" y="2848"/>
                  </a:cubicBezTo>
                  <a:cubicBezTo>
                    <a:pt x="365171" y="21338"/>
                    <a:pt x="183659" y="55270"/>
                    <a:pt x="8352" y="122376"/>
                  </a:cubicBezTo>
                  <a:close/>
                </a:path>
              </a:pathLst>
            </a:custGeom>
            <a:solidFill>
              <a:srgbClr val="000000">
                <a:alpha val="10000"/>
              </a:srgbClr>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20" name="任意多边形: 形状 19">
              <a:extLst>
                <a:ext uri="{FF2B5EF4-FFF2-40B4-BE49-F238E27FC236}">
                  <a16:creationId xmlns:a16="http://schemas.microsoft.com/office/drawing/2014/main" id="{D38A907C-A764-4C3A-98E5-EB278612D1D3}"/>
                </a:ext>
              </a:extLst>
            </p:cNvPr>
            <p:cNvSpPr/>
            <p:nvPr/>
          </p:nvSpPr>
          <p:spPr>
            <a:xfrm>
              <a:off x="2745182" y="3016810"/>
              <a:ext cx="819579" cy="2248079"/>
            </a:xfrm>
            <a:custGeom>
              <a:avLst/>
              <a:gdLst>
                <a:gd name="connsiteX0" fmla="*/ 791393 w 819579"/>
                <a:gd name="connsiteY0" fmla="*/ 536471 h 2248079"/>
                <a:gd name="connsiteX1" fmla="*/ 781995 w 819579"/>
                <a:gd name="connsiteY1" fmla="*/ 619152 h 2248079"/>
                <a:gd name="connsiteX2" fmla="*/ 676732 w 819579"/>
                <a:gd name="connsiteY2" fmla="*/ 1171983 h 2248079"/>
                <a:gd name="connsiteX3" fmla="*/ 665951 w 819579"/>
                <a:gd name="connsiteY3" fmla="*/ 1219552 h 2248079"/>
                <a:gd name="connsiteX4" fmla="*/ 594635 w 819579"/>
                <a:gd name="connsiteY4" fmla="*/ 1359854 h 2248079"/>
                <a:gd name="connsiteX5" fmla="*/ 341784 w 819579"/>
                <a:gd name="connsiteY5" fmla="*/ 2067629 h 2248079"/>
                <a:gd name="connsiteX6" fmla="*/ 324374 w 819579"/>
                <a:gd name="connsiteY6" fmla="*/ 2114833 h 2248079"/>
                <a:gd name="connsiteX7" fmla="*/ 272434 w 819579"/>
                <a:gd name="connsiteY7" fmla="*/ 2230732 h 2248079"/>
                <a:gd name="connsiteX8" fmla="*/ 261726 w 819579"/>
                <a:gd name="connsiteY8" fmla="*/ 2244572 h 2248079"/>
                <a:gd name="connsiteX9" fmla="*/ 244826 w 819579"/>
                <a:gd name="connsiteY9" fmla="*/ 2247851 h 2248079"/>
                <a:gd name="connsiteX10" fmla="*/ 26068 w 819579"/>
                <a:gd name="connsiteY10" fmla="*/ 2198097 h 2248079"/>
                <a:gd name="connsiteX11" fmla="*/ 2831 w 819579"/>
                <a:gd name="connsiteY11" fmla="*/ 2178793 h 2248079"/>
                <a:gd name="connsiteX12" fmla="*/ 354 w 819579"/>
                <a:gd name="connsiteY12" fmla="*/ 2156574 h 2248079"/>
                <a:gd name="connsiteX13" fmla="*/ 27598 w 819579"/>
                <a:gd name="connsiteY13" fmla="*/ 2021736 h 2248079"/>
                <a:gd name="connsiteX14" fmla="*/ 81504 w 819579"/>
                <a:gd name="connsiteY14" fmla="*/ 1956392 h 2248079"/>
                <a:gd name="connsiteX15" fmla="*/ 134317 w 819579"/>
                <a:gd name="connsiteY15" fmla="*/ 1523976 h 2248079"/>
                <a:gd name="connsiteX16" fmla="*/ 213064 w 819579"/>
                <a:gd name="connsiteY16" fmla="*/ 1316947 h 2248079"/>
                <a:gd name="connsiteX17" fmla="*/ 283143 w 819579"/>
                <a:gd name="connsiteY17" fmla="*/ 1172493 h 2248079"/>
                <a:gd name="connsiteX18" fmla="*/ 290209 w 819579"/>
                <a:gd name="connsiteY18" fmla="*/ 1104600 h 2248079"/>
                <a:gd name="connsiteX19" fmla="*/ 317088 w 819579"/>
                <a:gd name="connsiteY19" fmla="*/ 1088792 h 2248079"/>
                <a:gd name="connsiteX20" fmla="*/ 320876 w 819579"/>
                <a:gd name="connsiteY20" fmla="*/ 1075243 h 2248079"/>
                <a:gd name="connsiteX21" fmla="*/ 313957 w 819579"/>
                <a:gd name="connsiteY21" fmla="*/ 963278 h 2248079"/>
                <a:gd name="connsiteX22" fmla="*/ 297274 w 819579"/>
                <a:gd name="connsiteY22" fmla="*/ 890286 h 2248079"/>
                <a:gd name="connsiteX23" fmla="*/ 315632 w 819579"/>
                <a:gd name="connsiteY23" fmla="*/ 819771 h 2248079"/>
                <a:gd name="connsiteX24" fmla="*/ 316287 w 819579"/>
                <a:gd name="connsiteY24" fmla="*/ 668469 h 2248079"/>
                <a:gd name="connsiteX25" fmla="*/ 309293 w 819579"/>
                <a:gd name="connsiteY25" fmla="*/ 583967 h 2248079"/>
                <a:gd name="connsiteX26" fmla="*/ 296837 w 819579"/>
                <a:gd name="connsiteY26" fmla="*/ 545140 h 2248079"/>
                <a:gd name="connsiteX27" fmla="*/ 281467 w 819579"/>
                <a:gd name="connsiteY27" fmla="*/ 401997 h 2248079"/>
                <a:gd name="connsiteX28" fmla="*/ 231786 w 819579"/>
                <a:gd name="connsiteY28" fmla="*/ 367030 h 2248079"/>
                <a:gd name="connsiteX29" fmla="*/ 163601 w 819579"/>
                <a:gd name="connsiteY29" fmla="*/ 268979 h 2248079"/>
                <a:gd name="connsiteX30" fmla="*/ 144297 w 819579"/>
                <a:gd name="connsiteY30" fmla="*/ 148929 h 2248079"/>
                <a:gd name="connsiteX31" fmla="*/ 144005 w 819579"/>
                <a:gd name="connsiteY31" fmla="*/ 122995 h 2248079"/>
                <a:gd name="connsiteX32" fmla="*/ 147502 w 819579"/>
                <a:gd name="connsiteY32" fmla="*/ 110029 h 2248079"/>
                <a:gd name="connsiteX33" fmla="*/ 205998 w 819579"/>
                <a:gd name="connsiteY33" fmla="*/ 74480 h 2248079"/>
                <a:gd name="connsiteX34" fmla="*/ 652692 w 819579"/>
                <a:gd name="connsiteY34" fmla="*/ 22249 h 2248079"/>
                <a:gd name="connsiteX35" fmla="*/ 763272 w 819579"/>
                <a:gd name="connsiteY35" fmla="*/ 38057 h 2248079"/>
                <a:gd name="connsiteX36" fmla="*/ 794743 w 819579"/>
                <a:gd name="connsiteY36" fmla="*/ 114910 h 2248079"/>
                <a:gd name="connsiteX37" fmla="*/ 816669 w 819579"/>
                <a:gd name="connsiteY37" fmla="*/ 362441 h 2248079"/>
                <a:gd name="connsiteX38" fmla="*/ 791393 w 819579"/>
                <a:gd name="connsiteY38" fmla="*/ 536471 h 2248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819579" h="2248079">
                  <a:moveTo>
                    <a:pt x="791393" y="536471"/>
                  </a:moveTo>
                  <a:cubicBezTo>
                    <a:pt x="790840" y="564264"/>
                    <a:pt x="787694" y="591944"/>
                    <a:pt x="781995" y="619152"/>
                  </a:cubicBezTo>
                  <a:cubicBezTo>
                    <a:pt x="749069" y="803818"/>
                    <a:pt x="713981" y="988095"/>
                    <a:pt x="676732" y="1171983"/>
                  </a:cubicBezTo>
                  <a:cubicBezTo>
                    <a:pt x="673454" y="1187936"/>
                    <a:pt x="670249" y="1203890"/>
                    <a:pt x="665951" y="1219552"/>
                  </a:cubicBezTo>
                  <a:cubicBezTo>
                    <a:pt x="652073" y="1270723"/>
                    <a:pt x="627796" y="1318484"/>
                    <a:pt x="594635" y="1359854"/>
                  </a:cubicBezTo>
                  <a:cubicBezTo>
                    <a:pt x="439399" y="1553334"/>
                    <a:pt x="425994" y="1834302"/>
                    <a:pt x="341784" y="2067629"/>
                  </a:cubicBezTo>
                  <a:cubicBezTo>
                    <a:pt x="336103" y="2083436"/>
                    <a:pt x="330421" y="2099244"/>
                    <a:pt x="324374" y="2114833"/>
                  </a:cubicBezTo>
                  <a:cubicBezTo>
                    <a:pt x="309156" y="2154372"/>
                    <a:pt x="291817" y="2193060"/>
                    <a:pt x="272434" y="2230732"/>
                  </a:cubicBezTo>
                  <a:cubicBezTo>
                    <a:pt x="270170" y="2236222"/>
                    <a:pt x="266472" y="2241002"/>
                    <a:pt x="261726" y="2244572"/>
                  </a:cubicBezTo>
                  <a:cubicBezTo>
                    <a:pt x="256502" y="2247200"/>
                    <a:pt x="250654" y="2248335"/>
                    <a:pt x="244826" y="2247851"/>
                  </a:cubicBezTo>
                  <a:cubicBezTo>
                    <a:pt x="169053" y="2248286"/>
                    <a:pt x="94198" y="2231262"/>
                    <a:pt x="26068" y="2198097"/>
                  </a:cubicBezTo>
                  <a:cubicBezTo>
                    <a:pt x="16342" y="2194510"/>
                    <a:pt x="8140" y="2187697"/>
                    <a:pt x="2831" y="2178793"/>
                  </a:cubicBezTo>
                  <a:cubicBezTo>
                    <a:pt x="218" y="2171697"/>
                    <a:pt x="-632" y="2164071"/>
                    <a:pt x="354" y="2156574"/>
                  </a:cubicBezTo>
                  <a:cubicBezTo>
                    <a:pt x="2685" y="2110317"/>
                    <a:pt x="5525" y="2062384"/>
                    <a:pt x="27598" y="2021736"/>
                  </a:cubicBezTo>
                  <a:cubicBezTo>
                    <a:pt x="42245" y="1997415"/>
                    <a:pt x="60410" y="1975395"/>
                    <a:pt x="81504" y="1956392"/>
                  </a:cubicBezTo>
                  <a:cubicBezTo>
                    <a:pt x="88060" y="1811210"/>
                    <a:pt x="102411" y="1665736"/>
                    <a:pt x="134317" y="1523976"/>
                  </a:cubicBezTo>
                  <a:cubicBezTo>
                    <a:pt x="150708" y="1451494"/>
                    <a:pt x="170959" y="1378211"/>
                    <a:pt x="213064" y="1316947"/>
                  </a:cubicBezTo>
                  <a:cubicBezTo>
                    <a:pt x="244097" y="1271710"/>
                    <a:pt x="288607" y="1227055"/>
                    <a:pt x="283143" y="1172493"/>
                  </a:cubicBezTo>
                  <a:cubicBezTo>
                    <a:pt x="280739" y="1148526"/>
                    <a:pt x="270686" y="1118659"/>
                    <a:pt x="290209" y="1104600"/>
                  </a:cubicBezTo>
                  <a:cubicBezTo>
                    <a:pt x="298731" y="1098409"/>
                    <a:pt x="311334" y="1097607"/>
                    <a:pt x="317088" y="1088792"/>
                  </a:cubicBezTo>
                  <a:cubicBezTo>
                    <a:pt x="319407" y="1084640"/>
                    <a:pt x="320706" y="1079996"/>
                    <a:pt x="320876" y="1075243"/>
                  </a:cubicBezTo>
                  <a:cubicBezTo>
                    <a:pt x="324888" y="1037798"/>
                    <a:pt x="322548" y="999944"/>
                    <a:pt x="313957" y="963278"/>
                  </a:cubicBezTo>
                  <a:cubicBezTo>
                    <a:pt x="306858" y="939325"/>
                    <a:pt x="301286" y="914945"/>
                    <a:pt x="297274" y="890286"/>
                  </a:cubicBezTo>
                  <a:cubicBezTo>
                    <a:pt x="294797" y="865372"/>
                    <a:pt x="299023" y="838420"/>
                    <a:pt x="315632" y="819771"/>
                  </a:cubicBezTo>
                  <a:cubicBezTo>
                    <a:pt x="316651" y="769944"/>
                    <a:pt x="315267" y="718223"/>
                    <a:pt x="316287" y="668469"/>
                  </a:cubicBezTo>
                  <a:cubicBezTo>
                    <a:pt x="318250" y="640110"/>
                    <a:pt x="315892" y="611618"/>
                    <a:pt x="309293" y="583967"/>
                  </a:cubicBezTo>
                  <a:cubicBezTo>
                    <a:pt x="305506" y="570927"/>
                    <a:pt x="299751" y="558471"/>
                    <a:pt x="296837" y="545140"/>
                  </a:cubicBezTo>
                  <a:cubicBezTo>
                    <a:pt x="286420" y="497280"/>
                    <a:pt x="312427" y="439950"/>
                    <a:pt x="281467" y="401997"/>
                  </a:cubicBezTo>
                  <a:cubicBezTo>
                    <a:pt x="268573" y="386262"/>
                    <a:pt x="248687" y="378395"/>
                    <a:pt x="231786" y="367030"/>
                  </a:cubicBezTo>
                  <a:cubicBezTo>
                    <a:pt x="198058" y="344521"/>
                    <a:pt x="175912" y="307661"/>
                    <a:pt x="163601" y="268979"/>
                  </a:cubicBezTo>
                  <a:cubicBezTo>
                    <a:pt x="152677" y="229815"/>
                    <a:pt x="146201" y="189544"/>
                    <a:pt x="144297" y="148929"/>
                  </a:cubicBezTo>
                  <a:cubicBezTo>
                    <a:pt x="143290" y="140318"/>
                    <a:pt x="143193" y="131626"/>
                    <a:pt x="144005" y="122995"/>
                  </a:cubicBezTo>
                  <a:cubicBezTo>
                    <a:pt x="144551" y="118529"/>
                    <a:pt x="145728" y="114164"/>
                    <a:pt x="147502" y="110029"/>
                  </a:cubicBezTo>
                  <a:cubicBezTo>
                    <a:pt x="157118" y="88393"/>
                    <a:pt x="182979" y="80015"/>
                    <a:pt x="205998" y="74480"/>
                  </a:cubicBezTo>
                  <a:cubicBezTo>
                    <a:pt x="352294" y="39393"/>
                    <a:pt x="502248" y="21859"/>
                    <a:pt x="652692" y="22249"/>
                  </a:cubicBezTo>
                  <a:cubicBezTo>
                    <a:pt x="708346" y="-15631"/>
                    <a:pt x="739670" y="-2082"/>
                    <a:pt x="763272" y="38057"/>
                  </a:cubicBezTo>
                  <a:cubicBezTo>
                    <a:pt x="776307" y="62557"/>
                    <a:pt x="786850" y="88304"/>
                    <a:pt x="794743" y="114910"/>
                  </a:cubicBezTo>
                  <a:cubicBezTo>
                    <a:pt x="805524" y="147472"/>
                    <a:pt x="806179" y="329733"/>
                    <a:pt x="816669" y="362441"/>
                  </a:cubicBezTo>
                  <a:cubicBezTo>
                    <a:pt x="830292" y="404984"/>
                    <a:pt x="790883" y="491816"/>
                    <a:pt x="791393" y="536471"/>
                  </a:cubicBezTo>
                  <a:close/>
                </a:path>
              </a:pathLst>
            </a:custGeom>
            <a:solidFill>
              <a:srgbClr val="2F2E41"/>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22" name="任意多边形: 形状 21">
              <a:extLst>
                <a:ext uri="{FF2B5EF4-FFF2-40B4-BE49-F238E27FC236}">
                  <a16:creationId xmlns:a16="http://schemas.microsoft.com/office/drawing/2014/main" id="{4F53EF91-F2CB-4978-AE94-D5C9D7743B9A}"/>
                </a:ext>
              </a:extLst>
            </p:cNvPr>
            <p:cNvSpPr/>
            <p:nvPr/>
          </p:nvSpPr>
          <p:spPr>
            <a:xfrm>
              <a:off x="2525307" y="1835495"/>
              <a:ext cx="376115" cy="1193453"/>
            </a:xfrm>
            <a:custGeom>
              <a:avLst/>
              <a:gdLst>
                <a:gd name="connsiteX0" fmla="*/ 5009 w 376115"/>
                <a:gd name="connsiteY0" fmla="*/ 59208 h 1193453"/>
                <a:gd name="connsiteX1" fmla="*/ 16187 w 376115"/>
                <a:gd name="connsiteY1" fmla="*/ 145003 h 1193453"/>
                <a:gd name="connsiteX2" fmla="*/ 4868 w 376115"/>
                <a:gd name="connsiteY2" fmla="*/ 219869 h 1193453"/>
                <a:gd name="connsiteX3" fmla="*/ 56556 w 376115"/>
                <a:gd name="connsiteY3" fmla="*/ 507773 h 1193453"/>
                <a:gd name="connsiteX4" fmla="*/ 68827 w 376115"/>
                <a:gd name="connsiteY4" fmla="*/ 555123 h 1193453"/>
                <a:gd name="connsiteX5" fmla="*/ 47653 w 376115"/>
                <a:gd name="connsiteY5" fmla="*/ 642655 h 1193453"/>
                <a:gd name="connsiteX6" fmla="*/ 84774 w 376115"/>
                <a:gd name="connsiteY6" fmla="*/ 827442 h 1193453"/>
                <a:gd name="connsiteX7" fmla="*/ 83326 w 376115"/>
                <a:gd name="connsiteY7" fmla="*/ 914547 h 1193453"/>
                <a:gd name="connsiteX8" fmla="*/ 108313 w 376115"/>
                <a:gd name="connsiteY8" fmla="*/ 967186 h 1193453"/>
                <a:gd name="connsiteX9" fmla="*/ 141200 w 376115"/>
                <a:gd name="connsiteY9" fmla="*/ 1065185 h 1193453"/>
                <a:gd name="connsiteX10" fmla="*/ 273728 w 376115"/>
                <a:gd name="connsiteY10" fmla="*/ 1193333 h 1193453"/>
                <a:gd name="connsiteX11" fmla="*/ 351803 w 376115"/>
                <a:gd name="connsiteY11" fmla="*/ 1144973 h 1193453"/>
                <a:gd name="connsiteX12" fmla="*/ 365431 w 376115"/>
                <a:gd name="connsiteY12" fmla="*/ 1102565 h 1193453"/>
                <a:gd name="connsiteX13" fmla="*/ 375899 w 376115"/>
                <a:gd name="connsiteY13" fmla="*/ 905799 h 1193453"/>
                <a:gd name="connsiteX14" fmla="*/ 366896 w 376115"/>
                <a:gd name="connsiteY14" fmla="*/ 736426 h 1193453"/>
                <a:gd name="connsiteX15" fmla="*/ 316536 w 376115"/>
                <a:gd name="connsiteY15" fmla="*/ 525764 h 1193453"/>
                <a:gd name="connsiteX16" fmla="*/ 252131 w 376115"/>
                <a:gd name="connsiteY16" fmla="*/ 260461 h 1193453"/>
                <a:gd name="connsiteX17" fmla="*/ 131615 w 376115"/>
                <a:gd name="connsiteY17" fmla="*/ 54389 h 1193453"/>
                <a:gd name="connsiteX18" fmla="*/ 64611 w 376115"/>
                <a:gd name="connsiteY18" fmla="*/ 489 h 1193453"/>
                <a:gd name="connsiteX19" fmla="*/ 5010 w 376115"/>
                <a:gd name="connsiteY19" fmla="*/ 59208 h 1193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76115" h="1193453">
                  <a:moveTo>
                    <a:pt x="5009" y="59208"/>
                  </a:moveTo>
                  <a:cubicBezTo>
                    <a:pt x="874" y="87886"/>
                    <a:pt x="14663" y="116069"/>
                    <a:pt x="16187" y="145003"/>
                  </a:cubicBezTo>
                  <a:cubicBezTo>
                    <a:pt x="17519" y="170284"/>
                    <a:pt x="9472" y="194976"/>
                    <a:pt x="4868" y="219869"/>
                  </a:cubicBezTo>
                  <a:cubicBezTo>
                    <a:pt x="-13100" y="317022"/>
                    <a:pt x="21423" y="415431"/>
                    <a:pt x="56556" y="507773"/>
                  </a:cubicBezTo>
                  <a:cubicBezTo>
                    <a:pt x="63237" y="522769"/>
                    <a:pt x="67384" y="538769"/>
                    <a:pt x="68827" y="555123"/>
                  </a:cubicBezTo>
                  <a:cubicBezTo>
                    <a:pt x="69766" y="585263"/>
                    <a:pt x="52407" y="612878"/>
                    <a:pt x="47653" y="642655"/>
                  </a:cubicBezTo>
                  <a:cubicBezTo>
                    <a:pt x="37663" y="705227"/>
                    <a:pt x="83818" y="764085"/>
                    <a:pt x="84774" y="827442"/>
                  </a:cubicBezTo>
                  <a:cubicBezTo>
                    <a:pt x="85215" y="856612"/>
                    <a:pt x="76028" y="886301"/>
                    <a:pt x="83326" y="914547"/>
                  </a:cubicBezTo>
                  <a:cubicBezTo>
                    <a:pt x="88196" y="933398"/>
                    <a:pt x="99963" y="949597"/>
                    <a:pt x="108313" y="967186"/>
                  </a:cubicBezTo>
                  <a:cubicBezTo>
                    <a:pt x="123108" y="998350"/>
                    <a:pt x="127078" y="1033709"/>
                    <a:pt x="141200" y="1065185"/>
                  </a:cubicBezTo>
                  <a:cubicBezTo>
                    <a:pt x="166721" y="1122068"/>
                    <a:pt x="221549" y="1159210"/>
                    <a:pt x="273728" y="1193333"/>
                  </a:cubicBezTo>
                  <a:cubicBezTo>
                    <a:pt x="303413" y="1183437"/>
                    <a:pt x="335507" y="1171687"/>
                    <a:pt x="351803" y="1144973"/>
                  </a:cubicBezTo>
                  <a:cubicBezTo>
                    <a:pt x="358957" y="1131813"/>
                    <a:pt x="363579" y="1117428"/>
                    <a:pt x="365431" y="1102565"/>
                  </a:cubicBezTo>
                  <a:cubicBezTo>
                    <a:pt x="376714" y="1037765"/>
                    <a:pt x="376322" y="971572"/>
                    <a:pt x="375899" y="905799"/>
                  </a:cubicBezTo>
                  <a:cubicBezTo>
                    <a:pt x="376853" y="849200"/>
                    <a:pt x="373844" y="792604"/>
                    <a:pt x="366896" y="736426"/>
                  </a:cubicBezTo>
                  <a:cubicBezTo>
                    <a:pt x="356356" y="664963"/>
                    <a:pt x="333170" y="596059"/>
                    <a:pt x="316536" y="525764"/>
                  </a:cubicBezTo>
                  <a:cubicBezTo>
                    <a:pt x="295556" y="437107"/>
                    <a:pt x="284806" y="345506"/>
                    <a:pt x="252131" y="260461"/>
                  </a:cubicBezTo>
                  <a:cubicBezTo>
                    <a:pt x="223417" y="185727"/>
                    <a:pt x="178691" y="118644"/>
                    <a:pt x="131615" y="54389"/>
                  </a:cubicBezTo>
                  <a:cubicBezTo>
                    <a:pt x="113653" y="29873"/>
                    <a:pt x="99473" y="-5172"/>
                    <a:pt x="64611" y="489"/>
                  </a:cubicBezTo>
                  <a:cubicBezTo>
                    <a:pt x="34399" y="5632"/>
                    <a:pt x="10603" y="29076"/>
                    <a:pt x="5010" y="59208"/>
                  </a:cubicBezTo>
                  <a:close/>
                </a:path>
              </a:pathLst>
            </a:custGeom>
            <a:solidFill>
              <a:srgbClr val="3F3D56"/>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23" name="任意多边形: 形状 22">
              <a:extLst>
                <a:ext uri="{FF2B5EF4-FFF2-40B4-BE49-F238E27FC236}">
                  <a16:creationId xmlns:a16="http://schemas.microsoft.com/office/drawing/2014/main" id="{BDA87B0A-A97C-4D78-9289-02E4F1853F72}"/>
                </a:ext>
              </a:extLst>
            </p:cNvPr>
            <p:cNvSpPr/>
            <p:nvPr/>
          </p:nvSpPr>
          <p:spPr>
            <a:xfrm>
              <a:off x="2525307" y="1835495"/>
              <a:ext cx="376115" cy="1193453"/>
            </a:xfrm>
            <a:custGeom>
              <a:avLst/>
              <a:gdLst>
                <a:gd name="connsiteX0" fmla="*/ 5009 w 376115"/>
                <a:gd name="connsiteY0" fmla="*/ 59208 h 1193453"/>
                <a:gd name="connsiteX1" fmla="*/ 16187 w 376115"/>
                <a:gd name="connsiteY1" fmla="*/ 145003 h 1193453"/>
                <a:gd name="connsiteX2" fmla="*/ 4868 w 376115"/>
                <a:gd name="connsiteY2" fmla="*/ 219869 h 1193453"/>
                <a:gd name="connsiteX3" fmla="*/ 56556 w 376115"/>
                <a:gd name="connsiteY3" fmla="*/ 507773 h 1193453"/>
                <a:gd name="connsiteX4" fmla="*/ 68827 w 376115"/>
                <a:gd name="connsiteY4" fmla="*/ 555123 h 1193453"/>
                <a:gd name="connsiteX5" fmla="*/ 47653 w 376115"/>
                <a:gd name="connsiteY5" fmla="*/ 642655 h 1193453"/>
                <a:gd name="connsiteX6" fmla="*/ 84774 w 376115"/>
                <a:gd name="connsiteY6" fmla="*/ 827442 h 1193453"/>
                <a:gd name="connsiteX7" fmla="*/ 83326 w 376115"/>
                <a:gd name="connsiteY7" fmla="*/ 914547 h 1193453"/>
                <a:gd name="connsiteX8" fmla="*/ 108313 w 376115"/>
                <a:gd name="connsiteY8" fmla="*/ 967186 h 1193453"/>
                <a:gd name="connsiteX9" fmla="*/ 141200 w 376115"/>
                <a:gd name="connsiteY9" fmla="*/ 1065185 h 1193453"/>
                <a:gd name="connsiteX10" fmla="*/ 273728 w 376115"/>
                <a:gd name="connsiteY10" fmla="*/ 1193333 h 1193453"/>
                <a:gd name="connsiteX11" fmla="*/ 351803 w 376115"/>
                <a:gd name="connsiteY11" fmla="*/ 1144973 h 1193453"/>
                <a:gd name="connsiteX12" fmla="*/ 365431 w 376115"/>
                <a:gd name="connsiteY12" fmla="*/ 1102565 h 1193453"/>
                <a:gd name="connsiteX13" fmla="*/ 375899 w 376115"/>
                <a:gd name="connsiteY13" fmla="*/ 905799 h 1193453"/>
                <a:gd name="connsiteX14" fmla="*/ 366896 w 376115"/>
                <a:gd name="connsiteY14" fmla="*/ 736426 h 1193453"/>
                <a:gd name="connsiteX15" fmla="*/ 316536 w 376115"/>
                <a:gd name="connsiteY15" fmla="*/ 525764 h 1193453"/>
                <a:gd name="connsiteX16" fmla="*/ 252131 w 376115"/>
                <a:gd name="connsiteY16" fmla="*/ 260461 h 1193453"/>
                <a:gd name="connsiteX17" fmla="*/ 131615 w 376115"/>
                <a:gd name="connsiteY17" fmla="*/ 54389 h 1193453"/>
                <a:gd name="connsiteX18" fmla="*/ 64611 w 376115"/>
                <a:gd name="connsiteY18" fmla="*/ 489 h 1193453"/>
                <a:gd name="connsiteX19" fmla="*/ 5010 w 376115"/>
                <a:gd name="connsiteY19" fmla="*/ 59208 h 1193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76115" h="1193453">
                  <a:moveTo>
                    <a:pt x="5009" y="59208"/>
                  </a:moveTo>
                  <a:cubicBezTo>
                    <a:pt x="874" y="87886"/>
                    <a:pt x="14663" y="116069"/>
                    <a:pt x="16187" y="145003"/>
                  </a:cubicBezTo>
                  <a:cubicBezTo>
                    <a:pt x="17519" y="170284"/>
                    <a:pt x="9472" y="194976"/>
                    <a:pt x="4868" y="219869"/>
                  </a:cubicBezTo>
                  <a:cubicBezTo>
                    <a:pt x="-13100" y="317022"/>
                    <a:pt x="21423" y="415431"/>
                    <a:pt x="56556" y="507773"/>
                  </a:cubicBezTo>
                  <a:cubicBezTo>
                    <a:pt x="63237" y="522769"/>
                    <a:pt x="67384" y="538769"/>
                    <a:pt x="68827" y="555123"/>
                  </a:cubicBezTo>
                  <a:cubicBezTo>
                    <a:pt x="69766" y="585263"/>
                    <a:pt x="52407" y="612878"/>
                    <a:pt x="47653" y="642655"/>
                  </a:cubicBezTo>
                  <a:cubicBezTo>
                    <a:pt x="37663" y="705227"/>
                    <a:pt x="83818" y="764085"/>
                    <a:pt x="84774" y="827442"/>
                  </a:cubicBezTo>
                  <a:cubicBezTo>
                    <a:pt x="85215" y="856612"/>
                    <a:pt x="76028" y="886301"/>
                    <a:pt x="83326" y="914547"/>
                  </a:cubicBezTo>
                  <a:cubicBezTo>
                    <a:pt x="88196" y="933398"/>
                    <a:pt x="99963" y="949597"/>
                    <a:pt x="108313" y="967186"/>
                  </a:cubicBezTo>
                  <a:cubicBezTo>
                    <a:pt x="123108" y="998350"/>
                    <a:pt x="127078" y="1033709"/>
                    <a:pt x="141200" y="1065185"/>
                  </a:cubicBezTo>
                  <a:cubicBezTo>
                    <a:pt x="166721" y="1122068"/>
                    <a:pt x="221549" y="1159210"/>
                    <a:pt x="273728" y="1193333"/>
                  </a:cubicBezTo>
                  <a:cubicBezTo>
                    <a:pt x="303413" y="1183437"/>
                    <a:pt x="335507" y="1171687"/>
                    <a:pt x="351803" y="1144973"/>
                  </a:cubicBezTo>
                  <a:cubicBezTo>
                    <a:pt x="358957" y="1131813"/>
                    <a:pt x="363579" y="1117428"/>
                    <a:pt x="365431" y="1102565"/>
                  </a:cubicBezTo>
                  <a:cubicBezTo>
                    <a:pt x="376714" y="1037765"/>
                    <a:pt x="376322" y="971572"/>
                    <a:pt x="375899" y="905799"/>
                  </a:cubicBezTo>
                  <a:cubicBezTo>
                    <a:pt x="376853" y="849200"/>
                    <a:pt x="373844" y="792604"/>
                    <a:pt x="366896" y="736426"/>
                  </a:cubicBezTo>
                  <a:cubicBezTo>
                    <a:pt x="356356" y="664963"/>
                    <a:pt x="333170" y="596059"/>
                    <a:pt x="316536" y="525764"/>
                  </a:cubicBezTo>
                  <a:cubicBezTo>
                    <a:pt x="295556" y="437107"/>
                    <a:pt x="284806" y="345506"/>
                    <a:pt x="252131" y="260461"/>
                  </a:cubicBezTo>
                  <a:cubicBezTo>
                    <a:pt x="223417" y="185727"/>
                    <a:pt x="178691" y="118644"/>
                    <a:pt x="131615" y="54389"/>
                  </a:cubicBezTo>
                  <a:cubicBezTo>
                    <a:pt x="113653" y="29873"/>
                    <a:pt x="99473" y="-5172"/>
                    <a:pt x="64611" y="489"/>
                  </a:cubicBezTo>
                  <a:cubicBezTo>
                    <a:pt x="34399" y="5632"/>
                    <a:pt x="10603" y="29076"/>
                    <a:pt x="5010" y="59208"/>
                  </a:cubicBezTo>
                  <a:close/>
                </a:path>
              </a:pathLst>
            </a:custGeom>
            <a:solidFill>
              <a:srgbClr val="000000">
                <a:alpha val="5000"/>
              </a:srgbClr>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24" name="任意多边形: 形状 23">
              <a:extLst>
                <a:ext uri="{FF2B5EF4-FFF2-40B4-BE49-F238E27FC236}">
                  <a16:creationId xmlns:a16="http://schemas.microsoft.com/office/drawing/2014/main" id="{77E8296D-88FC-453F-ACCD-07851B746781}"/>
                </a:ext>
              </a:extLst>
            </p:cNvPr>
            <p:cNvSpPr/>
            <p:nvPr/>
          </p:nvSpPr>
          <p:spPr>
            <a:xfrm>
              <a:off x="2944583" y="1216911"/>
              <a:ext cx="343483" cy="177834"/>
            </a:xfrm>
            <a:custGeom>
              <a:avLst/>
              <a:gdLst>
                <a:gd name="connsiteX0" fmla="*/ 343439 w 343483"/>
                <a:gd name="connsiteY0" fmla="*/ 52856 h 177834"/>
                <a:gd name="connsiteX1" fmla="*/ 286619 w 343483"/>
                <a:gd name="connsiteY1" fmla="*/ 169920 h 177834"/>
                <a:gd name="connsiteX2" fmla="*/ 222078 w 343483"/>
                <a:gd name="connsiteY2" fmla="*/ 177714 h 177834"/>
                <a:gd name="connsiteX3" fmla="*/ 28239 w 343483"/>
                <a:gd name="connsiteY3" fmla="*/ 68993 h 177834"/>
                <a:gd name="connsiteX4" fmla="*/ 187 w 343483"/>
                <a:gd name="connsiteY4" fmla="*/ 16068 h 177834"/>
                <a:gd name="connsiteX5" fmla="*/ 40399 w 343483"/>
                <a:gd name="connsiteY5" fmla="*/ 989 h 177834"/>
                <a:gd name="connsiteX6" fmla="*/ 196728 w 343483"/>
                <a:gd name="connsiteY6" fmla="*/ 21167 h 177834"/>
                <a:gd name="connsiteX7" fmla="*/ 343439 w 343483"/>
                <a:gd name="connsiteY7" fmla="*/ 52856 h 177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483" h="177834">
                  <a:moveTo>
                    <a:pt x="343439" y="52856"/>
                  </a:moveTo>
                  <a:cubicBezTo>
                    <a:pt x="320430" y="89768"/>
                    <a:pt x="301385" y="129007"/>
                    <a:pt x="286619" y="169920"/>
                  </a:cubicBezTo>
                  <a:cubicBezTo>
                    <a:pt x="265498" y="175113"/>
                    <a:pt x="243827" y="177730"/>
                    <a:pt x="222078" y="177714"/>
                  </a:cubicBezTo>
                  <a:cubicBezTo>
                    <a:pt x="137648" y="177714"/>
                    <a:pt x="77847" y="129674"/>
                    <a:pt x="28239" y="68993"/>
                  </a:cubicBezTo>
                  <a:cubicBezTo>
                    <a:pt x="23940" y="49543"/>
                    <a:pt x="-2800" y="31366"/>
                    <a:pt x="187" y="16068"/>
                  </a:cubicBezTo>
                  <a:cubicBezTo>
                    <a:pt x="4121" y="-4183"/>
                    <a:pt x="23207" y="-176"/>
                    <a:pt x="40399" y="989"/>
                  </a:cubicBezTo>
                  <a:cubicBezTo>
                    <a:pt x="92825" y="4982"/>
                    <a:pt x="145006" y="11718"/>
                    <a:pt x="196728" y="21167"/>
                  </a:cubicBezTo>
                  <a:cubicBezTo>
                    <a:pt x="210203" y="23499"/>
                    <a:pt x="341472" y="56280"/>
                    <a:pt x="343439" y="52856"/>
                  </a:cubicBezTo>
                  <a:close/>
                </a:path>
              </a:pathLst>
            </a:custGeom>
            <a:solidFill>
              <a:srgbClr val="000000">
                <a:alpha val="10000"/>
              </a:srgbClr>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25" name="任意多边形: 形状 24">
              <a:extLst>
                <a:ext uri="{FF2B5EF4-FFF2-40B4-BE49-F238E27FC236}">
                  <a16:creationId xmlns:a16="http://schemas.microsoft.com/office/drawing/2014/main" id="{91C9FC6C-CE68-4745-BC6F-B86606A82B20}"/>
                </a:ext>
              </a:extLst>
            </p:cNvPr>
            <p:cNvSpPr/>
            <p:nvPr/>
          </p:nvSpPr>
          <p:spPr>
            <a:xfrm>
              <a:off x="2896225" y="846413"/>
              <a:ext cx="541013" cy="541013"/>
            </a:xfrm>
            <a:custGeom>
              <a:avLst/>
              <a:gdLst>
                <a:gd name="connsiteX0" fmla="*/ 541013 w 541013"/>
                <a:gd name="connsiteY0" fmla="*/ 270507 h 541013"/>
                <a:gd name="connsiteX1" fmla="*/ 270507 w 541013"/>
                <a:gd name="connsiteY1" fmla="*/ 541013 h 541013"/>
                <a:gd name="connsiteX2" fmla="*/ 0 w 541013"/>
                <a:gd name="connsiteY2" fmla="*/ 270507 h 541013"/>
                <a:gd name="connsiteX3" fmla="*/ 270507 w 541013"/>
                <a:gd name="connsiteY3" fmla="*/ 0 h 541013"/>
                <a:gd name="connsiteX4" fmla="*/ 541013 w 541013"/>
                <a:gd name="connsiteY4" fmla="*/ 270507 h 5410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1013" h="541013">
                  <a:moveTo>
                    <a:pt x="541013" y="270507"/>
                  </a:moveTo>
                  <a:cubicBezTo>
                    <a:pt x="541013" y="419903"/>
                    <a:pt x="419903" y="541013"/>
                    <a:pt x="270507" y="541013"/>
                  </a:cubicBezTo>
                  <a:cubicBezTo>
                    <a:pt x="121110" y="541013"/>
                    <a:pt x="0" y="419903"/>
                    <a:pt x="0" y="270507"/>
                  </a:cubicBezTo>
                  <a:cubicBezTo>
                    <a:pt x="0" y="121110"/>
                    <a:pt x="121110" y="0"/>
                    <a:pt x="270507" y="0"/>
                  </a:cubicBezTo>
                  <a:cubicBezTo>
                    <a:pt x="419903" y="0"/>
                    <a:pt x="541013" y="121110"/>
                    <a:pt x="541013" y="270507"/>
                  </a:cubicBezTo>
                  <a:close/>
                </a:path>
              </a:pathLst>
            </a:custGeom>
            <a:solidFill>
              <a:srgbClr val="A0616A"/>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26" name="任意多边形: 形状 25">
              <a:extLst>
                <a:ext uri="{FF2B5EF4-FFF2-40B4-BE49-F238E27FC236}">
                  <a16:creationId xmlns:a16="http://schemas.microsoft.com/office/drawing/2014/main" id="{00C7E48E-8BE4-4AC5-AE24-169949C2B35D}"/>
                </a:ext>
              </a:extLst>
            </p:cNvPr>
            <p:cNvSpPr/>
            <p:nvPr/>
          </p:nvSpPr>
          <p:spPr>
            <a:xfrm>
              <a:off x="2889233" y="3016810"/>
              <a:ext cx="619266" cy="123114"/>
            </a:xfrm>
            <a:custGeom>
              <a:avLst/>
              <a:gdLst>
                <a:gd name="connsiteX0" fmla="*/ 619222 w 619266"/>
                <a:gd name="connsiteY0" fmla="*/ 38057 h 123114"/>
                <a:gd name="connsiteX1" fmla="*/ 478265 w 619266"/>
                <a:gd name="connsiteY1" fmla="*/ 39076 h 123114"/>
                <a:gd name="connsiteX2" fmla="*/ 390777 w 619266"/>
                <a:gd name="connsiteY2" fmla="*/ 48036 h 123114"/>
                <a:gd name="connsiteX3" fmla="*/ 286970 w 619266"/>
                <a:gd name="connsiteY3" fmla="*/ 82420 h 123114"/>
                <a:gd name="connsiteX4" fmla="*/ 113523 w 619266"/>
                <a:gd name="connsiteY4" fmla="*/ 105220 h 123114"/>
                <a:gd name="connsiteX5" fmla="*/ -45 w 619266"/>
                <a:gd name="connsiteY5" fmla="*/ 122995 h 123114"/>
                <a:gd name="connsiteX6" fmla="*/ 3451 w 619266"/>
                <a:gd name="connsiteY6" fmla="*/ 110028 h 123114"/>
                <a:gd name="connsiteX7" fmla="*/ 61947 w 619266"/>
                <a:gd name="connsiteY7" fmla="*/ 74479 h 123114"/>
                <a:gd name="connsiteX8" fmla="*/ 508641 w 619266"/>
                <a:gd name="connsiteY8" fmla="*/ 22248 h 123114"/>
                <a:gd name="connsiteX9" fmla="*/ 619222 w 619266"/>
                <a:gd name="connsiteY9" fmla="*/ 38057 h 123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9266" h="123114">
                  <a:moveTo>
                    <a:pt x="619222" y="38057"/>
                  </a:moveTo>
                  <a:cubicBezTo>
                    <a:pt x="572382" y="35288"/>
                    <a:pt x="525251" y="37182"/>
                    <a:pt x="478265" y="39076"/>
                  </a:cubicBezTo>
                  <a:cubicBezTo>
                    <a:pt x="448888" y="39355"/>
                    <a:pt x="419600" y="42355"/>
                    <a:pt x="390777" y="48036"/>
                  </a:cubicBezTo>
                  <a:cubicBezTo>
                    <a:pt x="355227" y="56122"/>
                    <a:pt x="322009" y="72293"/>
                    <a:pt x="286970" y="82420"/>
                  </a:cubicBezTo>
                  <a:cubicBezTo>
                    <a:pt x="230877" y="98737"/>
                    <a:pt x="171654" y="99466"/>
                    <a:pt x="113523" y="105220"/>
                  </a:cubicBezTo>
                  <a:cubicBezTo>
                    <a:pt x="75352" y="108921"/>
                    <a:pt x="37431" y="114856"/>
                    <a:pt x="-45" y="122995"/>
                  </a:cubicBezTo>
                  <a:cubicBezTo>
                    <a:pt x="501" y="118529"/>
                    <a:pt x="1678" y="114164"/>
                    <a:pt x="3451" y="110028"/>
                  </a:cubicBezTo>
                  <a:cubicBezTo>
                    <a:pt x="13068" y="88393"/>
                    <a:pt x="38929" y="80015"/>
                    <a:pt x="61947" y="74479"/>
                  </a:cubicBezTo>
                  <a:cubicBezTo>
                    <a:pt x="208243" y="39392"/>
                    <a:pt x="358197" y="21859"/>
                    <a:pt x="508641" y="22248"/>
                  </a:cubicBezTo>
                  <a:cubicBezTo>
                    <a:pt x="564296" y="-15631"/>
                    <a:pt x="595620" y="-2082"/>
                    <a:pt x="619222" y="38057"/>
                  </a:cubicBezTo>
                  <a:close/>
                </a:path>
              </a:pathLst>
            </a:custGeom>
            <a:solidFill>
              <a:srgbClr val="000000">
                <a:alpha val="10000"/>
              </a:srgbClr>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27" name="任意多边形: 形状 26">
              <a:extLst>
                <a:ext uri="{FF2B5EF4-FFF2-40B4-BE49-F238E27FC236}">
                  <a16:creationId xmlns:a16="http://schemas.microsoft.com/office/drawing/2014/main" id="{338F5C43-FB8F-4328-BEDB-719B49647631}"/>
                </a:ext>
              </a:extLst>
            </p:cNvPr>
            <p:cNvSpPr/>
            <p:nvPr/>
          </p:nvSpPr>
          <p:spPr>
            <a:xfrm>
              <a:off x="2566790" y="1481999"/>
              <a:ext cx="1054353" cy="1688174"/>
            </a:xfrm>
            <a:custGeom>
              <a:avLst/>
              <a:gdLst>
                <a:gd name="connsiteX0" fmla="*/ 757318 w 1054353"/>
                <a:gd name="connsiteY0" fmla="*/ 77622 h 1688174"/>
                <a:gd name="connsiteX1" fmla="*/ 712210 w 1054353"/>
                <a:gd name="connsiteY1" fmla="*/ 101906 h 1688174"/>
                <a:gd name="connsiteX2" fmla="*/ 694656 w 1054353"/>
                <a:gd name="connsiteY2" fmla="*/ 92510 h 1688174"/>
                <a:gd name="connsiteX3" fmla="*/ 588514 w 1054353"/>
                <a:gd name="connsiteY3" fmla="*/ 62170 h 1688174"/>
                <a:gd name="connsiteX4" fmla="*/ 369922 w 1054353"/>
                <a:gd name="connsiteY4" fmla="*/ 13026 h 1688174"/>
                <a:gd name="connsiteX5" fmla="*/ 305267 w 1054353"/>
                <a:gd name="connsiteY5" fmla="*/ -120 h 1688174"/>
                <a:gd name="connsiteX6" fmla="*/ 190055 w 1054353"/>
                <a:gd name="connsiteY6" fmla="*/ 66323 h 1688174"/>
                <a:gd name="connsiteX7" fmla="*/ 112774 w 1054353"/>
                <a:gd name="connsiteY7" fmla="*/ 180016 h 1688174"/>
                <a:gd name="connsiteX8" fmla="*/ 50006 w 1054353"/>
                <a:gd name="connsiteY8" fmla="*/ 255218 h 1688174"/>
                <a:gd name="connsiteX9" fmla="*/ 4693 w 1054353"/>
                <a:gd name="connsiteY9" fmla="*/ 492376 h 1688174"/>
                <a:gd name="connsiteX10" fmla="*/ 81795 w 1054353"/>
                <a:gd name="connsiteY10" fmla="*/ 726721 h 1688174"/>
                <a:gd name="connsiteX11" fmla="*/ 144747 w 1054353"/>
                <a:gd name="connsiteY11" fmla="*/ 853648 h 1688174"/>
                <a:gd name="connsiteX12" fmla="*/ 169069 w 1054353"/>
                <a:gd name="connsiteY12" fmla="*/ 1042073 h 1688174"/>
                <a:gd name="connsiteX13" fmla="*/ 193599 w 1054353"/>
                <a:gd name="connsiteY13" fmla="*/ 1098076 h 1688174"/>
                <a:gd name="connsiteX14" fmla="*/ 191899 w 1054353"/>
                <a:gd name="connsiteY14" fmla="*/ 1139148 h 1688174"/>
                <a:gd name="connsiteX15" fmla="*/ 178131 w 1054353"/>
                <a:gd name="connsiteY15" fmla="*/ 1237082 h 1688174"/>
                <a:gd name="connsiteX16" fmla="*/ 164316 w 1054353"/>
                <a:gd name="connsiteY16" fmla="*/ 1326355 h 1688174"/>
                <a:gd name="connsiteX17" fmla="*/ 166004 w 1054353"/>
                <a:gd name="connsiteY17" fmla="*/ 1488469 h 1688174"/>
                <a:gd name="connsiteX18" fmla="*/ 172392 w 1054353"/>
                <a:gd name="connsiteY18" fmla="*/ 1688054 h 1688174"/>
                <a:gd name="connsiteX19" fmla="*/ 435986 w 1054353"/>
                <a:gd name="connsiteY19" fmla="*/ 1625429 h 1688174"/>
                <a:gd name="connsiteX20" fmla="*/ 609413 w 1054353"/>
                <a:gd name="connsiteY20" fmla="*/ 1602692 h 1688174"/>
                <a:gd name="connsiteX21" fmla="*/ 713216 w 1054353"/>
                <a:gd name="connsiteY21" fmla="*/ 1568243 h 1688174"/>
                <a:gd name="connsiteX22" fmla="*/ 800744 w 1054353"/>
                <a:gd name="connsiteY22" fmla="*/ 1559308 h 1688174"/>
                <a:gd name="connsiteX23" fmla="*/ 995006 w 1054353"/>
                <a:gd name="connsiteY23" fmla="*/ 1563656 h 1688174"/>
                <a:gd name="connsiteX24" fmla="*/ 1009640 w 1054353"/>
                <a:gd name="connsiteY24" fmla="*/ 1560613 h 1688174"/>
                <a:gd name="connsiteX25" fmla="*/ 1011589 w 1054353"/>
                <a:gd name="connsiteY25" fmla="*/ 1552965 h 1688174"/>
                <a:gd name="connsiteX26" fmla="*/ 995002 w 1054353"/>
                <a:gd name="connsiteY26" fmla="*/ 1484101 h 1688174"/>
                <a:gd name="connsiteX27" fmla="*/ 975772 w 1054353"/>
                <a:gd name="connsiteY27" fmla="*/ 1438952 h 1688174"/>
                <a:gd name="connsiteX28" fmla="*/ 981391 w 1054353"/>
                <a:gd name="connsiteY28" fmla="*/ 1416534 h 1688174"/>
                <a:gd name="connsiteX29" fmla="*/ 1009822 w 1054353"/>
                <a:gd name="connsiteY29" fmla="*/ 1340712 h 1688174"/>
                <a:gd name="connsiteX30" fmla="*/ 1034865 w 1054353"/>
                <a:gd name="connsiteY30" fmla="*/ 1135142 h 1688174"/>
                <a:gd name="connsiteX31" fmla="*/ 1053551 w 1054353"/>
                <a:gd name="connsiteY31" fmla="*/ 976114 h 1688174"/>
                <a:gd name="connsiteX32" fmla="*/ 1026902 w 1054353"/>
                <a:gd name="connsiteY32" fmla="*/ 844663 h 1688174"/>
                <a:gd name="connsiteX33" fmla="*/ 1006107 w 1054353"/>
                <a:gd name="connsiteY33" fmla="*/ 815745 h 1688174"/>
                <a:gd name="connsiteX34" fmla="*/ 1001155 w 1054353"/>
                <a:gd name="connsiteY34" fmla="*/ 781163 h 1688174"/>
                <a:gd name="connsiteX35" fmla="*/ 1008667 w 1054353"/>
                <a:gd name="connsiteY35" fmla="*/ 507496 h 1688174"/>
                <a:gd name="connsiteX36" fmla="*/ 935645 w 1054353"/>
                <a:gd name="connsiteY36" fmla="*/ 377204 h 1688174"/>
                <a:gd name="connsiteX37" fmla="*/ 868116 w 1054353"/>
                <a:gd name="connsiteY37" fmla="*/ 219544 h 1688174"/>
                <a:gd name="connsiteX38" fmla="*/ 855570 w 1054353"/>
                <a:gd name="connsiteY38" fmla="*/ 106277 h 1688174"/>
                <a:gd name="connsiteX39" fmla="*/ 846005 w 1054353"/>
                <a:gd name="connsiteY39" fmla="*/ 79826 h 1688174"/>
                <a:gd name="connsiteX40" fmla="*/ 807500 w 1054353"/>
                <a:gd name="connsiteY40" fmla="*/ 68390 h 1688174"/>
                <a:gd name="connsiteX41" fmla="*/ 757318 w 1054353"/>
                <a:gd name="connsiteY41" fmla="*/ 77622 h 16881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054353" h="1688174">
                  <a:moveTo>
                    <a:pt x="757318" y="77622"/>
                  </a:moveTo>
                  <a:cubicBezTo>
                    <a:pt x="745525" y="91268"/>
                    <a:pt x="729701" y="106306"/>
                    <a:pt x="712210" y="101906"/>
                  </a:cubicBezTo>
                  <a:cubicBezTo>
                    <a:pt x="705888" y="99746"/>
                    <a:pt x="699960" y="96573"/>
                    <a:pt x="694656" y="92510"/>
                  </a:cubicBezTo>
                  <a:cubicBezTo>
                    <a:pt x="663473" y="72413"/>
                    <a:pt x="625198" y="67697"/>
                    <a:pt x="588514" y="62170"/>
                  </a:cubicBezTo>
                  <a:cubicBezTo>
                    <a:pt x="514570" y="51028"/>
                    <a:pt x="441519" y="34605"/>
                    <a:pt x="369922" y="13026"/>
                  </a:cubicBezTo>
                  <a:cubicBezTo>
                    <a:pt x="349141" y="5462"/>
                    <a:pt x="327351" y="1031"/>
                    <a:pt x="305267" y="-120"/>
                  </a:cubicBezTo>
                  <a:cubicBezTo>
                    <a:pt x="259418" y="117"/>
                    <a:pt x="218786" y="30594"/>
                    <a:pt x="190055" y="66323"/>
                  </a:cubicBezTo>
                  <a:cubicBezTo>
                    <a:pt x="161323" y="102052"/>
                    <a:pt x="140968" y="143860"/>
                    <a:pt x="112774" y="180016"/>
                  </a:cubicBezTo>
                  <a:cubicBezTo>
                    <a:pt x="92686" y="205776"/>
                    <a:pt x="68765" y="228475"/>
                    <a:pt x="50006" y="255218"/>
                  </a:cubicBezTo>
                  <a:cubicBezTo>
                    <a:pt x="2646" y="322734"/>
                    <a:pt x="-7533" y="410817"/>
                    <a:pt x="4693" y="492376"/>
                  </a:cubicBezTo>
                  <a:cubicBezTo>
                    <a:pt x="16920" y="573934"/>
                    <a:pt x="49505" y="650836"/>
                    <a:pt x="81795" y="726721"/>
                  </a:cubicBezTo>
                  <a:cubicBezTo>
                    <a:pt x="99052" y="770778"/>
                    <a:pt x="120115" y="813248"/>
                    <a:pt x="144747" y="853648"/>
                  </a:cubicBezTo>
                  <a:cubicBezTo>
                    <a:pt x="133854" y="915615"/>
                    <a:pt x="139603" y="986481"/>
                    <a:pt x="169069" y="1042073"/>
                  </a:cubicBezTo>
                  <a:cubicBezTo>
                    <a:pt x="178666" y="1060178"/>
                    <a:pt x="190426" y="1077833"/>
                    <a:pt x="193599" y="1098076"/>
                  </a:cubicBezTo>
                  <a:cubicBezTo>
                    <a:pt x="195053" y="1111776"/>
                    <a:pt x="194481" y="1125615"/>
                    <a:pt x="191899" y="1139148"/>
                  </a:cubicBezTo>
                  <a:lnTo>
                    <a:pt x="178131" y="1237082"/>
                  </a:lnTo>
                  <a:cubicBezTo>
                    <a:pt x="173939" y="1266903"/>
                    <a:pt x="169745" y="1296735"/>
                    <a:pt x="164316" y="1326355"/>
                  </a:cubicBezTo>
                  <a:cubicBezTo>
                    <a:pt x="154379" y="1380568"/>
                    <a:pt x="140898" y="1439404"/>
                    <a:pt x="166004" y="1488469"/>
                  </a:cubicBezTo>
                  <a:cubicBezTo>
                    <a:pt x="196071" y="1547226"/>
                    <a:pt x="164492" y="1622526"/>
                    <a:pt x="172392" y="1688054"/>
                  </a:cubicBezTo>
                  <a:cubicBezTo>
                    <a:pt x="257023" y="1655365"/>
                    <a:pt x="345695" y="1634298"/>
                    <a:pt x="435986" y="1625429"/>
                  </a:cubicBezTo>
                  <a:cubicBezTo>
                    <a:pt x="494116" y="1619730"/>
                    <a:pt x="553331" y="1619010"/>
                    <a:pt x="609413" y="1602692"/>
                  </a:cubicBezTo>
                  <a:cubicBezTo>
                    <a:pt x="644439" y="1592501"/>
                    <a:pt x="677654" y="1576368"/>
                    <a:pt x="713216" y="1568243"/>
                  </a:cubicBezTo>
                  <a:cubicBezTo>
                    <a:pt x="742055" y="1562583"/>
                    <a:pt x="771355" y="1559592"/>
                    <a:pt x="800744" y="1559308"/>
                  </a:cubicBezTo>
                  <a:cubicBezTo>
                    <a:pt x="865563" y="1556693"/>
                    <a:pt x="930841" y="1554101"/>
                    <a:pt x="995006" y="1563656"/>
                  </a:cubicBezTo>
                  <a:cubicBezTo>
                    <a:pt x="1000202" y="1564429"/>
                    <a:pt x="1006531" y="1564847"/>
                    <a:pt x="1009640" y="1560613"/>
                  </a:cubicBezTo>
                  <a:cubicBezTo>
                    <a:pt x="1011027" y="1558311"/>
                    <a:pt x="1011705" y="1555651"/>
                    <a:pt x="1011589" y="1552965"/>
                  </a:cubicBezTo>
                  <a:cubicBezTo>
                    <a:pt x="1012575" y="1528914"/>
                    <a:pt x="1006831" y="1505065"/>
                    <a:pt x="995002" y="1484101"/>
                  </a:cubicBezTo>
                  <a:cubicBezTo>
                    <a:pt x="986822" y="1469664"/>
                    <a:pt x="975457" y="1455542"/>
                    <a:pt x="975772" y="1438952"/>
                  </a:cubicBezTo>
                  <a:cubicBezTo>
                    <a:pt x="976364" y="1431215"/>
                    <a:pt x="978264" y="1423635"/>
                    <a:pt x="981391" y="1416534"/>
                  </a:cubicBezTo>
                  <a:lnTo>
                    <a:pt x="1009822" y="1340712"/>
                  </a:lnTo>
                  <a:cubicBezTo>
                    <a:pt x="1033822" y="1276704"/>
                    <a:pt x="1022401" y="1202355"/>
                    <a:pt x="1034865" y="1135142"/>
                  </a:cubicBezTo>
                  <a:cubicBezTo>
                    <a:pt x="1044607" y="1082605"/>
                    <a:pt x="1050849" y="1029479"/>
                    <a:pt x="1053551" y="976114"/>
                  </a:cubicBezTo>
                  <a:cubicBezTo>
                    <a:pt x="1055859" y="930503"/>
                    <a:pt x="1054425" y="881109"/>
                    <a:pt x="1026902" y="844663"/>
                  </a:cubicBezTo>
                  <a:cubicBezTo>
                    <a:pt x="1018855" y="835878"/>
                    <a:pt x="1011875" y="826171"/>
                    <a:pt x="1006107" y="815745"/>
                  </a:cubicBezTo>
                  <a:cubicBezTo>
                    <a:pt x="1002156" y="804666"/>
                    <a:pt x="1000472" y="792906"/>
                    <a:pt x="1001155" y="781163"/>
                  </a:cubicBezTo>
                  <a:cubicBezTo>
                    <a:pt x="1000542" y="689891"/>
                    <a:pt x="1003046" y="598668"/>
                    <a:pt x="1008667" y="507496"/>
                  </a:cubicBezTo>
                  <a:cubicBezTo>
                    <a:pt x="984667" y="464392"/>
                    <a:pt x="959644" y="420309"/>
                    <a:pt x="935645" y="377204"/>
                  </a:cubicBezTo>
                  <a:cubicBezTo>
                    <a:pt x="907713" y="327040"/>
                    <a:pt x="879393" y="275842"/>
                    <a:pt x="868116" y="219544"/>
                  </a:cubicBezTo>
                  <a:cubicBezTo>
                    <a:pt x="860651" y="182279"/>
                    <a:pt x="860910" y="143905"/>
                    <a:pt x="855570" y="106277"/>
                  </a:cubicBezTo>
                  <a:cubicBezTo>
                    <a:pt x="855009" y="96720"/>
                    <a:pt x="851686" y="87532"/>
                    <a:pt x="846005" y="79826"/>
                  </a:cubicBezTo>
                  <a:cubicBezTo>
                    <a:pt x="836840" y="69444"/>
                    <a:pt x="821342" y="67958"/>
                    <a:pt x="807500" y="68390"/>
                  </a:cubicBezTo>
                  <a:cubicBezTo>
                    <a:pt x="790404" y="68932"/>
                    <a:pt x="773487" y="72044"/>
                    <a:pt x="757318" y="77622"/>
                  </a:cubicBezTo>
                  <a:close/>
                </a:path>
              </a:pathLst>
            </a:custGeom>
            <a:solidFill>
              <a:srgbClr val="3F3D56"/>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28" name="任意多边形: 形状 27">
              <a:extLst>
                <a:ext uri="{FF2B5EF4-FFF2-40B4-BE49-F238E27FC236}">
                  <a16:creationId xmlns:a16="http://schemas.microsoft.com/office/drawing/2014/main" id="{8DDE21BC-AF0D-433D-9E17-4299918261D9}"/>
                </a:ext>
              </a:extLst>
            </p:cNvPr>
            <p:cNvSpPr/>
            <p:nvPr/>
          </p:nvSpPr>
          <p:spPr>
            <a:xfrm>
              <a:off x="4141347" y="1338559"/>
              <a:ext cx="173124" cy="82633"/>
            </a:xfrm>
            <a:custGeom>
              <a:avLst/>
              <a:gdLst>
                <a:gd name="connsiteX0" fmla="*/ 173080 w 173124"/>
                <a:gd name="connsiteY0" fmla="*/ 58544 h 82633"/>
                <a:gd name="connsiteX1" fmla="*/ 114512 w 173124"/>
                <a:gd name="connsiteY1" fmla="*/ 82364 h 82633"/>
                <a:gd name="connsiteX2" fmla="*/ 10050 w 173124"/>
                <a:gd name="connsiteY2" fmla="*/ 43975 h 82633"/>
                <a:gd name="connsiteX3" fmla="*/ 70 w 173124"/>
                <a:gd name="connsiteY3" fmla="*/ 3982 h 82633"/>
                <a:gd name="connsiteX4" fmla="*/ 11725 w 173124"/>
                <a:gd name="connsiteY4" fmla="*/ 1724 h 82633"/>
                <a:gd name="connsiteX5" fmla="*/ 102491 w 173124"/>
                <a:gd name="connsiteY5" fmla="*/ 5366 h 82633"/>
                <a:gd name="connsiteX6" fmla="*/ 172934 w 173124"/>
                <a:gd name="connsiteY6" fmla="*/ 58252 h 82633"/>
                <a:gd name="connsiteX7" fmla="*/ 173080 w 173124"/>
                <a:gd name="connsiteY7" fmla="*/ 58544 h 82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124" h="82633">
                  <a:moveTo>
                    <a:pt x="173080" y="58544"/>
                  </a:moveTo>
                  <a:cubicBezTo>
                    <a:pt x="156086" y="71660"/>
                    <a:pt x="135837" y="79896"/>
                    <a:pt x="114512" y="82364"/>
                  </a:cubicBezTo>
                  <a:cubicBezTo>
                    <a:pt x="86611" y="84259"/>
                    <a:pt x="27386" y="67868"/>
                    <a:pt x="10050" y="43975"/>
                  </a:cubicBezTo>
                  <a:cubicBezTo>
                    <a:pt x="2741" y="31966"/>
                    <a:pt x="-740" y="18017"/>
                    <a:pt x="70" y="3982"/>
                  </a:cubicBezTo>
                  <a:cubicBezTo>
                    <a:pt x="3848" y="2756"/>
                    <a:pt x="7763" y="1998"/>
                    <a:pt x="11725" y="1724"/>
                  </a:cubicBezTo>
                  <a:cubicBezTo>
                    <a:pt x="41992" y="-1631"/>
                    <a:pt x="72591" y="-403"/>
                    <a:pt x="102491" y="5366"/>
                  </a:cubicBezTo>
                  <a:cubicBezTo>
                    <a:pt x="131994" y="12578"/>
                    <a:pt x="160478" y="30498"/>
                    <a:pt x="172934" y="58252"/>
                  </a:cubicBezTo>
                  <a:cubicBezTo>
                    <a:pt x="173007" y="58325"/>
                    <a:pt x="173007" y="58471"/>
                    <a:pt x="173080" y="58544"/>
                  </a:cubicBezTo>
                  <a:close/>
                </a:path>
              </a:pathLst>
            </a:custGeom>
            <a:solidFill>
              <a:srgbClr val="000000">
                <a:alpha val="10000"/>
              </a:srgbClr>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29" name="任意多边形: 形状 28">
              <a:extLst>
                <a:ext uri="{FF2B5EF4-FFF2-40B4-BE49-F238E27FC236}">
                  <a16:creationId xmlns:a16="http://schemas.microsoft.com/office/drawing/2014/main" id="{0C568713-BC99-4F78-8829-EAC791911D22}"/>
                </a:ext>
              </a:extLst>
            </p:cNvPr>
            <p:cNvSpPr/>
            <p:nvPr/>
          </p:nvSpPr>
          <p:spPr>
            <a:xfrm>
              <a:off x="3344611" y="1345824"/>
              <a:ext cx="965073" cy="703983"/>
            </a:xfrm>
            <a:custGeom>
              <a:avLst/>
              <a:gdLst>
                <a:gd name="connsiteX0" fmla="*/ 69846 w 965073"/>
                <a:gd name="connsiteY0" fmla="*/ 636299 h 703983"/>
                <a:gd name="connsiteX1" fmla="*/ 126827 w 965073"/>
                <a:gd name="connsiteY1" fmla="*/ 690058 h 703983"/>
                <a:gd name="connsiteX2" fmla="*/ 215622 w 965073"/>
                <a:gd name="connsiteY2" fmla="*/ 703680 h 703983"/>
                <a:gd name="connsiteX3" fmla="*/ 586674 w 965073"/>
                <a:gd name="connsiteY3" fmla="*/ 662920 h 703983"/>
                <a:gd name="connsiteX4" fmla="*/ 627540 w 965073"/>
                <a:gd name="connsiteY4" fmla="*/ 651966 h 703983"/>
                <a:gd name="connsiteX5" fmla="*/ 668842 w 965073"/>
                <a:gd name="connsiteY5" fmla="*/ 626206 h 703983"/>
                <a:gd name="connsiteX6" fmla="*/ 780505 w 965073"/>
                <a:gd name="connsiteY6" fmla="*/ 528808 h 703983"/>
                <a:gd name="connsiteX7" fmla="*/ 846698 w 965073"/>
                <a:gd name="connsiteY7" fmla="*/ 366471 h 703983"/>
                <a:gd name="connsiteX8" fmla="*/ 905835 w 965073"/>
                <a:gd name="connsiteY8" fmla="*/ 264731 h 703983"/>
                <a:gd name="connsiteX9" fmla="*/ 919315 w 965073"/>
                <a:gd name="connsiteY9" fmla="*/ 215319 h 703983"/>
                <a:gd name="connsiteX10" fmla="*/ 911710 w 965073"/>
                <a:gd name="connsiteY10" fmla="*/ 162260 h 703983"/>
                <a:gd name="connsiteX11" fmla="*/ 954633 w 965073"/>
                <a:gd name="connsiteY11" fmla="*/ 85046 h 703983"/>
                <a:gd name="connsiteX12" fmla="*/ 964842 w 965073"/>
                <a:gd name="connsiteY12" fmla="*/ 71479 h 703983"/>
                <a:gd name="connsiteX13" fmla="*/ 962411 w 965073"/>
                <a:gd name="connsiteY13" fmla="*/ 58255 h 703983"/>
                <a:gd name="connsiteX14" fmla="*/ 891942 w 965073"/>
                <a:gd name="connsiteY14" fmla="*/ 5350 h 703983"/>
                <a:gd name="connsiteX15" fmla="*/ 801146 w 965073"/>
                <a:gd name="connsiteY15" fmla="*/ 1745 h 703983"/>
                <a:gd name="connsiteX16" fmla="*/ 771406 w 965073"/>
                <a:gd name="connsiteY16" fmla="*/ 9644 h 703983"/>
                <a:gd name="connsiteX17" fmla="*/ 750252 w 965073"/>
                <a:gd name="connsiteY17" fmla="*/ 65347 h 703983"/>
                <a:gd name="connsiteX18" fmla="*/ 736430 w 965073"/>
                <a:gd name="connsiteY18" fmla="*/ 90757 h 703983"/>
                <a:gd name="connsiteX19" fmla="*/ 721412 w 965073"/>
                <a:gd name="connsiteY19" fmla="*/ 102500 h 703983"/>
                <a:gd name="connsiteX20" fmla="*/ 691646 w 965073"/>
                <a:gd name="connsiteY20" fmla="*/ 177573 h 703983"/>
                <a:gd name="connsiteX21" fmla="*/ 643943 w 965073"/>
                <a:gd name="connsiteY21" fmla="*/ 277160 h 703983"/>
                <a:gd name="connsiteX22" fmla="*/ 574192 w 965073"/>
                <a:gd name="connsiteY22" fmla="*/ 338566 h 703983"/>
                <a:gd name="connsiteX23" fmla="*/ 565082 w 965073"/>
                <a:gd name="connsiteY23" fmla="*/ 357678 h 703983"/>
                <a:gd name="connsiteX24" fmla="*/ 540727 w 965073"/>
                <a:gd name="connsiteY24" fmla="*/ 365162 h 703983"/>
                <a:gd name="connsiteX25" fmla="*/ 474259 w 965073"/>
                <a:gd name="connsiteY25" fmla="*/ 375254 h 703983"/>
                <a:gd name="connsiteX26" fmla="*/ 395312 w 965073"/>
                <a:gd name="connsiteY26" fmla="*/ 364220 h 703983"/>
                <a:gd name="connsiteX27" fmla="*/ 378466 w 965073"/>
                <a:gd name="connsiteY27" fmla="*/ 365714 h 703983"/>
                <a:gd name="connsiteX28" fmla="*/ 364650 w 965073"/>
                <a:gd name="connsiteY28" fmla="*/ 360899 h 703983"/>
                <a:gd name="connsiteX29" fmla="*/ 333314 w 965073"/>
                <a:gd name="connsiteY29" fmla="*/ 348571 h 703983"/>
                <a:gd name="connsiteX30" fmla="*/ 303585 w 965073"/>
                <a:gd name="connsiteY30" fmla="*/ 360054 h 703983"/>
                <a:gd name="connsiteX31" fmla="*/ 284567 w 965073"/>
                <a:gd name="connsiteY31" fmla="*/ 332197 h 703983"/>
                <a:gd name="connsiteX32" fmla="*/ 255727 w 965073"/>
                <a:gd name="connsiteY32" fmla="*/ 318435 h 703983"/>
                <a:gd name="connsiteX33" fmla="*/ 246199 w 965073"/>
                <a:gd name="connsiteY33" fmla="*/ 296916 h 703983"/>
                <a:gd name="connsiteX34" fmla="*/ 217426 w 965073"/>
                <a:gd name="connsiteY34" fmla="*/ 297958 h 703983"/>
                <a:gd name="connsiteX35" fmla="*/ 148910 w 965073"/>
                <a:gd name="connsiteY35" fmla="*/ 269165 h 703983"/>
                <a:gd name="connsiteX36" fmla="*/ 85350 w 965073"/>
                <a:gd name="connsiteY36" fmla="*/ 250274 h 703983"/>
                <a:gd name="connsiteX37" fmla="*/ 73587 w 965073"/>
                <a:gd name="connsiteY37" fmla="*/ 229286 h 703983"/>
                <a:gd name="connsiteX38" fmla="*/ 58495 w 965073"/>
                <a:gd name="connsiteY38" fmla="*/ 227537 h 703983"/>
                <a:gd name="connsiteX39" fmla="*/ 12854 w 965073"/>
                <a:gd name="connsiteY39" fmla="*/ 241389 h 703983"/>
                <a:gd name="connsiteX40" fmla="*/ 19568 w 965073"/>
                <a:gd name="connsiteY40" fmla="*/ 521032 h 703983"/>
                <a:gd name="connsiteX41" fmla="*/ 69846 w 965073"/>
                <a:gd name="connsiteY41" fmla="*/ 636299 h 703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965073" h="703983">
                  <a:moveTo>
                    <a:pt x="69846" y="636299"/>
                  </a:moveTo>
                  <a:cubicBezTo>
                    <a:pt x="86311" y="656826"/>
                    <a:pt x="103471" y="677935"/>
                    <a:pt x="126827" y="690058"/>
                  </a:cubicBezTo>
                  <a:cubicBezTo>
                    <a:pt x="153699" y="704006"/>
                    <a:pt x="185352" y="704324"/>
                    <a:pt x="215622" y="703680"/>
                  </a:cubicBezTo>
                  <a:cubicBezTo>
                    <a:pt x="340263" y="701021"/>
                    <a:pt x="464427" y="687381"/>
                    <a:pt x="586674" y="662920"/>
                  </a:cubicBezTo>
                  <a:cubicBezTo>
                    <a:pt x="600602" y="660522"/>
                    <a:pt x="614280" y="656856"/>
                    <a:pt x="627540" y="651966"/>
                  </a:cubicBezTo>
                  <a:cubicBezTo>
                    <a:pt x="642237" y="644969"/>
                    <a:pt x="656093" y="636327"/>
                    <a:pt x="668842" y="626206"/>
                  </a:cubicBezTo>
                  <a:cubicBezTo>
                    <a:pt x="709086" y="597273"/>
                    <a:pt x="749903" y="567799"/>
                    <a:pt x="780505" y="528808"/>
                  </a:cubicBezTo>
                  <a:cubicBezTo>
                    <a:pt x="816913" y="481717"/>
                    <a:pt x="839797" y="425593"/>
                    <a:pt x="846698" y="366471"/>
                  </a:cubicBezTo>
                  <a:cubicBezTo>
                    <a:pt x="875806" y="339652"/>
                    <a:pt x="891263" y="301531"/>
                    <a:pt x="905835" y="264731"/>
                  </a:cubicBezTo>
                  <a:cubicBezTo>
                    <a:pt x="913031" y="249120"/>
                    <a:pt x="917586" y="232422"/>
                    <a:pt x="919315" y="215319"/>
                  </a:cubicBezTo>
                  <a:cubicBezTo>
                    <a:pt x="920098" y="197822"/>
                    <a:pt x="908503" y="179479"/>
                    <a:pt x="911710" y="162260"/>
                  </a:cubicBezTo>
                  <a:cubicBezTo>
                    <a:pt x="917325" y="132569"/>
                    <a:pt x="932380" y="105487"/>
                    <a:pt x="954633" y="85046"/>
                  </a:cubicBezTo>
                  <a:cubicBezTo>
                    <a:pt x="959351" y="81681"/>
                    <a:pt x="962917" y="76944"/>
                    <a:pt x="964842" y="71479"/>
                  </a:cubicBezTo>
                  <a:cubicBezTo>
                    <a:pt x="965441" y="66925"/>
                    <a:pt x="964590" y="62298"/>
                    <a:pt x="962411" y="58255"/>
                  </a:cubicBezTo>
                  <a:cubicBezTo>
                    <a:pt x="949955" y="30510"/>
                    <a:pt x="921473" y="12621"/>
                    <a:pt x="891942" y="5350"/>
                  </a:cubicBezTo>
                  <a:cubicBezTo>
                    <a:pt x="862031" y="-418"/>
                    <a:pt x="831420" y="-1633"/>
                    <a:pt x="801146" y="1745"/>
                  </a:cubicBezTo>
                  <a:cubicBezTo>
                    <a:pt x="791054" y="3655"/>
                    <a:pt x="781116" y="6295"/>
                    <a:pt x="771406" y="9644"/>
                  </a:cubicBezTo>
                  <a:lnTo>
                    <a:pt x="750252" y="65347"/>
                  </a:lnTo>
                  <a:cubicBezTo>
                    <a:pt x="747410" y="74664"/>
                    <a:pt x="742708" y="83308"/>
                    <a:pt x="736430" y="90757"/>
                  </a:cubicBezTo>
                  <a:cubicBezTo>
                    <a:pt x="731719" y="95034"/>
                    <a:pt x="726700" y="98959"/>
                    <a:pt x="721412" y="102500"/>
                  </a:cubicBezTo>
                  <a:cubicBezTo>
                    <a:pt x="699612" y="121010"/>
                    <a:pt x="688453" y="149154"/>
                    <a:pt x="691646" y="177573"/>
                  </a:cubicBezTo>
                  <a:cubicBezTo>
                    <a:pt x="651958" y="192980"/>
                    <a:pt x="631074" y="236577"/>
                    <a:pt x="643943" y="277160"/>
                  </a:cubicBezTo>
                  <a:cubicBezTo>
                    <a:pt x="611591" y="284096"/>
                    <a:pt x="585173" y="307354"/>
                    <a:pt x="574192" y="338566"/>
                  </a:cubicBezTo>
                  <a:cubicBezTo>
                    <a:pt x="572686" y="345559"/>
                    <a:pt x="569566" y="352104"/>
                    <a:pt x="565082" y="357678"/>
                  </a:cubicBezTo>
                  <a:cubicBezTo>
                    <a:pt x="558102" y="362970"/>
                    <a:pt x="549474" y="365621"/>
                    <a:pt x="540727" y="365162"/>
                  </a:cubicBezTo>
                  <a:cubicBezTo>
                    <a:pt x="516823" y="366641"/>
                    <a:pt x="495922" y="385466"/>
                    <a:pt x="474259" y="375254"/>
                  </a:cubicBezTo>
                  <a:cubicBezTo>
                    <a:pt x="449651" y="363721"/>
                    <a:pt x="422139" y="359876"/>
                    <a:pt x="395312" y="364220"/>
                  </a:cubicBezTo>
                  <a:cubicBezTo>
                    <a:pt x="389796" y="365518"/>
                    <a:pt x="384123" y="366021"/>
                    <a:pt x="378466" y="365714"/>
                  </a:cubicBezTo>
                  <a:cubicBezTo>
                    <a:pt x="373626" y="364883"/>
                    <a:pt x="368958" y="363256"/>
                    <a:pt x="364650" y="360899"/>
                  </a:cubicBezTo>
                  <a:cubicBezTo>
                    <a:pt x="354895" y="355214"/>
                    <a:pt x="344327" y="351056"/>
                    <a:pt x="333314" y="348571"/>
                  </a:cubicBezTo>
                  <a:cubicBezTo>
                    <a:pt x="322007" y="346213"/>
                    <a:pt x="310370" y="350708"/>
                    <a:pt x="303585" y="360054"/>
                  </a:cubicBezTo>
                  <a:cubicBezTo>
                    <a:pt x="295999" y="351736"/>
                    <a:pt x="291479" y="341083"/>
                    <a:pt x="284567" y="332197"/>
                  </a:cubicBezTo>
                  <a:cubicBezTo>
                    <a:pt x="278319" y="322537"/>
                    <a:pt x="267167" y="317215"/>
                    <a:pt x="255727" y="318435"/>
                  </a:cubicBezTo>
                  <a:cubicBezTo>
                    <a:pt x="262928" y="312019"/>
                    <a:pt x="255557" y="299250"/>
                    <a:pt x="246199" y="296916"/>
                  </a:cubicBezTo>
                  <a:cubicBezTo>
                    <a:pt x="236600" y="296127"/>
                    <a:pt x="226942" y="296477"/>
                    <a:pt x="217426" y="297958"/>
                  </a:cubicBezTo>
                  <a:cubicBezTo>
                    <a:pt x="192408" y="297827"/>
                    <a:pt x="173212" y="275111"/>
                    <a:pt x="148910" y="269165"/>
                  </a:cubicBezTo>
                  <a:cubicBezTo>
                    <a:pt x="126573" y="263699"/>
                    <a:pt x="96801" y="270217"/>
                    <a:pt x="85350" y="250274"/>
                  </a:cubicBezTo>
                  <a:cubicBezTo>
                    <a:pt x="81291" y="243204"/>
                    <a:pt x="80497" y="233615"/>
                    <a:pt x="73587" y="229286"/>
                  </a:cubicBezTo>
                  <a:cubicBezTo>
                    <a:pt x="68907" y="226987"/>
                    <a:pt x="63577" y="226369"/>
                    <a:pt x="58495" y="227537"/>
                  </a:cubicBezTo>
                  <a:cubicBezTo>
                    <a:pt x="42631" y="229648"/>
                    <a:pt x="27216" y="234327"/>
                    <a:pt x="12854" y="241389"/>
                  </a:cubicBezTo>
                  <a:cubicBezTo>
                    <a:pt x="-10569" y="333011"/>
                    <a:pt x="1720" y="428162"/>
                    <a:pt x="19568" y="521032"/>
                  </a:cubicBezTo>
                  <a:cubicBezTo>
                    <a:pt x="26089" y="563152"/>
                    <a:pt x="43411" y="602865"/>
                    <a:pt x="69846" y="636299"/>
                  </a:cubicBezTo>
                  <a:close/>
                </a:path>
              </a:pathLst>
            </a:custGeom>
            <a:solidFill>
              <a:srgbClr val="3F3D56"/>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30" name="任意多边形: 形状 29">
              <a:extLst>
                <a:ext uri="{FF2B5EF4-FFF2-40B4-BE49-F238E27FC236}">
                  <a16:creationId xmlns:a16="http://schemas.microsoft.com/office/drawing/2014/main" id="{0A17697C-05D2-4EFB-BCCB-D8782A1FD43E}"/>
                </a:ext>
              </a:extLst>
            </p:cNvPr>
            <p:cNvSpPr/>
            <p:nvPr/>
          </p:nvSpPr>
          <p:spPr>
            <a:xfrm>
              <a:off x="3297316" y="2279710"/>
              <a:ext cx="143431" cy="265743"/>
            </a:xfrm>
            <a:custGeom>
              <a:avLst/>
              <a:gdLst>
                <a:gd name="connsiteX0" fmla="*/ 116437 w 143431"/>
                <a:gd name="connsiteY0" fmla="*/ 30743 h 265743"/>
                <a:gd name="connsiteX1" fmla="*/ -45 w 143431"/>
                <a:gd name="connsiteY1" fmla="*/ 265623 h 265743"/>
                <a:gd name="connsiteX2" fmla="*/ 60036 w 143431"/>
                <a:gd name="connsiteY2" fmla="*/ 221538 h 265743"/>
                <a:gd name="connsiteX3" fmla="*/ 117520 w 143431"/>
                <a:gd name="connsiteY3" fmla="*/ 144315 h 265743"/>
                <a:gd name="connsiteX4" fmla="*/ 139516 w 143431"/>
                <a:gd name="connsiteY4" fmla="*/ 49171 h 265743"/>
                <a:gd name="connsiteX5" fmla="*/ 139630 w 143431"/>
                <a:gd name="connsiteY5" fmla="*/ -120 h 265743"/>
                <a:gd name="connsiteX6" fmla="*/ 116437 w 143431"/>
                <a:gd name="connsiteY6" fmla="*/ 30743 h 265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3431" h="265743">
                  <a:moveTo>
                    <a:pt x="116437" y="30743"/>
                  </a:moveTo>
                  <a:lnTo>
                    <a:pt x="-45" y="265623"/>
                  </a:lnTo>
                  <a:cubicBezTo>
                    <a:pt x="12544" y="243859"/>
                    <a:pt x="39095" y="235455"/>
                    <a:pt x="60036" y="221538"/>
                  </a:cubicBezTo>
                  <a:cubicBezTo>
                    <a:pt x="86706" y="202345"/>
                    <a:pt x="106785" y="175371"/>
                    <a:pt x="117520" y="144315"/>
                  </a:cubicBezTo>
                  <a:cubicBezTo>
                    <a:pt x="128105" y="113442"/>
                    <a:pt x="135476" y="81558"/>
                    <a:pt x="139516" y="49171"/>
                  </a:cubicBezTo>
                  <a:cubicBezTo>
                    <a:pt x="141897" y="34264"/>
                    <a:pt x="146825" y="13378"/>
                    <a:pt x="139630" y="-120"/>
                  </a:cubicBezTo>
                  <a:cubicBezTo>
                    <a:pt x="126240" y="2634"/>
                    <a:pt x="121910" y="19708"/>
                    <a:pt x="116437" y="30743"/>
                  </a:cubicBezTo>
                  <a:close/>
                </a:path>
              </a:pathLst>
            </a:custGeom>
            <a:solidFill>
              <a:srgbClr val="000000">
                <a:alpha val="10000"/>
              </a:srgbClr>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31" name="任意多边形: 形状 30">
              <a:extLst>
                <a:ext uri="{FF2B5EF4-FFF2-40B4-BE49-F238E27FC236}">
                  <a16:creationId xmlns:a16="http://schemas.microsoft.com/office/drawing/2014/main" id="{E95D5C4D-A62C-430F-A998-A9016A77293B}"/>
                </a:ext>
              </a:extLst>
            </p:cNvPr>
            <p:cNvSpPr/>
            <p:nvPr/>
          </p:nvSpPr>
          <p:spPr>
            <a:xfrm>
              <a:off x="2795254" y="2464108"/>
              <a:ext cx="331780" cy="376626"/>
            </a:xfrm>
            <a:custGeom>
              <a:avLst/>
              <a:gdLst>
                <a:gd name="connsiteX0" fmla="*/ 283330 w 331780"/>
                <a:gd name="connsiteY0" fmla="*/ 45739 h 376626"/>
                <a:gd name="connsiteX1" fmla="*/ 195944 w 331780"/>
                <a:gd name="connsiteY1" fmla="*/ 113931 h 376626"/>
                <a:gd name="connsiteX2" fmla="*/ 33208 w 331780"/>
                <a:gd name="connsiteY2" fmla="*/ 314007 h 376626"/>
                <a:gd name="connsiteX3" fmla="*/ -45 w 331780"/>
                <a:gd name="connsiteY3" fmla="*/ 374593 h 376626"/>
                <a:gd name="connsiteX4" fmla="*/ 19143 w 331780"/>
                <a:gd name="connsiteY4" fmla="*/ 369628 h 376626"/>
                <a:gd name="connsiteX5" fmla="*/ 110616 w 331780"/>
                <a:gd name="connsiteY5" fmla="*/ 289238 h 376626"/>
                <a:gd name="connsiteX6" fmla="*/ 141123 w 331780"/>
                <a:gd name="connsiteY6" fmla="*/ 258364 h 376626"/>
                <a:gd name="connsiteX7" fmla="*/ 178461 w 331780"/>
                <a:gd name="connsiteY7" fmla="*/ 187884 h 376626"/>
                <a:gd name="connsiteX8" fmla="*/ 234049 w 331780"/>
                <a:gd name="connsiteY8" fmla="*/ 131233 h 376626"/>
                <a:gd name="connsiteX9" fmla="*/ 328064 w 331780"/>
                <a:gd name="connsiteY9" fmla="*/ -120 h 376626"/>
                <a:gd name="connsiteX10" fmla="*/ 283330 w 331780"/>
                <a:gd name="connsiteY10" fmla="*/ 45739 h 376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31780" h="376626">
                  <a:moveTo>
                    <a:pt x="283330" y="45739"/>
                  </a:moveTo>
                  <a:cubicBezTo>
                    <a:pt x="257049" y="71756"/>
                    <a:pt x="224865" y="90883"/>
                    <a:pt x="195944" y="113931"/>
                  </a:cubicBezTo>
                  <a:cubicBezTo>
                    <a:pt x="128403" y="167757"/>
                    <a:pt x="80209" y="241550"/>
                    <a:pt x="33208" y="314007"/>
                  </a:cubicBezTo>
                  <a:cubicBezTo>
                    <a:pt x="19932" y="332919"/>
                    <a:pt x="8780" y="353238"/>
                    <a:pt x="-45" y="374593"/>
                  </a:cubicBezTo>
                  <a:cubicBezTo>
                    <a:pt x="5456" y="379306"/>
                    <a:pt x="13703" y="374410"/>
                    <a:pt x="19143" y="369628"/>
                  </a:cubicBezTo>
                  <a:lnTo>
                    <a:pt x="110616" y="289238"/>
                  </a:lnTo>
                  <a:cubicBezTo>
                    <a:pt x="121843" y="280049"/>
                    <a:pt x="132069" y="269700"/>
                    <a:pt x="141123" y="258364"/>
                  </a:cubicBezTo>
                  <a:cubicBezTo>
                    <a:pt x="156995" y="236983"/>
                    <a:pt x="164037" y="210267"/>
                    <a:pt x="178461" y="187884"/>
                  </a:cubicBezTo>
                  <a:cubicBezTo>
                    <a:pt x="194167" y="166423"/>
                    <a:pt x="212889" y="147343"/>
                    <a:pt x="234049" y="131233"/>
                  </a:cubicBezTo>
                  <a:cubicBezTo>
                    <a:pt x="255037" y="113224"/>
                    <a:pt x="351609" y="31576"/>
                    <a:pt x="328064" y="-120"/>
                  </a:cubicBezTo>
                  <a:cubicBezTo>
                    <a:pt x="311090" y="8432"/>
                    <a:pt x="297217" y="31992"/>
                    <a:pt x="283330" y="45739"/>
                  </a:cubicBezTo>
                  <a:close/>
                </a:path>
              </a:pathLst>
            </a:custGeom>
            <a:solidFill>
              <a:srgbClr val="000000">
                <a:alpha val="10000"/>
              </a:srgbClr>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32" name="任意多边形: 形状 31">
              <a:extLst>
                <a:ext uri="{FF2B5EF4-FFF2-40B4-BE49-F238E27FC236}">
                  <a16:creationId xmlns:a16="http://schemas.microsoft.com/office/drawing/2014/main" id="{6FBD0759-5AD5-4035-B43E-546FDF4B4AA7}"/>
                </a:ext>
              </a:extLst>
            </p:cNvPr>
            <p:cNvSpPr/>
            <p:nvPr/>
          </p:nvSpPr>
          <p:spPr>
            <a:xfrm>
              <a:off x="2502883" y="1437489"/>
              <a:ext cx="827987" cy="593550"/>
            </a:xfrm>
            <a:custGeom>
              <a:avLst/>
              <a:gdLst>
                <a:gd name="connsiteX0" fmla="*/ 775558 w 827987"/>
                <a:gd name="connsiteY0" fmla="*/ 54245 h 593550"/>
                <a:gd name="connsiteX1" fmla="*/ 678746 w 827987"/>
                <a:gd name="connsiteY1" fmla="*/ 22378 h 593550"/>
                <a:gd name="connsiteX2" fmla="*/ 617146 w 827987"/>
                <a:gd name="connsiteY2" fmla="*/ 17948 h 593550"/>
                <a:gd name="connsiteX3" fmla="*/ 560666 w 827987"/>
                <a:gd name="connsiteY3" fmla="*/ 28744 h 593550"/>
                <a:gd name="connsiteX4" fmla="*/ 482009 w 827987"/>
                <a:gd name="connsiteY4" fmla="*/ 12224 h 593550"/>
                <a:gd name="connsiteX5" fmla="*/ 404147 w 827987"/>
                <a:gd name="connsiteY5" fmla="*/ 18116 h 593550"/>
                <a:gd name="connsiteX6" fmla="*/ 387199 w 827987"/>
                <a:gd name="connsiteY6" fmla="*/ 27118 h 593550"/>
                <a:gd name="connsiteX7" fmla="*/ 369681 w 827987"/>
                <a:gd name="connsiteY7" fmla="*/ 18526 h 593550"/>
                <a:gd name="connsiteX8" fmla="*/ 245299 w 827987"/>
                <a:gd name="connsiteY8" fmla="*/ 25081 h 593550"/>
                <a:gd name="connsiteX9" fmla="*/ 143191 w 827987"/>
                <a:gd name="connsiteY9" fmla="*/ 197725 h 593550"/>
                <a:gd name="connsiteX10" fmla="*/ 97333 w 827987"/>
                <a:gd name="connsiteY10" fmla="*/ 228830 h 593550"/>
                <a:gd name="connsiteX11" fmla="*/ 89426 w 827987"/>
                <a:gd name="connsiteY11" fmla="*/ 243787 h 593550"/>
                <a:gd name="connsiteX12" fmla="*/ 75452 w 827987"/>
                <a:gd name="connsiteY12" fmla="*/ 253745 h 593550"/>
                <a:gd name="connsiteX13" fmla="*/ 27541 w 827987"/>
                <a:gd name="connsiteY13" fmla="*/ 281286 h 593550"/>
                <a:gd name="connsiteX14" fmla="*/ -34 w 827987"/>
                <a:gd name="connsiteY14" fmla="*/ 327509 h 593550"/>
                <a:gd name="connsiteX15" fmla="*/ 8434 w 827987"/>
                <a:gd name="connsiteY15" fmla="*/ 366383 h 593550"/>
                <a:gd name="connsiteX16" fmla="*/ 362899 w 827987"/>
                <a:gd name="connsiteY16" fmla="*/ 593045 h 593550"/>
                <a:gd name="connsiteX17" fmla="*/ 400031 w 827987"/>
                <a:gd name="connsiteY17" fmla="*/ 581456 h 593550"/>
                <a:gd name="connsiteX18" fmla="*/ 413046 w 827987"/>
                <a:gd name="connsiteY18" fmla="*/ 560020 h 593550"/>
                <a:gd name="connsiteX19" fmla="*/ 524281 w 827987"/>
                <a:gd name="connsiteY19" fmla="*/ 405958 h 593550"/>
                <a:gd name="connsiteX20" fmla="*/ 576390 w 827987"/>
                <a:gd name="connsiteY20" fmla="*/ 305207 h 593550"/>
                <a:gd name="connsiteX21" fmla="*/ 699275 w 827987"/>
                <a:gd name="connsiteY21" fmla="*/ 186177 h 593550"/>
                <a:gd name="connsiteX22" fmla="*/ 785966 w 827987"/>
                <a:gd name="connsiteY22" fmla="*/ 147391 h 593550"/>
                <a:gd name="connsiteX23" fmla="*/ 825165 w 827987"/>
                <a:gd name="connsiteY23" fmla="*/ 114834 h 593550"/>
                <a:gd name="connsiteX24" fmla="*/ 775558 w 827987"/>
                <a:gd name="connsiteY24" fmla="*/ 54245 h 593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827987" h="593550">
                  <a:moveTo>
                    <a:pt x="775558" y="54245"/>
                  </a:moveTo>
                  <a:cubicBezTo>
                    <a:pt x="746537" y="36180"/>
                    <a:pt x="712373" y="28520"/>
                    <a:pt x="678746" y="22378"/>
                  </a:cubicBezTo>
                  <a:cubicBezTo>
                    <a:pt x="658557" y="17783"/>
                    <a:pt x="637785" y="16290"/>
                    <a:pt x="617146" y="17948"/>
                  </a:cubicBezTo>
                  <a:cubicBezTo>
                    <a:pt x="598104" y="20324"/>
                    <a:pt x="579827" y="27677"/>
                    <a:pt x="560666" y="28744"/>
                  </a:cubicBezTo>
                  <a:cubicBezTo>
                    <a:pt x="533772" y="30243"/>
                    <a:pt x="507989" y="19334"/>
                    <a:pt x="482009" y="12224"/>
                  </a:cubicBezTo>
                  <a:cubicBezTo>
                    <a:pt x="456030" y="5114"/>
                    <a:pt x="426019" y="2397"/>
                    <a:pt x="404147" y="18116"/>
                  </a:cubicBezTo>
                  <a:cubicBezTo>
                    <a:pt x="399492" y="22699"/>
                    <a:pt x="393603" y="25827"/>
                    <a:pt x="387199" y="27118"/>
                  </a:cubicBezTo>
                  <a:cubicBezTo>
                    <a:pt x="380557" y="26312"/>
                    <a:pt x="374384" y="23284"/>
                    <a:pt x="369681" y="18526"/>
                  </a:cubicBezTo>
                  <a:cubicBezTo>
                    <a:pt x="331777" y="-8604"/>
                    <a:pt x="280141" y="-5882"/>
                    <a:pt x="245299" y="25081"/>
                  </a:cubicBezTo>
                  <a:cubicBezTo>
                    <a:pt x="195702" y="71586"/>
                    <a:pt x="201315" y="162453"/>
                    <a:pt x="143191" y="197725"/>
                  </a:cubicBezTo>
                  <a:cubicBezTo>
                    <a:pt x="127169" y="207447"/>
                    <a:pt x="106687" y="212591"/>
                    <a:pt x="97333" y="228830"/>
                  </a:cubicBezTo>
                  <a:cubicBezTo>
                    <a:pt x="95068" y="234004"/>
                    <a:pt x="92426" y="239003"/>
                    <a:pt x="89426" y="243787"/>
                  </a:cubicBezTo>
                  <a:cubicBezTo>
                    <a:pt x="85532" y="248066"/>
                    <a:pt x="80767" y="251461"/>
                    <a:pt x="75452" y="253745"/>
                  </a:cubicBezTo>
                  <a:cubicBezTo>
                    <a:pt x="58586" y="261272"/>
                    <a:pt x="42533" y="270500"/>
                    <a:pt x="27541" y="281286"/>
                  </a:cubicBezTo>
                  <a:cubicBezTo>
                    <a:pt x="12429" y="292288"/>
                    <a:pt x="2468" y="308985"/>
                    <a:pt x="-34" y="327509"/>
                  </a:cubicBezTo>
                  <a:cubicBezTo>
                    <a:pt x="-248" y="340947"/>
                    <a:pt x="2650" y="354252"/>
                    <a:pt x="8434" y="366383"/>
                  </a:cubicBezTo>
                  <a:cubicBezTo>
                    <a:pt x="66717" y="509337"/>
                    <a:pt x="208684" y="600116"/>
                    <a:pt x="362899" y="593045"/>
                  </a:cubicBezTo>
                  <a:cubicBezTo>
                    <a:pt x="376262" y="593733"/>
                    <a:pt x="389431" y="589623"/>
                    <a:pt x="400031" y="581456"/>
                  </a:cubicBezTo>
                  <a:cubicBezTo>
                    <a:pt x="405623" y="575152"/>
                    <a:pt x="410032" y="567890"/>
                    <a:pt x="413046" y="560020"/>
                  </a:cubicBezTo>
                  <a:cubicBezTo>
                    <a:pt x="440371" y="502726"/>
                    <a:pt x="491692" y="460431"/>
                    <a:pt x="524281" y="405958"/>
                  </a:cubicBezTo>
                  <a:cubicBezTo>
                    <a:pt x="543703" y="373493"/>
                    <a:pt x="556171" y="337182"/>
                    <a:pt x="576390" y="305207"/>
                  </a:cubicBezTo>
                  <a:cubicBezTo>
                    <a:pt x="607039" y="256734"/>
                    <a:pt x="653651" y="220926"/>
                    <a:pt x="699275" y="186177"/>
                  </a:cubicBezTo>
                  <a:cubicBezTo>
                    <a:pt x="725002" y="166582"/>
                    <a:pt x="753645" y="146018"/>
                    <a:pt x="785966" y="147391"/>
                  </a:cubicBezTo>
                  <a:cubicBezTo>
                    <a:pt x="814773" y="148618"/>
                    <a:pt x="835725" y="150164"/>
                    <a:pt x="825165" y="114834"/>
                  </a:cubicBezTo>
                  <a:cubicBezTo>
                    <a:pt x="816365" y="89379"/>
                    <a:pt x="798776" y="67896"/>
                    <a:pt x="775558" y="54245"/>
                  </a:cubicBezTo>
                  <a:close/>
                </a:path>
              </a:pathLst>
            </a:custGeom>
            <a:solidFill>
              <a:srgbClr val="3F3D56"/>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33" name="任意多边形: 形状 32">
              <a:extLst>
                <a:ext uri="{FF2B5EF4-FFF2-40B4-BE49-F238E27FC236}">
                  <a16:creationId xmlns:a16="http://schemas.microsoft.com/office/drawing/2014/main" id="{75FB8A0B-E622-4600-B37F-48D62FE8E989}"/>
                </a:ext>
              </a:extLst>
            </p:cNvPr>
            <p:cNvSpPr/>
            <p:nvPr/>
          </p:nvSpPr>
          <p:spPr>
            <a:xfrm>
              <a:off x="2502883" y="1437489"/>
              <a:ext cx="827987" cy="593550"/>
            </a:xfrm>
            <a:custGeom>
              <a:avLst/>
              <a:gdLst>
                <a:gd name="connsiteX0" fmla="*/ 775558 w 827987"/>
                <a:gd name="connsiteY0" fmla="*/ 54245 h 593550"/>
                <a:gd name="connsiteX1" fmla="*/ 678746 w 827987"/>
                <a:gd name="connsiteY1" fmla="*/ 22378 h 593550"/>
                <a:gd name="connsiteX2" fmla="*/ 617146 w 827987"/>
                <a:gd name="connsiteY2" fmla="*/ 17948 h 593550"/>
                <a:gd name="connsiteX3" fmla="*/ 560666 w 827987"/>
                <a:gd name="connsiteY3" fmla="*/ 28744 h 593550"/>
                <a:gd name="connsiteX4" fmla="*/ 482009 w 827987"/>
                <a:gd name="connsiteY4" fmla="*/ 12224 h 593550"/>
                <a:gd name="connsiteX5" fmla="*/ 404147 w 827987"/>
                <a:gd name="connsiteY5" fmla="*/ 18116 h 593550"/>
                <a:gd name="connsiteX6" fmla="*/ 387199 w 827987"/>
                <a:gd name="connsiteY6" fmla="*/ 27118 h 593550"/>
                <a:gd name="connsiteX7" fmla="*/ 369681 w 827987"/>
                <a:gd name="connsiteY7" fmla="*/ 18526 h 593550"/>
                <a:gd name="connsiteX8" fmla="*/ 245299 w 827987"/>
                <a:gd name="connsiteY8" fmla="*/ 25081 h 593550"/>
                <a:gd name="connsiteX9" fmla="*/ 143191 w 827987"/>
                <a:gd name="connsiteY9" fmla="*/ 197725 h 593550"/>
                <a:gd name="connsiteX10" fmla="*/ 97333 w 827987"/>
                <a:gd name="connsiteY10" fmla="*/ 228830 h 593550"/>
                <a:gd name="connsiteX11" fmla="*/ 89426 w 827987"/>
                <a:gd name="connsiteY11" fmla="*/ 243787 h 593550"/>
                <a:gd name="connsiteX12" fmla="*/ 75452 w 827987"/>
                <a:gd name="connsiteY12" fmla="*/ 253745 h 593550"/>
                <a:gd name="connsiteX13" fmla="*/ 27541 w 827987"/>
                <a:gd name="connsiteY13" fmla="*/ 281286 h 593550"/>
                <a:gd name="connsiteX14" fmla="*/ -34 w 827987"/>
                <a:gd name="connsiteY14" fmla="*/ 327509 h 593550"/>
                <a:gd name="connsiteX15" fmla="*/ 8434 w 827987"/>
                <a:gd name="connsiteY15" fmla="*/ 366383 h 593550"/>
                <a:gd name="connsiteX16" fmla="*/ 362899 w 827987"/>
                <a:gd name="connsiteY16" fmla="*/ 593045 h 593550"/>
                <a:gd name="connsiteX17" fmla="*/ 400031 w 827987"/>
                <a:gd name="connsiteY17" fmla="*/ 581456 h 593550"/>
                <a:gd name="connsiteX18" fmla="*/ 413046 w 827987"/>
                <a:gd name="connsiteY18" fmla="*/ 560020 h 593550"/>
                <a:gd name="connsiteX19" fmla="*/ 524281 w 827987"/>
                <a:gd name="connsiteY19" fmla="*/ 405958 h 593550"/>
                <a:gd name="connsiteX20" fmla="*/ 576390 w 827987"/>
                <a:gd name="connsiteY20" fmla="*/ 305207 h 593550"/>
                <a:gd name="connsiteX21" fmla="*/ 699275 w 827987"/>
                <a:gd name="connsiteY21" fmla="*/ 186177 h 593550"/>
                <a:gd name="connsiteX22" fmla="*/ 785966 w 827987"/>
                <a:gd name="connsiteY22" fmla="*/ 147391 h 593550"/>
                <a:gd name="connsiteX23" fmla="*/ 825165 w 827987"/>
                <a:gd name="connsiteY23" fmla="*/ 114834 h 593550"/>
                <a:gd name="connsiteX24" fmla="*/ 775558 w 827987"/>
                <a:gd name="connsiteY24" fmla="*/ 54245 h 593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827987" h="593550">
                  <a:moveTo>
                    <a:pt x="775558" y="54245"/>
                  </a:moveTo>
                  <a:cubicBezTo>
                    <a:pt x="746537" y="36180"/>
                    <a:pt x="712373" y="28520"/>
                    <a:pt x="678746" y="22378"/>
                  </a:cubicBezTo>
                  <a:cubicBezTo>
                    <a:pt x="658557" y="17783"/>
                    <a:pt x="637785" y="16290"/>
                    <a:pt x="617146" y="17948"/>
                  </a:cubicBezTo>
                  <a:cubicBezTo>
                    <a:pt x="598104" y="20324"/>
                    <a:pt x="579827" y="27677"/>
                    <a:pt x="560666" y="28744"/>
                  </a:cubicBezTo>
                  <a:cubicBezTo>
                    <a:pt x="533772" y="30243"/>
                    <a:pt x="507989" y="19334"/>
                    <a:pt x="482009" y="12224"/>
                  </a:cubicBezTo>
                  <a:cubicBezTo>
                    <a:pt x="456030" y="5114"/>
                    <a:pt x="426019" y="2397"/>
                    <a:pt x="404147" y="18116"/>
                  </a:cubicBezTo>
                  <a:cubicBezTo>
                    <a:pt x="399492" y="22699"/>
                    <a:pt x="393603" y="25827"/>
                    <a:pt x="387199" y="27118"/>
                  </a:cubicBezTo>
                  <a:cubicBezTo>
                    <a:pt x="380557" y="26312"/>
                    <a:pt x="374384" y="23284"/>
                    <a:pt x="369681" y="18526"/>
                  </a:cubicBezTo>
                  <a:cubicBezTo>
                    <a:pt x="331777" y="-8604"/>
                    <a:pt x="280141" y="-5882"/>
                    <a:pt x="245299" y="25081"/>
                  </a:cubicBezTo>
                  <a:cubicBezTo>
                    <a:pt x="195702" y="71586"/>
                    <a:pt x="201315" y="162453"/>
                    <a:pt x="143191" y="197725"/>
                  </a:cubicBezTo>
                  <a:cubicBezTo>
                    <a:pt x="127169" y="207447"/>
                    <a:pt x="106687" y="212591"/>
                    <a:pt x="97333" y="228830"/>
                  </a:cubicBezTo>
                  <a:cubicBezTo>
                    <a:pt x="95068" y="234004"/>
                    <a:pt x="92426" y="239003"/>
                    <a:pt x="89426" y="243787"/>
                  </a:cubicBezTo>
                  <a:cubicBezTo>
                    <a:pt x="85532" y="248066"/>
                    <a:pt x="80767" y="251461"/>
                    <a:pt x="75452" y="253745"/>
                  </a:cubicBezTo>
                  <a:cubicBezTo>
                    <a:pt x="58586" y="261272"/>
                    <a:pt x="42533" y="270500"/>
                    <a:pt x="27541" y="281286"/>
                  </a:cubicBezTo>
                  <a:cubicBezTo>
                    <a:pt x="12429" y="292288"/>
                    <a:pt x="2468" y="308985"/>
                    <a:pt x="-34" y="327509"/>
                  </a:cubicBezTo>
                  <a:cubicBezTo>
                    <a:pt x="-248" y="340947"/>
                    <a:pt x="2650" y="354252"/>
                    <a:pt x="8434" y="366383"/>
                  </a:cubicBezTo>
                  <a:cubicBezTo>
                    <a:pt x="66717" y="509337"/>
                    <a:pt x="208684" y="600116"/>
                    <a:pt x="362899" y="593045"/>
                  </a:cubicBezTo>
                  <a:cubicBezTo>
                    <a:pt x="376262" y="593733"/>
                    <a:pt x="389431" y="589623"/>
                    <a:pt x="400031" y="581456"/>
                  </a:cubicBezTo>
                  <a:cubicBezTo>
                    <a:pt x="405623" y="575152"/>
                    <a:pt x="410032" y="567890"/>
                    <a:pt x="413046" y="560020"/>
                  </a:cubicBezTo>
                  <a:cubicBezTo>
                    <a:pt x="440371" y="502726"/>
                    <a:pt x="491692" y="460431"/>
                    <a:pt x="524281" y="405958"/>
                  </a:cubicBezTo>
                  <a:cubicBezTo>
                    <a:pt x="543703" y="373493"/>
                    <a:pt x="556171" y="337182"/>
                    <a:pt x="576390" y="305207"/>
                  </a:cubicBezTo>
                  <a:cubicBezTo>
                    <a:pt x="607039" y="256734"/>
                    <a:pt x="653651" y="220926"/>
                    <a:pt x="699275" y="186177"/>
                  </a:cubicBezTo>
                  <a:cubicBezTo>
                    <a:pt x="725002" y="166582"/>
                    <a:pt x="753645" y="146018"/>
                    <a:pt x="785966" y="147391"/>
                  </a:cubicBezTo>
                  <a:cubicBezTo>
                    <a:pt x="814773" y="148618"/>
                    <a:pt x="835725" y="150164"/>
                    <a:pt x="825165" y="114834"/>
                  </a:cubicBezTo>
                  <a:cubicBezTo>
                    <a:pt x="816365" y="89379"/>
                    <a:pt x="798776" y="67896"/>
                    <a:pt x="775558" y="54245"/>
                  </a:cubicBezTo>
                  <a:close/>
                </a:path>
              </a:pathLst>
            </a:custGeom>
            <a:solidFill>
              <a:srgbClr val="000000">
                <a:alpha val="5000"/>
              </a:srgbClr>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34" name="任意多边形: 形状 33">
              <a:extLst>
                <a:ext uri="{FF2B5EF4-FFF2-40B4-BE49-F238E27FC236}">
                  <a16:creationId xmlns:a16="http://schemas.microsoft.com/office/drawing/2014/main" id="{CF21E939-07C4-46BC-A315-525A1AF6C300}"/>
                </a:ext>
              </a:extLst>
            </p:cNvPr>
            <p:cNvSpPr/>
            <p:nvPr/>
          </p:nvSpPr>
          <p:spPr>
            <a:xfrm>
              <a:off x="2700122" y="5196663"/>
              <a:ext cx="741221" cy="283677"/>
            </a:xfrm>
            <a:custGeom>
              <a:avLst/>
              <a:gdLst>
                <a:gd name="connsiteX0" fmla="*/ 719097 w 741221"/>
                <a:gd name="connsiteY0" fmla="*/ 215658 h 283677"/>
                <a:gd name="connsiteX1" fmla="*/ 646396 w 741221"/>
                <a:gd name="connsiteY1" fmla="*/ 247637 h 283677"/>
                <a:gd name="connsiteX2" fmla="*/ 465445 w 741221"/>
                <a:gd name="connsiteY2" fmla="*/ 270001 h 283677"/>
                <a:gd name="connsiteX3" fmla="*/ 406367 w 741221"/>
                <a:gd name="connsiteY3" fmla="*/ 274517 h 283677"/>
                <a:gd name="connsiteX4" fmla="*/ 232993 w 741221"/>
                <a:gd name="connsiteY4" fmla="*/ 283551 h 283677"/>
                <a:gd name="connsiteX5" fmla="*/ 19772 w 741221"/>
                <a:gd name="connsiteY5" fmla="*/ 265120 h 283677"/>
                <a:gd name="connsiteX6" fmla="*/ 38 w 741221"/>
                <a:gd name="connsiteY6" fmla="*/ 248840 h 283677"/>
                <a:gd name="connsiteX7" fmla="*/ 322 w 741221"/>
                <a:gd name="connsiteY7" fmla="*/ 243486 h 283677"/>
                <a:gd name="connsiteX8" fmla="*/ 26546 w 741221"/>
                <a:gd name="connsiteY8" fmla="*/ 29463 h 283677"/>
                <a:gd name="connsiteX9" fmla="*/ 87300 w 741221"/>
                <a:gd name="connsiteY9" fmla="*/ 67998 h 283677"/>
                <a:gd name="connsiteX10" fmla="*/ 134286 w 741221"/>
                <a:gd name="connsiteY10" fmla="*/ 92984 h 283677"/>
                <a:gd name="connsiteX11" fmla="*/ 307733 w 741221"/>
                <a:gd name="connsiteY11" fmla="*/ 27860 h 283677"/>
                <a:gd name="connsiteX12" fmla="*/ 339858 w 741221"/>
                <a:gd name="connsiteY12" fmla="*/ 7973 h 283677"/>
                <a:gd name="connsiteX13" fmla="*/ 365865 w 741221"/>
                <a:gd name="connsiteY13" fmla="*/ 543 h 283677"/>
                <a:gd name="connsiteX14" fmla="*/ 454373 w 741221"/>
                <a:gd name="connsiteY14" fmla="*/ 18463 h 283677"/>
                <a:gd name="connsiteX15" fmla="*/ 556285 w 741221"/>
                <a:gd name="connsiteY15" fmla="*/ 79581 h 283677"/>
                <a:gd name="connsiteX16" fmla="*/ 647634 w 741221"/>
                <a:gd name="connsiteY16" fmla="*/ 108501 h 283677"/>
                <a:gd name="connsiteX17" fmla="*/ 734832 w 741221"/>
                <a:gd name="connsiteY17" fmla="*/ 142957 h 283677"/>
                <a:gd name="connsiteX18" fmla="*/ 734905 w 741221"/>
                <a:gd name="connsiteY18" fmla="*/ 143176 h 283677"/>
                <a:gd name="connsiteX19" fmla="*/ 719097 w 741221"/>
                <a:gd name="connsiteY19" fmla="*/ 215658 h 283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41221" h="283677">
                  <a:moveTo>
                    <a:pt x="719097" y="215658"/>
                  </a:moveTo>
                  <a:cubicBezTo>
                    <a:pt x="699501" y="233943"/>
                    <a:pt x="672548" y="241955"/>
                    <a:pt x="646396" y="247637"/>
                  </a:cubicBezTo>
                  <a:cubicBezTo>
                    <a:pt x="586671" y="259284"/>
                    <a:pt x="526208" y="266757"/>
                    <a:pt x="465445" y="270001"/>
                  </a:cubicBezTo>
                  <a:cubicBezTo>
                    <a:pt x="445777" y="271458"/>
                    <a:pt x="426035" y="272988"/>
                    <a:pt x="406367" y="274517"/>
                  </a:cubicBezTo>
                  <a:cubicBezTo>
                    <a:pt x="348673" y="278889"/>
                    <a:pt x="290905" y="283332"/>
                    <a:pt x="232993" y="283551"/>
                  </a:cubicBezTo>
                  <a:cubicBezTo>
                    <a:pt x="161511" y="283793"/>
                    <a:pt x="90152" y="277625"/>
                    <a:pt x="19772" y="265120"/>
                  </a:cubicBezTo>
                  <a:cubicBezTo>
                    <a:pt x="9827" y="266074"/>
                    <a:pt x="991" y="258785"/>
                    <a:pt x="38" y="248840"/>
                  </a:cubicBezTo>
                  <a:cubicBezTo>
                    <a:pt x="-134" y="247051"/>
                    <a:pt x="-38" y="245246"/>
                    <a:pt x="322" y="243486"/>
                  </a:cubicBezTo>
                  <a:cubicBezTo>
                    <a:pt x="1574" y="171425"/>
                    <a:pt x="10363" y="99694"/>
                    <a:pt x="26546" y="29463"/>
                  </a:cubicBezTo>
                  <a:cubicBezTo>
                    <a:pt x="33249" y="616"/>
                    <a:pt x="84968" y="65303"/>
                    <a:pt x="87300" y="67998"/>
                  </a:cubicBezTo>
                  <a:cubicBezTo>
                    <a:pt x="101651" y="84316"/>
                    <a:pt x="112505" y="91819"/>
                    <a:pt x="134286" y="92984"/>
                  </a:cubicBezTo>
                  <a:cubicBezTo>
                    <a:pt x="193801" y="96263"/>
                    <a:pt x="260456" y="60058"/>
                    <a:pt x="307733" y="27860"/>
                  </a:cubicBezTo>
                  <a:cubicBezTo>
                    <a:pt x="317857" y="20330"/>
                    <a:pt x="328604" y="13677"/>
                    <a:pt x="339858" y="7973"/>
                  </a:cubicBezTo>
                  <a:cubicBezTo>
                    <a:pt x="348126" y="4263"/>
                    <a:pt x="356884" y="1761"/>
                    <a:pt x="365865" y="543"/>
                  </a:cubicBezTo>
                  <a:cubicBezTo>
                    <a:pt x="396486" y="-2280"/>
                    <a:pt x="427262" y="3952"/>
                    <a:pt x="454373" y="18463"/>
                  </a:cubicBezTo>
                  <a:cubicBezTo>
                    <a:pt x="489922" y="36091"/>
                    <a:pt x="521101" y="61442"/>
                    <a:pt x="556285" y="79581"/>
                  </a:cubicBezTo>
                  <a:cubicBezTo>
                    <a:pt x="584895" y="94281"/>
                    <a:pt x="615776" y="104058"/>
                    <a:pt x="647634" y="108501"/>
                  </a:cubicBezTo>
                  <a:cubicBezTo>
                    <a:pt x="679833" y="112944"/>
                    <a:pt x="718295" y="115057"/>
                    <a:pt x="734832" y="142957"/>
                  </a:cubicBezTo>
                  <a:cubicBezTo>
                    <a:pt x="734888" y="143015"/>
                    <a:pt x="734915" y="143096"/>
                    <a:pt x="734905" y="143176"/>
                  </a:cubicBezTo>
                  <a:cubicBezTo>
                    <a:pt x="748454" y="166268"/>
                    <a:pt x="738619" y="197446"/>
                    <a:pt x="719097" y="215658"/>
                  </a:cubicBezTo>
                  <a:close/>
                </a:path>
              </a:pathLst>
            </a:custGeom>
            <a:solidFill>
              <a:srgbClr val="2F2E41"/>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35" name="任意多边形: 形状 34">
              <a:extLst>
                <a:ext uri="{FF2B5EF4-FFF2-40B4-BE49-F238E27FC236}">
                  <a16:creationId xmlns:a16="http://schemas.microsoft.com/office/drawing/2014/main" id="{CE37E5B9-F00E-4E42-897B-B0FFCD1A8E9D}"/>
                </a:ext>
              </a:extLst>
            </p:cNvPr>
            <p:cNvSpPr/>
            <p:nvPr/>
          </p:nvSpPr>
          <p:spPr>
            <a:xfrm>
              <a:off x="2689828" y="5197325"/>
              <a:ext cx="755498" cy="293676"/>
            </a:xfrm>
            <a:custGeom>
              <a:avLst/>
              <a:gdLst>
                <a:gd name="connsiteX0" fmla="*/ 729391 w 755498"/>
                <a:gd name="connsiteY0" fmla="*/ 225656 h 293676"/>
                <a:gd name="connsiteX1" fmla="*/ 656690 w 755498"/>
                <a:gd name="connsiteY1" fmla="*/ 257636 h 293676"/>
                <a:gd name="connsiteX2" fmla="*/ 475739 w 755498"/>
                <a:gd name="connsiteY2" fmla="*/ 280000 h 293676"/>
                <a:gd name="connsiteX3" fmla="*/ 416662 w 755498"/>
                <a:gd name="connsiteY3" fmla="*/ 284516 h 293676"/>
                <a:gd name="connsiteX4" fmla="*/ 243287 w 755498"/>
                <a:gd name="connsiteY4" fmla="*/ 293549 h 293676"/>
                <a:gd name="connsiteX5" fmla="*/ 30066 w 755498"/>
                <a:gd name="connsiteY5" fmla="*/ 275119 h 293676"/>
                <a:gd name="connsiteX6" fmla="*/ 13165 w 755498"/>
                <a:gd name="connsiteY6" fmla="*/ 266960 h 293676"/>
                <a:gd name="connsiteX7" fmla="*/ -45 w 755498"/>
                <a:gd name="connsiteY7" fmla="*/ 242822 h 293676"/>
                <a:gd name="connsiteX8" fmla="*/ 36840 w 755498"/>
                <a:gd name="connsiteY8" fmla="*/ 28800 h 293676"/>
                <a:gd name="connsiteX9" fmla="*/ 97594 w 755498"/>
                <a:gd name="connsiteY9" fmla="*/ 67335 h 293676"/>
                <a:gd name="connsiteX10" fmla="*/ 144580 w 755498"/>
                <a:gd name="connsiteY10" fmla="*/ 92321 h 293676"/>
                <a:gd name="connsiteX11" fmla="*/ 318027 w 755498"/>
                <a:gd name="connsiteY11" fmla="*/ 27197 h 293676"/>
                <a:gd name="connsiteX12" fmla="*/ 350152 w 755498"/>
                <a:gd name="connsiteY12" fmla="*/ 7310 h 293676"/>
                <a:gd name="connsiteX13" fmla="*/ 376159 w 755498"/>
                <a:gd name="connsiteY13" fmla="*/ -120 h 293676"/>
                <a:gd name="connsiteX14" fmla="*/ 275411 w 755498"/>
                <a:gd name="connsiteY14" fmla="*/ 110169 h 293676"/>
                <a:gd name="connsiteX15" fmla="*/ 63576 w 755498"/>
                <a:gd name="connsiteY15" fmla="*/ 129838 h 293676"/>
                <a:gd name="connsiteX16" fmla="*/ 48569 w 755498"/>
                <a:gd name="connsiteY16" fmla="*/ 133480 h 293676"/>
                <a:gd name="connsiteX17" fmla="*/ 39755 w 755498"/>
                <a:gd name="connsiteY17" fmla="*/ 161599 h 293676"/>
                <a:gd name="connsiteX18" fmla="*/ 57310 w 755498"/>
                <a:gd name="connsiteY18" fmla="*/ 207346 h 293676"/>
                <a:gd name="connsiteX19" fmla="*/ 81058 w 755498"/>
                <a:gd name="connsiteY19" fmla="*/ 212300 h 293676"/>
                <a:gd name="connsiteX20" fmla="*/ 609267 w 755498"/>
                <a:gd name="connsiteY20" fmla="*/ 193796 h 293676"/>
                <a:gd name="connsiteX21" fmla="*/ 695299 w 755498"/>
                <a:gd name="connsiteY21" fmla="*/ 174637 h 293676"/>
                <a:gd name="connsiteX22" fmla="*/ 745198 w 755498"/>
                <a:gd name="connsiteY22" fmla="*/ 142513 h 293676"/>
                <a:gd name="connsiteX23" fmla="*/ 729391 w 755498"/>
                <a:gd name="connsiteY23" fmla="*/ 225656 h 293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755498" h="293676">
                  <a:moveTo>
                    <a:pt x="729391" y="225656"/>
                  </a:moveTo>
                  <a:cubicBezTo>
                    <a:pt x="709795" y="243941"/>
                    <a:pt x="682842" y="251954"/>
                    <a:pt x="656690" y="257636"/>
                  </a:cubicBezTo>
                  <a:cubicBezTo>
                    <a:pt x="596965" y="269283"/>
                    <a:pt x="536502" y="276756"/>
                    <a:pt x="475739" y="280000"/>
                  </a:cubicBezTo>
                  <a:cubicBezTo>
                    <a:pt x="456071" y="281457"/>
                    <a:pt x="436330" y="282987"/>
                    <a:pt x="416662" y="284516"/>
                  </a:cubicBezTo>
                  <a:cubicBezTo>
                    <a:pt x="358967" y="288887"/>
                    <a:pt x="301199" y="293331"/>
                    <a:pt x="243287" y="293549"/>
                  </a:cubicBezTo>
                  <a:cubicBezTo>
                    <a:pt x="171806" y="293792"/>
                    <a:pt x="100446" y="287623"/>
                    <a:pt x="30066" y="275119"/>
                  </a:cubicBezTo>
                  <a:cubicBezTo>
                    <a:pt x="23544" y="274861"/>
                    <a:pt x="17423" y="271906"/>
                    <a:pt x="13165" y="266960"/>
                  </a:cubicBezTo>
                  <a:cubicBezTo>
                    <a:pt x="7608" y="259602"/>
                    <a:pt x="3158" y="251469"/>
                    <a:pt x="-45" y="242822"/>
                  </a:cubicBezTo>
                  <a:cubicBezTo>
                    <a:pt x="1193" y="170850"/>
                    <a:pt x="20668" y="98951"/>
                    <a:pt x="36840" y="28800"/>
                  </a:cubicBezTo>
                  <a:cubicBezTo>
                    <a:pt x="43543" y="-47"/>
                    <a:pt x="95263" y="64640"/>
                    <a:pt x="97594" y="67335"/>
                  </a:cubicBezTo>
                  <a:cubicBezTo>
                    <a:pt x="111945" y="83653"/>
                    <a:pt x="122799" y="91156"/>
                    <a:pt x="144580" y="92321"/>
                  </a:cubicBezTo>
                  <a:cubicBezTo>
                    <a:pt x="204095" y="95600"/>
                    <a:pt x="270750" y="59395"/>
                    <a:pt x="318027" y="27197"/>
                  </a:cubicBezTo>
                  <a:cubicBezTo>
                    <a:pt x="328151" y="19667"/>
                    <a:pt x="338898" y="13014"/>
                    <a:pt x="350152" y="7310"/>
                  </a:cubicBezTo>
                  <a:cubicBezTo>
                    <a:pt x="358420" y="3600"/>
                    <a:pt x="367179" y="1098"/>
                    <a:pt x="376159" y="-120"/>
                  </a:cubicBezTo>
                  <a:cubicBezTo>
                    <a:pt x="368509" y="42713"/>
                    <a:pt x="307100" y="94434"/>
                    <a:pt x="275411" y="110169"/>
                  </a:cubicBezTo>
                  <a:cubicBezTo>
                    <a:pt x="211307" y="142003"/>
                    <a:pt x="135110" y="126122"/>
                    <a:pt x="63576" y="129838"/>
                  </a:cubicBezTo>
                  <a:cubicBezTo>
                    <a:pt x="58339" y="129700"/>
                    <a:pt x="53160" y="130957"/>
                    <a:pt x="48569" y="133480"/>
                  </a:cubicBezTo>
                  <a:cubicBezTo>
                    <a:pt x="39973" y="139162"/>
                    <a:pt x="39463" y="151327"/>
                    <a:pt x="39755" y="161599"/>
                  </a:cubicBezTo>
                  <a:cubicBezTo>
                    <a:pt x="40337" y="178645"/>
                    <a:pt x="42522" y="198677"/>
                    <a:pt x="57310" y="207346"/>
                  </a:cubicBezTo>
                  <a:cubicBezTo>
                    <a:pt x="64708" y="210897"/>
                    <a:pt x="72858" y="212597"/>
                    <a:pt x="81058" y="212300"/>
                  </a:cubicBezTo>
                  <a:cubicBezTo>
                    <a:pt x="257340" y="220017"/>
                    <a:pt x="433957" y="213830"/>
                    <a:pt x="609267" y="193796"/>
                  </a:cubicBezTo>
                  <a:cubicBezTo>
                    <a:pt x="638752" y="191824"/>
                    <a:pt x="667764" y="185363"/>
                    <a:pt x="695299" y="174637"/>
                  </a:cubicBezTo>
                  <a:cubicBezTo>
                    <a:pt x="713291" y="166204"/>
                    <a:pt x="730073" y="155399"/>
                    <a:pt x="745198" y="142513"/>
                  </a:cubicBezTo>
                  <a:cubicBezTo>
                    <a:pt x="767717" y="160206"/>
                    <a:pt x="748913" y="207445"/>
                    <a:pt x="729391" y="225656"/>
                  </a:cubicBezTo>
                  <a:close/>
                </a:path>
              </a:pathLst>
            </a:custGeom>
            <a:solidFill>
              <a:srgbClr val="E8EAF2"/>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36" name="任意多边形: 形状 35">
              <a:extLst>
                <a:ext uri="{FF2B5EF4-FFF2-40B4-BE49-F238E27FC236}">
                  <a16:creationId xmlns:a16="http://schemas.microsoft.com/office/drawing/2014/main" id="{01AF31B2-F16D-4EF6-9B25-CFB8816CCD50}"/>
                </a:ext>
              </a:extLst>
            </p:cNvPr>
            <p:cNvSpPr/>
            <p:nvPr/>
          </p:nvSpPr>
          <p:spPr>
            <a:xfrm>
              <a:off x="2857280" y="828932"/>
              <a:ext cx="498126" cy="504805"/>
            </a:xfrm>
            <a:custGeom>
              <a:avLst/>
              <a:gdLst>
                <a:gd name="connsiteX0" fmla="*/ 414644 w 498126"/>
                <a:gd name="connsiteY0" fmla="*/ 284945 h 504805"/>
                <a:gd name="connsiteX1" fmla="*/ 380406 w 498126"/>
                <a:gd name="connsiteY1" fmla="*/ 352036 h 504805"/>
                <a:gd name="connsiteX2" fmla="*/ 300857 w 498126"/>
                <a:gd name="connsiteY2" fmla="*/ 314301 h 504805"/>
                <a:gd name="connsiteX3" fmla="*/ 238793 w 498126"/>
                <a:gd name="connsiteY3" fmla="*/ 403174 h 504805"/>
                <a:gd name="connsiteX4" fmla="*/ 115536 w 498126"/>
                <a:gd name="connsiteY4" fmla="*/ 502755 h 504805"/>
                <a:gd name="connsiteX5" fmla="*/ 81591 w 498126"/>
                <a:gd name="connsiteY5" fmla="*/ 502682 h 504805"/>
                <a:gd name="connsiteX6" fmla="*/ 31108 w 498126"/>
                <a:gd name="connsiteY6" fmla="*/ 444696 h 504805"/>
                <a:gd name="connsiteX7" fmla="*/ 8744 w 498126"/>
                <a:gd name="connsiteY7" fmla="*/ 381029 h 504805"/>
                <a:gd name="connsiteX8" fmla="*/ 657 w 498126"/>
                <a:gd name="connsiteY8" fmla="*/ 334334 h 504805"/>
                <a:gd name="connsiteX9" fmla="*/ 658 w 498126"/>
                <a:gd name="connsiteY9" fmla="*/ 334261 h 504805"/>
                <a:gd name="connsiteX10" fmla="*/ 512 w 498126"/>
                <a:gd name="connsiteY10" fmla="*/ 301990 h 504805"/>
                <a:gd name="connsiteX11" fmla="*/ 87783 w 498126"/>
                <a:gd name="connsiteY11" fmla="*/ 136557 h 504805"/>
                <a:gd name="connsiteX12" fmla="*/ 246004 w 498126"/>
                <a:gd name="connsiteY12" fmla="*/ 29764 h 504805"/>
                <a:gd name="connsiteX13" fmla="*/ 304354 w 498126"/>
                <a:gd name="connsiteY13" fmla="*/ 3757 h 504805"/>
                <a:gd name="connsiteX14" fmla="*/ 365983 w 498126"/>
                <a:gd name="connsiteY14" fmla="*/ 1208 h 504805"/>
                <a:gd name="connsiteX15" fmla="*/ 444366 w 498126"/>
                <a:gd name="connsiteY15" fmla="*/ 19638 h 504805"/>
                <a:gd name="connsiteX16" fmla="*/ 471974 w 498126"/>
                <a:gd name="connsiteY16" fmla="*/ 39015 h 504805"/>
                <a:gd name="connsiteX17" fmla="*/ 495867 w 498126"/>
                <a:gd name="connsiteY17" fmla="*/ 78935 h 504805"/>
                <a:gd name="connsiteX18" fmla="*/ 458425 w 498126"/>
                <a:gd name="connsiteY18" fmla="*/ 189515 h 504805"/>
                <a:gd name="connsiteX19" fmla="*/ 414644 w 498126"/>
                <a:gd name="connsiteY19" fmla="*/ 284945 h 504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98126" h="504805">
                  <a:moveTo>
                    <a:pt x="414644" y="284945"/>
                  </a:moveTo>
                  <a:cubicBezTo>
                    <a:pt x="413623" y="312917"/>
                    <a:pt x="432709" y="367188"/>
                    <a:pt x="380406" y="352036"/>
                  </a:cubicBezTo>
                  <a:cubicBezTo>
                    <a:pt x="349227" y="343003"/>
                    <a:pt x="340413" y="306070"/>
                    <a:pt x="300857" y="314301"/>
                  </a:cubicBezTo>
                  <a:cubicBezTo>
                    <a:pt x="260937" y="322679"/>
                    <a:pt x="252196" y="371267"/>
                    <a:pt x="238793" y="403174"/>
                  </a:cubicBezTo>
                  <a:cubicBezTo>
                    <a:pt x="216626" y="454650"/>
                    <a:pt x="170521" y="491899"/>
                    <a:pt x="115536" y="502755"/>
                  </a:cubicBezTo>
                  <a:cubicBezTo>
                    <a:pt x="104367" y="505354"/>
                    <a:pt x="92748" y="505329"/>
                    <a:pt x="81591" y="502682"/>
                  </a:cubicBezTo>
                  <a:cubicBezTo>
                    <a:pt x="56094" y="495398"/>
                    <a:pt x="41525" y="469100"/>
                    <a:pt x="31108" y="444696"/>
                  </a:cubicBezTo>
                  <a:cubicBezTo>
                    <a:pt x="22087" y="424057"/>
                    <a:pt x="14612" y="402776"/>
                    <a:pt x="8744" y="381029"/>
                  </a:cubicBezTo>
                  <a:cubicBezTo>
                    <a:pt x="4679" y="365732"/>
                    <a:pt x="1973" y="350107"/>
                    <a:pt x="657" y="334334"/>
                  </a:cubicBezTo>
                  <a:lnTo>
                    <a:pt x="658" y="334261"/>
                  </a:lnTo>
                  <a:cubicBezTo>
                    <a:pt x="-228" y="323524"/>
                    <a:pt x="-277" y="312735"/>
                    <a:pt x="512" y="301990"/>
                  </a:cubicBezTo>
                  <a:cubicBezTo>
                    <a:pt x="5248" y="238396"/>
                    <a:pt x="41452" y="180410"/>
                    <a:pt x="87783" y="136557"/>
                  </a:cubicBezTo>
                  <a:cubicBezTo>
                    <a:pt x="134112" y="92703"/>
                    <a:pt x="190423" y="61015"/>
                    <a:pt x="246004" y="29764"/>
                  </a:cubicBezTo>
                  <a:cubicBezTo>
                    <a:pt x="264156" y="18435"/>
                    <a:pt x="283794" y="9682"/>
                    <a:pt x="304354" y="3757"/>
                  </a:cubicBezTo>
                  <a:cubicBezTo>
                    <a:pt x="324634" y="-334"/>
                    <a:pt x="345434" y="-1194"/>
                    <a:pt x="365983" y="1208"/>
                  </a:cubicBezTo>
                  <a:cubicBezTo>
                    <a:pt x="393038" y="2363"/>
                    <a:pt x="419631" y="8616"/>
                    <a:pt x="444366" y="19638"/>
                  </a:cubicBezTo>
                  <a:cubicBezTo>
                    <a:pt x="454507" y="24645"/>
                    <a:pt x="463818" y="31180"/>
                    <a:pt x="471974" y="39015"/>
                  </a:cubicBezTo>
                  <a:cubicBezTo>
                    <a:pt x="483581" y="49772"/>
                    <a:pt x="491871" y="63623"/>
                    <a:pt x="495867" y="78935"/>
                  </a:cubicBezTo>
                  <a:cubicBezTo>
                    <a:pt x="505921" y="120020"/>
                    <a:pt x="479695" y="157026"/>
                    <a:pt x="458425" y="189515"/>
                  </a:cubicBezTo>
                  <a:cubicBezTo>
                    <a:pt x="439483" y="218363"/>
                    <a:pt x="416027" y="248958"/>
                    <a:pt x="414644" y="284945"/>
                  </a:cubicBezTo>
                  <a:close/>
                </a:path>
              </a:pathLst>
            </a:custGeom>
            <a:solidFill>
              <a:srgbClr val="2F2E41"/>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37" name="任意多边形: 形状 36">
              <a:extLst>
                <a:ext uri="{FF2B5EF4-FFF2-40B4-BE49-F238E27FC236}">
                  <a16:creationId xmlns:a16="http://schemas.microsoft.com/office/drawing/2014/main" id="{B30F8B35-0F89-4728-82F1-DE0EAB858965}"/>
                </a:ext>
              </a:extLst>
            </p:cNvPr>
            <p:cNvSpPr/>
            <p:nvPr/>
          </p:nvSpPr>
          <p:spPr>
            <a:xfrm>
              <a:off x="4105167" y="1581430"/>
              <a:ext cx="47026" cy="132906"/>
            </a:xfrm>
            <a:custGeom>
              <a:avLst/>
              <a:gdLst>
                <a:gd name="connsiteX0" fmla="*/ 46981 w 47026"/>
                <a:gd name="connsiteY0" fmla="*/ 132786 h 132906"/>
                <a:gd name="connsiteX1" fmla="*/ 2402 w 47026"/>
                <a:gd name="connsiteY1" fmla="*/ -120 h 132906"/>
                <a:gd name="connsiteX2" fmla="*/ 38146 w 47026"/>
                <a:gd name="connsiteY2" fmla="*/ 63809 h 132906"/>
                <a:gd name="connsiteX3" fmla="*/ 46981 w 47026"/>
                <a:gd name="connsiteY3" fmla="*/ 132786 h 132906"/>
              </a:gdLst>
              <a:ahLst/>
              <a:cxnLst>
                <a:cxn ang="0">
                  <a:pos x="connsiteX0" y="connsiteY0"/>
                </a:cxn>
                <a:cxn ang="0">
                  <a:pos x="connsiteX1" y="connsiteY1"/>
                </a:cxn>
                <a:cxn ang="0">
                  <a:pos x="connsiteX2" y="connsiteY2"/>
                </a:cxn>
                <a:cxn ang="0">
                  <a:pos x="connsiteX3" y="connsiteY3"/>
                </a:cxn>
              </a:cxnLst>
              <a:rect l="l" t="t" r="r" b="b"/>
              <a:pathLst>
                <a:path w="47026" h="132906">
                  <a:moveTo>
                    <a:pt x="46981" y="132786"/>
                  </a:moveTo>
                  <a:cubicBezTo>
                    <a:pt x="35786" y="104594"/>
                    <a:pt x="-11194" y="26680"/>
                    <a:pt x="2402" y="-120"/>
                  </a:cubicBezTo>
                  <a:cubicBezTo>
                    <a:pt x="16515" y="19884"/>
                    <a:pt x="28495" y="41310"/>
                    <a:pt x="38146" y="63809"/>
                  </a:cubicBezTo>
                  <a:cubicBezTo>
                    <a:pt x="47024" y="85604"/>
                    <a:pt x="39772" y="114826"/>
                    <a:pt x="46981" y="132786"/>
                  </a:cubicBezTo>
                  <a:close/>
                </a:path>
              </a:pathLst>
            </a:custGeom>
            <a:solidFill>
              <a:srgbClr val="000000">
                <a:alpha val="10000"/>
              </a:srgbClr>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38" name="任意多边形: 形状 37">
              <a:extLst>
                <a:ext uri="{FF2B5EF4-FFF2-40B4-BE49-F238E27FC236}">
                  <a16:creationId xmlns:a16="http://schemas.microsoft.com/office/drawing/2014/main" id="{B9A5FDDD-4247-4C6C-9572-10A94F5C3ECB}"/>
                </a:ext>
              </a:extLst>
            </p:cNvPr>
            <p:cNvSpPr/>
            <p:nvPr/>
          </p:nvSpPr>
          <p:spPr>
            <a:xfrm>
              <a:off x="2901409" y="862431"/>
              <a:ext cx="455206" cy="471307"/>
            </a:xfrm>
            <a:custGeom>
              <a:avLst/>
              <a:gdLst>
                <a:gd name="connsiteX0" fmla="*/ 415455 w 455206"/>
                <a:gd name="connsiteY0" fmla="*/ 156005 h 471307"/>
                <a:gd name="connsiteX1" fmla="*/ 452952 w 455206"/>
                <a:gd name="connsiteY1" fmla="*/ 45406 h 471307"/>
                <a:gd name="connsiteX2" fmla="*/ 422529 w 455206"/>
                <a:gd name="connsiteY2" fmla="*/ -120 h 471307"/>
                <a:gd name="connsiteX3" fmla="*/ 430238 w 455206"/>
                <a:gd name="connsiteY3" fmla="*/ 19073 h 471307"/>
                <a:gd name="connsiteX4" fmla="*/ 392740 w 455206"/>
                <a:gd name="connsiteY4" fmla="*/ 129671 h 471307"/>
                <a:gd name="connsiteX5" fmla="*/ 349002 w 455206"/>
                <a:gd name="connsiteY5" fmla="*/ 225110 h 471307"/>
                <a:gd name="connsiteX6" fmla="*/ 314720 w 455206"/>
                <a:gd name="connsiteY6" fmla="*/ 292210 h 471307"/>
                <a:gd name="connsiteX7" fmla="*/ 235189 w 455206"/>
                <a:gd name="connsiteY7" fmla="*/ 254483 h 471307"/>
                <a:gd name="connsiteX8" fmla="*/ 173143 w 455206"/>
                <a:gd name="connsiteY8" fmla="*/ 343349 h 471307"/>
                <a:gd name="connsiteX9" fmla="*/ 49860 w 455206"/>
                <a:gd name="connsiteY9" fmla="*/ 442937 h 471307"/>
                <a:gd name="connsiteX10" fmla="*/ 15938 w 455206"/>
                <a:gd name="connsiteY10" fmla="*/ 442853 h 471307"/>
                <a:gd name="connsiteX11" fmla="*/ -45 w 455206"/>
                <a:gd name="connsiteY11" fmla="*/ 435005 h 471307"/>
                <a:gd name="connsiteX12" fmla="*/ 38652 w 455206"/>
                <a:gd name="connsiteY12" fmla="*/ 469187 h 471307"/>
                <a:gd name="connsiteX13" fmla="*/ 72574 w 455206"/>
                <a:gd name="connsiteY13" fmla="*/ 469271 h 471307"/>
                <a:gd name="connsiteX14" fmla="*/ 195859 w 455206"/>
                <a:gd name="connsiteY14" fmla="*/ 369683 h 471307"/>
                <a:gd name="connsiteX15" fmla="*/ 257904 w 455206"/>
                <a:gd name="connsiteY15" fmla="*/ 280817 h 471307"/>
                <a:gd name="connsiteX16" fmla="*/ 337434 w 455206"/>
                <a:gd name="connsiteY16" fmla="*/ 318544 h 471307"/>
                <a:gd name="connsiteX17" fmla="*/ 371717 w 455206"/>
                <a:gd name="connsiteY17" fmla="*/ 251443 h 471307"/>
                <a:gd name="connsiteX18" fmla="*/ 415455 w 455206"/>
                <a:gd name="connsiteY18" fmla="*/ 156005 h 4713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55206" h="471307">
                  <a:moveTo>
                    <a:pt x="415455" y="156005"/>
                  </a:moveTo>
                  <a:cubicBezTo>
                    <a:pt x="436766" y="123497"/>
                    <a:pt x="462992" y="86495"/>
                    <a:pt x="452952" y="45406"/>
                  </a:cubicBezTo>
                  <a:cubicBezTo>
                    <a:pt x="448026" y="27329"/>
                    <a:pt x="437346" y="11348"/>
                    <a:pt x="422529" y="-120"/>
                  </a:cubicBezTo>
                  <a:cubicBezTo>
                    <a:pt x="425969" y="5893"/>
                    <a:pt x="428563" y="12351"/>
                    <a:pt x="430238" y="19073"/>
                  </a:cubicBezTo>
                  <a:cubicBezTo>
                    <a:pt x="440278" y="60161"/>
                    <a:pt x="414052" y="97164"/>
                    <a:pt x="392740" y="129671"/>
                  </a:cubicBezTo>
                  <a:cubicBezTo>
                    <a:pt x="373828" y="158519"/>
                    <a:pt x="350352" y="189147"/>
                    <a:pt x="349002" y="225110"/>
                  </a:cubicBezTo>
                  <a:cubicBezTo>
                    <a:pt x="347953" y="253061"/>
                    <a:pt x="367073" y="307371"/>
                    <a:pt x="314720" y="292210"/>
                  </a:cubicBezTo>
                  <a:cubicBezTo>
                    <a:pt x="283575" y="283192"/>
                    <a:pt x="274765" y="246230"/>
                    <a:pt x="235189" y="254483"/>
                  </a:cubicBezTo>
                  <a:cubicBezTo>
                    <a:pt x="195265" y="262810"/>
                    <a:pt x="186549" y="311412"/>
                    <a:pt x="173143" y="343349"/>
                  </a:cubicBezTo>
                  <a:cubicBezTo>
                    <a:pt x="150950" y="394817"/>
                    <a:pt x="104843" y="432062"/>
                    <a:pt x="49860" y="442937"/>
                  </a:cubicBezTo>
                  <a:cubicBezTo>
                    <a:pt x="38697" y="445521"/>
                    <a:pt x="27088" y="445492"/>
                    <a:pt x="15938" y="442853"/>
                  </a:cubicBezTo>
                  <a:cubicBezTo>
                    <a:pt x="10194" y="441187"/>
                    <a:pt x="4786" y="438531"/>
                    <a:pt x="-45" y="435005"/>
                  </a:cubicBezTo>
                  <a:cubicBezTo>
                    <a:pt x="7942" y="450980"/>
                    <a:pt x="21814" y="463233"/>
                    <a:pt x="38652" y="469187"/>
                  </a:cubicBezTo>
                  <a:cubicBezTo>
                    <a:pt x="49802" y="471826"/>
                    <a:pt x="61411" y="471855"/>
                    <a:pt x="72574" y="469271"/>
                  </a:cubicBezTo>
                  <a:cubicBezTo>
                    <a:pt x="127558" y="458396"/>
                    <a:pt x="173665" y="421151"/>
                    <a:pt x="195859" y="369683"/>
                  </a:cubicBezTo>
                  <a:cubicBezTo>
                    <a:pt x="209263" y="337746"/>
                    <a:pt x="217978" y="289144"/>
                    <a:pt x="257904" y="280817"/>
                  </a:cubicBezTo>
                  <a:cubicBezTo>
                    <a:pt x="297480" y="272563"/>
                    <a:pt x="306291" y="309526"/>
                    <a:pt x="337434" y="318544"/>
                  </a:cubicBezTo>
                  <a:cubicBezTo>
                    <a:pt x="389788" y="333704"/>
                    <a:pt x="370668" y="279395"/>
                    <a:pt x="371717" y="251443"/>
                  </a:cubicBezTo>
                  <a:cubicBezTo>
                    <a:pt x="373067" y="215481"/>
                    <a:pt x="396543" y="184853"/>
                    <a:pt x="415455" y="156005"/>
                  </a:cubicBezTo>
                  <a:close/>
                </a:path>
              </a:pathLst>
            </a:custGeom>
            <a:solidFill>
              <a:srgbClr val="000000">
                <a:alpha val="10000"/>
              </a:srgbClr>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39" name="任意多边形: 形状 38">
              <a:extLst>
                <a:ext uri="{FF2B5EF4-FFF2-40B4-BE49-F238E27FC236}">
                  <a16:creationId xmlns:a16="http://schemas.microsoft.com/office/drawing/2014/main" id="{74472E3E-3E0F-4C5C-B154-50137E9FDC09}"/>
                </a:ext>
              </a:extLst>
            </p:cNvPr>
            <p:cNvSpPr/>
            <p:nvPr/>
          </p:nvSpPr>
          <p:spPr>
            <a:xfrm>
              <a:off x="2857279" y="828932"/>
              <a:ext cx="488172" cy="381148"/>
            </a:xfrm>
            <a:custGeom>
              <a:avLst/>
              <a:gdLst>
                <a:gd name="connsiteX0" fmla="*/ 471173 w 488172"/>
                <a:gd name="connsiteY0" fmla="*/ 133934 h 381148"/>
                <a:gd name="connsiteX1" fmla="*/ 455147 w 488172"/>
                <a:gd name="connsiteY1" fmla="*/ 156808 h 381148"/>
                <a:gd name="connsiteX2" fmla="*/ 418140 w 488172"/>
                <a:gd name="connsiteY2" fmla="*/ 195125 h 381148"/>
                <a:gd name="connsiteX3" fmla="*/ 393155 w 488172"/>
                <a:gd name="connsiteY3" fmla="*/ 214720 h 381148"/>
                <a:gd name="connsiteX4" fmla="*/ 342672 w 488172"/>
                <a:gd name="connsiteY4" fmla="*/ 244879 h 381148"/>
                <a:gd name="connsiteX5" fmla="*/ 181098 w 488172"/>
                <a:gd name="connsiteY5" fmla="*/ 302792 h 381148"/>
                <a:gd name="connsiteX6" fmla="*/ 73068 w 488172"/>
                <a:gd name="connsiteY6" fmla="*/ 334189 h 381148"/>
                <a:gd name="connsiteX7" fmla="*/ 8744 w 488172"/>
                <a:gd name="connsiteY7" fmla="*/ 381029 h 381148"/>
                <a:gd name="connsiteX8" fmla="*/ 658 w 488172"/>
                <a:gd name="connsiteY8" fmla="*/ 334334 h 381148"/>
                <a:gd name="connsiteX9" fmla="*/ 658 w 488172"/>
                <a:gd name="connsiteY9" fmla="*/ 334261 h 381148"/>
                <a:gd name="connsiteX10" fmla="*/ 512 w 488172"/>
                <a:gd name="connsiteY10" fmla="*/ 301990 h 381148"/>
                <a:gd name="connsiteX11" fmla="*/ 87783 w 488172"/>
                <a:gd name="connsiteY11" fmla="*/ 136557 h 381148"/>
                <a:gd name="connsiteX12" fmla="*/ 246005 w 488172"/>
                <a:gd name="connsiteY12" fmla="*/ 29764 h 381148"/>
                <a:gd name="connsiteX13" fmla="*/ 304355 w 488172"/>
                <a:gd name="connsiteY13" fmla="*/ 3757 h 381148"/>
                <a:gd name="connsiteX14" fmla="*/ 365984 w 488172"/>
                <a:gd name="connsiteY14" fmla="*/ 1208 h 381148"/>
                <a:gd name="connsiteX15" fmla="*/ 444367 w 488172"/>
                <a:gd name="connsiteY15" fmla="*/ 19638 h 381148"/>
                <a:gd name="connsiteX16" fmla="*/ 471975 w 488172"/>
                <a:gd name="connsiteY16" fmla="*/ 39015 h 381148"/>
                <a:gd name="connsiteX17" fmla="*/ 485816 w 488172"/>
                <a:gd name="connsiteY17" fmla="*/ 68300 h 381148"/>
                <a:gd name="connsiteX18" fmla="*/ 471173 w 488172"/>
                <a:gd name="connsiteY18" fmla="*/ 133934 h 381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88172" h="381148">
                  <a:moveTo>
                    <a:pt x="471173" y="133934"/>
                  </a:moveTo>
                  <a:cubicBezTo>
                    <a:pt x="466282" y="141865"/>
                    <a:pt x="460931" y="149503"/>
                    <a:pt x="455147" y="156808"/>
                  </a:cubicBezTo>
                  <a:cubicBezTo>
                    <a:pt x="444102" y="170766"/>
                    <a:pt x="431706" y="183601"/>
                    <a:pt x="418140" y="195125"/>
                  </a:cubicBezTo>
                  <a:cubicBezTo>
                    <a:pt x="410154" y="202082"/>
                    <a:pt x="401815" y="208623"/>
                    <a:pt x="393155" y="214720"/>
                  </a:cubicBezTo>
                  <a:cubicBezTo>
                    <a:pt x="377103" y="226019"/>
                    <a:pt x="360229" y="236100"/>
                    <a:pt x="342672" y="244879"/>
                  </a:cubicBezTo>
                  <a:cubicBezTo>
                    <a:pt x="291534" y="270666"/>
                    <a:pt x="236171" y="286839"/>
                    <a:pt x="181098" y="302792"/>
                  </a:cubicBezTo>
                  <a:cubicBezTo>
                    <a:pt x="145113" y="313282"/>
                    <a:pt x="109103" y="323747"/>
                    <a:pt x="73068" y="334189"/>
                  </a:cubicBezTo>
                  <a:cubicBezTo>
                    <a:pt x="59810" y="344242"/>
                    <a:pt x="35552" y="362307"/>
                    <a:pt x="8744" y="381029"/>
                  </a:cubicBezTo>
                  <a:cubicBezTo>
                    <a:pt x="4680" y="365732"/>
                    <a:pt x="1973" y="350107"/>
                    <a:pt x="658" y="334334"/>
                  </a:cubicBezTo>
                  <a:lnTo>
                    <a:pt x="658" y="334261"/>
                  </a:lnTo>
                  <a:cubicBezTo>
                    <a:pt x="-228" y="323524"/>
                    <a:pt x="-277" y="312735"/>
                    <a:pt x="512" y="301990"/>
                  </a:cubicBezTo>
                  <a:cubicBezTo>
                    <a:pt x="5248" y="238396"/>
                    <a:pt x="41452" y="180410"/>
                    <a:pt x="87783" y="136557"/>
                  </a:cubicBezTo>
                  <a:cubicBezTo>
                    <a:pt x="134113" y="92703"/>
                    <a:pt x="190423" y="61015"/>
                    <a:pt x="246005" y="29764"/>
                  </a:cubicBezTo>
                  <a:cubicBezTo>
                    <a:pt x="264157" y="18435"/>
                    <a:pt x="283795" y="9682"/>
                    <a:pt x="304355" y="3757"/>
                  </a:cubicBezTo>
                  <a:cubicBezTo>
                    <a:pt x="324635" y="-334"/>
                    <a:pt x="345434" y="-1194"/>
                    <a:pt x="365984" y="1208"/>
                  </a:cubicBezTo>
                  <a:cubicBezTo>
                    <a:pt x="393038" y="2363"/>
                    <a:pt x="419632" y="8616"/>
                    <a:pt x="444367" y="19638"/>
                  </a:cubicBezTo>
                  <a:cubicBezTo>
                    <a:pt x="454507" y="24645"/>
                    <a:pt x="463819" y="31180"/>
                    <a:pt x="471975" y="39015"/>
                  </a:cubicBezTo>
                  <a:cubicBezTo>
                    <a:pt x="478071" y="48005"/>
                    <a:pt x="482740" y="57883"/>
                    <a:pt x="485816" y="68300"/>
                  </a:cubicBezTo>
                  <a:cubicBezTo>
                    <a:pt x="492662" y="90445"/>
                    <a:pt x="483264" y="114265"/>
                    <a:pt x="471173" y="133934"/>
                  </a:cubicBezTo>
                  <a:close/>
                </a:path>
              </a:pathLst>
            </a:custGeom>
            <a:solidFill>
              <a:srgbClr val="000000">
                <a:alpha val="10000"/>
              </a:srgbClr>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40" name="任意多边形: 形状 39">
              <a:extLst>
                <a:ext uri="{FF2B5EF4-FFF2-40B4-BE49-F238E27FC236}">
                  <a16:creationId xmlns:a16="http://schemas.microsoft.com/office/drawing/2014/main" id="{E73571D1-E394-4A50-BD30-422BB5C2070E}"/>
                </a:ext>
              </a:extLst>
            </p:cNvPr>
            <p:cNvSpPr/>
            <p:nvPr/>
          </p:nvSpPr>
          <p:spPr>
            <a:xfrm>
              <a:off x="2742316" y="770599"/>
              <a:ext cx="603135" cy="496646"/>
            </a:xfrm>
            <a:custGeom>
              <a:avLst/>
              <a:gdLst>
                <a:gd name="connsiteX0" fmla="*/ 586136 w 603135"/>
                <a:gd name="connsiteY0" fmla="*/ 184982 h 496646"/>
                <a:gd name="connsiteX1" fmla="*/ 570110 w 603135"/>
                <a:gd name="connsiteY1" fmla="*/ 207856 h 496646"/>
                <a:gd name="connsiteX2" fmla="*/ 533104 w 603135"/>
                <a:gd name="connsiteY2" fmla="*/ 246173 h 496646"/>
                <a:gd name="connsiteX3" fmla="*/ 508118 w 603135"/>
                <a:gd name="connsiteY3" fmla="*/ 265769 h 496646"/>
                <a:gd name="connsiteX4" fmla="*/ 457636 w 603135"/>
                <a:gd name="connsiteY4" fmla="*/ 295927 h 496646"/>
                <a:gd name="connsiteX5" fmla="*/ 296062 w 603135"/>
                <a:gd name="connsiteY5" fmla="*/ 353840 h 496646"/>
                <a:gd name="connsiteX6" fmla="*/ 188031 w 603135"/>
                <a:gd name="connsiteY6" fmla="*/ 385237 h 496646"/>
                <a:gd name="connsiteX7" fmla="*/ 3001 w 603135"/>
                <a:gd name="connsiteY7" fmla="*/ 495526 h 496646"/>
                <a:gd name="connsiteX8" fmla="*/ 114935 w 603135"/>
                <a:gd name="connsiteY8" fmla="*/ 384829 h 496646"/>
                <a:gd name="connsiteX9" fmla="*/ 121231 w 603135"/>
                <a:gd name="connsiteY9" fmla="*/ 389608 h 496646"/>
                <a:gd name="connsiteX10" fmla="*/ 86192 w 603135"/>
                <a:gd name="connsiteY10" fmla="*/ 322516 h 496646"/>
                <a:gd name="connsiteX11" fmla="*/ 85099 w 603135"/>
                <a:gd name="connsiteY11" fmla="*/ 185565 h 496646"/>
                <a:gd name="connsiteX12" fmla="*/ 163628 w 603135"/>
                <a:gd name="connsiteY12" fmla="*/ 77461 h 496646"/>
                <a:gd name="connsiteX13" fmla="*/ 216879 w 603135"/>
                <a:gd name="connsiteY13" fmla="*/ 47448 h 496646"/>
                <a:gd name="connsiteX14" fmla="*/ 222051 w 603135"/>
                <a:gd name="connsiteY14" fmla="*/ 40455 h 496646"/>
                <a:gd name="connsiteX15" fmla="*/ 224091 w 603135"/>
                <a:gd name="connsiteY15" fmla="*/ 36740 h 496646"/>
                <a:gd name="connsiteX16" fmla="*/ 229846 w 603135"/>
                <a:gd name="connsiteY16" fmla="*/ 25595 h 496646"/>
                <a:gd name="connsiteX17" fmla="*/ 262335 w 603135"/>
                <a:gd name="connsiteY17" fmla="*/ 20933 h 496646"/>
                <a:gd name="connsiteX18" fmla="*/ 265977 w 603135"/>
                <a:gd name="connsiteY18" fmla="*/ 21297 h 496646"/>
                <a:gd name="connsiteX19" fmla="*/ 272095 w 603135"/>
                <a:gd name="connsiteY19" fmla="*/ 21588 h 496646"/>
                <a:gd name="connsiteX20" fmla="*/ 393094 w 603135"/>
                <a:gd name="connsiteY20" fmla="*/ -120 h 496646"/>
                <a:gd name="connsiteX21" fmla="*/ 516058 w 603135"/>
                <a:gd name="connsiteY21" fmla="*/ 43661 h 496646"/>
                <a:gd name="connsiteX22" fmla="*/ 538787 w 603135"/>
                <a:gd name="connsiteY22" fmla="*/ 53932 h 496646"/>
                <a:gd name="connsiteX23" fmla="*/ 600779 w 603135"/>
                <a:gd name="connsiteY23" fmla="*/ 119348 h 496646"/>
                <a:gd name="connsiteX24" fmla="*/ 586136 w 603135"/>
                <a:gd name="connsiteY24" fmla="*/ 184982 h 4966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03135" h="496646">
                  <a:moveTo>
                    <a:pt x="586136" y="184982"/>
                  </a:moveTo>
                  <a:cubicBezTo>
                    <a:pt x="581246" y="192913"/>
                    <a:pt x="575895" y="200551"/>
                    <a:pt x="570110" y="207856"/>
                  </a:cubicBezTo>
                  <a:cubicBezTo>
                    <a:pt x="559065" y="221814"/>
                    <a:pt x="546669" y="234649"/>
                    <a:pt x="533104" y="246173"/>
                  </a:cubicBezTo>
                  <a:cubicBezTo>
                    <a:pt x="525118" y="253130"/>
                    <a:pt x="516778" y="259671"/>
                    <a:pt x="508118" y="265769"/>
                  </a:cubicBezTo>
                  <a:cubicBezTo>
                    <a:pt x="492067" y="277067"/>
                    <a:pt x="475192" y="287148"/>
                    <a:pt x="457636" y="295927"/>
                  </a:cubicBezTo>
                  <a:cubicBezTo>
                    <a:pt x="406497" y="321715"/>
                    <a:pt x="351134" y="337887"/>
                    <a:pt x="296062" y="353840"/>
                  </a:cubicBezTo>
                  <a:cubicBezTo>
                    <a:pt x="260076" y="364330"/>
                    <a:pt x="224066" y="374796"/>
                    <a:pt x="188031" y="385237"/>
                  </a:cubicBezTo>
                  <a:cubicBezTo>
                    <a:pt x="150369" y="413720"/>
                    <a:pt x="24199" y="507182"/>
                    <a:pt x="3001" y="495526"/>
                  </a:cubicBezTo>
                  <a:cubicBezTo>
                    <a:pt x="-21984" y="481758"/>
                    <a:pt x="114935" y="384829"/>
                    <a:pt x="114935" y="384829"/>
                  </a:cubicBezTo>
                  <a:lnTo>
                    <a:pt x="121231" y="389608"/>
                  </a:lnTo>
                  <a:cubicBezTo>
                    <a:pt x="101198" y="377005"/>
                    <a:pt x="90709" y="347794"/>
                    <a:pt x="86192" y="322516"/>
                  </a:cubicBezTo>
                  <a:cubicBezTo>
                    <a:pt x="78179" y="277279"/>
                    <a:pt x="74391" y="230293"/>
                    <a:pt x="85099" y="185565"/>
                  </a:cubicBezTo>
                  <a:cubicBezTo>
                    <a:pt x="95807" y="140910"/>
                    <a:pt x="122688" y="98368"/>
                    <a:pt x="163628" y="77461"/>
                  </a:cubicBezTo>
                  <a:cubicBezTo>
                    <a:pt x="181767" y="68136"/>
                    <a:pt x="203766" y="61799"/>
                    <a:pt x="216879" y="47448"/>
                  </a:cubicBezTo>
                  <a:cubicBezTo>
                    <a:pt x="218866" y="45324"/>
                    <a:pt x="220602" y="42978"/>
                    <a:pt x="222051" y="40455"/>
                  </a:cubicBezTo>
                  <a:cubicBezTo>
                    <a:pt x="222844" y="39282"/>
                    <a:pt x="223527" y="38039"/>
                    <a:pt x="224091" y="36740"/>
                  </a:cubicBezTo>
                  <a:cubicBezTo>
                    <a:pt x="225538" y="32800"/>
                    <a:pt x="227471" y="29056"/>
                    <a:pt x="229846" y="25595"/>
                  </a:cubicBezTo>
                  <a:cubicBezTo>
                    <a:pt x="237349" y="16926"/>
                    <a:pt x="250971" y="19549"/>
                    <a:pt x="262335" y="20933"/>
                  </a:cubicBezTo>
                  <a:cubicBezTo>
                    <a:pt x="263573" y="21078"/>
                    <a:pt x="264738" y="21224"/>
                    <a:pt x="265977" y="21297"/>
                  </a:cubicBezTo>
                  <a:cubicBezTo>
                    <a:pt x="268010" y="21503"/>
                    <a:pt x="270052" y="21600"/>
                    <a:pt x="272095" y="21588"/>
                  </a:cubicBezTo>
                  <a:cubicBezTo>
                    <a:pt x="312671" y="22462"/>
                    <a:pt x="352009" y="-120"/>
                    <a:pt x="393094" y="-120"/>
                  </a:cubicBezTo>
                  <a:cubicBezTo>
                    <a:pt x="438113" y="-193"/>
                    <a:pt x="476429" y="25886"/>
                    <a:pt x="516058" y="43661"/>
                  </a:cubicBezTo>
                  <a:cubicBezTo>
                    <a:pt x="524071" y="47303"/>
                    <a:pt x="531648" y="50581"/>
                    <a:pt x="538787" y="53932"/>
                  </a:cubicBezTo>
                  <a:cubicBezTo>
                    <a:pt x="567415" y="67263"/>
                    <a:pt x="588977" y="81468"/>
                    <a:pt x="600779" y="119348"/>
                  </a:cubicBezTo>
                  <a:cubicBezTo>
                    <a:pt x="607626" y="141493"/>
                    <a:pt x="598228" y="165314"/>
                    <a:pt x="586136" y="184982"/>
                  </a:cubicBezTo>
                  <a:close/>
                </a:path>
              </a:pathLst>
            </a:custGeom>
            <a:solidFill>
              <a:srgbClr val="3F3D56"/>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41" name="任意多边形: 形状 40">
              <a:extLst>
                <a:ext uri="{FF2B5EF4-FFF2-40B4-BE49-F238E27FC236}">
                  <a16:creationId xmlns:a16="http://schemas.microsoft.com/office/drawing/2014/main" id="{A2C05801-EEB7-4A95-A7FD-CEF2D6D948A7}"/>
                </a:ext>
              </a:extLst>
            </p:cNvPr>
            <p:cNvSpPr/>
            <p:nvPr/>
          </p:nvSpPr>
          <p:spPr>
            <a:xfrm>
              <a:off x="2959239" y="792015"/>
              <a:ext cx="57769" cy="31222"/>
            </a:xfrm>
            <a:custGeom>
              <a:avLst/>
              <a:gdLst>
                <a:gd name="connsiteX0" fmla="*/ 55173 w 57769"/>
                <a:gd name="connsiteY0" fmla="*/ 172 h 31222"/>
                <a:gd name="connsiteX1" fmla="*/ 50875 w 57769"/>
                <a:gd name="connsiteY1" fmla="*/ 23920 h 31222"/>
                <a:gd name="connsiteX2" fmla="*/ 33829 w 57769"/>
                <a:gd name="connsiteY2" fmla="*/ 29966 h 31222"/>
                <a:gd name="connsiteX3" fmla="*/ 20571 w 57769"/>
                <a:gd name="connsiteY3" fmla="*/ 30986 h 31222"/>
                <a:gd name="connsiteX4" fmla="*/ 3015 w 57769"/>
                <a:gd name="connsiteY4" fmla="*/ 27999 h 31222"/>
                <a:gd name="connsiteX5" fmla="*/ -45 w 57769"/>
                <a:gd name="connsiteY5" fmla="*/ 26032 h 31222"/>
                <a:gd name="connsiteX6" fmla="*/ 5127 w 57769"/>
                <a:gd name="connsiteY6" fmla="*/ 19039 h 31222"/>
                <a:gd name="connsiteX7" fmla="*/ 11246 w 57769"/>
                <a:gd name="connsiteY7" fmla="*/ 19330 h 31222"/>
                <a:gd name="connsiteX8" fmla="*/ 33100 w 57769"/>
                <a:gd name="connsiteY8" fmla="*/ 15615 h 31222"/>
                <a:gd name="connsiteX9" fmla="*/ 41332 w 57769"/>
                <a:gd name="connsiteY9" fmla="*/ 11682 h 31222"/>
                <a:gd name="connsiteX10" fmla="*/ 49053 w 57769"/>
                <a:gd name="connsiteY10" fmla="*/ -120 h 312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769" h="31222">
                  <a:moveTo>
                    <a:pt x="55173" y="172"/>
                  </a:moveTo>
                  <a:cubicBezTo>
                    <a:pt x="59809" y="8062"/>
                    <a:pt x="57982" y="18155"/>
                    <a:pt x="50875" y="23920"/>
                  </a:cubicBezTo>
                  <a:cubicBezTo>
                    <a:pt x="45862" y="27473"/>
                    <a:pt x="39961" y="29567"/>
                    <a:pt x="33829" y="29966"/>
                  </a:cubicBezTo>
                  <a:cubicBezTo>
                    <a:pt x="29433" y="30562"/>
                    <a:pt x="25006" y="30902"/>
                    <a:pt x="20571" y="30986"/>
                  </a:cubicBezTo>
                  <a:cubicBezTo>
                    <a:pt x="14561" y="31470"/>
                    <a:pt x="8526" y="30443"/>
                    <a:pt x="3015" y="27999"/>
                  </a:cubicBezTo>
                  <a:cubicBezTo>
                    <a:pt x="1942" y="27429"/>
                    <a:pt x="919" y="26771"/>
                    <a:pt x="-45" y="26032"/>
                  </a:cubicBezTo>
                  <a:cubicBezTo>
                    <a:pt x="1943" y="23908"/>
                    <a:pt x="3678" y="21561"/>
                    <a:pt x="5127" y="19039"/>
                  </a:cubicBezTo>
                  <a:cubicBezTo>
                    <a:pt x="6147" y="19840"/>
                    <a:pt x="7167" y="19622"/>
                    <a:pt x="11246" y="19330"/>
                  </a:cubicBezTo>
                  <a:cubicBezTo>
                    <a:pt x="18653" y="18970"/>
                    <a:pt x="25990" y="17723"/>
                    <a:pt x="33100" y="15615"/>
                  </a:cubicBezTo>
                  <a:cubicBezTo>
                    <a:pt x="36066" y="14830"/>
                    <a:pt x="38858" y="13496"/>
                    <a:pt x="41332" y="11682"/>
                  </a:cubicBezTo>
                  <a:cubicBezTo>
                    <a:pt x="44977" y="8563"/>
                    <a:pt x="47656" y="4469"/>
                    <a:pt x="49053" y="-120"/>
                  </a:cubicBezTo>
                  <a:close/>
                </a:path>
              </a:pathLst>
            </a:custGeom>
            <a:solidFill>
              <a:srgbClr val="000000">
                <a:alpha val="10000"/>
              </a:srgbClr>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42" name="任意多边形: 形状 41">
              <a:extLst>
                <a:ext uri="{FF2B5EF4-FFF2-40B4-BE49-F238E27FC236}">
                  <a16:creationId xmlns:a16="http://schemas.microsoft.com/office/drawing/2014/main" id="{0855B475-E7DC-4FBE-86B7-06C8594DC723}"/>
                </a:ext>
              </a:extLst>
            </p:cNvPr>
            <p:cNvSpPr/>
            <p:nvPr/>
          </p:nvSpPr>
          <p:spPr>
            <a:xfrm>
              <a:off x="2859995" y="1153962"/>
              <a:ext cx="68540" cy="9864"/>
            </a:xfrm>
            <a:custGeom>
              <a:avLst/>
              <a:gdLst>
                <a:gd name="connsiteX0" fmla="*/ -45 w 68540"/>
                <a:gd name="connsiteY0" fmla="*/ 393 h 9864"/>
                <a:gd name="connsiteX1" fmla="*/ 18643 w 68540"/>
                <a:gd name="connsiteY1" fmla="*/ 7350 h 9864"/>
                <a:gd name="connsiteX2" fmla="*/ 68495 w 68540"/>
                <a:gd name="connsiteY2" fmla="*/ -120 h 9864"/>
              </a:gdLst>
              <a:ahLst/>
              <a:cxnLst>
                <a:cxn ang="0">
                  <a:pos x="connsiteX0" y="connsiteY0"/>
                </a:cxn>
                <a:cxn ang="0">
                  <a:pos x="connsiteX1" y="connsiteY1"/>
                </a:cxn>
                <a:cxn ang="0">
                  <a:pos x="connsiteX2" y="connsiteY2"/>
                </a:cxn>
              </a:cxnLst>
              <a:rect l="l" t="t" r="r" b="b"/>
              <a:pathLst>
                <a:path w="68540" h="9864">
                  <a:moveTo>
                    <a:pt x="-45" y="393"/>
                  </a:moveTo>
                  <a:cubicBezTo>
                    <a:pt x="5654" y="3944"/>
                    <a:pt x="12009" y="6310"/>
                    <a:pt x="18643" y="7350"/>
                  </a:cubicBezTo>
                  <a:cubicBezTo>
                    <a:pt x="35553" y="12266"/>
                    <a:pt x="53768" y="9536"/>
                    <a:pt x="68495" y="-120"/>
                  </a:cubicBezTo>
                </a:path>
              </a:pathLst>
            </a:custGeom>
            <a:solidFill>
              <a:srgbClr val="000000">
                <a:alpha val="10000"/>
              </a:srgbClr>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grpSp>
      <p:grpSp>
        <p:nvGrpSpPr>
          <p:cNvPr id="107" name="组合 106">
            <a:extLst>
              <a:ext uri="{FF2B5EF4-FFF2-40B4-BE49-F238E27FC236}">
                <a16:creationId xmlns:a16="http://schemas.microsoft.com/office/drawing/2014/main" id="{1D1879BF-D31C-8E3A-F0F0-1275722C51AE}"/>
              </a:ext>
            </a:extLst>
          </p:cNvPr>
          <p:cNvGrpSpPr/>
          <p:nvPr/>
        </p:nvGrpSpPr>
        <p:grpSpPr>
          <a:xfrm>
            <a:off x="6212947" y="1354229"/>
            <a:ext cx="4446554" cy="480264"/>
            <a:chOff x="6212947" y="1354229"/>
            <a:chExt cx="4446554" cy="480264"/>
          </a:xfrm>
        </p:grpSpPr>
        <p:cxnSp>
          <p:nvCxnSpPr>
            <p:cNvPr id="83" name="直接箭头连接符 82">
              <a:extLst>
                <a:ext uri="{FF2B5EF4-FFF2-40B4-BE49-F238E27FC236}">
                  <a16:creationId xmlns:a16="http://schemas.microsoft.com/office/drawing/2014/main" id="{1D42FB35-FF3E-4990-AD00-82E5C48D2FF3}"/>
                </a:ext>
              </a:extLst>
            </p:cNvPr>
            <p:cNvCxnSpPr>
              <a:cxnSpLocks/>
            </p:cNvCxnSpPr>
            <p:nvPr/>
          </p:nvCxnSpPr>
          <p:spPr>
            <a:xfrm>
              <a:off x="6624263" y="1510464"/>
              <a:ext cx="360000" cy="0"/>
            </a:xfrm>
            <a:prstGeom prst="straightConnector1">
              <a:avLst/>
            </a:prstGeom>
            <a:ln w="12700">
              <a:solidFill>
                <a:srgbClr val="0070C0"/>
              </a:solidFill>
              <a:headEnd type="none"/>
              <a:tailEnd type="none"/>
            </a:ln>
          </p:spPr>
          <p:style>
            <a:lnRef idx="1">
              <a:schemeClr val="dk1"/>
            </a:lnRef>
            <a:fillRef idx="0">
              <a:schemeClr val="dk1"/>
            </a:fillRef>
            <a:effectRef idx="0">
              <a:schemeClr val="dk1"/>
            </a:effectRef>
            <a:fontRef idx="minor">
              <a:schemeClr val="tx1"/>
            </a:fontRef>
          </p:style>
        </p:cxnSp>
        <p:grpSp>
          <p:nvGrpSpPr>
            <p:cNvPr id="50" name="组合 49">
              <a:extLst>
                <a:ext uri="{FF2B5EF4-FFF2-40B4-BE49-F238E27FC236}">
                  <a16:creationId xmlns:a16="http://schemas.microsoft.com/office/drawing/2014/main" id="{309D8512-0967-5186-14C1-52A8D314B7EB}"/>
                </a:ext>
              </a:extLst>
            </p:cNvPr>
            <p:cNvGrpSpPr/>
            <p:nvPr/>
          </p:nvGrpSpPr>
          <p:grpSpPr>
            <a:xfrm>
              <a:off x="6212947" y="1354229"/>
              <a:ext cx="323850" cy="480264"/>
              <a:chOff x="3402007" y="2505696"/>
              <a:chExt cx="323850" cy="480264"/>
            </a:xfrm>
          </p:grpSpPr>
          <p:pic>
            <p:nvPicPr>
              <p:cNvPr id="3" name="图片 2">
                <a:extLst>
                  <a:ext uri="{FF2B5EF4-FFF2-40B4-BE49-F238E27FC236}">
                    <a16:creationId xmlns:a16="http://schemas.microsoft.com/office/drawing/2014/main" id="{988C3017-0676-B029-F4FA-B2FD5FC06E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02007" y="2505696"/>
                <a:ext cx="323850" cy="304800"/>
              </a:xfrm>
              <a:prstGeom prst="rect">
                <a:avLst/>
              </a:prstGeom>
            </p:spPr>
          </p:pic>
          <p:sp>
            <p:nvSpPr>
              <p:cNvPr id="45" name="文本框 44">
                <a:extLst>
                  <a:ext uri="{FF2B5EF4-FFF2-40B4-BE49-F238E27FC236}">
                    <a16:creationId xmlns:a16="http://schemas.microsoft.com/office/drawing/2014/main" id="{5B0E3768-28EC-693C-55AC-3B86B3CA9CF5}"/>
                  </a:ext>
                </a:extLst>
              </p:cNvPr>
              <p:cNvSpPr txBox="1"/>
              <p:nvPr/>
            </p:nvSpPr>
            <p:spPr>
              <a:xfrm>
                <a:off x="3431591" y="2770516"/>
                <a:ext cx="258405" cy="215444"/>
              </a:xfrm>
              <a:prstGeom prst="rect">
                <a:avLst/>
              </a:prstGeom>
              <a:noFill/>
            </p:spPr>
            <p:txBody>
              <a:bodyPr wrap="none" lIns="91440" tIns="45720" rIns="91440" bIns="45720" rtlCol="0">
                <a:spAutoFit/>
              </a:bodyPr>
              <a:lstStyle/>
              <a:p>
                <a:pPr algn="ctr"/>
                <a:r>
                  <a:rPr lang="en-US" altLang="zh-CN" sz="800" dirty="0">
                    <a:solidFill>
                      <a:schemeClr val="tx1"/>
                    </a:solidFill>
                    <a:latin typeface="Times New Roman" panose="02020603050405020304" pitchFamily="18" charset="0"/>
                    <a:ea typeface="微软雅黑 Light" panose="020B0502040204020203" pitchFamily="34" charset="-122"/>
                    <a:cs typeface="Courier New" panose="02070309020205020404" pitchFamily="49" charset="0"/>
                  </a:rPr>
                  <a:t>A</a:t>
                </a:r>
                <a:endParaRPr lang="zh-CN" altLang="en-US" sz="800" dirty="0">
                  <a:solidFill>
                    <a:schemeClr val="tx1"/>
                  </a:solidFill>
                  <a:latin typeface="Times New Roman" panose="02020603050405020304" pitchFamily="18" charset="0"/>
                  <a:ea typeface="微软雅黑 Light" panose="020B0502040204020203" pitchFamily="34" charset="-122"/>
                  <a:cs typeface="Courier New" panose="02070309020205020404" pitchFamily="49" charset="0"/>
                </a:endParaRPr>
              </a:p>
            </p:txBody>
          </p:sp>
        </p:grpSp>
        <p:grpSp>
          <p:nvGrpSpPr>
            <p:cNvPr id="51" name="组合 50">
              <a:extLst>
                <a:ext uri="{FF2B5EF4-FFF2-40B4-BE49-F238E27FC236}">
                  <a16:creationId xmlns:a16="http://schemas.microsoft.com/office/drawing/2014/main" id="{F2298195-CFD9-A4E7-15ED-447D670E7293}"/>
                </a:ext>
              </a:extLst>
            </p:cNvPr>
            <p:cNvGrpSpPr/>
            <p:nvPr/>
          </p:nvGrpSpPr>
          <p:grpSpPr>
            <a:xfrm>
              <a:off x="10335651" y="1354229"/>
              <a:ext cx="323850" cy="480264"/>
              <a:chOff x="7524711" y="2505696"/>
              <a:chExt cx="323850" cy="480264"/>
            </a:xfrm>
          </p:grpSpPr>
          <p:sp>
            <p:nvSpPr>
              <p:cNvPr id="85" name="文本框 84">
                <a:extLst>
                  <a:ext uri="{FF2B5EF4-FFF2-40B4-BE49-F238E27FC236}">
                    <a16:creationId xmlns:a16="http://schemas.microsoft.com/office/drawing/2014/main" id="{9C479183-EA22-4C99-BBCB-EDFA6AFAE39B}"/>
                  </a:ext>
                </a:extLst>
              </p:cNvPr>
              <p:cNvSpPr txBox="1"/>
              <p:nvPr/>
            </p:nvSpPr>
            <p:spPr>
              <a:xfrm>
                <a:off x="7556699" y="2770516"/>
                <a:ext cx="253596" cy="215444"/>
              </a:xfrm>
              <a:prstGeom prst="rect">
                <a:avLst/>
              </a:prstGeom>
              <a:noFill/>
            </p:spPr>
            <p:txBody>
              <a:bodyPr wrap="none" lIns="91440" tIns="45720" rIns="91440" bIns="45720" rtlCol="0">
                <a:spAutoFit/>
              </a:bodyPr>
              <a:lstStyle/>
              <a:p>
                <a:pPr algn="ctr"/>
                <a:r>
                  <a:rPr lang="en-US" altLang="zh-CN" sz="800" dirty="0">
                    <a:solidFill>
                      <a:schemeClr val="tx1"/>
                    </a:solidFill>
                    <a:latin typeface="Times New Roman" panose="02020603050405020304" pitchFamily="18" charset="0"/>
                    <a:ea typeface="微软雅黑 Light" panose="020B0502040204020203" pitchFamily="34" charset="-122"/>
                    <a:cs typeface="Courier New" panose="02070309020205020404" pitchFamily="49" charset="0"/>
                  </a:rPr>
                  <a:t>B</a:t>
                </a:r>
                <a:endParaRPr lang="zh-CN" altLang="en-US" sz="800" dirty="0">
                  <a:solidFill>
                    <a:schemeClr val="tx1"/>
                  </a:solidFill>
                  <a:latin typeface="Times New Roman" panose="02020603050405020304" pitchFamily="18" charset="0"/>
                  <a:ea typeface="微软雅黑 Light" panose="020B0502040204020203" pitchFamily="34" charset="-122"/>
                  <a:cs typeface="Courier New" panose="02070309020205020404" pitchFamily="49" charset="0"/>
                </a:endParaRPr>
              </a:p>
            </p:txBody>
          </p:sp>
          <p:pic>
            <p:nvPicPr>
              <p:cNvPr id="49" name="图片 48">
                <a:extLst>
                  <a:ext uri="{FF2B5EF4-FFF2-40B4-BE49-F238E27FC236}">
                    <a16:creationId xmlns:a16="http://schemas.microsoft.com/office/drawing/2014/main" id="{39C4FC8B-5BD6-91EF-BFBE-88A8B5738D3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24711" y="2505696"/>
                <a:ext cx="323850" cy="304800"/>
              </a:xfrm>
              <a:prstGeom prst="rect">
                <a:avLst/>
              </a:prstGeom>
            </p:spPr>
          </p:pic>
        </p:grpSp>
      </p:grpSp>
      <p:grpSp>
        <p:nvGrpSpPr>
          <p:cNvPr id="111" name="组合 110">
            <a:extLst>
              <a:ext uri="{FF2B5EF4-FFF2-40B4-BE49-F238E27FC236}">
                <a16:creationId xmlns:a16="http://schemas.microsoft.com/office/drawing/2014/main" id="{A35A806E-615B-64E9-E83C-AA67BBB217FF}"/>
              </a:ext>
            </a:extLst>
          </p:cNvPr>
          <p:cNvGrpSpPr/>
          <p:nvPr/>
        </p:nvGrpSpPr>
        <p:grpSpPr>
          <a:xfrm>
            <a:off x="6212947" y="2021162"/>
            <a:ext cx="4446554" cy="480264"/>
            <a:chOff x="6212947" y="2052406"/>
            <a:chExt cx="4446554" cy="480264"/>
          </a:xfrm>
        </p:grpSpPr>
        <p:cxnSp>
          <p:nvCxnSpPr>
            <p:cNvPr id="76" name="直接箭头连接符 75">
              <a:extLst>
                <a:ext uri="{FF2B5EF4-FFF2-40B4-BE49-F238E27FC236}">
                  <a16:creationId xmlns:a16="http://schemas.microsoft.com/office/drawing/2014/main" id="{AD11A279-58E9-46F2-989D-1C52235C0278}"/>
                </a:ext>
              </a:extLst>
            </p:cNvPr>
            <p:cNvCxnSpPr>
              <a:cxnSpLocks/>
            </p:cNvCxnSpPr>
            <p:nvPr/>
          </p:nvCxnSpPr>
          <p:spPr>
            <a:xfrm>
              <a:off x="6624263" y="2215541"/>
              <a:ext cx="1440000" cy="0"/>
            </a:xfrm>
            <a:prstGeom prst="straightConnector1">
              <a:avLst/>
            </a:prstGeom>
            <a:ln w="12700">
              <a:solidFill>
                <a:srgbClr val="0070C0"/>
              </a:solidFill>
              <a:headEnd type="none"/>
              <a:tailEnd type="none"/>
            </a:ln>
          </p:spPr>
          <p:style>
            <a:lnRef idx="1">
              <a:schemeClr val="dk1"/>
            </a:lnRef>
            <a:fillRef idx="0">
              <a:schemeClr val="dk1"/>
            </a:fillRef>
            <a:effectRef idx="0">
              <a:schemeClr val="dk1"/>
            </a:effectRef>
            <a:fontRef idx="minor">
              <a:schemeClr val="tx1"/>
            </a:fontRef>
          </p:style>
        </p:cxnSp>
        <p:cxnSp>
          <p:nvCxnSpPr>
            <p:cNvPr id="86" name="直接箭头连接符 85">
              <a:extLst>
                <a:ext uri="{FF2B5EF4-FFF2-40B4-BE49-F238E27FC236}">
                  <a16:creationId xmlns:a16="http://schemas.microsoft.com/office/drawing/2014/main" id="{79C49065-8C86-4C57-B109-182123AF2554}"/>
                </a:ext>
              </a:extLst>
            </p:cNvPr>
            <p:cNvCxnSpPr>
              <a:cxnSpLocks/>
            </p:cNvCxnSpPr>
            <p:nvPr/>
          </p:nvCxnSpPr>
          <p:spPr>
            <a:xfrm>
              <a:off x="9923775" y="2160904"/>
              <a:ext cx="360000" cy="0"/>
            </a:xfrm>
            <a:prstGeom prst="straightConnector1">
              <a:avLst/>
            </a:prstGeom>
            <a:ln w="12700">
              <a:solidFill>
                <a:srgbClr val="00B050"/>
              </a:solidFill>
              <a:headEnd type="none"/>
              <a:tailEnd type="none"/>
            </a:ln>
          </p:spPr>
          <p:style>
            <a:lnRef idx="1">
              <a:schemeClr val="dk1"/>
            </a:lnRef>
            <a:fillRef idx="0">
              <a:schemeClr val="dk1"/>
            </a:fillRef>
            <a:effectRef idx="0">
              <a:schemeClr val="dk1"/>
            </a:effectRef>
            <a:fontRef idx="minor">
              <a:schemeClr val="tx1"/>
            </a:fontRef>
          </p:style>
        </p:cxnSp>
        <p:grpSp>
          <p:nvGrpSpPr>
            <p:cNvPr id="52" name="组合 51">
              <a:extLst>
                <a:ext uri="{FF2B5EF4-FFF2-40B4-BE49-F238E27FC236}">
                  <a16:creationId xmlns:a16="http://schemas.microsoft.com/office/drawing/2014/main" id="{E0F08D12-F07B-3D57-FC5F-12E7B2F6E99D}"/>
                </a:ext>
              </a:extLst>
            </p:cNvPr>
            <p:cNvGrpSpPr/>
            <p:nvPr/>
          </p:nvGrpSpPr>
          <p:grpSpPr>
            <a:xfrm>
              <a:off x="10335651" y="2052406"/>
              <a:ext cx="323850" cy="480264"/>
              <a:chOff x="7524711" y="2505696"/>
              <a:chExt cx="323850" cy="480264"/>
            </a:xfrm>
          </p:grpSpPr>
          <p:sp>
            <p:nvSpPr>
              <p:cNvPr id="53" name="文本框 52">
                <a:extLst>
                  <a:ext uri="{FF2B5EF4-FFF2-40B4-BE49-F238E27FC236}">
                    <a16:creationId xmlns:a16="http://schemas.microsoft.com/office/drawing/2014/main" id="{7F98D6A2-2C59-831E-9342-8E3F26A3DEA4}"/>
                  </a:ext>
                </a:extLst>
              </p:cNvPr>
              <p:cNvSpPr txBox="1"/>
              <p:nvPr/>
            </p:nvSpPr>
            <p:spPr>
              <a:xfrm>
                <a:off x="7556699" y="2770516"/>
                <a:ext cx="253596" cy="215444"/>
              </a:xfrm>
              <a:prstGeom prst="rect">
                <a:avLst/>
              </a:prstGeom>
              <a:noFill/>
            </p:spPr>
            <p:txBody>
              <a:bodyPr wrap="none" lIns="91440" tIns="45720" rIns="91440" bIns="45720" rtlCol="0">
                <a:spAutoFit/>
              </a:bodyPr>
              <a:lstStyle/>
              <a:p>
                <a:pPr algn="ctr"/>
                <a:r>
                  <a:rPr lang="en-US" altLang="zh-CN" sz="800" dirty="0">
                    <a:solidFill>
                      <a:schemeClr val="tx1"/>
                    </a:solidFill>
                    <a:latin typeface="Times New Roman" panose="02020603050405020304" pitchFamily="18" charset="0"/>
                    <a:ea typeface="微软雅黑 Light" panose="020B0502040204020203" pitchFamily="34" charset="-122"/>
                    <a:cs typeface="Courier New" panose="02070309020205020404" pitchFamily="49" charset="0"/>
                  </a:rPr>
                  <a:t>B</a:t>
                </a:r>
                <a:endParaRPr lang="zh-CN" altLang="en-US" sz="800" dirty="0">
                  <a:solidFill>
                    <a:schemeClr val="tx1"/>
                  </a:solidFill>
                  <a:latin typeface="Times New Roman" panose="02020603050405020304" pitchFamily="18" charset="0"/>
                  <a:ea typeface="微软雅黑 Light" panose="020B0502040204020203" pitchFamily="34" charset="-122"/>
                  <a:cs typeface="Courier New" panose="02070309020205020404" pitchFamily="49" charset="0"/>
                </a:endParaRPr>
              </a:p>
            </p:txBody>
          </p:sp>
          <p:pic>
            <p:nvPicPr>
              <p:cNvPr id="54" name="图片 53">
                <a:extLst>
                  <a:ext uri="{FF2B5EF4-FFF2-40B4-BE49-F238E27FC236}">
                    <a16:creationId xmlns:a16="http://schemas.microsoft.com/office/drawing/2014/main" id="{A69D5288-F392-67E9-8EAE-262A453404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24711" y="2505696"/>
                <a:ext cx="323850" cy="304800"/>
              </a:xfrm>
              <a:prstGeom prst="rect">
                <a:avLst/>
              </a:prstGeom>
            </p:spPr>
          </p:pic>
        </p:grpSp>
        <p:grpSp>
          <p:nvGrpSpPr>
            <p:cNvPr id="93" name="组合 92">
              <a:extLst>
                <a:ext uri="{FF2B5EF4-FFF2-40B4-BE49-F238E27FC236}">
                  <a16:creationId xmlns:a16="http://schemas.microsoft.com/office/drawing/2014/main" id="{5A765DEC-AD8F-1C4D-48FC-5C937803BBBF}"/>
                </a:ext>
              </a:extLst>
            </p:cNvPr>
            <p:cNvGrpSpPr/>
            <p:nvPr/>
          </p:nvGrpSpPr>
          <p:grpSpPr>
            <a:xfrm>
              <a:off x="6212947" y="2052406"/>
              <a:ext cx="323850" cy="480264"/>
              <a:chOff x="3402007" y="2505696"/>
              <a:chExt cx="323850" cy="480264"/>
            </a:xfrm>
          </p:grpSpPr>
          <p:pic>
            <p:nvPicPr>
              <p:cNvPr id="95" name="图片 94">
                <a:extLst>
                  <a:ext uri="{FF2B5EF4-FFF2-40B4-BE49-F238E27FC236}">
                    <a16:creationId xmlns:a16="http://schemas.microsoft.com/office/drawing/2014/main" id="{0F9A421A-02C7-7BF9-CF19-5BCC776612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02007" y="2505696"/>
                <a:ext cx="323850" cy="304800"/>
              </a:xfrm>
              <a:prstGeom prst="rect">
                <a:avLst/>
              </a:prstGeom>
            </p:spPr>
          </p:pic>
          <p:sp>
            <p:nvSpPr>
              <p:cNvPr id="96" name="文本框 95">
                <a:extLst>
                  <a:ext uri="{FF2B5EF4-FFF2-40B4-BE49-F238E27FC236}">
                    <a16:creationId xmlns:a16="http://schemas.microsoft.com/office/drawing/2014/main" id="{722FBAF9-B140-0373-13BE-3CDBA236E2C2}"/>
                  </a:ext>
                </a:extLst>
              </p:cNvPr>
              <p:cNvSpPr txBox="1"/>
              <p:nvPr/>
            </p:nvSpPr>
            <p:spPr>
              <a:xfrm>
                <a:off x="3431591" y="2770516"/>
                <a:ext cx="258405" cy="215444"/>
              </a:xfrm>
              <a:prstGeom prst="rect">
                <a:avLst/>
              </a:prstGeom>
              <a:noFill/>
            </p:spPr>
            <p:txBody>
              <a:bodyPr wrap="none" lIns="91440" tIns="45720" rIns="91440" bIns="45720" rtlCol="0">
                <a:spAutoFit/>
              </a:bodyPr>
              <a:lstStyle/>
              <a:p>
                <a:pPr algn="ctr"/>
                <a:r>
                  <a:rPr lang="en-US" altLang="zh-CN" sz="800" dirty="0">
                    <a:solidFill>
                      <a:schemeClr val="tx1"/>
                    </a:solidFill>
                    <a:latin typeface="Times New Roman" panose="02020603050405020304" pitchFamily="18" charset="0"/>
                    <a:ea typeface="微软雅黑 Light" panose="020B0502040204020203" pitchFamily="34" charset="-122"/>
                    <a:cs typeface="Courier New" panose="02070309020205020404" pitchFamily="49" charset="0"/>
                  </a:rPr>
                  <a:t>A</a:t>
                </a:r>
                <a:endParaRPr lang="zh-CN" altLang="en-US" sz="800" dirty="0">
                  <a:solidFill>
                    <a:schemeClr val="tx1"/>
                  </a:solidFill>
                  <a:latin typeface="Times New Roman" panose="02020603050405020304" pitchFamily="18" charset="0"/>
                  <a:ea typeface="微软雅黑 Light" panose="020B0502040204020203" pitchFamily="34" charset="-122"/>
                  <a:cs typeface="Courier New" panose="02070309020205020404" pitchFamily="49" charset="0"/>
                </a:endParaRPr>
              </a:p>
            </p:txBody>
          </p:sp>
        </p:grpSp>
      </p:grpSp>
      <p:grpSp>
        <p:nvGrpSpPr>
          <p:cNvPr id="110" name="组合 109">
            <a:extLst>
              <a:ext uri="{FF2B5EF4-FFF2-40B4-BE49-F238E27FC236}">
                <a16:creationId xmlns:a16="http://schemas.microsoft.com/office/drawing/2014/main" id="{D0A60402-745C-0BED-0284-D873776B0B16}"/>
              </a:ext>
            </a:extLst>
          </p:cNvPr>
          <p:cNvGrpSpPr/>
          <p:nvPr/>
        </p:nvGrpSpPr>
        <p:grpSpPr>
          <a:xfrm>
            <a:off x="6212947" y="2688095"/>
            <a:ext cx="4446554" cy="480264"/>
            <a:chOff x="6212947" y="2750583"/>
            <a:chExt cx="4446554" cy="480264"/>
          </a:xfrm>
        </p:grpSpPr>
        <p:cxnSp>
          <p:nvCxnSpPr>
            <p:cNvPr id="70" name="直接箭头连接符 69">
              <a:extLst>
                <a:ext uri="{FF2B5EF4-FFF2-40B4-BE49-F238E27FC236}">
                  <a16:creationId xmlns:a16="http://schemas.microsoft.com/office/drawing/2014/main" id="{7362016F-7DE2-4C89-9AF3-C0E164E86AB9}"/>
                </a:ext>
              </a:extLst>
            </p:cNvPr>
            <p:cNvCxnSpPr>
              <a:cxnSpLocks/>
            </p:cNvCxnSpPr>
            <p:nvPr/>
          </p:nvCxnSpPr>
          <p:spPr>
            <a:xfrm>
              <a:off x="6624263" y="2929085"/>
              <a:ext cx="2880000" cy="0"/>
            </a:xfrm>
            <a:prstGeom prst="straightConnector1">
              <a:avLst/>
            </a:prstGeom>
            <a:ln w="12700">
              <a:solidFill>
                <a:srgbClr val="0070C0"/>
              </a:solidFill>
              <a:headEnd type="none"/>
              <a:tailEnd type="none"/>
            </a:ln>
          </p:spPr>
          <p:style>
            <a:lnRef idx="1">
              <a:schemeClr val="dk1"/>
            </a:lnRef>
            <a:fillRef idx="0">
              <a:schemeClr val="dk1"/>
            </a:fillRef>
            <a:effectRef idx="0">
              <a:schemeClr val="dk1"/>
            </a:effectRef>
            <a:fontRef idx="minor">
              <a:schemeClr val="tx1"/>
            </a:fontRef>
          </p:style>
        </p:cxnSp>
        <p:cxnSp>
          <p:nvCxnSpPr>
            <p:cNvPr id="91" name="直接箭头连接符 90">
              <a:extLst>
                <a:ext uri="{FF2B5EF4-FFF2-40B4-BE49-F238E27FC236}">
                  <a16:creationId xmlns:a16="http://schemas.microsoft.com/office/drawing/2014/main" id="{39B18245-A7AA-4B2A-838F-BFCAE25AEC8D}"/>
                </a:ext>
              </a:extLst>
            </p:cNvPr>
            <p:cNvCxnSpPr>
              <a:cxnSpLocks/>
            </p:cNvCxnSpPr>
            <p:nvPr/>
          </p:nvCxnSpPr>
          <p:spPr>
            <a:xfrm>
              <a:off x="9563775" y="2929085"/>
              <a:ext cx="720000" cy="0"/>
            </a:xfrm>
            <a:prstGeom prst="straightConnector1">
              <a:avLst/>
            </a:prstGeom>
            <a:ln w="12700">
              <a:solidFill>
                <a:srgbClr val="00B050"/>
              </a:solidFill>
              <a:headEnd type="none"/>
              <a:tailEnd type="none"/>
            </a:ln>
          </p:spPr>
          <p:style>
            <a:lnRef idx="1">
              <a:schemeClr val="dk1"/>
            </a:lnRef>
            <a:fillRef idx="0">
              <a:schemeClr val="dk1"/>
            </a:fillRef>
            <a:effectRef idx="0">
              <a:schemeClr val="dk1"/>
            </a:effectRef>
            <a:fontRef idx="minor">
              <a:schemeClr val="tx1"/>
            </a:fontRef>
          </p:style>
        </p:cxnSp>
        <p:sp>
          <p:nvSpPr>
            <p:cNvPr id="7" name="爆炸形: 8 pt  6">
              <a:extLst>
                <a:ext uri="{FF2B5EF4-FFF2-40B4-BE49-F238E27FC236}">
                  <a16:creationId xmlns:a16="http://schemas.microsoft.com/office/drawing/2014/main" id="{D130412E-1DD8-0968-587C-D2E64F4DB444}"/>
                </a:ext>
              </a:extLst>
            </p:cNvPr>
            <p:cNvSpPr/>
            <p:nvPr/>
          </p:nvSpPr>
          <p:spPr>
            <a:xfrm>
              <a:off x="9463572" y="2838604"/>
              <a:ext cx="180000" cy="180000"/>
            </a:xfrm>
            <a:prstGeom prst="irregularSeal1">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dirty="0">
                <a:latin typeface="Times New Roman" panose="02020603050405020304" pitchFamily="18" charset="0"/>
                <a:ea typeface="微软雅黑 Light" panose="020B0502040204020203" pitchFamily="34" charset="-122"/>
              </a:endParaRPr>
            </a:p>
          </p:txBody>
        </p:sp>
        <p:grpSp>
          <p:nvGrpSpPr>
            <p:cNvPr id="56" name="组合 55">
              <a:extLst>
                <a:ext uri="{FF2B5EF4-FFF2-40B4-BE49-F238E27FC236}">
                  <a16:creationId xmlns:a16="http://schemas.microsoft.com/office/drawing/2014/main" id="{8715BFD3-30ED-6786-CAD9-353001F31345}"/>
                </a:ext>
              </a:extLst>
            </p:cNvPr>
            <p:cNvGrpSpPr/>
            <p:nvPr/>
          </p:nvGrpSpPr>
          <p:grpSpPr>
            <a:xfrm>
              <a:off x="10335651" y="2750583"/>
              <a:ext cx="323850" cy="480264"/>
              <a:chOff x="7524711" y="2505696"/>
              <a:chExt cx="323850" cy="480264"/>
            </a:xfrm>
          </p:grpSpPr>
          <p:sp>
            <p:nvSpPr>
              <p:cNvPr id="57" name="文本框 56">
                <a:extLst>
                  <a:ext uri="{FF2B5EF4-FFF2-40B4-BE49-F238E27FC236}">
                    <a16:creationId xmlns:a16="http://schemas.microsoft.com/office/drawing/2014/main" id="{40AD15E2-487D-DCE7-66AB-EE428B3CD6B4}"/>
                  </a:ext>
                </a:extLst>
              </p:cNvPr>
              <p:cNvSpPr txBox="1"/>
              <p:nvPr/>
            </p:nvSpPr>
            <p:spPr>
              <a:xfrm>
                <a:off x="7556699" y="2770516"/>
                <a:ext cx="253596" cy="215444"/>
              </a:xfrm>
              <a:prstGeom prst="rect">
                <a:avLst/>
              </a:prstGeom>
              <a:noFill/>
            </p:spPr>
            <p:txBody>
              <a:bodyPr wrap="none" lIns="91440" tIns="45720" rIns="91440" bIns="45720" rtlCol="0">
                <a:spAutoFit/>
              </a:bodyPr>
              <a:lstStyle/>
              <a:p>
                <a:pPr algn="ctr"/>
                <a:r>
                  <a:rPr lang="en-US" altLang="zh-CN" sz="800" dirty="0">
                    <a:solidFill>
                      <a:schemeClr val="tx1"/>
                    </a:solidFill>
                    <a:latin typeface="Times New Roman" panose="02020603050405020304" pitchFamily="18" charset="0"/>
                    <a:ea typeface="微软雅黑 Light" panose="020B0502040204020203" pitchFamily="34" charset="-122"/>
                    <a:cs typeface="Courier New" panose="02070309020205020404" pitchFamily="49" charset="0"/>
                  </a:rPr>
                  <a:t>B</a:t>
                </a:r>
                <a:endParaRPr lang="zh-CN" altLang="en-US" sz="800" dirty="0">
                  <a:solidFill>
                    <a:schemeClr val="tx1"/>
                  </a:solidFill>
                  <a:latin typeface="Times New Roman" panose="02020603050405020304" pitchFamily="18" charset="0"/>
                  <a:ea typeface="微软雅黑 Light" panose="020B0502040204020203" pitchFamily="34" charset="-122"/>
                  <a:cs typeface="Courier New" panose="02070309020205020404" pitchFamily="49" charset="0"/>
                </a:endParaRPr>
              </a:p>
            </p:txBody>
          </p:sp>
          <p:pic>
            <p:nvPicPr>
              <p:cNvPr id="60" name="图片 59">
                <a:extLst>
                  <a:ext uri="{FF2B5EF4-FFF2-40B4-BE49-F238E27FC236}">
                    <a16:creationId xmlns:a16="http://schemas.microsoft.com/office/drawing/2014/main" id="{F0ED3D05-ABB0-2FC0-444E-BA3FA397A2E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24711" y="2505696"/>
                <a:ext cx="323850" cy="304800"/>
              </a:xfrm>
              <a:prstGeom prst="rect">
                <a:avLst/>
              </a:prstGeom>
            </p:spPr>
          </p:pic>
        </p:grpSp>
        <p:grpSp>
          <p:nvGrpSpPr>
            <p:cNvPr id="98" name="组合 97">
              <a:extLst>
                <a:ext uri="{FF2B5EF4-FFF2-40B4-BE49-F238E27FC236}">
                  <a16:creationId xmlns:a16="http://schemas.microsoft.com/office/drawing/2014/main" id="{EEA4A5C0-5B09-FCAA-0F19-83439C84FE67}"/>
                </a:ext>
              </a:extLst>
            </p:cNvPr>
            <p:cNvGrpSpPr/>
            <p:nvPr/>
          </p:nvGrpSpPr>
          <p:grpSpPr>
            <a:xfrm>
              <a:off x="6212947" y="2750583"/>
              <a:ext cx="323850" cy="480264"/>
              <a:chOff x="3402007" y="2505696"/>
              <a:chExt cx="323850" cy="480264"/>
            </a:xfrm>
          </p:grpSpPr>
          <p:pic>
            <p:nvPicPr>
              <p:cNvPr id="99" name="图片 98">
                <a:extLst>
                  <a:ext uri="{FF2B5EF4-FFF2-40B4-BE49-F238E27FC236}">
                    <a16:creationId xmlns:a16="http://schemas.microsoft.com/office/drawing/2014/main" id="{6658399F-CA21-29FA-5A1A-367A246DCB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02007" y="2505696"/>
                <a:ext cx="323850" cy="304800"/>
              </a:xfrm>
              <a:prstGeom prst="rect">
                <a:avLst/>
              </a:prstGeom>
            </p:spPr>
          </p:pic>
          <p:sp>
            <p:nvSpPr>
              <p:cNvPr id="100" name="文本框 99">
                <a:extLst>
                  <a:ext uri="{FF2B5EF4-FFF2-40B4-BE49-F238E27FC236}">
                    <a16:creationId xmlns:a16="http://schemas.microsoft.com/office/drawing/2014/main" id="{BAC54D74-78E6-3B80-9864-E5EF45A6CB98}"/>
                  </a:ext>
                </a:extLst>
              </p:cNvPr>
              <p:cNvSpPr txBox="1"/>
              <p:nvPr/>
            </p:nvSpPr>
            <p:spPr>
              <a:xfrm>
                <a:off x="3431591" y="2770516"/>
                <a:ext cx="258405" cy="215444"/>
              </a:xfrm>
              <a:prstGeom prst="rect">
                <a:avLst/>
              </a:prstGeom>
              <a:noFill/>
            </p:spPr>
            <p:txBody>
              <a:bodyPr wrap="none" lIns="91440" tIns="45720" rIns="91440" bIns="45720" rtlCol="0">
                <a:spAutoFit/>
              </a:bodyPr>
              <a:lstStyle/>
              <a:p>
                <a:pPr algn="ctr"/>
                <a:r>
                  <a:rPr lang="en-US" altLang="zh-CN" sz="800" dirty="0">
                    <a:solidFill>
                      <a:schemeClr val="tx1"/>
                    </a:solidFill>
                    <a:latin typeface="Times New Roman" panose="02020603050405020304" pitchFamily="18" charset="0"/>
                    <a:ea typeface="微软雅黑 Light" panose="020B0502040204020203" pitchFamily="34" charset="-122"/>
                    <a:cs typeface="Courier New" panose="02070309020205020404" pitchFamily="49" charset="0"/>
                  </a:rPr>
                  <a:t>A</a:t>
                </a:r>
                <a:endParaRPr lang="zh-CN" altLang="en-US" sz="800" dirty="0">
                  <a:solidFill>
                    <a:schemeClr val="tx1"/>
                  </a:solidFill>
                  <a:latin typeface="Times New Roman" panose="02020603050405020304" pitchFamily="18" charset="0"/>
                  <a:ea typeface="微软雅黑 Light" panose="020B0502040204020203" pitchFamily="34" charset="-122"/>
                  <a:cs typeface="Courier New" panose="02070309020205020404" pitchFamily="49" charset="0"/>
                </a:endParaRPr>
              </a:p>
            </p:txBody>
          </p:sp>
        </p:grpSp>
      </p:grpSp>
      <p:grpSp>
        <p:nvGrpSpPr>
          <p:cNvPr id="109" name="组合 108">
            <a:extLst>
              <a:ext uri="{FF2B5EF4-FFF2-40B4-BE49-F238E27FC236}">
                <a16:creationId xmlns:a16="http://schemas.microsoft.com/office/drawing/2014/main" id="{B9C27B83-DCC9-CF3D-1093-DD533AF5BD17}"/>
              </a:ext>
            </a:extLst>
          </p:cNvPr>
          <p:cNvGrpSpPr/>
          <p:nvPr/>
        </p:nvGrpSpPr>
        <p:grpSpPr>
          <a:xfrm>
            <a:off x="6212947" y="3355028"/>
            <a:ext cx="4446554" cy="514191"/>
            <a:chOff x="6212947" y="3414833"/>
            <a:chExt cx="4446554" cy="514191"/>
          </a:xfrm>
        </p:grpSpPr>
        <p:cxnSp>
          <p:nvCxnSpPr>
            <p:cNvPr id="64" name="直接箭头连接符 63">
              <a:extLst>
                <a:ext uri="{FF2B5EF4-FFF2-40B4-BE49-F238E27FC236}">
                  <a16:creationId xmlns:a16="http://schemas.microsoft.com/office/drawing/2014/main" id="{72D3EF6D-2089-403C-8BD3-6FF162D2D292}"/>
                </a:ext>
              </a:extLst>
            </p:cNvPr>
            <p:cNvCxnSpPr>
              <a:cxnSpLocks/>
            </p:cNvCxnSpPr>
            <p:nvPr/>
          </p:nvCxnSpPr>
          <p:spPr>
            <a:xfrm>
              <a:off x="6624263" y="3608761"/>
              <a:ext cx="2880000" cy="0"/>
            </a:xfrm>
            <a:prstGeom prst="straightConnector1">
              <a:avLst/>
            </a:prstGeom>
            <a:ln w="12700">
              <a:solidFill>
                <a:srgbClr val="0070C0"/>
              </a:solidFill>
              <a:headEnd type="none"/>
              <a:tailEnd type="none"/>
            </a:ln>
          </p:spPr>
          <p:style>
            <a:lnRef idx="1">
              <a:schemeClr val="dk1"/>
            </a:lnRef>
            <a:fillRef idx="0">
              <a:schemeClr val="dk1"/>
            </a:fillRef>
            <a:effectRef idx="0">
              <a:schemeClr val="dk1"/>
            </a:effectRef>
            <a:fontRef idx="minor">
              <a:schemeClr val="tx1"/>
            </a:fontRef>
          </p:style>
        </p:cxnSp>
        <p:cxnSp>
          <p:nvCxnSpPr>
            <p:cNvPr id="94" name="直接箭头连接符 93">
              <a:extLst>
                <a:ext uri="{FF2B5EF4-FFF2-40B4-BE49-F238E27FC236}">
                  <a16:creationId xmlns:a16="http://schemas.microsoft.com/office/drawing/2014/main" id="{957B86DF-E0C9-43E0-BC4C-06A742B54EDD}"/>
                </a:ext>
              </a:extLst>
            </p:cNvPr>
            <p:cNvCxnSpPr>
              <a:cxnSpLocks/>
            </p:cNvCxnSpPr>
            <p:nvPr/>
          </p:nvCxnSpPr>
          <p:spPr>
            <a:xfrm flipV="1">
              <a:off x="9563775" y="3707081"/>
              <a:ext cx="720000" cy="4508"/>
            </a:xfrm>
            <a:prstGeom prst="straightConnector1">
              <a:avLst/>
            </a:prstGeom>
            <a:ln w="12700">
              <a:solidFill>
                <a:srgbClr val="00B050"/>
              </a:solidFill>
              <a:headEnd type="none"/>
              <a:tailEnd type="none"/>
            </a:ln>
          </p:spPr>
          <p:style>
            <a:lnRef idx="1">
              <a:schemeClr val="dk1"/>
            </a:lnRef>
            <a:fillRef idx="0">
              <a:schemeClr val="dk1"/>
            </a:fillRef>
            <a:effectRef idx="0">
              <a:schemeClr val="dk1"/>
            </a:effectRef>
            <a:fontRef idx="minor">
              <a:schemeClr val="tx1"/>
            </a:fontRef>
          </p:style>
        </p:cxnSp>
        <p:cxnSp>
          <p:nvCxnSpPr>
            <p:cNvPr id="79" name="直接箭头连接符 78">
              <a:extLst>
                <a:ext uri="{FF2B5EF4-FFF2-40B4-BE49-F238E27FC236}">
                  <a16:creationId xmlns:a16="http://schemas.microsoft.com/office/drawing/2014/main" id="{A8C80771-A658-41AD-8DEB-6B2B0548FBDD}"/>
                </a:ext>
              </a:extLst>
            </p:cNvPr>
            <p:cNvCxnSpPr>
              <a:cxnSpLocks/>
            </p:cNvCxnSpPr>
            <p:nvPr/>
          </p:nvCxnSpPr>
          <p:spPr>
            <a:xfrm>
              <a:off x="9563775" y="3608761"/>
              <a:ext cx="720000" cy="0"/>
            </a:xfrm>
            <a:prstGeom prst="straightConnector1">
              <a:avLst/>
            </a:prstGeom>
            <a:ln w="38100">
              <a:solidFill>
                <a:srgbClr val="0070C0"/>
              </a:solidFill>
              <a:headEnd type="none"/>
              <a:tailEnd type="none"/>
            </a:ln>
          </p:spPr>
          <p:style>
            <a:lnRef idx="1">
              <a:schemeClr val="dk1"/>
            </a:lnRef>
            <a:fillRef idx="0">
              <a:schemeClr val="dk1"/>
            </a:fillRef>
            <a:effectRef idx="0">
              <a:schemeClr val="dk1"/>
            </a:effectRef>
            <a:fontRef idx="minor">
              <a:schemeClr val="tx1"/>
            </a:fontRef>
          </p:style>
        </p:cxnSp>
        <p:cxnSp>
          <p:nvCxnSpPr>
            <p:cNvPr id="87" name="直接箭头连接符 86">
              <a:extLst>
                <a:ext uri="{FF2B5EF4-FFF2-40B4-BE49-F238E27FC236}">
                  <a16:creationId xmlns:a16="http://schemas.microsoft.com/office/drawing/2014/main" id="{AB23D2C6-48DB-43C3-B24B-0311B5D4A8BD}"/>
                </a:ext>
              </a:extLst>
            </p:cNvPr>
            <p:cNvCxnSpPr>
              <a:cxnSpLocks/>
            </p:cNvCxnSpPr>
            <p:nvPr/>
          </p:nvCxnSpPr>
          <p:spPr>
            <a:xfrm>
              <a:off x="8064263" y="3707081"/>
              <a:ext cx="1440000" cy="0"/>
            </a:xfrm>
            <a:prstGeom prst="straightConnector1">
              <a:avLst/>
            </a:prstGeom>
            <a:ln w="38100">
              <a:solidFill>
                <a:srgbClr val="00B050"/>
              </a:solidFill>
              <a:headEnd type="none"/>
              <a:tailEnd type="none"/>
            </a:ln>
          </p:spPr>
          <p:style>
            <a:lnRef idx="1">
              <a:schemeClr val="dk1"/>
            </a:lnRef>
            <a:fillRef idx="0">
              <a:schemeClr val="dk1"/>
            </a:fillRef>
            <a:effectRef idx="0">
              <a:schemeClr val="dk1"/>
            </a:effectRef>
            <a:fontRef idx="minor">
              <a:schemeClr val="tx1"/>
            </a:fontRef>
          </p:style>
        </p:cxnSp>
        <p:sp>
          <p:nvSpPr>
            <p:cNvPr id="47" name="爆炸形: 8 pt  46">
              <a:extLst>
                <a:ext uri="{FF2B5EF4-FFF2-40B4-BE49-F238E27FC236}">
                  <a16:creationId xmlns:a16="http://schemas.microsoft.com/office/drawing/2014/main" id="{9709E8CC-6F0D-FE06-089A-3C6193E7EE9F}"/>
                </a:ext>
              </a:extLst>
            </p:cNvPr>
            <p:cNvSpPr/>
            <p:nvPr/>
          </p:nvSpPr>
          <p:spPr>
            <a:xfrm>
              <a:off x="10075345" y="3414833"/>
              <a:ext cx="180000" cy="180000"/>
            </a:xfrm>
            <a:prstGeom prst="irregularSeal1">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dirty="0">
                <a:latin typeface="Times New Roman" panose="02020603050405020304" pitchFamily="18" charset="0"/>
                <a:ea typeface="微软雅黑 Light" panose="020B0502040204020203" pitchFamily="34" charset="-122"/>
              </a:endParaRPr>
            </a:p>
          </p:txBody>
        </p:sp>
        <p:grpSp>
          <p:nvGrpSpPr>
            <p:cNvPr id="80" name="组合 79">
              <a:extLst>
                <a:ext uri="{FF2B5EF4-FFF2-40B4-BE49-F238E27FC236}">
                  <a16:creationId xmlns:a16="http://schemas.microsoft.com/office/drawing/2014/main" id="{40F7D305-8513-75B1-53CB-8248B1594F37}"/>
                </a:ext>
              </a:extLst>
            </p:cNvPr>
            <p:cNvGrpSpPr/>
            <p:nvPr/>
          </p:nvGrpSpPr>
          <p:grpSpPr>
            <a:xfrm>
              <a:off x="10335651" y="3448760"/>
              <a:ext cx="323850" cy="480264"/>
              <a:chOff x="7524711" y="2505696"/>
              <a:chExt cx="323850" cy="480264"/>
            </a:xfrm>
          </p:grpSpPr>
          <p:sp>
            <p:nvSpPr>
              <p:cNvPr id="89" name="文本框 88">
                <a:extLst>
                  <a:ext uri="{FF2B5EF4-FFF2-40B4-BE49-F238E27FC236}">
                    <a16:creationId xmlns:a16="http://schemas.microsoft.com/office/drawing/2014/main" id="{0746E23E-1681-A3F2-D83A-586FAA472A6C}"/>
                  </a:ext>
                </a:extLst>
              </p:cNvPr>
              <p:cNvSpPr txBox="1"/>
              <p:nvPr/>
            </p:nvSpPr>
            <p:spPr>
              <a:xfrm>
                <a:off x="7556699" y="2770516"/>
                <a:ext cx="253596" cy="215444"/>
              </a:xfrm>
              <a:prstGeom prst="rect">
                <a:avLst/>
              </a:prstGeom>
              <a:noFill/>
            </p:spPr>
            <p:txBody>
              <a:bodyPr wrap="none" lIns="91440" tIns="45720" rIns="91440" bIns="45720" rtlCol="0">
                <a:spAutoFit/>
              </a:bodyPr>
              <a:lstStyle/>
              <a:p>
                <a:pPr algn="ctr"/>
                <a:r>
                  <a:rPr lang="en-US" altLang="zh-CN" sz="800" dirty="0">
                    <a:solidFill>
                      <a:schemeClr val="tx1"/>
                    </a:solidFill>
                    <a:latin typeface="Times New Roman" panose="02020603050405020304" pitchFamily="18" charset="0"/>
                    <a:ea typeface="微软雅黑 Light" panose="020B0502040204020203" pitchFamily="34" charset="-122"/>
                    <a:cs typeface="Courier New" panose="02070309020205020404" pitchFamily="49" charset="0"/>
                  </a:rPr>
                  <a:t>B</a:t>
                </a:r>
                <a:endParaRPr lang="zh-CN" altLang="en-US" sz="800" dirty="0">
                  <a:solidFill>
                    <a:schemeClr val="tx1"/>
                  </a:solidFill>
                  <a:latin typeface="Times New Roman" panose="02020603050405020304" pitchFamily="18" charset="0"/>
                  <a:ea typeface="微软雅黑 Light" panose="020B0502040204020203" pitchFamily="34" charset="-122"/>
                  <a:cs typeface="Courier New" panose="02070309020205020404" pitchFamily="49" charset="0"/>
                </a:endParaRPr>
              </a:p>
            </p:txBody>
          </p:sp>
          <p:pic>
            <p:nvPicPr>
              <p:cNvPr id="92" name="图片 91">
                <a:extLst>
                  <a:ext uri="{FF2B5EF4-FFF2-40B4-BE49-F238E27FC236}">
                    <a16:creationId xmlns:a16="http://schemas.microsoft.com/office/drawing/2014/main" id="{2E452857-E658-754B-411D-1CDA04009BF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24711" y="2505696"/>
                <a:ext cx="323850" cy="304800"/>
              </a:xfrm>
              <a:prstGeom prst="rect">
                <a:avLst/>
              </a:prstGeom>
            </p:spPr>
          </p:pic>
        </p:grpSp>
        <p:grpSp>
          <p:nvGrpSpPr>
            <p:cNvPr id="101" name="组合 100">
              <a:extLst>
                <a:ext uri="{FF2B5EF4-FFF2-40B4-BE49-F238E27FC236}">
                  <a16:creationId xmlns:a16="http://schemas.microsoft.com/office/drawing/2014/main" id="{E70F9036-31E9-DC20-3AD5-00A9A57A2937}"/>
                </a:ext>
              </a:extLst>
            </p:cNvPr>
            <p:cNvGrpSpPr/>
            <p:nvPr/>
          </p:nvGrpSpPr>
          <p:grpSpPr>
            <a:xfrm>
              <a:off x="6212947" y="3448760"/>
              <a:ext cx="323850" cy="480264"/>
              <a:chOff x="3402007" y="2505696"/>
              <a:chExt cx="323850" cy="480264"/>
            </a:xfrm>
          </p:grpSpPr>
          <p:pic>
            <p:nvPicPr>
              <p:cNvPr id="102" name="图片 101">
                <a:extLst>
                  <a:ext uri="{FF2B5EF4-FFF2-40B4-BE49-F238E27FC236}">
                    <a16:creationId xmlns:a16="http://schemas.microsoft.com/office/drawing/2014/main" id="{F8E1BA96-0081-2983-C1FD-FEB5CD89BAC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02007" y="2505696"/>
                <a:ext cx="323850" cy="304800"/>
              </a:xfrm>
              <a:prstGeom prst="rect">
                <a:avLst/>
              </a:prstGeom>
            </p:spPr>
          </p:pic>
          <p:sp>
            <p:nvSpPr>
              <p:cNvPr id="103" name="文本框 102">
                <a:extLst>
                  <a:ext uri="{FF2B5EF4-FFF2-40B4-BE49-F238E27FC236}">
                    <a16:creationId xmlns:a16="http://schemas.microsoft.com/office/drawing/2014/main" id="{2DEF219C-EE96-8E41-68FE-33801BEE4AB0}"/>
                  </a:ext>
                </a:extLst>
              </p:cNvPr>
              <p:cNvSpPr txBox="1"/>
              <p:nvPr/>
            </p:nvSpPr>
            <p:spPr>
              <a:xfrm>
                <a:off x="3431591" y="2770516"/>
                <a:ext cx="258405" cy="215444"/>
              </a:xfrm>
              <a:prstGeom prst="rect">
                <a:avLst/>
              </a:prstGeom>
              <a:noFill/>
            </p:spPr>
            <p:txBody>
              <a:bodyPr wrap="none" lIns="91440" tIns="45720" rIns="91440" bIns="45720" rtlCol="0">
                <a:spAutoFit/>
              </a:bodyPr>
              <a:lstStyle/>
              <a:p>
                <a:pPr algn="ctr"/>
                <a:r>
                  <a:rPr lang="en-US" altLang="zh-CN" sz="800" dirty="0">
                    <a:solidFill>
                      <a:schemeClr val="tx1"/>
                    </a:solidFill>
                    <a:latin typeface="Times New Roman" panose="02020603050405020304" pitchFamily="18" charset="0"/>
                    <a:ea typeface="微软雅黑 Light" panose="020B0502040204020203" pitchFamily="34" charset="-122"/>
                    <a:cs typeface="Courier New" panose="02070309020205020404" pitchFamily="49" charset="0"/>
                  </a:rPr>
                  <a:t>A</a:t>
                </a:r>
                <a:endParaRPr lang="zh-CN" altLang="en-US" sz="800" dirty="0">
                  <a:solidFill>
                    <a:schemeClr val="tx1"/>
                  </a:solidFill>
                  <a:latin typeface="Times New Roman" panose="02020603050405020304" pitchFamily="18" charset="0"/>
                  <a:ea typeface="微软雅黑 Light" panose="020B0502040204020203" pitchFamily="34" charset="-122"/>
                  <a:cs typeface="Courier New" panose="02070309020205020404" pitchFamily="49" charset="0"/>
                </a:endParaRPr>
              </a:p>
            </p:txBody>
          </p:sp>
        </p:grpSp>
      </p:grpSp>
      <p:grpSp>
        <p:nvGrpSpPr>
          <p:cNvPr id="108" name="组合 107">
            <a:extLst>
              <a:ext uri="{FF2B5EF4-FFF2-40B4-BE49-F238E27FC236}">
                <a16:creationId xmlns:a16="http://schemas.microsoft.com/office/drawing/2014/main" id="{355E1906-270F-8FDD-AD91-ABAAC9542A06}"/>
              </a:ext>
            </a:extLst>
          </p:cNvPr>
          <p:cNvGrpSpPr/>
          <p:nvPr/>
        </p:nvGrpSpPr>
        <p:grpSpPr>
          <a:xfrm>
            <a:off x="6212947" y="4055888"/>
            <a:ext cx="4446554" cy="480264"/>
            <a:chOff x="6212947" y="4146936"/>
            <a:chExt cx="4446554" cy="480264"/>
          </a:xfrm>
        </p:grpSpPr>
        <p:cxnSp>
          <p:nvCxnSpPr>
            <p:cNvPr id="6" name="直接箭头连接符 5">
              <a:extLst>
                <a:ext uri="{FF2B5EF4-FFF2-40B4-BE49-F238E27FC236}">
                  <a16:creationId xmlns:a16="http://schemas.microsoft.com/office/drawing/2014/main" id="{7D53478C-27DA-493E-9452-7A948F8E523F}"/>
                </a:ext>
              </a:extLst>
            </p:cNvPr>
            <p:cNvCxnSpPr>
              <a:cxnSpLocks/>
            </p:cNvCxnSpPr>
            <p:nvPr/>
          </p:nvCxnSpPr>
          <p:spPr>
            <a:xfrm>
              <a:off x="6624263" y="4313837"/>
              <a:ext cx="2880000" cy="0"/>
            </a:xfrm>
            <a:prstGeom prst="straightConnector1">
              <a:avLst/>
            </a:prstGeom>
            <a:ln w="12700">
              <a:solidFill>
                <a:srgbClr val="0070C0"/>
              </a:solidFill>
              <a:headEnd type="none"/>
              <a:tailEnd type="none"/>
            </a:ln>
          </p:spPr>
          <p:style>
            <a:lnRef idx="1">
              <a:schemeClr val="dk1"/>
            </a:lnRef>
            <a:fillRef idx="0">
              <a:schemeClr val="dk1"/>
            </a:fillRef>
            <a:effectRef idx="0">
              <a:schemeClr val="dk1"/>
            </a:effectRef>
            <a:fontRef idx="minor">
              <a:schemeClr val="tx1"/>
            </a:fontRef>
          </p:style>
        </p:cxnSp>
        <p:cxnSp>
          <p:nvCxnSpPr>
            <p:cNvPr id="97" name="直接箭头连接符 96">
              <a:extLst>
                <a:ext uri="{FF2B5EF4-FFF2-40B4-BE49-F238E27FC236}">
                  <a16:creationId xmlns:a16="http://schemas.microsoft.com/office/drawing/2014/main" id="{B2D11F4E-762F-40B5-81D9-C3EC10A70AE5}"/>
                </a:ext>
              </a:extLst>
            </p:cNvPr>
            <p:cNvCxnSpPr>
              <a:cxnSpLocks/>
            </p:cNvCxnSpPr>
            <p:nvPr/>
          </p:nvCxnSpPr>
          <p:spPr>
            <a:xfrm>
              <a:off x="9563775" y="4412157"/>
              <a:ext cx="720000" cy="0"/>
            </a:xfrm>
            <a:prstGeom prst="straightConnector1">
              <a:avLst/>
            </a:prstGeom>
            <a:ln w="12700">
              <a:solidFill>
                <a:srgbClr val="00B050"/>
              </a:solidFill>
              <a:headEnd type="none"/>
              <a:tailEnd type="none"/>
            </a:ln>
          </p:spPr>
          <p:style>
            <a:lnRef idx="1">
              <a:schemeClr val="dk1"/>
            </a:lnRef>
            <a:fillRef idx="0">
              <a:schemeClr val="dk1"/>
            </a:fillRef>
            <a:effectRef idx="0">
              <a:schemeClr val="dk1"/>
            </a:effectRef>
            <a:fontRef idx="minor">
              <a:schemeClr val="tx1"/>
            </a:fontRef>
          </p:style>
        </p:cxnSp>
        <p:cxnSp>
          <p:nvCxnSpPr>
            <p:cNvPr id="88" name="直接箭头连接符 87">
              <a:extLst>
                <a:ext uri="{FF2B5EF4-FFF2-40B4-BE49-F238E27FC236}">
                  <a16:creationId xmlns:a16="http://schemas.microsoft.com/office/drawing/2014/main" id="{B4F42150-D0C0-4DA2-BACA-0B4F091CC9E7}"/>
                </a:ext>
              </a:extLst>
            </p:cNvPr>
            <p:cNvCxnSpPr>
              <a:cxnSpLocks/>
            </p:cNvCxnSpPr>
            <p:nvPr/>
          </p:nvCxnSpPr>
          <p:spPr>
            <a:xfrm>
              <a:off x="9563775" y="4306099"/>
              <a:ext cx="720000" cy="0"/>
            </a:xfrm>
            <a:prstGeom prst="straightConnector1">
              <a:avLst/>
            </a:prstGeom>
            <a:ln w="38100">
              <a:solidFill>
                <a:srgbClr val="0070C0"/>
              </a:solidFill>
              <a:headEnd type="none"/>
              <a:tailEnd type="none"/>
            </a:ln>
          </p:spPr>
          <p:style>
            <a:lnRef idx="1">
              <a:schemeClr val="dk1"/>
            </a:lnRef>
            <a:fillRef idx="0">
              <a:schemeClr val="dk1"/>
            </a:fillRef>
            <a:effectRef idx="0">
              <a:schemeClr val="dk1"/>
            </a:effectRef>
            <a:fontRef idx="minor">
              <a:schemeClr val="tx1"/>
            </a:fontRef>
          </p:style>
        </p:cxnSp>
        <p:cxnSp>
          <p:nvCxnSpPr>
            <p:cNvPr id="90" name="直接箭头连接符 89">
              <a:extLst>
                <a:ext uri="{FF2B5EF4-FFF2-40B4-BE49-F238E27FC236}">
                  <a16:creationId xmlns:a16="http://schemas.microsoft.com/office/drawing/2014/main" id="{C86CBA5C-E197-45BE-B1AF-CAFFA0BA9203}"/>
                </a:ext>
              </a:extLst>
            </p:cNvPr>
            <p:cNvCxnSpPr>
              <a:cxnSpLocks/>
            </p:cNvCxnSpPr>
            <p:nvPr/>
          </p:nvCxnSpPr>
          <p:spPr>
            <a:xfrm>
              <a:off x="6624263" y="4404667"/>
              <a:ext cx="2880000" cy="0"/>
            </a:xfrm>
            <a:prstGeom prst="straightConnector1">
              <a:avLst/>
            </a:prstGeom>
            <a:ln w="38100">
              <a:solidFill>
                <a:srgbClr val="00B050"/>
              </a:solidFill>
              <a:headEnd type="none"/>
              <a:tailEnd type="none"/>
            </a:ln>
          </p:spPr>
          <p:style>
            <a:lnRef idx="1">
              <a:schemeClr val="dk1"/>
            </a:lnRef>
            <a:fillRef idx="0">
              <a:schemeClr val="dk1"/>
            </a:fillRef>
            <a:effectRef idx="0">
              <a:schemeClr val="dk1"/>
            </a:effectRef>
            <a:fontRef idx="minor">
              <a:schemeClr val="tx1"/>
            </a:fontRef>
          </p:style>
        </p:cxnSp>
        <p:sp>
          <p:nvSpPr>
            <p:cNvPr id="48" name="爆炸形: 8 pt  47">
              <a:extLst>
                <a:ext uri="{FF2B5EF4-FFF2-40B4-BE49-F238E27FC236}">
                  <a16:creationId xmlns:a16="http://schemas.microsoft.com/office/drawing/2014/main" id="{D0003A2F-CE85-4487-76CF-AD160E9182F5}"/>
                </a:ext>
              </a:extLst>
            </p:cNvPr>
            <p:cNvSpPr/>
            <p:nvPr/>
          </p:nvSpPr>
          <p:spPr>
            <a:xfrm>
              <a:off x="6630131" y="4151135"/>
              <a:ext cx="180000" cy="180000"/>
            </a:xfrm>
            <a:prstGeom prst="irregularSeal1">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dirty="0">
                <a:latin typeface="Times New Roman" panose="02020603050405020304" pitchFamily="18" charset="0"/>
                <a:ea typeface="微软雅黑 Light" panose="020B0502040204020203" pitchFamily="34" charset="-122"/>
              </a:endParaRPr>
            </a:p>
          </p:txBody>
        </p:sp>
        <p:grpSp>
          <p:nvGrpSpPr>
            <p:cNvPr id="61" name="组合 60">
              <a:extLst>
                <a:ext uri="{FF2B5EF4-FFF2-40B4-BE49-F238E27FC236}">
                  <a16:creationId xmlns:a16="http://schemas.microsoft.com/office/drawing/2014/main" id="{7883CAE0-99F3-593E-D0BB-175A29699782}"/>
                </a:ext>
              </a:extLst>
            </p:cNvPr>
            <p:cNvGrpSpPr/>
            <p:nvPr/>
          </p:nvGrpSpPr>
          <p:grpSpPr>
            <a:xfrm>
              <a:off x="10335651" y="4146936"/>
              <a:ext cx="323850" cy="480264"/>
              <a:chOff x="7524711" y="2505696"/>
              <a:chExt cx="323850" cy="480264"/>
            </a:xfrm>
          </p:grpSpPr>
          <p:sp>
            <p:nvSpPr>
              <p:cNvPr id="67" name="文本框 66">
                <a:extLst>
                  <a:ext uri="{FF2B5EF4-FFF2-40B4-BE49-F238E27FC236}">
                    <a16:creationId xmlns:a16="http://schemas.microsoft.com/office/drawing/2014/main" id="{51264793-1864-CBB5-3629-C218DB034875}"/>
                  </a:ext>
                </a:extLst>
              </p:cNvPr>
              <p:cNvSpPr txBox="1"/>
              <p:nvPr/>
            </p:nvSpPr>
            <p:spPr>
              <a:xfrm>
                <a:off x="7556699" y="2770516"/>
                <a:ext cx="253596" cy="215444"/>
              </a:xfrm>
              <a:prstGeom prst="rect">
                <a:avLst/>
              </a:prstGeom>
              <a:noFill/>
            </p:spPr>
            <p:txBody>
              <a:bodyPr wrap="none" lIns="91440" tIns="45720" rIns="91440" bIns="45720" rtlCol="0">
                <a:spAutoFit/>
              </a:bodyPr>
              <a:lstStyle/>
              <a:p>
                <a:pPr algn="ctr"/>
                <a:r>
                  <a:rPr lang="en-US" altLang="zh-CN" sz="800" dirty="0">
                    <a:solidFill>
                      <a:schemeClr val="tx1"/>
                    </a:solidFill>
                    <a:latin typeface="Times New Roman" panose="02020603050405020304" pitchFamily="18" charset="0"/>
                    <a:ea typeface="微软雅黑 Light" panose="020B0502040204020203" pitchFamily="34" charset="-122"/>
                    <a:cs typeface="Courier New" panose="02070309020205020404" pitchFamily="49" charset="0"/>
                  </a:rPr>
                  <a:t>B</a:t>
                </a:r>
                <a:endParaRPr lang="zh-CN" altLang="en-US" sz="800" dirty="0">
                  <a:solidFill>
                    <a:schemeClr val="tx1"/>
                  </a:solidFill>
                  <a:latin typeface="Times New Roman" panose="02020603050405020304" pitchFamily="18" charset="0"/>
                  <a:ea typeface="微软雅黑 Light" panose="020B0502040204020203" pitchFamily="34" charset="-122"/>
                  <a:cs typeface="Courier New" panose="02070309020205020404" pitchFamily="49" charset="0"/>
                </a:endParaRPr>
              </a:p>
            </p:txBody>
          </p:sp>
          <p:pic>
            <p:nvPicPr>
              <p:cNvPr id="73" name="图片 72">
                <a:extLst>
                  <a:ext uri="{FF2B5EF4-FFF2-40B4-BE49-F238E27FC236}">
                    <a16:creationId xmlns:a16="http://schemas.microsoft.com/office/drawing/2014/main" id="{B00FA61B-0EF3-5542-9389-D9A300187F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24711" y="2505696"/>
                <a:ext cx="323850" cy="304800"/>
              </a:xfrm>
              <a:prstGeom prst="rect">
                <a:avLst/>
              </a:prstGeom>
            </p:spPr>
          </p:pic>
        </p:grpSp>
        <p:grpSp>
          <p:nvGrpSpPr>
            <p:cNvPr id="104" name="组合 103">
              <a:extLst>
                <a:ext uri="{FF2B5EF4-FFF2-40B4-BE49-F238E27FC236}">
                  <a16:creationId xmlns:a16="http://schemas.microsoft.com/office/drawing/2014/main" id="{99F38FD3-9779-0777-FD9F-6EC68C7A0C0D}"/>
                </a:ext>
              </a:extLst>
            </p:cNvPr>
            <p:cNvGrpSpPr/>
            <p:nvPr/>
          </p:nvGrpSpPr>
          <p:grpSpPr>
            <a:xfrm>
              <a:off x="6212947" y="4146936"/>
              <a:ext cx="323850" cy="480264"/>
              <a:chOff x="3402007" y="2505696"/>
              <a:chExt cx="323850" cy="480264"/>
            </a:xfrm>
          </p:grpSpPr>
          <p:pic>
            <p:nvPicPr>
              <p:cNvPr id="105" name="图片 104">
                <a:extLst>
                  <a:ext uri="{FF2B5EF4-FFF2-40B4-BE49-F238E27FC236}">
                    <a16:creationId xmlns:a16="http://schemas.microsoft.com/office/drawing/2014/main" id="{7323AA8A-C75D-DE17-C00F-DB0B8C15FC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02007" y="2505696"/>
                <a:ext cx="323850" cy="304800"/>
              </a:xfrm>
              <a:prstGeom prst="rect">
                <a:avLst/>
              </a:prstGeom>
            </p:spPr>
          </p:pic>
          <p:sp>
            <p:nvSpPr>
              <p:cNvPr id="106" name="文本框 105">
                <a:extLst>
                  <a:ext uri="{FF2B5EF4-FFF2-40B4-BE49-F238E27FC236}">
                    <a16:creationId xmlns:a16="http://schemas.microsoft.com/office/drawing/2014/main" id="{D27E678A-1FC7-0CD4-B8DE-C4F73B27623A}"/>
                  </a:ext>
                </a:extLst>
              </p:cNvPr>
              <p:cNvSpPr txBox="1"/>
              <p:nvPr/>
            </p:nvSpPr>
            <p:spPr>
              <a:xfrm>
                <a:off x="3431591" y="2770516"/>
                <a:ext cx="258405" cy="215444"/>
              </a:xfrm>
              <a:prstGeom prst="rect">
                <a:avLst/>
              </a:prstGeom>
              <a:noFill/>
            </p:spPr>
            <p:txBody>
              <a:bodyPr wrap="none" lIns="91440" tIns="45720" rIns="91440" bIns="45720" rtlCol="0">
                <a:spAutoFit/>
              </a:bodyPr>
              <a:lstStyle/>
              <a:p>
                <a:pPr algn="ctr"/>
                <a:r>
                  <a:rPr lang="en-US" altLang="zh-CN" sz="800" dirty="0">
                    <a:solidFill>
                      <a:schemeClr val="tx1"/>
                    </a:solidFill>
                    <a:latin typeface="Times New Roman" panose="02020603050405020304" pitchFamily="18" charset="0"/>
                    <a:ea typeface="微软雅黑 Light" panose="020B0502040204020203" pitchFamily="34" charset="-122"/>
                    <a:cs typeface="Courier New" panose="02070309020205020404" pitchFamily="49" charset="0"/>
                  </a:rPr>
                  <a:t>A</a:t>
                </a:r>
                <a:endParaRPr lang="zh-CN" altLang="en-US" sz="800" dirty="0">
                  <a:solidFill>
                    <a:schemeClr val="tx1"/>
                  </a:solidFill>
                  <a:latin typeface="Times New Roman" panose="02020603050405020304" pitchFamily="18" charset="0"/>
                  <a:ea typeface="微软雅黑 Light" panose="020B0502040204020203" pitchFamily="34" charset="-122"/>
                  <a:cs typeface="Courier New" panose="02070309020205020404" pitchFamily="49" charset="0"/>
                </a:endParaRPr>
              </a:p>
            </p:txBody>
          </p:sp>
        </p:grpSp>
      </p:grpSp>
      <p:grpSp>
        <p:nvGrpSpPr>
          <p:cNvPr id="125" name="组合 124">
            <a:extLst>
              <a:ext uri="{FF2B5EF4-FFF2-40B4-BE49-F238E27FC236}">
                <a16:creationId xmlns:a16="http://schemas.microsoft.com/office/drawing/2014/main" id="{62BB46FC-42B6-DD08-EF1B-56BEFB9B51EA}"/>
              </a:ext>
            </a:extLst>
          </p:cNvPr>
          <p:cNvGrpSpPr/>
          <p:nvPr/>
        </p:nvGrpSpPr>
        <p:grpSpPr>
          <a:xfrm>
            <a:off x="6212947" y="4722821"/>
            <a:ext cx="4446554" cy="480264"/>
            <a:chOff x="6212947" y="4806114"/>
            <a:chExt cx="4446554" cy="480264"/>
          </a:xfrm>
        </p:grpSpPr>
        <p:cxnSp>
          <p:nvCxnSpPr>
            <p:cNvPr id="114" name="直接箭头连接符 113">
              <a:extLst>
                <a:ext uri="{FF2B5EF4-FFF2-40B4-BE49-F238E27FC236}">
                  <a16:creationId xmlns:a16="http://schemas.microsoft.com/office/drawing/2014/main" id="{20591328-5751-F573-871B-E1DA42561E3E}"/>
                </a:ext>
              </a:extLst>
            </p:cNvPr>
            <p:cNvCxnSpPr>
              <a:cxnSpLocks/>
            </p:cNvCxnSpPr>
            <p:nvPr/>
          </p:nvCxnSpPr>
          <p:spPr>
            <a:xfrm>
              <a:off x="6624263" y="5046246"/>
              <a:ext cx="3661200" cy="0"/>
            </a:xfrm>
            <a:prstGeom prst="straightConnector1">
              <a:avLst/>
            </a:prstGeom>
            <a:ln w="12700">
              <a:solidFill>
                <a:srgbClr val="00B050"/>
              </a:solidFill>
              <a:headEnd type="none"/>
              <a:tailEnd type="none"/>
            </a:ln>
          </p:spPr>
          <p:style>
            <a:lnRef idx="1">
              <a:schemeClr val="dk1"/>
            </a:lnRef>
            <a:fillRef idx="0">
              <a:schemeClr val="dk1"/>
            </a:fillRef>
            <a:effectRef idx="0">
              <a:schemeClr val="dk1"/>
            </a:effectRef>
            <a:fontRef idx="minor">
              <a:schemeClr val="tx1"/>
            </a:fontRef>
          </p:style>
        </p:cxnSp>
        <p:sp>
          <p:nvSpPr>
            <p:cNvPr id="117" name="爆炸形: 8 pt  116">
              <a:extLst>
                <a:ext uri="{FF2B5EF4-FFF2-40B4-BE49-F238E27FC236}">
                  <a16:creationId xmlns:a16="http://schemas.microsoft.com/office/drawing/2014/main" id="{7D31AFF8-D56A-B0EE-C206-DA71AC8C154C}"/>
                </a:ext>
              </a:extLst>
            </p:cNvPr>
            <p:cNvSpPr/>
            <p:nvPr/>
          </p:nvSpPr>
          <p:spPr>
            <a:xfrm>
              <a:off x="6509363" y="4810313"/>
              <a:ext cx="180000" cy="180000"/>
            </a:xfrm>
            <a:prstGeom prst="irregularSeal1">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dirty="0">
                <a:latin typeface="Times New Roman" panose="02020603050405020304" pitchFamily="18" charset="0"/>
                <a:ea typeface="微软雅黑 Light" panose="020B0502040204020203" pitchFamily="34" charset="-122"/>
              </a:endParaRPr>
            </a:p>
          </p:txBody>
        </p:sp>
        <p:grpSp>
          <p:nvGrpSpPr>
            <p:cNvPr id="118" name="组合 117">
              <a:extLst>
                <a:ext uri="{FF2B5EF4-FFF2-40B4-BE49-F238E27FC236}">
                  <a16:creationId xmlns:a16="http://schemas.microsoft.com/office/drawing/2014/main" id="{B6D7453A-B6D1-C782-08E6-CD7DC3417F1C}"/>
                </a:ext>
              </a:extLst>
            </p:cNvPr>
            <p:cNvGrpSpPr/>
            <p:nvPr/>
          </p:nvGrpSpPr>
          <p:grpSpPr>
            <a:xfrm>
              <a:off x="10335651" y="4806114"/>
              <a:ext cx="323850" cy="480264"/>
              <a:chOff x="7524711" y="2505696"/>
              <a:chExt cx="323850" cy="480264"/>
            </a:xfrm>
          </p:grpSpPr>
          <p:sp>
            <p:nvSpPr>
              <p:cNvPr id="122" name="文本框 121">
                <a:extLst>
                  <a:ext uri="{FF2B5EF4-FFF2-40B4-BE49-F238E27FC236}">
                    <a16:creationId xmlns:a16="http://schemas.microsoft.com/office/drawing/2014/main" id="{F6FBC1AE-992C-C37B-1683-1CEA0550F778}"/>
                  </a:ext>
                </a:extLst>
              </p:cNvPr>
              <p:cNvSpPr txBox="1"/>
              <p:nvPr/>
            </p:nvSpPr>
            <p:spPr>
              <a:xfrm>
                <a:off x="7556699" y="2770516"/>
                <a:ext cx="253596" cy="215444"/>
              </a:xfrm>
              <a:prstGeom prst="rect">
                <a:avLst/>
              </a:prstGeom>
              <a:noFill/>
            </p:spPr>
            <p:txBody>
              <a:bodyPr wrap="none" lIns="91440" tIns="45720" rIns="91440" bIns="45720" rtlCol="0">
                <a:spAutoFit/>
              </a:bodyPr>
              <a:lstStyle/>
              <a:p>
                <a:pPr algn="ctr"/>
                <a:r>
                  <a:rPr lang="en-US" altLang="zh-CN" sz="800" dirty="0">
                    <a:solidFill>
                      <a:schemeClr val="tx1"/>
                    </a:solidFill>
                    <a:latin typeface="Times New Roman" panose="02020603050405020304" pitchFamily="18" charset="0"/>
                    <a:ea typeface="微软雅黑 Light" panose="020B0502040204020203" pitchFamily="34" charset="-122"/>
                    <a:cs typeface="Courier New" panose="02070309020205020404" pitchFamily="49" charset="0"/>
                  </a:rPr>
                  <a:t>B</a:t>
                </a:r>
                <a:endParaRPr lang="zh-CN" altLang="en-US" sz="800" dirty="0">
                  <a:solidFill>
                    <a:schemeClr val="tx1"/>
                  </a:solidFill>
                  <a:latin typeface="Times New Roman" panose="02020603050405020304" pitchFamily="18" charset="0"/>
                  <a:ea typeface="微软雅黑 Light" panose="020B0502040204020203" pitchFamily="34" charset="-122"/>
                  <a:cs typeface="Courier New" panose="02070309020205020404" pitchFamily="49" charset="0"/>
                </a:endParaRPr>
              </a:p>
            </p:txBody>
          </p:sp>
          <p:pic>
            <p:nvPicPr>
              <p:cNvPr id="123" name="图片 122">
                <a:extLst>
                  <a:ext uri="{FF2B5EF4-FFF2-40B4-BE49-F238E27FC236}">
                    <a16:creationId xmlns:a16="http://schemas.microsoft.com/office/drawing/2014/main" id="{6F60DA30-A8A8-FA9E-1AD3-FE97525AE87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24711" y="2505696"/>
                <a:ext cx="323850" cy="304800"/>
              </a:xfrm>
              <a:prstGeom prst="rect">
                <a:avLst/>
              </a:prstGeom>
            </p:spPr>
          </p:pic>
        </p:grpSp>
        <p:grpSp>
          <p:nvGrpSpPr>
            <p:cNvPr id="119" name="组合 118">
              <a:extLst>
                <a:ext uri="{FF2B5EF4-FFF2-40B4-BE49-F238E27FC236}">
                  <a16:creationId xmlns:a16="http://schemas.microsoft.com/office/drawing/2014/main" id="{2D439731-6E9C-1704-A06E-404D7DEBB020}"/>
                </a:ext>
              </a:extLst>
            </p:cNvPr>
            <p:cNvGrpSpPr/>
            <p:nvPr/>
          </p:nvGrpSpPr>
          <p:grpSpPr>
            <a:xfrm>
              <a:off x="6212947" y="4806114"/>
              <a:ext cx="323850" cy="480264"/>
              <a:chOff x="3402007" y="2505696"/>
              <a:chExt cx="323850" cy="480264"/>
            </a:xfrm>
          </p:grpSpPr>
          <p:pic>
            <p:nvPicPr>
              <p:cNvPr id="120" name="图片 119">
                <a:extLst>
                  <a:ext uri="{FF2B5EF4-FFF2-40B4-BE49-F238E27FC236}">
                    <a16:creationId xmlns:a16="http://schemas.microsoft.com/office/drawing/2014/main" id="{7D39081F-384F-1162-FDFF-6E5489A6E8A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02007" y="2505696"/>
                <a:ext cx="323850" cy="304800"/>
              </a:xfrm>
              <a:prstGeom prst="rect">
                <a:avLst/>
              </a:prstGeom>
            </p:spPr>
          </p:pic>
          <p:sp>
            <p:nvSpPr>
              <p:cNvPr id="121" name="文本框 120">
                <a:extLst>
                  <a:ext uri="{FF2B5EF4-FFF2-40B4-BE49-F238E27FC236}">
                    <a16:creationId xmlns:a16="http://schemas.microsoft.com/office/drawing/2014/main" id="{A4DF6B82-0F8D-6275-ACD7-B322B46CB7A3}"/>
                  </a:ext>
                </a:extLst>
              </p:cNvPr>
              <p:cNvSpPr txBox="1"/>
              <p:nvPr/>
            </p:nvSpPr>
            <p:spPr>
              <a:xfrm>
                <a:off x="3431591" y="2770516"/>
                <a:ext cx="258405" cy="215444"/>
              </a:xfrm>
              <a:prstGeom prst="rect">
                <a:avLst/>
              </a:prstGeom>
              <a:noFill/>
            </p:spPr>
            <p:txBody>
              <a:bodyPr wrap="none" lIns="91440" tIns="45720" rIns="91440" bIns="45720" rtlCol="0">
                <a:spAutoFit/>
              </a:bodyPr>
              <a:lstStyle/>
              <a:p>
                <a:pPr algn="ctr"/>
                <a:r>
                  <a:rPr lang="en-US" altLang="zh-CN" sz="800" dirty="0">
                    <a:solidFill>
                      <a:schemeClr val="tx1"/>
                    </a:solidFill>
                    <a:latin typeface="Times New Roman" panose="02020603050405020304" pitchFamily="18" charset="0"/>
                    <a:ea typeface="微软雅黑 Light" panose="020B0502040204020203" pitchFamily="34" charset="-122"/>
                    <a:cs typeface="Courier New" panose="02070309020205020404" pitchFamily="49" charset="0"/>
                  </a:rPr>
                  <a:t>A</a:t>
                </a:r>
                <a:endParaRPr lang="zh-CN" altLang="en-US" sz="800" dirty="0">
                  <a:solidFill>
                    <a:schemeClr val="tx1"/>
                  </a:solidFill>
                  <a:latin typeface="Times New Roman" panose="02020603050405020304" pitchFamily="18" charset="0"/>
                  <a:ea typeface="微软雅黑 Light" panose="020B0502040204020203" pitchFamily="34" charset="-122"/>
                  <a:cs typeface="Courier New" panose="02070309020205020404" pitchFamily="49" charset="0"/>
                </a:endParaRPr>
              </a:p>
            </p:txBody>
          </p:sp>
        </p:grpSp>
      </p:grpSp>
      <p:grpSp>
        <p:nvGrpSpPr>
          <p:cNvPr id="138" name="组合 137">
            <a:extLst>
              <a:ext uri="{FF2B5EF4-FFF2-40B4-BE49-F238E27FC236}">
                <a16:creationId xmlns:a16="http://schemas.microsoft.com/office/drawing/2014/main" id="{0934148B-22DD-BAFF-2B55-2E0DF9F3CB5D}"/>
              </a:ext>
            </a:extLst>
          </p:cNvPr>
          <p:cNvGrpSpPr/>
          <p:nvPr/>
        </p:nvGrpSpPr>
        <p:grpSpPr>
          <a:xfrm>
            <a:off x="6212947" y="5389754"/>
            <a:ext cx="4446554" cy="514191"/>
            <a:chOff x="6242531" y="5389754"/>
            <a:chExt cx="4446554" cy="514191"/>
          </a:xfrm>
        </p:grpSpPr>
        <p:cxnSp>
          <p:nvCxnSpPr>
            <p:cNvPr id="127" name="直接箭头连接符 126">
              <a:extLst>
                <a:ext uri="{FF2B5EF4-FFF2-40B4-BE49-F238E27FC236}">
                  <a16:creationId xmlns:a16="http://schemas.microsoft.com/office/drawing/2014/main" id="{7E695328-BFBE-187C-7892-834507388977}"/>
                </a:ext>
              </a:extLst>
            </p:cNvPr>
            <p:cNvCxnSpPr>
              <a:cxnSpLocks/>
            </p:cNvCxnSpPr>
            <p:nvPr/>
          </p:nvCxnSpPr>
          <p:spPr>
            <a:xfrm>
              <a:off x="6653847" y="5583682"/>
              <a:ext cx="3661200" cy="0"/>
            </a:xfrm>
            <a:prstGeom prst="straightConnector1">
              <a:avLst/>
            </a:prstGeom>
            <a:ln w="12700">
              <a:solidFill>
                <a:srgbClr val="0070C0"/>
              </a:solidFill>
              <a:headEnd type="none"/>
              <a:tailEnd type="none"/>
            </a:ln>
          </p:spPr>
          <p:style>
            <a:lnRef idx="1">
              <a:schemeClr val="dk1"/>
            </a:lnRef>
            <a:fillRef idx="0">
              <a:schemeClr val="dk1"/>
            </a:fillRef>
            <a:effectRef idx="0">
              <a:schemeClr val="dk1"/>
            </a:effectRef>
            <a:fontRef idx="minor">
              <a:schemeClr val="tx1"/>
            </a:fontRef>
          </p:style>
        </p:cxnSp>
        <p:cxnSp>
          <p:nvCxnSpPr>
            <p:cNvPr id="130" name="直接箭头连接符 129">
              <a:extLst>
                <a:ext uri="{FF2B5EF4-FFF2-40B4-BE49-F238E27FC236}">
                  <a16:creationId xmlns:a16="http://schemas.microsoft.com/office/drawing/2014/main" id="{E5338EC5-D9C1-E504-7C06-C16E1E0595D3}"/>
                </a:ext>
              </a:extLst>
            </p:cNvPr>
            <p:cNvCxnSpPr>
              <a:cxnSpLocks/>
            </p:cNvCxnSpPr>
            <p:nvPr/>
          </p:nvCxnSpPr>
          <p:spPr>
            <a:xfrm>
              <a:off x="6653847" y="5682002"/>
              <a:ext cx="3661200" cy="0"/>
            </a:xfrm>
            <a:prstGeom prst="straightConnector1">
              <a:avLst/>
            </a:prstGeom>
            <a:ln w="38100">
              <a:solidFill>
                <a:srgbClr val="0070C0"/>
              </a:solidFill>
              <a:headEnd type="none"/>
              <a:tailEnd type="none"/>
            </a:ln>
          </p:spPr>
          <p:style>
            <a:lnRef idx="1">
              <a:schemeClr val="dk1"/>
            </a:lnRef>
            <a:fillRef idx="0">
              <a:schemeClr val="dk1"/>
            </a:fillRef>
            <a:effectRef idx="0">
              <a:schemeClr val="dk1"/>
            </a:effectRef>
            <a:fontRef idx="minor">
              <a:schemeClr val="tx1"/>
            </a:fontRef>
          </p:style>
        </p:cxnSp>
        <p:sp>
          <p:nvSpPr>
            <p:cNvPr id="131" name="爆炸形: 8 pt  130">
              <a:extLst>
                <a:ext uri="{FF2B5EF4-FFF2-40B4-BE49-F238E27FC236}">
                  <a16:creationId xmlns:a16="http://schemas.microsoft.com/office/drawing/2014/main" id="{4471B719-39E6-CC95-D227-B742D3B2512D}"/>
                </a:ext>
              </a:extLst>
            </p:cNvPr>
            <p:cNvSpPr/>
            <p:nvPr/>
          </p:nvSpPr>
          <p:spPr>
            <a:xfrm>
              <a:off x="10217071" y="5389754"/>
              <a:ext cx="180000" cy="180000"/>
            </a:xfrm>
            <a:prstGeom prst="irregularSeal1">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dirty="0">
                <a:latin typeface="Times New Roman" panose="02020603050405020304" pitchFamily="18" charset="0"/>
                <a:ea typeface="微软雅黑 Light" panose="020B0502040204020203" pitchFamily="34" charset="-122"/>
              </a:endParaRPr>
            </a:p>
          </p:txBody>
        </p:sp>
        <p:grpSp>
          <p:nvGrpSpPr>
            <p:cNvPr id="132" name="组合 131">
              <a:extLst>
                <a:ext uri="{FF2B5EF4-FFF2-40B4-BE49-F238E27FC236}">
                  <a16:creationId xmlns:a16="http://schemas.microsoft.com/office/drawing/2014/main" id="{57B85DE6-1C5B-306B-F262-376C87E4AB26}"/>
                </a:ext>
              </a:extLst>
            </p:cNvPr>
            <p:cNvGrpSpPr/>
            <p:nvPr/>
          </p:nvGrpSpPr>
          <p:grpSpPr>
            <a:xfrm>
              <a:off x="10365235" y="5423681"/>
              <a:ext cx="323850" cy="480264"/>
              <a:chOff x="7524711" y="2505696"/>
              <a:chExt cx="323850" cy="480264"/>
            </a:xfrm>
          </p:grpSpPr>
          <p:sp>
            <p:nvSpPr>
              <p:cNvPr id="136" name="文本框 135">
                <a:extLst>
                  <a:ext uri="{FF2B5EF4-FFF2-40B4-BE49-F238E27FC236}">
                    <a16:creationId xmlns:a16="http://schemas.microsoft.com/office/drawing/2014/main" id="{C2504DFF-AB8E-A289-3667-FA46DDC4FD0D}"/>
                  </a:ext>
                </a:extLst>
              </p:cNvPr>
              <p:cNvSpPr txBox="1"/>
              <p:nvPr/>
            </p:nvSpPr>
            <p:spPr>
              <a:xfrm>
                <a:off x="7556699" y="2770516"/>
                <a:ext cx="253596" cy="215444"/>
              </a:xfrm>
              <a:prstGeom prst="rect">
                <a:avLst/>
              </a:prstGeom>
              <a:noFill/>
            </p:spPr>
            <p:txBody>
              <a:bodyPr wrap="none" lIns="91440" tIns="45720" rIns="91440" bIns="45720" rtlCol="0">
                <a:spAutoFit/>
              </a:bodyPr>
              <a:lstStyle/>
              <a:p>
                <a:pPr algn="ctr"/>
                <a:r>
                  <a:rPr lang="en-US" altLang="zh-CN" sz="800" dirty="0">
                    <a:solidFill>
                      <a:schemeClr val="tx1"/>
                    </a:solidFill>
                    <a:latin typeface="Times New Roman" panose="02020603050405020304" pitchFamily="18" charset="0"/>
                    <a:ea typeface="微软雅黑 Light" panose="020B0502040204020203" pitchFamily="34" charset="-122"/>
                    <a:cs typeface="Courier New" panose="02070309020205020404" pitchFamily="49" charset="0"/>
                  </a:rPr>
                  <a:t>B</a:t>
                </a:r>
                <a:endParaRPr lang="zh-CN" altLang="en-US" sz="800" dirty="0">
                  <a:solidFill>
                    <a:schemeClr val="tx1"/>
                  </a:solidFill>
                  <a:latin typeface="Times New Roman" panose="02020603050405020304" pitchFamily="18" charset="0"/>
                  <a:ea typeface="微软雅黑 Light" panose="020B0502040204020203" pitchFamily="34" charset="-122"/>
                  <a:cs typeface="Courier New" panose="02070309020205020404" pitchFamily="49" charset="0"/>
                </a:endParaRPr>
              </a:p>
            </p:txBody>
          </p:sp>
          <p:pic>
            <p:nvPicPr>
              <p:cNvPr id="137" name="图片 136">
                <a:extLst>
                  <a:ext uri="{FF2B5EF4-FFF2-40B4-BE49-F238E27FC236}">
                    <a16:creationId xmlns:a16="http://schemas.microsoft.com/office/drawing/2014/main" id="{7A5BADBC-9657-71F6-08CA-DCF3A3EACC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24711" y="2505696"/>
                <a:ext cx="323850" cy="304800"/>
              </a:xfrm>
              <a:prstGeom prst="rect">
                <a:avLst/>
              </a:prstGeom>
            </p:spPr>
          </p:pic>
        </p:grpSp>
        <p:grpSp>
          <p:nvGrpSpPr>
            <p:cNvPr id="133" name="组合 132">
              <a:extLst>
                <a:ext uri="{FF2B5EF4-FFF2-40B4-BE49-F238E27FC236}">
                  <a16:creationId xmlns:a16="http://schemas.microsoft.com/office/drawing/2014/main" id="{EB420B1B-8964-75D2-8D2F-327C785EA723}"/>
                </a:ext>
              </a:extLst>
            </p:cNvPr>
            <p:cNvGrpSpPr/>
            <p:nvPr/>
          </p:nvGrpSpPr>
          <p:grpSpPr>
            <a:xfrm>
              <a:off x="6242531" y="5423681"/>
              <a:ext cx="323850" cy="480264"/>
              <a:chOff x="3402007" y="2505696"/>
              <a:chExt cx="323850" cy="480264"/>
            </a:xfrm>
          </p:grpSpPr>
          <p:pic>
            <p:nvPicPr>
              <p:cNvPr id="134" name="图片 133">
                <a:extLst>
                  <a:ext uri="{FF2B5EF4-FFF2-40B4-BE49-F238E27FC236}">
                    <a16:creationId xmlns:a16="http://schemas.microsoft.com/office/drawing/2014/main" id="{113E313F-023E-A6D9-E594-14BD971BA9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02007" y="2505696"/>
                <a:ext cx="323850" cy="304800"/>
              </a:xfrm>
              <a:prstGeom prst="rect">
                <a:avLst/>
              </a:prstGeom>
            </p:spPr>
          </p:pic>
          <p:sp>
            <p:nvSpPr>
              <p:cNvPr id="135" name="文本框 134">
                <a:extLst>
                  <a:ext uri="{FF2B5EF4-FFF2-40B4-BE49-F238E27FC236}">
                    <a16:creationId xmlns:a16="http://schemas.microsoft.com/office/drawing/2014/main" id="{BDE581AA-8659-BC28-F98A-3709E77F901B}"/>
                  </a:ext>
                </a:extLst>
              </p:cNvPr>
              <p:cNvSpPr txBox="1"/>
              <p:nvPr/>
            </p:nvSpPr>
            <p:spPr>
              <a:xfrm>
                <a:off x="3431591" y="2770516"/>
                <a:ext cx="258405" cy="215444"/>
              </a:xfrm>
              <a:prstGeom prst="rect">
                <a:avLst/>
              </a:prstGeom>
              <a:noFill/>
            </p:spPr>
            <p:txBody>
              <a:bodyPr wrap="none" lIns="91440" tIns="45720" rIns="91440" bIns="45720" rtlCol="0">
                <a:spAutoFit/>
              </a:bodyPr>
              <a:lstStyle/>
              <a:p>
                <a:pPr algn="ctr"/>
                <a:r>
                  <a:rPr lang="en-US" altLang="zh-CN" sz="800" dirty="0">
                    <a:solidFill>
                      <a:schemeClr val="tx1"/>
                    </a:solidFill>
                    <a:latin typeface="Times New Roman" panose="02020603050405020304" pitchFamily="18" charset="0"/>
                    <a:ea typeface="微软雅黑 Light" panose="020B0502040204020203" pitchFamily="34" charset="-122"/>
                    <a:cs typeface="Courier New" panose="02070309020205020404" pitchFamily="49" charset="0"/>
                  </a:rPr>
                  <a:t>A</a:t>
                </a:r>
                <a:endParaRPr lang="zh-CN" altLang="en-US" sz="800" dirty="0">
                  <a:solidFill>
                    <a:schemeClr val="tx1"/>
                  </a:solidFill>
                  <a:latin typeface="Times New Roman" panose="02020603050405020304" pitchFamily="18" charset="0"/>
                  <a:ea typeface="微软雅黑 Light" panose="020B0502040204020203" pitchFamily="34" charset="-122"/>
                  <a:cs typeface="Courier New" panose="02070309020205020404" pitchFamily="49" charset="0"/>
                </a:endParaRPr>
              </a:p>
            </p:txBody>
          </p:sp>
        </p:grpSp>
      </p:grpSp>
    </p:spTree>
    <p:extLst>
      <p:ext uri="{BB962C8B-B14F-4D97-AF65-F5344CB8AC3E}">
        <p14:creationId xmlns:p14="http://schemas.microsoft.com/office/powerpoint/2010/main" val="28506353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Char"/>
      </p:transition>
    </mc:Choice>
    <mc:Fallback xmlns="">
      <p:transition>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文本占位符 18">
            <a:extLst>
              <a:ext uri="{FF2B5EF4-FFF2-40B4-BE49-F238E27FC236}">
                <a16:creationId xmlns:a16="http://schemas.microsoft.com/office/drawing/2014/main" id="{A385C229-606A-4B10-8835-8428E7D35B51}"/>
              </a:ext>
            </a:extLst>
          </p:cNvPr>
          <p:cNvSpPr>
            <a:spLocks noGrp="1"/>
          </p:cNvSpPr>
          <p:nvPr>
            <p:ph type="body" sz="quarter" idx="13"/>
          </p:nvPr>
        </p:nvSpPr>
        <p:spPr/>
        <p:txBody>
          <a:bodyPr/>
          <a:lstStyle/>
          <a:p>
            <a:r>
              <a:rPr lang="zh-CN" altLang="en-US" dirty="0"/>
              <a:t>载波监听</a:t>
            </a:r>
            <a:r>
              <a:rPr lang="en-US" altLang="zh-CN" dirty="0"/>
              <a:t>/</a:t>
            </a:r>
            <a:r>
              <a:rPr lang="zh-CN" altLang="en-US" dirty="0"/>
              <a:t>碰撞检测</a:t>
            </a:r>
          </a:p>
        </p:txBody>
      </p:sp>
      <p:sp>
        <p:nvSpPr>
          <p:cNvPr id="7" name="文本占位符 6">
            <a:extLst>
              <a:ext uri="{FF2B5EF4-FFF2-40B4-BE49-F238E27FC236}">
                <a16:creationId xmlns:a16="http://schemas.microsoft.com/office/drawing/2014/main" id="{741E35D2-2319-43C5-B00C-84972D947331}"/>
              </a:ext>
            </a:extLst>
          </p:cNvPr>
          <p:cNvSpPr>
            <a:spLocks noGrp="1"/>
          </p:cNvSpPr>
          <p:nvPr>
            <p:ph type="body" sz="quarter" idx="15"/>
          </p:nvPr>
        </p:nvSpPr>
        <p:spPr/>
        <p:txBody>
          <a:bodyPr/>
          <a:lstStyle/>
          <a:p>
            <a:endParaRPr lang="zh-CN" altLang="en-US"/>
          </a:p>
        </p:txBody>
      </p:sp>
      <p:sp>
        <p:nvSpPr>
          <p:cNvPr id="45" name="文本占位符 44">
            <a:extLst>
              <a:ext uri="{FF2B5EF4-FFF2-40B4-BE49-F238E27FC236}">
                <a16:creationId xmlns:a16="http://schemas.microsoft.com/office/drawing/2014/main" id="{C5524714-01D4-48DC-9840-91CD683A6CDB}"/>
              </a:ext>
            </a:extLst>
          </p:cNvPr>
          <p:cNvSpPr>
            <a:spLocks noGrp="1"/>
          </p:cNvSpPr>
          <p:nvPr>
            <p:ph type="body" sz="quarter" idx="16"/>
          </p:nvPr>
        </p:nvSpPr>
        <p:spPr/>
        <p:txBody>
          <a:bodyPr/>
          <a:lstStyle/>
          <a:p>
            <a:r>
              <a:rPr lang="zh-CN" altLang="en-US" dirty="0"/>
              <a:t>最多经过</a:t>
            </a:r>
            <a:r>
              <a:rPr lang="en-US" altLang="zh-CN" dirty="0"/>
              <a:t>2</a:t>
            </a:r>
            <a:r>
              <a:rPr lang="zh-CN" altLang="en-US" dirty="0"/>
              <a:t>倍端到端时延</a:t>
            </a:r>
            <a:r>
              <a:rPr lang="en-US" altLang="zh-CN" dirty="0">
                <a:solidFill>
                  <a:srgbClr val="FF0000"/>
                </a:solidFill>
              </a:rPr>
              <a:t>2</a:t>
            </a:r>
            <a:r>
              <a:rPr lang="el-GR" altLang="zh-CN" dirty="0">
                <a:solidFill>
                  <a:srgbClr val="FF0000"/>
                </a:solidFill>
              </a:rPr>
              <a:t>τ</a:t>
            </a:r>
            <a:r>
              <a:rPr lang="en-US" altLang="zh-CN" baseline="-25000" dirty="0">
                <a:solidFill>
                  <a:srgbClr val="FF0000"/>
                </a:solidFill>
              </a:rPr>
              <a:t>D</a:t>
            </a:r>
            <a:r>
              <a:rPr lang="zh-CN" altLang="en-US" dirty="0"/>
              <a:t>就可以确定是否有碰撞发生，即：如果发送完数据后，经过</a:t>
            </a:r>
            <a:r>
              <a:rPr lang="en-US" altLang="zh-CN" dirty="0">
                <a:solidFill>
                  <a:srgbClr val="FF0000"/>
                </a:solidFill>
              </a:rPr>
              <a:t>2</a:t>
            </a:r>
            <a:r>
              <a:rPr lang="el-GR" altLang="zh-CN" dirty="0">
                <a:solidFill>
                  <a:srgbClr val="FF0000"/>
                </a:solidFill>
              </a:rPr>
              <a:t>τ</a:t>
            </a:r>
            <a:r>
              <a:rPr lang="en-US" altLang="zh-CN" baseline="-25000" dirty="0">
                <a:solidFill>
                  <a:srgbClr val="FF0000"/>
                </a:solidFill>
              </a:rPr>
              <a:t>D</a:t>
            </a:r>
            <a:r>
              <a:rPr lang="en-US" altLang="zh-CN" dirty="0"/>
              <a:t> </a:t>
            </a:r>
            <a:r>
              <a:rPr lang="zh-CN" altLang="en-US" dirty="0"/>
              <a:t>的时间还没有检测到碰撞，就可以认为数据发送成功。这个</a:t>
            </a:r>
            <a:r>
              <a:rPr lang="en-US" altLang="zh-CN" dirty="0">
                <a:solidFill>
                  <a:srgbClr val="FF0000"/>
                </a:solidFill>
              </a:rPr>
              <a:t>2</a:t>
            </a:r>
            <a:r>
              <a:rPr lang="el-GR" altLang="zh-CN" dirty="0">
                <a:solidFill>
                  <a:srgbClr val="FF0000"/>
                </a:solidFill>
              </a:rPr>
              <a:t>τ</a:t>
            </a:r>
            <a:r>
              <a:rPr lang="en-US" altLang="zh-CN" baseline="-25000" dirty="0">
                <a:solidFill>
                  <a:srgbClr val="FF0000"/>
                </a:solidFill>
              </a:rPr>
              <a:t>D</a:t>
            </a:r>
            <a:r>
              <a:rPr lang="zh-CN" altLang="en-US" dirty="0"/>
              <a:t>也叫争用期、冲突窗口、碰撞窗口</a:t>
            </a:r>
            <a:endParaRPr lang="en-US" altLang="zh-CN" dirty="0"/>
          </a:p>
          <a:p>
            <a:r>
              <a:rPr lang="zh-CN" altLang="en-US" dirty="0"/>
              <a:t>使用于半双工通信网络</a:t>
            </a:r>
            <a:endParaRPr lang="en-US" altLang="zh-CN" dirty="0"/>
          </a:p>
        </p:txBody>
      </p:sp>
      <p:pic>
        <p:nvPicPr>
          <p:cNvPr id="49" name="图形 48" descr="场记板">
            <a:hlinkClick r:id="rId2" action="ppaction://hlinkfile"/>
            <a:extLst>
              <a:ext uri="{FF2B5EF4-FFF2-40B4-BE49-F238E27FC236}">
                <a16:creationId xmlns:a16="http://schemas.microsoft.com/office/drawing/2014/main" id="{531C6FB9-33A7-4A68-8B33-9F50E0E032C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638800" y="2971800"/>
            <a:ext cx="914400" cy="914400"/>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4361038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Char"/>
      </p:transition>
    </mc:Choice>
    <mc:Fallback xmlns="">
      <p:transition>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reeform 1213">
            <a:extLst>
              <a:ext uri="{FF2B5EF4-FFF2-40B4-BE49-F238E27FC236}">
                <a16:creationId xmlns:a16="http://schemas.microsoft.com/office/drawing/2014/main" id="{64B59D55-F817-4C50-9BA1-251D9EBEFD00}"/>
              </a:ext>
            </a:extLst>
          </p:cNvPr>
          <p:cNvSpPr>
            <a:spLocks noChangeAspect="1" noChangeArrowheads="1"/>
          </p:cNvSpPr>
          <p:nvPr/>
        </p:nvSpPr>
        <p:spPr bwMode="auto">
          <a:xfrm>
            <a:off x="5933379" y="1066981"/>
            <a:ext cx="6074982" cy="4550534"/>
          </a:xfrm>
          <a:custGeom>
            <a:avLst/>
            <a:gdLst>
              <a:gd name="connsiteX0" fmla="*/ 1776545 w 6501199"/>
              <a:gd name="connsiteY0" fmla="*/ 6193964 h 6382977"/>
              <a:gd name="connsiteX1" fmla="*/ 1788065 w 6501199"/>
              <a:gd name="connsiteY1" fmla="*/ 6217006 h 6382977"/>
              <a:gd name="connsiteX2" fmla="*/ 1776545 w 6501199"/>
              <a:gd name="connsiteY2" fmla="*/ 6193964 h 6382977"/>
              <a:gd name="connsiteX3" fmla="*/ 1428422 w 6501199"/>
              <a:gd name="connsiteY3" fmla="*/ 5800457 h 6382977"/>
              <a:gd name="connsiteX4" fmla="*/ 1417261 w 6501199"/>
              <a:gd name="connsiteY4" fmla="*/ 5816298 h 6382977"/>
              <a:gd name="connsiteX5" fmla="*/ 1437782 w 6501199"/>
              <a:gd name="connsiteY5" fmla="*/ 5818818 h 6382977"/>
              <a:gd name="connsiteX6" fmla="*/ 1428422 w 6501199"/>
              <a:gd name="connsiteY6" fmla="*/ 5800457 h 6382977"/>
              <a:gd name="connsiteX7" fmla="*/ 1974546 w 6501199"/>
              <a:gd name="connsiteY7" fmla="*/ 5798297 h 6382977"/>
              <a:gd name="connsiteX8" fmla="*/ 1981386 w 6501199"/>
              <a:gd name="connsiteY8" fmla="*/ 5811978 h 6382977"/>
              <a:gd name="connsiteX9" fmla="*/ 1983546 w 6501199"/>
              <a:gd name="connsiteY9" fmla="*/ 5802977 h 6382977"/>
              <a:gd name="connsiteX10" fmla="*/ 1974546 w 6501199"/>
              <a:gd name="connsiteY10" fmla="*/ 5798297 h 6382977"/>
              <a:gd name="connsiteX11" fmla="*/ 1951866 w 6501199"/>
              <a:gd name="connsiteY11" fmla="*/ 5791456 h 6382977"/>
              <a:gd name="connsiteX12" fmla="*/ 1942866 w 6501199"/>
              <a:gd name="connsiteY12" fmla="*/ 5811978 h 6382977"/>
              <a:gd name="connsiteX13" fmla="*/ 1929186 w 6501199"/>
              <a:gd name="connsiteY13" fmla="*/ 5805138 h 6382977"/>
              <a:gd name="connsiteX14" fmla="*/ 1924506 w 6501199"/>
              <a:gd name="connsiteY14" fmla="*/ 5855181 h 6382977"/>
              <a:gd name="connsiteX15" fmla="*/ 1972386 w 6501199"/>
              <a:gd name="connsiteY15" fmla="*/ 5855181 h 6382977"/>
              <a:gd name="connsiteX16" fmla="*/ 1940346 w 6501199"/>
              <a:gd name="connsiteY16" fmla="*/ 5850500 h 6382977"/>
              <a:gd name="connsiteX17" fmla="*/ 1970226 w 6501199"/>
              <a:gd name="connsiteY17" fmla="*/ 5839340 h 6382977"/>
              <a:gd name="connsiteX18" fmla="*/ 1972386 w 6501199"/>
              <a:gd name="connsiteY18" fmla="*/ 5823138 h 6382977"/>
              <a:gd name="connsiteX19" fmla="*/ 1951866 w 6501199"/>
              <a:gd name="connsiteY19" fmla="*/ 5791456 h 6382977"/>
              <a:gd name="connsiteX20" fmla="*/ 1933506 w 6501199"/>
              <a:gd name="connsiteY20" fmla="*/ 5782456 h 6382977"/>
              <a:gd name="connsiteX21" fmla="*/ 1929186 w 6501199"/>
              <a:gd name="connsiteY21" fmla="*/ 5800457 h 6382977"/>
              <a:gd name="connsiteX22" fmla="*/ 1933506 w 6501199"/>
              <a:gd name="connsiteY22" fmla="*/ 5782456 h 6382977"/>
              <a:gd name="connsiteX23" fmla="*/ 1653783 w 6501199"/>
              <a:gd name="connsiteY23" fmla="*/ 5770935 h 6382977"/>
              <a:gd name="connsiteX24" fmla="*/ 1658463 w 6501199"/>
              <a:gd name="connsiteY24" fmla="*/ 5789296 h 6382977"/>
              <a:gd name="connsiteX25" fmla="*/ 1653783 w 6501199"/>
              <a:gd name="connsiteY25" fmla="*/ 5770935 h 6382977"/>
              <a:gd name="connsiteX26" fmla="*/ 1681143 w 6501199"/>
              <a:gd name="connsiteY26" fmla="*/ 5750414 h 6382977"/>
              <a:gd name="connsiteX27" fmla="*/ 1662783 w 6501199"/>
              <a:gd name="connsiteY27" fmla="*/ 5759414 h 6382977"/>
              <a:gd name="connsiteX28" fmla="*/ 1676463 w 6501199"/>
              <a:gd name="connsiteY28" fmla="*/ 5777776 h 6382977"/>
              <a:gd name="connsiteX29" fmla="*/ 1681143 w 6501199"/>
              <a:gd name="connsiteY29" fmla="*/ 5770935 h 6382977"/>
              <a:gd name="connsiteX30" fmla="*/ 1699144 w 6501199"/>
              <a:gd name="connsiteY30" fmla="*/ 5768775 h 6382977"/>
              <a:gd name="connsiteX31" fmla="*/ 1681143 w 6501199"/>
              <a:gd name="connsiteY31" fmla="*/ 5750414 h 6382977"/>
              <a:gd name="connsiteX32" fmla="*/ 1947186 w 6501199"/>
              <a:gd name="connsiteY32" fmla="*/ 5718732 h 6382977"/>
              <a:gd name="connsiteX33" fmla="*/ 1945026 w 6501199"/>
              <a:gd name="connsiteY33" fmla="*/ 5755094 h 6382977"/>
              <a:gd name="connsiteX34" fmla="*/ 1947186 w 6501199"/>
              <a:gd name="connsiteY34" fmla="*/ 5718732 h 6382977"/>
              <a:gd name="connsiteX35" fmla="*/ 1967706 w 6501199"/>
              <a:gd name="connsiteY35" fmla="*/ 5673008 h 6382977"/>
              <a:gd name="connsiteX36" fmla="*/ 1963386 w 6501199"/>
              <a:gd name="connsiteY36" fmla="*/ 5689210 h 6382977"/>
              <a:gd name="connsiteX37" fmla="*/ 1967706 w 6501199"/>
              <a:gd name="connsiteY37" fmla="*/ 5673008 h 6382977"/>
              <a:gd name="connsiteX38" fmla="*/ 1467302 w 6501199"/>
              <a:gd name="connsiteY38" fmla="*/ 5581922 h 6382977"/>
              <a:gd name="connsiteX39" fmla="*/ 1453622 w 6501199"/>
              <a:gd name="connsiteY39" fmla="*/ 5591282 h 6382977"/>
              <a:gd name="connsiteX40" fmla="*/ 1485662 w 6501199"/>
              <a:gd name="connsiteY40" fmla="*/ 5643486 h 6382977"/>
              <a:gd name="connsiteX41" fmla="*/ 1467302 w 6501199"/>
              <a:gd name="connsiteY41" fmla="*/ 5581922 h 6382977"/>
              <a:gd name="connsiteX42" fmla="*/ 2454663 w 6501199"/>
              <a:gd name="connsiteY42" fmla="*/ 5568266 h 6382977"/>
              <a:gd name="connsiteX43" fmla="*/ 2434388 w 6501199"/>
              <a:gd name="connsiteY43" fmla="*/ 5583921 h 6382977"/>
              <a:gd name="connsiteX44" fmla="*/ 2454663 w 6501199"/>
              <a:gd name="connsiteY44" fmla="*/ 5568266 h 6382977"/>
              <a:gd name="connsiteX45" fmla="*/ 2549669 w 6501199"/>
              <a:gd name="connsiteY45" fmla="*/ 5543550 h 6382977"/>
              <a:gd name="connsiteX46" fmla="*/ 2558587 w 6501199"/>
              <a:gd name="connsiteY46" fmla="*/ 5572478 h 6382977"/>
              <a:gd name="connsiteX47" fmla="*/ 2513638 w 6501199"/>
              <a:gd name="connsiteY47" fmla="*/ 5556956 h 6382977"/>
              <a:gd name="connsiteX48" fmla="*/ 2545031 w 6501199"/>
              <a:gd name="connsiteY48" fmla="*/ 5563658 h 6382977"/>
              <a:gd name="connsiteX49" fmla="*/ 2549669 w 6501199"/>
              <a:gd name="connsiteY49" fmla="*/ 5543550 h 6382977"/>
              <a:gd name="connsiteX50" fmla="*/ 1460462 w 6501199"/>
              <a:gd name="connsiteY50" fmla="*/ 5522878 h 6382977"/>
              <a:gd name="connsiteX51" fmla="*/ 1458302 w 6501199"/>
              <a:gd name="connsiteY51" fmla="*/ 5572922 h 6382977"/>
              <a:gd name="connsiteX52" fmla="*/ 1476302 w 6501199"/>
              <a:gd name="connsiteY52" fmla="*/ 5568601 h 6382977"/>
              <a:gd name="connsiteX53" fmla="*/ 1460462 w 6501199"/>
              <a:gd name="connsiteY53" fmla="*/ 5522878 h 6382977"/>
              <a:gd name="connsiteX54" fmla="*/ 2191815 w 6501199"/>
              <a:gd name="connsiteY54" fmla="*/ 5490491 h 6382977"/>
              <a:gd name="connsiteX55" fmla="*/ 2200671 w 6501199"/>
              <a:gd name="connsiteY55" fmla="*/ 5499435 h 6382977"/>
              <a:gd name="connsiteX56" fmla="*/ 2158163 w 6501199"/>
              <a:gd name="connsiteY56" fmla="*/ 5499435 h 6382977"/>
              <a:gd name="connsiteX57" fmla="*/ 2191815 w 6501199"/>
              <a:gd name="connsiteY57" fmla="*/ 5490491 h 6382977"/>
              <a:gd name="connsiteX58" fmla="*/ 2223615 w 6501199"/>
              <a:gd name="connsiteY58" fmla="*/ 5485713 h 6382977"/>
              <a:gd name="connsiteX59" fmla="*/ 2233422 w 6501199"/>
              <a:gd name="connsiteY59" fmla="*/ 5492248 h 6382977"/>
              <a:gd name="connsiteX60" fmla="*/ 2234454 w 6501199"/>
              <a:gd name="connsiteY60" fmla="*/ 5491038 h 6382977"/>
              <a:gd name="connsiteX61" fmla="*/ 2648288 w 6501199"/>
              <a:gd name="connsiteY61" fmla="*/ 5462587 h 6382977"/>
              <a:gd name="connsiteX62" fmla="*/ 2661607 w 6501199"/>
              <a:gd name="connsiteY62" fmla="*/ 5485447 h 6382977"/>
              <a:gd name="connsiteX63" fmla="*/ 2648288 w 6501199"/>
              <a:gd name="connsiteY63" fmla="*/ 5462587 h 6382977"/>
              <a:gd name="connsiteX64" fmla="*/ 1469462 w 6501199"/>
              <a:gd name="connsiteY64" fmla="*/ 5445472 h 6382977"/>
              <a:gd name="connsiteX65" fmla="*/ 1455782 w 6501199"/>
              <a:gd name="connsiteY65" fmla="*/ 5447993 h 6382977"/>
              <a:gd name="connsiteX66" fmla="*/ 1465142 w 6501199"/>
              <a:gd name="connsiteY66" fmla="*/ 5495516 h 6382977"/>
              <a:gd name="connsiteX67" fmla="*/ 1489982 w 6501199"/>
              <a:gd name="connsiteY67" fmla="*/ 5504876 h 6382977"/>
              <a:gd name="connsiteX68" fmla="*/ 1469462 w 6501199"/>
              <a:gd name="connsiteY68" fmla="*/ 5445472 h 6382977"/>
              <a:gd name="connsiteX69" fmla="*/ 2559622 w 6501199"/>
              <a:gd name="connsiteY69" fmla="*/ 5434012 h 6382977"/>
              <a:gd name="connsiteX70" fmla="*/ 2543925 w 6501199"/>
              <a:gd name="connsiteY70" fmla="*/ 5458196 h 6382977"/>
              <a:gd name="connsiteX71" fmla="*/ 2559622 w 6501199"/>
              <a:gd name="connsiteY71" fmla="*/ 5434012 h 6382977"/>
              <a:gd name="connsiteX72" fmla="*/ 2553087 w 6501199"/>
              <a:gd name="connsiteY72" fmla="*/ 5413341 h 6382977"/>
              <a:gd name="connsiteX73" fmla="*/ 2548726 w 6501199"/>
              <a:gd name="connsiteY73" fmla="*/ 5443173 h 6382977"/>
              <a:gd name="connsiteX74" fmla="*/ 2528012 w 6501199"/>
              <a:gd name="connsiteY74" fmla="*/ 5436261 h 6382977"/>
              <a:gd name="connsiteX75" fmla="*/ 2523288 w 6501199"/>
              <a:gd name="connsiteY75" fmla="*/ 5431895 h 6382977"/>
              <a:gd name="connsiteX76" fmla="*/ 2553087 w 6501199"/>
              <a:gd name="connsiteY76" fmla="*/ 5413341 h 6382977"/>
              <a:gd name="connsiteX77" fmla="*/ 2613743 w 6501199"/>
              <a:gd name="connsiteY77" fmla="*/ 5395731 h 6382977"/>
              <a:gd name="connsiteX78" fmla="*/ 2697554 w 6501199"/>
              <a:gd name="connsiteY78" fmla="*/ 5404848 h 6382977"/>
              <a:gd name="connsiteX79" fmla="*/ 2640751 w 6501199"/>
              <a:gd name="connsiteY79" fmla="*/ 5448391 h 6382977"/>
              <a:gd name="connsiteX80" fmla="*/ 2558782 w 6501199"/>
              <a:gd name="connsiteY80" fmla="*/ 5429885 h 6382977"/>
              <a:gd name="connsiteX81" fmla="*/ 2613743 w 6501199"/>
              <a:gd name="connsiteY81" fmla="*/ 5395731 h 6382977"/>
              <a:gd name="connsiteX82" fmla="*/ 2488206 w 6501199"/>
              <a:gd name="connsiteY82" fmla="*/ 5304197 h 6382977"/>
              <a:gd name="connsiteX83" fmla="*/ 2484143 w 6501199"/>
              <a:gd name="connsiteY83" fmla="*/ 5306138 h 6382977"/>
              <a:gd name="connsiteX84" fmla="*/ 2458972 w 6501199"/>
              <a:gd name="connsiteY84" fmla="*/ 5350103 h 6382977"/>
              <a:gd name="connsiteX85" fmla="*/ 2465524 w 6501199"/>
              <a:gd name="connsiteY85" fmla="*/ 5361080 h 6382977"/>
              <a:gd name="connsiteX86" fmla="*/ 2477045 w 6501199"/>
              <a:gd name="connsiteY86" fmla="*/ 5335878 h 6382977"/>
              <a:gd name="connsiteX87" fmla="*/ 2499727 w 6501199"/>
              <a:gd name="connsiteY87" fmla="*/ 5356400 h 6382977"/>
              <a:gd name="connsiteX88" fmla="*/ 2529250 w 6501199"/>
              <a:gd name="connsiteY88" fmla="*/ 5335878 h 6382977"/>
              <a:gd name="connsiteX89" fmla="*/ 2547612 w 6501199"/>
              <a:gd name="connsiteY89" fmla="*/ 5304197 h 6382977"/>
              <a:gd name="connsiteX90" fmla="*/ 2515569 w 6501199"/>
              <a:gd name="connsiteY90" fmla="*/ 5306357 h 6382977"/>
              <a:gd name="connsiteX91" fmla="*/ 2520249 w 6501199"/>
              <a:gd name="connsiteY91" fmla="*/ 5326878 h 6382977"/>
              <a:gd name="connsiteX92" fmla="*/ 2497567 w 6501199"/>
              <a:gd name="connsiteY92" fmla="*/ 5333718 h 6382977"/>
              <a:gd name="connsiteX93" fmla="*/ 2488206 w 6501199"/>
              <a:gd name="connsiteY93" fmla="*/ 5304197 h 6382977"/>
              <a:gd name="connsiteX94" fmla="*/ 2586136 w 6501199"/>
              <a:gd name="connsiteY94" fmla="*/ 5294837 h 6382977"/>
              <a:gd name="connsiteX95" fmla="*/ 2558773 w 6501199"/>
              <a:gd name="connsiteY95" fmla="*/ 5301677 h 6382977"/>
              <a:gd name="connsiteX96" fmla="*/ 2570295 w 6501199"/>
              <a:gd name="connsiteY96" fmla="*/ 5315358 h 6382977"/>
              <a:gd name="connsiteX97" fmla="*/ 2586136 w 6501199"/>
              <a:gd name="connsiteY97" fmla="*/ 5294837 h 6382977"/>
              <a:gd name="connsiteX98" fmla="*/ 2795926 w 6501199"/>
              <a:gd name="connsiteY98" fmla="*/ 5115905 h 6382977"/>
              <a:gd name="connsiteX99" fmla="*/ 2813450 w 6501199"/>
              <a:gd name="connsiteY99" fmla="*/ 5117819 h 6382977"/>
              <a:gd name="connsiteX100" fmla="*/ 2800132 w 6501199"/>
              <a:gd name="connsiteY100" fmla="*/ 5132013 h 6382977"/>
              <a:gd name="connsiteX101" fmla="*/ 2786813 w 6501199"/>
              <a:gd name="connsiteY101" fmla="*/ 5122675 h 6382977"/>
              <a:gd name="connsiteX102" fmla="*/ 2795926 w 6501199"/>
              <a:gd name="connsiteY102" fmla="*/ 5115905 h 6382977"/>
              <a:gd name="connsiteX103" fmla="*/ 2805134 w 6501199"/>
              <a:gd name="connsiteY103" fmla="*/ 5051425 h 6382977"/>
              <a:gd name="connsiteX104" fmla="*/ 2777777 w 6501199"/>
              <a:gd name="connsiteY104" fmla="*/ 5060374 h 6382977"/>
              <a:gd name="connsiteX105" fmla="*/ 2805134 w 6501199"/>
              <a:gd name="connsiteY105" fmla="*/ 5051425 h 6382977"/>
              <a:gd name="connsiteX106" fmla="*/ 2691234 w 6501199"/>
              <a:gd name="connsiteY106" fmla="*/ 4998292 h 6382977"/>
              <a:gd name="connsiteX107" fmla="*/ 2691133 w 6501199"/>
              <a:gd name="connsiteY107" fmla="*/ 5000874 h 6382977"/>
              <a:gd name="connsiteX108" fmla="*/ 2695228 w 6501199"/>
              <a:gd name="connsiteY108" fmla="*/ 4999262 h 6382977"/>
              <a:gd name="connsiteX109" fmla="*/ 2622500 w 6501199"/>
              <a:gd name="connsiteY109" fmla="*/ 4871816 h 6382977"/>
              <a:gd name="connsiteX110" fmla="*/ 2604498 w 6501199"/>
              <a:gd name="connsiteY110" fmla="*/ 4885497 h 6382977"/>
              <a:gd name="connsiteX111" fmla="*/ 2622500 w 6501199"/>
              <a:gd name="connsiteY111" fmla="*/ 4871816 h 6382977"/>
              <a:gd name="connsiteX112" fmla="*/ 2734112 w 6501199"/>
              <a:gd name="connsiteY112" fmla="*/ 4858136 h 6382977"/>
              <a:gd name="connsiteX113" fmla="*/ 2727271 w 6501199"/>
              <a:gd name="connsiteY113" fmla="*/ 4883337 h 6382977"/>
              <a:gd name="connsiteX114" fmla="*/ 2734112 w 6501199"/>
              <a:gd name="connsiteY114" fmla="*/ 4858136 h 6382977"/>
              <a:gd name="connsiteX115" fmla="*/ 2643976 w 6501199"/>
              <a:gd name="connsiteY115" fmla="*/ 4840208 h 6382977"/>
              <a:gd name="connsiteX116" fmla="*/ 2638342 w 6501199"/>
              <a:gd name="connsiteY116" fmla="*/ 4846976 h 6382977"/>
              <a:gd name="connsiteX117" fmla="*/ 2644706 w 6501199"/>
              <a:gd name="connsiteY117" fmla="*/ 4846976 h 6382977"/>
              <a:gd name="connsiteX118" fmla="*/ 2701570 w 6501199"/>
              <a:gd name="connsiteY118" fmla="*/ 4836655 h 6382977"/>
              <a:gd name="connsiteX119" fmla="*/ 2701288 w 6501199"/>
              <a:gd name="connsiteY119" fmla="*/ 4840353 h 6382977"/>
              <a:gd name="connsiteX120" fmla="*/ 2704589 w 6501199"/>
              <a:gd name="connsiteY120" fmla="*/ 4840135 h 6382977"/>
              <a:gd name="connsiteX121" fmla="*/ 2720430 w 6501199"/>
              <a:gd name="connsiteY121" fmla="*/ 4867136 h 6382977"/>
              <a:gd name="connsiteX122" fmla="*/ 2713590 w 6501199"/>
              <a:gd name="connsiteY122" fmla="*/ 4853456 h 6382977"/>
              <a:gd name="connsiteX123" fmla="*/ 2720430 w 6501199"/>
              <a:gd name="connsiteY123" fmla="*/ 4844455 h 6382977"/>
              <a:gd name="connsiteX124" fmla="*/ 2708099 w 6501199"/>
              <a:gd name="connsiteY124" fmla="*/ 4837390 h 6382977"/>
              <a:gd name="connsiteX125" fmla="*/ 2734112 w 6501199"/>
              <a:gd name="connsiteY125" fmla="*/ 4833295 h 6382977"/>
              <a:gd name="connsiteX126" fmla="*/ 2758954 w 6501199"/>
              <a:gd name="connsiteY126" fmla="*/ 4842295 h 6382977"/>
              <a:gd name="connsiteX127" fmla="*/ 2734112 w 6501199"/>
              <a:gd name="connsiteY127" fmla="*/ 4833295 h 6382977"/>
              <a:gd name="connsiteX128" fmla="*/ 2641267 w 6501199"/>
              <a:gd name="connsiteY128" fmla="*/ 4797518 h 6382977"/>
              <a:gd name="connsiteX129" fmla="*/ 2629341 w 6501199"/>
              <a:gd name="connsiteY129" fmla="*/ 4805933 h 6382977"/>
              <a:gd name="connsiteX130" fmla="*/ 2656704 w 6501199"/>
              <a:gd name="connsiteY130" fmla="*/ 4801253 h 6382977"/>
              <a:gd name="connsiteX131" fmla="*/ 2641267 w 6501199"/>
              <a:gd name="connsiteY131" fmla="*/ 4797518 h 6382977"/>
              <a:gd name="connsiteX132" fmla="*/ 2778352 w 6501199"/>
              <a:gd name="connsiteY132" fmla="*/ 4792753 h 6382977"/>
              <a:gd name="connsiteX133" fmla="*/ 2785302 w 6501199"/>
              <a:gd name="connsiteY133" fmla="*/ 4808174 h 6382977"/>
              <a:gd name="connsiteX134" fmla="*/ 2764588 w 6501199"/>
              <a:gd name="connsiteY134" fmla="*/ 4801280 h 6382977"/>
              <a:gd name="connsiteX135" fmla="*/ 2778352 w 6501199"/>
              <a:gd name="connsiteY135" fmla="*/ 4792753 h 6382977"/>
              <a:gd name="connsiteX136" fmla="*/ 2786317 w 6501199"/>
              <a:gd name="connsiteY136" fmla="*/ 4694328 h 6382977"/>
              <a:gd name="connsiteX137" fmla="*/ 2754634 w 6501199"/>
              <a:gd name="connsiteY137" fmla="*/ 4730690 h 6382977"/>
              <a:gd name="connsiteX138" fmla="*/ 2786317 w 6501199"/>
              <a:gd name="connsiteY138" fmla="*/ 4714849 h 6382977"/>
              <a:gd name="connsiteX139" fmla="*/ 2793158 w 6501199"/>
              <a:gd name="connsiteY139" fmla="*/ 4714849 h 6382977"/>
              <a:gd name="connsiteX140" fmla="*/ 2786317 w 6501199"/>
              <a:gd name="connsiteY140" fmla="*/ 4694328 h 6382977"/>
              <a:gd name="connsiteX141" fmla="*/ 2813680 w 6501199"/>
              <a:gd name="connsiteY141" fmla="*/ 4657966 h 6382977"/>
              <a:gd name="connsiteX142" fmla="*/ 2795318 w 6501199"/>
              <a:gd name="connsiteY142" fmla="*/ 4664807 h 6382977"/>
              <a:gd name="connsiteX143" fmla="*/ 2802159 w 6501199"/>
              <a:gd name="connsiteY143" fmla="*/ 4676327 h 6382977"/>
              <a:gd name="connsiteX144" fmla="*/ 2813680 w 6501199"/>
              <a:gd name="connsiteY144" fmla="*/ 4657966 h 6382977"/>
              <a:gd name="connsiteX145" fmla="*/ 1253460 w 6501199"/>
              <a:gd name="connsiteY145" fmla="*/ 4581053 h 6382977"/>
              <a:gd name="connsiteX146" fmla="*/ 1241940 w 6501199"/>
              <a:gd name="connsiteY146" fmla="*/ 4585734 h 6382977"/>
              <a:gd name="connsiteX147" fmla="*/ 1248780 w 6501199"/>
              <a:gd name="connsiteY147" fmla="*/ 4596894 h 6382977"/>
              <a:gd name="connsiteX148" fmla="*/ 1253460 w 6501199"/>
              <a:gd name="connsiteY148" fmla="*/ 4581053 h 6382977"/>
              <a:gd name="connsiteX149" fmla="*/ 1237620 w 6501199"/>
              <a:gd name="connsiteY149" fmla="*/ 4553692 h 6382977"/>
              <a:gd name="connsiteX150" fmla="*/ 1230780 w 6501199"/>
              <a:gd name="connsiteY150" fmla="*/ 4574213 h 6382977"/>
              <a:gd name="connsiteX151" fmla="*/ 1258140 w 6501199"/>
              <a:gd name="connsiteY151" fmla="*/ 4576733 h 6382977"/>
              <a:gd name="connsiteX152" fmla="*/ 1237620 w 6501199"/>
              <a:gd name="connsiteY152" fmla="*/ 4553692 h 6382977"/>
              <a:gd name="connsiteX153" fmla="*/ 1255620 w 6501199"/>
              <a:gd name="connsiteY153" fmla="*/ 4515169 h 6382977"/>
              <a:gd name="connsiteX154" fmla="*/ 1237620 w 6501199"/>
              <a:gd name="connsiteY154" fmla="*/ 4528850 h 6382977"/>
              <a:gd name="connsiteX155" fmla="*/ 1269300 w 6501199"/>
              <a:gd name="connsiteY155" fmla="*/ 4537850 h 6382977"/>
              <a:gd name="connsiteX156" fmla="*/ 1255620 w 6501199"/>
              <a:gd name="connsiteY156" fmla="*/ 4515169 h 6382977"/>
              <a:gd name="connsiteX157" fmla="*/ 1237620 w 6501199"/>
              <a:gd name="connsiteY157" fmla="*/ 4480966 h 6382977"/>
              <a:gd name="connsiteX158" fmla="*/ 1253460 w 6501199"/>
              <a:gd name="connsiteY158" fmla="*/ 4496808 h 6382977"/>
              <a:gd name="connsiteX159" fmla="*/ 1246620 w 6501199"/>
              <a:gd name="connsiteY159" fmla="*/ 4506168 h 6382977"/>
              <a:gd name="connsiteX160" fmla="*/ 1273980 w 6501199"/>
              <a:gd name="connsiteY160" fmla="*/ 4515169 h 6382977"/>
              <a:gd name="connsiteX161" fmla="*/ 1255620 w 6501199"/>
              <a:gd name="connsiteY161" fmla="*/ 4483487 h 6382977"/>
              <a:gd name="connsiteX162" fmla="*/ 1237620 w 6501199"/>
              <a:gd name="connsiteY162" fmla="*/ 4480966 h 6382977"/>
              <a:gd name="connsiteX163" fmla="*/ 2928150 w 6501199"/>
              <a:gd name="connsiteY163" fmla="*/ 4465086 h 6382977"/>
              <a:gd name="connsiteX164" fmla="*/ 2912225 w 6501199"/>
              <a:gd name="connsiteY164" fmla="*/ 4471634 h 6382977"/>
              <a:gd name="connsiteX165" fmla="*/ 2928150 w 6501199"/>
              <a:gd name="connsiteY165" fmla="*/ 4465086 h 6382977"/>
              <a:gd name="connsiteX166" fmla="*/ 2971294 w 6501199"/>
              <a:gd name="connsiteY166" fmla="*/ 4314555 h 6382977"/>
              <a:gd name="connsiteX167" fmla="*/ 2975313 w 6501199"/>
              <a:gd name="connsiteY167" fmla="*/ 4318794 h 6382977"/>
              <a:gd name="connsiteX168" fmla="*/ 2992838 w 6501199"/>
              <a:gd name="connsiteY168" fmla="*/ 4320924 h 6382977"/>
              <a:gd name="connsiteX169" fmla="*/ 2986178 w 6501199"/>
              <a:gd name="connsiteY169" fmla="*/ 4331932 h 6382977"/>
              <a:gd name="connsiteX170" fmla="*/ 2971294 w 6501199"/>
              <a:gd name="connsiteY170" fmla="*/ 4314555 h 6382977"/>
              <a:gd name="connsiteX171" fmla="*/ 2909090 w 6501199"/>
              <a:gd name="connsiteY171" fmla="*/ 4312350 h 6382977"/>
              <a:gd name="connsiteX172" fmla="*/ 2922772 w 6501199"/>
              <a:gd name="connsiteY172" fmla="*/ 4330351 h 6382977"/>
              <a:gd name="connsiteX173" fmla="*/ 2909090 w 6501199"/>
              <a:gd name="connsiteY173" fmla="*/ 4312350 h 6382977"/>
              <a:gd name="connsiteX174" fmla="*/ 933197 w 6501199"/>
              <a:gd name="connsiteY174" fmla="*/ 4310062 h 6382977"/>
              <a:gd name="connsiteX175" fmla="*/ 971938 w 6501199"/>
              <a:gd name="connsiteY175" fmla="*/ 4330344 h 6382977"/>
              <a:gd name="connsiteX176" fmla="*/ 933197 w 6501199"/>
              <a:gd name="connsiteY176" fmla="*/ 4310062 h 6382977"/>
              <a:gd name="connsiteX177" fmla="*/ 297727 w 6501199"/>
              <a:gd name="connsiteY177" fmla="*/ 4273550 h 6382977"/>
              <a:gd name="connsiteX178" fmla="*/ 311536 w 6501199"/>
              <a:gd name="connsiteY178" fmla="*/ 4280619 h 6382977"/>
              <a:gd name="connsiteX179" fmla="*/ 281738 w 6501199"/>
              <a:gd name="connsiteY179" fmla="*/ 4289921 h 6382977"/>
              <a:gd name="connsiteX180" fmla="*/ 297727 w 6501199"/>
              <a:gd name="connsiteY180" fmla="*/ 4273550 h 6382977"/>
              <a:gd name="connsiteX181" fmla="*/ 838950 w 6501199"/>
              <a:gd name="connsiteY181" fmla="*/ 4219575 h 6382977"/>
              <a:gd name="connsiteX182" fmla="*/ 862391 w 6501199"/>
              <a:gd name="connsiteY182" fmla="*/ 4238259 h 6382977"/>
              <a:gd name="connsiteX183" fmla="*/ 838950 w 6501199"/>
              <a:gd name="connsiteY183" fmla="*/ 4219575 h 6382977"/>
              <a:gd name="connsiteX184" fmla="*/ 3063649 w 6501199"/>
              <a:gd name="connsiteY184" fmla="*/ 4203700 h 6382977"/>
              <a:gd name="connsiteX185" fmla="*/ 3075372 w 6501199"/>
              <a:gd name="connsiteY185" fmla="*/ 4215423 h 6382977"/>
              <a:gd name="connsiteX186" fmla="*/ 3068411 w 6501199"/>
              <a:gd name="connsiteY186" fmla="*/ 4222384 h 6382977"/>
              <a:gd name="connsiteX187" fmla="*/ 3063649 w 6501199"/>
              <a:gd name="connsiteY187" fmla="*/ 4203700 h 6382977"/>
              <a:gd name="connsiteX188" fmla="*/ 2917287 w 6501199"/>
              <a:gd name="connsiteY188" fmla="*/ 4202047 h 6382977"/>
              <a:gd name="connsiteX189" fmla="*/ 2915641 w 6501199"/>
              <a:gd name="connsiteY189" fmla="*/ 4205166 h 6382977"/>
              <a:gd name="connsiteX190" fmla="*/ 2920656 w 6501199"/>
              <a:gd name="connsiteY190" fmla="*/ 4211230 h 6382977"/>
              <a:gd name="connsiteX191" fmla="*/ 2913771 w 6501199"/>
              <a:gd name="connsiteY191" fmla="*/ 4214425 h 6382977"/>
              <a:gd name="connsiteX192" fmla="*/ 2929612 w 6501199"/>
              <a:gd name="connsiteY192" fmla="*/ 4207585 h 6382977"/>
              <a:gd name="connsiteX193" fmla="*/ 2922828 w 6501199"/>
              <a:gd name="connsiteY193" fmla="*/ 4208256 h 6382977"/>
              <a:gd name="connsiteX194" fmla="*/ 3034046 w 6501199"/>
              <a:gd name="connsiteY194" fmla="*/ 4201602 h 6382977"/>
              <a:gd name="connsiteX195" fmla="*/ 3045213 w 6501199"/>
              <a:gd name="connsiteY195" fmla="*/ 4208553 h 6382977"/>
              <a:gd name="connsiteX196" fmla="*/ 3040869 w 6501199"/>
              <a:gd name="connsiteY196" fmla="*/ 4217624 h 6382977"/>
              <a:gd name="connsiteX197" fmla="*/ 3034046 w 6501199"/>
              <a:gd name="connsiteY197" fmla="*/ 4201602 h 6382977"/>
              <a:gd name="connsiteX198" fmla="*/ 2945454 w 6501199"/>
              <a:gd name="connsiteY198" fmla="*/ 4200745 h 6382977"/>
              <a:gd name="connsiteX199" fmla="*/ 2963816 w 6501199"/>
              <a:gd name="connsiteY199" fmla="*/ 4218746 h 6382977"/>
              <a:gd name="connsiteX200" fmla="*/ 2947974 w 6501199"/>
              <a:gd name="connsiteY200" fmla="*/ 4218746 h 6382977"/>
              <a:gd name="connsiteX201" fmla="*/ 2965976 w 6501199"/>
              <a:gd name="connsiteY201" fmla="*/ 4218746 h 6382977"/>
              <a:gd name="connsiteX202" fmla="*/ 2945454 w 6501199"/>
              <a:gd name="connsiteY202" fmla="*/ 4200745 h 6382977"/>
              <a:gd name="connsiteX203" fmla="*/ 1175120 w 6501199"/>
              <a:gd name="connsiteY203" fmla="*/ 4194394 h 6382977"/>
              <a:gd name="connsiteX204" fmla="*/ 1166731 w 6501199"/>
              <a:gd name="connsiteY204" fmla="*/ 4198180 h 6382977"/>
              <a:gd name="connsiteX205" fmla="*/ 1180414 w 6501199"/>
              <a:gd name="connsiteY205" fmla="*/ 4216540 h 6382977"/>
              <a:gd name="connsiteX206" fmla="*/ 1168892 w 6501199"/>
              <a:gd name="connsiteY206" fmla="*/ 4218700 h 6382977"/>
              <a:gd name="connsiteX207" fmla="*/ 1191576 w 6501199"/>
              <a:gd name="connsiteY207" fmla="*/ 4211860 h 6382977"/>
              <a:gd name="connsiteX208" fmla="*/ 1175120 w 6501199"/>
              <a:gd name="connsiteY208" fmla="*/ 4194394 h 6382977"/>
              <a:gd name="connsiteX209" fmla="*/ 3072053 w 6501199"/>
              <a:gd name="connsiteY209" fmla="*/ 4190684 h 6382977"/>
              <a:gd name="connsiteX210" fmla="*/ 3081732 w 6501199"/>
              <a:gd name="connsiteY210" fmla="*/ 4196583 h 6382977"/>
              <a:gd name="connsiteX211" fmla="*/ 3077107 w 6501199"/>
              <a:gd name="connsiteY211" fmla="*/ 4203344 h 6382977"/>
              <a:gd name="connsiteX212" fmla="*/ 3072053 w 6501199"/>
              <a:gd name="connsiteY212" fmla="*/ 4190684 h 6382977"/>
              <a:gd name="connsiteX213" fmla="*/ 3057099 w 6501199"/>
              <a:gd name="connsiteY213" fmla="*/ 4158307 h 6382977"/>
              <a:gd name="connsiteX214" fmla="*/ 3070619 w 6501199"/>
              <a:gd name="connsiteY214" fmla="*/ 4172446 h 6382977"/>
              <a:gd name="connsiteX215" fmla="*/ 3059234 w 6501199"/>
              <a:gd name="connsiteY215" fmla="*/ 4176910 h 6382977"/>
              <a:gd name="connsiteX216" fmla="*/ 3057099 w 6501199"/>
              <a:gd name="connsiteY216" fmla="*/ 4158307 h 6382977"/>
              <a:gd name="connsiteX217" fmla="*/ 3089320 w 6501199"/>
              <a:gd name="connsiteY217" fmla="*/ 4125912 h 6382977"/>
              <a:gd name="connsiteX218" fmla="*/ 3093553 w 6501199"/>
              <a:gd name="connsiteY218" fmla="*/ 4141924 h 6382977"/>
              <a:gd name="connsiteX219" fmla="*/ 3089320 w 6501199"/>
              <a:gd name="connsiteY219" fmla="*/ 4125912 h 6382977"/>
              <a:gd name="connsiteX220" fmla="*/ 3078871 w 6501199"/>
              <a:gd name="connsiteY220" fmla="*/ 4105495 h 6382977"/>
              <a:gd name="connsiteX221" fmla="*/ 3086484 w 6501199"/>
              <a:gd name="connsiteY221" fmla="*/ 4108261 h 6382977"/>
              <a:gd name="connsiteX222" fmla="*/ 3077326 w 6501199"/>
              <a:gd name="connsiteY222" fmla="*/ 4121906 h 6382977"/>
              <a:gd name="connsiteX223" fmla="*/ 3078871 w 6501199"/>
              <a:gd name="connsiteY223" fmla="*/ 4105495 h 6382977"/>
              <a:gd name="connsiteX224" fmla="*/ 870815 w 6501199"/>
              <a:gd name="connsiteY224" fmla="*/ 4083050 h 6382977"/>
              <a:gd name="connsiteX225" fmla="*/ 884624 w 6501199"/>
              <a:gd name="connsiteY225" fmla="*/ 4087701 h 6382977"/>
              <a:gd name="connsiteX226" fmla="*/ 875539 w 6501199"/>
              <a:gd name="connsiteY226" fmla="*/ 4108092 h 6382977"/>
              <a:gd name="connsiteX227" fmla="*/ 857005 w 6501199"/>
              <a:gd name="connsiteY227" fmla="*/ 4094498 h 6382977"/>
              <a:gd name="connsiteX228" fmla="*/ 870815 w 6501199"/>
              <a:gd name="connsiteY228" fmla="*/ 4083050 h 6382977"/>
              <a:gd name="connsiteX229" fmla="*/ 3022840 w 6501199"/>
              <a:gd name="connsiteY229" fmla="*/ 4062104 h 6382977"/>
              <a:gd name="connsiteX230" fmla="*/ 3020702 w 6501199"/>
              <a:gd name="connsiteY230" fmla="*/ 4064298 h 6382977"/>
              <a:gd name="connsiteX231" fmla="*/ 3034383 w 6501199"/>
              <a:gd name="connsiteY231" fmla="*/ 4080139 h 6382977"/>
              <a:gd name="connsiteX232" fmla="*/ 3034383 w 6501199"/>
              <a:gd name="connsiteY232" fmla="*/ 4066458 h 6382977"/>
              <a:gd name="connsiteX233" fmla="*/ 3022840 w 6501199"/>
              <a:gd name="connsiteY233" fmla="*/ 4062104 h 6382977"/>
              <a:gd name="connsiteX234" fmla="*/ 958236 w 6501199"/>
              <a:gd name="connsiteY234" fmla="*/ 4046646 h 6382977"/>
              <a:gd name="connsiteX235" fmla="*/ 955587 w 6501199"/>
              <a:gd name="connsiteY235" fmla="*/ 4052001 h 6382977"/>
              <a:gd name="connsiteX236" fmla="*/ 952853 w 6501199"/>
              <a:gd name="connsiteY236" fmla="*/ 4064253 h 6382977"/>
              <a:gd name="connsiteX237" fmla="*/ 950332 w 6501199"/>
              <a:gd name="connsiteY237" fmla="*/ 4084774 h 6382977"/>
              <a:gd name="connsiteX238" fmla="*/ 982378 w 6501199"/>
              <a:gd name="connsiteY238" fmla="*/ 4084774 h 6382977"/>
              <a:gd name="connsiteX239" fmla="*/ 966985 w 6501199"/>
              <a:gd name="connsiteY239" fmla="*/ 4058701 h 6382977"/>
              <a:gd name="connsiteX240" fmla="*/ 968257 w 6501199"/>
              <a:gd name="connsiteY240" fmla="*/ 4047574 h 6382977"/>
              <a:gd name="connsiteX241" fmla="*/ 960243 w 6501199"/>
              <a:gd name="connsiteY241" fmla="*/ 4050940 h 6382977"/>
              <a:gd name="connsiteX242" fmla="*/ 3093102 w 6501199"/>
              <a:gd name="connsiteY242" fmla="*/ 4039061 h 6382977"/>
              <a:gd name="connsiteX243" fmla="*/ 3107565 w 6501199"/>
              <a:gd name="connsiteY243" fmla="*/ 4048124 h 6382977"/>
              <a:gd name="connsiteX244" fmla="*/ 3100660 w 6501199"/>
              <a:gd name="connsiteY244" fmla="*/ 4068400 h 6382977"/>
              <a:gd name="connsiteX245" fmla="*/ 3096299 w 6501199"/>
              <a:gd name="connsiteY245" fmla="*/ 4057176 h 6382977"/>
              <a:gd name="connsiteX246" fmla="*/ 3102840 w 6501199"/>
              <a:gd name="connsiteY246" fmla="*/ 4048124 h 6382977"/>
              <a:gd name="connsiteX247" fmla="*/ 3096299 w 6501199"/>
              <a:gd name="connsiteY247" fmla="*/ 4048124 h 6382977"/>
              <a:gd name="connsiteX248" fmla="*/ 3093102 w 6501199"/>
              <a:gd name="connsiteY248" fmla="*/ 4039061 h 6382977"/>
              <a:gd name="connsiteX249" fmla="*/ 1034432 w 6501199"/>
              <a:gd name="connsiteY249" fmla="*/ 4034878 h 6382977"/>
              <a:gd name="connsiteX250" fmla="*/ 1030361 w 6501199"/>
              <a:gd name="connsiteY250" fmla="*/ 4036992 h 6382977"/>
              <a:gd name="connsiteX251" fmla="*/ 1026494 w 6501199"/>
              <a:gd name="connsiteY251" fmla="*/ 4038699 h 6382977"/>
              <a:gd name="connsiteX252" fmla="*/ 1050655 w 6501199"/>
              <a:gd name="connsiteY252" fmla="*/ 4052193 h 6382977"/>
              <a:gd name="connsiteX253" fmla="*/ 1089317 w 6501199"/>
              <a:gd name="connsiteY253" fmla="*/ 4073254 h 6382977"/>
              <a:gd name="connsiteX254" fmla="*/ 1093998 w 6501199"/>
              <a:gd name="connsiteY254" fmla="*/ 4050572 h 6382977"/>
              <a:gd name="connsiteX255" fmla="*/ 1040731 w 6501199"/>
              <a:gd name="connsiteY255" fmla="*/ 4035081 h 6382977"/>
              <a:gd name="connsiteX256" fmla="*/ 3004860 w 6501199"/>
              <a:gd name="connsiteY256" fmla="*/ 4032257 h 6382977"/>
              <a:gd name="connsiteX257" fmla="*/ 3002340 w 6501199"/>
              <a:gd name="connsiteY257" fmla="*/ 4041617 h 6382977"/>
              <a:gd name="connsiteX258" fmla="*/ 3027543 w 6501199"/>
              <a:gd name="connsiteY258" fmla="*/ 4052778 h 6382977"/>
              <a:gd name="connsiteX259" fmla="*/ 3004860 w 6501199"/>
              <a:gd name="connsiteY259" fmla="*/ 4032257 h 6382977"/>
              <a:gd name="connsiteX260" fmla="*/ 2943294 w 6501199"/>
              <a:gd name="connsiteY260" fmla="*/ 4027936 h 6382977"/>
              <a:gd name="connsiteX261" fmla="*/ 2936453 w 6501199"/>
              <a:gd name="connsiteY261" fmla="*/ 4048458 h 6382977"/>
              <a:gd name="connsiteX262" fmla="*/ 2943294 w 6501199"/>
              <a:gd name="connsiteY262" fmla="*/ 4027936 h 6382977"/>
              <a:gd name="connsiteX263" fmla="*/ 3082909 w 6501199"/>
              <a:gd name="connsiteY263" fmla="*/ 4016449 h 6382977"/>
              <a:gd name="connsiteX264" fmla="*/ 3080418 w 6501199"/>
              <a:gd name="connsiteY264" fmla="*/ 4035053 h 6382977"/>
              <a:gd name="connsiteX265" fmla="*/ 3082909 w 6501199"/>
              <a:gd name="connsiteY265" fmla="*/ 4016449 h 6382977"/>
              <a:gd name="connsiteX266" fmla="*/ 3000180 w 6501199"/>
              <a:gd name="connsiteY266" fmla="*/ 4016416 h 6382977"/>
              <a:gd name="connsiteX267" fmla="*/ 3018542 w 6501199"/>
              <a:gd name="connsiteY267" fmla="*/ 4039097 h 6382977"/>
              <a:gd name="connsiteX268" fmla="*/ 3000180 w 6501199"/>
              <a:gd name="connsiteY268" fmla="*/ 4016416 h 6382977"/>
              <a:gd name="connsiteX269" fmla="*/ 786503 w 6501199"/>
              <a:gd name="connsiteY269" fmla="*/ 3998010 h 6382977"/>
              <a:gd name="connsiteX270" fmla="*/ 765979 w 6501199"/>
              <a:gd name="connsiteY270" fmla="*/ 4014211 h 6382977"/>
              <a:gd name="connsiteX271" fmla="*/ 782182 w 6501199"/>
              <a:gd name="connsiteY271" fmla="*/ 4014211 h 6382977"/>
              <a:gd name="connsiteX272" fmla="*/ 786503 w 6501199"/>
              <a:gd name="connsiteY272" fmla="*/ 3998010 h 6382977"/>
              <a:gd name="connsiteX273" fmla="*/ 477862 w 6501199"/>
              <a:gd name="connsiteY273" fmla="*/ 3973512 h 6382977"/>
              <a:gd name="connsiteX274" fmla="*/ 436832 w 6501199"/>
              <a:gd name="connsiteY274" fmla="*/ 4078026 h 6382977"/>
              <a:gd name="connsiteX275" fmla="*/ 407319 w 6501199"/>
              <a:gd name="connsiteY275" fmla="*/ 4104962 h 6382977"/>
              <a:gd name="connsiteX276" fmla="*/ 384645 w 6501199"/>
              <a:gd name="connsiteY276" fmla="*/ 4109631 h 6382977"/>
              <a:gd name="connsiteX277" fmla="*/ 375647 w 6501199"/>
              <a:gd name="connsiteY277" fmla="*/ 4134772 h 6382977"/>
              <a:gd name="connsiteX278" fmla="*/ 423155 w 6501199"/>
              <a:gd name="connsiteY278" fmla="*/ 4227793 h 6382977"/>
              <a:gd name="connsiteX279" fmla="*/ 409479 w 6501199"/>
              <a:gd name="connsiteY279" fmla="*/ 4238927 h 6382977"/>
              <a:gd name="connsiteX280" fmla="*/ 370968 w 6501199"/>
              <a:gd name="connsiteY280" fmla="*/ 4207321 h 6382977"/>
              <a:gd name="connsiteX281" fmla="*/ 343615 w 6501199"/>
              <a:gd name="connsiteY281" fmla="*/ 4207321 h 6382977"/>
              <a:gd name="connsiteX282" fmla="*/ 332458 w 6501199"/>
              <a:gd name="connsiteY282" fmla="*/ 4204807 h 6382977"/>
              <a:gd name="connsiteX283" fmla="*/ 339296 w 6501199"/>
              <a:gd name="connsiteY283" fmla="*/ 4236772 h 6382977"/>
              <a:gd name="connsiteX284" fmla="*/ 314102 w 6501199"/>
              <a:gd name="connsiteY284" fmla="*/ 4238927 h 6382977"/>
              <a:gd name="connsiteX285" fmla="*/ 305105 w 6501199"/>
              <a:gd name="connsiteY285" fmla="*/ 4211631 h 6382977"/>
              <a:gd name="connsiteX286" fmla="*/ 289269 w 6501199"/>
              <a:gd name="connsiteY286" fmla="*/ 4139082 h 6382977"/>
              <a:gd name="connsiteX287" fmla="*/ 273073 w 6501199"/>
              <a:gd name="connsiteY287" fmla="*/ 4189004 h 6382977"/>
              <a:gd name="connsiteX288" fmla="*/ 252558 w 6501199"/>
              <a:gd name="connsiteY288" fmla="*/ 4195828 h 6382977"/>
              <a:gd name="connsiteX289" fmla="*/ 264075 w 6501199"/>
              <a:gd name="connsiteY289" fmla="*/ 4127948 h 6382977"/>
              <a:gd name="connsiteX290" fmla="*/ 282430 w 6501199"/>
              <a:gd name="connsiteY290" fmla="*/ 4132258 h 6382977"/>
              <a:gd name="connsiteX291" fmla="*/ 357292 w 6501199"/>
              <a:gd name="connsiteY291" fmla="*/ 4087005 h 6382977"/>
              <a:gd name="connsiteX292" fmla="*/ 355132 w 6501199"/>
              <a:gd name="connsiteY292" fmla="*/ 4073357 h 6382977"/>
              <a:gd name="connsiteX293" fmla="*/ 375647 w 6501199"/>
              <a:gd name="connsiteY293" fmla="*/ 4073357 h 6382977"/>
              <a:gd name="connsiteX294" fmla="*/ 389324 w 6501199"/>
              <a:gd name="connsiteY294" fmla="*/ 4057554 h 6382977"/>
              <a:gd name="connsiteX295" fmla="*/ 382485 w 6501199"/>
              <a:gd name="connsiteY295" fmla="*/ 4046061 h 6382977"/>
              <a:gd name="connsiteX296" fmla="*/ 405160 w 6501199"/>
              <a:gd name="connsiteY296" fmla="*/ 4037082 h 6382977"/>
              <a:gd name="connsiteX297" fmla="*/ 398321 w 6501199"/>
              <a:gd name="connsiteY297" fmla="*/ 4023434 h 6382977"/>
              <a:gd name="connsiteX298" fmla="*/ 436832 w 6501199"/>
              <a:gd name="connsiteY298" fmla="*/ 4005118 h 6382977"/>
              <a:gd name="connsiteX299" fmla="*/ 477862 w 6501199"/>
              <a:gd name="connsiteY299" fmla="*/ 3973512 h 6382977"/>
              <a:gd name="connsiteX300" fmla="*/ 3197641 w 6501199"/>
              <a:gd name="connsiteY300" fmla="*/ 3949049 h 6382977"/>
              <a:gd name="connsiteX301" fmla="*/ 3211906 w 6501199"/>
              <a:gd name="connsiteY301" fmla="*/ 3955381 h 6382977"/>
              <a:gd name="connsiteX302" fmla="*/ 3205108 w 6501199"/>
              <a:gd name="connsiteY302" fmla="*/ 3984782 h 6382977"/>
              <a:gd name="connsiteX303" fmla="*/ 3193660 w 6501199"/>
              <a:gd name="connsiteY303" fmla="*/ 3982302 h 6382977"/>
              <a:gd name="connsiteX304" fmla="*/ 3196165 w 6501199"/>
              <a:gd name="connsiteY304" fmla="*/ 3964591 h 6382977"/>
              <a:gd name="connsiteX305" fmla="*/ 3186863 w 6501199"/>
              <a:gd name="connsiteY305" fmla="*/ 3957860 h 6382977"/>
              <a:gd name="connsiteX306" fmla="*/ 3197641 w 6501199"/>
              <a:gd name="connsiteY306" fmla="*/ 3949049 h 6382977"/>
              <a:gd name="connsiteX307" fmla="*/ 3149995 w 6501199"/>
              <a:gd name="connsiteY307" fmla="*/ 3940664 h 6382977"/>
              <a:gd name="connsiteX308" fmla="*/ 3143242 w 6501199"/>
              <a:gd name="connsiteY308" fmla="*/ 3995377 h 6382977"/>
              <a:gd name="connsiteX309" fmla="*/ 3141110 w 6501199"/>
              <a:gd name="connsiteY309" fmla="*/ 3961181 h 6382977"/>
              <a:gd name="connsiteX310" fmla="*/ 3132224 w 6501199"/>
              <a:gd name="connsiteY310" fmla="*/ 3954342 h 6382977"/>
              <a:gd name="connsiteX311" fmla="*/ 3127604 w 6501199"/>
              <a:gd name="connsiteY311" fmla="*/ 3974860 h 6382977"/>
              <a:gd name="connsiteX312" fmla="*/ 3109478 w 6501199"/>
              <a:gd name="connsiteY312" fmla="*/ 3968021 h 6382977"/>
              <a:gd name="connsiteX313" fmla="*/ 3107346 w 6501199"/>
              <a:gd name="connsiteY313" fmla="*/ 3952183 h 6382977"/>
              <a:gd name="connsiteX314" fmla="*/ 3129736 w 6501199"/>
              <a:gd name="connsiteY314" fmla="*/ 3950023 h 6382977"/>
              <a:gd name="connsiteX315" fmla="*/ 3122984 w 6501199"/>
              <a:gd name="connsiteY315" fmla="*/ 3947503 h 6382977"/>
              <a:gd name="connsiteX316" fmla="*/ 3149995 w 6501199"/>
              <a:gd name="connsiteY316" fmla="*/ 3940664 h 6382977"/>
              <a:gd name="connsiteX317" fmla="*/ 3086589 w 6501199"/>
              <a:gd name="connsiteY317" fmla="*/ 3900490 h 6382977"/>
              <a:gd name="connsiteX318" fmla="*/ 3079748 w 6501199"/>
              <a:gd name="connsiteY318" fmla="*/ 3909491 h 6382977"/>
              <a:gd name="connsiteX319" fmla="*/ 3091269 w 6501199"/>
              <a:gd name="connsiteY319" fmla="*/ 3925332 h 6382977"/>
              <a:gd name="connsiteX320" fmla="*/ 3086589 w 6501199"/>
              <a:gd name="connsiteY320" fmla="*/ 3900490 h 6382977"/>
              <a:gd name="connsiteX321" fmla="*/ 283987 w 6501199"/>
              <a:gd name="connsiteY321" fmla="*/ 3894137 h 6382977"/>
              <a:gd name="connsiteX322" fmla="*/ 263250 w 6501199"/>
              <a:gd name="connsiteY322" fmla="*/ 3936646 h 6382977"/>
              <a:gd name="connsiteX323" fmla="*/ 283987 w 6501199"/>
              <a:gd name="connsiteY323" fmla="*/ 3894137 h 6382977"/>
              <a:gd name="connsiteX324" fmla="*/ 3250186 w 6501199"/>
              <a:gd name="connsiteY324" fmla="*/ 3890962 h 6382977"/>
              <a:gd name="connsiteX325" fmla="*/ 3241367 w 6501199"/>
              <a:gd name="connsiteY325" fmla="*/ 3904359 h 6382977"/>
              <a:gd name="connsiteX326" fmla="*/ 3250186 w 6501199"/>
              <a:gd name="connsiteY326" fmla="*/ 3890962 h 6382977"/>
              <a:gd name="connsiteX327" fmla="*/ 336840 w 6501199"/>
              <a:gd name="connsiteY327" fmla="*/ 3886200 h 6382977"/>
              <a:gd name="connsiteX328" fmla="*/ 369115 w 6501199"/>
              <a:gd name="connsiteY328" fmla="*/ 3886200 h 6382977"/>
              <a:gd name="connsiteX329" fmla="*/ 398850 w 6501199"/>
              <a:gd name="connsiteY329" fmla="*/ 3897136 h 6382977"/>
              <a:gd name="connsiteX330" fmla="*/ 369115 w 6501199"/>
              <a:gd name="connsiteY330" fmla="*/ 3923947 h 6382977"/>
              <a:gd name="connsiteX331" fmla="*/ 341555 w 6501199"/>
              <a:gd name="connsiteY331" fmla="*/ 3901722 h 6382977"/>
              <a:gd name="connsiteX332" fmla="*/ 343730 w 6501199"/>
              <a:gd name="connsiteY332" fmla="*/ 3913011 h 6382977"/>
              <a:gd name="connsiteX333" fmla="*/ 336840 w 6501199"/>
              <a:gd name="connsiteY333" fmla="*/ 3886200 h 6382977"/>
              <a:gd name="connsiteX334" fmla="*/ 3209495 w 6501199"/>
              <a:gd name="connsiteY334" fmla="*/ 3884432 h 6382977"/>
              <a:gd name="connsiteX335" fmla="*/ 3218705 w 6501199"/>
              <a:gd name="connsiteY335" fmla="*/ 3891262 h 6382977"/>
              <a:gd name="connsiteX336" fmla="*/ 3218705 w 6501199"/>
              <a:gd name="connsiteY336" fmla="*/ 3907077 h 6382977"/>
              <a:gd name="connsiteX337" fmla="*/ 3238896 w 6501199"/>
              <a:gd name="connsiteY337" fmla="*/ 3931878 h 6382977"/>
              <a:gd name="connsiteX338" fmla="*/ 3216225 w 6501199"/>
              <a:gd name="connsiteY338" fmla="*/ 3920735 h 6382977"/>
              <a:gd name="connsiteX339" fmla="*/ 3198514 w 6501199"/>
              <a:gd name="connsiteY339" fmla="*/ 3893418 h 6382977"/>
              <a:gd name="connsiteX340" fmla="*/ 3209495 w 6501199"/>
              <a:gd name="connsiteY340" fmla="*/ 3884432 h 6382977"/>
              <a:gd name="connsiteX341" fmla="*/ 3143475 w 6501199"/>
              <a:gd name="connsiteY341" fmla="*/ 3882130 h 6382977"/>
              <a:gd name="connsiteX342" fmla="*/ 3163997 w 6501199"/>
              <a:gd name="connsiteY342" fmla="*/ 3900490 h 6382977"/>
              <a:gd name="connsiteX343" fmla="*/ 3163997 w 6501199"/>
              <a:gd name="connsiteY343" fmla="*/ 3884650 h 6382977"/>
              <a:gd name="connsiteX344" fmla="*/ 3143475 w 6501199"/>
              <a:gd name="connsiteY344" fmla="*/ 3882130 h 6382977"/>
              <a:gd name="connsiteX345" fmla="*/ 3102430 w 6501199"/>
              <a:gd name="connsiteY345" fmla="*/ 3873129 h 6382977"/>
              <a:gd name="connsiteX346" fmla="*/ 3091269 w 6501199"/>
              <a:gd name="connsiteY346" fmla="*/ 3879970 h 6382977"/>
              <a:gd name="connsiteX347" fmla="*/ 3102430 w 6501199"/>
              <a:gd name="connsiteY347" fmla="*/ 3902650 h 6382977"/>
              <a:gd name="connsiteX348" fmla="*/ 3116112 w 6501199"/>
              <a:gd name="connsiteY348" fmla="*/ 3900490 h 6382977"/>
              <a:gd name="connsiteX349" fmla="*/ 3102430 w 6501199"/>
              <a:gd name="connsiteY349" fmla="*/ 3873129 h 6382977"/>
              <a:gd name="connsiteX350" fmla="*/ 3223830 w 6501199"/>
              <a:gd name="connsiteY350" fmla="*/ 3872518 h 6382977"/>
              <a:gd name="connsiteX351" fmla="*/ 3237307 w 6501199"/>
              <a:gd name="connsiteY351" fmla="*/ 3874840 h 6382977"/>
              <a:gd name="connsiteX352" fmla="*/ 3221651 w 6501199"/>
              <a:gd name="connsiteY352" fmla="*/ 3890612 h 6382977"/>
              <a:gd name="connsiteX353" fmla="*/ 3217025 w 6501199"/>
              <a:gd name="connsiteY353" fmla="*/ 3881499 h 6382977"/>
              <a:gd name="connsiteX354" fmla="*/ 3223830 w 6501199"/>
              <a:gd name="connsiteY354" fmla="*/ 3872518 h 6382977"/>
              <a:gd name="connsiteX355" fmla="*/ 3163997 w 6501199"/>
              <a:gd name="connsiteY355" fmla="*/ 3857288 h 6382977"/>
              <a:gd name="connsiteX356" fmla="*/ 3159676 w 6501199"/>
              <a:gd name="connsiteY356" fmla="*/ 3870969 h 6382977"/>
              <a:gd name="connsiteX357" fmla="*/ 3168677 w 6501199"/>
              <a:gd name="connsiteY357" fmla="*/ 3893650 h 6382977"/>
              <a:gd name="connsiteX358" fmla="*/ 3163997 w 6501199"/>
              <a:gd name="connsiteY358" fmla="*/ 3857288 h 6382977"/>
              <a:gd name="connsiteX359" fmla="*/ 3134474 w 6501199"/>
              <a:gd name="connsiteY359" fmla="*/ 3825247 h 6382977"/>
              <a:gd name="connsiteX360" fmla="*/ 3132314 w 6501199"/>
              <a:gd name="connsiteY360" fmla="*/ 3836767 h 6382977"/>
              <a:gd name="connsiteX361" fmla="*/ 3132314 w 6501199"/>
              <a:gd name="connsiteY361" fmla="*/ 3850448 h 6382977"/>
              <a:gd name="connsiteX362" fmla="*/ 3148155 w 6501199"/>
              <a:gd name="connsiteY362" fmla="*/ 3870969 h 6382977"/>
              <a:gd name="connsiteX363" fmla="*/ 3154996 w 6501199"/>
              <a:gd name="connsiteY363" fmla="*/ 3854768 h 6382977"/>
              <a:gd name="connsiteX364" fmla="*/ 3134474 w 6501199"/>
              <a:gd name="connsiteY364" fmla="*/ 3825247 h 6382977"/>
              <a:gd name="connsiteX365" fmla="*/ 3112208 w 6501199"/>
              <a:gd name="connsiteY365" fmla="*/ 3818277 h 6382977"/>
              <a:gd name="connsiteX366" fmla="*/ 3109271 w 6501199"/>
              <a:gd name="connsiteY366" fmla="*/ 3825247 h 6382977"/>
              <a:gd name="connsiteX367" fmla="*/ 3125473 w 6501199"/>
              <a:gd name="connsiteY367" fmla="*/ 3845768 h 6382977"/>
              <a:gd name="connsiteX368" fmla="*/ 3112208 w 6501199"/>
              <a:gd name="connsiteY368" fmla="*/ 3818277 h 6382977"/>
              <a:gd name="connsiteX369" fmla="*/ 3214485 w 6501199"/>
              <a:gd name="connsiteY369" fmla="*/ 3816350 h 6382977"/>
              <a:gd name="connsiteX370" fmla="*/ 3242062 w 6501199"/>
              <a:gd name="connsiteY370" fmla="*/ 3825320 h 6382977"/>
              <a:gd name="connsiteX371" fmla="*/ 3205414 w 6501199"/>
              <a:gd name="connsiteY371" fmla="*/ 3868378 h 6382977"/>
              <a:gd name="connsiteX372" fmla="*/ 3196342 w 6501199"/>
              <a:gd name="connsiteY372" fmla="*/ 3845773 h 6382977"/>
              <a:gd name="connsiteX373" fmla="*/ 3191625 w 6501199"/>
              <a:gd name="connsiteY373" fmla="*/ 3847926 h 6382977"/>
              <a:gd name="connsiteX374" fmla="*/ 3214485 w 6501199"/>
              <a:gd name="connsiteY374" fmla="*/ 3816350 h 6382977"/>
              <a:gd name="connsiteX375" fmla="*/ 3389293 w 6501199"/>
              <a:gd name="connsiteY375" fmla="*/ 3814091 h 6382977"/>
              <a:gd name="connsiteX376" fmla="*/ 3382895 w 6501199"/>
              <a:gd name="connsiteY376" fmla="*/ 3834125 h 6382977"/>
              <a:gd name="connsiteX377" fmla="*/ 3389293 w 6501199"/>
              <a:gd name="connsiteY377" fmla="*/ 3814091 h 6382977"/>
              <a:gd name="connsiteX378" fmla="*/ 3435242 w 6501199"/>
              <a:gd name="connsiteY378" fmla="*/ 3811331 h 6382977"/>
              <a:gd name="connsiteX379" fmla="*/ 3445275 w 6501199"/>
              <a:gd name="connsiteY379" fmla="*/ 3823369 h 6382977"/>
              <a:gd name="connsiteX380" fmla="*/ 3423194 w 6501199"/>
              <a:gd name="connsiteY380" fmla="*/ 3830274 h 6382977"/>
              <a:gd name="connsiteX381" fmla="*/ 3418638 w 6501199"/>
              <a:gd name="connsiteY381" fmla="*/ 3816464 h 6382977"/>
              <a:gd name="connsiteX382" fmla="*/ 3435242 w 6501199"/>
              <a:gd name="connsiteY382" fmla="*/ 3811331 h 6382977"/>
              <a:gd name="connsiteX383" fmla="*/ 3344611 w 6501199"/>
              <a:gd name="connsiteY383" fmla="*/ 3806825 h 6382977"/>
              <a:gd name="connsiteX384" fmla="*/ 3344611 w 6501199"/>
              <a:gd name="connsiteY384" fmla="*/ 3811086 h 6382977"/>
              <a:gd name="connsiteX385" fmla="*/ 3351596 w 6501199"/>
              <a:gd name="connsiteY385" fmla="*/ 3820318 h 6382977"/>
              <a:gd name="connsiteX386" fmla="*/ 3317038 w 6501199"/>
              <a:gd name="connsiteY386" fmla="*/ 3831326 h 6382977"/>
              <a:gd name="connsiteX387" fmla="*/ 3344611 w 6501199"/>
              <a:gd name="connsiteY387" fmla="*/ 3806825 h 6382977"/>
              <a:gd name="connsiteX388" fmla="*/ 3285972 w 6501199"/>
              <a:gd name="connsiteY388" fmla="*/ 3802590 h 6382977"/>
              <a:gd name="connsiteX389" fmla="*/ 3296036 w 6501199"/>
              <a:gd name="connsiteY389" fmla="*/ 3811753 h 6382977"/>
              <a:gd name="connsiteX390" fmla="*/ 3277467 w 6501199"/>
              <a:gd name="connsiteY390" fmla="*/ 3832011 h 6382977"/>
              <a:gd name="connsiteX391" fmla="*/ 3261447 w 6501199"/>
              <a:gd name="connsiteY391" fmla="*/ 3829879 h 6382977"/>
              <a:gd name="connsiteX392" fmla="*/ 3285972 w 6501199"/>
              <a:gd name="connsiteY392" fmla="*/ 3802590 h 6382977"/>
              <a:gd name="connsiteX393" fmla="*/ 3136634 w 6501199"/>
              <a:gd name="connsiteY393" fmla="*/ 3795726 h 6382977"/>
              <a:gd name="connsiteX394" fmla="*/ 3163997 w 6501199"/>
              <a:gd name="connsiteY394" fmla="*/ 3845768 h 6382977"/>
              <a:gd name="connsiteX395" fmla="*/ 3175518 w 6501199"/>
              <a:gd name="connsiteY395" fmla="*/ 3843608 h 6382977"/>
              <a:gd name="connsiteX396" fmla="*/ 3157156 w 6501199"/>
              <a:gd name="connsiteY396" fmla="*/ 3800406 h 6382977"/>
              <a:gd name="connsiteX397" fmla="*/ 3136634 w 6501199"/>
              <a:gd name="connsiteY397" fmla="*/ 3795726 h 6382977"/>
              <a:gd name="connsiteX398" fmla="*/ 3345766 w 6501199"/>
              <a:gd name="connsiteY398" fmla="*/ 3792420 h 6382977"/>
              <a:gd name="connsiteX399" fmla="*/ 3344025 w 6501199"/>
              <a:gd name="connsiteY399" fmla="*/ 3796593 h 6382977"/>
              <a:gd name="connsiteX400" fmla="*/ 3344341 w 6501199"/>
              <a:gd name="connsiteY400" fmla="*/ 3792682 h 6382977"/>
              <a:gd name="connsiteX401" fmla="*/ 3184519 w 6501199"/>
              <a:gd name="connsiteY401" fmla="*/ 3779885 h 6382977"/>
              <a:gd name="connsiteX402" fmla="*/ 3186679 w 6501199"/>
              <a:gd name="connsiteY402" fmla="*/ 3793565 h 6382977"/>
              <a:gd name="connsiteX403" fmla="*/ 3202521 w 6501199"/>
              <a:gd name="connsiteY403" fmla="*/ 3782045 h 6382977"/>
              <a:gd name="connsiteX404" fmla="*/ 3184519 w 6501199"/>
              <a:gd name="connsiteY404" fmla="*/ 3779885 h 6382977"/>
              <a:gd name="connsiteX405" fmla="*/ 3389806 w 6501199"/>
              <a:gd name="connsiteY405" fmla="*/ 3778250 h 6382977"/>
              <a:gd name="connsiteX406" fmla="*/ 3385120 w 6501199"/>
              <a:gd name="connsiteY406" fmla="*/ 3801268 h 6382977"/>
              <a:gd name="connsiteX407" fmla="*/ 3391969 w 6501199"/>
              <a:gd name="connsiteY407" fmla="*/ 3782926 h 6382977"/>
              <a:gd name="connsiteX408" fmla="*/ 3426215 w 6501199"/>
              <a:gd name="connsiteY408" fmla="*/ 3794435 h 6382977"/>
              <a:gd name="connsiteX409" fmla="*/ 3389806 w 6501199"/>
              <a:gd name="connsiteY409" fmla="*/ 3798751 h 6382977"/>
              <a:gd name="connsiteX410" fmla="*/ 3396655 w 6501199"/>
              <a:gd name="connsiteY410" fmla="*/ 3808102 h 6382977"/>
              <a:gd name="connsiteX411" fmla="*/ 3369259 w 6501199"/>
              <a:gd name="connsiteY411" fmla="*/ 3796593 h 6382977"/>
              <a:gd name="connsiteX412" fmla="*/ 3357724 w 6501199"/>
              <a:gd name="connsiteY412" fmla="*/ 3810260 h 6382977"/>
              <a:gd name="connsiteX413" fmla="*/ 3344025 w 6501199"/>
              <a:gd name="connsiteY413" fmla="*/ 3801268 h 6382977"/>
              <a:gd name="connsiteX414" fmla="*/ 3346549 w 6501199"/>
              <a:gd name="connsiteY414" fmla="*/ 3792277 h 6382977"/>
              <a:gd name="connsiteX415" fmla="*/ 3345766 w 6501199"/>
              <a:gd name="connsiteY415" fmla="*/ 3792420 h 6382977"/>
              <a:gd name="connsiteX416" fmla="*/ 3348621 w 6501199"/>
              <a:gd name="connsiteY416" fmla="*/ 3785578 h 6382977"/>
              <a:gd name="connsiteX417" fmla="*/ 3360247 w 6501199"/>
              <a:gd name="connsiteY417" fmla="*/ 3782926 h 6382977"/>
              <a:gd name="connsiteX418" fmla="*/ 3389806 w 6501199"/>
              <a:gd name="connsiteY418" fmla="*/ 3778250 h 6382977"/>
              <a:gd name="connsiteX419" fmla="*/ 3429387 w 6501199"/>
              <a:gd name="connsiteY419" fmla="*/ 3750072 h 6382977"/>
              <a:gd name="connsiteX420" fmla="*/ 3404350 w 6501199"/>
              <a:gd name="connsiteY420" fmla="*/ 3769957 h 6382977"/>
              <a:gd name="connsiteX421" fmla="*/ 3429387 w 6501199"/>
              <a:gd name="connsiteY421" fmla="*/ 3750072 h 6382977"/>
              <a:gd name="connsiteX422" fmla="*/ 3447952 w 6501199"/>
              <a:gd name="connsiteY422" fmla="*/ 3748432 h 6382977"/>
              <a:gd name="connsiteX423" fmla="*/ 3472260 w 6501199"/>
              <a:gd name="connsiteY423" fmla="*/ 3757846 h 6382977"/>
              <a:gd name="connsiteX424" fmla="*/ 3447566 w 6501199"/>
              <a:gd name="connsiteY424" fmla="*/ 3753192 h 6382977"/>
              <a:gd name="connsiteX425" fmla="*/ 3447952 w 6501199"/>
              <a:gd name="connsiteY425" fmla="*/ 3748432 h 6382977"/>
              <a:gd name="connsiteX426" fmla="*/ 4356488 w 6501199"/>
              <a:gd name="connsiteY426" fmla="*/ 3736304 h 6382977"/>
              <a:gd name="connsiteX427" fmla="*/ 4310813 w 6501199"/>
              <a:gd name="connsiteY427" fmla="*/ 3752045 h 6382977"/>
              <a:gd name="connsiteX428" fmla="*/ 4356488 w 6501199"/>
              <a:gd name="connsiteY428" fmla="*/ 3736304 h 6382977"/>
              <a:gd name="connsiteX429" fmla="*/ 4426341 w 6501199"/>
              <a:gd name="connsiteY429" fmla="*/ 3729581 h 6382977"/>
              <a:gd name="connsiteX430" fmla="*/ 4369550 w 6501199"/>
              <a:gd name="connsiteY430" fmla="*/ 3747724 h 6382977"/>
              <a:gd name="connsiteX431" fmla="*/ 4426341 w 6501199"/>
              <a:gd name="connsiteY431" fmla="*/ 3729581 h 6382977"/>
              <a:gd name="connsiteX432" fmla="*/ 3909785 w 6501199"/>
              <a:gd name="connsiteY432" fmla="*/ 3704880 h 6382977"/>
              <a:gd name="connsiteX433" fmla="*/ 3932634 w 6501199"/>
              <a:gd name="connsiteY433" fmla="*/ 3714601 h 6382977"/>
              <a:gd name="connsiteX434" fmla="*/ 3914922 w 6501199"/>
              <a:gd name="connsiteY434" fmla="*/ 3719066 h 6382977"/>
              <a:gd name="connsiteX435" fmla="*/ 3890125 w 6501199"/>
              <a:gd name="connsiteY435" fmla="*/ 3721670 h 6382977"/>
              <a:gd name="connsiteX436" fmla="*/ 3909785 w 6501199"/>
              <a:gd name="connsiteY436" fmla="*/ 3704880 h 6382977"/>
              <a:gd name="connsiteX437" fmla="*/ 110597 w 6501199"/>
              <a:gd name="connsiteY437" fmla="*/ 3681412 h 6382977"/>
              <a:gd name="connsiteX438" fmla="*/ 130574 w 6501199"/>
              <a:gd name="connsiteY438" fmla="*/ 3700096 h 6382977"/>
              <a:gd name="connsiteX439" fmla="*/ 103938 w 6501199"/>
              <a:gd name="connsiteY439" fmla="*/ 3693135 h 6382977"/>
              <a:gd name="connsiteX440" fmla="*/ 110597 w 6501199"/>
              <a:gd name="connsiteY440" fmla="*/ 3681412 h 6382977"/>
              <a:gd name="connsiteX441" fmla="*/ 4488713 w 6501199"/>
              <a:gd name="connsiteY441" fmla="*/ 3680970 h 6382977"/>
              <a:gd name="connsiteX442" fmla="*/ 4486301 w 6501199"/>
              <a:gd name="connsiteY442" fmla="*/ 3682688 h 6382977"/>
              <a:gd name="connsiteX443" fmla="*/ 4488406 w 6501199"/>
              <a:gd name="connsiteY443" fmla="*/ 3685009 h 6382977"/>
              <a:gd name="connsiteX444" fmla="*/ 4491195 w 6501199"/>
              <a:gd name="connsiteY444" fmla="*/ 3681126 h 6382977"/>
              <a:gd name="connsiteX445" fmla="*/ 4962922 w 6501199"/>
              <a:gd name="connsiteY445" fmla="*/ 3652837 h 6382977"/>
              <a:gd name="connsiteX446" fmla="*/ 4933994 w 6501199"/>
              <a:gd name="connsiteY446" fmla="*/ 3680043 h 6382977"/>
              <a:gd name="connsiteX447" fmla="*/ 4962922 w 6501199"/>
              <a:gd name="connsiteY447" fmla="*/ 3652837 h 6382977"/>
              <a:gd name="connsiteX448" fmla="*/ 589713 w 6501199"/>
              <a:gd name="connsiteY448" fmla="*/ 3652837 h 6382977"/>
              <a:gd name="connsiteX449" fmla="*/ 605678 w 6501199"/>
              <a:gd name="connsiteY449" fmla="*/ 3654953 h 6382977"/>
              <a:gd name="connsiteX450" fmla="*/ 598784 w 6501199"/>
              <a:gd name="connsiteY450" fmla="*/ 3668359 h 6382977"/>
              <a:gd name="connsiteX451" fmla="*/ 589713 w 6501199"/>
              <a:gd name="connsiteY451" fmla="*/ 3652837 h 6382977"/>
              <a:gd name="connsiteX452" fmla="*/ 3518747 w 6501199"/>
              <a:gd name="connsiteY452" fmla="*/ 3652365 h 6382977"/>
              <a:gd name="connsiteX453" fmla="*/ 3509633 w 6501199"/>
              <a:gd name="connsiteY453" fmla="*/ 3670440 h 6382977"/>
              <a:gd name="connsiteX454" fmla="*/ 3500272 w 6501199"/>
              <a:gd name="connsiteY454" fmla="*/ 3677280 h 6382977"/>
              <a:gd name="connsiteX455" fmla="*/ 3527635 w 6501199"/>
              <a:gd name="connsiteY455" fmla="*/ 3652438 h 6382977"/>
              <a:gd name="connsiteX456" fmla="*/ 3518747 w 6501199"/>
              <a:gd name="connsiteY456" fmla="*/ 3652365 h 6382977"/>
              <a:gd name="connsiteX457" fmla="*/ 3450227 w 6501199"/>
              <a:gd name="connsiteY457" fmla="*/ 3647758 h 6382977"/>
              <a:gd name="connsiteX458" fmla="*/ 3450902 w 6501199"/>
              <a:gd name="connsiteY458" fmla="*/ 3665534 h 6382977"/>
              <a:gd name="connsiteX459" fmla="*/ 3450366 w 6501199"/>
              <a:gd name="connsiteY459" fmla="*/ 3668232 h 6382977"/>
              <a:gd name="connsiteX460" fmla="*/ 3455888 w 6501199"/>
              <a:gd name="connsiteY460" fmla="*/ 3675867 h 6382977"/>
              <a:gd name="connsiteX461" fmla="*/ 3456663 w 6501199"/>
              <a:gd name="connsiteY461" fmla="*/ 3674310 h 6382977"/>
              <a:gd name="connsiteX462" fmla="*/ 3461748 w 6501199"/>
              <a:gd name="connsiteY462" fmla="*/ 3663959 h 6382977"/>
              <a:gd name="connsiteX463" fmla="*/ 3466429 w 6501199"/>
              <a:gd name="connsiteY463" fmla="*/ 3663959 h 6382977"/>
              <a:gd name="connsiteX464" fmla="*/ 3450227 w 6501199"/>
              <a:gd name="connsiteY464" fmla="*/ 3647758 h 6382977"/>
              <a:gd name="connsiteX465" fmla="*/ 15732 w 6501199"/>
              <a:gd name="connsiteY465" fmla="*/ 3643312 h 6382977"/>
              <a:gd name="connsiteX466" fmla="*/ 4454 w 6501199"/>
              <a:gd name="connsiteY466" fmla="*/ 3660951 h 6382977"/>
              <a:gd name="connsiteX467" fmla="*/ 15732 w 6501199"/>
              <a:gd name="connsiteY467" fmla="*/ 3643312 h 6382977"/>
              <a:gd name="connsiteX468" fmla="*/ 4713676 w 6501199"/>
              <a:gd name="connsiteY468" fmla="*/ 3641725 h 6382977"/>
              <a:gd name="connsiteX469" fmla="*/ 4693400 w 6501199"/>
              <a:gd name="connsiteY469" fmla="*/ 3665171 h 6382977"/>
              <a:gd name="connsiteX470" fmla="*/ 4693400 w 6501199"/>
              <a:gd name="connsiteY470" fmla="*/ 3644289 h 6382977"/>
              <a:gd name="connsiteX471" fmla="*/ 4713676 w 6501199"/>
              <a:gd name="connsiteY471" fmla="*/ 3641725 h 6382977"/>
              <a:gd name="connsiteX472" fmla="*/ 3866283 w 6501199"/>
              <a:gd name="connsiteY472" fmla="*/ 3638734 h 6382977"/>
              <a:gd name="connsiteX473" fmla="*/ 3865514 w 6501199"/>
              <a:gd name="connsiteY473" fmla="*/ 3645784 h 6382977"/>
              <a:gd name="connsiteX474" fmla="*/ 3853109 w 6501199"/>
              <a:gd name="connsiteY474" fmla="*/ 3663959 h 6382977"/>
              <a:gd name="connsiteX475" fmla="*/ 3887313 w 6501199"/>
              <a:gd name="connsiteY475" fmla="*/ 3657119 h 6382977"/>
              <a:gd name="connsiteX476" fmla="*/ 3874082 w 6501199"/>
              <a:gd name="connsiteY476" fmla="*/ 3642808 h 6382977"/>
              <a:gd name="connsiteX477" fmla="*/ 3873702 w 6501199"/>
              <a:gd name="connsiteY477" fmla="*/ 3639666 h 6382977"/>
              <a:gd name="connsiteX478" fmla="*/ 57528 w 6501199"/>
              <a:gd name="connsiteY478" fmla="*/ 3638550 h 6382977"/>
              <a:gd name="connsiteX479" fmla="*/ 34088 w 6501199"/>
              <a:gd name="connsiteY479" fmla="*/ 3665187 h 6382977"/>
              <a:gd name="connsiteX480" fmla="*/ 57528 w 6501199"/>
              <a:gd name="connsiteY480" fmla="*/ 3638550 h 6382977"/>
              <a:gd name="connsiteX481" fmla="*/ 3757295 w 6501199"/>
              <a:gd name="connsiteY481" fmla="*/ 3627393 h 6382977"/>
              <a:gd name="connsiteX482" fmla="*/ 3757339 w 6501199"/>
              <a:gd name="connsiteY482" fmla="*/ 3627597 h 6382977"/>
              <a:gd name="connsiteX483" fmla="*/ 3759464 w 6501199"/>
              <a:gd name="connsiteY483" fmla="*/ 3627543 h 6382977"/>
              <a:gd name="connsiteX484" fmla="*/ 3737419 w 6501199"/>
              <a:gd name="connsiteY484" fmla="*/ 3623937 h 6382977"/>
              <a:gd name="connsiteX485" fmla="*/ 3737177 w 6501199"/>
              <a:gd name="connsiteY485" fmla="*/ 3625077 h 6382977"/>
              <a:gd name="connsiteX486" fmla="*/ 3741065 w 6501199"/>
              <a:gd name="connsiteY486" fmla="*/ 3624634 h 6382977"/>
              <a:gd name="connsiteX487" fmla="*/ 3712143 w 6501199"/>
              <a:gd name="connsiteY487" fmla="*/ 3619108 h 6382977"/>
              <a:gd name="connsiteX488" fmla="*/ 3711974 w 6501199"/>
              <a:gd name="connsiteY488" fmla="*/ 3620757 h 6382977"/>
              <a:gd name="connsiteX489" fmla="*/ 3725656 w 6501199"/>
              <a:gd name="connsiteY489" fmla="*/ 3625077 h 6382977"/>
              <a:gd name="connsiteX490" fmla="*/ 3726465 w 6501199"/>
              <a:gd name="connsiteY490" fmla="*/ 3621844 h 6382977"/>
              <a:gd name="connsiteX491" fmla="*/ 4663092 w 6501199"/>
              <a:gd name="connsiteY491" fmla="*/ 3617429 h 6382977"/>
              <a:gd name="connsiteX492" fmla="*/ 4702565 w 6501199"/>
              <a:gd name="connsiteY492" fmla="*/ 3621566 h 6382977"/>
              <a:gd name="connsiteX493" fmla="*/ 4605899 w 6501199"/>
              <a:gd name="connsiteY493" fmla="*/ 3683731 h 6382977"/>
              <a:gd name="connsiteX494" fmla="*/ 4596660 w 6501199"/>
              <a:gd name="connsiteY494" fmla="*/ 3683843 h 6382977"/>
              <a:gd name="connsiteX495" fmla="*/ 4595002 w 6501199"/>
              <a:gd name="connsiteY495" fmla="*/ 3684234 h 6382977"/>
              <a:gd name="connsiteX496" fmla="*/ 4542588 w 6501199"/>
              <a:gd name="connsiteY496" fmla="*/ 3690584 h 6382977"/>
              <a:gd name="connsiteX497" fmla="*/ 4542588 w 6501199"/>
              <a:gd name="connsiteY497" fmla="*/ 3684353 h 6382977"/>
              <a:gd name="connsiteX498" fmla="*/ 4505490 w 6501199"/>
              <a:gd name="connsiteY498" fmla="*/ 3682023 h 6382977"/>
              <a:gd name="connsiteX499" fmla="*/ 4505537 w 6501199"/>
              <a:gd name="connsiteY499" fmla="*/ 3682265 h 6382977"/>
              <a:gd name="connsiteX500" fmla="*/ 4503828 w 6501199"/>
              <a:gd name="connsiteY500" fmla="*/ 3694683 h 6382977"/>
              <a:gd name="connsiteX501" fmla="*/ 4488406 w 6501199"/>
              <a:gd name="connsiteY501" fmla="*/ 3696915 h 6382977"/>
              <a:gd name="connsiteX502" fmla="*/ 4483850 w 6501199"/>
              <a:gd name="connsiteY502" fmla="*/ 3685009 h 6382977"/>
              <a:gd name="connsiteX503" fmla="*/ 4485326 w 6501199"/>
              <a:gd name="connsiteY503" fmla="*/ 3683382 h 6382977"/>
              <a:gd name="connsiteX504" fmla="*/ 4456671 w 6501199"/>
              <a:gd name="connsiteY504" fmla="*/ 3703789 h 6382977"/>
              <a:gd name="connsiteX505" fmla="*/ 4331743 w 6501199"/>
              <a:gd name="connsiteY505" fmla="*/ 3708498 h 6382977"/>
              <a:gd name="connsiteX506" fmla="*/ 4220137 w 6501199"/>
              <a:gd name="connsiteY506" fmla="*/ 3726609 h 6382977"/>
              <a:gd name="connsiteX507" fmla="*/ 4015645 w 6501199"/>
              <a:gd name="connsiteY507" fmla="*/ 3694734 h 6382977"/>
              <a:gd name="connsiteX508" fmla="*/ 3942561 w 6501199"/>
              <a:gd name="connsiteY508" fmla="*/ 3703789 h 6382977"/>
              <a:gd name="connsiteX509" fmla="*/ 3935721 w 6501199"/>
              <a:gd name="connsiteY509" fmla="*/ 3692198 h 6382977"/>
              <a:gd name="connsiteX510" fmla="*/ 3947241 w 6501199"/>
              <a:gd name="connsiteY510" fmla="*/ 3655614 h 6382977"/>
              <a:gd name="connsiteX511" fmla="*/ 3983603 w 6501199"/>
              <a:gd name="connsiteY511" fmla="*/ 3671552 h 6382977"/>
              <a:gd name="connsiteX512" fmla="*/ 4105160 w 6501199"/>
              <a:gd name="connsiteY512" fmla="*/ 3675882 h 6382977"/>
              <a:gd name="connsiteX513" fmla="*/ 4119537 w 6501199"/>
              <a:gd name="connsiteY513" fmla="*/ 3676018 h 6382977"/>
              <a:gd name="connsiteX514" fmla="*/ 4119505 w 6501199"/>
              <a:gd name="connsiteY514" fmla="*/ 3674963 h 6382977"/>
              <a:gd name="connsiteX515" fmla="*/ 4156463 w 6501199"/>
              <a:gd name="connsiteY515" fmla="*/ 3670300 h 6382977"/>
              <a:gd name="connsiteX516" fmla="*/ 4155331 w 6501199"/>
              <a:gd name="connsiteY516" fmla="*/ 3673285 h 6382977"/>
              <a:gd name="connsiteX517" fmla="*/ 4180670 w 6501199"/>
              <a:gd name="connsiteY517" fmla="*/ 3665802 h 6382977"/>
              <a:gd name="connsiteX518" fmla="*/ 4217977 w 6501199"/>
              <a:gd name="connsiteY518" fmla="*/ 3653441 h 6382977"/>
              <a:gd name="connsiteX519" fmla="*/ 4295787 w 6501199"/>
              <a:gd name="connsiteY519" fmla="*/ 3642438 h 6382977"/>
              <a:gd name="connsiteX520" fmla="*/ 4308531 w 6501199"/>
              <a:gd name="connsiteY520" fmla="*/ 3641673 h 6382977"/>
              <a:gd name="connsiteX521" fmla="*/ 4308821 w 6501199"/>
              <a:gd name="connsiteY521" fmla="*/ 3641596 h 6382977"/>
              <a:gd name="connsiteX522" fmla="*/ 4379313 w 6501199"/>
              <a:gd name="connsiteY522" fmla="*/ 3632200 h 6382977"/>
              <a:gd name="connsiteX523" fmla="*/ 4380579 w 6501199"/>
              <a:gd name="connsiteY523" fmla="*/ 3637431 h 6382977"/>
              <a:gd name="connsiteX524" fmla="*/ 4531915 w 6501199"/>
              <a:gd name="connsiteY524" fmla="*/ 3630621 h 6382977"/>
              <a:gd name="connsiteX525" fmla="*/ 4663092 w 6501199"/>
              <a:gd name="connsiteY525" fmla="*/ 3617429 h 6382977"/>
              <a:gd name="connsiteX526" fmla="*/ 3690114 w 6501199"/>
              <a:gd name="connsiteY526" fmla="*/ 3612038 h 6382977"/>
              <a:gd name="connsiteX527" fmla="*/ 3689292 w 6501199"/>
              <a:gd name="connsiteY527" fmla="*/ 3613917 h 6382977"/>
              <a:gd name="connsiteX528" fmla="*/ 3691452 w 6501199"/>
              <a:gd name="connsiteY528" fmla="*/ 3625077 h 6382977"/>
              <a:gd name="connsiteX529" fmla="*/ 3703586 w 6501199"/>
              <a:gd name="connsiteY529" fmla="*/ 3616529 h 6382977"/>
              <a:gd name="connsiteX530" fmla="*/ 4858141 w 6501199"/>
              <a:gd name="connsiteY530" fmla="*/ 3608924 h 6382977"/>
              <a:gd name="connsiteX531" fmla="*/ 4737850 w 6501199"/>
              <a:gd name="connsiteY531" fmla="*/ 3640825 h 6382977"/>
              <a:gd name="connsiteX532" fmla="*/ 4858141 w 6501199"/>
              <a:gd name="connsiteY532" fmla="*/ 3608924 h 6382977"/>
              <a:gd name="connsiteX533" fmla="*/ 3616991 w 6501199"/>
              <a:gd name="connsiteY533" fmla="*/ 3602900 h 6382977"/>
              <a:gd name="connsiteX534" fmla="*/ 3606663 w 6501199"/>
              <a:gd name="connsiteY534" fmla="*/ 3609381 h 6382977"/>
              <a:gd name="connsiteX535" fmla="*/ 3606281 w 6501199"/>
              <a:gd name="connsiteY535" fmla="*/ 3614316 h 6382977"/>
              <a:gd name="connsiteX536" fmla="*/ 3609724 w 6501199"/>
              <a:gd name="connsiteY536" fmla="*/ 3629757 h 6382977"/>
              <a:gd name="connsiteX537" fmla="*/ 3639247 w 6501199"/>
              <a:gd name="connsiteY537" fmla="*/ 3629757 h 6382977"/>
              <a:gd name="connsiteX538" fmla="*/ 3648248 w 6501199"/>
              <a:gd name="connsiteY538" fmla="*/ 3607076 h 6382977"/>
              <a:gd name="connsiteX539" fmla="*/ 3616564 w 6501199"/>
              <a:gd name="connsiteY539" fmla="*/ 3625077 h 6382977"/>
              <a:gd name="connsiteX540" fmla="*/ 3625374 w 6501199"/>
              <a:gd name="connsiteY540" fmla="*/ 3611053 h 6382977"/>
              <a:gd name="connsiteX541" fmla="*/ 3625546 w 6501199"/>
              <a:gd name="connsiteY541" fmla="*/ 3603254 h 6382977"/>
              <a:gd name="connsiteX542" fmla="*/ 3857430 w 6501199"/>
              <a:gd name="connsiteY542" fmla="*/ 3595556 h 6382977"/>
              <a:gd name="connsiteX543" fmla="*/ 3846268 w 6501199"/>
              <a:gd name="connsiteY543" fmla="*/ 3620757 h 6382977"/>
              <a:gd name="connsiteX544" fmla="*/ 3839428 w 6501199"/>
              <a:gd name="connsiteY544" fmla="*/ 3609236 h 6382977"/>
              <a:gd name="connsiteX545" fmla="*/ 3837267 w 6501199"/>
              <a:gd name="connsiteY545" fmla="*/ 3625077 h 6382977"/>
              <a:gd name="connsiteX546" fmla="*/ 3856215 w 6501199"/>
              <a:gd name="connsiteY546" fmla="*/ 3627147 h 6382977"/>
              <a:gd name="connsiteX547" fmla="*/ 3861385 w 6501199"/>
              <a:gd name="connsiteY547" fmla="*/ 3630535 h 6382977"/>
              <a:gd name="connsiteX548" fmla="*/ 3872614 w 6501199"/>
              <a:gd name="connsiteY548" fmla="*/ 3630666 h 6382977"/>
              <a:gd name="connsiteX549" fmla="*/ 3871111 w 6501199"/>
              <a:gd name="connsiteY549" fmla="*/ 3618237 h 6382977"/>
              <a:gd name="connsiteX550" fmla="*/ 3887313 w 6501199"/>
              <a:gd name="connsiteY550" fmla="*/ 3629757 h 6382977"/>
              <a:gd name="connsiteX551" fmla="*/ 3857430 w 6501199"/>
              <a:gd name="connsiteY551" fmla="*/ 3595556 h 6382977"/>
              <a:gd name="connsiteX552" fmla="*/ 3718815 w 6501199"/>
              <a:gd name="connsiteY552" fmla="*/ 3593396 h 6382977"/>
              <a:gd name="connsiteX553" fmla="*/ 3716294 w 6501199"/>
              <a:gd name="connsiteY553" fmla="*/ 3598810 h 6382977"/>
              <a:gd name="connsiteX554" fmla="*/ 3731841 w 6501199"/>
              <a:gd name="connsiteY554" fmla="*/ 3601150 h 6382977"/>
              <a:gd name="connsiteX555" fmla="*/ 3729886 w 6501199"/>
              <a:gd name="connsiteY555" fmla="*/ 3598166 h 6382977"/>
              <a:gd name="connsiteX556" fmla="*/ 3718815 w 6501199"/>
              <a:gd name="connsiteY556" fmla="*/ 3593396 h 6382977"/>
              <a:gd name="connsiteX557" fmla="*/ 3750858 w 6501199"/>
              <a:gd name="connsiteY557" fmla="*/ 3584035 h 6382977"/>
              <a:gd name="connsiteX558" fmla="*/ 3745908 w 6501199"/>
              <a:gd name="connsiteY558" fmla="*/ 3595241 h 6382977"/>
              <a:gd name="connsiteX559" fmla="*/ 3740789 w 6501199"/>
              <a:gd name="connsiteY559" fmla="*/ 3602498 h 6382977"/>
              <a:gd name="connsiteX560" fmla="*/ 3758967 w 6501199"/>
              <a:gd name="connsiteY560" fmla="*/ 3605235 h 6382977"/>
              <a:gd name="connsiteX561" fmla="*/ 3759859 w 6501199"/>
              <a:gd name="connsiteY561" fmla="*/ 3604556 h 6382977"/>
              <a:gd name="connsiteX562" fmla="*/ 3759649 w 6501199"/>
              <a:gd name="connsiteY562" fmla="*/ 3605337 h 6382977"/>
              <a:gd name="connsiteX563" fmla="*/ 3767275 w 6501199"/>
              <a:gd name="connsiteY563" fmla="*/ 3606485 h 6382977"/>
              <a:gd name="connsiteX564" fmla="*/ 3767555 w 6501199"/>
              <a:gd name="connsiteY564" fmla="*/ 3601811 h 6382977"/>
              <a:gd name="connsiteX565" fmla="*/ 3773541 w 6501199"/>
              <a:gd name="connsiteY565" fmla="*/ 3584035 h 6382977"/>
              <a:gd name="connsiteX566" fmla="*/ 3753019 w 6501199"/>
              <a:gd name="connsiteY566" fmla="*/ 3600236 h 6382977"/>
              <a:gd name="connsiteX567" fmla="*/ 3750858 w 6501199"/>
              <a:gd name="connsiteY567" fmla="*/ 3584035 h 6382977"/>
              <a:gd name="connsiteX568" fmla="*/ 59130 w 6501199"/>
              <a:gd name="connsiteY568" fmla="*/ 3581400 h 6382977"/>
              <a:gd name="connsiteX569" fmla="*/ 11863 w 6501199"/>
              <a:gd name="connsiteY569" fmla="*/ 3642952 h 6382977"/>
              <a:gd name="connsiteX570" fmla="*/ 59130 w 6501199"/>
              <a:gd name="connsiteY570" fmla="*/ 3581400 h 6382977"/>
              <a:gd name="connsiteX571" fmla="*/ 3800544 w 6501199"/>
              <a:gd name="connsiteY571" fmla="*/ 3579715 h 6382977"/>
              <a:gd name="connsiteX572" fmla="*/ 3796223 w 6501199"/>
              <a:gd name="connsiteY572" fmla="*/ 3611396 h 6382977"/>
              <a:gd name="connsiteX573" fmla="*/ 3782272 w 6501199"/>
              <a:gd name="connsiteY573" fmla="*/ 3604286 h 6382977"/>
              <a:gd name="connsiteX574" fmla="*/ 3777362 w 6501199"/>
              <a:gd name="connsiteY574" fmla="*/ 3608004 h 6382977"/>
              <a:gd name="connsiteX575" fmla="*/ 3779325 w 6501199"/>
              <a:gd name="connsiteY575" fmla="*/ 3608300 h 6382977"/>
              <a:gd name="connsiteX576" fmla="*/ 3811382 w 6501199"/>
              <a:gd name="connsiteY576" fmla="*/ 3617254 h 6382977"/>
              <a:gd name="connsiteX577" fmla="*/ 3811861 w 6501199"/>
              <a:gd name="connsiteY577" fmla="*/ 3617492 h 6382977"/>
              <a:gd name="connsiteX578" fmla="*/ 3812813 w 6501199"/>
              <a:gd name="connsiteY578" fmla="*/ 3614850 h 6382977"/>
              <a:gd name="connsiteX579" fmla="*/ 3814585 w 6501199"/>
              <a:gd name="connsiteY579" fmla="*/ 3602396 h 6382977"/>
              <a:gd name="connsiteX580" fmla="*/ 3820166 w 6501199"/>
              <a:gd name="connsiteY580" fmla="*/ 3613736 h 6382977"/>
              <a:gd name="connsiteX581" fmla="*/ 3819231 w 6501199"/>
              <a:gd name="connsiteY581" fmla="*/ 3621143 h 6382977"/>
              <a:gd name="connsiteX582" fmla="*/ 3825745 w 6501199"/>
              <a:gd name="connsiteY582" fmla="*/ 3624369 h 6382977"/>
              <a:gd name="connsiteX583" fmla="*/ 3825701 w 6501199"/>
              <a:gd name="connsiteY583" fmla="*/ 3605861 h 6382977"/>
              <a:gd name="connsiteX584" fmla="*/ 3818906 w 6501199"/>
              <a:gd name="connsiteY584" fmla="*/ 3593396 h 6382977"/>
              <a:gd name="connsiteX585" fmla="*/ 3800544 w 6501199"/>
              <a:gd name="connsiteY585" fmla="*/ 3579715 h 6382977"/>
              <a:gd name="connsiteX586" fmla="*/ 79218 w 6501199"/>
              <a:gd name="connsiteY586" fmla="*/ 3576637 h 6382977"/>
              <a:gd name="connsiteX587" fmla="*/ 74863 w 6501199"/>
              <a:gd name="connsiteY587" fmla="*/ 3608034 h 6382977"/>
              <a:gd name="connsiteX588" fmla="*/ 74863 w 6501199"/>
              <a:gd name="connsiteY588" fmla="*/ 3599215 h 6382977"/>
              <a:gd name="connsiteX589" fmla="*/ 61075 w 6501199"/>
              <a:gd name="connsiteY589" fmla="*/ 3587926 h 6382977"/>
              <a:gd name="connsiteX590" fmla="*/ 79218 w 6501199"/>
              <a:gd name="connsiteY590" fmla="*/ 3576637 h 6382977"/>
              <a:gd name="connsiteX591" fmla="*/ 4430970 w 6501199"/>
              <a:gd name="connsiteY591" fmla="*/ 3568194 h 6382977"/>
              <a:gd name="connsiteX592" fmla="*/ 4401447 w 6501199"/>
              <a:gd name="connsiteY592" fmla="*/ 3579715 h 6382977"/>
              <a:gd name="connsiteX593" fmla="*/ 4430970 w 6501199"/>
              <a:gd name="connsiteY593" fmla="*/ 3568194 h 6382977"/>
              <a:gd name="connsiteX594" fmla="*/ 4953239 w 6501199"/>
              <a:gd name="connsiteY594" fmla="*/ 3565966 h 6382977"/>
              <a:gd name="connsiteX595" fmla="*/ 4937473 w 6501199"/>
              <a:gd name="connsiteY595" fmla="*/ 3568177 h 6382977"/>
              <a:gd name="connsiteX596" fmla="*/ 4906686 w 6501199"/>
              <a:gd name="connsiteY596" fmla="*/ 3583651 h 6382977"/>
              <a:gd name="connsiteX597" fmla="*/ 4892302 w 6501199"/>
              <a:gd name="connsiteY597" fmla="*/ 3587255 h 6382977"/>
              <a:gd name="connsiteX598" fmla="*/ 4899824 w 6501199"/>
              <a:gd name="connsiteY598" fmla="*/ 3586835 h 6382977"/>
              <a:gd name="connsiteX599" fmla="*/ 4941192 w 6501199"/>
              <a:gd name="connsiteY599" fmla="*/ 3569546 h 6382977"/>
              <a:gd name="connsiteX600" fmla="*/ 4462653 w 6501199"/>
              <a:gd name="connsiteY600" fmla="*/ 3559194 h 6382977"/>
              <a:gd name="connsiteX601" fmla="*/ 4448971 w 6501199"/>
              <a:gd name="connsiteY601" fmla="*/ 3581875 h 6382977"/>
              <a:gd name="connsiteX602" fmla="*/ 4462653 w 6501199"/>
              <a:gd name="connsiteY602" fmla="*/ 3559194 h 6382977"/>
              <a:gd name="connsiteX603" fmla="*/ 114686 w 6501199"/>
              <a:gd name="connsiteY603" fmla="*/ 3547085 h 6382977"/>
              <a:gd name="connsiteX604" fmla="*/ 87068 w 6501199"/>
              <a:gd name="connsiteY604" fmla="*/ 3563570 h 6382977"/>
              <a:gd name="connsiteX605" fmla="*/ 114686 w 6501199"/>
              <a:gd name="connsiteY605" fmla="*/ 3547085 h 6382977"/>
              <a:gd name="connsiteX606" fmla="*/ 4547685 w 6501199"/>
              <a:gd name="connsiteY606" fmla="*/ 3537100 h 6382977"/>
              <a:gd name="connsiteX607" fmla="*/ 4544741 w 6501199"/>
              <a:gd name="connsiteY607" fmla="*/ 3538673 h 6382977"/>
              <a:gd name="connsiteX608" fmla="*/ 4547086 w 6501199"/>
              <a:gd name="connsiteY608" fmla="*/ 3544706 h 6382977"/>
              <a:gd name="connsiteX609" fmla="*/ 4547458 w 6501199"/>
              <a:gd name="connsiteY609" fmla="*/ 3538077 h 6382977"/>
              <a:gd name="connsiteX610" fmla="*/ 4119881 w 6501199"/>
              <a:gd name="connsiteY610" fmla="*/ 3529194 h 6382977"/>
              <a:gd name="connsiteX611" fmla="*/ 4114857 w 6501199"/>
              <a:gd name="connsiteY611" fmla="*/ 3531833 h 6382977"/>
              <a:gd name="connsiteX612" fmla="*/ 4114857 w 6501199"/>
              <a:gd name="connsiteY612" fmla="*/ 3552354 h 6382977"/>
              <a:gd name="connsiteX613" fmla="*/ 4135019 w 6501199"/>
              <a:gd name="connsiteY613" fmla="*/ 3547673 h 6382977"/>
              <a:gd name="connsiteX614" fmla="*/ 4128313 w 6501199"/>
              <a:gd name="connsiteY614" fmla="*/ 3531248 h 6382977"/>
              <a:gd name="connsiteX615" fmla="*/ 4119881 w 6501199"/>
              <a:gd name="connsiteY615" fmla="*/ 3529194 h 6382977"/>
              <a:gd name="connsiteX616" fmla="*/ 4652146 w 6501199"/>
              <a:gd name="connsiteY616" fmla="*/ 3511662 h 6382977"/>
              <a:gd name="connsiteX617" fmla="*/ 4649286 w 6501199"/>
              <a:gd name="connsiteY617" fmla="*/ 3516513 h 6382977"/>
              <a:gd name="connsiteX618" fmla="*/ 4649335 w 6501199"/>
              <a:gd name="connsiteY618" fmla="*/ 3516996 h 6382977"/>
              <a:gd name="connsiteX619" fmla="*/ 4655723 w 6501199"/>
              <a:gd name="connsiteY619" fmla="*/ 3515986 h 6382977"/>
              <a:gd name="connsiteX620" fmla="*/ 4658476 w 6501199"/>
              <a:gd name="connsiteY620" fmla="*/ 3516600 h 6382977"/>
              <a:gd name="connsiteX621" fmla="*/ 4169222 w 6501199"/>
              <a:gd name="connsiteY621" fmla="*/ 3506631 h 6382977"/>
              <a:gd name="connsiteX622" fmla="*/ 4144379 w 6501199"/>
              <a:gd name="connsiteY622" fmla="*/ 3518152 h 6382977"/>
              <a:gd name="connsiteX623" fmla="*/ 4171743 w 6501199"/>
              <a:gd name="connsiteY623" fmla="*/ 3545513 h 6382977"/>
              <a:gd name="connsiteX624" fmla="*/ 4169222 w 6501199"/>
              <a:gd name="connsiteY624" fmla="*/ 3506631 h 6382977"/>
              <a:gd name="connsiteX625" fmla="*/ 4064811 w 6501199"/>
              <a:gd name="connsiteY625" fmla="*/ 3502311 h 6382977"/>
              <a:gd name="connsiteX626" fmla="*/ 4064811 w 6501199"/>
              <a:gd name="connsiteY626" fmla="*/ 3533993 h 6382977"/>
              <a:gd name="connsiteX627" fmla="*/ 4064811 w 6501199"/>
              <a:gd name="connsiteY627" fmla="*/ 3502311 h 6382977"/>
              <a:gd name="connsiteX628" fmla="*/ 4005405 w 6501199"/>
              <a:gd name="connsiteY628" fmla="*/ 3502311 h 6382977"/>
              <a:gd name="connsiteX629" fmla="*/ 3987403 w 6501199"/>
              <a:gd name="connsiteY629" fmla="*/ 3531833 h 6382977"/>
              <a:gd name="connsiteX630" fmla="*/ 3975882 w 6501199"/>
              <a:gd name="connsiteY630" fmla="*/ 3515992 h 6382977"/>
              <a:gd name="connsiteX631" fmla="*/ 3998564 w 6501199"/>
              <a:gd name="connsiteY631" fmla="*/ 3538673 h 6382977"/>
              <a:gd name="connsiteX632" fmla="*/ 4005405 w 6501199"/>
              <a:gd name="connsiteY632" fmla="*/ 3502311 h 6382977"/>
              <a:gd name="connsiteX633" fmla="*/ 4255631 w 6501199"/>
              <a:gd name="connsiteY633" fmla="*/ 3500151 h 6382977"/>
              <a:gd name="connsiteX634" fmla="*/ 4258151 w 6501199"/>
              <a:gd name="connsiteY634" fmla="*/ 3527152 h 6382977"/>
              <a:gd name="connsiteX635" fmla="*/ 4271833 w 6501199"/>
              <a:gd name="connsiteY635" fmla="*/ 3511312 h 6382977"/>
              <a:gd name="connsiteX636" fmla="*/ 4298836 w 6501199"/>
              <a:gd name="connsiteY636" fmla="*/ 3531833 h 6382977"/>
              <a:gd name="connsiteX637" fmla="*/ 4255631 w 6501199"/>
              <a:gd name="connsiteY637" fmla="*/ 3500151 h 6382977"/>
              <a:gd name="connsiteX638" fmla="*/ 4319358 w 6501199"/>
              <a:gd name="connsiteY638" fmla="*/ 3495471 h 6382977"/>
              <a:gd name="connsiteX639" fmla="*/ 4326199 w 6501199"/>
              <a:gd name="connsiteY639" fmla="*/ 3527152 h 6382977"/>
              <a:gd name="connsiteX640" fmla="*/ 4335560 w 6501199"/>
              <a:gd name="connsiteY640" fmla="*/ 3538673 h 6382977"/>
              <a:gd name="connsiteX641" fmla="*/ 4342400 w 6501199"/>
              <a:gd name="connsiteY641" fmla="*/ 3506631 h 6382977"/>
              <a:gd name="connsiteX642" fmla="*/ 4360402 w 6501199"/>
              <a:gd name="connsiteY642" fmla="*/ 3495471 h 6382977"/>
              <a:gd name="connsiteX643" fmla="*/ 4319358 w 6501199"/>
              <a:gd name="connsiteY643" fmla="*/ 3495471 h 6382977"/>
              <a:gd name="connsiteX644" fmla="*/ 4108016 w 6501199"/>
              <a:gd name="connsiteY644" fmla="*/ 3493311 h 6382977"/>
              <a:gd name="connsiteX645" fmla="*/ 4089654 w 6501199"/>
              <a:gd name="connsiteY645" fmla="*/ 3520312 h 6382977"/>
              <a:gd name="connsiteX646" fmla="*/ 4108016 w 6501199"/>
              <a:gd name="connsiteY646" fmla="*/ 3493311 h 6382977"/>
              <a:gd name="connsiteX647" fmla="*/ 4226028 w 6501199"/>
              <a:gd name="connsiteY647" fmla="*/ 3493131 h 6382977"/>
              <a:gd name="connsiteX648" fmla="*/ 4237429 w 6501199"/>
              <a:gd name="connsiteY648" fmla="*/ 3496017 h 6382977"/>
              <a:gd name="connsiteX649" fmla="*/ 4203282 w 6501199"/>
              <a:gd name="connsiteY649" fmla="*/ 3520717 h 6382977"/>
              <a:gd name="connsiteX650" fmla="*/ 4226028 w 6501199"/>
              <a:gd name="connsiteY650" fmla="*/ 3493131 h 6382977"/>
              <a:gd name="connsiteX651" fmla="*/ 4610629 w 6501199"/>
              <a:gd name="connsiteY651" fmla="*/ 3490791 h 6382977"/>
              <a:gd name="connsiteX652" fmla="*/ 4615309 w 6501199"/>
              <a:gd name="connsiteY652" fmla="*/ 3515992 h 6382977"/>
              <a:gd name="connsiteX653" fmla="*/ 4610629 w 6501199"/>
              <a:gd name="connsiteY653" fmla="*/ 3490791 h 6382977"/>
              <a:gd name="connsiteX654" fmla="*/ 4558423 w 6501199"/>
              <a:gd name="connsiteY654" fmla="*/ 3490791 h 6382977"/>
              <a:gd name="connsiteX655" fmla="*/ 4540061 w 6501199"/>
              <a:gd name="connsiteY655" fmla="*/ 3524992 h 6382977"/>
              <a:gd name="connsiteX656" fmla="*/ 4551013 w 6501199"/>
              <a:gd name="connsiteY656" fmla="*/ 3522763 h 6382977"/>
              <a:gd name="connsiteX657" fmla="*/ 4553171 w 6501199"/>
              <a:gd name="connsiteY657" fmla="*/ 3513467 h 6382977"/>
              <a:gd name="connsiteX658" fmla="*/ 4558709 w 6501199"/>
              <a:gd name="connsiteY658" fmla="*/ 3511752 h 6382977"/>
              <a:gd name="connsiteX659" fmla="*/ 4556983 w 6501199"/>
              <a:gd name="connsiteY659" fmla="*/ 3511638 h 6382977"/>
              <a:gd name="connsiteX660" fmla="*/ 4553743 w 6501199"/>
              <a:gd name="connsiteY660" fmla="*/ 3506631 h 6382977"/>
              <a:gd name="connsiteX661" fmla="*/ 4558423 w 6501199"/>
              <a:gd name="connsiteY661" fmla="*/ 3490791 h 6382977"/>
              <a:gd name="connsiteX662" fmla="*/ 4589481 w 6501199"/>
              <a:gd name="connsiteY662" fmla="*/ 3487163 h 6382977"/>
              <a:gd name="connsiteX663" fmla="*/ 4583479 w 6501199"/>
              <a:gd name="connsiteY663" fmla="*/ 3488767 h 6382977"/>
              <a:gd name="connsiteX664" fmla="*/ 4580284 w 6501199"/>
              <a:gd name="connsiteY664" fmla="*/ 3488574 h 6382977"/>
              <a:gd name="connsiteX665" fmla="*/ 4580284 w 6501199"/>
              <a:gd name="connsiteY665" fmla="*/ 3488580 h 6382977"/>
              <a:gd name="connsiteX666" fmla="*/ 4576425 w 6501199"/>
              <a:gd name="connsiteY666" fmla="*/ 3495471 h 6382977"/>
              <a:gd name="connsiteX667" fmla="*/ 4760064 w 6501199"/>
              <a:gd name="connsiteY667" fmla="*/ 3484562 h 6382977"/>
              <a:gd name="connsiteX668" fmla="*/ 4794081 w 6501199"/>
              <a:gd name="connsiteY668" fmla="*/ 3484562 h 6382977"/>
              <a:gd name="connsiteX669" fmla="*/ 4748963 w 6501199"/>
              <a:gd name="connsiteY669" fmla="*/ 3519123 h 6382977"/>
              <a:gd name="connsiteX670" fmla="*/ 4760064 w 6501199"/>
              <a:gd name="connsiteY670" fmla="*/ 3484562 h 6382977"/>
              <a:gd name="connsiteX671" fmla="*/ 4126018 w 6501199"/>
              <a:gd name="connsiteY671" fmla="*/ 3483950 h 6382977"/>
              <a:gd name="connsiteX672" fmla="*/ 4121337 w 6501199"/>
              <a:gd name="connsiteY672" fmla="*/ 3515992 h 6382977"/>
              <a:gd name="connsiteX673" fmla="*/ 4141859 w 6501199"/>
              <a:gd name="connsiteY673" fmla="*/ 3502311 h 6382977"/>
              <a:gd name="connsiteX674" fmla="*/ 4128178 w 6501199"/>
              <a:gd name="connsiteY674" fmla="*/ 3495471 h 6382977"/>
              <a:gd name="connsiteX675" fmla="*/ 4126018 w 6501199"/>
              <a:gd name="connsiteY675" fmla="*/ 3483950 h 6382977"/>
              <a:gd name="connsiteX676" fmla="*/ 5228024 w 6501199"/>
              <a:gd name="connsiteY676" fmla="*/ 3477656 h 6382977"/>
              <a:gd name="connsiteX677" fmla="*/ 5193463 w 6501199"/>
              <a:gd name="connsiteY677" fmla="*/ 3495530 h 6382977"/>
              <a:gd name="connsiteX678" fmla="*/ 5228024 w 6501199"/>
              <a:gd name="connsiteY678" fmla="*/ 3477656 h 6382977"/>
              <a:gd name="connsiteX679" fmla="*/ 4467333 w 6501199"/>
              <a:gd name="connsiteY679" fmla="*/ 3477110 h 6382977"/>
              <a:gd name="connsiteX680" fmla="*/ 4465173 w 6501199"/>
              <a:gd name="connsiteY680" fmla="*/ 3497631 h 6382977"/>
              <a:gd name="connsiteX681" fmla="*/ 4476335 w 6501199"/>
              <a:gd name="connsiteY681" fmla="*/ 3486471 h 6382977"/>
              <a:gd name="connsiteX682" fmla="*/ 4490016 w 6501199"/>
              <a:gd name="connsiteY682" fmla="*/ 3490791 h 6382977"/>
              <a:gd name="connsiteX683" fmla="*/ 4467333 w 6501199"/>
              <a:gd name="connsiteY683" fmla="*/ 3477110 h 6382977"/>
              <a:gd name="connsiteX684" fmla="*/ 4399286 w 6501199"/>
              <a:gd name="connsiteY684" fmla="*/ 3474950 h 6382977"/>
              <a:gd name="connsiteX685" fmla="*/ 4371923 w 6501199"/>
              <a:gd name="connsiteY685" fmla="*/ 3483950 h 6382977"/>
              <a:gd name="connsiteX686" fmla="*/ 4362563 w 6501199"/>
              <a:gd name="connsiteY686" fmla="*/ 3527152 h 6382977"/>
              <a:gd name="connsiteX687" fmla="*/ 4383085 w 6501199"/>
              <a:gd name="connsiteY687" fmla="*/ 3500151 h 6382977"/>
              <a:gd name="connsiteX688" fmla="*/ 4380925 w 6501199"/>
              <a:gd name="connsiteY688" fmla="*/ 3520312 h 6382977"/>
              <a:gd name="connsiteX689" fmla="*/ 4399286 w 6501199"/>
              <a:gd name="connsiteY689" fmla="*/ 3474950 h 6382977"/>
              <a:gd name="connsiteX690" fmla="*/ 4164423 w 6501199"/>
              <a:gd name="connsiteY690" fmla="*/ 3473111 h 6382977"/>
              <a:gd name="connsiteX691" fmla="*/ 4160221 w 6501199"/>
              <a:gd name="connsiteY691" fmla="*/ 3474950 h 6382977"/>
              <a:gd name="connsiteX692" fmla="*/ 4155541 w 6501199"/>
              <a:gd name="connsiteY692" fmla="*/ 3506631 h 6382977"/>
              <a:gd name="connsiteX693" fmla="*/ 4182903 w 6501199"/>
              <a:gd name="connsiteY693" fmla="*/ 3477110 h 6382977"/>
              <a:gd name="connsiteX694" fmla="*/ 4164423 w 6501199"/>
              <a:gd name="connsiteY694" fmla="*/ 3473111 h 6382977"/>
              <a:gd name="connsiteX695" fmla="*/ 4519113 w 6501199"/>
              <a:gd name="connsiteY695" fmla="*/ 3469494 h 6382977"/>
              <a:gd name="connsiteX696" fmla="*/ 4519342 w 6501199"/>
              <a:gd name="connsiteY696" fmla="*/ 3471153 h 6382977"/>
              <a:gd name="connsiteX697" fmla="*/ 4503697 w 6501199"/>
              <a:gd name="connsiteY697" fmla="*/ 3474950 h 6382977"/>
              <a:gd name="connsiteX698" fmla="*/ 4535741 w 6501199"/>
              <a:gd name="connsiteY698" fmla="*/ 3497631 h 6382977"/>
              <a:gd name="connsiteX699" fmla="*/ 4535741 w 6501199"/>
              <a:gd name="connsiteY699" fmla="*/ 3481790 h 6382977"/>
              <a:gd name="connsiteX700" fmla="*/ 4548882 w 6501199"/>
              <a:gd name="connsiteY700" fmla="*/ 3489216 h 6382977"/>
              <a:gd name="connsiteX701" fmla="*/ 4553503 w 6501199"/>
              <a:gd name="connsiteY701" fmla="*/ 3486827 h 6382977"/>
              <a:gd name="connsiteX702" fmla="*/ 4536338 w 6501199"/>
              <a:gd name="connsiteY702" fmla="*/ 3480358 h 6382977"/>
              <a:gd name="connsiteX703" fmla="*/ 4520175 w 6501199"/>
              <a:gd name="connsiteY703" fmla="*/ 3470154 h 6382977"/>
              <a:gd name="connsiteX704" fmla="*/ 4237629 w 6501199"/>
              <a:gd name="connsiteY704" fmla="*/ 3468110 h 6382977"/>
              <a:gd name="connsiteX705" fmla="*/ 4182903 w 6501199"/>
              <a:gd name="connsiteY705" fmla="*/ 3502311 h 6382977"/>
              <a:gd name="connsiteX706" fmla="*/ 4196585 w 6501199"/>
              <a:gd name="connsiteY706" fmla="*/ 3536513 h 6382977"/>
              <a:gd name="connsiteX707" fmla="*/ 4232949 w 6501199"/>
              <a:gd name="connsiteY707" fmla="*/ 3511312 h 6382977"/>
              <a:gd name="connsiteX708" fmla="*/ 4228629 w 6501199"/>
              <a:gd name="connsiteY708" fmla="*/ 3531833 h 6382977"/>
              <a:gd name="connsiteX709" fmla="*/ 4258151 w 6501199"/>
              <a:gd name="connsiteY709" fmla="*/ 3490791 h 6382977"/>
              <a:gd name="connsiteX710" fmla="*/ 4237629 w 6501199"/>
              <a:gd name="connsiteY710" fmla="*/ 3468110 h 6382977"/>
              <a:gd name="connsiteX711" fmla="*/ 4448769 w 6501199"/>
              <a:gd name="connsiteY711" fmla="*/ 3462794 h 6382977"/>
              <a:gd name="connsiteX712" fmla="*/ 4426289 w 6501199"/>
              <a:gd name="connsiteY712" fmla="*/ 3468110 h 6382977"/>
              <a:gd name="connsiteX713" fmla="*/ 4424129 w 6501199"/>
              <a:gd name="connsiteY713" fmla="*/ 3488631 h 6382977"/>
              <a:gd name="connsiteX714" fmla="*/ 4412608 w 6501199"/>
              <a:gd name="connsiteY714" fmla="*/ 3479630 h 6382977"/>
              <a:gd name="connsiteX715" fmla="*/ 4406127 w 6501199"/>
              <a:gd name="connsiteY715" fmla="*/ 3500151 h 6382977"/>
              <a:gd name="connsiteX716" fmla="*/ 4451492 w 6501199"/>
              <a:gd name="connsiteY716" fmla="*/ 3493311 h 6382977"/>
              <a:gd name="connsiteX717" fmla="*/ 4453652 w 6501199"/>
              <a:gd name="connsiteY717" fmla="*/ 3465950 h 6382977"/>
              <a:gd name="connsiteX718" fmla="*/ 4448769 w 6501199"/>
              <a:gd name="connsiteY718" fmla="*/ 3462794 h 6382977"/>
              <a:gd name="connsiteX719" fmla="*/ 4845390 w 6501199"/>
              <a:gd name="connsiteY719" fmla="*/ 3459697 h 6382977"/>
              <a:gd name="connsiteX720" fmla="*/ 4852201 w 6501199"/>
              <a:gd name="connsiteY720" fmla="*/ 3482526 h 6382977"/>
              <a:gd name="connsiteX721" fmla="*/ 4863672 w 6501199"/>
              <a:gd name="connsiteY721" fmla="*/ 3480351 h 6382977"/>
              <a:gd name="connsiteX722" fmla="*/ 4865823 w 6501199"/>
              <a:gd name="connsiteY722" fmla="*/ 3464407 h 6382977"/>
              <a:gd name="connsiteX723" fmla="*/ 4870483 w 6501199"/>
              <a:gd name="connsiteY723" fmla="*/ 3501006 h 6382977"/>
              <a:gd name="connsiteX724" fmla="*/ 4822807 w 6501199"/>
              <a:gd name="connsiteY724" fmla="*/ 3516950 h 6382977"/>
              <a:gd name="connsiteX725" fmla="*/ 4804525 w 6501199"/>
              <a:gd name="connsiteY725" fmla="*/ 3482526 h 6382977"/>
              <a:gd name="connsiteX726" fmla="*/ 4836429 w 6501199"/>
              <a:gd name="connsiteY726" fmla="*/ 3475641 h 6382977"/>
              <a:gd name="connsiteX727" fmla="*/ 4827467 w 6501199"/>
              <a:gd name="connsiteY727" fmla="*/ 3473467 h 6382977"/>
              <a:gd name="connsiteX728" fmla="*/ 4845390 w 6501199"/>
              <a:gd name="connsiteY728" fmla="*/ 3459697 h 6382977"/>
              <a:gd name="connsiteX729" fmla="*/ 4473929 w 6501199"/>
              <a:gd name="connsiteY729" fmla="*/ 3456325 h 6382977"/>
              <a:gd name="connsiteX730" fmla="*/ 4455724 w 6501199"/>
              <a:gd name="connsiteY730" fmla="*/ 3458104 h 6382977"/>
              <a:gd name="connsiteX731" fmla="*/ 4453652 w 6501199"/>
              <a:gd name="connsiteY731" fmla="*/ 3461269 h 6382977"/>
              <a:gd name="connsiteX732" fmla="*/ 4476335 w 6501199"/>
              <a:gd name="connsiteY732" fmla="*/ 3470270 h 6382977"/>
              <a:gd name="connsiteX733" fmla="*/ 4475119 w 6501199"/>
              <a:gd name="connsiteY733" fmla="*/ 3460189 h 6382977"/>
              <a:gd name="connsiteX734" fmla="*/ 4488050 w 6501199"/>
              <a:gd name="connsiteY734" fmla="*/ 3454945 h 6382977"/>
              <a:gd name="connsiteX735" fmla="*/ 4481267 w 6501199"/>
              <a:gd name="connsiteY735" fmla="*/ 3455608 h 6382977"/>
              <a:gd name="connsiteX736" fmla="*/ 4481251 w 6501199"/>
              <a:gd name="connsiteY736" fmla="*/ 3456904 h 6382977"/>
              <a:gd name="connsiteX737" fmla="*/ 4490016 w 6501199"/>
              <a:gd name="connsiteY737" fmla="*/ 3470270 h 6382977"/>
              <a:gd name="connsiteX738" fmla="*/ 4490944 w 6501199"/>
              <a:gd name="connsiteY738" fmla="*/ 3455901 h 6382977"/>
              <a:gd name="connsiteX739" fmla="*/ 4771866 w 6501199"/>
              <a:gd name="connsiteY739" fmla="*/ 3451814 h 6382977"/>
              <a:gd name="connsiteX740" fmla="*/ 4774006 w 6501199"/>
              <a:gd name="connsiteY740" fmla="*/ 3465602 h 6382977"/>
              <a:gd name="connsiteX741" fmla="*/ 4753672 w 6501199"/>
              <a:gd name="connsiteY741" fmla="*/ 3474674 h 6382977"/>
              <a:gd name="connsiteX742" fmla="*/ 4744753 w 6501199"/>
              <a:gd name="connsiteY742" fmla="*/ 3472497 h 6382977"/>
              <a:gd name="connsiteX743" fmla="*/ 4749391 w 6501199"/>
              <a:gd name="connsiteY743" fmla="*/ 3453991 h 6382977"/>
              <a:gd name="connsiteX744" fmla="*/ 4753672 w 6501199"/>
              <a:gd name="connsiteY744" fmla="*/ 3465602 h 6382977"/>
              <a:gd name="connsiteX745" fmla="*/ 4771866 w 6501199"/>
              <a:gd name="connsiteY745" fmla="*/ 3451814 h 6382977"/>
              <a:gd name="connsiteX746" fmla="*/ 4422635 w 6501199"/>
              <a:gd name="connsiteY746" fmla="*/ 3450793 h 6382977"/>
              <a:gd name="connsiteX747" fmla="*/ 4420945 w 6501199"/>
              <a:gd name="connsiteY747" fmla="*/ 3451505 h 6382977"/>
              <a:gd name="connsiteX748" fmla="*/ 4421969 w 6501199"/>
              <a:gd name="connsiteY748" fmla="*/ 3452269 h 6382977"/>
              <a:gd name="connsiteX749" fmla="*/ 4389447 w 6501199"/>
              <a:gd name="connsiteY749" fmla="*/ 3450421 h 6382977"/>
              <a:gd name="connsiteX750" fmla="*/ 4394606 w 6501199"/>
              <a:gd name="connsiteY750" fmla="*/ 3459109 h 6382977"/>
              <a:gd name="connsiteX751" fmla="*/ 4398986 w 6501199"/>
              <a:gd name="connsiteY751" fmla="*/ 3457608 h 6382977"/>
              <a:gd name="connsiteX752" fmla="*/ 5193107 w 6501199"/>
              <a:gd name="connsiteY752" fmla="*/ 3449637 h 6382977"/>
              <a:gd name="connsiteX753" fmla="*/ 5145761 w 6501199"/>
              <a:gd name="connsiteY753" fmla="*/ 3481030 h 6382977"/>
              <a:gd name="connsiteX754" fmla="*/ 5193107 w 6501199"/>
              <a:gd name="connsiteY754" fmla="*/ 3449637 h 6382977"/>
              <a:gd name="connsiteX755" fmla="*/ 4066026 w 6501199"/>
              <a:gd name="connsiteY755" fmla="*/ 3449434 h 6382977"/>
              <a:gd name="connsiteX756" fmla="*/ 4060131 w 6501199"/>
              <a:gd name="connsiteY756" fmla="*/ 3452269 h 6382977"/>
              <a:gd name="connsiteX757" fmla="*/ 4055450 w 6501199"/>
              <a:gd name="connsiteY757" fmla="*/ 3479630 h 6382977"/>
              <a:gd name="connsiteX758" fmla="*/ 4078493 w 6501199"/>
              <a:gd name="connsiteY758" fmla="*/ 3454429 h 6382977"/>
              <a:gd name="connsiteX759" fmla="*/ 4073812 w 6501199"/>
              <a:gd name="connsiteY759" fmla="*/ 3450109 h 6382977"/>
              <a:gd name="connsiteX760" fmla="*/ 4066026 w 6501199"/>
              <a:gd name="connsiteY760" fmla="*/ 3449434 h 6382977"/>
              <a:gd name="connsiteX761" fmla="*/ 5292556 w 6501199"/>
              <a:gd name="connsiteY761" fmla="*/ 3438525 h 6382977"/>
              <a:gd name="connsiteX762" fmla="*/ 5258539 w 6501199"/>
              <a:gd name="connsiteY762" fmla="*/ 3468357 h 6382977"/>
              <a:gd name="connsiteX763" fmla="*/ 5292556 w 6501199"/>
              <a:gd name="connsiteY763" fmla="*/ 3438525 h 6382977"/>
              <a:gd name="connsiteX764" fmla="*/ 4369674 w 6501199"/>
              <a:gd name="connsiteY764" fmla="*/ 3438464 h 6382977"/>
              <a:gd name="connsiteX765" fmla="*/ 4363208 w 6501199"/>
              <a:gd name="connsiteY765" fmla="*/ 3438725 h 6382977"/>
              <a:gd name="connsiteX766" fmla="*/ 4366928 w 6501199"/>
              <a:gd name="connsiteY766" fmla="*/ 3438768 h 6382977"/>
              <a:gd name="connsiteX767" fmla="*/ 4374084 w 6501199"/>
              <a:gd name="connsiteY767" fmla="*/ 3447589 h 6382977"/>
              <a:gd name="connsiteX768" fmla="*/ 4375838 w 6501199"/>
              <a:gd name="connsiteY768" fmla="*/ 3441541 h 6382977"/>
              <a:gd name="connsiteX769" fmla="*/ 4352276 w 6501199"/>
              <a:gd name="connsiteY769" fmla="*/ 3436255 h 6382977"/>
              <a:gd name="connsiteX770" fmla="*/ 4351401 w 6501199"/>
              <a:gd name="connsiteY770" fmla="*/ 3438588 h 6382977"/>
              <a:gd name="connsiteX771" fmla="*/ 4353529 w 6501199"/>
              <a:gd name="connsiteY771" fmla="*/ 3438613 h 6382977"/>
              <a:gd name="connsiteX772" fmla="*/ 4988317 w 6501199"/>
              <a:gd name="connsiteY772" fmla="*/ 3432175 h 6382977"/>
              <a:gd name="connsiteX773" fmla="*/ 4956772 w 6501199"/>
              <a:gd name="connsiteY773" fmla="*/ 3447900 h 6382977"/>
              <a:gd name="connsiteX774" fmla="*/ 4949961 w 6501199"/>
              <a:gd name="connsiteY774" fmla="*/ 3470416 h 6382977"/>
              <a:gd name="connsiteX775" fmla="*/ 4888663 w 6501199"/>
              <a:gd name="connsiteY775" fmla="*/ 3490787 h 6382977"/>
              <a:gd name="connsiteX776" fmla="*/ 4888663 w 6501199"/>
              <a:gd name="connsiteY776" fmla="*/ 3463983 h 6382977"/>
              <a:gd name="connsiteX777" fmla="*/ 4988317 w 6501199"/>
              <a:gd name="connsiteY777" fmla="*/ 3432175 h 6382977"/>
              <a:gd name="connsiteX778" fmla="*/ 4324573 w 6501199"/>
              <a:gd name="connsiteY778" fmla="*/ 3423091 h 6382977"/>
              <a:gd name="connsiteX779" fmla="*/ 4317198 w 6501199"/>
              <a:gd name="connsiteY779" fmla="*/ 3427068 h 6382977"/>
              <a:gd name="connsiteX780" fmla="*/ 4321878 w 6501199"/>
              <a:gd name="connsiteY780" fmla="*/ 3438588 h 6382977"/>
              <a:gd name="connsiteX781" fmla="*/ 4303516 w 6501199"/>
              <a:gd name="connsiteY781" fmla="*/ 3443268 h 6382977"/>
              <a:gd name="connsiteX782" fmla="*/ 4298836 w 6501199"/>
              <a:gd name="connsiteY782" fmla="*/ 3431748 h 6382977"/>
              <a:gd name="connsiteX783" fmla="*/ 4296675 w 6501199"/>
              <a:gd name="connsiteY783" fmla="*/ 3454429 h 6382977"/>
              <a:gd name="connsiteX784" fmla="*/ 4319358 w 6501199"/>
              <a:gd name="connsiteY784" fmla="*/ 3454429 h 6382977"/>
              <a:gd name="connsiteX785" fmla="*/ 4324573 w 6501199"/>
              <a:gd name="connsiteY785" fmla="*/ 3423091 h 6382977"/>
              <a:gd name="connsiteX786" fmla="*/ 4185064 w 6501199"/>
              <a:gd name="connsiteY786" fmla="*/ 3418067 h 6382977"/>
              <a:gd name="connsiteX787" fmla="*/ 4167062 w 6501199"/>
              <a:gd name="connsiteY787" fmla="*/ 3454429 h 6382977"/>
              <a:gd name="connsiteX788" fmla="*/ 4169222 w 6501199"/>
              <a:gd name="connsiteY788" fmla="*/ 3465950 h 6382977"/>
              <a:gd name="connsiteX789" fmla="*/ 4194425 w 6501199"/>
              <a:gd name="connsiteY789" fmla="*/ 3424908 h 6382977"/>
              <a:gd name="connsiteX790" fmla="*/ 4185064 w 6501199"/>
              <a:gd name="connsiteY790" fmla="*/ 3418067 h 6382977"/>
              <a:gd name="connsiteX791" fmla="*/ 4519539 w 6501199"/>
              <a:gd name="connsiteY791" fmla="*/ 3415907 h 6382977"/>
              <a:gd name="connsiteX792" fmla="*/ 4518731 w 6501199"/>
              <a:gd name="connsiteY792" fmla="*/ 3417383 h 6382977"/>
              <a:gd name="connsiteX793" fmla="*/ 4531243 w 6501199"/>
              <a:gd name="connsiteY793" fmla="*/ 3416426 h 6382977"/>
              <a:gd name="connsiteX794" fmla="*/ 4530973 w 6501199"/>
              <a:gd name="connsiteY794" fmla="*/ 3418406 h 6382977"/>
              <a:gd name="connsiteX795" fmla="*/ 4529869 w 6501199"/>
              <a:gd name="connsiteY795" fmla="*/ 3426499 h 6382977"/>
              <a:gd name="connsiteX796" fmla="*/ 4539071 w 6501199"/>
              <a:gd name="connsiteY796" fmla="*/ 3428373 h 6382977"/>
              <a:gd name="connsiteX797" fmla="*/ 4549062 w 6501199"/>
              <a:gd name="connsiteY797" fmla="*/ 3418067 h 6382977"/>
              <a:gd name="connsiteX798" fmla="*/ 4519539 w 6501199"/>
              <a:gd name="connsiteY798" fmla="*/ 3415907 h 6382977"/>
              <a:gd name="connsiteX799" fmla="*/ 518836 w 6501199"/>
              <a:gd name="connsiteY799" fmla="*/ 3413832 h 6382977"/>
              <a:gd name="connsiteX800" fmla="*/ 493634 w 6501199"/>
              <a:gd name="connsiteY800" fmla="*/ 3420671 h 6382977"/>
              <a:gd name="connsiteX801" fmla="*/ 511996 w 6501199"/>
              <a:gd name="connsiteY801" fmla="*/ 3425351 h 6382977"/>
              <a:gd name="connsiteX802" fmla="*/ 518836 w 6501199"/>
              <a:gd name="connsiteY802" fmla="*/ 3413832 h 6382977"/>
              <a:gd name="connsiteX803" fmla="*/ 5203774 w 6501199"/>
              <a:gd name="connsiteY803" fmla="*/ 3413125 h 6382977"/>
              <a:gd name="connsiteX804" fmla="*/ 5210567 w 6501199"/>
              <a:gd name="connsiteY804" fmla="*/ 3433661 h 6382977"/>
              <a:gd name="connsiteX805" fmla="*/ 5131550 w 6501199"/>
              <a:gd name="connsiteY805" fmla="*/ 3463564 h 6382977"/>
              <a:gd name="connsiteX806" fmla="*/ 5203774 w 6501199"/>
              <a:gd name="connsiteY806" fmla="*/ 3413125 h 6382977"/>
              <a:gd name="connsiteX807" fmla="*/ 5395854 w 6501199"/>
              <a:gd name="connsiteY807" fmla="*/ 3409228 h 6382977"/>
              <a:gd name="connsiteX808" fmla="*/ 5371154 w 6501199"/>
              <a:gd name="connsiteY808" fmla="*/ 3433411 h 6382977"/>
              <a:gd name="connsiteX809" fmla="*/ 5395854 w 6501199"/>
              <a:gd name="connsiteY809" fmla="*/ 3409228 h 6382977"/>
              <a:gd name="connsiteX810" fmla="*/ 5344314 w 6501199"/>
              <a:gd name="connsiteY810" fmla="*/ 3408962 h 6382977"/>
              <a:gd name="connsiteX811" fmla="*/ 5351860 w 6501199"/>
              <a:gd name="connsiteY811" fmla="*/ 3422910 h 6382977"/>
              <a:gd name="connsiteX812" fmla="*/ 5322932 w 6501199"/>
              <a:gd name="connsiteY812" fmla="*/ 3436577 h 6382977"/>
              <a:gd name="connsiteX813" fmla="*/ 5344314 w 6501199"/>
              <a:gd name="connsiteY813" fmla="*/ 3408962 h 6382977"/>
              <a:gd name="connsiteX814" fmla="*/ 4861312 w 6501199"/>
              <a:gd name="connsiteY814" fmla="*/ 3406775 h 6382977"/>
              <a:gd name="connsiteX815" fmla="*/ 4836275 w 6501199"/>
              <a:gd name="connsiteY815" fmla="*/ 3422786 h 6382977"/>
              <a:gd name="connsiteX816" fmla="*/ 4861312 w 6501199"/>
              <a:gd name="connsiteY816" fmla="*/ 3406775 h 6382977"/>
              <a:gd name="connsiteX817" fmla="*/ 4483175 w 6501199"/>
              <a:gd name="connsiteY817" fmla="*/ 3402227 h 6382977"/>
              <a:gd name="connsiteX818" fmla="*/ 4484244 w 6501199"/>
              <a:gd name="connsiteY818" fmla="*/ 3419643 h 6382977"/>
              <a:gd name="connsiteX819" fmla="*/ 4484233 w 6501199"/>
              <a:gd name="connsiteY819" fmla="*/ 3419718 h 6382977"/>
              <a:gd name="connsiteX820" fmla="*/ 4485344 w 6501199"/>
              <a:gd name="connsiteY820" fmla="*/ 3419936 h 6382977"/>
              <a:gd name="connsiteX821" fmla="*/ 4503021 w 6501199"/>
              <a:gd name="connsiteY821" fmla="*/ 3418584 h 6382977"/>
              <a:gd name="connsiteX822" fmla="*/ 4506217 w 6501199"/>
              <a:gd name="connsiteY822" fmla="*/ 3415907 h 6382977"/>
              <a:gd name="connsiteX823" fmla="*/ 4506217 w 6501199"/>
              <a:gd name="connsiteY823" fmla="*/ 3406547 h 6382977"/>
              <a:gd name="connsiteX824" fmla="*/ 4487855 w 6501199"/>
              <a:gd name="connsiteY824" fmla="*/ 3411227 h 6382977"/>
              <a:gd name="connsiteX825" fmla="*/ 4483175 w 6501199"/>
              <a:gd name="connsiteY825" fmla="*/ 3402227 h 6382977"/>
              <a:gd name="connsiteX826" fmla="*/ 5456641 w 6501199"/>
              <a:gd name="connsiteY826" fmla="*/ 3390900 h 6382977"/>
              <a:gd name="connsiteX827" fmla="*/ 5467742 w 6501199"/>
              <a:gd name="connsiteY827" fmla="*/ 3409243 h 6382977"/>
              <a:gd name="connsiteX828" fmla="*/ 5422623 w 6501199"/>
              <a:gd name="connsiteY828" fmla="*/ 3434059 h 6382977"/>
              <a:gd name="connsiteX829" fmla="*/ 5456641 w 6501199"/>
              <a:gd name="connsiteY829" fmla="*/ 3390900 h 6382977"/>
              <a:gd name="connsiteX830" fmla="*/ 5155701 w 6501199"/>
              <a:gd name="connsiteY830" fmla="*/ 3387620 h 6382977"/>
              <a:gd name="connsiteX831" fmla="*/ 5166799 w 6501199"/>
              <a:gd name="connsiteY831" fmla="*/ 3388078 h 6382977"/>
              <a:gd name="connsiteX832" fmla="*/ 5117263 w 6501199"/>
              <a:gd name="connsiteY832" fmla="*/ 3419122 h 6382977"/>
              <a:gd name="connsiteX833" fmla="*/ 5155701 w 6501199"/>
              <a:gd name="connsiteY833" fmla="*/ 3387620 h 6382977"/>
              <a:gd name="connsiteX834" fmla="*/ 4553743 w 6501199"/>
              <a:gd name="connsiteY834" fmla="*/ 3386386 h 6382977"/>
              <a:gd name="connsiteX835" fmla="*/ 4576425 w 6501199"/>
              <a:gd name="connsiteY835" fmla="*/ 3411227 h 6382977"/>
              <a:gd name="connsiteX836" fmla="*/ 4553743 w 6501199"/>
              <a:gd name="connsiteY836" fmla="*/ 3386386 h 6382977"/>
              <a:gd name="connsiteX837" fmla="*/ 4836335 w 6501199"/>
              <a:gd name="connsiteY837" fmla="*/ 3386137 h 6382977"/>
              <a:gd name="connsiteX838" fmla="*/ 4763250 w 6501199"/>
              <a:gd name="connsiteY838" fmla="*/ 3404078 h 6382977"/>
              <a:gd name="connsiteX839" fmla="*/ 4781340 w 6501199"/>
              <a:gd name="connsiteY839" fmla="*/ 3397260 h 6382977"/>
              <a:gd name="connsiteX840" fmla="*/ 4795089 w 6501199"/>
              <a:gd name="connsiteY840" fmla="*/ 3410895 h 6382977"/>
              <a:gd name="connsiteX841" fmla="*/ 4836335 w 6501199"/>
              <a:gd name="connsiteY841" fmla="*/ 3386137 h 6382977"/>
              <a:gd name="connsiteX842" fmla="*/ 5475584 w 6501199"/>
              <a:gd name="connsiteY842" fmla="*/ 3385887 h 6382977"/>
              <a:gd name="connsiteX843" fmla="*/ 5476023 w 6501199"/>
              <a:gd name="connsiteY843" fmla="*/ 3385908 h 6382977"/>
              <a:gd name="connsiteX844" fmla="*/ 5473407 w 6501199"/>
              <a:gd name="connsiteY844" fmla="*/ 3394764 h 6382977"/>
              <a:gd name="connsiteX845" fmla="*/ 5475584 w 6501199"/>
              <a:gd name="connsiteY845" fmla="*/ 3385887 h 6382977"/>
              <a:gd name="connsiteX846" fmla="*/ 5089913 w 6501199"/>
              <a:gd name="connsiteY846" fmla="*/ 3357562 h 6382977"/>
              <a:gd name="connsiteX847" fmla="*/ 5060208 w 6501199"/>
              <a:gd name="connsiteY847" fmla="*/ 3409657 h 6382977"/>
              <a:gd name="connsiteX848" fmla="*/ 4984861 w 6501199"/>
              <a:gd name="connsiteY848" fmla="*/ 3411813 h 6382977"/>
              <a:gd name="connsiteX849" fmla="*/ 4982325 w 6501199"/>
              <a:gd name="connsiteY849" fmla="*/ 3398160 h 6382977"/>
              <a:gd name="connsiteX850" fmla="*/ 5089913 w 6501199"/>
              <a:gd name="connsiteY850" fmla="*/ 3357562 h 6382977"/>
              <a:gd name="connsiteX851" fmla="*/ 5320102 w 6501199"/>
              <a:gd name="connsiteY851" fmla="*/ 3352800 h 6382977"/>
              <a:gd name="connsiteX852" fmla="*/ 5228888 w 6501199"/>
              <a:gd name="connsiteY852" fmla="*/ 3420702 h 6382977"/>
              <a:gd name="connsiteX853" fmla="*/ 5222038 w 6501199"/>
              <a:gd name="connsiteY853" fmla="*/ 3404894 h 6382977"/>
              <a:gd name="connsiteX854" fmla="*/ 5320102 w 6501199"/>
              <a:gd name="connsiteY854" fmla="*/ 3352800 h 6382977"/>
              <a:gd name="connsiteX855" fmla="*/ 4166262 w 6501199"/>
              <a:gd name="connsiteY855" fmla="*/ 3350709 h 6382977"/>
              <a:gd name="connsiteX856" fmla="*/ 4156354 w 6501199"/>
              <a:gd name="connsiteY856" fmla="*/ 3351203 h 6382977"/>
              <a:gd name="connsiteX857" fmla="*/ 4148557 w 6501199"/>
              <a:gd name="connsiteY857" fmla="*/ 3357644 h 6382977"/>
              <a:gd name="connsiteX858" fmla="*/ 4137688 w 6501199"/>
              <a:gd name="connsiteY858" fmla="*/ 3357295 h 6382977"/>
              <a:gd name="connsiteX859" fmla="*/ 4134132 w 6501199"/>
              <a:gd name="connsiteY859" fmla="*/ 3352311 h 6382977"/>
              <a:gd name="connsiteX860" fmla="*/ 4111866 w 6501199"/>
              <a:gd name="connsiteY860" fmla="*/ 3353420 h 6382977"/>
              <a:gd name="connsiteX861" fmla="*/ 4110311 w 6501199"/>
              <a:gd name="connsiteY861" fmla="*/ 3357157 h 6382977"/>
              <a:gd name="connsiteX862" fmla="*/ 4103335 w 6501199"/>
              <a:gd name="connsiteY862" fmla="*/ 3377025 h 6382977"/>
              <a:gd name="connsiteX863" fmla="*/ 4130698 w 6501199"/>
              <a:gd name="connsiteY863" fmla="*/ 3379545 h 6382977"/>
              <a:gd name="connsiteX864" fmla="*/ 4137539 w 6501199"/>
              <a:gd name="connsiteY864" fmla="*/ 3363705 h 6382977"/>
              <a:gd name="connsiteX865" fmla="*/ 4154730 w 6501199"/>
              <a:gd name="connsiteY865" fmla="*/ 3370281 h 6382977"/>
              <a:gd name="connsiteX866" fmla="*/ 4172256 w 6501199"/>
              <a:gd name="connsiteY866" fmla="*/ 3368851 h 6382977"/>
              <a:gd name="connsiteX867" fmla="*/ 4171616 w 6501199"/>
              <a:gd name="connsiteY867" fmla="*/ 3364317 h 6382977"/>
              <a:gd name="connsiteX868" fmla="*/ 4170174 w 6501199"/>
              <a:gd name="connsiteY868" fmla="*/ 3354931 h 6382977"/>
              <a:gd name="connsiteX869" fmla="*/ 4165217 w 6501199"/>
              <a:gd name="connsiteY869" fmla="*/ 3354532 h 6382977"/>
              <a:gd name="connsiteX870" fmla="*/ 5542350 w 6501199"/>
              <a:gd name="connsiteY870" fmla="*/ 3350022 h 6382977"/>
              <a:gd name="connsiteX871" fmla="*/ 5495048 w 6501199"/>
              <a:gd name="connsiteY871" fmla="*/ 3386824 h 6382977"/>
              <a:gd name="connsiteX872" fmla="*/ 5476023 w 6501199"/>
              <a:gd name="connsiteY872" fmla="*/ 3385908 h 6382977"/>
              <a:gd name="connsiteX873" fmla="*/ 5477699 w 6501199"/>
              <a:gd name="connsiteY873" fmla="*/ 3380233 h 6382977"/>
              <a:gd name="connsiteX874" fmla="*/ 5542350 w 6501199"/>
              <a:gd name="connsiteY874" fmla="*/ 3350022 h 6382977"/>
              <a:gd name="connsiteX875" fmla="*/ 5220150 w 6501199"/>
              <a:gd name="connsiteY875" fmla="*/ 3349625 h 6382977"/>
              <a:gd name="connsiteX876" fmla="*/ 5229136 w 6501199"/>
              <a:gd name="connsiteY876" fmla="*/ 3351773 h 6382977"/>
              <a:gd name="connsiteX877" fmla="*/ 5235966 w 6501199"/>
              <a:gd name="connsiteY877" fmla="*/ 3353920 h 6382977"/>
              <a:gd name="connsiteX878" fmla="*/ 5186004 w 6501199"/>
              <a:gd name="connsiteY878" fmla="*/ 3381125 h 6382977"/>
              <a:gd name="connsiteX879" fmla="*/ 5220150 w 6501199"/>
              <a:gd name="connsiteY879" fmla="*/ 3349625 h 6382977"/>
              <a:gd name="connsiteX880" fmla="*/ 486793 w 6501199"/>
              <a:gd name="connsiteY880" fmla="*/ 3347962 h 6382977"/>
              <a:gd name="connsiteX881" fmla="*/ 475632 w 6501199"/>
              <a:gd name="connsiteY881" fmla="*/ 3361640 h 6382977"/>
              <a:gd name="connsiteX882" fmla="*/ 486793 w 6501199"/>
              <a:gd name="connsiteY882" fmla="*/ 3386836 h 6382977"/>
              <a:gd name="connsiteX883" fmla="*/ 546199 w 6501199"/>
              <a:gd name="connsiteY883" fmla="*/ 3402674 h 6382977"/>
              <a:gd name="connsiteX884" fmla="*/ 562041 w 6501199"/>
              <a:gd name="connsiteY884" fmla="*/ 3382157 h 6382977"/>
              <a:gd name="connsiteX885" fmla="*/ 507315 w 6501199"/>
              <a:gd name="connsiteY885" fmla="*/ 3370639 h 6382977"/>
              <a:gd name="connsiteX886" fmla="*/ 486793 w 6501199"/>
              <a:gd name="connsiteY886" fmla="*/ 3347962 h 6382977"/>
              <a:gd name="connsiteX887" fmla="*/ 4034470 w 6501199"/>
              <a:gd name="connsiteY887" fmla="*/ 3347780 h 6382977"/>
              <a:gd name="connsiteX888" fmla="*/ 4034073 w 6501199"/>
              <a:gd name="connsiteY888" fmla="*/ 3349889 h 6382977"/>
              <a:gd name="connsiteX889" fmla="*/ 4028087 w 6501199"/>
              <a:gd name="connsiteY889" fmla="*/ 3381706 h 6382977"/>
              <a:gd name="connsiteX890" fmla="*/ 4055450 w 6501199"/>
              <a:gd name="connsiteY890" fmla="*/ 3383866 h 6382977"/>
              <a:gd name="connsiteX891" fmla="*/ 4069132 w 6501199"/>
              <a:gd name="connsiteY891" fmla="*/ 3356864 h 6382977"/>
              <a:gd name="connsiteX892" fmla="*/ 4069132 w 6501199"/>
              <a:gd name="connsiteY892" fmla="*/ 3379545 h 6382977"/>
              <a:gd name="connsiteX893" fmla="*/ 4103335 w 6501199"/>
              <a:gd name="connsiteY893" fmla="*/ 3361185 h 6382977"/>
              <a:gd name="connsiteX894" fmla="*/ 4096686 w 6501199"/>
              <a:gd name="connsiteY894" fmla="*/ 3356105 h 6382977"/>
              <a:gd name="connsiteX895" fmla="*/ 4095682 w 6501199"/>
              <a:gd name="connsiteY895" fmla="*/ 3354037 h 6382977"/>
              <a:gd name="connsiteX896" fmla="*/ 3947979 w 6501199"/>
              <a:gd name="connsiteY896" fmla="*/ 3339194 h 6382977"/>
              <a:gd name="connsiteX897" fmla="*/ 3953200 w 6501199"/>
              <a:gd name="connsiteY897" fmla="*/ 3370185 h 6382977"/>
              <a:gd name="connsiteX898" fmla="*/ 3971202 w 6501199"/>
              <a:gd name="connsiteY898" fmla="*/ 3365865 h 6382977"/>
              <a:gd name="connsiteX899" fmla="*/ 3962201 w 6501199"/>
              <a:gd name="connsiteY899" fmla="*/ 3386386 h 6382977"/>
              <a:gd name="connsiteX900" fmla="*/ 3994244 w 6501199"/>
              <a:gd name="connsiteY900" fmla="*/ 3361185 h 6382977"/>
              <a:gd name="connsiteX901" fmla="*/ 3978402 w 6501199"/>
              <a:gd name="connsiteY901" fmla="*/ 3393226 h 6382977"/>
              <a:gd name="connsiteX902" fmla="*/ 4020071 w 6501199"/>
              <a:gd name="connsiteY902" fmla="*/ 3355357 h 6382977"/>
              <a:gd name="connsiteX903" fmla="*/ 4031729 w 6501199"/>
              <a:gd name="connsiteY903" fmla="*/ 3347500 h 6382977"/>
              <a:gd name="connsiteX904" fmla="*/ 4030294 w 6501199"/>
              <a:gd name="connsiteY904" fmla="*/ 3347353 h 6382977"/>
              <a:gd name="connsiteX905" fmla="*/ 3998480 w 6501199"/>
              <a:gd name="connsiteY905" fmla="*/ 3343334 h 6382977"/>
              <a:gd name="connsiteX906" fmla="*/ 3997101 w 6501199"/>
              <a:gd name="connsiteY906" fmla="*/ 3344505 h 6382977"/>
              <a:gd name="connsiteX907" fmla="*/ 3996352 w 6501199"/>
              <a:gd name="connsiteY907" fmla="*/ 3343065 h 6382977"/>
              <a:gd name="connsiteX908" fmla="*/ 3966224 w 6501199"/>
              <a:gd name="connsiteY908" fmla="*/ 3339259 h 6382977"/>
              <a:gd name="connsiteX909" fmla="*/ 3926085 w 6501199"/>
              <a:gd name="connsiteY909" fmla="*/ 3339117 h 6382977"/>
              <a:gd name="connsiteX910" fmla="*/ 3927277 w 6501199"/>
              <a:gd name="connsiteY910" fmla="*/ 3352454 h 6382977"/>
              <a:gd name="connsiteX911" fmla="*/ 3937358 w 6501199"/>
              <a:gd name="connsiteY911" fmla="*/ 3363705 h 6382977"/>
              <a:gd name="connsiteX912" fmla="*/ 3941678 w 6501199"/>
              <a:gd name="connsiteY912" fmla="*/ 3340664 h 6382977"/>
              <a:gd name="connsiteX913" fmla="*/ 3936137 w 6501199"/>
              <a:gd name="connsiteY913" fmla="*/ 3339152 h 6382977"/>
              <a:gd name="connsiteX914" fmla="*/ 3916700 w 6501199"/>
              <a:gd name="connsiteY914" fmla="*/ 3339083 h 6382977"/>
              <a:gd name="connsiteX915" fmla="*/ 3913776 w 6501199"/>
              <a:gd name="connsiteY915" fmla="*/ 3351554 h 6382977"/>
              <a:gd name="connsiteX916" fmla="*/ 3905315 w 6501199"/>
              <a:gd name="connsiteY916" fmla="*/ 3354344 h 6382977"/>
              <a:gd name="connsiteX917" fmla="*/ 3909995 w 6501199"/>
              <a:gd name="connsiteY917" fmla="*/ 3345344 h 6382977"/>
              <a:gd name="connsiteX918" fmla="*/ 3900243 w 6501199"/>
              <a:gd name="connsiteY918" fmla="*/ 3342445 h 6382977"/>
              <a:gd name="connsiteX919" fmla="*/ 3896854 w 6501199"/>
              <a:gd name="connsiteY919" fmla="*/ 3339701 h 6382977"/>
              <a:gd name="connsiteX920" fmla="*/ 3891531 w 6501199"/>
              <a:gd name="connsiteY920" fmla="*/ 3340497 h 6382977"/>
              <a:gd name="connsiteX921" fmla="*/ 3889473 w 6501199"/>
              <a:gd name="connsiteY921" fmla="*/ 3343184 h 6382977"/>
              <a:gd name="connsiteX922" fmla="*/ 3891633 w 6501199"/>
              <a:gd name="connsiteY922" fmla="*/ 3359024 h 6382977"/>
              <a:gd name="connsiteX923" fmla="*/ 3918996 w 6501199"/>
              <a:gd name="connsiteY923" fmla="*/ 3365865 h 6382977"/>
              <a:gd name="connsiteX924" fmla="*/ 3923047 w 6501199"/>
              <a:gd name="connsiteY924" fmla="*/ 3352184 h 6382977"/>
              <a:gd name="connsiteX925" fmla="*/ 3917100 w 6501199"/>
              <a:gd name="connsiteY925" fmla="*/ 3339085 h 6382977"/>
              <a:gd name="connsiteX926" fmla="*/ 5460913 w 6501199"/>
              <a:gd name="connsiteY926" fmla="*/ 3328987 h 6382977"/>
              <a:gd name="connsiteX927" fmla="*/ 5478854 w 6501199"/>
              <a:gd name="connsiteY927" fmla="*/ 3360898 h 6382977"/>
              <a:gd name="connsiteX928" fmla="*/ 5460913 w 6501199"/>
              <a:gd name="connsiteY928" fmla="*/ 3383744 h 6382977"/>
              <a:gd name="connsiteX929" fmla="*/ 5435796 w 6501199"/>
              <a:gd name="connsiteY929" fmla="*/ 3363437 h 6382977"/>
              <a:gd name="connsiteX930" fmla="*/ 5374438 w 6501199"/>
              <a:gd name="connsiteY930" fmla="*/ 3390634 h 6382977"/>
              <a:gd name="connsiteX931" fmla="*/ 5460913 w 6501199"/>
              <a:gd name="connsiteY931" fmla="*/ 3328987 h 6382977"/>
              <a:gd name="connsiteX932" fmla="*/ 4539656 w 6501199"/>
              <a:gd name="connsiteY932" fmla="*/ 3328918 h 6382977"/>
              <a:gd name="connsiteX933" fmla="*/ 4533221 w 6501199"/>
              <a:gd name="connsiteY933" fmla="*/ 3345344 h 6382977"/>
              <a:gd name="connsiteX934" fmla="*/ 4558423 w 6501199"/>
              <a:gd name="connsiteY934" fmla="*/ 3354344 h 6382977"/>
              <a:gd name="connsiteX935" fmla="*/ 4563103 w 6501199"/>
              <a:gd name="connsiteY935" fmla="*/ 3329503 h 6382977"/>
              <a:gd name="connsiteX936" fmla="*/ 4539656 w 6501199"/>
              <a:gd name="connsiteY936" fmla="*/ 3328918 h 6382977"/>
              <a:gd name="connsiteX937" fmla="*/ 4766807 w 6501199"/>
              <a:gd name="connsiteY937" fmla="*/ 3327850 h 6382977"/>
              <a:gd name="connsiteX938" fmla="*/ 4778759 w 6501199"/>
              <a:gd name="connsiteY938" fmla="*/ 3329296 h 6382977"/>
              <a:gd name="connsiteX939" fmla="*/ 4778759 w 6501199"/>
              <a:gd name="connsiteY939" fmla="*/ 3338058 h 6382977"/>
              <a:gd name="connsiteX940" fmla="*/ 4760075 w 6501199"/>
              <a:gd name="connsiteY940" fmla="*/ 3342615 h 6382977"/>
              <a:gd name="connsiteX941" fmla="*/ 4760075 w 6501199"/>
              <a:gd name="connsiteY941" fmla="*/ 3331399 h 6382977"/>
              <a:gd name="connsiteX942" fmla="*/ 4766807 w 6501199"/>
              <a:gd name="connsiteY942" fmla="*/ 3327850 h 6382977"/>
              <a:gd name="connsiteX943" fmla="*/ 4637991 w 6501199"/>
              <a:gd name="connsiteY943" fmla="*/ 3324823 h 6382977"/>
              <a:gd name="connsiteX944" fmla="*/ 4642672 w 6501199"/>
              <a:gd name="connsiteY944" fmla="*/ 3345344 h 6382977"/>
              <a:gd name="connsiteX945" fmla="*/ 4663194 w 6501199"/>
              <a:gd name="connsiteY945" fmla="*/ 3331663 h 6382977"/>
              <a:gd name="connsiteX946" fmla="*/ 4642672 w 6501199"/>
              <a:gd name="connsiteY946" fmla="*/ 3329503 h 6382977"/>
              <a:gd name="connsiteX947" fmla="*/ 4637991 w 6501199"/>
              <a:gd name="connsiteY947" fmla="*/ 3324823 h 6382977"/>
              <a:gd name="connsiteX948" fmla="*/ 5524897 w 6501199"/>
              <a:gd name="connsiteY948" fmla="*/ 3324817 h 6382977"/>
              <a:gd name="connsiteX949" fmla="*/ 5493500 w 6501199"/>
              <a:gd name="connsiteY949" fmla="*/ 3350256 h 6382977"/>
              <a:gd name="connsiteX950" fmla="*/ 5524897 w 6501199"/>
              <a:gd name="connsiteY950" fmla="*/ 3324817 h 6382977"/>
              <a:gd name="connsiteX951" fmla="*/ 4484076 w 6501199"/>
              <a:gd name="connsiteY951" fmla="*/ 3316633 h 6382977"/>
              <a:gd name="connsiteX952" fmla="*/ 4474174 w 6501199"/>
              <a:gd name="connsiteY952" fmla="*/ 3329503 h 6382977"/>
              <a:gd name="connsiteX953" fmla="*/ 4494696 w 6501199"/>
              <a:gd name="connsiteY953" fmla="*/ 3333823 h 6382977"/>
              <a:gd name="connsiteX954" fmla="*/ 4476335 w 6501199"/>
              <a:gd name="connsiteY954" fmla="*/ 3345344 h 6382977"/>
              <a:gd name="connsiteX955" fmla="*/ 4446811 w 6501199"/>
              <a:gd name="connsiteY955" fmla="*/ 3340664 h 6382977"/>
              <a:gd name="connsiteX956" fmla="*/ 4433130 w 6501199"/>
              <a:gd name="connsiteY956" fmla="*/ 3352184 h 6382977"/>
              <a:gd name="connsiteX957" fmla="*/ 4444651 w 6501199"/>
              <a:gd name="connsiteY957" fmla="*/ 3377025 h 6382977"/>
              <a:gd name="connsiteX958" fmla="*/ 4453652 w 6501199"/>
              <a:gd name="connsiteY958" fmla="*/ 3361185 h 6382977"/>
              <a:gd name="connsiteX959" fmla="*/ 4481015 w 6501199"/>
              <a:gd name="connsiteY959" fmla="*/ 3374865 h 6382977"/>
              <a:gd name="connsiteX960" fmla="*/ 4506217 w 6501199"/>
              <a:gd name="connsiteY960" fmla="*/ 3374865 h 6382977"/>
              <a:gd name="connsiteX961" fmla="*/ 4515219 w 6501199"/>
              <a:gd name="connsiteY961" fmla="*/ 3336343 h 6382977"/>
              <a:gd name="connsiteX962" fmla="*/ 4499377 w 6501199"/>
              <a:gd name="connsiteY962" fmla="*/ 3322663 h 6382977"/>
              <a:gd name="connsiteX963" fmla="*/ 4484076 w 6501199"/>
              <a:gd name="connsiteY963" fmla="*/ 3316633 h 6382977"/>
              <a:gd name="connsiteX964" fmla="*/ 5384073 w 6501199"/>
              <a:gd name="connsiteY964" fmla="*/ 3312512 h 6382977"/>
              <a:gd name="connsiteX965" fmla="*/ 5399479 w 6501199"/>
              <a:gd name="connsiteY965" fmla="*/ 3319639 h 6382977"/>
              <a:gd name="connsiteX966" fmla="*/ 5351674 w 6501199"/>
              <a:gd name="connsiteY966" fmla="*/ 3339747 h 6382977"/>
              <a:gd name="connsiteX967" fmla="*/ 5384073 w 6501199"/>
              <a:gd name="connsiteY967" fmla="*/ 3312512 h 6382977"/>
              <a:gd name="connsiteX968" fmla="*/ 4774918 w 6501199"/>
              <a:gd name="connsiteY968" fmla="*/ 3307453 h 6382977"/>
              <a:gd name="connsiteX969" fmla="*/ 4785116 w 6501199"/>
              <a:gd name="connsiteY969" fmla="*/ 3318164 h 6382977"/>
              <a:gd name="connsiteX970" fmla="*/ 4733088 w 6501199"/>
              <a:gd name="connsiteY970" fmla="*/ 3327137 h 6382977"/>
              <a:gd name="connsiteX971" fmla="*/ 4774918 w 6501199"/>
              <a:gd name="connsiteY971" fmla="*/ 3307453 h 6382977"/>
              <a:gd name="connsiteX972" fmla="*/ 4264743 w 6501199"/>
              <a:gd name="connsiteY972" fmla="*/ 3304985 h 6382977"/>
              <a:gd name="connsiteX973" fmla="*/ 4259667 w 6501199"/>
              <a:gd name="connsiteY973" fmla="*/ 3309839 h 6382977"/>
              <a:gd name="connsiteX974" fmla="*/ 4269313 w 6501199"/>
              <a:gd name="connsiteY974" fmla="*/ 3311142 h 6382977"/>
              <a:gd name="connsiteX975" fmla="*/ 4263919 w 6501199"/>
              <a:gd name="connsiteY975" fmla="*/ 3322722 h 6382977"/>
              <a:gd name="connsiteX976" fmla="*/ 4272298 w 6501199"/>
              <a:gd name="connsiteY976" fmla="*/ 3323245 h 6382977"/>
              <a:gd name="connsiteX977" fmla="*/ 4272690 w 6501199"/>
              <a:gd name="connsiteY977" fmla="*/ 3323375 h 6382977"/>
              <a:gd name="connsiteX978" fmla="*/ 4273099 w 6501199"/>
              <a:gd name="connsiteY978" fmla="*/ 3321279 h 6382977"/>
              <a:gd name="connsiteX979" fmla="*/ 4278674 w 6501199"/>
              <a:gd name="connsiteY979" fmla="*/ 3311142 h 6382977"/>
              <a:gd name="connsiteX980" fmla="*/ 4271113 w 6501199"/>
              <a:gd name="connsiteY980" fmla="*/ 3305967 h 6382977"/>
              <a:gd name="connsiteX981" fmla="*/ 5497747 w 6501199"/>
              <a:gd name="connsiteY981" fmla="*/ 3302625 h 6382977"/>
              <a:gd name="connsiteX982" fmla="*/ 5509231 w 6501199"/>
              <a:gd name="connsiteY982" fmla="*/ 3323415 h 6382977"/>
              <a:gd name="connsiteX983" fmla="*/ 5487150 w 6501199"/>
              <a:gd name="connsiteY983" fmla="*/ 3307307 h 6382977"/>
              <a:gd name="connsiteX984" fmla="*/ 5497747 w 6501199"/>
              <a:gd name="connsiteY984" fmla="*/ 3302625 h 6382977"/>
              <a:gd name="connsiteX985" fmla="*/ 4239375 w 6501199"/>
              <a:gd name="connsiteY985" fmla="*/ 3300412 h 6382977"/>
              <a:gd name="connsiteX986" fmla="*/ 4244905 w 6501199"/>
              <a:gd name="connsiteY986" fmla="*/ 3301926 h 6382977"/>
              <a:gd name="connsiteX987" fmla="*/ 4246873 w 6501199"/>
              <a:gd name="connsiteY987" fmla="*/ 3302465 h 6382977"/>
              <a:gd name="connsiteX988" fmla="*/ 4635831 w 6501199"/>
              <a:gd name="connsiteY988" fmla="*/ 3288461 h 6382977"/>
              <a:gd name="connsiteX989" fmla="*/ 4596947 w 6501199"/>
              <a:gd name="connsiteY989" fmla="*/ 3324823 h 6382977"/>
              <a:gd name="connsiteX990" fmla="*/ 4610629 w 6501199"/>
              <a:gd name="connsiteY990" fmla="*/ 3338504 h 6382977"/>
              <a:gd name="connsiteX991" fmla="*/ 4635831 w 6501199"/>
              <a:gd name="connsiteY991" fmla="*/ 3288461 h 6382977"/>
              <a:gd name="connsiteX992" fmla="*/ 4459654 w 6501199"/>
              <a:gd name="connsiteY992" fmla="*/ 3286717 h 6382977"/>
              <a:gd name="connsiteX993" fmla="*/ 4448971 w 6501199"/>
              <a:gd name="connsiteY993" fmla="*/ 3299982 h 6382977"/>
              <a:gd name="connsiteX994" fmla="*/ 4439971 w 6501199"/>
              <a:gd name="connsiteY994" fmla="*/ 3295301 h 6382977"/>
              <a:gd name="connsiteX995" fmla="*/ 4448971 w 6501199"/>
              <a:gd name="connsiteY995" fmla="*/ 3315822 h 6382977"/>
              <a:gd name="connsiteX996" fmla="*/ 4460493 w 6501199"/>
              <a:gd name="connsiteY996" fmla="*/ 3313302 h 6382977"/>
              <a:gd name="connsiteX997" fmla="*/ 4467333 w 6501199"/>
              <a:gd name="connsiteY997" fmla="*/ 3288461 h 6382977"/>
              <a:gd name="connsiteX998" fmla="*/ 4459654 w 6501199"/>
              <a:gd name="connsiteY998" fmla="*/ 3286717 h 6382977"/>
              <a:gd name="connsiteX999" fmla="*/ 4474174 w 6501199"/>
              <a:gd name="connsiteY999" fmla="*/ 3286301 h 6382977"/>
              <a:gd name="connsiteX1000" fmla="*/ 4478855 w 6501199"/>
              <a:gd name="connsiteY1000" fmla="*/ 3313302 h 6382977"/>
              <a:gd name="connsiteX1001" fmla="*/ 4485020 w 6501199"/>
              <a:gd name="connsiteY1001" fmla="*/ 3298181 h 6382977"/>
              <a:gd name="connsiteX1002" fmla="*/ 4477860 w 6501199"/>
              <a:gd name="connsiteY1002" fmla="*/ 3290339 h 6382977"/>
              <a:gd name="connsiteX1003" fmla="*/ 4474325 w 6501199"/>
              <a:gd name="connsiteY1003" fmla="*/ 3290660 h 6382977"/>
              <a:gd name="connsiteX1004" fmla="*/ 4476610 w 6501199"/>
              <a:gd name="connsiteY1004" fmla="*/ 3288969 h 6382977"/>
              <a:gd name="connsiteX1005" fmla="*/ 4963307 w 6501199"/>
              <a:gd name="connsiteY1005" fmla="*/ 3284590 h 6382977"/>
              <a:gd name="connsiteX1006" fmla="*/ 4970253 w 6501199"/>
              <a:gd name="connsiteY1006" fmla="*/ 3286124 h 6382977"/>
              <a:gd name="connsiteX1007" fmla="*/ 4944787 w 6501199"/>
              <a:gd name="connsiteY1007" fmla="*/ 3300045 h 6382977"/>
              <a:gd name="connsiteX1008" fmla="*/ 4963307 w 6501199"/>
              <a:gd name="connsiteY1008" fmla="*/ 3284590 h 6382977"/>
              <a:gd name="connsiteX1009" fmla="*/ 4523497 w 6501199"/>
              <a:gd name="connsiteY1009" fmla="*/ 3281828 h 6382977"/>
              <a:gd name="connsiteX1010" fmla="*/ 4508378 w 6501199"/>
              <a:gd name="connsiteY1010" fmla="*/ 3295301 h 6382977"/>
              <a:gd name="connsiteX1011" fmla="*/ 4529665 w 6501199"/>
              <a:gd name="connsiteY1011" fmla="*/ 3291251 h 6382977"/>
              <a:gd name="connsiteX1012" fmla="*/ 4535529 w 6501199"/>
              <a:gd name="connsiteY1012" fmla="*/ 3284754 h 6382977"/>
              <a:gd name="connsiteX1013" fmla="*/ 4542581 w 6501199"/>
              <a:gd name="connsiteY1013" fmla="*/ 3276941 h 6382977"/>
              <a:gd name="connsiteX1014" fmla="*/ 4538738 w 6501199"/>
              <a:gd name="connsiteY1014" fmla="*/ 3277663 h 6382977"/>
              <a:gd name="connsiteX1015" fmla="*/ 4539719 w 6501199"/>
              <a:gd name="connsiteY1015" fmla="*/ 3280112 h 6382977"/>
              <a:gd name="connsiteX1016" fmla="*/ 4506768 w 6501199"/>
              <a:gd name="connsiteY1016" fmla="*/ 3267169 h 6382977"/>
              <a:gd name="connsiteX1017" fmla="*/ 4506217 w 6501199"/>
              <a:gd name="connsiteY1017" fmla="*/ 3270100 h 6382977"/>
              <a:gd name="connsiteX1018" fmla="*/ 4510990 w 6501199"/>
              <a:gd name="connsiteY1018" fmla="*/ 3268465 h 6382977"/>
              <a:gd name="connsiteX1019" fmla="*/ 4510690 w 6501199"/>
              <a:gd name="connsiteY1019" fmla="*/ 3267986 h 6382977"/>
              <a:gd name="connsiteX1020" fmla="*/ 4598938 w 6501199"/>
              <a:gd name="connsiteY1020" fmla="*/ 3265718 h 6382977"/>
              <a:gd name="connsiteX1021" fmla="*/ 4572105 w 6501199"/>
              <a:gd name="connsiteY1021" fmla="*/ 3274780 h 6382977"/>
              <a:gd name="connsiteX1022" fmla="*/ 4572105 w 6501199"/>
              <a:gd name="connsiteY1022" fmla="*/ 3290621 h 6382977"/>
              <a:gd name="connsiteX1023" fmla="*/ 4606308 w 6501199"/>
              <a:gd name="connsiteY1023" fmla="*/ 3270100 h 6382977"/>
              <a:gd name="connsiteX1024" fmla="*/ 4598938 w 6501199"/>
              <a:gd name="connsiteY1024" fmla="*/ 3265718 h 6382977"/>
              <a:gd name="connsiteX1025" fmla="*/ 4572105 w 6501199"/>
              <a:gd name="connsiteY1025" fmla="*/ 3258940 h 6382977"/>
              <a:gd name="connsiteX1026" fmla="*/ 4571947 w 6501199"/>
              <a:gd name="connsiteY1026" fmla="*/ 3259446 h 6382977"/>
              <a:gd name="connsiteX1027" fmla="*/ 4563103 w 6501199"/>
              <a:gd name="connsiteY1027" fmla="*/ 3261100 h 6382977"/>
              <a:gd name="connsiteX1028" fmla="*/ 4572105 w 6501199"/>
              <a:gd name="connsiteY1028" fmla="*/ 3258940 h 6382977"/>
              <a:gd name="connsiteX1029" fmla="*/ 4388005 w 6501199"/>
              <a:gd name="connsiteY1029" fmla="*/ 3252562 h 6382977"/>
              <a:gd name="connsiteX1030" fmla="*/ 4319604 w 6501199"/>
              <a:gd name="connsiteY1030" fmla="*/ 3270563 h 6382977"/>
              <a:gd name="connsiteX1031" fmla="*/ 4290084 w 6501199"/>
              <a:gd name="connsiteY1031" fmla="*/ 3273083 h 6382977"/>
              <a:gd name="connsiteX1032" fmla="*/ 4269563 w 6501199"/>
              <a:gd name="connsiteY1032" fmla="*/ 3254722 h 6382977"/>
              <a:gd name="connsiteX1033" fmla="*/ 4240043 w 6501199"/>
              <a:gd name="connsiteY1033" fmla="*/ 3293605 h 6382977"/>
              <a:gd name="connsiteX1034" fmla="*/ 4222043 w 6501199"/>
              <a:gd name="connsiteY1034" fmla="*/ 3277404 h 6382977"/>
              <a:gd name="connsiteX1035" fmla="*/ 4235723 w 6501199"/>
              <a:gd name="connsiteY1035" fmla="*/ 3261563 h 6382977"/>
              <a:gd name="connsiteX1036" fmla="*/ 4195223 w 6501199"/>
              <a:gd name="connsiteY1036" fmla="*/ 3268549 h 6382977"/>
              <a:gd name="connsiteX1037" fmla="*/ 4189006 w 6501199"/>
              <a:gd name="connsiteY1037" fmla="*/ 3276008 h 6382977"/>
              <a:gd name="connsiteX1038" fmla="*/ 4189964 w 6501199"/>
              <a:gd name="connsiteY1038" fmla="*/ 3277410 h 6382977"/>
              <a:gd name="connsiteX1039" fmla="*/ 4202558 w 6501199"/>
              <a:gd name="connsiteY1039" fmla="*/ 3277449 h 6382977"/>
              <a:gd name="connsiteX1040" fmla="*/ 4210523 w 6501199"/>
              <a:gd name="connsiteY1040" fmla="*/ 3284244 h 6382977"/>
              <a:gd name="connsiteX1041" fmla="*/ 4198426 w 6501199"/>
              <a:gd name="connsiteY1041" fmla="*/ 3287166 h 6382977"/>
              <a:gd name="connsiteX1042" fmla="*/ 4213088 w 6501199"/>
              <a:gd name="connsiteY1042" fmla="*/ 3302223 h 6382977"/>
              <a:gd name="connsiteX1043" fmla="*/ 4214947 w 6501199"/>
              <a:gd name="connsiteY1043" fmla="*/ 3297462 h 6382977"/>
              <a:gd name="connsiteX1044" fmla="*/ 4235351 w 6501199"/>
              <a:gd name="connsiteY1044" fmla="*/ 3308346 h 6382977"/>
              <a:gd name="connsiteX1045" fmla="*/ 4236772 w 6501199"/>
              <a:gd name="connsiteY1045" fmla="*/ 3315704 h 6382977"/>
              <a:gd name="connsiteX1046" fmla="*/ 4237523 w 6501199"/>
              <a:gd name="connsiteY1046" fmla="*/ 3315840 h 6382977"/>
              <a:gd name="connsiteX1047" fmla="*/ 4240761 w 6501199"/>
              <a:gd name="connsiteY1047" fmla="*/ 3317798 h 6382977"/>
              <a:gd name="connsiteX1048" fmla="*/ 4252661 w 6501199"/>
              <a:gd name="connsiteY1048" fmla="*/ 3308892 h 6382977"/>
              <a:gd name="connsiteX1049" fmla="*/ 4255483 w 6501199"/>
              <a:gd name="connsiteY1049" fmla="*/ 3309273 h 6382977"/>
              <a:gd name="connsiteX1050" fmla="*/ 4249952 w 6501199"/>
              <a:gd name="connsiteY1050" fmla="*/ 3305520 h 6382977"/>
              <a:gd name="connsiteX1051" fmla="*/ 4249356 w 6501199"/>
              <a:gd name="connsiteY1051" fmla="*/ 3303144 h 6382977"/>
              <a:gd name="connsiteX1052" fmla="*/ 4248603 w 6501199"/>
              <a:gd name="connsiteY1052" fmla="*/ 3300138 h 6382977"/>
              <a:gd name="connsiteX1053" fmla="*/ 4258276 w 6501199"/>
              <a:gd name="connsiteY1053" fmla="*/ 3290887 h 6382977"/>
              <a:gd name="connsiteX1054" fmla="*/ 4262927 w 6501199"/>
              <a:gd name="connsiteY1054" fmla="*/ 3295779 h 6382977"/>
              <a:gd name="connsiteX1055" fmla="*/ 4265712 w 6501199"/>
              <a:gd name="connsiteY1055" fmla="*/ 3299667 h 6382977"/>
              <a:gd name="connsiteX1056" fmla="*/ 4276829 w 6501199"/>
              <a:gd name="connsiteY1056" fmla="*/ 3290126 h 6382977"/>
              <a:gd name="connsiteX1057" fmla="*/ 4269313 w 6501199"/>
              <a:gd name="connsiteY1057" fmla="*/ 3279461 h 6382977"/>
              <a:gd name="connsiteX1058" fmla="*/ 4295505 w 6501199"/>
              <a:gd name="connsiteY1058" fmla="*/ 3281666 h 6382977"/>
              <a:gd name="connsiteX1059" fmla="*/ 4300366 w 6501199"/>
              <a:gd name="connsiteY1059" fmla="*/ 3287858 h 6382977"/>
              <a:gd name="connsiteX1060" fmla="*/ 4309800 w 6501199"/>
              <a:gd name="connsiteY1060" fmla="*/ 3282973 h 6382977"/>
              <a:gd name="connsiteX1061" fmla="*/ 4324663 w 6501199"/>
              <a:gd name="connsiteY1061" fmla="*/ 3275012 h 6382977"/>
              <a:gd name="connsiteX1062" fmla="*/ 4336263 w 6501199"/>
              <a:gd name="connsiteY1062" fmla="*/ 3293159 h 6382977"/>
              <a:gd name="connsiteX1063" fmla="*/ 4305269 w 6501199"/>
              <a:gd name="connsiteY1063" fmla="*/ 3291107 h 6382977"/>
              <a:gd name="connsiteX1064" fmla="*/ 4302836 w 6501199"/>
              <a:gd name="connsiteY1064" fmla="*/ 3291004 h 6382977"/>
              <a:gd name="connsiteX1065" fmla="*/ 4305260 w 6501199"/>
              <a:gd name="connsiteY1065" fmla="*/ 3294092 h 6382977"/>
              <a:gd name="connsiteX1066" fmla="*/ 4308197 w 6501199"/>
              <a:gd name="connsiteY1066" fmla="*/ 3311142 h 6382977"/>
              <a:gd name="connsiteX1067" fmla="*/ 4290735 w 6501199"/>
              <a:gd name="connsiteY1067" fmla="*/ 3323968 h 6382977"/>
              <a:gd name="connsiteX1068" fmla="*/ 4288527 w 6501199"/>
              <a:gd name="connsiteY1068" fmla="*/ 3328609 h 6382977"/>
              <a:gd name="connsiteX1069" fmla="*/ 4308889 w 6501199"/>
              <a:gd name="connsiteY1069" fmla="*/ 3335339 h 6382977"/>
              <a:gd name="connsiteX1070" fmla="*/ 4342944 w 6501199"/>
              <a:gd name="connsiteY1070" fmla="*/ 3355520 h 6382977"/>
              <a:gd name="connsiteX1071" fmla="*/ 4351401 w 6501199"/>
              <a:gd name="connsiteY1071" fmla="*/ 3354344 h 6382977"/>
              <a:gd name="connsiteX1072" fmla="*/ 4352890 w 6501199"/>
              <a:gd name="connsiteY1072" fmla="*/ 3361414 h 6382977"/>
              <a:gd name="connsiteX1073" fmla="*/ 4365069 w 6501199"/>
              <a:gd name="connsiteY1073" fmla="*/ 3368632 h 6382977"/>
              <a:gd name="connsiteX1074" fmla="*/ 4367243 w 6501199"/>
              <a:gd name="connsiteY1074" fmla="*/ 3368025 h 6382977"/>
              <a:gd name="connsiteX1075" fmla="*/ 4369403 w 6501199"/>
              <a:gd name="connsiteY1075" fmla="*/ 3338504 h 6382977"/>
              <a:gd name="connsiteX1076" fmla="*/ 4385605 w 6501199"/>
              <a:gd name="connsiteY1076" fmla="*/ 3352184 h 6382977"/>
              <a:gd name="connsiteX1077" fmla="*/ 4376244 w 6501199"/>
              <a:gd name="connsiteY1077" fmla="*/ 3363705 h 6382977"/>
              <a:gd name="connsiteX1078" fmla="*/ 4383085 w 6501199"/>
              <a:gd name="connsiteY1078" fmla="*/ 3374865 h 6382977"/>
              <a:gd name="connsiteX1079" fmla="*/ 4394606 w 6501199"/>
              <a:gd name="connsiteY1079" fmla="*/ 3352184 h 6382977"/>
              <a:gd name="connsiteX1080" fmla="*/ 4394606 w 6501199"/>
              <a:gd name="connsiteY1080" fmla="*/ 3331663 h 6382977"/>
              <a:gd name="connsiteX1081" fmla="*/ 4374084 w 6501199"/>
              <a:gd name="connsiteY1081" fmla="*/ 3331663 h 6382977"/>
              <a:gd name="connsiteX1082" fmla="*/ 4370933 w 6501199"/>
              <a:gd name="connsiteY1082" fmla="*/ 3309387 h 6382977"/>
              <a:gd name="connsiteX1083" fmla="*/ 4370918 w 6501199"/>
              <a:gd name="connsiteY1083" fmla="*/ 3309200 h 6382977"/>
              <a:gd name="connsiteX1084" fmla="*/ 4367200 w 6501199"/>
              <a:gd name="connsiteY1084" fmla="*/ 3311168 h 6382977"/>
              <a:gd name="connsiteX1085" fmla="*/ 4358438 w 6501199"/>
              <a:gd name="connsiteY1085" fmla="*/ 3304390 h 6382977"/>
              <a:gd name="connsiteX1086" fmla="*/ 4369434 w 6501199"/>
              <a:gd name="connsiteY1086" fmla="*/ 3291280 h 6382977"/>
              <a:gd name="connsiteX1087" fmla="*/ 4369453 w 6501199"/>
              <a:gd name="connsiteY1087" fmla="*/ 3291231 h 6382977"/>
              <a:gd name="connsiteX1088" fmla="*/ 4369403 w 6501199"/>
              <a:gd name="connsiteY1088" fmla="*/ 3290621 h 6382977"/>
              <a:gd name="connsiteX1089" fmla="*/ 4369654 w 6501199"/>
              <a:gd name="connsiteY1089" fmla="*/ 3290707 h 6382977"/>
              <a:gd name="connsiteX1090" fmla="*/ 4373859 w 6501199"/>
              <a:gd name="connsiteY1090" fmla="*/ 3279775 h 6382977"/>
              <a:gd name="connsiteX1091" fmla="*/ 4385075 w 6501199"/>
              <a:gd name="connsiteY1091" fmla="*/ 3290834 h 6382977"/>
              <a:gd name="connsiteX1092" fmla="*/ 4377488 w 6501199"/>
              <a:gd name="connsiteY1092" fmla="*/ 3296537 h 6382977"/>
              <a:gd name="connsiteX1093" fmla="*/ 4378809 w 6501199"/>
              <a:gd name="connsiteY1093" fmla="*/ 3300657 h 6382977"/>
              <a:gd name="connsiteX1094" fmla="*/ 4383085 w 6501199"/>
              <a:gd name="connsiteY1094" fmla="*/ 3315822 h 6382977"/>
              <a:gd name="connsiteX1095" fmla="*/ 4415128 w 6501199"/>
              <a:gd name="connsiteY1095" fmla="*/ 3299982 h 6382977"/>
              <a:gd name="connsiteX1096" fmla="*/ 4387765 w 6501199"/>
              <a:gd name="connsiteY1096" fmla="*/ 3279461 h 6382977"/>
              <a:gd name="connsiteX1097" fmla="*/ 4399151 w 6501199"/>
              <a:gd name="connsiteY1097" fmla="*/ 3276895 h 6382977"/>
              <a:gd name="connsiteX1098" fmla="*/ 4398840 w 6501199"/>
              <a:gd name="connsiteY1098" fmla="*/ 3270712 h 6382977"/>
              <a:gd name="connsiteX1099" fmla="*/ 4392685 w 6501199"/>
              <a:gd name="connsiteY1099" fmla="*/ 3277404 h 6382977"/>
              <a:gd name="connsiteX1100" fmla="*/ 4388410 w 6501199"/>
              <a:gd name="connsiteY1100" fmla="*/ 3271598 h 6382977"/>
              <a:gd name="connsiteX1101" fmla="*/ 4390153 w 6501199"/>
              <a:gd name="connsiteY1101" fmla="*/ 3267397 h 6382977"/>
              <a:gd name="connsiteX1102" fmla="*/ 4384911 w 6501199"/>
              <a:gd name="connsiteY1102" fmla="*/ 3275228 h 6382977"/>
              <a:gd name="connsiteX1103" fmla="*/ 4370109 w 6501199"/>
              <a:gd name="connsiteY1103" fmla="*/ 3278908 h 6382977"/>
              <a:gd name="connsiteX1104" fmla="*/ 4371211 w 6501199"/>
              <a:gd name="connsiteY1104" fmla="*/ 3271124 h 6382977"/>
              <a:gd name="connsiteX1105" fmla="*/ 4368384 w 6501199"/>
              <a:gd name="connsiteY1105" fmla="*/ 3273667 h 6382977"/>
              <a:gd name="connsiteX1106" fmla="*/ 4348483 w 6501199"/>
              <a:gd name="connsiteY1106" fmla="*/ 3284184 h 6382977"/>
              <a:gd name="connsiteX1107" fmla="*/ 4339388 w 6501199"/>
              <a:gd name="connsiteY1107" fmla="*/ 3277481 h 6382977"/>
              <a:gd name="connsiteX1108" fmla="*/ 4359261 w 6501199"/>
              <a:gd name="connsiteY1108" fmla="*/ 3271484 h 6382977"/>
              <a:gd name="connsiteX1109" fmla="*/ 4371493 w 6501199"/>
              <a:gd name="connsiteY1109" fmla="*/ 3269134 h 6382977"/>
              <a:gd name="connsiteX1110" fmla="*/ 4371825 w 6501199"/>
              <a:gd name="connsiteY1110" fmla="*/ 3266784 h 6382977"/>
              <a:gd name="connsiteX1111" fmla="*/ 4378203 w 6501199"/>
              <a:gd name="connsiteY1111" fmla="*/ 3260245 h 6382977"/>
              <a:gd name="connsiteX1112" fmla="*/ 4391885 w 6501199"/>
              <a:gd name="connsiteY1112" fmla="*/ 3262918 h 6382977"/>
              <a:gd name="connsiteX1113" fmla="*/ 4393495 w 6501199"/>
              <a:gd name="connsiteY1113" fmla="*/ 3258367 h 6382977"/>
              <a:gd name="connsiteX1114" fmla="*/ 4388005 w 6501199"/>
              <a:gd name="connsiteY1114" fmla="*/ 3252562 h 6382977"/>
              <a:gd name="connsiteX1115" fmla="*/ 4522059 w 6501199"/>
              <a:gd name="connsiteY1115" fmla="*/ 3252099 h 6382977"/>
              <a:gd name="connsiteX1116" fmla="*/ 4520644 w 6501199"/>
              <a:gd name="connsiteY1116" fmla="*/ 3252515 h 6382977"/>
              <a:gd name="connsiteX1117" fmla="*/ 4516453 w 6501199"/>
              <a:gd name="connsiteY1117" fmla="*/ 3254933 h 6382977"/>
              <a:gd name="connsiteX1118" fmla="*/ 4512567 w 6501199"/>
              <a:gd name="connsiteY1118" fmla="*/ 3263575 h 6382977"/>
              <a:gd name="connsiteX1119" fmla="*/ 4518091 w 6501199"/>
              <a:gd name="connsiteY1119" fmla="*/ 3264434 h 6382977"/>
              <a:gd name="connsiteX1120" fmla="*/ 4778762 w 6501199"/>
              <a:gd name="connsiteY1120" fmla="*/ 3249612 h 6382977"/>
              <a:gd name="connsiteX1121" fmla="*/ 4760228 w 6501199"/>
              <a:gd name="connsiteY1121" fmla="*/ 3279416 h 6382977"/>
              <a:gd name="connsiteX1122" fmla="*/ 4748963 w 6501199"/>
              <a:gd name="connsiteY1122" fmla="*/ 3261102 h 6382977"/>
              <a:gd name="connsiteX1123" fmla="*/ 4778762 w 6501199"/>
              <a:gd name="connsiteY1123" fmla="*/ 3249612 h 6382977"/>
              <a:gd name="connsiteX1124" fmla="*/ 4551738 w 6501199"/>
              <a:gd name="connsiteY1124" fmla="*/ 3249209 h 6382977"/>
              <a:gd name="connsiteX1125" fmla="*/ 4552438 w 6501199"/>
              <a:gd name="connsiteY1125" fmla="*/ 3255430 h 6382977"/>
              <a:gd name="connsiteX1126" fmla="*/ 4555903 w 6501199"/>
              <a:gd name="connsiteY1126" fmla="*/ 3293141 h 6382977"/>
              <a:gd name="connsiteX1127" fmla="*/ 4563103 w 6501199"/>
              <a:gd name="connsiteY1127" fmla="*/ 3290621 h 6382977"/>
              <a:gd name="connsiteX1128" fmla="*/ 4566659 w 6501199"/>
              <a:gd name="connsiteY1128" fmla="*/ 3276401 h 6382977"/>
              <a:gd name="connsiteX1129" fmla="*/ 4571947 w 6501199"/>
              <a:gd name="connsiteY1129" fmla="*/ 3259446 h 6382977"/>
              <a:gd name="connsiteX1130" fmla="*/ 4595430 w 6501199"/>
              <a:gd name="connsiteY1130" fmla="*/ 3255055 h 6382977"/>
              <a:gd name="connsiteX1131" fmla="*/ 4588166 w 6501199"/>
              <a:gd name="connsiteY1131" fmla="*/ 3250042 h 6382977"/>
              <a:gd name="connsiteX1132" fmla="*/ 4564226 w 6501199"/>
              <a:gd name="connsiteY1132" fmla="*/ 3253012 h 6382977"/>
              <a:gd name="connsiteX1133" fmla="*/ 4410072 w 6501199"/>
              <a:gd name="connsiteY1133" fmla="*/ 3248152 h 6382977"/>
              <a:gd name="connsiteX1134" fmla="*/ 4401685 w 6501199"/>
              <a:gd name="connsiteY1134" fmla="*/ 3250042 h 6382977"/>
              <a:gd name="connsiteX1135" fmla="*/ 4396128 w 6501199"/>
              <a:gd name="connsiteY1135" fmla="*/ 3257608 h 6382977"/>
              <a:gd name="connsiteX1136" fmla="*/ 4397653 w 6501199"/>
              <a:gd name="connsiteY1136" fmla="*/ 3262715 h 6382977"/>
              <a:gd name="connsiteX1137" fmla="*/ 4396766 w 6501199"/>
              <a:gd name="connsiteY1137" fmla="*/ 3258940 h 6382977"/>
              <a:gd name="connsiteX1138" fmla="*/ 4401447 w 6501199"/>
              <a:gd name="connsiteY1138" fmla="*/ 3258940 h 6382977"/>
              <a:gd name="connsiteX1139" fmla="*/ 4406127 w 6501199"/>
              <a:gd name="connsiteY1139" fmla="*/ 3252099 h 6382977"/>
              <a:gd name="connsiteX1140" fmla="*/ 4404001 w 6501199"/>
              <a:gd name="connsiteY1140" fmla="*/ 3279489 h 6382977"/>
              <a:gd name="connsiteX1141" fmla="*/ 4405290 w 6501199"/>
              <a:gd name="connsiteY1141" fmla="*/ 3279986 h 6382977"/>
              <a:gd name="connsiteX1142" fmla="*/ 4409352 w 6501199"/>
              <a:gd name="connsiteY1142" fmla="*/ 3276600 h 6382977"/>
              <a:gd name="connsiteX1143" fmla="*/ 4411078 w 6501199"/>
              <a:gd name="connsiteY1143" fmla="*/ 3277432 h 6382977"/>
              <a:gd name="connsiteX1144" fmla="*/ 4416525 w 6501199"/>
              <a:gd name="connsiteY1144" fmla="*/ 3280058 h 6382977"/>
              <a:gd name="connsiteX1145" fmla="*/ 4422853 w 6501199"/>
              <a:gd name="connsiteY1145" fmla="*/ 3263197 h 6382977"/>
              <a:gd name="connsiteX1146" fmla="*/ 4415860 w 6501199"/>
              <a:gd name="connsiteY1146" fmla="*/ 3253282 h 6382977"/>
              <a:gd name="connsiteX1147" fmla="*/ 4410072 w 6501199"/>
              <a:gd name="connsiteY1147" fmla="*/ 3248152 h 6382977"/>
              <a:gd name="connsiteX1148" fmla="*/ 5340940 w 6501199"/>
              <a:gd name="connsiteY1148" fmla="*/ 3247180 h 6382977"/>
              <a:gd name="connsiteX1149" fmla="*/ 5350253 w 6501199"/>
              <a:gd name="connsiteY1149" fmla="*/ 3256676 h 6382977"/>
              <a:gd name="connsiteX1150" fmla="*/ 5326813 w 6501199"/>
              <a:gd name="connsiteY1150" fmla="*/ 3268327 h 6382977"/>
              <a:gd name="connsiteX1151" fmla="*/ 5340940 w 6501199"/>
              <a:gd name="connsiteY1151" fmla="*/ 3247180 h 6382977"/>
              <a:gd name="connsiteX1152" fmla="*/ 4207868 w 6501199"/>
              <a:gd name="connsiteY1152" fmla="*/ 3241401 h 6382977"/>
              <a:gd name="connsiteX1153" fmla="*/ 4192163 w 6501199"/>
              <a:gd name="connsiteY1153" fmla="*/ 3247882 h 6382977"/>
              <a:gd name="connsiteX1154" fmla="*/ 4215203 w 6501199"/>
              <a:gd name="connsiteY1154" fmla="*/ 3250042 h 6382977"/>
              <a:gd name="connsiteX1155" fmla="*/ 4207868 w 6501199"/>
              <a:gd name="connsiteY1155" fmla="*/ 3241401 h 6382977"/>
              <a:gd name="connsiteX1156" fmla="*/ 4178865 w 6501199"/>
              <a:gd name="connsiteY1156" fmla="*/ 3233854 h 6382977"/>
              <a:gd name="connsiteX1157" fmla="*/ 4172540 w 6501199"/>
              <a:gd name="connsiteY1157" fmla="*/ 3233998 h 6382977"/>
              <a:gd name="connsiteX1158" fmla="*/ 4173981 w 6501199"/>
              <a:gd name="connsiteY1158" fmla="*/ 3241233 h 6382977"/>
              <a:gd name="connsiteX1159" fmla="*/ 4489454 w 6501199"/>
              <a:gd name="connsiteY1159" fmla="*/ 3227209 h 6382977"/>
              <a:gd name="connsiteX1160" fmla="*/ 4487179 w 6501199"/>
              <a:gd name="connsiteY1160" fmla="*/ 3232986 h 6382977"/>
              <a:gd name="connsiteX1161" fmla="*/ 4472245 w 6501199"/>
              <a:gd name="connsiteY1161" fmla="*/ 3234201 h 6382977"/>
              <a:gd name="connsiteX1162" fmla="*/ 4472245 w 6501199"/>
              <a:gd name="connsiteY1162" fmla="*/ 3254722 h 6382977"/>
              <a:gd name="connsiteX1163" fmla="*/ 4488085 w 6501199"/>
              <a:gd name="connsiteY1163" fmla="*/ 3259403 h 6382977"/>
              <a:gd name="connsiteX1164" fmla="*/ 4479389 w 6501199"/>
              <a:gd name="connsiteY1164" fmla="*/ 3258089 h 6382977"/>
              <a:gd name="connsiteX1165" fmla="*/ 4487855 w 6501199"/>
              <a:gd name="connsiteY1165" fmla="*/ 3270100 h 6382977"/>
              <a:gd name="connsiteX1166" fmla="*/ 4506217 w 6501199"/>
              <a:gd name="connsiteY1166" fmla="*/ 3231578 h 6382977"/>
              <a:gd name="connsiteX1167" fmla="*/ 4503124 w 6501199"/>
              <a:gd name="connsiteY1167" fmla="*/ 3230728 h 6382977"/>
              <a:gd name="connsiteX1168" fmla="*/ 4500595 w 6501199"/>
              <a:gd name="connsiteY1168" fmla="*/ 3241356 h 6382977"/>
              <a:gd name="connsiteX1169" fmla="*/ 4490245 w 6501199"/>
              <a:gd name="connsiteY1169" fmla="*/ 3243201 h 6382977"/>
              <a:gd name="connsiteX1170" fmla="*/ 4496776 w 6501199"/>
              <a:gd name="connsiteY1170" fmla="*/ 3230544 h 6382977"/>
              <a:gd name="connsiteX1171" fmla="*/ 4493904 w 6501199"/>
              <a:gd name="connsiteY1171" fmla="*/ 3228194 h 6382977"/>
              <a:gd name="connsiteX1172" fmla="*/ 4490826 w 6501199"/>
              <a:gd name="connsiteY1172" fmla="*/ 3227348 h 6382977"/>
              <a:gd name="connsiteX1173" fmla="*/ 4204452 w 6501199"/>
              <a:gd name="connsiteY1173" fmla="*/ 3227018 h 6382977"/>
              <a:gd name="connsiteX1174" fmla="*/ 4189813 w 6501199"/>
              <a:gd name="connsiteY1174" fmla="*/ 3232378 h 6382977"/>
              <a:gd name="connsiteX1175" fmla="*/ 4185323 w 6501199"/>
              <a:gd name="connsiteY1175" fmla="*/ 3236721 h 6382977"/>
              <a:gd name="connsiteX1176" fmla="*/ 4215203 w 6501199"/>
              <a:gd name="connsiteY1176" fmla="*/ 3227360 h 6382977"/>
              <a:gd name="connsiteX1177" fmla="*/ 4547126 w 6501199"/>
              <a:gd name="connsiteY1177" fmla="*/ 3218360 h 6382977"/>
              <a:gd name="connsiteX1178" fmla="*/ 4541760 w 6501199"/>
              <a:gd name="connsiteY1178" fmla="*/ 3219478 h 6382977"/>
              <a:gd name="connsiteX1179" fmla="*/ 4540061 w 6501199"/>
              <a:gd name="connsiteY1179" fmla="*/ 3236259 h 6382977"/>
              <a:gd name="connsiteX1180" fmla="*/ 4543285 w 6501199"/>
              <a:gd name="connsiteY1180" fmla="*/ 3235447 h 6382977"/>
              <a:gd name="connsiteX1181" fmla="*/ 4544516 w 6501199"/>
              <a:gd name="connsiteY1181" fmla="*/ 3231230 h 6382977"/>
              <a:gd name="connsiteX1182" fmla="*/ 4547126 w 6501199"/>
              <a:gd name="connsiteY1182" fmla="*/ 3218360 h 6382977"/>
              <a:gd name="connsiteX1183" fmla="*/ 5648500 w 6501199"/>
              <a:gd name="connsiteY1183" fmla="*/ 3213687 h 6382977"/>
              <a:gd name="connsiteX1184" fmla="*/ 5614493 w 6501199"/>
              <a:gd name="connsiteY1184" fmla="*/ 3255012 h 6382977"/>
              <a:gd name="connsiteX1185" fmla="*/ 5648500 w 6501199"/>
              <a:gd name="connsiteY1185" fmla="*/ 3213687 h 6382977"/>
              <a:gd name="connsiteX1186" fmla="*/ 4595554 w 6501199"/>
              <a:gd name="connsiteY1186" fmla="*/ 3213435 h 6382977"/>
              <a:gd name="connsiteX1187" fmla="*/ 4585516 w 6501199"/>
              <a:gd name="connsiteY1187" fmla="*/ 3217673 h 6382977"/>
              <a:gd name="connsiteX1188" fmla="*/ 4584652 w 6501199"/>
              <a:gd name="connsiteY1188" fmla="*/ 3217707 h 6382977"/>
              <a:gd name="connsiteX1189" fmla="*/ 4584476 w 6501199"/>
              <a:gd name="connsiteY1189" fmla="*/ 3218045 h 6382977"/>
              <a:gd name="connsiteX1190" fmla="*/ 4583486 w 6501199"/>
              <a:gd name="connsiteY1190" fmla="*/ 3227360 h 6382977"/>
              <a:gd name="connsiteX1191" fmla="*/ 4578266 w 6501199"/>
              <a:gd name="connsiteY1191" fmla="*/ 3221735 h 6382977"/>
              <a:gd name="connsiteX1192" fmla="*/ 4577310 w 6501199"/>
              <a:gd name="connsiteY1192" fmla="*/ 3218000 h 6382977"/>
              <a:gd name="connsiteX1193" fmla="*/ 4563373 w 6501199"/>
              <a:gd name="connsiteY1193" fmla="*/ 3218556 h 6382977"/>
              <a:gd name="connsiteX1194" fmla="*/ 4560550 w 6501199"/>
              <a:gd name="connsiteY1194" fmla="*/ 3216098 h 6382977"/>
              <a:gd name="connsiteX1195" fmla="*/ 4558331 w 6501199"/>
              <a:gd name="connsiteY1195" fmla="*/ 3223175 h 6382977"/>
              <a:gd name="connsiteX1196" fmla="*/ 4557766 w 6501199"/>
              <a:gd name="connsiteY1196" fmla="*/ 3224788 h 6382977"/>
              <a:gd name="connsiteX1197" fmla="*/ 4560583 w 6501199"/>
              <a:gd name="connsiteY1197" fmla="*/ 3224738 h 6382977"/>
              <a:gd name="connsiteX1198" fmla="*/ 4550850 w 6501199"/>
              <a:gd name="connsiteY1198" fmla="*/ 3239633 h 6382977"/>
              <a:gd name="connsiteX1199" fmla="*/ 4560463 w 6501199"/>
              <a:gd name="connsiteY1199" fmla="*/ 3241575 h 6382977"/>
              <a:gd name="connsiteX1200" fmla="*/ 4573091 w 6501199"/>
              <a:gd name="connsiteY1200" fmla="*/ 3238566 h 6382977"/>
              <a:gd name="connsiteX1201" fmla="*/ 4578485 w 6501199"/>
              <a:gd name="connsiteY1201" fmla="*/ 3236620 h 6382977"/>
              <a:gd name="connsiteX1202" fmla="*/ 4567988 w 6501199"/>
              <a:gd name="connsiteY1202" fmla="*/ 3234112 h 6382977"/>
              <a:gd name="connsiteX1203" fmla="*/ 4581812 w 6501199"/>
              <a:gd name="connsiteY1203" fmla="*/ 3231971 h 6382977"/>
              <a:gd name="connsiteX1204" fmla="*/ 4587224 w 6501199"/>
              <a:gd name="connsiteY1204" fmla="*/ 3223855 h 6382977"/>
              <a:gd name="connsiteX1205" fmla="*/ 4597798 w 6501199"/>
              <a:gd name="connsiteY1205" fmla="*/ 3220563 h 6382977"/>
              <a:gd name="connsiteX1206" fmla="*/ 4598066 w 6501199"/>
              <a:gd name="connsiteY1206" fmla="*/ 3216604 h 6382977"/>
              <a:gd name="connsiteX1207" fmla="*/ 4718444 w 6501199"/>
              <a:gd name="connsiteY1207" fmla="*/ 3208337 h 6382977"/>
              <a:gd name="connsiteX1208" fmla="*/ 4648950 w 6501199"/>
              <a:gd name="connsiteY1208" fmla="*/ 3219561 h 6382977"/>
              <a:gd name="connsiteX1209" fmla="*/ 4718444 w 6501199"/>
              <a:gd name="connsiteY1209" fmla="*/ 3208337 h 6382977"/>
              <a:gd name="connsiteX1210" fmla="*/ 4546902 w 6501199"/>
              <a:gd name="connsiteY1210" fmla="*/ 3204217 h 6382977"/>
              <a:gd name="connsiteX1211" fmla="*/ 4546791 w 6501199"/>
              <a:gd name="connsiteY1211" fmla="*/ 3204531 h 6382977"/>
              <a:gd name="connsiteX1212" fmla="*/ 4547126 w 6501199"/>
              <a:gd name="connsiteY1212" fmla="*/ 3204679 h 6382977"/>
              <a:gd name="connsiteX1213" fmla="*/ 4547269 w 6501199"/>
              <a:gd name="connsiteY1213" fmla="*/ 3204536 h 6382977"/>
              <a:gd name="connsiteX1214" fmla="*/ 5365205 w 6501199"/>
              <a:gd name="connsiteY1214" fmla="*/ 3203575 h 6382977"/>
              <a:gd name="connsiteX1215" fmla="*/ 5371952 w 6501199"/>
              <a:gd name="connsiteY1215" fmla="*/ 3224288 h 6382977"/>
              <a:gd name="connsiteX1216" fmla="*/ 5347450 w 6501199"/>
              <a:gd name="connsiteY1216" fmla="*/ 3222108 h 6382977"/>
              <a:gd name="connsiteX1217" fmla="*/ 5365205 w 6501199"/>
              <a:gd name="connsiteY1217" fmla="*/ 3203575 h 6382977"/>
              <a:gd name="connsiteX1218" fmla="*/ 4913134 w 6501199"/>
              <a:gd name="connsiteY1218" fmla="*/ 3201513 h 6382977"/>
              <a:gd name="connsiteX1219" fmla="*/ 4870002 w 6501199"/>
              <a:gd name="connsiteY1219" fmla="*/ 3233375 h 6382977"/>
              <a:gd name="connsiteX1220" fmla="*/ 4863173 w 6501199"/>
              <a:gd name="connsiteY1220" fmla="*/ 3215272 h 6382977"/>
              <a:gd name="connsiteX1221" fmla="*/ 4896959 w 6501199"/>
              <a:gd name="connsiteY1221" fmla="*/ 3217444 h 6382977"/>
              <a:gd name="connsiteX1222" fmla="*/ 4913134 w 6501199"/>
              <a:gd name="connsiteY1222" fmla="*/ 3201513 h 6382977"/>
              <a:gd name="connsiteX1223" fmla="*/ 4523653 w 6501199"/>
              <a:gd name="connsiteY1223" fmla="*/ 3199423 h 6382977"/>
              <a:gd name="connsiteX1224" fmla="*/ 4520691 w 6501199"/>
              <a:gd name="connsiteY1224" fmla="*/ 3205346 h 6382977"/>
              <a:gd name="connsiteX1225" fmla="*/ 4524219 w 6501199"/>
              <a:gd name="connsiteY1225" fmla="*/ 3199897 h 6382977"/>
              <a:gd name="connsiteX1226" fmla="*/ 4835505 w 6501199"/>
              <a:gd name="connsiteY1226" fmla="*/ 3198393 h 6382977"/>
              <a:gd name="connsiteX1227" fmla="*/ 4842265 w 6501199"/>
              <a:gd name="connsiteY1227" fmla="*/ 3203111 h 6382977"/>
              <a:gd name="connsiteX1228" fmla="*/ 4828643 w 6501199"/>
              <a:gd name="connsiteY1228" fmla="*/ 3205112 h 6382977"/>
              <a:gd name="connsiteX1229" fmla="*/ 4822487 w 6501199"/>
              <a:gd name="connsiteY1229" fmla="*/ 3217647 h 6382977"/>
              <a:gd name="connsiteX1230" fmla="*/ 4827972 w 6501199"/>
              <a:gd name="connsiteY1230" fmla="*/ 3219853 h 6382977"/>
              <a:gd name="connsiteX1231" fmla="*/ 4827972 w 6501199"/>
              <a:gd name="connsiteY1231" fmla="*/ 3248996 h 6382977"/>
              <a:gd name="connsiteX1232" fmla="*/ 4809288 w 6501199"/>
              <a:gd name="connsiteY1232" fmla="*/ 3222340 h 6382977"/>
              <a:gd name="connsiteX1233" fmla="*/ 4814050 w 6501199"/>
              <a:gd name="connsiteY1233" fmla="*/ 3217720 h 6382977"/>
              <a:gd name="connsiteX1234" fmla="*/ 4818093 w 6501199"/>
              <a:gd name="connsiteY1234" fmla="*/ 3217333 h 6382977"/>
              <a:gd name="connsiteX1235" fmla="*/ 4815021 w 6501199"/>
              <a:gd name="connsiteY1235" fmla="*/ 3215839 h 6382977"/>
              <a:gd name="connsiteX1236" fmla="*/ 4801264 w 6501199"/>
              <a:gd name="connsiteY1236" fmla="*/ 3212206 h 6382977"/>
              <a:gd name="connsiteX1237" fmla="*/ 4835505 w 6501199"/>
              <a:gd name="connsiteY1237" fmla="*/ 3198393 h 6382977"/>
              <a:gd name="connsiteX1238" fmla="*/ 4625264 w 6501199"/>
              <a:gd name="connsiteY1238" fmla="*/ 3182161 h 6382977"/>
              <a:gd name="connsiteX1239" fmla="*/ 4619371 w 6501199"/>
              <a:gd name="connsiteY1239" fmla="*/ 3186261 h 6382977"/>
              <a:gd name="connsiteX1240" fmla="*/ 4619621 w 6501199"/>
              <a:gd name="connsiteY1240" fmla="*/ 3186678 h 6382977"/>
              <a:gd name="connsiteX1241" fmla="*/ 4622366 w 6501199"/>
              <a:gd name="connsiteY1241" fmla="*/ 3193518 h 6382977"/>
              <a:gd name="connsiteX1242" fmla="*/ 4632627 w 6501199"/>
              <a:gd name="connsiteY1242" fmla="*/ 3190053 h 6382977"/>
              <a:gd name="connsiteX1243" fmla="*/ 4639150 w 6501199"/>
              <a:gd name="connsiteY1243" fmla="*/ 3183558 h 6382977"/>
              <a:gd name="connsiteX1244" fmla="*/ 457270 w 6501199"/>
              <a:gd name="connsiteY1244" fmla="*/ 3182026 h 6382977"/>
              <a:gd name="connsiteX1245" fmla="*/ 441428 w 6501199"/>
              <a:gd name="connsiteY1245" fmla="*/ 3220541 h 6382977"/>
              <a:gd name="connsiteX1246" fmla="*/ 457270 w 6501199"/>
              <a:gd name="connsiteY1246" fmla="*/ 3182026 h 6382977"/>
              <a:gd name="connsiteX1247" fmla="*/ 4829564 w 6501199"/>
              <a:gd name="connsiteY1247" fmla="*/ 3179666 h 6382977"/>
              <a:gd name="connsiteX1248" fmla="*/ 4813689 w 6501199"/>
              <a:gd name="connsiteY1248" fmla="*/ 3200124 h 6382977"/>
              <a:gd name="connsiteX1249" fmla="*/ 4799979 w 6501199"/>
              <a:gd name="connsiteY1249" fmla="*/ 3186485 h 6382977"/>
              <a:gd name="connsiteX1250" fmla="*/ 4763539 w 6501199"/>
              <a:gd name="connsiteY1250" fmla="*/ 3211250 h 6382977"/>
              <a:gd name="connsiteX1251" fmla="*/ 4726738 w 6501199"/>
              <a:gd name="connsiteY1251" fmla="*/ 3206584 h 6382977"/>
              <a:gd name="connsiteX1252" fmla="*/ 4829564 w 6501199"/>
              <a:gd name="connsiteY1252" fmla="*/ 3179666 h 6382977"/>
              <a:gd name="connsiteX1253" fmla="*/ 4618098 w 6501199"/>
              <a:gd name="connsiteY1253" fmla="*/ 3179455 h 6382977"/>
              <a:gd name="connsiteX1254" fmla="*/ 4615526 w 6501199"/>
              <a:gd name="connsiteY1254" fmla="*/ 3179837 h 6382977"/>
              <a:gd name="connsiteX1255" fmla="*/ 4616282 w 6501199"/>
              <a:gd name="connsiteY1255" fmla="*/ 3181101 h 6382977"/>
              <a:gd name="connsiteX1256" fmla="*/ 4617919 w 6501199"/>
              <a:gd name="connsiteY1256" fmla="*/ 3179670 h 6382977"/>
              <a:gd name="connsiteX1257" fmla="*/ 4701927 w 6501199"/>
              <a:gd name="connsiteY1257" fmla="*/ 3163636 h 6382977"/>
              <a:gd name="connsiteX1258" fmla="*/ 4673487 w 6501199"/>
              <a:gd name="connsiteY1258" fmla="*/ 3169981 h 6382977"/>
              <a:gd name="connsiteX1259" fmla="*/ 4658345 w 6501199"/>
              <a:gd name="connsiteY1259" fmla="*/ 3175229 h 6382977"/>
              <a:gd name="connsiteX1260" fmla="*/ 4656300 w 6501199"/>
              <a:gd name="connsiteY1260" fmla="*/ 3178784 h 6382977"/>
              <a:gd name="connsiteX1261" fmla="*/ 4670067 w 6501199"/>
              <a:gd name="connsiteY1261" fmla="*/ 3177497 h 6382977"/>
              <a:gd name="connsiteX1262" fmla="*/ 4695087 w 6501199"/>
              <a:gd name="connsiteY1262" fmla="*/ 3175157 h 6382977"/>
              <a:gd name="connsiteX1263" fmla="*/ 4701927 w 6501199"/>
              <a:gd name="connsiteY1263" fmla="*/ 3163636 h 6382977"/>
              <a:gd name="connsiteX1264" fmla="*/ 4856705 w 6501199"/>
              <a:gd name="connsiteY1264" fmla="*/ 3157405 h 6382977"/>
              <a:gd name="connsiteX1265" fmla="*/ 4869263 w 6501199"/>
              <a:gd name="connsiteY1265" fmla="*/ 3159059 h 6382977"/>
              <a:gd name="connsiteX1266" fmla="*/ 4844728 w 6501199"/>
              <a:gd name="connsiteY1266" fmla="*/ 3184161 h 6382977"/>
              <a:gd name="connsiteX1267" fmla="*/ 4856705 w 6501199"/>
              <a:gd name="connsiteY1267" fmla="*/ 3157405 h 6382977"/>
              <a:gd name="connsiteX1268" fmla="*/ 4741437 w 6501199"/>
              <a:gd name="connsiteY1268" fmla="*/ 3152019 h 6382977"/>
              <a:gd name="connsiteX1269" fmla="*/ 4713087 w 6501199"/>
              <a:gd name="connsiteY1269" fmla="*/ 3152475 h 6382977"/>
              <a:gd name="connsiteX1270" fmla="*/ 4710927 w 6501199"/>
              <a:gd name="connsiteY1270" fmla="*/ 3166156 h 6382977"/>
              <a:gd name="connsiteX1271" fmla="*/ 4745127 w 6501199"/>
              <a:gd name="connsiteY1271" fmla="*/ 3156795 h 6382977"/>
              <a:gd name="connsiteX1272" fmla="*/ 4741437 w 6501199"/>
              <a:gd name="connsiteY1272" fmla="*/ 3152019 h 6382977"/>
              <a:gd name="connsiteX1273" fmla="*/ 5809050 w 6501199"/>
              <a:gd name="connsiteY1273" fmla="*/ 3140075 h 6382977"/>
              <a:gd name="connsiteX1274" fmla="*/ 5790907 w 6501199"/>
              <a:gd name="connsiteY1274" fmla="*/ 3171472 h 6382977"/>
              <a:gd name="connsiteX1275" fmla="*/ 5809050 w 6501199"/>
              <a:gd name="connsiteY1275" fmla="*/ 3140075 h 6382977"/>
              <a:gd name="connsiteX1276" fmla="*/ 4785211 w 6501199"/>
              <a:gd name="connsiteY1276" fmla="*/ 3139863 h 6382977"/>
              <a:gd name="connsiteX1277" fmla="*/ 4754127 w 6501199"/>
              <a:gd name="connsiteY1277" fmla="*/ 3145635 h 6382977"/>
              <a:gd name="connsiteX1278" fmla="*/ 4765647 w 6501199"/>
              <a:gd name="connsiteY1278" fmla="*/ 3154635 h 6382977"/>
              <a:gd name="connsiteX1279" fmla="*/ 4747287 w 6501199"/>
              <a:gd name="connsiteY1279" fmla="*/ 3175157 h 6382977"/>
              <a:gd name="connsiteX1280" fmla="*/ 4773342 w 6501199"/>
              <a:gd name="connsiteY1280" fmla="*/ 3166336 h 6382977"/>
              <a:gd name="connsiteX1281" fmla="*/ 4788476 w 6501199"/>
              <a:gd name="connsiteY1281" fmla="*/ 3148062 h 6382977"/>
              <a:gd name="connsiteX1282" fmla="*/ 4783447 w 6501199"/>
              <a:gd name="connsiteY1282" fmla="*/ 3145174 h 6382977"/>
              <a:gd name="connsiteX1283" fmla="*/ 4785213 w 6501199"/>
              <a:gd name="connsiteY1283" fmla="*/ 3140708 h 6382977"/>
              <a:gd name="connsiteX1284" fmla="*/ 4785994 w 6501199"/>
              <a:gd name="connsiteY1284" fmla="*/ 3140720 h 6382977"/>
              <a:gd name="connsiteX1285" fmla="*/ 4865656 w 6501199"/>
              <a:gd name="connsiteY1285" fmla="*/ 3139353 h 6382977"/>
              <a:gd name="connsiteX1286" fmla="*/ 4868608 w 6501199"/>
              <a:gd name="connsiteY1286" fmla="*/ 3140144 h 6382977"/>
              <a:gd name="connsiteX1287" fmla="*/ 4870408 w 6501199"/>
              <a:gd name="connsiteY1287" fmla="*/ 3143115 h 6382977"/>
              <a:gd name="connsiteX1288" fmla="*/ 4864177 w 6501199"/>
              <a:gd name="connsiteY1288" fmla="*/ 3138183 h 6382977"/>
              <a:gd name="connsiteX1289" fmla="*/ 4865656 w 6501199"/>
              <a:gd name="connsiteY1289" fmla="*/ 3139353 h 6382977"/>
              <a:gd name="connsiteX1290" fmla="*/ 4863568 w 6501199"/>
              <a:gd name="connsiteY1290" fmla="*/ 3138794 h 6382977"/>
              <a:gd name="connsiteX1291" fmla="*/ 307698 w 6501199"/>
              <a:gd name="connsiteY1291" fmla="*/ 3133323 h 6382977"/>
              <a:gd name="connsiteX1292" fmla="*/ 341705 w 6501199"/>
              <a:gd name="connsiteY1292" fmla="*/ 3133323 h 6382977"/>
              <a:gd name="connsiteX1293" fmla="*/ 312351 w 6501199"/>
              <a:gd name="connsiteY1293" fmla="*/ 3154037 h 6382977"/>
              <a:gd name="connsiteX1294" fmla="*/ 307698 w 6501199"/>
              <a:gd name="connsiteY1294" fmla="*/ 3133323 h 6382977"/>
              <a:gd name="connsiteX1295" fmla="*/ 5251836 w 6501199"/>
              <a:gd name="connsiteY1295" fmla="*/ 3124200 h 6382977"/>
              <a:gd name="connsiteX1296" fmla="*/ 5217275 w 6501199"/>
              <a:gd name="connsiteY1296" fmla="*/ 3149274 h 6382977"/>
              <a:gd name="connsiteX1297" fmla="*/ 5251836 w 6501199"/>
              <a:gd name="connsiteY1297" fmla="*/ 3124200 h 6382977"/>
              <a:gd name="connsiteX1298" fmla="*/ 4829368 w 6501199"/>
              <a:gd name="connsiteY1298" fmla="*/ 3118273 h 6382977"/>
              <a:gd name="connsiteX1299" fmla="*/ 4821943 w 6501199"/>
              <a:gd name="connsiteY1299" fmla="*/ 3129974 h 6382977"/>
              <a:gd name="connsiteX1300" fmla="*/ 4819751 w 6501199"/>
              <a:gd name="connsiteY1300" fmla="*/ 3131249 h 6382977"/>
              <a:gd name="connsiteX1301" fmla="*/ 4819546 w 6501199"/>
              <a:gd name="connsiteY1301" fmla="*/ 3136770 h 6382977"/>
              <a:gd name="connsiteX1302" fmla="*/ 4808694 w 6501199"/>
              <a:gd name="connsiteY1302" fmla="*/ 3147965 h 6382977"/>
              <a:gd name="connsiteX1303" fmla="*/ 4800899 w 6501199"/>
              <a:gd name="connsiteY1303" fmla="*/ 3149873 h 6382977"/>
              <a:gd name="connsiteX1304" fmla="*/ 4799313 w 6501199"/>
              <a:gd name="connsiteY1304" fmla="*/ 3155260 h 6382977"/>
              <a:gd name="connsiteX1305" fmla="*/ 4806688 w 6501199"/>
              <a:gd name="connsiteY1305" fmla="*/ 3161476 h 6382977"/>
              <a:gd name="connsiteX1306" fmla="*/ 4840528 w 6501199"/>
              <a:gd name="connsiteY1306" fmla="*/ 3129794 h 6382977"/>
              <a:gd name="connsiteX1307" fmla="*/ 4839623 w 6501199"/>
              <a:gd name="connsiteY1307" fmla="*/ 3124398 h 6382977"/>
              <a:gd name="connsiteX1308" fmla="*/ 4836450 w 6501199"/>
              <a:gd name="connsiteY1308" fmla="*/ 3123947 h 6382977"/>
              <a:gd name="connsiteX1309" fmla="*/ 4830628 w 6501199"/>
              <a:gd name="connsiteY1309" fmla="*/ 3118783 h 6382977"/>
              <a:gd name="connsiteX1310" fmla="*/ 5750351 w 6501199"/>
              <a:gd name="connsiteY1310" fmla="*/ 3106737 h 6382977"/>
              <a:gd name="connsiteX1311" fmla="*/ 5750351 w 6501199"/>
              <a:gd name="connsiteY1311" fmla="*/ 3122730 h 6382977"/>
              <a:gd name="connsiteX1312" fmla="*/ 5772803 w 6501199"/>
              <a:gd name="connsiteY1312" fmla="*/ 3120242 h 6382977"/>
              <a:gd name="connsiteX1313" fmla="*/ 5770665 w 6501199"/>
              <a:gd name="connsiteY1313" fmla="*/ 3145121 h 6382977"/>
              <a:gd name="connsiteX1314" fmla="*/ 5736809 w 6501199"/>
              <a:gd name="connsiteY1314" fmla="*/ 3142633 h 6382977"/>
              <a:gd name="connsiteX1315" fmla="*/ 5750351 w 6501199"/>
              <a:gd name="connsiteY1315" fmla="*/ 3106737 h 6382977"/>
              <a:gd name="connsiteX1316" fmla="*/ 5484769 w 6501199"/>
              <a:gd name="connsiteY1316" fmla="*/ 3106737 h 6382977"/>
              <a:gd name="connsiteX1317" fmla="*/ 5484769 w 6501199"/>
              <a:gd name="connsiteY1317" fmla="*/ 3131779 h 6382977"/>
              <a:gd name="connsiteX1318" fmla="*/ 5484769 w 6501199"/>
              <a:gd name="connsiteY1318" fmla="*/ 3106737 h 6382977"/>
              <a:gd name="connsiteX1319" fmla="*/ 4924008 w 6501199"/>
              <a:gd name="connsiteY1319" fmla="*/ 3097051 h 6382977"/>
              <a:gd name="connsiteX1320" fmla="*/ 4910710 w 6501199"/>
              <a:gd name="connsiteY1320" fmla="*/ 3097739 h 6382977"/>
              <a:gd name="connsiteX1321" fmla="*/ 4902350 w 6501199"/>
              <a:gd name="connsiteY1321" fmla="*/ 3103403 h 6382977"/>
              <a:gd name="connsiteX1322" fmla="*/ 4902135 w 6501199"/>
              <a:gd name="connsiteY1322" fmla="*/ 3105321 h 6382977"/>
              <a:gd name="connsiteX1323" fmla="*/ 4912776 w 6501199"/>
              <a:gd name="connsiteY1323" fmla="*/ 3102100 h 6382977"/>
              <a:gd name="connsiteX1324" fmla="*/ 5508494 w 6501199"/>
              <a:gd name="connsiteY1324" fmla="*/ 3087687 h 6382977"/>
              <a:gd name="connsiteX1325" fmla="*/ 5513080 w 6501199"/>
              <a:gd name="connsiteY1325" fmla="*/ 3101826 h 6382977"/>
              <a:gd name="connsiteX1326" fmla="*/ 5519782 w 6501199"/>
              <a:gd name="connsiteY1326" fmla="*/ 3094756 h 6382977"/>
              <a:gd name="connsiteX1327" fmla="*/ 5504260 w 6501199"/>
              <a:gd name="connsiteY1327" fmla="*/ 3108895 h 6382977"/>
              <a:gd name="connsiteX1328" fmla="*/ 5495088 w 6501199"/>
              <a:gd name="connsiteY1328" fmla="*/ 3096989 h 6382977"/>
              <a:gd name="connsiteX1329" fmla="*/ 5508494 w 6501199"/>
              <a:gd name="connsiteY1329" fmla="*/ 3087687 h 6382977"/>
              <a:gd name="connsiteX1330" fmla="*/ 236622 w 6501199"/>
              <a:gd name="connsiteY1330" fmla="*/ 3068637 h 6382977"/>
              <a:gd name="connsiteX1331" fmla="*/ 257055 w 6501199"/>
              <a:gd name="connsiteY1331" fmla="*/ 3125043 h 6382977"/>
              <a:gd name="connsiteX1332" fmla="*/ 268526 w 6501199"/>
              <a:gd name="connsiteY1332" fmla="*/ 3122901 h 6382977"/>
              <a:gd name="connsiteX1333" fmla="*/ 266016 w 6501199"/>
              <a:gd name="connsiteY1333" fmla="*/ 3093627 h 6382977"/>
              <a:gd name="connsiteX1334" fmla="*/ 306882 w 6501199"/>
              <a:gd name="connsiteY1334" fmla="*/ 3086844 h 6382977"/>
              <a:gd name="connsiteX1335" fmla="*/ 270676 w 6501199"/>
              <a:gd name="connsiteY1335" fmla="*/ 3133968 h 6382977"/>
              <a:gd name="connsiteX1336" fmla="*/ 232320 w 6501199"/>
              <a:gd name="connsiteY1336" fmla="*/ 3142893 h 6382977"/>
              <a:gd name="connsiteX1337" fmla="*/ 211888 w 6501199"/>
              <a:gd name="connsiteY1337" fmla="*/ 3111477 h 6382977"/>
              <a:gd name="connsiteX1338" fmla="*/ 234471 w 6501199"/>
              <a:gd name="connsiteY1338" fmla="*/ 3093627 h 6382977"/>
              <a:gd name="connsiteX1339" fmla="*/ 236622 w 6501199"/>
              <a:gd name="connsiteY1339" fmla="*/ 3068637 h 6382977"/>
              <a:gd name="connsiteX1340" fmla="*/ 272159 w 6501199"/>
              <a:gd name="connsiteY1340" fmla="*/ 3056008 h 6382977"/>
              <a:gd name="connsiteX1341" fmla="*/ 288212 w 6501199"/>
              <a:gd name="connsiteY1341" fmla="*/ 3080980 h 6382977"/>
              <a:gd name="connsiteX1342" fmla="*/ 270018 w 6501199"/>
              <a:gd name="connsiteY1342" fmla="*/ 3076342 h 6382977"/>
              <a:gd name="connsiteX1343" fmla="*/ 272159 w 6501199"/>
              <a:gd name="connsiteY1343" fmla="*/ 3056008 h 6382977"/>
              <a:gd name="connsiteX1344" fmla="*/ 4215383 w 6501199"/>
              <a:gd name="connsiteY1344" fmla="*/ 3048428 h 6382977"/>
              <a:gd name="connsiteX1345" fmla="*/ 4196573 w 6501199"/>
              <a:gd name="connsiteY1345" fmla="*/ 3051972 h 6382977"/>
              <a:gd name="connsiteX1346" fmla="*/ 4192107 w 6501199"/>
              <a:gd name="connsiteY1346" fmla="*/ 3052195 h 6382977"/>
              <a:gd name="connsiteX1347" fmla="*/ 4192450 w 6501199"/>
              <a:gd name="connsiteY1347" fmla="*/ 3054006 h 6382977"/>
              <a:gd name="connsiteX1348" fmla="*/ 4201265 w 6501199"/>
              <a:gd name="connsiteY1348" fmla="*/ 3054090 h 6382977"/>
              <a:gd name="connsiteX1349" fmla="*/ 4199927 w 6501199"/>
              <a:gd name="connsiteY1349" fmla="*/ 3058818 h 6382977"/>
              <a:gd name="connsiteX1350" fmla="*/ 4205123 w 6501199"/>
              <a:gd name="connsiteY1350" fmla="*/ 3058689 h 6382977"/>
              <a:gd name="connsiteX1351" fmla="*/ 4237883 w 6501199"/>
              <a:gd name="connsiteY1351" fmla="*/ 3061389 h 6382977"/>
              <a:gd name="connsiteX1352" fmla="*/ 4215383 w 6501199"/>
              <a:gd name="connsiteY1352" fmla="*/ 3048428 h 6382977"/>
              <a:gd name="connsiteX1353" fmla="*/ 4388844 w 6501199"/>
              <a:gd name="connsiteY1353" fmla="*/ 3045528 h 6382977"/>
              <a:gd name="connsiteX1354" fmla="*/ 4383325 w 6501199"/>
              <a:gd name="connsiteY1354" fmla="*/ 3048068 h 6382977"/>
              <a:gd name="connsiteX1355" fmla="*/ 4388506 w 6501199"/>
              <a:gd name="connsiteY1355" fmla="*/ 3047689 h 6382977"/>
              <a:gd name="connsiteX1356" fmla="*/ 4306351 w 6501199"/>
              <a:gd name="connsiteY1356" fmla="*/ 3042775 h 6382977"/>
              <a:gd name="connsiteX1357" fmla="*/ 4293955 w 6501199"/>
              <a:gd name="connsiteY1357" fmla="*/ 3045572 h 6382977"/>
              <a:gd name="connsiteX1358" fmla="*/ 4292058 w 6501199"/>
              <a:gd name="connsiteY1358" fmla="*/ 3047264 h 6382977"/>
              <a:gd name="connsiteX1359" fmla="*/ 4288455 w 6501199"/>
              <a:gd name="connsiteY1359" fmla="*/ 3048398 h 6382977"/>
              <a:gd name="connsiteX1360" fmla="*/ 4278406 w 6501199"/>
              <a:gd name="connsiteY1360" fmla="*/ 3053609 h 6382977"/>
              <a:gd name="connsiteX1361" fmla="*/ 4265243 w 6501199"/>
              <a:gd name="connsiteY1361" fmla="*/ 3059229 h 6382977"/>
              <a:gd name="connsiteX1362" fmla="*/ 4310604 w 6501199"/>
              <a:gd name="connsiteY1362" fmla="*/ 3052748 h 6382977"/>
              <a:gd name="connsiteX1363" fmla="*/ 4308468 w 6501199"/>
              <a:gd name="connsiteY1363" fmla="*/ 3047738 h 6382977"/>
              <a:gd name="connsiteX1364" fmla="*/ 4308197 w 6501199"/>
              <a:gd name="connsiteY1364" fmla="*/ 3047610 h 6382977"/>
              <a:gd name="connsiteX1365" fmla="*/ 4308331 w 6501199"/>
              <a:gd name="connsiteY1365" fmla="*/ 3047416 h 6382977"/>
              <a:gd name="connsiteX1366" fmla="*/ 5868122 w 6501199"/>
              <a:gd name="connsiteY1366" fmla="*/ 3040271 h 6382977"/>
              <a:gd name="connsiteX1367" fmla="*/ 5877321 w 6501199"/>
              <a:gd name="connsiteY1367" fmla="*/ 3045827 h 6382977"/>
              <a:gd name="connsiteX1368" fmla="*/ 5852879 w 6501199"/>
              <a:gd name="connsiteY1368" fmla="*/ 3068275 h 6382977"/>
              <a:gd name="connsiteX1369" fmla="*/ 5868122 w 6501199"/>
              <a:gd name="connsiteY1369" fmla="*/ 3040271 h 6382977"/>
              <a:gd name="connsiteX1370" fmla="*/ 4407815 w 6501199"/>
              <a:gd name="connsiteY1370" fmla="*/ 3036798 h 6382977"/>
              <a:gd name="connsiteX1371" fmla="*/ 4405764 w 6501199"/>
              <a:gd name="connsiteY1371" fmla="*/ 3037741 h 6382977"/>
              <a:gd name="connsiteX1372" fmla="*/ 4408287 w 6501199"/>
              <a:gd name="connsiteY1372" fmla="*/ 3038609 h 6382977"/>
              <a:gd name="connsiteX1373" fmla="*/ 4095727 w 6501199"/>
              <a:gd name="connsiteY1373" fmla="*/ 3030787 h 6382977"/>
              <a:gd name="connsiteX1374" fmla="*/ 4078762 w 6501199"/>
              <a:gd name="connsiteY1374" fmla="*/ 3032227 h 6382977"/>
              <a:gd name="connsiteX1375" fmla="*/ 4078350 w 6501199"/>
              <a:gd name="connsiteY1375" fmla="*/ 3033432 h 6382977"/>
              <a:gd name="connsiteX1376" fmla="*/ 4078493 w 6501199"/>
              <a:gd name="connsiteY1376" fmla="*/ 3033929 h 6382977"/>
              <a:gd name="connsiteX1377" fmla="*/ 4078252 w 6501199"/>
              <a:gd name="connsiteY1377" fmla="*/ 3033717 h 6382977"/>
              <a:gd name="connsiteX1378" fmla="*/ 4075297 w 6501199"/>
              <a:gd name="connsiteY1378" fmla="*/ 3042353 h 6382977"/>
              <a:gd name="connsiteX1379" fmla="*/ 4072940 w 6501199"/>
              <a:gd name="connsiteY1379" fmla="*/ 3046251 h 6382977"/>
              <a:gd name="connsiteX1380" fmla="*/ 4071466 w 6501199"/>
              <a:gd name="connsiteY1380" fmla="*/ 3047470 h 6382977"/>
              <a:gd name="connsiteX1381" fmla="*/ 4070645 w 6501199"/>
              <a:gd name="connsiteY1381" fmla="*/ 3052611 h 6382977"/>
              <a:gd name="connsiteX1382" fmla="*/ 4067967 w 6501199"/>
              <a:gd name="connsiteY1382" fmla="*/ 3052987 h 6382977"/>
              <a:gd name="connsiteX1383" fmla="*/ 4075128 w 6501199"/>
              <a:gd name="connsiteY1383" fmla="*/ 3053581 h 6382977"/>
              <a:gd name="connsiteX1384" fmla="*/ 4098922 w 6501199"/>
              <a:gd name="connsiteY1384" fmla="*/ 3041228 h 6382977"/>
              <a:gd name="connsiteX1385" fmla="*/ 4100954 w 6501199"/>
              <a:gd name="connsiteY1385" fmla="*/ 3033265 h 6382977"/>
              <a:gd name="connsiteX1386" fmla="*/ 4100871 w 6501199"/>
              <a:gd name="connsiteY1386" fmla="*/ 3033087 h 6382977"/>
              <a:gd name="connsiteX1387" fmla="*/ 4032443 w 6501199"/>
              <a:gd name="connsiteY1387" fmla="*/ 3029717 h 6382977"/>
              <a:gd name="connsiteX1388" fmla="*/ 4031748 w 6501199"/>
              <a:gd name="connsiteY1388" fmla="*/ 3034279 h 6382977"/>
              <a:gd name="connsiteX1389" fmla="*/ 4035202 w 6501199"/>
              <a:gd name="connsiteY1389" fmla="*/ 3030067 h 6382977"/>
              <a:gd name="connsiteX1390" fmla="*/ 4335804 w 6501199"/>
              <a:gd name="connsiteY1390" fmla="*/ 3027547 h 6382977"/>
              <a:gd name="connsiteX1391" fmla="*/ 4335394 w 6501199"/>
              <a:gd name="connsiteY1391" fmla="*/ 3028367 h 6382977"/>
              <a:gd name="connsiteX1392" fmla="*/ 4336572 w 6501199"/>
              <a:gd name="connsiteY1392" fmla="*/ 3028072 h 6382977"/>
              <a:gd name="connsiteX1393" fmla="*/ 5916912 w 6501199"/>
              <a:gd name="connsiteY1393" fmla="*/ 3025775 h 6382977"/>
              <a:gd name="connsiteX1394" fmla="*/ 5894001 w 6501199"/>
              <a:gd name="connsiteY1394" fmla="*/ 3060332 h 6382977"/>
              <a:gd name="connsiteX1395" fmla="*/ 5916912 w 6501199"/>
              <a:gd name="connsiteY1395" fmla="*/ 3025775 h 6382977"/>
              <a:gd name="connsiteX1396" fmla="*/ 4193693 w 6501199"/>
              <a:gd name="connsiteY1396" fmla="*/ 3015486 h 6382977"/>
              <a:gd name="connsiteX1397" fmla="*/ 4183163 w 6501199"/>
              <a:gd name="connsiteY1397" fmla="*/ 3023226 h 6382977"/>
              <a:gd name="connsiteX1398" fmla="*/ 4192937 w 6501199"/>
              <a:gd name="connsiteY1398" fmla="*/ 3024900 h 6382977"/>
              <a:gd name="connsiteX1399" fmla="*/ 4194425 w 6501199"/>
              <a:gd name="connsiteY1399" fmla="*/ 3022768 h 6382977"/>
              <a:gd name="connsiteX1400" fmla="*/ 4194080 w 6501199"/>
              <a:gd name="connsiteY1400" fmla="*/ 3025096 h 6382977"/>
              <a:gd name="connsiteX1401" fmla="*/ 4197878 w 6501199"/>
              <a:gd name="connsiteY1401" fmla="*/ 3025746 h 6382977"/>
              <a:gd name="connsiteX1402" fmla="*/ 4205843 w 6501199"/>
              <a:gd name="connsiteY1402" fmla="*/ 3016386 h 6382977"/>
              <a:gd name="connsiteX1403" fmla="*/ 4193693 w 6501199"/>
              <a:gd name="connsiteY1403" fmla="*/ 3015486 h 6382977"/>
              <a:gd name="connsiteX1404" fmla="*/ 4361576 w 6501199"/>
              <a:gd name="connsiteY1404" fmla="*/ 3011879 h 6382977"/>
              <a:gd name="connsiteX1405" fmla="*/ 4357928 w 6501199"/>
              <a:gd name="connsiteY1405" fmla="*/ 3015297 h 6382977"/>
              <a:gd name="connsiteX1406" fmla="*/ 4360644 w 6501199"/>
              <a:gd name="connsiteY1406" fmla="*/ 3016386 h 6382977"/>
              <a:gd name="connsiteX1407" fmla="*/ 4072727 w 6501199"/>
              <a:gd name="connsiteY1407" fmla="*/ 3011063 h 6382977"/>
              <a:gd name="connsiteX1408" fmla="*/ 4071568 w 6501199"/>
              <a:gd name="connsiteY1408" fmla="*/ 3011132 h 6382977"/>
              <a:gd name="connsiteX1409" fmla="*/ 4071111 w 6501199"/>
              <a:gd name="connsiteY1409" fmla="*/ 3011435 h 6382977"/>
              <a:gd name="connsiteX1410" fmla="*/ 4072102 w 6501199"/>
              <a:gd name="connsiteY1410" fmla="*/ 3011743 h 6382977"/>
              <a:gd name="connsiteX1411" fmla="*/ 4074764 w 6501199"/>
              <a:gd name="connsiteY1411" fmla="*/ 3020983 h 6382977"/>
              <a:gd name="connsiteX1412" fmla="*/ 4083892 w 6501199"/>
              <a:gd name="connsiteY1412" fmla="*/ 3019986 h 6382977"/>
              <a:gd name="connsiteX1413" fmla="*/ 4095131 w 6501199"/>
              <a:gd name="connsiteY1413" fmla="*/ 3020875 h 6382977"/>
              <a:gd name="connsiteX1414" fmla="*/ 4095170 w 6501199"/>
              <a:gd name="connsiteY1414" fmla="*/ 3020909 h 6382977"/>
              <a:gd name="connsiteX1415" fmla="*/ 4094913 w 6501199"/>
              <a:gd name="connsiteY1415" fmla="*/ 3020360 h 6382977"/>
              <a:gd name="connsiteX1416" fmla="*/ 4110618 w 6501199"/>
              <a:gd name="connsiteY1416" fmla="*/ 3016099 h 6382977"/>
              <a:gd name="connsiteX1417" fmla="*/ 4116136 w 6501199"/>
              <a:gd name="connsiteY1417" fmla="*/ 3015796 h 6382977"/>
              <a:gd name="connsiteX1418" fmla="*/ 4117283 w 6501199"/>
              <a:gd name="connsiteY1418" fmla="*/ 3013866 h 6382977"/>
              <a:gd name="connsiteX1419" fmla="*/ 4093482 w 6501199"/>
              <a:gd name="connsiteY1419" fmla="*/ 3011102 h 6382977"/>
              <a:gd name="connsiteX1420" fmla="*/ 4091641 w 6501199"/>
              <a:gd name="connsiteY1420" fmla="*/ 3011720 h 6382977"/>
              <a:gd name="connsiteX1421" fmla="*/ 4076380 w 6501199"/>
              <a:gd name="connsiteY1421" fmla="*/ 3012563 h 6382977"/>
              <a:gd name="connsiteX1422" fmla="*/ 4367008 w 6501199"/>
              <a:gd name="connsiteY1422" fmla="*/ 3006788 h 6382977"/>
              <a:gd name="connsiteX1423" fmla="*/ 4366487 w 6501199"/>
              <a:gd name="connsiteY1423" fmla="*/ 3007276 h 6382977"/>
              <a:gd name="connsiteX1424" fmla="*/ 4367461 w 6501199"/>
              <a:gd name="connsiteY1424" fmla="*/ 3007031 h 6382977"/>
              <a:gd name="connsiteX1425" fmla="*/ 4367450 w 6501199"/>
              <a:gd name="connsiteY1425" fmla="*/ 3007008 h 6382977"/>
              <a:gd name="connsiteX1426" fmla="*/ 4324238 w 6501199"/>
              <a:gd name="connsiteY1426" fmla="*/ 3006301 h 6382977"/>
              <a:gd name="connsiteX1427" fmla="*/ 4315284 w 6501199"/>
              <a:gd name="connsiteY1427" fmla="*/ 3011706 h 6382977"/>
              <a:gd name="connsiteX1428" fmla="*/ 4337964 w 6501199"/>
              <a:gd name="connsiteY1428" fmla="*/ 3012290 h 6382977"/>
              <a:gd name="connsiteX1429" fmla="*/ 4338159 w 6501199"/>
              <a:gd name="connsiteY1429" fmla="*/ 3012281 h 6382977"/>
              <a:gd name="connsiteX1430" fmla="*/ 4324039 w 6501199"/>
              <a:gd name="connsiteY1430" fmla="*/ 3006568 h 6382977"/>
              <a:gd name="connsiteX1431" fmla="*/ 5786830 w 6501199"/>
              <a:gd name="connsiteY1431" fmla="*/ 2997200 h 6382977"/>
              <a:gd name="connsiteX1432" fmla="*/ 5739563 w 6501199"/>
              <a:gd name="connsiteY1432" fmla="*/ 3055579 h 6382977"/>
              <a:gd name="connsiteX1433" fmla="*/ 5786830 w 6501199"/>
              <a:gd name="connsiteY1433" fmla="*/ 2997200 h 6382977"/>
              <a:gd name="connsiteX1434" fmla="*/ 3630322 w 6501199"/>
              <a:gd name="connsiteY1434" fmla="*/ 2994339 h 6382977"/>
              <a:gd name="connsiteX1435" fmla="*/ 3621390 w 6501199"/>
              <a:gd name="connsiteY1435" fmla="*/ 3001287 h 6382977"/>
              <a:gd name="connsiteX1436" fmla="*/ 3621348 w 6501199"/>
              <a:gd name="connsiteY1436" fmla="*/ 3004042 h 6382977"/>
              <a:gd name="connsiteX1437" fmla="*/ 3627725 w 6501199"/>
              <a:gd name="connsiteY1437" fmla="*/ 3009088 h 6382977"/>
              <a:gd name="connsiteX1438" fmla="*/ 4547065 w 6501199"/>
              <a:gd name="connsiteY1438" fmla="*/ 2992982 h 6382977"/>
              <a:gd name="connsiteX1439" fmla="*/ 4537162 w 6501199"/>
              <a:gd name="connsiteY1439" fmla="*/ 2993210 h 6382977"/>
              <a:gd name="connsiteX1440" fmla="*/ 4540466 w 6501199"/>
              <a:gd name="connsiteY1440" fmla="*/ 3003373 h 6382977"/>
              <a:gd name="connsiteX1441" fmla="*/ 4544423 w 6501199"/>
              <a:gd name="connsiteY1441" fmla="*/ 3006464 h 6382977"/>
              <a:gd name="connsiteX1442" fmla="*/ 4545360 w 6501199"/>
              <a:gd name="connsiteY1442" fmla="*/ 3005810 h 6382977"/>
              <a:gd name="connsiteX1443" fmla="*/ 4547126 w 6501199"/>
              <a:gd name="connsiteY1443" fmla="*/ 2998025 h 6382977"/>
              <a:gd name="connsiteX1444" fmla="*/ 4547711 w 6501199"/>
              <a:gd name="connsiteY1444" fmla="*/ 3004865 h 6382977"/>
              <a:gd name="connsiteX1445" fmla="*/ 4550589 w 6501199"/>
              <a:gd name="connsiteY1445" fmla="*/ 3009673 h 6382977"/>
              <a:gd name="connsiteX1446" fmla="*/ 4560583 w 6501199"/>
              <a:gd name="connsiteY1446" fmla="*/ 3004408 h 6382977"/>
              <a:gd name="connsiteX1447" fmla="*/ 4551447 w 6501199"/>
              <a:gd name="connsiteY1447" fmla="*/ 2997297 h 6382977"/>
              <a:gd name="connsiteX1448" fmla="*/ 4603788 w 6501199"/>
              <a:gd name="connsiteY1448" fmla="*/ 2992887 h 6382977"/>
              <a:gd name="connsiteX1449" fmla="*/ 4603654 w 6501199"/>
              <a:gd name="connsiteY1449" fmla="*/ 2993581 h 6382977"/>
              <a:gd name="connsiteX1450" fmla="*/ 4605583 w 6501199"/>
              <a:gd name="connsiteY1450" fmla="*/ 2993342 h 6382977"/>
              <a:gd name="connsiteX1451" fmla="*/ 538976 w 6501199"/>
              <a:gd name="connsiteY1451" fmla="*/ 2991057 h 6382977"/>
              <a:gd name="connsiteX1452" fmla="*/ 505155 w 6501199"/>
              <a:gd name="connsiteY1452" fmla="*/ 3020769 h 6382977"/>
              <a:gd name="connsiteX1453" fmla="*/ 566361 w 6501199"/>
              <a:gd name="connsiteY1453" fmla="*/ 3018610 h 6382977"/>
              <a:gd name="connsiteX1454" fmla="*/ 555200 w 6501199"/>
              <a:gd name="connsiteY1454" fmla="*/ 2991254 h 6382977"/>
              <a:gd name="connsiteX1455" fmla="*/ 538976 w 6501199"/>
              <a:gd name="connsiteY1455" fmla="*/ 2991057 h 6382977"/>
              <a:gd name="connsiteX1456" fmla="*/ 5461339 w 6501199"/>
              <a:gd name="connsiteY1456" fmla="*/ 2990762 h 6382977"/>
              <a:gd name="connsiteX1457" fmla="*/ 5415602 w 6501199"/>
              <a:gd name="connsiteY1457" fmla="*/ 3031765 h 6382977"/>
              <a:gd name="connsiteX1458" fmla="*/ 5408760 w 6501199"/>
              <a:gd name="connsiteY1458" fmla="*/ 3018098 h 6382977"/>
              <a:gd name="connsiteX1459" fmla="*/ 5395075 w 6501199"/>
              <a:gd name="connsiteY1459" fmla="*/ 3022773 h 6382977"/>
              <a:gd name="connsiteX1460" fmla="*/ 5461339 w 6501199"/>
              <a:gd name="connsiteY1460" fmla="*/ 2990762 h 6382977"/>
              <a:gd name="connsiteX1461" fmla="*/ 4622150 w 6501199"/>
              <a:gd name="connsiteY1461" fmla="*/ 2990727 h 6382977"/>
              <a:gd name="connsiteX1462" fmla="*/ 4622069 w 6501199"/>
              <a:gd name="connsiteY1462" fmla="*/ 2991295 h 6382977"/>
              <a:gd name="connsiteX1463" fmla="*/ 4622890 w 6501199"/>
              <a:gd name="connsiteY1463" fmla="*/ 2991193 h 6382977"/>
              <a:gd name="connsiteX1464" fmla="*/ 3933222 w 6501199"/>
              <a:gd name="connsiteY1464" fmla="*/ 2990008 h 6382977"/>
              <a:gd name="connsiteX1465" fmla="*/ 3933123 w 6501199"/>
              <a:gd name="connsiteY1465" fmla="*/ 2990039 h 6382977"/>
              <a:gd name="connsiteX1466" fmla="*/ 3921218 w 6501199"/>
              <a:gd name="connsiteY1466" fmla="*/ 2993671 h 6382977"/>
              <a:gd name="connsiteX1467" fmla="*/ 3923123 w 6501199"/>
              <a:gd name="connsiteY1467" fmla="*/ 2996117 h 6382977"/>
              <a:gd name="connsiteX1468" fmla="*/ 3927336 w 6501199"/>
              <a:gd name="connsiteY1468" fmla="*/ 2996089 h 6382977"/>
              <a:gd name="connsiteX1469" fmla="*/ 3932141 w 6501199"/>
              <a:gd name="connsiteY1469" fmla="*/ 2995950 h 6382977"/>
              <a:gd name="connsiteX1470" fmla="*/ 3933578 w 6501199"/>
              <a:gd name="connsiteY1470" fmla="*/ 2991132 h 6382977"/>
              <a:gd name="connsiteX1471" fmla="*/ 4691017 w 6501199"/>
              <a:gd name="connsiteY1471" fmla="*/ 2986554 h 6382977"/>
              <a:gd name="connsiteX1472" fmla="*/ 4673534 w 6501199"/>
              <a:gd name="connsiteY1472" fmla="*/ 2992381 h 6382977"/>
              <a:gd name="connsiteX1473" fmla="*/ 4672894 w 6501199"/>
              <a:gd name="connsiteY1473" fmla="*/ 2992111 h 6382977"/>
              <a:gd name="connsiteX1474" fmla="*/ 4668329 w 6501199"/>
              <a:gd name="connsiteY1474" fmla="*/ 2994998 h 6382977"/>
              <a:gd name="connsiteX1475" fmla="*/ 4658727 w 6501199"/>
              <a:gd name="connsiteY1475" fmla="*/ 2998025 h 6382977"/>
              <a:gd name="connsiteX1476" fmla="*/ 4670247 w 6501199"/>
              <a:gd name="connsiteY1476" fmla="*/ 3007025 h 6382977"/>
              <a:gd name="connsiteX1477" fmla="*/ 4672623 w 6501199"/>
              <a:gd name="connsiteY1477" fmla="*/ 3004262 h 6382977"/>
              <a:gd name="connsiteX1478" fmla="*/ 4672837 w 6501199"/>
              <a:gd name="connsiteY1478" fmla="*/ 3001962 h 6382977"/>
              <a:gd name="connsiteX1479" fmla="*/ 4673723 w 6501199"/>
              <a:gd name="connsiteY1479" fmla="*/ 3002982 h 6382977"/>
              <a:gd name="connsiteX1480" fmla="*/ 4675973 w 6501199"/>
              <a:gd name="connsiteY1480" fmla="*/ 3000365 h 6382977"/>
              <a:gd name="connsiteX1481" fmla="*/ 4699767 w 6501199"/>
              <a:gd name="connsiteY1481" fmla="*/ 2989024 h 6382977"/>
              <a:gd name="connsiteX1482" fmla="*/ 4711900 w 6501199"/>
              <a:gd name="connsiteY1482" fmla="*/ 2983694 h 6382977"/>
              <a:gd name="connsiteX1483" fmla="*/ 4710927 w 6501199"/>
              <a:gd name="connsiteY1483" fmla="*/ 2984344 h 6382977"/>
              <a:gd name="connsiteX1484" fmla="*/ 4712850 w 6501199"/>
              <a:gd name="connsiteY1484" fmla="*/ 2984539 h 6382977"/>
              <a:gd name="connsiteX1485" fmla="*/ 4607966 w 6501199"/>
              <a:gd name="connsiteY1485" fmla="*/ 2978493 h 6382977"/>
              <a:gd name="connsiteX1486" fmla="*/ 4596786 w 6501199"/>
              <a:gd name="connsiteY1486" fmla="*/ 2983152 h 6382977"/>
              <a:gd name="connsiteX1487" fmla="*/ 4612789 w 6501199"/>
              <a:gd name="connsiteY1487" fmla="*/ 2988567 h 6382977"/>
              <a:gd name="connsiteX1488" fmla="*/ 4622363 w 6501199"/>
              <a:gd name="connsiteY1488" fmla="*/ 2980040 h 6382977"/>
              <a:gd name="connsiteX1489" fmla="*/ 5805651 w 6501199"/>
              <a:gd name="connsiteY1489" fmla="*/ 2971949 h 6382977"/>
              <a:gd name="connsiteX1490" fmla="*/ 5812230 w 6501199"/>
              <a:gd name="connsiteY1490" fmla="*/ 2976509 h 6382977"/>
              <a:gd name="connsiteX1491" fmla="*/ 5793985 w 6501199"/>
              <a:gd name="connsiteY1491" fmla="*/ 2996843 h 6382977"/>
              <a:gd name="connsiteX1492" fmla="*/ 5787188 w 6501199"/>
              <a:gd name="connsiteY1492" fmla="*/ 2983287 h 6382977"/>
              <a:gd name="connsiteX1493" fmla="*/ 5805651 w 6501199"/>
              <a:gd name="connsiteY1493" fmla="*/ 2971949 h 6382977"/>
              <a:gd name="connsiteX1494" fmla="*/ 4783185 w 6501199"/>
              <a:gd name="connsiteY1494" fmla="*/ 2971087 h 6382977"/>
              <a:gd name="connsiteX1495" fmla="*/ 4765025 w 6501199"/>
              <a:gd name="connsiteY1495" fmla="*/ 2971576 h 6382977"/>
              <a:gd name="connsiteX1496" fmla="*/ 4762734 w 6501199"/>
              <a:gd name="connsiteY1496" fmla="*/ 2971131 h 6382977"/>
              <a:gd name="connsiteX1497" fmla="*/ 4756512 w 6501199"/>
              <a:gd name="connsiteY1497" fmla="*/ 2978713 h 6382977"/>
              <a:gd name="connsiteX1498" fmla="*/ 4745127 w 6501199"/>
              <a:gd name="connsiteY1498" fmla="*/ 2982183 h 6382977"/>
              <a:gd name="connsiteX1499" fmla="*/ 4774945 w 6501199"/>
              <a:gd name="connsiteY1499" fmla="*/ 2976665 h 6382977"/>
              <a:gd name="connsiteX1500" fmla="*/ 4778028 w 6501199"/>
              <a:gd name="connsiteY1500" fmla="*/ 2976302 h 6382977"/>
              <a:gd name="connsiteX1501" fmla="*/ 4783666 w 6501199"/>
              <a:gd name="connsiteY1501" fmla="*/ 2971773 h 6382977"/>
              <a:gd name="connsiteX1502" fmla="*/ 4743012 w 6501199"/>
              <a:gd name="connsiteY1502" fmla="*/ 2969355 h 6382977"/>
              <a:gd name="connsiteX1503" fmla="*/ 4737297 w 6501199"/>
              <a:gd name="connsiteY1503" fmla="*/ 2970496 h 6382977"/>
              <a:gd name="connsiteX1504" fmla="*/ 4735607 w 6501199"/>
              <a:gd name="connsiteY1504" fmla="*/ 2975775 h 6382977"/>
              <a:gd name="connsiteX1505" fmla="*/ 4724715 w 6501199"/>
              <a:gd name="connsiteY1505" fmla="*/ 2982728 h 6382977"/>
              <a:gd name="connsiteX1506" fmla="*/ 4723999 w 6501199"/>
              <a:gd name="connsiteY1506" fmla="*/ 2985668 h 6382977"/>
              <a:gd name="connsiteX1507" fmla="*/ 4724697 w 6501199"/>
              <a:gd name="connsiteY1507" fmla="*/ 2985739 h 6382977"/>
              <a:gd name="connsiteX1508" fmla="*/ 4731447 w 6501199"/>
              <a:gd name="connsiteY1508" fmla="*/ 2989024 h 6382977"/>
              <a:gd name="connsiteX1509" fmla="*/ 4743687 w 6501199"/>
              <a:gd name="connsiteY1509" fmla="*/ 2980383 h 6382977"/>
              <a:gd name="connsiteX1510" fmla="*/ 4746729 w 6501199"/>
              <a:gd name="connsiteY1510" fmla="*/ 2970342 h 6382977"/>
              <a:gd name="connsiteX1511" fmla="*/ 6013275 w 6501199"/>
              <a:gd name="connsiteY1511" fmla="*/ 2966567 h 6382977"/>
              <a:gd name="connsiteX1512" fmla="*/ 6023371 w 6501199"/>
              <a:gd name="connsiteY1512" fmla="*/ 2970365 h 6382977"/>
              <a:gd name="connsiteX1513" fmla="*/ 5998929 w 6501199"/>
              <a:gd name="connsiteY1513" fmla="*/ 2988898 h 6382977"/>
              <a:gd name="connsiteX1514" fmla="*/ 6013275 w 6501199"/>
              <a:gd name="connsiteY1514" fmla="*/ 2966567 h 6382977"/>
              <a:gd name="connsiteX1515" fmla="*/ 4686087 w 6501199"/>
              <a:gd name="connsiteY1515" fmla="*/ 2959502 h 6382977"/>
              <a:gd name="connsiteX1516" fmla="*/ 4674342 w 6501199"/>
              <a:gd name="connsiteY1516" fmla="*/ 2967332 h 6382977"/>
              <a:gd name="connsiteX1517" fmla="*/ 4672135 w 6501199"/>
              <a:gd name="connsiteY1517" fmla="*/ 2972286 h 6382977"/>
              <a:gd name="connsiteX1518" fmla="*/ 4691039 w 6501199"/>
              <a:gd name="connsiteY1518" fmla="*/ 2970486 h 6382977"/>
              <a:gd name="connsiteX1519" fmla="*/ 4691951 w 6501199"/>
              <a:gd name="connsiteY1519" fmla="*/ 2970023 h 6382977"/>
              <a:gd name="connsiteX1520" fmla="*/ 4689057 w 6501199"/>
              <a:gd name="connsiteY1520" fmla="*/ 2966612 h 6382977"/>
              <a:gd name="connsiteX1521" fmla="*/ 4686087 w 6501199"/>
              <a:gd name="connsiteY1521" fmla="*/ 2959502 h 6382977"/>
              <a:gd name="connsiteX1522" fmla="*/ 5443824 w 6501199"/>
              <a:gd name="connsiteY1522" fmla="*/ 2959100 h 6382977"/>
              <a:gd name="connsiteX1523" fmla="*/ 5464561 w 6501199"/>
              <a:gd name="connsiteY1523" fmla="*/ 2970348 h 6382977"/>
              <a:gd name="connsiteX1524" fmla="*/ 5439095 w 6501199"/>
              <a:gd name="connsiteY1524" fmla="*/ 2981960 h 6382977"/>
              <a:gd name="connsiteX1525" fmla="*/ 5443824 w 6501199"/>
              <a:gd name="connsiteY1525" fmla="*/ 2959100 h 6382977"/>
              <a:gd name="connsiteX1526" fmla="*/ 5499752 w 6501199"/>
              <a:gd name="connsiteY1526" fmla="*/ 2943378 h 6382977"/>
              <a:gd name="connsiteX1527" fmla="*/ 5481725 w 6501199"/>
              <a:gd name="connsiteY1527" fmla="*/ 2966320 h 6382977"/>
              <a:gd name="connsiteX1528" fmla="*/ 5499752 w 6501199"/>
              <a:gd name="connsiteY1528" fmla="*/ 2943378 h 6382977"/>
              <a:gd name="connsiteX1529" fmla="*/ 5832167 w 6501199"/>
              <a:gd name="connsiteY1529" fmla="*/ 2936875 h 6382977"/>
              <a:gd name="connsiteX1530" fmla="*/ 5815825 w 6501199"/>
              <a:gd name="connsiteY1530" fmla="*/ 2973029 h 6382977"/>
              <a:gd name="connsiteX1531" fmla="*/ 5832167 w 6501199"/>
              <a:gd name="connsiteY1531" fmla="*/ 2936875 h 6382977"/>
              <a:gd name="connsiteX1532" fmla="*/ 4636269 w 6501199"/>
              <a:gd name="connsiteY1532" fmla="*/ 2936119 h 6382977"/>
              <a:gd name="connsiteX1533" fmla="*/ 4632906 w 6501199"/>
              <a:gd name="connsiteY1533" fmla="*/ 2944780 h 6382977"/>
              <a:gd name="connsiteX1534" fmla="*/ 4624310 w 6501199"/>
              <a:gd name="connsiteY1534" fmla="*/ 2954365 h 6382977"/>
              <a:gd name="connsiteX1535" fmla="*/ 4621790 w 6501199"/>
              <a:gd name="connsiteY1535" fmla="*/ 2938255 h 6382977"/>
              <a:gd name="connsiteX1536" fmla="*/ 4622524 w 6501199"/>
              <a:gd name="connsiteY1536" fmla="*/ 2936362 h 6382977"/>
              <a:gd name="connsiteX1537" fmla="*/ 4619846 w 6501199"/>
              <a:gd name="connsiteY1537" fmla="*/ 2936820 h 6382977"/>
              <a:gd name="connsiteX1538" fmla="*/ 4613006 w 6501199"/>
              <a:gd name="connsiteY1538" fmla="*/ 2954822 h 6382977"/>
              <a:gd name="connsiteX1539" fmla="*/ 4613006 w 6501199"/>
              <a:gd name="connsiteY1539" fmla="*/ 2961662 h 6382977"/>
              <a:gd name="connsiteX1540" fmla="*/ 4608686 w 6501199"/>
              <a:gd name="connsiteY1540" fmla="*/ 2968502 h 6382977"/>
              <a:gd name="connsiteX1541" fmla="*/ 4624526 w 6501199"/>
              <a:gd name="connsiteY1541" fmla="*/ 2970663 h 6382977"/>
              <a:gd name="connsiteX1542" fmla="*/ 4640367 w 6501199"/>
              <a:gd name="connsiteY1542" fmla="*/ 2936820 h 6382977"/>
              <a:gd name="connsiteX1543" fmla="*/ 252025 w 6501199"/>
              <a:gd name="connsiteY1543" fmla="*/ 2928937 h 6382977"/>
              <a:gd name="connsiteX1544" fmla="*/ 258854 w 6501199"/>
              <a:gd name="connsiteY1544" fmla="*/ 2958290 h 6382977"/>
              <a:gd name="connsiteX1545" fmla="*/ 227224 w 6501199"/>
              <a:gd name="connsiteY1545" fmla="*/ 2955785 h 6382977"/>
              <a:gd name="connsiteX1546" fmla="*/ 252025 w 6501199"/>
              <a:gd name="connsiteY1546" fmla="*/ 2928937 h 6382977"/>
              <a:gd name="connsiteX1547" fmla="*/ 5626997 w 6501199"/>
              <a:gd name="connsiteY1547" fmla="*/ 2925762 h 6382977"/>
              <a:gd name="connsiteX1548" fmla="*/ 5624866 w 6501199"/>
              <a:gd name="connsiteY1548" fmla="*/ 2934847 h 6382977"/>
              <a:gd name="connsiteX1549" fmla="*/ 5631258 w 6501199"/>
              <a:gd name="connsiteY1549" fmla="*/ 2948657 h 6382977"/>
              <a:gd name="connsiteX1550" fmla="*/ 5618119 w 6501199"/>
              <a:gd name="connsiteY1550" fmla="*/ 2955561 h 6382977"/>
              <a:gd name="connsiteX1551" fmla="*/ 5626997 w 6501199"/>
              <a:gd name="connsiteY1551" fmla="*/ 2925762 h 6382977"/>
              <a:gd name="connsiteX1552" fmla="*/ 5569016 w 6501199"/>
              <a:gd name="connsiteY1552" fmla="*/ 2913062 h 6382977"/>
              <a:gd name="connsiteX1553" fmla="*/ 5557561 w 6501199"/>
              <a:gd name="connsiteY1553" fmla="*/ 2938104 h 6382977"/>
              <a:gd name="connsiteX1554" fmla="*/ 5569016 w 6501199"/>
              <a:gd name="connsiteY1554" fmla="*/ 2913062 h 6382977"/>
              <a:gd name="connsiteX1555" fmla="*/ 4963533 w 6501199"/>
              <a:gd name="connsiteY1555" fmla="*/ 2909563 h 6382977"/>
              <a:gd name="connsiteX1556" fmla="*/ 4956803 w 6501199"/>
              <a:gd name="connsiteY1556" fmla="*/ 2913035 h 6382977"/>
              <a:gd name="connsiteX1557" fmla="*/ 4961344 w 6501199"/>
              <a:gd name="connsiteY1557" fmla="*/ 2914170 h 6382977"/>
              <a:gd name="connsiteX1558" fmla="*/ 5951087 w 6501199"/>
              <a:gd name="connsiteY1558" fmla="*/ 2906294 h 6382977"/>
              <a:gd name="connsiteX1559" fmla="*/ 5955752 w 6501199"/>
              <a:gd name="connsiteY1559" fmla="*/ 2942863 h 6382977"/>
              <a:gd name="connsiteX1560" fmla="*/ 5951087 w 6501199"/>
              <a:gd name="connsiteY1560" fmla="*/ 2906294 h 6382977"/>
              <a:gd name="connsiteX1561" fmla="*/ 5529315 w 6501199"/>
              <a:gd name="connsiteY1561" fmla="*/ 2889250 h 6382977"/>
              <a:gd name="connsiteX1562" fmla="*/ 5495065 w 6501199"/>
              <a:gd name="connsiteY1562" fmla="*/ 2934416 h 6382977"/>
              <a:gd name="connsiteX1563" fmla="*/ 5556716 w 6501199"/>
              <a:gd name="connsiteY1563" fmla="*/ 2889250 h 6382977"/>
              <a:gd name="connsiteX1564" fmla="*/ 5554552 w 6501199"/>
              <a:gd name="connsiteY1564" fmla="*/ 2900362 h 6382977"/>
              <a:gd name="connsiteX1565" fmla="*/ 5558879 w 6501199"/>
              <a:gd name="connsiteY1565" fmla="*/ 2916493 h 6382977"/>
              <a:gd name="connsiteX1566" fmla="*/ 5472351 w 6501199"/>
              <a:gd name="connsiteY1566" fmla="*/ 2988903 h 6382977"/>
              <a:gd name="connsiteX1567" fmla="*/ 5463338 w 6501199"/>
              <a:gd name="connsiteY1567" fmla="*/ 2963811 h 6382977"/>
              <a:gd name="connsiteX1568" fmla="*/ 5529315 w 6501199"/>
              <a:gd name="connsiteY1568" fmla="*/ 2889250 h 6382977"/>
              <a:gd name="connsiteX1569" fmla="*/ 5027369 w 6501199"/>
              <a:gd name="connsiteY1569" fmla="*/ 2856895 h 6382977"/>
              <a:gd name="connsiteX1570" fmla="*/ 5026514 w 6501199"/>
              <a:gd name="connsiteY1570" fmla="*/ 2858920 h 6382977"/>
              <a:gd name="connsiteX1571" fmla="*/ 5024078 w 6501199"/>
              <a:gd name="connsiteY1571" fmla="*/ 2864691 h 6382977"/>
              <a:gd name="connsiteX1572" fmla="*/ 5024153 w 6501199"/>
              <a:gd name="connsiteY1572" fmla="*/ 2865133 h 6382977"/>
              <a:gd name="connsiteX1573" fmla="*/ 5025260 w 6501199"/>
              <a:gd name="connsiteY1573" fmla="*/ 2871928 h 6382977"/>
              <a:gd name="connsiteX1574" fmla="*/ 5031284 w 6501199"/>
              <a:gd name="connsiteY1574" fmla="*/ 2870441 h 6382977"/>
              <a:gd name="connsiteX1575" fmla="*/ 5038529 w 6501199"/>
              <a:gd name="connsiteY1575" fmla="*/ 2859415 h 6382977"/>
              <a:gd name="connsiteX1576" fmla="*/ 5027369 w 6501199"/>
              <a:gd name="connsiteY1576" fmla="*/ 2856895 h 6382977"/>
              <a:gd name="connsiteX1577" fmla="*/ 5886913 w 6501199"/>
              <a:gd name="connsiteY1577" fmla="*/ 2855912 h 6382977"/>
              <a:gd name="connsiteX1578" fmla="*/ 5850209 w 6501199"/>
              <a:gd name="connsiteY1578" fmla="*/ 2928579 h 6382977"/>
              <a:gd name="connsiteX1579" fmla="*/ 5836400 w 6501199"/>
              <a:gd name="connsiteY1579" fmla="*/ 2912470 h 6382977"/>
              <a:gd name="connsiteX1580" fmla="*/ 5886913 w 6501199"/>
              <a:gd name="connsiteY1580" fmla="*/ 2855912 h 6382977"/>
              <a:gd name="connsiteX1581" fmla="*/ 6090037 w 6501199"/>
              <a:gd name="connsiteY1581" fmla="*/ 2844800 h 6382977"/>
              <a:gd name="connsiteX1582" fmla="*/ 6071503 w 6501199"/>
              <a:gd name="connsiteY1582" fmla="*/ 2890150 h 6382977"/>
              <a:gd name="connsiteX1583" fmla="*/ 6043884 w 6501199"/>
              <a:gd name="connsiteY1583" fmla="*/ 2933340 h 6382977"/>
              <a:gd name="connsiteX1584" fmla="*/ 6030075 w 6501199"/>
              <a:gd name="connsiteY1584" fmla="*/ 2924342 h 6382977"/>
              <a:gd name="connsiteX1585" fmla="*/ 6090037 w 6501199"/>
              <a:gd name="connsiteY1585" fmla="*/ 2844800 h 6382977"/>
              <a:gd name="connsiteX1586" fmla="*/ 4907326 w 6501199"/>
              <a:gd name="connsiteY1586" fmla="*/ 2837622 h 6382977"/>
              <a:gd name="connsiteX1587" fmla="*/ 4900963 w 6501199"/>
              <a:gd name="connsiteY1587" fmla="*/ 2839524 h 6382977"/>
              <a:gd name="connsiteX1588" fmla="*/ 4892787 w 6501199"/>
              <a:gd name="connsiteY1588" fmla="*/ 2851488 h 6382977"/>
              <a:gd name="connsiteX1589" fmla="*/ 4910108 w 6501199"/>
              <a:gd name="connsiteY1589" fmla="*/ 2841756 h 6382977"/>
              <a:gd name="connsiteX1590" fmla="*/ 5011169 w 6501199"/>
              <a:gd name="connsiteY1590" fmla="*/ 2834213 h 6382977"/>
              <a:gd name="connsiteX1591" fmla="*/ 5008857 w 6501199"/>
              <a:gd name="connsiteY1591" fmla="*/ 2834951 h 6382977"/>
              <a:gd name="connsiteX1592" fmla="*/ 5006753 w 6501199"/>
              <a:gd name="connsiteY1592" fmla="*/ 2840377 h 6382977"/>
              <a:gd name="connsiteX1593" fmla="*/ 5011494 w 6501199"/>
              <a:gd name="connsiteY1593" fmla="*/ 2834925 h 6382977"/>
              <a:gd name="connsiteX1594" fmla="*/ 5045369 w 6501199"/>
              <a:gd name="connsiteY1594" fmla="*/ 2829533 h 6382977"/>
              <a:gd name="connsiteX1595" fmla="*/ 5036369 w 6501199"/>
              <a:gd name="connsiteY1595" fmla="*/ 2841054 h 6382977"/>
              <a:gd name="connsiteX1596" fmla="*/ 5045369 w 6501199"/>
              <a:gd name="connsiteY1596" fmla="*/ 2861575 h 6382977"/>
              <a:gd name="connsiteX1597" fmla="*/ 5063280 w 6501199"/>
              <a:gd name="connsiteY1597" fmla="*/ 2848434 h 6382977"/>
              <a:gd name="connsiteX1598" fmla="*/ 5067179 w 6501199"/>
              <a:gd name="connsiteY1598" fmla="*/ 2845884 h 6382977"/>
              <a:gd name="connsiteX1599" fmla="*/ 5060844 w 6501199"/>
              <a:gd name="connsiteY1599" fmla="*/ 2837060 h 6382977"/>
              <a:gd name="connsiteX1600" fmla="*/ 5060472 w 6501199"/>
              <a:gd name="connsiteY1600" fmla="*/ 2836427 h 6382977"/>
              <a:gd name="connsiteX1601" fmla="*/ 5052209 w 6501199"/>
              <a:gd name="connsiteY1601" fmla="*/ 2845734 h 6382977"/>
              <a:gd name="connsiteX1602" fmla="*/ 5045369 w 6501199"/>
              <a:gd name="connsiteY1602" fmla="*/ 2829533 h 6382977"/>
              <a:gd name="connsiteX1603" fmla="*/ 4822528 w 6501199"/>
              <a:gd name="connsiteY1603" fmla="*/ 2829533 h 6382977"/>
              <a:gd name="connsiteX1604" fmla="*/ 4813528 w 6501199"/>
              <a:gd name="connsiteY1604" fmla="*/ 2843214 h 6382977"/>
              <a:gd name="connsiteX1605" fmla="*/ 4825093 w 6501199"/>
              <a:gd name="connsiteY1605" fmla="*/ 2843574 h 6382977"/>
              <a:gd name="connsiteX1606" fmla="*/ 4827313 w 6501199"/>
              <a:gd name="connsiteY1606" fmla="*/ 2839600 h 6382977"/>
              <a:gd name="connsiteX1607" fmla="*/ 4824325 w 6501199"/>
              <a:gd name="connsiteY1607" fmla="*/ 2834394 h 6382977"/>
              <a:gd name="connsiteX1608" fmla="*/ 4822687 w 6501199"/>
              <a:gd name="connsiteY1608" fmla="*/ 2829577 h 6382977"/>
              <a:gd name="connsiteX1609" fmla="*/ 5698288 w 6501199"/>
              <a:gd name="connsiteY1609" fmla="*/ 2828925 h 6382977"/>
              <a:gd name="connsiteX1610" fmla="*/ 5725210 w 6501199"/>
              <a:gd name="connsiteY1610" fmla="*/ 2868248 h 6382977"/>
              <a:gd name="connsiteX1611" fmla="*/ 5698288 w 6501199"/>
              <a:gd name="connsiteY1611" fmla="*/ 2828925 h 6382977"/>
              <a:gd name="connsiteX1612" fmla="*/ 5051945 w 6501199"/>
              <a:gd name="connsiteY1612" fmla="*/ 2821928 h 6382977"/>
              <a:gd name="connsiteX1613" fmla="*/ 5051669 w 6501199"/>
              <a:gd name="connsiteY1613" fmla="*/ 2822288 h 6382977"/>
              <a:gd name="connsiteX1614" fmla="*/ 5050049 w 6501199"/>
              <a:gd name="connsiteY1614" fmla="*/ 2827373 h 6382977"/>
              <a:gd name="connsiteX1615" fmla="*/ 5053874 w 6501199"/>
              <a:gd name="connsiteY1615" fmla="*/ 2825208 h 6382977"/>
              <a:gd name="connsiteX1616" fmla="*/ 5027369 w 6501199"/>
              <a:gd name="connsiteY1616" fmla="*/ 2818372 h 6382977"/>
              <a:gd name="connsiteX1617" fmla="*/ 5016394 w 6501199"/>
              <a:gd name="connsiteY1617" fmla="*/ 2820268 h 6382977"/>
              <a:gd name="connsiteX1618" fmla="*/ 5013565 w 6501199"/>
              <a:gd name="connsiteY1618" fmla="*/ 2822805 h 6382977"/>
              <a:gd name="connsiteX1619" fmla="*/ 5010575 w 6501199"/>
              <a:gd name="connsiteY1619" fmla="*/ 2830519 h 6382977"/>
              <a:gd name="connsiteX1620" fmla="*/ 5013314 w 6501199"/>
              <a:gd name="connsiteY1620" fmla="*/ 2832832 h 6382977"/>
              <a:gd name="connsiteX1621" fmla="*/ 5013951 w 6501199"/>
              <a:gd name="connsiteY1621" fmla="*/ 2832100 h 6382977"/>
              <a:gd name="connsiteX1622" fmla="*/ 5014416 w 6501199"/>
              <a:gd name="connsiteY1622" fmla="*/ 2833762 h 6382977"/>
              <a:gd name="connsiteX1623" fmla="*/ 5016389 w 6501199"/>
              <a:gd name="connsiteY1623" fmla="*/ 2835428 h 6382977"/>
              <a:gd name="connsiteX1624" fmla="*/ 5022689 w 6501199"/>
              <a:gd name="connsiteY1624" fmla="*/ 2843214 h 6382977"/>
              <a:gd name="connsiteX1625" fmla="*/ 5027369 w 6501199"/>
              <a:gd name="connsiteY1625" fmla="*/ 2818372 h 6382977"/>
              <a:gd name="connsiteX1626" fmla="*/ 6101820 w 6501199"/>
              <a:gd name="connsiteY1626" fmla="*/ 2814889 h 6382977"/>
              <a:gd name="connsiteX1627" fmla="*/ 6112267 w 6501199"/>
              <a:gd name="connsiteY1627" fmla="*/ 2818715 h 6382977"/>
              <a:gd name="connsiteX1628" fmla="*/ 6094022 w 6501199"/>
              <a:gd name="connsiteY1628" fmla="*/ 2841267 h 6382977"/>
              <a:gd name="connsiteX1629" fmla="*/ 6101820 w 6501199"/>
              <a:gd name="connsiteY1629" fmla="*/ 2814889 h 6382977"/>
              <a:gd name="connsiteX1630" fmla="*/ 5026984 w 6501199"/>
              <a:gd name="connsiteY1630" fmla="*/ 2810769 h 6382977"/>
              <a:gd name="connsiteX1631" fmla="*/ 5026115 w 6501199"/>
              <a:gd name="connsiteY1631" fmla="*/ 2811549 h 6382977"/>
              <a:gd name="connsiteX1632" fmla="*/ 5027369 w 6501199"/>
              <a:gd name="connsiteY1632" fmla="*/ 2811532 h 6382977"/>
              <a:gd name="connsiteX1633" fmla="*/ 5073081 w 6501199"/>
              <a:gd name="connsiteY1633" fmla="*/ 2809378 h 6382977"/>
              <a:gd name="connsiteX1634" fmla="*/ 5068419 w 6501199"/>
              <a:gd name="connsiteY1634" fmla="*/ 2815828 h 6382977"/>
              <a:gd name="connsiteX1635" fmla="*/ 5068875 w 6501199"/>
              <a:gd name="connsiteY1635" fmla="*/ 2816738 h 6382977"/>
              <a:gd name="connsiteX1636" fmla="*/ 5079066 w 6501199"/>
              <a:gd name="connsiteY1636" fmla="*/ 2814350 h 6382977"/>
              <a:gd name="connsiteX1637" fmla="*/ 5104636 w 6501199"/>
              <a:gd name="connsiteY1637" fmla="*/ 2806870 h 6382977"/>
              <a:gd name="connsiteX1638" fmla="*/ 5107146 w 6501199"/>
              <a:gd name="connsiteY1638" fmla="*/ 2825145 h 6382977"/>
              <a:gd name="connsiteX1639" fmla="*/ 5082538 w 6501199"/>
              <a:gd name="connsiteY1639" fmla="*/ 2817234 h 6382977"/>
              <a:gd name="connsiteX1640" fmla="*/ 5081692 w 6501199"/>
              <a:gd name="connsiteY1640" fmla="*/ 2816531 h 6382977"/>
              <a:gd name="connsiteX1641" fmla="*/ 5077522 w 6501199"/>
              <a:gd name="connsiteY1641" fmla="*/ 2818749 h 6382977"/>
              <a:gd name="connsiteX1642" fmla="*/ 5072346 w 6501199"/>
              <a:gd name="connsiteY1642" fmla="*/ 2823658 h 6382977"/>
              <a:gd name="connsiteX1643" fmla="*/ 5073053 w 6501199"/>
              <a:gd name="connsiteY1643" fmla="*/ 2825067 h 6382977"/>
              <a:gd name="connsiteX1644" fmla="*/ 5070487 w 6501199"/>
              <a:gd name="connsiteY1644" fmla="*/ 2841931 h 6382977"/>
              <a:gd name="connsiteX1645" fmla="*/ 5071342 w 6501199"/>
              <a:gd name="connsiteY1645" fmla="*/ 2843163 h 6382977"/>
              <a:gd name="connsiteX1646" fmla="*/ 5072606 w 6501199"/>
              <a:gd name="connsiteY1646" fmla="*/ 2842336 h 6382977"/>
              <a:gd name="connsiteX1647" fmla="*/ 5079570 w 6501199"/>
              <a:gd name="connsiteY1647" fmla="*/ 2832053 h 6382977"/>
              <a:gd name="connsiteX1648" fmla="*/ 5102250 w 6501199"/>
              <a:gd name="connsiteY1648" fmla="*/ 2838894 h 6382977"/>
              <a:gd name="connsiteX1649" fmla="*/ 5113916 w 6501199"/>
              <a:gd name="connsiteY1649" fmla="*/ 2823092 h 6382977"/>
              <a:gd name="connsiteX1650" fmla="*/ 5115415 w 6501199"/>
              <a:gd name="connsiteY1650" fmla="*/ 2820404 h 6382977"/>
              <a:gd name="connsiteX1651" fmla="*/ 5108625 w 6501199"/>
              <a:gd name="connsiteY1651" fmla="*/ 2819591 h 6382977"/>
              <a:gd name="connsiteX1652" fmla="*/ 5104636 w 6501199"/>
              <a:gd name="connsiteY1652" fmla="*/ 2806870 h 6382977"/>
              <a:gd name="connsiteX1653" fmla="*/ 5922755 w 6501199"/>
              <a:gd name="connsiteY1653" fmla="*/ 2806700 h 6382977"/>
              <a:gd name="connsiteX1654" fmla="*/ 5907169 w 6501199"/>
              <a:gd name="connsiteY1654" fmla="*/ 2846023 h 6382977"/>
              <a:gd name="connsiteX1655" fmla="*/ 5922755 w 6501199"/>
              <a:gd name="connsiteY1655" fmla="*/ 2806700 h 6382977"/>
              <a:gd name="connsiteX1656" fmla="*/ 5090882 w 6501199"/>
              <a:gd name="connsiteY1656" fmla="*/ 2782623 h 6382977"/>
              <a:gd name="connsiteX1657" fmla="*/ 5089062 w 6501199"/>
              <a:gd name="connsiteY1657" fmla="*/ 2784132 h 6382977"/>
              <a:gd name="connsiteX1658" fmla="*/ 5091368 w 6501199"/>
              <a:gd name="connsiteY1658" fmla="*/ 2793253 h 6382977"/>
              <a:gd name="connsiteX1659" fmla="*/ 5099372 w 6501199"/>
              <a:gd name="connsiteY1659" fmla="*/ 2788369 h 6382977"/>
              <a:gd name="connsiteX1660" fmla="*/ 5094915 w 6501199"/>
              <a:gd name="connsiteY1660" fmla="*/ 2785025 h 6382977"/>
              <a:gd name="connsiteX1661" fmla="*/ 5090882 w 6501199"/>
              <a:gd name="connsiteY1661" fmla="*/ 2782623 h 6382977"/>
              <a:gd name="connsiteX1662" fmla="*/ 4145654 w 6501199"/>
              <a:gd name="connsiteY1662" fmla="*/ 2779378 h 6382977"/>
              <a:gd name="connsiteX1663" fmla="*/ 4139110 w 6501199"/>
              <a:gd name="connsiteY1663" fmla="*/ 2787143 h 6382977"/>
              <a:gd name="connsiteX1664" fmla="*/ 4138936 w 6501199"/>
              <a:gd name="connsiteY1664" fmla="*/ 2787586 h 6382977"/>
              <a:gd name="connsiteX1665" fmla="*/ 4144643 w 6501199"/>
              <a:gd name="connsiteY1665" fmla="*/ 2791010 h 6382977"/>
              <a:gd name="connsiteX1666" fmla="*/ 4145968 w 6501199"/>
              <a:gd name="connsiteY1666" fmla="*/ 2779784 h 6382977"/>
              <a:gd name="connsiteX1667" fmla="*/ 4147508 w 6501199"/>
              <a:gd name="connsiteY1667" fmla="*/ 2762344 h 6382977"/>
              <a:gd name="connsiteX1668" fmla="*/ 4144282 w 6501199"/>
              <a:gd name="connsiteY1668" fmla="*/ 2763601 h 6382977"/>
              <a:gd name="connsiteX1669" fmla="*/ 4134878 w 6501199"/>
              <a:gd name="connsiteY1669" fmla="*/ 2769094 h 6382977"/>
              <a:gd name="connsiteX1670" fmla="*/ 4134345 w 6501199"/>
              <a:gd name="connsiteY1670" fmla="*/ 2769913 h 6382977"/>
              <a:gd name="connsiteX1671" fmla="*/ 4143502 w 6501199"/>
              <a:gd name="connsiteY1671" fmla="*/ 2772952 h 6382977"/>
              <a:gd name="connsiteX1672" fmla="*/ 4149060 w 6501199"/>
              <a:gd name="connsiteY1672" fmla="*/ 2762911 h 6382977"/>
              <a:gd name="connsiteX1673" fmla="*/ 4149124 w 6501199"/>
              <a:gd name="connsiteY1673" fmla="*/ 2762539 h 6382977"/>
              <a:gd name="connsiteX1674" fmla="*/ 6156896 w 6501199"/>
              <a:gd name="connsiteY1674" fmla="*/ 2749550 h 6382977"/>
              <a:gd name="connsiteX1675" fmla="*/ 6177354 w 6501199"/>
              <a:gd name="connsiteY1675" fmla="*/ 2765921 h 6382977"/>
              <a:gd name="connsiteX1676" fmla="*/ 6138950 w 6501199"/>
              <a:gd name="connsiteY1676" fmla="*/ 2784111 h 6382977"/>
              <a:gd name="connsiteX1677" fmla="*/ 6156896 w 6501199"/>
              <a:gd name="connsiteY1677" fmla="*/ 2749550 h 6382977"/>
              <a:gd name="connsiteX1678" fmla="*/ 4302588 w 6501199"/>
              <a:gd name="connsiteY1678" fmla="*/ 2745985 h 6382977"/>
              <a:gd name="connsiteX1679" fmla="*/ 4297779 w 6501199"/>
              <a:gd name="connsiteY1679" fmla="*/ 2751588 h 6382977"/>
              <a:gd name="connsiteX1680" fmla="*/ 4290880 w 6501199"/>
              <a:gd name="connsiteY1680" fmla="*/ 2768533 h 6382977"/>
              <a:gd name="connsiteX1681" fmla="*/ 4305181 w 6501199"/>
              <a:gd name="connsiteY1681" fmla="*/ 2773097 h 6382977"/>
              <a:gd name="connsiteX1682" fmla="*/ 4301418 w 6501199"/>
              <a:gd name="connsiteY1682" fmla="*/ 2775776 h 6382977"/>
              <a:gd name="connsiteX1683" fmla="*/ 4303494 w 6501199"/>
              <a:gd name="connsiteY1683" fmla="*/ 2776744 h 6382977"/>
              <a:gd name="connsiteX1684" fmla="*/ 4315284 w 6501199"/>
              <a:gd name="connsiteY1684" fmla="*/ 2773009 h 6382977"/>
              <a:gd name="connsiteX1685" fmla="*/ 4310604 w 6501199"/>
              <a:gd name="connsiteY1685" fmla="*/ 2747807 h 6382977"/>
              <a:gd name="connsiteX1686" fmla="*/ 4302588 w 6501199"/>
              <a:gd name="connsiteY1686" fmla="*/ 2745985 h 6382977"/>
              <a:gd name="connsiteX1687" fmla="*/ 5120174 w 6501199"/>
              <a:gd name="connsiteY1687" fmla="*/ 2743881 h 6382977"/>
              <a:gd name="connsiteX1688" fmla="*/ 5120610 w 6501199"/>
              <a:gd name="connsiteY1688" fmla="*/ 2747807 h 6382977"/>
              <a:gd name="connsiteX1689" fmla="*/ 5125554 w 6501199"/>
              <a:gd name="connsiteY1689" fmla="*/ 2745782 h 6382977"/>
              <a:gd name="connsiteX1690" fmla="*/ 5152290 w 6501199"/>
              <a:gd name="connsiteY1690" fmla="*/ 2738807 h 6382977"/>
              <a:gd name="connsiteX1691" fmla="*/ 5116144 w 6501199"/>
              <a:gd name="connsiteY1691" fmla="*/ 2763615 h 6382977"/>
              <a:gd name="connsiteX1692" fmla="*/ 5118040 w 6501199"/>
              <a:gd name="connsiteY1692" fmla="*/ 2776978 h 6382977"/>
              <a:gd name="connsiteX1693" fmla="*/ 5131888 w 6501199"/>
              <a:gd name="connsiteY1693" fmla="*/ 2768528 h 6382977"/>
              <a:gd name="connsiteX1694" fmla="*/ 5168406 w 6501199"/>
              <a:gd name="connsiteY1694" fmla="*/ 2744200 h 6382977"/>
              <a:gd name="connsiteX1695" fmla="*/ 5164542 w 6501199"/>
              <a:gd name="connsiteY1695" fmla="*/ 2746047 h 6382977"/>
              <a:gd name="connsiteX1696" fmla="*/ 5152290 w 6501199"/>
              <a:gd name="connsiteY1696" fmla="*/ 2738807 h 6382977"/>
              <a:gd name="connsiteX1697" fmla="*/ 5178063 w 6501199"/>
              <a:gd name="connsiteY1697" fmla="*/ 2724707 h 6382977"/>
              <a:gd name="connsiteX1698" fmla="*/ 5169869 w 6501199"/>
              <a:gd name="connsiteY1698" fmla="*/ 2729479 h 6382977"/>
              <a:gd name="connsiteX1699" fmla="*/ 5166045 w 6501199"/>
              <a:gd name="connsiteY1699" fmla="*/ 2731324 h 6382977"/>
              <a:gd name="connsiteX1700" fmla="*/ 5170520 w 6501199"/>
              <a:gd name="connsiteY1700" fmla="*/ 2742792 h 6382977"/>
              <a:gd name="connsiteX1701" fmla="*/ 5172766 w 6501199"/>
              <a:gd name="connsiteY1701" fmla="*/ 2741295 h 6382977"/>
              <a:gd name="connsiteX1702" fmla="*/ 5177307 w 6501199"/>
              <a:gd name="connsiteY1702" fmla="*/ 2736081 h 6382977"/>
              <a:gd name="connsiteX1703" fmla="*/ 5176904 w 6501199"/>
              <a:gd name="connsiteY1703" fmla="*/ 2736482 h 6382977"/>
              <a:gd name="connsiteX1704" fmla="*/ 4438045 w 6501199"/>
              <a:gd name="connsiteY1704" fmla="*/ 2720445 h 6382977"/>
              <a:gd name="connsiteX1705" fmla="*/ 4422205 w 6501199"/>
              <a:gd name="connsiteY1705" fmla="*/ 2745647 h 6382977"/>
              <a:gd name="connsiteX1706" fmla="*/ 4424640 w 6501199"/>
              <a:gd name="connsiteY1706" fmla="*/ 2744875 h 6382977"/>
              <a:gd name="connsiteX1707" fmla="*/ 4424776 w 6501199"/>
              <a:gd name="connsiteY1707" fmla="*/ 2743195 h 6382977"/>
              <a:gd name="connsiteX1708" fmla="*/ 4430124 w 6501199"/>
              <a:gd name="connsiteY1708" fmla="*/ 2743134 h 6382977"/>
              <a:gd name="connsiteX1709" fmla="*/ 4436245 w 6501199"/>
              <a:gd name="connsiteY1709" fmla="*/ 2741192 h 6382977"/>
              <a:gd name="connsiteX1710" fmla="*/ 4442387 w 6501199"/>
              <a:gd name="connsiteY1710" fmla="*/ 2732055 h 6382977"/>
              <a:gd name="connsiteX1711" fmla="*/ 4442510 w 6501199"/>
              <a:gd name="connsiteY1711" fmla="*/ 2727325 h 6382977"/>
              <a:gd name="connsiteX1712" fmla="*/ 4445567 w 6501199"/>
              <a:gd name="connsiteY1712" fmla="*/ 2727325 h 6382977"/>
              <a:gd name="connsiteX1713" fmla="*/ 4447045 w 6501199"/>
              <a:gd name="connsiteY1713" fmla="*/ 2725126 h 6382977"/>
              <a:gd name="connsiteX1714" fmla="*/ 4438045 w 6501199"/>
              <a:gd name="connsiteY1714" fmla="*/ 2720445 h 6382977"/>
              <a:gd name="connsiteX1715" fmla="*/ 4456045 w 6501199"/>
              <a:gd name="connsiteY1715" fmla="*/ 2715765 h 6382977"/>
              <a:gd name="connsiteX1716" fmla="*/ 4457862 w 6501199"/>
              <a:gd name="connsiteY1716" fmla="*/ 2724237 h 6382977"/>
              <a:gd name="connsiteX1717" fmla="*/ 4455619 w 6501199"/>
              <a:gd name="connsiteY1717" fmla="*/ 2727325 h 6382977"/>
              <a:gd name="connsiteX1718" fmla="*/ 4456148 w 6501199"/>
              <a:gd name="connsiteY1718" fmla="*/ 2727325 h 6382977"/>
              <a:gd name="connsiteX1719" fmla="*/ 4458096 w 6501199"/>
              <a:gd name="connsiteY1719" fmla="*/ 2727325 h 6382977"/>
              <a:gd name="connsiteX1720" fmla="*/ 4456883 w 6501199"/>
              <a:gd name="connsiteY1720" fmla="*/ 2733989 h 6382977"/>
              <a:gd name="connsiteX1721" fmla="*/ 4460320 w 6501199"/>
              <a:gd name="connsiteY1721" fmla="*/ 2729536 h 6382977"/>
              <a:gd name="connsiteX1722" fmla="*/ 4456045 w 6501199"/>
              <a:gd name="connsiteY1722" fmla="*/ 2715765 h 6382977"/>
              <a:gd name="connsiteX1723" fmla="*/ 4629542 w 6501199"/>
              <a:gd name="connsiteY1723" fmla="*/ 2709558 h 6382977"/>
              <a:gd name="connsiteX1724" fmla="*/ 4626478 w 6501199"/>
              <a:gd name="connsiteY1724" fmla="*/ 2709798 h 6382977"/>
              <a:gd name="connsiteX1725" fmla="*/ 4626729 w 6501199"/>
              <a:gd name="connsiteY1725" fmla="*/ 2713865 h 6382977"/>
              <a:gd name="connsiteX1726" fmla="*/ 4629656 w 6501199"/>
              <a:gd name="connsiteY1726" fmla="*/ 2711985 h 6382977"/>
              <a:gd name="connsiteX1727" fmla="*/ 5220553 w 6501199"/>
              <a:gd name="connsiteY1727" fmla="*/ 2700337 h 6382977"/>
              <a:gd name="connsiteX1728" fmla="*/ 5222727 w 6501199"/>
              <a:gd name="connsiteY1728" fmla="*/ 2709574 h 6382977"/>
              <a:gd name="connsiteX1729" fmla="*/ 5224507 w 6501199"/>
              <a:gd name="connsiteY1729" fmla="*/ 2709291 h 6382977"/>
              <a:gd name="connsiteX1730" fmla="*/ 5224713 w 6501199"/>
              <a:gd name="connsiteY1730" fmla="*/ 2718017 h 6382977"/>
              <a:gd name="connsiteX1731" fmla="*/ 5224759 w 6501199"/>
              <a:gd name="connsiteY1731" fmla="*/ 2718212 h 6382977"/>
              <a:gd name="connsiteX1732" fmla="*/ 5227213 w 6501199"/>
              <a:gd name="connsiteY1732" fmla="*/ 2718212 h 6382977"/>
              <a:gd name="connsiteX1733" fmla="*/ 5222656 w 6501199"/>
              <a:gd name="connsiteY1733" fmla="*/ 2724871 h 6382977"/>
              <a:gd name="connsiteX1734" fmla="*/ 5217566 w 6501199"/>
              <a:gd name="connsiteY1734" fmla="*/ 2723312 h 6382977"/>
              <a:gd name="connsiteX1735" fmla="*/ 5198049 w 6501199"/>
              <a:gd name="connsiteY1735" fmla="*/ 2730128 h 6382977"/>
              <a:gd name="connsiteX1736" fmla="*/ 5203738 w 6501199"/>
              <a:gd name="connsiteY1736" fmla="*/ 2712594 h 6382977"/>
              <a:gd name="connsiteX1737" fmla="*/ 5214755 w 6501199"/>
              <a:gd name="connsiteY1737" fmla="*/ 2710842 h 6382977"/>
              <a:gd name="connsiteX1738" fmla="*/ 4544966 w 6501199"/>
              <a:gd name="connsiteY1738" fmla="*/ 2686243 h 6382977"/>
              <a:gd name="connsiteX1739" fmla="*/ 4547126 w 6501199"/>
              <a:gd name="connsiteY1739" fmla="*/ 2704604 h 6382977"/>
              <a:gd name="connsiteX1740" fmla="*/ 4533445 w 6501199"/>
              <a:gd name="connsiteY1740" fmla="*/ 2693084 h 6382977"/>
              <a:gd name="connsiteX1741" fmla="*/ 4522285 w 6501199"/>
              <a:gd name="connsiteY1741" fmla="*/ 2706765 h 6382977"/>
              <a:gd name="connsiteX1742" fmla="*/ 4542806 w 6501199"/>
              <a:gd name="connsiteY1742" fmla="*/ 2711445 h 6382977"/>
              <a:gd name="connsiteX1743" fmla="*/ 4515445 w 6501199"/>
              <a:gd name="connsiteY1743" fmla="*/ 2727286 h 6382977"/>
              <a:gd name="connsiteX1744" fmla="*/ 4494925 w 6501199"/>
              <a:gd name="connsiteY1744" fmla="*/ 2713605 h 6382977"/>
              <a:gd name="connsiteX1745" fmla="*/ 4503925 w 6501199"/>
              <a:gd name="connsiteY1745" fmla="*/ 2725126 h 6382977"/>
              <a:gd name="connsiteX1746" fmla="*/ 4476565 w 6501199"/>
              <a:gd name="connsiteY1746" fmla="*/ 2738807 h 6382977"/>
              <a:gd name="connsiteX1747" fmla="*/ 4478403 w 6501199"/>
              <a:gd name="connsiteY1747" fmla="*/ 2738640 h 6382977"/>
              <a:gd name="connsiteX1748" fmla="*/ 4480320 w 6501199"/>
              <a:gd name="connsiteY1748" fmla="*/ 2736427 h 6382977"/>
              <a:gd name="connsiteX1749" fmla="*/ 4486945 w 6501199"/>
              <a:gd name="connsiteY1749" fmla="*/ 2737702 h 6382977"/>
              <a:gd name="connsiteX1750" fmla="*/ 4487022 w 6501199"/>
              <a:gd name="connsiteY1750" fmla="*/ 2737856 h 6382977"/>
              <a:gd name="connsiteX1751" fmla="*/ 4527551 w 6501199"/>
              <a:gd name="connsiteY1751" fmla="*/ 2734171 h 6382977"/>
              <a:gd name="connsiteX1752" fmla="*/ 4576646 w 6501199"/>
              <a:gd name="connsiteY1752" fmla="*/ 2715765 h 6382977"/>
              <a:gd name="connsiteX1753" fmla="*/ 4558646 w 6501199"/>
              <a:gd name="connsiteY1753" fmla="*/ 2713605 h 6382977"/>
              <a:gd name="connsiteX1754" fmla="*/ 4560806 w 6501199"/>
              <a:gd name="connsiteY1754" fmla="*/ 2686243 h 6382977"/>
              <a:gd name="connsiteX1755" fmla="*/ 4544966 w 6501199"/>
              <a:gd name="connsiteY1755" fmla="*/ 2686243 h 6382977"/>
              <a:gd name="connsiteX1756" fmla="*/ 4638207 w 6501199"/>
              <a:gd name="connsiteY1756" fmla="*/ 2663562 h 6382977"/>
              <a:gd name="connsiteX1757" fmla="*/ 4633526 w 6501199"/>
              <a:gd name="connsiteY1757" fmla="*/ 2684083 h 6382977"/>
              <a:gd name="connsiteX1758" fmla="*/ 4638207 w 6501199"/>
              <a:gd name="connsiteY1758" fmla="*/ 2663562 h 6382977"/>
              <a:gd name="connsiteX1759" fmla="*/ 4623581 w 6501199"/>
              <a:gd name="connsiteY1759" fmla="*/ 2647901 h 6382977"/>
              <a:gd name="connsiteX1760" fmla="*/ 4613006 w 6501199"/>
              <a:gd name="connsiteY1760" fmla="*/ 2654561 h 6382977"/>
              <a:gd name="connsiteX1761" fmla="*/ 4599686 w 6501199"/>
              <a:gd name="connsiteY1761" fmla="*/ 2672562 h 6382977"/>
              <a:gd name="connsiteX1762" fmla="*/ 4597166 w 6501199"/>
              <a:gd name="connsiteY1762" fmla="*/ 2652401 h 6382977"/>
              <a:gd name="connsiteX1763" fmla="*/ 4588166 w 6501199"/>
              <a:gd name="connsiteY1763" fmla="*/ 2672562 h 6382977"/>
              <a:gd name="connsiteX1764" fmla="*/ 4606526 w 6501199"/>
              <a:gd name="connsiteY1764" fmla="*/ 2679403 h 6382977"/>
              <a:gd name="connsiteX1765" fmla="*/ 4581326 w 6501199"/>
              <a:gd name="connsiteY1765" fmla="*/ 2686243 h 6382977"/>
              <a:gd name="connsiteX1766" fmla="*/ 4576646 w 6501199"/>
              <a:gd name="connsiteY1766" fmla="*/ 2702444 h 6382977"/>
              <a:gd name="connsiteX1767" fmla="*/ 4599686 w 6501199"/>
              <a:gd name="connsiteY1767" fmla="*/ 2697764 h 6382977"/>
              <a:gd name="connsiteX1768" fmla="*/ 4586006 w 6501199"/>
              <a:gd name="connsiteY1768" fmla="*/ 2715765 h 6382977"/>
              <a:gd name="connsiteX1769" fmla="*/ 4603241 w 6501199"/>
              <a:gd name="connsiteY1769" fmla="*/ 2711265 h 6382977"/>
              <a:gd name="connsiteX1770" fmla="*/ 4621790 w 6501199"/>
              <a:gd name="connsiteY1770" fmla="*/ 2706900 h 6382977"/>
              <a:gd name="connsiteX1771" fmla="*/ 4623158 w 6501199"/>
              <a:gd name="connsiteY1771" fmla="*/ 2698283 h 6382977"/>
              <a:gd name="connsiteX1772" fmla="*/ 4621190 w 6501199"/>
              <a:gd name="connsiteY1772" fmla="*/ 2699086 h 6382977"/>
              <a:gd name="connsiteX1773" fmla="*/ 4608686 w 6501199"/>
              <a:gd name="connsiteY1773" fmla="*/ 2699924 h 6382977"/>
              <a:gd name="connsiteX1774" fmla="*/ 4619846 w 6501199"/>
              <a:gd name="connsiteY1774" fmla="*/ 2695604 h 6382977"/>
              <a:gd name="connsiteX1775" fmla="*/ 4610846 w 6501199"/>
              <a:gd name="connsiteY1775" fmla="*/ 2681923 h 6382977"/>
              <a:gd name="connsiteX1776" fmla="*/ 4619846 w 6501199"/>
              <a:gd name="connsiteY1776" fmla="*/ 2688763 h 6382977"/>
              <a:gd name="connsiteX1777" fmla="*/ 4615526 w 6501199"/>
              <a:gd name="connsiteY1777" fmla="*/ 2672562 h 6382977"/>
              <a:gd name="connsiteX1778" fmla="*/ 4636047 w 6501199"/>
              <a:gd name="connsiteY1778" fmla="*/ 2649881 h 6382977"/>
              <a:gd name="connsiteX1779" fmla="*/ 4623581 w 6501199"/>
              <a:gd name="connsiteY1779" fmla="*/ 2647901 h 6382977"/>
              <a:gd name="connsiteX1780" fmla="*/ 4747084 w 6501199"/>
              <a:gd name="connsiteY1780" fmla="*/ 2646790 h 6382977"/>
              <a:gd name="connsiteX1781" fmla="*/ 4762900 w 6501199"/>
              <a:gd name="connsiteY1781" fmla="*/ 2646973 h 6382977"/>
              <a:gd name="connsiteX1782" fmla="*/ 4758343 w 6501199"/>
              <a:gd name="connsiteY1782" fmla="*/ 2658695 h 6382977"/>
              <a:gd name="connsiteX1783" fmla="*/ 4736263 w 6501199"/>
              <a:gd name="connsiteY1783" fmla="*/ 2658695 h 6382977"/>
              <a:gd name="connsiteX1784" fmla="*/ 4747084 w 6501199"/>
              <a:gd name="connsiteY1784" fmla="*/ 2646790 h 6382977"/>
              <a:gd name="connsiteX1785" fmla="*/ 5285941 w 6501199"/>
              <a:gd name="connsiteY1785" fmla="*/ 2635750 h 6382977"/>
              <a:gd name="connsiteX1786" fmla="*/ 5277571 w 6501199"/>
              <a:gd name="connsiteY1786" fmla="*/ 2645560 h 6382977"/>
              <a:gd name="connsiteX1787" fmla="*/ 5304571 w 6501199"/>
              <a:gd name="connsiteY1787" fmla="*/ 2636200 h 6382977"/>
              <a:gd name="connsiteX1788" fmla="*/ 5285941 w 6501199"/>
              <a:gd name="connsiteY1788" fmla="*/ 2635750 h 6382977"/>
              <a:gd name="connsiteX1789" fmla="*/ 5383618 w 6501199"/>
              <a:gd name="connsiteY1789" fmla="*/ 2622550 h 6382977"/>
              <a:gd name="connsiteX1790" fmla="*/ 5368088 w 6501199"/>
              <a:gd name="connsiteY1790" fmla="*/ 2649186 h 6382977"/>
              <a:gd name="connsiteX1791" fmla="*/ 5383618 w 6501199"/>
              <a:gd name="connsiteY1791" fmla="*/ 2622550 h 6382977"/>
              <a:gd name="connsiteX1792" fmla="*/ 4780467 w 6501199"/>
              <a:gd name="connsiteY1792" fmla="*/ 2613540 h 6382977"/>
              <a:gd name="connsiteX1793" fmla="*/ 4782613 w 6501199"/>
              <a:gd name="connsiteY1793" fmla="*/ 2622302 h 6382977"/>
              <a:gd name="connsiteX1794" fmla="*/ 4760075 w 6501199"/>
              <a:gd name="connsiteY1794" fmla="*/ 2628961 h 6382977"/>
              <a:gd name="connsiteX1795" fmla="*/ 4778320 w 6501199"/>
              <a:gd name="connsiteY1795" fmla="*/ 2615643 h 6382977"/>
              <a:gd name="connsiteX1796" fmla="*/ 4780467 w 6501199"/>
              <a:gd name="connsiteY1796" fmla="*/ 2613540 h 6382977"/>
              <a:gd name="connsiteX1797" fmla="*/ 5326870 w 6501199"/>
              <a:gd name="connsiteY1797" fmla="*/ 2612231 h 6382977"/>
              <a:gd name="connsiteX1798" fmla="*/ 5327264 w 6501199"/>
              <a:gd name="connsiteY1798" fmla="*/ 2613476 h 6382977"/>
              <a:gd name="connsiteX1799" fmla="*/ 5329833 w 6501199"/>
              <a:gd name="connsiteY1799" fmla="*/ 2612887 h 6382977"/>
              <a:gd name="connsiteX1800" fmla="*/ 5459373 w 6501199"/>
              <a:gd name="connsiteY1800" fmla="*/ 2604518 h 6382977"/>
              <a:gd name="connsiteX1801" fmla="*/ 5445693 w 6501199"/>
              <a:gd name="connsiteY1801" fmla="*/ 2611358 h 6382977"/>
              <a:gd name="connsiteX1802" fmla="*/ 5446053 w 6501199"/>
              <a:gd name="connsiteY1802" fmla="*/ 2622384 h 6382977"/>
              <a:gd name="connsiteX1803" fmla="*/ 5454847 w 6501199"/>
              <a:gd name="connsiteY1803" fmla="*/ 2624978 h 6382977"/>
              <a:gd name="connsiteX1804" fmla="*/ 5455183 w 6501199"/>
              <a:gd name="connsiteY1804" fmla="*/ 2624420 h 6382977"/>
              <a:gd name="connsiteX1805" fmla="*/ 5390725 w 6501199"/>
              <a:gd name="connsiteY1805" fmla="*/ 2603500 h 6382977"/>
              <a:gd name="connsiteX1806" fmla="*/ 5388272 w 6501199"/>
              <a:gd name="connsiteY1806" fmla="*/ 2624236 h 6382977"/>
              <a:gd name="connsiteX1807" fmla="*/ 5390725 w 6501199"/>
              <a:gd name="connsiteY1807" fmla="*/ 2603500 h 6382977"/>
              <a:gd name="connsiteX1808" fmla="*/ 4790767 w 6501199"/>
              <a:gd name="connsiteY1808" fmla="*/ 2603500 h 6382977"/>
              <a:gd name="connsiteX1809" fmla="*/ 4804172 w 6501199"/>
              <a:gd name="connsiteY1809" fmla="*/ 2608086 h 6382977"/>
              <a:gd name="connsiteX1810" fmla="*/ 4788650 w 6501199"/>
              <a:gd name="connsiteY1810" fmla="*/ 2619022 h 6382977"/>
              <a:gd name="connsiteX1811" fmla="*/ 4790767 w 6501199"/>
              <a:gd name="connsiteY1811" fmla="*/ 2603500 h 6382977"/>
              <a:gd name="connsiteX1812" fmla="*/ 5327655 w 6501199"/>
              <a:gd name="connsiteY1812" fmla="*/ 2586160 h 6382977"/>
              <a:gd name="connsiteX1813" fmla="*/ 5327613 w 6501199"/>
              <a:gd name="connsiteY1813" fmla="*/ 2586185 h 6382977"/>
              <a:gd name="connsiteX1814" fmla="*/ 5327724 w 6501199"/>
              <a:gd name="connsiteY1814" fmla="*/ 2589899 h 6382977"/>
              <a:gd name="connsiteX1815" fmla="*/ 5330806 w 6501199"/>
              <a:gd name="connsiteY1815" fmla="*/ 2587321 h 6382977"/>
              <a:gd name="connsiteX1816" fmla="*/ 5331571 w 6501199"/>
              <a:gd name="connsiteY1816" fmla="*/ 2586486 h 6382977"/>
              <a:gd name="connsiteX1817" fmla="*/ 5395212 w 6501199"/>
              <a:gd name="connsiteY1817" fmla="*/ 2579687 h 6382977"/>
              <a:gd name="connsiteX1818" fmla="*/ 5406823 w 6501199"/>
              <a:gd name="connsiteY1818" fmla="*/ 2579687 h 6382977"/>
              <a:gd name="connsiteX1819" fmla="*/ 5397752 w 6501199"/>
              <a:gd name="connsiteY1819" fmla="*/ 2598370 h 6382977"/>
              <a:gd name="connsiteX1820" fmla="*/ 5383963 w 6501199"/>
              <a:gd name="connsiteY1820" fmla="*/ 2589212 h 6382977"/>
              <a:gd name="connsiteX1821" fmla="*/ 5395212 w 6501199"/>
              <a:gd name="connsiteY1821" fmla="*/ 2579687 h 6382977"/>
              <a:gd name="connsiteX1822" fmla="*/ 5356394 w 6501199"/>
              <a:gd name="connsiteY1822" fmla="*/ 2569242 h 6382977"/>
              <a:gd name="connsiteX1823" fmla="*/ 5352919 w 6501199"/>
              <a:gd name="connsiteY1823" fmla="*/ 2571173 h 6382977"/>
              <a:gd name="connsiteX1824" fmla="*/ 5350205 w 6501199"/>
              <a:gd name="connsiteY1824" fmla="*/ 2583548 h 6382977"/>
              <a:gd name="connsiteX1825" fmla="*/ 5353196 w 6501199"/>
              <a:gd name="connsiteY1825" fmla="*/ 2584172 h 6382977"/>
              <a:gd name="connsiteX1826" fmla="*/ 5355543 w 6501199"/>
              <a:gd name="connsiteY1826" fmla="*/ 2573647 h 6382977"/>
              <a:gd name="connsiteX1827" fmla="*/ 5451949 w 6501199"/>
              <a:gd name="connsiteY1827" fmla="*/ 2555069 h 6382977"/>
              <a:gd name="connsiteX1828" fmla="*/ 5440827 w 6501199"/>
              <a:gd name="connsiteY1828" fmla="*/ 2559400 h 6382977"/>
              <a:gd name="connsiteX1829" fmla="*/ 5445805 w 6501199"/>
              <a:gd name="connsiteY1829" fmla="*/ 2567251 h 6382977"/>
              <a:gd name="connsiteX1830" fmla="*/ 5446081 w 6501199"/>
              <a:gd name="connsiteY1830" fmla="*/ 2567841 h 6382977"/>
              <a:gd name="connsiteX1831" fmla="*/ 5457842 w 6501199"/>
              <a:gd name="connsiteY1831" fmla="*/ 2558326 h 6382977"/>
              <a:gd name="connsiteX1832" fmla="*/ 4943920 w 6501199"/>
              <a:gd name="connsiteY1832" fmla="*/ 2548497 h 6382977"/>
              <a:gd name="connsiteX1833" fmla="*/ 4953994 w 6501199"/>
              <a:gd name="connsiteY1833" fmla="*/ 2551485 h 6382977"/>
              <a:gd name="connsiteX1834" fmla="*/ 4942637 w 6501199"/>
              <a:gd name="connsiteY1834" fmla="*/ 2561197 h 6382977"/>
              <a:gd name="connsiteX1835" fmla="*/ 4943920 w 6501199"/>
              <a:gd name="connsiteY1835" fmla="*/ 2548497 h 6382977"/>
              <a:gd name="connsiteX1836" fmla="*/ 4895084 w 6501199"/>
              <a:gd name="connsiteY1836" fmla="*/ 2533650 h 6382977"/>
              <a:gd name="connsiteX1837" fmla="*/ 4909384 w 6501199"/>
              <a:gd name="connsiteY1837" fmla="*/ 2547141 h 6382977"/>
              <a:gd name="connsiteX1838" fmla="*/ 4919673 w 6501199"/>
              <a:gd name="connsiteY1838" fmla="*/ 2540000 h 6382977"/>
              <a:gd name="connsiteX1839" fmla="*/ 4890250 w 6501199"/>
              <a:gd name="connsiteY1839" fmla="*/ 2558170 h 6382977"/>
              <a:gd name="connsiteX1840" fmla="*/ 4902060 w 6501199"/>
              <a:gd name="connsiteY1840" fmla="*/ 2551902 h 6382977"/>
              <a:gd name="connsiteX1841" fmla="*/ 4899722 w 6501199"/>
              <a:gd name="connsiteY1841" fmla="*/ 2547285 h 6382977"/>
              <a:gd name="connsiteX1842" fmla="*/ 4856913 w 6501199"/>
              <a:gd name="connsiteY1842" fmla="*/ 2585678 h 6382977"/>
              <a:gd name="connsiteX1843" fmla="*/ 4857138 w 6501199"/>
              <a:gd name="connsiteY1843" fmla="*/ 2584945 h 6382977"/>
              <a:gd name="connsiteX1844" fmla="*/ 4855897 w 6501199"/>
              <a:gd name="connsiteY1844" fmla="*/ 2586908 h 6382977"/>
              <a:gd name="connsiteX1845" fmla="*/ 4837863 w 6501199"/>
              <a:gd name="connsiteY1845" fmla="*/ 2598386 h 6382977"/>
              <a:gd name="connsiteX1846" fmla="*/ 4849901 w 6501199"/>
              <a:gd name="connsiteY1846" fmla="*/ 2584411 h 6382977"/>
              <a:gd name="connsiteX1847" fmla="*/ 4859764 w 6501199"/>
              <a:gd name="connsiteY1847" fmla="*/ 2576396 h 6382977"/>
              <a:gd name="connsiteX1848" fmla="*/ 4861874 w 6501199"/>
              <a:gd name="connsiteY1848" fmla="*/ 2569526 h 6382977"/>
              <a:gd name="connsiteX1849" fmla="*/ 4895084 w 6501199"/>
              <a:gd name="connsiteY1849" fmla="*/ 2533650 h 6382977"/>
              <a:gd name="connsiteX1850" fmla="*/ 264714 w 6501199"/>
              <a:gd name="connsiteY1850" fmla="*/ 2532062 h 6382977"/>
              <a:gd name="connsiteX1851" fmla="*/ 278208 w 6501199"/>
              <a:gd name="connsiteY1851" fmla="*/ 2543070 h 6382977"/>
              <a:gd name="connsiteX1852" fmla="*/ 249090 w 6501199"/>
              <a:gd name="connsiteY1852" fmla="*/ 2578935 h 6382977"/>
              <a:gd name="connsiteX1853" fmla="*/ 235596 w 6501199"/>
              <a:gd name="connsiteY1853" fmla="*/ 2585682 h 6382977"/>
              <a:gd name="connsiteX1854" fmla="*/ 244473 w 6501199"/>
              <a:gd name="connsiteY1854" fmla="*/ 2554433 h 6382977"/>
              <a:gd name="connsiteX1855" fmla="*/ 264714 w 6501199"/>
              <a:gd name="connsiteY1855" fmla="*/ 2532062 h 6382977"/>
              <a:gd name="connsiteX1856" fmla="*/ 518836 w 6501199"/>
              <a:gd name="connsiteY1856" fmla="*/ 2525121 h 6382977"/>
              <a:gd name="connsiteX1857" fmla="*/ 486793 w 6501199"/>
              <a:gd name="connsiteY1857" fmla="*/ 2561476 h 6382977"/>
              <a:gd name="connsiteX1858" fmla="*/ 468791 w 6501199"/>
              <a:gd name="connsiteY1858" fmla="*/ 2554637 h 6382977"/>
              <a:gd name="connsiteX1859" fmla="*/ 450429 w 6501199"/>
              <a:gd name="connsiteY1859" fmla="*/ 2625187 h 6382977"/>
              <a:gd name="connsiteX1860" fmla="*/ 464110 w 6501199"/>
              <a:gd name="connsiteY1860" fmla="*/ 2629506 h 6382977"/>
              <a:gd name="connsiteX1861" fmla="*/ 491473 w 6501199"/>
              <a:gd name="connsiteY1861" fmla="*/ 2606830 h 6382977"/>
              <a:gd name="connsiteX1862" fmla="*/ 518836 w 6501199"/>
              <a:gd name="connsiteY1862" fmla="*/ 2525121 h 6382977"/>
              <a:gd name="connsiteX1863" fmla="*/ 4944402 w 6501199"/>
              <a:gd name="connsiteY1863" fmla="*/ 2523999 h 6382977"/>
              <a:gd name="connsiteX1864" fmla="*/ 4926763 w 6501199"/>
              <a:gd name="connsiteY1864" fmla="*/ 2535058 h 6382977"/>
              <a:gd name="connsiteX1865" fmla="*/ 4944402 w 6501199"/>
              <a:gd name="connsiteY1865" fmla="*/ 2523999 h 6382977"/>
              <a:gd name="connsiteX1866" fmla="*/ 5006822 w 6501199"/>
              <a:gd name="connsiteY1866" fmla="*/ 2513012 h 6382977"/>
              <a:gd name="connsiteX1867" fmla="*/ 5000061 w 6501199"/>
              <a:gd name="connsiteY1867" fmla="*/ 2528534 h 6382977"/>
              <a:gd name="connsiteX1868" fmla="*/ 5006822 w 6501199"/>
              <a:gd name="connsiteY1868" fmla="*/ 2513012 h 6382977"/>
              <a:gd name="connsiteX1869" fmla="*/ 6100714 w 6501199"/>
              <a:gd name="connsiteY1869" fmla="*/ 2503487 h 6382977"/>
              <a:gd name="connsiteX1870" fmla="*/ 6087044 w 6501199"/>
              <a:gd name="connsiteY1870" fmla="*/ 2524018 h 6382977"/>
              <a:gd name="connsiteX1871" fmla="*/ 6082727 w 6501199"/>
              <a:gd name="connsiteY1871" fmla="*/ 2544550 h 6382977"/>
              <a:gd name="connsiteX1872" fmla="*/ 6116903 w 6501199"/>
              <a:gd name="connsiteY1872" fmla="*/ 2530862 h 6382977"/>
              <a:gd name="connsiteX1873" fmla="*/ 6121220 w 6501199"/>
              <a:gd name="connsiteY1873" fmla="*/ 2546711 h 6382977"/>
              <a:gd name="connsiteX1874" fmla="*/ 6091721 w 6501199"/>
              <a:gd name="connsiteY1874" fmla="*/ 2551034 h 6382977"/>
              <a:gd name="connsiteX1875" fmla="*/ 6089562 w 6501199"/>
              <a:gd name="connsiteY1875" fmla="*/ 2614790 h 6382977"/>
              <a:gd name="connsiteX1876" fmla="*/ 6046393 w 6501199"/>
              <a:gd name="connsiteY1876" fmla="*/ 2687911 h 6382977"/>
              <a:gd name="connsiteX1877" fmla="*/ 6014375 w 6501199"/>
              <a:gd name="connsiteY1877" fmla="*/ 2762833 h 6382977"/>
              <a:gd name="connsiteX1878" fmla="*/ 5980199 w 6501199"/>
              <a:gd name="connsiteY1878" fmla="*/ 2853965 h 6382977"/>
              <a:gd name="connsiteX1879" fmla="*/ 5987034 w 6501199"/>
              <a:gd name="connsiteY1879" fmla="*/ 2788047 h 6382977"/>
              <a:gd name="connsiteX1880" fmla="*/ 6007540 w 6501199"/>
              <a:gd name="connsiteY1880" fmla="*/ 2708442 h 6382977"/>
              <a:gd name="connsiteX1881" fmla="*/ 6024493 w 6501199"/>
              <a:gd name="connsiteY1881" fmla="*/ 2667920 h 6382977"/>
              <a:gd name="connsiteX1882" fmla="*/ 6031927 w 6501199"/>
              <a:gd name="connsiteY1882" fmla="*/ 2646322 h 6382977"/>
              <a:gd name="connsiteX1883" fmla="*/ 6032010 w 6501199"/>
              <a:gd name="connsiteY1883" fmla="*/ 2638643 h 6382977"/>
              <a:gd name="connsiteX1884" fmla="*/ 6043470 w 6501199"/>
              <a:gd name="connsiteY1884" fmla="*/ 2614612 h 6382977"/>
              <a:gd name="connsiteX1885" fmla="*/ 6048771 w 6501199"/>
              <a:gd name="connsiteY1885" fmla="*/ 2626550 h 6382977"/>
              <a:gd name="connsiteX1886" fmla="*/ 6051682 w 6501199"/>
              <a:gd name="connsiteY1886" fmla="*/ 2627307 h 6382977"/>
              <a:gd name="connsiteX1887" fmla="*/ 6064380 w 6501199"/>
              <a:gd name="connsiteY1887" fmla="*/ 2598941 h 6382977"/>
              <a:gd name="connsiteX1888" fmla="*/ 6048551 w 6501199"/>
              <a:gd name="connsiteY1888" fmla="*/ 2608306 h 6382977"/>
              <a:gd name="connsiteX1889" fmla="*/ 6078050 w 6501199"/>
              <a:gd name="connsiteY1889" fmla="*/ 2505648 h 6382977"/>
              <a:gd name="connsiteX1890" fmla="*/ 6091721 w 6501199"/>
              <a:gd name="connsiteY1890" fmla="*/ 2514653 h 6382977"/>
              <a:gd name="connsiteX1891" fmla="*/ 6100714 w 6501199"/>
              <a:gd name="connsiteY1891" fmla="*/ 2503487 h 6382977"/>
              <a:gd name="connsiteX1892" fmla="*/ 5026516 w 6501199"/>
              <a:gd name="connsiteY1892" fmla="*/ 2502944 h 6382977"/>
              <a:gd name="connsiteX1893" fmla="*/ 5031212 w 6501199"/>
              <a:gd name="connsiteY1893" fmla="*/ 2503350 h 6382977"/>
              <a:gd name="connsiteX1894" fmla="*/ 5015223 w 6501199"/>
              <a:gd name="connsiteY1894" fmla="*/ 2519006 h 6382977"/>
              <a:gd name="connsiteX1895" fmla="*/ 5026516 w 6501199"/>
              <a:gd name="connsiteY1895" fmla="*/ 2502944 h 6382977"/>
              <a:gd name="connsiteX1896" fmla="*/ 5010538 w 6501199"/>
              <a:gd name="connsiteY1896" fmla="*/ 2482850 h 6382977"/>
              <a:gd name="connsiteX1897" fmla="*/ 4990263 w 6501199"/>
              <a:gd name="connsiteY1897" fmla="*/ 2498372 h 6382977"/>
              <a:gd name="connsiteX1898" fmla="*/ 5010538 w 6501199"/>
              <a:gd name="connsiteY1898" fmla="*/ 2482850 h 6382977"/>
              <a:gd name="connsiteX1899" fmla="*/ 6100537 w 6501199"/>
              <a:gd name="connsiteY1899" fmla="*/ 2481081 h 6382977"/>
              <a:gd name="connsiteX1900" fmla="*/ 6115437 w 6501199"/>
              <a:gd name="connsiteY1900" fmla="*/ 2487886 h 6382977"/>
              <a:gd name="connsiteX1901" fmla="*/ 6085638 w 6501199"/>
              <a:gd name="connsiteY1901" fmla="*/ 2487886 h 6382977"/>
              <a:gd name="connsiteX1902" fmla="*/ 6100537 w 6501199"/>
              <a:gd name="connsiteY1902" fmla="*/ 2481081 h 6382977"/>
              <a:gd name="connsiteX1903" fmla="*/ 5540857 w 6501199"/>
              <a:gd name="connsiteY1903" fmla="*/ 2478548 h 6382977"/>
              <a:gd name="connsiteX1904" fmla="*/ 5533750 w 6501199"/>
              <a:gd name="connsiteY1904" fmla="*/ 2486489 h 6382977"/>
              <a:gd name="connsiteX1905" fmla="*/ 5508635 w 6501199"/>
              <a:gd name="connsiteY1905" fmla="*/ 2495873 h 6382977"/>
              <a:gd name="connsiteX1906" fmla="*/ 5488544 w 6501199"/>
              <a:gd name="connsiteY1906" fmla="*/ 2516086 h 6382977"/>
              <a:gd name="connsiteX1907" fmla="*/ 5495002 w 6501199"/>
              <a:gd name="connsiteY1907" fmla="*/ 2529802 h 6382977"/>
              <a:gd name="connsiteX1908" fmla="*/ 5481512 w 6501199"/>
              <a:gd name="connsiteY1908" fmla="*/ 2537874 h 6382977"/>
              <a:gd name="connsiteX1909" fmla="*/ 5484573 w 6501199"/>
              <a:gd name="connsiteY1909" fmla="*/ 2545473 h 6382977"/>
              <a:gd name="connsiteX1910" fmla="*/ 5511933 w 6501199"/>
              <a:gd name="connsiteY1910" fmla="*/ 2531793 h 6382977"/>
              <a:gd name="connsiteX1911" fmla="*/ 5498253 w 6501199"/>
              <a:gd name="connsiteY1911" fmla="*/ 2549794 h 6382977"/>
              <a:gd name="connsiteX1912" fmla="*/ 5527773 w 6501199"/>
              <a:gd name="connsiteY1912" fmla="*/ 2527112 h 6382977"/>
              <a:gd name="connsiteX1913" fmla="*/ 5527773 w 6501199"/>
              <a:gd name="connsiteY1913" fmla="*/ 2536113 h 6382977"/>
              <a:gd name="connsiteX1914" fmla="*/ 5532093 w 6501199"/>
              <a:gd name="connsiteY1914" fmla="*/ 2542953 h 6382977"/>
              <a:gd name="connsiteX1915" fmla="*/ 5514093 w 6501199"/>
              <a:gd name="connsiteY1915" fmla="*/ 2551954 h 6382977"/>
              <a:gd name="connsiteX1916" fmla="*/ 5516253 w 6501199"/>
              <a:gd name="connsiteY1916" fmla="*/ 2563475 h 6382977"/>
              <a:gd name="connsiteX1917" fmla="*/ 5537189 w 6501199"/>
              <a:gd name="connsiteY1917" fmla="*/ 2545289 h 6382977"/>
              <a:gd name="connsiteX1918" fmla="*/ 5537730 w 6501199"/>
              <a:gd name="connsiteY1918" fmla="*/ 2540575 h 6382977"/>
              <a:gd name="connsiteX1919" fmla="*/ 5536560 w 6501199"/>
              <a:gd name="connsiteY1919" fmla="*/ 2502416 h 6382977"/>
              <a:gd name="connsiteX1920" fmla="*/ 5725775 w 6501199"/>
              <a:gd name="connsiteY1920" fmla="*/ 2474909 h 6382977"/>
              <a:gd name="connsiteX1921" fmla="*/ 5706920 w 6501199"/>
              <a:gd name="connsiteY1921" fmla="*/ 2494440 h 6382977"/>
              <a:gd name="connsiteX1922" fmla="*/ 5695005 w 6501199"/>
              <a:gd name="connsiteY1922" fmla="*/ 2510863 h 6382977"/>
              <a:gd name="connsiteX1923" fmla="*/ 5695199 w 6501199"/>
              <a:gd name="connsiteY1923" fmla="*/ 2511241 h 6382977"/>
              <a:gd name="connsiteX1924" fmla="*/ 5695190 w 6501199"/>
              <a:gd name="connsiteY1924" fmla="*/ 2513057 h 6382977"/>
              <a:gd name="connsiteX1925" fmla="*/ 5714615 w 6501199"/>
              <a:gd name="connsiteY1925" fmla="*/ 2499435 h 6382977"/>
              <a:gd name="connsiteX1926" fmla="*/ 5725775 w 6501199"/>
              <a:gd name="connsiteY1926" fmla="*/ 2474909 h 6382977"/>
              <a:gd name="connsiteX1927" fmla="*/ 5100090 w 6501199"/>
              <a:gd name="connsiteY1927" fmla="*/ 2472388 h 6382977"/>
              <a:gd name="connsiteX1928" fmla="*/ 5084250 w 6501199"/>
              <a:gd name="connsiteY1928" fmla="*/ 2499750 h 6382977"/>
              <a:gd name="connsiteX1929" fmla="*/ 5089503 w 6501199"/>
              <a:gd name="connsiteY1929" fmla="*/ 2499466 h 6382977"/>
              <a:gd name="connsiteX1930" fmla="*/ 5091367 w 6501199"/>
              <a:gd name="connsiteY1930" fmla="*/ 2492375 h 6382977"/>
              <a:gd name="connsiteX1931" fmla="*/ 5094809 w 6501199"/>
              <a:gd name="connsiteY1931" fmla="*/ 2499178 h 6382977"/>
              <a:gd name="connsiteX1932" fmla="*/ 5094836 w 6501199"/>
              <a:gd name="connsiteY1932" fmla="*/ 2499177 h 6382977"/>
              <a:gd name="connsiteX1933" fmla="*/ 5113770 w 6501199"/>
              <a:gd name="connsiteY1933" fmla="*/ 2479229 h 6382977"/>
              <a:gd name="connsiteX1934" fmla="*/ 5100090 w 6501199"/>
              <a:gd name="connsiteY1934" fmla="*/ 2472388 h 6382977"/>
              <a:gd name="connsiteX1935" fmla="*/ 5821936 w 6501199"/>
              <a:gd name="connsiteY1935" fmla="*/ 2463800 h 6382977"/>
              <a:gd name="connsiteX1936" fmla="*/ 5811000 w 6501199"/>
              <a:gd name="connsiteY1936" fmla="*/ 2514237 h 6382977"/>
              <a:gd name="connsiteX1937" fmla="*/ 5821936 w 6501199"/>
              <a:gd name="connsiteY1937" fmla="*/ 2463800 h 6382977"/>
              <a:gd name="connsiteX1938" fmla="*/ 5504270 w 6501199"/>
              <a:gd name="connsiteY1938" fmla="*/ 2438400 h 6382977"/>
              <a:gd name="connsiteX1939" fmla="*/ 5513219 w 6501199"/>
              <a:gd name="connsiteY1939" fmla="*/ 2468198 h 6382977"/>
              <a:gd name="connsiteX1940" fmla="*/ 5504270 w 6501199"/>
              <a:gd name="connsiteY1940" fmla="*/ 2438400 h 6382977"/>
              <a:gd name="connsiteX1941" fmla="*/ 5015849 w 6501199"/>
              <a:gd name="connsiteY1941" fmla="*/ 2436026 h 6382977"/>
              <a:gd name="connsiteX1942" fmla="*/ 4993169 w 6501199"/>
              <a:gd name="connsiteY1942" fmla="*/ 2456547 h 6382977"/>
              <a:gd name="connsiteX1943" fmla="*/ 5015849 w 6501199"/>
              <a:gd name="connsiteY1943" fmla="*/ 2436026 h 6382977"/>
              <a:gd name="connsiteX1944" fmla="*/ 6105383 w 6501199"/>
              <a:gd name="connsiteY1944" fmla="*/ 2435225 h 6382977"/>
              <a:gd name="connsiteX1945" fmla="*/ 6082463 w 6501199"/>
              <a:gd name="connsiteY1945" fmla="*/ 2453470 h 6382977"/>
              <a:gd name="connsiteX1946" fmla="*/ 6105383 w 6501199"/>
              <a:gd name="connsiteY1946" fmla="*/ 2435225 h 6382977"/>
              <a:gd name="connsiteX1947" fmla="*/ 5067703 w 6501199"/>
              <a:gd name="connsiteY1947" fmla="*/ 2432050 h 6382977"/>
              <a:gd name="connsiteX1948" fmla="*/ 5056938 w 6501199"/>
              <a:gd name="connsiteY1948" fmla="*/ 2450152 h 6382977"/>
              <a:gd name="connsiteX1949" fmla="*/ 5067703 w 6501199"/>
              <a:gd name="connsiteY1949" fmla="*/ 2432050 h 6382977"/>
              <a:gd name="connsiteX1950" fmla="*/ 5147067 w 6501199"/>
              <a:gd name="connsiteY1950" fmla="*/ 2429422 h 6382977"/>
              <a:gd name="connsiteX1951" fmla="*/ 5142417 w 6501199"/>
              <a:gd name="connsiteY1951" fmla="*/ 2447569 h 6382977"/>
              <a:gd name="connsiteX1952" fmla="*/ 5124171 w 6501199"/>
              <a:gd name="connsiteY1952" fmla="*/ 2447569 h 6382977"/>
              <a:gd name="connsiteX1953" fmla="*/ 5128822 w 6501199"/>
              <a:gd name="connsiteY1953" fmla="*/ 2431913 h 6382977"/>
              <a:gd name="connsiteX1954" fmla="*/ 5140270 w 6501199"/>
              <a:gd name="connsiteY1954" fmla="*/ 2436182 h 6382977"/>
              <a:gd name="connsiteX1955" fmla="*/ 5147067 w 6501199"/>
              <a:gd name="connsiteY1955" fmla="*/ 2429422 h 6382977"/>
              <a:gd name="connsiteX1956" fmla="*/ 462355 w 6501199"/>
              <a:gd name="connsiteY1956" fmla="*/ 2426237 h 6382977"/>
              <a:gd name="connsiteX1957" fmla="*/ 448761 w 6501199"/>
              <a:gd name="connsiteY1957" fmla="*/ 2465024 h 6382977"/>
              <a:gd name="connsiteX1958" fmla="*/ 462355 w 6501199"/>
              <a:gd name="connsiteY1958" fmla="*/ 2426237 h 6382977"/>
              <a:gd name="connsiteX1959" fmla="*/ 6136018 w 6501199"/>
              <a:gd name="connsiteY1959" fmla="*/ 2411412 h 6382977"/>
              <a:gd name="connsiteX1960" fmla="*/ 6125037 w 6501199"/>
              <a:gd name="connsiteY1960" fmla="*/ 2526941 h 6382977"/>
              <a:gd name="connsiteX1961" fmla="*/ 6136018 w 6501199"/>
              <a:gd name="connsiteY1961" fmla="*/ 2411412 h 6382977"/>
              <a:gd name="connsiteX1962" fmla="*/ 6250376 w 6501199"/>
              <a:gd name="connsiteY1962" fmla="*/ 2403475 h 6382977"/>
              <a:gd name="connsiteX1963" fmla="*/ 6209463 w 6501199"/>
              <a:gd name="connsiteY1963" fmla="*/ 2477730 h 6382977"/>
              <a:gd name="connsiteX1964" fmla="*/ 6250376 w 6501199"/>
              <a:gd name="connsiteY1964" fmla="*/ 2403475 h 6382977"/>
              <a:gd name="connsiteX1965" fmla="*/ 5191627 w 6501199"/>
              <a:gd name="connsiteY1965" fmla="*/ 2401613 h 6382977"/>
              <a:gd name="connsiteX1966" fmla="*/ 5190496 w 6501199"/>
              <a:gd name="connsiteY1966" fmla="*/ 2402724 h 6382977"/>
              <a:gd name="connsiteX1967" fmla="*/ 5188389 w 6501199"/>
              <a:gd name="connsiteY1967" fmla="*/ 2408310 h 6382977"/>
              <a:gd name="connsiteX1968" fmla="*/ 5190882 w 6501199"/>
              <a:gd name="connsiteY1968" fmla="*/ 2410985 h 6382977"/>
              <a:gd name="connsiteX1969" fmla="*/ 5193470 w 6501199"/>
              <a:gd name="connsiteY1969" fmla="*/ 2409595 h 6382977"/>
              <a:gd name="connsiteX1970" fmla="*/ 6055590 w 6501199"/>
              <a:gd name="connsiteY1970" fmla="*/ 2397125 h 6382977"/>
              <a:gd name="connsiteX1971" fmla="*/ 6050866 w 6501199"/>
              <a:gd name="connsiteY1971" fmla="*/ 2426923 h 6382977"/>
              <a:gd name="connsiteX1972" fmla="*/ 6055590 w 6501199"/>
              <a:gd name="connsiteY1972" fmla="*/ 2397125 h 6382977"/>
              <a:gd name="connsiteX1973" fmla="*/ 5157467 w 6501199"/>
              <a:gd name="connsiteY1973" fmla="*/ 2394874 h 6382977"/>
              <a:gd name="connsiteX1974" fmla="*/ 5159647 w 6501199"/>
              <a:gd name="connsiteY1974" fmla="*/ 2424305 h 6382977"/>
              <a:gd name="connsiteX1975" fmla="*/ 5148382 w 6501199"/>
              <a:gd name="connsiteY1975" fmla="*/ 2419639 h 6382977"/>
              <a:gd name="connsiteX1976" fmla="*/ 5148382 w 6501199"/>
              <a:gd name="connsiteY1976" fmla="*/ 2401693 h 6382977"/>
              <a:gd name="connsiteX1977" fmla="*/ 5159647 w 6501199"/>
              <a:gd name="connsiteY1977" fmla="*/ 2399181 h 6382977"/>
              <a:gd name="connsiteX1978" fmla="*/ 5157467 w 6501199"/>
              <a:gd name="connsiteY1978" fmla="*/ 2394874 h 6382977"/>
              <a:gd name="connsiteX1979" fmla="*/ 5520933 w 6501199"/>
              <a:gd name="connsiteY1979" fmla="*/ 2392823 h 6382977"/>
              <a:gd name="connsiteX1980" fmla="*/ 5514093 w 6501199"/>
              <a:gd name="connsiteY1980" fmla="*/ 2404344 h 6382977"/>
              <a:gd name="connsiteX1981" fmla="*/ 5518773 w 6501199"/>
              <a:gd name="connsiteY1981" fmla="*/ 2429185 h 6382977"/>
              <a:gd name="connsiteX1982" fmla="*/ 5514844 w 6501199"/>
              <a:gd name="connsiteY1982" fmla="*/ 2428778 h 6382977"/>
              <a:gd name="connsiteX1983" fmla="*/ 5513771 w 6501199"/>
              <a:gd name="connsiteY1983" fmla="*/ 2433270 h 6382977"/>
              <a:gd name="connsiteX1984" fmla="*/ 5504613 w 6501199"/>
              <a:gd name="connsiteY1984" fmla="*/ 2414587 h 6382977"/>
              <a:gd name="connsiteX1985" fmla="*/ 5506152 w 6501199"/>
              <a:gd name="connsiteY1985" fmla="*/ 2415718 h 6382977"/>
              <a:gd name="connsiteX1986" fmla="*/ 5505864 w 6501199"/>
              <a:gd name="connsiteY1986" fmla="*/ 2414655 h 6382977"/>
              <a:gd name="connsiteX1987" fmla="*/ 5500895 w 6501199"/>
              <a:gd name="connsiteY1987" fmla="*/ 2411491 h 6382977"/>
              <a:gd name="connsiteX1988" fmla="*/ 5498047 w 6501199"/>
              <a:gd name="connsiteY1988" fmla="*/ 2447698 h 6382977"/>
              <a:gd name="connsiteX1989" fmla="*/ 5472356 w 6501199"/>
              <a:gd name="connsiteY1989" fmla="*/ 2467272 h 6382977"/>
              <a:gd name="connsiteX1990" fmla="*/ 5450404 w 6501199"/>
              <a:gd name="connsiteY1990" fmla="*/ 2488514 h 6382977"/>
              <a:gd name="connsiteX1991" fmla="*/ 5450373 w 6501199"/>
              <a:gd name="connsiteY1991" fmla="*/ 2490750 h 6382977"/>
              <a:gd name="connsiteX1992" fmla="*/ 5479893 w 6501199"/>
              <a:gd name="connsiteY1992" fmla="*/ 2490750 h 6382977"/>
              <a:gd name="connsiteX1993" fmla="*/ 5427693 w 6501199"/>
              <a:gd name="connsiteY1993" fmla="*/ 2545473 h 6382977"/>
              <a:gd name="connsiteX1994" fmla="*/ 5434533 w 6501199"/>
              <a:gd name="connsiteY1994" fmla="*/ 2549794 h 6382977"/>
              <a:gd name="connsiteX1995" fmla="*/ 5420043 w 6501199"/>
              <a:gd name="connsiteY1995" fmla="*/ 2541603 h 6382977"/>
              <a:gd name="connsiteX1996" fmla="*/ 5416662 w 6501199"/>
              <a:gd name="connsiteY1996" fmla="*/ 2534352 h 6382977"/>
              <a:gd name="connsiteX1997" fmla="*/ 5410253 w 6501199"/>
              <a:gd name="connsiteY1997" fmla="*/ 2549986 h 6382977"/>
              <a:gd name="connsiteX1998" fmla="*/ 5410253 w 6501199"/>
              <a:gd name="connsiteY1998" fmla="*/ 2534152 h 6382977"/>
              <a:gd name="connsiteX1999" fmla="*/ 5406528 w 6501199"/>
              <a:gd name="connsiteY1999" fmla="*/ 2535076 h 6382977"/>
              <a:gd name="connsiteX2000" fmla="*/ 5405176 w 6501199"/>
              <a:gd name="connsiteY2000" fmla="*/ 2541952 h 6382977"/>
              <a:gd name="connsiteX2001" fmla="*/ 5402308 w 6501199"/>
              <a:gd name="connsiteY2001" fmla="*/ 2543173 h 6382977"/>
              <a:gd name="connsiteX2002" fmla="*/ 5402579 w 6501199"/>
              <a:gd name="connsiteY2002" fmla="*/ 2545218 h 6382977"/>
              <a:gd name="connsiteX2003" fmla="*/ 5404159 w 6501199"/>
              <a:gd name="connsiteY2003" fmla="*/ 2553686 h 6382977"/>
              <a:gd name="connsiteX2004" fmla="*/ 5400608 w 6501199"/>
              <a:gd name="connsiteY2004" fmla="*/ 2554141 h 6382977"/>
              <a:gd name="connsiteX2005" fmla="*/ 5404518 w 6501199"/>
              <a:gd name="connsiteY2005" fmla="*/ 2554964 h 6382977"/>
              <a:gd name="connsiteX2006" fmla="*/ 5407122 w 6501199"/>
              <a:gd name="connsiteY2006" fmla="*/ 2560735 h 6382977"/>
              <a:gd name="connsiteX2007" fmla="*/ 5408871 w 6501199"/>
              <a:gd name="connsiteY2007" fmla="*/ 2560939 h 6382977"/>
              <a:gd name="connsiteX2008" fmla="*/ 5412781 w 6501199"/>
              <a:gd name="connsiteY2008" fmla="*/ 2565820 h 6382977"/>
              <a:gd name="connsiteX2009" fmla="*/ 5390166 w 6501199"/>
              <a:gd name="connsiteY2009" fmla="*/ 2570852 h 6382977"/>
              <a:gd name="connsiteX2010" fmla="*/ 5377427 w 6501199"/>
              <a:gd name="connsiteY2010" fmla="*/ 2578519 h 6382977"/>
              <a:gd name="connsiteX2011" fmla="*/ 5375132 w 6501199"/>
              <a:gd name="connsiteY2011" fmla="*/ 2592997 h 6382977"/>
              <a:gd name="connsiteX2012" fmla="*/ 5358855 w 6501199"/>
              <a:gd name="connsiteY2012" fmla="*/ 2604646 h 6382977"/>
              <a:gd name="connsiteX2013" fmla="*/ 5353196 w 6501199"/>
              <a:gd name="connsiteY2013" fmla="*/ 2615840 h 6382977"/>
              <a:gd name="connsiteX2014" fmla="*/ 5348309 w 6501199"/>
              <a:gd name="connsiteY2014" fmla="*/ 2612040 h 6382977"/>
              <a:gd name="connsiteX2015" fmla="*/ 5342991 w 6501199"/>
              <a:gd name="connsiteY2015" fmla="*/ 2615567 h 6382977"/>
              <a:gd name="connsiteX2016" fmla="*/ 5346661 w 6501199"/>
              <a:gd name="connsiteY2016" fmla="*/ 2619181 h 6382977"/>
              <a:gd name="connsiteX2017" fmla="*/ 5347668 w 6501199"/>
              <a:gd name="connsiteY2017" fmla="*/ 2633880 h 6382977"/>
              <a:gd name="connsiteX2018" fmla="*/ 5336258 w 6501199"/>
              <a:gd name="connsiteY2018" fmla="*/ 2628958 h 6382977"/>
              <a:gd name="connsiteX2019" fmla="*/ 5330838 w 6501199"/>
              <a:gd name="connsiteY2019" fmla="*/ 2623627 h 6382977"/>
              <a:gd name="connsiteX2020" fmla="*/ 5325452 w 6501199"/>
              <a:gd name="connsiteY2020" fmla="*/ 2627199 h 6382977"/>
              <a:gd name="connsiteX2021" fmla="*/ 5326346 w 6501199"/>
              <a:gd name="connsiteY2021" fmla="*/ 2622472 h 6382977"/>
              <a:gd name="connsiteX2022" fmla="*/ 5325116 w 6501199"/>
              <a:gd name="connsiteY2022" fmla="*/ 2622425 h 6382977"/>
              <a:gd name="connsiteX2023" fmla="*/ 5322432 w 6501199"/>
              <a:gd name="connsiteY2023" fmla="*/ 2613745 h 6382977"/>
              <a:gd name="connsiteX2024" fmla="*/ 5322846 w 6501199"/>
              <a:gd name="connsiteY2024" fmla="*/ 2612655 h 6382977"/>
              <a:gd name="connsiteX2025" fmla="*/ 5322217 w 6501199"/>
              <a:gd name="connsiteY2025" fmla="*/ 2613149 h 6382977"/>
              <a:gd name="connsiteX2026" fmla="*/ 5311367 w 6501199"/>
              <a:gd name="connsiteY2026" fmla="*/ 2640340 h 6382977"/>
              <a:gd name="connsiteX2027" fmla="*/ 5284411 w 6501199"/>
              <a:gd name="connsiteY2027" fmla="*/ 2666082 h 6382977"/>
              <a:gd name="connsiteX2028" fmla="*/ 5266051 w 6501199"/>
              <a:gd name="connsiteY2028" fmla="*/ 2659241 h 6382977"/>
              <a:gd name="connsiteX2029" fmla="*/ 5248051 w 6501199"/>
              <a:gd name="connsiteY2029" fmla="*/ 2684083 h 6382977"/>
              <a:gd name="connsiteX2030" fmla="*/ 5235361 w 6501199"/>
              <a:gd name="connsiteY2030" fmla="*/ 2680753 h 6382977"/>
              <a:gd name="connsiteX2031" fmla="*/ 5234338 w 6501199"/>
              <a:gd name="connsiteY2031" fmla="*/ 2678886 h 6382977"/>
              <a:gd name="connsiteX2032" fmla="*/ 5204334 w 6501199"/>
              <a:gd name="connsiteY2032" fmla="*/ 2709409 h 6382977"/>
              <a:gd name="connsiteX2033" fmla="*/ 5188157 w 6501199"/>
              <a:gd name="connsiteY2033" fmla="*/ 2718829 h 6382977"/>
              <a:gd name="connsiteX2034" fmla="*/ 5185071 w 6501199"/>
              <a:gd name="connsiteY2034" fmla="*/ 2728348 h 6382977"/>
              <a:gd name="connsiteX2035" fmla="*/ 5180074 w 6501199"/>
              <a:gd name="connsiteY2035" fmla="*/ 2733325 h 6382977"/>
              <a:gd name="connsiteX2036" fmla="*/ 5188095 w 6501199"/>
              <a:gd name="connsiteY2036" fmla="*/ 2729504 h 6382977"/>
              <a:gd name="connsiteX2037" fmla="*/ 5197866 w 6501199"/>
              <a:gd name="connsiteY2037" fmla="*/ 2739145 h 6382977"/>
              <a:gd name="connsiteX2038" fmla="*/ 5129439 w 6501199"/>
              <a:gd name="connsiteY2038" fmla="*/ 2790644 h 6382977"/>
              <a:gd name="connsiteX2039" fmla="*/ 5119104 w 6501199"/>
              <a:gd name="connsiteY2039" fmla="*/ 2813785 h 6382977"/>
              <a:gd name="connsiteX2040" fmla="*/ 5122140 w 6501199"/>
              <a:gd name="connsiteY2040" fmla="*/ 2808337 h 6382977"/>
              <a:gd name="connsiteX2041" fmla="*/ 5152290 w 6501199"/>
              <a:gd name="connsiteY2041" fmla="*/ 2793170 h 6382977"/>
              <a:gd name="connsiteX2042" fmla="*/ 5154810 w 6501199"/>
              <a:gd name="connsiteY2042" fmla="*/ 2811532 h 6382977"/>
              <a:gd name="connsiteX2043" fmla="*/ 5172811 w 6501199"/>
              <a:gd name="connsiteY2043" fmla="*/ 2782010 h 6382977"/>
              <a:gd name="connsiteX2044" fmla="*/ 5172811 w 6501199"/>
              <a:gd name="connsiteY2044" fmla="*/ 2806851 h 6382977"/>
              <a:gd name="connsiteX2045" fmla="*/ 5179651 w 6501199"/>
              <a:gd name="connsiteY2045" fmla="*/ 2770489 h 6382977"/>
              <a:gd name="connsiteX2046" fmla="*/ 5195491 w 6501199"/>
              <a:gd name="connsiteY2046" fmla="*/ 2791010 h 6382977"/>
              <a:gd name="connsiteX2047" fmla="*/ 5200171 w 6501199"/>
              <a:gd name="connsiteY2047" fmla="*/ 2761488 h 6382977"/>
              <a:gd name="connsiteX2048" fmla="*/ 5227531 w 6501199"/>
              <a:gd name="connsiteY2048" fmla="*/ 2743127 h 6382977"/>
              <a:gd name="connsiteX2049" fmla="*/ 5236531 w 6501199"/>
              <a:gd name="connsiteY2049" fmla="*/ 2734126 h 6382977"/>
              <a:gd name="connsiteX2050" fmla="*/ 5261731 w 6501199"/>
              <a:gd name="connsiteY2050" fmla="*/ 2738807 h 6382977"/>
              <a:gd name="connsiteX2051" fmla="*/ 5252371 w 6501199"/>
              <a:gd name="connsiteY2051" fmla="*/ 2718285 h 6382977"/>
              <a:gd name="connsiteX2052" fmla="*/ 5286571 w 6501199"/>
              <a:gd name="connsiteY2052" fmla="*/ 2699924 h 6382977"/>
              <a:gd name="connsiteX2053" fmla="*/ 5261731 w 6501199"/>
              <a:gd name="connsiteY2053" fmla="*/ 2718285 h 6382977"/>
              <a:gd name="connsiteX2054" fmla="*/ 5329772 w 6501199"/>
              <a:gd name="connsiteY2054" fmla="*/ 2697764 h 6382977"/>
              <a:gd name="connsiteX2055" fmla="*/ 5361812 w 6501199"/>
              <a:gd name="connsiteY2055" fmla="*/ 2661401 h 6382977"/>
              <a:gd name="connsiteX2056" fmla="*/ 5331932 w 6501199"/>
              <a:gd name="connsiteY2056" fmla="*/ 2686243 h 6382977"/>
              <a:gd name="connsiteX2057" fmla="*/ 5313931 w 6501199"/>
              <a:gd name="connsiteY2057" fmla="*/ 2686243 h 6382977"/>
              <a:gd name="connsiteX2058" fmla="*/ 5318611 w 6501199"/>
              <a:gd name="connsiteY2058" fmla="*/ 2670402 h 6382977"/>
              <a:gd name="connsiteX2059" fmla="*/ 5363972 w 6501199"/>
              <a:gd name="connsiteY2059" fmla="*/ 2649881 h 6382977"/>
              <a:gd name="connsiteX2060" fmla="*/ 5377652 w 6501199"/>
              <a:gd name="connsiteY2060" fmla="*/ 2666082 h 6382977"/>
              <a:gd name="connsiteX2061" fmla="*/ 5420853 w 6501199"/>
              <a:gd name="connsiteY2061" fmla="*/ 2627199 h 6382977"/>
              <a:gd name="connsiteX2062" fmla="*/ 5418693 w 6501199"/>
              <a:gd name="connsiteY2062" fmla="*/ 2592997 h 6382977"/>
              <a:gd name="connsiteX2063" fmla="*/ 5423013 w 6501199"/>
              <a:gd name="connsiteY2063" fmla="*/ 2583996 h 6382977"/>
              <a:gd name="connsiteX2064" fmla="*/ 5450373 w 6501199"/>
              <a:gd name="connsiteY2064" fmla="*/ 2597677 h 6382977"/>
              <a:gd name="connsiteX2065" fmla="*/ 5454918 w 6501199"/>
              <a:gd name="connsiteY2065" fmla="*/ 2580216 h 6382977"/>
              <a:gd name="connsiteX2066" fmla="*/ 5447075 w 6501199"/>
              <a:gd name="connsiteY2066" fmla="*/ 2569962 h 6382977"/>
              <a:gd name="connsiteX2067" fmla="*/ 5447739 w 6501199"/>
              <a:gd name="connsiteY2067" fmla="*/ 2571379 h 6382977"/>
              <a:gd name="connsiteX2068" fmla="*/ 5440827 w 6501199"/>
              <a:gd name="connsiteY2068" fmla="*/ 2579974 h 6382977"/>
              <a:gd name="connsiteX2069" fmla="*/ 5415713 w 6501199"/>
              <a:gd name="connsiteY2069" fmla="*/ 2582501 h 6382977"/>
              <a:gd name="connsiteX2070" fmla="*/ 5495002 w 6501199"/>
              <a:gd name="connsiteY2070" fmla="*/ 2489015 h 6382977"/>
              <a:gd name="connsiteX2071" fmla="*/ 5515452 w 6501199"/>
              <a:gd name="connsiteY2071" fmla="*/ 2489015 h 6382977"/>
              <a:gd name="connsiteX2072" fmla="*/ 5511147 w 6501199"/>
              <a:gd name="connsiteY2072" fmla="*/ 2477465 h 6382977"/>
              <a:gd name="connsiteX2073" fmla="*/ 5528267 w 6501199"/>
              <a:gd name="connsiteY2073" fmla="*/ 2464161 h 6382977"/>
              <a:gd name="connsiteX2074" fmla="*/ 5544975 w 6501199"/>
              <a:gd name="connsiteY2074" fmla="*/ 2455796 h 6382977"/>
              <a:gd name="connsiteX2075" fmla="*/ 5548079 w 6501199"/>
              <a:gd name="connsiteY2075" fmla="*/ 2438698 h 6382977"/>
              <a:gd name="connsiteX2076" fmla="*/ 5544851 w 6501199"/>
              <a:gd name="connsiteY2076" fmla="*/ 2417717 h 6382977"/>
              <a:gd name="connsiteX2077" fmla="*/ 5542509 w 6501199"/>
              <a:gd name="connsiteY2077" fmla="*/ 2407883 h 6382977"/>
              <a:gd name="connsiteX2078" fmla="*/ 5536188 w 6501199"/>
              <a:gd name="connsiteY2078" fmla="*/ 2410166 h 6382977"/>
              <a:gd name="connsiteX2079" fmla="*/ 5529933 w 6501199"/>
              <a:gd name="connsiteY2079" fmla="*/ 2418025 h 6382977"/>
              <a:gd name="connsiteX2080" fmla="*/ 5520933 w 6501199"/>
              <a:gd name="connsiteY2080" fmla="*/ 2392823 h 6382977"/>
              <a:gd name="connsiteX2081" fmla="*/ 4899929 w 6501199"/>
              <a:gd name="connsiteY2081" fmla="*/ 2388143 h 6382977"/>
              <a:gd name="connsiteX2082" fmla="*/ 4897409 w 6501199"/>
              <a:gd name="connsiteY2082" fmla="*/ 2413344 h 6382977"/>
              <a:gd name="connsiteX2083" fmla="*/ 4911089 w 6501199"/>
              <a:gd name="connsiteY2083" fmla="*/ 2388143 h 6382977"/>
              <a:gd name="connsiteX2084" fmla="*/ 4906769 w 6501199"/>
              <a:gd name="connsiteY2084" fmla="*/ 2390663 h 6382977"/>
              <a:gd name="connsiteX2085" fmla="*/ 4899929 w 6501199"/>
              <a:gd name="connsiteY2085" fmla="*/ 2388143 h 6382977"/>
              <a:gd name="connsiteX2086" fmla="*/ 5864190 w 6501199"/>
              <a:gd name="connsiteY2086" fmla="*/ 2379662 h 6382977"/>
              <a:gd name="connsiteX2087" fmla="*/ 5862050 w 6501199"/>
              <a:gd name="connsiteY2087" fmla="*/ 2411521 h 6382977"/>
              <a:gd name="connsiteX2088" fmla="*/ 5839575 w 6501199"/>
              <a:gd name="connsiteY2088" fmla="*/ 2404720 h 6382977"/>
              <a:gd name="connsiteX2089" fmla="*/ 5864190 w 6501199"/>
              <a:gd name="connsiteY2089" fmla="*/ 2379662 h 6382977"/>
              <a:gd name="connsiteX2090" fmla="*/ 5243371 w 6501199"/>
              <a:gd name="connsiteY2090" fmla="*/ 2376982 h 6382977"/>
              <a:gd name="connsiteX2091" fmla="*/ 5220691 w 6501199"/>
              <a:gd name="connsiteY2091" fmla="*/ 2413344 h 6382977"/>
              <a:gd name="connsiteX2092" fmla="*/ 5243371 w 6501199"/>
              <a:gd name="connsiteY2092" fmla="*/ 2376982 h 6382977"/>
              <a:gd name="connsiteX2093" fmla="*/ 5123178 w 6501199"/>
              <a:gd name="connsiteY2093" fmla="*/ 2375380 h 6382977"/>
              <a:gd name="connsiteX2094" fmla="*/ 5137544 w 6501199"/>
              <a:gd name="connsiteY2094" fmla="*/ 2383333 h 6382977"/>
              <a:gd name="connsiteX2095" fmla="*/ 5124023 w 6501199"/>
              <a:gd name="connsiteY2095" fmla="*/ 2383333 h 6382977"/>
              <a:gd name="connsiteX2096" fmla="*/ 5123178 w 6501199"/>
              <a:gd name="connsiteY2096" fmla="*/ 2375380 h 6382977"/>
              <a:gd name="connsiteX2097" fmla="*/ 553040 w 6501199"/>
              <a:gd name="connsiteY2097" fmla="*/ 2361345 h 6382977"/>
              <a:gd name="connsiteX2098" fmla="*/ 532518 w 6501199"/>
              <a:gd name="connsiteY2098" fmla="*/ 2372504 h 6382977"/>
              <a:gd name="connsiteX2099" fmla="*/ 527837 w 6501199"/>
              <a:gd name="connsiteY2099" fmla="*/ 2399860 h 6382977"/>
              <a:gd name="connsiteX2100" fmla="*/ 553040 w 6501199"/>
              <a:gd name="connsiteY2100" fmla="*/ 2361345 h 6382977"/>
              <a:gd name="connsiteX2101" fmla="*/ 5739455 w 6501199"/>
              <a:gd name="connsiteY2101" fmla="*/ 2358621 h 6382977"/>
              <a:gd name="connsiteX2102" fmla="*/ 5709575 w 6501199"/>
              <a:gd name="connsiteY2102" fmla="*/ 2372302 h 6382977"/>
              <a:gd name="connsiteX2103" fmla="*/ 5732615 w 6501199"/>
              <a:gd name="connsiteY2103" fmla="*/ 2374822 h 6382977"/>
              <a:gd name="connsiteX2104" fmla="*/ 5707415 w 6501199"/>
              <a:gd name="connsiteY2104" fmla="*/ 2399663 h 6382977"/>
              <a:gd name="connsiteX2105" fmla="*/ 5707415 w 6501199"/>
              <a:gd name="connsiteY2105" fmla="*/ 2413344 h 6382977"/>
              <a:gd name="connsiteX2106" fmla="*/ 5739455 w 6501199"/>
              <a:gd name="connsiteY2106" fmla="*/ 2358621 h 6382977"/>
              <a:gd name="connsiteX2107" fmla="*/ 6312121 w 6501199"/>
              <a:gd name="connsiteY2107" fmla="*/ 2347912 h 6382977"/>
              <a:gd name="connsiteX2108" fmla="*/ 6312121 w 6501199"/>
              <a:gd name="connsiteY2108" fmla="*/ 2382469 h 6382977"/>
              <a:gd name="connsiteX2109" fmla="*/ 6312121 w 6501199"/>
              <a:gd name="connsiteY2109" fmla="*/ 2347912 h 6382977"/>
              <a:gd name="connsiteX2110" fmla="*/ 6164649 w 6501199"/>
              <a:gd name="connsiteY2110" fmla="*/ 2335212 h 6382977"/>
              <a:gd name="connsiteX2111" fmla="*/ 6157555 w 6501199"/>
              <a:gd name="connsiteY2111" fmla="*/ 2364855 h 6382977"/>
              <a:gd name="connsiteX2112" fmla="*/ 6142086 w 6501199"/>
              <a:gd name="connsiteY2112" fmla="*/ 2400701 h 6382977"/>
              <a:gd name="connsiteX2113" fmla="*/ 6141817 w 6501199"/>
              <a:gd name="connsiteY2113" fmla="*/ 2401528 h 6382977"/>
              <a:gd name="connsiteX2114" fmla="*/ 6141758 w 6501199"/>
              <a:gd name="connsiteY2114" fmla="*/ 2401462 h 6382977"/>
              <a:gd name="connsiteX2115" fmla="*/ 6141730 w 6501199"/>
              <a:gd name="connsiteY2115" fmla="*/ 2401526 h 6382977"/>
              <a:gd name="connsiteX2116" fmla="*/ 6141724 w 6501199"/>
              <a:gd name="connsiteY2116" fmla="*/ 2401425 h 6382977"/>
              <a:gd name="connsiteX2117" fmla="*/ 6135469 w 6501199"/>
              <a:gd name="connsiteY2117" fmla="*/ 2394478 h 6382977"/>
              <a:gd name="connsiteX2118" fmla="*/ 6138627 w 6501199"/>
              <a:gd name="connsiteY2118" fmla="*/ 2384435 h 6382977"/>
              <a:gd name="connsiteX2119" fmla="*/ 6140477 w 6501199"/>
              <a:gd name="connsiteY2119" fmla="*/ 2380328 h 6382977"/>
              <a:gd name="connsiteX2120" fmla="*/ 6139411 w 6501199"/>
              <a:gd name="connsiteY2120" fmla="*/ 2362287 h 6382977"/>
              <a:gd name="connsiteX2121" fmla="*/ 6164649 w 6501199"/>
              <a:gd name="connsiteY2121" fmla="*/ 2335212 h 6382977"/>
              <a:gd name="connsiteX2122" fmla="*/ 6085280 w 6501199"/>
              <a:gd name="connsiteY2122" fmla="*/ 2330839 h 6382977"/>
              <a:gd name="connsiteX2123" fmla="*/ 6069539 w 6501199"/>
              <a:gd name="connsiteY2123" fmla="*/ 2376127 h 6382977"/>
              <a:gd name="connsiteX2124" fmla="*/ 6085280 w 6501199"/>
              <a:gd name="connsiteY2124" fmla="*/ 2330839 h 6382977"/>
              <a:gd name="connsiteX2125" fmla="*/ 5232290 w 6501199"/>
              <a:gd name="connsiteY2125" fmla="*/ 2324100 h 6382977"/>
              <a:gd name="connsiteX2126" fmla="*/ 5214100 w 6501199"/>
              <a:gd name="connsiteY2126" fmla="*/ 2361847 h 6382977"/>
              <a:gd name="connsiteX2127" fmla="*/ 5232290 w 6501199"/>
              <a:gd name="connsiteY2127" fmla="*/ 2324100 h 6382977"/>
              <a:gd name="connsiteX2128" fmla="*/ 3777806 w 6501199"/>
              <a:gd name="connsiteY2128" fmla="*/ 2318660 h 6382977"/>
              <a:gd name="connsiteX2129" fmla="*/ 3777885 w 6501199"/>
              <a:gd name="connsiteY2129" fmla="*/ 2319422 h 6382977"/>
              <a:gd name="connsiteX2130" fmla="*/ 3783336 w 6501199"/>
              <a:gd name="connsiteY2130" fmla="*/ 2319715 h 6382977"/>
              <a:gd name="connsiteX2131" fmla="*/ 3783152 w 6501199"/>
              <a:gd name="connsiteY2131" fmla="*/ 2319677 h 6382977"/>
              <a:gd name="connsiteX2132" fmla="*/ 5529933 w 6501199"/>
              <a:gd name="connsiteY2132" fmla="*/ 2317938 h 6382977"/>
              <a:gd name="connsiteX2133" fmla="*/ 5525613 w 6501199"/>
              <a:gd name="connsiteY2133" fmla="*/ 2326938 h 6382977"/>
              <a:gd name="connsiteX2134" fmla="*/ 5505093 w 6501199"/>
              <a:gd name="connsiteY2134" fmla="*/ 2376982 h 6382977"/>
              <a:gd name="connsiteX2135" fmla="*/ 5534613 w 6501199"/>
              <a:gd name="connsiteY2135" fmla="*/ 2335939 h 6382977"/>
              <a:gd name="connsiteX2136" fmla="*/ 5529933 w 6501199"/>
              <a:gd name="connsiteY2136" fmla="*/ 2317938 h 6382977"/>
              <a:gd name="connsiteX2137" fmla="*/ 3786078 w 6501199"/>
              <a:gd name="connsiteY2137" fmla="*/ 2314247 h 6382977"/>
              <a:gd name="connsiteX2138" fmla="*/ 3786179 w 6501199"/>
              <a:gd name="connsiteY2138" fmla="*/ 2315627 h 6382977"/>
              <a:gd name="connsiteX2139" fmla="*/ 3786725 w 6501199"/>
              <a:gd name="connsiteY2139" fmla="*/ 2319897 h 6382977"/>
              <a:gd name="connsiteX2140" fmla="*/ 3800850 w 6501199"/>
              <a:gd name="connsiteY2140" fmla="*/ 2320655 h 6382977"/>
              <a:gd name="connsiteX2141" fmla="*/ 3800764 w 6501199"/>
              <a:gd name="connsiteY2141" fmla="*/ 2319016 h 6382977"/>
              <a:gd name="connsiteX2142" fmla="*/ 3787381 w 6501199"/>
              <a:gd name="connsiteY2142" fmla="*/ 2316807 h 6382977"/>
              <a:gd name="connsiteX2143" fmla="*/ 5713309 w 6501199"/>
              <a:gd name="connsiteY2143" fmla="*/ 2313143 h 6382977"/>
              <a:gd name="connsiteX2144" fmla="*/ 5708208 w 6501199"/>
              <a:gd name="connsiteY2144" fmla="*/ 2318325 h 6382977"/>
              <a:gd name="connsiteX2145" fmla="*/ 5692864 w 6501199"/>
              <a:gd name="connsiteY2145" fmla="*/ 2342787 h 6382977"/>
              <a:gd name="connsiteX2146" fmla="*/ 5685201 w 6501199"/>
              <a:gd name="connsiteY2146" fmla="*/ 2341919 h 6382977"/>
              <a:gd name="connsiteX2147" fmla="*/ 5686794 w 6501199"/>
              <a:gd name="connsiteY2147" fmla="*/ 2361573 h 6382977"/>
              <a:gd name="connsiteX2148" fmla="*/ 5701430 w 6501199"/>
              <a:gd name="connsiteY2148" fmla="*/ 2344928 h 6382977"/>
              <a:gd name="connsiteX2149" fmla="*/ 5715355 w 6501199"/>
              <a:gd name="connsiteY2149" fmla="*/ 2336059 h 6382977"/>
              <a:gd name="connsiteX2150" fmla="*/ 5708266 w 6501199"/>
              <a:gd name="connsiteY2150" fmla="*/ 2332576 h 6382977"/>
              <a:gd name="connsiteX2151" fmla="*/ 5709959 w 6501199"/>
              <a:gd name="connsiteY2151" fmla="*/ 2321778 h 6382977"/>
              <a:gd name="connsiteX2152" fmla="*/ 3857860 w 6501199"/>
              <a:gd name="connsiteY2152" fmla="*/ 2310610 h 6382977"/>
              <a:gd name="connsiteX2153" fmla="*/ 3850361 w 6501199"/>
              <a:gd name="connsiteY2153" fmla="*/ 2313501 h 6382977"/>
              <a:gd name="connsiteX2154" fmla="*/ 3849086 w 6501199"/>
              <a:gd name="connsiteY2154" fmla="*/ 2320269 h 6382977"/>
              <a:gd name="connsiteX2155" fmla="*/ 3849189 w 6501199"/>
              <a:gd name="connsiteY2155" fmla="*/ 2320311 h 6382977"/>
              <a:gd name="connsiteX2156" fmla="*/ 3849070 w 6501199"/>
              <a:gd name="connsiteY2156" fmla="*/ 2320355 h 6382977"/>
              <a:gd name="connsiteX2157" fmla="*/ 3848772 w 6501199"/>
              <a:gd name="connsiteY2157" fmla="*/ 2321934 h 6382977"/>
              <a:gd name="connsiteX2158" fmla="*/ 3857673 w 6501199"/>
              <a:gd name="connsiteY2158" fmla="*/ 2315978 h 6382977"/>
              <a:gd name="connsiteX2159" fmla="*/ 6141201 w 6501199"/>
              <a:gd name="connsiteY2159" fmla="*/ 2301875 h 6382977"/>
              <a:gd name="connsiteX2160" fmla="*/ 6152924 w 6501199"/>
              <a:gd name="connsiteY2160" fmla="*/ 2333272 h 6382977"/>
              <a:gd name="connsiteX2161" fmla="*/ 6141201 w 6501199"/>
              <a:gd name="connsiteY2161" fmla="*/ 2301875 h 6382977"/>
              <a:gd name="connsiteX2162" fmla="*/ 3921795 w 6501199"/>
              <a:gd name="connsiteY2162" fmla="*/ 2296189 h 6382977"/>
              <a:gd name="connsiteX2163" fmla="*/ 3921532 w 6501199"/>
              <a:gd name="connsiteY2163" fmla="*/ 2299589 h 6382977"/>
              <a:gd name="connsiteX2164" fmla="*/ 3930507 w 6501199"/>
              <a:gd name="connsiteY2164" fmla="*/ 2296940 h 6382977"/>
              <a:gd name="connsiteX2165" fmla="*/ 3838715 w 6501199"/>
              <a:gd name="connsiteY2165" fmla="*/ 2295193 h 6382977"/>
              <a:gd name="connsiteX2166" fmla="*/ 3838548 w 6501199"/>
              <a:gd name="connsiteY2166" fmla="*/ 2295215 h 6382977"/>
              <a:gd name="connsiteX2167" fmla="*/ 3830720 w 6501199"/>
              <a:gd name="connsiteY2167" fmla="*/ 2299577 h 6382977"/>
              <a:gd name="connsiteX2168" fmla="*/ 3831365 w 6501199"/>
              <a:gd name="connsiteY2168" fmla="*/ 2296135 h 6382977"/>
              <a:gd name="connsiteX2169" fmla="*/ 3819666 w 6501199"/>
              <a:gd name="connsiteY2169" fmla="*/ 2297635 h 6382977"/>
              <a:gd name="connsiteX2170" fmla="*/ 3819666 w 6501199"/>
              <a:gd name="connsiteY2170" fmla="*/ 2301954 h 6382977"/>
              <a:gd name="connsiteX2171" fmla="*/ 3805917 w 6501199"/>
              <a:gd name="connsiteY2171" fmla="*/ 2299417 h 6382977"/>
              <a:gd name="connsiteX2172" fmla="*/ 3804159 w 6501199"/>
              <a:gd name="connsiteY2172" fmla="*/ 2298074 h 6382977"/>
              <a:gd name="connsiteX2173" fmla="*/ 3797740 w 6501199"/>
              <a:gd name="connsiteY2173" fmla="*/ 2302993 h 6382977"/>
              <a:gd name="connsiteX2174" fmla="*/ 3785127 w 6501199"/>
              <a:gd name="connsiteY2174" fmla="*/ 2301249 h 6382977"/>
              <a:gd name="connsiteX2175" fmla="*/ 3785325 w 6501199"/>
              <a:gd name="connsiteY2175" fmla="*/ 2303953 h 6382977"/>
              <a:gd name="connsiteX2176" fmla="*/ 3789867 w 6501199"/>
              <a:gd name="connsiteY2176" fmla="*/ 2303619 h 6382977"/>
              <a:gd name="connsiteX2177" fmla="*/ 3801304 w 6501199"/>
              <a:gd name="connsiteY2177" fmla="*/ 2306633 h 6382977"/>
              <a:gd name="connsiteX2178" fmla="*/ 3804935 w 6501199"/>
              <a:gd name="connsiteY2178" fmla="*/ 2320874 h 6382977"/>
              <a:gd name="connsiteX2179" fmla="*/ 3824106 w 6501199"/>
              <a:gd name="connsiteY2179" fmla="*/ 2321903 h 6382977"/>
              <a:gd name="connsiteX2180" fmla="*/ 3829342 w 6501199"/>
              <a:gd name="connsiteY2180" fmla="*/ 2319951 h 6382977"/>
              <a:gd name="connsiteX2181" fmla="*/ 3833799 w 6501199"/>
              <a:gd name="connsiteY2181" fmla="*/ 2318696 h 6382977"/>
              <a:gd name="connsiteX2182" fmla="*/ 3831575 w 6501199"/>
              <a:gd name="connsiteY2182" fmla="*/ 2309665 h 6382977"/>
              <a:gd name="connsiteX2183" fmla="*/ 3839857 w 6501199"/>
              <a:gd name="connsiteY2183" fmla="*/ 2296929 h 6382977"/>
              <a:gd name="connsiteX2184" fmla="*/ 3908217 w 6501199"/>
              <a:gd name="connsiteY2184" fmla="*/ 2294334 h 6382977"/>
              <a:gd name="connsiteX2185" fmla="*/ 3898761 w 6501199"/>
              <a:gd name="connsiteY2185" fmla="*/ 2301737 h 6382977"/>
              <a:gd name="connsiteX2186" fmla="*/ 3897551 w 6501199"/>
              <a:gd name="connsiteY2186" fmla="*/ 2297904 h 6382977"/>
              <a:gd name="connsiteX2187" fmla="*/ 3890228 w 6501199"/>
              <a:gd name="connsiteY2187" fmla="*/ 2307751 h 6382977"/>
              <a:gd name="connsiteX2188" fmla="*/ 3912151 w 6501199"/>
              <a:gd name="connsiteY2188" fmla="*/ 2302359 h 6382977"/>
              <a:gd name="connsiteX2189" fmla="*/ 3918957 w 6501199"/>
              <a:gd name="connsiteY2189" fmla="*/ 2300349 h 6382977"/>
              <a:gd name="connsiteX2190" fmla="*/ 3914737 w 6501199"/>
              <a:gd name="connsiteY2190" fmla="*/ 2295298 h 6382977"/>
              <a:gd name="connsiteX2191" fmla="*/ 5163811 w 6501199"/>
              <a:gd name="connsiteY2191" fmla="*/ 2292736 h 6382977"/>
              <a:gd name="connsiteX2192" fmla="*/ 5138610 w 6501199"/>
              <a:gd name="connsiteY2192" fmla="*/ 2299577 h 6382977"/>
              <a:gd name="connsiteX2193" fmla="*/ 5159131 w 6501199"/>
              <a:gd name="connsiteY2193" fmla="*/ 2315418 h 6382977"/>
              <a:gd name="connsiteX2194" fmla="*/ 5163811 w 6501199"/>
              <a:gd name="connsiteY2194" fmla="*/ 2292736 h 6382977"/>
              <a:gd name="connsiteX2195" fmla="*/ 3869118 w 6501199"/>
              <a:gd name="connsiteY2195" fmla="*/ 2291003 h 6382977"/>
              <a:gd name="connsiteX2196" fmla="*/ 3865060 w 6501199"/>
              <a:gd name="connsiteY2196" fmla="*/ 2291365 h 6382977"/>
              <a:gd name="connsiteX2197" fmla="*/ 3869652 w 6501199"/>
              <a:gd name="connsiteY2197" fmla="*/ 2297919 h 6382977"/>
              <a:gd name="connsiteX2198" fmla="*/ 3864860 w 6501199"/>
              <a:gd name="connsiteY2198" fmla="*/ 2313991 h 6382977"/>
              <a:gd name="connsiteX2199" fmla="*/ 3888685 w 6501199"/>
              <a:gd name="connsiteY2199" fmla="*/ 2308131 h 6382977"/>
              <a:gd name="connsiteX2200" fmla="*/ 3883967 w 6501199"/>
              <a:gd name="connsiteY2200" fmla="*/ 2306431 h 6382977"/>
              <a:gd name="connsiteX2201" fmla="*/ 3881965 w 6501199"/>
              <a:gd name="connsiteY2201" fmla="*/ 2301280 h 6382977"/>
              <a:gd name="connsiteX2202" fmla="*/ 3877363 w 6501199"/>
              <a:gd name="connsiteY2202" fmla="*/ 2299082 h 6382977"/>
              <a:gd name="connsiteX2203" fmla="*/ 3872998 w 6501199"/>
              <a:gd name="connsiteY2203" fmla="*/ 2299712 h 6382977"/>
              <a:gd name="connsiteX2204" fmla="*/ 3873519 w 6501199"/>
              <a:gd name="connsiteY2204" fmla="*/ 2294555 h 6382977"/>
              <a:gd name="connsiteX2205" fmla="*/ 3871614 w 6501199"/>
              <a:gd name="connsiteY2205" fmla="*/ 2294665 h 6382977"/>
              <a:gd name="connsiteX2206" fmla="*/ 3871919 w 6501199"/>
              <a:gd name="connsiteY2206" fmla="*/ 2292873 h 6382977"/>
              <a:gd name="connsiteX2207" fmla="*/ 3789107 w 6501199"/>
              <a:gd name="connsiteY2207" fmla="*/ 2290129 h 6382977"/>
              <a:gd name="connsiteX2208" fmla="*/ 3789260 w 6501199"/>
              <a:gd name="connsiteY2208" fmla="*/ 2290956 h 6382977"/>
              <a:gd name="connsiteX2209" fmla="*/ 3791240 w 6501199"/>
              <a:gd name="connsiteY2209" fmla="*/ 2290818 h 6382977"/>
              <a:gd name="connsiteX2210" fmla="*/ 3815780 w 6501199"/>
              <a:gd name="connsiteY2210" fmla="*/ 2289046 h 6382977"/>
              <a:gd name="connsiteX2211" fmla="*/ 3814512 w 6501199"/>
              <a:gd name="connsiteY2211" fmla="*/ 2289066 h 6382977"/>
              <a:gd name="connsiteX2212" fmla="*/ 3811171 w 6501199"/>
              <a:gd name="connsiteY2212" fmla="*/ 2292116 h 6382977"/>
              <a:gd name="connsiteX2213" fmla="*/ 3817675 w 6501199"/>
              <a:gd name="connsiteY2213" fmla="*/ 2293771 h 6382977"/>
              <a:gd name="connsiteX2214" fmla="*/ 3825172 w 6501199"/>
              <a:gd name="connsiteY2214" fmla="*/ 2289801 h 6382977"/>
              <a:gd name="connsiteX2215" fmla="*/ 3823689 w 6501199"/>
              <a:gd name="connsiteY2215" fmla="*/ 2290137 h 6382977"/>
              <a:gd name="connsiteX2216" fmla="*/ 3815780 w 6501199"/>
              <a:gd name="connsiteY2216" fmla="*/ 2289046 h 6382977"/>
              <a:gd name="connsiteX2217" fmla="*/ 5263688 w 6501199"/>
              <a:gd name="connsiteY2217" fmla="*/ 2288656 h 6382977"/>
              <a:gd name="connsiteX2218" fmla="*/ 5268319 w 6501199"/>
              <a:gd name="connsiteY2218" fmla="*/ 2292296 h 6382977"/>
              <a:gd name="connsiteX2219" fmla="*/ 5263923 w 6501199"/>
              <a:gd name="connsiteY2219" fmla="*/ 2301214 h 6382977"/>
              <a:gd name="connsiteX2220" fmla="*/ 5263923 w 6501199"/>
              <a:gd name="connsiteY2220" fmla="*/ 2310490 h 6382977"/>
              <a:gd name="connsiteX2221" fmla="*/ 5256963 w 6501199"/>
              <a:gd name="connsiteY2221" fmla="*/ 2312630 h 6382977"/>
              <a:gd name="connsiteX2222" fmla="*/ 5252200 w 6501199"/>
              <a:gd name="connsiteY2222" fmla="*/ 2307992 h 6382977"/>
              <a:gd name="connsiteX2223" fmla="*/ 5252200 w 6501199"/>
              <a:gd name="connsiteY2223" fmla="*/ 2296933 h 6382977"/>
              <a:gd name="connsiteX2224" fmla="*/ 5263688 w 6501199"/>
              <a:gd name="connsiteY2224" fmla="*/ 2288656 h 6382977"/>
              <a:gd name="connsiteX2225" fmla="*/ 3946641 w 6501199"/>
              <a:gd name="connsiteY2225" fmla="*/ 2288056 h 6382977"/>
              <a:gd name="connsiteX2226" fmla="*/ 3934012 w 6501199"/>
              <a:gd name="connsiteY2226" fmla="*/ 2295905 h 6382977"/>
              <a:gd name="connsiteX2227" fmla="*/ 3947263 w 6501199"/>
              <a:gd name="connsiteY2227" fmla="*/ 2291993 h 6382977"/>
              <a:gd name="connsiteX2228" fmla="*/ 3894441 w 6501199"/>
              <a:gd name="connsiteY2228" fmla="*/ 2288056 h 6382977"/>
              <a:gd name="connsiteX2229" fmla="*/ 3894326 w 6501199"/>
              <a:gd name="connsiteY2229" fmla="*/ 2288129 h 6382977"/>
              <a:gd name="connsiteX2230" fmla="*/ 3893869 w 6501199"/>
              <a:gd name="connsiteY2230" fmla="*/ 2290782 h 6382977"/>
              <a:gd name="connsiteX2231" fmla="*/ 3897184 w 6501199"/>
              <a:gd name="connsiteY2231" fmla="*/ 2296742 h 6382977"/>
              <a:gd name="connsiteX2232" fmla="*/ 5823335 w 6501199"/>
              <a:gd name="connsiteY2232" fmla="*/ 2285896 h 6382977"/>
              <a:gd name="connsiteX2233" fmla="*/ 5798495 w 6501199"/>
              <a:gd name="connsiteY2233" fmla="*/ 2308577 h 6382977"/>
              <a:gd name="connsiteX2234" fmla="*/ 5823335 w 6501199"/>
              <a:gd name="connsiteY2234" fmla="*/ 2285896 h 6382977"/>
              <a:gd name="connsiteX2235" fmla="*/ 3940263 w 6501199"/>
              <a:gd name="connsiteY2235" fmla="*/ 2269509 h 6382977"/>
              <a:gd name="connsiteX2236" fmla="*/ 3938901 w 6501199"/>
              <a:gd name="connsiteY2236" fmla="*/ 2271315 h 6382977"/>
              <a:gd name="connsiteX2237" fmla="*/ 3939801 w 6501199"/>
              <a:gd name="connsiteY2237" fmla="*/ 2281575 h 6382977"/>
              <a:gd name="connsiteX2238" fmla="*/ 3949206 w 6501199"/>
              <a:gd name="connsiteY2238" fmla="*/ 2278110 h 6382977"/>
              <a:gd name="connsiteX2239" fmla="*/ 3950995 w 6501199"/>
              <a:gd name="connsiteY2239" fmla="*/ 2273835 h 6382977"/>
              <a:gd name="connsiteX2240" fmla="*/ 3943252 w 6501199"/>
              <a:gd name="connsiteY2240" fmla="*/ 2271610 h 6382977"/>
              <a:gd name="connsiteX2241" fmla="*/ 5720925 w 6501199"/>
              <a:gd name="connsiteY2241" fmla="*/ 2266950 h 6382977"/>
              <a:gd name="connsiteX2242" fmla="*/ 5703050 w 6501199"/>
              <a:gd name="connsiteY2242" fmla="*/ 2286835 h 6382977"/>
              <a:gd name="connsiteX2243" fmla="*/ 5720925 w 6501199"/>
              <a:gd name="connsiteY2243" fmla="*/ 2266950 h 6382977"/>
              <a:gd name="connsiteX2244" fmla="*/ 5834855 w 6501199"/>
              <a:gd name="connsiteY2244" fmla="*/ 2256374 h 6382977"/>
              <a:gd name="connsiteX2245" fmla="*/ 5825855 w 6501199"/>
              <a:gd name="connsiteY2245" fmla="*/ 2283736 h 6382977"/>
              <a:gd name="connsiteX2246" fmla="*/ 5855375 w 6501199"/>
              <a:gd name="connsiteY2246" fmla="*/ 2274735 h 6382977"/>
              <a:gd name="connsiteX2247" fmla="*/ 5834855 w 6501199"/>
              <a:gd name="connsiteY2247" fmla="*/ 2256374 h 6382977"/>
              <a:gd name="connsiteX2248" fmla="*/ 5254891 w 6501199"/>
              <a:gd name="connsiteY2248" fmla="*/ 2256374 h 6382977"/>
              <a:gd name="connsiteX2249" fmla="*/ 5254647 w 6501199"/>
              <a:gd name="connsiteY2249" fmla="*/ 2256827 h 6382977"/>
              <a:gd name="connsiteX2250" fmla="*/ 5254969 w 6501199"/>
              <a:gd name="connsiteY2250" fmla="*/ 2256374 h 6382977"/>
              <a:gd name="connsiteX2251" fmla="*/ 5800655 w 6501199"/>
              <a:gd name="connsiteY2251" fmla="*/ 2249533 h 6382977"/>
              <a:gd name="connsiteX2252" fmla="*/ 5786975 w 6501199"/>
              <a:gd name="connsiteY2252" fmla="*/ 2281575 h 6382977"/>
              <a:gd name="connsiteX2253" fmla="*/ 5800655 w 6501199"/>
              <a:gd name="connsiteY2253" fmla="*/ 2285896 h 6382977"/>
              <a:gd name="connsiteX2254" fmla="*/ 5828015 w 6501199"/>
              <a:gd name="connsiteY2254" fmla="*/ 2256374 h 6382977"/>
              <a:gd name="connsiteX2255" fmla="*/ 5802815 w 6501199"/>
              <a:gd name="connsiteY2255" fmla="*/ 2274735 h 6382977"/>
              <a:gd name="connsiteX2256" fmla="*/ 5800655 w 6501199"/>
              <a:gd name="connsiteY2256" fmla="*/ 2249533 h 6382977"/>
              <a:gd name="connsiteX2257" fmla="*/ 6293228 w 6501199"/>
              <a:gd name="connsiteY2257" fmla="*/ 2247900 h 6382977"/>
              <a:gd name="connsiteX2258" fmla="*/ 6276857 w 6501199"/>
              <a:gd name="connsiteY2258" fmla="*/ 2285647 h 6382977"/>
              <a:gd name="connsiteX2259" fmla="*/ 6293228 w 6501199"/>
              <a:gd name="connsiteY2259" fmla="*/ 2247900 h 6382977"/>
              <a:gd name="connsiteX2260" fmla="*/ 5225011 w 6501199"/>
              <a:gd name="connsiteY2260" fmla="*/ 2231532 h 6382977"/>
              <a:gd name="connsiteX2261" fmla="*/ 5222851 w 6501199"/>
              <a:gd name="connsiteY2261" fmla="*/ 2261054 h 6382977"/>
              <a:gd name="connsiteX2262" fmla="*/ 5200171 w 6501199"/>
              <a:gd name="connsiteY2262" fmla="*/ 2306417 h 6382977"/>
              <a:gd name="connsiteX2263" fmla="*/ 5174971 w 6501199"/>
              <a:gd name="connsiteY2263" fmla="*/ 2285896 h 6382977"/>
              <a:gd name="connsiteX2264" fmla="*/ 5184331 w 6501199"/>
              <a:gd name="connsiteY2264" fmla="*/ 2313258 h 6382977"/>
              <a:gd name="connsiteX2265" fmla="*/ 5163811 w 6501199"/>
              <a:gd name="connsiteY2265" fmla="*/ 2340619 h 6382977"/>
              <a:gd name="connsiteX2266" fmla="*/ 5141130 w 6501199"/>
              <a:gd name="connsiteY2266" fmla="*/ 2326938 h 6382977"/>
              <a:gd name="connsiteX2267" fmla="*/ 5141130 w 6501199"/>
              <a:gd name="connsiteY2267" fmla="*/ 2351780 h 6382977"/>
              <a:gd name="connsiteX2268" fmla="*/ 5109090 w 6501199"/>
              <a:gd name="connsiteY2268" fmla="*/ 2356461 h 6382977"/>
              <a:gd name="connsiteX2269" fmla="*/ 5111250 w 6501199"/>
              <a:gd name="connsiteY2269" fmla="*/ 2367981 h 6382977"/>
              <a:gd name="connsiteX2270" fmla="*/ 5086410 w 6501199"/>
              <a:gd name="connsiteY2270" fmla="*/ 2411184 h 6382977"/>
              <a:gd name="connsiteX2271" fmla="*/ 5065890 w 6501199"/>
              <a:gd name="connsiteY2271" fmla="*/ 2427025 h 6382977"/>
              <a:gd name="connsiteX2272" fmla="*/ 5027369 w 6501199"/>
              <a:gd name="connsiteY2272" fmla="*/ 2449707 h 6382977"/>
              <a:gd name="connsiteX2273" fmla="*/ 5022689 w 6501199"/>
              <a:gd name="connsiteY2273" fmla="*/ 2458708 h 6382977"/>
              <a:gd name="connsiteX2274" fmla="*/ 5031689 w 6501199"/>
              <a:gd name="connsiteY2274" fmla="*/ 2465548 h 6382977"/>
              <a:gd name="connsiteX2275" fmla="*/ 5015849 w 6501199"/>
              <a:gd name="connsiteY2275" fmla="*/ 2486069 h 6382977"/>
              <a:gd name="connsiteX2276" fmla="*/ 5018009 w 6501199"/>
              <a:gd name="connsiteY2276" fmla="*/ 2463388 h 6382977"/>
              <a:gd name="connsiteX2277" fmla="*/ 4963649 w 6501199"/>
              <a:gd name="connsiteY2277" fmla="*/ 2486069 h 6382977"/>
              <a:gd name="connsiteX2278" fmla="*/ 4965809 w 6501199"/>
              <a:gd name="connsiteY2278" fmla="*/ 2508751 h 6382977"/>
              <a:gd name="connsiteX2279" fmla="*/ 4981649 w 6501199"/>
              <a:gd name="connsiteY2279" fmla="*/ 2486069 h 6382977"/>
              <a:gd name="connsiteX2280" fmla="*/ 4995329 w 6501199"/>
              <a:gd name="connsiteY2280" fmla="*/ 2515591 h 6382977"/>
              <a:gd name="connsiteX2281" fmla="*/ 4961129 w 6501199"/>
              <a:gd name="connsiteY2281" fmla="*/ 2520272 h 6382977"/>
              <a:gd name="connsiteX2282" fmla="*/ 4947449 w 6501199"/>
              <a:gd name="connsiteY2282" fmla="*/ 2497590 h 6382977"/>
              <a:gd name="connsiteX2283" fmla="*/ 4943129 w 6501199"/>
              <a:gd name="connsiteY2283" fmla="*/ 2515591 h 6382977"/>
              <a:gd name="connsiteX2284" fmla="*/ 4938449 w 6501199"/>
              <a:gd name="connsiteY2284" fmla="*/ 2504431 h 6382977"/>
              <a:gd name="connsiteX2285" fmla="*/ 4915769 w 6501199"/>
              <a:gd name="connsiteY2285" fmla="*/ 2529272 h 6382977"/>
              <a:gd name="connsiteX2286" fmla="*/ 4858888 w 6501199"/>
              <a:gd name="connsiteY2286" fmla="*/ 2549794 h 6382977"/>
              <a:gd name="connsiteX2287" fmla="*/ 4863568 w 6501199"/>
              <a:gd name="connsiteY2287" fmla="*/ 2563475 h 6382977"/>
              <a:gd name="connsiteX2288" fmla="*/ 4849888 w 6501199"/>
              <a:gd name="connsiteY2288" fmla="*/ 2574995 h 6382977"/>
              <a:gd name="connsiteX2289" fmla="*/ 4813528 w 6501199"/>
              <a:gd name="connsiteY2289" fmla="*/ 2592997 h 6382977"/>
              <a:gd name="connsiteX2290" fmla="*/ 4799848 w 6501199"/>
              <a:gd name="connsiteY2290" fmla="*/ 2583996 h 6382977"/>
              <a:gd name="connsiteX2291" fmla="*/ 4813528 w 6501199"/>
              <a:gd name="connsiteY2291" fmla="*/ 2565635 h 6382977"/>
              <a:gd name="connsiteX2292" fmla="*/ 4772487 w 6501199"/>
              <a:gd name="connsiteY2292" fmla="*/ 2581836 h 6382977"/>
              <a:gd name="connsiteX2293" fmla="*/ 4795167 w 6501199"/>
              <a:gd name="connsiteY2293" fmla="*/ 2579316 h 6382977"/>
              <a:gd name="connsiteX2294" fmla="*/ 4738287 w 6501199"/>
              <a:gd name="connsiteY2294" fmla="*/ 2625039 h 6382977"/>
              <a:gd name="connsiteX2295" fmla="*/ 4747287 w 6501199"/>
              <a:gd name="connsiteY2295" fmla="*/ 2631879 h 6382977"/>
              <a:gd name="connsiteX2296" fmla="*/ 4740447 w 6501199"/>
              <a:gd name="connsiteY2296" fmla="*/ 2649881 h 6382977"/>
              <a:gd name="connsiteX2297" fmla="*/ 4724607 w 6501199"/>
              <a:gd name="connsiteY2297" fmla="*/ 2629359 h 6382977"/>
              <a:gd name="connsiteX2298" fmla="*/ 4695087 w 6501199"/>
              <a:gd name="connsiteY2298" fmla="*/ 2638720 h 6382977"/>
              <a:gd name="connsiteX2299" fmla="*/ 4722447 w 6501199"/>
              <a:gd name="connsiteY2299" fmla="*/ 2647720 h 6382977"/>
              <a:gd name="connsiteX2300" fmla="*/ 4701927 w 6501199"/>
              <a:gd name="connsiteY2300" fmla="*/ 2668242 h 6382977"/>
              <a:gd name="connsiteX2301" fmla="*/ 4676727 w 6501199"/>
              <a:gd name="connsiteY2301" fmla="*/ 2634040 h 6382977"/>
              <a:gd name="connsiteX2302" fmla="*/ 4645047 w 6501199"/>
              <a:gd name="connsiteY2302" fmla="*/ 2684083 h 6382977"/>
              <a:gd name="connsiteX2303" fmla="*/ 4674567 w 6501199"/>
              <a:gd name="connsiteY2303" fmla="*/ 2661401 h 6382977"/>
              <a:gd name="connsiteX2304" fmla="*/ 4670247 w 6501199"/>
              <a:gd name="connsiteY2304" fmla="*/ 2681923 h 6382977"/>
              <a:gd name="connsiteX2305" fmla="*/ 4636901 w 6501199"/>
              <a:gd name="connsiteY2305" fmla="*/ 2692678 h 6382977"/>
              <a:gd name="connsiteX2306" fmla="*/ 4628304 w 6501199"/>
              <a:gd name="connsiteY2306" fmla="*/ 2696185 h 6382977"/>
              <a:gd name="connsiteX2307" fmla="*/ 4629977 w 6501199"/>
              <a:gd name="connsiteY2307" fmla="*/ 2698664 h 6382977"/>
              <a:gd name="connsiteX2308" fmla="*/ 4635284 w 6501199"/>
              <a:gd name="connsiteY2308" fmla="*/ 2700143 h 6382977"/>
              <a:gd name="connsiteX2309" fmla="*/ 4637518 w 6501199"/>
              <a:gd name="connsiteY2309" fmla="*/ 2701420 h 6382977"/>
              <a:gd name="connsiteX2310" fmla="*/ 4648557 w 6501199"/>
              <a:gd name="connsiteY2310" fmla="*/ 2700059 h 6382977"/>
              <a:gd name="connsiteX2311" fmla="*/ 4660887 w 6501199"/>
              <a:gd name="connsiteY2311" fmla="*/ 2690923 h 6382977"/>
              <a:gd name="connsiteX2312" fmla="*/ 4670247 w 6501199"/>
              <a:gd name="connsiteY2312" fmla="*/ 2686243 h 6382977"/>
              <a:gd name="connsiteX2313" fmla="*/ 4679247 w 6501199"/>
              <a:gd name="connsiteY2313" fmla="*/ 2695604 h 6382977"/>
              <a:gd name="connsiteX2314" fmla="*/ 4690407 w 6501199"/>
              <a:gd name="connsiteY2314" fmla="*/ 2679403 h 6382977"/>
              <a:gd name="connsiteX2315" fmla="*/ 4726767 w 6501199"/>
              <a:gd name="connsiteY2315" fmla="*/ 2666082 h 6382977"/>
              <a:gd name="connsiteX2316" fmla="*/ 4736127 w 6501199"/>
              <a:gd name="connsiteY2316" fmla="*/ 2679403 h 6382977"/>
              <a:gd name="connsiteX2317" fmla="*/ 4767807 w 6501199"/>
              <a:gd name="connsiteY2317" fmla="*/ 2663562 h 6382977"/>
              <a:gd name="connsiteX2318" fmla="*/ 4790487 w 6501199"/>
              <a:gd name="connsiteY2318" fmla="*/ 2640880 h 6382977"/>
              <a:gd name="connsiteX2319" fmla="*/ 4808848 w 6501199"/>
              <a:gd name="connsiteY2319" fmla="*/ 2627199 h 6382977"/>
              <a:gd name="connsiteX2320" fmla="*/ 4818574 w 6501199"/>
              <a:gd name="connsiteY2320" fmla="*/ 2632082 h 6382977"/>
              <a:gd name="connsiteX2321" fmla="*/ 4817225 w 6501199"/>
              <a:gd name="connsiteY2321" fmla="*/ 2627535 h 6382977"/>
              <a:gd name="connsiteX2322" fmla="*/ 4867662 w 6501199"/>
              <a:gd name="connsiteY2322" fmla="*/ 2600325 h 6382977"/>
              <a:gd name="connsiteX2323" fmla="*/ 4861431 w 6501199"/>
              <a:gd name="connsiteY2323" fmla="*/ 2620335 h 6382977"/>
              <a:gd name="connsiteX2324" fmla="*/ 4860096 w 6501199"/>
              <a:gd name="connsiteY2324" fmla="*/ 2621942 h 6382977"/>
              <a:gd name="connsiteX2325" fmla="*/ 4865514 w 6501199"/>
              <a:gd name="connsiteY2325" fmla="*/ 2621506 h 6382977"/>
              <a:gd name="connsiteX2326" fmla="*/ 4879408 w 6501199"/>
              <a:gd name="connsiteY2326" fmla="*/ 2615678 h 6382977"/>
              <a:gd name="connsiteX2327" fmla="*/ 4874728 w 6501199"/>
              <a:gd name="connsiteY2327" fmla="*/ 2602357 h 6382977"/>
              <a:gd name="connsiteX2328" fmla="*/ 4904249 w 6501199"/>
              <a:gd name="connsiteY2328" fmla="*/ 2586156 h 6382977"/>
              <a:gd name="connsiteX2329" fmla="*/ 4906769 w 6501199"/>
              <a:gd name="connsiteY2329" fmla="*/ 2606678 h 6382977"/>
              <a:gd name="connsiteX2330" fmla="*/ 4916123 w 6501199"/>
              <a:gd name="connsiteY2330" fmla="*/ 2582702 h 6382977"/>
              <a:gd name="connsiteX2331" fmla="*/ 4916553 w 6501199"/>
              <a:gd name="connsiteY2331" fmla="*/ 2582401 h 6382977"/>
              <a:gd name="connsiteX2332" fmla="*/ 4916926 w 6501199"/>
              <a:gd name="connsiteY2332" fmla="*/ 2574036 h 6382977"/>
              <a:gd name="connsiteX2333" fmla="*/ 4940695 w 6501199"/>
              <a:gd name="connsiteY2333" fmla="*/ 2555875 h 6382977"/>
              <a:gd name="connsiteX2334" fmla="*/ 4938110 w 6501199"/>
              <a:gd name="connsiteY2334" fmla="*/ 2567927 h 6382977"/>
              <a:gd name="connsiteX2335" fmla="*/ 4958862 w 6501199"/>
              <a:gd name="connsiteY2335" fmla="*/ 2559593 h 6382977"/>
              <a:gd name="connsiteX2336" fmla="*/ 4966610 w 6501199"/>
              <a:gd name="connsiteY2336" fmla="*/ 2555482 h 6382977"/>
              <a:gd name="connsiteX2337" fmla="*/ 4958513 w 6501199"/>
              <a:gd name="connsiteY2337" fmla="*/ 2547013 h 6382977"/>
              <a:gd name="connsiteX2338" fmla="*/ 4967332 w 6501199"/>
              <a:gd name="connsiteY2338" fmla="*/ 2538127 h 6382977"/>
              <a:gd name="connsiteX2339" fmla="*/ 4971093 w 6501199"/>
              <a:gd name="connsiteY2339" fmla="*/ 2542074 h 6382977"/>
              <a:gd name="connsiteX2340" fmla="*/ 4970489 w 6501199"/>
              <a:gd name="connsiteY2340" fmla="*/ 2533953 h 6382977"/>
              <a:gd name="connsiteX2341" fmla="*/ 4995329 w 6501199"/>
              <a:gd name="connsiteY2341" fmla="*/ 2518112 h 6382977"/>
              <a:gd name="connsiteX2342" fmla="*/ 4997849 w 6501199"/>
              <a:gd name="connsiteY2342" fmla="*/ 2542953 h 6382977"/>
              <a:gd name="connsiteX2343" fmla="*/ 5059364 w 6501199"/>
              <a:gd name="connsiteY2343" fmla="*/ 2492730 h 6382977"/>
              <a:gd name="connsiteX2344" fmla="*/ 5085382 w 6501199"/>
              <a:gd name="connsiteY2344" fmla="*/ 2471262 h 6382977"/>
              <a:gd name="connsiteX2345" fmla="*/ 5080515 w 6501199"/>
              <a:gd name="connsiteY2345" fmla="*/ 2465113 h 6382977"/>
              <a:gd name="connsiteX2346" fmla="*/ 5074385 w 6501199"/>
              <a:gd name="connsiteY2346" fmla="*/ 2467753 h 6382977"/>
              <a:gd name="connsiteX2347" fmla="*/ 5097294 w 6501199"/>
              <a:gd name="connsiteY2347" fmla="*/ 2438400 h 6382977"/>
              <a:gd name="connsiteX2348" fmla="*/ 5090493 w 6501199"/>
              <a:gd name="connsiteY2348" fmla="*/ 2456298 h 6382977"/>
              <a:gd name="connsiteX2349" fmla="*/ 5086690 w 6501199"/>
              <a:gd name="connsiteY2349" fmla="*/ 2463681 h 6382977"/>
              <a:gd name="connsiteX2350" fmla="*/ 5087396 w 6501199"/>
              <a:gd name="connsiteY2350" fmla="*/ 2469601 h 6382977"/>
              <a:gd name="connsiteX2351" fmla="*/ 5089430 w 6501199"/>
              <a:gd name="connsiteY2351" fmla="*/ 2467922 h 6382977"/>
              <a:gd name="connsiteX2352" fmla="*/ 5122770 w 6501199"/>
              <a:gd name="connsiteY2352" fmla="*/ 2454387 h 6382977"/>
              <a:gd name="connsiteX2353" fmla="*/ 5111250 w 6501199"/>
              <a:gd name="connsiteY2353" fmla="*/ 2468068 h 6382977"/>
              <a:gd name="connsiteX2354" fmla="*/ 5129610 w 6501199"/>
              <a:gd name="connsiteY2354" fmla="*/ 2472388 h 6382977"/>
              <a:gd name="connsiteX2355" fmla="*/ 5139645 w 6501199"/>
              <a:gd name="connsiteY2355" fmla="*/ 2458528 h 6382977"/>
              <a:gd name="connsiteX2356" fmla="*/ 5147964 w 6501199"/>
              <a:gd name="connsiteY2356" fmla="*/ 2458705 h 6382977"/>
              <a:gd name="connsiteX2357" fmla="*/ 5151722 w 6501199"/>
              <a:gd name="connsiteY2357" fmla="*/ 2451292 h 6382977"/>
              <a:gd name="connsiteX2358" fmla="*/ 5153522 w 6501199"/>
              <a:gd name="connsiteY2358" fmla="*/ 2448734 h 6382977"/>
              <a:gd name="connsiteX2359" fmla="*/ 5152740 w 6501199"/>
              <a:gd name="connsiteY2359" fmla="*/ 2443992 h 6382977"/>
              <a:gd name="connsiteX2360" fmla="*/ 5152290 w 6501199"/>
              <a:gd name="connsiteY2360" fmla="*/ 2431706 h 6382977"/>
              <a:gd name="connsiteX2361" fmla="*/ 5156567 w 6501199"/>
              <a:gd name="connsiteY2361" fmla="*/ 2432383 h 6382977"/>
              <a:gd name="connsiteX2362" fmla="*/ 5156433 w 6501199"/>
              <a:gd name="connsiteY2362" fmla="*/ 2431030 h 6382977"/>
              <a:gd name="connsiteX2363" fmla="*/ 5168768 w 6501199"/>
              <a:gd name="connsiteY2363" fmla="*/ 2432975 h 6382977"/>
              <a:gd name="connsiteX2364" fmla="*/ 5176405 w 6501199"/>
              <a:gd name="connsiteY2364" fmla="*/ 2429657 h 6382977"/>
              <a:gd name="connsiteX2365" fmla="*/ 5170203 w 6501199"/>
              <a:gd name="connsiteY2365" fmla="*/ 2424156 h 6382977"/>
              <a:gd name="connsiteX2366" fmla="*/ 5175016 w 6501199"/>
              <a:gd name="connsiteY2366" fmla="*/ 2422039 h 6382977"/>
              <a:gd name="connsiteX2367" fmla="*/ 5170651 w 6501199"/>
              <a:gd name="connsiteY2367" fmla="*/ 2418025 h 6382977"/>
              <a:gd name="connsiteX2368" fmla="*/ 5191357 w 6501199"/>
              <a:gd name="connsiteY2368" fmla="*/ 2394280 h 6382977"/>
              <a:gd name="connsiteX2369" fmla="*/ 5194116 w 6501199"/>
              <a:gd name="connsiteY2369" fmla="*/ 2394721 h 6382977"/>
              <a:gd name="connsiteX2370" fmla="*/ 5195998 w 6501199"/>
              <a:gd name="connsiteY2370" fmla="*/ 2391994 h 6382977"/>
              <a:gd name="connsiteX2371" fmla="*/ 5204902 w 6501199"/>
              <a:gd name="connsiteY2371" fmla="*/ 2376487 h 6382977"/>
              <a:gd name="connsiteX2372" fmla="*/ 5207005 w 6501199"/>
              <a:gd name="connsiteY2372" fmla="*/ 2396360 h 6382977"/>
              <a:gd name="connsiteX2373" fmla="*/ 5196538 w 6501199"/>
              <a:gd name="connsiteY2373" fmla="*/ 2408007 h 6382977"/>
              <a:gd name="connsiteX2374" fmla="*/ 5202061 w 6501199"/>
              <a:gd name="connsiteY2374" fmla="*/ 2409879 h 6382977"/>
              <a:gd name="connsiteX2375" fmla="*/ 5216011 w 6501199"/>
              <a:gd name="connsiteY2375" fmla="*/ 2420185 h 6382977"/>
              <a:gd name="connsiteX2376" fmla="*/ 5209171 w 6501199"/>
              <a:gd name="connsiteY2376" fmla="*/ 2402184 h 6382977"/>
              <a:gd name="connsiteX2377" fmla="*/ 5259211 w 6501199"/>
              <a:gd name="connsiteY2377" fmla="*/ 2356461 h 6382977"/>
              <a:gd name="connsiteX2378" fmla="*/ 5257051 w 6501199"/>
              <a:gd name="connsiteY2378" fmla="*/ 2326938 h 6382977"/>
              <a:gd name="connsiteX2379" fmla="*/ 5277571 w 6501199"/>
              <a:gd name="connsiteY2379" fmla="*/ 2335939 h 6382977"/>
              <a:gd name="connsiteX2380" fmla="*/ 5284411 w 6501199"/>
              <a:gd name="connsiteY2380" fmla="*/ 2299577 h 6382977"/>
              <a:gd name="connsiteX2381" fmla="*/ 5272891 w 6501199"/>
              <a:gd name="connsiteY2381" fmla="*/ 2299577 h 6382977"/>
              <a:gd name="connsiteX2382" fmla="*/ 5270731 w 6501199"/>
              <a:gd name="connsiteY2382" fmla="*/ 2281575 h 6382977"/>
              <a:gd name="connsiteX2383" fmla="*/ 5279236 w 6501199"/>
              <a:gd name="connsiteY2383" fmla="*/ 2272260 h 6382977"/>
              <a:gd name="connsiteX2384" fmla="*/ 5282361 w 6501199"/>
              <a:gd name="connsiteY2384" fmla="*/ 2269907 h 6382977"/>
              <a:gd name="connsiteX2385" fmla="*/ 5277905 w 6501199"/>
              <a:gd name="connsiteY2385" fmla="*/ 2267494 h 6382977"/>
              <a:gd name="connsiteX2386" fmla="*/ 5259559 w 6501199"/>
              <a:gd name="connsiteY2386" fmla="*/ 2285637 h 6382977"/>
              <a:gd name="connsiteX2387" fmla="*/ 5251420 w 6501199"/>
              <a:gd name="connsiteY2387" fmla="*/ 2261371 h 6382977"/>
              <a:gd name="connsiteX2388" fmla="*/ 5252212 w 6501199"/>
              <a:gd name="connsiteY2388" fmla="*/ 2260256 h 6382977"/>
              <a:gd name="connsiteX2389" fmla="*/ 5249356 w 6501199"/>
              <a:gd name="connsiteY2389" fmla="*/ 2245888 h 6382977"/>
              <a:gd name="connsiteX2390" fmla="*/ 5241211 w 6501199"/>
              <a:gd name="connsiteY2390" fmla="*/ 2235852 h 6382977"/>
              <a:gd name="connsiteX2391" fmla="*/ 5225011 w 6501199"/>
              <a:gd name="connsiteY2391" fmla="*/ 2231532 h 6382977"/>
              <a:gd name="connsiteX2392" fmla="*/ 5864315 w 6501199"/>
              <a:gd name="connsiteY2392" fmla="*/ 2222500 h 6382977"/>
              <a:gd name="connsiteX2393" fmla="*/ 5864315 w 6501199"/>
              <a:gd name="connsiteY2393" fmla="*/ 2257061 h 6382977"/>
              <a:gd name="connsiteX2394" fmla="*/ 5864315 w 6501199"/>
              <a:gd name="connsiteY2394" fmla="*/ 2222500 h 6382977"/>
              <a:gd name="connsiteX2395" fmla="*/ 5738681 w 6501199"/>
              <a:gd name="connsiteY2395" fmla="*/ 2222500 h 6382977"/>
              <a:gd name="connsiteX2396" fmla="*/ 5740797 w 6501199"/>
              <a:gd name="connsiteY2396" fmla="*/ 2238985 h 6382977"/>
              <a:gd name="connsiteX2397" fmla="*/ 5725275 w 6501199"/>
              <a:gd name="connsiteY2397" fmla="*/ 2241183 h 6382977"/>
              <a:gd name="connsiteX2398" fmla="*/ 5738681 w 6501199"/>
              <a:gd name="connsiteY2398" fmla="*/ 2222500 h 6382977"/>
              <a:gd name="connsiteX2399" fmla="*/ 5873376 w 6501199"/>
              <a:gd name="connsiteY2399" fmla="*/ 2213171 h 6382977"/>
              <a:gd name="connsiteX2400" fmla="*/ 5843855 w 6501199"/>
              <a:gd name="connsiteY2400" fmla="*/ 2231532 h 6382977"/>
              <a:gd name="connsiteX2401" fmla="*/ 5855375 w 6501199"/>
              <a:gd name="connsiteY2401" fmla="*/ 2267894 h 6382977"/>
              <a:gd name="connsiteX2402" fmla="*/ 5873376 w 6501199"/>
              <a:gd name="connsiteY2402" fmla="*/ 2213171 h 6382977"/>
              <a:gd name="connsiteX2403" fmla="*/ 5282057 w 6501199"/>
              <a:gd name="connsiteY2403" fmla="*/ 2212875 h 6382977"/>
              <a:gd name="connsiteX2404" fmla="*/ 5276631 w 6501199"/>
              <a:gd name="connsiteY2404" fmla="*/ 2218402 h 6382977"/>
              <a:gd name="connsiteX2405" fmla="*/ 5276929 w 6501199"/>
              <a:gd name="connsiteY2405" fmla="*/ 2224691 h 6382977"/>
              <a:gd name="connsiteX2406" fmla="*/ 5277571 w 6501199"/>
              <a:gd name="connsiteY2406" fmla="*/ 2224691 h 6382977"/>
              <a:gd name="connsiteX2407" fmla="*/ 5286207 w 6501199"/>
              <a:gd name="connsiteY2407" fmla="*/ 2208646 h 6382977"/>
              <a:gd name="connsiteX2408" fmla="*/ 5285490 w 6501199"/>
              <a:gd name="connsiteY2408" fmla="*/ 2209377 h 6382977"/>
              <a:gd name="connsiteX2409" fmla="*/ 5286319 w 6501199"/>
              <a:gd name="connsiteY2409" fmla="*/ 2209122 h 6382977"/>
              <a:gd name="connsiteX2410" fmla="*/ 6354040 w 6501199"/>
              <a:gd name="connsiteY2410" fmla="*/ 2198687 h 6382977"/>
              <a:gd name="connsiteX2411" fmla="*/ 6358401 w 6501199"/>
              <a:gd name="connsiteY2411" fmla="*/ 2226306 h 6382977"/>
              <a:gd name="connsiteX2412" fmla="*/ 6354040 w 6501199"/>
              <a:gd name="connsiteY2412" fmla="*/ 2198687 h 6382977"/>
              <a:gd name="connsiteX2413" fmla="*/ 5136450 w 6501199"/>
              <a:gd name="connsiteY2413" fmla="*/ 2185809 h 6382977"/>
              <a:gd name="connsiteX2414" fmla="*/ 5138610 w 6501199"/>
              <a:gd name="connsiteY2414" fmla="*/ 2199490 h 6382977"/>
              <a:gd name="connsiteX2415" fmla="*/ 5136450 w 6501199"/>
              <a:gd name="connsiteY2415" fmla="*/ 2185809 h 6382977"/>
              <a:gd name="connsiteX2416" fmla="*/ 5259211 w 6501199"/>
              <a:gd name="connsiteY2416" fmla="*/ 2183649 h 6382977"/>
              <a:gd name="connsiteX2417" fmla="*/ 5242111 w 6501199"/>
              <a:gd name="connsiteY2417" fmla="*/ 2202415 h 6382977"/>
              <a:gd name="connsiteX2418" fmla="*/ 5234310 w 6501199"/>
              <a:gd name="connsiteY2418" fmla="*/ 2212577 h 6382977"/>
              <a:gd name="connsiteX2419" fmla="*/ 5239790 w 6501199"/>
              <a:gd name="connsiteY2419" fmla="*/ 2213896 h 6382977"/>
              <a:gd name="connsiteX2420" fmla="*/ 5247376 w 6501199"/>
              <a:gd name="connsiteY2420" fmla="*/ 2208355 h 6382977"/>
              <a:gd name="connsiteX2421" fmla="*/ 5259211 w 6501199"/>
              <a:gd name="connsiteY2421" fmla="*/ 2183649 h 6382977"/>
              <a:gd name="connsiteX2422" fmla="*/ 6112501 w 6501199"/>
              <a:gd name="connsiteY2422" fmla="*/ 2176462 h 6382977"/>
              <a:gd name="connsiteX2423" fmla="*/ 6110353 w 6501199"/>
              <a:gd name="connsiteY2423" fmla="*/ 2223731 h 6382977"/>
              <a:gd name="connsiteX2424" fmla="*/ 6112501 w 6501199"/>
              <a:gd name="connsiteY2424" fmla="*/ 2176462 h 6382977"/>
              <a:gd name="connsiteX2425" fmla="*/ 5425527 w 6501199"/>
              <a:gd name="connsiteY2425" fmla="*/ 2170204 h 6382977"/>
              <a:gd name="connsiteX2426" fmla="*/ 5418693 w 6501199"/>
              <a:gd name="connsiteY2426" fmla="*/ 2172128 h 6382977"/>
              <a:gd name="connsiteX2427" fmla="*/ 5400332 w 6501199"/>
              <a:gd name="connsiteY2427" fmla="*/ 2201650 h 6382977"/>
              <a:gd name="connsiteX2428" fmla="*/ 5429853 w 6501199"/>
              <a:gd name="connsiteY2428" fmla="*/ 2172128 h 6382977"/>
              <a:gd name="connsiteX2429" fmla="*/ 5425527 w 6501199"/>
              <a:gd name="connsiteY2429" fmla="*/ 2170204 h 6382977"/>
              <a:gd name="connsiteX2430" fmla="*/ 6159281 w 6501199"/>
              <a:gd name="connsiteY2430" fmla="*/ 2165350 h 6382977"/>
              <a:gd name="connsiteX2431" fmla="*/ 6156828 w 6501199"/>
              <a:gd name="connsiteY2431" fmla="*/ 2195148 h 6382977"/>
              <a:gd name="connsiteX2432" fmla="*/ 6159281 w 6501199"/>
              <a:gd name="connsiteY2432" fmla="*/ 2165350 h 6382977"/>
              <a:gd name="connsiteX2433" fmla="*/ 5850695 w 6501199"/>
              <a:gd name="connsiteY2433" fmla="*/ 2165287 h 6382977"/>
              <a:gd name="connsiteX2434" fmla="*/ 5846375 w 6501199"/>
              <a:gd name="connsiteY2434" fmla="*/ 2204170 h 6382977"/>
              <a:gd name="connsiteX2435" fmla="*/ 5850695 w 6501199"/>
              <a:gd name="connsiteY2435" fmla="*/ 2165287 h 6382977"/>
              <a:gd name="connsiteX2436" fmla="*/ 5705255 w 6501199"/>
              <a:gd name="connsiteY2436" fmla="*/ 2154127 h 6382977"/>
              <a:gd name="connsiteX2437" fmla="*/ 5700505 w 6501199"/>
              <a:gd name="connsiteY2437" fmla="*/ 2156365 h 6382977"/>
              <a:gd name="connsiteX2438" fmla="*/ 5691245 w 6501199"/>
              <a:gd name="connsiteY2438" fmla="*/ 2181216 h 6382977"/>
              <a:gd name="connsiteX2439" fmla="*/ 5688196 w 6501199"/>
              <a:gd name="connsiteY2439" fmla="*/ 2195294 h 6382977"/>
              <a:gd name="connsiteX2440" fmla="*/ 5694005 w 6501199"/>
              <a:gd name="connsiteY2440" fmla="*/ 2190759 h 6382977"/>
              <a:gd name="connsiteX2441" fmla="*/ 5709575 w 6501199"/>
              <a:gd name="connsiteY2441" fmla="*/ 2181488 h 6382977"/>
              <a:gd name="connsiteX2442" fmla="*/ 5705255 w 6501199"/>
              <a:gd name="connsiteY2442" fmla="*/ 2154127 h 6382977"/>
              <a:gd name="connsiteX2443" fmla="*/ 3203455 w 6501199"/>
              <a:gd name="connsiteY2443" fmla="*/ 2146445 h 6382977"/>
              <a:gd name="connsiteX2444" fmla="*/ 3201514 w 6501199"/>
              <a:gd name="connsiteY2444" fmla="*/ 2150944 h 6382977"/>
              <a:gd name="connsiteX2445" fmla="*/ 3204174 w 6501199"/>
              <a:gd name="connsiteY2445" fmla="*/ 2148737 h 6382977"/>
              <a:gd name="connsiteX2446" fmla="*/ 6346164 w 6501199"/>
              <a:gd name="connsiteY2446" fmla="*/ 2143125 h 6382977"/>
              <a:gd name="connsiteX2447" fmla="*/ 6341578 w 6501199"/>
              <a:gd name="connsiteY2447" fmla="*/ 2184041 h 6382977"/>
              <a:gd name="connsiteX2448" fmla="*/ 6346164 w 6501199"/>
              <a:gd name="connsiteY2448" fmla="*/ 2143125 h 6382977"/>
              <a:gd name="connsiteX2449" fmla="*/ 6304064 w 6501199"/>
              <a:gd name="connsiteY2449" fmla="*/ 2143125 h 6382977"/>
              <a:gd name="connsiteX2450" fmla="*/ 6313037 w 6501199"/>
              <a:gd name="connsiteY2450" fmla="*/ 2195782 h 6382977"/>
              <a:gd name="connsiteX2451" fmla="*/ 6290425 w 6501199"/>
              <a:gd name="connsiteY2451" fmla="*/ 2195782 h 6382977"/>
              <a:gd name="connsiteX2452" fmla="*/ 6304064 w 6501199"/>
              <a:gd name="connsiteY2452" fmla="*/ 2143125 h 6382977"/>
              <a:gd name="connsiteX2453" fmla="*/ 3200741 w 6501199"/>
              <a:gd name="connsiteY2453" fmla="*/ 2137801 h 6382977"/>
              <a:gd name="connsiteX2454" fmla="*/ 3200615 w 6501199"/>
              <a:gd name="connsiteY2454" fmla="*/ 2139580 h 6382977"/>
              <a:gd name="connsiteX2455" fmla="*/ 3201207 w 6501199"/>
              <a:gd name="connsiteY2455" fmla="*/ 2139285 h 6382977"/>
              <a:gd name="connsiteX2456" fmla="*/ 3726543 w 6501199"/>
              <a:gd name="connsiteY2456" fmla="*/ 2131377 h 6382977"/>
              <a:gd name="connsiteX2457" fmla="*/ 3722056 w 6501199"/>
              <a:gd name="connsiteY2457" fmla="*/ 2137136 h 6382977"/>
              <a:gd name="connsiteX2458" fmla="*/ 3721736 w 6501199"/>
              <a:gd name="connsiteY2458" fmla="*/ 2137618 h 6382977"/>
              <a:gd name="connsiteX2459" fmla="*/ 3721736 w 6501199"/>
              <a:gd name="connsiteY2459" fmla="*/ 2142857 h 6382977"/>
              <a:gd name="connsiteX2460" fmla="*/ 3730062 w 6501199"/>
              <a:gd name="connsiteY2460" fmla="*/ 2140337 h 6382977"/>
              <a:gd name="connsiteX2461" fmla="*/ 3732186 w 6501199"/>
              <a:gd name="connsiteY2461" fmla="*/ 2132921 h 6382977"/>
              <a:gd name="connsiteX2462" fmla="*/ 5325889 w 6501199"/>
              <a:gd name="connsiteY2462" fmla="*/ 2128837 h 6382977"/>
              <a:gd name="connsiteX2463" fmla="*/ 5330154 w 6501199"/>
              <a:gd name="connsiteY2463" fmla="*/ 2152278 h 6382977"/>
              <a:gd name="connsiteX2464" fmla="*/ 5325889 w 6501199"/>
              <a:gd name="connsiteY2464" fmla="*/ 2128837 h 6382977"/>
              <a:gd name="connsiteX2465" fmla="*/ 3188159 w 6501199"/>
              <a:gd name="connsiteY2465" fmla="*/ 2127514 h 6382977"/>
              <a:gd name="connsiteX2466" fmla="*/ 3179473 w 6501199"/>
              <a:gd name="connsiteY2466" fmla="*/ 2131760 h 6382977"/>
              <a:gd name="connsiteX2467" fmla="*/ 3179083 w 6501199"/>
              <a:gd name="connsiteY2467" fmla="*/ 2132519 h 6382977"/>
              <a:gd name="connsiteX2468" fmla="*/ 3192234 w 6501199"/>
              <a:gd name="connsiteY2468" fmla="*/ 2129386 h 6382977"/>
              <a:gd name="connsiteX2469" fmla="*/ 3196071 w 6501199"/>
              <a:gd name="connsiteY2469" fmla="*/ 2128261 h 6382977"/>
              <a:gd name="connsiteX2470" fmla="*/ 5815407 w 6501199"/>
              <a:gd name="connsiteY2470" fmla="*/ 2127250 h 6382977"/>
              <a:gd name="connsiteX2471" fmla="*/ 5799751 w 6501199"/>
              <a:gd name="connsiteY2471" fmla="*/ 2157048 h 6382977"/>
              <a:gd name="connsiteX2472" fmla="*/ 5815407 w 6501199"/>
              <a:gd name="connsiteY2472" fmla="*/ 2127250 h 6382977"/>
              <a:gd name="connsiteX2473" fmla="*/ 713719 w 6501199"/>
              <a:gd name="connsiteY2473" fmla="*/ 2127250 h 6382977"/>
              <a:gd name="connsiteX2474" fmla="*/ 697753 w 6501199"/>
              <a:gd name="connsiteY2474" fmla="*/ 2163404 h 6382977"/>
              <a:gd name="connsiteX2475" fmla="*/ 713719 w 6501199"/>
              <a:gd name="connsiteY2475" fmla="*/ 2127250 h 6382977"/>
              <a:gd name="connsiteX2476" fmla="*/ 3603945 w 6501199"/>
              <a:gd name="connsiteY2476" fmla="*/ 2126439 h 6382977"/>
              <a:gd name="connsiteX2477" fmla="*/ 3612244 w 6501199"/>
              <a:gd name="connsiteY2477" fmla="*/ 2126796 h 6382977"/>
              <a:gd name="connsiteX2478" fmla="*/ 3614314 w 6501199"/>
              <a:gd name="connsiteY2478" fmla="*/ 2138408 h 6382977"/>
              <a:gd name="connsiteX2479" fmla="*/ 3601200 w 6501199"/>
              <a:gd name="connsiteY2479" fmla="*/ 2131150 h 6382977"/>
              <a:gd name="connsiteX2480" fmla="*/ 3603945 w 6501199"/>
              <a:gd name="connsiteY2480" fmla="*/ 2126439 h 6382977"/>
              <a:gd name="connsiteX2481" fmla="*/ 3335721 w 6501199"/>
              <a:gd name="connsiteY2481" fmla="*/ 2124685 h 6382977"/>
              <a:gd name="connsiteX2482" fmla="*/ 3301163 w 6501199"/>
              <a:gd name="connsiteY2482" fmla="*/ 2127249 h 6382977"/>
              <a:gd name="connsiteX2483" fmla="*/ 3335721 w 6501199"/>
              <a:gd name="connsiteY2483" fmla="*/ 2124685 h 6382977"/>
              <a:gd name="connsiteX2484" fmla="*/ 5735582 w 6501199"/>
              <a:gd name="connsiteY2484" fmla="*/ 2124475 h 6382977"/>
              <a:gd name="connsiteX2485" fmla="*/ 5722199 w 6501199"/>
              <a:gd name="connsiteY2485" fmla="*/ 2131067 h 6382977"/>
              <a:gd name="connsiteX2486" fmla="*/ 5722518 w 6501199"/>
              <a:gd name="connsiteY2486" fmla="*/ 2133246 h 6382977"/>
              <a:gd name="connsiteX2487" fmla="*/ 5728094 w 6501199"/>
              <a:gd name="connsiteY2487" fmla="*/ 2131557 h 6382977"/>
              <a:gd name="connsiteX2488" fmla="*/ 5727162 w 6501199"/>
              <a:gd name="connsiteY2488" fmla="*/ 2134894 h 6382977"/>
              <a:gd name="connsiteX2489" fmla="*/ 5733695 w 6501199"/>
              <a:gd name="connsiteY2489" fmla="*/ 2129223 h 6382977"/>
              <a:gd name="connsiteX2490" fmla="*/ 3805978 w 6501199"/>
              <a:gd name="connsiteY2490" fmla="*/ 2122425 h 6382977"/>
              <a:gd name="connsiteX2491" fmla="*/ 3793228 w 6501199"/>
              <a:gd name="connsiteY2491" fmla="*/ 2124841 h 6382977"/>
              <a:gd name="connsiteX2492" fmla="*/ 3790187 w 6501199"/>
              <a:gd name="connsiteY2492" fmla="*/ 2127530 h 6382977"/>
              <a:gd name="connsiteX2493" fmla="*/ 3802744 w 6501199"/>
              <a:gd name="connsiteY2493" fmla="*/ 2123510 h 6382977"/>
              <a:gd name="connsiteX2494" fmla="*/ 5479893 w 6501199"/>
              <a:gd name="connsiteY2494" fmla="*/ 2122084 h 6382977"/>
              <a:gd name="connsiteX2495" fmla="*/ 5479165 w 6501199"/>
              <a:gd name="connsiteY2495" fmla="*/ 2122413 h 6382977"/>
              <a:gd name="connsiteX2496" fmla="*/ 5477145 w 6501199"/>
              <a:gd name="connsiteY2496" fmla="*/ 2125311 h 6382977"/>
              <a:gd name="connsiteX2497" fmla="*/ 5475605 w 6501199"/>
              <a:gd name="connsiteY2497" fmla="*/ 2124019 h 6382977"/>
              <a:gd name="connsiteX2498" fmla="*/ 5467923 w 6501199"/>
              <a:gd name="connsiteY2498" fmla="*/ 2127485 h 6382977"/>
              <a:gd name="connsiteX2499" fmla="*/ 5466213 w 6501199"/>
              <a:gd name="connsiteY2499" fmla="*/ 2138286 h 6382977"/>
              <a:gd name="connsiteX2500" fmla="*/ 5479893 w 6501199"/>
              <a:gd name="connsiteY2500" fmla="*/ 2122084 h 6382977"/>
              <a:gd name="connsiteX2501" fmla="*/ 4619621 w 6501199"/>
              <a:gd name="connsiteY2501" fmla="*/ 2121319 h 6382977"/>
              <a:gd name="connsiteX2502" fmla="*/ 4613006 w 6501199"/>
              <a:gd name="connsiteY2502" fmla="*/ 2128925 h 6382977"/>
              <a:gd name="connsiteX2503" fmla="*/ 4631366 w 6501199"/>
              <a:gd name="connsiteY2503" fmla="*/ 2122084 h 6382977"/>
              <a:gd name="connsiteX2504" fmla="*/ 4619621 w 6501199"/>
              <a:gd name="connsiteY2504" fmla="*/ 2121319 h 6382977"/>
              <a:gd name="connsiteX2505" fmla="*/ 6123722 w 6501199"/>
              <a:gd name="connsiteY2505" fmla="*/ 2112962 h 6382977"/>
              <a:gd name="connsiteX2506" fmla="*/ 6130524 w 6501199"/>
              <a:gd name="connsiteY2506" fmla="*/ 2171344 h 6382977"/>
              <a:gd name="connsiteX2507" fmla="*/ 6114773 w 6501199"/>
              <a:gd name="connsiteY2507" fmla="*/ 2167072 h 6382977"/>
              <a:gd name="connsiteX2508" fmla="*/ 6123722 w 6501199"/>
              <a:gd name="connsiteY2508" fmla="*/ 2112962 h 6382977"/>
              <a:gd name="connsiteX2509" fmla="*/ 3438292 w 6501199"/>
              <a:gd name="connsiteY2509" fmla="*/ 2111497 h 6382977"/>
              <a:gd name="connsiteX2510" fmla="*/ 3445280 w 6501199"/>
              <a:gd name="connsiteY2510" fmla="*/ 2115160 h 6382977"/>
              <a:gd name="connsiteX2511" fmla="*/ 3434237 w 6501199"/>
              <a:gd name="connsiteY2511" fmla="*/ 2126883 h 6382977"/>
              <a:gd name="connsiteX2512" fmla="*/ 3432213 w 6501199"/>
              <a:gd name="connsiteY2512" fmla="*/ 2122230 h 6382977"/>
              <a:gd name="connsiteX2513" fmla="*/ 3402763 w 6501199"/>
              <a:gd name="connsiteY2513" fmla="*/ 2133244 h 6382977"/>
              <a:gd name="connsiteX2514" fmla="*/ 3430701 w 6501199"/>
              <a:gd name="connsiteY2514" fmla="*/ 2116131 h 6382977"/>
              <a:gd name="connsiteX2515" fmla="*/ 3432706 w 6501199"/>
              <a:gd name="connsiteY2515" fmla="*/ 2117007 h 6382977"/>
              <a:gd name="connsiteX2516" fmla="*/ 5416134 w 6501199"/>
              <a:gd name="connsiteY2516" fmla="*/ 2111375 h 6382977"/>
              <a:gd name="connsiteX2517" fmla="*/ 5428041 w 6501199"/>
              <a:gd name="connsiteY2517" fmla="*/ 2122598 h 6382977"/>
              <a:gd name="connsiteX2518" fmla="*/ 5406832 w 6501199"/>
              <a:gd name="connsiteY2518" fmla="*/ 2120426 h 6382977"/>
              <a:gd name="connsiteX2519" fmla="*/ 5416134 w 6501199"/>
              <a:gd name="connsiteY2519" fmla="*/ 2111375 h 6382977"/>
              <a:gd name="connsiteX2520" fmla="*/ 3351014 w 6501199"/>
              <a:gd name="connsiteY2520" fmla="*/ 2107543 h 6382977"/>
              <a:gd name="connsiteX2521" fmla="*/ 3359555 w 6501199"/>
              <a:gd name="connsiteY2521" fmla="*/ 2111101 h 6382977"/>
              <a:gd name="connsiteX2522" fmla="*/ 3357139 w 6501199"/>
              <a:gd name="connsiteY2522" fmla="*/ 2111101 h 6382977"/>
              <a:gd name="connsiteX2523" fmla="*/ 3344025 w 6501199"/>
              <a:gd name="connsiteY2523" fmla="*/ 2117861 h 6382977"/>
              <a:gd name="connsiteX2524" fmla="*/ 3351014 w 6501199"/>
              <a:gd name="connsiteY2524" fmla="*/ 2107543 h 6382977"/>
              <a:gd name="connsiteX2525" fmla="*/ 3644823 w 6501199"/>
              <a:gd name="connsiteY2525" fmla="*/ 2104501 h 6382977"/>
              <a:gd name="connsiteX2526" fmla="*/ 3659581 w 6501199"/>
              <a:gd name="connsiteY2526" fmla="*/ 2107437 h 6382977"/>
              <a:gd name="connsiteX2527" fmla="*/ 3637042 w 6501199"/>
              <a:gd name="connsiteY2527" fmla="*/ 2122858 h 6382977"/>
              <a:gd name="connsiteX2528" fmla="*/ 3644823 w 6501199"/>
              <a:gd name="connsiteY2528" fmla="*/ 2104501 h 6382977"/>
              <a:gd name="connsiteX2529" fmla="*/ 3839857 w 6501199"/>
              <a:gd name="connsiteY2529" fmla="*/ 2103600 h 6382977"/>
              <a:gd name="connsiteX2530" fmla="*/ 3839457 w 6501199"/>
              <a:gd name="connsiteY2530" fmla="*/ 2104159 h 6382977"/>
              <a:gd name="connsiteX2531" fmla="*/ 3830855 w 6501199"/>
              <a:gd name="connsiteY2531" fmla="*/ 2105760 h 6382977"/>
              <a:gd name="connsiteX2532" fmla="*/ 3839857 w 6501199"/>
              <a:gd name="connsiteY2532" fmla="*/ 2103600 h 6382977"/>
              <a:gd name="connsiteX2533" fmla="*/ 4725786 w 6501199"/>
              <a:gd name="connsiteY2533" fmla="*/ 2101577 h 6382977"/>
              <a:gd name="connsiteX2534" fmla="*/ 4722987 w 6501199"/>
              <a:gd name="connsiteY2534" fmla="*/ 2103363 h 6382977"/>
              <a:gd name="connsiteX2535" fmla="*/ 4688821 w 6501199"/>
              <a:gd name="connsiteY2535" fmla="*/ 2123900 h 6382977"/>
              <a:gd name="connsiteX2536" fmla="*/ 4694435 w 6501199"/>
              <a:gd name="connsiteY2536" fmla="*/ 2123752 h 6382977"/>
              <a:gd name="connsiteX2537" fmla="*/ 4718231 w 6501199"/>
              <a:gd name="connsiteY2537" fmla="*/ 2109337 h 6382977"/>
              <a:gd name="connsiteX2538" fmla="*/ 6406442 w 6501199"/>
              <a:gd name="connsiteY2538" fmla="*/ 2099311 h 6382977"/>
              <a:gd name="connsiteX2539" fmla="*/ 6423900 w 6501199"/>
              <a:gd name="connsiteY2539" fmla="*/ 2126886 h 6382977"/>
              <a:gd name="connsiteX2540" fmla="*/ 6408204 w 6501199"/>
              <a:gd name="connsiteY2540" fmla="*/ 2124339 h 6382977"/>
              <a:gd name="connsiteX2541" fmla="*/ 6396788 w 6501199"/>
              <a:gd name="connsiteY2541" fmla="*/ 2101420 h 6382977"/>
              <a:gd name="connsiteX2542" fmla="*/ 6406442 w 6501199"/>
              <a:gd name="connsiteY2542" fmla="*/ 2099311 h 6382977"/>
              <a:gd name="connsiteX2543" fmla="*/ 3789808 w 6501199"/>
              <a:gd name="connsiteY2543" fmla="*/ 2096759 h 6382977"/>
              <a:gd name="connsiteX2544" fmla="*/ 3771444 w 6501199"/>
              <a:gd name="connsiteY2544" fmla="*/ 2114760 h 6382977"/>
              <a:gd name="connsiteX2545" fmla="*/ 3789808 w 6501199"/>
              <a:gd name="connsiteY2545" fmla="*/ 2096759 h 6382977"/>
              <a:gd name="connsiteX2546" fmla="*/ 4686492 w 6501199"/>
              <a:gd name="connsiteY2546" fmla="*/ 2096028 h 6382977"/>
              <a:gd name="connsiteX2547" fmla="*/ 4683567 w 6501199"/>
              <a:gd name="connsiteY2547" fmla="*/ 2101563 h 6382977"/>
              <a:gd name="connsiteX2548" fmla="*/ 4692927 w 6501199"/>
              <a:gd name="connsiteY2548" fmla="*/ 2097243 h 6382977"/>
              <a:gd name="connsiteX2549" fmla="*/ 4686492 w 6501199"/>
              <a:gd name="connsiteY2549" fmla="*/ 2096028 h 6382977"/>
              <a:gd name="connsiteX2550" fmla="*/ 3717415 w 6501199"/>
              <a:gd name="connsiteY2550" fmla="*/ 2094984 h 6382977"/>
              <a:gd name="connsiteX2551" fmla="*/ 3718428 w 6501199"/>
              <a:gd name="connsiteY2551" fmla="*/ 2102491 h 6382977"/>
              <a:gd name="connsiteX2552" fmla="*/ 3723120 w 6501199"/>
              <a:gd name="connsiteY2552" fmla="*/ 2101845 h 6382977"/>
              <a:gd name="connsiteX2553" fmla="*/ 3722456 w 6501199"/>
              <a:gd name="connsiteY2553" fmla="*/ 2099123 h 6382977"/>
              <a:gd name="connsiteX2554" fmla="*/ 3717415 w 6501199"/>
              <a:gd name="connsiteY2554" fmla="*/ 2094984 h 6382977"/>
              <a:gd name="connsiteX2555" fmla="*/ 6378962 w 6501199"/>
              <a:gd name="connsiteY2555" fmla="*/ 2090737 h 6382977"/>
              <a:gd name="connsiteX2556" fmla="*/ 6360792 w 6501199"/>
              <a:gd name="connsiteY2556" fmla="*/ 2198325 h 6382977"/>
              <a:gd name="connsiteX2557" fmla="*/ 6378962 w 6501199"/>
              <a:gd name="connsiteY2557" fmla="*/ 2090737 h 6382977"/>
              <a:gd name="connsiteX2558" fmla="*/ 3676371 w 6501199"/>
              <a:gd name="connsiteY2558" fmla="*/ 2090665 h 6382977"/>
              <a:gd name="connsiteX2559" fmla="*/ 3674346 w 6501199"/>
              <a:gd name="connsiteY2559" fmla="*/ 2097999 h 6382977"/>
              <a:gd name="connsiteX2560" fmla="*/ 3674229 w 6501199"/>
              <a:gd name="connsiteY2560" fmla="*/ 2101295 h 6382977"/>
              <a:gd name="connsiteX2561" fmla="*/ 3674615 w 6501199"/>
              <a:gd name="connsiteY2561" fmla="*/ 2106114 h 6382977"/>
              <a:gd name="connsiteX2562" fmla="*/ 3682868 w 6501199"/>
              <a:gd name="connsiteY2562" fmla="*/ 2128441 h 6382977"/>
              <a:gd name="connsiteX2563" fmla="*/ 3694821 w 6501199"/>
              <a:gd name="connsiteY2563" fmla="*/ 2094846 h 6382977"/>
              <a:gd name="connsiteX2564" fmla="*/ 3694373 w 6501199"/>
              <a:gd name="connsiteY2564" fmla="*/ 2092824 h 6382977"/>
              <a:gd name="connsiteX2565" fmla="*/ 3676371 w 6501199"/>
              <a:gd name="connsiteY2565" fmla="*/ 2090665 h 6382977"/>
              <a:gd name="connsiteX2566" fmla="*/ 3486544 w 6501199"/>
              <a:gd name="connsiteY2566" fmla="*/ 2087562 h 6382977"/>
              <a:gd name="connsiteX2567" fmla="*/ 3466263 w 6501199"/>
              <a:gd name="connsiteY2567" fmla="*/ 2108444 h 6382977"/>
              <a:gd name="connsiteX2568" fmla="*/ 3486544 w 6501199"/>
              <a:gd name="connsiteY2568" fmla="*/ 2087562 h 6382977"/>
              <a:gd name="connsiteX2569" fmla="*/ 6135461 w 6501199"/>
              <a:gd name="connsiteY2569" fmla="*/ 2085975 h 6382977"/>
              <a:gd name="connsiteX2570" fmla="*/ 6147184 w 6501199"/>
              <a:gd name="connsiteY2570" fmla="*/ 2101716 h 6382977"/>
              <a:gd name="connsiteX2571" fmla="*/ 6123738 w 6501199"/>
              <a:gd name="connsiteY2571" fmla="*/ 2108513 h 6382977"/>
              <a:gd name="connsiteX2572" fmla="*/ 6135461 w 6501199"/>
              <a:gd name="connsiteY2572" fmla="*/ 2085975 h 6382977"/>
              <a:gd name="connsiteX2573" fmla="*/ 5333340 w 6501199"/>
              <a:gd name="connsiteY2573" fmla="*/ 2081487 h 6382977"/>
              <a:gd name="connsiteX2574" fmla="*/ 5332534 w 6501199"/>
              <a:gd name="connsiteY2574" fmla="*/ 2087348 h 6382977"/>
              <a:gd name="connsiteX2575" fmla="*/ 5327612 w 6501199"/>
              <a:gd name="connsiteY2575" fmla="*/ 2092562 h 6382977"/>
              <a:gd name="connsiteX2576" fmla="*/ 5340257 w 6501199"/>
              <a:gd name="connsiteY2576" fmla="*/ 2088107 h 6382977"/>
              <a:gd name="connsiteX2577" fmla="*/ 5340588 w 6501199"/>
              <a:gd name="connsiteY2577" fmla="*/ 2082283 h 6382977"/>
              <a:gd name="connsiteX2578" fmla="*/ 5340190 w 6501199"/>
              <a:gd name="connsiteY2578" fmla="*/ 2082240 h 6382977"/>
              <a:gd name="connsiteX2579" fmla="*/ 3553575 w 6501199"/>
              <a:gd name="connsiteY2579" fmla="*/ 2081212 h 6382977"/>
              <a:gd name="connsiteX2580" fmla="*/ 3567497 w 6501199"/>
              <a:gd name="connsiteY2580" fmla="*/ 2085557 h 6382977"/>
              <a:gd name="connsiteX2581" fmla="*/ 3553575 w 6501199"/>
              <a:gd name="connsiteY2581" fmla="*/ 2092436 h 6382977"/>
              <a:gd name="connsiteX2582" fmla="*/ 3553575 w 6501199"/>
              <a:gd name="connsiteY2582" fmla="*/ 2081212 h 6382977"/>
              <a:gd name="connsiteX2583" fmla="*/ 3441362 w 6501199"/>
              <a:gd name="connsiteY2583" fmla="*/ 2076199 h 6382977"/>
              <a:gd name="connsiteX2584" fmla="*/ 3439233 w 6501199"/>
              <a:gd name="connsiteY2584" fmla="*/ 2076613 h 6382977"/>
              <a:gd name="connsiteX2585" fmla="*/ 3441512 w 6501199"/>
              <a:gd name="connsiteY2585" fmla="*/ 2086374 h 6382977"/>
              <a:gd name="connsiteX2586" fmla="*/ 3441671 w 6501199"/>
              <a:gd name="connsiteY2586" fmla="*/ 2080946 h 6382977"/>
              <a:gd name="connsiteX2587" fmla="*/ 3441362 w 6501199"/>
              <a:gd name="connsiteY2587" fmla="*/ 2076199 h 6382977"/>
              <a:gd name="connsiteX2588" fmla="*/ 3844323 w 6501199"/>
              <a:gd name="connsiteY2588" fmla="*/ 2074304 h 6382977"/>
              <a:gd name="connsiteX2589" fmla="*/ 3841854 w 6501199"/>
              <a:gd name="connsiteY2589" fmla="*/ 2074794 h 6382977"/>
              <a:gd name="connsiteX2590" fmla="*/ 3848388 w 6501199"/>
              <a:gd name="connsiteY2590" fmla="*/ 2076564 h 6382977"/>
              <a:gd name="connsiteX2591" fmla="*/ 3848476 w 6501199"/>
              <a:gd name="connsiteY2591" fmla="*/ 2076410 h 6382977"/>
              <a:gd name="connsiteX2592" fmla="*/ 3726416 w 6501199"/>
              <a:gd name="connsiteY2592" fmla="*/ 2072307 h 6382977"/>
              <a:gd name="connsiteX2593" fmla="*/ 3727129 w 6501199"/>
              <a:gd name="connsiteY2593" fmla="*/ 2072427 h 6382977"/>
              <a:gd name="connsiteX2594" fmla="*/ 3726804 w 6501199"/>
              <a:gd name="connsiteY2594" fmla="*/ 2072791 h 6382977"/>
              <a:gd name="connsiteX2595" fmla="*/ 5341292 w 6501199"/>
              <a:gd name="connsiteY2595" fmla="*/ 2069881 h 6382977"/>
              <a:gd name="connsiteX2596" fmla="*/ 5334953 w 6501199"/>
              <a:gd name="connsiteY2596" fmla="*/ 2073678 h 6382977"/>
              <a:gd name="connsiteX2597" fmla="*/ 5333922 w 6501199"/>
              <a:gd name="connsiteY2597" fmla="*/ 2078382 h 6382977"/>
              <a:gd name="connsiteX2598" fmla="*/ 5338982 w 6501199"/>
              <a:gd name="connsiteY2598" fmla="*/ 2074862 h 6382977"/>
              <a:gd name="connsiteX2599" fmla="*/ 5341113 w 6501199"/>
              <a:gd name="connsiteY2599" fmla="*/ 2073036 h 6382977"/>
              <a:gd name="connsiteX2600" fmla="*/ 3735800 w 6501199"/>
              <a:gd name="connsiteY2600" fmla="*/ 2069692 h 6382977"/>
              <a:gd name="connsiteX2601" fmla="*/ 3755939 w 6501199"/>
              <a:gd name="connsiteY2601" fmla="*/ 2076987 h 6382977"/>
              <a:gd name="connsiteX2602" fmla="*/ 3741178 w 6501199"/>
              <a:gd name="connsiteY2602" fmla="*/ 2074782 h 6382977"/>
              <a:gd name="connsiteX2603" fmla="*/ 3732917 w 6501199"/>
              <a:gd name="connsiteY2603" fmla="*/ 2073397 h 6382977"/>
              <a:gd name="connsiteX2604" fmla="*/ 3732917 w 6501199"/>
              <a:gd name="connsiteY2604" fmla="*/ 2080428 h 6382977"/>
              <a:gd name="connsiteX2605" fmla="*/ 3733342 w 6501199"/>
              <a:gd name="connsiteY2605" fmla="*/ 2080957 h 6382977"/>
              <a:gd name="connsiteX2606" fmla="*/ 3758099 w 6501199"/>
              <a:gd name="connsiteY2606" fmla="*/ 2088145 h 6382977"/>
              <a:gd name="connsiteX2607" fmla="*/ 3746938 w 6501199"/>
              <a:gd name="connsiteY2607" fmla="*/ 2101823 h 6382977"/>
              <a:gd name="connsiteX2608" fmla="*/ 3735417 w 6501199"/>
              <a:gd name="connsiteY2608" fmla="*/ 2085985 h 6382977"/>
              <a:gd name="connsiteX2609" fmla="*/ 3727087 w 6501199"/>
              <a:gd name="connsiteY2609" fmla="*/ 2101298 h 6382977"/>
              <a:gd name="connsiteX2610" fmla="*/ 3730307 w 6501199"/>
              <a:gd name="connsiteY2610" fmla="*/ 2100855 h 6382977"/>
              <a:gd name="connsiteX2611" fmla="*/ 3755601 w 6501199"/>
              <a:gd name="connsiteY2611" fmla="*/ 2114760 h 6382977"/>
              <a:gd name="connsiteX2612" fmla="*/ 3773965 w 6501199"/>
              <a:gd name="connsiteY2612" fmla="*/ 2076238 h 6382977"/>
              <a:gd name="connsiteX2613" fmla="*/ 3762122 w 6501199"/>
              <a:gd name="connsiteY2613" fmla="*/ 2072984 h 6382977"/>
              <a:gd name="connsiteX2614" fmla="*/ 3758099 w 6501199"/>
              <a:gd name="connsiteY2614" fmla="*/ 2072307 h 6382977"/>
              <a:gd name="connsiteX2615" fmla="*/ 3758516 w 6501199"/>
              <a:gd name="connsiteY2615" fmla="*/ 2072002 h 6382977"/>
              <a:gd name="connsiteX2616" fmla="*/ 3687892 w 6501199"/>
              <a:gd name="connsiteY2616" fmla="*/ 2063309 h 6382977"/>
              <a:gd name="connsiteX2617" fmla="*/ 3690052 w 6501199"/>
              <a:gd name="connsiteY2617" fmla="*/ 2081666 h 6382977"/>
              <a:gd name="connsiteX2618" fmla="*/ 3696893 w 6501199"/>
              <a:gd name="connsiteY2618" fmla="*/ 2079146 h 6382977"/>
              <a:gd name="connsiteX2619" fmla="*/ 3687892 w 6501199"/>
              <a:gd name="connsiteY2619" fmla="*/ 2063309 h 6382977"/>
              <a:gd name="connsiteX2620" fmla="*/ 3707555 w 6501199"/>
              <a:gd name="connsiteY2620" fmla="*/ 2063032 h 6382977"/>
              <a:gd name="connsiteX2621" fmla="*/ 3707921 w 6501199"/>
              <a:gd name="connsiteY2621" fmla="*/ 2066486 h 6382977"/>
              <a:gd name="connsiteX2622" fmla="*/ 3708189 w 6501199"/>
              <a:gd name="connsiteY2622" fmla="*/ 2064479 h 6382977"/>
              <a:gd name="connsiteX2623" fmla="*/ 3660529 w 6501199"/>
              <a:gd name="connsiteY2623" fmla="*/ 2061149 h 6382977"/>
              <a:gd name="connsiteX2624" fmla="*/ 3658009 w 6501199"/>
              <a:gd name="connsiteY2624" fmla="*/ 2094984 h 6382977"/>
              <a:gd name="connsiteX2625" fmla="*/ 3646642 w 6501199"/>
              <a:gd name="connsiteY2625" fmla="*/ 2089150 h 6382977"/>
              <a:gd name="connsiteX2626" fmla="*/ 3646222 w 6501199"/>
              <a:gd name="connsiteY2626" fmla="*/ 2089473 h 6382977"/>
              <a:gd name="connsiteX2627" fmla="*/ 3641371 w 6501199"/>
              <a:gd name="connsiteY2627" fmla="*/ 2087955 h 6382977"/>
              <a:gd name="connsiteX2628" fmla="*/ 3638972 w 6501199"/>
              <a:gd name="connsiteY2628" fmla="*/ 2087847 h 6382977"/>
              <a:gd name="connsiteX2629" fmla="*/ 3630646 w 6501199"/>
              <a:gd name="connsiteY2629" fmla="*/ 2092824 h 6382977"/>
              <a:gd name="connsiteX2630" fmla="*/ 3634607 w 6501199"/>
              <a:gd name="connsiteY2630" fmla="*/ 2082701 h 6382977"/>
              <a:gd name="connsiteX2631" fmla="*/ 3633227 w 6501199"/>
              <a:gd name="connsiteY2631" fmla="*/ 2072747 h 6382977"/>
              <a:gd name="connsiteX2632" fmla="*/ 3633366 w 6501199"/>
              <a:gd name="connsiteY2632" fmla="*/ 2072501 h 6382977"/>
              <a:gd name="connsiteX2633" fmla="*/ 3639467 w 6501199"/>
              <a:gd name="connsiteY2633" fmla="*/ 2078426 h 6382977"/>
              <a:gd name="connsiteX2634" fmla="*/ 3641461 w 6501199"/>
              <a:gd name="connsiteY2634" fmla="*/ 2078577 h 6382977"/>
              <a:gd name="connsiteX2635" fmla="*/ 3644581 w 6501199"/>
              <a:gd name="connsiteY2635" fmla="*/ 2071722 h 6382977"/>
              <a:gd name="connsiteX2636" fmla="*/ 3642274 w 6501199"/>
              <a:gd name="connsiteY2636" fmla="*/ 2067853 h 6382977"/>
              <a:gd name="connsiteX2637" fmla="*/ 3634291 w 6501199"/>
              <a:gd name="connsiteY2637" fmla="*/ 2070868 h 6382977"/>
              <a:gd name="connsiteX2638" fmla="*/ 3633366 w 6501199"/>
              <a:gd name="connsiteY2638" fmla="*/ 2072501 h 6382977"/>
              <a:gd name="connsiteX2639" fmla="*/ 3633166 w 6501199"/>
              <a:gd name="connsiteY2639" fmla="*/ 2072307 h 6382977"/>
              <a:gd name="connsiteX2640" fmla="*/ 3633227 w 6501199"/>
              <a:gd name="connsiteY2640" fmla="*/ 2072747 h 6382977"/>
              <a:gd name="connsiteX2641" fmla="*/ 3627996 w 6501199"/>
              <a:gd name="connsiteY2641" fmla="*/ 2081981 h 6382977"/>
              <a:gd name="connsiteX2642" fmla="*/ 3626326 w 6501199"/>
              <a:gd name="connsiteY2642" fmla="*/ 2094984 h 6382977"/>
              <a:gd name="connsiteX2643" fmla="*/ 3607964 w 6501199"/>
              <a:gd name="connsiteY2643" fmla="*/ 2085985 h 6382977"/>
              <a:gd name="connsiteX2644" fmla="*/ 3603643 w 6501199"/>
              <a:gd name="connsiteY2644" fmla="*/ 2108662 h 6382977"/>
              <a:gd name="connsiteX2645" fmla="*/ 3610484 w 6501199"/>
              <a:gd name="connsiteY2645" fmla="*/ 2072307 h 6382977"/>
              <a:gd name="connsiteX2646" fmla="*/ 3587801 w 6501199"/>
              <a:gd name="connsiteY2646" fmla="*/ 2085985 h 6382977"/>
              <a:gd name="connsiteX2647" fmla="*/ 3585281 w 6501199"/>
              <a:gd name="connsiteY2647" fmla="*/ 2076987 h 6382977"/>
              <a:gd name="connsiteX2648" fmla="*/ 3583121 w 6501199"/>
              <a:gd name="connsiteY2648" fmla="*/ 2090665 h 6382977"/>
              <a:gd name="connsiteX2649" fmla="*/ 3544237 w 6501199"/>
              <a:gd name="connsiteY2649" fmla="*/ 2085985 h 6382977"/>
              <a:gd name="connsiteX2650" fmla="*/ 3528395 w 6501199"/>
              <a:gd name="connsiteY2650" fmla="*/ 2074827 h 6382977"/>
              <a:gd name="connsiteX2651" fmla="*/ 3521554 w 6501199"/>
              <a:gd name="connsiteY2651" fmla="*/ 2092824 h 6382977"/>
              <a:gd name="connsiteX2652" fmla="*/ 3444146 w 6501199"/>
              <a:gd name="connsiteY2652" fmla="*/ 2088145 h 6382977"/>
              <a:gd name="connsiteX2653" fmla="*/ 3441548 w 6501199"/>
              <a:gd name="connsiteY2653" fmla="*/ 2086527 h 6382977"/>
              <a:gd name="connsiteX2654" fmla="*/ 3443676 w 6501199"/>
              <a:gd name="connsiteY2654" fmla="*/ 2095644 h 6382977"/>
              <a:gd name="connsiteX2655" fmla="*/ 3432452 w 6501199"/>
              <a:gd name="connsiteY2655" fmla="*/ 2109424 h 6382977"/>
              <a:gd name="connsiteX2656" fmla="*/ 3430144 w 6501199"/>
              <a:gd name="connsiteY2656" fmla="*/ 2097458 h 6382977"/>
              <a:gd name="connsiteX2657" fmla="*/ 3414922 w 6501199"/>
              <a:gd name="connsiteY2657" fmla="*/ 2089258 h 6382977"/>
              <a:gd name="connsiteX2658" fmla="*/ 3413588 w 6501199"/>
              <a:gd name="connsiteY2658" fmla="*/ 2089990 h 6382977"/>
              <a:gd name="connsiteX2659" fmla="*/ 3412672 w 6501199"/>
              <a:gd name="connsiteY2659" fmla="*/ 2090182 h 6382977"/>
              <a:gd name="connsiteX2660" fmla="*/ 3409642 w 6501199"/>
              <a:gd name="connsiteY2660" fmla="*/ 2093469 h 6382977"/>
              <a:gd name="connsiteX2661" fmla="*/ 3409284 w 6501199"/>
              <a:gd name="connsiteY2661" fmla="*/ 2090891 h 6382977"/>
              <a:gd name="connsiteX2662" fmla="*/ 3402928 w 6501199"/>
              <a:gd name="connsiteY2662" fmla="*/ 2092222 h 6382977"/>
              <a:gd name="connsiteX2663" fmla="*/ 3396621 w 6501199"/>
              <a:gd name="connsiteY2663" fmla="*/ 2085985 h 6382977"/>
              <a:gd name="connsiteX2664" fmla="*/ 3410303 w 6501199"/>
              <a:gd name="connsiteY2664" fmla="*/ 2079146 h 6382977"/>
              <a:gd name="connsiteX2665" fmla="*/ 3387260 w 6501199"/>
              <a:gd name="connsiteY2665" fmla="*/ 2081666 h 6382977"/>
              <a:gd name="connsiteX2666" fmla="*/ 3373579 w 6501199"/>
              <a:gd name="connsiteY2666" fmla="*/ 2094984 h 6382977"/>
              <a:gd name="connsiteX2667" fmla="*/ 3382940 w 6501199"/>
              <a:gd name="connsiteY2667" fmla="*/ 2088145 h 6382977"/>
              <a:gd name="connsiteX2668" fmla="*/ 3382940 w 6501199"/>
              <a:gd name="connsiteY2668" fmla="*/ 2081666 h 6382977"/>
              <a:gd name="connsiteX2669" fmla="*/ 3317053 w 6501199"/>
              <a:gd name="connsiteY2669" fmla="*/ 2085985 h 6382977"/>
              <a:gd name="connsiteX2670" fmla="*/ 3330374 w 6501199"/>
              <a:gd name="connsiteY2670" fmla="*/ 2113341 h 6382977"/>
              <a:gd name="connsiteX2671" fmla="*/ 3277089 w 6501199"/>
              <a:gd name="connsiteY2671" fmla="*/ 2106772 h 6382977"/>
              <a:gd name="connsiteX2672" fmla="*/ 3221783 w 6501199"/>
              <a:gd name="connsiteY2672" fmla="*/ 2122300 h 6382977"/>
              <a:gd name="connsiteX2673" fmla="*/ 3221797 w 6501199"/>
              <a:gd name="connsiteY2673" fmla="*/ 2122372 h 6382977"/>
              <a:gd name="connsiteX2674" fmla="*/ 3241850 w 6501199"/>
              <a:gd name="connsiteY2674" fmla="*/ 2126614 h 6382977"/>
              <a:gd name="connsiteX2675" fmla="*/ 3253686 w 6501199"/>
              <a:gd name="connsiteY2675" fmla="*/ 2136018 h 6382977"/>
              <a:gd name="connsiteX2676" fmla="*/ 3231094 w 6501199"/>
              <a:gd name="connsiteY2676" fmla="*/ 2131204 h 6382977"/>
              <a:gd name="connsiteX2677" fmla="*/ 3222957 w 6501199"/>
              <a:gd name="connsiteY2677" fmla="*/ 2128603 h 6382977"/>
              <a:gd name="connsiteX2678" fmla="*/ 3225578 w 6501199"/>
              <a:gd name="connsiteY2678" fmla="*/ 2142672 h 6382977"/>
              <a:gd name="connsiteX2679" fmla="*/ 3228076 w 6501199"/>
              <a:gd name="connsiteY2679" fmla="*/ 2142606 h 6382977"/>
              <a:gd name="connsiteX2680" fmla="*/ 3225783 w 6501199"/>
              <a:gd name="connsiteY2680" fmla="*/ 2143769 h 6382977"/>
              <a:gd name="connsiteX2681" fmla="*/ 3225945 w 6501199"/>
              <a:gd name="connsiteY2681" fmla="*/ 2144642 h 6382977"/>
              <a:gd name="connsiteX2682" fmla="*/ 3220611 w 6501199"/>
              <a:gd name="connsiteY2682" fmla="*/ 2151977 h 6382977"/>
              <a:gd name="connsiteX2683" fmla="*/ 3228666 w 6501199"/>
              <a:gd name="connsiteY2683" fmla="*/ 2152715 h 6382977"/>
              <a:gd name="connsiteX2684" fmla="*/ 3246436 w 6501199"/>
              <a:gd name="connsiteY2684" fmla="*/ 2138286 h 6382977"/>
              <a:gd name="connsiteX2685" fmla="*/ 3260116 w 6501199"/>
              <a:gd name="connsiteY2685" fmla="*/ 2149446 h 6382977"/>
              <a:gd name="connsiteX2686" fmla="*/ 3269096 w 6501199"/>
              <a:gd name="connsiteY2686" fmla="*/ 2148525 h 6382977"/>
              <a:gd name="connsiteX2687" fmla="*/ 3269944 w 6501199"/>
              <a:gd name="connsiteY2687" fmla="*/ 2147761 h 6382977"/>
              <a:gd name="connsiteX2688" fmla="*/ 3275204 w 6501199"/>
              <a:gd name="connsiteY2688" fmla="*/ 2147300 h 6382977"/>
              <a:gd name="connsiteX2689" fmla="*/ 3275389 w 6501199"/>
              <a:gd name="connsiteY2689" fmla="*/ 2147879 h 6382977"/>
              <a:gd name="connsiteX2690" fmla="*/ 3368837 w 6501199"/>
              <a:gd name="connsiteY2690" fmla="*/ 2138286 h 6382977"/>
              <a:gd name="connsiteX2691" fmla="*/ 3454919 w 6501199"/>
              <a:gd name="connsiteY2691" fmla="*/ 2130594 h 6382977"/>
              <a:gd name="connsiteX2692" fmla="*/ 3452844 w 6501199"/>
              <a:gd name="connsiteY2692" fmla="*/ 2124106 h 6382977"/>
              <a:gd name="connsiteX2693" fmla="*/ 3448594 w 6501199"/>
              <a:gd name="connsiteY2693" fmla="*/ 2127175 h 6382977"/>
              <a:gd name="connsiteX2694" fmla="*/ 3450697 w 6501199"/>
              <a:gd name="connsiteY2694" fmla="*/ 2115269 h 6382977"/>
              <a:gd name="connsiteX2695" fmla="*/ 3455254 w 6501199"/>
              <a:gd name="connsiteY2695" fmla="*/ 2110804 h 6382977"/>
              <a:gd name="connsiteX2696" fmla="*/ 3466031 w 6501199"/>
              <a:gd name="connsiteY2696" fmla="*/ 2115920 h 6382977"/>
              <a:gd name="connsiteX2697" fmla="*/ 3456040 w 6501199"/>
              <a:gd name="connsiteY2697" fmla="*/ 2130494 h 6382977"/>
              <a:gd name="connsiteX2698" fmla="*/ 3473598 w 6501199"/>
              <a:gd name="connsiteY2698" fmla="*/ 2128925 h 6382977"/>
              <a:gd name="connsiteX2699" fmla="*/ 3475758 w 6501199"/>
              <a:gd name="connsiteY2699" fmla="*/ 2138286 h 6382977"/>
              <a:gd name="connsiteX2700" fmla="*/ 3491598 w 6501199"/>
              <a:gd name="connsiteY2700" fmla="*/ 2128925 h 6382977"/>
              <a:gd name="connsiteX2701" fmla="*/ 3544999 w 6501199"/>
              <a:gd name="connsiteY2701" fmla="*/ 2133697 h 6382977"/>
              <a:gd name="connsiteX2702" fmla="*/ 3547230 w 6501199"/>
              <a:gd name="connsiteY2702" fmla="*/ 2128407 h 6382977"/>
              <a:gd name="connsiteX2703" fmla="*/ 3537042 w 6501199"/>
              <a:gd name="connsiteY2703" fmla="*/ 2123761 h 6382977"/>
              <a:gd name="connsiteX2704" fmla="*/ 3563372 w 6501199"/>
              <a:gd name="connsiteY2704" fmla="*/ 2126146 h 6382977"/>
              <a:gd name="connsiteX2705" fmla="*/ 3567417 w 6501199"/>
              <a:gd name="connsiteY2705" fmla="*/ 2135700 h 6382977"/>
              <a:gd name="connsiteX2706" fmla="*/ 3596359 w 6501199"/>
              <a:gd name="connsiteY2706" fmla="*/ 2138286 h 6382977"/>
              <a:gd name="connsiteX2707" fmla="*/ 3619444 w 6501199"/>
              <a:gd name="connsiteY2707" fmla="*/ 2139197 h 6382977"/>
              <a:gd name="connsiteX2708" fmla="*/ 3637834 w 6501199"/>
              <a:gd name="connsiteY2708" fmla="*/ 2139923 h 6382977"/>
              <a:gd name="connsiteX2709" fmla="*/ 3637500 w 6501199"/>
              <a:gd name="connsiteY2709" fmla="*/ 2135281 h 6382977"/>
              <a:gd name="connsiteX2710" fmla="*/ 3644094 w 6501199"/>
              <a:gd name="connsiteY2710" fmla="*/ 2137650 h 6382977"/>
              <a:gd name="connsiteX2711" fmla="*/ 3644714 w 6501199"/>
              <a:gd name="connsiteY2711" fmla="*/ 2140195 h 6382977"/>
              <a:gd name="connsiteX2712" fmla="*/ 3651079 w 6501199"/>
              <a:gd name="connsiteY2712" fmla="*/ 2140446 h 6382977"/>
              <a:gd name="connsiteX2713" fmla="*/ 3655039 w 6501199"/>
              <a:gd name="connsiteY2713" fmla="*/ 2140446 h 6382977"/>
              <a:gd name="connsiteX2714" fmla="*/ 3663056 w 6501199"/>
              <a:gd name="connsiteY2714" fmla="*/ 2140446 h 6382977"/>
              <a:gd name="connsiteX2715" fmla="*/ 3656691 w 6501199"/>
              <a:gd name="connsiteY2715" fmla="*/ 2138010 h 6382977"/>
              <a:gd name="connsiteX2716" fmla="*/ 3653343 w 6501199"/>
              <a:gd name="connsiteY2716" fmla="*/ 2123761 h 6382977"/>
              <a:gd name="connsiteX2717" fmla="*/ 3664505 w 6501199"/>
              <a:gd name="connsiteY2717" fmla="*/ 2103600 h 6382977"/>
              <a:gd name="connsiteX2718" fmla="*/ 3669186 w 6501199"/>
              <a:gd name="connsiteY2718" fmla="*/ 2103600 h 6382977"/>
              <a:gd name="connsiteX2719" fmla="*/ 3672651 w 6501199"/>
              <a:gd name="connsiteY2719" fmla="*/ 2098536 h 6382977"/>
              <a:gd name="connsiteX2720" fmla="*/ 3669170 w 6501199"/>
              <a:gd name="connsiteY2720" fmla="*/ 2091205 h 6382977"/>
              <a:gd name="connsiteX2721" fmla="*/ 3669530 w 6501199"/>
              <a:gd name="connsiteY2721" fmla="*/ 2083826 h 6382977"/>
              <a:gd name="connsiteX2722" fmla="*/ 3685372 w 6501199"/>
              <a:gd name="connsiteY2722" fmla="*/ 2074827 h 6382977"/>
              <a:gd name="connsiteX2723" fmla="*/ 3660529 w 6501199"/>
              <a:gd name="connsiteY2723" fmla="*/ 2061149 h 6382977"/>
              <a:gd name="connsiteX2724" fmla="*/ 5277571 w 6501199"/>
              <a:gd name="connsiteY2724" fmla="*/ 2058360 h 6382977"/>
              <a:gd name="connsiteX2725" fmla="*/ 5270731 w 6501199"/>
              <a:gd name="connsiteY2725" fmla="*/ 2083562 h 6382977"/>
              <a:gd name="connsiteX2726" fmla="*/ 5275051 w 6501199"/>
              <a:gd name="connsiteY2726" fmla="*/ 2072041 h 6382977"/>
              <a:gd name="connsiteX2727" fmla="*/ 5279731 w 6501199"/>
              <a:gd name="connsiteY2727" fmla="*/ 2074561 h 6382977"/>
              <a:gd name="connsiteX2728" fmla="*/ 5277571 w 6501199"/>
              <a:gd name="connsiteY2728" fmla="*/ 2058360 h 6382977"/>
              <a:gd name="connsiteX2729" fmla="*/ 3731964 w 6501199"/>
              <a:gd name="connsiteY2729" fmla="*/ 2054861 h 6382977"/>
              <a:gd name="connsiteX2730" fmla="*/ 3714895 w 6501199"/>
              <a:gd name="connsiteY2730" fmla="*/ 2065468 h 6382977"/>
              <a:gd name="connsiteX2731" fmla="*/ 3721736 w 6501199"/>
              <a:gd name="connsiteY2731" fmla="*/ 2072307 h 6382977"/>
              <a:gd name="connsiteX2732" fmla="*/ 3707379 w 6501199"/>
              <a:gd name="connsiteY2732" fmla="*/ 2085491 h 6382977"/>
              <a:gd name="connsiteX2733" fmla="*/ 3703581 w 6501199"/>
              <a:gd name="connsiteY2733" fmla="*/ 2092257 h 6382977"/>
              <a:gd name="connsiteX2734" fmla="*/ 3710118 w 6501199"/>
              <a:gd name="connsiteY2734" fmla="*/ 2098390 h 6382977"/>
              <a:gd name="connsiteX2735" fmla="*/ 3717775 w 6501199"/>
              <a:gd name="connsiteY2735" fmla="*/ 2082892 h 6382977"/>
              <a:gd name="connsiteX2736" fmla="*/ 3726804 w 6501199"/>
              <a:gd name="connsiteY2736" fmla="*/ 2072791 h 6382977"/>
              <a:gd name="connsiteX2737" fmla="*/ 3730906 w 6501199"/>
              <a:gd name="connsiteY2737" fmla="*/ 2077915 h 6382977"/>
              <a:gd name="connsiteX2738" fmla="*/ 3729018 w 6501199"/>
              <a:gd name="connsiteY2738" fmla="*/ 2075097 h 6382977"/>
              <a:gd name="connsiteX2739" fmla="*/ 3729533 w 6501199"/>
              <a:gd name="connsiteY2739" fmla="*/ 2072830 h 6382977"/>
              <a:gd name="connsiteX2740" fmla="*/ 3727129 w 6501199"/>
              <a:gd name="connsiteY2740" fmla="*/ 2072427 h 6382977"/>
              <a:gd name="connsiteX2741" fmla="*/ 3730476 w 6501199"/>
              <a:gd name="connsiteY2741" fmla="*/ 2068682 h 6382977"/>
              <a:gd name="connsiteX2742" fmla="*/ 3731162 w 6501199"/>
              <a:gd name="connsiteY2742" fmla="*/ 2065663 h 6382977"/>
              <a:gd name="connsiteX2743" fmla="*/ 4745127 w 6501199"/>
              <a:gd name="connsiteY2743" fmla="*/ 2051520 h 6382977"/>
              <a:gd name="connsiteX2744" fmla="*/ 4724607 w 6501199"/>
              <a:gd name="connsiteY2744" fmla="*/ 2063040 h 6382977"/>
              <a:gd name="connsiteX2745" fmla="*/ 4731447 w 6501199"/>
              <a:gd name="connsiteY2745" fmla="*/ 2081402 h 6382977"/>
              <a:gd name="connsiteX2746" fmla="*/ 4738771 w 6501199"/>
              <a:gd name="connsiteY2746" fmla="*/ 2085716 h 6382977"/>
              <a:gd name="connsiteX2747" fmla="*/ 4742119 w 6501199"/>
              <a:gd name="connsiteY2747" fmla="*/ 2084378 h 6382977"/>
              <a:gd name="connsiteX2748" fmla="*/ 4748274 w 6501199"/>
              <a:gd name="connsiteY2748" fmla="*/ 2077408 h 6382977"/>
              <a:gd name="connsiteX2749" fmla="*/ 4740447 w 6501199"/>
              <a:gd name="connsiteY2749" fmla="*/ 2069881 h 6382977"/>
              <a:gd name="connsiteX2750" fmla="*/ 4751967 w 6501199"/>
              <a:gd name="connsiteY2750" fmla="*/ 2072041 h 6382977"/>
              <a:gd name="connsiteX2751" fmla="*/ 4745127 w 6501199"/>
              <a:gd name="connsiteY2751" fmla="*/ 2051520 h 6382977"/>
              <a:gd name="connsiteX2752" fmla="*/ 3817487 w 6501199"/>
              <a:gd name="connsiteY2752" fmla="*/ 2051108 h 6382977"/>
              <a:gd name="connsiteX2753" fmla="*/ 3812978 w 6501199"/>
              <a:gd name="connsiteY2753" fmla="*/ 2054163 h 6382977"/>
              <a:gd name="connsiteX2754" fmla="*/ 3809521 w 6501199"/>
              <a:gd name="connsiteY2754" fmla="*/ 2063143 h 6382977"/>
              <a:gd name="connsiteX2755" fmla="*/ 3805650 w 6501199"/>
              <a:gd name="connsiteY2755" fmla="*/ 2080919 h 6382977"/>
              <a:gd name="connsiteX2756" fmla="*/ 3808619 w 6501199"/>
              <a:gd name="connsiteY2756" fmla="*/ 2080299 h 6382977"/>
              <a:gd name="connsiteX2757" fmla="*/ 3816876 w 6501199"/>
              <a:gd name="connsiteY2757" fmla="*/ 2070507 h 6382977"/>
              <a:gd name="connsiteX2758" fmla="*/ 3819256 w 6501199"/>
              <a:gd name="connsiteY2758" fmla="*/ 2052702 h 6382977"/>
              <a:gd name="connsiteX2759" fmla="*/ 3738545 w 6501199"/>
              <a:gd name="connsiteY2759" fmla="*/ 2050772 h 6382977"/>
              <a:gd name="connsiteX2760" fmla="*/ 3734454 w 6501199"/>
              <a:gd name="connsiteY2760" fmla="*/ 2053315 h 6382977"/>
              <a:gd name="connsiteX2761" fmla="*/ 3737834 w 6501199"/>
              <a:gd name="connsiteY2761" fmla="*/ 2058176 h 6382977"/>
              <a:gd name="connsiteX2762" fmla="*/ 3762443 w 6501199"/>
              <a:gd name="connsiteY2762" fmla="*/ 2067238 h 6382977"/>
              <a:gd name="connsiteX2763" fmla="*/ 3767486 w 6501199"/>
              <a:gd name="connsiteY2763" fmla="*/ 2065434 h 6382977"/>
              <a:gd name="connsiteX2764" fmla="*/ 3770796 w 6501199"/>
              <a:gd name="connsiteY2764" fmla="*/ 2063011 h 6382977"/>
              <a:gd name="connsiteX2765" fmla="*/ 3774491 w 6501199"/>
              <a:gd name="connsiteY2765" fmla="*/ 2062929 h 6382977"/>
              <a:gd name="connsiteX2766" fmla="*/ 3780311 w 6501199"/>
              <a:gd name="connsiteY2766" fmla="*/ 2060848 h 6382977"/>
              <a:gd name="connsiteX2767" fmla="*/ 3784041 w 6501199"/>
              <a:gd name="connsiteY2767" fmla="*/ 2054308 h 6382977"/>
              <a:gd name="connsiteX2768" fmla="*/ 3763140 w 6501199"/>
              <a:gd name="connsiteY2768" fmla="*/ 2051835 h 6382977"/>
              <a:gd name="connsiteX2769" fmla="*/ 3738545 w 6501199"/>
              <a:gd name="connsiteY2769" fmla="*/ 2050772 h 6382977"/>
              <a:gd name="connsiteX2770" fmla="*/ 6132230 w 6501199"/>
              <a:gd name="connsiteY2770" fmla="*/ 2049462 h 6382977"/>
              <a:gd name="connsiteX2771" fmla="*/ 6155125 w 6501199"/>
              <a:gd name="connsiteY2771" fmla="*/ 2061103 h 6382977"/>
              <a:gd name="connsiteX2772" fmla="*/ 6139135 w 6501199"/>
              <a:gd name="connsiteY2772" fmla="*/ 2084023 h 6382977"/>
              <a:gd name="connsiteX2773" fmla="*/ 6139135 w 6501199"/>
              <a:gd name="connsiteY2773" fmla="*/ 2063286 h 6382977"/>
              <a:gd name="connsiteX2774" fmla="*/ 6132230 w 6501199"/>
              <a:gd name="connsiteY2774" fmla="*/ 2049462 h 6382977"/>
              <a:gd name="connsiteX2775" fmla="*/ 4074573 w 6501199"/>
              <a:gd name="connsiteY2775" fmla="*/ 2042792 h 6382977"/>
              <a:gd name="connsiteX2776" fmla="*/ 4004006 w 6501199"/>
              <a:gd name="connsiteY2776" fmla="*/ 2065468 h 6382977"/>
              <a:gd name="connsiteX2777" fmla="*/ 4004006 w 6501199"/>
              <a:gd name="connsiteY2777" fmla="*/ 2054310 h 6382977"/>
              <a:gd name="connsiteX2778" fmla="*/ 3951800 w 6501199"/>
              <a:gd name="connsiteY2778" fmla="*/ 2063309 h 6382977"/>
              <a:gd name="connsiteX2779" fmla="*/ 3897074 w 6501199"/>
              <a:gd name="connsiteY2779" fmla="*/ 2054310 h 6382977"/>
              <a:gd name="connsiteX2780" fmla="*/ 3881233 w 6501199"/>
              <a:gd name="connsiteY2780" fmla="*/ 2051790 h 6382977"/>
              <a:gd name="connsiteX2781" fmla="*/ 3865031 w 6501199"/>
              <a:gd name="connsiteY2781" fmla="*/ 2065468 h 6382977"/>
              <a:gd name="connsiteX2782" fmla="*/ 3871872 w 6501199"/>
              <a:gd name="connsiteY2782" fmla="*/ 2070148 h 6382977"/>
              <a:gd name="connsiteX2783" fmla="*/ 3865481 w 6501199"/>
              <a:gd name="connsiteY2783" fmla="*/ 2067583 h 6382977"/>
              <a:gd name="connsiteX2784" fmla="*/ 3864726 w 6501199"/>
              <a:gd name="connsiteY2784" fmla="*/ 2067129 h 6382977"/>
              <a:gd name="connsiteX2785" fmla="*/ 3865758 w 6501199"/>
              <a:gd name="connsiteY2785" fmla="*/ 2073983 h 6382977"/>
              <a:gd name="connsiteX2786" fmla="*/ 3869711 w 6501199"/>
              <a:gd name="connsiteY2786" fmla="*/ 2076987 h 6382977"/>
              <a:gd name="connsiteX2787" fmla="*/ 3866183 w 6501199"/>
              <a:gd name="connsiteY2787" fmla="*/ 2076804 h 6382977"/>
              <a:gd name="connsiteX2788" fmla="*/ 3866578 w 6501199"/>
              <a:gd name="connsiteY2788" fmla="*/ 2079426 h 6382977"/>
              <a:gd name="connsiteX2789" fmla="*/ 3860029 w 6501199"/>
              <a:gd name="connsiteY2789" fmla="*/ 2090373 h 6382977"/>
              <a:gd name="connsiteX2790" fmla="*/ 3834563 w 6501199"/>
              <a:gd name="connsiteY2790" fmla="*/ 2078745 h 6382977"/>
              <a:gd name="connsiteX2791" fmla="*/ 3838392 w 6501199"/>
              <a:gd name="connsiteY2791" fmla="*/ 2075481 h 6382977"/>
              <a:gd name="connsiteX2792" fmla="*/ 3834203 w 6501199"/>
              <a:gd name="connsiteY2792" fmla="*/ 2076312 h 6382977"/>
              <a:gd name="connsiteX2793" fmla="*/ 3825365 w 6501199"/>
              <a:gd name="connsiteY2793" fmla="*/ 2079197 h 6382977"/>
              <a:gd name="connsiteX2794" fmla="*/ 3821352 w 6501199"/>
              <a:gd name="connsiteY2794" fmla="*/ 2077641 h 6382977"/>
              <a:gd name="connsiteX2795" fmla="*/ 3819343 w 6501199"/>
              <a:gd name="connsiteY2795" fmla="*/ 2081075 h 6382977"/>
              <a:gd name="connsiteX2796" fmla="*/ 3818586 w 6501199"/>
              <a:gd name="connsiteY2796" fmla="*/ 2090665 h 6382977"/>
              <a:gd name="connsiteX2797" fmla="*/ 3818525 w 6501199"/>
              <a:gd name="connsiteY2797" fmla="*/ 2091439 h 6382977"/>
              <a:gd name="connsiteX2798" fmla="*/ 3819648 w 6501199"/>
              <a:gd name="connsiteY2798" fmla="*/ 2099280 h 6382977"/>
              <a:gd name="connsiteX2799" fmla="*/ 3823881 w 6501199"/>
              <a:gd name="connsiteY2799" fmla="*/ 2116423 h 6382977"/>
              <a:gd name="connsiteX2800" fmla="*/ 3833604 w 6501199"/>
              <a:gd name="connsiteY2800" fmla="*/ 2113163 h 6382977"/>
              <a:gd name="connsiteX2801" fmla="*/ 3833640 w 6501199"/>
              <a:gd name="connsiteY2801" fmla="*/ 2112296 h 6382977"/>
              <a:gd name="connsiteX2802" fmla="*/ 3839457 w 6501199"/>
              <a:gd name="connsiteY2802" fmla="*/ 2104159 h 6382977"/>
              <a:gd name="connsiteX2803" fmla="*/ 3871227 w 6501199"/>
              <a:gd name="connsiteY2803" fmla="*/ 2098245 h 6382977"/>
              <a:gd name="connsiteX2804" fmla="*/ 3915110 w 6501199"/>
              <a:gd name="connsiteY2804" fmla="*/ 2094239 h 6382977"/>
              <a:gd name="connsiteX2805" fmla="*/ 3917802 w 6501199"/>
              <a:gd name="connsiteY2805" fmla="*/ 2102792 h 6382977"/>
              <a:gd name="connsiteX2806" fmla="*/ 3923748 w 6501199"/>
              <a:gd name="connsiteY2806" fmla="*/ 2101258 h 6382977"/>
              <a:gd name="connsiteX2807" fmla="*/ 3919431 w 6501199"/>
              <a:gd name="connsiteY2807" fmla="*/ 2094239 h 6382977"/>
              <a:gd name="connsiteX2808" fmla="*/ 3925327 w 6501199"/>
              <a:gd name="connsiteY2808" fmla="*/ 2095274 h 6382977"/>
              <a:gd name="connsiteX2809" fmla="*/ 3927862 w 6501199"/>
              <a:gd name="connsiteY2809" fmla="*/ 2100196 h 6382977"/>
              <a:gd name="connsiteX2810" fmla="*/ 3936442 w 6501199"/>
              <a:gd name="connsiteY2810" fmla="*/ 2097982 h 6382977"/>
              <a:gd name="connsiteX2811" fmla="*/ 3958281 w 6501199"/>
              <a:gd name="connsiteY2811" fmla="*/ 2074827 h 6382977"/>
              <a:gd name="connsiteX2812" fmla="*/ 3971962 w 6501199"/>
              <a:gd name="connsiteY2812" fmla="*/ 2076987 h 6382977"/>
              <a:gd name="connsiteX2813" fmla="*/ 3958281 w 6501199"/>
              <a:gd name="connsiteY2813" fmla="*/ 2090665 h 6382977"/>
              <a:gd name="connsiteX2814" fmla="*/ 3999325 w 6501199"/>
              <a:gd name="connsiteY2814" fmla="*/ 2070148 h 6382977"/>
              <a:gd name="connsiteX2815" fmla="*/ 4074573 w 6501199"/>
              <a:gd name="connsiteY2815" fmla="*/ 2042792 h 6382977"/>
              <a:gd name="connsiteX2816" fmla="*/ 5268211 w 6501199"/>
              <a:gd name="connsiteY2816" fmla="*/ 2042519 h 6382977"/>
              <a:gd name="connsiteX2817" fmla="*/ 5257051 w 6501199"/>
              <a:gd name="connsiteY2817" fmla="*/ 2054040 h 6382977"/>
              <a:gd name="connsiteX2818" fmla="*/ 5272891 w 6501199"/>
              <a:gd name="connsiteY2818" fmla="*/ 2054040 h 6382977"/>
              <a:gd name="connsiteX2819" fmla="*/ 4807907 w 6501199"/>
              <a:gd name="connsiteY2819" fmla="*/ 2041313 h 6382977"/>
              <a:gd name="connsiteX2820" fmla="*/ 4786167 w 6501199"/>
              <a:gd name="connsiteY2820" fmla="*/ 2058360 h 6382977"/>
              <a:gd name="connsiteX2821" fmla="*/ 4786120 w 6501199"/>
              <a:gd name="connsiteY2821" fmla="*/ 2058410 h 6382977"/>
              <a:gd name="connsiteX2822" fmla="*/ 4806800 w 6501199"/>
              <a:gd name="connsiteY2822" fmla="*/ 2042477 h 6382977"/>
              <a:gd name="connsiteX2823" fmla="*/ 5386371 w 6501199"/>
              <a:gd name="connsiteY2823" fmla="*/ 2039937 h 6382977"/>
              <a:gd name="connsiteX2824" fmla="*/ 5372850 w 6501199"/>
              <a:gd name="connsiteY2824" fmla="*/ 2049275 h 6382977"/>
              <a:gd name="connsiteX2825" fmla="*/ 5372850 w 6501199"/>
              <a:gd name="connsiteY2825" fmla="*/ 2042178 h 6382977"/>
              <a:gd name="connsiteX2826" fmla="*/ 5386371 w 6501199"/>
              <a:gd name="connsiteY2826" fmla="*/ 2039937 h 6382977"/>
              <a:gd name="connsiteX2827" fmla="*/ 6328440 w 6501199"/>
              <a:gd name="connsiteY2827" fmla="*/ 2036329 h 6382977"/>
              <a:gd name="connsiteX2828" fmla="*/ 6328834 w 6501199"/>
              <a:gd name="connsiteY2828" fmla="*/ 2048966 h 6382977"/>
              <a:gd name="connsiteX2829" fmla="*/ 6348813 w 6501199"/>
              <a:gd name="connsiteY2829" fmla="*/ 2051148 h 6382977"/>
              <a:gd name="connsiteX2830" fmla="*/ 6326731 w 6501199"/>
              <a:gd name="connsiteY2830" fmla="*/ 2062790 h 6382977"/>
              <a:gd name="connsiteX2831" fmla="*/ 6324628 w 6501199"/>
              <a:gd name="connsiteY2831" fmla="*/ 2039871 h 6382977"/>
              <a:gd name="connsiteX2832" fmla="*/ 6328440 w 6501199"/>
              <a:gd name="connsiteY2832" fmla="*/ 2036329 h 6382977"/>
              <a:gd name="connsiteX2833" fmla="*/ 5915058 w 6501199"/>
              <a:gd name="connsiteY2833" fmla="*/ 2028494 h 6382977"/>
              <a:gd name="connsiteX2834" fmla="*/ 5908965 w 6501199"/>
              <a:gd name="connsiteY2834" fmla="*/ 2031347 h 6382977"/>
              <a:gd name="connsiteX2835" fmla="*/ 5907970 w 6501199"/>
              <a:gd name="connsiteY2835" fmla="*/ 2036399 h 6382977"/>
              <a:gd name="connsiteX2836" fmla="*/ 5905874 w 6501199"/>
              <a:gd name="connsiteY2836" fmla="*/ 2032793 h 6382977"/>
              <a:gd name="connsiteX2837" fmla="*/ 5889303 w 6501199"/>
              <a:gd name="connsiteY2837" fmla="*/ 2040551 h 6382977"/>
              <a:gd name="connsiteX2838" fmla="*/ 5799993 w 6501199"/>
              <a:gd name="connsiteY2838" fmla="*/ 2092749 h 6382977"/>
              <a:gd name="connsiteX2839" fmla="*/ 5797510 w 6501199"/>
              <a:gd name="connsiteY2839" fmla="*/ 2093972 h 6382977"/>
              <a:gd name="connsiteX2840" fmla="*/ 5798495 w 6501199"/>
              <a:gd name="connsiteY2840" fmla="*/ 2094723 h 6382977"/>
              <a:gd name="connsiteX2841" fmla="*/ 5796760 w 6501199"/>
              <a:gd name="connsiteY2841" fmla="*/ 2094342 h 6382977"/>
              <a:gd name="connsiteX2842" fmla="*/ 5747678 w 6501199"/>
              <a:gd name="connsiteY2842" fmla="*/ 2118517 h 6382977"/>
              <a:gd name="connsiteX2843" fmla="*/ 5746295 w 6501199"/>
              <a:gd name="connsiteY2843" fmla="*/ 2124245 h 6382977"/>
              <a:gd name="connsiteX2844" fmla="*/ 5759615 w 6501199"/>
              <a:gd name="connsiteY2844" fmla="*/ 2117764 h 6382977"/>
              <a:gd name="connsiteX2845" fmla="*/ 5741615 w 6501199"/>
              <a:gd name="connsiteY2845" fmla="*/ 2185809 h 6382977"/>
              <a:gd name="connsiteX2846" fmla="*/ 5686895 w 6501199"/>
              <a:gd name="connsiteY2846" fmla="*/ 2238372 h 6382977"/>
              <a:gd name="connsiteX2847" fmla="*/ 5683925 w 6501199"/>
              <a:gd name="connsiteY2847" fmla="*/ 2250928 h 6382977"/>
              <a:gd name="connsiteX2848" fmla="*/ 5682337 w 6501199"/>
              <a:gd name="connsiteY2848" fmla="*/ 2254225 h 6382977"/>
              <a:gd name="connsiteX2849" fmla="*/ 5682337 w 6501199"/>
              <a:gd name="connsiteY2849" fmla="*/ 2264083 h 6382977"/>
              <a:gd name="connsiteX2850" fmla="*/ 5682575 w 6501199"/>
              <a:gd name="connsiteY2850" fmla="*/ 2265374 h 6382977"/>
              <a:gd name="connsiteX2851" fmla="*/ 5695895 w 6501199"/>
              <a:gd name="connsiteY2851" fmla="*/ 2265374 h 6382977"/>
              <a:gd name="connsiteX2852" fmla="*/ 5682552 w 6501199"/>
              <a:gd name="connsiteY2852" fmla="*/ 2274921 h 6382977"/>
              <a:gd name="connsiteX2853" fmla="*/ 5682337 w 6501199"/>
              <a:gd name="connsiteY2853" fmla="*/ 2275399 h 6382977"/>
              <a:gd name="connsiteX2854" fmla="*/ 5682337 w 6501199"/>
              <a:gd name="connsiteY2854" fmla="*/ 2306582 h 6382977"/>
              <a:gd name="connsiteX2855" fmla="*/ 5683307 w 6501199"/>
              <a:gd name="connsiteY2855" fmla="*/ 2318545 h 6382977"/>
              <a:gd name="connsiteX2856" fmla="*/ 5692864 w 6501199"/>
              <a:gd name="connsiteY2856" fmla="*/ 2322087 h 6382977"/>
              <a:gd name="connsiteX2857" fmla="*/ 5724915 w 6501199"/>
              <a:gd name="connsiteY2857" fmla="*/ 2292308 h 6382977"/>
              <a:gd name="connsiteX2858" fmla="*/ 5720233 w 6501199"/>
              <a:gd name="connsiteY2858" fmla="*/ 2306108 h 6382977"/>
              <a:gd name="connsiteX2859" fmla="*/ 5714589 w 6501199"/>
              <a:gd name="connsiteY2859" fmla="*/ 2311842 h 6382977"/>
              <a:gd name="connsiteX2860" fmla="*/ 5721894 w 6501199"/>
              <a:gd name="connsiteY2860" fmla="*/ 2317200 h 6382977"/>
              <a:gd name="connsiteX2861" fmla="*/ 5723483 w 6501199"/>
              <a:gd name="connsiteY2861" fmla="*/ 2322149 h 6382977"/>
              <a:gd name="connsiteX2862" fmla="*/ 5716790 w 6501199"/>
              <a:gd name="connsiteY2862" fmla="*/ 2335145 h 6382977"/>
              <a:gd name="connsiteX2863" fmla="*/ 5718935 w 6501199"/>
              <a:gd name="connsiteY2863" fmla="*/ 2333779 h 6382977"/>
              <a:gd name="connsiteX2864" fmla="*/ 5721095 w 6501199"/>
              <a:gd name="connsiteY2864" fmla="*/ 2347460 h 6382977"/>
              <a:gd name="connsiteX2865" fmla="*/ 5746295 w 6501199"/>
              <a:gd name="connsiteY2865" fmla="*/ 2342780 h 6382977"/>
              <a:gd name="connsiteX2866" fmla="*/ 5727935 w 6501199"/>
              <a:gd name="connsiteY2866" fmla="*/ 2331619 h 6382977"/>
              <a:gd name="connsiteX2867" fmla="*/ 5753135 w 6501199"/>
              <a:gd name="connsiteY2867" fmla="*/ 2279055 h 6382977"/>
              <a:gd name="connsiteX2868" fmla="*/ 5727935 w 6501199"/>
              <a:gd name="connsiteY2868" fmla="*/ 2279055 h 6382977"/>
              <a:gd name="connsiteX2869" fmla="*/ 5748455 w 6501199"/>
              <a:gd name="connsiteY2869" fmla="*/ 2249533 h 6382977"/>
              <a:gd name="connsiteX2870" fmla="*/ 5762135 w 6501199"/>
              <a:gd name="connsiteY2870" fmla="*/ 2256374 h 6382977"/>
              <a:gd name="connsiteX2871" fmla="*/ 5734775 w 6501199"/>
              <a:gd name="connsiteY2871" fmla="*/ 2281575 h 6382977"/>
              <a:gd name="connsiteX2872" fmla="*/ 5757455 w 6501199"/>
              <a:gd name="connsiteY2872" fmla="*/ 2276895 h 6382977"/>
              <a:gd name="connsiteX2873" fmla="*/ 5777263 w 6501199"/>
              <a:gd name="connsiteY2873" fmla="*/ 2250051 h 6382977"/>
              <a:gd name="connsiteX2874" fmla="*/ 5770732 w 6501199"/>
              <a:gd name="connsiteY2874" fmla="*/ 2233433 h 6382977"/>
              <a:gd name="connsiteX2875" fmla="*/ 5776592 w 6501199"/>
              <a:gd name="connsiteY2875" fmla="*/ 2212975 h 6382977"/>
              <a:gd name="connsiteX2876" fmla="*/ 5785677 w 6501199"/>
              <a:gd name="connsiteY2876" fmla="*/ 2233433 h 6382977"/>
              <a:gd name="connsiteX2877" fmla="*/ 5782433 w 6501199"/>
              <a:gd name="connsiteY2877" fmla="*/ 2243044 h 6382977"/>
              <a:gd name="connsiteX2878" fmla="*/ 5795975 w 6501199"/>
              <a:gd name="connsiteY2878" fmla="*/ 2224691 h 6382977"/>
              <a:gd name="connsiteX2879" fmla="*/ 5823335 w 6501199"/>
              <a:gd name="connsiteY2879" fmla="*/ 2226852 h 6382977"/>
              <a:gd name="connsiteX2880" fmla="*/ 5809655 w 6501199"/>
              <a:gd name="connsiteY2880" fmla="*/ 2249533 h 6382977"/>
              <a:gd name="connsiteX2881" fmla="*/ 5837015 w 6501199"/>
              <a:gd name="connsiteY2881" fmla="*/ 2211011 h 6382977"/>
              <a:gd name="connsiteX2882" fmla="*/ 5819015 w 6501199"/>
              <a:gd name="connsiteY2882" fmla="*/ 2206330 h 6382977"/>
              <a:gd name="connsiteX2883" fmla="*/ 5805335 w 6501199"/>
              <a:gd name="connsiteY2883" fmla="*/ 2233692 h 6382977"/>
              <a:gd name="connsiteX2884" fmla="*/ 5805335 w 6501199"/>
              <a:gd name="connsiteY2884" fmla="*/ 2206330 h 6382977"/>
              <a:gd name="connsiteX2885" fmla="*/ 5853215 w 6501199"/>
              <a:gd name="connsiteY2885" fmla="*/ 2122084 h 6382977"/>
              <a:gd name="connsiteX2886" fmla="*/ 5878056 w 6501199"/>
              <a:gd name="connsiteY2886" fmla="*/ 2115244 h 6382977"/>
              <a:gd name="connsiteX2887" fmla="*/ 5880216 w 6501199"/>
              <a:gd name="connsiteY2887" fmla="*/ 2104083 h 6382977"/>
              <a:gd name="connsiteX2888" fmla="*/ 5875896 w 6501199"/>
              <a:gd name="connsiteY2888" fmla="*/ 2087882 h 6382977"/>
              <a:gd name="connsiteX2889" fmla="*/ 5916143 w 6501199"/>
              <a:gd name="connsiteY2889" fmla="*/ 2033659 h 6382977"/>
              <a:gd name="connsiteX2890" fmla="*/ 4149461 w 6501199"/>
              <a:gd name="connsiteY2890" fmla="*/ 2022274 h 6382977"/>
              <a:gd name="connsiteX2891" fmla="*/ 4076733 w 6501199"/>
              <a:gd name="connsiteY2891" fmla="*/ 2054310 h 6382977"/>
              <a:gd name="connsiteX2892" fmla="*/ 4149461 w 6501199"/>
              <a:gd name="connsiteY2892" fmla="*/ 2022274 h 6382977"/>
              <a:gd name="connsiteX2893" fmla="*/ 4742967 w 6501199"/>
              <a:gd name="connsiteY2893" fmla="*/ 2021998 h 6382977"/>
              <a:gd name="connsiteX2894" fmla="*/ 4760967 w 6501199"/>
              <a:gd name="connsiteY2894" fmla="*/ 2060880 h 6382977"/>
              <a:gd name="connsiteX2895" fmla="*/ 4772487 w 6501199"/>
              <a:gd name="connsiteY2895" fmla="*/ 2060880 h 6382977"/>
              <a:gd name="connsiteX2896" fmla="*/ 4760967 w 6501199"/>
              <a:gd name="connsiteY2896" fmla="*/ 2040359 h 6382977"/>
              <a:gd name="connsiteX2897" fmla="*/ 4772487 w 6501199"/>
              <a:gd name="connsiteY2897" fmla="*/ 2054040 h 6382977"/>
              <a:gd name="connsiteX2898" fmla="*/ 4779327 w 6501199"/>
              <a:gd name="connsiteY2898" fmla="*/ 2024158 h 6382977"/>
              <a:gd name="connsiteX2899" fmla="*/ 4742967 w 6501199"/>
              <a:gd name="connsiteY2899" fmla="*/ 2021998 h 6382977"/>
              <a:gd name="connsiteX2900" fmla="*/ 5291251 w 6501199"/>
              <a:gd name="connsiteY2900" fmla="*/ 2017677 h 6382977"/>
              <a:gd name="connsiteX2901" fmla="*/ 5286571 w 6501199"/>
              <a:gd name="connsiteY2901" fmla="*/ 2040359 h 6382977"/>
              <a:gd name="connsiteX2902" fmla="*/ 5291251 w 6501199"/>
              <a:gd name="connsiteY2902" fmla="*/ 2017677 h 6382977"/>
              <a:gd name="connsiteX2903" fmla="*/ 4811008 w 6501199"/>
              <a:gd name="connsiteY2903" fmla="*/ 2012997 h 6382977"/>
              <a:gd name="connsiteX2904" fmla="*/ 4808848 w 6501199"/>
              <a:gd name="connsiteY2904" fmla="*/ 2017677 h 6382977"/>
              <a:gd name="connsiteX2905" fmla="*/ 4813348 w 6501199"/>
              <a:gd name="connsiteY2905" fmla="*/ 2025463 h 6382977"/>
              <a:gd name="connsiteX2906" fmla="*/ 4816914 w 6501199"/>
              <a:gd name="connsiteY2906" fmla="*/ 2031847 h 6382977"/>
              <a:gd name="connsiteX2907" fmla="*/ 4828071 w 6501199"/>
              <a:gd name="connsiteY2907" fmla="*/ 2020123 h 6382977"/>
              <a:gd name="connsiteX2908" fmla="*/ 4822866 w 6501199"/>
              <a:gd name="connsiteY2908" fmla="*/ 2021801 h 6382977"/>
              <a:gd name="connsiteX2909" fmla="*/ 4811008 w 6501199"/>
              <a:gd name="connsiteY2909" fmla="*/ 2012997 h 6382977"/>
              <a:gd name="connsiteX2910" fmla="*/ 6387873 w 6501199"/>
              <a:gd name="connsiteY2910" fmla="*/ 2011186 h 6382977"/>
              <a:gd name="connsiteX2911" fmla="*/ 6392636 w 6501199"/>
              <a:gd name="connsiteY2911" fmla="*/ 2044347 h 6382977"/>
              <a:gd name="connsiteX2912" fmla="*/ 6387873 w 6501199"/>
              <a:gd name="connsiteY2912" fmla="*/ 2011186 h 6382977"/>
              <a:gd name="connsiteX2913" fmla="*/ 6085174 w 6501199"/>
              <a:gd name="connsiteY2913" fmla="*/ 2008187 h 6382977"/>
              <a:gd name="connsiteX2914" fmla="*/ 6085174 w 6501199"/>
              <a:gd name="connsiteY2914" fmla="*/ 2071330 h 6382977"/>
              <a:gd name="connsiteX2915" fmla="*/ 6085174 w 6501199"/>
              <a:gd name="connsiteY2915" fmla="*/ 2008187 h 6382977"/>
              <a:gd name="connsiteX2916" fmla="*/ 4240911 w 6501199"/>
              <a:gd name="connsiteY2916" fmla="*/ 2001308 h 6382977"/>
              <a:gd name="connsiteX2917" fmla="*/ 4238390 w 6501199"/>
              <a:gd name="connsiteY2917" fmla="*/ 2011116 h 6382977"/>
              <a:gd name="connsiteX2918" fmla="*/ 4252072 w 6501199"/>
              <a:gd name="connsiteY2918" fmla="*/ 2001757 h 6382977"/>
              <a:gd name="connsiteX2919" fmla="*/ 4240911 w 6501199"/>
              <a:gd name="connsiteY2919" fmla="*/ 2001308 h 6382977"/>
              <a:gd name="connsiteX2920" fmla="*/ 4804168 w 6501199"/>
              <a:gd name="connsiteY2920" fmla="*/ 1999316 h 6382977"/>
              <a:gd name="connsiteX2921" fmla="*/ 4799848 w 6501199"/>
              <a:gd name="connsiteY2921" fmla="*/ 2008317 h 6382977"/>
              <a:gd name="connsiteX2922" fmla="*/ 4804168 w 6501199"/>
              <a:gd name="connsiteY2922" fmla="*/ 1999316 h 6382977"/>
              <a:gd name="connsiteX2923" fmla="*/ 6026019 w 6501199"/>
              <a:gd name="connsiteY2923" fmla="*/ 1997075 h 6382977"/>
              <a:gd name="connsiteX2924" fmla="*/ 6017199 w 6501199"/>
              <a:gd name="connsiteY2924" fmla="*/ 2031632 h 6382977"/>
              <a:gd name="connsiteX2925" fmla="*/ 6026019 w 6501199"/>
              <a:gd name="connsiteY2925" fmla="*/ 1997075 h 6382977"/>
              <a:gd name="connsiteX2926" fmla="*/ 4831528 w 6501199"/>
              <a:gd name="connsiteY2926" fmla="*/ 1992476 h 6382977"/>
              <a:gd name="connsiteX2927" fmla="*/ 4834048 w 6501199"/>
              <a:gd name="connsiteY2927" fmla="*/ 2006156 h 6382977"/>
              <a:gd name="connsiteX2928" fmla="*/ 4842401 w 6501199"/>
              <a:gd name="connsiteY2928" fmla="*/ 2001954 h 6382977"/>
              <a:gd name="connsiteX2929" fmla="*/ 4844247 w 6501199"/>
              <a:gd name="connsiteY2929" fmla="*/ 2003516 h 6382977"/>
              <a:gd name="connsiteX2930" fmla="*/ 4854916 w 6501199"/>
              <a:gd name="connsiteY2930" fmla="*/ 1993632 h 6382977"/>
              <a:gd name="connsiteX2931" fmla="*/ 4851277 w 6501199"/>
              <a:gd name="connsiteY2931" fmla="*/ 1995699 h 6382977"/>
              <a:gd name="connsiteX2932" fmla="*/ 4831528 w 6501199"/>
              <a:gd name="connsiteY2932" fmla="*/ 1992476 h 6382977"/>
              <a:gd name="connsiteX2933" fmla="*/ 5307569 w 6501199"/>
              <a:gd name="connsiteY2933" fmla="*/ 1986501 h 6382977"/>
              <a:gd name="connsiteX2934" fmla="*/ 5295571 w 6501199"/>
              <a:gd name="connsiteY2934" fmla="*/ 2015157 h 6382977"/>
              <a:gd name="connsiteX2935" fmla="*/ 5318611 w 6501199"/>
              <a:gd name="connsiteY2935" fmla="*/ 1990315 h 6382977"/>
              <a:gd name="connsiteX2936" fmla="*/ 5307569 w 6501199"/>
              <a:gd name="connsiteY2936" fmla="*/ 1986501 h 6382977"/>
              <a:gd name="connsiteX2937" fmla="*/ 6139501 w 6501199"/>
              <a:gd name="connsiteY2937" fmla="*/ 1977027 h 6382977"/>
              <a:gd name="connsiteX2938" fmla="*/ 6134850 w 6501199"/>
              <a:gd name="connsiteY2938" fmla="*/ 1995170 h 6382977"/>
              <a:gd name="connsiteX2939" fmla="*/ 6139501 w 6501199"/>
              <a:gd name="connsiteY2939" fmla="*/ 1977027 h 6382977"/>
              <a:gd name="connsiteX2940" fmla="*/ 4329480 w 6501199"/>
              <a:gd name="connsiteY2940" fmla="*/ 1970082 h 6382977"/>
              <a:gd name="connsiteX2941" fmla="*/ 4325405 w 6501199"/>
              <a:gd name="connsiteY2941" fmla="*/ 1976741 h 6382977"/>
              <a:gd name="connsiteX2942" fmla="*/ 4324799 w 6501199"/>
              <a:gd name="connsiteY2942" fmla="*/ 1976921 h 6382977"/>
              <a:gd name="connsiteX2943" fmla="*/ 4329480 w 6501199"/>
              <a:gd name="connsiteY2943" fmla="*/ 1970082 h 6382977"/>
              <a:gd name="connsiteX2944" fmla="*/ 4941684 w 6501199"/>
              <a:gd name="connsiteY2944" fmla="*/ 1955823 h 6382977"/>
              <a:gd name="connsiteX2945" fmla="*/ 4940894 w 6501199"/>
              <a:gd name="connsiteY2945" fmla="*/ 1959116 h 6382977"/>
              <a:gd name="connsiteX2946" fmla="*/ 4943129 w 6501199"/>
              <a:gd name="connsiteY2946" fmla="*/ 1958273 h 6382977"/>
              <a:gd name="connsiteX2947" fmla="*/ 4858888 w 6501199"/>
              <a:gd name="connsiteY2947" fmla="*/ 1953953 h 6382977"/>
              <a:gd name="connsiteX2948" fmla="*/ 4854208 w 6501199"/>
              <a:gd name="connsiteY2948" fmla="*/ 1967634 h 6382977"/>
              <a:gd name="connsiteX2949" fmla="*/ 4858888 w 6501199"/>
              <a:gd name="connsiteY2949" fmla="*/ 1953953 h 6382977"/>
              <a:gd name="connsiteX2950" fmla="*/ 4539631 w 6501199"/>
              <a:gd name="connsiteY2950" fmla="*/ 1946275 h 6382977"/>
              <a:gd name="connsiteX2951" fmla="*/ 4532829 w 6501199"/>
              <a:gd name="connsiteY2951" fmla="*/ 1973893 h 6382977"/>
              <a:gd name="connsiteX2952" fmla="*/ 4522627 w 6501199"/>
              <a:gd name="connsiteY2952" fmla="*/ 1973847 h 6382977"/>
              <a:gd name="connsiteX2953" fmla="*/ 4517684 w 6501199"/>
              <a:gd name="connsiteY2953" fmla="*/ 1970524 h 6382977"/>
              <a:gd name="connsiteX2954" fmla="*/ 4515268 w 6501199"/>
              <a:gd name="connsiteY2954" fmla="*/ 1980495 h 6382977"/>
              <a:gd name="connsiteX2955" fmla="*/ 4485438 w 6501199"/>
              <a:gd name="connsiteY2955" fmla="*/ 1995162 h 6382977"/>
              <a:gd name="connsiteX2956" fmla="*/ 4498167 w 6501199"/>
              <a:gd name="connsiteY2956" fmla="*/ 1981807 h 6382977"/>
              <a:gd name="connsiteX2957" fmla="*/ 4517389 w 6501199"/>
              <a:gd name="connsiteY2957" fmla="*/ 1970326 h 6382977"/>
              <a:gd name="connsiteX2958" fmla="*/ 4512425 w 6501199"/>
              <a:gd name="connsiteY2958" fmla="*/ 1966988 h 6382977"/>
              <a:gd name="connsiteX2959" fmla="*/ 4539631 w 6501199"/>
              <a:gd name="connsiteY2959" fmla="*/ 1946275 h 6382977"/>
              <a:gd name="connsiteX2960" fmla="*/ 4977329 w 6501199"/>
              <a:gd name="connsiteY2960" fmla="*/ 1926591 h 6382977"/>
              <a:gd name="connsiteX2961" fmla="*/ 4958969 w 6501199"/>
              <a:gd name="connsiteY2961" fmla="*/ 1949273 h 6382977"/>
              <a:gd name="connsiteX2962" fmla="*/ 4977329 w 6501199"/>
              <a:gd name="connsiteY2962" fmla="*/ 1926591 h 6382977"/>
              <a:gd name="connsiteX2963" fmla="*/ 5350292 w 6501199"/>
              <a:gd name="connsiteY2963" fmla="*/ 1921911 h 6382977"/>
              <a:gd name="connsiteX2964" fmla="*/ 5343452 w 6501199"/>
              <a:gd name="connsiteY2964" fmla="*/ 1942432 h 6382977"/>
              <a:gd name="connsiteX2965" fmla="*/ 5350292 w 6501199"/>
              <a:gd name="connsiteY2965" fmla="*/ 1921911 h 6382977"/>
              <a:gd name="connsiteX2966" fmla="*/ 6150478 w 6501199"/>
              <a:gd name="connsiteY2966" fmla="*/ 1903412 h 6382977"/>
              <a:gd name="connsiteX2967" fmla="*/ 6163796 w 6501199"/>
              <a:gd name="connsiteY2967" fmla="*/ 1955507 h 6382977"/>
              <a:gd name="connsiteX2968" fmla="*/ 6146272 w 6501199"/>
              <a:gd name="connsiteY2968" fmla="*/ 1962333 h 6382977"/>
              <a:gd name="connsiteX2969" fmla="*/ 6150478 w 6501199"/>
              <a:gd name="connsiteY2969" fmla="*/ 1903412 h 6382977"/>
              <a:gd name="connsiteX2970" fmla="*/ 6452149 w 6501199"/>
              <a:gd name="connsiteY2970" fmla="*/ 1901973 h 6382977"/>
              <a:gd name="connsiteX2971" fmla="*/ 6471038 w 6501199"/>
              <a:gd name="connsiteY2971" fmla="*/ 1912937 h 6382977"/>
              <a:gd name="connsiteX2972" fmla="*/ 6468866 w 6501199"/>
              <a:gd name="connsiteY2972" fmla="*/ 1928459 h 6382977"/>
              <a:gd name="connsiteX2973" fmla="*/ 6430125 w 6501199"/>
              <a:gd name="connsiteY2973" fmla="*/ 1906234 h 6382977"/>
              <a:gd name="connsiteX2974" fmla="*/ 6446056 w 6501199"/>
              <a:gd name="connsiteY2974" fmla="*/ 1906234 h 6382977"/>
              <a:gd name="connsiteX2975" fmla="*/ 6452149 w 6501199"/>
              <a:gd name="connsiteY2975" fmla="*/ 1901973 h 6382977"/>
              <a:gd name="connsiteX2976" fmla="*/ 4648593 w 6501199"/>
              <a:gd name="connsiteY2976" fmla="*/ 1892300 h 6382977"/>
              <a:gd name="connsiteX2977" fmla="*/ 4548938 w 6501199"/>
              <a:gd name="connsiteY2977" fmla="*/ 1955443 h 6382977"/>
              <a:gd name="connsiteX2978" fmla="*/ 4648593 w 6501199"/>
              <a:gd name="connsiteY2978" fmla="*/ 1892300 h 6382977"/>
              <a:gd name="connsiteX2979" fmla="*/ 6117030 w 6501199"/>
              <a:gd name="connsiteY2979" fmla="*/ 1881187 h 6382977"/>
              <a:gd name="connsiteX2980" fmla="*/ 6107729 w 6501199"/>
              <a:gd name="connsiteY2980" fmla="*/ 1947501 h 6382977"/>
              <a:gd name="connsiteX2981" fmla="*/ 6117030 w 6501199"/>
              <a:gd name="connsiteY2981" fmla="*/ 1881187 h 6382977"/>
              <a:gd name="connsiteX2982" fmla="*/ 5470614 w 6501199"/>
              <a:gd name="connsiteY2982" fmla="*/ 1881187 h 6382977"/>
              <a:gd name="connsiteX2983" fmla="*/ 5495390 w 6501199"/>
              <a:gd name="connsiteY2983" fmla="*/ 1892910 h 6382977"/>
              <a:gd name="connsiteX2984" fmla="*/ 5474923 w 6501199"/>
              <a:gd name="connsiteY2984" fmla="*/ 1895108 h 6382977"/>
              <a:gd name="connsiteX2985" fmla="*/ 5470614 w 6501199"/>
              <a:gd name="connsiteY2985" fmla="*/ 1881187 h 6382977"/>
              <a:gd name="connsiteX2986" fmla="*/ 4951916 w 6501199"/>
              <a:gd name="connsiteY2986" fmla="*/ 1879033 h 6382977"/>
              <a:gd name="connsiteX2987" fmla="*/ 4962919 w 6501199"/>
              <a:gd name="connsiteY2987" fmla="*/ 1880741 h 6382977"/>
              <a:gd name="connsiteX2988" fmla="*/ 4959549 w 6501199"/>
              <a:gd name="connsiteY2988" fmla="*/ 1883087 h 6382977"/>
              <a:gd name="connsiteX2989" fmla="*/ 4962767 w 6501199"/>
              <a:gd name="connsiteY2989" fmla="*/ 1890140 h 6382977"/>
              <a:gd name="connsiteX2990" fmla="*/ 4951509 w 6501199"/>
              <a:gd name="connsiteY2990" fmla="*/ 1897896 h 6382977"/>
              <a:gd name="connsiteX2991" fmla="*/ 4948216 w 6501199"/>
              <a:gd name="connsiteY2991" fmla="*/ 1894531 h 6382977"/>
              <a:gd name="connsiteX2992" fmla="*/ 4944744 w 6501199"/>
              <a:gd name="connsiteY2992" fmla="*/ 1906162 h 6382977"/>
              <a:gd name="connsiteX2993" fmla="*/ 4931201 w 6501199"/>
              <a:gd name="connsiteY2993" fmla="*/ 1903983 h 6382977"/>
              <a:gd name="connsiteX2994" fmla="*/ 4935834 w 6501199"/>
              <a:gd name="connsiteY2994" fmla="*/ 1913062 h 6382977"/>
              <a:gd name="connsiteX2995" fmla="*/ 4920154 w 6501199"/>
              <a:gd name="connsiteY2995" fmla="*/ 1908341 h 6382977"/>
              <a:gd name="connsiteX2996" fmla="*/ 4920154 w 6501199"/>
              <a:gd name="connsiteY2996" fmla="*/ 1913062 h 6382977"/>
              <a:gd name="connsiteX2997" fmla="*/ 4929063 w 6501199"/>
              <a:gd name="connsiteY2997" fmla="*/ 1922141 h 6382977"/>
              <a:gd name="connsiteX2998" fmla="*/ 4920154 w 6501199"/>
              <a:gd name="connsiteY2998" fmla="*/ 1926862 h 6382977"/>
              <a:gd name="connsiteX2999" fmla="*/ 4913383 w 6501199"/>
              <a:gd name="connsiteY2999" fmla="*/ 1903983 h 6382977"/>
              <a:gd name="connsiteX3000" fmla="*/ 4929063 w 6501199"/>
              <a:gd name="connsiteY3000" fmla="*/ 1892362 h 6382977"/>
              <a:gd name="connsiteX3001" fmla="*/ 4951916 w 6501199"/>
              <a:gd name="connsiteY3001" fmla="*/ 1879033 h 6382977"/>
              <a:gd name="connsiteX3002" fmla="*/ 4938516 w 6501199"/>
              <a:gd name="connsiteY3002" fmla="*/ 1866900 h 6382977"/>
              <a:gd name="connsiteX3003" fmla="*/ 4934171 w 6501199"/>
              <a:gd name="connsiteY3003" fmla="*/ 1887291 h 6382977"/>
              <a:gd name="connsiteX3004" fmla="*/ 4920413 w 6501199"/>
              <a:gd name="connsiteY3004" fmla="*/ 1882998 h 6382977"/>
              <a:gd name="connsiteX3005" fmla="*/ 4938516 w 6501199"/>
              <a:gd name="connsiteY3005" fmla="*/ 1866900 h 6382977"/>
              <a:gd name="connsiteX3006" fmla="*/ 5366132 w 6501199"/>
              <a:gd name="connsiteY3006" fmla="*/ 1858186 h 6382977"/>
              <a:gd name="connsiteX3007" fmla="*/ 5345612 w 6501199"/>
              <a:gd name="connsiteY3007" fmla="*/ 1874027 h 6382977"/>
              <a:gd name="connsiteX3008" fmla="*/ 5368292 w 6501199"/>
              <a:gd name="connsiteY3008" fmla="*/ 1887708 h 6382977"/>
              <a:gd name="connsiteX3009" fmla="*/ 5354972 w 6501199"/>
              <a:gd name="connsiteY3009" fmla="*/ 1912910 h 6382977"/>
              <a:gd name="connsiteX3010" fmla="*/ 5368292 w 6501199"/>
              <a:gd name="connsiteY3010" fmla="*/ 1924071 h 6382977"/>
              <a:gd name="connsiteX3011" fmla="*/ 5375132 w 6501199"/>
              <a:gd name="connsiteY3011" fmla="*/ 1885548 h 6382977"/>
              <a:gd name="connsiteX3012" fmla="*/ 5393492 w 6501199"/>
              <a:gd name="connsiteY3012" fmla="*/ 1878708 h 6382977"/>
              <a:gd name="connsiteX3013" fmla="*/ 5395652 w 6501199"/>
              <a:gd name="connsiteY3013" fmla="*/ 1865027 h 6382977"/>
              <a:gd name="connsiteX3014" fmla="*/ 5370812 w 6501199"/>
              <a:gd name="connsiteY3014" fmla="*/ 1883388 h 6382977"/>
              <a:gd name="connsiteX3015" fmla="*/ 5366132 w 6501199"/>
              <a:gd name="connsiteY3015" fmla="*/ 1858186 h 6382977"/>
              <a:gd name="connsiteX3016" fmla="*/ 1221991 w 6501199"/>
              <a:gd name="connsiteY3016" fmla="*/ 1854179 h 6382977"/>
              <a:gd name="connsiteX3017" fmla="*/ 1198948 w 6501199"/>
              <a:gd name="connsiteY3017" fmla="*/ 1879015 h 6382977"/>
              <a:gd name="connsiteX3018" fmla="*/ 1205789 w 6501199"/>
              <a:gd name="connsiteY3018" fmla="*/ 1892693 h 6382977"/>
              <a:gd name="connsiteX3019" fmla="*/ 1221991 w 6501199"/>
              <a:gd name="connsiteY3019" fmla="*/ 1854179 h 6382977"/>
              <a:gd name="connsiteX3020" fmla="*/ 4822528 w 6501199"/>
              <a:gd name="connsiteY3020" fmla="*/ 1853866 h 6382977"/>
              <a:gd name="connsiteX3021" fmla="*/ 4822528 w 6501199"/>
              <a:gd name="connsiteY3021" fmla="*/ 1867187 h 6382977"/>
              <a:gd name="connsiteX3022" fmla="*/ 4822528 w 6501199"/>
              <a:gd name="connsiteY3022" fmla="*/ 1853866 h 6382977"/>
              <a:gd name="connsiteX3023" fmla="*/ 5385863 w 6501199"/>
              <a:gd name="connsiteY3023" fmla="*/ 1852245 h 6382977"/>
              <a:gd name="connsiteX3024" fmla="*/ 5380037 w 6501199"/>
              <a:gd name="connsiteY3024" fmla="*/ 1855351 h 6382977"/>
              <a:gd name="connsiteX3025" fmla="*/ 5379812 w 6501199"/>
              <a:gd name="connsiteY3025" fmla="*/ 1867187 h 6382977"/>
              <a:gd name="connsiteX3026" fmla="*/ 5391242 w 6501199"/>
              <a:gd name="connsiteY3026" fmla="*/ 1859672 h 6382977"/>
              <a:gd name="connsiteX3027" fmla="*/ 5392148 w 6501199"/>
              <a:gd name="connsiteY3027" fmla="*/ 1857074 h 6382977"/>
              <a:gd name="connsiteX3028" fmla="*/ 5387930 w 6501199"/>
              <a:gd name="connsiteY3028" fmla="*/ 1852300 h 6382977"/>
              <a:gd name="connsiteX3029" fmla="*/ 6405438 w 6501199"/>
              <a:gd name="connsiteY3029" fmla="*/ 1847212 h 6382977"/>
              <a:gd name="connsiteX3030" fmla="*/ 6400805 w 6501199"/>
              <a:gd name="connsiteY3030" fmla="*/ 1936387 h 6382977"/>
              <a:gd name="connsiteX3031" fmla="*/ 6405438 w 6501199"/>
              <a:gd name="connsiteY3031" fmla="*/ 1847212 h 6382977"/>
              <a:gd name="connsiteX3032" fmla="*/ 5771135 w 6501199"/>
              <a:gd name="connsiteY3032" fmla="*/ 1840185 h 6382977"/>
              <a:gd name="connsiteX3033" fmla="*/ 5762135 w 6501199"/>
              <a:gd name="connsiteY3033" fmla="*/ 1851346 h 6382977"/>
              <a:gd name="connsiteX3034" fmla="*/ 5775815 w 6501199"/>
              <a:gd name="connsiteY3034" fmla="*/ 1878708 h 6382977"/>
              <a:gd name="connsiteX3035" fmla="*/ 5771135 w 6501199"/>
              <a:gd name="connsiteY3035" fmla="*/ 1840185 h 6382977"/>
              <a:gd name="connsiteX3036" fmla="*/ 6501199 w 6501199"/>
              <a:gd name="connsiteY3036" fmla="*/ 1836737 h 6382977"/>
              <a:gd name="connsiteX3037" fmla="*/ 6466638 w 6501199"/>
              <a:gd name="connsiteY3037" fmla="*/ 1866536 h 6382977"/>
              <a:gd name="connsiteX3038" fmla="*/ 6501199 w 6501199"/>
              <a:gd name="connsiteY3038" fmla="*/ 1836737 h 6382977"/>
              <a:gd name="connsiteX3039" fmla="*/ 4956892 w 6501199"/>
              <a:gd name="connsiteY3039" fmla="*/ 1835739 h 6382977"/>
              <a:gd name="connsiteX3040" fmla="*/ 4984541 w 6501199"/>
              <a:gd name="connsiteY3040" fmla="*/ 1847350 h 6382977"/>
              <a:gd name="connsiteX3041" fmla="*/ 4975083 w 6501199"/>
              <a:gd name="connsiteY3041" fmla="*/ 1858599 h 6382977"/>
              <a:gd name="connsiteX3042" fmla="*/ 4965987 w 6501199"/>
              <a:gd name="connsiteY3042" fmla="*/ 1844810 h 6382977"/>
              <a:gd name="connsiteX3043" fmla="*/ 4952163 w 6501199"/>
              <a:gd name="connsiteY3043" fmla="*/ 1849527 h 6382977"/>
              <a:gd name="connsiteX3044" fmla="*/ 4956892 w 6501199"/>
              <a:gd name="connsiteY3044" fmla="*/ 1835739 h 6382977"/>
              <a:gd name="connsiteX3045" fmla="*/ 4729447 w 6501199"/>
              <a:gd name="connsiteY3045" fmla="*/ 1835062 h 6382977"/>
              <a:gd name="connsiteX3046" fmla="*/ 4681328 w 6501199"/>
              <a:gd name="connsiteY3046" fmla="*/ 1876065 h 6382977"/>
              <a:gd name="connsiteX3047" fmla="*/ 4676625 w 6501199"/>
              <a:gd name="connsiteY3047" fmla="*/ 1862398 h 6382977"/>
              <a:gd name="connsiteX3048" fmla="*/ 4663238 w 6501199"/>
              <a:gd name="connsiteY3048" fmla="*/ 1866714 h 6382977"/>
              <a:gd name="connsiteX3049" fmla="*/ 4729447 w 6501199"/>
              <a:gd name="connsiteY3049" fmla="*/ 1835062 h 6382977"/>
              <a:gd name="connsiteX3050" fmla="*/ 5601998 w 6501199"/>
              <a:gd name="connsiteY3050" fmla="*/ 1831222 h 6382977"/>
              <a:gd name="connsiteX3051" fmla="*/ 5597079 w 6501199"/>
              <a:gd name="connsiteY3051" fmla="*/ 1832494 h 6382977"/>
              <a:gd name="connsiteX3052" fmla="*/ 5594654 w 6501199"/>
              <a:gd name="connsiteY3052" fmla="*/ 1832407 h 6382977"/>
              <a:gd name="connsiteX3053" fmla="*/ 5596459 w 6501199"/>
              <a:gd name="connsiteY3053" fmla="*/ 1847106 h 6382977"/>
              <a:gd name="connsiteX3054" fmla="*/ 5599503 w 6501199"/>
              <a:gd name="connsiteY3054" fmla="*/ 1838610 h 6382977"/>
              <a:gd name="connsiteX3055" fmla="*/ 6370653 w 6501199"/>
              <a:gd name="connsiteY3055" fmla="*/ 1830387 h 6382977"/>
              <a:gd name="connsiteX3056" fmla="*/ 6357192 w 6501199"/>
              <a:gd name="connsiteY3056" fmla="*/ 1844054 h 6382977"/>
              <a:gd name="connsiteX3057" fmla="*/ 6377384 w 6501199"/>
              <a:gd name="connsiteY3057" fmla="*/ 1850888 h 6382977"/>
              <a:gd name="connsiteX3058" fmla="*/ 6370653 w 6501199"/>
              <a:gd name="connsiteY3058" fmla="*/ 1830387 h 6382977"/>
              <a:gd name="connsiteX3059" fmla="*/ 5955241 w 6501199"/>
              <a:gd name="connsiteY3059" fmla="*/ 1827540 h 6382977"/>
              <a:gd name="connsiteX3060" fmla="*/ 5945737 w 6501199"/>
              <a:gd name="connsiteY3060" fmla="*/ 1835662 h 6382977"/>
              <a:gd name="connsiteX3061" fmla="*/ 5910096 w 6501199"/>
              <a:gd name="connsiteY3061" fmla="*/ 1887708 h 6382977"/>
              <a:gd name="connsiteX3062" fmla="*/ 5907576 w 6501199"/>
              <a:gd name="connsiteY3062" fmla="*/ 1908230 h 6382977"/>
              <a:gd name="connsiteX3063" fmla="*/ 5889576 w 6501199"/>
              <a:gd name="connsiteY3063" fmla="*/ 1917590 h 6382977"/>
              <a:gd name="connsiteX3064" fmla="*/ 5866400 w 6501199"/>
              <a:gd name="connsiteY3064" fmla="*/ 1967814 h 6382977"/>
              <a:gd name="connsiteX3065" fmla="*/ 5848183 w 6501199"/>
              <a:gd name="connsiteY3065" fmla="*/ 1987437 h 6382977"/>
              <a:gd name="connsiteX3066" fmla="*/ 5888718 w 6501199"/>
              <a:gd name="connsiteY3066" fmla="*/ 1971028 h 6382977"/>
              <a:gd name="connsiteX3067" fmla="*/ 5969682 w 6501199"/>
              <a:gd name="connsiteY3067" fmla="*/ 1931682 h 6382977"/>
              <a:gd name="connsiteX3068" fmla="*/ 5969137 w 6501199"/>
              <a:gd name="connsiteY3068" fmla="*/ 1926591 h 6382977"/>
              <a:gd name="connsiteX3069" fmla="*/ 5974993 w 6501199"/>
              <a:gd name="connsiteY3069" fmla="*/ 1929101 h 6382977"/>
              <a:gd name="connsiteX3070" fmla="*/ 5980108 w 6501199"/>
              <a:gd name="connsiteY3070" fmla="*/ 1926615 h 6382977"/>
              <a:gd name="connsiteX3071" fmla="*/ 5983357 w 6501199"/>
              <a:gd name="connsiteY3071" fmla="*/ 1922541 h 6382977"/>
              <a:gd name="connsiteX3072" fmla="*/ 5990197 w 6501199"/>
              <a:gd name="connsiteY3072" fmla="*/ 1912415 h 6382977"/>
              <a:gd name="connsiteX3073" fmla="*/ 5991205 w 6501199"/>
              <a:gd name="connsiteY3073" fmla="*/ 1912018 h 6382977"/>
              <a:gd name="connsiteX3074" fmla="*/ 5993343 w 6501199"/>
              <a:gd name="connsiteY3074" fmla="*/ 1900274 h 6382977"/>
              <a:gd name="connsiteX3075" fmla="*/ 5984688 w 6501199"/>
              <a:gd name="connsiteY3075" fmla="*/ 1849397 h 6382977"/>
              <a:gd name="connsiteX3076" fmla="*/ 5979850 w 6501199"/>
              <a:gd name="connsiteY3076" fmla="*/ 1845612 h 6382977"/>
              <a:gd name="connsiteX3077" fmla="*/ 5979173 w 6501199"/>
              <a:gd name="connsiteY3077" fmla="*/ 1849713 h 6382977"/>
              <a:gd name="connsiteX3078" fmla="*/ 5985295 w 6501199"/>
              <a:gd name="connsiteY3078" fmla="*/ 1858600 h 6382977"/>
              <a:gd name="connsiteX3079" fmla="*/ 5973653 w 6501199"/>
              <a:gd name="connsiteY3079" fmla="*/ 1879238 h 6382977"/>
              <a:gd name="connsiteX3080" fmla="*/ 5973653 w 6501199"/>
              <a:gd name="connsiteY3080" fmla="*/ 1854255 h 6382977"/>
              <a:gd name="connsiteX3081" fmla="*/ 5955463 w 6501199"/>
              <a:gd name="connsiteY3081" fmla="*/ 1851721 h 6382977"/>
              <a:gd name="connsiteX3082" fmla="*/ 5969634 w 6501199"/>
              <a:gd name="connsiteY3082" fmla="*/ 1837617 h 6382977"/>
              <a:gd name="connsiteX3083" fmla="*/ 5959897 w 6501199"/>
              <a:gd name="connsiteY3083" fmla="*/ 1829997 h 6382977"/>
              <a:gd name="connsiteX3084" fmla="*/ 6050857 w 6501199"/>
              <a:gd name="connsiteY3084" fmla="*/ 1826504 h 6382977"/>
              <a:gd name="connsiteX3085" fmla="*/ 6037307 w 6501199"/>
              <a:gd name="connsiteY3085" fmla="*/ 1849305 h 6382977"/>
              <a:gd name="connsiteX3086" fmla="*/ 6044636 w 6501199"/>
              <a:gd name="connsiteY3086" fmla="*/ 1857037 h 6382977"/>
              <a:gd name="connsiteX3087" fmla="*/ 6057427 w 6501199"/>
              <a:gd name="connsiteY3087" fmla="*/ 1841805 h 6382977"/>
              <a:gd name="connsiteX3088" fmla="*/ 6050857 w 6501199"/>
              <a:gd name="connsiteY3088" fmla="*/ 1826504 h 6382977"/>
              <a:gd name="connsiteX3089" fmla="*/ 5707415 w 6501199"/>
              <a:gd name="connsiteY3089" fmla="*/ 1819664 h 6382977"/>
              <a:gd name="connsiteX3090" fmla="*/ 5689415 w 6501199"/>
              <a:gd name="connsiteY3090" fmla="*/ 1847026 h 6382977"/>
              <a:gd name="connsiteX3091" fmla="*/ 5707415 w 6501199"/>
              <a:gd name="connsiteY3091" fmla="*/ 1819664 h 6382977"/>
              <a:gd name="connsiteX3092" fmla="*/ 5782655 w 6501199"/>
              <a:gd name="connsiteY3092" fmla="*/ 1812823 h 6382977"/>
              <a:gd name="connsiteX3093" fmla="*/ 5805335 w 6501199"/>
              <a:gd name="connsiteY3093" fmla="*/ 1862867 h 6382977"/>
              <a:gd name="connsiteX3094" fmla="*/ 5786975 w 6501199"/>
              <a:gd name="connsiteY3094" fmla="*/ 1899229 h 6382977"/>
              <a:gd name="connsiteX3095" fmla="*/ 5809655 w 6501199"/>
              <a:gd name="connsiteY3095" fmla="*/ 1885548 h 6382977"/>
              <a:gd name="connsiteX3096" fmla="*/ 5832695 w 6501199"/>
              <a:gd name="connsiteY3096" fmla="*/ 1856026 h 6382977"/>
              <a:gd name="connsiteX3097" fmla="*/ 5828015 w 6501199"/>
              <a:gd name="connsiteY3097" fmla="*/ 1835505 h 6382977"/>
              <a:gd name="connsiteX3098" fmla="*/ 5782655 w 6501199"/>
              <a:gd name="connsiteY3098" fmla="*/ 1812823 h 6382977"/>
              <a:gd name="connsiteX3099" fmla="*/ 5009099 w 6501199"/>
              <a:gd name="connsiteY3099" fmla="*/ 1803400 h 6382977"/>
              <a:gd name="connsiteX3100" fmla="*/ 4986708 w 6501199"/>
              <a:gd name="connsiteY3100" fmla="*/ 1834444 h 6382977"/>
              <a:gd name="connsiteX3101" fmla="*/ 5000214 w 6501199"/>
              <a:gd name="connsiteY3101" fmla="*/ 1834444 h 6382977"/>
              <a:gd name="connsiteX3102" fmla="*/ 4979956 w 6501199"/>
              <a:gd name="connsiteY3102" fmla="*/ 1839030 h 6382977"/>
              <a:gd name="connsiteX3103" fmla="*/ 4979956 w 6501199"/>
              <a:gd name="connsiteY3103" fmla="*/ 1807633 h 6382977"/>
              <a:gd name="connsiteX3104" fmla="*/ 4993461 w 6501199"/>
              <a:gd name="connsiteY3104" fmla="*/ 1818922 h 6382977"/>
              <a:gd name="connsiteX3105" fmla="*/ 5009099 w 6501199"/>
              <a:gd name="connsiteY3105" fmla="*/ 1803400 h 6382977"/>
              <a:gd name="connsiteX3106" fmla="*/ 4710995 w 6501199"/>
              <a:gd name="connsiteY3106" fmla="*/ 1803400 h 6382977"/>
              <a:gd name="connsiteX3107" fmla="*/ 4729549 w 6501199"/>
              <a:gd name="connsiteY3107" fmla="*/ 1814648 h 6382977"/>
              <a:gd name="connsiteX3108" fmla="*/ 4706630 w 6501199"/>
              <a:gd name="connsiteY3108" fmla="*/ 1826260 h 6382977"/>
              <a:gd name="connsiteX3109" fmla="*/ 4710995 w 6501199"/>
              <a:gd name="connsiteY3109" fmla="*/ 1803400 h 6382977"/>
              <a:gd name="connsiteX3110" fmla="*/ 5420853 w 6501199"/>
              <a:gd name="connsiteY3110" fmla="*/ 1799142 h 6382977"/>
              <a:gd name="connsiteX3111" fmla="*/ 5411853 w 6501199"/>
              <a:gd name="connsiteY3111" fmla="*/ 1803823 h 6382977"/>
              <a:gd name="connsiteX3112" fmla="*/ 5402493 w 6501199"/>
              <a:gd name="connsiteY3112" fmla="*/ 1821824 h 6382977"/>
              <a:gd name="connsiteX3113" fmla="*/ 5409333 w 6501199"/>
              <a:gd name="connsiteY3113" fmla="*/ 1835505 h 6382977"/>
              <a:gd name="connsiteX3114" fmla="*/ 5420853 w 6501199"/>
              <a:gd name="connsiteY3114" fmla="*/ 1799142 h 6382977"/>
              <a:gd name="connsiteX3115" fmla="*/ 5899568 w 6501199"/>
              <a:gd name="connsiteY3115" fmla="*/ 1793955 h 6382977"/>
              <a:gd name="connsiteX3116" fmla="*/ 5898576 w 6501199"/>
              <a:gd name="connsiteY3116" fmla="*/ 1794462 h 6382977"/>
              <a:gd name="connsiteX3117" fmla="*/ 5903453 w 6501199"/>
              <a:gd name="connsiteY3117" fmla="*/ 1799643 h 6382977"/>
              <a:gd name="connsiteX3118" fmla="*/ 5906221 w 6501199"/>
              <a:gd name="connsiteY3118" fmla="*/ 1799562 h 6382977"/>
              <a:gd name="connsiteX3119" fmla="*/ 4766118 w 6501199"/>
              <a:gd name="connsiteY3119" fmla="*/ 1787678 h 6382977"/>
              <a:gd name="connsiteX3120" fmla="*/ 4750346 w 6501199"/>
              <a:gd name="connsiteY3120" fmla="*/ 1810620 h 6382977"/>
              <a:gd name="connsiteX3121" fmla="*/ 4766118 w 6501199"/>
              <a:gd name="connsiteY3121" fmla="*/ 1787678 h 6382977"/>
              <a:gd name="connsiteX3122" fmla="*/ 5484573 w 6501199"/>
              <a:gd name="connsiteY3122" fmla="*/ 1780781 h 6382977"/>
              <a:gd name="connsiteX3123" fmla="*/ 5466213 w 6501199"/>
              <a:gd name="connsiteY3123" fmla="*/ 1803823 h 6382977"/>
              <a:gd name="connsiteX3124" fmla="*/ 5484573 w 6501199"/>
              <a:gd name="connsiteY3124" fmla="*/ 1780781 h 6382977"/>
              <a:gd name="connsiteX3125" fmla="*/ 1303720 w 6501199"/>
              <a:gd name="connsiteY3125" fmla="*/ 1780249 h 6382977"/>
              <a:gd name="connsiteX3126" fmla="*/ 1296879 w 6501199"/>
              <a:gd name="connsiteY3126" fmla="*/ 1783629 h 6382977"/>
              <a:gd name="connsiteX3127" fmla="*/ 1301559 w 6501199"/>
              <a:gd name="connsiteY3127" fmla="*/ 1797307 h 6382977"/>
              <a:gd name="connsiteX3128" fmla="*/ 1285357 w 6501199"/>
              <a:gd name="connsiteY3128" fmla="*/ 1792628 h 6382977"/>
              <a:gd name="connsiteX3129" fmla="*/ 1228471 w 6501199"/>
              <a:gd name="connsiteY3129" fmla="*/ 1842661 h 6382977"/>
              <a:gd name="connsiteX3130" fmla="*/ 1239993 w 6501199"/>
              <a:gd name="connsiteY3130" fmla="*/ 1860658 h 6382977"/>
              <a:gd name="connsiteX3131" fmla="*/ 1326402 w 6501199"/>
              <a:gd name="connsiteY3131" fmla="*/ 1781110 h 6382977"/>
              <a:gd name="connsiteX3132" fmla="*/ 1303720 w 6501199"/>
              <a:gd name="connsiteY3132" fmla="*/ 1780249 h 6382977"/>
              <a:gd name="connsiteX3133" fmla="*/ 5643694 w 6501199"/>
              <a:gd name="connsiteY3133" fmla="*/ 1778621 h 6382977"/>
              <a:gd name="connsiteX3134" fmla="*/ 5627854 w 6501199"/>
              <a:gd name="connsiteY3134" fmla="*/ 1810663 h 6382977"/>
              <a:gd name="connsiteX3135" fmla="*/ 5643694 w 6501199"/>
              <a:gd name="connsiteY3135" fmla="*/ 1805983 h 6382977"/>
              <a:gd name="connsiteX3136" fmla="*/ 5643694 w 6501199"/>
              <a:gd name="connsiteY3136" fmla="*/ 1778621 h 6382977"/>
              <a:gd name="connsiteX3137" fmla="*/ 5095410 w 6501199"/>
              <a:gd name="connsiteY3137" fmla="*/ 1762780 h 6382977"/>
              <a:gd name="connsiteX3138" fmla="*/ 5095410 w 6501199"/>
              <a:gd name="connsiteY3138" fmla="*/ 1780781 h 6382977"/>
              <a:gd name="connsiteX3139" fmla="*/ 5095410 w 6501199"/>
              <a:gd name="connsiteY3139" fmla="*/ 1762780 h 6382977"/>
              <a:gd name="connsiteX3140" fmla="*/ 6271684 w 6501199"/>
              <a:gd name="connsiteY3140" fmla="*/ 1757362 h 6382977"/>
              <a:gd name="connsiteX3141" fmla="*/ 6282900 w 6501199"/>
              <a:gd name="connsiteY3141" fmla="*/ 1757362 h 6382977"/>
              <a:gd name="connsiteX3142" fmla="*/ 6287106 w 6501199"/>
              <a:gd name="connsiteY3142" fmla="*/ 1773383 h 6382977"/>
              <a:gd name="connsiteX3143" fmla="*/ 6274138 w 6501199"/>
              <a:gd name="connsiteY3143" fmla="*/ 1796686 h 6382977"/>
              <a:gd name="connsiteX3144" fmla="*/ 6271684 w 6501199"/>
              <a:gd name="connsiteY3144" fmla="*/ 1757362 h 6382977"/>
              <a:gd name="connsiteX3145" fmla="*/ 4835922 w 6501199"/>
              <a:gd name="connsiteY3145" fmla="*/ 1757362 h 6382977"/>
              <a:gd name="connsiteX3146" fmla="*/ 4824633 w 6501199"/>
              <a:gd name="connsiteY3146" fmla="*/ 1782404 h 6382977"/>
              <a:gd name="connsiteX3147" fmla="*/ 4835922 w 6501199"/>
              <a:gd name="connsiteY3147" fmla="*/ 1757362 h 6382977"/>
              <a:gd name="connsiteX3148" fmla="*/ 6226702 w 6501199"/>
              <a:gd name="connsiteY3148" fmla="*/ 1751012 h 6382977"/>
              <a:gd name="connsiteX3149" fmla="*/ 6228934 w 6501199"/>
              <a:gd name="connsiteY3149" fmla="*/ 1777649 h 6382977"/>
              <a:gd name="connsiteX3150" fmla="*/ 6226702 w 6501199"/>
              <a:gd name="connsiteY3150" fmla="*/ 1751012 h 6382977"/>
              <a:gd name="connsiteX3151" fmla="*/ 5777975 w 6501199"/>
              <a:gd name="connsiteY3151" fmla="*/ 1749099 h 6382977"/>
              <a:gd name="connsiteX3152" fmla="*/ 5771135 w 6501199"/>
              <a:gd name="connsiteY3152" fmla="*/ 1780781 h 6382977"/>
              <a:gd name="connsiteX3153" fmla="*/ 5777975 w 6501199"/>
              <a:gd name="connsiteY3153" fmla="*/ 1749099 h 6382977"/>
              <a:gd name="connsiteX3154" fmla="*/ 5037182 w 6501199"/>
              <a:gd name="connsiteY3154" fmla="*/ 1746250 h 6382977"/>
              <a:gd name="connsiteX3155" fmla="*/ 5041769 w 6501199"/>
              <a:gd name="connsiteY3155" fmla="*/ 1766570 h 6382977"/>
              <a:gd name="connsiteX3156" fmla="*/ 5014957 w 6501199"/>
              <a:gd name="connsiteY3156" fmla="*/ 1764393 h 6382977"/>
              <a:gd name="connsiteX3157" fmla="*/ 5037182 w 6501199"/>
              <a:gd name="connsiteY3157" fmla="*/ 1746250 h 6382977"/>
              <a:gd name="connsiteX3158" fmla="*/ 6390187 w 6501199"/>
              <a:gd name="connsiteY3158" fmla="*/ 1743648 h 6382977"/>
              <a:gd name="connsiteX3159" fmla="*/ 6421436 w 6501199"/>
              <a:gd name="connsiteY3159" fmla="*/ 1743648 h 6382977"/>
              <a:gd name="connsiteX3160" fmla="*/ 6423922 w 6501199"/>
              <a:gd name="connsiteY3160" fmla="*/ 1766343 h 6382977"/>
              <a:gd name="connsiteX3161" fmla="*/ 6399065 w 6501199"/>
              <a:gd name="connsiteY3161" fmla="*/ 1748331 h 6382977"/>
              <a:gd name="connsiteX3162" fmla="*/ 6408297 w 6501199"/>
              <a:gd name="connsiteY3162" fmla="*/ 1825783 h 6382977"/>
              <a:gd name="connsiteX3163" fmla="*/ 6403681 w 6501199"/>
              <a:gd name="connsiteY3163" fmla="*/ 1834790 h 6382977"/>
              <a:gd name="connsiteX3164" fmla="*/ 6383440 w 6501199"/>
              <a:gd name="connsiteY3164" fmla="*/ 1830106 h 6382977"/>
              <a:gd name="connsiteX3165" fmla="*/ 6390187 w 6501199"/>
              <a:gd name="connsiteY3165" fmla="*/ 1743648 h 6382977"/>
              <a:gd name="connsiteX3166" fmla="*/ 1458536 w 6501199"/>
              <a:gd name="connsiteY3166" fmla="*/ 1740435 h 6382977"/>
              <a:gd name="connsiteX3167" fmla="*/ 1419652 w 6501199"/>
              <a:gd name="connsiteY3167" fmla="*/ 1756273 h 6382977"/>
              <a:gd name="connsiteX3168" fmla="*/ 1458536 w 6501199"/>
              <a:gd name="connsiteY3168" fmla="*/ 1740435 h 6382977"/>
              <a:gd name="connsiteX3169" fmla="*/ 6353044 w 6501199"/>
              <a:gd name="connsiteY3169" fmla="*/ 1739900 h 6382977"/>
              <a:gd name="connsiteX3170" fmla="*/ 6368566 w 6501199"/>
              <a:gd name="connsiteY3170" fmla="*/ 1797105 h 6382977"/>
              <a:gd name="connsiteX3171" fmla="*/ 6366449 w 6501199"/>
              <a:gd name="connsiteY3171" fmla="*/ 1822088 h 6382977"/>
              <a:gd name="connsiteX3172" fmla="*/ 6339638 w 6501199"/>
              <a:gd name="connsiteY3172" fmla="*/ 1762710 h 6382977"/>
              <a:gd name="connsiteX3173" fmla="*/ 6353044 w 6501199"/>
              <a:gd name="connsiteY3173" fmla="*/ 1739900 h 6382977"/>
              <a:gd name="connsiteX3174" fmla="*/ 6105412 w 6501199"/>
              <a:gd name="connsiteY3174" fmla="*/ 1734498 h 6382977"/>
              <a:gd name="connsiteX3175" fmla="*/ 6104889 w 6501199"/>
              <a:gd name="connsiteY3175" fmla="*/ 1742394 h 6382977"/>
              <a:gd name="connsiteX3176" fmla="*/ 6112417 w 6501199"/>
              <a:gd name="connsiteY3176" fmla="*/ 1740098 h 6382977"/>
              <a:gd name="connsiteX3177" fmla="*/ 6107000 w 6501199"/>
              <a:gd name="connsiteY3177" fmla="*/ 1738281 h 6382977"/>
              <a:gd name="connsiteX3178" fmla="*/ 1364926 w 6501199"/>
              <a:gd name="connsiteY3178" fmla="*/ 1733596 h 6382977"/>
              <a:gd name="connsiteX3179" fmla="*/ 1322081 w 6501199"/>
              <a:gd name="connsiteY3179" fmla="*/ 1778950 h 6382977"/>
              <a:gd name="connsiteX3180" fmla="*/ 1371767 w 6501199"/>
              <a:gd name="connsiteY3180" fmla="*/ 1742595 h 6382977"/>
              <a:gd name="connsiteX3181" fmla="*/ 1364926 w 6501199"/>
              <a:gd name="connsiteY3181" fmla="*/ 1733596 h 6382977"/>
              <a:gd name="connsiteX3182" fmla="*/ 5947376 w 6501199"/>
              <a:gd name="connsiteY3182" fmla="*/ 1733550 h 6382977"/>
              <a:gd name="connsiteX3183" fmla="*/ 5951841 w 6501199"/>
              <a:gd name="connsiteY3183" fmla="*/ 1749539 h 6382977"/>
              <a:gd name="connsiteX3184" fmla="*/ 5933238 w 6501199"/>
              <a:gd name="connsiteY3184" fmla="*/ 1751720 h 6382977"/>
              <a:gd name="connsiteX3185" fmla="*/ 5947376 w 6501199"/>
              <a:gd name="connsiteY3185" fmla="*/ 1733550 h 6382977"/>
              <a:gd name="connsiteX3186" fmla="*/ 4797663 w 6501199"/>
              <a:gd name="connsiteY3186" fmla="*/ 1733550 h 6382977"/>
              <a:gd name="connsiteX3187" fmla="*/ 4763967 w 6501199"/>
              <a:gd name="connsiteY3187" fmla="*/ 1778716 h 6382977"/>
              <a:gd name="connsiteX3188" fmla="*/ 4824906 w 6501199"/>
              <a:gd name="connsiteY3188" fmla="*/ 1733550 h 6382977"/>
              <a:gd name="connsiteX3189" fmla="*/ 4822756 w 6501199"/>
              <a:gd name="connsiteY3189" fmla="*/ 1744662 h 6382977"/>
              <a:gd name="connsiteX3190" fmla="*/ 4827416 w 6501199"/>
              <a:gd name="connsiteY3190" fmla="*/ 1760435 h 6382977"/>
              <a:gd name="connsiteX3191" fmla="*/ 4738875 w 6501199"/>
              <a:gd name="connsiteY3191" fmla="*/ 1833203 h 6382977"/>
              <a:gd name="connsiteX3192" fmla="*/ 4729913 w 6501199"/>
              <a:gd name="connsiteY3192" fmla="*/ 1808111 h 6382977"/>
              <a:gd name="connsiteX3193" fmla="*/ 4797663 w 6501199"/>
              <a:gd name="connsiteY3193" fmla="*/ 1733550 h 6382977"/>
              <a:gd name="connsiteX3194" fmla="*/ 5046188 w 6501199"/>
              <a:gd name="connsiteY3194" fmla="*/ 1726171 h 6382977"/>
              <a:gd name="connsiteX3195" fmla="*/ 5052266 w 6501199"/>
              <a:gd name="connsiteY3195" fmla="*/ 1727647 h 6382977"/>
              <a:gd name="connsiteX3196" fmla="*/ 5054443 w 6501199"/>
              <a:gd name="connsiteY3196" fmla="*/ 1734444 h 6382977"/>
              <a:gd name="connsiteX3197" fmla="*/ 5045371 w 6501199"/>
              <a:gd name="connsiteY3197" fmla="*/ 1745892 h 6382977"/>
              <a:gd name="connsiteX3198" fmla="*/ 5038477 w 6501199"/>
              <a:gd name="connsiteY3198" fmla="*/ 1729793 h 6382977"/>
              <a:gd name="connsiteX3199" fmla="*/ 5046188 w 6501199"/>
              <a:gd name="connsiteY3199" fmla="*/ 1726171 h 6382977"/>
              <a:gd name="connsiteX3200" fmla="*/ 6324036 w 6501199"/>
              <a:gd name="connsiteY3200" fmla="*/ 1725612 h 6382977"/>
              <a:gd name="connsiteX3201" fmla="*/ 6324036 w 6501199"/>
              <a:gd name="connsiteY3201" fmla="*/ 1761767 h 6382977"/>
              <a:gd name="connsiteX3202" fmla="*/ 6324036 w 6501199"/>
              <a:gd name="connsiteY3202" fmla="*/ 1725612 h 6382977"/>
              <a:gd name="connsiteX3203" fmla="*/ 4929449 w 6501199"/>
              <a:gd name="connsiteY3203" fmla="*/ 1719577 h 6382977"/>
              <a:gd name="connsiteX3204" fmla="*/ 4924769 w 6501199"/>
              <a:gd name="connsiteY3204" fmla="*/ 1737578 h 6382977"/>
              <a:gd name="connsiteX3205" fmla="*/ 4929449 w 6501199"/>
              <a:gd name="connsiteY3205" fmla="*/ 1719577 h 6382977"/>
              <a:gd name="connsiteX3206" fmla="*/ 5452647 w 6501199"/>
              <a:gd name="connsiteY3206" fmla="*/ 1714500 h 6382977"/>
              <a:gd name="connsiteX3207" fmla="*/ 5455251 w 6501199"/>
              <a:gd name="connsiteY3207" fmla="*/ 1744298 h 6382977"/>
              <a:gd name="connsiteX3208" fmla="*/ 5452647 w 6501199"/>
              <a:gd name="connsiteY3208" fmla="*/ 1714500 h 6382977"/>
              <a:gd name="connsiteX3209" fmla="*/ 6105788 w 6501199"/>
              <a:gd name="connsiteY3209" fmla="*/ 1713694 h 6382977"/>
              <a:gd name="connsiteX3210" fmla="*/ 6106550 w 6501199"/>
              <a:gd name="connsiteY3210" fmla="*/ 1717319 h 6382977"/>
              <a:gd name="connsiteX3211" fmla="*/ 6105691 w 6501199"/>
              <a:gd name="connsiteY3211" fmla="*/ 1730294 h 6382977"/>
              <a:gd name="connsiteX3212" fmla="*/ 6106291 w 6501199"/>
              <a:gd name="connsiteY3212" fmla="*/ 1728707 h 6382977"/>
              <a:gd name="connsiteX3213" fmla="*/ 6112417 w 6501199"/>
              <a:gd name="connsiteY3213" fmla="*/ 1730738 h 6382977"/>
              <a:gd name="connsiteX3214" fmla="*/ 6110032 w 6501199"/>
              <a:gd name="connsiteY3214" fmla="*/ 1718587 h 6382977"/>
              <a:gd name="connsiteX3215" fmla="*/ 5802815 w 6501199"/>
              <a:gd name="connsiteY3215" fmla="*/ 1708056 h 6382977"/>
              <a:gd name="connsiteX3216" fmla="*/ 5789495 w 6501199"/>
              <a:gd name="connsiteY3216" fmla="*/ 1726417 h 6382977"/>
              <a:gd name="connsiteX3217" fmla="*/ 5809655 w 6501199"/>
              <a:gd name="connsiteY3217" fmla="*/ 1721737 h 6382977"/>
              <a:gd name="connsiteX3218" fmla="*/ 5802815 w 6501199"/>
              <a:gd name="connsiteY3218" fmla="*/ 1708056 h 6382977"/>
              <a:gd name="connsiteX3219" fmla="*/ 5118090 w 6501199"/>
              <a:gd name="connsiteY3219" fmla="*/ 1705896 h 6382977"/>
              <a:gd name="connsiteX3220" fmla="*/ 5106930 w 6501199"/>
              <a:gd name="connsiteY3220" fmla="*/ 1723897 h 6382977"/>
              <a:gd name="connsiteX3221" fmla="*/ 5118090 w 6501199"/>
              <a:gd name="connsiteY3221" fmla="*/ 1705896 h 6382977"/>
              <a:gd name="connsiteX3222" fmla="*/ 5994112 w 6501199"/>
              <a:gd name="connsiteY3222" fmla="*/ 1700135 h 6382977"/>
              <a:gd name="connsiteX3223" fmla="*/ 5982817 w 6501199"/>
              <a:gd name="connsiteY3223" fmla="*/ 1708056 h 6382977"/>
              <a:gd name="connsiteX3224" fmla="*/ 5998657 w 6501199"/>
              <a:gd name="connsiteY3224" fmla="*/ 1712736 h 6382977"/>
              <a:gd name="connsiteX3225" fmla="*/ 5994112 w 6501199"/>
              <a:gd name="connsiteY3225" fmla="*/ 1700135 h 6382977"/>
              <a:gd name="connsiteX3226" fmla="*/ 1355925 w 6501199"/>
              <a:gd name="connsiteY3226" fmla="*/ 1699401 h 6382977"/>
              <a:gd name="connsiteX3227" fmla="*/ 1337923 w 6501199"/>
              <a:gd name="connsiteY3227" fmla="*/ 1724238 h 6382977"/>
              <a:gd name="connsiteX3228" fmla="*/ 1360605 w 6501199"/>
              <a:gd name="connsiteY3228" fmla="*/ 1713079 h 6382977"/>
              <a:gd name="connsiteX3229" fmla="*/ 1355925 w 6501199"/>
              <a:gd name="connsiteY3229" fmla="*/ 1699401 h 6382977"/>
              <a:gd name="connsiteX3230" fmla="*/ 4719470 w 6501199"/>
              <a:gd name="connsiteY3230" fmla="*/ 1693862 h 6382977"/>
              <a:gd name="connsiteX3231" fmla="*/ 4701299 w 6501199"/>
              <a:gd name="connsiteY3231" fmla="*/ 1717308 h 6382977"/>
              <a:gd name="connsiteX3232" fmla="*/ 4719470 w 6501199"/>
              <a:gd name="connsiteY3232" fmla="*/ 1693862 h 6382977"/>
              <a:gd name="connsiteX3233" fmla="*/ 6319664 w 6501199"/>
              <a:gd name="connsiteY3233" fmla="*/ 1692275 h 6382977"/>
              <a:gd name="connsiteX3234" fmla="*/ 6317531 w 6501199"/>
              <a:gd name="connsiteY3234" fmla="*/ 1726836 h 6382977"/>
              <a:gd name="connsiteX3235" fmla="*/ 6319664 w 6501199"/>
              <a:gd name="connsiteY3235" fmla="*/ 1692275 h 6382977"/>
              <a:gd name="connsiteX3236" fmla="*/ 5944876 w 6501199"/>
              <a:gd name="connsiteY3236" fmla="*/ 1690831 h 6382977"/>
              <a:gd name="connsiteX3237" fmla="*/ 5930257 w 6501199"/>
              <a:gd name="connsiteY3237" fmla="*/ 1701216 h 6382977"/>
              <a:gd name="connsiteX3238" fmla="*/ 5946457 w 6501199"/>
              <a:gd name="connsiteY3238" fmla="*/ 1701216 h 6382977"/>
              <a:gd name="connsiteX3239" fmla="*/ 5921256 w 6501199"/>
              <a:gd name="connsiteY3239" fmla="*/ 1726417 h 6382977"/>
              <a:gd name="connsiteX3240" fmla="*/ 5914461 w 6501199"/>
              <a:gd name="connsiteY3240" fmla="*/ 1743789 h 6382977"/>
              <a:gd name="connsiteX3241" fmla="*/ 5912521 w 6501199"/>
              <a:gd name="connsiteY3241" fmla="*/ 1748696 h 6382977"/>
              <a:gd name="connsiteX3242" fmla="*/ 5914139 w 6501199"/>
              <a:gd name="connsiteY3242" fmla="*/ 1751480 h 6382977"/>
              <a:gd name="connsiteX3243" fmla="*/ 5929500 w 6501199"/>
              <a:gd name="connsiteY3243" fmla="*/ 1761282 h 6382977"/>
              <a:gd name="connsiteX3244" fmla="*/ 5939617 w 6501199"/>
              <a:gd name="connsiteY3244" fmla="*/ 1755939 h 6382977"/>
              <a:gd name="connsiteX3245" fmla="*/ 5939443 w 6501199"/>
              <a:gd name="connsiteY3245" fmla="*/ 1761627 h 6382977"/>
              <a:gd name="connsiteX3246" fmla="*/ 5936053 w 6501199"/>
              <a:gd name="connsiteY3246" fmla="*/ 1765464 h 6382977"/>
              <a:gd name="connsiteX3247" fmla="*/ 5942269 w 6501199"/>
              <a:gd name="connsiteY3247" fmla="*/ 1769430 h 6382977"/>
              <a:gd name="connsiteX3248" fmla="*/ 5942587 w 6501199"/>
              <a:gd name="connsiteY3248" fmla="*/ 1769125 h 6382977"/>
              <a:gd name="connsiteX3249" fmla="*/ 5944860 w 6501199"/>
              <a:gd name="connsiteY3249" fmla="*/ 1768209 h 6382977"/>
              <a:gd name="connsiteX3250" fmla="*/ 5948099 w 6501199"/>
              <a:gd name="connsiteY3250" fmla="*/ 1773150 h 6382977"/>
              <a:gd name="connsiteX3251" fmla="*/ 5948781 w 6501199"/>
              <a:gd name="connsiteY3251" fmla="*/ 1773586 h 6382977"/>
              <a:gd name="connsiteX3252" fmla="*/ 5962297 w 6501199"/>
              <a:gd name="connsiteY3252" fmla="*/ 1744418 h 6382977"/>
              <a:gd name="connsiteX3253" fmla="*/ 5966617 w 6501199"/>
              <a:gd name="connsiteY3253" fmla="*/ 1755939 h 6382977"/>
              <a:gd name="connsiteX3254" fmla="*/ 5982817 w 6501199"/>
              <a:gd name="connsiteY3254" fmla="*/ 1737578 h 6382977"/>
              <a:gd name="connsiteX3255" fmla="*/ 5973457 w 6501199"/>
              <a:gd name="connsiteY3255" fmla="*/ 1719577 h 6382977"/>
              <a:gd name="connsiteX3256" fmla="*/ 5957617 w 6501199"/>
              <a:gd name="connsiteY3256" fmla="*/ 1726417 h 6382977"/>
              <a:gd name="connsiteX3257" fmla="*/ 5964457 w 6501199"/>
              <a:gd name="connsiteY3257" fmla="*/ 1710576 h 6382977"/>
              <a:gd name="connsiteX3258" fmla="*/ 5978137 w 6501199"/>
              <a:gd name="connsiteY3258" fmla="*/ 1710576 h 6382977"/>
              <a:gd name="connsiteX3259" fmla="*/ 5944876 w 6501199"/>
              <a:gd name="connsiteY3259" fmla="*/ 1690831 h 6382977"/>
              <a:gd name="connsiteX3260" fmla="*/ 5458878 w 6501199"/>
              <a:gd name="connsiteY3260" fmla="*/ 1687670 h 6382977"/>
              <a:gd name="connsiteX3261" fmla="*/ 5441373 w 6501199"/>
              <a:gd name="connsiteY3261" fmla="*/ 1690055 h 6382977"/>
              <a:gd name="connsiteX3262" fmla="*/ 5427693 w 6501199"/>
              <a:gd name="connsiteY3262" fmla="*/ 1699055 h 6382977"/>
              <a:gd name="connsiteX3263" fmla="*/ 5418693 w 6501199"/>
              <a:gd name="connsiteY3263" fmla="*/ 1749099 h 6382977"/>
              <a:gd name="connsiteX3264" fmla="*/ 5405013 w 6501199"/>
              <a:gd name="connsiteY3264" fmla="*/ 1753779 h 6382977"/>
              <a:gd name="connsiteX3265" fmla="*/ 5405013 w 6501199"/>
              <a:gd name="connsiteY3265" fmla="*/ 1769620 h 6382977"/>
              <a:gd name="connsiteX3266" fmla="*/ 5414013 w 6501199"/>
              <a:gd name="connsiteY3266" fmla="*/ 1794462 h 6382977"/>
              <a:gd name="connsiteX3267" fmla="*/ 5414013 w 6501199"/>
              <a:gd name="connsiteY3267" fmla="*/ 1758099 h 6382977"/>
              <a:gd name="connsiteX3268" fmla="*/ 5434533 w 6501199"/>
              <a:gd name="connsiteY3268" fmla="*/ 1737578 h 6382977"/>
              <a:gd name="connsiteX3269" fmla="*/ 5436693 w 6501199"/>
              <a:gd name="connsiteY3269" fmla="*/ 1744418 h 6382977"/>
              <a:gd name="connsiteX3270" fmla="*/ 5438853 w 6501199"/>
              <a:gd name="connsiteY3270" fmla="*/ 1785461 h 6382977"/>
              <a:gd name="connsiteX3271" fmla="*/ 5443533 w 6501199"/>
              <a:gd name="connsiteY3271" fmla="*/ 1755939 h 6382977"/>
              <a:gd name="connsiteX3272" fmla="*/ 5461893 w 6501199"/>
              <a:gd name="connsiteY3272" fmla="*/ 1749099 h 6382977"/>
              <a:gd name="connsiteX3273" fmla="*/ 5450373 w 6501199"/>
              <a:gd name="connsiteY3273" fmla="*/ 1696895 h 6382977"/>
              <a:gd name="connsiteX3274" fmla="*/ 5459373 w 6501199"/>
              <a:gd name="connsiteY3274" fmla="*/ 1699055 h 6382977"/>
              <a:gd name="connsiteX3275" fmla="*/ 5458878 w 6501199"/>
              <a:gd name="connsiteY3275" fmla="*/ 1687670 h 6382977"/>
              <a:gd name="connsiteX3276" fmla="*/ 5067914 w 6501199"/>
              <a:gd name="connsiteY3276" fmla="*/ 1685925 h 6382977"/>
              <a:gd name="connsiteX3277" fmla="*/ 5054247 w 6501199"/>
              <a:gd name="connsiteY3277" fmla="*/ 1723672 h 6382977"/>
              <a:gd name="connsiteX3278" fmla="*/ 5061080 w 6501199"/>
              <a:gd name="connsiteY3278" fmla="*/ 1688041 h 6382977"/>
              <a:gd name="connsiteX3279" fmla="*/ 5067914 w 6501199"/>
              <a:gd name="connsiteY3279" fmla="*/ 1685925 h 6382977"/>
              <a:gd name="connsiteX3280" fmla="*/ 5616444 w 6501199"/>
              <a:gd name="connsiteY3280" fmla="*/ 1682750 h 6382977"/>
              <a:gd name="connsiteX3281" fmla="*/ 5621030 w 6501199"/>
              <a:gd name="connsiteY3281" fmla="*/ 1706190 h 6382977"/>
              <a:gd name="connsiteX3282" fmla="*/ 5616444 w 6501199"/>
              <a:gd name="connsiteY3282" fmla="*/ 1682750 h 6382977"/>
              <a:gd name="connsiteX3283" fmla="*/ 5082057 w 6501199"/>
              <a:gd name="connsiteY3283" fmla="*/ 1662112 h 6382977"/>
              <a:gd name="connsiteX3284" fmla="*/ 5096251 w 6501199"/>
              <a:gd name="connsiteY3284" fmla="*/ 1666594 h 6382977"/>
              <a:gd name="connsiteX3285" fmla="*/ 5079816 w 6501199"/>
              <a:gd name="connsiteY3285" fmla="*/ 1676306 h 6382977"/>
              <a:gd name="connsiteX3286" fmla="*/ 5082057 w 6501199"/>
              <a:gd name="connsiteY3286" fmla="*/ 1662112 h 6382977"/>
              <a:gd name="connsiteX3287" fmla="*/ 4948614 w 6501199"/>
              <a:gd name="connsiteY3287" fmla="*/ 1654175 h 6382977"/>
              <a:gd name="connsiteX3288" fmla="*/ 4932179 w 6501199"/>
              <a:gd name="connsiteY3288" fmla="*/ 1685568 h 6382977"/>
              <a:gd name="connsiteX3289" fmla="*/ 4948614 w 6501199"/>
              <a:gd name="connsiteY3289" fmla="*/ 1654175 h 6382977"/>
              <a:gd name="connsiteX3290" fmla="*/ 5871216 w 6501199"/>
              <a:gd name="connsiteY3290" fmla="*/ 1653692 h 6382977"/>
              <a:gd name="connsiteX3291" fmla="*/ 5864376 w 6501199"/>
              <a:gd name="connsiteY3291" fmla="*/ 1699055 h 6382977"/>
              <a:gd name="connsiteX3292" fmla="*/ 5882736 w 6501199"/>
              <a:gd name="connsiteY3292" fmla="*/ 1655852 h 6382977"/>
              <a:gd name="connsiteX3293" fmla="*/ 5871216 w 6501199"/>
              <a:gd name="connsiteY3293" fmla="*/ 1653692 h 6382977"/>
              <a:gd name="connsiteX3294" fmla="*/ 5700575 w 6501199"/>
              <a:gd name="connsiteY3294" fmla="*/ 1649012 h 6382977"/>
              <a:gd name="connsiteX3295" fmla="*/ 5686895 w 6501199"/>
              <a:gd name="connsiteY3295" fmla="*/ 1683214 h 6382977"/>
              <a:gd name="connsiteX3296" fmla="*/ 5700575 w 6501199"/>
              <a:gd name="connsiteY3296" fmla="*/ 1649012 h 6382977"/>
              <a:gd name="connsiteX3297" fmla="*/ 6424692 w 6501199"/>
              <a:gd name="connsiteY3297" fmla="*/ 1646237 h 6382977"/>
              <a:gd name="connsiteX3298" fmla="*/ 6445084 w 6501199"/>
              <a:gd name="connsiteY3298" fmla="*/ 1650598 h 6382977"/>
              <a:gd name="connsiteX3299" fmla="*/ 6433636 w 6501199"/>
              <a:gd name="connsiteY3299" fmla="*/ 1676036 h 6382977"/>
              <a:gd name="connsiteX3300" fmla="*/ 6424692 w 6501199"/>
              <a:gd name="connsiteY3300" fmla="*/ 1646237 h 6382977"/>
              <a:gd name="connsiteX3301" fmla="*/ 5104265 w 6501199"/>
              <a:gd name="connsiteY3301" fmla="*/ 1642003 h 6382977"/>
              <a:gd name="connsiteX3302" fmla="*/ 5088258 w 6501199"/>
              <a:gd name="connsiteY3302" fmla="*/ 1653292 h 6382977"/>
              <a:gd name="connsiteX3303" fmla="*/ 5104265 w 6501199"/>
              <a:gd name="connsiteY3303" fmla="*/ 1642003 h 6382977"/>
              <a:gd name="connsiteX3304" fmla="*/ 5918106 w 6501199"/>
              <a:gd name="connsiteY3304" fmla="*/ 1625228 h 6382977"/>
              <a:gd name="connsiteX3305" fmla="*/ 5907576 w 6501199"/>
              <a:gd name="connsiteY3305" fmla="*/ 1640011 h 6382977"/>
              <a:gd name="connsiteX3306" fmla="*/ 5916936 w 6501199"/>
              <a:gd name="connsiteY3306" fmla="*/ 1655852 h 6382977"/>
              <a:gd name="connsiteX3307" fmla="*/ 5939617 w 6501199"/>
              <a:gd name="connsiteY3307" fmla="*/ 1644332 h 6382977"/>
              <a:gd name="connsiteX3308" fmla="*/ 5916936 w 6501199"/>
              <a:gd name="connsiteY3308" fmla="*/ 1646852 h 6382977"/>
              <a:gd name="connsiteX3309" fmla="*/ 5923417 w 6501199"/>
              <a:gd name="connsiteY3309" fmla="*/ 1626330 h 6382977"/>
              <a:gd name="connsiteX3310" fmla="*/ 5918106 w 6501199"/>
              <a:gd name="connsiteY3310" fmla="*/ 1625228 h 6382977"/>
              <a:gd name="connsiteX3311" fmla="*/ 5676769 w 6501199"/>
              <a:gd name="connsiteY3311" fmla="*/ 1616075 h 6382977"/>
              <a:gd name="connsiteX3312" fmla="*/ 5641138 w 6501199"/>
              <a:gd name="connsiteY3312" fmla="*/ 1625048 h 6382977"/>
              <a:gd name="connsiteX3313" fmla="*/ 5676769 w 6501199"/>
              <a:gd name="connsiteY3313" fmla="*/ 1616075 h 6382977"/>
              <a:gd name="connsiteX3314" fmla="*/ 5184331 w 6501199"/>
              <a:gd name="connsiteY3314" fmla="*/ 1614810 h 6382977"/>
              <a:gd name="connsiteX3315" fmla="*/ 5165971 w 6501199"/>
              <a:gd name="connsiteY3315" fmla="*/ 1635331 h 6382977"/>
              <a:gd name="connsiteX3316" fmla="*/ 5184331 w 6501199"/>
              <a:gd name="connsiteY3316" fmla="*/ 1614810 h 6382977"/>
              <a:gd name="connsiteX3317" fmla="*/ 6398552 w 6501199"/>
              <a:gd name="connsiteY3317" fmla="*/ 1614487 h 6382977"/>
              <a:gd name="connsiteX3318" fmla="*/ 6411957 w 6501199"/>
              <a:gd name="connsiteY3318" fmla="*/ 1662747 h 6382977"/>
              <a:gd name="connsiteX3319" fmla="*/ 6380913 w 6501199"/>
              <a:gd name="connsiteY3319" fmla="*/ 1632992 h 6382977"/>
              <a:gd name="connsiteX3320" fmla="*/ 6391849 w 6501199"/>
              <a:gd name="connsiteY3320" fmla="*/ 1628275 h 6382977"/>
              <a:gd name="connsiteX3321" fmla="*/ 6398552 w 6501199"/>
              <a:gd name="connsiteY3321" fmla="*/ 1614487 h 6382977"/>
              <a:gd name="connsiteX3322" fmla="*/ 5759396 w 6501199"/>
              <a:gd name="connsiteY3322" fmla="*/ 1606951 h 6382977"/>
              <a:gd name="connsiteX3323" fmla="*/ 5750615 w 6501199"/>
              <a:gd name="connsiteY3323" fmla="*/ 1610129 h 6382977"/>
              <a:gd name="connsiteX3324" fmla="*/ 5764295 w 6501199"/>
              <a:gd name="connsiteY3324" fmla="*/ 1623810 h 6382977"/>
              <a:gd name="connsiteX3325" fmla="*/ 5753135 w 6501199"/>
              <a:gd name="connsiteY3325" fmla="*/ 1621650 h 6382977"/>
              <a:gd name="connsiteX3326" fmla="*/ 5757455 w 6501199"/>
              <a:gd name="connsiteY3326" fmla="*/ 1642171 h 6382977"/>
              <a:gd name="connsiteX3327" fmla="*/ 5768975 w 6501199"/>
              <a:gd name="connsiteY3327" fmla="*/ 1646852 h 6382977"/>
              <a:gd name="connsiteX3328" fmla="*/ 5770685 w 6501199"/>
              <a:gd name="connsiteY3328" fmla="*/ 1645682 h 6382977"/>
              <a:gd name="connsiteX3329" fmla="*/ 5773984 w 6501199"/>
              <a:gd name="connsiteY3329" fmla="*/ 1643425 h 6382977"/>
              <a:gd name="connsiteX3330" fmla="*/ 5771197 w 6501199"/>
              <a:gd name="connsiteY3330" fmla="*/ 1635755 h 6382977"/>
              <a:gd name="connsiteX3331" fmla="*/ 5770939 w 6501199"/>
              <a:gd name="connsiteY3331" fmla="*/ 1634734 h 6382977"/>
              <a:gd name="connsiteX3332" fmla="*/ 5764295 w 6501199"/>
              <a:gd name="connsiteY3332" fmla="*/ 1633171 h 6382977"/>
              <a:gd name="connsiteX3333" fmla="*/ 5767625 w 6501199"/>
              <a:gd name="connsiteY3333" fmla="*/ 1628491 h 6382977"/>
              <a:gd name="connsiteX3334" fmla="*/ 5769183 w 6501199"/>
              <a:gd name="connsiteY3334" fmla="*/ 1627786 h 6382977"/>
              <a:gd name="connsiteX3335" fmla="*/ 5764779 w 6501199"/>
              <a:gd name="connsiteY3335" fmla="*/ 1610359 h 6382977"/>
              <a:gd name="connsiteX3336" fmla="*/ 5882736 w 6501199"/>
              <a:gd name="connsiteY3336" fmla="*/ 1605809 h 6382977"/>
              <a:gd name="connsiteX3337" fmla="*/ 5875896 w 6501199"/>
              <a:gd name="connsiteY3337" fmla="*/ 1626330 h 6382977"/>
              <a:gd name="connsiteX3338" fmla="*/ 5893896 w 6501199"/>
              <a:gd name="connsiteY3338" fmla="*/ 1623810 h 6382977"/>
              <a:gd name="connsiteX3339" fmla="*/ 5882736 w 6501199"/>
              <a:gd name="connsiteY3339" fmla="*/ 1605809 h 6382977"/>
              <a:gd name="connsiteX3340" fmla="*/ 6135461 w 6501199"/>
              <a:gd name="connsiteY3340" fmla="*/ 1604962 h 6382977"/>
              <a:gd name="connsiteX3341" fmla="*/ 6135461 w 6501199"/>
              <a:gd name="connsiteY3341" fmla="*/ 1642709 h 6382977"/>
              <a:gd name="connsiteX3342" fmla="*/ 6135461 w 6501199"/>
              <a:gd name="connsiteY3342" fmla="*/ 1604962 h 6382977"/>
              <a:gd name="connsiteX3343" fmla="*/ 5912256 w 6501199"/>
              <a:gd name="connsiteY3343" fmla="*/ 1598968 h 6382977"/>
              <a:gd name="connsiteX3344" fmla="*/ 5903256 w 6501199"/>
              <a:gd name="connsiteY3344" fmla="*/ 1616970 h 6382977"/>
              <a:gd name="connsiteX3345" fmla="*/ 5919096 w 6501199"/>
              <a:gd name="connsiteY3345" fmla="*/ 1612649 h 6382977"/>
              <a:gd name="connsiteX3346" fmla="*/ 5690201 w 6501199"/>
              <a:gd name="connsiteY3346" fmla="*/ 1597025 h 6382977"/>
              <a:gd name="connsiteX3347" fmla="*/ 5694666 w 6501199"/>
              <a:gd name="connsiteY3347" fmla="*/ 1610945 h 6382977"/>
              <a:gd name="connsiteX3348" fmla="*/ 5676063 w 6501199"/>
              <a:gd name="connsiteY3348" fmla="*/ 1606549 h 6382977"/>
              <a:gd name="connsiteX3349" fmla="*/ 5690201 w 6501199"/>
              <a:gd name="connsiteY3349" fmla="*/ 1597025 h 6382977"/>
              <a:gd name="connsiteX3350" fmla="*/ 5495733 w 6501199"/>
              <a:gd name="connsiteY3350" fmla="*/ 1594288 h 6382977"/>
              <a:gd name="connsiteX3351" fmla="*/ 5484573 w 6501199"/>
              <a:gd name="connsiteY3351" fmla="*/ 1616970 h 6382977"/>
              <a:gd name="connsiteX3352" fmla="*/ 5482413 w 6501199"/>
              <a:gd name="connsiteY3352" fmla="*/ 1605809 h 6382977"/>
              <a:gd name="connsiteX3353" fmla="*/ 5470893 w 6501199"/>
              <a:gd name="connsiteY3353" fmla="*/ 1646852 h 6382977"/>
              <a:gd name="connsiteX3354" fmla="*/ 5450373 w 6501199"/>
              <a:gd name="connsiteY3354" fmla="*/ 1658013 h 6382977"/>
              <a:gd name="connsiteX3355" fmla="*/ 5473053 w 6501199"/>
              <a:gd name="connsiteY3355" fmla="*/ 1705896 h 6382977"/>
              <a:gd name="connsiteX3356" fmla="*/ 5473053 w 6501199"/>
              <a:gd name="connsiteY3356" fmla="*/ 1676374 h 6382977"/>
              <a:gd name="connsiteX3357" fmla="*/ 5498253 w 6501199"/>
              <a:gd name="connsiteY3357" fmla="*/ 1637491 h 6382977"/>
              <a:gd name="connsiteX3358" fmla="*/ 5486733 w 6501199"/>
              <a:gd name="connsiteY3358" fmla="*/ 1612649 h 6382977"/>
              <a:gd name="connsiteX3359" fmla="*/ 5495733 w 6501199"/>
              <a:gd name="connsiteY3359" fmla="*/ 1594288 h 6382977"/>
              <a:gd name="connsiteX3360" fmla="*/ 5129607 w 6501199"/>
              <a:gd name="connsiteY3360" fmla="*/ 1587098 h 6382977"/>
              <a:gd name="connsiteX3361" fmla="*/ 5109325 w 6501199"/>
              <a:gd name="connsiteY3361" fmla="*/ 1605632 h 6382977"/>
              <a:gd name="connsiteX3362" fmla="*/ 5129607 w 6501199"/>
              <a:gd name="connsiteY3362" fmla="*/ 1587098 h 6382977"/>
              <a:gd name="connsiteX3363" fmla="*/ 5536773 w 6501199"/>
              <a:gd name="connsiteY3363" fmla="*/ 1585288 h 6382977"/>
              <a:gd name="connsiteX3364" fmla="*/ 5536773 w 6501199"/>
              <a:gd name="connsiteY3364" fmla="*/ 1598968 h 6382977"/>
              <a:gd name="connsiteX3365" fmla="*/ 5550453 w 6501199"/>
              <a:gd name="connsiteY3365" fmla="*/ 1592128 h 6382977"/>
              <a:gd name="connsiteX3366" fmla="*/ 5536773 w 6501199"/>
              <a:gd name="connsiteY3366" fmla="*/ 1585288 h 6382977"/>
              <a:gd name="connsiteX3367" fmla="*/ 4802761 w 6501199"/>
              <a:gd name="connsiteY3367" fmla="*/ 1582812 h 6382977"/>
              <a:gd name="connsiteX3368" fmla="*/ 4787239 w 6501199"/>
              <a:gd name="connsiteY3368" fmla="*/ 1601415 h 6382977"/>
              <a:gd name="connsiteX3369" fmla="*/ 4802761 w 6501199"/>
              <a:gd name="connsiteY3369" fmla="*/ 1582812 h 6382977"/>
              <a:gd name="connsiteX3370" fmla="*/ 5067408 w 6501199"/>
              <a:gd name="connsiteY3370" fmla="*/ 1582737 h 6382977"/>
              <a:gd name="connsiteX3371" fmla="*/ 5083566 w 6501199"/>
              <a:gd name="connsiteY3371" fmla="*/ 1593860 h 6382977"/>
              <a:gd name="connsiteX3372" fmla="*/ 5074230 w 6501199"/>
              <a:gd name="connsiteY3372" fmla="*/ 1634766 h 6382977"/>
              <a:gd name="connsiteX3373" fmla="*/ 5058431 w 6501199"/>
              <a:gd name="connsiteY3373" fmla="*/ 1625795 h 6382977"/>
              <a:gd name="connsiteX3374" fmla="*/ 5063099 w 6501199"/>
              <a:gd name="connsiteY3374" fmla="*/ 1596013 h 6382977"/>
              <a:gd name="connsiteX3375" fmla="*/ 5076744 w 6501199"/>
              <a:gd name="connsiteY3375" fmla="*/ 1591707 h 6382977"/>
              <a:gd name="connsiteX3376" fmla="*/ 5067408 w 6501199"/>
              <a:gd name="connsiteY3376" fmla="*/ 1582737 h 6382977"/>
              <a:gd name="connsiteX3377" fmla="*/ 5810460 w 6501199"/>
              <a:gd name="connsiteY3377" fmla="*/ 1579675 h 6382977"/>
              <a:gd name="connsiteX3378" fmla="*/ 5813641 w 6501199"/>
              <a:gd name="connsiteY3378" fmla="*/ 1591950 h 6382977"/>
              <a:gd name="connsiteX3379" fmla="*/ 5814959 w 6501199"/>
              <a:gd name="connsiteY3379" fmla="*/ 1584860 h 6382977"/>
              <a:gd name="connsiteX3380" fmla="*/ 5486733 w 6501199"/>
              <a:gd name="connsiteY3380" fmla="*/ 1576287 h 6382977"/>
              <a:gd name="connsiteX3381" fmla="*/ 5509413 w 6501199"/>
              <a:gd name="connsiteY3381" fmla="*/ 1598968 h 6382977"/>
              <a:gd name="connsiteX3382" fmla="*/ 5507253 w 6501199"/>
              <a:gd name="connsiteY3382" fmla="*/ 1585288 h 6382977"/>
              <a:gd name="connsiteX3383" fmla="*/ 5486733 w 6501199"/>
              <a:gd name="connsiteY3383" fmla="*/ 1576287 h 6382977"/>
              <a:gd name="connsiteX3384" fmla="*/ 4800187 w 6501199"/>
              <a:gd name="connsiteY3384" fmla="*/ 1563121 h 6382977"/>
              <a:gd name="connsiteX3385" fmla="*/ 4805768 w 6501199"/>
              <a:gd name="connsiteY3385" fmla="*/ 1566639 h 6382977"/>
              <a:gd name="connsiteX3386" fmla="*/ 4799211 w 6501199"/>
              <a:gd name="connsiteY3386" fmla="*/ 1571476 h 6382977"/>
              <a:gd name="connsiteX3387" fmla="*/ 4799211 w 6501199"/>
              <a:gd name="connsiteY3387" fmla="*/ 1580778 h 6382977"/>
              <a:gd name="connsiteX3388" fmla="*/ 4790238 w 6501199"/>
              <a:gd name="connsiteY3388" fmla="*/ 1569243 h 6382977"/>
              <a:gd name="connsiteX3389" fmla="*/ 4800187 w 6501199"/>
              <a:gd name="connsiteY3389" fmla="*/ 1563121 h 6382977"/>
              <a:gd name="connsiteX3390" fmla="*/ 1294718 w 6501199"/>
              <a:gd name="connsiteY3390" fmla="*/ 1560462 h 6382977"/>
              <a:gd name="connsiteX3391" fmla="*/ 1271676 w 6501199"/>
              <a:gd name="connsiteY3391" fmla="*/ 1565141 h 6382977"/>
              <a:gd name="connsiteX3392" fmla="*/ 1217310 w 6501199"/>
              <a:gd name="connsiteY3392" fmla="*/ 1603655 h 6382977"/>
              <a:gd name="connsiteX3393" fmla="*/ 1219470 w 6501199"/>
              <a:gd name="connsiteY3393" fmla="*/ 1631011 h 6382977"/>
              <a:gd name="connsiteX3394" fmla="*/ 1258355 w 6501199"/>
              <a:gd name="connsiteY3394" fmla="*/ 1599336 h 6382977"/>
              <a:gd name="connsiteX3395" fmla="*/ 1294718 w 6501199"/>
              <a:gd name="connsiteY3395" fmla="*/ 1560462 h 6382977"/>
              <a:gd name="connsiteX3396" fmla="*/ 5193331 w 6501199"/>
              <a:gd name="connsiteY3396" fmla="*/ 1560086 h 6382977"/>
              <a:gd name="connsiteX3397" fmla="*/ 5186491 w 6501199"/>
              <a:gd name="connsiteY3397" fmla="*/ 1578447 h 6382977"/>
              <a:gd name="connsiteX3398" fmla="*/ 5193331 w 6501199"/>
              <a:gd name="connsiteY3398" fmla="*/ 1560086 h 6382977"/>
              <a:gd name="connsiteX3399" fmla="*/ 5557293 w 6501199"/>
              <a:gd name="connsiteY3399" fmla="*/ 1555766 h 6382977"/>
              <a:gd name="connsiteX3400" fmla="*/ 5564133 w 6501199"/>
              <a:gd name="connsiteY3400" fmla="*/ 1571607 h 6382977"/>
              <a:gd name="connsiteX3401" fmla="*/ 5557293 w 6501199"/>
              <a:gd name="connsiteY3401" fmla="*/ 1555766 h 6382977"/>
              <a:gd name="connsiteX3402" fmla="*/ 5131682 w 6501199"/>
              <a:gd name="connsiteY3402" fmla="*/ 1555750 h 6382977"/>
              <a:gd name="connsiteX3403" fmla="*/ 5150236 w 6501199"/>
              <a:gd name="connsiteY3403" fmla="*/ 1564821 h 6382977"/>
              <a:gd name="connsiteX3404" fmla="*/ 5138595 w 6501199"/>
              <a:gd name="connsiteY3404" fmla="*/ 1573893 h 6382977"/>
              <a:gd name="connsiteX3405" fmla="*/ 5134229 w 6501199"/>
              <a:gd name="connsiteY3405" fmla="*/ 1562644 h 6382977"/>
              <a:gd name="connsiteX3406" fmla="*/ 5115675 w 6501199"/>
              <a:gd name="connsiteY3406" fmla="*/ 1569538 h 6382977"/>
              <a:gd name="connsiteX3407" fmla="*/ 5131682 w 6501199"/>
              <a:gd name="connsiteY3407" fmla="*/ 1555750 h 6382977"/>
              <a:gd name="connsiteX3408" fmla="*/ 4993998 w 6501199"/>
              <a:gd name="connsiteY3408" fmla="*/ 1555750 h 6382977"/>
              <a:gd name="connsiteX3409" fmla="*/ 4984660 w 6501199"/>
              <a:gd name="connsiteY3409" fmla="*/ 1574426 h 6382977"/>
              <a:gd name="connsiteX3410" fmla="*/ 4993998 w 6501199"/>
              <a:gd name="connsiteY3410" fmla="*/ 1555750 h 6382977"/>
              <a:gd name="connsiteX3411" fmla="*/ 5381972 w 6501199"/>
              <a:gd name="connsiteY3411" fmla="*/ 1553605 h 6382977"/>
              <a:gd name="connsiteX3412" fmla="*/ 5375132 w 6501199"/>
              <a:gd name="connsiteY3412" fmla="*/ 1573767 h 6382977"/>
              <a:gd name="connsiteX3413" fmla="*/ 5381972 w 6501199"/>
              <a:gd name="connsiteY3413" fmla="*/ 1553605 h 6382977"/>
              <a:gd name="connsiteX3414" fmla="*/ 5926977 w 6501199"/>
              <a:gd name="connsiteY3414" fmla="*/ 1552452 h 6382977"/>
              <a:gd name="connsiteX3415" fmla="*/ 5921256 w 6501199"/>
              <a:gd name="connsiteY3415" fmla="*/ 1573767 h 6382977"/>
              <a:gd name="connsiteX3416" fmla="*/ 5934937 w 6501199"/>
              <a:gd name="connsiteY3416" fmla="*/ 1555766 h 6382977"/>
              <a:gd name="connsiteX3417" fmla="*/ 5926977 w 6501199"/>
              <a:gd name="connsiteY3417" fmla="*/ 1552452 h 6382977"/>
              <a:gd name="connsiteX3418" fmla="*/ 6167271 w 6501199"/>
              <a:gd name="connsiteY3418" fmla="*/ 1547748 h 6382977"/>
              <a:gd name="connsiteX3419" fmla="*/ 6171007 w 6501199"/>
              <a:gd name="connsiteY3419" fmla="*/ 1549193 h 6382977"/>
              <a:gd name="connsiteX3420" fmla="*/ 6159977 w 6501199"/>
              <a:gd name="connsiteY3420" fmla="*/ 1571274 h 6382977"/>
              <a:gd name="connsiteX3421" fmla="*/ 6155351 w 6501199"/>
              <a:gd name="connsiteY3421" fmla="*/ 1555853 h 6382977"/>
              <a:gd name="connsiteX3422" fmla="*/ 6166737 w 6501199"/>
              <a:gd name="connsiteY3422" fmla="*/ 1551296 h 6382977"/>
              <a:gd name="connsiteX3423" fmla="*/ 6167271 w 6501199"/>
              <a:gd name="connsiteY3423" fmla="*/ 1547748 h 6382977"/>
              <a:gd name="connsiteX3424" fmla="*/ 5900736 w 6501199"/>
              <a:gd name="connsiteY3424" fmla="*/ 1546765 h 6382977"/>
              <a:gd name="connsiteX3425" fmla="*/ 5884896 w 6501199"/>
              <a:gd name="connsiteY3425" fmla="*/ 1571607 h 6382977"/>
              <a:gd name="connsiteX3426" fmla="*/ 5900736 w 6501199"/>
              <a:gd name="connsiteY3426" fmla="*/ 1546765 h 6382977"/>
              <a:gd name="connsiteX3427" fmla="*/ 4814901 w 6501199"/>
              <a:gd name="connsiteY3427" fmla="*/ 1535112 h 6382977"/>
              <a:gd name="connsiteX3428" fmla="*/ 4808078 w 6501199"/>
              <a:gd name="connsiteY3428" fmla="*/ 1561749 h 6382977"/>
              <a:gd name="connsiteX3429" fmla="*/ 4801256 w 6501199"/>
              <a:gd name="connsiteY3429" fmla="*/ 1546328 h 6382977"/>
              <a:gd name="connsiteX3430" fmla="*/ 4814901 w 6501199"/>
              <a:gd name="connsiteY3430" fmla="*/ 1535112 h 6382977"/>
              <a:gd name="connsiteX3431" fmla="*/ 1317401 w 6501199"/>
              <a:gd name="connsiteY3431" fmla="*/ 1533465 h 6382977"/>
              <a:gd name="connsiteX3432" fmla="*/ 1299039 w 6501199"/>
              <a:gd name="connsiteY3432" fmla="*/ 1558302 h 6382977"/>
              <a:gd name="connsiteX3433" fmla="*/ 1317401 w 6501199"/>
              <a:gd name="connsiteY3433" fmla="*/ 1533465 h 6382977"/>
              <a:gd name="connsiteX3434" fmla="*/ 5834855 w 6501199"/>
              <a:gd name="connsiteY3434" fmla="*/ 1523723 h 6382977"/>
              <a:gd name="connsiteX3435" fmla="*/ 5816495 w 6501199"/>
              <a:gd name="connsiteY3435" fmla="*/ 1546765 h 6382977"/>
              <a:gd name="connsiteX3436" fmla="*/ 5825855 w 6501199"/>
              <a:gd name="connsiteY3436" fmla="*/ 1560086 h 6382977"/>
              <a:gd name="connsiteX3437" fmla="*/ 5839535 w 6501199"/>
              <a:gd name="connsiteY3437" fmla="*/ 1560086 h 6382977"/>
              <a:gd name="connsiteX3438" fmla="*/ 5834855 w 6501199"/>
              <a:gd name="connsiteY3438" fmla="*/ 1523723 h 6382977"/>
              <a:gd name="connsiteX3439" fmla="*/ 5018267 w 6501199"/>
              <a:gd name="connsiteY3439" fmla="*/ 1523514 h 6382977"/>
              <a:gd name="connsiteX3440" fmla="*/ 5018238 w 6501199"/>
              <a:gd name="connsiteY3440" fmla="*/ 1523652 h 6382977"/>
              <a:gd name="connsiteX3441" fmla="*/ 5018150 w 6501199"/>
              <a:gd name="connsiteY3441" fmla="*/ 1523650 h 6382977"/>
              <a:gd name="connsiteX3442" fmla="*/ 1290038 w 6501199"/>
              <a:gd name="connsiteY3442" fmla="*/ 1521947 h 6382977"/>
              <a:gd name="connsiteX3443" fmla="*/ 1274196 w 6501199"/>
              <a:gd name="connsiteY3443" fmla="*/ 1535625 h 6382977"/>
              <a:gd name="connsiteX3444" fmla="*/ 1290038 w 6501199"/>
              <a:gd name="connsiteY3444" fmla="*/ 1521947 h 6382977"/>
              <a:gd name="connsiteX3445" fmla="*/ 5709822 w 6501199"/>
              <a:gd name="connsiteY3445" fmla="*/ 1519237 h 6382977"/>
              <a:gd name="connsiteX3446" fmla="*/ 5716891 w 6501199"/>
              <a:gd name="connsiteY3446" fmla="*/ 1556984 h 6382977"/>
              <a:gd name="connsiteX3447" fmla="*/ 5698288 w 6501199"/>
              <a:gd name="connsiteY3447" fmla="*/ 1543578 h 6382977"/>
              <a:gd name="connsiteX3448" fmla="*/ 5709822 w 6501199"/>
              <a:gd name="connsiteY3448" fmla="*/ 1519237 h 6382977"/>
              <a:gd name="connsiteX3449" fmla="*/ 5921256 w 6501199"/>
              <a:gd name="connsiteY3449" fmla="*/ 1512563 h 6382977"/>
              <a:gd name="connsiteX3450" fmla="*/ 5910096 w 6501199"/>
              <a:gd name="connsiteY3450" fmla="*/ 1516883 h 6382977"/>
              <a:gd name="connsiteX3451" fmla="*/ 5910096 w 6501199"/>
              <a:gd name="connsiteY3451" fmla="*/ 1553605 h 6382977"/>
              <a:gd name="connsiteX3452" fmla="*/ 5921256 w 6501199"/>
              <a:gd name="connsiteY3452" fmla="*/ 1512563 h 6382977"/>
              <a:gd name="connsiteX3453" fmla="*/ 5020529 w 6501199"/>
              <a:gd name="connsiteY3453" fmla="*/ 1512563 h 6382977"/>
              <a:gd name="connsiteX3454" fmla="*/ 5020664 w 6501199"/>
              <a:gd name="connsiteY3454" fmla="*/ 1520708 h 6382977"/>
              <a:gd name="connsiteX3455" fmla="*/ 5018267 w 6501199"/>
              <a:gd name="connsiteY3455" fmla="*/ 1523514 h 6382977"/>
              <a:gd name="connsiteX3456" fmla="*/ 4876025 w 6501199"/>
              <a:gd name="connsiteY3456" fmla="*/ 1500187 h 6382977"/>
              <a:gd name="connsiteX3457" fmla="*/ 4865159 w 6501199"/>
              <a:gd name="connsiteY3457" fmla="*/ 1534748 h 6382977"/>
              <a:gd name="connsiteX3458" fmla="*/ 4876025 w 6501199"/>
              <a:gd name="connsiteY3458" fmla="*/ 1500187 h 6382977"/>
              <a:gd name="connsiteX3459" fmla="*/ 1512902 w 6501199"/>
              <a:gd name="connsiteY3459" fmla="*/ 1499270 h 6382977"/>
              <a:gd name="connsiteX3460" fmla="*/ 1488059 w 6501199"/>
              <a:gd name="connsiteY3460" fmla="*/ 1521947 h 6382977"/>
              <a:gd name="connsiteX3461" fmla="*/ 1512902 w 6501199"/>
              <a:gd name="connsiteY3461" fmla="*/ 1499270 h 6382977"/>
              <a:gd name="connsiteX3462" fmla="*/ 5980297 w 6501199"/>
              <a:gd name="connsiteY3462" fmla="*/ 1496361 h 6382977"/>
              <a:gd name="connsiteX3463" fmla="*/ 5953297 w 6501199"/>
              <a:gd name="connsiteY3463" fmla="*/ 1560086 h 6382977"/>
              <a:gd name="connsiteX3464" fmla="*/ 5934937 w 6501199"/>
              <a:gd name="connsiteY3464" fmla="*/ 1573767 h 6382977"/>
              <a:gd name="connsiteX3465" fmla="*/ 5950777 w 6501199"/>
              <a:gd name="connsiteY3465" fmla="*/ 1571607 h 6382977"/>
              <a:gd name="connsiteX3466" fmla="*/ 5934937 w 6501199"/>
              <a:gd name="connsiteY3466" fmla="*/ 1628491 h 6382977"/>
              <a:gd name="connsiteX3467" fmla="*/ 5969137 w 6501199"/>
              <a:gd name="connsiteY3467" fmla="*/ 1589968 h 6382977"/>
              <a:gd name="connsiteX3468" fmla="*/ 5964457 w 6501199"/>
              <a:gd name="connsiteY3468" fmla="*/ 1548925 h 6382977"/>
              <a:gd name="connsiteX3469" fmla="*/ 5987137 w 6501199"/>
              <a:gd name="connsiteY3469" fmla="*/ 1553605 h 6382977"/>
              <a:gd name="connsiteX3470" fmla="*/ 5993977 w 6501199"/>
              <a:gd name="connsiteY3470" fmla="*/ 1530564 h 6382977"/>
              <a:gd name="connsiteX3471" fmla="*/ 5975977 w 6501199"/>
              <a:gd name="connsiteY3471" fmla="*/ 1519403 h 6382977"/>
              <a:gd name="connsiteX3472" fmla="*/ 5980297 w 6501199"/>
              <a:gd name="connsiteY3472" fmla="*/ 1496361 h 6382977"/>
              <a:gd name="connsiteX3473" fmla="*/ 5165499 w 6501199"/>
              <a:gd name="connsiteY3473" fmla="*/ 1495425 h 6382977"/>
              <a:gd name="connsiteX3474" fmla="*/ 5177222 w 6501199"/>
              <a:gd name="connsiteY3474" fmla="*/ 1502185 h 6382977"/>
              <a:gd name="connsiteX3475" fmla="*/ 5158538 w 6501199"/>
              <a:gd name="connsiteY3475" fmla="*/ 1508946 h 6382977"/>
              <a:gd name="connsiteX3476" fmla="*/ 5170261 w 6501199"/>
              <a:gd name="connsiteY3476" fmla="*/ 1506811 h 6382977"/>
              <a:gd name="connsiteX3477" fmla="*/ 5165499 w 6501199"/>
              <a:gd name="connsiteY3477" fmla="*/ 1495425 h 6382977"/>
              <a:gd name="connsiteX3478" fmla="*/ 5629116 w 6501199"/>
              <a:gd name="connsiteY3478" fmla="*/ 1479550 h 6382977"/>
              <a:gd name="connsiteX3479" fmla="*/ 5624835 w 6501199"/>
              <a:gd name="connsiteY3479" fmla="*/ 1502990 h 6382977"/>
              <a:gd name="connsiteX3480" fmla="*/ 5629116 w 6501199"/>
              <a:gd name="connsiteY3480" fmla="*/ 1479550 h 6382977"/>
              <a:gd name="connsiteX3481" fmla="*/ 5810345 w 6501199"/>
              <a:gd name="connsiteY3481" fmla="*/ 1474623 h 6382977"/>
              <a:gd name="connsiteX3482" fmla="*/ 5807354 w 6501199"/>
              <a:gd name="connsiteY3482" fmla="*/ 1486502 h 6382977"/>
              <a:gd name="connsiteX3483" fmla="*/ 5811995 w 6501199"/>
              <a:gd name="connsiteY3483" fmla="*/ 1490646 h 6382977"/>
              <a:gd name="connsiteX3484" fmla="*/ 5823335 w 6501199"/>
              <a:gd name="connsiteY3484" fmla="*/ 1498882 h 6382977"/>
              <a:gd name="connsiteX3485" fmla="*/ 5832695 w 6501199"/>
              <a:gd name="connsiteY3485" fmla="*/ 1485201 h 6382977"/>
              <a:gd name="connsiteX3486" fmla="*/ 5816495 w 6501199"/>
              <a:gd name="connsiteY3486" fmla="*/ 1483041 h 6382977"/>
              <a:gd name="connsiteX3487" fmla="*/ 4899223 w 6501199"/>
              <a:gd name="connsiteY3487" fmla="*/ 1468437 h 6382977"/>
              <a:gd name="connsiteX3488" fmla="*/ 4892666 w 6501199"/>
              <a:gd name="connsiteY3488" fmla="*/ 1493474 h 6382977"/>
              <a:gd name="connsiteX3489" fmla="*/ 4899223 w 6501199"/>
              <a:gd name="connsiteY3489" fmla="*/ 1468437 h 6382977"/>
              <a:gd name="connsiteX3490" fmla="*/ 5934937 w 6501199"/>
              <a:gd name="connsiteY3490" fmla="*/ 1464679 h 6382977"/>
              <a:gd name="connsiteX3491" fmla="*/ 5914416 w 6501199"/>
              <a:gd name="connsiteY3491" fmla="*/ 1503202 h 6382977"/>
              <a:gd name="connsiteX3492" fmla="*/ 5943937 w 6501199"/>
              <a:gd name="connsiteY3492" fmla="*/ 1492041 h 6382977"/>
              <a:gd name="connsiteX3493" fmla="*/ 5953297 w 6501199"/>
              <a:gd name="connsiteY3493" fmla="*/ 1476200 h 6382977"/>
              <a:gd name="connsiteX3494" fmla="*/ 5928097 w 6501199"/>
              <a:gd name="connsiteY3494" fmla="*/ 1471520 h 6382977"/>
              <a:gd name="connsiteX3495" fmla="*/ 5817247 w 6501199"/>
              <a:gd name="connsiteY3495" fmla="*/ 1455764 h 6382977"/>
              <a:gd name="connsiteX3496" fmla="*/ 5815940 w 6501199"/>
              <a:gd name="connsiteY3496" fmla="*/ 1458664 h 6382977"/>
              <a:gd name="connsiteX3497" fmla="*/ 5817553 w 6501199"/>
              <a:gd name="connsiteY3497" fmla="*/ 1457012 h 6382977"/>
              <a:gd name="connsiteX3498" fmla="*/ 5170567 w 6501199"/>
              <a:gd name="connsiteY3498" fmla="*/ 1454803 h 6382977"/>
              <a:gd name="connsiteX3499" fmla="*/ 5193105 w 6501199"/>
              <a:gd name="connsiteY3499" fmla="*/ 1457044 h 6382977"/>
              <a:gd name="connsiteX3500" fmla="*/ 5181657 w 6501199"/>
              <a:gd name="connsiteY3500" fmla="*/ 1471238 h 6382977"/>
              <a:gd name="connsiteX3501" fmla="*/ 5170567 w 6501199"/>
              <a:gd name="connsiteY3501" fmla="*/ 1454803 h 6382977"/>
              <a:gd name="connsiteX3502" fmla="*/ 5126924 w 6501199"/>
              <a:gd name="connsiteY3502" fmla="*/ 1450677 h 6382977"/>
              <a:gd name="connsiteX3503" fmla="*/ 5117673 w 6501199"/>
              <a:gd name="connsiteY3503" fmla="*/ 1464816 h 6382977"/>
              <a:gd name="connsiteX3504" fmla="*/ 5126924 w 6501199"/>
              <a:gd name="connsiteY3504" fmla="*/ 1450677 h 6382977"/>
              <a:gd name="connsiteX3505" fmla="*/ 5922517 w 6501199"/>
              <a:gd name="connsiteY3505" fmla="*/ 1447353 h 6382977"/>
              <a:gd name="connsiteX3506" fmla="*/ 5916936 w 6501199"/>
              <a:gd name="connsiteY3506" fmla="*/ 1450998 h 6382977"/>
              <a:gd name="connsiteX3507" fmla="*/ 5923417 w 6501199"/>
              <a:gd name="connsiteY3507" fmla="*/ 1464679 h 6382977"/>
              <a:gd name="connsiteX3508" fmla="*/ 5928097 w 6501199"/>
              <a:gd name="connsiteY3508" fmla="*/ 1448838 h 6382977"/>
              <a:gd name="connsiteX3509" fmla="*/ 5922517 w 6501199"/>
              <a:gd name="connsiteY3509" fmla="*/ 1447353 h 6382977"/>
              <a:gd name="connsiteX3510" fmla="*/ 6439405 w 6501199"/>
              <a:gd name="connsiteY3510" fmla="*/ 1443633 h 6382977"/>
              <a:gd name="connsiteX3511" fmla="*/ 6432607 w 6501199"/>
              <a:gd name="connsiteY3511" fmla="*/ 1459640 h 6382977"/>
              <a:gd name="connsiteX3512" fmla="*/ 6444055 w 6501199"/>
              <a:gd name="connsiteY3512" fmla="*/ 1466552 h 6382977"/>
              <a:gd name="connsiteX3513" fmla="*/ 6439405 w 6501199"/>
              <a:gd name="connsiteY3513" fmla="*/ 1443633 h 6382977"/>
              <a:gd name="connsiteX3514" fmla="*/ 6294965 w 6501199"/>
              <a:gd name="connsiteY3514" fmla="*/ 1435100 h 6382977"/>
              <a:gd name="connsiteX3515" fmla="*/ 6306871 w 6501199"/>
              <a:gd name="connsiteY3515" fmla="*/ 1462212 h 6382977"/>
              <a:gd name="connsiteX3516" fmla="*/ 6294965 w 6501199"/>
              <a:gd name="connsiteY3516" fmla="*/ 1435100 h 6382977"/>
              <a:gd name="connsiteX3517" fmla="*/ 3923751 w 6501199"/>
              <a:gd name="connsiteY3517" fmla="*/ 1429210 h 6382977"/>
              <a:gd name="connsiteX3518" fmla="*/ 3912916 w 6501199"/>
              <a:gd name="connsiteY3518" fmla="*/ 1447078 h 6382977"/>
              <a:gd name="connsiteX3519" fmla="*/ 3928758 w 6501199"/>
              <a:gd name="connsiteY3519" fmla="*/ 1430880 h 6382977"/>
              <a:gd name="connsiteX3520" fmla="*/ 3923751 w 6501199"/>
              <a:gd name="connsiteY3520" fmla="*/ 1429210 h 6382977"/>
              <a:gd name="connsiteX3521" fmla="*/ 1958989 w 6501199"/>
              <a:gd name="connsiteY3521" fmla="*/ 1408204 h 6382977"/>
              <a:gd name="connsiteX3522" fmla="*/ 1929466 w 6501199"/>
              <a:gd name="connsiteY3522" fmla="*/ 1419722 h 6382977"/>
              <a:gd name="connsiteX3523" fmla="*/ 1940627 w 6501199"/>
              <a:gd name="connsiteY3523" fmla="*/ 1424041 h 6382977"/>
              <a:gd name="connsiteX3524" fmla="*/ 1965830 w 6501199"/>
              <a:gd name="connsiteY3524" fmla="*/ 1412883 h 6382977"/>
              <a:gd name="connsiteX3525" fmla="*/ 1958989 w 6501199"/>
              <a:gd name="connsiteY3525" fmla="*/ 1408204 h 6382977"/>
              <a:gd name="connsiteX3526" fmla="*/ 2081762 w 6501199"/>
              <a:gd name="connsiteY3526" fmla="*/ 1401365 h 6382977"/>
              <a:gd name="connsiteX3527" fmla="*/ 2063760 w 6501199"/>
              <a:gd name="connsiteY3527" fmla="*/ 1412883 h 6382977"/>
              <a:gd name="connsiteX3528" fmla="*/ 2077442 w 6501199"/>
              <a:gd name="connsiteY3528" fmla="*/ 1424041 h 6382977"/>
              <a:gd name="connsiteX3529" fmla="*/ 2081762 w 6501199"/>
              <a:gd name="connsiteY3529" fmla="*/ 1401365 h 6382977"/>
              <a:gd name="connsiteX3530" fmla="*/ 5591396 w 6501199"/>
              <a:gd name="connsiteY3530" fmla="*/ 1400175 h 6382977"/>
              <a:gd name="connsiteX3531" fmla="*/ 5595630 w 6501199"/>
              <a:gd name="connsiteY3531" fmla="*/ 1436329 h 6382977"/>
              <a:gd name="connsiteX3532" fmla="*/ 5584694 w 6501199"/>
              <a:gd name="connsiteY3532" fmla="*/ 1434181 h 6382977"/>
              <a:gd name="connsiteX3533" fmla="*/ 5591396 w 6501199"/>
              <a:gd name="connsiteY3533" fmla="*/ 1400175 h 6382977"/>
              <a:gd name="connsiteX3534" fmla="*/ 5885278 w 6501199"/>
              <a:gd name="connsiteY3534" fmla="*/ 1398587 h 6382977"/>
              <a:gd name="connsiteX3535" fmla="*/ 5869257 w 6501199"/>
              <a:gd name="connsiteY3535" fmla="*/ 1454952 h 6382977"/>
              <a:gd name="connsiteX3536" fmla="*/ 5885278 w 6501199"/>
              <a:gd name="connsiteY3536" fmla="*/ 1398587 h 6382977"/>
              <a:gd name="connsiteX3537" fmla="*/ 3727496 w 6501199"/>
              <a:gd name="connsiteY3537" fmla="*/ 1396325 h 6382977"/>
              <a:gd name="connsiteX3538" fmla="*/ 3721736 w 6501199"/>
              <a:gd name="connsiteY3538" fmla="*/ 1396685 h 6382977"/>
              <a:gd name="connsiteX3539" fmla="*/ 3733257 w 6501199"/>
              <a:gd name="connsiteY3539" fmla="*/ 1399205 h 6382977"/>
              <a:gd name="connsiteX3540" fmla="*/ 3727496 w 6501199"/>
              <a:gd name="connsiteY3540" fmla="*/ 1396325 h 6382977"/>
              <a:gd name="connsiteX3541" fmla="*/ 2122806 w 6501199"/>
              <a:gd name="connsiteY3541" fmla="*/ 1390206 h 6382977"/>
              <a:gd name="connsiteX3542" fmla="*/ 2109125 w 6501199"/>
              <a:gd name="connsiteY3542" fmla="*/ 1410363 h 6382977"/>
              <a:gd name="connsiteX3543" fmla="*/ 2120286 w 6501199"/>
              <a:gd name="connsiteY3543" fmla="*/ 1415043 h 6382977"/>
              <a:gd name="connsiteX3544" fmla="*/ 2141168 w 6501199"/>
              <a:gd name="connsiteY3544" fmla="*/ 1403524 h 6382977"/>
              <a:gd name="connsiteX3545" fmla="*/ 2122806 w 6501199"/>
              <a:gd name="connsiteY3545" fmla="*/ 1394526 h 6382977"/>
              <a:gd name="connsiteX3546" fmla="*/ 2122806 w 6501199"/>
              <a:gd name="connsiteY3546" fmla="*/ 1390206 h 6382977"/>
              <a:gd name="connsiteX3547" fmla="*/ 2168171 w 6501199"/>
              <a:gd name="connsiteY3547" fmla="*/ 1387687 h 6382977"/>
              <a:gd name="connsiteX3548" fmla="*/ 2145489 w 6501199"/>
              <a:gd name="connsiteY3548" fmla="*/ 1403524 h 6382977"/>
              <a:gd name="connsiteX3549" fmla="*/ 2168171 w 6501199"/>
              <a:gd name="connsiteY3549" fmla="*/ 1387687 h 6382977"/>
              <a:gd name="connsiteX3550" fmla="*/ 6293614 w 6501199"/>
              <a:gd name="connsiteY3550" fmla="*/ 1384300 h 6382977"/>
              <a:gd name="connsiteX3551" fmla="*/ 6305100 w 6501199"/>
              <a:gd name="connsiteY3551" fmla="*/ 1420454 h 6382977"/>
              <a:gd name="connsiteX3552" fmla="*/ 6289307 w 6501199"/>
              <a:gd name="connsiteY3552" fmla="*/ 1420454 h 6382977"/>
              <a:gd name="connsiteX3553" fmla="*/ 6293614 w 6501199"/>
              <a:gd name="connsiteY3553" fmla="*/ 1384300 h 6382977"/>
              <a:gd name="connsiteX3554" fmla="*/ 4891566 w 6501199"/>
              <a:gd name="connsiteY3554" fmla="*/ 1384300 h 6382977"/>
              <a:gd name="connsiteX3555" fmla="*/ 4854917 w 6501199"/>
              <a:gd name="connsiteY3555" fmla="*/ 1410936 h 6382977"/>
              <a:gd name="connsiteX3556" fmla="*/ 4891566 w 6501199"/>
              <a:gd name="connsiteY3556" fmla="*/ 1384300 h 6382977"/>
              <a:gd name="connsiteX3557" fmla="*/ 4044819 w 6501199"/>
              <a:gd name="connsiteY3557" fmla="*/ 1379537 h 6382977"/>
              <a:gd name="connsiteX3558" fmla="*/ 4031413 w 6501199"/>
              <a:gd name="connsiteY3558" fmla="*/ 1393458 h 6382977"/>
              <a:gd name="connsiteX3559" fmla="*/ 4044819 w 6501199"/>
              <a:gd name="connsiteY3559" fmla="*/ 1379537 h 6382977"/>
              <a:gd name="connsiteX3560" fmla="*/ 5061210 w 6501199"/>
              <a:gd name="connsiteY3560" fmla="*/ 1378273 h 6382977"/>
              <a:gd name="connsiteX3561" fmla="*/ 5063730 w 6501199"/>
              <a:gd name="connsiteY3561" fmla="*/ 1419316 h 6382977"/>
              <a:gd name="connsiteX3562" fmla="*/ 5052209 w 6501199"/>
              <a:gd name="connsiteY3562" fmla="*/ 1439478 h 6382977"/>
              <a:gd name="connsiteX3563" fmla="*/ 5038529 w 6501199"/>
              <a:gd name="connsiteY3563" fmla="*/ 1446678 h 6382977"/>
              <a:gd name="connsiteX3564" fmla="*/ 5061210 w 6501199"/>
              <a:gd name="connsiteY3564" fmla="*/ 1378273 h 6382977"/>
              <a:gd name="connsiteX3565" fmla="*/ 3884997 w 6501199"/>
              <a:gd name="connsiteY3565" fmla="*/ 1377950 h 6382977"/>
              <a:gd name="connsiteX3566" fmla="*/ 3878036 w 6501199"/>
              <a:gd name="connsiteY3566" fmla="*/ 1388725 h 6382977"/>
              <a:gd name="connsiteX3567" fmla="*/ 3884997 w 6501199"/>
              <a:gd name="connsiteY3567" fmla="*/ 1377950 h 6382977"/>
              <a:gd name="connsiteX3568" fmla="*/ 3900898 w 6501199"/>
              <a:gd name="connsiteY3568" fmla="*/ 1375751 h 6382977"/>
              <a:gd name="connsiteX3569" fmla="*/ 3896475 w 6501199"/>
              <a:gd name="connsiteY3569" fmla="*/ 1391870 h 6382977"/>
              <a:gd name="connsiteX3570" fmla="*/ 3900898 w 6501199"/>
              <a:gd name="connsiteY3570" fmla="*/ 1375751 h 6382977"/>
              <a:gd name="connsiteX3571" fmla="*/ 6417061 w 6501199"/>
              <a:gd name="connsiteY3571" fmla="*/ 1371600 h 6382977"/>
              <a:gd name="connsiteX3572" fmla="*/ 6412332 w 6501199"/>
              <a:gd name="connsiteY3572" fmla="*/ 1466492 h 6382977"/>
              <a:gd name="connsiteX3573" fmla="*/ 6417061 w 6501199"/>
              <a:gd name="connsiteY3573" fmla="*/ 1371600 h 6382977"/>
              <a:gd name="connsiteX3574" fmla="*/ 5884744 w 6501199"/>
              <a:gd name="connsiteY3574" fmla="*/ 1368425 h 6382977"/>
              <a:gd name="connsiteX3575" fmla="*/ 5901116 w 6501199"/>
              <a:gd name="connsiteY3575" fmla="*/ 1389138 h 6382977"/>
              <a:gd name="connsiteX3576" fmla="*/ 5884744 w 6501199"/>
              <a:gd name="connsiteY3576" fmla="*/ 1368425 h 6382977"/>
              <a:gd name="connsiteX3577" fmla="*/ 5586022 w 6501199"/>
              <a:gd name="connsiteY3577" fmla="*/ 1366837 h 6382977"/>
              <a:gd name="connsiteX3578" fmla="*/ 5590673 w 6501199"/>
              <a:gd name="connsiteY3578" fmla="*/ 1393474 h 6382977"/>
              <a:gd name="connsiteX3579" fmla="*/ 5586022 w 6501199"/>
              <a:gd name="connsiteY3579" fmla="*/ 1366837 h 6382977"/>
              <a:gd name="connsiteX3580" fmla="*/ 5949669 w 6501199"/>
              <a:gd name="connsiteY3580" fmla="*/ 1364176 h 6382977"/>
              <a:gd name="connsiteX3581" fmla="*/ 5937097 w 6501199"/>
              <a:gd name="connsiteY3581" fmla="*/ 1364592 h 6382977"/>
              <a:gd name="connsiteX3582" fmla="*/ 5939617 w 6501199"/>
              <a:gd name="connsiteY3582" fmla="*/ 1380433 h 6382977"/>
              <a:gd name="connsiteX3583" fmla="*/ 5957617 w 6501199"/>
              <a:gd name="connsiteY3583" fmla="*/ 1396275 h 6382977"/>
              <a:gd name="connsiteX3584" fmla="*/ 5949669 w 6501199"/>
              <a:gd name="connsiteY3584" fmla="*/ 1364176 h 6382977"/>
              <a:gd name="connsiteX3585" fmla="*/ 3994900 w 6501199"/>
              <a:gd name="connsiteY3585" fmla="*/ 1362075 h 6382977"/>
              <a:gd name="connsiteX3586" fmla="*/ 4004059 w 6501199"/>
              <a:gd name="connsiteY3586" fmla="*/ 1375393 h 6382977"/>
              <a:gd name="connsiteX3587" fmla="*/ 3987940 w 6501199"/>
              <a:gd name="connsiteY3587" fmla="*/ 1379599 h 6382977"/>
              <a:gd name="connsiteX3588" fmla="*/ 3994900 w 6501199"/>
              <a:gd name="connsiteY3588" fmla="*/ 1362075 h 6382977"/>
              <a:gd name="connsiteX3589" fmla="*/ 3558909 w 6501199"/>
              <a:gd name="connsiteY3589" fmla="*/ 1361231 h 6382977"/>
              <a:gd name="connsiteX3590" fmla="*/ 3542077 w 6501199"/>
              <a:gd name="connsiteY3590" fmla="*/ 1367170 h 6382977"/>
              <a:gd name="connsiteX3591" fmla="*/ 3574120 w 6501199"/>
              <a:gd name="connsiteY3591" fmla="*/ 1367170 h 6382977"/>
              <a:gd name="connsiteX3592" fmla="*/ 3558909 w 6501199"/>
              <a:gd name="connsiteY3592" fmla="*/ 1361231 h 6382977"/>
              <a:gd name="connsiteX3593" fmla="*/ 2183788 w 6501199"/>
              <a:gd name="connsiteY3593" fmla="*/ 1355111 h 6382977"/>
              <a:gd name="connsiteX3594" fmla="*/ 2175012 w 6501199"/>
              <a:gd name="connsiteY3594" fmla="*/ 1365010 h 6382977"/>
              <a:gd name="connsiteX3595" fmla="*/ 2197694 w 6501199"/>
              <a:gd name="connsiteY3595" fmla="*/ 1360331 h 6382977"/>
              <a:gd name="connsiteX3596" fmla="*/ 2183788 w 6501199"/>
              <a:gd name="connsiteY3596" fmla="*/ 1355111 h 6382977"/>
              <a:gd name="connsiteX3597" fmla="*/ 3836135 w 6501199"/>
              <a:gd name="connsiteY3597" fmla="*/ 1352428 h 6382977"/>
              <a:gd name="connsiteX3598" fmla="*/ 3842134 w 6501199"/>
              <a:gd name="connsiteY3598" fmla="*/ 1357923 h 6382977"/>
              <a:gd name="connsiteX3599" fmla="*/ 3828213 w 6501199"/>
              <a:gd name="connsiteY3599" fmla="*/ 1355725 h 6382977"/>
              <a:gd name="connsiteX3600" fmla="*/ 3836135 w 6501199"/>
              <a:gd name="connsiteY3600" fmla="*/ 1352428 h 6382977"/>
              <a:gd name="connsiteX3601" fmla="*/ 5769227 w 6501199"/>
              <a:gd name="connsiteY3601" fmla="*/ 1350962 h 6382977"/>
              <a:gd name="connsiteX3602" fmla="*/ 5780475 w 6501199"/>
              <a:gd name="connsiteY3602" fmla="*/ 1360120 h 6382977"/>
              <a:gd name="connsiteX3603" fmla="*/ 5773581 w 6501199"/>
              <a:gd name="connsiteY3603" fmla="*/ 1369645 h 6382977"/>
              <a:gd name="connsiteX3604" fmla="*/ 5769227 w 6501199"/>
              <a:gd name="connsiteY3604" fmla="*/ 1350962 h 6382977"/>
              <a:gd name="connsiteX3605" fmla="*/ 1519620 w 6501199"/>
              <a:gd name="connsiteY3605" fmla="*/ 1350962 h 6382977"/>
              <a:gd name="connsiteX3606" fmla="*/ 1489474 w 6501199"/>
              <a:gd name="connsiteY3606" fmla="*/ 1380761 h 6382977"/>
              <a:gd name="connsiteX3607" fmla="*/ 1519620 w 6501199"/>
              <a:gd name="connsiteY3607" fmla="*/ 1350962 h 6382977"/>
              <a:gd name="connsiteX3608" fmla="*/ 3675904 w 6501199"/>
              <a:gd name="connsiteY3608" fmla="*/ 1348334 h 6382977"/>
              <a:gd name="connsiteX3609" fmla="*/ 3662689 w 6501199"/>
              <a:gd name="connsiteY3609" fmla="*/ 1360331 h 6382977"/>
              <a:gd name="connsiteX3610" fmla="*/ 3676371 w 6501199"/>
              <a:gd name="connsiteY3610" fmla="*/ 1358171 h 6382977"/>
              <a:gd name="connsiteX3611" fmla="*/ 3675904 w 6501199"/>
              <a:gd name="connsiteY3611" fmla="*/ 1348334 h 6382977"/>
              <a:gd name="connsiteX3612" fmla="*/ 5441113 w 6501199"/>
              <a:gd name="connsiteY3612" fmla="*/ 1345707 h 6382977"/>
              <a:gd name="connsiteX3613" fmla="*/ 5456635 w 6501199"/>
              <a:gd name="connsiteY3613" fmla="*/ 1345707 h 6382977"/>
              <a:gd name="connsiteX3614" fmla="*/ 5445346 w 6501199"/>
              <a:gd name="connsiteY3614" fmla="*/ 1357093 h 6382977"/>
              <a:gd name="connsiteX3615" fmla="*/ 5441113 w 6501199"/>
              <a:gd name="connsiteY3615" fmla="*/ 1345707 h 6382977"/>
              <a:gd name="connsiteX3616" fmla="*/ 4060672 w 6501199"/>
              <a:gd name="connsiteY3616" fmla="*/ 1344612 h 6382977"/>
              <a:gd name="connsiteX3617" fmla="*/ 4042525 w 6501199"/>
              <a:gd name="connsiteY3617" fmla="*/ 1360353 h 6382977"/>
              <a:gd name="connsiteX3618" fmla="*/ 4060672 w 6501199"/>
              <a:gd name="connsiteY3618" fmla="*/ 1344612 h 6382977"/>
              <a:gd name="connsiteX3619" fmla="*/ 4096781 w 6501199"/>
              <a:gd name="connsiteY3619" fmla="*/ 1341276 h 6382977"/>
              <a:gd name="connsiteX3620" fmla="*/ 4104074 w 6501199"/>
              <a:gd name="connsiteY3620" fmla="*/ 1346075 h 6382977"/>
              <a:gd name="connsiteX3621" fmla="*/ 4072060 w 6501199"/>
              <a:gd name="connsiteY3621" fmla="*/ 1357530 h 6382977"/>
              <a:gd name="connsiteX3622" fmla="*/ 4069513 w 6501199"/>
              <a:gd name="connsiteY3622" fmla="*/ 1341779 h 6382977"/>
              <a:gd name="connsiteX3623" fmla="*/ 4096781 w 6501199"/>
              <a:gd name="connsiteY3623" fmla="*/ 1341276 h 6382977"/>
              <a:gd name="connsiteX3624" fmla="*/ 3406207 w 6501199"/>
              <a:gd name="connsiteY3624" fmla="*/ 1340218 h 6382977"/>
              <a:gd name="connsiteX3625" fmla="*/ 3398781 w 6501199"/>
              <a:gd name="connsiteY3625" fmla="*/ 1351332 h 6382977"/>
              <a:gd name="connsiteX3626" fmla="*/ 3417143 w 6501199"/>
              <a:gd name="connsiteY3626" fmla="*/ 1344493 h 6382977"/>
              <a:gd name="connsiteX3627" fmla="*/ 3406207 w 6501199"/>
              <a:gd name="connsiteY3627" fmla="*/ 1340218 h 6382977"/>
              <a:gd name="connsiteX3628" fmla="*/ 1969457 w 6501199"/>
              <a:gd name="connsiteY3628" fmla="*/ 1339850 h 6382977"/>
              <a:gd name="connsiteX3629" fmla="*/ 1973663 w 6501199"/>
              <a:gd name="connsiteY3629" fmla="*/ 1351573 h 6382977"/>
              <a:gd name="connsiteX3630" fmla="*/ 1949479 w 6501199"/>
              <a:gd name="connsiteY3630" fmla="*/ 1349375 h 6382977"/>
              <a:gd name="connsiteX3631" fmla="*/ 1969457 w 6501199"/>
              <a:gd name="connsiteY3631" fmla="*/ 1339850 h 6382977"/>
              <a:gd name="connsiteX3632" fmla="*/ 1876913 w 6501199"/>
              <a:gd name="connsiteY3632" fmla="*/ 1339850 h 6382977"/>
              <a:gd name="connsiteX3633" fmla="*/ 1843176 w 6501199"/>
              <a:gd name="connsiteY3633" fmla="*/ 1369653 h 6382977"/>
              <a:gd name="connsiteX3634" fmla="*/ 1876913 w 6501199"/>
              <a:gd name="connsiteY3634" fmla="*/ 1339850 h 6382977"/>
              <a:gd name="connsiteX3635" fmla="*/ 3889023 w 6501199"/>
              <a:gd name="connsiteY3635" fmla="*/ 1338228 h 6382977"/>
              <a:gd name="connsiteX3636" fmla="*/ 3894535 w 6501199"/>
              <a:gd name="connsiteY3636" fmla="*/ 1341163 h 6382977"/>
              <a:gd name="connsiteX3637" fmla="*/ 3885363 w 6501199"/>
              <a:gd name="connsiteY3637" fmla="*/ 1345433 h 6382977"/>
              <a:gd name="connsiteX3638" fmla="*/ 3889023 w 6501199"/>
              <a:gd name="connsiteY3638" fmla="*/ 1338228 h 6382977"/>
              <a:gd name="connsiteX3639" fmla="*/ 2382214 w 6501199"/>
              <a:gd name="connsiteY3639" fmla="*/ 1335764 h 6382977"/>
              <a:gd name="connsiteX3640" fmla="*/ 2364032 w 6501199"/>
              <a:gd name="connsiteY3640" fmla="*/ 1349172 h 6382977"/>
              <a:gd name="connsiteX3641" fmla="*/ 2400396 w 6501199"/>
              <a:gd name="connsiteY3641" fmla="*/ 1344493 h 6382977"/>
              <a:gd name="connsiteX3642" fmla="*/ 2382214 w 6501199"/>
              <a:gd name="connsiteY3642" fmla="*/ 1335764 h 6382977"/>
              <a:gd name="connsiteX3643" fmla="*/ 6478871 w 6501199"/>
              <a:gd name="connsiteY3643" fmla="*/ 1335087 h 6382977"/>
              <a:gd name="connsiteX3644" fmla="*/ 6485672 w 6501199"/>
              <a:gd name="connsiteY3644" fmla="*/ 1362706 h 6382977"/>
              <a:gd name="connsiteX3645" fmla="*/ 6478871 w 6501199"/>
              <a:gd name="connsiteY3645" fmla="*/ 1335087 h 6382977"/>
              <a:gd name="connsiteX3646" fmla="*/ 3995783 w 6501199"/>
              <a:gd name="connsiteY3646" fmla="*/ 1331912 h 6382977"/>
              <a:gd name="connsiteX3647" fmla="*/ 3997899 w 6501199"/>
              <a:gd name="connsiteY3647" fmla="*/ 1348010 h 6382977"/>
              <a:gd name="connsiteX3648" fmla="*/ 3989080 w 6501199"/>
              <a:gd name="connsiteY3648" fmla="*/ 1348010 h 6382977"/>
              <a:gd name="connsiteX3649" fmla="*/ 3995783 w 6501199"/>
              <a:gd name="connsiteY3649" fmla="*/ 1331912 h 6382977"/>
              <a:gd name="connsiteX3650" fmla="*/ 4904456 w 6501199"/>
              <a:gd name="connsiteY3650" fmla="*/ 1328737 h 6382977"/>
              <a:gd name="connsiteX3651" fmla="*/ 4909081 w 6501199"/>
              <a:gd name="connsiteY3651" fmla="*/ 1351597 h 6382977"/>
              <a:gd name="connsiteX3652" fmla="*/ 4895560 w 6501199"/>
              <a:gd name="connsiteY3652" fmla="*/ 1353774 h 6382977"/>
              <a:gd name="connsiteX3653" fmla="*/ 4904456 w 6501199"/>
              <a:gd name="connsiteY3653" fmla="*/ 1328737 h 6382977"/>
              <a:gd name="connsiteX3654" fmla="*/ 3742438 w 6501199"/>
              <a:gd name="connsiteY3654" fmla="*/ 1324471 h 6382977"/>
              <a:gd name="connsiteX3655" fmla="*/ 3733257 w 6501199"/>
              <a:gd name="connsiteY3655" fmla="*/ 1328655 h 6382977"/>
              <a:gd name="connsiteX3656" fmla="*/ 3751619 w 6501199"/>
              <a:gd name="connsiteY3656" fmla="*/ 1328655 h 6382977"/>
              <a:gd name="connsiteX3657" fmla="*/ 3742438 w 6501199"/>
              <a:gd name="connsiteY3657" fmla="*/ 1324471 h 6382977"/>
              <a:gd name="connsiteX3658" fmla="*/ 2473123 w 6501199"/>
              <a:gd name="connsiteY3658" fmla="*/ 1323976 h 6382977"/>
              <a:gd name="connsiteX3659" fmla="*/ 2434599 w 6501199"/>
              <a:gd name="connsiteY3659" fmla="*/ 1339814 h 6382977"/>
              <a:gd name="connsiteX3660" fmla="*/ 2470963 w 6501199"/>
              <a:gd name="connsiteY3660" fmla="*/ 1335494 h 6382977"/>
              <a:gd name="connsiteX3661" fmla="*/ 2473123 w 6501199"/>
              <a:gd name="connsiteY3661" fmla="*/ 1323976 h 6382977"/>
              <a:gd name="connsiteX3662" fmla="*/ 2059080 w 6501199"/>
              <a:gd name="connsiteY3662" fmla="*/ 1323976 h 6382977"/>
              <a:gd name="connsiteX3663" fmla="*/ 2038558 w 6501199"/>
              <a:gd name="connsiteY3663" fmla="*/ 1332975 h 6382977"/>
              <a:gd name="connsiteX3664" fmla="*/ 2059080 w 6501199"/>
              <a:gd name="connsiteY3664" fmla="*/ 1323976 h 6382977"/>
              <a:gd name="connsiteX3665" fmla="*/ 3653688 w 6501199"/>
              <a:gd name="connsiteY3665" fmla="*/ 1321816 h 6382977"/>
              <a:gd name="connsiteX3666" fmla="*/ 3653688 w 6501199"/>
              <a:gd name="connsiteY3666" fmla="*/ 1337654 h 6382977"/>
              <a:gd name="connsiteX3667" fmla="*/ 3671690 w 6501199"/>
              <a:gd name="connsiteY3667" fmla="*/ 1323976 h 6382977"/>
              <a:gd name="connsiteX3668" fmla="*/ 3653688 w 6501199"/>
              <a:gd name="connsiteY3668" fmla="*/ 1321816 h 6382977"/>
              <a:gd name="connsiteX3669" fmla="*/ 4038997 w 6501199"/>
              <a:gd name="connsiteY3669" fmla="*/ 1317157 h 6382977"/>
              <a:gd name="connsiteX3670" fmla="*/ 4010070 w 6501199"/>
              <a:gd name="connsiteY3670" fmla="*/ 1349017 h 6382977"/>
              <a:gd name="connsiteX3671" fmla="*/ 4001250 w 6501199"/>
              <a:gd name="connsiteY3671" fmla="*/ 1332908 h 6382977"/>
              <a:gd name="connsiteX3672" fmla="*/ 4023475 w 6501199"/>
              <a:gd name="connsiteY3672" fmla="*/ 1326465 h 6382977"/>
              <a:gd name="connsiteX3673" fmla="*/ 4038997 w 6501199"/>
              <a:gd name="connsiteY3673" fmla="*/ 1317157 h 6382977"/>
              <a:gd name="connsiteX3674" fmla="*/ 2885277 w 6501199"/>
              <a:gd name="connsiteY3674" fmla="*/ 1316687 h 6382977"/>
              <a:gd name="connsiteX3675" fmla="*/ 2873486 w 6501199"/>
              <a:gd name="connsiteY3675" fmla="*/ 1323976 h 6382977"/>
              <a:gd name="connsiteX3676" fmla="*/ 2898689 w 6501199"/>
              <a:gd name="connsiteY3676" fmla="*/ 1319657 h 6382977"/>
              <a:gd name="connsiteX3677" fmla="*/ 2885277 w 6501199"/>
              <a:gd name="connsiteY3677" fmla="*/ 1316687 h 6382977"/>
              <a:gd name="connsiteX3678" fmla="*/ 6328124 w 6501199"/>
              <a:gd name="connsiteY3678" fmla="*/ 1312862 h 6382977"/>
              <a:gd name="connsiteX3679" fmla="*/ 6353562 w 6501199"/>
              <a:gd name="connsiteY3679" fmla="*/ 1387118 h 6382977"/>
              <a:gd name="connsiteX3680" fmla="*/ 6328124 w 6501199"/>
              <a:gd name="connsiteY3680" fmla="*/ 1312862 h 6382977"/>
              <a:gd name="connsiteX3681" fmla="*/ 5528289 w 6501199"/>
              <a:gd name="connsiteY3681" fmla="*/ 1312862 h 6382977"/>
              <a:gd name="connsiteX3682" fmla="*/ 5543944 w 6501199"/>
              <a:gd name="connsiteY3682" fmla="*/ 1321681 h 6382977"/>
              <a:gd name="connsiteX3683" fmla="*/ 5528289 w 6501199"/>
              <a:gd name="connsiteY3683" fmla="*/ 1323798 h 6382977"/>
              <a:gd name="connsiteX3684" fmla="*/ 5526154 w 6501199"/>
              <a:gd name="connsiteY3684" fmla="*/ 1326267 h 6382977"/>
              <a:gd name="connsiteX3685" fmla="*/ 5528289 w 6501199"/>
              <a:gd name="connsiteY3685" fmla="*/ 1312862 h 6382977"/>
              <a:gd name="connsiteX3686" fmla="*/ 4052447 w 6501199"/>
              <a:gd name="connsiteY3686" fmla="*/ 1312862 h 6382977"/>
              <a:gd name="connsiteX3687" fmla="*/ 4052447 w 6501199"/>
              <a:gd name="connsiteY3687" fmla="*/ 1333138 h 6382977"/>
              <a:gd name="connsiteX3688" fmla="*/ 4049669 w 6501199"/>
              <a:gd name="connsiteY3688" fmla="*/ 1321914 h 6382977"/>
              <a:gd name="connsiteX3689" fmla="*/ 4052447 w 6501199"/>
              <a:gd name="connsiteY3689" fmla="*/ 1312862 h 6382977"/>
              <a:gd name="connsiteX3690" fmla="*/ 2973576 w 6501199"/>
              <a:gd name="connsiteY3690" fmla="*/ 1312818 h 6382977"/>
              <a:gd name="connsiteX3691" fmla="*/ 2907689 w 6501199"/>
              <a:gd name="connsiteY3691" fmla="*/ 1323976 h 6382977"/>
              <a:gd name="connsiteX3692" fmla="*/ 2966736 w 6501199"/>
              <a:gd name="connsiteY3692" fmla="*/ 1328655 h 6382977"/>
              <a:gd name="connsiteX3693" fmla="*/ 2973576 w 6501199"/>
              <a:gd name="connsiteY3693" fmla="*/ 1312818 h 6382977"/>
              <a:gd name="connsiteX3694" fmla="*/ 3570212 w 6501199"/>
              <a:gd name="connsiteY3694" fmla="*/ 1312766 h 6382977"/>
              <a:gd name="connsiteX3695" fmla="*/ 3574876 w 6501199"/>
              <a:gd name="connsiteY3695" fmla="*/ 1321738 h 6382977"/>
              <a:gd name="connsiteX3696" fmla="*/ 3536124 w 6501199"/>
              <a:gd name="connsiteY3696" fmla="*/ 1335377 h 6382977"/>
              <a:gd name="connsiteX3697" fmla="*/ 3542941 w 6501199"/>
              <a:gd name="connsiteY3697" fmla="*/ 1339684 h 6382977"/>
              <a:gd name="connsiteX3698" fmla="*/ 3534509 w 6501199"/>
              <a:gd name="connsiteY3698" fmla="*/ 1341524 h 6382977"/>
              <a:gd name="connsiteX3699" fmla="*/ 3531989 w 6501199"/>
              <a:gd name="connsiteY3699" fmla="*/ 1338364 h 6382977"/>
              <a:gd name="connsiteX3700" fmla="*/ 3529599 w 6501199"/>
              <a:gd name="connsiteY3700" fmla="*/ 1334780 h 6382977"/>
              <a:gd name="connsiteX3701" fmla="*/ 3529306 w 6501199"/>
              <a:gd name="connsiteY3701" fmla="*/ 1326404 h 6382977"/>
              <a:gd name="connsiteX3702" fmla="*/ 3538635 w 6501199"/>
              <a:gd name="connsiteY3702" fmla="*/ 1314919 h 6382977"/>
              <a:gd name="connsiteX3703" fmla="*/ 3570212 w 6501199"/>
              <a:gd name="connsiteY3703" fmla="*/ 1312766 h 6382977"/>
              <a:gd name="connsiteX3704" fmla="*/ 3599535 w 6501199"/>
              <a:gd name="connsiteY3704" fmla="*/ 1311648 h 6382977"/>
              <a:gd name="connsiteX3705" fmla="*/ 3604039 w 6501199"/>
              <a:gd name="connsiteY3705" fmla="*/ 1323601 h 6382977"/>
              <a:gd name="connsiteX3706" fmla="*/ 3593263 w 6501199"/>
              <a:gd name="connsiteY3706" fmla="*/ 1312022 h 6382977"/>
              <a:gd name="connsiteX3707" fmla="*/ 3599535 w 6501199"/>
              <a:gd name="connsiteY3707" fmla="*/ 1311648 h 6382977"/>
              <a:gd name="connsiteX3708" fmla="*/ 3524646 w 6501199"/>
              <a:gd name="connsiteY3708" fmla="*/ 1310216 h 6382977"/>
              <a:gd name="connsiteX3709" fmla="*/ 3522521 w 6501199"/>
              <a:gd name="connsiteY3709" fmla="*/ 1323622 h 6382977"/>
              <a:gd name="connsiteX3710" fmla="*/ 3509060 w 6501199"/>
              <a:gd name="connsiteY3710" fmla="*/ 1316919 h 6382977"/>
              <a:gd name="connsiteX3711" fmla="*/ 3524646 w 6501199"/>
              <a:gd name="connsiteY3711" fmla="*/ 1310216 h 6382977"/>
              <a:gd name="connsiteX3712" fmla="*/ 3384306 w 6501199"/>
              <a:gd name="connsiteY3712" fmla="*/ 1309194 h 6382977"/>
              <a:gd name="connsiteX3713" fmla="*/ 3400296 w 6501199"/>
              <a:gd name="connsiteY3713" fmla="*/ 1311685 h 6382977"/>
              <a:gd name="connsiteX3714" fmla="*/ 3389030 w 6501199"/>
              <a:gd name="connsiteY3714" fmla="*/ 1325206 h 6382977"/>
              <a:gd name="connsiteX3715" fmla="*/ 3384306 w 6501199"/>
              <a:gd name="connsiteY3715" fmla="*/ 1309194 h 6382977"/>
              <a:gd name="connsiteX3716" fmla="*/ 5597813 w 6501199"/>
              <a:gd name="connsiteY3716" fmla="*/ 1303337 h 6382977"/>
              <a:gd name="connsiteX3717" fmla="*/ 5619835 w 6501199"/>
              <a:gd name="connsiteY3717" fmla="*/ 1317542 h 6382977"/>
              <a:gd name="connsiteX3718" fmla="*/ 5620308 w 6501199"/>
              <a:gd name="connsiteY3718" fmla="*/ 1318248 h 6382977"/>
              <a:gd name="connsiteX3719" fmla="*/ 5629667 w 6501199"/>
              <a:gd name="connsiteY3719" fmla="*/ 1316447 h 6382977"/>
              <a:gd name="connsiteX3720" fmla="*/ 5624723 w 6501199"/>
              <a:gd name="connsiteY3720" fmla="*/ 1323208 h 6382977"/>
              <a:gd name="connsiteX3721" fmla="*/ 5623748 w 6501199"/>
              <a:gd name="connsiteY3721" fmla="*/ 1323379 h 6382977"/>
              <a:gd name="connsiteX3722" fmla="*/ 5625748 w 6501199"/>
              <a:gd name="connsiteY3722" fmla="*/ 1326363 h 6382977"/>
              <a:gd name="connsiteX3723" fmla="*/ 5622825 w 6501199"/>
              <a:gd name="connsiteY3723" fmla="*/ 1333108 h 6382977"/>
              <a:gd name="connsiteX3724" fmla="*/ 5604700 w 6501199"/>
              <a:gd name="connsiteY3724" fmla="*/ 1358522 h 6382977"/>
              <a:gd name="connsiteX3725" fmla="*/ 5609050 w 6501199"/>
              <a:gd name="connsiteY3725" fmla="*/ 1377038 h 6382977"/>
              <a:gd name="connsiteX3726" fmla="*/ 5599988 w 6501199"/>
              <a:gd name="connsiteY3726" fmla="*/ 1383937 h 6382977"/>
              <a:gd name="connsiteX3727" fmla="*/ 5594686 w 6501199"/>
              <a:gd name="connsiteY3727" fmla="*/ 1343501 h 6382977"/>
              <a:gd name="connsiteX3728" fmla="*/ 5596249 w 6501199"/>
              <a:gd name="connsiteY3728" fmla="*/ 1323423 h 6382977"/>
              <a:gd name="connsiteX3729" fmla="*/ 5593513 w 6501199"/>
              <a:gd name="connsiteY3729" fmla="*/ 1323208 h 6382977"/>
              <a:gd name="connsiteX3730" fmla="*/ 5596468 w 6501199"/>
              <a:gd name="connsiteY3730" fmla="*/ 1320609 h 6382977"/>
              <a:gd name="connsiteX3731" fmla="*/ 2193374 w 6501199"/>
              <a:gd name="connsiteY3731" fmla="*/ 1301299 h 6382977"/>
              <a:gd name="connsiteX3732" fmla="*/ 2170692 w 6501199"/>
              <a:gd name="connsiteY3732" fmla="*/ 1317137 h 6382977"/>
              <a:gd name="connsiteX3733" fmla="*/ 2193374 w 6501199"/>
              <a:gd name="connsiteY3733" fmla="*/ 1301299 h 6382977"/>
              <a:gd name="connsiteX3734" fmla="*/ 3951061 w 6501199"/>
              <a:gd name="connsiteY3734" fmla="*/ 1298079 h 6382977"/>
              <a:gd name="connsiteX3735" fmla="*/ 3953259 w 6501199"/>
              <a:gd name="connsiteY3735" fmla="*/ 1302444 h 6382977"/>
              <a:gd name="connsiteX3736" fmla="*/ 3951061 w 6501199"/>
              <a:gd name="connsiteY3736" fmla="*/ 1298159 h 6382977"/>
              <a:gd name="connsiteX3737" fmla="*/ 5271325 w 6501199"/>
              <a:gd name="connsiteY3737" fmla="*/ 1297964 h 6382977"/>
              <a:gd name="connsiteX3738" fmla="*/ 5289928 w 6501199"/>
              <a:gd name="connsiteY3738" fmla="*/ 1309321 h 6382977"/>
              <a:gd name="connsiteX3739" fmla="*/ 5282859 w 6501199"/>
              <a:gd name="connsiteY3739" fmla="*/ 1318845 h 6382977"/>
              <a:gd name="connsiteX3740" fmla="*/ 5271325 w 6501199"/>
              <a:gd name="connsiteY3740" fmla="*/ 1297964 h 6382977"/>
              <a:gd name="connsiteX3741" fmla="*/ 2234418 w 6501199"/>
              <a:gd name="connsiteY3741" fmla="*/ 1296620 h 6382977"/>
              <a:gd name="connsiteX3742" fmla="*/ 2204535 w 6501199"/>
              <a:gd name="connsiteY3742" fmla="*/ 1310298 h 6382977"/>
              <a:gd name="connsiteX3743" fmla="*/ 2234418 w 6501199"/>
              <a:gd name="connsiteY3743" fmla="*/ 1296620 h 6382977"/>
              <a:gd name="connsiteX3744" fmla="*/ 3949075 w 6501199"/>
              <a:gd name="connsiteY3744" fmla="*/ 1294287 h 6382977"/>
              <a:gd name="connsiteX3745" fmla="*/ 3951061 w 6501199"/>
              <a:gd name="connsiteY3745" fmla="*/ 1298159 h 6382977"/>
              <a:gd name="connsiteX3746" fmla="*/ 3951061 w 6501199"/>
              <a:gd name="connsiteY3746" fmla="*/ 1302444 h 6382977"/>
              <a:gd name="connsiteX3747" fmla="*/ 3939338 w 6501199"/>
              <a:gd name="connsiteY3747" fmla="*/ 1314086 h 6382977"/>
              <a:gd name="connsiteX3748" fmla="*/ 3949075 w 6501199"/>
              <a:gd name="connsiteY3748" fmla="*/ 1294287 h 6382977"/>
              <a:gd name="connsiteX3749" fmla="*/ 3094732 w 6501199"/>
              <a:gd name="connsiteY3749" fmla="*/ 1292393 h 6382977"/>
              <a:gd name="connsiteX3750" fmla="*/ 3111894 w 6501199"/>
              <a:gd name="connsiteY3750" fmla="*/ 1298848 h 6382977"/>
              <a:gd name="connsiteX3751" fmla="*/ 3091613 w 6501199"/>
              <a:gd name="connsiteY3751" fmla="*/ 1303118 h 6382977"/>
              <a:gd name="connsiteX3752" fmla="*/ 3091613 w 6501199"/>
              <a:gd name="connsiteY3752" fmla="*/ 1294222 h 6382977"/>
              <a:gd name="connsiteX3753" fmla="*/ 3094732 w 6501199"/>
              <a:gd name="connsiteY3753" fmla="*/ 1292393 h 6382977"/>
              <a:gd name="connsiteX3754" fmla="*/ 3906000 w 6501199"/>
              <a:gd name="connsiteY3754" fmla="*/ 1292225 h 6382977"/>
              <a:gd name="connsiteX3755" fmla="*/ 3913541 w 6501199"/>
              <a:gd name="connsiteY3755" fmla="*/ 1306363 h 6382977"/>
              <a:gd name="connsiteX3756" fmla="*/ 3908779 w 6501199"/>
              <a:gd name="connsiteY3756" fmla="*/ 1315665 h 6382977"/>
              <a:gd name="connsiteX3757" fmla="*/ 3906000 w 6501199"/>
              <a:gd name="connsiteY3757" fmla="*/ 1292225 h 6382977"/>
              <a:gd name="connsiteX3758" fmla="*/ 3900841 w 6501199"/>
              <a:gd name="connsiteY3758" fmla="*/ 1292225 h 6382977"/>
              <a:gd name="connsiteX3759" fmla="*/ 3905603 w 6501199"/>
              <a:gd name="connsiteY3759" fmla="*/ 1303284 h 6382977"/>
              <a:gd name="connsiteX3760" fmla="*/ 3900841 w 6501199"/>
              <a:gd name="connsiteY3760" fmla="*/ 1323618 h 6382977"/>
              <a:gd name="connsiteX3761" fmla="*/ 3903222 w 6501199"/>
              <a:gd name="connsiteY3761" fmla="*/ 1307921 h 6382977"/>
              <a:gd name="connsiteX3762" fmla="*/ 3898063 w 6501199"/>
              <a:gd name="connsiteY3762" fmla="*/ 1296506 h 6382977"/>
              <a:gd name="connsiteX3763" fmla="*/ 3900841 w 6501199"/>
              <a:gd name="connsiteY3763" fmla="*/ 1292225 h 6382977"/>
              <a:gd name="connsiteX3764" fmla="*/ 5465887 w 6501199"/>
              <a:gd name="connsiteY3764" fmla="*/ 1290780 h 6382977"/>
              <a:gd name="connsiteX3765" fmla="*/ 5463610 w 6501199"/>
              <a:gd name="connsiteY3765" fmla="*/ 1290828 h 6382977"/>
              <a:gd name="connsiteX3766" fmla="*/ 5466213 w 6501199"/>
              <a:gd name="connsiteY3766" fmla="*/ 1291867 h 6382977"/>
              <a:gd name="connsiteX3767" fmla="*/ 4841094 w 6501199"/>
              <a:gd name="connsiteY3767" fmla="*/ 1280782 h 6382977"/>
              <a:gd name="connsiteX3768" fmla="*/ 4832093 w 6501199"/>
              <a:gd name="connsiteY3768" fmla="*/ 1299139 h 6382977"/>
              <a:gd name="connsiteX3769" fmla="*/ 4841094 w 6501199"/>
              <a:gd name="connsiteY3769" fmla="*/ 1280782 h 6382977"/>
              <a:gd name="connsiteX3770" fmla="*/ 5445693 w 6501199"/>
              <a:gd name="connsiteY3770" fmla="*/ 1280347 h 6382977"/>
              <a:gd name="connsiteX3771" fmla="*/ 5445457 w 6501199"/>
              <a:gd name="connsiteY3771" fmla="*/ 1281013 h 6382977"/>
              <a:gd name="connsiteX3772" fmla="*/ 5445962 w 6501199"/>
              <a:gd name="connsiteY3772" fmla="*/ 1281046 h 6382977"/>
              <a:gd name="connsiteX3773" fmla="*/ 5345612 w 6501199"/>
              <a:gd name="connsiteY3773" fmla="*/ 1280347 h 6382977"/>
              <a:gd name="connsiteX3774" fmla="*/ 5343452 w 6501199"/>
              <a:gd name="connsiteY3774" fmla="*/ 1298708 h 6382977"/>
              <a:gd name="connsiteX3775" fmla="*/ 5345612 w 6501199"/>
              <a:gd name="connsiteY3775" fmla="*/ 1280347 h 6382977"/>
              <a:gd name="connsiteX3776" fmla="*/ 6021337 w 6501199"/>
              <a:gd name="connsiteY3776" fmla="*/ 1276026 h 6382977"/>
              <a:gd name="connsiteX3777" fmla="*/ 6000817 w 6501199"/>
              <a:gd name="connsiteY3777" fmla="*/ 1289707 h 6382977"/>
              <a:gd name="connsiteX3778" fmla="*/ 5998657 w 6501199"/>
              <a:gd name="connsiteY3778" fmla="*/ 1314549 h 6382977"/>
              <a:gd name="connsiteX3779" fmla="*/ 6021337 w 6501199"/>
              <a:gd name="connsiteY3779" fmla="*/ 1276026 h 6382977"/>
              <a:gd name="connsiteX3780" fmla="*/ 2440845 w 6501199"/>
              <a:gd name="connsiteY3780" fmla="*/ 1273175 h 6382977"/>
              <a:gd name="connsiteX3781" fmla="*/ 2445142 w 6501199"/>
              <a:gd name="connsiteY3781" fmla="*/ 1280135 h 6382977"/>
              <a:gd name="connsiteX3782" fmla="*/ 2397875 w 6501199"/>
              <a:gd name="connsiteY3782" fmla="*/ 1291858 h 6382977"/>
              <a:gd name="connsiteX3783" fmla="*/ 2440845 w 6501199"/>
              <a:gd name="connsiteY3783" fmla="*/ 1273175 h 6382977"/>
              <a:gd name="connsiteX3784" fmla="*/ 1829589 w 6501199"/>
              <a:gd name="connsiteY3784" fmla="*/ 1271587 h 6382977"/>
              <a:gd name="connsiteX3785" fmla="*/ 1833950 w 6501199"/>
              <a:gd name="connsiteY3785" fmla="*/ 1280349 h 6382977"/>
              <a:gd name="connsiteX3786" fmla="*/ 1804150 w 6501199"/>
              <a:gd name="connsiteY3786" fmla="*/ 1282803 h 6382977"/>
              <a:gd name="connsiteX3787" fmla="*/ 3918198 w 6501199"/>
              <a:gd name="connsiteY3787" fmla="*/ 1270576 h 6382977"/>
              <a:gd name="connsiteX3788" fmla="*/ 3933673 w 6501199"/>
              <a:gd name="connsiteY3788" fmla="*/ 1284064 h 6382977"/>
              <a:gd name="connsiteX3789" fmla="*/ 3945324 w 6501199"/>
              <a:gd name="connsiteY3789" fmla="*/ 1284064 h 6382977"/>
              <a:gd name="connsiteX3790" fmla="*/ 3915467 w 6501199"/>
              <a:gd name="connsiteY3790" fmla="*/ 1304565 h 6382977"/>
              <a:gd name="connsiteX3791" fmla="*/ 3935857 w 6501199"/>
              <a:gd name="connsiteY3791" fmla="*/ 1295214 h 6382977"/>
              <a:gd name="connsiteX3792" fmla="*/ 3924570 w 6501199"/>
              <a:gd name="connsiteY3792" fmla="*/ 1275072 h 6382977"/>
              <a:gd name="connsiteX3793" fmla="*/ 3906000 w 6501199"/>
              <a:gd name="connsiteY3793" fmla="*/ 1286222 h 6382977"/>
              <a:gd name="connsiteX3794" fmla="*/ 3918198 w 6501199"/>
              <a:gd name="connsiteY3794" fmla="*/ 1270576 h 6382977"/>
              <a:gd name="connsiteX3795" fmla="*/ 4370164 w 6501199"/>
              <a:gd name="connsiteY3795" fmla="*/ 1267104 h 6382977"/>
              <a:gd name="connsiteX3796" fmla="*/ 4365844 w 6501199"/>
              <a:gd name="connsiteY3796" fmla="*/ 1285461 h 6382977"/>
              <a:gd name="connsiteX3797" fmla="*/ 4377005 w 6501199"/>
              <a:gd name="connsiteY3797" fmla="*/ 1276463 h 6382977"/>
              <a:gd name="connsiteX3798" fmla="*/ 4370164 w 6501199"/>
              <a:gd name="connsiteY3798" fmla="*/ 1267104 h 6382977"/>
              <a:gd name="connsiteX3799" fmla="*/ 4917104 w 6501199"/>
              <a:gd name="connsiteY3799" fmla="*/ 1266825 h 6382977"/>
              <a:gd name="connsiteX3800" fmla="*/ 4921755 w 6501199"/>
              <a:gd name="connsiteY3800" fmla="*/ 1285508 h 6382977"/>
              <a:gd name="connsiteX3801" fmla="*/ 4901363 w 6501199"/>
              <a:gd name="connsiteY3801" fmla="*/ 1283310 h 6382977"/>
              <a:gd name="connsiteX3802" fmla="*/ 4917104 w 6501199"/>
              <a:gd name="connsiteY3802" fmla="*/ 1266825 h 6382977"/>
              <a:gd name="connsiteX3803" fmla="*/ 4888133 w 6501199"/>
              <a:gd name="connsiteY3803" fmla="*/ 1266825 h 6382977"/>
              <a:gd name="connsiteX3804" fmla="*/ 4876844 w 6501199"/>
              <a:gd name="connsiteY3804" fmla="*/ 1302979 h 6382977"/>
              <a:gd name="connsiteX3805" fmla="*/ 4888133 w 6501199"/>
              <a:gd name="connsiteY3805" fmla="*/ 1266825 h 6382977"/>
              <a:gd name="connsiteX3806" fmla="*/ 2474446 w 6501199"/>
              <a:gd name="connsiteY3806" fmla="*/ 1266825 h 6382977"/>
              <a:gd name="connsiteX3807" fmla="*/ 2476900 w 6501199"/>
              <a:gd name="connsiteY3807" fmla="*/ 1276350 h 6382977"/>
              <a:gd name="connsiteX3808" fmla="*/ 2450263 w 6501199"/>
              <a:gd name="connsiteY3808" fmla="*/ 1280746 h 6382977"/>
              <a:gd name="connsiteX3809" fmla="*/ 2474446 w 6501199"/>
              <a:gd name="connsiteY3809" fmla="*/ 1266825 h 6382977"/>
              <a:gd name="connsiteX3810" fmla="*/ 2446729 w 6501199"/>
              <a:gd name="connsiteY3810" fmla="*/ 1262062 h 6382977"/>
              <a:gd name="connsiteX3811" fmla="*/ 2374063 w 6501199"/>
              <a:gd name="connsiteY3811" fmla="*/ 1293455 h 6382977"/>
              <a:gd name="connsiteX3812" fmla="*/ 2446729 w 6501199"/>
              <a:gd name="connsiteY3812" fmla="*/ 1262062 h 6382977"/>
              <a:gd name="connsiteX3813" fmla="*/ 3939923 w 6501199"/>
              <a:gd name="connsiteY3813" fmla="*/ 1257862 h 6382977"/>
              <a:gd name="connsiteX3814" fmla="*/ 3955854 w 6501199"/>
              <a:gd name="connsiteY3814" fmla="*/ 1266957 h 6382977"/>
              <a:gd name="connsiteX3815" fmla="*/ 3946802 w 6501199"/>
              <a:gd name="connsiteY3815" fmla="*/ 1280782 h 6382977"/>
              <a:gd name="connsiteX3816" fmla="*/ 3939923 w 6501199"/>
              <a:gd name="connsiteY3816" fmla="*/ 1257862 h 6382977"/>
              <a:gd name="connsiteX3817" fmla="*/ 2571476 w 6501199"/>
              <a:gd name="connsiteY3817" fmla="*/ 1257847 h 6382977"/>
              <a:gd name="connsiteX3818" fmla="*/ 2589601 w 6501199"/>
              <a:gd name="connsiteY3818" fmla="*/ 1259982 h 6382977"/>
              <a:gd name="connsiteX3819" fmla="*/ 2555525 w 6501199"/>
              <a:gd name="connsiteY3819" fmla="*/ 1275994 h 6382977"/>
              <a:gd name="connsiteX3820" fmla="*/ 2571476 w 6501199"/>
              <a:gd name="connsiteY3820" fmla="*/ 1257847 h 6382977"/>
              <a:gd name="connsiteX3821" fmla="*/ 3969897 w 6501199"/>
              <a:gd name="connsiteY3821" fmla="*/ 1257300 h 6382977"/>
              <a:gd name="connsiteX3822" fmla="*/ 3964738 w 6501199"/>
              <a:gd name="connsiteY3822" fmla="*/ 1265718 h 6382977"/>
              <a:gd name="connsiteX3823" fmla="*/ 3969897 w 6501199"/>
              <a:gd name="connsiteY3823" fmla="*/ 1257300 h 6382977"/>
              <a:gd name="connsiteX3824" fmla="*/ 3960372 w 6501199"/>
              <a:gd name="connsiteY3824" fmla="*/ 1255712 h 6382977"/>
              <a:gd name="connsiteX3825" fmla="*/ 3957594 w 6501199"/>
              <a:gd name="connsiteY3825" fmla="*/ 1269633 h 6382977"/>
              <a:gd name="connsiteX3826" fmla="*/ 3960372 w 6501199"/>
              <a:gd name="connsiteY3826" fmla="*/ 1255712 h 6382977"/>
              <a:gd name="connsiteX3827" fmla="*/ 2099408 w 6501199"/>
              <a:gd name="connsiteY3827" fmla="*/ 1252026 h 6382977"/>
              <a:gd name="connsiteX3828" fmla="*/ 2119701 w 6501199"/>
              <a:gd name="connsiteY3828" fmla="*/ 1256631 h 6382977"/>
              <a:gd name="connsiteX3829" fmla="*/ 2053388 w 6501199"/>
              <a:gd name="connsiteY3829" fmla="*/ 1283552 h 6382977"/>
              <a:gd name="connsiteX3830" fmla="*/ 2074043 w 6501199"/>
              <a:gd name="connsiteY3830" fmla="*/ 1265486 h 6382977"/>
              <a:gd name="connsiteX3831" fmla="*/ 2099408 w 6501199"/>
              <a:gd name="connsiteY3831" fmla="*/ 1252026 h 6382977"/>
              <a:gd name="connsiteX3832" fmla="*/ 4411209 w 6501199"/>
              <a:gd name="connsiteY3832" fmla="*/ 1249107 h 6382977"/>
              <a:gd name="connsiteX3833" fmla="*/ 4404368 w 6501199"/>
              <a:gd name="connsiteY3833" fmla="*/ 1258105 h 6382977"/>
              <a:gd name="connsiteX3834" fmla="*/ 4411209 w 6501199"/>
              <a:gd name="connsiteY3834" fmla="*/ 1249107 h 6382977"/>
              <a:gd name="connsiteX3835" fmla="*/ 5515372 w 6501199"/>
              <a:gd name="connsiteY3835" fmla="*/ 1247775 h 6382977"/>
              <a:gd name="connsiteX3836" fmla="*/ 5477625 w 6501199"/>
              <a:gd name="connsiteY3836" fmla="*/ 1322030 h 6382977"/>
              <a:gd name="connsiteX3837" fmla="*/ 5515372 w 6501199"/>
              <a:gd name="connsiteY3837" fmla="*/ 1247775 h 6382977"/>
              <a:gd name="connsiteX3838" fmla="*/ 3982536 w 6501199"/>
              <a:gd name="connsiteY3838" fmla="*/ 1247568 h 6382977"/>
              <a:gd name="connsiteX3839" fmla="*/ 3989333 w 6501199"/>
              <a:gd name="connsiteY3839" fmla="*/ 1249671 h 6382977"/>
              <a:gd name="connsiteX3840" fmla="*/ 3989333 w 6501199"/>
              <a:gd name="connsiteY3840" fmla="*/ 1260887 h 6382977"/>
              <a:gd name="connsiteX3841" fmla="*/ 3984683 w 6501199"/>
              <a:gd name="connsiteY3841" fmla="*/ 1258433 h 6382977"/>
              <a:gd name="connsiteX3842" fmla="*/ 3984683 w 6501199"/>
              <a:gd name="connsiteY3842" fmla="*/ 1254228 h 6382977"/>
              <a:gd name="connsiteX3843" fmla="*/ 3982536 w 6501199"/>
              <a:gd name="connsiteY3843" fmla="*/ 1247568 h 6382977"/>
              <a:gd name="connsiteX3844" fmla="*/ 3996125 w 6501199"/>
              <a:gd name="connsiteY3844" fmla="*/ 1242339 h 6382977"/>
              <a:gd name="connsiteX3845" fmla="*/ 4004839 w 6501199"/>
              <a:gd name="connsiteY3845" fmla="*/ 1244323 h 6382977"/>
              <a:gd name="connsiteX3846" fmla="*/ 4007255 w 6501199"/>
              <a:gd name="connsiteY3846" fmla="*/ 1255367 h 6382977"/>
              <a:gd name="connsiteX3847" fmla="*/ 3994141 w 6501199"/>
              <a:gd name="connsiteY3847" fmla="*/ 1255367 h 6382977"/>
              <a:gd name="connsiteX3848" fmla="*/ 3996125 w 6501199"/>
              <a:gd name="connsiteY3848" fmla="*/ 1242339 h 6382977"/>
              <a:gd name="connsiteX3849" fmla="*/ 2173680 w 6501199"/>
              <a:gd name="connsiteY3849" fmla="*/ 1239837 h 6382977"/>
              <a:gd name="connsiteX3850" fmla="*/ 2137525 w 6501199"/>
              <a:gd name="connsiteY3850" fmla="*/ 1253758 h 6382977"/>
              <a:gd name="connsiteX3851" fmla="*/ 2173680 w 6501199"/>
              <a:gd name="connsiteY3851" fmla="*/ 1239837 h 6382977"/>
              <a:gd name="connsiteX3852" fmla="*/ 5360108 w 6501199"/>
              <a:gd name="connsiteY3852" fmla="*/ 1238696 h 6382977"/>
              <a:gd name="connsiteX3853" fmla="*/ 5350292 w 6501199"/>
              <a:gd name="connsiteY3853" fmla="*/ 1243984 h 6382977"/>
              <a:gd name="connsiteX3854" fmla="*/ 5336612 w 6501199"/>
              <a:gd name="connsiteY3854" fmla="*/ 1250825 h 6382977"/>
              <a:gd name="connsiteX3855" fmla="*/ 5338772 w 6501199"/>
              <a:gd name="connsiteY3855" fmla="*/ 1257665 h 6382977"/>
              <a:gd name="connsiteX3856" fmla="*/ 5332112 w 6501199"/>
              <a:gd name="connsiteY3856" fmla="*/ 1254245 h 6382977"/>
              <a:gd name="connsiteX3857" fmla="*/ 5329326 w 6501199"/>
              <a:gd name="connsiteY3857" fmla="*/ 1252814 h 6382977"/>
              <a:gd name="connsiteX3858" fmla="*/ 5329022 w 6501199"/>
              <a:gd name="connsiteY3858" fmla="*/ 1256188 h 6382977"/>
              <a:gd name="connsiteX3859" fmla="*/ 5325974 w 6501199"/>
              <a:gd name="connsiteY3859" fmla="*/ 1259952 h 6382977"/>
              <a:gd name="connsiteX3860" fmla="*/ 5336612 w 6501199"/>
              <a:gd name="connsiteY3860" fmla="*/ 1259825 h 6382977"/>
              <a:gd name="connsiteX3861" fmla="*/ 5352452 w 6501199"/>
              <a:gd name="connsiteY3861" fmla="*/ 1276026 h 6382977"/>
              <a:gd name="connsiteX3862" fmla="*/ 5348222 w 6501199"/>
              <a:gd name="connsiteY3862" fmla="*/ 1267656 h 6382977"/>
              <a:gd name="connsiteX3863" fmla="*/ 5345967 w 6501199"/>
              <a:gd name="connsiteY3863" fmla="*/ 1264727 h 6382977"/>
              <a:gd name="connsiteX3864" fmla="*/ 5344418 w 6501199"/>
              <a:gd name="connsiteY3864" fmla="*/ 1264209 h 6382977"/>
              <a:gd name="connsiteX3865" fmla="*/ 5344552 w 6501199"/>
              <a:gd name="connsiteY3865" fmla="*/ 1262890 h 6382977"/>
              <a:gd name="connsiteX3866" fmla="*/ 5344453 w 6501199"/>
              <a:gd name="connsiteY3866" fmla="*/ 1262762 h 6382977"/>
              <a:gd name="connsiteX3867" fmla="*/ 5344655 w 6501199"/>
              <a:gd name="connsiteY3867" fmla="*/ 1261877 h 6382977"/>
              <a:gd name="connsiteX3868" fmla="*/ 5344936 w 6501199"/>
              <a:gd name="connsiteY3868" fmla="*/ 1259104 h 6382977"/>
              <a:gd name="connsiteX3869" fmla="*/ 5344052 w 6501199"/>
              <a:gd name="connsiteY3869" fmla="*/ 1250081 h 6382977"/>
              <a:gd name="connsiteX3870" fmla="*/ 5350075 w 6501199"/>
              <a:gd name="connsiteY3870" fmla="*/ 1248349 h 6382977"/>
              <a:gd name="connsiteX3871" fmla="*/ 5354444 w 6501199"/>
              <a:gd name="connsiteY3871" fmla="*/ 1255321 h 6382977"/>
              <a:gd name="connsiteX3872" fmla="*/ 5353610 w 6501199"/>
              <a:gd name="connsiteY3872" fmla="*/ 1258113 h 6382977"/>
              <a:gd name="connsiteX3873" fmla="*/ 5356817 w 6501199"/>
              <a:gd name="connsiteY3873" fmla="*/ 1255640 h 6382977"/>
              <a:gd name="connsiteX3874" fmla="*/ 5366132 w 6501199"/>
              <a:gd name="connsiteY3874" fmla="*/ 1255505 h 6382977"/>
              <a:gd name="connsiteX3875" fmla="*/ 5360108 w 6501199"/>
              <a:gd name="connsiteY3875" fmla="*/ 1238696 h 6382977"/>
              <a:gd name="connsiteX3876" fmla="*/ 5795547 w 6501199"/>
              <a:gd name="connsiteY3876" fmla="*/ 1236662 h 6382977"/>
              <a:gd name="connsiteX3877" fmla="*/ 5807453 w 6501199"/>
              <a:gd name="connsiteY3877" fmla="*/ 1259214 h 6382977"/>
              <a:gd name="connsiteX3878" fmla="*/ 5795547 w 6501199"/>
              <a:gd name="connsiteY3878" fmla="*/ 1236662 h 6382977"/>
              <a:gd name="connsiteX3879" fmla="*/ 2388850 w 6501199"/>
              <a:gd name="connsiteY3879" fmla="*/ 1235622 h 6382977"/>
              <a:gd name="connsiteX3880" fmla="*/ 2400147 w 6501199"/>
              <a:gd name="connsiteY3880" fmla="*/ 1236508 h 6382977"/>
              <a:gd name="connsiteX3881" fmla="*/ 2384491 w 6501199"/>
              <a:gd name="connsiteY3881" fmla="*/ 1252105 h 6382977"/>
              <a:gd name="connsiteX3882" fmla="*/ 2393387 w 6501199"/>
              <a:gd name="connsiteY3882" fmla="*/ 1249979 h 6382977"/>
              <a:gd name="connsiteX3883" fmla="*/ 2384491 w 6501199"/>
              <a:gd name="connsiteY3883" fmla="*/ 1243243 h 6382977"/>
              <a:gd name="connsiteX3884" fmla="*/ 2388850 w 6501199"/>
              <a:gd name="connsiteY3884" fmla="*/ 1235622 h 6382977"/>
              <a:gd name="connsiteX3885" fmla="*/ 5570594 w 6501199"/>
              <a:gd name="connsiteY3885" fmla="*/ 1231900 h 6382977"/>
              <a:gd name="connsiteX3886" fmla="*/ 5557000 w 6501199"/>
              <a:gd name="connsiteY3886" fmla="*/ 1252781 h 6382977"/>
              <a:gd name="connsiteX3887" fmla="*/ 5570594 w 6501199"/>
              <a:gd name="connsiteY3887" fmla="*/ 1231900 h 6382977"/>
              <a:gd name="connsiteX3888" fmla="*/ 2842016 w 6501199"/>
              <a:gd name="connsiteY3888" fmla="*/ 1231900 h 6382977"/>
              <a:gd name="connsiteX3889" fmla="*/ 2785225 w 6501199"/>
              <a:gd name="connsiteY3889" fmla="*/ 1245821 h 6382977"/>
              <a:gd name="connsiteX3890" fmla="*/ 2842016 w 6501199"/>
              <a:gd name="connsiteY3890" fmla="*/ 1231900 h 6382977"/>
              <a:gd name="connsiteX3891" fmla="*/ 2202690 w 6501199"/>
              <a:gd name="connsiteY3891" fmla="*/ 1230902 h 6382977"/>
              <a:gd name="connsiteX3892" fmla="*/ 2197965 w 6501199"/>
              <a:gd name="connsiteY3892" fmla="*/ 1249408 h 6382977"/>
              <a:gd name="connsiteX3893" fmla="*/ 2181975 w 6501199"/>
              <a:gd name="connsiteY3893" fmla="*/ 1242513 h 6382977"/>
              <a:gd name="connsiteX3894" fmla="*/ 2202690 w 6501199"/>
              <a:gd name="connsiteY3894" fmla="*/ 1230902 h 6382977"/>
              <a:gd name="connsiteX3895" fmla="*/ 2445589 w 6501199"/>
              <a:gd name="connsiteY3895" fmla="*/ 1227242 h 6382977"/>
              <a:gd name="connsiteX3896" fmla="*/ 2454663 w 6501199"/>
              <a:gd name="connsiteY3896" fmla="*/ 1227666 h 6382977"/>
              <a:gd name="connsiteX3897" fmla="*/ 2408988 w 6501199"/>
              <a:gd name="connsiteY3897" fmla="*/ 1238603 h 6382977"/>
              <a:gd name="connsiteX3898" fmla="*/ 2445589 w 6501199"/>
              <a:gd name="connsiteY3898" fmla="*/ 1227242 h 6382977"/>
              <a:gd name="connsiteX3899" fmla="*/ 5132212 w 6501199"/>
              <a:gd name="connsiteY3899" fmla="*/ 1223962 h 6382977"/>
              <a:gd name="connsiteX3900" fmla="*/ 5130029 w 6501199"/>
              <a:gd name="connsiteY3900" fmla="*/ 1255821 h 6382977"/>
              <a:gd name="connsiteX3901" fmla="*/ 5104563 w 6501199"/>
              <a:gd name="connsiteY3901" fmla="*/ 1249020 h 6382977"/>
              <a:gd name="connsiteX3902" fmla="*/ 5132212 w 6501199"/>
              <a:gd name="connsiteY3902" fmla="*/ 1223962 h 6382977"/>
              <a:gd name="connsiteX3903" fmla="*/ 5632609 w 6501199"/>
              <a:gd name="connsiteY3903" fmla="*/ 1221316 h 6382977"/>
              <a:gd name="connsiteX3904" fmla="*/ 5648717 w 6501199"/>
              <a:gd name="connsiteY3904" fmla="*/ 1226023 h 6382977"/>
              <a:gd name="connsiteX3905" fmla="*/ 5632609 w 6501199"/>
              <a:gd name="connsiteY3905" fmla="*/ 1244126 h 6382977"/>
              <a:gd name="connsiteX3906" fmla="*/ 5648717 w 6501199"/>
              <a:gd name="connsiteY3906" fmla="*/ 1266936 h 6382977"/>
              <a:gd name="connsiteX3907" fmla="*/ 5632609 w 6501199"/>
              <a:gd name="connsiteY3907" fmla="*/ 1278522 h 6382977"/>
              <a:gd name="connsiteX3908" fmla="*/ 5639410 w 6501199"/>
              <a:gd name="connsiteY3908" fmla="*/ 1296625 h 6382977"/>
              <a:gd name="connsiteX3909" fmla="*/ 5612563 w 6501199"/>
              <a:gd name="connsiteY3909" fmla="*/ 1285401 h 6382977"/>
              <a:gd name="connsiteX3910" fmla="*/ 5632609 w 6501199"/>
              <a:gd name="connsiteY3910" fmla="*/ 1226023 h 6382977"/>
              <a:gd name="connsiteX3911" fmla="*/ 5632609 w 6501199"/>
              <a:gd name="connsiteY3911" fmla="*/ 1221316 h 6382977"/>
              <a:gd name="connsiteX3912" fmla="*/ 5837015 w 6501199"/>
              <a:gd name="connsiteY3912" fmla="*/ 1221303 h 6382977"/>
              <a:gd name="connsiteX3913" fmla="*/ 5825225 w 6501199"/>
              <a:gd name="connsiteY3913" fmla="*/ 1245154 h 6382977"/>
              <a:gd name="connsiteX3914" fmla="*/ 5829705 w 6501199"/>
              <a:gd name="connsiteY3914" fmla="*/ 1273094 h 6382977"/>
              <a:gd name="connsiteX3915" fmla="*/ 5831099 w 6501199"/>
              <a:gd name="connsiteY3915" fmla="*/ 1271876 h 6382977"/>
              <a:gd name="connsiteX3916" fmla="*/ 5836295 w 6501199"/>
              <a:gd name="connsiteY3916" fmla="*/ 1248530 h 6382977"/>
              <a:gd name="connsiteX3917" fmla="*/ 5836337 w 6501199"/>
              <a:gd name="connsiteY3917" fmla="*/ 1246929 h 6382977"/>
              <a:gd name="connsiteX3918" fmla="*/ 5836161 w 6501199"/>
              <a:gd name="connsiteY3918" fmla="*/ 1238402 h 6382977"/>
              <a:gd name="connsiteX3919" fmla="*/ 5836608 w 6501199"/>
              <a:gd name="connsiteY3919" fmla="*/ 1236707 h 6382977"/>
              <a:gd name="connsiteX3920" fmla="*/ 4417175 w 6501199"/>
              <a:gd name="connsiteY3920" fmla="*/ 1220611 h 6382977"/>
              <a:gd name="connsiteX3921" fmla="*/ 4430696 w 6501199"/>
              <a:gd name="connsiteY3921" fmla="*/ 1220611 h 6382977"/>
              <a:gd name="connsiteX3922" fmla="*/ 4417175 w 6501199"/>
              <a:gd name="connsiteY3922" fmla="*/ 1220611 h 6382977"/>
              <a:gd name="connsiteX3923" fmla="*/ 4391341 w 6501199"/>
              <a:gd name="connsiteY3923" fmla="*/ 1220431 h 6382977"/>
              <a:gd name="connsiteX3924" fmla="*/ 4405707 w 6501199"/>
              <a:gd name="connsiteY3924" fmla="*/ 1229221 h 6382977"/>
              <a:gd name="connsiteX3925" fmla="*/ 4392186 w 6501199"/>
              <a:gd name="connsiteY3925" fmla="*/ 1229221 h 6382977"/>
              <a:gd name="connsiteX3926" fmla="*/ 4391341 w 6501199"/>
              <a:gd name="connsiteY3926" fmla="*/ 1220431 h 6382977"/>
              <a:gd name="connsiteX3927" fmla="*/ 4950750 w 6501199"/>
              <a:gd name="connsiteY3927" fmla="*/ 1220419 h 6382977"/>
              <a:gd name="connsiteX3928" fmla="*/ 4949641 w 6501199"/>
              <a:gd name="connsiteY3928" fmla="*/ 1225112 h 6382977"/>
              <a:gd name="connsiteX3929" fmla="*/ 4946349 w 6501199"/>
              <a:gd name="connsiteY3929" fmla="*/ 1229908 h 6382977"/>
              <a:gd name="connsiteX3930" fmla="*/ 4949422 w 6501199"/>
              <a:gd name="connsiteY3930" fmla="*/ 1230652 h 6382977"/>
              <a:gd name="connsiteX3931" fmla="*/ 4962922 w 6501199"/>
              <a:gd name="connsiteY3931" fmla="*/ 1239085 h 6382977"/>
              <a:gd name="connsiteX3932" fmla="*/ 4931525 w 6501199"/>
              <a:gd name="connsiteY3932" fmla="*/ 1234824 h 6382977"/>
              <a:gd name="connsiteX3933" fmla="*/ 4937704 w 6501199"/>
              <a:gd name="connsiteY3933" fmla="*/ 1228522 h 6382977"/>
              <a:gd name="connsiteX3934" fmla="*/ 4936288 w 6501199"/>
              <a:gd name="connsiteY3934" fmla="*/ 1225823 h 6382977"/>
              <a:gd name="connsiteX3935" fmla="*/ 4947867 w 6501199"/>
              <a:gd name="connsiteY3935" fmla="*/ 1221197 h 6382977"/>
              <a:gd name="connsiteX3936" fmla="*/ 4950750 w 6501199"/>
              <a:gd name="connsiteY3936" fmla="*/ 1220419 h 6382977"/>
              <a:gd name="connsiteX3937" fmla="*/ 5495339 w 6501199"/>
              <a:gd name="connsiteY3937" fmla="*/ 1220355 h 6382977"/>
              <a:gd name="connsiteX3938" fmla="*/ 5499492 w 6501199"/>
              <a:gd name="connsiteY3938" fmla="*/ 1221238 h 6382977"/>
              <a:gd name="connsiteX3939" fmla="*/ 5483751 w 6501199"/>
              <a:gd name="connsiteY3939" fmla="*/ 1250592 h 6382977"/>
              <a:gd name="connsiteX3940" fmla="*/ 5481605 w 6501199"/>
              <a:gd name="connsiteY3940" fmla="*/ 1225892 h 6382977"/>
              <a:gd name="connsiteX3941" fmla="*/ 5495339 w 6501199"/>
              <a:gd name="connsiteY3941" fmla="*/ 1220355 h 6382977"/>
              <a:gd name="connsiteX3942" fmla="*/ 5941290 w 6501199"/>
              <a:gd name="connsiteY3942" fmla="*/ 1216025 h 6382977"/>
              <a:gd name="connsiteX3943" fmla="*/ 5941290 w 6501199"/>
              <a:gd name="connsiteY3943" fmla="*/ 1250586 h 6382977"/>
              <a:gd name="connsiteX3944" fmla="*/ 5932205 w 6501199"/>
              <a:gd name="connsiteY3944" fmla="*/ 1234579 h 6382977"/>
              <a:gd name="connsiteX3945" fmla="*/ 5925300 w 6501199"/>
              <a:gd name="connsiteY3945" fmla="*/ 1236761 h 6382977"/>
              <a:gd name="connsiteX3946" fmla="*/ 5941290 w 6501199"/>
              <a:gd name="connsiteY3946" fmla="*/ 1216025 h 6382977"/>
              <a:gd name="connsiteX3947" fmla="*/ 2809797 w 6501199"/>
              <a:gd name="connsiteY3947" fmla="*/ 1212850 h 6382977"/>
              <a:gd name="connsiteX3948" fmla="*/ 2816616 w 6501199"/>
              <a:gd name="connsiteY3948" fmla="*/ 1229026 h 6382977"/>
              <a:gd name="connsiteX3949" fmla="*/ 2780366 w 6501199"/>
              <a:gd name="connsiteY3949" fmla="*/ 1224246 h 6382977"/>
              <a:gd name="connsiteX3950" fmla="*/ 2809797 w 6501199"/>
              <a:gd name="connsiteY3950" fmla="*/ 1212850 h 6382977"/>
              <a:gd name="connsiteX3951" fmla="*/ 3391750 w 6501199"/>
              <a:gd name="connsiteY3951" fmla="*/ 1207950 h 6382977"/>
              <a:gd name="connsiteX3952" fmla="*/ 3371088 w 6501199"/>
              <a:gd name="connsiteY3952" fmla="*/ 1223606 h 6382977"/>
              <a:gd name="connsiteX3953" fmla="*/ 3391750 w 6501199"/>
              <a:gd name="connsiteY3953" fmla="*/ 1207950 h 6382977"/>
              <a:gd name="connsiteX3954" fmla="*/ 3303988 w 6501199"/>
              <a:gd name="connsiteY3954" fmla="*/ 1207028 h 6382977"/>
              <a:gd name="connsiteX3955" fmla="*/ 3301885 w 6501199"/>
              <a:gd name="connsiteY3955" fmla="*/ 1220434 h 6382977"/>
              <a:gd name="connsiteX3956" fmla="*/ 3277350 w 6501199"/>
              <a:gd name="connsiteY3956" fmla="*/ 1215848 h 6382977"/>
              <a:gd name="connsiteX3957" fmla="*/ 3303988 w 6501199"/>
              <a:gd name="connsiteY3957" fmla="*/ 1207028 h 6382977"/>
              <a:gd name="connsiteX3958" fmla="*/ 4849736 w 6501199"/>
              <a:gd name="connsiteY3958" fmla="*/ 1204912 h 6382977"/>
              <a:gd name="connsiteX3959" fmla="*/ 4840526 w 6501199"/>
              <a:gd name="connsiteY3959" fmla="*/ 1250587 h 6382977"/>
              <a:gd name="connsiteX3960" fmla="*/ 4849736 w 6501199"/>
              <a:gd name="connsiteY3960" fmla="*/ 1204912 h 6382977"/>
              <a:gd name="connsiteX3961" fmla="*/ 6269334 w 6501199"/>
              <a:gd name="connsiteY3961" fmla="*/ 1198562 h 6382977"/>
              <a:gd name="connsiteX3962" fmla="*/ 6269334 w 6501199"/>
              <a:gd name="connsiteY3962" fmla="*/ 1207324 h 6382977"/>
              <a:gd name="connsiteX3963" fmla="*/ 6280550 w 6501199"/>
              <a:gd name="connsiteY3963" fmla="*/ 1213983 h 6382977"/>
              <a:gd name="connsiteX3964" fmla="*/ 6260572 w 6501199"/>
              <a:gd name="connsiteY3964" fmla="*/ 1225199 h 6382977"/>
              <a:gd name="connsiteX3965" fmla="*/ 6269334 w 6501199"/>
              <a:gd name="connsiteY3965" fmla="*/ 1198562 h 6382977"/>
              <a:gd name="connsiteX3966" fmla="*/ 6046537 w 6501199"/>
              <a:gd name="connsiteY3966" fmla="*/ 1196101 h 6382977"/>
              <a:gd name="connsiteX3967" fmla="*/ 6037177 w 6501199"/>
              <a:gd name="connsiteY3967" fmla="*/ 1219142 h 6382977"/>
              <a:gd name="connsiteX3968" fmla="*/ 6046537 w 6501199"/>
              <a:gd name="connsiteY3968" fmla="*/ 1196101 h 6382977"/>
              <a:gd name="connsiteX3969" fmla="*/ 5647091 w 6501199"/>
              <a:gd name="connsiteY3969" fmla="*/ 1194941 h 6382977"/>
              <a:gd name="connsiteX3970" fmla="*/ 5649152 w 6501199"/>
              <a:gd name="connsiteY3970" fmla="*/ 1196212 h 6382977"/>
              <a:gd name="connsiteX3971" fmla="*/ 5649152 w 6501199"/>
              <a:gd name="connsiteY3971" fmla="*/ 1214086 h 6382977"/>
              <a:gd name="connsiteX3972" fmla="*/ 5628438 w 6501199"/>
              <a:gd name="connsiteY3972" fmla="*/ 1209530 h 6382977"/>
              <a:gd name="connsiteX3973" fmla="*/ 5647091 w 6501199"/>
              <a:gd name="connsiteY3973" fmla="*/ 1194941 h 6382977"/>
              <a:gd name="connsiteX3974" fmla="*/ 2191138 w 6501199"/>
              <a:gd name="connsiteY3974" fmla="*/ 1194347 h 6382977"/>
              <a:gd name="connsiteX3975" fmla="*/ 2152351 w 6501199"/>
              <a:gd name="connsiteY3975" fmla="*/ 1212494 h 6382977"/>
              <a:gd name="connsiteX3976" fmla="*/ 2191138 w 6501199"/>
              <a:gd name="connsiteY3976" fmla="*/ 1194347 h 6382977"/>
              <a:gd name="connsiteX3977" fmla="*/ 6398016 w 6501199"/>
              <a:gd name="connsiteY3977" fmla="*/ 1192212 h 6382977"/>
              <a:gd name="connsiteX3978" fmla="*/ 6398016 w 6501199"/>
              <a:gd name="connsiteY3978" fmla="*/ 1215131 h 6382977"/>
              <a:gd name="connsiteX3979" fmla="*/ 6382224 w 6501199"/>
              <a:gd name="connsiteY3979" fmla="*/ 1212948 h 6382977"/>
              <a:gd name="connsiteX3980" fmla="*/ 6382224 w 6501199"/>
              <a:gd name="connsiteY3980" fmla="*/ 1226773 h 6382977"/>
              <a:gd name="connsiteX3981" fmla="*/ 6398016 w 6501199"/>
              <a:gd name="connsiteY3981" fmla="*/ 1192212 h 6382977"/>
              <a:gd name="connsiteX3982" fmla="*/ 5578696 w 6501199"/>
              <a:gd name="connsiteY3982" fmla="*/ 1192212 h 6382977"/>
              <a:gd name="connsiteX3983" fmla="*/ 5578696 w 6501199"/>
              <a:gd name="connsiteY3983" fmla="*/ 1226773 h 6382977"/>
              <a:gd name="connsiteX3984" fmla="*/ 5578696 w 6501199"/>
              <a:gd name="connsiteY3984" fmla="*/ 1192212 h 6382977"/>
              <a:gd name="connsiteX3985" fmla="*/ 4976345 w 6501199"/>
              <a:gd name="connsiteY3985" fmla="*/ 1191925 h 6382977"/>
              <a:gd name="connsiteX3986" fmla="*/ 4965982 w 6501199"/>
              <a:gd name="connsiteY3986" fmla="*/ 1234717 h 6382977"/>
              <a:gd name="connsiteX3987" fmla="*/ 4952136 w 6501199"/>
              <a:gd name="connsiteY3987" fmla="*/ 1214346 h 6382977"/>
              <a:gd name="connsiteX3988" fmla="*/ 4971874 w 6501199"/>
              <a:gd name="connsiteY3988" fmla="*/ 1192701 h 6382977"/>
              <a:gd name="connsiteX3989" fmla="*/ 4976345 w 6501199"/>
              <a:gd name="connsiteY3989" fmla="*/ 1191925 h 6382977"/>
              <a:gd name="connsiteX3990" fmla="*/ 6321198 w 6501199"/>
              <a:gd name="connsiteY3990" fmla="*/ 1189037 h 6382977"/>
              <a:gd name="connsiteX3991" fmla="*/ 6337684 w 6501199"/>
              <a:gd name="connsiteY3991" fmla="*/ 1272815 h 6382977"/>
              <a:gd name="connsiteX3992" fmla="*/ 6321198 w 6501199"/>
              <a:gd name="connsiteY3992" fmla="*/ 1189037 h 6382977"/>
              <a:gd name="connsiteX3993" fmla="*/ 3495273 w 6501199"/>
              <a:gd name="connsiteY3993" fmla="*/ 1181021 h 6382977"/>
              <a:gd name="connsiteX3994" fmla="*/ 3507176 w 6501199"/>
              <a:gd name="connsiteY3994" fmla="*/ 1184001 h 6382977"/>
              <a:gd name="connsiteX3995" fmla="*/ 3486900 w 6501199"/>
              <a:gd name="connsiteY3995" fmla="*/ 1181510 h 6382977"/>
              <a:gd name="connsiteX3996" fmla="*/ 3495273 w 6501199"/>
              <a:gd name="connsiteY3996" fmla="*/ 1181021 h 6382977"/>
              <a:gd name="connsiteX3997" fmla="*/ 3597657 w 6501199"/>
              <a:gd name="connsiteY3997" fmla="*/ 1177894 h 6382977"/>
              <a:gd name="connsiteX3998" fmla="*/ 3610353 w 6501199"/>
              <a:gd name="connsiteY3998" fmla="*/ 1185496 h 6382977"/>
              <a:gd name="connsiteX3999" fmla="*/ 3586913 w 6501199"/>
              <a:gd name="connsiteY3999" fmla="*/ 1180733 h 6382977"/>
              <a:gd name="connsiteX4000" fmla="*/ 3597657 w 6501199"/>
              <a:gd name="connsiteY4000" fmla="*/ 1177894 h 6382977"/>
              <a:gd name="connsiteX4001" fmla="*/ 5648926 w 6501199"/>
              <a:gd name="connsiteY4001" fmla="*/ 1168400 h 6382977"/>
              <a:gd name="connsiteX4002" fmla="*/ 5658228 w 6501199"/>
              <a:gd name="connsiteY4002" fmla="*/ 1179848 h 6382977"/>
              <a:gd name="connsiteX4003" fmla="*/ 5634788 w 6501199"/>
              <a:gd name="connsiteY4003" fmla="*/ 1184498 h 6382977"/>
              <a:gd name="connsiteX4004" fmla="*/ 5648926 w 6501199"/>
              <a:gd name="connsiteY4004" fmla="*/ 1168400 h 6382977"/>
              <a:gd name="connsiteX4005" fmla="*/ 3531042 w 6501199"/>
              <a:gd name="connsiteY4005" fmla="*/ 1168091 h 6382977"/>
              <a:gd name="connsiteX4006" fmla="*/ 3538935 w 6501199"/>
              <a:gd name="connsiteY4006" fmla="*/ 1170340 h 6382977"/>
              <a:gd name="connsiteX4007" fmla="*/ 3523413 w 6501199"/>
              <a:gd name="connsiteY4007" fmla="*/ 1172456 h 6382977"/>
              <a:gd name="connsiteX4008" fmla="*/ 3531042 w 6501199"/>
              <a:gd name="connsiteY4008" fmla="*/ 1168091 h 6382977"/>
              <a:gd name="connsiteX4009" fmla="*/ 2156282 w 6501199"/>
              <a:gd name="connsiteY4009" fmla="*/ 1167933 h 6382977"/>
              <a:gd name="connsiteX4010" fmla="*/ 2170500 w 6501199"/>
              <a:gd name="connsiteY4010" fmla="*/ 1177980 h 6382977"/>
              <a:gd name="connsiteX4011" fmla="*/ 2140700 w 6501199"/>
              <a:gd name="connsiteY4011" fmla="*/ 1180152 h 6382977"/>
              <a:gd name="connsiteX4012" fmla="*/ 2156282 w 6501199"/>
              <a:gd name="connsiteY4012" fmla="*/ 1167933 h 6382977"/>
              <a:gd name="connsiteX4013" fmla="*/ 2543562 w 6501199"/>
              <a:gd name="connsiteY4013" fmla="*/ 1164166 h 6382977"/>
              <a:gd name="connsiteX4014" fmla="*/ 2513763 w 6501199"/>
              <a:gd name="connsiteY4014" fmla="*/ 1177572 h 6382977"/>
              <a:gd name="connsiteX4015" fmla="*/ 2543562 w 6501199"/>
              <a:gd name="connsiteY4015" fmla="*/ 1164166 h 6382977"/>
              <a:gd name="connsiteX4016" fmla="*/ 3395803 w 6501199"/>
              <a:gd name="connsiteY4016" fmla="*/ 1161479 h 6382977"/>
              <a:gd name="connsiteX4017" fmla="*/ 3416684 w 6501199"/>
              <a:gd name="connsiteY4017" fmla="*/ 1165944 h 6382977"/>
              <a:gd name="connsiteX4018" fmla="*/ 3393238 w 6501199"/>
              <a:gd name="connsiteY4018" fmla="*/ 1173013 h 6382977"/>
              <a:gd name="connsiteX4019" fmla="*/ 3395803 w 6501199"/>
              <a:gd name="connsiteY4019" fmla="*/ 1161479 h 6382977"/>
              <a:gd name="connsiteX4020" fmla="*/ 4922103 w 6501199"/>
              <a:gd name="connsiteY4020" fmla="*/ 1158875 h 6382977"/>
              <a:gd name="connsiteX4021" fmla="*/ 4924206 w 6501199"/>
              <a:gd name="connsiteY4021" fmla="*/ 1183917 h 6382977"/>
              <a:gd name="connsiteX4022" fmla="*/ 4922103 w 6501199"/>
              <a:gd name="connsiteY4022" fmla="*/ 1158875 h 6382977"/>
              <a:gd name="connsiteX4023" fmla="*/ 3490747 w 6501199"/>
              <a:gd name="connsiteY4023" fmla="*/ 1158089 h 6382977"/>
              <a:gd name="connsiteX4024" fmla="*/ 3496059 w 6501199"/>
              <a:gd name="connsiteY4024" fmla="*/ 1163740 h 6382977"/>
              <a:gd name="connsiteX4025" fmla="*/ 3482138 w 6501199"/>
              <a:gd name="connsiteY4025" fmla="*/ 1165843 h 6382977"/>
              <a:gd name="connsiteX4026" fmla="*/ 3490747 w 6501199"/>
              <a:gd name="connsiteY4026" fmla="*/ 1158089 h 6382977"/>
              <a:gd name="connsiteX4027" fmla="*/ 6411121 w 6501199"/>
              <a:gd name="connsiteY4027" fmla="*/ 1155700 h 6382977"/>
              <a:gd name="connsiteX4028" fmla="*/ 6433981 w 6501199"/>
              <a:gd name="connsiteY4028" fmla="*/ 1245829 h 6382977"/>
              <a:gd name="connsiteX4029" fmla="*/ 6411121 w 6501199"/>
              <a:gd name="connsiteY4029" fmla="*/ 1155700 h 6382977"/>
              <a:gd name="connsiteX4030" fmla="*/ 4981112 w 6501199"/>
              <a:gd name="connsiteY4030" fmla="*/ 1155700 h 6382977"/>
              <a:gd name="connsiteX4031" fmla="*/ 4983609 w 6501199"/>
              <a:gd name="connsiteY4031" fmla="*/ 1180737 h 6382977"/>
              <a:gd name="connsiteX4032" fmla="*/ 4981112 w 6501199"/>
              <a:gd name="connsiteY4032" fmla="*/ 1155700 h 6382977"/>
              <a:gd name="connsiteX4033" fmla="*/ 5592544 w 6501199"/>
              <a:gd name="connsiteY4033" fmla="*/ 1152525 h 6382977"/>
              <a:gd name="connsiteX4034" fmla="*/ 5579225 w 6501199"/>
              <a:gd name="connsiteY4034" fmla="*/ 1172502 h 6382977"/>
              <a:gd name="connsiteX4035" fmla="*/ 5592544 w 6501199"/>
              <a:gd name="connsiteY4035" fmla="*/ 1152525 h 6382977"/>
              <a:gd name="connsiteX4036" fmla="*/ 5167938 w 6501199"/>
              <a:gd name="connsiteY4036" fmla="*/ 1150937 h 6382977"/>
              <a:gd name="connsiteX4037" fmla="*/ 5186194 w 6501199"/>
              <a:gd name="connsiteY4037" fmla="*/ 1159936 h 6382977"/>
              <a:gd name="connsiteX4038" fmla="*/ 5184047 w 6501199"/>
              <a:gd name="connsiteY4038" fmla="*/ 1178294 h 6382977"/>
              <a:gd name="connsiteX4039" fmla="*/ 5172592 w 6501199"/>
              <a:gd name="connsiteY4039" fmla="*/ 1180453 h 6382977"/>
              <a:gd name="connsiteX4040" fmla="*/ 5188342 w 6501199"/>
              <a:gd name="connsiteY4040" fmla="*/ 1194132 h 6382977"/>
              <a:gd name="connsiteX4041" fmla="*/ 5177245 w 6501199"/>
              <a:gd name="connsiteY4041" fmla="*/ 1212490 h 6382977"/>
              <a:gd name="connsiteX4042" fmla="*/ 5152188 w 6501199"/>
              <a:gd name="connsiteY4042" fmla="*/ 1187293 h 6382977"/>
              <a:gd name="connsiteX4043" fmla="*/ 5174740 w 6501199"/>
              <a:gd name="connsiteY4043" fmla="*/ 1168935 h 6382977"/>
              <a:gd name="connsiteX4044" fmla="*/ 5163643 w 6501199"/>
              <a:gd name="connsiteY4044" fmla="*/ 1155616 h 6382977"/>
              <a:gd name="connsiteX4045" fmla="*/ 5167938 w 6501199"/>
              <a:gd name="connsiteY4045" fmla="*/ 1150937 h 6382977"/>
              <a:gd name="connsiteX4046" fmla="*/ 4880353 w 6501199"/>
              <a:gd name="connsiteY4046" fmla="*/ 1150937 h 6382977"/>
              <a:gd name="connsiteX4047" fmla="*/ 4861378 w 6501199"/>
              <a:gd name="connsiteY4047" fmla="*/ 1206137 h 6382977"/>
              <a:gd name="connsiteX4048" fmla="*/ 4880353 w 6501199"/>
              <a:gd name="connsiteY4048" fmla="*/ 1150937 h 6382977"/>
              <a:gd name="connsiteX4049" fmla="*/ 4506785 w 6501199"/>
              <a:gd name="connsiteY4049" fmla="*/ 1149963 h 6382977"/>
              <a:gd name="connsiteX4050" fmla="*/ 4520001 w 6501199"/>
              <a:gd name="connsiteY4050" fmla="*/ 1152573 h 6382977"/>
              <a:gd name="connsiteX4051" fmla="*/ 4508777 w 6501199"/>
              <a:gd name="connsiteY4051" fmla="*/ 1156950 h 6382977"/>
              <a:gd name="connsiteX4052" fmla="*/ 4506785 w 6501199"/>
              <a:gd name="connsiteY4052" fmla="*/ 1149963 h 6382977"/>
              <a:gd name="connsiteX4053" fmla="*/ 6053377 w 6501199"/>
              <a:gd name="connsiteY4053" fmla="*/ 1146057 h 6382977"/>
              <a:gd name="connsiteX4054" fmla="*/ 6055537 w 6501199"/>
              <a:gd name="connsiteY4054" fmla="*/ 1168739 h 6382977"/>
              <a:gd name="connsiteX4055" fmla="*/ 6064537 w 6501199"/>
              <a:gd name="connsiteY4055" fmla="*/ 1155418 h 6382977"/>
              <a:gd name="connsiteX4056" fmla="*/ 6053377 w 6501199"/>
              <a:gd name="connsiteY4056" fmla="*/ 1146057 h 6382977"/>
              <a:gd name="connsiteX4057" fmla="*/ 3348245 w 6501199"/>
              <a:gd name="connsiteY4057" fmla="*/ 1143707 h 6382977"/>
              <a:gd name="connsiteX4058" fmla="*/ 3364291 w 6501199"/>
              <a:gd name="connsiteY4058" fmla="*/ 1144311 h 6382977"/>
              <a:gd name="connsiteX4059" fmla="*/ 3354989 w 6501199"/>
              <a:gd name="connsiteY4059" fmla="*/ 1146382 h 6382977"/>
              <a:gd name="connsiteX4060" fmla="*/ 3354989 w 6501199"/>
              <a:gd name="connsiteY4060" fmla="*/ 1150868 h 6382977"/>
              <a:gd name="connsiteX4061" fmla="*/ 3340850 w 6501199"/>
              <a:gd name="connsiteY4061" fmla="*/ 1152939 h 6382977"/>
              <a:gd name="connsiteX4062" fmla="*/ 3348245 w 6501199"/>
              <a:gd name="connsiteY4062" fmla="*/ 1143707 h 6382977"/>
              <a:gd name="connsiteX4063" fmla="*/ 3476398 w 6501199"/>
              <a:gd name="connsiteY4063" fmla="*/ 1143000 h 6382977"/>
              <a:gd name="connsiteX4064" fmla="*/ 3483359 w 6501199"/>
              <a:gd name="connsiteY4064" fmla="*/ 1147586 h 6382977"/>
              <a:gd name="connsiteX4065" fmla="*/ 3481161 w 6501199"/>
              <a:gd name="connsiteY4065" fmla="*/ 1158522 h 6382977"/>
              <a:gd name="connsiteX4066" fmla="*/ 3476398 w 6501199"/>
              <a:gd name="connsiteY4066" fmla="*/ 1143000 h 6382977"/>
              <a:gd name="connsiteX4067" fmla="*/ 2628824 w 6501199"/>
              <a:gd name="connsiteY4067" fmla="*/ 1143000 h 6382977"/>
              <a:gd name="connsiteX4068" fmla="*/ 2635641 w 6501199"/>
              <a:gd name="connsiteY4068" fmla="*/ 1149760 h 6382977"/>
              <a:gd name="connsiteX4069" fmla="*/ 2583613 w 6501199"/>
              <a:gd name="connsiteY4069" fmla="*/ 1154386 h 6382977"/>
              <a:gd name="connsiteX4070" fmla="*/ 2628824 w 6501199"/>
              <a:gd name="connsiteY4070" fmla="*/ 1143000 h 6382977"/>
              <a:gd name="connsiteX4071" fmla="*/ 3053845 w 6501199"/>
              <a:gd name="connsiteY4071" fmla="*/ 1135255 h 6382977"/>
              <a:gd name="connsiteX4072" fmla="*/ 3042743 w 6501199"/>
              <a:gd name="connsiteY4072" fmla="*/ 1142162 h 6382977"/>
              <a:gd name="connsiteX4073" fmla="*/ 3070072 w 6501199"/>
              <a:gd name="connsiteY4073" fmla="*/ 1135345 h 6382977"/>
              <a:gd name="connsiteX4074" fmla="*/ 3053845 w 6501199"/>
              <a:gd name="connsiteY4074" fmla="*/ 1135255 h 6382977"/>
              <a:gd name="connsiteX4075" fmla="*/ 3149822 w 6501199"/>
              <a:gd name="connsiteY4075" fmla="*/ 1135062 h 6382977"/>
              <a:gd name="connsiteX4076" fmla="*/ 3158994 w 6501199"/>
              <a:gd name="connsiteY4076" fmla="*/ 1135062 h 6382977"/>
              <a:gd name="connsiteX4077" fmla="*/ 3161110 w 6501199"/>
              <a:gd name="connsiteY4077" fmla="*/ 1139332 h 6382977"/>
              <a:gd name="connsiteX4078" fmla="*/ 3129713 w 6501199"/>
              <a:gd name="connsiteY4078" fmla="*/ 1155344 h 6382977"/>
              <a:gd name="connsiteX4079" fmla="*/ 3149822 w 6501199"/>
              <a:gd name="connsiteY4079" fmla="*/ 1135062 h 6382977"/>
              <a:gd name="connsiteX4080" fmla="*/ 4822577 w 6501199"/>
              <a:gd name="connsiteY4080" fmla="*/ 1131887 h 6382977"/>
              <a:gd name="connsiteX4081" fmla="*/ 4829471 w 6501199"/>
              <a:gd name="connsiteY4081" fmla="*/ 1131887 h 6382977"/>
              <a:gd name="connsiteX4082" fmla="*/ 4836366 w 6501199"/>
              <a:gd name="connsiteY4082" fmla="*/ 1136649 h 6382977"/>
              <a:gd name="connsiteX4083" fmla="*/ 4822577 w 6501199"/>
              <a:gd name="connsiteY4083" fmla="*/ 1141412 h 6382977"/>
              <a:gd name="connsiteX4084" fmla="*/ 4822577 w 6501199"/>
              <a:gd name="connsiteY4084" fmla="*/ 1131887 h 6382977"/>
              <a:gd name="connsiteX4085" fmla="*/ 2792281 w 6501199"/>
              <a:gd name="connsiteY4085" fmla="*/ 1131887 h 6382977"/>
              <a:gd name="connsiteX4086" fmla="*/ 2794397 w 6501199"/>
              <a:gd name="connsiteY4086" fmla="*/ 1147659 h 6382977"/>
              <a:gd name="connsiteX4087" fmla="*/ 2778875 w 6501199"/>
              <a:gd name="connsiteY4087" fmla="*/ 1145206 h 6382977"/>
              <a:gd name="connsiteX4088" fmla="*/ 2756650 w 6501199"/>
              <a:gd name="connsiteY4088" fmla="*/ 1143103 h 6382977"/>
              <a:gd name="connsiteX4089" fmla="*/ 2792281 w 6501199"/>
              <a:gd name="connsiteY4089" fmla="*/ 1131887 h 6382977"/>
              <a:gd name="connsiteX4090" fmla="*/ 5039067 w 6501199"/>
              <a:gd name="connsiteY4090" fmla="*/ 1131590 h 6382977"/>
              <a:gd name="connsiteX4091" fmla="*/ 5055033 w 6501199"/>
              <a:gd name="connsiteY4091" fmla="*/ 1150565 h 6382977"/>
              <a:gd name="connsiteX4092" fmla="*/ 5039067 w 6501199"/>
              <a:gd name="connsiteY4092" fmla="*/ 1131590 h 6382977"/>
              <a:gd name="connsiteX4093" fmla="*/ 4773047 w 6501199"/>
              <a:gd name="connsiteY4093" fmla="*/ 1130684 h 6382977"/>
              <a:gd name="connsiteX4094" fmla="*/ 4784208 w 6501199"/>
              <a:gd name="connsiteY4094" fmla="*/ 1149041 h 6382977"/>
              <a:gd name="connsiteX4095" fmla="*/ 4782048 w 6501199"/>
              <a:gd name="connsiteY4095" fmla="*/ 1132844 h 6382977"/>
              <a:gd name="connsiteX4096" fmla="*/ 4773047 w 6501199"/>
              <a:gd name="connsiteY4096" fmla="*/ 1130684 h 6382977"/>
              <a:gd name="connsiteX4097" fmla="*/ 5181721 w 6501199"/>
              <a:gd name="connsiteY4097" fmla="*/ 1127125 h 6382977"/>
              <a:gd name="connsiteX4098" fmla="*/ 5184211 w 6501199"/>
              <a:gd name="connsiteY4098" fmla="*/ 1150565 h 6382977"/>
              <a:gd name="connsiteX4099" fmla="*/ 5181721 w 6501199"/>
              <a:gd name="connsiteY4099" fmla="*/ 1127125 h 6382977"/>
              <a:gd name="connsiteX4100" fmla="*/ 5529899 w 6501199"/>
              <a:gd name="connsiteY4100" fmla="*/ 1124913 h 6382977"/>
              <a:gd name="connsiteX4101" fmla="*/ 5537587 w 6501199"/>
              <a:gd name="connsiteY4101" fmla="*/ 1125934 h 6382977"/>
              <a:gd name="connsiteX4102" fmla="*/ 5512550 w 6501199"/>
              <a:gd name="connsiteY4102" fmla="*/ 1143689 h 6382977"/>
              <a:gd name="connsiteX4103" fmla="*/ 5529899 w 6501199"/>
              <a:gd name="connsiteY4103" fmla="*/ 1124913 h 6382977"/>
              <a:gd name="connsiteX4104" fmla="*/ 5982674 w 6501199"/>
              <a:gd name="connsiteY4104" fmla="*/ 1123950 h 6382977"/>
              <a:gd name="connsiteX4105" fmla="*/ 5973372 w 6501199"/>
              <a:gd name="connsiteY4105" fmla="*/ 1155347 h 6382977"/>
              <a:gd name="connsiteX4106" fmla="*/ 5982674 w 6501199"/>
              <a:gd name="connsiteY4106" fmla="*/ 1123950 h 6382977"/>
              <a:gd name="connsiteX4107" fmla="*/ 3226186 w 6501199"/>
              <a:gd name="connsiteY4107" fmla="*/ 1116012 h 6382977"/>
              <a:gd name="connsiteX4108" fmla="*/ 3186863 w 6501199"/>
              <a:gd name="connsiteY4108" fmla="*/ 1131534 h 6382977"/>
              <a:gd name="connsiteX4109" fmla="*/ 3226186 w 6501199"/>
              <a:gd name="connsiteY4109" fmla="*/ 1116012 h 6382977"/>
              <a:gd name="connsiteX4110" fmla="*/ 3145229 w 6501199"/>
              <a:gd name="connsiteY4110" fmla="*/ 1108075 h 6382977"/>
              <a:gd name="connsiteX4111" fmla="*/ 3111067 w 6501199"/>
              <a:gd name="connsiteY4111" fmla="*/ 1114892 h 6382977"/>
              <a:gd name="connsiteX4112" fmla="*/ 3133721 w 6501199"/>
              <a:gd name="connsiteY4112" fmla="*/ 1123863 h 6382977"/>
              <a:gd name="connsiteX4113" fmla="*/ 3131564 w 6501199"/>
              <a:gd name="connsiteY4113" fmla="*/ 1135345 h 6382977"/>
              <a:gd name="connsiteX4114" fmla="*/ 3074747 w 6501199"/>
              <a:gd name="connsiteY4114" fmla="*/ 1135345 h 6382977"/>
              <a:gd name="connsiteX4115" fmla="*/ 3115382 w 6501199"/>
              <a:gd name="connsiteY4115" fmla="*/ 1151133 h 6382977"/>
              <a:gd name="connsiteX4116" fmla="*/ 3070072 w 6501199"/>
              <a:gd name="connsiteY4116" fmla="*/ 1155797 h 6382977"/>
              <a:gd name="connsiteX4117" fmla="*/ 3015413 w 6501199"/>
              <a:gd name="connsiteY4117" fmla="*/ 1144315 h 6382977"/>
              <a:gd name="connsiteX4118" fmla="*/ 2992758 w 6501199"/>
              <a:gd name="connsiteY4118" fmla="*/ 1153285 h 6382977"/>
              <a:gd name="connsiteX4119" fmla="*/ 2988443 w 6501199"/>
              <a:gd name="connsiteY4119" fmla="*/ 1139650 h 6382977"/>
              <a:gd name="connsiteX4120" fmla="*/ 2974778 w 6501199"/>
              <a:gd name="connsiteY4120" fmla="*/ 1153285 h 6382977"/>
              <a:gd name="connsiteX4121" fmla="*/ 2895307 w 6501199"/>
              <a:gd name="connsiteY4121" fmla="*/ 1148980 h 6382977"/>
              <a:gd name="connsiteX4122" fmla="*/ 2974778 w 6501199"/>
              <a:gd name="connsiteY4122" fmla="*/ 1130680 h 6382977"/>
              <a:gd name="connsiteX4123" fmla="*/ 2881642 w 6501199"/>
              <a:gd name="connsiteY4123" fmla="*/ 1121710 h 6382977"/>
              <a:gd name="connsiteX4124" fmla="*/ 2872292 w 6501199"/>
              <a:gd name="connsiteY4124" fmla="*/ 1146468 h 6382977"/>
              <a:gd name="connsiteX4125" fmla="*/ 2831657 w 6501199"/>
              <a:gd name="connsiteY4125" fmla="*/ 1148980 h 6382977"/>
              <a:gd name="connsiteX4126" fmla="*/ 2863302 w 6501199"/>
              <a:gd name="connsiteY4126" fmla="*/ 1135345 h 6382977"/>
              <a:gd name="connsiteX4127" fmla="*/ 2854312 w 6501199"/>
              <a:gd name="connsiteY4127" fmla="*/ 1130680 h 6382977"/>
              <a:gd name="connsiteX4128" fmla="*/ 2863302 w 6501199"/>
              <a:gd name="connsiteY4128" fmla="*/ 1126374 h 6382977"/>
              <a:gd name="connsiteX4129" fmla="*/ 2835973 w 6501199"/>
              <a:gd name="connsiteY4129" fmla="*/ 1117045 h 6382977"/>
              <a:gd name="connsiteX4130" fmla="*/ 2997433 w 6501199"/>
              <a:gd name="connsiteY4130" fmla="*/ 1112739 h 6382977"/>
              <a:gd name="connsiteX4131" fmla="*/ 3145229 w 6501199"/>
              <a:gd name="connsiteY4131" fmla="*/ 1108075 h 6382977"/>
              <a:gd name="connsiteX4132" fmla="*/ 5559803 w 6501199"/>
              <a:gd name="connsiteY4132" fmla="*/ 1091537 h 6382977"/>
              <a:gd name="connsiteX4133" fmla="*/ 5543432 w 6501199"/>
              <a:gd name="connsiteY4133" fmla="*/ 1129941 h 6382977"/>
              <a:gd name="connsiteX4134" fmla="*/ 5559803 w 6501199"/>
              <a:gd name="connsiteY4134" fmla="*/ 1091537 h 6382977"/>
              <a:gd name="connsiteX4135" fmla="*/ 5163324 w 6501199"/>
              <a:gd name="connsiteY4135" fmla="*/ 1087437 h 6382977"/>
              <a:gd name="connsiteX4136" fmla="*/ 5156571 w 6501199"/>
              <a:gd name="connsiteY4136" fmla="*/ 1137874 h 6382977"/>
              <a:gd name="connsiteX4137" fmla="*/ 5163324 w 6501199"/>
              <a:gd name="connsiteY4137" fmla="*/ 1087437 h 6382977"/>
              <a:gd name="connsiteX4138" fmla="*/ 5920166 w 6501199"/>
              <a:gd name="connsiteY4138" fmla="*/ 1070803 h 6382977"/>
              <a:gd name="connsiteX4139" fmla="*/ 5915329 w 6501199"/>
              <a:gd name="connsiteY4139" fmla="*/ 1083917 h 6382977"/>
              <a:gd name="connsiteX4140" fmla="*/ 5896725 w 6501199"/>
              <a:gd name="connsiteY4140" fmla="*/ 1077360 h 6382977"/>
              <a:gd name="connsiteX4141" fmla="*/ 5920166 w 6501199"/>
              <a:gd name="connsiteY4141" fmla="*/ 1070803 h 6382977"/>
              <a:gd name="connsiteX4142" fmla="*/ 5197709 w 6501199"/>
              <a:gd name="connsiteY4142" fmla="*/ 1068387 h 6382977"/>
              <a:gd name="connsiteX4143" fmla="*/ 5208975 w 6501199"/>
              <a:gd name="connsiteY4143" fmla="*/ 1077360 h 6382977"/>
              <a:gd name="connsiteX4144" fmla="*/ 5179175 w 6501199"/>
              <a:gd name="connsiteY4144" fmla="*/ 1081501 h 6382977"/>
              <a:gd name="connsiteX4145" fmla="*/ 5197709 w 6501199"/>
              <a:gd name="connsiteY4145" fmla="*/ 1068387 h 6382977"/>
              <a:gd name="connsiteX4146" fmla="*/ 5130890 w 6501199"/>
              <a:gd name="connsiteY4146" fmla="*/ 1066800 h 6382977"/>
              <a:gd name="connsiteX4147" fmla="*/ 5130890 w 6501199"/>
              <a:gd name="connsiteY4147" fmla="*/ 1101361 h 6382977"/>
              <a:gd name="connsiteX4148" fmla="*/ 5130890 w 6501199"/>
              <a:gd name="connsiteY4148" fmla="*/ 1066800 h 6382977"/>
              <a:gd name="connsiteX4149" fmla="*/ 5481583 w 6501199"/>
              <a:gd name="connsiteY4149" fmla="*/ 1063625 h 6382977"/>
              <a:gd name="connsiteX4150" fmla="*/ 5479079 w 6501199"/>
              <a:gd name="connsiteY4150" fmla="*/ 1088662 h 6382977"/>
              <a:gd name="connsiteX4151" fmla="*/ 5481583 w 6501199"/>
              <a:gd name="connsiteY4151" fmla="*/ 1063625 h 6382977"/>
              <a:gd name="connsiteX4152" fmla="*/ 5043167 w 6501199"/>
              <a:gd name="connsiteY4152" fmla="*/ 1057275 h 6382977"/>
              <a:gd name="connsiteX4153" fmla="*/ 5052252 w 6501199"/>
              <a:gd name="connsiteY4153" fmla="*/ 1077733 h 6382977"/>
              <a:gd name="connsiteX4154" fmla="*/ 5045347 w 6501199"/>
              <a:gd name="connsiteY4154" fmla="*/ 1098191 h 6382977"/>
              <a:gd name="connsiteX4155" fmla="*/ 5043167 w 6501199"/>
              <a:gd name="connsiteY4155" fmla="*/ 1057275 h 6382977"/>
              <a:gd name="connsiteX4156" fmla="*/ 4815275 w 6501199"/>
              <a:gd name="connsiteY4156" fmla="*/ 1057241 h 6382977"/>
              <a:gd name="connsiteX4157" fmla="*/ 4796741 w 6501199"/>
              <a:gd name="connsiteY4157" fmla="*/ 1087073 h 6382977"/>
              <a:gd name="connsiteX4158" fmla="*/ 4815275 w 6501199"/>
              <a:gd name="connsiteY4158" fmla="*/ 1057241 h 6382977"/>
              <a:gd name="connsiteX4159" fmla="*/ 4497762 w 6501199"/>
              <a:gd name="connsiteY4159" fmla="*/ 1055780 h 6382977"/>
              <a:gd name="connsiteX4160" fmla="*/ 4513645 w 6501199"/>
              <a:gd name="connsiteY4160" fmla="*/ 1059567 h 6382977"/>
              <a:gd name="connsiteX4161" fmla="*/ 4493058 w 6501199"/>
              <a:gd name="connsiteY4161" fmla="*/ 1077559 h 6382977"/>
              <a:gd name="connsiteX4162" fmla="*/ 4497762 w 6501199"/>
              <a:gd name="connsiteY4162" fmla="*/ 1055780 h 6382977"/>
              <a:gd name="connsiteX4163" fmla="*/ 5900828 w 6501199"/>
              <a:gd name="connsiteY4163" fmla="*/ 1042987 h 6382977"/>
              <a:gd name="connsiteX4164" fmla="*/ 5894169 w 6501199"/>
              <a:gd name="connsiteY4164" fmla="*/ 1068024 h 6382977"/>
              <a:gd name="connsiteX4165" fmla="*/ 5900828 w 6501199"/>
              <a:gd name="connsiteY4165" fmla="*/ 1042987 h 6382977"/>
              <a:gd name="connsiteX4166" fmla="*/ 5620615 w 6501199"/>
              <a:gd name="connsiteY4166" fmla="*/ 1042987 h 6382977"/>
              <a:gd name="connsiteX4167" fmla="*/ 5622795 w 6501199"/>
              <a:gd name="connsiteY4167" fmla="*/ 1070606 h 6382977"/>
              <a:gd name="connsiteX4168" fmla="*/ 5620615 w 6501199"/>
              <a:gd name="connsiteY4168" fmla="*/ 1042987 h 6382977"/>
              <a:gd name="connsiteX4169" fmla="*/ 4965582 w 6501199"/>
              <a:gd name="connsiteY4169" fmla="*/ 1041074 h 6382977"/>
              <a:gd name="connsiteX4170" fmla="*/ 4978189 w 6501199"/>
              <a:gd name="connsiteY4170" fmla="*/ 1041085 h 6382977"/>
              <a:gd name="connsiteX4171" fmla="*/ 4954886 w 6501199"/>
              <a:gd name="connsiteY4171" fmla="*/ 1074383 h 6382977"/>
              <a:gd name="connsiteX4172" fmla="*/ 4941050 w 6501199"/>
              <a:gd name="connsiteY4172" fmla="*/ 1072257 h 6382977"/>
              <a:gd name="connsiteX4173" fmla="*/ 4947968 w 6501199"/>
              <a:gd name="connsiteY4173" fmla="*/ 1049941 h 6382977"/>
              <a:gd name="connsiteX4174" fmla="*/ 4965582 w 6501199"/>
              <a:gd name="connsiteY4174" fmla="*/ 1041074 h 6382977"/>
              <a:gd name="connsiteX4175" fmla="*/ 5920959 w 6501199"/>
              <a:gd name="connsiteY4175" fmla="*/ 1038772 h 6382977"/>
              <a:gd name="connsiteX4176" fmla="*/ 5916494 w 6501199"/>
              <a:gd name="connsiteY4176" fmla="*/ 1056919 h 6382977"/>
              <a:gd name="connsiteX4177" fmla="*/ 5920959 w 6501199"/>
              <a:gd name="connsiteY4177" fmla="*/ 1038772 h 6382977"/>
              <a:gd name="connsiteX4178" fmla="*/ 5207601 w 6501199"/>
              <a:gd name="connsiteY4178" fmla="*/ 1038225 h 6382977"/>
              <a:gd name="connsiteX4179" fmla="*/ 5204997 w 6501199"/>
              <a:gd name="connsiteY4179" fmla="*/ 1058506 h 6382977"/>
              <a:gd name="connsiteX4180" fmla="*/ 5193463 w 6501199"/>
              <a:gd name="connsiteY4180" fmla="*/ 1047476 h 6382977"/>
              <a:gd name="connsiteX4181" fmla="*/ 5207601 w 6501199"/>
              <a:gd name="connsiteY4181" fmla="*/ 1038225 h 6382977"/>
              <a:gd name="connsiteX4182" fmla="*/ 4805936 w 6501199"/>
              <a:gd name="connsiteY4182" fmla="*/ 1031875 h 6382977"/>
              <a:gd name="connsiteX4183" fmla="*/ 4801350 w 6501199"/>
              <a:gd name="connsiteY4183" fmla="*/ 1050558 h 6382977"/>
              <a:gd name="connsiteX4184" fmla="*/ 4805936 w 6501199"/>
              <a:gd name="connsiteY4184" fmla="*/ 1031875 h 6382977"/>
              <a:gd name="connsiteX4185" fmla="*/ 4717566 w 6501199"/>
              <a:gd name="connsiteY4185" fmla="*/ 1025525 h 6382977"/>
              <a:gd name="connsiteX4186" fmla="*/ 4726385 w 6501199"/>
              <a:gd name="connsiteY4186" fmla="*/ 1037180 h 6382977"/>
              <a:gd name="connsiteX4187" fmla="*/ 4710863 w 6501199"/>
              <a:gd name="connsiteY4187" fmla="*/ 1032292 h 6382977"/>
              <a:gd name="connsiteX4188" fmla="*/ 4717566 w 6501199"/>
              <a:gd name="connsiteY4188" fmla="*/ 1025525 h 6382977"/>
              <a:gd name="connsiteX4189" fmla="*/ 5379076 w 6501199"/>
              <a:gd name="connsiteY4189" fmla="*/ 1020762 h 6382977"/>
              <a:gd name="connsiteX4190" fmla="*/ 5376928 w 6501199"/>
              <a:gd name="connsiteY4190" fmla="*/ 1068029 h 6382977"/>
              <a:gd name="connsiteX4191" fmla="*/ 5379076 w 6501199"/>
              <a:gd name="connsiteY4191" fmla="*/ 1020762 h 6382977"/>
              <a:gd name="connsiteX4192" fmla="*/ 4686637 w 6501199"/>
              <a:gd name="connsiteY4192" fmla="*/ 1012621 h 6382977"/>
              <a:gd name="connsiteX4193" fmla="*/ 4681957 w 6501199"/>
              <a:gd name="connsiteY4193" fmla="*/ 1023779 h 6382977"/>
              <a:gd name="connsiteX4194" fmla="*/ 4690958 w 6501199"/>
              <a:gd name="connsiteY4194" fmla="*/ 1026299 h 6382977"/>
              <a:gd name="connsiteX4195" fmla="*/ 4690958 w 6501199"/>
              <a:gd name="connsiteY4195" fmla="*/ 1030618 h 6382977"/>
              <a:gd name="connsiteX4196" fmla="*/ 4700319 w 6501199"/>
              <a:gd name="connsiteY4196" fmla="*/ 1021620 h 6382977"/>
              <a:gd name="connsiteX4197" fmla="*/ 4686637 w 6501199"/>
              <a:gd name="connsiteY4197" fmla="*/ 1012621 h 6382977"/>
              <a:gd name="connsiteX4198" fmla="*/ 4732779 w 6501199"/>
              <a:gd name="connsiteY4198" fmla="*/ 1009650 h 6382977"/>
              <a:gd name="connsiteX4199" fmla="*/ 4721563 w 6501199"/>
              <a:gd name="connsiteY4199" fmla="*/ 1023570 h 6382977"/>
              <a:gd name="connsiteX4200" fmla="*/ 4732779 w 6501199"/>
              <a:gd name="connsiteY4200" fmla="*/ 1009650 h 6382977"/>
              <a:gd name="connsiteX4201" fmla="*/ 5490855 w 6501199"/>
              <a:gd name="connsiteY4201" fmla="*/ 993775 h 6382977"/>
              <a:gd name="connsiteX4202" fmla="*/ 5497557 w 6501199"/>
              <a:gd name="connsiteY4202" fmla="*/ 1014056 h 6382977"/>
              <a:gd name="connsiteX4203" fmla="*/ 5490855 w 6501199"/>
              <a:gd name="connsiteY4203" fmla="*/ 993775 h 6382977"/>
              <a:gd name="connsiteX4204" fmla="*/ 4813257 w 6501199"/>
              <a:gd name="connsiteY4204" fmla="*/ 993775 h 6382977"/>
              <a:gd name="connsiteX4205" fmla="*/ 4815489 w 6501199"/>
              <a:gd name="connsiteY4205" fmla="*/ 1031522 h 6382977"/>
              <a:gd name="connsiteX4206" fmla="*/ 4813257 w 6501199"/>
              <a:gd name="connsiteY4206" fmla="*/ 993775 h 6382977"/>
              <a:gd name="connsiteX4207" fmla="*/ 4914286 w 6501199"/>
              <a:gd name="connsiteY4207" fmla="*/ 989224 h 6382977"/>
              <a:gd name="connsiteX4208" fmla="*/ 4903637 w 6501199"/>
              <a:gd name="connsiteY4208" fmla="*/ 995278 h 6382977"/>
              <a:gd name="connsiteX4209" fmla="*/ 4926837 w 6501199"/>
              <a:gd name="connsiteY4209" fmla="*/ 993125 h 6382977"/>
              <a:gd name="connsiteX4210" fmla="*/ 4914286 w 6501199"/>
              <a:gd name="connsiteY4210" fmla="*/ 989224 h 6382977"/>
              <a:gd name="connsiteX4211" fmla="*/ 5612011 w 6501199"/>
              <a:gd name="connsiteY4211" fmla="*/ 987425 h 6382977"/>
              <a:gd name="connsiteX4212" fmla="*/ 5609595 w 6501199"/>
              <a:gd name="connsiteY4212" fmla="*/ 1028341 h 6382977"/>
              <a:gd name="connsiteX4213" fmla="*/ 5612011 w 6501199"/>
              <a:gd name="connsiteY4213" fmla="*/ 987425 h 6382977"/>
              <a:gd name="connsiteX4214" fmla="*/ 5570639 w 6501199"/>
              <a:gd name="connsiteY4214" fmla="*/ 987425 h 6382977"/>
              <a:gd name="connsiteX4215" fmla="*/ 5579612 w 6501199"/>
              <a:gd name="connsiteY4215" fmla="*/ 1040082 h 6382977"/>
              <a:gd name="connsiteX4216" fmla="*/ 5557000 w 6501199"/>
              <a:gd name="connsiteY4216" fmla="*/ 1040082 h 6382977"/>
              <a:gd name="connsiteX4217" fmla="*/ 5570639 w 6501199"/>
              <a:gd name="connsiteY4217" fmla="*/ 987425 h 6382977"/>
              <a:gd name="connsiteX4218" fmla="*/ 4994669 w 6501199"/>
              <a:gd name="connsiteY4218" fmla="*/ 975857 h 6382977"/>
              <a:gd name="connsiteX4219" fmla="*/ 4979014 w 6501199"/>
              <a:gd name="connsiteY4219" fmla="*/ 1012466 h 6382977"/>
              <a:gd name="connsiteX4220" fmla="*/ 4994669 w 6501199"/>
              <a:gd name="connsiteY4220" fmla="*/ 975857 h 6382977"/>
              <a:gd name="connsiteX4221" fmla="*/ 6083047 w 6501199"/>
              <a:gd name="connsiteY4221" fmla="*/ 973137 h 6382977"/>
              <a:gd name="connsiteX4222" fmla="*/ 6101151 w 6501199"/>
              <a:gd name="connsiteY4222" fmla="*/ 1009292 h 6382977"/>
              <a:gd name="connsiteX4223" fmla="*/ 6083047 w 6501199"/>
              <a:gd name="connsiteY4223" fmla="*/ 973137 h 6382977"/>
              <a:gd name="connsiteX4224" fmla="*/ 4816248 w 6501199"/>
              <a:gd name="connsiteY4224" fmla="*/ 973137 h 6382977"/>
              <a:gd name="connsiteX4225" fmla="*/ 4814050 w 6501199"/>
              <a:gd name="connsiteY4225" fmla="*/ 984426 h 6382977"/>
              <a:gd name="connsiteX4226" fmla="*/ 4816248 w 6501199"/>
              <a:gd name="connsiteY4226" fmla="*/ 973137 h 6382977"/>
              <a:gd name="connsiteX4227" fmla="*/ 4593161 w 6501199"/>
              <a:gd name="connsiteY4227" fmla="*/ 973137 h 6382977"/>
              <a:gd name="connsiteX4228" fmla="*/ 4595309 w 6501199"/>
              <a:gd name="connsiteY4228" fmla="*/ 996578 h 6382977"/>
              <a:gd name="connsiteX4229" fmla="*/ 4593161 w 6501199"/>
              <a:gd name="connsiteY4229" fmla="*/ 973137 h 6382977"/>
              <a:gd name="connsiteX4230" fmla="*/ 4523064 w 6501199"/>
              <a:gd name="connsiteY4230" fmla="*/ 953847 h 6382977"/>
              <a:gd name="connsiteX4231" fmla="*/ 4530506 w 6501199"/>
              <a:gd name="connsiteY4231" fmla="*/ 962248 h 6382977"/>
              <a:gd name="connsiteX4232" fmla="*/ 4528403 w 6501199"/>
              <a:gd name="connsiteY4232" fmla="*/ 971192 h 6382977"/>
              <a:gd name="connsiteX4233" fmla="*/ 4517188 w 6501199"/>
              <a:gd name="connsiteY4233" fmla="*/ 955451 h 6382977"/>
              <a:gd name="connsiteX4234" fmla="*/ 4523064 w 6501199"/>
              <a:gd name="connsiteY4234" fmla="*/ 953847 h 6382977"/>
              <a:gd name="connsiteX4235" fmla="*/ 5450373 w 6501199"/>
              <a:gd name="connsiteY4235" fmla="*/ 950564 h 6382977"/>
              <a:gd name="connsiteX4236" fmla="*/ 5441373 w 6501199"/>
              <a:gd name="connsiteY4236" fmla="*/ 971085 h 6382977"/>
              <a:gd name="connsiteX4237" fmla="*/ 5448213 w 6501199"/>
              <a:gd name="connsiteY4237" fmla="*/ 977926 h 6382977"/>
              <a:gd name="connsiteX4238" fmla="*/ 5450373 w 6501199"/>
              <a:gd name="connsiteY4238" fmla="*/ 950564 h 6382977"/>
              <a:gd name="connsiteX4239" fmla="*/ 4536736 w 6501199"/>
              <a:gd name="connsiteY4239" fmla="*/ 946150 h 6382977"/>
              <a:gd name="connsiteX4240" fmla="*/ 4538914 w 6501199"/>
              <a:gd name="connsiteY4240" fmla="*/ 960070 h 6382977"/>
              <a:gd name="connsiteX4241" fmla="*/ 4536736 w 6501199"/>
              <a:gd name="connsiteY4241" fmla="*/ 946150 h 6382977"/>
              <a:gd name="connsiteX4242" fmla="*/ 5673017 w 6501199"/>
              <a:gd name="connsiteY4242" fmla="*/ 943611 h 6382977"/>
              <a:gd name="connsiteX4243" fmla="*/ 5690475 w 6501199"/>
              <a:gd name="connsiteY4243" fmla="*/ 971186 h 6382977"/>
              <a:gd name="connsiteX4244" fmla="*/ 5674779 w 6501199"/>
              <a:gd name="connsiteY4244" fmla="*/ 968639 h 6382977"/>
              <a:gd name="connsiteX4245" fmla="*/ 5663363 w 6501199"/>
              <a:gd name="connsiteY4245" fmla="*/ 945720 h 6382977"/>
              <a:gd name="connsiteX4246" fmla="*/ 5673017 w 6501199"/>
              <a:gd name="connsiteY4246" fmla="*/ 943611 h 6382977"/>
              <a:gd name="connsiteX4247" fmla="*/ 4748089 w 6501199"/>
              <a:gd name="connsiteY4247" fmla="*/ 942975 h 6382977"/>
              <a:gd name="connsiteX4248" fmla="*/ 4745904 w 6501199"/>
              <a:gd name="connsiteY4248" fmla="*/ 968012 h 6382977"/>
              <a:gd name="connsiteX4249" fmla="*/ 4748089 w 6501199"/>
              <a:gd name="connsiteY4249" fmla="*/ 942975 h 6382977"/>
              <a:gd name="connsiteX4250" fmla="*/ 5424739 w 6501199"/>
              <a:gd name="connsiteY4250" fmla="*/ 940703 h 6382977"/>
              <a:gd name="connsiteX4251" fmla="*/ 5424739 w 6501199"/>
              <a:gd name="connsiteY4251" fmla="*/ 958494 h 6382977"/>
              <a:gd name="connsiteX4252" fmla="*/ 5424739 w 6501199"/>
              <a:gd name="connsiteY4252" fmla="*/ 940703 h 6382977"/>
              <a:gd name="connsiteX4253" fmla="*/ 6083182 w 6501199"/>
              <a:gd name="connsiteY4253" fmla="*/ 936625 h 6382977"/>
              <a:gd name="connsiteX4254" fmla="*/ 6099553 w 6501199"/>
              <a:gd name="connsiteY4254" fmla="*/ 952046 h 6382977"/>
              <a:gd name="connsiteX4255" fmla="*/ 6090251 w 6501199"/>
              <a:gd name="connsiteY4255" fmla="*/ 961158 h 6382977"/>
              <a:gd name="connsiteX4256" fmla="*/ 6083182 w 6501199"/>
              <a:gd name="connsiteY4256" fmla="*/ 936625 h 6382977"/>
              <a:gd name="connsiteX4257" fmla="*/ 5645537 w 6501199"/>
              <a:gd name="connsiteY4257" fmla="*/ 935037 h 6382977"/>
              <a:gd name="connsiteX4258" fmla="*/ 5627367 w 6501199"/>
              <a:gd name="connsiteY4258" fmla="*/ 1042625 h 6382977"/>
              <a:gd name="connsiteX4259" fmla="*/ 5645537 w 6501199"/>
              <a:gd name="connsiteY4259" fmla="*/ 935037 h 6382977"/>
              <a:gd name="connsiteX4260" fmla="*/ 4859725 w 6501199"/>
              <a:gd name="connsiteY4260" fmla="*/ 934850 h 6382977"/>
              <a:gd name="connsiteX4261" fmla="*/ 4876734 w 6501199"/>
              <a:gd name="connsiteY4261" fmla="*/ 934939 h 6382977"/>
              <a:gd name="connsiteX4262" fmla="*/ 4858591 w 6501199"/>
              <a:gd name="connsiteY4262" fmla="*/ 1002756 h 6382977"/>
              <a:gd name="connsiteX4263" fmla="*/ 4874556 w 6501199"/>
              <a:gd name="connsiteY4263" fmla="*/ 1005268 h 6382977"/>
              <a:gd name="connsiteX4264" fmla="*/ 4860768 w 6501199"/>
              <a:gd name="connsiteY4264" fmla="*/ 1018903 h 6382977"/>
              <a:gd name="connsiteX4265" fmla="*/ 4840085 w 6501199"/>
              <a:gd name="connsiteY4265" fmla="*/ 1014238 h 6382977"/>
              <a:gd name="connsiteX4266" fmla="*/ 4837908 w 6501199"/>
              <a:gd name="connsiteY4266" fmla="*/ 1021056 h 6382977"/>
              <a:gd name="connsiteX4267" fmla="*/ 4851696 w 6501199"/>
              <a:gd name="connsiteY4267" fmla="*/ 1030026 h 6382977"/>
              <a:gd name="connsiteX4268" fmla="*/ 4835731 w 6501199"/>
              <a:gd name="connsiteY4268" fmla="*/ 991633 h 6382977"/>
              <a:gd name="connsiteX4269" fmla="*/ 4849519 w 6501199"/>
              <a:gd name="connsiteY4269" fmla="*/ 998450 h 6382977"/>
              <a:gd name="connsiteX4270" fmla="*/ 4867662 w 6501199"/>
              <a:gd name="connsiteY4270" fmla="*/ 975486 h 6382977"/>
              <a:gd name="connsiteX4271" fmla="*/ 4842625 w 6501199"/>
              <a:gd name="connsiteY4271" fmla="*/ 964363 h 6382977"/>
              <a:gd name="connsiteX4272" fmla="*/ 4863308 w 6501199"/>
              <a:gd name="connsiteY4272" fmla="*/ 946063 h 6382977"/>
              <a:gd name="connsiteX4273" fmla="*/ 4849519 w 6501199"/>
              <a:gd name="connsiteY4273" fmla="*/ 941757 h 6382977"/>
              <a:gd name="connsiteX4274" fmla="*/ 4859725 w 6501199"/>
              <a:gd name="connsiteY4274" fmla="*/ 934850 h 6382977"/>
              <a:gd name="connsiteX4275" fmla="*/ 5401202 w 6501199"/>
              <a:gd name="connsiteY4275" fmla="*/ 930275 h 6382977"/>
              <a:gd name="connsiteX4276" fmla="*/ 5415341 w 6501199"/>
              <a:gd name="connsiteY4276" fmla="*/ 946016 h 6382977"/>
              <a:gd name="connsiteX4277" fmla="*/ 5391900 w 6501199"/>
              <a:gd name="connsiteY4277" fmla="*/ 952813 h 6382977"/>
              <a:gd name="connsiteX4278" fmla="*/ 5401202 w 6501199"/>
              <a:gd name="connsiteY4278" fmla="*/ 930275 h 6382977"/>
              <a:gd name="connsiteX4279" fmla="*/ 4981350 w 6501199"/>
              <a:gd name="connsiteY4279" fmla="*/ 927662 h 6382977"/>
              <a:gd name="connsiteX4280" fmla="*/ 4995125 w 6501199"/>
              <a:gd name="connsiteY4280" fmla="*/ 932028 h 6382977"/>
              <a:gd name="connsiteX4281" fmla="*/ 5004188 w 6501199"/>
              <a:gd name="connsiteY4281" fmla="*/ 941486 h 6382977"/>
              <a:gd name="connsiteX4282" fmla="*/ 4981350 w 6501199"/>
              <a:gd name="connsiteY4282" fmla="*/ 945852 h 6382977"/>
              <a:gd name="connsiteX4283" fmla="*/ 4981350 w 6501199"/>
              <a:gd name="connsiteY4283" fmla="*/ 927662 h 6382977"/>
              <a:gd name="connsiteX4284" fmla="*/ 4564606 w 6501199"/>
              <a:gd name="connsiteY4284" fmla="*/ 922866 h 6382977"/>
              <a:gd name="connsiteX4285" fmla="*/ 4586688 w 6501199"/>
              <a:gd name="connsiteY4285" fmla="*/ 936272 h 6382977"/>
              <a:gd name="connsiteX4286" fmla="*/ 4564606 w 6501199"/>
              <a:gd name="connsiteY4286" fmla="*/ 922866 h 6382977"/>
              <a:gd name="connsiteX4287" fmla="*/ 4951850 w 6501199"/>
              <a:gd name="connsiteY4287" fmla="*/ 915987 h 6382977"/>
              <a:gd name="connsiteX4288" fmla="*/ 4931187 w 6501199"/>
              <a:gd name="connsiteY4288" fmla="*/ 1029363 h 6382977"/>
              <a:gd name="connsiteX4289" fmla="*/ 4878625 w 6501199"/>
              <a:gd name="connsiteY4289" fmla="*/ 1147403 h 6382977"/>
              <a:gd name="connsiteX4290" fmla="*/ 4892400 w 6501199"/>
              <a:gd name="connsiteY4290" fmla="*/ 1079234 h 6382977"/>
              <a:gd name="connsiteX4291" fmla="*/ 4899287 w 6501199"/>
              <a:gd name="connsiteY4291" fmla="*/ 1047661 h 6382977"/>
              <a:gd name="connsiteX4292" fmla="*/ 4885513 w 6501199"/>
              <a:gd name="connsiteY4292" fmla="*/ 1040844 h 6382977"/>
              <a:gd name="connsiteX4293" fmla="*/ 4899287 w 6501199"/>
              <a:gd name="connsiteY4293" fmla="*/ 972675 h 6382977"/>
              <a:gd name="connsiteX4294" fmla="*/ 4924300 w 6501199"/>
              <a:gd name="connsiteY4294" fmla="*/ 981644 h 6382977"/>
              <a:gd name="connsiteX4295" fmla="*/ 4926837 w 6501199"/>
              <a:gd name="connsiteY4295" fmla="*/ 968011 h 6382977"/>
              <a:gd name="connsiteX4296" fmla="*/ 4913063 w 6501199"/>
              <a:gd name="connsiteY4296" fmla="*/ 961552 h 6382977"/>
              <a:gd name="connsiteX4297" fmla="*/ 4951850 w 6501199"/>
              <a:gd name="connsiteY4297" fmla="*/ 915987 h 6382977"/>
              <a:gd name="connsiteX4298" fmla="*/ 5031086 w 6501199"/>
              <a:gd name="connsiteY4298" fmla="*/ 911783 h 6382977"/>
              <a:gd name="connsiteX4299" fmla="*/ 5026717 w 6501199"/>
              <a:gd name="connsiteY4299" fmla="*/ 934679 h 6382977"/>
              <a:gd name="connsiteX4300" fmla="*/ 5031086 w 6501199"/>
              <a:gd name="connsiteY4300" fmla="*/ 911783 h 6382977"/>
              <a:gd name="connsiteX4301" fmla="*/ 4615083 w 6501199"/>
              <a:gd name="connsiteY4301" fmla="*/ 911225 h 6382977"/>
              <a:gd name="connsiteX4302" fmla="*/ 4621786 w 6501199"/>
              <a:gd name="connsiteY4302" fmla="*/ 927710 h 6382977"/>
              <a:gd name="connsiteX4303" fmla="*/ 4617200 w 6501199"/>
              <a:gd name="connsiteY4303" fmla="*/ 927710 h 6382977"/>
              <a:gd name="connsiteX4304" fmla="*/ 4594975 w 6501199"/>
              <a:gd name="connsiteY4304" fmla="*/ 925146 h 6382977"/>
              <a:gd name="connsiteX4305" fmla="*/ 4615083 w 6501199"/>
              <a:gd name="connsiteY4305" fmla="*/ 911225 h 6382977"/>
              <a:gd name="connsiteX4306" fmla="*/ 5420853 w 6501199"/>
              <a:gd name="connsiteY4306" fmla="*/ 902681 h 6382977"/>
              <a:gd name="connsiteX4307" fmla="*/ 5420123 w 6501199"/>
              <a:gd name="connsiteY4307" fmla="*/ 903142 h 6382977"/>
              <a:gd name="connsiteX4308" fmla="*/ 5420767 w 6501199"/>
              <a:gd name="connsiteY4308" fmla="*/ 903528 h 6382977"/>
              <a:gd name="connsiteX4309" fmla="*/ 5445693 w 6501199"/>
              <a:gd name="connsiteY4309" fmla="*/ 891520 h 6382977"/>
              <a:gd name="connsiteX4310" fmla="*/ 5453609 w 6501199"/>
              <a:gd name="connsiteY4310" fmla="*/ 901168 h 6382977"/>
              <a:gd name="connsiteX4311" fmla="*/ 5454884 w 6501199"/>
              <a:gd name="connsiteY4311" fmla="*/ 900000 h 6382977"/>
              <a:gd name="connsiteX4312" fmla="*/ 5463969 w 6501199"/>
              <a:gd name="connsiteY4312" fmla="*/ 913595 h 6382977"/>
              <a:gd name="connsiteX4313" fmla="*/ 5456977 w 6501199"/>
              <a:gd name="connsiteY4313" fmla="*/ 914300 h 6382977"/>
              <a:gd name="connsiteX4314" fmla="*/ 5457213 w 6501199"/>
              <a:gd name="connsiteY4314" fmla="*/ 916362 h 6382977"/>
              <a:gd name="connsiteX4315" fmla="*/ 5466213 w 6501199"/>
              <a:gd name="connsiteY4315" fmla="*/ 914201 h 6382977"/>
              <a:gd name="connsiteX4316" fmla="*/ 5470893 w 6501199"/>
              <a:gd name="connsiteY4316" fmla="*/ 895840 h 6382977"/>
              <a:gd name="connsiteX4317" fmla="*/ 5473053 w 6501199"/>
              <a:gd name="connsiteY4317" fmla="*/ 943724 h 6382977"/>
              <a:gd name="connsiteX4318" fmla="*/ 5489253 w 6501199"/>
              <a:gd name="connsiteY4318" fmla="*/ 939043 h 6382977"/>
              <a:gd name="connsiteX4319" fmla="*/ 5477733 w 6501199"/>
              <a:gd name="connsiteY4319" fmla="*/ 957404 h 6382977"/>
              <a:gd name="connsiteX4320" fmla="*/ 5466213 w 6501199"/>
              <a:gd name="connsiteY4320" fmla="*/ 952724 h 6382977"/>
              <a:gd name="connsiteX4321" fmla="*/ 5484573 w 6501199"/>
              <a:gd name="connsiteY4321" fmla="*/ 977926 h 6382977"/>
              <a:gd name="connsiteX4322" fmla="*/ 5468373 w 6501199"/>
              <a:gd name="connsiteY4322" fmla="*/ 995927 h 6382977"/>
              <a:gd name="connsiteX4323" fmla="*/ 5466213 w 6501199"/>
              <a:gd name="connsiteY4323" fmla="*/ 973246 h 6382977"/>
              <a:gd name="connsiteX4324" fmla="*/ 5438853 w 6501199"/>
              <a:gd name="connsiteY4324" fmla="*/ 1002768 h 6382977"/>
              <a:gd name="connsiteX4325" fmla="*/ 5443533 w 6501199"/>
              <a:gd name="connsiteY4325" fmla="*/ 1012128 h 6382977"/>
              <a:gd name="connsiteX4326" fmla="*/ 5455053 w 6501199"/>
              <a:gd name="connsiteY4326" fmla="*/ 1002768 h 6382977"/>
              <a:gd name="connsiteX4327" fmla="*/ 5468373 w 6501199"/>
              <a:gd name="connsiteY4327" fmla="*/ 1005288 h 6382977"/>
              <a:gd name="connsiteX4328" fmla="*/ 5477733 w 6501199"/>
              <a:gd name="connsiteY4328" fmla="*/ 1027969 h 6382977"/>
              <a:gd name="connsiteX4329" fmla="*/ 5493573 w 6501199"/>
              <a:gd name="connsiteY4329" fmla="*/ 1016448 h 6382977"/>
              <a:gd name="connsiteX4330" fmla="*/ 5479893 w 6501199"/>
              <a:gd name="connsiteY4330" fmla="*/ 1057491 h 6382977"/>
              <a:gd name="connsiteX4331" fmla="*/ 5470893 w 6501199"/>
              <a:gd name="connsiteY4331" fmla="*/ 1041650 h 6382977"/>
              <a:gd name="connsiteX4332" fmla="*/ 5457213 w 6501199"/>
              <a:gd name="connsiteY4332" fmla="*/ 1093854 h 6382977"/>
              <a:gd name="connsiteX4333" fmla="*/ 5470893 w 6501199"/>
              <a:gd name="connsiteY4333" fmla="*/ 1091694 h 6382977"/>
              <a:gd name="connsiteX4334" fmla="*/ 5479893 w 6501199"/>
              <a:gd name="connsiteY4334" fmla="*/ 1114375 h 6382977"/>
              <a:gd name="connsiteX4335" fmla="*/ 5468373 w 6501199"/>
              <a:gd name="connsiteY4335" fmla="*/ 1182420 h 6382977"/>
              <a:gd name="connsiteX4336" fmla="*/ 5457213 w 6501199"/>
              <a:gd name="connsiteY4336" fmla="*/ 1168739 h 6382977"/>
              <a:gd name="connsiteX4337" fmla="*/ 5459373 w 6501199"/>
              <a:gd name="connsiteY4337" fmla="*/ 1198621 h 6382977"/>
              <a:gd name="connsiteX4338" fmla="*/ 5441373 w 6501199"/>
              <a:gd name="connsiteY4338" fmla="*/ 1198621 h 6382977"/>
              <a:gd name="connsiteX4339" fmla="*/ 5452533 w 6501199"/>
              <a:gd name="connsiteY4339" fmla="*/ 1207622 h 6382977"/>
              <a:gd name="connsiteX4340" fmla="*/ 5461893 w 6501199"/>
              <a:gd name="connsiteY4340" fmla="*/ 1252985 h 6382977"/>
              <a:gd name="connsiteX4341" fmla="*/ 5449608 w 6501199"/>
              <a:gd name="connsiteY4341" fmla="*/ 1276746 h 6382977"/>
              <a:gd name="connsiteX4342" fmla="*/ 5452007 w 6501199"/>
              <a:gd name="connsiteY4342" fmla="*/ 1281441 h 6382977"/>
              <a:gd name="connsiteX4343" fmla="*/ 5463307 w 6501199"/>
              <a:gd name="connsiteY4343" fmla="*/ 1282181 h 6382977"/>
              <a:gd name="connsiteX4344" fmla="*/ 5463108 w 6501199"/>
              <a:gd name="connsiteY4344" fmla="*/ 1281517 h 6382977"/>
              <a:gd name="connsiteX4345" fmla="*/ 5468373 w 6501199"/>
              <a:gd name="connsiteY4345" fmla="*/ 1278186 h 6382977"/>
              <a:gd name="connsiteX4346" fmla="*/ 5482413 w 6501199"/>
              <a:gd name="connsiteY4346" fmla="*/ 1280347 h 6382977"/>
              <a:gd name="connsiteX4347" fmla="*/ 5475630 w 6501199"/>
              <a:gd name="connsiteY4347" fmla="*/ 1287844 h 6382977"/>
              <a:gd name="connsiteX4348" fmla="*/ 5477261 w 6501199"/>
              <a:gd name="connsiteY4348" fmla="*/ 1290544 h 6382977"/>
              <a:gd name="connsiteX4349" fmla="*/ 5473110 w 6501199"/>
              <a:gd name="connsiteY4349" fmla="*/ 1290630 h 6382977"/>
              <a:gd name="connsiteX4350" fmla="*/ 5461893 w 6501199"/>
              <a:gd name="connsiteY4350" fmla="*/ 1303028 h 6382977"/>
              <a:gd name="connsiteX4351" fmla="*/ 5450418 w 6501199"/>
              <a:gd name="connsiteY4351" fmla="*/ 1292633 h 6382977"/>
              <a:gd name="connsiteX4352" fmla="*/ 5449119 w 6501199"/>
              <a:gd name="connsiteY4352" fmla="*/ 1289254 h 6382977"/>
              <a:gd name="connsiteX4353" fmla="*/ 5446156 w 6501199"/>
              <a:gd name="connsiteY4353" fmla="*/ 1288338 h 6382977"/>
              <a:gd name="connsiteX4354" fmla="*/ 5444293 w 6501199"/>
              <a:gd name="connsiteY4354" fmla="*/ 1284292 h 6382977"/>
              <a:gd name="connsiteX4355" fmla="*/ 5434353 w 6501199"/>
              <a:gd name="connsiteY4355" fmla="*/ 1312299 h 6382977"/>
              <a:gd name="connsiteX4356" fmla="*/ 5443533 w 6501199"/>
              <a:gd name="connsiteY4356" fmla="*/ 1337231 h 6382977"/>
              <a:gd name="connsiteX4357" fmla="*/ 5425533 w 6501199"/>
              <a:gd name="connsiteY4357" fmla="*/ 1350911 h 6382977"/>
              <a:gd name="connsiteX4358" fmla="*/ 5423013 w 6501199"/>
              <a:gd name="connsiteY4358" fmla="*/ 1380433 h 6382977"/>
              <a:gd name="connsiteX4359" fmla="*/ 5438853 w 6501199"/>
              <a:gd name="connsiteY4359" fmla="*/ 1398795 h 6382977"/>
              <a:gd name="connsiteX4360" fmla="*/ 5414013 w 6501199"/>
              <a:gd name="connsiteY4360" fmla="*/ 1398795 h 6382977"/>
              <a:gd name="connsiteX4361" fmla="*/ 5411853 w 6501199"/>
              <a:gd name="connsiteY4361" fmla="*/ 1430477 h 6382977"/>
              <a:gd name="connsiteX4362" fmla="*/ 5425533 w 6501199"/>
              <a:gd name="connsiteY4362" fmla="*/ 1430477 h 6382977"/>
              <a:gd name="connsiteX4363" fmla="*/ 5407173 w 6501199"/>
              <a:gd name="connsiteY4363" fmla="*/ 1448838 h 6382977"/>
              <a:gd name="connsiteX4364" fmla="*/ 5402493 w 6501199"/>
              <a:gd name="connsiteY4364" fmla="*/ 1507882 h 6382977"/>
              <a:gd name="connsiteX4365" fmla="*/ 5411853 w 6501199"/>
              <a:gd name="connsiteY4365" fmla="*/ 1516883 h 6382977"/>
              <a:gd name="connsiteX4366" fmla="*/ 5393492 w 6501199"/>
              <a:gd name="connsiteY4366" fmla="*/ 1512563 h 6382977"/>
              <a:gd name="connsiteX4367" fmla="*/ 5393492 w 6501199"/>
              <a:gd name="connsiteY4367" fmla="*/ 1562606 h 6382977"/>
              <a:gd name="connsiteX4368" fmla="*/ 5405013 w 6501199"/>
              <a:gd name="connsiteY4368" fmla="*/ 1546765 h 6382977"/>
              <a:gd name="connsiteX4369" fmla="*/ 5391332 w 6501199"/>
              <a:gd name="connsiteY4369" fmla="*/ 1585288 h 6382977"/>
              <a:gd name="connsiteX4370" fmla="*/ 5391332 w 6501199"/>
              <a:gd name="connsiteY4370" fmla="*/ 1571607 h 6382977"/>
              <a:gd name="connsiteX4371" fmla="*/ 5386652 w 6501199"/>
              <a:gd name="connsiteY4371" fmla="*/ 1603289 h 6382977"/>
              <a:gd name="connsiteX4372" fmla="*/ 5400332 w 6501199"/>
              <a:gd name="connsiteY4372" fmla="*/ 1596448 h 6382977"/>
              <a:gd name="connsiteX4373" fmla="*/ 5384492 w 6501199"/>
              <a:gd name="connsiteY4373" fmla="*/ 1607969 h 6382977"/>
              <a:gd name="connsiteX4374" fmla="*/ 5391332 w 6501199"/>
              <a:gd name="connsiteY4374" fmla="*/ 1630651 h 6382977"/>
              <a:gd name="connsiteX4375" fmla="*/ 5401727 w 6501199"/>
              <a:gd name="connsiteY4375" fmla="*/ 1622865 h 6382977"/>
              <a:gd name="connsiteX4376" fmla="*/ 5408220 w 6501199"/>
              <a:gd name="connsiteY4376" fmla="*/ 1618608 h 6382977"/>
              <a:gd name="connsiteX4377" fmla="*/ 5410031 w 6501199"/>
              <a:gd name="connsiteY4377" fmla="*/ 1612904 h 6382977"/>
              <a:gd name="connsiteX4378" fmla="*/ 5412279 w 6501199"/>
              <a:gd name="connsiteY4378" fmla="*/ 1610086 h 6382977"/>
              <a:gd name="connsiteX4379" fmla="*/ 5411403 w 6501199"/>
              <a:gd name="connsiteY4379" fmla="*/ 1607699 h 6382977"/>
              <a:gd name="connsiteX4380" fmla="*/ 5407173 w 6501199"/>
              <a:gd name="connsiteY4380" fmla="*/ 1598968 h 6382977"/>
              <a:gd name="connsiteX4381" fmla="*/ 5448213 w 6501199"/>
              <a:gd name="connsiteY4381" fmla="*/ 1528404 h 6382977"/>
              <a:gd name="connsiteX4382" fmla="*/ 5452533 w 6501199"/>
              <a:gd name="connsiteY4382" fmla="*/ 1485201 h 6382977"/>
              <a:gd name="connsiteX4383" fmla="*/ 5475213 w 6501199"/>
              <a:gd name="connsiteY4383" fmla="*/ 1412476 h 6382977"/>
              <a:gd name="connsiteX4384" fmla="*/ 5495733 w 6501199"/>
              <a:gd name="connsiteY4384" fmla="*/ 1412476 h 6382977"/>
              <a:gd name="connsiteX4385" fmla="*/ 5498253 w 6501199"/>
              <a:gd name="connsiteY4385" fmla="*/ 1394114 h 6382977"/>
              <a:gd name="connsiteX4386" fmla="*/ 5527773 w 6501199"/>
              <a:gd name="connsiteY4386" fmla="*/ 1385114 h 6382977"/>
              <a:gd name="connsiteX4387" fmla="*/ 5509413 w 6501199"/>
              <a:gd name="connsiteY4387" fmla="*/ 1369273 h 6382977"/>
              <a:gd name="connsiteX4388" fmla="*/ 5529933 w 6501199"/>
              <a:gd name="connsiteY4388" fmla="*/ 1348751 h 6382977"/>
              <a:gd name="connsiteX4389" fmla="*/ 5520933 w 6501199"/>
              <a:gd name="connsiteY4389" fmla="*/ 1332550 h 6382977"/>
              <a:gd name="connsiteX4390" fmla="*/ 5543613 w 6501199"/>
              <a:gd name="connsiteY4390" fmla="*/ 1346231 h 6382977"/>
              <a:gd name="connsiteX4391" fmla="*/ 5552613 w 6501199"/>
              <a:gd name="connsiteY4391" fmla="*/ 1323550 h 6382977"/>
              <a:gd name="connsiteX4392" fmla="*/ 5548293 w 6501199"/>
              <a:gd name="connsiteY4392" fmla="*/ 1305548 h 6382977"/>
              <a:gd name="connsiteX4393" fmla="*/ 5525613 w 6501199"/>
              <a:gd name="connsiteY4393" fmla="*/ 1296188 h 6382977"/>
              <a:gd name="connsiteX4394" fmla="*/ 5543613 w 6501199"/>
              <a:gd name="connsiteY4394" fmla="*/ 1296188 h 6382977"/>
              <a:gd name="connsiteX4395" fmla="*/ 5552613 w 6501199"/>
              <a:gd name="connsiteY4395" fmla="*/ 1255505 h 6382977"/>
              <a:gd name="connsiteX4396" fmla="*/ 5575653 w 6501199"/>
              <a:gd name="connsiteY4396" fmla="*/ 1269186 h 6382977"/>
              <a:gd name="connsiteX4397" fmla="*/ 5584653 w 6501199"/>
              <a:gd name="connsiteY4397" fmla="*/ 1282867 h 6382977"/>
              <a:gd name="connsiteX4398" fmla="*/ 5577813 w 6501199"/>
              <a:gd name="connsiteY4398" fmla="*/ 1309869 h 6382977"/>
              <a:gd name="connsiteX4399" fmla="*/ 5566293 w 6501199"/>
              <a:gd name="connsiteY4399" fmla="*/ 1296188 h 6382977"/>
              <a:gd name="connsiteX4400" fmla="*/ 5570973 w 6501199"/>
              <a:gd name="connsiteY4400" fmla="*/ 1323550 h 6382977"/>
              <a:gd name="connsiteX4401" fmla="*/ 5538933 w 6501199"/>
              <a:gd name="connsiteY4401" fmla="*/ 1369273 h 6382977"/>
              <a:gd name="connsiteX4402" fmla="*/ 5542511 w 6501199"/>
              <a:gd name="connsiteY4402" fmla="*/ 1372068 h 6382977"/>
              <a:gd name="connsiteX4403" fmla="*/ 5548694 w 6501199"/>
              <a:gd name="connsiteY4403" fmla="*/ 1361765 h 6382977"/>
              <a:gd name="connsiteX4404" fmla="*/ 5569341 w 6501199"/>
              <a:gd name="connsiteY4404" fmla="*/ 1357312 h 6382977"/>
              <a:gd name="connsiteX4405" fmla="*/ 5542884 w 6501199"/>
              <a:gd name="connsiteY4405" fmla="*/ 1372360 h 6382977"/>
              <a:gd name="connsiteX4406" fmla="*/ 5550453 w 6501199"/>
              <a:gd name="connsiteY4406" fmla="*/ 1378273 h 6382977"/>
              <a:gd name="connsiteX4407" fmla="*/ 5550453 w 6501199"/>
              <a:gd name="connsiteY4407" fmla="*/ 1387274 h 6382977"/>
              <a:gd name="connsiteX4408" fmla="*/ 5532093 w 6501199"/>
              <a:gd name="connsiteY4408" fmla="*/ 1387274 h 6382977"/>
              <a:gd name="connsiteX4409" fmla="*/ 5543613 w 6501199"/>
              <a:gd name="connsiteY4409" fmla="*/ 1405635 h 6382977"/>
              <a:gd name="connsiteX4410" fmla="*/ 5525613 w 6501199"/>
              <a:gd name="connsiteY4410" fmla="*/ 1412476 h 6382977"/>
              <a:gd name="connsiteX4411" fmla="*/ 5511933 w 6501199"/>
              <a:gd name="connsiteY4411" fmla="*/ 1448838 h 6382977"/>
              <a:gd name="connsiteX4412" fmla="*/ 5525613 w 6501199"/>
              <a:gd name="connsiteY4412" fmla="*/ 1455679 h 6382977"/>
              <a:gd name="connsiteX4413" fmla="*/ 5529933 w 6501199"/>
              <a:gd name="connsiteY4413" fmla="*/ 1466839 h 6382977"/>
              <a:gd name="connsiteX4414" fmla="*/ 5516253 w 6501199"/>
              <a:gd name="connsiteY4414" fmla="*/ 1487361 h 6382977"/>
              <a:gd name="connsiteX4415" fmla="*/ 5491413 w 6501199"/>
              <a:gd name="connsiteY4415" fmla="*/ 1553605 h 6382977"/>
              <a:gd name="connsiteX4416" fmla="*/ 5518773 w 6501199"/>
              <a:gd name="connsiteY4416" fmla="*/ 1573767 h 6382977"/>
              <a:gd name="connsiteX4417" fmla="*/ 5509413 w 6501199"/>
              <a:gd name="connsiteY4417" fmla="*/ 1560086 h 6382977"/>
              <a:gd name="connsiteX4418" fmla="*/ 5525613 w 6501199"/>
              <a:gd name="connsiteY4418" fmla="*/ 1557926 h 6382977"/>
              <a:gd name="connsiteX4419" fmla="*/ 5570973 w 6501199"/>
              <a:gd name="connsiteY4419" fmla="*/ 1448838 h 6382977"/>
              <a:gd name="connsiteX4420" fmla="*/ 5573133 w 6501199"/>
              <a:gd name="connsiteY4420" fmla="*/ 1471520 h 6382977"/>
              <a:gd name="connsiteX4421" fmla="*/ 5593653 w 6501199"/>
              <a:gd name="connsiteY4421" fmla="*/ 1471520 h 6382977"/>
              <a:gd name="connsiteX4422" fmla="*/ 5579973 w 6501199"/>
              <a:gd name="connsiteY4422" fmla="*/ 1476200 h 6382977"/>
              <a:gd name="connsiteX4423" fmla="*/ 5591493 w 6501199"/>
              <a:gd name="connsiteY4423" fmla="*/ 1507882 h 6382977"/>
              <a:gd name="connsiteX4424" fmla="*/ 5570973 w 6501199"/>
              <a:gd name="connsiteY4424" fmla="*/ 1494201 h 6382977"/>
              <a:gd name="connsiteX4425" fmla="*/ 5582493 w 6501199"/>
              <a:gd name="connsiteY4425" fmla="*/ 1483041 h 6382977"/>
              <a:gd name="connsiteX4426" fmla="*/ 5559453 w 6501199"/>
              <a:gd name="connsiteY4426" fmla="*/ 1480520 h 6382977"/>
              <a:gd name="connsiteX4427" fmla="*/ 5566293 w 6501199"/>
              <a:gd name="connsiteY4427" fmla="*/ 1505722 h 6382977"/>
              <a:gd name="connsiteX4428" fmla="*/ 5582493 w 6501199"/>
              <a:gd name="connsiteY4428" fmla="*/ 1521563 h 6382977"/>
              <a:gd name="connsiteX4429" fmla="*/ 5550453 w 6501199"/>
              <a:gd name="connsiteY4429" fmla="*/ 1612649 h 6382977"/>
              <a:gd name="connsiteX4430" fmla="*/ 5568813 w 6501199"/>
              <a:gd name="connsiteY4430" fmla="*/ 1619490 h 6382977"/>
              <a:gd name="connsiteX4431" fmla="*/ 5536773 w 6501199"/>
              <a:gd name="connsiteY4431" fmla="*/ 1649012 h 6382977"/>
              <a:gd name="connsiteX4432" fmla="*/ 5532093 w 6501199"/>
              <a:gd name="connsiteY4432" fmla="*/ 1626330 h 6382977"/>
              <a:gd name="connsiteX4433" fmla="*/ 5543613 w 6501199"/>
              <a:gd name="connsiteY4433" fmla="*/ 1628491 h 6382977"/>
              <a:gd name="connsiteX4434" fmla="*/ 5529933 w 6501199"/>
              <a:gd name="connsiteY4434" fmla="*/ 1607969 h 6382977"/>
              <a:gd name="connsiteX4435" fmla="*/ 5538933 w 6501199"/>
              <a:gd name="connsiteY4435" fmla="*/ 1658013 h 6382977"/>
              <a:gd name="connsiteX4436" fmla="*/ 5527773 w 6501199"/>
              <a:gd name="connsiteY4436" fmla="*/ 1685374 h 6382977"/>
              <a:gd name="connsiteX4437" fmla="*/ 5511933 w 6501199"/>
              <a:gd name="connsiteY4437" fmla="*/ 1664853 h 6382977"/>
              <a:gd name="connsiteX4438" fmla="*/ 5509413 w 6501199"/>
              <a:gd name="connsiteY4438" fmla="*/ 1694375 h 6382977"/>
              <a:gd name="connsiteX4439" fmla="*/ 5520933 w 6501199"/>
              <a:gd name="connsiteY4439" fmla="*/ 1735418 h 6382977"/>
              <a:gd name="connsiteX4440" fmla="*/ 5509413 w 6501199"/>
              <a:gd name="connsiteY4440" fmla="*/ 1728577 h 6382977"/>
              <a:gd name="connsiteX4441" fmla="*/ 5507253 w 6501199"/>
              <a:gd name="connsiteY4441" fmla="*/ 1749099 h 6382977"/>
              <a:gd name="connsiteX4442" fmla="*/ 5489253 w 6501199"/>
              <a:gd name="connsiteY4442" fmla="*/ 1762780 h 6382977"/>
              <a:gd name="connsiteX4443" fmla="*/ 5500413 w 6501199"/>
              <a:gd name="connsiteY4443" fmla="*/ 1787621 h 6382977"/>
              <a:gd name="connsiteX4444" fmla="*/ 5484573 w 6501199"/>
              <a:gd name="connsiteY4444" fmla="*/ 1794462 h 6382977"/>
              <a:gd name="connsiteX4445" fmla="*/ 5486733 w 6501199"/>
              <a:gd name="connsiteY4445" fmla="*/ 1817503 h 6382977"/>
              <a:gd name="connsiteX4446" fmla="*/ 5475213 w 6501199"/>
              <a:gd name="connsiteY4446" fmla="*/ 1810663 h 6382977"/>
              <a:gd name="connsiteX4447" fmla="*/ 5484573 w 6501199"/>
              <a:gd name="connsiteY4447" fmla="*/ 1821824 h 6382977"/>
              <a:gd name="connsiteX4448" fmla="*/ 5473053 w 6501199"/>
              <a:gd name="connsiteY4448" fmla="*/ 1830824 h 6382977"/>
              <a:gd name="connsiteX4449" fmla="*/ 5464053 w 6501199"/>
              <a:gd name="connsiteY4449" fmla="*/ 1814983 h 6382977"/>
              <a:gd name="connsiteX4450" fmla="*/ 5475213 w 6501199"/>
              <a:gd name="connsiteY4450" fmla="*/ 1847026 h 6382977"/>
              <a:gd name="connsiteX4451" fmla="*/ 5459373 w 6501199"/>
              <a:gd name="connsiteY4451" fmla="*/ 1867187 h 6382977"/>
              <a:gd name="connsiteX4452" fmla="*/ 5443533 w 6501199"/>
              <a:gd name="connsiteY4452" fmla="*/ 1869707 h 6382977"/>
              <a:gd name="connsiteX4453" fmla="*/ 5418693 w 6501199"/>
              <a:gd name="connsiteY4453" fmla="*/ 1947112 h 6382977"/>
              <a:gd name="connsiteX4454" fmla="*/ 5398172 w 6501199"/>
              <a:gd name="connsiteY4454" fmla="*/ 1947112 h 6382977"/>
              <a:gd name="connsiteX4455" fmla="*/ 5386652 w 6501199"/>
              <a:gd name="connsiteY4455" fmla="*/ 1981315 h 6382977"/>
              <a:gd name="connsiteX4456" fmla="*/ 5384492 w 6501199"/>
              <a:gd name="connsiteY4456" fmla="*/ 2006156 h 6382977"/>
              <a:gd name="connsiteX4457" fmla="*/ 5372972 w 6501199"/>
              <a:gd name="connsiteY4457" fmla="*/ 2006156 h 6382977"/>
              <a:gd name="connsiteX4458" fmla="*/ 5352452 w 6501199"/>
              <a:gd name="connsiteY4458" fmla="*/ 2049359 h 6382977"/>
              <a:gd name="connsiteX4459" fmla="*/ 5354735 w 6501199"/>
              <a:gd name="connsiteY4459" fmla="*/ 2071448 h 6382977"/>
              <a:gd name="connsiteX4460" fmla="*/ 5355247 w 6501199"/>
              <a:gd name="connsiteY4460" fmla="*/ 2071804 h 6382977"/>
              <a:gd name="connsiteX4461" fmla="*/ 5354899 w 6501199"/>
              <a:gd name="connsiteY4461" fmla="*/ 2073029 h 6382977"/>
              <a:gd name="connsiteX4462" fmla="*/ 5355062 w 6501199"/>
              <a:gd name="connsiteY4462" fmla="*/ 2074606 h 6382977"/>
              <a:gd name="connsiteX4463" fmla="*/ 5359292 w 6501199"/>
              <a:gd name="connsiteY4463" fmla="*/ 2094723 h 6382977"/>
              <a:gd name="connsiteX4464" fmla="*/ 5309251 w 6501199"/>
              <a:gd name="connsiteY4464" fmla="*/ 2131085 h 6382977"/>
              <a:gd name="connsiteX4465" fmla="*/ 5298091 w 6501199"/>
              <a:gd name="connsiteY4465" fmla="*/ 2151606 h 6382977"/>
              <a:gd name="connsiteX4466" fmla="*/ 5295571 w 6501199"/>
              <a:gd name="connsiteY4466" fmla="*/ 2138286 h 6382977"/>
              <a:gd name="connsiteX4467" fmla="*/ 5288731 w 6501199"/>
              <a:gd name="connsiteY4467" fmla="*/ 2172128 h 6382977"/>
              <a:gd name="connsiteX4468" fmla="*/ 5304571 w 6501199"/>
              <a:gd name="connsiteY4468" fmla="*/ 2158447 h 6382977"/>
              <a:gd name="connsiteX4469" fmla="*/ 5261731 w 6501199"/>
              <a:gd name="connsiteY4469" fmla="*/ 2194809 h 6382977"/>
              <a:gd name="connsiteX4470" fmla="*/ 5270731 w 6501199"/>
              <a:gd name="connsiteY4470" fmla="*/ 2208490 h 6382977"/>
              <a:gd name="connsiteX4471" fmla="*/ 5254891 w 6501199"/>
              <a:gd name="connsiteY4471" fmla="*/ 2224691 h 6382977"/>
              <a:gd name="connsiteX4472" fmla="*/ 5267986 w 6501199"/>
              <a:gd name="connsiteY4472" fmla="*/ 2224691 h 6382977"/>
              <a:gd name="connsiteX4473" fmla="*/ 5266401 w 6501199"/>
              <a:gd name="connsiteY4473" fmla="*/ 2223500 h 6382977"/>
              <a:gd name="connsiteX4474" fmla="*/ 5281553 w 6501199"/>
              <a:gd name="connsiteY4474" fmla="*/ 2204330 h 6382977"/>
              <a:gd name="connsiteX4475" fmla="*/ 5289665 w 6501199"/>
              <a:gd name="connsiteY4475" fmla="*/ 2208092 h 6382977"/>
              <a:gd name="connsiteX4476" fmla="*/ 5294363 w 6501199"/>
              <a:gd name="connsiteY4476" fmla="*/ 2206646 h 6382977"/>
              <a:gd name="connsiteX4477" fmla="*/ 5306611 w 6501199"/>
              <a:gd name="connsiteY4477" fmla="*/ 2199654 h 6382977"/>
              <a:gd name="connsiteX4478" fmla="*/ 5284059 w 6501199"/>
              <a:gd name="connsiteY4478" fmla="*/ 2199654 h 6382977"/>
              <a:gd name="connsiteX4479" fmla="*/ 5315560 w 6501199"/>
              <a:gd name="connsiteY4479" fmla="*/ 2190662 h 6382977"/>
              <a:gd name="connsiteX4480" fmla="*/ 5320213 w 6501199"/>
              <a:gd name="connsiteY4480" fmla="*/ 2217998 h 6382977"/>
              <a:gd name="connsiteX4481" fmla="*/ 5297303 w 6501199"/>
              <a:gd name="connsiteY4481" fmla="*/ 2215885 h 6382977"/>
              <a:gd name="connsiteX4482" fmla="*/ 5293414 w 6501199"/>
              <a:gd name="connsiteY4482" fmla="*/ 2215027 h 6382977"/>
              <a:gd name="connsiteX4483" fmla="*/ 5286571 w 6501199"/>
              <a:gd name="connsiteY4483" fmla="*/ 2226852 h 6382977"/>
              <a:gd name="connsiteX4484" fmla="*/ 5277110 w 6501199"/>
              <a:gd name="connsiteY4484" fmla="*/ 2228525 h 6382977"/>
              <a:gd name="connsiteX4485" fmla="*/ 5277258 w 6501199"/>
              <a:gd name="connsiteY4485" fmla="*/ 2231665 h 6382977"/>
              <a:gd name="connsiteX4486" fmla="*/ 5273426 w 6501199"/>
              <a:gd name="connsiteY4486" fmla="*/ 2228783 h 6382977"/>
              <a:gd name="connsiteX4487" fmla="*/ 5264476 w 6501199"/>
              <a:gd name="connsiteY4487" fmla="*/ 2227977 h 6382977"/>
              <a:gd name="connsiteX4488" fmla="*/ 5252371 w 6501199"/>
              <a:gd name="connsiteY4488" fmla="*/ 2235852 h 6382977"/>
              <a:gd name="connsiteX4489" fmla="*/ 5257321 w 6501199"/>
              <a:gd name="connsiteY4489" fmla="*/ 2246248 h 6382977"/>
              <a:gd name="connsiteX4490" fmla="*/ 5259631 w 6501199"/>
              <a:gd name="connsiteY4490" fmla="*/ 2249808 h 6382977"/>
              <a:gd name="connsiteX4491" fmla="*/ 5261836 w 6501199"/>
              <a:gd name="connsiteY4491" fmla="*/ 2246704 h 6382977"/>
              <a:gd name="connsiteX4492" fmla="*/ 5275387 w 6501199"/>
              <a:gd name="connsiteY4492" fmla="*/ 2235200 h 6382977"/>
              <a:gd name="connsiteX4493" fmla="*/ 5291575 w 6501199"/>
              <a:gd name="connsiteY4493" fmla="*/ 2239917 h 6382977"/>
              <a:gd name="connsiteX4494" fmla="*/ 5293734 w 6501199"/>
              <a:gd name="connsiteY4494" fmla="*/ 2255883 h 6382977"/>
              <a:gd name="connsiteX4495" fmla="*/ 5286899 w 6501199"/>
              <a:gd name="connsiteY4495" fmla="*/ 2246811 h 6382977"/>
              <a:gd name="connsiteX4496" fmla="*/ 5271071 w 6501199"/>
              <a:gd name="connsiteY4496" fmla="*/ 2244634 h 6382977"/>
              <a:gd name="connsiteX4497" fmla="*/ 5275387 w 6501199"/>
              <a:gd name="connsiteY4497" fmla="*/ 2260600 h 6382977"/>
              <a:gd name="connsiteX4498" fmla="*/ 5300568 w 6501199"/>
              <a:gd name="connsiteY4498" fmla="*/ 2278743 h 6382977"/>
              <a:gd name="connsiteX4499" fmla="*/ 5290124 w 6501199"/>
              <a:gd name="connsiteY4499" fmla="*/ 2273957 h 6382977"/>
              <a:gd name="connsiteX4500" fmla="*/ 5284411 w 6501199"/>
              <a:gd name="connsiteY4500" fmla="*/ 2279055 h 6382977"/>
              <a:gd name="connsiteX4501" fmla="*/ 5288731 w 6501199"/>
              <a:gd name="connsiteY4501" fmla="*/ 2290576 h 6382977"/>
              <a:gd name="connsiteX4502" fmla="*/ 5320772 w 6501199"/>
              <a:gd name="connsiteY4502" fmla="*/ 2279055 h 6382977"/>
              <a:gd name="connsiteX4503" fmla="*/ 5316091 w 6501199"/>
              <a:gd name="connsiteY4503" fmla="*/ 2290576 h 6382977"/>
              <a:gd name="connsiteX4504" fmla="*/ 5341292 w 6501199"/>
              <a:gd name="connsiteY4504" fmla="*/ 2238372 h 6382977"/>
              <a:gd name="connsiteX4505" fmla="*/ 5357132 w 6501199"/>
              <a:gd name="connsiteY4505" fmla="*/ 2254213 h 6382977"/>
              <a:gd name="connsiteX4506" fmla="*/ 5366132 w 6501199"/>
              <a:gd name="connsiteY4506" fmla="*/ 2211011 h 6382977"/>
              <a:gd name="connsiteX4507" fmla="*/ 5363972 w 6501199"/>
              <a:gd name="connsiteY4507" fmla="*/ 2222171 h 6382977"/>
              <a:gd name="connsiteX4508" fmla="*/ 5384492 w 6501199"/>
              <a:gd name="connsiteY4508" fmla="*/ 2185809 h 6382977"/>
              <a:gd name="connsiteX4509" fmla="*/ 5405013 w 6501199"/>
              <a:gd name="connsiteY4509" fmla="*/ 2185809 h 6382977"/>
              <a:gd name="connsiteX4510" fmla="*/ 5400332 w 6501199"/>
              <a:gd name="connsiteY4510" fmla="*/ 2163127 h 6382977"/>
              <a:gd name="connsiteX4511" fmla="*/ 5414013 w 6501199"/>
              <a:gd name="connsiteY4511" fmla="*/ 2156287 h 6382977"/>
              <a:gd name="connsiteX4512" fmla="*/ 5423013 w 6501199"/>
              <a:gd name="connsiteY4512" fmla="*/ 2160967 h 6382977"/>
              <a:gd name="connsiteX4513" fmla="*/ 5455053 w 6501199"/>
              <a:gd name="connsiteY4513" fmla="*/ 2087882 h 6382977"/>
              <a:gd name="connsiteX4514" fmla="*/ 5475213 w 6501199"/>
              <a:gd name="connsiteY4514" fmla="*/ 2104083 h 6382977"/>
              <a:gd name="connsiteX4515" fmla="*/ 5482413 w 6501199"/>
              <a:gd name="connsiteY4515" fmla="*/ 2074561 h 6382977"/>
              <a:gd name="connsiteX4516" fmla="*/ 5466213 w 6501199"/>
              <a:gd name="connsiteY4516" fmla="*/ 2087882 h 6382977"/>
              <a:gd name="connsiteX4517" fmla="*/ 5500413 w 6501199"/>
              <a:gd name="connsiteY4517" fmla="*/ 2060880 h 6382977"/>
              <a:gd name="connsiteX4518" fmla="*/ 5477733 w 6501199"/>
              <a:gd name="connsiteY4518" fmla="*/ 2056200 h 6382977"/>
              <a:gd name="connsiteX4519" fmla="*/ 5511933 w 6501199"/>
              <a:gd name="connsiteY4519" fmla="*/ 1974474 h 6382977"/>
              <a:gd name="connsiteX4520" fmla="*/ 5509413 w 6501199"/>
              <a:gd name="connsiteY4520" fmla="*/ 1990315 h 6382977"/>
              <a:gd name="connsiteX4521" fmla="*/ 5524550 w 6501199"/>
              <a:gd name="connsiteY4521" fmla="*/ 1992239 h 6382977"/>
              <a:gd name="connsiteX4522" fmla="*/ 5526506 w 6501199"/>
              <a:gd name="connsiteY4522" fmla="*/ 1991540 h 6382977"/>
              <a:gd name="connsiteX4523" fmla="*/ 5530859 w 6501199"/>
              <a:gd name="connsiteY4523" fmla="*/ 1965456 h 6382977"/>
              <a:gd name="connsiteX4524" fmla="*/ 5530895 w 6501199"/>
              <a:gd name="connsiteY4524" fmla="*/ 1964489 h 6382977"/>
              <a:gd name="connsiteX4525" fmla="*/ 5531076 w 6501199"/>
              <a:gd name="connsiteY4525" fmla="*/ 1964153 h 6382977"/>
              <a:gd name="connsiteX4526" fmla="*/ 5537473 w 6501199"/>
              <a:gd name="connsiteY4526" fmla="*/ 1925825 h 6382977"/>
              <a:gd name="connsiteX4527" fmla="*/ 5532145 w 6501199"/>
              <a:gd name="connsiteY4527" fmla="*/ 1928454 h 6382977"/>
              <a:gd name="connsiteX4528" fmla="*/ 5536233 w 6501199"/>
              <a:gd name="connsiteY4528" fmla="*/ 1914672 h 6382977"/>
              <a:gd name="connsiteX4529" fmla="*/ 5542594 w 6501199"/>
              <a:gd name="connsiteY4529" fmla="*/ 1895141 h 6382977"/>
              <a:gd name="connsiteX4530" fmla="*/ 5544055 w 6501199"/>
              <a:gd name="connsiteY4530" fmla="*/ 1886384 h 6382977"/>
              <a:gd name="connsiteX4531" fmla="*/ 5539081 w 6501199"/>
              <a:gd name="connsiteY4531" fmla="*/ 1887807 h 6382977"/>
              <a:gd name="connsiteX4532" fmla="*/ 5543746 w 6501199"/>
              <a:gd name="connsiteY4532" fmla="*/ 1885650 h 6382977"/>
              <a:gd name="connsiteX4533" fmla="*/ 5550563 w 6501199"/>
              <a:gd name="connsiteY4533" fmla="*/ 1847191 h 6382977"/>
              <a:gd name="connsiteX4534" fmla="*/ 5550595 w 6501199"/>
              <a:gd name="connsiteY4534" fmla="*/ 1847196 h 6382977"/>
              <a:gd name="connsiteX4535" fmla="*/ 5557077 w 6501199"/>
              <a:gd name="connsiteY4535" fmla="*/ 1808358 h 6382977"/>
              <a:gd name="connsiteX4536" fmla="*/ 5570755 w 6501199"/>
              <a:gd name="connsiteY4536" fmla="*/ 1769840 h 6382977"/>
              <a:gd name="connsiteX4537" fmla="*/ 5592127 w 6501199"/>
              <a:gd name="connsiteY4537" fmla="*/ 1811823 h 6382977"/>
              <a:gd name="connsiteX4538" fmla="*/ 5593821 w 6501199"/>
              <a:gd name="connsiteY4538" fmla="*/ 1825625 h 6382977"/>
              <a:gd name="connsiteX4539" fmla="*/ 5602091 w 6501199"/>
              <a:gd name="connsiteY4539" fmla="*/ 1825625 h 6382977"/>
              <a:gd name="connsiteX4540" fmla="*/ 5603888 w 6501199"/>
              <a:gd name="connsiteY4540" fmla="*/ 1825625 h 6382977"/>
              <a:gd name="connsiteX4541" fmla="*/ 5605545 w 6501199"/>
              <a:gd name="connsiteY4541" fmla="*/ 1820716 h 6382977"/>
              <a:gd name="connsiteX4542" fmla="*/ 5605174 w 6501199"/>
              <a:gd name="connsiteY4542" fmla="*/ 1801302 h 6382977"/>
              <a:gd name="connsiteX4543" fmla="*/ 5618854 w 6501199"/>
              <a:gd name="connsiteY4543" fmla="*/ 1808143 h 6382977"/>
              <a:gd name="connsiteX4544" fmla="*/ 5650534 w 6501199"/>
              <a:gd name="connsiteY4544" fmla="*/ 1746939 h 6382977"/>
              <a:gd name="connsiteX4545" fmla="*/ 5664215 w 6501199"/>
              <a:gd name="connsiteY4545" fmla="*/ 1755939 h 6382977"/>
              <a:gd name="connsiteX4546" fmla="*/ 5671055 w 6501199"/>
              <a:gd name="connsiteY4546" fmla="*/ 1735418 h 6382977"/>
              <a:gd name="connsiteX4547" fmla="*/ 5657374 w 6501199"/>
              <a:gd name="connsiteY4547" fmla="*/ 1721737 h 6382977"/>
              <a:gd name="connsiteX4548" fmla="*/ 5668895 w 6501199"/>
              <a:gd name="connsiteY4548" fmla="*/ 1705896 h 6382977"/>
              <a:gd name="connsiteX4549" fmla="*/ 5655214 w 6501199"/>
              <a:gd name="connsiteY4549" fmla="*/ 1705896 h 6382977"/>
              <a:gd name="connsiteX4550" fmla="*/ 5658633 w 6501199"/>
              <a:gd name="connsiteY4550" fmla="*/ 1701163 h 6382977"/>
              <a:gd name="connsiteX4551" fmla="*/ 5658237 w 6501199"/>
              <a:gd name="connsiteY4551" fmla="*/ 1701182 h 6382977"/>
              <a:gd name="connsiteX4552" fmla="*/ 5652794 w 6501199"/>
              <a:gd name="connsiteY4552" fmla="*/ 1701447 h 6382977"/>
              <a:gd name="connsiteX4553" fmla="*/ 5656383 w 6501199"/>
              <a:gd name="connsiteY4553" fmla="*/ 1693328 h 6382977"/>
              <a:gd name="connsiteX4554" fmla="*/ 5667337 w 6501199"/>
              <a:gd name="connsiteY4554" fmla="*/ 1691796 h 6382977"/>
              <a:gd name="connsiteX4555" fmla="*/ 5670149 w 6501199"/>
              <a:gd name="connsiteY4555" fmla="*/ 1688885 h 6382977"/>
              <a:gd name="connsiteX4556" fmla="*/ 5675735 w 6501199"/>
              <a:gd name="connsiteY4556" fmla="*/ 1678534 h 6382977"/>
              <a:gd name="connsiteX4557" fmla="*/ 5657374 w 6501199"/>
              <a:gd name="connsiteY4557" fmla="*/ 1678534 h 6382977"/>
              <a:gd name="connsiteX4558" fmla="*/ 5709575 w 6501199"/>
              <a:gd name="connsiteY4558" fmla="*/ 1635331 h 6382977"/>
              <a:gd name="connsiteX4559" fmla="*/ 5718935 w 6501199"/>
              <a:gd name="connsiteY4559" fmla="*/ 1596448 h 6382977"/>
              <a:gd name="connsiteX4560" fmla="*/ 5727935 w 6501199"/>
              <a:gd name="connsiteY4560" fmla="*/ 1603289 h 6382977"/>
              <a:gd name="connsiteX4561" fmla="*/ 5743775 w 6501199"/>
              <a:gd name="connsiteY4561" fmla="*/ 1576287 h 6382977"/>
              <a:gd name="connsiteX4562" fmla="*/ 5709575 w 6501199"/>
              <a:gd name="connsiteY4562" fmla="*/ 1566926 h 6382977"/>
              <a:gd name="connsiteX4563" fmla="*/ 5725775 w 6501199"/>
              <a:gd name="connsiteY4563" fmla="*/ 1533084 h 6382977"/>
              <a:gd name="connsiteX4564" fmla="*/ 5738193 w 6501199"/>
              <a:gd name="connsiteY4564" fmla="*/ 1498416 h 6382977"/>
              <a:gd name="connsiteX4565" fmla="*/ 5738088 w 6501199"/>
              <a:gd name="connsiteY4565" fmla="*/ 1497582 h 6382977"/>
              <a:gd name="connsiteX4566" fmla="*/ 5739207 w 6501199"/>
              <a:gd name="connsiteY4566" fmla="*/ 1467090 h 6382977"/>
              <a:gd name="connsiteX4567" fmla="*/ 5768723 w 6501199"/>
              <a:gd name="connsiteY4567" fmla="*/ 1412731 h 6382977"/>
              <a:gd name="connsiteX4568" fmla="*/ 5764043 w 6501199"/>
              <a:gd name="connsiteY4568" fmla="*/ 1396532 h 6382977"/>
              <a:gd name="connsiteX4569" fmla="*/ 5775072 w 6501199"/>
              <a:gd name="connsiteY4569" fmla="*/ 1380175 h 6382977"/>
              <a:gd name="connsiteX4570" fmla="*/ 5779424 w 6501199"/>
              <a:gd name="connsiteY4570" fmla="*/ 1375234 h 6382977"/>
              <a:gd name="connsiteX4571" fmla="*/ 5802815 w 6501199"/>
              <a:gd name="connsiteY4571" fmla="*/ 1291867 h 6382977"/>
              <a:gd name="connsiteX4572" fmla="*/ 5802815 w 6501199"/>
              <a:gd name="connsiteY4572" fmla="*/ 1316709 h 6382977"/>
              <a:gd name="connsiteX4573" fmla="*/ 5816495 w 6501199"/>
              <a:gd name="connsiteY4573" fmla="*/ 1321389 h 6382977"/>
              <a:gd name="connsiteX4574" fmla="*/ 5819015 w 6501199"/>
              <a:gd name="connsiteY4574" fmla="*/ 1312389 h 6382977"/>
              <a:gd name="connsiteX4575" fmla="*/ 5807495 w 6501199"/>
              <a:gd name="connsiteY4575" fmla="*/ 1303028 h 6382977"/>
              <a:gd name="connsiteX4576" fmla="*/ 5816360 w 6501199"/>
              <a:gd name="connsiteY4576" fmla="*/ 1297493 h 6382977"/>
              <a:gd name="connsiteX4577" fmla="*/ 5819653 w 6501199"/>
              <a:gd name="connsiteY4577" fmla="*/ 1298066 h 6382977"/>
              <a:gd name="connsiteX4578" fmla="*/ 5819249 w 6501199"/>
              <a:gd name="connsiteY4578" fmla="*/ 1292675 h 6382977"/>
              <a:gd name="connsiteX4579" fmla="*/ 5822449 w 6501199"/>
              <a:gd name="connsiteY4579" fmla="*/ 1279435 h 6382977"/>
              <a:gd name="connsiteX4580" fmla="*/ 5822748 w 6501199"/>
              <a:gd name="connsiteY4580" fmla="*/ 1279174 h 6382977"/>
              <a:gd name="connsiteX4581" fmla="*/ 5816495 w 6501199"/>
              <a:gd name="connsiteY4581" fmla="*/ 1278186 h 6382977"/>
              <a:gd name="connsiteX4582" fmla="*/ 5782655 w 6501199"/>
              <a:gd name="connsiteY4582" fmla="*/ 1294028 h 6382977"/>
              <a:gd name="connsiteX4583" fmla="*/ 5791655 w 6501199"/>
              <a:gd name="connsiteY4583" fmla="*/ 1273506 h 6382977"/>
              <a:gd name="connsiteX4584" fmla="*/ 5807495 w 6501199"/>
              <a:gd name="connsiteY4584" fmla="*/ 1278186 h 6382977"/>
              <a:gd name="connsiteX4585" fmla="*/ 5819015 w 6501199"/>
              <a:gd name="connsiteY4585" fmla="*/ 1219142 h 6382977"/>
              <a:gd name="connsiteX4586" fmla="*/ 5821175 w 6501199"/>
              <a:gd name="connsiteY4586" fmla="*/ 1207622 h 6382977"/>
              <a:gd name="connsiteX4587" fmla="*/ 5834855 w 6501199"/>
              <a:gd name="connsiteY4587" fmla="*/ 1187100 h 6382977"/>
              <a:gd name="connsiteX4588" fmla="*/ 5838275 w 6501199"/>
              <a:gd name="connsiteY4588" fmla="*/ 1203931 h 6382977"/>
              <a:gd name="connsiteX4589" fmla="*/ 5841485 w 6501199"/>
              <a:gd name="connsiteY4589" fmla="*/ 1218207 h 6382977"/>
              <a:gd name="connsiteX4590" fmla="*/ 5843906 w 6501199"/>
              <a:gd name="connsiteY4590" fmla="*/ 1209023 h 6382977"/>
              <a:gd name="connsiteX4591" fmla="*/ 5854080 w 6501199"/>
              <a:gd name="connsiteY4591" fmla="*/ 1194580 h 6382977"/>
              <a:gd name="connsiteX4592" fmla="*/ 5854205 w 6501199"/>
              <a:gd name="connsiteY4592" fmla="*/ 1193671 h 6382977"/>
              <a:gd name="connsiteX4593" fmla="*/ 5853215 w 6501199"/>
              <a:gd name="connsiteY4593" fmla="*/ 1166579 h 6382977"/>
              <a:gd name="connsiteX4594" fmla="*/ 5869056 w 6501199"/>
              <a:gd name="connsiteY4594" fmla="*/ 1143897 h 6382977"/>
              <a:gd name="connsiteX4595" fmla="*/ 5898576 w 6501199"/>
              <a:gd name="connsiteY4595" fmla="*/ 1157578 h 6382977"/>
              <a:gd name="connsiteX4596" fmla="*/ 5893896 w 6501199"/>
              <a:gd name="connsiteY4596" fmla="*/ 1123376 h 6382977"/>
              <a:gd name="connsiteX4597" fmla="*/ 5873376 w 6501199"/>
              <a:gd name="connsiteY4597" fmla="*/ 1112215 h 6382977"/>
              <a:gd name="connsiteX4598" fmla="*/ 5896416 w 6501199"/>
              <a:gd name="connsiteY4598" fmla="*/ 1091694 h 6382977"/>
              <a:gd name="connsiteX4599" fmla="*/ 5921256 w 6501199"/>
              <a:gd name="connsiteY4599" fmla="*/ 1098534 h 6382977"/>
              <a:gd name="connsiteX4600" fmla="*/ 5923417 w 6501199"/>
              <a:gd name="connsiteY4600" fmla="*/ 1125896 h 6382977"/>
              <a:gd name="connsiteX4601" fmla="*/ 5905394 w 6501199"/>
              <a:gd name="connsiteY4601" fmla="*/ 1179816 h 6382977"/>
              <a:gd name="connsiteX4602" fmla="*/ 5900701 w 6501199"/>
              <a:gd name="connsiteY4602" fmla="*/ 1194247 h 6382977"/>
              <a:gd name="connsiteX4603" fmla="*/ 5899938 w 6501199"/>
              <a:gd name="connsiteY4603" fmla="*/ 1198865 h 6382977"/>
              <a:gd name="connsiteX4604" fmla="*/ 5911979 w 6501199"/>
              <a:gd name="connsiteY4604" fmla="*/ 1207898 h 6382977"/>
              <a:gd name="connsiteX4605" fmla="*/ 5907385 w 6501199"/>
              <a:gd name="connsiteY4605" fmla="*/ 1213224 h 6382977"/>
              <a:gd name="connsiteX4606" fmla="*/ 5905326 w 6501199"/>
              <a:gd name="connsiteY4606" fmla="*/ 1224588 h 6382977"/>
              <a:gd name="connsiteX4607" fmla="*/ 5898576 w 6501199"/>
              <a:gd name="connsiteY4607" fmla="*/ 1248664 h 6382977"/>
              <a:gd name="connsiteX4608" fmla="*/ 5910096 w 6501199"/>
              <a:gd name="connsiteY4608" fmla="*/ 1248664 h 6382977"/>
              <a:gd name="connsiteX4609" fmla="*/ 5901642 w 6501199"/>
              <a:gd name="connsiteY4609" fmla="*/ 1265878 h 6382977"/>
              <a:gd name="connsiteX4610" fmla="*/ 5899764 w 6501199"/>
              <a:gd name="connsiteY4610" fmla="*/ 1267204 h 6382977"/>
              <a:gd name="connsiteX4611" fmla="*/ 5899871 w 6501199"/>
              <a:gd name="connsiteY4611" fmla="*/ 1268416 h 6382977"/>
              <a:gd name="connsiteX4612" fmla="*/ 5896047 w 6501199"/>
              <a:gd name="connsiteY4612" fmla="*/ 1285358 h 6382977"/>
              <a:gd name="connsiteX4613" fmla="*/ 5903256 w 6501199"/>
              <a:gd name="connsiteY4613" fmla="*/ 1291867 h 6382977"/>
              <a:gd name="connsiteX4614" fmla="*/ 5900736 w 6501199"/>
              <a:gd name="connsiteY4614" fmla="*/ 1316709 h 6382977"/>
              <a:gd name="connsiteX4615" fmla="*/ 5889576 w 6501199"/>
              <a:gd name="connsiteY4615" fmla="*/ 1321389 h 6382977"/>
              <a:gd name="connsiteX4616" fmla="*/ 5896416 w 6501199"/>
              <a:gd name="connsiteY4616" fmla="*/ 1344071 h 6382977"/>
              <a:gd name="connsiteX4617" fmla="*/ 5888316 w 6501199"/>
              <a:gd name="connsiteY4617" fmla="*/ 1319162 h 6382977"/>
              <a:gd name="connsiteX4618" fmla="*/ 5888969 w 6501199"/>
              <a:gd name="connsiteY4618" fmla="*/ 1313229 h 6382977"/>
              <a:gd name="connsiteX4619" fmla="*/ 5873314 w 6501199"/>
              <a:gd name="connsiteY4619" fmla="*/ 1349222 h 6382977"/>
              <a:gd name="connsiteX4620" fmla="*/ 5866210 w 6501199"/>
              <a:gd name="connsiteY4620" fmla="*/ 1362587 h 6382977"/>
              <a:gd name="connsiteX4621" fmla="*/ 5869056 w 6501199"/>
              <a:gd name="connsiteY4621" fmla="*/ 1366753 h 6382977"/>
              <a:gd name="connsiteX4622" fmla="*/ 5862598 w 6501199"/>
              <a:gd name="connsiteY4622" fmla="*/ 1369380 h 6382977"/>
              <a:gd name="connsiteX4623" fmla="*/ 5855151 w 6501199"/>
              <a:gd name="connsiteY4623" fmla="*/ 1383390 h 6382977"/>
              <a:gd name="connsiteX4624" fmla="*/ 5856950 w 6501199"/>
              <a:gd name="connsiteY4624" fmla="*/ 1386329 h 6382977"/>
              <a:gd name="connsiteX4625" fmla="*/ 5859696 w 6501199"/>
              <a:gd name="connsiteY4625" fmla="*/ 1396275 h 6382977"/>
              <a:gd name="connsiteX4626" fmla="*/ 5847320 w 6501199"/>
              <a:gd name="connsiteY4626" fmla="*/ 1401495 h 6382977"/>
              <a:gd name="connsiteX4627" fmla="*/ 5843645 w 6501199"/>
              <a:gd name="connsiteY4627" fmla="*/ 1403664 h 6382977"/>
              <a:gd name="connsiteX4628" fmla="*/ 5841833 w 6501199"/>
              <a:gd name="connsiteY4628" fmla="*/ 1406806 h 6382977"/>
              <a:gd name="connsiteX4629" fmla="*/ 5841695 w 6501199"/>
              <a:gd name="connsiteY4629" fmla="*/ 1409956 h 6382977"/>
              <a:gd name="connsiteX4630" fmla="*/ 5871216 w 6501199"/>
              <a:gd name="connsiteY4630" fmla="*/ 1416796 h 6382977"/>
              <a:gd name="connsiteX4631" fmla="*/ 5839535 w 6501199"/>
              <a:gd name="connsiteY4631" fmla="*/ 1435157 h 6382977"/>
              <a:gd name="connsiteX4632" fmla="*/ 5850695 w 6501199"/>
              <a:gd name="connsiteY4632" fmla="*/ 1457839 h 6382977"/>
              <a:gd name="connsiteX4633" fmla="*/ 5866536 w 6501199"/>
              <a:gd name="connsiteY4633" fmla="*/ 1432637 h 6382977"/>
              <a:gd name="connsiteX4634" fmla="*/ 5850695 w 6501199"/>
              <a:gd name="connsiteY4634" fmla="*/ 1480520 h 6382977"/>
              <a:gd name="connsiteX4635" fmla="*/ 5848535 w 6501199"/>
              <a:gd name="connsiteY4635" fmla="*/ 1537404 h 6382977"/>
              <a:gd name="connsiteX4636" fmla="*/ 5900736 w 6501199"/>
              <a:gd name="connsiteY4636" fmla="*/ 1496361 h 6382977"/>
              <a:gd name="connsiteX4637" fmla="*/ 5898576 w 6501199"/>
              <a:gd name="connsiteY4637" fmla="*/ 1478360 h 6382977"/>
              <a:gd name="connsiteX4638" fmla="*/ 5884896 w 6501199"/>
              <a:gd name="connsiteY4638" fmla="*/ 1478360 h 6382977"/>
              <a:gd name="connsiteX4639" fmla="*/ 5875896 w 6501199"/>
              <a:gd name="connsiteY4639" fmla="*/ 1444158 h 6382977"/>
              <a:gd name="connsiteX4640" fmla="*/ 5891736 w 6501199"/>
              <a:gd name="connsiteY4640" fmla="*/ 1455679 h 6382977"/>
              <a:gd name="connsiteX4641" fmla="*/ 5898576 w 6501199"/>
              <a:gd name="connsiteY4641" fmla="*/ 1441998 h 6382977"/>
              <a:gd name="connsiteX4642" fmla="*/ 5889576 w 6501199"/>
              <a:gd name="connsiteY4642" fmla="*/ 1428317 h 6382977"/>
              <a:gd name="connsiteX4643" fmla="*/ 5907576 w 6501199"/>
              <a:gd name="connsiteY4643" fmla="*/ 1405635 h 6382977"/>
              <a:gd name="connsiteX4644" fmla="*/ 5916936 w 6501199"/>
              <a:gd name="connsiteY4644" fmla="*/ 1432637 h 6382977"/>
              <a:gd name="connsiteX4645" fmla="*/ 5925937 w 6501199"/>
              <a:gd name="connsiteY4645" fmla="*/ 1416796 h 6382977"/>
              <a:gd name="connsiteX4646" fmla="*/ 5912256 w 6501199"/>
              <a:gd name="connsiteY4646" fmla="*/ 1398795 h 6382977"/>
              <a:gd name="connsiteX4647" fmla="*/ 5900736 w 6501199"/>
              <a:gd name="connsiteY4647" fmla="*/ 1403115 h 6382977"/>
              <a:gd name="connsiteX4648" fmla="*/ 5919096 w 6501199"/>
              <a:gd name="connsiteY4648" fmla="*/ 1350911 h 6382977"/>
              <a:gd name="connsiteX4649" fmla="*/ 5923417 w 6501199"/>
              <a:gd name="connsiteY4649" fmla="*/ 1246144 h 6382977"/>
              <a:gd name="connsiteX4650" fmla="*/ 5946457 w 6501199"/>
              <a:gd name="connsiteY4650" fmla="*/ 1262345 h 6382977"/>
              <a:gd name="connsiteX4651" fmla="*/ 5930257 w 6501199"/>
              <a:gd name="connsiteY4651" fmla="*/ 1314549 h 6382977"/>
              <a:gd name="connsiteX4652" fmla="*/ 5916936 w 6501199"/>
              <a:gd name="connsiteY4652" fmla="*/ 1344071 h 6382977"/>
              <a:gd name="connsiteX4653" fmla="*/ 5939617 w 6501199"/>
              <a:gd name="connsiteY4653" fmla="*/ 1330390 h 6382977"/>
              <a:gd name="connsiteX4654" fmla="*/ 5932777 w 6501199"/>
              <a:gd name="connsiteY4654" fmla="*/ 1296188 h 6382977"/>
              <a:gd name="connsiteX4655" fmla="*/ 5955457 w 6501199"/>
              <a:gd name="connsiteY4655" fmla="*/ 1252985 h 6382977"/>
              <a:gd name="connsiteX4656" fmla="*/ 5969137 w 6501199"/>
              <a:gd name="connsiteY4656" fmla="*/ 1262345 h 6382977"/>
              <a:gd name="connsiteX4657" fmla="*/ 5980297 w 6501199"/>
              <a:gd name="connsiteY4657" fmla="*/ 1252985 h 6382977"/>
              <a:gd name="connsiteX4658" fmla="*/ 5969137 w 6501199"/>
              <a:gd name="connsiteY4658" fmla="*/ 1232463 h 6382977"/>
              <a:gd name="connsiteX4659" fmla="*/ 5957617 w 6501199"/>
              <a:gd name="connsiteY4659" fmla="*/ 1237144 h 6382977"/>
              <a:gd name="connsiteX4660" fmla="*/ 5975977 w 6501199"/>
              <a:gd name="connsiteY4660" fmla="*/ 1202941 h 6382977"/>
              <a:gd name="connsiteX4661" fmla="*/ 5989657 w 6501199"/>
              <a:gd name="connsiteY4661" fmla="*/ 1212302 h 6382977"/>
              <a:gd name="connsiteX4662" fmla="*/ 5975977 w 6501199"/>
              <a:gd name="connsiteY4662" fmla="*/ 1182420 h 6382977"/>
              <a:gd name="connsiteX4663" fmla="*/ 6010177 w 6501199"/>
              <a:gd name="connsiteY4663" fmla="*/ 1148578 h 6382977"/>
              <a:gd name="connsiteX4664" fmla="*/ 6026017 w 6501199"/>
              <a:gd name="connsiteY4664" fmla="*/ 1109695 h 6382977"/>
              <a:gd name="connsiteX4665" fmla="*/ 6039697 w 6501199"/>
              <a:gd name="connsiteY4665" fmla="*/ 1119056 h 6382977"/>
              <a:gd name="connsiteX4666" fmla="*/ 6041857 w 6501199"/>
              <a:gd name="connsiteY4666" fmla="*/ 1096014 h 6382977"/>
              <a:gd name="connsiteX4667" fmla="*/ 6059857 w 6501199"/>
              <a:gd name="connsiteY4667" fmla="*/ 1087013 h 6382977"/>
              <a:gd name="connsiteX4668" fmla="*/ 6064537 w 6501199"/>
              <a:gd name="connsiteY4668" fmla="*/ 1068652 h 6382977"/>
              <a:gd name="connsiteX4669" fmla="*/ 6050857 w 6501199"/>
              <a:gd name="connsiteY4669" fmla="*/ 1082333 h 6382977"/>
              <a:gd name="connsiteX4670" fmla="*/ 6037177 w 6501199"/>
              <a:gd name="connsiteY4670" fmla="*/ 1068652 h 6382977"/>
              <a:gd name="connsiteX4671" fmla="*/ 6039697 w 6501199"/>
              <a:gd name="connsiteY4671" fmla="*/ 1050651 h 6382977"/>
              <a:gd name="connsiteX4672" fmla="*/ 6062377 w 6501199"/>
              <a:gd name="connsiteY4672" fmla="*/ 1039130 h 6382977"/>
              <a:gd name="connsiteX4673" fmla="*/ 6057697 w 6501199"/>
              <a:gd name="connsiteY4673" fmla="*/ 1064332 h 6382977"/>
              <a:gd name="connsiteX4674" fmla="*/ 6087217 w 6501199"/>
              <a:gd name="connsiteY4674" fmla="*/ 1048491 h 6382977"/>
              <a:gd name="connsiteX4675" fmla="*/ 6091897 w 6501199"/>
              <a:gd name="connsiteY4675" fmla="*/ 1012128 h 6382977"/>
              <a:gd name="connsiteX4676" fmla="*/ 6105577 w 6501199"/>
              <a:gd name="connsiteY4676" fmla="*/ 1030129 h 6382977"/>
              <a:gd name="connsiteX4677" fmla="*/ 6094057 w 6501199"/>
              <a:gd name="connsiteY4677" fmla="*/ 1062172 h 6382977"/>
              <a:gd name="connsiteX4678" fmla="*/ 6100897 w 6501199"/>
              <a:gd name="connsiteY4678" fmla="*/ 1064332 h 6382977"/>
              <a:gd name="connsiteX4679" fmla="*/ 6105577 w 6501199"/>
              <a:gd name="connsiteY4679" fmla="*/ 1112215 h 6382977"/>
              <a:gd name="connsiteX4680" fmla="*/ 6087217 w 6501199"/>
              <a:gd name="connsiteY4680" fmla="*/ 1123376 h 6382977"/>
              <a:gd name="connsiteX4681" fmla="*/ 6080737 w 6501199"/>
              <a:gd name="connsiteY4681" fmla="*/ 1159738 h 6382977"/>
              <a:gd name="connsiteX4682" fmla="*/ 6085057 w 6501199"/>
              <a:gd name="connsiteY4682" fmla="*/ 1141737 h 6382977"/>
              <a:gd name="connsiteX4683" fmla="*/ 6059857 w 6501199"/>
              <a:gd name="connsiteY4683" fmla="*/ 1130216 h 6382977"/>
              <a:gd name="connsiteX4684" fmla="*/ 6071377 w 6501199"/>
              <a:gd name="connsiteY4684" fmla="*/ 1143897 h 6382977"/>
              <a:gd name="connsiteX4685" fmla="*/ 6067057 w 6501199"/>
              <a:gd name="connsiteY4685" fmla="*/ 1168739 h 6382977"/>
              <a:gd name="connsiteX4686" fmla="*/ 6048697 w 6501199"/>
              <a:gd name="connsiteY4686" fmla="*/ 1173419 h 6382977"/>
              <a:gd name="connsiteX4687" fmla="*/ 6062377 w 6501199"/>
              <a:gd name="connsiteY4687" fmla="*/ 1202941 h 6382977"/>
              <a:gd name="connsiteX4688" fmla="*/ 6085057 w 6501199"/>
              <a:gd name="connsiteY4688" fmla="*/ 1212302 h 6382977"/>
              <a:gd name="connsiteX4689" fmla="*/ 6071377 w 6501199"/>
              <a:gd name="connsiteY4689" fmla="*/ 1259825 h 6382977"/>
              <a:gd name="connsiteX4690" fmla="*/ 6062377 w 6501199"/>
              <a:gd name="connsiteY4690" fmla="*/ 1248664 h 6382977"/>
              <a:gd name="connsiteX4691" fmla="*/ 6057697 w 6501199"/>
              <a:gd name="connsiteY4691" fmla="*/ 1282867 h 6382977"/>
              <a:gd name="connsiteX4692" fmla="*/ 6039697 w 6501199"/>
              <a:gd name="connsiteY4692" fmla="*/ 1321389 h 6382977"/>
              <a:gd name="connsiteX4693" fmla="*/ 6010177 w 6501199"/>
              <a:gd name="connsiteY4693" fmla="*/ 1330390 h 6382977"/>
              <a:gd name="connsiteX4694" fmla="*/ 6028177 w 6501199"/>
              <a:gd name="connsiteY4694" fmla="*/ 1355592 h 6382977"/>
              <a:gd name="connsiteX4695" fmla="*/ 6019177 w 6501199"/>
              <a:gd name="connsiteY4695" fmla="*/ 1371433 h 6382977"/>
              <a:gd name="connsiteX4696" fmla="*/ 6007657 w 6501199"/>
              <a:gd name="connsiteY4696" fmla="*/ 1366753 h 6382977"/>
              <a:gd name="connsiteX4697" fmla="*/ 6012337 w 6501199"/>
              <a:gd name="connsiteY4697" fmla="*/ 1382954 h 6382977"/>
              <a:gd name="connsiteX4698" fmla="*/ 5989657 w 6501199"/>
              <a:gd name="connsiteY4698" fmla="*/ 1385114 h 6382977"/>
              <a:gd name="connsiteX4699" fmla="*/ 5993977 w 6501199"/>
              <a:gd name="connsiteY4699" fmla="*/ 1421476 h 6382977"/>
              <a:gd name="connsiteX4700" fmla="*/ 6014497 w 6501199"/>
              <a:gd name="connsiteY4700" fmla="*/ 1391954 h 6382977"/>
              <a:gd name="connsiteX4701" fmla="*/ 6000817 w 6501199"/>
              <a:gd name="connsiteY4701" fmla="*/ 1450998 h 6382977"/>
              <a:gd name="connsiteX4702" fmla="*/ 6032857 w 6501199"/>
              <a:gd name="connsiteY4702" fmla="*/ 1380433 h 6382977"/>
              <a:gd name="connsiteX4703" fmla="*/ 6019177 w 6501199"/>
              <a:gd name="connsiteY4703" fmla="*/ 1382954 h 6382977"/>
              <a:gd name="connsiteX4704" fmla="*/ 6037177 w 6501199"/>
              <a:gd name="connsiteY4704" fmla="*/ 1366753 h 6382977"/>
              <a:gd name="connsiteX4705" fmla="*/ 6055537 w 6501199"/>
              <a:gd name="connsiteY4705" fmla="*/ 1376113 h 6382977"/>
              <a:gd name="connsiteX4706" fmla="*/ 6032857 w 6501199"/>
              <a:gd name="connsiteY4706" fmla="*/ 1448838 h 6382977"/>
              <a:gd name="connsiteX4707" fmla="*/ 6028177 w 6501199"/>
              <a:gd name="connsiteY4707" fmla="*/ 1462519 h 6382977"/>
              <a:gd name="connsiteX4708" fmla="*/ 6005497 w 6501199"/>
              <a:gd name="connsiteY4708" fmla="*/ 1459999 h 6382977"/>
              <a:gd name="connsiteX4709" fmla="*/ 6000817 w 6501199"/>
              <a:gd name="connsiteY4709" fmla="*/ 1483041 h 6382977"/>
              <a:gd name="connsiteX4710" fmla="*/ 6019177 w 6501199"/>
              <a:gd name="connsiteY4710" fmla="*/ 1473680 h 6382977"/>
              <a:gd name="connsiteX4711" fmla="*/ 6010177 w 6501199"/>
              <a:gd name="connsiteY4711" fmla="*/ 1489881 h 6382977"/>
              <a:gd name="connsiteX4712" fmla="*/ 6026017 w 6501199"/>
              <a:gd name="connsiteY4712" fmla="*/ 1512563 h 6382977"/>
              <a:gd name="connsiteX4713" fmla="*/ 6044017 w 6501199"/>
              <a:gd name="connsiteY4713" fmla="*/ 1512563 h 6382977"/>
              <a:gd name="connsiteX4714" fmla="*/ 6053377 w 6501199"/>
              <a:gd name="connsiteY4714" fmla="*/ 1535244 h 6382977"/>
              <a:gd name="connsiteX4715" fmla="*/ 6026017 w 6501199"/>
              <a:gd name="connsiteY4715" fmla="*/ 1530564 h 6382977"/>
              <a:gd name="connsiteX4716" fmla="*/ 6021337 w 6501199"/>
              <a:gd name="connsiteY4716" fmla="*/ 1569446 h 6382977"/>
              <a:gd name="connsiteX4717" fmla="*/ 6010177 w 6501199"/>
              <a:gd name="connsiteY4717" fmla="*/ 1557926 h 6382977"/>
              <a:gd name="connsiteX4718" fmla="*/ 5989657 w 6501199"/>
              <a:gd name="connsiteY4718" fmla="*/ 1571607 h 6382977"/>
              <a:gd name="connsiteX4719" fmla="*/ 5973457 w 6501199"/>
              <a:gd name="connsiteY4719" fmla="*/ 1596448 h 6382977"/>
              <a:gd name="connsiteX4720" fmla="*/ 5991817 w 6501199"/>
              <a:gd name="connsiteY4720" fmla="*/ 1621650 h 6382977"/>
              <a:gd name="connsiteX4721" fmla="*/ 5962297 w 6501199"/>
              <a:gd name="connsiteY4721" fmla="*/ 1628491 h 6382977"/>
              <a:gd name="connsiteX4722" fmla="*/ 5969137 w 6501199"/>
              <a:gd name="connsiteY4722" fmla="*/ 1667013 h 6382977"/>
              <a:gd name="connsiteX4723" fmla="*/ 5953297 w 6501199"/>
              <a:gd name="connsiteY4723" fmla="*/ 1680694 h 6382977"/>
              <a:gd name="connsiteX4724" fmla="*/ 6005497 w 6501199"/>
              <a:gd name="connsiteY4724" fmla="*/ 1635331 h 6382977"/>
              <a:gd name="connsiteX4725" fmla="*/ 5980297 w 6501199"/>
              <a:gd name="connsiteY4725" fmla="*/ 1678534 h 6382977"/>
              <a:gd name="connsiteX4726" fmla="*/ 6035017 w 6501199"/>
              <a:gd name="connsiteY4726" fmla="*/ 1701216 h 6382977"/>
              <a:gd name="connsiteX4727" fmla="*/ 6014497 w 6501199"/>
              <a:gd name="connsiteY4727" fmla="*/ 1776461 h 6382977"/>
              <a:gd name="connsiteX4728" fmla="*/ 6003337 w 6501199"/>
              <a:gd name="connsiteY4728" fmla="*/ 1742258 h 6382977"/>
              <a:gd name="connsiteX4729" fmla="*/ 5972692 w 6501199"/>
              <a:gd name="connsiteY4729" fmla="*/ 1778396 h 6382977"/>
              <a:gd name="connsiteX4730" fmla="*/ 5969085 w 6501199"/>
              <a:gd name="connsiteY4730" fmla="*/ 1787749 h 6382977"/>
              <a:gd name="connsiteX4731" fmla="*/ 6007364 w 6501199"/>
              <a:gd name="connsiteY4731" fmla="*/ 1817718 h 6382977"/>
              <a:gd name="connsiteX4732" fmla="*/ 6029303 w 6501199"/>
              <a:gd name="connsiteY4732" fmla="*/ 1840862 h 6382977"/>
              <a:gd name="connsiteX4733" fmla="*/ 6046537 w 6501199"/>
              <a:gd name="connsiteY4733" fmla="*/ 1817503 h 6382977"/>
              <a:gd name="connsiteX4734" fmla="*/ 6055537 w 6501199"/>
              <a:gd name="connsiteY4734" fmla="*/ 1803823 h 6382977"/>
              <a:gd name="connsiteX4735" fmla="*/ 6082897 w 6501199"/>
              <a:gd name="connsiteY4735" fmla="*/ 1740098 h 6382977"/>
              <a:gd name="connsiteX4736" fmla="*/ 6091042 w 6501199"/>
              <a:gd name="connsiteY4736" fmla="*/ 1711296 h 6382977"/>
              <a:gd name="connsiteX4737" fmla="*/ 6096182 w 6501199"/>
              <a:gd name="connsiteY4737" fmla="*/ 1706887 h 6382977"/>
              <a:gd name="connsiteX4738" fmla="*/ 6098948 w 6501199"/>
              <a:gd name="connsiteY4738" fmla="*/ 1681162 h 6382977"/>
              <a:gd name="connsiteX4739" fmla="*/ 6103108 w 6501199"/>
              <a:gd name="connsiteY4739" fmla="*/ 1700946 h 6382977"/>
              <a:gd name="connsiteX4740" fmla="*/ 6104210 w 6501199"/>
              <a:gd name="connsiteY4740" fmla="*/ 1700000 h 6382977"/>
              <a:gd name="connsiteX4741" fmla="*/ 6114577 w 6501199"/>
              <a:gd name="connsiteY4741" fmla="*/ 1694375 h 6382977"/>
              <a:gd name="connsiteX4742" fmla="*/ 6114577 w 6501199"/>
              <a:gd name="connsiteY4742" fmla="*/ 1708056 h 6382977"/>
              <a:gd name="connsiteX4743" fmla="*/ 6121418 w 6501199"/>
              <a:gd name="connsiteY4743" fmla="*/ 1683214 h 6382977"/>
              <a:gd name="connsiteX4744" fmla="*/ 6112417 w 6501199"/>
              <a:gd name="connsiteY4744" fmla="*/ 1680694 h 6382977"/>
              <a:gd name="connsiteX4745" fmla="*/ 6119258 w 6501199"/>
              <a:gd name="connsiteY4745" fmla="*/ 1642171 h 6382977"/>
              <a:gd name="connsiteX4746" fmla="*/ 6126098 w 6501199"/>
              <a:gd name="connsiteY4746" fmla="*/ 1701216 h 6382977"/>
              <a:gd name="connsiteX4747" fmla="*/ 6121418 w 6501199"/>
              <a:gd name="connsiteY4747" fmla="*/ 1753779 h 6382977"/>
              <a:gd name="connsiteX4748" fmla="*/ 6100897 w 6501199"/>
              <a:gd name="connsiteY4748" fmla="*/ 1767100 h 6382977"/>
              <a:gd name="connsiteX4749" fmla="*/ 6099749 w 6501199"/>
              <a:gd name="connsiteY4749" fmla="*/ 1760179 h 6382977"/>
              <a:gd name="connsiteX4750" fmla="*/ 6092253 w 6501199"/>
              <a:gd name="connsiteY4750" fmla="*/ 1760179 h 6382977"/>
              <a:gd name="connsiteX4751" fmla="*/ 6081322 w 6501199"/>
              <a:gd name="connsiteY4751" fmla="*/ 1798962 h 6382977"/>
              <a:gd name="connsiteX4752" fmla="*/ 6087217 w 6501199"/>
              <a:gd name="connsiteY4752" fmla="*/ 1835505 h 6382977"/>
              <a:gd name="connsiteX4753" fmla="*/ 6059857 w 6501199"/>
              <a:gd name="connsiteY4753" fmla="*/ 1837665 h 6382977"/>
              <a:gd name="connsiteX4754" fmla="*/ 6056932 w 6501199"/>
              <a:gd name="connsiteY4754" fmla="*/ 1866197 h 6382977"/>
              <a:gd name="connsiteX4755" fmla="*/ 6053633 w 6501199"/>
              <a:gd name="connsiteY4755" fmla="*/ 1870372 h 6382977"/>
              <a:gd name="connsiteX4756" fmla="*/ 6075753 w 6501199"/>
              <a:gd name="connsiteY4756" fmla="*/ 1913115 h 6382977"/>
              <a:gd name="connsiteX4757" fmla="*/ 6040091 w 6501199"/>
              <a:gd name="connsiteY4757" fmla="*/ 1957731 h 6382977"/>
              <a:gd name="connsiteX4758" fmla="*/ 6004049 w 6501199"/>
              <a:gd name="connsiteY4758" fmla="*/ 1984225 h 6382977"/>
              <a:gd name="connsiteX4759" fmla="*/ 6000817 w 6501199"/>
              <a:gd name="connsiteY4759" fmla="*/ 1992476 h 6382977"/>
              <a:gd name="connsiteX4760" fmla="*/ 5980297 w 6501199"/>
              <a:gd name="connsiteY4760" fmla="*/ 1999316 h 6382977"/>
              <a:gd name="connsiteX4761" fmla="*/ 5980297 w 6501199"/>
              <a:gd name="connsiteY4761" fmla="*/ 2033518 h 6382977"/>
              <a:gd name="connsiteX4762" fmla="*/ 5969362 w 6501199"/>
              <a:gd name="connsiteY4762" fmla="*/ 2021593 h 6382977"/>
              <a:gd name="connsiteX4763" fmla="*/ 5960452 w 6501199"/>
              <a:gd name="connsiteY4763" fmla="*/ 2007244 h 6382977"/>
              <a:gd name="connsiteX4764" fmla="*/ 5958310 w 6501199"/>
              <a:gd name="connsiteY4764" fmla="*/ 2008247 h 6382977"/>
              <a:gd name="connsiteX4765" fmla="*/ 5952577 w 6501199"/>
              <a:gd name="connsiteY4765" fmla="*/ 2016417 h 6382977"/>
              <a:gd name="connsiteX4766" fmla="*/ 5948617 w 6501199"/>
              <a:gd name="connsiteY4766" fmla="*/ 2026678 h 6382977"/>
              <a:gd name="connsiteX4767" fmla="*/ 5946457 w 6501199"/>
              <a:gd name="connsiteY4767" fmla="*/ 2051520 h 6382977"/>
              <a:gd name="connsiteX4768" fmla="*/ 5955457 w 6501199"/>
              <a:gd name="connsiteY4768" fmla="*/ 2069881 h 6382977"/>
              <a:gd name="connsiteX4769" fmla="*/ 5962297 w 6501199"/>
              <a:gd name="connsiteY4769" fmla="*/ 2072041 h 6382977"/>
              <a:gd name="connsiteX4770" fmla="*/ 5939617 w 6501199"/>
              <a:gd name="connsiteY4770" fmla="*/ 2069881 h 6382977"/>
              <a:gd name="connsiteX4771" fmla="*/ 5932777 w 6501199"/>
              <a:gd name="connsiteY4771" fmla="*/ 2119924 h 6382977"/>
              <a:gd name="connsiteX4772" fmla="*/ 5921256 w 6501199"/>
              <a:gd name="connsiteY4772" fmla="*/ 2106243 h 6382977"/>
              <a:gd name="connsiteX4773" fmla="*/ 5921256 w 6501199"/>
              <a:gd name="connsiteY4773" fmla="*/ 2163127 h 6382977"/>
              <a:gd name="connsiteX4774" fmla="*/ 5900736 w 6501199"/>
              <a:gd name="connsiteY4774" fmla="*/ 2158447 h 6382977"/>
              <a:gd name="connsiteX4775" fmla="*/ 5898576 w 6501199"/>
              <a:gd name="connsiteY4775" fmla="*/ 2122084 h 6382977"/>
              <a:gd name="connsiteX4776" fmla="*/ 5889576 w 6501199"/>
              <a:gd name="connsiteY4776" fmla="*/ 2185809 h 6382977"/>
              <a:gd name="connsiteX4777" fmla="*/ 5873376 w 6501199"/>
              <a:gd name="connsiteY4777" fmla="*/ 2190489 h 6382977"/>
              <a:gd name="connsiteX4778" fmla="*/ 5878056 w 6501199"/>
              <a:gd name="connsiteY4778" fmla="*/ 2215331 h 6382977"/>
              <a:gd name="connsiteX4779" fmla="*/ 5896416 w 6501199"/>
              <a:gd name="connsiteY4779" fmla="*/ 2197330 h 6382977"/>
              <a:gd name="connsiteX4780" fmla="*/ 5875896 w 6501199"/>
              <a:gd name="connsiteY4780" fmla="*/ 2233692 h 6382977"/>
              <a:gd name="connsiteX4781" fmla="*/ 5943937 w 6501199"/>
              <a:gd name="connsiteY4781" fmla="*/ 2131085 h 6382977"/>
              <a:gd name="connsiteX4782" fmla="*/ 5898576 w 6501199"/>
              <a:gd name="connsiteY4782" fmla="*/ 2238372 h 6382977"/>
              <a:gd name="connsiteX4783" fmla="*/ 5897028 w 6501199"/>
              <a:gd name="connsiteY4783" fmla="*/ 2245267 h 6382977"/>
              <a:gd name="connsiteX4784" fmla="*/ 5902653 w 6501199"/>
              <a:gd name="connsiteY4784" fmla="*/ 2251681 h 6382977"/>
              <a:gd name="connsiteX4785" fmla="*/ 5888408 w 6501199"/>
              <a:gd name="connsiteY4785" fmla="*/ 2293574 h 6382977"/>
              <a:gd name="connsiteX4786" fmla="*/ 5886720 w 6501199"/>
              <a:gd name="connsiteY4786" fmla="*/ 2268355 h 6382977"/>
              <a:gd name="connsiteX4787" fmla="*/ 5893432 w 6501199"/>
              <a:gd name="connsiteY4787" fmla="*/ 2256124 h 6382977"/>
              <a:gd name="connsiteX4788" fmla="*/ 5884896 w 6501199"/>
              <a:gd name="connsiteY4788" fmla="*/ 2267894 h 6382977"/>
              <a:gd name="connsiteX4789" fmla="*/ 5880216 w 6501199"/>
              <a:gd name="connsiteY4789" fmla="*/ 2256374 h 6382977"/>
              <a:gd name="connsiteX4790" fmla="*/ 5834855 w 6501199"/>
              <a:gd name="connsiteY4790" fmla="*/ 2308577 h 6382977"/>
              <a:gd name="connsiteX4791" fmla="*/ 5828015 w 6501199"/>
              <a:gd name="connsiteY4791" fmla="*/ 2297416 h 6382977"/>
              <a:gd name="connsiteX4792" fmla="*/ 5814335 w 6501199"/>
              <a:gd name="connsiteY4792" fmla="*/ 2324778 h 6382977"/>
              <a:gd name="connsiteX4793" fmla="*/ 5834855 w 6501199"/>
              <a:gd name="connsiteY4793" fmla="*/ 2308577 h 6382977"/>
              <a:gd name="connsiteX4794" fmla="*/ 5830175 w 6501199"/>
              <a:gd name="connsiteY4794" fmla="*/ 2367981 h 6382977"/>
              <a:gd name="connsiteX4795" fmla="*/ 5802815 w 6501199"/>
              <a:gd name="connsiteY4795" fmla="*/ 2402184 h 6382977"/>
              <a:gd name="connsiteX4796" fmla="*/ 5739455 w 6501199"/>
              <a:gd name="connsiteY4796" fmla="*/ 2492910 h 6382977"/>
              <a:gd name="connsiteX4797" fmla="*/ 5734775 w 6501199"/>
              <a:gd name="connsiteY4797" fmla="*/ 2479229 h 6382977"/>
              <a:gd name="connsiteX4798" fmla="*/ 5725775 w 6501199"/>
              <a:gd name="connsiteY4798" fmla="*/ 2488590 h 6382977"/>
              <a:gd name="connsiteX4799" fmla="*/ 5716415 w 6501199"/>
              <a:gd name="connsiteY4799" fmla="*/ 2518112 h 6382977"/>
              <a:gd name="connsiteX4800" fmla="*/ 5707415 w 6501199"/>
              <a:gd name="connsiteY4800" fmla="*/ 2511271 h 6382977"/>
              <a:gd name="connsiteX4801" fmla="*/ 5707415 w 6501199"/>
              <a:gd name="connsiteY4801" fmla="*/ 2529272 h 6382977"/>
              <a:gd name="connsiteX4802" fmla="*/ 5695895 w 6501199"/>
              <a:gd name="connsiteY4802" fmla="*/ 2524952 h 6382977"/>
              <a:gd name="connsiteX4803" fmla="*/ 5698415 w 6501199"/>
              <a:gd name="connsiteY4803" fmla="*/ 2540793 h 6382977"/>
              <a:gd name="connsiteX4804" fmla="*/ 5693085 w 6501199"/>
              <a:gd name="connsiteY4804" fmla="*/ 2546840 h 6382977"/>
              <a:gd name="connsiteX4805" fmla="*/ 5690284 w 6501199"/>
              <a:gd name="connsiteY4805" fmla="*/ 2562101 h 6382977"/>
              <a:gd name="connsiteX4806" fmla="*/ 5689175 w 6501199"/>
              <a:gd name="connsiteY4806" fmla="*/ 2590973 h 6382977"/>
              <a:gd name="connsiteX4807" fmla="*/ 5666139 w 6501199"/>
              <a:gd name="connsiteY4807" fmla="*/ 2595653 h 6382977"/>
              <a:gd name="connsiteX4808" fmla="*/ 5666139 w 6501199"/>
              <a:gd name="connsiteY4808" fmla="*/ 2650011 h 6382977"/>
              <a:gd name="connsiteX4809" fmla="*/ 5636624 w 6501199"/>
              <a:gd name="connsiteY4809" fmla="*/ 2700049 h 6382977"/>
              <a:gd name="connsiteX4810" fmla="*/ 5579753 w 6501199"/>
              <a:gd name="connsiteY4810" fmla="*/ 2791126 h 6382977"/>
              <a:gd name="connsiteX4811" fmla="*/ 5529721 w 6501199"/>
              <a:gd name="connsiteY4811" fmla="*/ 2829645 h 6382977"/>
              <a:gd name="connsiteX4812" fmla="*/ 5511952 w 6501199"/>
              <a:gd name="connsiteY4812" fmla="*/ 2848674 h 6382977"/>
              <a:gd name="connsiteX4813" fmla="*/ 5512453 w 6501199"/>
              <a:gd name="connsiteY4813" fmla="*/ 2849139 h 6382977"/>
              <a:gd name="connsiteX4814" fmla="*/ 5510045 w 6501199"/>
              <a:gd name="connsiteY4814" fmla="*/ 2865086 h 6382977"/>
              <a:gd name="connsiteX4815" fmla="*/ 5503956 w 6501199"/>
              <a:gd name="connsiteY4815" fmla="*/ 2857238 h 6382977"/>
              <a:gd name="connsiteX4816" fmla="*/ 5494275 w 6501199"/>
              <a:gd name="connsiteY4816" fmla="*/ 2867606 h 6382977"/>
              <a:gd name="connsiteX4817" fmla="*/ 5495070 w 6501199"/>
              <a:gd name="connsiteY4817" fmla="*/ 2876181 h 6382977"/>
              <a:gd name="connsiteX4818" fmla="*/ 5494400 w 6501199"/>
              <a:gd name="connsiteY4818" fmla="*/ 2886870 h 6382977"/>
              <a:gd name="connsiteX4819" fmla="*/ 5483043 w 6501199"/>
              <a:gd name="connsiteY4819" fmla="*/ 2878369 h 6382977"/>
              <a:gd name="connsiteX4820" fmla="*/ 5445000 w 6501199"/>
              <a:gd name="connsiteY4820" fmla="*/ 2911092 h 6382977"/>
              <a:gd name="connsiteX4821" fmla="*/ 5397983 w 6501199"/>
              <a:gd name="connsiteY4821" fmla="*/ 2932242 h 6382977"/>
              <a:gd name="connsiteX4822" fmla="*/ 5352270 w 6501199"/>
              <a:gd name="connsiteY4822" fmla="*/ 2963921 h 6382977"/>
              <a:gd name="connsiteX4823" fmla="*/ 5306917 w 6501199"/>
              <a:gd name="connsiteY4823" fmla="*/ 2991280 h 6382977"/>
              <a:gd name="connsiteX4824" fmla="*/ 5261565 w 6501199"/>
              <a:gd name="connsiteY4824" fmla="*/ 3018639 h 6382977"/>
              <a:gd name="connsiteX4825" fmla="*/ 5215852 w 6501199"/>
              <a:gd name="connsiteY4825" fmla="*/ 3043478 h 6382977"/>
              <a:gd name="connsiteX4826" fmla="*/ 5188497 w 6501199"/>
              <a:gd name="connsiteY4826" fmla="*/ 3063637 h 6382977"/>
              <a:gd name="connsiteX4827" fmla="*/ 5165820 w 6501199"/>
              <a:gd name="connsiteY4827" fmla="*/ 3088837 h 6382977"/>
              <a:gd name="connsiteX4828" fmla="*/ 5115788 w 6501199"/>
              <a:gd name="connsiteY4828" fmla="*/ 3138875 h 6382977"/>
              <a:gd name="connsiteX4829" fmla="*/ 5061077 w 6501199"/>
              <a:gd name="connsiteY4829" fmla="*/ 3147875 h 6382977"/>
              <a:gd name="connsiteX4830" fmla="*/ 5031562 w 6501199"/>
              <a:gd name="connsiteY4830" fmla="*/ 3166234 h 6382977"/>
              <a:gd name="connsiteX4831" fmla="*/ 5000944 w 6501199"/>
              <a:gd name="connsiteY4831" fmla="*/ 3153623 h 6382977"/>
              <a:gd name="connsiteX4832" fmla="*/ 4975480 w 6501199"/>
              <a:gd name="connsiteY4832" fmla="*/ 3128650 h 6382977"/>
              <a:gd name="connsiteX4833" fmla="*/ 4975138 w 6501199"/>
              <a:gd name="connsiteY4833" fmla="*/ 3128756 h 6382977"/>
              <a:gd name="connsiteX4834" fmla="*/ 4968038 w 6501199"/>
              <a:gd name="connsiteY4834" fmla="*/ 3125094 h 6382977"/>
              <a:gd name="connsiteX4835" fmla="*/ 4970532 w 6501199"/>
              <a:gd name="connsiteY4835" fmla="*/ 3124266 h 6382977"/>
              <a:gd name="connsiteX4836" fmla="*/ 4952620 w 6501199"/>
              <a:gd name="connsiteY4836" fmla="*/ 3109346 h 6382977"/>
              <a:gd name="connsiteX4837" fmla="*/ 4932329 w 6501199"/>
              <a:gd name="connsiteY4837" fmla="*/ 3109407 h 6382977"/>
              <a:gd name="connsiteX4838" fmla="*/ 4911089 w 6501199"/>
              <a:gd name="connsiteY4838" fmla="*/ 3131954 h 6382977"/>
              <a:gd name="connsiteX4839" fmla="*/ 4881568 w 6501199"/>
              <a:gd name="connsiteY4839" fmla="*/ 3138794 h 6382977"/>
              <a:gd name="connsiteX4840" fmla="*/ 4895085 w 6501199"/>
              <a:gd name="connsiteY4840" fmla="*/ 3125631 h 6382977"/>
              <a:gd name="connsiteX4841" fmla="*/ 4893544 w 6501199"/>
              <a:gd name="connsiteY4841" fmla="*/ 3123564 h 6382977"/>
              <a:gd name="connsiteX4842" fmla="*/ 4885420 w 6501199"/>
              <a:gd name="connsiteY4842" fmla="*/ 3124249 h 6382977"/>
              <a:gd name="connsiteX4843" fmla="*/ 4876573 w 6501199"/>
              <a:gd name="connsiteY4843" fmla="*/ 3125743 h 6382977"/>
              <a:gd name="connsiteX4844" fmla="*/ 4864177 w 6501199"/>
              <a:gd name="connsiteY4844" fmla="*/ 3138183 h 6382977"/>
              <a:gd name="connsiteX4845" fmla="*/ 4859833 w 6501199"/>
              <a:gd name="connsiteY4845" fmla="*/ 3134744 h 6382977"/>
              <a:gd name="connsiteX4846" fmla="*/ 4863575 w 6501199"/>
              <a:gd name="connsiteY4846" fmla="*/ 3126088 h 6382977"/>
              <a:gd name="connsiteX4847" fmla="*/ 4856000 w 6501199"/>
              <a:gd name="connsiteY4847" fmla="*/ 3126726 h 6382977"/>
              <a:gd name="connsiteX4848" fmla="*/ 4848889 w 6501199"/>
              <a:gd name="connsiteY4848" fmla="*/ 3125715 h 6382977"/>
              <a:gd name="connsiteX4849" fmla="*/ 4839358 w 6501199"/>
              <a:gd name="connsiteY4849" fmla="*/ 3141854 h 6382977"/>
              <a:gd name="connsiteX4850" fmla="*/ 4799848 w 6501199"/>
              <a:gd name="connsiteY4850" fmla="*/ 3172997 h 6382977"/>
              <a:gd name="connsiteX4851" fmla="*/ 4783647 w 6501199"/>
              <a:gd name="connsiteY4851" fmla="*/ 3166156 h 6382977"/>
              <a:gd name="connsiteX4852" fmla="*/ 4731447 w 6501199"/>
              <a:gd name="connsiteY4852" fmla="*/ 3184157 h 6382977"/>
              <a:gd name="connsiteX4853" fmla="*/ 4738287 w 6501199"/>
              <a:gd name="connsiteY4853" fmla="*/ 3168316 h 6382977"/>
              <a:gd name="connsiteX4854" fmla="*/ 4708767 w 6501199"/>
              <a:gd name="connsiteY4854" fmla="*/ 3195678 h 6382977"/>
              <a:gd name="connsiteX4855" fmla="*/ 4686087 w 6501199"/>
              <a:gd name="connsiteY4855" fmla="*/ 3200358 h 6382977"/>
              <a:gd name="connsiteX4856" fmla="*/ 4667727 w 6501199"/>
              <a:gd name="connsiteY4856" fmla="*/ 3186678 h 6382977"/>
              <a:gd name="connsiteX4857" fmla="*/ 4651887 w 6501199"/>
              <a:gd name="connsiteY4857" fmla="*/ 3197838 h 6382977"/>
              <a:gd name="connsiteX4858" fmla="*/ 4667727 w 6501199"/>
              <a:gd name="connsiteY4858" fmla="*/ 3204679 h 6382977"/>
              <a:gd name="connsiteX4859" fmla="*/ 4640367 w 6501199"/>
              <a:gd name="connsiteY4859" fmla="*/ 3220520 h 6382977"/>
              <a:gd name="connsiteX4860" fmla="*/ 4631366 w 6501199"/>
              <a:gd name="connsiteY4860" fmla="*/ 3206839 h 6382977"/>
              <a:gd name="connsiteX4861" fmla="*/ 4608686 w 6501199"/>
              <a:gd name="connsiteY4861" fmla="*/ 3216200 h 6382977"/>
              <a:gd name="connsiteX4862" fmla="*/ 4608686 w 6501199"/>
              <a:gd name="connsiteY4862" fmla="*/ 3234201 h 6382977"/>
              <a:gd name="connsiteX4863" fmla="*/ 4647207 w 6501199"/>
              <a:gd name="connsiteY4863" fmla="*/ 3225200 h 6382977"/>
              <a:gd name="connsiteX4864" fmla="*/ 4645047 w 6501199"/>
              <a:gd name="connsiteY4864" fmla="*/ 3243201 h 6382977"/>
              <a:gd name="connsiteX4865" fmla="*/ 4629341 w 6501199"/>
              <a:gd name="connsiteY4865" fmla="*/ 3244371 h 6382977"/>
              <a:gd name="connsiteX4866" fmla="*/ 4615723 w 6501199"/>
              <a:gd name="connsiteY4866" fmla="*/ 3252445 h 6382977"/>
              <a:gd name="connsiteX4867" fmla="*/ 4646992 w 6501199"/>
              <a:gd name="connsiteY4867" fmla="*/ 3249579 h 6382977"/>
              <a:gd name="connsiteX4868" fmla="*/ 4649513 w 6501199"/>
              <a:gd name="connsiteY4868" fmla="*/ 3276941 h 6382977"/>
              <a:gd name="connsiteX4869" fmla="*/ 4660674 w 6501199"/>
              <a:gd name="connsiteY4869" fmla="*/ 3274780 h 6382977"/>
              <a:gd name="connsiteX4870" fmla="*/ 4651673 w 6501199"/>
              <a:gd name="connsiteY4870" fmla="*/ 3249579 h 6382977"/>
              <a:gd name="connsiteX4871" fmla="*/ 4665354 w 6501199"/>
              <a:gd name="connsiteY4871" fmla="*/ 3263260 h 6382977"/>
              <a:gd name="connsiteX4872" fmla="*/ 4697037 w 6501199"/>
              <a:gd name="connsiteY4872" fmla="*/ 3249579 h 6382977"/>
              <a:gd name="connsiteX4873" fmla="*/ 4733761 w 6501199"/>
              <a:gd name="connsiteY4873" fmla="*/ 3263260 h 6382977"/>
              <a:gd name="connsiteX4874" fmla="*/ 4703878 w 6501199"/>
              <a:gd name="connsiteY4874" fmla="*/ 3290621 h 6382977"/>
              <a:gd name="connsiteX4875" fmla="*/ 4653833 w 6501199"/>
              <a:gd name="connsiteY4875" fmla="*/ 3302142 h 6382977"/>
              <a:gd name="connsiteX4876" fmla="*/ 4674355 w 6501199"/>
              <a:gd name="connsiteY4876" fmla="*/ 3304302 h 6382977"/>
              <a:gd name="connsiteX4877" fmla="*/ 4710719 w 6501199"/>
              <a:gd name="connsiteY4877" fmla="*/ 3304302 h 6382977"/>
              <a:gd name="connsiteX4878" fmla="*/ 4717560 w 6501199"/>
              <a:gd name="connsiteY4878" fmla="*/ 3361185 h 6382977"/>
              <a:gd name="connsiteX4879" fmla="*/ 4694877 w 6501199"/>
              <a:gd name="connsiteY4879" fmla="*/ 3343184 h 6382977"/>
              <a:gd name="connsiteX4880" fmla="*/ 4674355 w 6501199"/>
              <a:gd name="connsiteY4880" fmla="*/ 3372705 h 6382977"/>
              <a:gd name="connsiteX4881" fmla="*/ 4660674 w 6501199"/>
              <a:gd name="connsiteY4881" fmla="*/ 3354344 h 6382977"/>
              <a:gd name="connsiteX4882" fmla="*/ 4631151 w 6501199"/>
              <a:gd name="connsiteY4882" fmla="*/ 3393226 h 6382977"/>
              <a:gd name="connsiteX4883" fmla="*/ 4642672 w 6501199"/>
              <a:gd name="connsiteY4883" fmla="*/ 3381706 h 6382977"/>
              <a:gd name="connsiteX4884" fmla="*/ 4626470 w 6501199"/>
              <a:gd name="connsiteY4884" fmla="*/ 3404387 h 6382977"/>
              <a:gd name="connsiteX4885" fmla="*/ 4617469 w 6501199"/>
              <a:gd name="connsiteY4885" fmla="*/ 3386386 h 6382977"/>
              <a:gd name="connsiteX4886" fmla="*/ 4590106 w 6501199"/>
              <a:gd name="connsiteY4886" fmla="*/ 3413387 h 6382977"/>
              <a:gd name="connsiteX4887" fmla="*/ 4608468 w 6501199"/>
              <a:gd name="connsiteY4887" fmla="*/ 3418067 h 6382977"/>
              <a:gd name="connsiteX4888" fmla="*/ 4590106 w 6501199"/>
              <a:gd name="connsiteY4888" fmla="*/ 3436428 h 6382977"/>
              <a:gd name="connsiteX4889" fmla="*/ 4596039 w 6501199"/>
              <a:gd name="connsiteY4889" fmla="*/ 3444964 h 6382977"/>
              <a:gd name="connsiteX4890" fmla="*/ 4606769 w 6501199"/>
              <a:gd name="connsiteY4890" fmla="*/ 3441721 h 6382977"/>
              <a:gd name="connsiteX4891" fmla="*/ 4606803 w 6501199"/>
              <a:gd name="connsiteY4891" fmla="*/ 3441588 h 6382977"/>
              <a:gd name="connsiteX4892" fmla="*/ 4609105 w 6501199"/>
              <a:gd name="connsiteY4892" fmla="*/ 3434358 h 6382977"/>
              <a:gd name="connsiteX4893" fmla="*/ 4621636 w 6501199"/>
              <a:gd name="connsiteY4893" fmla="*/ 3436449 h 6382977"/>
              <a:gd name="connsiteX4894" fmla="*/ 4622023 w 6501199"/>
              <a:gd name="connsiteY4894" fmla="*/ 3436462 h 6382977"/>
              <a:gd name="connsiteX4895" fmla="*/ 4639449 w 6501199"/>
              <a:gd name="connsiteY4895" fmla="*/ 3423989 h 6382977"/>
              <a:gd name="connsiteX4896" fmla="*/ 4639005 w 6501199"/>
              <a:gd name="connsiteY4896" fmla="*/ 3422562 h 6382977"/>
              <a:gd name="connsiteX4897" fmla="*/ 4631885 w 6501199"/>
              <a:gd name="connsiteY4897" fmla="*/ 3420360 h 6382977"/>
              <a:gd name="connsiteX4898" fmla="*/ 4650228 w 6501199"/>
              <a:gd name="connsiteY4898" fmla="*/ 3406832 h 6382977"/>
              <a:gd name="connsiteX4899" fmla="*/ 4652040 w 6501199"/>
              <a:gd name="connsiteY4899" fmla="*/ 3413341 h 6382977"/>
              <a:gd name="connsiteX4900" fmla="*/ 4667122 w 6501199"/>
              <a:gd name="connsiteY4900" fmla="*/ 3398708 h 6382977"/>
              <a:gd name="connsiteX4901" fmla="*/ 4665429 w 6501199"/>
              <a:gd name="connsiteY4901" fmla="*/ 3390688 h 6382977"/>
              <a:gd name="connsiteX4902" fmla="*/ 4649843 w 6501199"/>
              <a:gd name="connsiteY4902" fmla="*/ 3406351 h 6382977"/>
              <a:gd name="connsiteX4903" fmla="*/ 4647363 w 6501199"/>
              <a:gd name="connsiteY4903" fmla="*/ 3386416 h 6382977"/>
              <a:gd name="connsiteX4904" fmla="*/ 4670034 w 6501199"/>
              <a:gd name="connsiteY4904" fmla="*/ 3379653 h 6382977"/>
              <a:gd name="connsiteX4905" fmla="*/ 4674296 w 6501199"/>
              <a:gd name="connsiteY4905" fmla="*/ 3391524 h 6382977"/>
              <a:gd name="connsiteX4906" fmla="*/ 4688177 w 6501199"/>
              <a:gd name="connsiteY4906" fmla="*/ 3377547 h 6382977"/>
              <a:gd name="connsiteX4907" fmla="*/ 4710854 w 6501199"/>
              <a:gd name="connsiteY4907" fmla="*/ 3400587 h 6382977"/>
              <a:gd name="connsiteX4908" fmla="*/ 4696912 w 6501199"/>
              <a:gd name="connsiteY4908" fmla="*/ 3423260 h 6382977"/>
              <a:gd name="connsiteX4909" fmla="*/ 4689839 w 6501199"/>
              <a:gd name="connsiteY4909" fmla="*/ 3429063 h 6382977"/>
              <a:gd name="connsiteX4910" fmla="*/ 4689871 w 6501199"/>
              <a:gd name="connsiteY4910" fmla="*/ 3429134 h 6382977"/>
              <a:gd name="connsiteX4911" fmla="*/ 4689709 w 6501199"/>
              <a:gd name="connsiteY4911" fmla="*/ 3429170 h 6382977"/>
              <a:gd name="connsiteX4912" fmla="*/ 4677874 w 6501199"/>
              <a:gd name="connsiteY4912" fmla="*/ 3438880 h 6382977"/>
              <a:gd name="connsiteX4913" fmla="*/ 4658667 w 6501199"/>
              <a:gd name="connsiteY4913" fmla="*/ 3449953 h 6382977"/>
              <a:gd name="connsiteX4914" fmla="*/ 4657062 w 6501199"/>
              <a:gd name="connsiteY4914" fmla="*/ 3458806 h 6382977"/>
              <a:gd name="connsiteX4915" fmla="*/ 4652054 w 6501199"/>
              <a:gd name="connsiteY4915" fmla="*/ 3453766 h 6382977"/>
              <a:gd name="connsiteX4916" fmla="*/ 4638145 w 6501199"/>
              <a:gd name="connsiteY4916" fmla="*/ 3461785 h 6382977"/>
              <a:gd name="connsiteX4917" fmla="*/ 4605481 w 6501199"/>
              <a:gd name="connsiteY4917" fmla="*/ 3482889 h 6382977"/>
              <a:gd name="connsiteX4918" fmla="*/ 4598596 w 6501199"/>
              <a:gd name="connsiteY4918" fmla="*/ 3484728 h 6382977"/>
              <a:gd name="connsiteX4919" fmla="*/ 4599467 w 6501199"/>
              <a:gd name="connsiteY4919" fmla="*/ 3486471 h 6382977"/>
              <a:gd name="connsiteX4920" fmla="*/ 4619629 w 6501199"/>
              <a:gd name="connsiteY4920" fmla="*/ 3474950 h 6382977"/>
              <a:gd name="connsiteX4921" fmla="*/ 4637991 w 6501199"/>
              <a:gd name="connsiteY4921" fmla="*/ 3486471 h 6382977"/>
              <a:gd name="connsiteX4922" fmla="*/ 4632546 w 6501199"/>
              <a:gd name="connsiteY4922" fmla="*/ 3510412 h 6382977"/>
              <a:gd name="connsiteX4923" fmla="*/ 4631568 w 6501199"/>
              <a:gd name="connsiteY4923" fmla="*/ 3517588 h 6382977"/>
              <a:gd name="connsiteX4924" fmla="*/ 4639351 w 6501199"/>
              <a:gd name="connsiteY4924" fmla="*/ 3518573 h 6382977"/>
              <a:gd name="connsiteX4925" fmla="*/ 4643730 w 6501199"/>
              <a:gd name="connsiteY4925" fmla="*/ 3517881 h 6382977"/>
              <a:gd name="connsiteX4926" fmla="*/ 4643720 w 6501199"/>
              <a:gd name="connsiteY4926" fmla="*/ 3517872 h 6382977"/>
              <a:gd name="connsiteX4927" fmla="*/ 4652146 w 6501199"/>
              <a:gd name="connsiteY4927" fmla="*/ 3475037 h 6382977"/>
              <a:gd name="connsiteX4928" fmla="*/ 4669623 w 6501199"/>
              <a:gd name="connsiteY4928" fmla="*/ 3501373 h 6382977"/>
              <a:gd name="connsiteX4929" fmla="*/ 4676794 w 6501199"/>
              <a:gd name="connsiteY4929" fmla="*/ 3520687 h 6382977"/>
              <a:gd name="connsiteX4930" fmla="*/ 4687351 w 6501199"/>
              <a:gd name="connsiteY4930" fmla="*/ 3523042 h 6382977"/>
              <a:gd name="connsiteX4931" fmla="*/ 4694382 w 6501199"/>
              <a:gd name="connsiteY4931" fmla="*/ 3496235 h 6382977"/>
              <a:gd name="connsiteX4932" fmla="*/ 4746109 w 6501199"/>
              <a:gd name="connsiteY4932" fmla="*/ 3494087 h 6382977"/>
              <a:gd name="connsiteX4933" fmla="*/ 4732910 w 6501199"/>
              <a:gd name="connsiteY4933" fmla="*/ 3511985 h 6382977"/>
              <a:gd name="connsiteX4934" fmla="*/ 4737191 w 6501199"/>
              <a:gd name="connsiteY4934" fmla="*/ 3516639 h 6382977"/>
              <a:gd name="connsiteX4935" fmla="*/ 4712130 w 6501199"/>
              <a:gd name="connsiteY4935" fmla="*/ 3520755 h 6382977"/>
              <a:gd name="connsiteX4936" fmla="*/ 4698629 w 6501199"/>
              <a:gd name="connsiteY4936" fmla="*/ 3525558 h 6382977"/>
              <a:gd name="connsiteX4937" fmla="*/ 4705740 w 6501199"/>
              <a:gd name="connsiteY4937" fmla="*/ 3527144 h 6382977"/>
              <a:gd name="connsiteX4938" fmla="*/ 4757916 w 6501199"/>
              <a:gd name="connsiteY4938" fmla="*/ 3529664 h 6382977"/>
              <a:gd name="connsiteX4939" fmla="*/ 4873782 w 6501199"/>
              <a:gd name="connsiteY4939" fmla="*/ 3518146 h 6382977"/>
              <a:gd name="connsiteX4940" fmla="*/ 5126385 w 6501199"/>
              <a:gd name="connsiteY4940" fmla="*/ 3470275 h 6382977"/>
              <a:gd name="connsiteX4941" fmla="*/ 5114871 w 6501199"/>
              <a:gd name="connsiteY4941" fmla="*/ 3509148 h 6382977"/>
              <a:gd name="connsiteX4942" fmla="*/ 5026352 w 6501199"/>
              <a:gd name="connsiteY4942" fmla="*/ 3543341 h 6382977"/>
              <a:gd name="connsiteX4943" fmla="*/ 5006317 w 6501199"/>
              <a:gd name="connsiteY4943" fmla="*/ 3551957 h 6382977"/>
              <a:gd name="connsiteX4944" fmla="*/ 5009704 w 6501199"/>
              <a:gd name="connsiteY4944" fmla="*/ 3556904 h 6382977"/>
              <a:gd name="connsiteX4945" fmla="*/ 5007019 w 6501199"/>
              <a:gd name="connsiteY4945" fmla="*/ 3570551 h 6382977"/>
              <a:gd name="connsiteX4946" fmla="*/ 4984794 w 6501199"/>
              <a:gd name="connsiteY4946" fmla="*/ 3566186 h 6382977"/>
              <a:gd name="connsiteX4947" fmla="*/ 4985052 w 6501199"/>
              <a:gd name="connsiteY4947" fmla="*/ 3561102 h 6382977"/>
              <a:gd name="connsiteX4948" fmla="*/ 4983666 w 6501199"/>
              <a:gd name="connsiteY4948" fmla="*/ 3561698 h 6382977"/>
              <a:gd name="connsiteX4949" fmla="*/ 4961178 w 6501199"/>
              <a:gd name="connsiteY4949" fmla="*/ 3564852 h 6382977"/>
              <a:gd name="connsiteX4950" fmla="*/ 4980376 w 6501199"/>
              <a:gd name="connsiteY4950" fmla="*/ 3572257 h 6382977"/>
              <a:gd name="connsiteX4951" fmla="*/ 4874961 w 6501199"/>
              <a:gd name="connsiteY4951" fmla="*/ 3603948 h 6382977"/>
              <a:gd name="connsiteX4952" fmla="*/ 4875233 w 6501199"/>
              <a:gd name="connsiteY4952" fmla="*/ 3596025 h 6382977"/>
              <a:gd name="connsiteX4953" fmla="*/ 4876381 w 6501199"/>
              <a:gd name="connsiteY4953" fmla="*/ 3591245 h 6382977"/>
              <a:gd name="connsiteX4954" fmla="*/ 4874356 w 6501199"/>
              <a:gd name="connsiteY4954" fmla="*/ 3591752 h 6382977"/>
              <a:gd name="connsiteX4955" fmla="*/ 4680552 w 6501199"/>
              <a:gd name="connsiteY4955" fmla="*/ 3577175 h 6382977"/>
              <a:gd name="connsiteX4956" fmla="*/ 4621404 w 6501199"/>
              <a:gd name="connsiteY4956" fmla="*/ 3558054 h 6382977"/>
              <a:gd name="connsiteX4957" fmla="*/ 4592278 w 6501199"/>
              <a:gd name="connsiteY4957" fmla="*/ 3558503 h 6382977"/>
              <a:gd name="connsiteX4958" fmla="*/ 4585859 w 6501199"/>
              <a:gd name="connsiteY4958" fmla="*/ 3561185 h 6382977"/>
              <a:gd name="connsiteX4959" fmla="*/ 4576425 w 6501199"/>
              <a:gd name="connsiteY4959" fmla="*/ 3572875 h 6382977"/>
              <a:gd name="connsiteX4960" fmla="*/ 4566282 w 6501199"/>
              <a:gd name="connsiteY4960" fmla="*/ 3558904 h 6382977"/>
              <a:gd name="connsiteX4961" fmla="*/ 4551520 w 6501199"/>
              <a:gd name="connsiteY4961" fmla="*/ 3559132 h 6382977"/>
              <a:gd name="connsiteX4962" fmla="*/ 4553743 w 6501199"/>
              <a:gd name="connsiteY4962" fmla="*/ 3575035 h 6382977"/>
              <a:gd name="connsiteX4963" fmla="*/ 4501537 w 6501199"/>
              <a:gd name="connsiteY4963" fmla="*/ 3595556 h 6382977"/>
              <a:gd name="connsiteX4964" fmla="*/ 4490016 w 6501199"/>
              <a:gd name="connsiteY4964" fmla="*/ 3579715 h 6382977"/>
              <a:gd name="connsiteX4965" fmla="*/ 4369403 w 6501199"/>
              <a:gd name="connsiteY4965" fmla="*/ 3604556 h 6382977"/>
              <a:gd name="connsiteX4966" fmla="*/ 4251311 w 6501199"/>
              <a:gd name="connsiteY4966" fmla="*/ 3611396 h 6382977"/>
              <a:gd name="connsiteX4967" fmla="*/ 4244470 w 6501199"/>
              <a:gd name="connsiteY4967" fmla="*/ 3590875 h 6382977"/>
              <a:gd name="connsiteX4968" fmla="*/ 4246630 w 6501199"/>
              <a:gd name="connsiteY4968" fmla="*/ 3622917 h 6382977"/>
              <a:gd name="connsiteX4969" fmla="*/ 4030608 w 6501199"/>
              <a:gd name="connsiteY4969" fmla="*/ 3620757 h 6382977"/>
              <a:gd name="connsiteX4970" fmla="*/ 4037448 w 6501199"/>
              <a:gd name="connsiteY4970" fmla="*/ 3636598 h 6382977"/>
              <a:gd name="connsiteX4971" fmla="*/ 4012246 w 6501199"/>
              <a:gd name="connsiteY4971" fmla="*/ 3640918 h 6382977"/>
              <a:gd name="connsiteX4972" fmla="*/ 4007925 w 6501199"/>
              <a:gd name="connsiteY4972" fmla="*/ 3618237 h 6382977"/>
              <a:gd name="connsiteX4973" fmla="*/ 3998564 w 6501199"/>
              <a:gd name="connsiteY4973" fmla="*/ 3638758 h 6382977"/>
              <a:gd name="connsiteX4974" fmla="*/ 3994244 w 6501199"/>
              <a:gd name="connsiteY4974" fmla="*/ 3618237 h 6382977"/>
              <a:gd name="connsiteX4975" fmla="*/ 3930517 w 6501199"/>
              <a:gd name="connsiteY4975" fmla="*/ 3611396 h 6382977"/>
              <a:gd name="connsiteX4976" fmla="*/ 3948519 w 6501199"/>
              <a:gd name="connsiteY4976" fmla="*/ 3634078 h 6382977"/>
              <a:gd name="connsiteX4977" fmla="*/ 3925837 w 6501199"/>
              <a:gd name="connsiteY4977" fmla="*/ 3625077 h 6382977"/>
              <a:gd name="connsiteX4978" fmla="*/ 3896314 w 6501199"/>
              <a:gd name="connsiteY4978" fmla="*/ 3604556 h 6382977"/>
              <a:gd name="connsiteX4979" fmla="*/ 3914676 w 6501199"/>
              <a:gd name="connsiteY4979" fmla="*/ 3627597 h 6382977"/>
              <a:gd name="connsiteX4980" fmla="*/ 3908443 w 6501199"/>
              <a:gd name="connsiteY4980" fmla="*/ 3637751 h 6382977"/>
              <a:gd name="connsiteX4981" fmla="*/ 3908141 w 6501199"/>
              <a:gd name="connsiteY4981" fmla="*/ 3641398 h 6382977"/>
              <a:gd name="connsiteX4982" fmla="*/ 3926181 w 6501199"/>
              <a:gd name="connsiteY4982" fmla="*/ 3648258 h 6382977"/>
              <a:gd name="connsiteX4983" fmla="*/ 3914494 w 6501199"/>
              <a:gd name="connsiteY4983" fmla="*/ 3656201 h 6382977"/>
              <a:gd name="connsiteX4984" fmla="*/ 3907778 w 6501199"/>
              <a:gd name="connsiteY4984" fmla="*/ 3654211 h 6382977"/>
              <a:gd name="connsiteX4985" fmla="*/ 3907835 w 6501199"/>
              <a:gd name="connsiteY4985" fmla="*/ 3668279 h 6382977"/>
              <a:gd name="connsiteX4986" fmla="*/ 3921156 w 6501199"/>
              <a:gd name="connsiteY4986" fmla="*/ 3659279 h 6382977"/>
              <a:gd name="connsiteX4987" fmla="*/ 3918996 w 6501199"/>
              <a:gd name="connsiteY4987" fmla="*/ 3672960 h 6382977"/>
              <a:gd name="connsiteX4988" fmla="*/ 3934838 w 6501199"/>
              <a:gd name="connsiteY4988" fmla="*/ 3670440 h 6382977"/>
              <a:gd name="connsiteX4989" fmla="*/ 3887313 w 6501199"/>
              <a:gd name="connsiteY4989" fmla="*/ 3688800 h 6382977"/>
              <a:gd name="connsiteX4990" fmla="*/ 3882632 w 6501199"/>
              <a:gd name="connsiteY4990" fmla="*/ 3672960 h 6382977"/>
              <a:gd name="connsiteX4991" fmla="*/ 3768860 w 6501199"/>
              <a:gd name="connsiteY4991" fmla="*/ 3668279 h 6382977"/>
              <a:gd name="connsiteX4992" fmla="*/ 3789382 w 6501199"/>
              <a:gd name="connsiteY4992" fmla="*/ 3659279 h 6382977"/>
              <a:gd name="connsiteX4993" fmla="*/ 3777861 w 6501199"/>
              <a:gd name="connsiteY4993" fmla="*/ 3636598 h 6382977"/>
              <a:gd name="connsiteX4994" fmla="*/ 3734657 w 6501199"/>
              <a:gd name="connsiteY4994" fmla="*/ 3640918 h 6382977"/>
              <a:gd name="connsiteX4995" fmla="*/ 3737177 w 6501199"/>
              <a:gd name="connsiteY4995" fmla="*/ 3657119 h 6382977"/>
              <a:gd name="connsiteX4996" fmla="*/ 3741497 w 6501199"/>
              <a:gd name="connsiteY4996" fmla="*/ 3684120 h 6382977"/>
              <a:gd name="connsiteX4997" fmla="*/ 3725656 w 6501199"/>
              <a:gd name="connsiteY4997" fmla="*/ 3661439 h 6382977"/>
              <a:gd name="connsiteX4998" fmla="*/ 3707294 w 6501199"/>
              <a:gd name="connsiteY4998" fmla="*/ 3677280 h 6382977"/>
              <a:gd name="connsiteX4999" fmla="*/ 3709814 w 6501199"/>
              <a:gd name="connsiteY4999" fmla="*/ 3657119 h 6382977"/>
              <a:gd name="connsiteX5000" fmla="*/ 3670930 w 6501199"/>
              <a:gd name="connsiteY5000" fmla="*/ 3670440 h 6382977"/>
              <a:gd name="connsiteX5001" fmla="*/ 3620885 w 6501199"/>
              <a:gd name="connsiteY5001" fmla="*/ 3661439 h 6382977"/>
              <a:gd name="connsiteX5002" fmla="*/ 3623405 w 6501199"/>
              <a:gd name="connsiteY5002" fmla="*/ 3638758 h 6382977"/>
              <a:gd name="connsiteX5003" fmla="*/ 3596042 w 6501199"/>
              <a:gd name="connsiteY5003" fmla="*/ 3661439 h 6382977"/>
              <a:gd name="connsiteX5004" fmla="*/ 3529795 w 6501199"/>
              <a:gd name="connsiteY5004" fmla="*/ 3647758 h 6382977"/>
              <a:gd name="connsiteX5005" fmla="*/ 3529795 w 6501199"/>
              <a:gd name="connsiteY5005" fmla="*/ 3659279 h 6382977"/>
              <a:gd name="connsiteX5006" fmla="*/ 3548157 w 6501199"/>
              <a:gd name="connsiteY5006" fmla="*/ 3661439 h 6382977"/>
              <a:gd name="connsiteX5007" fmla="*/ 3542847 w 6501199"/>
              <a:gd name="connsiteY5007" fmla="*/ 3671970 h 6382977"/>
              <a:gd name="connsiteX5008" fmla="*/ 3542493 w 6501199"/>
              <a:gd name="connsiteY5008" fmla="*/ 3673135 h 6382977"/>
              <a:gd name="connsiteX5009" fmla="*/ 3558363 w 6501199"/>
              <a:gd name="connsiteY5009" fmla="*/ 3671361 h 6382977"/>
              <a:gd name="connsiteX5010" fmla="*/ 3558976 w 6501199"/>
              <a:gd name="connsiteY5010" fmla="*/ 3667505 h 6382977"/>
              <a:gd name="connsiteX5011" fmla="*/ 3559294 w 6501199"/>
              <a:gd name="connsiteY5011" fmla="*/ 3665504 h 6382977"/>
              <a:gd name="connsiteX5012" fmla="*/ 3589093 w 6501199"/>
              <a:gd name="connsiteY5012" fmla="*/ 3660775 h 6382977"/>
              <a:gd name="connsiteX5013" fmla="*/ 3590563 w 6501199"/>
              <a:gd name="connsiteY5013" fmla="*/ 3667762 h 6382977"/>
              <a:gd name="connsiteX5014" fmla="*/ 3600793 w 6501199"/>
              <a:gd name="connsiteY5014" fmla="*/ 3666618 h 6382977"/>
              <a:gd name="connsiteX5015" fmla="*/ 3596115 w 6501199"/>
              <a:gd name="connsiteY5015" fmla="*/ 3678908 h 6382977"/>
              <a:gd name="connsiteX5016" fmla="*/ 3609807 w 6501199"/>
              <a:gd name="connsiteY5016" fmla="*/ 3665504 h 6382977"/>
              <a:gd name="connsiteX5017" fmla="*/ 3616712 w 6501199"/>
              <a:gd name="connsiteY5017" fmla="*/ 3681512 h 6382977"/>
              <a:gd name="connsiteX5018" fmla="*/ 3600858 w 6501199"/>
              <a:gd name="connsiteY5018" fmla="*/ 3690470 h 6382977"/>
              <a:gd name="connsiteX5019" fmla="*/ 3594201 w 6501199"/>
              <a:gd name="connsiteY5019" fmla="*/ 3683935 h 6382977"/>
              <a:gd name="connsiteX5020" fmla="*/ 3588656 w 6501199"/>
              <a:gd name="connsiteY5020" fmla="*/ 3698499 h 6382977"/>
              <a:gd name="connsiteX5021" fmla="*/ 3530245 w 6501199"/>
              <a:gd name="connsiteY5021" fmla="*/ 3737176 h 6382977"/>
              <a:gd name="connsiteX5022" fmla="*/ 3500729 w 6501199"/>
              <a:gd name="connsiteY5022" fmla="*/ 3718816 h 6382977"/>
              <a:gd name="connsiteX5023" fmla="*/ 3425690 w 6501199"/>
              <a:gd name="connsiteY5023" fmla="*/ 3735591 h 6382977"/>
              <a:gd name="connsiteX5024" fmla="*/ 3425384 w 6501199"/>
              <a:gd name="connsiteY5024" fmla="*/ 3736683 h 6382977"/>
              <a:gd name="connsiteX5025" fmla="*/ 3424297 w 6501199"/>
              <a:gd name="connsiteY5025" fmla="*/ 3735903 h 6382977"/>
              <a:gd name="connsiteX5026" fmla="*/ 3420012 w 6501199"/>
              <a:gd name="connsiteY5026" fmla="*/ 3736860 h 6382977"/>
              <a:gd name="connsiteX5027" fmla="*/ 3401802 w 6501199"/>
              <a:gd name="connsiteY5027" fmla="*/ 3740852 h 6382977"/>
              <a:gd name="connsiteX5028" fmla="*/ 3400182 w 6501199"/>
              <a:gd name="connsiteY5028" fmla="*/ 3745683 h 6382977"/>
              <a:gd name="connsiteX5029" fmla="*/ 3395375 w 6501199"/>
              <a:gd name="connsiteY5029" fmla="*/ 3742261 h 6382977"/>
              <a:gd name="connsiteX5030" fmla="*/ 3370631 w 6501199"/>
              <a:gd name="connsiteY5030" fmla="*/ 3747685 h 6382977"/>
              <a:gd name="connsiteX5031" fmla="*/ 3370659 w 6501199"/>
              <a:gd name="connsiteY5031" fmla="*/ 3747843 h 6382977"/>
              <a:gd name="connsiteX5032" fmla="*/ 3350136 w 6501199"/>
              <a:gd name="connsiteY5032" fmla="*/ 3752523 h 6382977"/>
              <a:gd name="connsiteX5033" fmla="*/ 3359497 w 6501199"/>
              <a:gd name="connsiteY5033" fmla="*/ 3766204 h 6382977"/>
              <a:gd name="connsiteX5034" fmla="*/ 3343476 w 6501199"/>
              <a:gd name="connsiteY5034" fmla="*/ 3765079 h 6382977"/>
              <a:gd name="connsiteX5035" fmla="*/ 3338351 w 6501199"/>
              <a:gd name="connsiteY5035" fmla="*/ 3753972 h 6382977"/>
              <a:gd name="connsiteX5036" fmla="*/ 3310539 w 6501199"/>
              <a:gd name="connsiteY5036" fmla="*/ 3757316 h 6382977"/>
              <a:gd name="connsiteX5037" fmla="*/ 3313773 w 6501199"/>
              <a:gd name="connsiteY5037" fmla="*/ 3759364 h 6382977"/>
              <a:gd name="connsiteX5038" fmla="*/ 3309812 w 6501199"/>
              <a:gd name="connsiteY5038" fmla="*/ 3766204 h 6382977"/>
              <a:gd name="connsiteX5039" fmla="*/ 3296851 w 6501199"/>
              <a:gd name="connsiteY5039" fmla="*/ 3760686 h 6382977"/>
              <a:gd name="connsiteX5040" fmla="*/ 3292125 w 6501199"/>
              <a:gd name="connsiteY5040" fmla="*/ 3759529 h 6382977"/>
              <a:gd name="connsiteX5041" fmla="*/ 3291499 w 6501199"/>
              <a:gd name="connsiteY5041" fmla="*/ 3759605 h 6382977"/>
              <a:gd name="connsiteX5042" fmla="*/ 3293116 w 6501199"/>
              <a:gd name="connsiteY5042" fmla="*/ 3767644 h 6382977"/>
              <a:gd name="connsiteX5043" fmla="*/ 3298291 w 6501199"/>
              <a:gd name="connsiteY5043" fmla="*/ 3784565 h 6382977"/>
              <a:gd name="connsiteX5044" fmla="*/ 3293610 w 6501199"/>
              <a:gd name="connsiteY5044" fmla="*/ 3791405 h 6382977"/>
              <a:gd name="connsiteX5045" fmla="*/ 3286275 w 6501199"/>
              <a:gd name="connsiteY5045" fmla="*/ 3776420 h 6382977"/>
              <a:gd name="connsiteX5046" fmla="*/ 3283485 w 6501199"/>
              <a:gd name="connsiteY5046" fmla="*/ 3760568 h 6382977"/>
              <a:gd name="connsiteX5047" fmla="*/ 3271446 w 6501199"/>
              <a:gd name="connsiteY5047" fmla="*/ 3762015 h 6382977"/>
              <a:gd name="connsiteX5048" fmla="*/ 3263906 w 6501199"/>
              <a:gd name="connsiteY5048" fmla="*/ 3761813 h 6382977"/>
              <a:gd name="connsiteX5049" fmla="*/ 3264087 w 6501199"/>
              <a:gd name="connsiteY5049" fmla="*/ 3766204 h 6382977"/>
              <a:gd name="connsiteX5050" fmla="*/ 3270928 w 6501199"/>
              <a:gd name="connsiteY5050" fmla="*/ 3768364 h 6382977"/>
              <a:gd name="connsiteX5051" fmla="*/ 3253331 w 6501199"/>
              <a:gd name="connsiteY5051" fmla="*/ 3761929 h 6382977"/>
              <a:gd name="connsiteX5052" fmla="*/ 3252404 w 6501199"/>
              <a:gd name="connsiteY5052" fmla="*/ 3761505 h 6382977"/>
              <a:gd name="connsiteX5053" fmla="*/ 3239348 w 6501199"/>
              <a:gd name="connsiteY5053" fmla="*/ 3761155 h 6382977"/>
              <a:gd name="connsiteX5054" fmla="*/ 3238731 w 6501199"/>
              <a:gd name="connsiteY5054" fmla="*/ 3762404 h 6382977"/>
              <a:gd name="connsiteX5055" fmla="*/ 3239245 w 6501199"/>
              <a:gd name="connsiteY5055" fmla="*/ 3777365 h 6382977"/>
              <a:gd name="connsiteX5056" fmla="*/ 3205041 w 6501199"/>
              <a:gd name="connsiteY5056" fmla="*/ 3777365 h 6382977"/>
              <a:gd name="connsiteX5057" fmla="*/ 3207201 w 6501199"/>
              <a:gd name="connsiteY5057" fmla="*/ 3786725 h 6382977"/>
              <a:gd name="connsiteX5058" fmla="*/ 3229884 w 6501199"/>
              <a:gd name="connsiteY5058" fmla="*/ 3818406 h 6382977"/>
              <a:gd name="connsiteX5059" fmla="*/ 3209362 w 6501199"/>
              <a:gd name="connsiteY5059" fmla="*/ 3814086 h 6382977"/>
              <a:gd name="connsiteX5060" fmla="*/ 3196040 w 6501199"/>
              <a:gd name="connsiteY5060" fmla="*/ 3795726 h 6382977"/>
              <a:gd name="connsiteX5061" fmla="*/ 3200361 w 6501199"/>
              <a:gd name="connsiteY5061" fmla="*/ 3816246 h 6382977"/>
              <a:gd name="connsiteX5062" fmla="*/ 3193520 w 6501199"/>
              <a:gd name="connsiteY5062" fmla="*/ 3818406 h 6382977"/>
              <a:gd name="connsiteX5063" fmla="*/ 3170838 w 6501199"/>
              <a:gd name="connsiteY5063" fmla="*/ 3788885 h 6382977"/>
              <a:gd name="connsiteX5064" fmla="*/ 3196040 w 6501199"/>
              <a:gd name="connsiteY5064" fmla="*/ 3861609 h 6382977"/>
              <a:gd name="connsiteX5065" fmla="*/ 3193520 w 6501199"/>
              <a:gd name="connsiteY5065" fmla="*/ 3868449 h 6382977"/>
              <a:gd name="connsiteX5066" fmla="*/ 3172998 w 6501199"/>
              <a:gd name="connsiteY5066" fmla="*/ 3854768 h 6382977"/>
              <a:gd name="connsiteX5067" fmla="*/ 3179839 w 6501199"/>
              <a:gd name="connsiteY5067" fmla="*/ 3904811 h 6382977"/>
              <a:gd name="connsiteX5068" fmla="*/ 3216202 w 6501199"/>
              <a:gd name="connsiteY5068" fmla="*/ 3921011 h 6382977"/>
              <a:gd name="connsiteX5069" fmla="*/ 3198200 w 6501199"/>
              <a:gd name="connsiteY5069" fmla="*/ 3909491 h 6382977"/>
              <a:gd name="connsiteX5070" fmla="*/ 3186679 w 6501199"/>
              <a:gd name="connsiteY5070" fmla="*/ 3936852 h 6382977"/>
              <a:gd name="connsiteX5071" fmla="*/ 3175518 w 6501199"/>
              <a:gd name="connsiteY5071" fmla="*/ 3911651 h 6382977"/>
              <a:gd name="connsiteX5072" fmla="*/ 3175518 w 6501199"/>
              <a:gd name="connsiteY5072" fmla="*/ 3961693 h 6382977"/>
              <a:gd name="connsiteX5073" fmla="*/ 3163997 w 6501199"/>
              <a:gd name="connsiteY5073" fmla="*/ 3941172 h 6382977"/>
              <a:gd name="connsiteX5074" fmla="*/ 3170838 w 6501199"/>
              <a:gd name="connsiteY5074" fmla="*/ 3932172 h 6382977"/>
              <a:gd name="connsiteX5075" fmla="*/ 3170838 w 6501199"/>
              <a:gd name="connsiteY5075" fmla="*/ 3921011 h 6382977"/>
              <a:gd name="connsiteX5076" fmla="*/ 3159676 w 6501199"/>
              <a:gd name="connsiteY5076" fmla="*/ 3902650 h 6382977"/>
              <a:gd name="connsiteX5077" fmla="*/ 3166157 w 6501199"/>
              <a:gd name="connsiteY5077" fmla="*/ 3916331 h 6382977"/>
              <a:gd name="connsiteX5078" fmla="*/ 3152836 w 6501199"/>
              <a:gd name="connsiteY5078" fmla="*/ 3918491 h 6382977"/>
              <a:gd name="connsiteX5079" fmla="*/ 3132314 w 6501199"/>
              <a:gd name="connsiteY5079" fmla="*/ 3888970 h 6382977"/>
              <a:gd name="connsiteX5080" fmla="*/ 3116112 w 6501199"/>
              <a:gd name="connsiteY5080" fmla="*/ 3888970 h 6382977"/>
              <a:gd name="connsiteX5081" fmla="*/ 3145995 w 6501199"/>
              <a:gd name="connsiteY5081" fmla="*/ 3927852 h 6382977"/>
              <a:gd name="connsiteX5082" fmla="*/ 3136634 w 6501199"/>
              <a:gd name="connsiteY5082" fmla="*/ 3936852 h 6382977"/>
              <a:gd name="connsiteX5083" fmla="*/ 3132314 w 6501199"/>
              <a:gd name="connsiteY5083" fmla="*/ 3916331 h 6382977"/>
              <a:gd name="connsiteX5084" fmla="*/ 3118632 w 6501199"/>
              <a:gd name="connsiteY5084" fmla="*/ 3916331 h 6382977"/>
              <a:gd name="connsiteX5085" fmla="*/ 3129793 w 6501199"/>
              <a:gd name="connsiteY5085" fmla="*/ 3927852 h 6382977"/>
              <a:gd name="connsiteX5086" fmla="*/ 3118632 w 6501199"/>
              <a:gd name="connsiteY5086" fmla="*/ 3945853 h 6382977"/>
              <a:gd name="connsiteX5087" fmla="*/ 3079748 w 6501199"/>
              <a:gd name="connsiteY5087" fmla="*/ 3954853 h 6382977"/>
              <a:gd name="connsiteX5088" fmla="*/ 3082268 w 6501199"/>
              <a:gd name="connsiteY5088" fmla="*/ 3948013 h 6382977"/>
              <a:gd name="connsiteX5089" fmla="*/ 3075428 w 6501199"/>
              <a:gd name="connsiteY5089" fmla="*/ 3945853 h 6382977"/>
              <a:gd name="connsiteX5090" fmla="*/ 3089109 w 6501199"/>
              <a:gd name="connsiteY5090" fmla="*/ 3939012 h 6382977"/>
              <a:gd name="connsiteX5091" fmla="*/ 3084429 w 6501199"/>
              <a:gd name="connsiteY5091" fmla="*/ 3930012 h 6382977"/>
              <a:gd name="connsiteX5092" fmla="*/ 3061746 w 6501199"/>
              <a:gd name="connsiteY5092" fmla="*/ 3918491 h 6382977"/>
              <a:gd name="connsiteX5093" fmla="*/ 3095950 w 6501199"/>
              <a:gd name="connsiteY5093" fmla="*/ 3975374 h 6382977"/>
              <a:gd name="connsiteX5094" fmla="*/ 3089109 w 6501199"/>
              <a:gd name="connsiteY5094" fmla="*/ 3980054 h 6382977"/>
              <a:gd name="connsiteX5095" fmla="*/ 3072907 w 6501199"/>
              <a:gd name="connsiteY5095" fmla="*/ 3973214 h 6382977"/>
              <a:gd name="connsiteX5096" fmla="*/ 3086589 w 6501199"/>
              <a:gd name="connsiteY5096" fmla="*/ 3986894 h 6382977"/>
              <a:gd name="connsiteX5097" fmla="*/ 3086589 w 6501199"/>
              <a:gd name="connsiteY5097" fmla="*/ 4018576 h 6382977"/>
              <a:gd name="connsiteX5098" fmla="*/ 3082268 w 6501199"/>
              <a:gd name="connsiteY5098" fmla="*/ 4009576 h 6382977"/>
              <a:gd name="connsiteX5099" fmla="*/ 3066067 w 6501199"/>
              <a:gd name="connsiteY5099" fmla="*/ 3995895 h 6382977"/>
              <a:gd name="connsiteX5100" fmla="*/ 3075428 w 6501199"/>
              <a:gd name="connsiteY5100" fmla="*/ 3989055 h 6382977"/>
              <a:gd name="connsiteX5101" fmla="*/ 3063906 w 6501199"/>
              <a:gd name="connsiteY5101" fmla="*/ 3977894 h 6382977"/>
              <a:gd name="connsiteX5102" fmla="*/ 3057066 w 6501199"/>
              <a:gd name="connsiteY5102" fmla="*/ 3989055 h 6382977"/>
              <a:gd name="connsiteX5103" fmla="*/ 3061746 w 6501199"/>
              <a:gd name="connsiteY5103" fmla="*/ 4023256 h 6382977"/>
              <a:gd name="connsiteX5104" fmla="*/ 3052385 w 6501199"/>
              <a:gd name="connsiteY5104" fmla="*/ 3991575 h 6382977"/>
              <a:gd name="connsiteX5105" fmla="*/ 3043384 w 6501199"/>
              <a:gd name="connsiteY5105" fmla="*/ 3980054 h 6382977"/>
              <a:gd name="connsiteX5106" fmla="*/ 3050225 w 6501199"/>
              <a:gd name="connsiteY5106" fmla="*/ 4007416 h 6382977"/>
              <a:gd name="connsiteX5107" fmla="*/ 3032223 w 6501199"/>
              <a:gd name="connsiteY5107" fmla="*/ 3989055 h 6382977"/>
              <a:gd name="connsiteX5108" fmla="*/ 3027543 w 6501199"/>
              <a:gd name="connsiteY5108" fmla="*/ 4004895 h 6382977"/>
              <a:gd name="connsiteX5109" fmla="*/ 3041224 w 6501199"/>
              <a:gd name="connsiteY5109" fmla="*/ 4018576 h 6382977"/>
              <a:gd name="connsiteX5110" fmla="*/ 3032223 w 6501199"/>
              <a:gd name="connsiteY5110" fmla="*/ 4014256 h 6382977"/>
              <a:gd name="connsiteX5111" fmla="*/ 3029703 w 6501199"/>
              <a:gd name="connsiteY5111" fmla="*/ 4023256 h 6382977"/>
              <a:gd name="connsiteX5112" fmla="*/ 3052385 w 6501199"/>
              <a:gd name="connsiteY5112" fmla="*/ 4057458 h 6382977"/>
              <a:gd name="connsiteX5113" fmla="*/ 3070747 w 6501199"/>
              <a:gd name="connsiteY5113" fmla="*/ 4059618 h 6382977"/>
              <a:gd name="connsiteX5114" fmla="*/ 3061746 w 6501199"/>
              <a:gd name="connsiteY5114" fmla="*/ 4041617 h 6382977"/>
              <a:gd name="connsiteX5115" fmla="*/ 3070747 w 6501199"/>
              <a:gd name="connsiteY5115" fmla="*/ 4041617 h 6382977"/>
              <a:gd name="connsiteX5116" fmla="*/ 3091269 w 6501199"/>
              <a:gd name="connsiteY5116" fmla="*/ 4077979 h 6382977"/>
              <a:gd name="connsiteX5117" fmla="*/ 3077588 w 6501199"/>
              <a:gd name="connsiteY5117" fmla="*/ 4061778 h 6382977"/>
              <a:gd name="connsiteX5118" fmla="*/ 3075428 w 6501199"/>
              <a:gd name="connsiteY5118" fmla="*/ 4082299 h 6382977"/>
              <a:gd name="connsiteX5119" fmla="*/ 3086589 w 6501199"/>
              <a:gd name="connsiteY5119" fmla="*/ 4091660 h 6382977"/>
              <a:gd name="connsiteX5120" fmla="*/ 3070747 w 6501199"/>
              <a:gd name="connsiteY5120" fmla="*/ 4100660 h 6382977"/>
              <a:gd name="connsiteX5121" fmla="*/ 3059226 w 6501199"/>
              <a:gd name="connsiteY5121" fmla="*/ 4084819 h 6382977"/>
              <a:gd name="connsiteX5122" fmla="*/ 3070747 w 6501199"/>
              <a:gd name="connsiteY5122" fmla="*/ 4107500 h 6382977"/>
              <a:gd name="connsiteX5123" fmla="*/ 3052385 w 6501199"/>
              <a:gd name="connsiteY5123" fmla="*/ 4091660 h 6382977"/>
              <a:gd name="connsiteX5124" fmla="*/ 3022862 w 6501199"/>
              <a:gd name="connsiteY5124" fmla="*/ 4098140 h 6382977"/>
              <a:gd name="connsiteX5125" fmla="*/ 3045544 w 6501199"/>
              <a:gd name="connsiteY5125" fmla="*/ 4109660 h 6382977"/>
              <a:gd name="connsiteX5126" fmla="*/ 3027543 w 6501199"/>
              <a:gd name="connsiteY5126" fmla="*/ 4107500 h 6382977"/>
              <a:gd name="connsiteX5127" fmla="*/ 3020702 w 6501199"/>
              <a:gd name="connsiteY5127" fmla="*/ 4121181 h 6382977"/>
              <a:gd name="connsiteX5128" fmla="*/ 3034383 w 6501199"/>
              <a:gd name="connsiteY5128" fmla="*/ 4123341 h 6382977"/>
              <a:gd name="connsiteX5129" fmla="*/ 3013861 w 6501199"/>
              <a:gd name="connsiteY5129" fmla="*/ 4152862 h 6382977"/>
              <a:gd name="connsiteX5130" fmla="*/ 3018542 w 6501199"/>
              <a:gd name="connsiteY5130" fmla="*/ 4125501 h 6382977"/>
              <a:gd name="connsiteX5131" fmla="*/ 2995499 w 6501199"/>
              <a:gd name="connsiteY5131" fmla="*/ 4095980 h 6382977"/>
              <a:gd name="connsiteX5132" fmla="*/ 2984338 w 6501199"/>
              <a:gd name="connsiteY5132" fmla="*/ 4102820 h 6382977"/>
              <a:gd name="connsiteX5133" fmla="*/ 3009181 w 6501199"/>
              <a:gd name="connsiteY5133" fmla="*/ 4134862 h 6382977"/>
              <a:gd name="connsiteX5134" fmla="*/ 2986498 w 6501199"/>
              <a:gd name="connsiteY5134" fmla="*/ 4139182 h 6382977"/>
              <a:gd name="connsiteX5135" fmla="*/ 3013861 w 6501199"/>
              <a:gd name="connsiteY5135" fmla="*/ 4152862 h 6382977"/>
              <a:gd name="connsiteX5136" fmla="*/ 3032223 w 6501199"/>
              <a:gd name="connsiteY5136" fmla="*/ 4178064 h 6382977"/>
              <a:gd name="connsiteX5137" fmla="*/ 3011701 w 6501199"/>
              <a:gd name="connsiteY5137" fmla="*/ 4171223 h 6382977"/>
              <a:gd name="connsiteX5138" fmla="*/ 3013861 w 6501199"/>
              <a:gd name="connsiteY5138" fmla="*/ 4161863 h 6382977"/>
              <a:gd name="connsiteX5139" fmla="*/ 3000180 w 6501199"/>
              <a:gd name="connsiteY5139" fmla="*/ 4178064 h 6382977"/>
              <a:gd name="connsiteX5140" fmla="*/ 3007020 w 6501199"/>
              <a:gd name="connsiteY5140" fmla="*/ 4168703 h 6382977"/>
              <a:gd name="connsiteX5141" fmla="*/ 3011701 w 6501199"/>
              <a:gd name="connsiteY5141" fmla="*/ 4205065 h 6382977"/>
              <a:gd name="connsiteX5142" fmla="*/ 2993339 w 6501199"/>
              <a:gd name="connsiteY5142" fmla="*/ 4193904 h 6382977"/>
              <a:gd name="connsiteX5143" fmla="*/ 2984338 w 6501199"/>
              <a:gd name="connsiteY5143" fmla="*/ 4180224 h 6382977"/>
              <a:gd name="connsiteX5144" fmla="*/ 2979658 w 6501199"/>
              <a:gd name="connsiteY5144" fmla="*/ 4189224 h 6382977"/>
              <a:gd name="connsiteX5145" fmla="*/ 2959135 w 6501199"/>
              <a:gd name="connsiteY5145" fmla="*/ 4173383 h 6382977"/>
              <a:gd name="connsiteX5146" fmla="*/ 2984338 w 6501199"/>
              <a:gd name="connsiteY5146" fmla="*/ 4207585 h 6382977"/>
              <a:gd name="connsiteX5147" fmla="*/ 2977497 w 6501199"/>
              <a:gd name="connsiteY5147" fmla="*/ 4225586 h 6382977"/>
              <a:gd name="connsiteX5148" fmla="*/ 2952295 w 6501199"/>
              <a:gd name="connsiteY5148" fmla="*/ 4228106 h 6382977"/>
              <a:gd name="connsiteX5149" fmla="*/ 2977497 w 6501199"/>
              <a:gd name="connsiteY5149" fmla="*/ 4243947 h 6382977"/>
              <a:gd name="connsiteX5150" fmla="*/ 2952295 w 6501199"/>
              <a:gd name="connsiteY5150" fmla="*/ 4239266 h 6382977"/>
              <a:gd name="connsiteX5151" fmla="*/ 2945454 w 6501199"/>
              <a:gd name="connsiteY5151" fmla="*/ 4248627 h 6382977"/>
              <a:gd name="connsiteX5152" fmla="*/ 2925292 w 6501199"/>
              <a:gd name="connsiteY5152" fmla="*/ 4234946 h 6382977"/>
              <a:gd name="connsiteX5153" fmla="*/ 2947974 w 6501199"/>
              <a:gd name="connsiteY5153" fmla="*/ 4255467 h 6382977"/>
              <a:gd name="connsiteX5154" fmla="*/ 2954815 w 6501199"/>
              <a:gd name="connsiteY5154" fmla="*/ 4252947 h 6382977"/>
              <a:gd name="connsiteX5155" fmla="*/ 2950134 w 6501199"/>
              <a:gd name="connsiteY5155" fmla="*/ 4259788 h 6382977"/>
              <a:gd name="connsiteX5156" fmla="*/ 2959135 w 6501199"/>
              <a:gd name="connsiteY5156" fmla="*/ 4275628 h 6382977"/>
              <a:gd name="connsiteX5157" fmla="*/ 2931773 w 6501199"/>
              <a:gd name="connsiteY5157" fmla="*/ 4282469 h 6382977"/>
              <a:gd name="connsiteX5158" fmla="*/ 2959135 w 6501199"/>
              <a:gd name="connsiteY5158" fmla="*/ 4287149 h 6382977"/>
              <a:gd name="connsiteX5159" fmla="*/ 2952295 w 6501199"/>
              <a:gd name="connsiteY5159" fmla="*/ 4309830 h 6382977"/>
              <a:gd name="connsiteX5160" fmla="*/ 2952295 w 6501199"/>
              <a:gd name="connsiteY5160" fmla="*/ 4296149 h 6382977"/>
              <a:gd name="connsiteX5161" fmla="*/ 2931773 w 6501199"/>
              <a:gd name="connsiteY5161" fmla="*/ 4316670 h 6382977"/>
              <a:gd name="connsiteX5162" fmla="*/ 2952295 w 6501199"/>
              <a:gd name="connsiteY5162" fmla="*/ 4328191 h 6382977"/>
              <a:gd name="connsiteX5163" fmla="*/ 2927452 w 6501199"/>
              <a:gd name="connsiteY5163" fmla="*/ 4332511 h 6382977"/>
              <a:gd name="connsiteX5164" fmla="*/ 2943294 w 6501199"/>
              <a:gd name="connsiteY5164" fmla="*/ 4350872 h 6382977"/>
              <a:gd name="connsiteX5165" fmla="*/ 2915931 w 6501199"/>
              <a:gd name="connsiteY5165" fmla="*/ 4391914 h 6382977"/>
              <a:gd name="connsiteX5166" fmla="*/ 2897929 w 6501199"/>
              <a:gd name="connsiteY5166" fmla="*/ 4382553 h 6382977"/>
              <a:gd name="connsiteX5167" fmla="*/ 2879567 w 6501199"/>
              <a:gd name="connsiteY5167" fmla="*/ 4464637 h 6382977"/>
              <a:gd name="connsiteX5168" fmla="*/ 2877407 w 6501199"/>
              <a:gd name="connsiteY5168" fmla="*/ 4473638 h 6382977"/>
              <a:gd name="connsiteX5169" fmla="*/ 2879567 w 6501199"/>
              <a:gd name="connsiteY5169" fmla="*/ 4480478 h 6382977"/>
              <a:gd name="connsiteX5170" fmla="*/ 2893248 w 6501199"/>
              <a:gd name="connsiteY5170" fmla="*/ 4475798 h 6382977"/>
              <a:gd name="connsiteX5171" fmla="*/ 2891088 w 6501199"/>
              <a:gd name="connsiteY5171" fmla="*/ 4521520 h 6382977"/>
              <a:gd name="connsiteX5172" fmla="*/ 2874887 w 6501199"/>
              <a:gd name="connsiteY5172" fmla="*/ 4555722 h 6382977"/>
              <a:gd name="connsiteX5173" fmla="*/ 2843203 w 6501199"/>
              <a:gd name="connsiteY5173" fmla="*/ 4637445 h 6382977"/>
              <a:gd name="connsiteX5174" fmla="*/ 2829522 w 6501199"/>
              <a:gd name="connsiteY5174" fmla="*/ 4628445 h 6382977"/>
              <a:gd name="connsiteX5175" fmla="*/ 2815840 w 6501199"/>
              <a:gd name="connsiteY5175" fmla="*/ 4651126 h 6382977"/>
              <a:gd name="connsiteX5176" fmla="*/ 2832042 w 6501199"/>
              <a:gd name="connsiteY5176" fmla="*/ 4653286 h 6382977"/>
              <a:gd name="connsiteX5177" fmla="*/ 2804679 w 6501199"/>
              <a:gd name="connsiteY5177" fmla="*/ 4726010 h 6382977"/>
              <a:gd name="connsiteX5178" fmla="*/ 2779477 w 6501199"/>
              <a:gd name="connsiteY5178" fmla="*/ 4723850 h 6382977"/>
              <a:gd name="connsiteX5179" fmla="*/ 2784157 w 6501199"/>
              <a:gd name="connsiteY5179" fmla="*/ 4746891 h 6382977"/>
              <a:gd name="connsiteX5180" fmla="*/ 2765795 w 6501199"/>
              <a:gd name="connsiteY5180" fmla="*/ 4755891 h 6382977"/>
              <a:gd name="connsiteX5181" fmla="*/ 2795318 w 6501199"/>
              <a:gd name="connsiteY5181" fmla="*/ 4755891 h 6382977"/>
              <a:gd name="connsiteX5182" fmla="*/ 2786317 w 6501199"/>
              <a:gd name="connsiteY5182" fmla="*/ 4778572 h 6382977"/>
              <a:gd name="connsiteX5183" fmla="*/ 2747793 w 6501199"/>
              <a:gd name="connsiteY5183" fmla="*/ 4823934 h 6382977"/>
              <a:gd name="connsiteX5184" fmla="*/ 2777316 w 6501199"/>
              <a:gd name="connsiteY5184" fmla="*/ 4814934 h 6382977"/>
              <a:gd name="connsiteX5185" fmla="*/ 2768315 w 6501199"/>
              <a:gd name="connsiteY5185" fmla="*/ 4819614 h 6382977"/>
              <a:gd name="connsiteX5186" fmla="*/ 2754634 w 6501199"/>
              <a:gd name="connsiteY5186" fmla="*/ 4855976 h 6382977"/>
              <a:gd name="connsiteX5187" fmla="*/ 2770476 w 6501199"/>
              <a:gd name="connsiteY5187" fmla="*/ 4858136 h 6382977"/>
              <a:gd name="connsiteX5188" fmla="*/ 2747793 w 6501199"/>
              <a:gd name="connsiteY5188" fmla="*/ 4883337 h 6382977"/>
              <a:gd name="connsiteX5189" fmla="*/ 2743113 w 6501199"/>
              <a:gd name="connsiteY5189" fmla="*/ 4906018 h 6382977"/>
              <a:gd name="connsiteX5190" fmla="*/ 2734112 w 6501199"/>
              <a:gd name="connsiteY5190" fmla="*/ 4919699 h 6382977"/>
              <a:gd name="connsiteX5191" fmla="*/ 2745273 w 6501199"/>
              <a:gd name="connsiteY5191" fmla="*/ 4937700 h 6382977"/>
              <a:gd name="connsiteX5192" fmla="*/ 2754634 w 6501199"/>
              <a:gd name="connsiteY5192" fmla="*/ 4919699 h 6382977"/>
              <a:gd name="connsiteX5193" fmla="*/ 2829522 w 6501199"/>
              <a:gd name="connsiteY5193" fmla="*/ 4926539 h 6382977"/>
              <a:gd name="connsiteX5194" fmla="*/ 2757874 w 6501199"/>
              <a:gd name="connsiteY5194" fmla="*/ 4955116 h 6382977"/>
              <a:gd name="connsiteX5195" fmla="*/ 2691823 w 6501199"/>
              <a:gd name="connsiteY5195" fmla="*/ 4983202 h 6382977"/>
              <a:gd name="connsiteX5196" fmla="*/ 2691621 w 6501199"/>
              <a:gd name="connsiteY5196" fmla="*/ 4988380 h 6382977"/>
              <a:gd name="connsiteX5197" fmla="*/ 2693405 w 6501199"/>
              <a:gd name="connsiteY5197" fmla="*/ 4989306 h 6382977"/>
              <a:gd name="connsiteX5198" fmla="*/ 2711429 w 6501199"/>
              <a:gd name="connsiteY5198" fmla="*/ 4997102 h 6382977"/>
              <a:gd name="connsiteX5199" fmla="*/ 2734112 w 6501199"/>
              <a:gd name="connsiteY5199" fmla="*/ 4992422 h 6382977"/>
              <a:gd name="connsiteX5200" fmla="*/ 2738432 w 6501199"/>
              <a:gd name="connsiteY5200" fmla="*/ 4971901 h 6382977"/>
              <a:gd name="connsiteX5201" fmla="*/ 2743113 w 6501199"/>
              <a:gd name="connsiteY5201" fmla="*/ 4992422 h 6382977"/>
              <a:gd name="connsiteX5202" fmla="*/ 2781637 w 6501199"/>
              <a:gd name="connsiteY5202" fmla="*/ 4992422 h 6382977"/>
              <a:gd name="connsiteX5203" fmla="*/ 2825201 w 6501199"/>
              <a:gd name="connsiteY5203" fmla="*/ 4983422 h 6382977"/>
              <a:gd name="connsiteX5204" fmla="*/ 2809000 w 6501199"/>
              <a:gd name="connsiteY5204" fmla="*/ 5008263 h 6382977"/>
              <a:gd name="connsiteX5205" fmla="*/ 2734112 w 6501199"/>
              <a:gd name="connsiteY5205" fmla="*/ 5015103 h 6382977"/>
              <a:gd name="connsiteX5206" fmla="*/ 2693067 w 6501199"/>
              <a:gd name="connsiteY5206" fmla="*/ 5026624 h 6382977"/>
              <a:gd name="connsiteX5207" fmla="*/ 2694063 w 6501199"/>
              <a:gd name="connsiteY5207" fmla="*/ 5037486 h 6382977"/>
              <a:gd name="connsiteX5208" fmla="*/ 2693543 w 6501199"/>
              <a:gd name="connsiteY5208" fmla="*/ 5039263 h 6382977"/>
              <a:gd name="connsiteX5209" fmla="*/ 2695469 w 6501199"/>
              <a:gd name="connsiteY5209" fmla="*/ 5066073 h 6382977"/>
              <a:gd name="connsiteX5210" fmla="*/ 2694324 w 6501199"/>
              <a:gd name="connsiteY5210" fmla="*/ 5066078 h 6382977"/>
              <a:gd name="connsiteX5211" fmla="*/ 2695228 w 6501199"/>
              <a:gd name="connsiteY5211" fmla="*/ 5067306 h 6382977"/>
              <a:gd name="connsiteX5212" fmla="*/ 2706749 w 6501199"/>
              <a:gd name="connsiteY5212" fmla="*/ 5044625 h 6382977"/>
              <a:gd name="connsiteX5213" fmla="*/ 2763635 w 6501199"/>
              <a:gd name="connsiteY5213" fmla="*/ 5051465 h 6382977"/>
              <a:gd name="connsiteX5214" fmla="*/ 2763635 w 6501199"/>
              <a:gd name="connsiteY5214" fmla="*/ 5074146 h 6382977"/>
              <a:gd name="connsiteX5215" fmla="*/ 2708909 w 6501199"/>
              <a:gd name="connsiteY5215" fmla="*/ 5085667 h 6382977"/>
              <a:gd name="connsiteX5216" fmla="*/ 2699908 w 6501199"/>
              <a:gd name="connsiteY5216" fmla="*/ 5071986 h 6382977"/>
              <a:gd name="connsiteX5217" fmla="*/ 2656704 w 6501199"/>
              <a:gd name="connsiteY5217" fmla="*/ 5099347 h 6382977"/>
              <a:gd name="connsiteX5218" fmla="*/ 2681546 w 6501199"/>
              <a:gd name="connsiteY5218" fmla="*/ 5110868 h 6382977"/>
              <a:gd name="connsiteX5219" fmla="*/ 2686227 w 6501199"/>
              <a:gd name="connsiteY5219" fmla="*/ 5135709 h 6382977"/>
              <a:gd name="connsiteX5220" fmla="*/ 2697748 w 6501199"/>
              <a:gd name="connsiteY5220" fmla="*/ 5113028 h 6382977"/>
              <a:gd name="connsiteX5221" fmla="*/ 2752114 w 6501199"/>
              <a:gd name="connsiteY5221" fmla="*/ 5106188 h 6382977"/>
              <a:gd name="connsiteX5222" fmla="*/ 2781637 w 6501199"/>
              <a:gd name="connsiteY5222" fmla="*/ 5117348 h 6382977"/>
              <a:gd name="connsiteX5223" fmla="*/ 2784157 w 6501199"/>
              <a:gd name="connsiteY5223" fmla="*/ 5128869 h 6382977"/>
              <a:gd name="connsiteX5224" fmla="*/ 2693067 w 6501199"/>
              <a:gd name="connsiteY5224" fmla="*/ 5181071 h 6382977"/>
              <a:gd name="connsiteX5225" fmla="*/ 2745273 w 6501199"/>
              <a:gd name="connsiteY5225" fmla="*/ 5190432 h 6382977"/>
              <a:gd name="connsiteX5226" fmla="*/ 2799999 w 6501199"/>
              <a:gd name="connsiteY5226" fmla="*/ 5183591 h 6382977"/>
              <a:gd name="connsiteX5227" fmla="*/ 2610979 w 6501199"/>
              <a:gd name="connsiteY5227" fmla="*/ 5247314 h 6382977"/>
              <a:gd name="connsiteX5228" fmla="*/ 2634021 w 6501199"/>
              <a:gd name="connsiteY5228" fmla="*/ 5263155 h 6382977"/>
              <a:gd name="connsiteX5229" fmla="*/ 2774796 w 6501199"/>
              <a:gd name="connsiteY5229" fmla="*/ 5251634 h 6382977"/>
              <a:gd name="connsiteX5230" fmla="*/ 2704589 w 6501199"/>
              <a:gd name="connsiteY5230" fmla="*/ 5283676 h 6382977"/>
              <a:gd name="connsiteX5231" fmla="*/ 2608819 w 6501199"/>
              <a:gd name="connsiteY5231" fmla="*/ 5290516 h 6382977"/>
              <a:gd name="connsiteX5232" fmla="*/ 2608819 w 6501199"/>
              <a:gd name="connsiteY5232" fmla="*/ 5306357 h 6382977"/>
              <a:gd name="connsiteX5233" fmla="*/ 2595137 w 6501199"/>
              <a:gd name="connsiteY5233" fmla="*/ 5297357 h 6382977"/>
              <a:gd name="connsiteX5234" fmla="*/ 2568134 w 6501199"/>
              <a:gd name="connsiteY5234" fmla="*/ 5331198 h 6382977"/>
              <a:gd name="connsiteX5235" fmla="*/ 2652023 w 6501199"/>
              <a:gd name="connsiteY5235" fmla="*/ 5335878 h 6382977"/>
              <a:gd name="connsiteX5236" fmla="*/ 2727271 w 6501199"/>
              <a:gd name="connsiteY5236" fmla="*/ 5335878 h 6382977"/>
              <a:gd name="connsiteX5237" fmla="*/ 2599818 w 6501199"/>
              <a:gd name="connsiteY5237" fmla="*/ 5361080 h 6382977"/>
              <a:gd name="connsiteX5238" fmla="*/ 2581456 w 6501199"/>
              <a:gd name="connsiteY5238" fmla="*/ 5376920 h 6382977"/>
              <a:gd name="connsiteX5239" fmla="*/ 2488206 w 6501199"/>
              <a:gd name="connsiteY5239" fmla="*/ 5363240 h 6382977"/>
              <a:gd name="connsiteX5240" fmla="*/ 2460843 w 6501199"/>
              <a:gd name="connsiteY5240" fmla="*/ 5365400 h 6382977"/>
              <a:gd name="connsiteX5241" fmla="*/ 2449554 w 6501199"/>
              <a:gd name="connsiteY5241" fmla="*/ 5374677 h 6382977"/>
              <a:gd name="connsiteX5242" fmla="*/ 2433311 w 6501199"/>
              <a:gd name="connsiteY5242" fmla="*/ 5421222 h 6382977"/>
              <a:gd name="connsiteX5243" fmla="*/ 2449052 w 6501199"/>
              <a:gd name="connsiteY5243" fmla="*/ 5417197 h 6382977"/>
              <a:gd name="connsiteX5244" fmla="*/ 2458683 w 6501199"/>
              <a:gd name="connsiteY5244" fmla="*/ 5429123 h 6382977"/>
              <a:gd name="connsiteX5245" fmla="*/ 2472364 w 6501199"/>
              <a:gd name="connsiteY5245" fmla="*/ 5413282 h 6382977"/>
              <a:gd name="connsiteX5246" fmla="*/ 2490726 w 6501199"/>
              <a:gd name="connsiteY5246" fmla="*/ 5426963 h 6382977"/>
              <a:gd name="connsiteX5247" fmla="*/ 2499727 w 6501199"/>
              <a:gd name="connsiteY5247" fmla="*/ 5415442 h 6382977"/>
              <a:gd name="connsiteX5248" fmla="*/ 2510888 w 6501199"/>
              <a:gd name="connsiteY5248" fmla="*/ 5429123 h 6382977"/>
              <a:gd name="connsiteX5249" fmla="*/ 2454002 w 6501199"/>
              <a:gd name="connsiteY5249" fmla="*/ 5449644 h 6382977"/>
              <a:gd name="connsiteX5250" fmla="*/ 2431320 w 6501199"/>
              <a:gd name="connsiteY5250" fmla="*/ 5438484 h 6382977"/>
              <a:gd name="connsiteX5251" fmla="*/ 2431320 w 6501199"/>
              <a:gd name="connsiteY5251" fmla="*/ 5465485 h 6382977"/>
              <a:gd name="connsiteX5252" fmla="*/ 2406072 w 6501199"/>
              <a:gd name="connsiteY5252" fmla="*/ 5457024 h 6382977"/>
              <a:gd name="connsiteX5253" fmla="*/ 2401495 w 6501199"/>
              <a:gd name="connsiteY5253" fmla="*/ 5455836 h 6382977"/>
              <a:gd name="connsiteX5254" fmla="*/ 2384640 w 6501199"/>
              <a:gd name="connsiteY5254" fmla="*/ 5472949 h 6382977"/>
              <a:gd name="connsiteX5255" fmla="*/ 2356470 w 6501199"/>
              <a:gd name="connsiteY5255" fmla="*/ 5491182 h 6382977"/>
              <a:gd name="connsiteX5256" fmla="*/ 2357860 w 6501199"/>
              <a:gd name="connsiteY5256" fmla="*/ 5491992 h 6382977"/>
              <a:gd name="connsiteX5257" fmla="*/ 2434853 w 6501199"/>
              <a:gd name="connsiteY5257" fmla="*/ 5483549 h 6382977"/>
              <a:gd name="connsiteX5258" fmla="*/ 2448172 w 6501199"/>
              <a:gd name="connsiteY5258" fmla="*/ 5492484 h 6382977"/>
              <a:gd name="connsiteX5259" fmla="*/ 2569121 w 6501199"/>
              <a:gd name="connsiteY5259" fmla="*/ 5474614 h 6382977"/>
              <a:gd name="connsiteX5260" fmla="*/ 2605478 w 6501199"/>
              <a:gd name="connsiteY5260" fmla="*/ 5472112 h 6382977"/>
              <a:gd name="connsiteX5261" fmla="*/ 2587120 w 6501199"/>
              <a:gd name="connsiteY5261" fmla="*/ 5519646 h 6382977"/>
              <a:gd name="connsiteX5262" fmla="*/ 2573441 w 6501199"/>
              <a:gd name="connsiteY5262" fmla="*/ 5499274 h 6382977"/>
              <a:gd name="connsiteX5263" fmla="*/ 2530245 w 6501199"/>
              <a:gd name="connsiteY5263" fmla="*/ 5508209 h 6382977"/>
              <a:gd name="connsiteX5264" fmla="*/ 2521246 w 6501199"/>
              <a:gd name="connsiteY5264" fmla="*/ 5526436 h 6382977"/>
              <a:gd name="connsiteX5265" fmla="*/ 2487049 w 6501199"/>
              <a:gd name="connsiteY5265" fmla="*/ 5540018 h 6382977"/>
              <a:gd name="connsiteX5266" fmla="*/ 2468690 w 6501199"/>
              <a:gd name="connsiteY5266" fmla="*/ 5519646 h 6382977"/>
              <a:gd name="connsiteX5267" fmla="*/ 2404976 w 6501199"/>
              <a:gd name="connsiteY5267" fmla="*/ 5515000 h 6382977"/>
              <a:gd name="connsiteX5268" fmla="*/ 2338562 w 6501199"/>
              <a:gd name="connsiteY5268" fmla="*/ 5504596 h 6382977"/>
              <a:gd name="connsiteX5269" fmla="*/ 2338748 w 6501199"/>
              <a:gd name="connsiteY5269" fmla="*/ 5496464 h 6382977"/>
              <a:gd name="connsiteX5270" fmla="*/ 2318321 w 6501199"/>
              <a:gd name="connsiteY5270" fmla="*/ 5502198 h 6382977"/>
              <a:gd name="connsiteX5271" fmla="*/ 2290965 w 6501199"/>
              <a:gd name="connsiteY5271" fmla="*/ 5532077 h 6382977"/>
              <a:gd name="connsiteX5272" fmla="*/ 2225096 w 6501199"/>
              <a:gd name="connsiteY5272" fmla="*/ 5513718 h 6382977"/>
              <a:gd name="connsiteX5273" fmla="*/ 2225237 w 6501199"/>
              <a:gd name="connsiteY5273" fmla="*/ 5510213 h 6382977"/>
              <a:gd name="connsiteX5274" fmla="*/ 2224172 w 6501199"/>
              <a:gd name="connsiteY5274" fmla="*/ 5509763 h 6382977"/>
              <a:gd name="connsiteX5275" fmla="*/ 2217415 w 6501199"/>
              <a:gd name="connsiteY5275" fmla="*/ 5500661 h 6382977"/>
              <a:gd name="connsiteX5276" fmla="*/ 2219795 w 6501199"/>
              <a:gd name="connsiteY5276" fmla="*/ 5483836 h 6382977"/>
              <a:gd name="connsiteX5277" fmla="*/ 2199787 w 6501199"/>
              <a:gd name="connsiteY5277" fmla="*/ 5474007 h 6382977"/>
              <a:gd name="connsiteX5278" fmla="*/ 2156077 w 6501199"/>
              <a:gd name="connsiteY5278" fmla="*/ 5462239 h 6382977"/>
              <a:gd name="connsiteX5279" fmla="*/ 2116987 w 6501199"/>
              <a:gd name="connsiteY5279" fmla="*/ 5450121 h 6382977"/>
              <a:gd name="connsiteX5280" fmla="*/ 2106708 w 6501199"/>
              <a:gd name="connsiteY5280" fmla="*/ 5451028 h 6382977"/>
              <a:gd name="connsiteX5281" fmla="*/ 2106605 w 6501199"/>
              <a:gd name="connsiteY5281" fmla="*/ 5451402 h 6382977"/>
              <a:gd name="connsiteX5282" fmla="*/ 2092987 w 6501199"/>
              <a:gd name="connsiteY5282" fmla="*/ 5452313 h 6382977"/>
              <a:gd name="connsiteX5283" fmla="*/ 2110987 w 6501199"/>
              <a:gd name="connsiteY5283" fmla="*/ 5477515 h 6382977"/>
              <a:gd name="connsiteX5284" fmla="*/ 2104147 w 6501199"/>
              <a:gd name="connsiteY5284" fmla="*/ 5500196 h 6382977"/>
              <a:gd name="connsiteX5285" fmla="*/ 2113507 w 6501199"/>
              <a:gd name="connsiteY5285" fmla="*/ 5486516 h 6382977"/>
              <a:gd name="connsiteX5286" fmla="*/ 2134027 w 6501199"/>
              <a:gd name="connsiteY5286" fmla="*/ 5500196 h 6382977"/>
              <a:gd name="connsiteX5287" fmla="*/ 2122507 w 6501199"/>
              <a:gd name="connsiteY5287" fmla="*/ 5520718 h 6382977"/>
              <a:gd name="connsiteX5288" fmla="*/ 2099827 w 6501199"/>
              <a:gd name="connsiteY5288" fmla="*/ 5518558 h 6382977"/>
              <a:gd name="connsiteX5289" fmla="*/ 2138347 w 6501199"/>
              <a:gd name="connsiteY5289" fmla="*/ 5554920 h 6382977"/>
              <a:gd name="connsiteX5290" fmla="*/ 2136187 w 6501199"/>
              <a:gd name="connsiteY5290" fmla="*/ 5586602 h 6382977"/>
              <a:gd name="connsiteX5291" fmla="*/ 2117827 w 6501199"/>
              <a:gd name="connsiteY5291" fmla="*/ 5577602 h 6382977"/>
              <a:gd name="connsiteX5292" fmla="*/ 2117827 w 6501199"/>
              <a:gd name="connsiteY5292" fmla="*/ 5559240 h 6382977"/>
              <a:gd name="connsiteX5293" fmla="*/ 2101987 w 6501199"/>
              <a:gd name="connsiteY5293" fmla="*/ 5563921 h 6382977"/>
              <a:gd name="connsiteX5294" fmla="*/ 2115667 w 6501199"/>
              <a:gd name="connsiteY5294" fmla="*/ 5579762 h 6382977"/>
              <a:gd name="connsiteX5295" fmla="*/ 2101987 w 6501199"/>
              <a:gd name="connsiteY5295" fmla="*/ 5604964 h 6382977"/>
              <a:gd name="connsiteX5296" fmla="*/ 2067787 w 6501199"/>
              <a:gd name="connsiteY5296" fmla="*/ 5550240 h 6382977"/>
              <a:gd name="connsiteX5297" fmla="*/ 2056627 w 6501199"/>
              <a:gd name="connsiteY5297" fmla="*/ 5613964 h 6382977"/>
              <a:gd name="connsiteX5298" fmla="*/ 2065627 w 6501199"/>
              <a:gd name="connsiteY5298" fmla="*/ 5632326 h 6382977"/>
              <a:gd name="connsiteX5299" fmla="*/ 2077147 w 6501199"/>
              <a:gd name="connsiteY5299" fmla="*/ 5629806 h 6382977"/>
              <a:gd name="connsiteX5300" fmla="*/ 2063467 w 6501199"/>
              <a:gd name="connsiteY5300" fmla="*/ 5732412 h 6382977"/>
              <a:gd name="connsiteX5301" fmla="*/ 2077147 w 6501199"/>
              <a:gd name="connsiteY5301" fmla="*/ 5736732 h 6382977"/>
              <a:gd name="connsiteX5302" fmla="*/ 2067787 w 6501199"/>
              <a:gd name="connsiteY5302" fmla="*/ 5757254 h 6382977"/>
              <a:gd name="connsiteX5303" fmla="*/ 2051947 w 6501199"/>
              <a:gd name="connsiteY5303" fmla="*/ 5743573 h 6382977"/>
              <a:gd name="connsiteX5304" fmla="*/ 2047267 w 6501199"/>
              <a:gd name="connsiteY5304" fmla="*/ 5784616 h 6382977"/>
              <a:gd name="connsiteX5305" fmla="*/ 2029267 w 6501199"/>
              <a:gd name="connsiteY5305" fmla="*/ 5793616 h 6382977"/>
              <a:gd name="connsiteX5306" fmla="*/ 2040427 w 6501199"/>
              <a:gd name="connsiteY5306" fmla="*/ 5800457 h 6382977"/>
              <a:gd name="connsiteX5307" fmla="*/ 2019907 w 6501199"/>
              <a:gd name="connsiteY5307" fmla="*/ 5809458 h 6382977"/>
              <a:gd name="connsiteX5308" fmla="*/ 2031427 w 6501199"/>
              <a:gd name="connsiteY5308" fmla="*/ 5825658 h 6382977"/>
              <a:gd name="connsiteX5309" fmla="*/ 1999746 w 6501199"/>
              <a:gd name="connsiteY5309" fmla="*/ 5827819 h 6382977"/>
              <a:gd name="connsiteX5310" fmla="*/ 1997226 w 6501199"/>
              <a:gd name="connsiteY5310" fmla="*/ 5855181 h 6382977"/>
              <a:gd name="connsiteX5311" fmla="*/ 1992906 w 6501199"/>
              <a:gd name="connsiteY5311" fmla="*/ 5850500 h 6382977"/>
              <a:gd name="connsiteX5312" fmla="*/ 1988226 w 6501199"/>
              <a:gd name="connsiteY5312" fmla="*/ 5850500 h 6382977"/>
              <a:gd name="connsiteX5313" fmla="*/ 1988226 w 6501199"/>
              <a:gd name="connsiteY5313" fmla="*/ 5832499 h 6382977"/>
              <a:gd name="connsiteX5314" fmla="*/ 1995066 w 6501199"/>
              <a:gd name="connsiteY5314" fmla="*/ 5877862 h 6382977"/>
              <a:gd name="connsiteX5315" fmla="*/ 1974546 w 6501199"/>
              <a:gd name="connsiteY5315" fmla="*/ 5889383 h 6382977"/>
              <a:gd name="connsiteX5316" fmla="*/ 1981386 w 6501199"/>
              <a:gd name="connsiteY5316" fmla="*/ 5903064 h 6382977"/>
              <a:gd name="connsiteX5317" fmla="*/ 1947186 w 6501199"/>
              <a:gd name="connsiteY5317" fmla="*/ 5898384 h 6382977"/>
              <a:gd name="connsiteX5318" fmla="*/ 1945026 w 6501199"/>
              <a:gd name="connsiteY5318" fmla="*/ 5868862 h 6382977"/>
              <a:gd name="connsiteX5319" fmla="*/ 1922346 w 6501199"/>
              <a:gd name="connsiteY5319" fmla="*/ 5871022 h 6382977"/>
              <a:gd name="connsiteX5320" fmla="*/ 1938186 w 6501199"/>
              <a:gd name="connsiteY5320" fmla="*/ 5916385 h 6382977"/>
              <a:gd name="connsiteX5321" fmla="*/ 1956546 w 6501199"/>
              <a:gd name="connsiteY5321" fmla="*/ 5936906 h 6382977"/>
              <a:gd name="connsiteX5322" fmla="*/ 1945026 w 6501199"/>
              <a:gd name="connsiteY5322" fmla="*/ 5918905 h 6382977"/>
              <a:gd name="connsiteX5323" fmla="*/ 1926666 w 6501199"/>
              <a:gd name="connsiteY5323" fmla="*/ 5932586 h 6382977"/>
              <a:gd name="connsiteX5324" fmla="*/ 1940346 w 6501199"/>
              <a:gd name="connsiteY5324" fmla="*/ 5943747 h 6382977"/>
              <a:gd name="connsiteX5325" fmla="*/ 1929186 w 6501199"/>
              <a:gd name="connsiteY5325" fmla="*/ 5946267 h 6382977"/>
              <a:gd name="connsiteX5326" fmla="*/ 1949706 w 6501199"/>
              <a:gd name="connsiteY5326" fmla="*/ 5962108 h 6382977"/>
              <a:gd name="connsiteX5327" fmla="*/ 1929186 w 6501199"/>
              <a:gd name="connsiteY5327" fmla="*/ 5971108 h 6382977"/>
              <a:gd name="connsiteX5328" fmla="*/ 1951866 w 6501199"/>
              <a:gd name="connsiteY5328" fmla="*/ 5986950 h 6382977"/>
              <a:gd name="connsiteX5329" fmla="*/ 1936026 w 6501199"/>
              <a:gd name="connsiteY5329" fmla="*/ 5982630 h 6382977"/>
              <a:gd name="connsiteX5330" fmla="*/ 1926666 w 6501199"/>
              <a:gd name="connsiteY5330" fmla="*/ 5991630 h 6382977"/>
              <a:gd name="connsiteX5331" fmla="*/ 1942866 w 6501199"/>
              <a:gd name="connsiteY5331" fmla="*/ 6032673 h 6382977"/>
              <a:gd name="connsiteX5332" fmla="*/ 1965546 w 6501199"/>
              <a:gd name="connsiteY5332" fmla="*/ 6036993 h 6382977"/>
              <a:gd name="connsiteX5333" fmla="*/ 1970226 w 6501199"/>
              <a:gd name="connsiteY5333" fmla="*/ 6048514 h 6382977"/>
              <a:gd name="connsiteX5334" fmla="*/ 1960866 w 6501199"/>
              <a:gd name="connsiteY5334" fmla="*/ 6066876 h 6382977"/>
              <a:gd name="connsiteX5335" fmla="*/ 1938186 w 6501199"/>
              <a:gd name="connsiteY5335" fmla="*/ 6021152 h 6382977"/>
              <a:gd name="connsiteX5336" fmla="*/ 1929186 w 6501199"/>
              <a:gd name="connsiteY5336" fmla="*/ 6021152 h 6382977"/>
              <a:gd name="connsiteX5337" fmla="*/ 1949706 w 6501199"/>
              <a:gd name="connsiteY5337" fmla="*/ 6132760 h 6382977"/>
              <a:gd name="connsiteX5338" fmla="*/ 1933506 w 6501199"/>
              <a:gd name="connsiteY5338" fmla="*/ 6146440 h 6382977"/>
              <a:gd name="connsiteX5339" fmla="*/ 1894986 w 6501199"/>
              <a:gd name="connsiteY5339" fmla="*/ 6089557 h 6382977"/>
              <a:gd name="connsiteX5340" fmla="*/ 1888145 w 6501199"/>
              <a:gd name="connsiteY5340" fmla="*/ 6091717 h 6382977"/>
              <a:gd name="connsiteX5341" fmla="*/ 1901826 w 6501199"/>
              <a:gd name="connsiteY5341" fmla="*/ 6178123 h 6382977"/>
              <a:gd name="connsiteX5342" fmla="*/ 1894986 w 6501199"/>
              <a:gd name="connsiteY5342" fmla="*/ 6253368 h 6382977"/>
              <a:gd name="connsiteX5343" fmla="*/ 1899666 w 6501199"/>
              <a:gd name="connsiteY5343" fmla="*/ 6264529 h 6382977"/>
              <a:gd name="connsiteX5344" fmla="*/ 1881305 w 6501199"/>
              <a:gd name="connsiteY5344" fmla="*/ 6260208 h 6382977"/>
              <a:gd name="connsiteX5345" fmla="*/ 1865465 w 6501199"/>
              <a:gd name="connsiteY5345" fmla="*/ 6278210 h 6382977"/>
              <a:gd name="connsiteX5346" fmla="*/ 1876625 w 6501199"/>
              <a:gd name="connsiteY5346" fmla="*/ 6287210 h 6382977"/>
              <a:gd name="connsiteX5347" fmla="*/ 1874465 w 6501199"/>
              <a:gd name="connsiteY5347" fmla="*/ 6278210 h 6382977"/>
              <a:gd name="connsiteX5348" fmla="*/ 1894986 w 6501199"/>
              <a:gd name="connsiteY5348" fmla="*/ 6310252 h 6382977"/>
              <a:gd name="connsiteX5349" fmla="*/ 1838105 w 6501199"/>
              <a:gd name="connsiteY5349" fmla="*/ 6367136 h 6382977"/>
              <a:gd name="connsiteX5350" fmla="*/ 1803905 w 6501199"/>
              <a:gd name="connsiteY5350" fmla="*/ 6382977 h 6382977"/>
              <a:gd name="connsiteX5351" fmla="*/ 1735864 w 6501199"/>
              <a:gd name="connsiteY5351" fmla="*/ 6294051 h 6382977"/>
              <a:gd name="connsiteX5352" fmla="*/ 1753864 w 6501199"/>
              <a:gd name="connsiteY5352" fmla="*/ 6303412 h 6382977"/>
              <a:gd name="connsiteX5353" fmla="*/ 1751704 w 6501199"/>
              <a:gd name="connsiteY5353" fmla="*/ 6262368 h 6382977"/>
              <a:gd name="connsiteX5354" fmla="*/ 1722184 w 6501199"/>
              <a:gd name="connsiteY5354" fmla="*/ 6162282 h 6382977"/>
              <a:gd name="connsiteX5355" fmla="*/ 1726504 w 6501199"/>
              <a:gd name="connsiteY5355" fmla="*/ 6073356 h 6382977"/>
              <a:gd name="connsiteX5356" fmla="*/ 1715344 w 6501199"/>
              <a:gd name="connsiteY5356" fmla="*/ 6098558 h 6382977"/>
              <a:gd name="connsiteX5357" fmla="*/ 1708504 w 6501199"/>
              <a:gd name="connsiteY5357" fmla="*/ 6046354 h 6382977"/>
              <a:gd name="connsiteX5358" fmla="*/ 1703824 w 6501199"/>
              <a:gd name="connsiteY5358" fmla="*/ 5991630 h 6382977"/>
              <a:gd name="connsiteX5359" fmla="*/ 1719664 w 6501199"/>
              <a:gd name="connsiteY5359" fmla="*/ 5984790 h 6382977"/>
              <a:gd name="connsiteX5360" fmla="*/ 1712824 w 6501199"/>
              <a:gd name="connsiteY5360" fmla="*/ 5946267 h 6382977"/>
              <a:gd name="connsiteX5361" fmla="*/ 1717504 w 6501199"/>
              <a:gd name="connsiteY5361" fmla="*/ 5962108 h 6382977"/>
              <a:gd name="connsiteX5362" fmla="*/ 1710664 w 6501199"/>
              <a:gd name="connsiteY5362" fmla="*/ 5934746 h 6382977"/>
              <a:gd name="connsiteX5363" fmla="*/ 1722184 w 6501199"/>
              <a:gd name="connsiteY5363" fmla="*/ 5845820 h 6382977"/>
              <a:gd name="connsiteX5364" fmla="*/ 1685823 w 6501199"/>
              <a:gd name="connsiteY5364" fmla="*/ 5789296 h 6382977"/>
              <a:gd name="connsiteX5365" fmla="*/ 1651623 w 6501199"/>
              <a:gd name="connsiteY5365" fmla="*/ 5793616 h 6382977"/>
              <a:gd name="connsiteX5366" fmla="*/ 1658463 w 6501199"/>
              <a:gd name="connsiteY5366" fmla="*/ 5809458 h 6382977"/>
              <a:gd name="connsiteX5367" fmla="*/ 1681143 w 6501199"/>
              <a:gd name="connsiteY5367" fmla="*/ 5811978 h 6382977"/>
              <a:gd name="connsiteX5368" fmla="*/ 1674303 w 6501199"/>
              <a:gd name="connsiteY5368" fmla="*/ 5859501 h 6382977"/>
              <a:gd name="connsiteX5369" fmla="*/ 1658463 w 6501199"/>
              <a:gd name="connsiteY5369" fmla="*/ 5864182 h 6382977"/>
              <a:gd name="connsiteX5370" fmla="*/ 1665303 w 6501199"/>
              <a:gd name="connsiteY5370" fmla="*/ 5884703 h 6382977"/>
              <a:gd name="connsiteX5371" fmla="*/ 1674303 w 6501199"/>
              <a:gd name="connsiteY5371" fmla="*/ 5884703 h 6382977"/>
              <a:gd name="connsiteX5372" fmla="*/ 1662783 w 6501199"/>
              <a:gd name="connsiteY5372" fmla="*/ 5896224 h 6382977"/>
              <a:gd name="connsiteX5373" fmla="*/ 1633263 w 6501199"/>
              <a:gd name="connsiteY5373" fmla="*/ 5864182 h 6382977"/>
              <a:gd name="connsiteX5374" fmla="*/ 1642623 w 6501199"/>
              <a:gd name="connsiteY5374" fmla="*/ 5916385 h 6382977"/>
              <a:gd name="connsiteX5375" fmla="*/ 1622103 w 6501199"/>
              <a:gd name="connsiteY5375" fmla="*/ 5916385 h 6382977"/>
              <a:gd name="connsiteX5376" fmla="*/ 1612743 w 6501199"/>
              <a:gd name="connsiteY5376" fmla="*/ 5955268 h 6382977"/>
              <a:gd name="connsiteX5377" fmla="*/ 1594743 w 6501199"/>
              <a:gd name="connsiteY5377" fmla="*/ 5946267 h 6382977"/>
              <a:gd name="connsiteX5378" fmla="*/ 1581063 w 6501199"/>
              <a:gd name="connsiteY5378" fmla="*/ 5975789 h 6382977"/>
              <a:gd name="connsiteX5379" fmla="*/ 1590063 w 6501199"/>
              <a:gd name="connsiteY5379" fmla="*/ 5980110 h 6382977"/>
              <a:gd name="connsiteX5380" fmla="*/ 1572063 w 6501199"/>
              <a:gd name="connsiteY5380" fmla="*/ 6021152 h 6382977"/>
              <a:gd name="connsiteX5381" fmla="*/ 1542182 w 6501199"/>
              <a:gd name="connsiteY5381" fmla="*/ 6055354 h 6382977"/>
              <a:gd name="connsiteX5382" fmla="*/ 1519502 w 6501199"/>
              <a:gd name="connsiteY5382" fmla="*/ 5877862 h 6382977"/>
              <a:gd name="connsiteX5383" fmla="*/ 1512662 w 6501199"/>
              <a:gd name="connsiteY5383" fmla="*/ 5820978 h 6382977"/>
              <a:gd name="connsiteX5384" fmla="*/ 1503662 w 6501199"/>
              <a:gd name="connsiteY5384" fmla="*/ 5766254 h 6382977"/>
              <a:gd name="connsiteX5385" fmla="*/ 1515182 w 6501199"/>
              <a:gd name="connsiteY5385" fmla="*/ 5811978 h 6382977"/>
              <a:gd name="connsiteX5386" fmla="*/ 1501502 w 6501199"/>
              <a:gd name="connsiteY5386" fmla="*/ 5739253 h 6382977"/>
              <a:gd name="connsiteX5387" fmla="*/ 1487822 w 6501199"/>
              <a:gd name="connsiteY5387" fmla="*/ 5716211 h 6382977"/>
              <a:gd name="connsiteX5388" fmla="*/ 1512662 w 6501199"/>
              <a:gd name="connsiteY5388" fmla="*/ 5741413 h 6382977"/>
              <a:gd name="connsiteX5389" fmla="*/ 1478822 w 6501199"/>
              <a:gd name="connsiteY5389" fmla="*/ 5693530 h 6382977"/>
              <a:gd name="connsiteX5390" fmla="*/ 1494662 w 6501199"/>
              <a:gd name="connsiteY5390" fmla="*/ 5686689 h 6382977"/>
              <a:gd name="connsiteX5391" fmla="*/ 1501502 w 6501199"/>
              <a:gd name="connsiteY5391" fmla="*/ 5664008 h 6382977"/>
              <a:gd name="connsiteX5392" fmla="*/ 1498982 w 6501199"/>
              <a:gd name="connsiteY5392" fmla="*/ 5657167 h 6382977"/>
              <a:gd name="connsiteX5393" fmla="*/ 1474142 w 6501199"/>
              <a:gd name="connsiteY5393" fmla="*/ 5643486 h 6382977"/>
              <a:gd name="connsiteX5394" fmla="*/ 1471982 w 6501199"/>
              <a:gd name="connsiteY5394" fmla="*/ 5652487 h 6382977"/>
              <a:gd name="connsiteX5395" fmla="*/ 1487822 w 6501199"/>
              <a:gd name="connsiteY5395" fmla="*/ 5664008 h 6382977"/>
              <a:gd name="connsiteX5396" fmla="*/ 1485662 w 6501199"/>
              <a:gd name="connsiteY5396" fmla="*/ 5682369 h 6382977"/>
              <a:gd name="connsiteX5397" fmla="*/ 1471982 w 6501199"/>
              <a:gd name="connsiteY5397" fmla="*/ 5657167 h 6382977"/>
              <a:gd name="connsiteX5398" fmla="*/ 1453622 w 6501199"/>
              <a:gd name="connsiteY5398" fmla="*/ 5673008 h 6382977"/>
              <a:gd name="connsiteX5399" fmla="*/ 1428422 w 6501199"/>
              <a:gd name="connsiteY5399" fmla="*/ 5659328 h 6382977"/>
              <a:gd name="connsiteX5400" fmla="*/ 1451462 w 6501199"/>
              <a:gd name="connsiteY5400" fmla="*/ 5714051 h 6382977"/>
              <a:gd name="connsiteX5401" fmla="*/ 1455782 w 6501199"/>
              <a:gd name="connsiteY5401" fmla="*/ 5736732 h 6382977"/>
              <a:gd name="connsiteX5402" fmla="*/ 1469462 w 6501199"/>
              <a:gd name="connsiteY5402" fmla="*/ 5734572 h 6382977"/>
              <a:gd name="connsiteX5403" fmla="*/ 1460462 w 6501199"/>
              <a:gd name="connsiteY5403" fmla="*/ 5752574 h 6382977"/>
              <a:gd name="connsiteX5404" fmla="*/ 1469462 w 6501199"/>
              <a:gd name="connsiteY5404" fmla="*/ 5957428 h 6382977"/>
              <a:gd name="connsiteX5405" fmla="*/ 1439942 w 6501199"/>
              <a:gd name="connsiteY5405" fmla="*/ 5914225 h 6382977"/>
              <a:gd name="connsiteX5406" fmla="*/ 1437782 w 6501199"/>
              <a:gd name="connsiteY5406" fmla="*/ 5962108 h 6382977"/>
              <a:gd name="connsiteX5407" fmla="*/ 1419421 w 6501199"/>
              <a:gd name="connsiteY5407" fmla="*/ 5975789 h 6382977"/>
              <a:gd name="connsiteX5408" fmla="*/ 1426261 w 6501199"/>
              <a:gd name="connsiteY5408" fmla="*/ 6014312 h 6382977"/>
              <a:gd name="connsiteX5409" fmla="*/ 1415101 w 6501199"/>
              <a:gd name="connsiteY5409" fmla="*/ 6036993 h 6382977"/>
              <a:gd name="connsiteX5410" fmla="*/ 1408261 w 6501199"/>
              <a:gd name="connsiteY5410" fmla="*/ 6016472 h 6382977"/>
              <a:gd name="connsiteX5411" fmla="*/ 1387741 w 6501199"/>
              <a:gd name="connsiteY5411" fmla="*/ 6027992 h 6382977"/>
              <a:gd name="connsiteX5412" fmla="*/ 1337701 w 6501199"/>
              <a:gd name="connsiteY5412" fmla="*/ 5934746 h 6382977"/>
              <a:gd name="connsiteX5413" fmla="*/ 1312501 w 6501199"/>
              <a:gd name="connsiteY5413" fmla="*/ 5839340 h 6382977"/>
              <a:gd name="connsiteX5414" fmla="*/ 1287660 w 6501199"/>
              <a:gd name="connsiteY5414" fmla="*/ 5720892 h 6382977"/>
              <a:gd name="connsiteX5415" fmla="*/ 1269300 w 6501199"/>
              <a:gd name="connsiteY5415" fmla="*/ 5622965 h 6382977"/>
              <a:gd name="connsiteX5416" fmla="*/ 1280820 w 6501199"/>
              <a:gd name="connsiteY5416" fmla="*/ 5622965 h 6382977"/>
              <a:gd name="connsiteX5417" fmla="*/ 1264620 w 6501199"/>
              <a:gd name="connsiteY5417" fmla="*/ 5588762 h 6382977"/>
              <a:gd name="connsiteX5418" fmla="*/ 1282980 w 6501199"/>
              <a:gd name="connsiteY5418" fmla="*/ 5577602 h 6382977"/>
              <a:gd name="connsiteX5419" fmla="*/ 1228260 w 6501199"/>
              <a:gd name="connsiteY5419" fmla="*/ 5459154 h 6382977"/>
              <a:gd name="connsiteX5420" fmla="*/ 1217100 w 6501199"/>
              <a:gd name="connsiteY5420" fmla="*/ 5422791 h 6382977"/>
              <a:gd name="connsiteX5421" fmla="*/ 1251300 w 6501199"/>
              <a:gd name="connsiteY5421" fmla="*/ 5300022 h 6382977"/>
              <a:gd name="connsiteX5422" fmla="*/ 1246620 w 6501199"/>
              <a:gd name="connsiteY5422" fmla="*/ 5313704 h 6382977"/>
              <a:gd name="connsiteX5423" fmla="*/ 1223940 w 6501199"/>
              <a:gd name="connsiteY5423" fmla="*/ 5295342 h 6382977"/>
              <a:gd name="connsiteX5424" fmla="*/ 1221780 w 6501199"/>
              <a:gd name="connsiteY5424" fmla="*/ 5272661 h 6382977"/>
              <a:gd name="connsiteX5425" fmla="*/ 1237620 w 6501199"/>
              <a:gd name="connsiteY5425" fmla="*/ 5249979 h 6382977"/>
              <a:gd name="connsiteX5426" fmla="*/ 1214940 w 6501199"/>
              <a:gd name="connsiteY5426" fmla="*/ 5236298 h 6382977"/>
              <a:gd name="connsiteX5427" fmla="*/ 1241940 w 6501199"/>
              <a:gd name="connsiteY5427" fmla="*/ 5081488 h 6382977"/>
              <a:gd name="connsiteX5428" fmla="*/ 1241940 w 6501199"/>
              <a:gd name="connsiteY5428" fmla="*/ 5040805 h 6382977"/>
              <a:gd name="connsiteX5429" fmla="*/ 1200900 w 6501199"/>
              <a:gd name="connsiteY5429" fmla="*/ 4999762 h 6382977"/>
              <a:gd name="connsiteX5430" fmla="*/ 1230780 w 6501199"/>
              <a:gd name="connsiteY5430" fmla="*/ 4801748 h 6382977"/>
              <a:gd name="connsiteX5431" fmla="*/ 1223940 w 6501199"/>
              <a:gd name="connsiteY5431" fmla="*/ 4724343 h 6382977"/>
              <a:gd name="connsiteX5432" fmla="*/ 1228260 w 6501199"/>
              <a:gd name="connsiteY5432" fmla="*/ 4603735 h 6382977"/>
              <a:gd name="connsiteX5433" fmla="*/ 1214940 w 6501199"/>
              <a:gd name="connsiteY5433" fmla="*/ 4517329 h 6382977"/>
              <a:gd name="connsiteX5434" fmla="*/ 1232940 w 6501199"/>
              <a:gd name="connsiteY5434" fmla="*/ 4508328 h 6382977"/>
              <a:gd name="connsiteX5435" fmla="*/ 1221780 w 6501199"/>
              <a:gd name="connsiteY5435" fmla="*/ 4451444 h 6382977"/>
              <a:gd name="connsiteX5436" fmla="*/ 1230780 w 6501199"/>
              <a:gd name="connsiteY5436" fmla="*/ 4462605 h 6382977"/>
              <a:gd name="connsiteX5437" fmla="*/ 1244460 w 6501199"/>
              <a:gd name="connsiteY5437" fmla="*/ 4353518 h 6382977"/>
              <a:gd name="connsiteX5438" fmla="*/ 1232940 w 6501199"/>
              <a:gd name="connsiteY5438" fmla="*/ 4401401 h 6382977"/>
              <a:gd name="connsiteX5439" fmla="*/ 1246620 w 6501199"/>
              <a:gd name="connsiteY5439" fmla="*/ 4451444 h 6382977"/>
              <a:gd name="connsiteX5440" fmla="*/ 1260300 w 6501199"/>
              <a:gd name="connsiteY5440" fmla="*/ 4439924 h 6382977"/>
              <a:gd name="connsiteX5441" fmla="*/ 1264620 w 6501199"/>
              <a:gd name="connsiteY5441" fmla="*/ 4474126 h 6382977"/>
              <a:gd name="connsiteX5442" fmla="*/ 1255620 w 6501199"/>
              <a:gd name="connsiteY5442" fmla="*/ 4417242 h 6382977"/>
              <a:gd name="connsiteX5443" fmla="*/ 1277625 w 6501199"/>
              <a:gd name="connsiteY5443" fmla="*/ 4353608 h 6382977"/>
              <a:gd name="connsiteX5444" fmla="*/ 1279209 w 6501199"/>
              <a:gd name="connsiteY5444" fmla="*/ 4326402 h 6382977"/>
              <a:gd name="connsiteX5445" fmla="*/ 1278808 w 6501199"/>
              <a:gd name="connsiteY5445" fmla="*/ 4325916 h 6382977"/>
              <a:gd name="connsiteX5446" fmla="*/ 1279351 w 6501199"/>
              <a:gd name="connsiteY5446" fmla="*/ 4323970 h 6382977"/>
              <a:gd name="connsiteX5447" fmla="*/ 1279768 w 6501199"/>
              <a:gd name="connsiteY5447" fmla="*/ 4316795 h 6382977"/>
              <a:gd name="connsiteX5448" fmla="*/ 1292062 w 6501199"/>
              <a:gd name="connsiteY5448" fmla="*/ 4288555 h 6382977"/>
              <a:gd name="connsiteX5449" fmla="*/ 1258586 w 6501199"/>
              <a:gd name="connsiteY5449" fmla="*/ 4280447 h 6382977"/>
              <a:gd name="connsiteX5450" fmla="*/ 1259615 w 6501199"/>
              <a:gd name="connsiteY5450" fmla="*/ 4290503 h 6382977"/>
              <a:gd name="connsiteX5451" fmla="*/ 1257799 w 6501199"/>
              <a:gd name="connsiteY5451" fmla="*/ 4299596 h 6382977"/>
              <a:gd name="connsiteX5452" fmla="*/ 1268893 w 6501199"/>
              <a:gd name="connsiteY5452" fmla="*/ 4298792 h 6382977"/>
              <a:gd name="connsiteX5453" fmla="*/ 1273565 w 6501199"/>
              <a:gd name="connsiteY5453" fmla="*/ 4336696 h 6382977"/>
              <a:gd name="connsiteX5454" fmla="*/ 1253617 w 6501199"/>
              <a:gd name="connsiteY5454" fmla="*/ 4333109 h 6382977"/>
              <a:gd name="connsiteX5455" fmla="*/ 1248532 w 6501199"/>
              <a:gd name="connsiteY5455" fmla="*/ 4333430 h 6382977"/>
              <a:gd name="connsiteX5456" fmla="*/ 1245961 w 6501199"/>
              <a:gd name="connsiteY5456" fmla="*/ 4347812 h 6382977"/>
              <a:gd name="connsiteX5457" fmla="*/ 1241667 w 6501199"/>
              <a:gd name="connsiteY5457" fmla="*/ 4333862 h 6382977"/>
              <a:gd name="connsiteX5458" fmla="*/ 1230433 w 6501199"/>
              <a:gd name="connsiteY5458" fmla="*/ 4334570 h 6382977"/>
              <a:gd name="connsiteX5459" fmla="*/ 1216775 w 6501199"/>
              <a:gd name="connsiteY5459" fmla="*/ 4294187 h 6382977"/>
              <a:gd name="connsiteX5460" fmla="*/ 1244092 w 6501199"/>
              <a:gd name="connsiteY5460" fmla="*/ 4318984 h 6382977"/>
              <a:gd name="connsiteX5461" fmla="*/ 1254589 w 6501199"/>
              <a:gd name="connsiteY5461" fmla="*/ 4314135 h 6382977"/>
              <a:gd name="connsiteX5462" fmla="*/ 1255340 w 6501199"/>
              <a:gd name="connsiteY5462" fmla="*/ 4307951 h 6382977"/>
              <a:gd name="connsiteX5463" fmla="*/ 1244679 w 6501199"/>
              <a:gd name="connsiteY5463" fmla="*/ 4316055 h 6382977"/>
              <a:gd name="connsiteX5464" fmla="*/ 1255769 w 6501199"/>
              <a:gd name="connsiteY5464" fmla="*/ 4252912 h 6382977"/>
              <a:gd name="connsiteX5465" fmla="*/ 1258253 w 6501199"/>
              <a:gd name="connsiteY5465" fmla="*/ 4277187 h 6382977"/>
              <a:gd name="connsiteX5466" fmla="*/ 1260843 w 6501199"/>
              <a:gd name="connsiteY5466" fmla="*/ 4258437 h 6382977"/>
              <a:gd name="connsiteX5467" fmla="*/ 1268990 w 6501199"/>
              <a:gd name="connsiteY5467" fmla="*/ 4241742 h 6382977"/>
              <a:gd name="connsiteX5468" fmla="*/ 1266830 w 6501199"/>
              <a:gd name="connsiteY5468" fmla="*/ 4232381 h 6382977"/>
              <a:gd name="connsiteX5469" fmla="*/ 1259988 w 6501199"/>
              <a:gd name="connsiteY5469" fmla="*/ 4241742 h 6382977"/>
              <a:gd name="connsiteX5470" fmla="*/ 1273671 w 6501199"/>
              <a:gd name="connsiteY5470" fmla="*/ 4221220 h 6382977"/>
              <a:gd name="connsiteX5471" fmla="*/ 1200578 w 6501199"/>
              <a:gd name="connsiteY5471" fmla="*/ 4214380 h 6382977"/>
              <a:gd name="connsiteX5472" fmla="*/ 1198417 w 6501199"/>
              <a:gd name="connsiteY5472" fmla="*/ 4252902 h 6382977"/>
              <a:gd name="connsiteX5473" fmla="*/ 1070954 w 6501199"/>
              <a:gd name="connsiteY5473" fmla="*/ 4196019 h 6382977"/>
              <a:gd name="connsiteX5474" fmla="*/ 1075635 w 6501199"/>
              <a:gd name="connsiteY5474" fmla="*/ 4237061 h 6382977"/>
              <a:gd name="connsiteX5475" fmla="*/ 1037108 w 6501199"/>
              <a:gd name="connsiteY5475" fmla="*/ 4266583 h 6382977"/>
              <a:gd name="connsiteX5476" fmla="*/ 996061 w 6501199"/>
              <a:gd name="connsiteY5476" fmla="*/ 4264422 h 6382977"/>
              <a:gd name="connsiteX5477" fmla="*/ 948172 w 6501199"/>
              <a:gd name="connsiteY5477" fmla="*/ 4207540 h 6382977"/>
              <a:gd name="connsiteX5478" fmla="*/ 966535 w 6501199"/>
              <a:gd name="connsiteY5478" fmla="*/ 4191699 h 6382977"/>
              <a:gd name="connsiteX5479" fmla="*/ 966535 w 6501199"/>
              <a:gd name="connsiteY5479" fmla="*/ 4139137 h 6382977"/>
              <a:gd name="connsiteX5480" fmla="*/ 950332 w 6501199"/>
              <a:gd name="connsiteY5480" fmla="*/ 4102775 h 6382977"/>
              <a:gd name="connsiteX5481" fmla="*/ 886961 w 6501199"/>
              <a:gd name="connsiteY5481" fmla="*/ 4139137 h 6382977"/>
              <a:gd name="connsiteX5482" fmla="*/ 884440 w 6501199"/>
              <a:gd name="connsiteY5482" fmla="*/ 4143817 h 6382977"/>
              <a:gd name="connsiteX5483" fmla="*/ 900283 w 6501199"/>
              <a:gd name="connsiteY5483" fmla="*/ 4145977 h 6382977"/>
              <a:gd name="connsiteX5484" fmla="*/ 893442 w 6501199"/>
              <a:gd name="connsiteY5484" fmla="*/ 4157498 h 6382977"/>
              <a:gd name="connsiteX5485" fmla="*/ 930169 w 6501199"/>
              <a:gd name="connsiteY5485" fmla="*/ 4182339 h 6382977"/>
              <a:gd name="connsiteX5486" fmla="*/ 913966 w 6501199"/>
              <a:gd name="connsiteY5486" fmla="*/ 4216540 h 6382977"/>
              <a:gd name="connsiteX5487" fmla="*/ 870758 w 6501199"/>
              <a:gd name="connsiteY5487" fmla="*/ 4191699 h 6382977"/>
              <a:gd name="connsiteX5488" fmla="*/ 859596 w 6501199"/>
              <a:gd name="connsiteY5488" fmla="*/ 4164338 h 6382977"/>
              <a:gd name="connsiteX5489" fmla="*/ 875439 w 6501199"/>
              <a:gd name="connsiteY5489" fmla="*/ 4139137 h 6382977"/>
              <a:gd name="connsiteX5490" fmla="*/ 845913 w 6501199"/>
              <a:gd name="connsiteY5490" fmla="*/ 4123296 h 6382977"/>
              <a:gd name="connsiteX5491" fmla="*/ 884440 w 6501199"/>
              <a:gd name="connsiteY5491" fmla="*/ 4123296 h 6382977"/>
              <a:gd name="connsiteX5492" fmla="*/ 902804 w 6501199"/>
              <a:gd name="connsiteY5492" fmla="*/ 4107455 h 6382977"/>
              <a:gd name="connsiteX5493" fmla="*/ 832231 w 6501199"/>
              <a:gd name="connsiteY5493" fmla="*/ 4036892 h 6382977"/>
              <a:gd name="connsiteX5494" fmla="*/ 816388 w 6501199"/>
              <a:gd name="connsiteY5494" fmla="*/ 4061733 h 6382977"/>
              <a:gd name="connsiteX5495" fmla="*/ 827550 w 6501199"/>
              <a:gd name="connsiteY5495" fmla="*/ 4059573 h 6382977"/>
              <a:gd name="connsiteX5496" fmla="*/ 829710 w 6501199"/>
              <a:gd name="connsiteY5496" fmla="*/ 4073254 h 6382977"/>
              <a:gd name="connsiteX5497" fmla="*/ 807026 w 6501199"/>
              <a:gd name="connsiteY5497" fmla="*/ 4084774 h 6382977"/>
              <a:gd name="connsiteX5498" fmla="*/ 756977 w 6501199"/>
              <a:gd name="connsiteY5498" fmla="*/ 4066413 h 6382977"/>
              <a:gd name="connsiteX5499" fmla="*/ 725291 w 6501199"/>
              <a:gd name="connsiteY5499" fmla="*/ 4041572 h 6382977"/>
              <a:gd name="connsiteX5500" fmla="*/ 706928 w 6501199"/>
              <a:gd name="connsiteY5500" fmla="*/ 3993690 h 6382977"/>
              <a:gd name="connsiteX5501" fmla="*/ 679563 w 6501199"/>
              <a:gd name="connsiteY5501" fmla="*/ 3991530 h 6382977"/>
              <a:gd name="connsiteX5502" fmla="*/ 679563 w 6501199"/>
              <a:gd name="connsiteY5502" fmla="*/ 3945808 h 6382977"/>
              <a:gd name="connsiteX5503" fmla="*/ 711609 w 6501199"/>
              <a:gd name="connsiteY5503" fmla="*/ 3945808 h 6382977"/>
              <a:gd name="connsiteX5504" fmla="*/ 711609 w 6501199"/>
              <a:gd name="connsiteY5504" fmla="*/ 3968488 h 6382977"/>
              <a:gd name="connsiteX5505" fmla="*/ 727452 w 6501199"/>
              <a:gd name="connsiteY5505" fmla="*/ 3968488 h 6382977"/>
              <a:gd name="connsiteX5506" fmla="*/ 743295 w 6501199"/>
              <a:gd name="connsiteY5506" fmla="*/ 3947968 h 6382977"/>
              <a:gd name="connsiteX5507" fmla="*/ 727452 w 6501199"/>
              <a:gd name="connsiteY5507" fmla="*/ 3945808 h 6382977"/>
              <a:gd name="connsiteX5508" fmla="*/ 723131 w 6501199"/>
              <a:gd name="connsiteY5508" fmla="*/ 3909446 h 6382977"/>
              <a:gd name="connsiteX5509" fmla="*/ 701617 w 6501199"/>
              <a:gd name="connsiteY5509" fmla="*/ 3907826 h 6382977"/>
              <a:gd name="connsiteX5510" fmla="*/ 699646 w 6501199"/>
              <a:gd name="connsiteY5510" fmla="*/ 3901458 h 6382977"/>
              <a:gd name="connsiteX5511" fmla="*/ 687943 w 6501199"/>
              <a:gd name="connsiteY5511" fmla="*/ 3904240 h 6382977"/>
              <a:gd name="connsiteX5512" fmla="*/ 687035 w 6501199"/>
              <a:gd name="connsiteY5512" fmla="*/ 3912866 h 6382977"/>
              <a:gd name="connsiteX5513" fmla="*/ 682084 w 6501199"/>
              <a:gd name="connsiteY5513" fmla="*/ 3936807 h 6382977"/>
              <a:gd name="connsiteX5514" fmla="*/ 671023 w 6501199"/>
              <a:gd name="connsiteY5514" fmla="*/ 3913434 h 6382977"/>
              <a:gd name="connsiteX5515" fmla="*/ 671571 w 6501199"/>
              <a:gd name="connsiteY5515" fmla="*/ 3908131 h 6382977"/>
              <a:gd name="connsiteX5516" fmla="*/ 655291 w 6501199"/>
              <a:gd name="connsiteY5516" fmla="*/ 3912000 h 6382977"/>
              <a:gd name="connsiteX5517" fmla="*/ 659971 w 6501199"/>
              <a:gd name="connsiteY5517" fmla="*/ 3923518 h 6382977"/>
              <a:gd name="connsiteX5518" fmla="*/ 586883 w 6501199"/>
              <a:gd name="connsiteY5518" fmla="*/ 3939356 h 6382977"/>
              <a:gd name="connsiteX5519" fmla="*/ 529997 w 6501199"/>
              <a:gd name="connsiteY5519" fmla="*/ 3994068 h 6382977"/>
              <a:gd name="connsiteX5520" fmla="*/ 568882 w 6501199"/>
              <a:gd name="connsiteY5520" fmla="*/ 3909840 h 6382977"/>
              <a:gd name="connsiteX5521" fmla="*/ 562041 w 6501199"/>
              <a:gd name="connsiteY5521" fmla="*/ 3898322 h 6382977"/>
              <a:gd name="connsiteX5522" fmla="*/ 541519 w 6501199"/>
              <a:gd name="connsiteY5522" fmla="*/ 3889324 h 6382977"/>
              <a:gd name="connsiteX5523" fmla="*/ 507315 w 6501199"/>
              <a:gd name="connsiteY5523" fmla="*/ 3896162 h 6382977"/>
              <a:gd name="connsiteX5524" fmla="*/ 493634 w 6501199"/>
              <a:gd name="connsiteY5524" fmla="*/ 3914520 h 6382977"/>
              <a:gd name="connsiteX5525" fmla="*/ 500474 w 6501199"/>
              <a:gd name="connsiteY5525" fmla="*/ 3939356 h 6382977"/>
              <a:gd name="connsiteX5526" fmla="*/ 484633 w 6501199"/>
              <a:gd name="connsiteY5526" fmla="*/ 3937196 h 6382977"/>
              <a:gd name="connsiteX5527" fmla="*/ 391383 w 6501199"/>
              <a:gd name="connsiteY5527" fmla="*/ 3996228 h 6382977"/>
              <a:gd name="connsiteX5528" fmla="*/ 384542 w 6501199"/>
              <a:gd name="connsiteY5528" fmla="*/ 4014585 h 6382977"/>
              <a:gd name="connsiteX5529" fmla="*/ 434587 w 6501199"/>
              <a:gd name="connsiteY5529" fmla="*/ 3934677 h 6382977"/>
              <a:gd name="connsiteX5530" fmla="*/ 405064 w 6501199"/>
              <a:gd name="connsiteY5530" fmla="*/ 3925678 h 6382977"/>
              <a:gd name="connsiteX5531" fmla="*/ 407224 w 6501199"/>
              <a:gd name="connsiteY5531" fmla="*/ 3909840 h 6382977"/>
              <a:gd name="connsiteX5532" fmla="*/ 425586 w 6501199"/>
              <a:gd name="connsiteY5532" fmla="*/ 3894003 h 6382977"/>
              <a:gd name="connsiteX5533" fmla="*/ 423066 w 6501199"/>
              <a:gd name="connsiteY5533" fmla="*/ 3907681 h 6382977"/>
              <a:gd name="connsiteX5534" fmla="*/ 438908 w 6501199"/>
              <a:gd name="connsiteY5534" fmla="*/ 3882484 h 6382977"/>
              <a:gd name="connsiteX5535" fmla="*/ 507315 w 6501199"/>
              <a:gd name="connsiteY5535" fmla="*/ 3871326 h 6382977"/>
              <a:gd name="connsiteX5536" fmla="*/ 520996 w 6501199"/>
              <a:gd name="connsiteY5536" fmla="*/ 3885004 h 6382977"/>
              <a:gd name="connsiteX5537" fmla="*/ 511996 w 6501199"/>
              <a:gd name="connsiteY5537" fmla="*/ 3855128 h 6382977"/>
              <a:gd name="connsiteX5538" fmla="*/ 553040 w 6501199"/>
              <a:gd name="connsiteY5538" fmla="*/ 3816614 h 6382977"/>
              <a:gd name="connsiteX5539" fmla="*/ 609566 w 6501199"/>
              <a:gd name="connsiteY5539" fmla="*/ 3832452 h 6382977"/>
              <a:gd name="connsiteX5540" fmla="*/ 639449 w 6501199"/>
              <a:gd name="connsiteY5540" fmla="*/ 3800776 h 6382977"/>
              <a:gd name="connsiteX5541" fmla="*/ 666761 w 6501199"/>
              <a:gd name="connsiteY5541" fmla="*/ 3791963 h 6382977"/>
              <a:gd name="connsiteX5542" fmla="*/ 680352 w 6501199"/>
              <a:gd name="connsiteY5542" fmla="*/ 3776584 h 6382977"/>
              <a:gd name="connsiteX5543" fmla="*/ 670111 w 6501199"/>
              <a:gd name="connsiteY5543" fmla="*/ 3744558 h 6382977"/>
              <a:gd name="connsiteX5544" fmla="*/ 700087 w 6501199"/>
              <a:gd name="connsiteY5544" fmla="*/ 3595511 h 6382977"/>
              <a:gd name="connsiteX5545" fmla="*/ 682084 w 6501199"/>
              <a:gd name="connsiteY5545" fmla="*/ 3607031 h 6382977"/>
              <a:gd name="connsiteX5546" fmla="*/ 688925 w 6501199"/>
              <a:gd name="connsiteY5546" fmla="*/ 3515947 h 6382977"/>
              <a:gd name="connsiteX5547" fmla="*/ 711609 w 6501199"/>
              <a:gd name="connsiteY5547" fmla="*/ 3524947 h 6382977"/>
              <a:gd name="connsiteX5548" fmla="*/ 713769 w 6501199"/>
              <a:gd name="connsiteY5548" fmla="*/ 3515947 h 6382977"/>
              <a:gd name="connsiteX5549" fmla="*/ 693246 w 6501199"/>
              <a:gd name="connsiteY5549" fmla="*/ 3511267 h 6382977"/>
              <a:gd name="connsiteX5550" fmla="*/ 725291 w 6501199"/>
              <a:gd name="connsiteY5550" fmla="*/ 3497586 h 6382977"/>
              <a:gd name="connsiteX5551" fmla="*/ 720763 w 6501199"/>
              <a:gd name="connsiteY5551" fmla="*/ 3489367 h 6382977"/>
              <a:gd name="connsiteX5552" fmla="*/ 715509 w 6501199"/>
              <a:gd name="connsiteY5552" fmla="*/ 3488147 h 6382977"/>
              <a:gd name="connsiteX5553" fmla="*/ 698495 w 6501199"/>
              <a:gd name="connsiteY5553" fmla="*/ 3498060 h 6382977"/>
              <a:gd name="connsiteX5554" fmla="*/ 466631 w 6501199"/>
              <a:gd name="connsiteY5554" fmla="*/ 3525416 h 6382977"/>
              <a:gd name="connsiteX5555" fmla="*/ 457270 w 6501199"/>
              <a:gd name="connsiteY5555" fmla="*/ 3536935 h 6382977"/>
              <a:gd name="connsiteX5556" fmla="*/ 436748 w 6501199"/>
              <a:gd name="connsiteY5556" fmla="*/ 3520737 h 6382977"/>
              <a:gd name="connsiteX5557" fmla="*/ 425586 w 6501199"/>
              <a:gd name="connsiteY5557" fmla="*/ 3530096 h 6382977"/>
              <a:gd name="connsiteX5558" fmla="*/ 355019 w 6501199"/>
              <a:gd name="connsiteY5558" fmla="*/ 3513898 h 6382977"/>
              <a:gd name="connsiteX5559" fmla="*/ 352499 w 6501199"/>
              <a:gd name="connsiteY5559" fmla="*/ 3500580 h 6382977"/>
              <a:gd name="connsiteX5560" fmla="*/ 270770 w 6501199"/>
              <a:gd name="connsiteY5560" fmla="*/ 3486902 h 6382977"/>
              <a:gd name="connsiteX5561" fmla="*/ 220725 w 6501199"/>
              <a:gd name="connsiteY5561" fmla="*/ 3302609 h 6382977"/>
              <a:gd name="connsiteX5562" fmla="*/ 261769 w 6501199"/>
              <a:gd name="connsiteY5562" fmla="*/ 3284251 h 6382977"/>
              <a:gd name="connsiteX5563" fmla="*/ 318655 w 6501199"/>
              <a:gd name="connsiteY5563" fmla="*/ 3406993 h 6382977"/>
              <a:gd name="connsiteX5564" fmla="*/ 341337 w 6501199"/>
              <a:gd name="connsiteY5564" fmla="*/ 3400514 h 6382977"/>
              <a:gd name="connsiteX5565" fmla="*/ 332337 w 6501199"/>
              <a:gd name="connsiteY5565" fmla="*/ 3388996 h 6382977"/>
              <a:gd name="connsiteX5566" fmla="*/ 357179 w 6501199"/>
              <a:gd name="connsiteY5566" fmla="*/ 3313767 h 6382977"/>
              <a:gd name="connsiteX5567" fmla="*/ 377701 w 6501199"/>
              <a:gd name="connsiteY5567" fmla="*/ 3300449 h 6382977"/>
              <a:gd name="connsiteX5568" fmla="*/ 386702 w 6501199"/>
              <a:gd name="connsiteY5568" fmla="*/ 3234219 h 6382977"/>
              <a:gd name="connsiteX5569" fmla="*/ 382382 w 6501199"/>
              <a:gd name="connsiteY5569" fmla="*/ 3175187 h 6382977"/>
              <a:gd name="connsiteX5570" fmla="*/ 405064 w 6501199"/>
              <a:gd name="connsiteY5570" fmla="*/ 3127314 h 6382977"/>
              <a:gd name="connsiteX5571" fmla="*/ 402904 w 6501199"/>
              <a:gd name="connsiteY5571" fmla="*/ 3245737 h 6382977"/>
              <a:gd name="connsiteX5572" fmla="*/ 409385 w 6501199"/>
              <a:gd name="connsiteY5572" fmla="*/ 3204703 h 6382977"/>
              <a:gd name="connsiteX5573" fmla="*/ 423066 w 6501199"/>
              <a:gd name="connsiteY5573" fmla="*/ 3227380 h 6382977"/>
              <a:gd name="connsiteX5574" fmla="*/ 423066 w 6501199"/>
              <a:gd name="connsiteY5574" fmla="*/ 3186705 h 6382977"/>
              <a:gd name="connsiteX5575" fmla="*/ 448269 w 6501199"/>
              <a:gd name="connsiteY5575" fmla="*/ 3113636 h 6382977"/>
              <a:gd name="connsiteX5576" fmla="*/ 425586 w 6501199"/>
              <a:gd name="connsiteY5576" fmla="*/ 3125154 h 6382977"/>
              <a:gd name="connsiteX5577" fmla="*/ 414065 w 6501199"/>
              <a:gd name="connsiteY5577" fmla="*/ 3106797 h 6382977"/>
              <a:gd name="connsiteX5578" fmla="*/ 396063 w 6501199"/>
              <a:gd name="connsiteY5578" fmla="*/ 3125154 h 6382977"/>
              <a:gd name="connsiteX5579" fmla="*/ 355019 w 6501199"/>
              <a:gd name="connsiteY5579" fmla="*/ 3143152 h 6382977"/>
              <a:gd name="connsiteX5580" fmla="*/ 373021 w 6501199"/>
              <a:gd name="connsiteY5580" fmla="*/ 3125154 h 6382977"/>
              <a:gd name="connsiteX5581" fmla="*/ 370861 w 6501199"/>
              <a:gd name="connsiteY5581" fmla="*/ 3118315 h 6382977"/>
              <a:gd name="connsiteX5582" fmla="*/ 373021 w 6501199"/>
              <a:gd name="connsiteY5582" fmla="*/ 3106797 h 6382977"/>
              <a:gd name="connsiteX5583" fmla="*/ 334497 w 6501199"/>
              <a:gd name="connsiteY5583" fmla="*/ 3095639 h 6382977"/>
              <a:gd name="connsiteX5584" fmla="*/ 318655 w 6501199"/>
              <a:gd name="connsiteY5584" fmla="*/ 3036967 h 6382977"/>
              <a:gd name="connsiteX5585" fmla="*/ 300293 w 6501199"/>
              <a:gd name="connsiteY5585" fmla="*/ 3036967 h 6382977"/>
              <a:gd name="connsiteX5586" fmla="*/ 309294 w 6501199"/>
              <a:gd name="connsiteY5586" fmla="*/ 3030128 h 6382977"/>
              <a:gd name="connsiteX5587" fmla="*/ 320815 w 6501199"/>
              <a:gd name="connsiteY5587" fmla="*/ 2968577 h 6382977"/>
              <a:gd name="connsiteX5588" fmla="*/ 309294 w 6501199"/>
              <a:gd name="connsiteY5588" fmla="*/ 2907026 h 6382977"/>
              <a:gd name="connsiteX5589" fmla="*/ 261769 w 6501199"/>
              <a:gd name="connsiteY5589" fmla="*/ 2900187 h 6382977"/>
              <a:gd name="connsiteX5590" fmla="*/ 302813 w 6501199"/>
              <a:gd name="connsiteY5590" fmla="*/ 2806961 h 6382977"/>
              <a:gd name="connsiteX5591" fmla="*/ 309294 w 6501199"/>
              <a:gd name="connsiteY5591" fmla="*/ 2718413 h 6382977"/>
              <a:gd name="connsiteX5592" fmla="*/ 343498 w 6501199"/>
              <a:gd name="connsiteY5592" fmla="*/ 2725252 h 6382977"/>
              <a:gd name="connsiteX5593" fmla="*/ 477792 w 6501199"/>
              <a:gd name="connsiteY5593" fmla="*/ 2513603 h 6382977"/>
              <a:gd name="connsiteX5594" fmla="*/ 445749 w 6501199"/>
              <a:gd name="connsiteY5594" fmla="*/ 2522602 h 6382977"/>
              <a:gd name="connsiteX5595" fmla="*/ 407224 w 6501199"/>
              <a:gd name="connsiteY5595" fmla="*/ 2506764 h 6382977"/>
              <a:gd name="connsiteX5596" fmla="*/ 438908 w 6501199"/>
              <a:gd name="connsiteY5596" fmla="*/ 2475089 h 6382977"/>
              <a:gd name="connsiteX5597" fmla="*/ 452949 w 6501199"/>
              <a:gd name="connsiteY5597" fmla="*/ 2475089 h 6382977"/>
              <a:gd name="connsiteX5598" fmla="*/ 455110 w 6501199"/>
              <a:gd name="connsiteY5598" fmla="*/ 2493086 h 6382977"/>
              <a:gd name="connsiteX5599" fmla="*/ 475632 w 6501199"/>
              <a:gd name="connsiteY5599" fmla="*/ 2468250 h 6382977"/>
              <a:gd name="connsiteX5600" fmla="*/ 466631 w 6501199"/>
              <a:gd name="connsiteY5600" fmla="*/ 2452052 h 6382977"/>
              <a:gd name="connsiteX5601" fmla="*/ 493634 w 6501199"/>
              <a:gd name="connsiteY5601" fmla="*/ 2447733 h 6382977"/>
              <a:gd name="connsiteX5602" fmla="*/ 511996 w 6501199"/>
              <a:gd name="connsiteY5602" fmla="*/ 2431895 h 6382977"/>
              <a:gd name="connsiteX5603" fmla="*/ 498314 w 6501199"/>
              <a:gd name="connsiteY5603" fmla="*/ 2425056 h 6382977"/>
              <a:gd name="connsiteX5604" fmla="*/ 525677 w 6501199"/>
              <a:gd name="connsiteY5604" fmla="*/ 2351987 h 6382977"/>
              <a:gd name="connsiteX5605" fmla="*/ 543679 w 6501199"/>
              <a:gd name="connsiteY5605" fmla="*/ 2349827 h 6382977"/>
              <a:gd name="connsiteX5606" fmla="*/ 643769 w 6501199"/>
              <a:gd name="connsiteY5606" fmla="*/ 2229244 h 6382977"/>
              <a:gd name="connsiteX5607" fmla="*/ 636929 w 6501199"/>
              <a:gd name="connsiteY5607" fmla="*/ 2218086 h 6382977"/>
              <a:gd name="connsiteX5608" fmla="*/ 705336 w 6501199"/>
              <a:gd name="connsiteY5608" fmla="*/ 2181731 h 6382977"/>
              <a:gd name="connsiteX5609" fmla="*/ 741700 w 6501199"/>
              <a:gd name="connsiteY5609" fmla="*/ 2120180 h 6382977"/>
              <a:gd name="connsiteX5610" fmla="*/ 728018 w 6501199"/>
              <a:gd name="connsiteY5610" fmla="*/ 2124500 h 6382977"/>
              <a:gd name="connsiteX5611" fmla="*/ 755381 w 6501199"/>
              <a:gd name="connsiteY5611" fmla="*/ 2111182 h 6382977"/>
              <a:gd name="connsiteX5612" fmla="*/ 805427 w 6501199"/>
              <a:gd name="connsiteY5612" fmla="*/ 2026954 h 6382977"/>
              <a:gd name="connsiteX5613" fmla="*/ 832790 w 6501199"/>
              <a:gd name="connsiteY5613" fmla="*/ 2029113 h 6382977"/>
              <a:gd name="connsiteX5614" fmla="*/ 834950 w 6501199"/>
              <a:gd name="connsiteY5614" fmla="*/ 2011116 h 6382977"/>
              <a:gd name="connsiteX5615" fmla="*/ 821268 w 6501199"/>
              <a:gd name="connsiteY5615" fmla="*/ 2024434 h 6382977"/>
              <a:gd name="connsiteX5616" fmla="*/ 889676 w 6501199"/>
              <a:gd name="connsiteY5616" fmla="*/ 1904212 h 6382977"/>
              <a:gd name="connsiteX5617" fmla="*/ 905517 w 6501199"/>
              <a:gd name="connsiteY5617" fmla="*/ 1911051 h 6382977"/>
              <a:gd name="connsiteX5618" fmla="*/ 930720 w 6501199"/>
              <a:gd name="connsiteY5618" fmla="*/ 1858498 h 6382977"/>
              <a:gd name="connsiteX5619" fmla="*/ 923879 w 6501199"/>
              <a:gd name="connsiteY5619" fmla="*/ 1899532 h 6382977"/>
              <a:gd name="connsiteX5620" fmla="*/ 967084 w 6501199"/>
              <a:gd name="connsiteY5620" fmla="*/ 1870017 h 6382977"/>
              <a:gd name="connsiteX5621" fmla="*/ 971404 w 6501199"/>
              <a:gd name="connsiteY5621" fmla="*/ 1854179 h 6382977"/>
              <a:gd name="connsiteX5622" fmla="*/ 946562 w 6501199"/>
              <a:gd name="connsiteY5622" fmla="*/ 1844820 h 6382977"/>
              <a:gd name="connsiteX5623" fmla="*/ 976085 w 6501199"/>
              <a:gd name="connsiteY5623" fmla="*/ 1849500 h 6382977"/>
              <a:gd name="connsiteX5624" fmla="*/ 991926 w 6501199"/>
              <a:gd name="connsiteY5624" fmla="*/ 1842661 h 6382977"/>
              <a:gd name="connsiteX5625" fmla="*/ 1007768 w 6501199"/>
              <a:gd name="connsiteY5625" fmla="*/ 1804146 h 6382977"/>
              <a:gd name="connsiteX5626" fmla="*/ 989766 w 6501199"/>
              <a:gd name="connsiteY5626" fmla="*/ 1822144 h 6382977"/>
              <a:gd name="connsiteX5627" fmla="*/ 1021449 w 6501199"/>
              <a:gd name="connsiteY5627" fmla="*/ 1760592 h 6382977"/>
              <a:gd name="connsiteX5628" fmla="*/ 1010288 w 6501199"/>
              <a:gd name="connsiteY5628" fmla="*/ 1799467 h 6382977"/>
              <a:gd name="connsiteX5629" fmla="*/ 1037651 w 6501199"/>
              <a:gd name="connsiteY5629" fmla="*/ 1776790 h 6382977"/>
              <a:gd name="connsiteX5630" fmla="*/ 1041972 w 6501199"/>
              <a:gd name="connsiteY5630" fmla="*/ 1787949 h 6382977"/>
              <a:gd name="connsiteX5631" fmla="*/ 1089857 w 6501199"/>
              <a:gd name="connsiteY5631" fmla="*/ 1726757 h 6382977"/>
              <a:gd name="connsiteX5632" fmla="*/ 1107859 w 6501199"/>
              <a:gd name="connsiteY5632" fmla="*/ 1724238 h 6382977"/>
              <a:gd name="connsiteX5633" fmla="*/ 1130901 w 6501199"/>
              <a:gd name="connsiteY5633" fmla="*/ 1704081 h 6382977"/>
              <a:gd name="connsiteX5634" fmla="*/ 1133061 w 6501199"/>
              <a:gd name="connsiteY5634" fmla="*/ 1690403 h 6382977"/>
              <a:gd name="connsiteX5635" fmla="*/ 1107859 w 6501199"/>
              <a:gd name="connsiteY5635" fmla="*/ 1704081 h 6382977"/>
              <a:gd name="connsiteX5636" fmla="*/ 1137742 w 6501199"/>
              <a:gd name="connsiteY5636" fmla="*/ 1681044 h 6382977"/>
              <a:gd name="connsiteX5637" fmla="*/ 1155744 w 6501199"/>
              <a:gd name="connsiteY5637" fmla="*/ 1642530 h 6382977"/>
              <a:gd name="connsiteX5638" fmla="*/ 1155744 w 6501199"/>
              <a:gd name="connsiteY5638" fmla="*/ 1649369 h 6382977"/>
              <a:gd name="connsiteX5639" fmla="*/ 1230992 w 6501199"/>
              <a:gd name="connsiteY5639" fmla="*/ 1569820 h 6382977"/>
              <a:gd name="connsiteX5640" fmla="*/ 1317401 w 6501199"/>
              <a:gd name="connsiteY5640" fmla="*/ 1499270 h 6382977"/>
              <a:gd name="connsiteX5641" fmla="*/ 1340083 w 6501199"/>
              <a:gd name="connsiteY5641" fmla="*/ 1471914 h 6382977"/>
              <a:gd name="connsiteX5642" fmla="*/ 1353765 w 6501199"/>
              <a:gd name="connsiteY5642" fmla="*/ 1480913 h 6382977"/>
              <a:gd name="connsiteX5643" fmla="*/ 1371767 w 6501199"/>
              <a:gd name="connsiteY5643" fmla="*/ 1471914 h 6382977"/>
              <a:gd name="connsiteX5644" fmla="*/ 1371767 w 6501199"/>
              <a:gd name="connsiteY5644" fmla="*/ 1453917 h 6382977"/>
              <a:gd name="connsiteX5645" fmla="*/ 1387968 w 6501199"/>
              <a:gd name="connsiteY5645" fmla="*/ 1456077 h 6382977"/>
              <a:gd name="connsiteX5646" fmla="*/ 1424332 w 6501199"/>
              <a:gd name="connsiteY5646" fmla="*/ 1439879 h 6382977"/>
              <a:gd name="connsiteX5647" fmla="*/ 1401650 w 6501199"/>
              <a:gd name="connsiteY5647" fmla="*/ 1442399 h 6382977"/>
              <a:gd name="connsiteX5648" fmla="*/ 1467537 w 6501199"/>
              <a:gd name="connsiteY5648" fmla="*/ 1383367 h 6382977"/>
              <a:gd name="connsiteX5649" fmla="*/ 1453855 w 6501199"/>
              <a:gd name="connsiteY5649" fmla="*/ 1401365 h 6382977"/>
              <a:gd name="connsiteX5650" fmla="*/ 1522263 w 6501199"/>
              <a:gd name="connsiteY5650" fmla="*/ 1394526 h 6382977"/>
              <a:gd name="connsiteX5651" fmla="*/ 1458536 w 6501199"/>
              <a:gd name="connsiteY5651" fmla="*/ 1415043 h 6382977"/>
              <a:gd name="connsiteX5652" fmla="*/ 1385808 w 6501199"/>
              <a:gd name="connsiteY5652" fmla="*/ 1471914 h 6382977"/>
              <a:gd name="connsiteX5653" fmla="*/ 1378967 w 6501199"/>
              <a:gd name="connsiteY5653" fmla="*/ 1480913 h 6382977"/>
              <a:gd name="connsiteX5654" fmla="*/ 1392289 w 6501199"/>
              <a:gd name="connsiteY5654" fmla="*/ 1480913 h 6382977"/>
              <a:gd name="connsiteX5655" fmla="*/ 1335403 w 6501199"/>
              <a:gd name="connsiteY5655" fmla="*/ 1533465 h 6382977"/>
              <a:gd name="connsiteX5656" fmla="*/ 1367446 w 6501199"/>
              <a:gd name="connsiteY5656" fmla="*/ 1521947 h 6382977"/>
              <a:gd name="connsiteX5657" fmla="*/ 1387968 w 6501199"/>
              <a:gd name="connsiteY5657" fmla="*/ 1501430 h 6382977"/>
              <a:gd name="connsiteX5658" fmla="*/ 1237832 w 6501199"/>
              <a:gd name="connsiteY5658" fmla="*/ 1642530 h 6382977"/>
              <a:gd name="connsiteX5659" fmla="*/ 1303719 w 6501199"/>
              <a:gd name="connsiteY5659" fmla="*/ 1613014 h 6382977"/>
              <a:gd name="connsiteX5660" fmla="*/ 1299039 w 6501199"/>
              <a:gd name="connsiteY5660" fmla="*/ 1631011 h 6382977"/>
              <a:gd name="connsiteX5661" fmla="*/ 1340083 w 6501199"/>
              <a:gd name="connsiteY5661" fmla="*/ 1610494 h 6382977"/>
              <a:gd name="connsiteX5662" fmla="*/ 1326402 w 6501199"/>
              <a:gd name="connsiteY5662" fmla="*/ 1601496 h 6382977"/>
              <a:gd name="connsiteX5663" fmla="*/ 1340083 w 6501199"/>
              <a:gd name="connsiteY5663" fmla="*/ 1587818 h 6382977"/>
              <a:gd name="connsiteX5664" fmla="*/ 1460696 w 6501199"/>
              <a:gd name="connsiteY5664" fmla="*/ 1508269 h 6382977"/>
              <a:gd name="connsiteX5665" fmla="*/ 1462856 w 6501199"/>
              <a:gd name="connsiteY5665" fmla="*/ 1530946 h 6382977"/>
              <a:gd name="connsiteX5666" fmla="*/ 1515422 w 6501199"/>
              <a:gd name="connsiteY5666" fmla="*/ 1476594 h 6382977"/>
              <a:gd name="connsiteX5667" fmla="*/ 1526583 w 6501199"/>
              <a:gd name="connsiteY5667" fmla="*/ 1483433 h 6382977"/>
              <a:gd name="connsiteX5668" fmla="*/ 1531263 w 6501199"/>
              <a:gd name="connsiteY5668" fmla="*/ 1465075 h 6382977"/>
              <a:gd name="connsiteX5669" fmla="*/ 1560787 w 6501199"/>
              <a:gd name="connsiteY5669" fmla="*/ 1471914 h 6382977"/>
              <a:gd name="connsiteX5670" fmla="*/ 1597150 w 6501199"/>
              <a:gd name="connsiteY5670" fmla="*/ 1430880 h 6382977"/>
              <a:gd name="connsiteX5671" fmla="*/ 1594990 w 6501199"/>
              <a:gd name="connsiteY5671" fmla="*/ 1447078 h 6382977"/>
              <a:gd name="connsiteX5672" fmla="*/ 1676719 w 6501199"/>
              <a:gd name="connsiteY5672" fmla="*/ 1383367 h 6382977"/>
              <a:gd name="connsiteX5673" fmla="*/ 1676719 w 6501199"/>
              <a:gd name="connsiteY5673" fmla="*/ 1392366 h 6382977"/>
              <a:gd name="connsiteX5674" fmla="*/ 1781490 w 6501199"/>
              <a:gd name="connsiteY5674" fmla="*/ 1339814 h 6382977"/>
              <a:gd name="connsiteX5675" fmla="*/ 1876900 w 6501199"/>
              <a:gd name="connsiteY5675" fmla="*/ 1290141 h 6382977"/>
              <a:gd name="connsiteX5676" fmla="*/ 1854218 w 6501199"/>
              <a:gd name="connsiteY5676" fmla="*/ 1312818 h 6382977"/>
              <a:gd name="connsiteX5677" fmla="*/ 1945308 w 6501199"/>
              <a:gd name="connsiteY5677" fmla="*/ 1280782 h 6382977"/>
              <a:gd name="connsiteX5678" fmla="*/ 1967990 w 6501199"/>
              <a:gd name="connsiteY5678" fmla="*/ 1285461 h 6382977"/>
              <a:gd name="connsiteX5679" fmla="*/ 1972671 w 6501199"/>
              <a:gd name="connsiteY5679" fmla="*/ 1269624 h 6382977"/>
              <a:gd name="connsiteX5680" fmla="*/ 2033877 w 6501199"/>
              <a:gd name="connsiteY5680" fmla="*/ 1255946 h 6382977"/>
              <a:gd name="connsiteX5681" fmla="*/ 1988512 w 6501199"/>
              <a:gd name="connsiteY5681" fmla="*/ 1280782 h 6382977"/>
              <a:gd name="connsiteX5682" fmla="*/ 2052239 w 6501199"/>
              <a:gd name="connsiteY5682" fmla="*/ 1290141 h 6382977"/>
              <a:gd name="connsiteX5683" fmla="*/ 1997513 w 6501199"/>
              <a:gd name="connsiteY5683" fmla="*/ 1305978 h 6382977"/>
              <a:gd name="connsiteX5684" fmla="*/ 2006874 w 6501199"/>
              <a:gd name="connsiteY5684" fmla="*/ 1290141 h 6382977"/>
              <a:gd name="connsiteX5685" fmla="*/ 1995353 w 6501199"/>
              <a:gd name="connsiteY5685" fmla="*/ 1285461 h 6382977"/>
              <a:gd name="connsiteX5686" fmla="*/ 1902103 w 6501199"/>
              <a:gd name="connsiteY5686" fmla="*/ 1328655 h 6382977"/>
              <a:gd name="connsiteX5687" fmla="*/ 1811013 w 6501199"/>
              <a:gd name="connsiteY5687" fmla="*/ 1390206 h 6382977"/>
              <a:gd name="connsiteX5688" fmla="*/ 1695081 w 6501199"/>
              <a:gd name="connsiteY5688" fmla="*/ 1444558 h 6382977"/>
              <a:gd name="connsiteX5689" fmla="*/ 1699401 w 6501199"/>
              <a:gd name="connsiteY5689" fmla="*/ 1424041 h 6382977"/>
              <a:gd name="connsiteX5690" fmla="*/ 1686080 w 6501199"/>
              <a:gd name="connsiteY5690" fmla="*/ 1449238 h 6382977"/>
              <a:gd name="connsiteX5691" fmla="*/ 1651876 w 6501199"/>
              <a:gd name="connsiteY5691" fmla="*/ 1465075 h 6382977"/>
              <a:gd name="connsiteX5692" fmla="*/ 1597150 w 6501199"/>
              <a:gd name="connsiteY5692" fmla="*/ 1476594 h 6382977"/>
              <a:gd name="connsiteX5693" fmla="*/ 1590310 w 6501199"/>
              <a:gd name="connsiteY5693" fmla="*/ 1485592 h 6382977"/>
              <a:gd name="connsiteX5694" fmla="*/ 1615512 w 6501199"/>
              <a:gd name="connsiteY5694" fmla="*/ 1487752 h 6382977"/>
              <a:gd name="connsiteX5695" fmla="*/ 1476538 w 6501199"/>
              <a:gd name="connsiteY5695" fmla="*/ 1549303 h 6382977"/>
              <a:gd name="connsiteX5696" fmla="*/ 1469697 w 6501199"/>
              <a:gd name="connsiteY5696" fmla="*/ 1571980 h 6382977"/>
              <a:gd name="connsiteX5697" fmla="*/ 1438014 w 6501199"/>
              <a:gd name="connsiteY5697" fmla="*/ 1578819 h 6382977"/>
              <a:gd name="connsiteX5698" fmla="*/ 1415331 w 6501199"/>
              <a:gd name="connsiteY5698" fmla="*/ 1628852 h 6382977"/>
              <a:gd name="connsiteX5699" fmla="*/ 1399129 w 6501199"/>
              <a:gd name="connsiteY5699" fmla="*/ 1624172 h 6382977"/>
              <a:gd name="connsiteX5700" fmla="*/ 1417491 w 6501199"/>
              <a:gd name="connsiteY5700" fmla="*/ 1606175 h 6382977"/>
              <a:gd name="connsiteX5701" fmla="*/ 1349084 w 6501199"/>
              <a:gd name="connsiteY5701" fmla="*/ 1651528 h 6382977"/>
              <a:gd name="connsiteX5702" fmla="*/ 1387968 w 6501199"/>
              <a:gd name="connsiteY5702" fmla="*/ 1640370 h 6382977"/>
              <a:gd name="connsiteX5703" fmla="*/ 1390129 w 6501199"/>
              <a:gd name="connsiteY5703" fmla="*/ 1667366 h 6382977"/>
              <a:gd name="connsiteX5704" fmla="*/ 1360605 w 6501199"/>
              <a:gd name="connsiteY5704" fmla="*/ 1699401 h 6382977"/>
              <a:gd name="connsiteX5705" fmla="*/ 1381128 w 6501199"/>
              <a:gd name="connsiteY5705" fmla="*/ 1692562 h 6382977"/>
              <a:gd name="connsiteX5706" fmla="*/ 1337923 w 6501199"/>
              <a:gd name="connsiteY5706" fmla="*/ 1737916 h 6382977"/>
              <a:gd name="connsiteX5707" fmla="*/ 1374287 w 6501199"/>
              <a:gd name="connsiteY5707" fmla="*/ 1713079 h 6382977"/>
              <a:gd name="connsiteX5708" fmla="*/ 1374287 w 6501199"/>
              <a:gd name="connsiteY5708" fmla="*/ 1728917 h 6382977"/>
              <a:gd name="connsiteX5709" fmla="*/ 1494900 w 6501199"/>
              <a:gd name="connsiteY5709" fmla="*/ 1678884 h 6382977"/>
              <a:gd name="connsiteX5710" fmla="*/ 1551786 w 6501199"/>
              <a:gd name="connsiteY5710" fmla="*/ 1656208 h 6382977"/>
              <a:gd name="connsiteX5711" fmla="*/ 1529812 w 6501199"/>
              <a:gd name="connsiteY5711" fmla="*/ 1681466 h 6382977"/>
              <a:gd name="connsiteX5712" fmla="*/ 1535431 w 6501199"/>
              <a:gd name="connsiteY5712" fmla="*/ 1690166 h 6382977"/>
              <a:gd name="connsiteX5713" fmla="*/ 1535227 w 6501199"/>
              <a:gd name="connsiteY5713" fmla="*/ 1690630 h 6382977"/>
              <a:gd name="connsiteX5714" fmla="*/ 1528687 w 6501199"/>
              <a:gd name="connsiteY5714" fmla="*/ 1694789 h 6382977"/>
              <a:gd name="connsiteX5715" fmla="*/ 1515422 w 6501199"/>
              <a:gd name="connsiteY5715" fmla="*/ 1692562 h 6382977"/>
              <a:gd name="connsiteX5716" fmla="*/ 1533424 w 6501199"/>
              <a:gd name="connsiteY5716" fmla="*/ 1694722 h 6382977"/>
              <a:gd name="connsiteX5717" fmla="*/ 1535227 w 6501199"/>
              <a:gd name="connsiteY5717" fmla="*/ 1690630 h 6382977"/>
              <a:gd name="connsiteX5718" fmla="*/ 1535584 w 6501199"/>
              <a:gd name="connsiteY5718" fmla="*/ 1690403 h 6382977"/>
              <a:gd name="connsiteX5719" fmla="*/ 1535431 w 6501199"/>
              <a:gd name="connsiteY5719" fmla="*/ 1690166 h 6382977"/>
              <a:gd name="connsiteX5720" fmla="*/ 1541030 w 6501199"/>
              <a:gd name="connsiteY5720" fmla="*/ 1677461 h 6382977"/>
              <a:gd name="connsiteX5721" fmla="*/ 1554576 w 6501199"/>
              <a:gd name="connsiteY5721" fmla="*/ 1668671 h 6382977"/>
              <a:gd name="connsiteX5722" fmla="*/ 1567593 w 6501199"/>
              <a:gd name="connsiteY5722" fmla="*/ 1662932 h 6382977"/>
              <a:gd name="connsiteX5723" fmla="*/ 1567627 w 6501199"/>
              <a:gd name="connsiteY5723" fmla="*/ 1663047 h 6382977"/>
              <a:gd name="connsiteX5724" fmla="*/ 1567846 w 6501199"/>
              <a:gd name="connsiteY5724" fmla="*/ 1662821 h 6382977"/>
              <a:gd name="connsiteX5725" fmla="*/ 1570688 w 6501199"/>
              <a:gd name="connsiteY5725" fmla="*/ 1661568 h 6382977"/>
              <a:gd name="connsiteX5726" fmla="*/ 1585989 w 6501199"/>
              <a:gd name="connsiteY5726" fmla="*/ 1649369 h 6382977"/>
              <a:gd name="connsiteX5727" fmla="*/ 1577619 w 6501199"/>
              <a:gd name="connsiteY5727" fmla="*/ 1652698 h 6382977"/>
              <a:gd name="connsiteX5728" fmla="*/ 1567846 w 6501199"/>
              <a:gd name="connsiteY5728" fmla="*/ 1662821 h 6382977"/>
              <a:gd name="connsiteX5729" fmla="*/ 1567593 w 6501199"/>
              <a:gd name="connsiteY5729" fmla="*/ 1662932 h 6382977"/>
              <a:gd name="connsiteX5730" fmla="*/ 1562947 w 6501199"/>
              <a:gd name="connsiteY5730" fmla="*/ 1647209 h 6382977"/>
              <a:gd name="connsiteX5731" fmla="*/ 1597150 w 6501199"/>
              <a:gd name="connsiteY5731" fmla="*/ 1651528 h 6382977"/>
              <a:gd name="connsiteX5732" fmla="*/ 1663037 w 6501199"/>
              <a:gd name="connsiteY5732" fmla="*/ 1601496 h 6382977"/>
              <a:gd name="connsiteX5733" fmla="*/ 1656197 w 6501199"/>
              <a:gd name="connsiteY5733" fmla="*/ 1590337 h 6382977"/>
              <a:gd name="connsiteX5734" fmla="*/ 1688240 w 6501199"/>
              <a:gd name="connsiteY5734" fmla="*/ 1592497 h 6382977"/>
              <a:gd name="connsiteX5735" fmla="*/ 1708763 w 6501199"/>
              <a:gd name="connsiteY5735" fmla="*/ 1574140 h 6382977"/>
              <a:gd name="connsiteX5736" fmla="*/ 1692561 w 6501199"/>
              <a:gd name="connsiteY5736" fmla="*/ 1571980 h 6382977"/>
              <a:gd name="connsiteX5737" fmla="*/ 1747287 w 6501199"/>
              <a:gd name="connsiteY5737" fmla="*/ 1537785 h 6382977"/>
              <a:gd name="connsiteX5738" fmla="*/ 1856378 w 6501199"/>
              <a:gd name="connsiteY5738" fmla="*/ 1483433 h 6382977"/>
              <a:gd name="connsiteX5739" fmla="*/ 1865739 w 6501199"/>
              <a:gd name="connsiteY5739" fmla="*/ 1501430 h 6382977"/>
              <a:gd name="connsiteX5740" fmla="*/ 1926946 w 6501199"/>
              <a:gd name="connsiteY5740" fmla="*/ 1483433 h 6382977"/>
              <a:gd name="connsiteX5741" fmla="*/ 1970510 w 6501199"/>
              <a:gd name="connsiteY5741" fmla="*/ 1447078 h 6382977"/>
              <a:gd name="connsiteX5742" fmla="*/ 1943147 w 6501199"/>
              <a:gd name="connsiteY5742" fmla="*/ 1442399 h 6382977"/>
              <a:gd name="connsiteX5743" fmla="*/ 1977351 w 6501199"/>
              <a:gd name="connsiteY5743" fmla="*/ 1428721 h 6382977"/>
              <a:gd name="connsiteX5744" fmla="*/ 1993193 w 6501199"/>
              <a:gd name="connsiteY5744" fmla="*/ 1444558 h 6382977"/>
              <a:gd name="connsiteX5745" fmla="*/ 2031717 w 6501199"/>
              <a:gd name="connsiteY5745" fmla="*/ 1421882 h 6382977"/>
              <a:gd name="connsiteX5746" fmla="*/ 2004354 w 6501199"/>
              <a:gd name="connsiteY5746" fmla="*/ 1412883 h 6382977"/>
              <a:gd name="connsiteX5747" fmla="*/ 1890582 w 6501199"/>
              <a:gd name="connsiteY5747" fmla="*/ 1458236 h 6382977"/>
              <a:gd name="connsiteX5748" fmla="*/ 1845217 w 6501199"/>
              <a:gd name="connsiteY5748" fmla="*/ 1480913 h 6382977"/>
              <a:gd name="connsiteX5749" fmla="*/ 1795172 w 6501199"/>
              <a:gd name="connsiteY5749" fmla="*/ 1494591 h 6382977"/>
              <a:gd name="connsiteX5750" fmla="*/ 1769969 w 6501199"/>
              <a:gd name="connsiteY5750" fmla="*/ 1433040 h 6382977"/>
              <a:gd name="connsiteX5751" fmla="*/ 1786171 w 6501199"/>
              <a:gd name="connsiteY5751" fmla="*/ 1403524 h 6382977"/>
              <a:gd name="connsiteX5752" fmla="*/ 1849898 w 6501199"/>
              <a:gd name="connsiteY5752" fmla="*/ 1383367 h 6382977"/>
              <a:gd name="connsiteX5753" fmla="*/ 1890582 w 6501199"/>
              <a:gd name="connsiteY5753" fmla="*/ 1367170 h 6382977"/>
              <a:gd name="connsiteX5754" fmla="*/ 1936307 w 6501199"/>
              <a:gd name="connsiteY5754" fmla="*/ 1380848 h 6382977"/>
              <a:gd name="connsiteX5755" fmla="*/ 1947468 w 6501199"/>
              <a:gd name="connsiteY5755" fmla="*/ 1358171 h 6382977"/>
              <a:gd name="connsiteX5756" fmla="*/ 1995353 w 6501199"/>
              <a:gd name="connsiteY5756" fmla="*/ 1351332 h 6382977"/>
              <a:gd name="connsiteX5757" fmla="*/ 1983832 w 6501199"/>
              <a:gd name="connsiteY5757" fmla="*/ 1346653 h 6382977"/>
              <a:gd name="connsiteX5758" fmla="*/ 2095444 w 6501199"/>
              <a:gd name="connsiteY5758" fmla="*/ 1312818 h 6382977"/>
              <a:gd name="connsiteX5759" fmla="*/ 2095444 w 6501199"/>
              <a:gd name="connsiteY5759" fmla="*/ 1299139 h 6382977"/>
              <a:gd name="connsiteX5760" fmla="*/ 2257101 w 6501199"/>
              <a:gd name="connsiteY5760" fmla="*/ 1269624 h 6382977"/>
              <a:gd name="connsiteX5761" fmla="*/ 2254580 w 6501199"/>
              <a:gd name="connsiteY5761" fmla="*/ 1283302 h 6382977"/>
              <a:gd name="connsiteX5762" fmla="*/ 2309306 w 6501199"/>
              <a:gd name="connsiteY5762" fmla="*/ 1276463 h 6382977"/>
              <a:gd name="connsiteX5763" fmla="*/ 2213896 w 6501199"/>
              <a:gd name="connsiteY5763" fmla="*/ 1319657 h 6382977"/>
              <a:gd name="connsiteX5764" fmla="*/ 2284104 w 6501199"/>
              <a:gd name="connsiteY5764" fmla="*/ 1321816 h 6382977"/>
              <a:gd name="connsiteX5765" fmla="*/ 2311466 w 6501199"/>
              <a:gd name="connsiteY5765" fmla="*/ 1314977 h 6382977"/>
              <a:gd name="connsiteX5766" fmla="*/ 2361512 w 6501199"/>
              <a:gd name="connsiteY5766" fmla="*/ 1290141 h 6382977"/>
              <a:gd name="connsiteX5767" fmla="*/ 2364032 w 6501199"/>
              <a:gd name="connsiteY5767" fmla="*/ 1305978 h 6382977"/>
              <a:gd name="connsiteX5768" fmla="*/ 2295625 w 6501199"/>
              <a:gd name="connsiteY5768" fmla="*/ 1342333 h 6382977"/>
              <a:gd name="connsiteX5769" fmla="*/ 2286624 w 6501199"/>
              <a:gd name="connsiteY5769" fmla="*/ 1328655 h 6382977"/>
              <a:gd name="connsiteX5770" fmla="*/ 2270782 w 6501199"/>
              <a:gd name="connsiteY5770" fmla="*/ 1358171 h 6382977"/>
              <a:gd name="connsiteX5771" fmla="*/ 2334509 w 6501199"/>
              <a:gd name="connsiteY5771" fmla="*/ 1332975 h 6382977"/>
              <a:gd name="connsiteX5772" fmla="*/ 2484645 w 6501199"/>
              <a:gd name="connsiteY5772" fmla="*/ 1294460 h 6382977"/>
              <a:gd name="connsiteX5773" fmla="*/ 2495806 w 6501199"/>
              <a:gd name="connsiteY5773" fmla="*/ 1308138 h 6382977"/>
              <a:gd name="connsiteX5774" fmla="*/ 2598417 w 6501199"/>
              <a:gd name="connsiteY5774" fmla="*/ 1262785 h 6382977"/>
              <a:gd name="connsiteX5775" fmla="*/ 2605257 w 6501199"/>
              <a:gd name="connsiteY5775" fmla="*/ 1280782 h 6382977"/>
              <a:gd name="connsiteX5776" fmla="*/ 2477804 w 6501199"/>
              <a:gd name="connsiteY5776" fmla="*/ 1326496 h 6382977"/>
              <a:gd name="connsiteX5777" fmla="*/ 2498326 w 6501199"/>
              <a:gd name="connsiteY5777" fmla="*/ 1337654 h 6382977"/>
              <a:gd name="connsiteX5778" fmla="*/ 2682306 w 6501199"/>
              <a:gd name="connsiteY5778" fmla="*/ 1301299 h 6382977"/>
              <a:gd name="connsiteX5779" fmla="*/ 2666464 w 6501199"/>
              <a:gd name="connsiteY5779" fmla="*/ 1314977 h 6382977"/>
              <a:gd name="connsiteX5780" fmla="*/ 2848643 w 6501199"/>
              <a:gd name="connsiteY5780" fmla="*/ 1278622 h 6382977"/>
              <a:gd name="connsiteX5781" fmla="*/ 2834962 w 6501199"/>
              <a:gd name="connsiteY5781" fmla="*/ 1296620 h 6382977"/>
              <a:gd name="connsiteX5782" fmla="*/ 2921371 w 6501199"/>
              <a:gd name="connsiteY5782" fmla="*/ 1294460 h 6382977"/>
              <a:gd name="connsiteX5783" fmla="*/ 2935052 w 6501199"/>
              <a:gd name="connsiteY5783" fmla="*/ 1310298 h 6382977"/>
              <a:gd name="connsiteX5784" fmla="*/ 2989778 w 6501199"/>
              <a:gd name="connsiteY5784" fmla="*/ 1301299 h 6382977"/>
              <a:gd name="connsiteX5785" fmla="*/ 2978257 w 6501199"/>
              <a:gd name="connsiteY5785" fmla="*/ 1305978 h 6382977"/>
              <a:gd name="connsiteX5786" fmla="*/ 2985098 w 6501199"/>
              <a:gd name="connsiteY5786" fmla="*/ 1308138 h 6382977"/>
              <a:gd name="connsiteX5787" fmla="*/ 3037303 w 6501199"/>
              <a:gd name="connsiteY5787" fmla="*/ 1326496 h 6382977"/>
              <a:gd name="connsiteX5788" fmla="*/ 3053145 w 6501199"/>
              <a:gd name="connsiteY5788" fmla="*/ 1321816 h 6382977"/>
              <a:gd name="connsiteX5789" fmla="*/ 3064666 w 6501199"/>
              <a:gd name="connsiteY5789" fmla="*/ 1319657 h 6382977"/>
              <a:gd name="connsiteX5790" fmla="*/ 3089869 w 6501199"/>
              <a:gd name="connsiteY5790" fmla="*/ 1314977 h 6382977"/>
              <a:gd name="connsiteX5791" fmla="*/ 3123712 w 6501199"/>
              <a:gd name="connsiteY5791" fmla="*/ 1308138 h 6382977"/>
              <a:gd name="connsiteX5792" fmla="*/ 3121552 w 6501199"/>
              <a:gd name="connsiteY5792" fmla="*/ 1314977 h 6382977"/>
              <a:gd name="connsiteX5793" fmla="*/ 3201121 w 6501199"/>
              <a:gd name="connsiteY5793" fmla="*/ 1314977 h 6382977"/>
              <a:gd name="connsiteX5794" fmla="*/ 3242165 w 6501199"/>
              <a:gd name="connsiteY5794" fmla="*/ 1314977 h 6382977"/>
              <a:gd name="connsiteX5795" fmla="*/ 3280689 w 6501199"/>
              <a:gd name="connsiteY5795" fmla="*/ 1319657 h 6382977"/>
              <a:gd name="connsiteX5796" fmla="*/ 3278529 w 6501199"/>
              <a:gd name="connsiteY5796" fmla="*/ 1312818 h 6382977"/>
              <a:gd name="connsiteX5797" fmla="*/ 3346576 w 6501199"/>
              <a:gd name="connsiteY5797" fmla="*/ 1319657 h 6382977"/>
              <a:gd name="connsiteX5798" fmla="*/ 3337215 w 6501199"/>
              <a:gd name="connsiteY5798" fmla="*/ 1330815 h 6382977"/>
              <a:gd name="connsiteX5799" fmla="*/ 3364578 w 6501199"/>
              <a:gd name="connsiteY5799" fmla="*/ 1312818 h 6382977"/>
              <a:gd name="connsiteX5800" fmla="*/ 3357737 w 6501199"/>
              <a:gd name="connsiteY5800" fmla="*/ 1328655 h 6382977"/>
              <a:gd name="connsiteX5801" fmla="*/ 3414623 w 6501199"/>
              <a:gd name="connsiteY5801" fmla="*/ 1335494 h 6382977"/>
              <a:gd name="connsiteX5802" fmla="*/ 3432985 w 6501199"/>
              <a:gd name="connsiteY5802" fmla="*/ 1330815 h 6382977"/>
              <a:gd name="connsiteX5803" fmla="*/ 3428305 w 6501199"/>
              <a:gd name="connsiteY5803" fmla="*/ 1310298 h 6382977"/>
              <a:gd name="connsiteX5804" fmla="*/ 3435145 w 6501199"/>
              <a:gd name="connsiteY5804" fmla="*/ 1314977 h 6382977"/>
              <a:gd name="connsiteX5805" fmla="*/ 3441986 w 6501199"/>
              <a:gd name="connsiteY5805" fmla="*/ 1314977 h 6382977"/>
              <a:gd name="connsiteX5806" fmla="*/ 3435145 w 6501199"/>
              <a:gd name="connsiteY5806" fmla="*/ 1326496 h 6382977"/>
              <a:gd name="connsiteX5807" fmla="*/ 3439826 w 6501199"/>
              <a:gd name="connsiteY5807" fmla="*/ 1332975 h 6382977"/>
              <a:gd name="connsiteX5808" fmla="*/ 3453507 w 6501199"/>
              <a:gd name="connsiteY5808" fmla="*/ 1319657 h 6382977"/>
              <a:gd name="connsiteX5809" fmla="*/ 3453507 w 6501199"/>
              <a:gd name="connsiteY5809" fmla="*/ 1335494 h 6382977"/>
              <a:gd name="connsiteX5810" fmla="*/ 3524075 w 6501199"/>
              <a:gd name="connsiteY5810" fmla="*/ 1326496 h 6382977"/>
              <a:gd name="connsiteX5811" fmla="*/ 3529599 w 6501199"/>
              <a:gd name="connsiteY5811" fmla="*/ 1334780 h 6382977"/>
              <a:gd name="connsiteX5812" fmla="*/ 3529620 w 6501199"/>
              <a:gd name="connsiteY5812" fmla="*/ 1335394 h 6382977"/>
              <a:gd name="connsiteX5813" fmla="*/ 3531989 w 6501199"/>
              <a:gd name="connsiteY5813" fmla="*/ 1338364 h 6382977"/>
              <a:gd name="connsiteX5814" fmla="*/ 3539016 w 6501199"/>
              <a:gd name="connsiteY5814" fmla="*/ 1348902 h 6382977"/>
              <a:gd name="connsiteX5815" fmla="*/ 3562599 w 6501199"/>
              <a:gd name="connsiteY5815" fmla="*/ 1349172 h 6382977"/>
              <a:gd name="connsiteX5816" fmla="*/ 3576280 w 6501199"/>
              <a:gd name="connsiteY5816" fmla="*/ 1367170 h 6382977"/>
              <a:gd name="connsiteX5817" fmla="*/ 3580961 w 6501199"/>
              <a:gd name="connsiteY5817" fmla="*/ 1362850 h 6382977"/>
              <a:gd name="connsiteX5818" fmla="*/ 3578440 w 6501199"/>
              <a:gd name="connsiteY5818" fmla="*/ 1344493 h 6382977"/>
              <a:gd name="connsiteX5819" fmla="*/ 3592122 w 6501199"/>
              <a:gd name="connsiteY5819" fmla="*/ 1371849 h 6382977"/>
              <a:gd name="connsiteX5820" fmla="*/ 3578440 w 6501199"/>
              <a:gd name="connsiteY5820" fmla="*/ 1371849 h 6382977"/>
              <a:gd name="connsiteX5821" fmla="*/ 3598963 w 6501199"/>
              <a:gd name="connsiteY5821" fmla="*/ 1371849 h 6382977"/>
              <a:gd name="connsiteX5822" fmla="*/ 3592122 w 6501199"/>
              <a:gd name="connsiteY5822" fmla="*/ 1360331 h 6382977"/>
              <a:gd name="connsiteX5823" fmla="*/ 3637847 w 6501199"/>
              <a:gd name="connsiteY5823" fmla="*/ 1371849 h 6382977"/>
              <a:gd name="connsiteX5824" fmla="*/ 3644687 w 6501199"/>
              <a:gd name="connsiteY5824" fmla="*/ 1344493 h 6382977"/>
              <a:gd name="connsiteX5825" fmla="*/ 3603643 w 6501199"/>
              <a:gd name="connsiteY5825" fmla="*/ 1328655 h 6382977"/>
              <a:gd name="connsiteX5826" fmla="*/ 3619485 w 6501199"/>
              <a:gd name="connsiteY5826" fmla="*/ 1312818 h 6382977"/>
              <a:gd name="connsiteX5827" fmla="*/ 3642167 w 6501199"/>
              <a:gd name="connsiteY5827" fmla="*/ 1321816 h 6382977"/>
              <a:gd name="connsiteX5828" fmla="*/ 3655849 w 6501199"/>
              <a:gd name="connsiteY5828" fmla="*/ 1310298 h 6382977"/>
              <a:gd name="connsiteX5829" fmla="*/ 3708054 w 6501199"/>
              <a:gd name="connsiteY5829" fmla="*/ 1321816 h 6382977"/>
              <a:gd name="connsiteX5830" fmla="*/ 3699053 w 6501199"/>
              <a:gd name="connsiteY5830" fmla="*/ 1319657 h 6382977"/>
              <a:gd name="connsiteX5831" fmla="*/ 3712735 w 6501199"/>
              <a:gd name="connsiteY5831" fmla="*/ 1321816 h 6382977"/>
              <a:gd name="connsiteX5832" fmla="*/ 3712735 w 6501199"/>
              <a:gd name="connsiteY5832" fmla="*/ 1314977 h 6382977"/>
              <a:gd name="connsiteX5833" fmla="*/ 3760620 w 6501199"/>
              <a:gd name="connsiteY5833" fmla="*/ 1312818 h 6382977"/>
              <a:gd name="connsiteX5834" fmla="*/ 3799144 w 6501199"/>
              <a:gd name="connsiteY5834" fmla="*/ 1292300 h 6382977"/>
              <a:gd name="connsiteX5835" fmla="*/ 3810665 w 6501199"/>
              <a:gd name="connsiteY5835" fmla="*/ 1314977 h 6382977"/>
              <a:gd name="connsiteX5836" fmla="*/ 3817506 w 6501199"/>
              <a:gd name="connsiteY5836" fmla="*/ 1314977 h 6382977"/>
              <a:gd name="connsiteX5837" fmla="*/ 3853870 w 6501199"/>
              <a:gd name="connsiteY5837" fmla="*/ 1303459 h 6382977"/>
              <a:gd name="connsiteX5838" fmla="*/ 3881233 w 6501199"/>
              <a:gd name="connsiteY5838" fmla="*/ 1280782 h 6382977"/>
              <a:gd name="connsiteX5839" fmla="*/ 3885553 w 6501199"/>
              <a:gd name="connsiteY5839" fmla="*/ 1292300 h 6382977"/>
              <a:gd name="connsiteX5840" fmla="*/ 3883393 w 6501199"/>
              <a:gd name="connsiteY5840" fmla="*/ 1276463 h 6382977"/>
              <a:gd name="connsiteX5841" fmla="*/ 3892394 w 6501199"/>
              <a:gd name="connsiteY5841" fmla="*/ 1287621 h 6382977"/>
              <a:gd name="connsiteX5842" fmla="*/ 3894914 w 6501199"/>
              <a:gd name="connsiteY5842" fmla="*/ 1301299 h 6382977"/>
              <a:gd name="connsiteX5843" fmla="*/ 3883393 w 6501199"/>
              <a:gd name="connsiteY5843" fmla="*/ 1296620 h 6382977"/>
              <a:gd name="connsiteX5844" fmla="*/ 3890233 w 6501199"/>
              <a:gd name="connsiteY5844" fmla="*/ 1303459 h 6382977"/>
              <a:gd name="connsiteX5845" fmla="*/ 3883393 w 6501199"/>
              <a:gd name="connsiteY5845" fmla="*/ 1303459 h 6382977"/>
              <a:gd name="connsiteX5846" fmla="*/ 3899234 w 6501199"/>
              <a:gd name="connsiteY5846" fmla="*/ 1317137 h 6382977"/>
              <a:gd name="connsiteX5847" fmla="*/ 3858190 w 6501199"/>
              <a:gd name="connsiteY5847" fmla="*/ 1317137 h 6382977"/>
              <a:gd name="connsiteX5848" fmla="*/ 3838028 w 6501199"/>
              <a:gd name="connsiteY5848" fmla="*/ 1319657 h 6382977"/>
              <a:gd name="connsiteX5849" fmla="*/ 3808505 w 6501199"/>
              <a:gd name="connsiteY5849" fmla="*/ 1335494 h 6382977"/>
              <a:gd name="connsiteX5850" fmla="*/ 3796984 w 6501199"/>
              <a:gd name="connsiteY5850" fmla="*/ 1319657 h 6382977"/>
              <a:gd name="connsiteX5851" fmla="*/ 3790143 w 6501199"/>
              <a:gd name="connsiteY5851" fmla="*/ 1332975 h 6382977"/>
              <a:gd name="connsiteX5852" fmla="*/ 3778622 w 6501199"/>
              <a:gd name="connsiteY5852" fmla="*/ 1321816 h 6382977"/>
              <a:gd name="connsiteX5853" fmla="*/ 3764940 w 6501199"/>
              <a:gd name="connsiteY5853" fmla="*/ 1346653 h 6382977"/>
              <a:gd name="connsiteX5854" fmla="*/ 3758099 w 6501199"/>
              <a:gd name="connsiteY5854" fmla="*/ 1335494 h 6382977"/>
              <a:gd name="connsiteX5855" fmla="*/ 3721736 w 6501199"/>
              <a:gd name="connsiteY5855" fmla="*/ 1353492 h 6382977"/>
              <a:gd name="connsiteX5856" fmla="*/ 3690052 w 6501199"/>
              <a:gd name="connsiteY5856" fmla="*/ 1353492 h 6382977"/>
              <a:gd name="connsiteX5857" fmla="*/ 3719575 w 6501199"/>
              <a:gd name="connsiteY5857" fmla="*/ 1360331 h 6382977"/>
              <a:gd name="connsiteX5858" fmla="*/ 3753779 w 6501199"/>
              <a:gd name="connsiteY5858" fmla="*/ 1371849 h 6382977"/>
              <a:gd name="connsiteX5859" fmla="*/ 3749099 w 6501199"/>
              <a:gd name="connsiteY5859" fmla="*/ 1387687 h 6382977"/>
              <a:gd name="connsiteX5860" fmla="*/ 3749099 w 6501199"/>
              <a:gd name="connsiteY5860" fmla="*/ 1399205 h 6382977"/>
              <a:gd name="connsiteX5861" fmla="*/ 3771781 w 6501199"/>
              <a:gd name="connsiteY5861" fmla="*/ 1385527 h 6382977"/>
              <a:gd name="connsiteX5862" fmla="*/ 3821826 w 6501199"/>
              <a:gd name="connsiteY5862" fmla="*/ 1408204 h 6382977"/>
              <a:gd name="connsiteX5863" fmla="*/ 3838028 w 6501199"/>
              <a:gd name="connsiteY5863" fmla="*/ 1396685 h 6382977"/>
              <a:gd name="connsiteX5864" fmla="*/ 3831187 w 6501199"/>
              <a:gd name="connsiteY5864" fmla="*/ 1403524 h 6382977"/>
              <a:gd name="connsiteX5865" fmla="*/ 3853870 w 6501199"/>
              <a:gd name="connsiteY5865" fmla="*/ 1406044 h 6382977"/>
              <a:gd name="connsiteX5866" fmla="*/ 3844869 w 6501199"/>
              <a:gd name="connsiteY5866" fmla="*/ 1403524 h 6382977"/>
              <a:gd name="connsiteX5867" fmla="*/ 3862871 w 6501199"/>
              <a:gd name="connsiteY5867" fmla="*/ 1392366 h 6382977"/>
              <a:gd name="connsiteX5868" fmla="*/ 3858190 w 6501199"/>
              <a:gd name="connsiteY5868" fmla="*/ 1401365 h 6382977"/>
              <a:gd name="connsiteX5869" fmla="*/ 3885553 w 6501199"/>
              <a:gd name="connsiteY5869" fmla="*/ 1408204 h 6382977"/>
              <a:gd name="connsiteX5870" fmla="*/ 3881233 w 6501199"/>
              <a:gd name="connsiteY5870" fmla="*/ 1394526 h 6382977"/>
              <a:gd name="connsiteX5871" fmla="*/ 3888073 w 6501199"/>
              <a:gd name="connsiteY5871" fmla="*/ 1392366 h 6382977"/>
              <a:gd name="connsiteX5872" fmla="*/ 3903915 w 6501199"/>
              <a:gd name="connsiteY5872" fmla="*/ 1390206 h 6382977"/>
              <a:gd name="connsiteX5873" fmla="*/ 3915436 w 6501199"/>
              <a:gd name="connsiteY5873" fmla="*/ 1396685 h 6382977"/>
              <a:gd name="connsiteX5874" fmla="*/ 3890233 w 6501199"/>
              <a:gd name="connsiteY5874" fmla="*/ 1412883 h 6382977"/>
              <a:gd name="connsiteX5875" fmla="*/ 3908595 w 6501199"/>
              <a:gd name="connsiteY5875" fmla="*/ 1417202 h 6382977"/>
              <a:gd name="connsiteX5876" fmla="*/ 3938119 w 6501199"/>
              <a:gd name="connsiteY5876" fmla="*/ 1437719 h 6382977"/>
              <a:gd name="connsiteX5877" fmla="*/ 3983483 w 6501199"/>
              <a:gd name="connsiteY5877" fmla="*/ 1430880 h 6382977"/>
              <a:gd name="connsiteX5878" fmla="*/ 4001845 w 6501199"/>
              <a:gd name="connsiteY5878" fmla="*/ 1435560 h 6382977"/>
              <a:gd name="connsiteX5879" fmla="*/ 3992484 w 6501199"/>
              <a:gd name="connsiteY5879" fmla="*/ 1421882 h 6382977"/>
              <a:gd name="connsiteX5880" fmla="*/ 3988164 w 6501199"/>
              <a:gd name="connsiteY5880" fmla="*/ 1433040 h 6382977"/>
              <a:gd name="connsiteX5881" fmla="*/ 4004006 w 6501199"/>
              <a:gd name="connsiteY5881" fmla="*/ 1428721 h 6382977"/>
              <a:gd name="connsiteX5882" fmla="*/ 4056211 w 6501199"/>
              <a:gd name="connsiteY5882" fmla="*/ 1433040 h 6382977"/>
              <a:gd name="connsiteX5883" fmla="*/ 4047210 w 6501199"/>
              <a:gd name="connsiteY5883" fmla="*/ 1424041 h 6382977"/>
              <a:gd name="connsiteX5884" fmla="*/ 4095095 w 6501199"/>
              <a:gd name="connsiteY5884" fmla="*/ 1410363 h 6382977"/>
              <a:gd name="connsiteX5885" fmla="*/ 4135779 w 6501199"/>
              <a:gd name="connsiteY5885" fmla="*/ 1399205 h 6382977"/>
              <a:gd name="connsiteX5886" fmla="*/ 4131459 w 6501199"/>
              <a:gd name="connsiteY5886" fmla="*/ 1396685 h 6382977"/>
              <a:gd name="connsiteX5887" fmla="*/ 4226869 w 6501199"/>
              <a:gd name="connsiteY5887" fmla="*/ 1339814 h 6382977"/>
              <a:gd name="connsiteX5888" fmla="*/ 4233710 w 6501199"/>
              <a:gd name="connsiteY5888" fmla="*/ 1353492 h 6382977"/>
              <a:gd name="connsiteX5889" fmla="*/ 4236230 w 6501199"/>
              <a:gd name="connsiteY5889" fmla="*/ 1337654 h 6382977"/>
              <a:gd name="connsiteX5890" fmla="*/ 4265753 w 6501199"/>
              <a:gd name="connsiteY5890" fmla="*/ 1319657 h 6382977"/>
              <a:gd name="connsiteX5891" fmla="*/ 4297437 w 6501199"/>
              <a:gd name="connsiteY5891" fmla="*/ 1294460 h 6382977"/>
              <a:gd name="connsiteX5892" fmla="*/ 4302117 w 6501199"/>
              <a:gd name="connsiteY5892" fmla="*/ 1299139 h 6382977"/>
              <a:gd name="connsiteX5893" fmla="*/ 4308958 w 6501199"/>
              <a:gd name="connsiteY5893" fmla="*/ 1299139 h 6382977"/>
              <a:gd name="connsiteX5894" fmla="*/ 4326959 w 6501199"/>
              <a:gd name="connsiteY5894" fmla="*/ 1262785 h 6382977"/>
              <a:gd name="connsiteX5895" fmla="*/ 4340641 w 6501199"/>
              <a:gd name="connsiteY5895" fmla="*/ 1273943 h 6382977"/>
              <a:gd name="connsiteX5896" fmla="*/ 4345321 w 6501199"/>
              <a:gd name="connsiteY5896" fmla="*/ 1267104 h 6382977"/>
              <a:gd name="connsiteX5897" fmla="*/ 4333800 w 6501199"/>
              <a:gd name="connsiteY5897" fmla="*/ 1255946 h 6382977"/>
              <a:gd name="connsiteX5898" fmla="*/ 4365844 w 6501199"/>
              <a:gd name="connsiteY5898" fmla="*/ 1242268 h 6382977"/>
              <a:gd name="connsiteX5899" fmla="*/ 4379525 w 6501199"/>
              <a:gd name="connsiteY5899" fmla="*/ 1251266 h 6382977"/>
              <a:gd name="connsiteX5900" fmla="*/ 4393207 w 6501199"/>
              <a:gd name="connsiteY5900" fmla="*/ 1235429 h 6382977"/>
              <a:gd name="connsiteX5901" fmla="*/ 4400047 w 6501199"/>
              <a:gd name="connsiteY5901" fmla="*/ 1251266 h 6382977"/>
              <a:gd name="connsiteX5902" fmla="*/ 4445412 w 6501199"/>
              <a:gd name="connsiteY5902" fmla="*/ 1214912 h 6382977"/>
              <a:gd name="connsiteX5903" fmla="*/ 4452253 w 6501199"/>
              <a:gd name="connsiteY5903" fmla="*/ 1232909 h 6382977"/>
              <a:gd name="connsiteX5904" fmla="*/ 4477095 w 6501199"/>
              <a:gd name="connsiteY5904" fmla="*/ 1194395 h 6382977"/>
              <a:gd name="connsiteX5905" fmla="*/ 4470255 w 6501199"/>
              <a:gd name="connsiteY5905" fmla="*/ 1185396 h 6382977"/>
              <a:gd name="connsiteX5906" fmla="*/ 4495457 w 6501199"/>
              <a:gd name="connsiteY5906" fmla="*/ 1155880 h 6382977"/>
              <a:gd name="connsiteX5907" fmla="*/ 4554503 w 6501199"/>
              <a:gd name="connsiteY5907" fmla="*/ 1135363 h 6382977"/>
              <a:gd name="connsiteX5908" fmla="*/ 4558539 w 6501199"/>
              <a:gd name="connsiteY5908" fmla="*/ 1119306 h 6382977"/>
              <a:gd name="connsiteX5909" fmla="*/ 4554193 w 6501199"/>
              <a:gd name="connsiteY5909" fmla="*/ 1117418 h 6382977"/>
              <a:gd name="connsiteX5910" fmla="*/ 4544480 w 6501199"/>
              <a:gd name="connsiteY5910" fmla="*/ 1111794 h 6382977"/>
              <a:gd name="connsiteX5911" fmla="*/ 4526134 w 6501199"/>
              <a:gd name="connsiteY5911" fmla="*/ 1129937 h 6382977"/>
              <a:gd name="connsiteX5912" fmla="*/ 4542322 w 6501199"/>
              <a:gd name="connsiteY5912" fmla="*/ 1079500 h 6382977"/>
              <a:gd name="connsiteX5913" fmla="*/ 4558150 w 6501199"/>
              <a:gd name="connsiteY5913" fmla="*/ 1081677 h 6382977"/>
              <a:gd name="connsiteX5914" fmla="*/ 4560309 w 6501199"/>
              <a:gd name="connsiteY5914" fmla="*/ 1100183 h 6382977"/>
              <a:gd name="connsiteX5915" fmla="*/ 4553474 w 6501199"/>
              <a:gd name="connsiteY5915" fmla="*/ 1091111 h 6382977"/>
              <a:gd name="connsiteX5916" fmla="*/ 4537646 w 6501199"/>
              <a:gd name="connsiteY5916" fmla="*/ 1088571 h 6382977"/>
              <a:gd name="connsiteX5917" fmla="*/ 4542322 w 6501199"/>
              <a:gd name="connsiteY5917" fmla="*/ 1104900 h 6382977"/>
              <a:gd name="connsiteX5918" fmla="*/ 4558915 w 6501199"/>
              <a:gd name="connsiteY5918" fmla="*/ 1107984 h 6382977"/>
              <a:gd name="connsiteX5919" fmla="*/ 4562676 w 6501199"/>
              <a:gd name="connsiteY5919" fmla="*/ 1114869 h 6382977"/>
              <a:gd name="connsiteX5920" fmla="*/ 4577186 w 6501199"/>
              <a:gd name="connsiteY5920" fmla="*/ 1105848 h 6382977"/>
              <a:gd name="connsiteX5921" fmla="*/ 4570705 w 6501199"/>
              <a:gd name="connsiteY5921" fmla="*/ 1094329 h 6382977"/>
              <a:gd name="connsiteX5922" fmla="*/ 4581867 w 6501199"/>
              <a:gd name="connsiteY5922" fmla="*/ 1096489 h 6382977"/>
              <a:gd name="connsiteX5923" fmla="*/ 4577186 w 6501199"/>
              <a:gd name="connsiteY5923" fmla="*/ 1085331 h 6382977"/>
              <a:gd name="connsiteX5924" fmla="*/ 4572865 w 6501199"/>
              <a:gd name="connsiteY5924" fmla="*/ 1087490 h 6382977"/>
              <a:gd name="connsiteX5925" fmla="*/ 4576196 w 6501199"/>
              <a:gd name="connsiteY5925" fmla="*/ 1069583 h 6382977"/>
              <a:gd name="connsiteX5926" fmla="*/ 4581096 w 6501199"/>
              <a:gd name="connsiteY5926" fmla="*/ 1061873 h 6382977"/>
              <a:gd name="connsiteX5927" fmla="*/ 4565466 w 6501199"/>
              <a:gd name="connsiteY5927" fmla="*/ 1060420 h 6382977"/>
              <a:gd name="connsiteX5928" fmla="*/ 4554370 w 6501199"/>
              <a:gd name="connsiteY5928" fmla="*/ 1053124 h 6382977"/>
              <a:gd name="connsiteX5929" fmla="*/ 4545421 w 6501199"/>
              <a:gd name="connsiteY5929" fmla="*/ 1075962 h 6382977"/>
              <a:gd name="connsiteX5930" fmla="*/ 4549716 w 6501199"/>
              <a:gd name="connsiteY5930" fmla="*/ 1046237 h 6382977"/>
              <a:gd name="connsiteX5931" fmla="*/ 4559023 w 6501199"/>
              <a:gd name="connsiteY5931" fmla="*/ 1053124 h 6382977"/>
              <a:gd name="connsiteX5932" fmla="*/ 4574774 w 6501199"/>
              <a:gd name="connsiteY5932" fmla="*/ 1044062 h 6382977"/>
              <a:gd name="connsiteX5933" fmla="*/ 4552222 w 6501199"/>
              <a:gd name="connsiteY5933" fmla="*/ 1044062 h 6382977"/>
              <a:gd name="connsiteX5934" fmla="*/ 4583723 w 6501199"/>
              <a:gd name="connsiteY5934" fmla="*/ 1034999 h 6382977"/>
              <a:gd name="connsiteX5935" fmla="*/ 4578538 w 6501199"/>
              <a:gd name="connsiteY5935" fmla="*/ 1054625 h 6382977"/>
              <a:gd name="connsiteX5936" fmla="*/ 4583276 w 6501199"/>
              <a:gd name="connsiteY5936" fmla="*/ 1058442 h 6382977"/>
              <a:gd name="connsiteX5937" fmla="*/ 4586547 w 6501199"/>
              <a:gd name="connsiteY5937" fmla="*/ 1053295 h 6382977"/>
              <a:gd name="connsiteX5938" fmla="*/ 4587511 w 6501199"/>
              <a:gd name="connsiteY5938" fmla="*/ 1061853 h 6382977"/>
              <a:gd name="connsiteX5939" fmla="*/ 4588376 w 6501199"/>
              <a:gd name="connsiteY5939" fmla="*/ 1062550 h 6382977"/>
              <a:gd name="connsiteX5940" fmla="*/ 4587581 w 6501199"/>
              <a:gd name="connsiteY5940" fmla="*/ 1062476 h 6382977"/>
              <a:gd name="connsiteX5941" fmla="*/ 4588482 w 6501199"/>
              <a:gd name="connsiteY5941" fmla="*/ 1070483 h 6382977"/>
              <a:gd name="connsiteX5942" fmla="*/ 4575026 w 6501199"/>
              <a:gd name="connsiteY5942" fmla="*/ 1080651 h 6382977"/>
              <a:gd name="connsiteX5943" fmla="*/ 4581867 w 6501199"/>
              <a:gd name="connsiteY5943" fmla="*/ 1087490 h 6382977"/>
              <a:gd name="connsiteX5944" fmla="*/ 4593388 w 6501199"/>
              <a:gd name="connsiteY5944" fmla="*/ 1075972 h 6382977"/>
              <a:gd name="connsiteX5945" fmla="*/ 4618231 w 6501199"/>
              <a:gd name="connsiteY5945" fmla="*/ 1069133 h 6382977"/>
              <a:gd name="connsiteX5946" fmla="*/ 4602389 w 6501199"/>
              <a:gd name="connsiteY5946" fmla="*/ 1053295 h 6382977"/>
              <a:gd name="connsiteX5947" fmla="*/ 4647753 w 6501199"/>
              <a:gd name="connsiteY5947" fmla="*/ 1030618 h 6382977"/>
              <a:gd name="connsiteX5948" fmla="*/ 4668275 w 6501199"/>
              <a:gd name="connsiteY5948" fmla="*/ 987425 h 6382977"/>
              <a:gd name="connsiteX5949" fmla="*/ 4688798 w 6501199"/>
              <a:gd name="connsiteY5949" fmla="*/ 989584 h 6382977"/>
              <a:gd name="connsiteX5950" fmla="*/ 4681957 w 6501199"/>
              <a:gd name="connsiteY5950" fmla="*/ 1010101 h 6382977"/>
              <a:gd name="connsiteX5951" fmla="*/ 4700319 w 6501199"/>
              <a:gd name="connsiteY5951" fmla="*/ 1005782 h 6382977"/>
              <a:gd name="connsiteX5952" fmla="*/ 4695639 w 6501199"/>
              <a:gd name="connsiteY5952" fmla="*/ 996423 h 6382977"/>
              <a:gd name="connsiteX5953" fmla="*/ 4711481 w 6501199"/>
              <a:gd name="connsiteY5953" fmla="*/ 1005782 h 6382977"/>
              <a:gd name="connsiteX5954" fmla="*/ 4711481 w 6501199"/>
              <a:gd name="connsiteY5954" fmla="*/ 1066973 h 6382977"/>
              <a:gd name="connsiteX5955" fmla="*/ 4723001 w 6501199"/>
              <a:gd name="connsiteY5955" fmla="*/ 1046456 h 6382977"/>
              <a:gd name="connsiteX5956" fmla="*/ 4709320 w 6501199"/>
              <a:gd name="connsiteY5956" fmla="*/ 1048976 h 6382977"/>
              <a:gd name="connsiteX5957" fmla="*/ 4709320 w 6501199"/>
              <a:gd name="connsiteY5957" fmla="*/ 1039617 h 6382977"/>
              <a:gd name="connsiteX5958" fmla="*/ 4732003 w 6501199"/>
              <a:gd name="connsiteY5958" fmla="*/ 1042137 h 6382977"/>
              <a:gd name="connsiteX5959" fmla="*/ 4729842 w 6501199"/>
              <a:gd name="connsiteY5959" fmla="*/ 1053295 h 6382977"/>
              <a:gd name="connsiteX5960" fmla="*/ 4737887 w 6501199"/>
              <a:gd name="connsiteY5960" fmla="*/ 1053625 h 6382977"/>
              <a:gd name="connsiteX5961" fmla="*/ 4744856 w 6501199"/>
              <a:gd name="connsiteY5961" fmla="*/ 1036845 h 6382977"/>
              <a:gd name="connsiteX5962" fmla="*/ 4744232 w 6501199"/>
              <a:gd name="connsiteY5962" fmla="*/ 1019030 h 6382977"/>
              <a:gd name="connsiteX5963" fmla="*/ 4769179 w 6501199"/>
              <a:gd name="connsiteY5963" fmla="*/ 1009650 h 6382977"/>
              <a:gd name="connsiteX5964" fmla="*/ 4751004 w 6501199"/>
              <a:gd name="connsiteY5964" fmla="*/ 1032380 h 6382977"/>
              <a:gd name="connsiteX5965" fmla="*/ 4750899 w 6501199"/>
              <a:gd name="connsiteY5965" fmla="*/ 1035591 h 6382977"/>
              <a:gd name="connsiteX5966" fmla="*/ 4755175 w 6501199"/>
              <a:gd name="connsiteY5966" fmla="*/ 1037941 h 6382977"/>
              <a:gd name="connsiteX5967" fmla="*/ 4752930 w 6501199"/>
              <a:gd name="connsiteY5967" fmla="*/ 1040247 h 6382977"/>
              <a:gd name="connsiteX5968" fmla="*/ 4750474 w 6501199"/>
              <a:gd name="connsiteY5968" fmla="*/ 1048606 h 6382977"/>
              <a:gd name="connsiteX5969" fmla="*/ 4750462 w 6501199"/>
              <a:gd name="connsiteY5969" fmla="*/ 1048978 h 6382977"/>
              <a:gd name="connsiteX5970" fmla="*/ 4761824 w 6501199"/>
              <a:gd name="connsiteY5970" fmla="*/ 1049268 h 6382977"/>
              <a:gd name="connsiteX5971" fmla="*/ 4770887 w 6501199"/>
              <a:gd name="connsiteY5971" fmla="*/ 1035298 h 6382977"/>
              <a:gd name="connsiteX5972" fmla="*/ 4773047 w 6501199"/>
              <a:gd name="connsiteY5972" fmla="*/ 1066973 h 6382977"/>
              <a:gd name="connsiteX5973" fmla="*/ 4770887 w 6501199"/>
              <a:gd name="connsiteY5973" fmla="*/ 1080651 h 6382977"/>
              <a:gd name="connsiteX5974" fmla="*/ 4782048 w 6501199"/>
              <a:gd name="connsiteY5974" fmla="*/ 1110167 h 6382977"/>
              <a:gd name="connsiteX5975" fmla="*/ 4773047 w 6501199"/>
              <a:gd name="connsiteY5975" fmla="*/ 1103328 h 6382977"/>
              <a:gd name="connsiteX5976" fmla="*/ 4776962 w 6501199"/>
              <a:gd name="connsiteY5976" fmla="*/ 1120291 h 6382977"/>
              <a:gd name="connsiteX5977" fmla="*/ 4785899 w 6501199"/>
              <a:gd name="connsiteY5977" fmla="*/ 1126727 h 6382977"/>
              <a:gd name="connsiteX5978" fmla="*/ 4788468 w 6501199"/>
              <a:gd name="connsiteY5978" fmla="*/ 1120865 h 6382977"/>
              <a:gd name="connsiteX5979" fmla="*/ 4802529 w 6501199"/>
              <a:gd name="connsiteY5979" fmla="*/ 1108075 h 6382977"/>
              <a:gd name="connsiteX5980" fmla="*/ 4793458 w 6501199"/>
              <a:gd name="connsiteY5980" fmla="*/ 1128758 h 6382977"/>
              <a:gd name="connsiteX5981" fmla="*/ 4787609 w 6501199"/>
              <a:gd name="connsiteY5981" fmla="*/ 1127959 h 6382977"/>
              <a:gd name="connsiteX5982" fmla="*/ 4797889 w 6501199"/>
              <a:gd name="connsiteY5982" fmla="*/ 1135363 h 6382977"/>
              <a:gd name="connsiteX5983" fmla="*/ 4804730 w 6501199"/>
              <a:gd name="connsiteY5983" fmla="*/ 1126365 h 6382977"/>
              <a:gd name="connsiteX5984" fmla="*/ 4827773 w 6501199"/>
              <a:gd name="connsiteY5984" fmla="*/ 1151201 h 6382977"/>
              <a:gd name="connsiteX5985" fmla="*/ 4829933 w 6501199"/>
              <a:gd name="connsiteY5985" fmla="*/ 1185396 h 6382977"/>
              <a:gd name="connsiteX5986" fmla="*/ 4827773 w 6501199"/>
              <a:gd name="connsiteY5986" fmla="*/ 1230749 h 6382977"/>
              <a:gd name="connsiteX5987" fmla="*/ 4816251 w 6501199"/>
              <a:gd name="connsiteY5987" fmla="*/ 1276463 h 6382977"/>
              <a:gd name="connsiteX5988" fmla="*/ 4821104 w 6501199"/>
              <a:gd name="connsiteY5988" fmla="*/ 1273483 h 6382977"/>
              <a:gd name="connsiteX5989" fmla="*/ 4820420 w 6501199"/>
              <a:gd name="connsiteY5989" fmla="*/ 1271903 h 6382977"/>
              <a:gd name="connsiteX5990" fmla="*/ 4827713 w 6501199"/>
              <a:gd name="connsiteY5990" fmla="*/ 1264030 h 6382977"/>
              <a:gd name="connsiteX5991" fmla="*/ 4831952 w 6501199"/>
              <a:gd name="connsiteY5991" fmla="*/ 1264855 h 6382977"/>
              <a:gd name="connsiteX5992" fmla="*/ 4836773 w 6501199"/>
              <a:gd name="connsiteY5992" fmla="*/ 1253426 h 6382977"/>
              <a:gd name="connsiteX5993" fmla="*/ 4841094 w 6501199"/>
              <a:gd name="connsiteY5993" fmla="*/ 1271783 h 6382977"/>
              <a:gd name="connsiteX5994" fmla="*/ 4854775 w 6501199"/>
              <a:gd name="connsiteY5994" fmla="*/ 1285461 h 6382977"/>
              <a:gd name="connsiteX5995" fmla="*/ 4875297 w 6501199"/>
              <a:gd name="connsiteY5995" fmla="*/ 1255946 h 6382977"/>
              <a:gd name="connsiteX5996" fmla="*/ 4866297 w 6501199"/>
              <a:gd name="connsiteY5996" fmla="*/ 1312818 h 6382977"/>
              <a:gd name="connsiteX5997" fmla="*/ 4857295 w 6501199"/>
              <a:gd name="connsiteY5997" fmla="*/ 1339814 h 6382977"/>
              <a:gd name="connsiteX5998" fmla="*/ 4854775 w 6501199"/>
              <a:gd name="connsiteY5998" fmla="*/ 1376528 h 6382977"/>
              <a:gd name="connsiteX5999" fmla="*/ 4795729 w 6501199"/>
              <a:gd name="connsiteY5999" fmla="*/ 1501430 h 6382977"/>
              <a:gd name="connsiteX6000" fmla="*/ 4807251 w 6501199"/>
              <a:gd name="connsiteY6000" fmla="*/ 1492431 h 6382977"/>
              <a:gd name="connsiteX6001" fmla="*/ 4820932 w 6501199"/>
              <a:gd name="connsiteY6001" fmla="*/ 1499270 h 6382977"/>
              <a:gd name="connsiteX6002" fmla="*/ 4793569 w 6501199"/>
              <a:gd name="connsiteY6002" fmla="*/ 1506109 h 6382977"/>
              <a:gd name="connsiteX6003" fmla="*/ 4766206 w 6501199"/>
              <a:gd name="connsiteY6003" fmla="*/ 1571980 h 6382977"/>
              <a:gd name="connsiteX6004" fmla="*/ 4761525 w 6501199"/>
              <a:gd name="connsiteY6004" fmla="*/ 1587818 h 6382977"/>
              <a:gd name="connsiteX6005" fmla="*/ 4734523 w 6501199"/>
              <a:gd name="connsiteY6005" fmla="*/ 1624172 h 6382977"/>
              <a:gd name="connsiteX6006" fmla="*/ 4784208 w 6501199"/>
              <a:gd name="connsiteY6006" fmla="*/ 1601496 h 6382977"/>
              <a:gd name="connsiteX6007" fmla="*/ 4749121 w 6501199"/>
              <a:gd name="connsiteY6007" fmla="*/ 1653935 h 6382977"/>
              <a:gd name="connsiteX6008" fmla="*/ 4744285 w 6501199"/>
              <a:gd name="connsiteY6008" fmla="*/ 1666011 h 6382977"/>
              <a:gd name="connsiteX6009" fmla="*/ 4748827 w 6501199"/>
              <a:gd name="connsiteY6009" fmla="*/ 1670769 h 6382977"/>
              <a:gd name="connsiteX6010" fmla="*/ 4729285 w 6501199"/>
              <a:gd name="connsiteY6010" fmla="*/ 1687149 h 6382977"/>
              <a:gd name="connsiteX6011" fmla="*/ 4731410 w 6501199"/>
              <a:gd name="connsiteY6011" fmla="*/ 1680267 h 6382977"/>
              <a:gd name="connsiteX6012" fmla="*/ 4709320 w 6501199"/>
              <a:gd name="connsiteY6012" fmla="*/ 1694227 h 6382977"/>
              <a:gd name="connsiteX6013" fmla="*/ 4684117 w 6501199"/>
              <a:gd name="connsiteY6013" fmla="*/ 1717759 h 6382977"/>
              <a:gd name="connsiteX6014" fmla="*/ 4711481 w 6501199"/>
              <a:gd name="connsiteY6014" fmla="*/ 1717759 h 6382977"/>
              <a:gd name="connsiteX6015" fmla="*/ 4702479 w 6501199"/>
              <a:gd name="connsiteY6015" fmla="*/ 1731077 h 6382977"/>
              <a:gd name="connsiteX6016" fmla="*/ 4696137 w 6501199"/>
              <a:gd name="connsiteY6016" fmla="*/ 1728970 h 6382977"/>
              <a:gd name="connsiteX6017" fmla="*/ 4684673 w 6501199"/>
              <a:gd name="connsiteY6017" fmla="*/ 1744540 h 6382977"/>
              <a:gd name="connsiteX6018" fmla="*/ 4671518 w 6501199"/>
              <a:gd name="connsiteY6018" fmla="*/ 1758587 h 6382977"/>
              <a:gd name="connsiteX6019" fmla="*/ 4666572 w 6501199"/>
              <a:gd name="connsiteY6019" fmla="*/ 1747872 h 6382977"/>
              <a:gd name="connsiteX6020" fmla="*/ 4659185 w 6501199"/>
              <a:gd name="connsiteY6020" fmla="*/ 1753124 h 6382977"/>
              <a:gd name="connsiteX6021" fmla="*/ 4634072 w 6501199"/>
              <a:gd name="connsiteY6021" fmla="*/ 1778950 h 6382977"/>
              <a:gd name="connsiteX6022" fmla="*/ 4629751 w 6501199"/>
              <a:gd name="connsiteY6022" fmla="*/ 1772111 h 6382977"/>
              <a:gd name="connsiteX6023" fmla="*/ 4547663 w 6501199"/>
              <a:gd name="connsiteY6023" fmla="*/ 1819984 h 6382977"/>
              <a:gd name="connsiteX6024" fmla="*/ 4468095 w 6501199"/>
              <a:gd name="connsiteY6024" fmla="*/ 1860658 h 6382977"/>
              <a:gd name="connsiteX6025" fmla="*/ 4340641 w 6501199"/>
              <a:gd name="connsiteY6025" fmla="*/ 1920049 h 6382977"/>
              <a:gd name="connsiteX6026" fmla="*/ 4356483 w 6501199"/>
              <a:gd name="connsiteY6026" fmla="*/ 1933727 h 6382977"/>
              <a:gd name="connsiteX6027" fmla="*/ 4317959 w 6501199"/>
              <a:gd name="connsiteY6027" fmla="*/ 1954244 h 6382977"/>
              <a:gd name="connsiteX6028" fmla="*/ 4322639 w 6501199"/>
              <a:gd name="connsiteY6028" fmla="*/ 1944886 h 6382977"/>
              <a:gd name="connsiteX6029" fmla="*/ 4308958 w 6501199"/>
              <a:gd name="connsiteY6029" fmla="*/ 1947405 h 6382977"/>
              <a:gd name="connsiteX6030" fmla="*/ 4311118 w 6501199"/>
              <a:gd name="connsiteY6030" fmla="*/ 1956404 h 6382977"/>
              <a:gd name="connsiteX6031" fmla="*/ 4160982 w 6501199"/>
              <a:gd name="connsiteY6031" fmla="*/ 2008596 h 6382977"/>
              <a:gd name="connsiteX6032" fmla="*/ 4224709 w 6501199"/>
              <a:gd name="connsiteY6032" fmla="*/ 2011116 h 6382977"/>
              <a:gd name="connsiteX6033" fmla="*/ 4188345 w 6501199"/>
              <a:gd name="connsiteY6033" fmla="*/ 2022274 h 6382977"/>
              <a:gd name="connsiteX6034" fmla="*/ 4215708 w 6501199"/>
              <a:gd name="connsiteY6034" fmla="*/ 2013276 h 6382977"/>
              <a:gd name="connsiteX6035" fmla="*/ 4220028 w 6501199"/>
              <a:gd name="connsiteY6035" fmla="*/ 2024434 h 6382977"/>
              <a:gd name="connsiteX6036" fmla="*/ 4233710 w 6501199"/>
              <a:gd name="connsiteY6036" fmla="*/ 2015435 h 6382977"/>
              <a:gd name="connsiteX6037" fmla="*/ 4231549 w 6501199"/>
              <a:gd name="connsiteY6037" fmla="*/ 1992759 h 6382977"/>
              <a:gd name="connsiteX6038" fmla="*/ 4256392 w 6501199"/>
              <a:gd name="connsiteY6038" fmla="*/ 1999598 h 6382977"/>
              <a:gd name="connsiteX6039" fmla="*/ 4272594 w 6501199"/>
              <a:gd name="connsiteY6039" fmla="*/ 1985920 h 6382977"/>
              <a:gd name="connsiteX6040" fmla="*/ 4272594 w 6501199"/>
              <a:gd name="connsiteY6040" fmla="*/ 2001757 h 6382977"/>
              <a:gd name="connsiteX6041" fmla="*/ 4283755 w 6501199"/>
              <a:gd name="connsiteY6041" fmla="*/ 1992759 h 6382977"/>
              <a:gd name="connsiteX6042" fmla="*/ 4274754 w 6501199"/>
              <a:gd name="connsiteY6042" fmla="*/ 1981600 h 6382977"/>
              <a:gd name="connsiteX6043" fmla="*/ 4313278 w 6501199"/>
              <a:gd name="connsiteY6043" fmla="*/ 1967922 h 6382977"/>
              <a:gd name="connsiteX6044" fmla="*/ 4320119 w 6501199"/>
              <a:gd name="connsiteY6044" fmla="*/ 1983760 h 6382977"/>
              <a:gd name="connsiteX6045" fmla="*/ 4324799 w 6501199"/>
              <a:gd name="connsiteY6045" fmla="*/ 1977731 h 6382977"/>
              <a:gd name="connsiteX6046" fmla="*/ 4325405 w 6501199"/>
              <a:gd name="connsiteY6046" fmla="*/ 1976741 h 6382977"/>
              <a:gd name="connsiteX6047" fmla="*/ 4377410 w 6501199"/>
              <a:gd name="connsiteY6047" fmla="*/ 1961308 h 6382977"/>
              <a:gd name="connsiteX6048" fmla="*/ 4424890 w 6501199"/>
              <a:gd name="connsiteY6048" fmla="*/ 1940566 h 6382977"/>
              <a:gd name="connsiteX6049" fmla="*/ 4515979 w 6501199"/>
              <a:gd name="connsiteY6049" fmla="*/ 1894853 h 6382977"/>
              <a:gd name="connsiteX6050" fmla="*/ 4513459 w 6501199"/>
              <a:gd name="connsiteY6050" fmla="*/ 1883695 h 6382977"/>
              <a:gd name="connsiteX6051" fmla="*/ 4545503 w 6501199"/>
              <a:gd name="connsiteY6051" fmla="*/ 1876856 h 6382977"/>
              <a:gd name="connsiteX6052" fmla="*/ 4568185 w 6501199"/>
              <a:gd name="connsiteY6052" fmla="*/ 1847340 h 6382977"/>
              <a:gd name="connsiteX6053" fmla="*/ 4588707 w 6501199"/>
              <a:gd name="connsiteY6053" fmla="*/ 1847340 h 6382977"/>
              <a:gd name="connsiteX6054" fmla="*/ 4586547 w 6501199"/>
              <a:gd name="connsiteY6054" fmla="*/ 1828983 h 6382977"/>
              <a:gd name="connsiteX6055" fmla="*/ 4622911 w 6501199"/>
              <a:gd name="connsiteY6055" fmla="*/ 1808466 h 6382977"/>
              <a:gd name="connsiteX6056" fmla="*/ 4663955 w 6501199"/>
              <a:gd name="connsiteY6056" fmla="*/ 1799467 h 6382977"/>
              <a:gd name="connsiteX6057" fmla="*/ 4661435 w 6501199"/>
              <a:gd name="connsiteY6057" fmla="*/ 1776790 h 6382977"/>
              <a:gd name="connsiteX6058" fmla="*/ 4670796 w 6501199"/>
              <a:gd name="connsiteY6058" fmla="*/ 1785789 h 6382977"/>
              <a:gd name="connsiteX6059" fmla="*/ 4729842 w 6501199"/>
              <a:gd name="connsiteY6059" fmla="*/ 1728917 h 6382977"/>
              <a:gd name="connsiteX6060" fmla="*/ 4766206 w 6501199"/>
              <a:gd name="connsiteY6060" fmla="*/ 1701561 h 6382977"/>
              <a:gd name="connsiteX6061" fmla="*/ 4768118 w 6501199"/>
              <a:gd name="connsiteY6061" fmla="*/ 1698929 h 6382977"/>
              <a:gd name="connsiteX6062" fmla="*/ 4766408 w 6501199"/>
              <a:gd name="connsiteY6062" fmla="*/ 1696857 h 6382977"/>
              <a:gd name="connsiteX6063" fmla="*/ 4767835 w 6501199"/>
              <a:gd name="connsiteY6063" fmla="*/ 1682750 h 6382977"/>
              <a:gd name="connsiteX6064" fmla="*/ 4774711 w 6501199"/>
              <a:gd name="connsiteY6064" fmla="*/ 1689855 h 6382977"/>
              <a:gd name="connsiteX6065" fmla="*/ 4791049 w 6501199"/>
              <a:gd name="connsiteY6065" fmla="*/ 1667366 h 6382977"/>
              <a:gd name="connsiteX6066" fmla="*/ 4809411 w 6501199"/>
              <a:gd name="connsiteY6066" fmla="*/ 1667366 h 6382977"/>
              <a:gd name="connsiteX6067" fmla="*/ 4971068 w 6501199"/>
              <a:gd name="connsiteY6067" fmla="*/ 1439879 h 6382977"/>
              <a:gd name="connsiteX6068" fmla="*/ 4877458 w 6501199"/>
              <a:gd name="connsiteY6068" fmla="*/ 1596816 h 6382977"/>
              <a:gd name="connsiteX6069" fmla="*/ 4817826 w 6501199"/>
              <a:gd name="connsiteY6069" fmla="*/ 1664036 h 6382977"/>
              <a:gd name="connsiteX6070" fmla="*/ 4777761 w 6501199"/>
              <a:gd name="connsiteY6070" fmla="*/ 1698125 h 6382977"/>
              <a:gd name="connsiteX6071" fmla="*/ 4776753 w 6501199"/>
              <a:gd name="connsiteY6071" fmla="*/ 1709386 h 6382977"/>
              <a:gd name="connsiteX6072" fmla="*/ 4771708 w 6501199"/>
              <a:gd name="connsiteY6072" fmla="*/ 1703276 h 6382977"/>
              <a:gd name="connsiteX6073" fmla="*/ 4762374 w 6501199"/>
              <a:gd name="connsiteY6073" fmla="*/ 1711217 h 6382977"/>
              <a:gd name="connsiteX6074" fmla="*/ 4763233 w 6501199"/>
              <a:gd name="connsiteY6074" fmla="*/ 1720481 h 6382977"/>
              <a:gd name="connsiteX6075" fmla="*/ 4765933 w 6501199"/>
              <a:gd name="connsiteY6075" fmla="*/ 1730502 h 6382977"/>
              <a:gd name="connsiteX6076" fmla="*/ 4762947 w 6501199"/>
              <a:gd name="connsiteY6076" fmla="*/ 1731094 h 6382977"/>
              <a:gd name="connsiteX6077" fmla="*/ 4766206 w 6501199"/>
              <a:gd name="connsiteY6077" fmla="*/ 1737916 h 6382977"/>
              <a:gd name="connsiteX6078" fmla="*/ 4743523 w 6501199"/>
              <a:gd name="connsiteY6078" fmla="*/ 1744755 h 6382977"/>
              <a:gd name="connsiteX6079" fmla="*/ 4718321 w 6501199"/>
              <a:gd name="connsiteY6079" fmla="*/ 1758433 h 6382977"/>
              <a:gd name="connsiteX6080" fmla="*/ 4727322 w 6501199"/>
              <a:gd name="connsiteY6080" fmla="*/ 1765272 h 6382977"/>
              <a:gd name="connsiteX6081" fmla="*/ 4704639 w 6501199"/>
              <a:gd name="connsiteY6081" fmla="*/ 1778950 h 6382977"/>
              <a:gd name="connsiteX6082" fmla="*/ 4690958 w 6501199"/>
              <a:gd name="connsiteY6082" fmla="*/ 1806306 h 6382977"/>
              <a:gd name="connsiteX6083" fmla="*/ 4684117 w 6501199"/>
              <a:gd name="connsiteY6083" fmla="*/ 1797307 h 6382977"/>
              <a:gd name="connsiteX6084" fmla="*/ 4622911 w 6501199"/>
              <a:gd name="connsiteY6084" fmla="*/ 1837981 h 6382977"/>
              <a:gd name="connsiteX6085" fmla="*/ 4643433 w 6501199"/>
              <a:gd name="connsiteY6085" fmla="*/ 1856339 h 6382977"/>
              <a:gd name="connsiteX6086" fmla="*/ 4618231 w 6501199"/>
              <a:gd name="connsiteY6086" fmla="*/ 1844820 h 6382977"/>
              <a:gd name="connsiteX6087" fmla="*/ 4563865 w 6501199"/>
              <a:gd name="connsiteY6087" fmla="*/ 1888014 h 6382977"/>
              <a:gd name="connsiteX6088" fmla="*/ 4495457 w 6501199"/>
              <a:gd name="connsiteY6088" fmla="*/ 1913210 h 6382977"/>
              <a:gd name="connsiteX6089" fmla="*/ 4506979 w 6501199"/>
              <a:gd name="connsiteY6089" fmla="*/ 1915370 h 6382977"/>
              <a:gd name="connsiteX6090" fmla="*/ 4429571 w 6501199"/>
              <a:gd name="connsiteY6090" fmla="*/ 1954244 h 6382977"/>
              <a:gd name="connsiteX6091" fmla="*/ 4349642 w 6501199"/>
              <a:gd name="connsiteY6091" fmla="*/ 2001757 h 6382977"/>
              <a:gd name="connsiteX6092" fmla="*/ 4267913 w 6501199"/>
              <a:gd name="connsiteY6092" fmla="*/ 2044951 h 6382977"/>
              <a:gd name="connsiteX6093" fmla="*/ 4181504 w 6501199"/>
              <a:gd name="connsiteY6093" fmla="*/ 2074827 h 6382977"/>
              <a:gd name="connsiteX6094" fmla="*/ 4176824 w 6501199"/>
              <a:gd name="connsiteY6094" fmla="*/ 2088145 h 6382977"/>
              <a:gd name="connsiteX6095" fmla="*/ 4031368 w 6501199"/>
              <a:gd name="connsiteY6095" fmla="*/ 2136018 h 6382977"/>
              <a:gd name="connsiteX6096" fmla="*/ 4031053 w 6501199"/>
              <a:gd name="connsiteY6096" fmla="*/ 2134038 h 6382977"/>
              <a:gd name="connsiteX6097" fmla="*/ 4029177 w 6501199"/>
              <a:gd name="connsiteY6097" fmla="*/ 2122249 h 6382977"/>
              <a:gd name="connsiteX6098" fmla="*/ 4028391 w 6501199"/>
              <a:gd name="connsiteY6098" fmla="*/ 2123711 h 6382977"/>
              <a:gd name="connsiteX6099" fmla="*/ 4026927 w 6501199"/>
              <a:gd name="connsiteY6099" fmla="*/ 2121351 h 6382977"/>
              <a:gd name="connsiteX6100" fmla="*/ 3998875 w 6501199"/>
              <a:gd name="connsiteY6100" fmla="*/ 2138448 h 6382977"/>
              <a:gd name="connsiteX6101" fmla="*/ 3965121 w 6501199"/>
              <a:gd name="connsiteY6101" fmla="*/ 2149696 h 6382977"/>
              <a:gd name="connsiteX6102" fmla="*/ 3953971 w 6501199"/>
              <a:gd name="connsiteY6102" fmla="*/ 2151539 h 6382977"/>
              <a:gd name="connsiteX6103" fmla="*/ 3957655 w 6501199"/>
              <a:gd name="connsiteY6103" fmla="*/ 2152844 h 6382977"/>
              <a:gd name="connsiteX6104" fmla="*/ 3973552 w 6501199"/>
              <a:gd name="connsiteY6104" fmla="*/ 2150977 h 6382977"/>
              <a:gd name="connsiteX6105" fmla="*/ 3977365 w 6501199"/>
              <a:gd name="connsiteY6105" fmla="*/ 2150616 h 6382977"/>
              <a:gd name="connsiteX6106" fmla="*/ 3978842 w 6501199"/>
              <a:gd name="connsiteY6106" fmla="*/ 2148962 h 6382977"/>
              <a:gd name="connsiteX6107" fmla="*/ 3978092 w 6501199"/>
              <a:gd name="connsiteY6107" fmla="*/ 2150548 h 6382977"/>
              <a:gd name="connsiteX6108" fmla="*/ 3989043 w 6501199"/>
              <a:gd name="connsiteY6108" fmla="*/ 2149514 h 6382977"/>
              <a:gd name="connsiteX6109" fmla="*/ 4003522 w 6501199"/>
              <a:gd name="connsiteY6109" fmla="*/ 2156287 h 6382977"/>
              <a:gd name="connsiteX6110" fmla="*/ 4135283 w 6501199"/>
              <a:gd name="connsiteY6110" fmla="*/ 2135765 h 6382977"/>
              <a:gd name="connsiteX6111" fmla="*/ 4142123 w 6501199"/>
              <a:gd name="connsiteY6111" fmla="*/ 2147286 h 6382977"/>
              <a:gd name="connsiteX6112" fmla="*/ 4194593 w 6501199"/>
              <a:gd name="connsiteY6112" fmla="*/ 2137521 h 6382977"/>
              <a:gd name="connsiteX6113" fmla="*/ 4215963 w 6501199"/>
              <a:gd name="connsiteY6113" fmla="*/ 2135306 h 6382977"/>
              <a:gd name="connsiteX6114" fmla="*/ 4216723 w 6501199"/>
              <a:gd name="connsiteY6114" fmla="*/ 2132623 h 6382977"/>
              <a:gd name="connsiteX6115" fmla="*/ 4226729 w 6501199"/>
              <a:gd name="connsiteY6115" fmla="*/ 2131063 h 6382977"/>
              <a:gd name="connsiteX6116" fmla="*/ 4240043 w 6501199"/>
              <a:gd name="connsiteY6116" fmla="*/ 2124245 h 6382977"/>
              <a:gd name="connsiteX6117" fmla="*/ 4272083 w 6501199"/>
              <a:gd name="connsiteY6117" fmla="*/ 2133605 h 6382977"/>
              <a:gd name="connsiteX6118" fmla="*/ 4276403 w 6501199"/>
              <a:gd name="connsiteY6118" fmla="*/ 2119924 h 6382977"/>
              <a:gd name="connsiteX6119" fmla="*/ 4308444 w 6501199"/>
              <a:gd name="connsiteY6119" fmla="*/ 2117764 h 6382977"/>
              <a:gd name="connsiteX6120" fmla="*/ 4346964 w 6501199"/>
              <a:gd name="connsiteY6120" fmla="*/ 2115244 h 6382977"/>
              <a:gd name="connsiteX6121" fmla="*/ 4369644 w 6501199"/>
              <a:gd name="connsiteY6121" fmla="*/ 2104083 h 6382977"/>
              <a:gd name="connsiteX6122" fmla="*/ 4406365 w 6501199"/>
              <a:gd name="connsiteY6122" fmla="*/ 2097243 h 6382977"/>
              <a:gd name="connsiteX6123" fmla="*/ 4440205 w 6501199"/>
              <a:gd name="connsiteY6123" fmla="*/ 2085722 h 6382977"/>
              <a:gd name="connsiteX6124" fmla="*/ 4472245 w 6501199"/>
              <a:gd name="connsiteY6124" fmla="*/ 2074561 h 6382977"/>
              <a:gd name="connsiteX6125" fmla="*/ 4506445 w 6501199"/>
              <a:gd name="connsiteY6125" fmla="*/ 2067721 h 6382977"/>
              <a:gd name="connsiteX6126" fmla="*/ 4503925 w 6501199"/>
              <a:gd name="connsiteY6126" fmla="*/ 2058360 h 6382977"/>
              <a:gd name="connsiteX6127" fmla="*/ 4542806 w 6501199"/>
              <a:gd name="connsiteY6127" fmla="*/ 2051520 h 6382977"/>
              <a:gd name="connsiteX6128" fmla="*/ 4570166 w 6501199"/>
              <a:gd name="connsiteY6128" fmla="*/ 2028838 h 6382977"/>
              <a:gd name="connsiteX6129" fmla="*/ 4586006 w 6501199"/>
              <a:gd name="connsiteY6129" fmla="*/ 2040359 h 6382977"/>
              <a:gd name="connsiteX6130" fmla="*/ 4608686 w 6501199"/>
              <a:gd name="connsiteY6130" fmla="*/ 2026678 h 6382977"/>
              <a:gd name="connsiteX6131" fmla="*/ 4601846 w 6501199"/>
              <a:gd name="connsiteY6131" fmla="*/ 2017677 h 6382977"/>
              <a:gd name="connsiteX6132" fmla="*/ 4622366 w 6501199"/>
              <a:gd name="connsiteY6132" fmla="*/ 2017677 h 6382977"/>
              <a:gd name="connsiteX6133" fmla="*/ 4647207 w 6501199"/>
              <a:gd name="connsiteY6133" fmla="*/ 1992476 h 6382977"/>
              <a:gd name="connsiteX6134" fmla="*/ 4683567 w 6501199"/>
              <a:gd name="connsiteY6134" fmla="*/ 1978795 h 6382977"/>
              <a:gd name="connsiteX6135" fmla="*/ 4672407 w 6501199"/>
              <a:gd name="connsiteY6135" fmla="*/ 1969794 h 6382977"/>
              <a:gd name="connsiteX6136" fmla="*/ 4713087 w 6501199"/>
              <a:gd name="connsiteY6136" fmla="*/ 1949273 h 6382977"/>
              <a:gd name="connsiteX6137" fmla="*/ 4745127 w 6501199"/>
              <a:gd name="connsiteY6137" fmla="*/ 1917590 h 6382977"/>
              <a:gd name="connsiteX6138" fmla="*/ 4760967 w 6501199"/>
              <a:gd name="connsiteY6138" fmla="*/ 1921911 h 6382977"/>
              <a:gd name="connsiteX6139" fmla="*/ 4756647 w 6501199"/>
              <a:gd name="connsiteY6139" fmla="*/ 1899229 h 6382977"/>
              <a:gd name="connsiteX6140" fmla="*/ 4790487 w 6501199"/>
              <a:gd name="connsiteY6140" fmla="*/ 1887708 h 6382977"/>
              <a:gd name="connsiteX6141" fmla="*/ 4822528 w 6501199"/>
              <a:gd name="connsiteY6141" fmla="*/ 1842345 h 6382977"/>
              <a:gd name="connsiteX6142" fmla="*/ 4856728 w 6501199"/>
              <a:gd name="connsiteY6142" fmla="*/ 1812823 h 6382977"/>
              <a:gd name="connsiteX6143" fmla="*/ 4843048 w 6501199"/>
              <a:gd name="connsiteY6143" fmla="*/ 1803823 h 6382977"/>
              <a:gd name="connsiteX6144" fmla="*/ 4854208 w 6501199"/>
              <a:gd name="connsiteY6144" fmla="*/ 1790142 h 6382977"/>
              <a:gd name="connsiteX6145" fmla="*/ 4888408 w 6501199"/>
              <a:gd name="connsiteY6145" fmla="*/ 1749099 h 6382977"/>
              <a:gd name="connsiteX6146" fmla="*/ 4911089 w 6501199"/>
              <a:gd name="connsiteY6146" fmla="*/ 1755939 h 6382977"/>
              <a:gd name="connsiteX6147" fmla="*/ 4915769 w 6501199"/>
              <a:gd name="connsiteY6147" fmla="*/ 1699055 h 6382977"/>
              <a:gd name="connsiteX6148" fmla="*/ 4922609 w 6501199"/>
              <a:gd name="connsiteY6148" fmla="*/ 1714896 h 6382977"/>
              <a:gd name="connsiteX6149" fmla="*/ 4943129 w 6501199"/>
              <a:gd name="connsiteY6149" fmla="*/ 1717417 h 6382977"/>
              <a:gd name="connsiteX6150" fmla="*/ 4947449 w 6501199"/>
              <a:gd name="connsiteY6150" fmla="*/ 1687535 h 6382977"/>
              <a:gd name="connsiteX6151" fmla="*/ 4949969 w 6501199"/>
              <a:gd name="connsiteY6151" fmla="*/ 1701216 h 6382977"/>
              <a:gd name="connsiteX6152" fmla="*/ 4956809 w 6501199"/>
              <a:gd name="connsiteY6152" fmla="*/ 1667013 h 6382977"/>
              <a:gd name="connsiteX6153" fmla="*/ 4974809 w 6501199"/>
              <a:gd name="connsiteY6153" fmla="*/ 1664853 h 6382977"/>
              <a:gd name="connsiteX6154" fmla="*/ 4965809 w 6501199"/>
              <a:gd name="connsiteY6154" fmla="*/ 1642171 h 6382977"/>
              <a:gd name="connsiteX6155" fmla="*/ 4986329 w 6501199"/>
              <a:gd name="connsiteY6155" fmla="*/ 1601129 h 6382977"/>
              <a:gd name="connsiteX6156" fmla="*/ 4965809 w 6501199"/>
              <a:gd name="connsiteY6156" fmla="*/ 1598968 h 6382977"/>
              <a:gd name="connsiteX6157" fmla="*/ 4991009 w 6501199"/>
              <a:gd name="connsiteY6157" fmla="*/ 1592128 h 6382977"/>
              <a:gd name="connsiteX6158" fmla="*/ 4981649 w 6501199"/>
              <a:gd name="connsiteY6158" fmla="*/ 1576287 h 6382977"/>
              <a:gd name="connsiteX6159" fmla="*/ 4993169 w 6501199"/>
              <a:gd name="connsiteY6159" fmla="*/ 1585288 h 6382977"/>
              <a:gd name="connsiteX6160" fmla="*/ 5012654 w 6501199"/>
              <a:gd name="connsiteY6160" fmla="*/ 1550680 h 6382977"/>
              <a:gd name="connsiteX6161" fmla="*/ 5018238 w 6501199"/>
              <a:gd name="connsiteY6161" fmla="*/ 1523652 h 6382977"/>
              <a:gd name="connsiteX6162" fmla="*/ 5022689 w 6501199"/>
              <a:gd name="connsiteY6162" fmla="*/ 1523723 h 6382977"/>
              <a:gd name="connsiteX6163" fmla="*/ 5034209 w 6501199"/>
              <a:gd name="connsiteY6163" fmla="*/ 1476200 h 6382977"/>
              <a:gd name="connsiteX6164" fmla="*/ 5040689 w 6501199"/>
              <a:gd name="connsiteY6164" fmla="*/ 1466839 h 6382977"/>
              <a:gd name="connsiteX6165" fmla="*/ 5052209 w 6501199"/>
              <a:gd name="connsiteY6165" fmla="*/ 1469360 h 6382977"/>
              <a:gd name="connsiteX6166" fmla="*/ 5045369 w 6501199"/>
              <a:gd name="connsiteY6166" fmla="*/ 1453519 h 6382977"/>
              <a:gd name="connsiteX6167" fmla="*/ 5038529 w 6501199"/>
              <a:gd name="connsiteY6167" fmla="*/ 1464679 h 6382977"/>
              <a:gd name="connsiteX6168" fmla="*/ 5052209 w 6501199"/>
              <a:gd name="connsiteY6168" fmla="*/ 1439478 h 6382977"/>
              <a:gd name="connsiteX6169" fmla="*/ 5063730 w 6501199"/>
              <a:gd name="connsiteY6169" fmla="*/ 1423636 h 6382977"/>
              <a:gd name="connsiteX6170" fmla="*/ 5072730 w 6501199"/>
              <a:gd name="connsiteY6170" fmla="*/ 1432637 h 6382977"/>
              <a:gd name="connsiteX6171" fmla="*/ 5079570 w 6501199"/>
              <a:gd name="connsiteY6171" fmla="*/ 1382954 h 6382977"/>
              <a:gd name="connsiteX6172" fmla="*/ 5093250 w 6501199"/>
              <a:gd name="connsiteY6172" fmla="*/ 1385114 h 6382977"/>
              <a:gd name="connsiteX6173" fmla="*/ 5093250 w 6501199"/>
              <a:gd name="connsiteY6173" fmla="*/ 1371433 h 6382977"/>
              <a:gd name="connsiteX6174" fmla="*/ 5079570 w 6501199"/>
              <a:gd name="connsiteY6174" fmla="*/ 1369273 h 6382977"/>
              <a:gd name="connsiteX6175" fmla="*/ 5093250 w 6501199"/>
              <a:gd name="connsiteY6175" fmla="*/ 1348751 h 6382977"/>
              <a:gd name="connsiteX6176" fmla="*/ 5083170 w 6501199"/>
              <a:gd name="connsiteY6176" fmla="*/ 1348976 h 6382977"/>
              <a:gd name="connsiteX6177" fmla="*/ 5082085 w 6501199"/>
              <a:gd name="connsiteY6177" fmla="*/ 1348330 h 6382977"/>
              <a:gd name="connsiteX6178" fmla="*/ 5076844 w 6501199"/>
              <a:gd name="connsiteY6178" fmla="*/ 1358537 h 6382977"/>
              <a:gd name="connsiteX6179" fmla="*/ 5076800 w 6501199"/>
              <a:gd name="connsiteY6179" fmla="*/ 1334951 h 6382977"/>
              <a:gd name="connsiteX6180" fmla="*/ 5078858 w 6501199"/>
              <a:gd name="connsiteY6180" fmla="*/ 1330887 h 6382977"/>
              <a:gd name="connsiteX6181" fmla="*/ 5075423 w 6501199"/>
              <a:gd name="connsiteY6181" fmla="*/ 1328560 h 6382977"/>
              <a:gd name="connsiteX6182" fmla="*/ 5081971 w 6501199"/>
              <a:gd name="connsiteY6182" fmla="*/ 1319212 h 6382977"/>
              <a:gd name="connsiteX6183" fmla="*/ 5083132 w 6501199"/>
              <a:gd name="connsiteY6183" fmla="*/ 1322449 h 6382977"/>
              <a:gd name="connsiteX6184" fmla="*/ 5090400 w 6501199"/>
              <a:gd name="connsiteY6184" fmla="*/ 1308100 h 6382977"/>
              <a:gd name="connsiteX6185" fmla="*/ 5089375 w 6501199"/>
              <a:gd name="connsiteY6185" fmla="*/ 1334135 h 6382977"/>
              <a:gd name="connsiteX6186" fmla="*/ 5084232 w 6501199"/>
              <a:gd name="connsiteY6186" fmla="*/ 1344149 h 6382977"/>
              <a:gd name="connsiteX6187" fmla="*/ 5092547 w 6501199"/>
              <a:gd name="connsiteY6187" fmla="*/ 1344408 h 6382977"/>
              <a:gd name="connsiteX6188" fmla="*/ 5100090 w 6501199"/>
              <a:gd name="connsiteY6188" fmla="*/ 1323550 h 6382977"/>
              <a:gd name="connsiteX6189" fmla="*/ 5118090 w 6501199"/>
              <a:gd name="connsiteY6189" fmla="*/ 1330390 h 6382977"/>
              <a:gd name="connsiteX6190" fmla="*/ 5115930 w 6501199"/>
              <a:gd name="connsiteY6190" fmla="*/ 1303028 h 6382977"/>
              <a:gd name="connsiteX6191" fmla="*/ 5106930 w 6501199"/>
              <a:gd name="connsiteY6191" fmla="*/ 1287187 h 6382977"/>
              <a:gd name="connsiteX6192" fmla="*/ 5131770 w 6501199"/>
              <a:gd name="connsiteY6192" fmla="*/ 1294028 h 6382977"/>
              <a:gd name="connsiteX6193" fmla="*/ 5122770 w 6501199"/>
              <a:gd name="connsiteY6193" fmla="*/ 1280347 h 6382977"/>
              <a:gd name="connsiteX6194" fmla="*/ 5150130 w 6501199"/>
              <a:gd name="connsiteY6194" fmla="*/ 1237144 h 6382977"/>
              <a:gd name="connsiteX6195" fmla="*/ 5138610 w 6501199"/>
              <a:gd name="connsiteY6195" fmla="*/ 1237144 h 6382977"/>
              <a:gd name="connsiteX6196" fmla="*/ 5141130 w 6501199"/>
              <a:gd name="connsiteY6196" fmla="*/ 1223463 h 6382977"/>
              <a:gd name="connsiteX6197" fmla="*/ 5156971 w 6501199"/>
              <a:gd name="connsiteY6197" fmla="*/ 1214462 h 6382977"/>
              <a:gd name="connsiteX6198" fmla="*/ 5179651 w 6501199"/>
              <a:gd name="connsiteY6198" fmla="*/ 1219142 h 6382977"/>
              <a:gd name="connsiteX6199" fmla="*/ 5174971 w 6501199"/>
              <a:gd name="connsiteY6199" fmla="*/ 1248664 h 6382977"/>
              <a:gd name="connsiteX6200" fmla="*/ 5147970 w 6501199"/>
              <a:gd name="connsiteY6200" fmla="*/ 1271346 h 6382977"/>
              <a:gd name="connsiteX6201" fmla="*/ 5159131 w 6501199"/>
              <a:gd name="connsiteY6201" fmla="*/ 1287187 h 6382977"/>
              <a:gd name="connsiteX6202" fmla="*/ 5147970 w 6501199"/>
              <a:gd name="connsiteY6202" fmla="*/ 1280347 h 6382977"/>
              <a:gd name="connsiteX6203" fmla="*/ 5138610 w 6501199"/>
              <a:gd name="connsiteY6203" fmla="*/ 1291867 h 6382977"/>
              <a:gd name="connsiteX6204" fmla="*/ 5168131 w 6501199"/>
              <a:gd name="connsiteY6204" fmla="*/ 1300868 h 6382977"/>
              <a:gd name="connsiteX6205" fmla="*/ 5138610 w 6501199"/>
              <a:gd name="connsiteY6205" fmla="*/ 1300868 h 6382977"/>
              <a:gd name="connsiteX6206" fmla="*/ 5136450 w 6501199"/>
              <a:gd name="connsiteY6206" fmla="*/ 1332550 h 6382977"/>
              <a:gd name="connsiteX6207" fmla="*/ 5163811 w 6501199"/>
              <a:gd name="connsiteY6207" fmla="*/ 1328230 h 6382977"/>
              <a:gd name="connsiteX6208" fmla="*/ 5134290 w 6501199"/>
              <a:gd name="connsiteY6208" fmla="*/ 1335070 h 6382977"/>
              <a:gd name="connsiteX6209" fmla="*/ 5127450 w 6501199"/>
              <a:gd name="connsiteY6209" fmla="*/ 1396275 h 6382977"/>
              <a:gd name="connsiteX6210" fmla="*/ 5134290 w 6501199"/>
              <a:gd name="connsiteY6210" fmla="*/ 1398795 h 6382977"/>
              <a:gd name="connsiteX6211" fmla="*/ 5143290 w 6501199"/>
              <a:gd name="connsiteY6211" fmla="*/ 1387274 h 6382977"/>
              <a:gd name="connsiteX6212" fmla="*/ 5124930 w 6501199"/>
              <a:gd name="connsiteY6212" fmla="*/ 1407795 h 6382977"/>
              <a:gd name="connsiteX6213" fmla="*/ 5136450 w 6501199"/>
              <a:gd name="connsiteY6213" fmla="*/ 1419316 h 6382977"/>
              <a:gd name="connsiteX6214" fmla="*/ 5111250 w 6501199"/>
              <a:gd name="connsiteY6214" fmla="*/ 1423636 h 6382977"/>
              <a:gd name="connsiteX6215" fmla="*/ 5118090 w 6501199"/>
              <a:gd name="connsiteY6215" fmla="*/ 1489881 h 6382977"/>
              <a:gd name="connsiteX6216" fmla="*/ 5100090 w 6501199"/>
              <a:gd name="connsiteY6216" fmla="*/ 1489881 h 6382977"/>
              <a:gd name="connsiteX6217" fmla="*/ 5091090 w 6501199"/>
              <a:gd name="connsiteY6217" fmla="*/ 1530564 h 6382977"/>
              <a:gd name="connsiteX6218" fmla="*/ 5077410 w 6501199"/>
              <a:gd name="connsiteY6218" fmla="*/ 1523723 h 6382977"/>
              <a:gd name="connsiteX6219" fmla="*/ 5081730 w 6501199"/>
              <a:gd name="connsiteY6219" fmla="*/ 1542085 h 6382977"/>
              <a:gd name="connsiteX6220" fmla="*/ 5097930 w 6501199"/>
              <a:gd name="connsiteY6220" fmla="*/ 1537404 h 6382977"/>
              <a:gd name="connsiteX6221" fmla="*/ 5088570 w 6501199"/>
              <a:gd name="connsiteY6221" fmla="*/ 1553605 h 6382977"/>
              <a:gd name="connsiteX6222" fmla="*/ 5065890 w 6501199"/>
              <a:gd name="connsiteY6222" fmla="*/ 1548925 h 6382977"/>
              <a:gd name="connsiteX6223" fmla="*/ 5061210 w 6501199"/>
              <a:gd name="connsiteY6223" fmla="*/ 1594288 h 6382977"/>
              <a:gd name="connsiteX6224" fmla="*/ 5050049 w 6501199"/>
              <a:gd name="connsiteY6224" fmla="*/ 1598968 h 6382977"/>
              <a:gd name="connsiteX6225" fmla="*/ 5056889 w 6501199"/>
              <a:gd name="connsiteY6225" fmla="*/ 1612649 h 6382977"/>
              <a:gd name="connsiteX6226" fmla="*/ 5065890 w 6501199"/>
              <a:gd name="connsiteY6226" fmla="*/ 1607969 h 6382977"/>
              <a:gd name="connsiteX6227" fmla="*/ 5038529 w 6501199"/>
              <a:gd name="connsiteY6227" fmla="*/ 1637491 h 6382977"/>
              <a:gd name="connsiteX6228" fmla="*/ 5047529 w 6501199"/>
              <a:gd name="connsiteY6228" fmla="*/ 1640011 h 6382977"/>
              <a:gd name="connsiteX6229" fmla="*/ 5059050 w 6501199"/>
              <a:gd name="connsiteY6229" fmla="*/ 1633171 h 6382977"/>
              <a:gd name="connsiteX6230" fmla="*/ 5036369 w 6501199"/>
              <a:gd name="connsiteY6230" fmla="*/ 1705896 h 6382977"/>
              <a:gd name="connsiteX6231" fmla="*/ 5027369 w 6501199"/>
              <a:gd name="connsiteY6231" fmla="*/ 1701216 h 6382977"/>
              <a:gd name="connsiteX6232" fmla="*/ 5000009 w 6501199"/>
              <a:gd name="connsiteY6232" fmla="*/ 1740098 h 6382977"/>
              <a:gd name="connsiteX6233" fmla="*/ 4984169 w 6501199"/>
              <a:gd name="connsiteY6233" fmla="*/ 1787621 h 6382977"/>
              <a:gd name="connsiteX6234" fmla="*/ 4956809 w 6501199"/>
              <a:gd name="connsiteY6234" fmla="*/ 1805983 h 6382977"/>
              <a:gd name="connsiteX6235" fmla="*/ 4952129 w 6501199"/>
              <a:gd name="connsiteY6235" fmla="*/ 1828664 h 6382977"/>
              <a:gd name="connsiteX6236" fmla="*/ 4938449 w 6501199"/>
              <a:gd name="connsiteY6236" fmla="*/ 1860346 h 6382977"/>
              <a:gd name="connsiteX6237" fmla="*/ 4922609 w 6501199"/>
              <a:gd name="connsiteY6237" fmla="*/ 1856026 h 6382977"/>
              <a:gd name="connsiteX6238" fmla="*/ 4913609 w 6501199"/>
              <a:gd name="connsiteY6238" fmla="*/ 1867187 h 6382977"/>
              <a:gd name="connsiteX6239" fmla="*/ 4920449 w 6501199"/>
              <a:gd name="connsiteY6239" fmla="*/ 1880868 h 6382977"/>
              <a:gd name="connsiteX6240" fmla="*/ 4908929 w 6501199"/>
              <a:gd name="connsiteY6240" fmla="*/ 1867187 h 6382977"/>
              <a:gd name="connsiteX6241" fmla="*/ 4908929 w 6501199"/>
              <a:gd name="connsiteY6241" fmla="*/ 1892389 h 6382977"/>
              <a:gd name="connsiteX6242" fmla="*/ 4890568 w 6501199"/>
              <a:gd name="connsiteY6242" fmla="*/ 1890228 h 6382977"/>
              <a:gd name="connsiteX6243" fmla="*/ 4897409 w 6501199"/>
              <a:gd name="connsiteY6243" fmla="*/ 1921911 h 6382977"/>
              <a:gd name="connsiteX6244" fmla="*/ 4908929 w 6501199"/>
              <a:gd name="connsiteY6244" fmla="*/ 1924071 h 6382977"/>
              <a:gd name="connsiteX6245" fmla="*/ 4902089 w 6501199"/>
              <a:gd name="connsiteY6245" fmla="*/ 1926591 h 6382977"/>
              <a:gd name="connsiteX6246" fmla="*/ 4917929 w 6501199"/>
              <a:gd name="connsiteY6246" fmla="*/ 1933431 h 6382977"/>
              <a:gd name="connsiteX6247" fmla="*/ 4893088 w 6501199"/>
              <a:gd name="connsiteY6247" fmla="*/ 1951433 h 6382977"/>
              <a:gd name="connsiteX6248" fmla="*/ 4886248 w 6501199"/>
              <a:gd name="connsiteY6248" fmla="*/ 1937752 h 6382977"/>
              <a:gd name="connsiteX6249" fmla="*/ 4888408 w 6501199"/>
              <a:gd name="connsiteY6249" fmla="*/ 1921911 h 6382977"/>
              <a:gd name="connsiteX6250" fmla="*/ 4867888 w 6501199"/>
              <a:gd name="connsiteY6250" fmla="*/ 1928751 h 6382977"/>
              <a:gd name="connsiteX6251" fmla="*/ 4867888 w 6501199"/>
              <a:gd name="connsiteY6251" fmla="*/ 1947112 h 6382977"/>
              <a:gd name="connsiteX6252" fmla="*/ 4879408 w 6501199"/>
              <a:gd name="connsiteY6252" fmla="*/ 1942432 h 6382977"/>
              <a:gd name="connsiteX6253" fmla="*/ 4893088 w 6501199"/>
              <a:gd name="connsiteY6253" fmla="*/ 1951433 h 6382977"/>
              <a:gd name="connsiteX6254" fmla="*/ 4883728 w 6501199"/>
              <a:gd name="connsiteY6254" fmla="*/ 1965114 h 6382977"/>
              <a:gd name="connsiteX6255" fmla="*/ 4876888 w 6501199"/>
              <a:gd name="connsiteY6255" fmla="*/ 1953953 h 6382977"/>
              <a:gd name="connsiteX6256" fmla="*/ 4872568 w 6501199"/>
              <a:gd name="connsiteY6256" fmla="*/ 1958273 h 6382977"/>
              <a:gd name="connsiteX6257" fmla="*/ 4878148 w 6501199"/>
              <a:gd name="connsiteY6257" fmla="*/ 1966059 h 6382977"/>
              <a:gd name="connsiteX6258" fmla="*/ 4882006 w 6501199"/>
              <a:gd name="connsiteY6258" fmla="*/ 1970135 h 6382977"/>
              <a:gd name="connsiteX6259" fmla="*/ 4916342 w 6501199"/>
              <a:gd name="connsiteY6259" fmla="*/ 1951725 h 6382977"/>
              <a:gd name="connsiteX6260" fmla="*/ 4927458 w 6501199"/>
              <a:gd name="connsiteY6260" fmla="*/ 1941061 h 6382977"/>
              <a:gd name="connsiteX6261" fmla="*/ 4943071 w 6501199"/>
              <a:gd name="connsiteY6261" fmla="*/ 1947158 h 6382977"/>
              <a:gd name="connsiteX6262" fmla="*/ 4944434 w 6501199"/>
              <a:gd name="connsiteY6262" fmla="*/ 1945582 h 6382977"/>
              <a:gd name="connsiteX6263" fmla="*/ 4961129 w 6501199"/>
              <a:gd name="connsiteY6263" fmla="*/ 1937752 h 6382977"/>
              <a:gd name="connsiteX6264" fmla="*/ 4981649 w 6501199"/>
              <a:gd name="connsiteY6264" fmla="*/ 1908230 h 6382977"/>
              <a:gd name="connsiteX6265" fmla="*/ 4974809 w 6501199"/>
              <a:gd name="connsiteY6265" fmla="*/ 1921911 h 6382977"/>
              <a:gd name="connsiteX6266" fmla="*/ 4998906 w 6501199"/>
              <a:gd name="connsiteY6266" fmla="*/ 1886116 h 6382977"/>
              <a:gd name="connsiteX6267" fmla="*/ 5015305 w 6501199"/>
              <a:gd name="connsiteY6267" fmla="*/ 1878946 h 6382977"/>
              <a:gd name="connsiteX6268" fmla="*/ 5015949 w 6501199"/>
              <a:gd name="connsiteY6268" fmla="*/ 1877475 h 6382977"/>
              <a:gd name="connsiteX6269" fmla="*/ 5017419 w 6501199"/>
              <a:gd name="connsiteY6269" fmla="*/ 1859401 h 6382977"/>
              <a:gd name="connsiteX6270" fmla="*/ 5038529 w 6501199"/>
              <a:gd name="connsiteY6270" fmla="*/ 1812823 h 6382977"/>
              <a:gd name="connsiteX6271" fmla="*/ 5052209 w 6501199"/>
              <a:gd name="connsiteY6271" fmla="*/ 1805983 h 6382977"/>
              <a:gd name="connsiteX6272" fmla="*/ 5072730 w 6501199"/>
              <a:gd name="connsiteY6272" fmla="*/ 1787621 h 6382977"/>
              <a:gd name="connsiteX6273" fmla="*/ 5091090 w 6501199"/>
              <a:gd name="connsiteY6273" fmla="*/ 1735418 h 6382977"/>
              <a:gd name="connsiteX6274" fmla="*/ 5104410 w 6501199"/>
              <a:gd name="connsiteY6274" fmla="*/ 1746939 h 6382977"/>
              <a:gd name="connsiteX6275" fmla="*/ 5093250 w 6501199"/>
              <a:gd name="connsiteY6275" fmla="*/ 1735418 h 6382977"/>
              <a:gd name="connsiteX6276" fmla="*/ 5115930 w 6501199"/>
              <a:gd name="connsiteY6276" fmla="*/ 1673854 h 6382977"/>
              <a:gd name="connsiteX6277" fmla="*/ 5118090 w 6501199"/>
              <a:gd name="connsiteY6277" fmla="*/ 1660173 h 6382977"/>
              <a:gd name="connsiteX6278" fmla="*/ 5131770 w 6501199"/>
              <a:gd name="connsiteY6278" fmla="*/ 1660173 h 6382977"/>
              <a:gd name="connsiteX6279" fmla="*/ 5131770 w 6501199"/>
              <a:gd name="connsiteY6279" fmla="*/ 1633171 h 6382977"/>
              <a:gd name="connsiteX6280" fmla="*/ 5145450 w 6501199"/>
              <a:gd name="connsiteY6280" fmla="*/ 1610129 h 6382977"/>
              <a:gd name="connsiteX6281" fmla="*/ 5198011 w 6501199"/>
              <a:gd name="connsiteY6281" fmla="*/ 1533084 h 6382977"/>
              <a:gd name="connsiteX6282" fmla="*/ 5211331 w 6501199"/>
              <a:gd name="connsiteY6282" fmla="*/ 1453519 h 6382977"/>
              <a:gd name="connsiteX6283" fmla="*/ 5222851 w 6501199"/>
              <a:gd name="connsiteY6283" fmla="*/ 1439478 h 6382977"/>
              <a:gd name="connsiteX6284" fmla="*/ 5220691 w 6501199"/>
              <a:gd name="connsiteY6284" fmla="*/ 1498882 h 6382977"/>
              <a:gd name="connsiteX6285" fmla="*/ 5238691 w 6501199"/>
              <a:gd name="connsiteY6285" fmla="*/ 1503202 h 6382977"/>
              <a:gd name="connsiteX6286" fmla="*/ 5234371 w 6501199"/>
              <a:gd name="connsiteY6286" fmla="*/ 1483041 h 6382977"/>
              <a:gd name="connsiteX6287" fmla="*/ 5259211 w 6501199"/>
              <a:gd name="connsiteY6287" fmla="*/ 1485201 h 6382977"/>
              <a:gd name="connsiteX6288" fmla="*/ 5241211 w 6501199"/>
              <a:gd name="connsiteY6288" fmla="*/ 1464679 h 6382977"/>
              <a:gd name="connsiteX6289" fmla="*/ 5252371 w 6501199"/>
              <a:gd name="connsiteY6289" fmla="*/ 1439478 h 6382977"/>
              <a:gd name="connsiteX6290" fmla="*/ 5227531 w 6501199"/>
              <a:gd name="connsiteY6290" fmla="*/ 1432637 h 6382977"/>
              <a:gd name="connsiteX6291" fmla="*/ 5231851 w 6501199"/>
              <a:gd name="connsiteY6291" fmla="*/ 1400955 h 6382977"/>
              <a:gd name="connsiteX6292" fmla="*/ 5250211 w 6501199"/>
              <a:gd name="connsiteY6292" fmla="*/ 1398795 h 6382977"/>
              <a:gd name="connsiteX6293" fmla="*/ 5266051 w 6501199"/>
              <a:gd name="connsiteY6293" fmla="*/ 1355592 h 6382977"/>
              <a:gd name="connsiteX6294" fmla="*/ 5263891 w 6501199"/>
              <a:gd name="connsiteY6294" fmla="*/ 1387274 h 6382977"/>
              <a:gd name="connsiteX6295" fmla="*/ 5288731 w 6501199"/>
              <a:gd name="connsiteY6295" fmla="*/ 1378273 h 6382977"/>
              <a:gd name="connsiteX6296" fmla="*/ 5275051 w 6501199"/>
              <a:gd name="connsiteY6296" fmla="*/ 1364592 h 6382977"/>
              <a:gd name="connsiteX6297" fmla="*/ 5302411 w 6501199"/>
              <a:gd name="connsiteY6297" fmla="*/ 1309869 h 6382977"/>
              <a:gd name="connsiteX6298" fmla="*/ 5320772 w 6501199"/>
              <a:gd name="connsiteY6298" fmla="*/ 1305548 h 6382977"/>
              <a:gd name="connsiteX6299" fmla="*/ 5318611 w 6501199"/>
              <a:gd name="connsiteY6299" fmla="*/ 1298708 h 6382977"/>
              <a:gd name="connsiteX6300" fmla="*/ 5288731 w 6501199"/>
              <a:gd name="connsiteY6300" fmla="*/ 1300868 h 6382977"/>
              <a:gd name="connsiteX6301" fmla="*/ 5293411 w 6501199"/>
              <a:gd name="connsiteY6301" fmla="*/ 1280347 h 6382977"/>
              <a:gd name="connsiteX6302" fmla="*/ 5275051 w 6501199"/>
              <a:gd name="connsiteY6302" fmla="*/ 1291867 h 6382977"/>
              <a:gd name="connsiteX6303" fmla="*/ 5286571 w 6501199"/>
              <a:gd name="connsiteY6303" fmla="*/ 1269186 h 6382977"/>
              <a:gd name="connsiteX6304" fmla="*/ 5307091 w 6501199"/>
              <a:gd name="connsiteY6304" fmla="*/ 1282867 h 6382977"/>
              <a:gd name="connsiteX6305" fmla="*/ 5313931 w 6501199"/>
              <a:gd name="connsiteY6305" fmla="*/ 1259825 h 6382977"/>
              <a:gd name="connsiteX6306" fmla="*/ 5316222 w 6501199"/>
              <a:gd name="connsiteY6306" fmla="*/ 1259853 h 6382977"/>
              <a:gd name="connsiteX6307" fmla="*/ 5316893 w 6501199"/>
              <a:gd name="connsiteY6307" fmla="*/ 1257959 h 6382977"/>
              <a:gd name="connsiteX6308" fmla="*/ 5323752 w 6501199"/>
              <a:gd name="connsiteY6308" fmla="*/ 1241425 h 6382977"/>
              <a:gd name="connsiteX6309" fmla="*/ 5329828 w 6501199"/>
              <a:gd name="connsiteY6309" fmla="*/ 1247256 h 6382977"/>
              <a:gd name="connsiteX6310" fmla="*/ 5329726 w 6501199"/>
              <a:gd name="connsiteY6310" fmla="*/ 1248385 h 6382977"/>
              <a:gd name="connsiteX6311" fmla="*/ 5335307 w 6501199"/>
              <a:gd name="connsiteY6311" fmla="*/ 1245199 h 6382977"/>
              <a:gd name="connsiteX6312" fmla="*/ 5350292 w 6501199"/>
              <a:gd name="connsiteY6312" fmla="*/ 1239304 h 6382977"/>
              <a:gd name="connsiteX6313" fmla="*/ 5343452 w 6501199"/>
              <a:gd name="connsiteY6313" fmla="*/ 1228143 h 6382977"/>
              <a:gd name="connsiteX6314" fmla="*/ 5331932 w 6501199"/>
              <a:gd name="connsiteY6314" fmla="*/ 1234984 h 6382977"/>
              <a:gd name="connsiteX6315" fmla="*/ 5335681 w 6501199"/>
              <a:gd name="connsiteY6315" fmla="*/ 1219274 h 6382977"/>
              <a:gd name="connsiteX6316" fmla="*/ 5331417 w 6501199"/>
              <a:gd name="connsiteY6316" fmla="*/ 1207937 h 6382977"/>
              <a:gd name="connsiteX6317" fmla="*/ 5350253 w 6501199"/>
              <a:gd name="connsiteY6317" fmla="*/ 1174779 h 6382977"/>
              <a:gd name="connsiteX6318" fmla="*/ 5345637 w 6501199"/>
              <a:gd name="connsiteY6318" fmla="*/ 1189682 h 6382977"/>
              <a:gd name="connsiteX6319" fmla="*/ 5354522 w 6501199"/>
              <a:gd name="connsiteY6319" fmla="*/ 1211357 h 6382977"/>
              <a:gd name="connsiteX6320" fmla="*/ 5361812 w 6501199"/>
              <a:gd name="connsiteY6320" fmla="*/ 1234984 h 6382977"/>
              <a:gd name="connsiteX6321" fmla="*/ 5370812 w 6501199"/>
              <a:gd name="connsiteY6321" fmla="*/ 1232463 h 6382977"/>
              <a:gd name="connsiteX6322" fmla="*/ 5363972 w 6501199"/>
              <a:gd name="connsiteY6322" fmla="*/ 1175579 h 6382977"/>
              <a:gd name="connsiteX6323" fmla="*/ 5377652 w 6501199"/>
              <a:gd name="connsiteY6323" fmla="*/ 1173419 h 6382977"/>
              <a:gd name="connsiteX6324" fmla="*/ 5377652 w 6501199"/>
              <a:gd name="connsiteY6324" fmla="*/ 1166579 h 6382977"/>
              <a:gd name="connsiteX6325" fmla="*/ 5366132 w 6501199"/>
              <a:gd name="connsiteY6325" fmla="*/ 1166579 h 6382977"/>
              <a:gd name="connsiteX6326" fmla="*/ 5377652 w 6501199"/>
              <a:gd name="connsiteY6326" fmla="*/ 1141737 h 6382977"/>
              <a:gd name="connsiteX6327" fmla="*/ 5368292 w 6501199"/>
              <a:gd name="connsiteY6327" fmla="*/ 1096014 h 6382977"/>
              <a:gd name="connsiteX6328" fmla="*/ 5388812 w 6501199"/>
              <a:gd name="connsiteY6328" fmla="*/ 1132376 h 6382977"/>
              <a:gd name="connsiteX6329" fmla="*/ 5391332 w 6501199"/>
              <a:gd name="connsiteY6329" fmla="*/ 1084853 h 6382977"/>
              <a:gd name="connsiteX6330" fmla="*/ 5363972 w 6501199"/>
              <a:gd name="connsiteY6330" fmla="*/ 1087013 h 6382977"/>
              <a:gd name="connsiteX6331" fmla="*/ 5366132 w 6501199"/>
              <a:gd name="connsiteY6331" fmla="*/ 1075493 h 6382977"/>
              <a:gd name="connsiteX6332" fmla="*/ 5398172 w 6501199"/>
              <a:gd name="connsiteY6332" fmla="*/ 1080173 h 6382977"/>
              <a:gd name="connsiteX6333" fmla="*/ 5405013 w 6501199"/>
              <a:gd name="connsiteY6333" fmla="*/ 1057491 h 6382977"/>
              <a:gd name="connsiteX6334" fmla="*/ 5396462 w 6501199"/>
              <a:gd name="connsiteY6334" fmla="*/ 1022479 h 6382977"/>
              <a:gd name="connsiteX6335" fmla="*/ 5398408 w 6501199"/>
              <a:gd name="connsiteY6335" fmla="*/ 1011333 h 6382977"/>
              <a:gd name="connsiteX6336" fmla="*/ 5397457 w 6501199"/>
              <a:gd name="connsiteY6336" fmla="*/ 1014052 h 6382977"/>
              <a:gd name="connsiteX6337" fmla="*/ 5381348 w 6501199"/>
              <a:gd name="connsiteY6337" fmla="*/ 1011896 h 6382977"/>
              <a:gd name="connsiteX6338" fmla="*/ 5390655 w 6501199"/>
              <a:gd name="connsiteY6338" fmla="*/ 957262 h 6382977"/>
              <a:gd name="connsiteX6339" fmla="*/ 5404353 w 6501199"/>
              <a:gd name="connsiteY6339" fmla="*/ 967298 h 6382977"/>
              <a:gd name="connsiteX6340" fmla="*/ 5408294 w 6501199"/>
              <a:gd name="connsiteY6340" fmla="*/ 977897 h 6382977"/>
              <a:gd name="connsiteX6341" fmla="*/ 5416134 w 6501199"/>
              <a:gd name="connsiteY6341" fmla="*/ 971550 h 6382977"/>
              <a:gd name="connsiteX6342" fmla="*/ 5411669 w 6501199"/>
              <a:gd name="connsiteY6342" fmla="*/ 987985 h 6382977"/>
              <a:gd name="connsiteX6343" fmla="*/ 5411483 w 6501199"/>
              <a:gd name="connsiteY6343" fmla="*/ 982616 h 6382977"/>
              <a:gd name="connsiteX6344" fmla="*/ 5408695 w 6501199"/>
              <a:gd name="connsiteY6344" fmla="*/ 981916 h 6382977"/>
              <a:gd name="connsiteX6345" fmla="*/ 5404888 w 6501199"/>
              <a:gd name="connsiteY6345" fmla="*/ 992801 h 6382977"/>
              <a:gd name="connsiteX6346" fmla="*/ 5407825 w 6501199"/>
              <a:gd name="connsiteY6346" fmla="*/ 994425 h 6382977"/>
              <a:gd name="connsiteX6347" fmla="*/ 5413360 w 6501199"/>
              <a:gd name="connsiteY6347" fmla="*/ 1012527 h 6382977"/>
              <a:gd name="connsiteX6348" fmla="*/ 5422438 w 6501199"/>
              <a:gd name="connsiteY6348" fmla="*/ 1016215 h 6382977"/>
              <a:gd name="connsiteX6349" fmla="*/ 5423399 w 6501199"/>
              <a:gd name="connsiteY6349" fmla="*/ 1014041 h 6382977"/>
              <a:gd name="connsiteX6350" fmla="*/ 5425134 w 6501199"/>
              <a:gd name="connsiteY6350" fmla="*/ 1003229 h 6382977"/>
              <a:gd name="connsiteX6351" fmla="*/ 5438853 w 6501199"/>
              <a:gd name="connsiteY6351" fmla="*/ 964245 h 6382977"/>
              <a:gd name="connsiteX6352" fmla="*/ 5434533 w 6501199"/>
              <a:gd name="connsiteY6352" fmla="*/ 923202 h 6382977"/>
              <a:gd name="connsiteX6353" fmla="*/ 5424543 w 6501199"/>
              <a:gd name="connsiteY6353" fmla="*/ 919512 h 6382977"/>
              <a:gd name="connsiteX6354" fmla="*/ 5417599 w 6501199"/>
              <a:gd name="connsiteY6354" fmla="*/ 915106 h 6382977"/>
              <a:gd name="connsiteX6355" fmla="*/ 5416246 w 6501199"/>
              <a:gd name="connsiteY6355" fmla="*/ 917500 h 6382977"/>
              <a:gd name="connsiteX6356" fmla="*/ 5407297 w 6501199"/>
              <a:gd name="connsiteY6356" fmla="*/ 928323 h 6382977"/>
              <a:gd name="connsiteX6357" fmla="*/ 5407297 w 6501199"/>
              <a:gd name="connsiteY6357" fmla="*/ 907586 h 6382977"/>
              <a:gd name="connsiteX6358" fmla="*/ 5398212 w 6501199"/>
              <a:gd name="connsiteY6358" fmla="*/ 893762 h 6382977"/>
              <a:gd name="connsiteX6359" fmla="*/ 5412521 w 6501199"/>
              <a:gd name="connsiteY6359" fmla="*/ 898582 h 6382977"/>
              <a:gd name="connsiteX6360" fmla="*/ 5413089 w 6501199"/>
              <a:gd name="connsiteY6360" fmla="*/ 898923 h 6382977"/>
              <a:gd name="connsiteX6361" fmla="*/ 5415560 w 6501199"/>
              <a:gd name="connsiteY6361" fmla="*/ 897354 h 6382977"/>
              <a:gd name="connsiteX6362" fmla="*/ 5432013 w 6501199"/>
              <a:gd name="connsiteY6362" fmla="*/ 911681 h 6382977"/>
              <a:gd name="connsiteX6363" fmla="*/ 5433582 w 6501199"/>
              <a:gd name="connsiteY6363" fmla="*/ 906956 h 6382977"/>
              <a:gd name="connsiteX6364" fmla="*/ 5437467 w 6501199"/>
              <a:gd name="connsiteY6364" fmla="*/ 908675 h 6382977"/>
              <a:gd name="connsiteX6365" fmla="*/ 5439501 w 6501199"/>
              <a:gd name="connsiteY6365" fmla="*/ 904277 h 6382977"/>
              <a:gd name="connsiteX6366" fmla="*/ 5444043 w 6501199"/>
              <a:gd name="connsiteY6366" fmla="*/ 903859 h 6382977"/>
              <a:gd name="connsiteX6367" fmla="*/ 5436693 w 6501199"/>
              <a:gd name="connsiteY6367" fmla="*/ 897685 h 6382977"/>
              <a:gd name="connsiteX6368" fmla="*/ 5445693 w 6501199"/>
              <a:gd name="connsiteY6368" fmla="*/ 891520 h 6382977"/>
              <a:gd name="connsiteX6369" fmla="*/ 4785894 w 6501199"/>
              <a:gd name="connsiteY6369" fmla="*/ 890587 h 6382977"/>
              <a:gd name="connsiteX6370" fmla="*/ 4797037 w 6501199"/>
              <a:gd name="connsiteY6370" fmla="*/ 931303 h 6382977"/>
              <a:gd name="connsiteX6371" fmla="*/ 4792724 w 6501199"/>
              <a:gd name="connsiteY6371" fmla="*/ 949680 h 6382977"/>
              <a:gd name="connsiteX6372" fmla="*/ 4790208 w 6501199"/>
              <a:gd name="connsiteY6372" fmla="*/ 961210 h 6382977"/>
              <a:gd name="connsiteX6373" fmla="*/ 4767563 w 6501199"/>
              <a:gd name="connsiteY6373" fmla="*/ 999764 h 6382977"/>
              <a:gd name="connsiteX6374" fmla="*/ 4770079 w 6501199"/>
              <a:gd name="connsiteY6374" fmla="*/ 944995 h 6382977"/>
              <a:gd name="connsiteX6375" fmla="*/ 4785894 w 6501199"/>
              <a:gd name="connsiteY6375" fmla="*/ 890587 h 6382977"/>
              <a:gd name="connsiteX6376" fmla="*/ 4864158 w 6501199"/>
              <a:gd name="connsiteY6376" fmla="*/ 884237 h 6382977"/>
              <a:gd name="connsiteX6377" fmla="*/ 4907353 w 6501199"/>
              <a:gd name="connsiteY6377" fmla="*/ 904537 h 6382977"/>
              <a:gd name="connsiteX6378" fmla="*/ 4891155 w 6501199"/>
              <a:gd name="connsiteY6378" fmla="*/ 929912 h 6382977"/>
              <a:gd name="connsiteX6379" fmla="*/ 4879996 w 6501199"/>
              <a:gd name="connsiteY6379" fmla="*/ 904537 h 6382977"/>
              <a:gd name="connsiteX6380" fmla="*/ 4859478 w 6501199"/>
              <a:gd name="connsiteY6380" fmla="*/ 927737 h 6382977"/>
              <a:gd name="connsiteX6381" fmla="*/ 4864158 w 6501199"/>
              <a:gd name="connsiteY6381" fmla="*/ 884237 h 6382977"/>
              <a:gd name="connsiteX6382" fmla="*/ 5591887 w 6501199"/>
              <a:gd name="connsiteY6382" fmla="*/ 881624 h 6382977"/>
              <a:gd name="connsiteX6383" fmla="*/ 5596248 w 6501199"/>
              <a:gd name="connsiteY6383" fmla="*/ 893266 h 6382977"/>
              <a:gd name="connsiteX6384" fmla="*/ 5616962 w 6501199"/>
              <a:gd name="connsiteY6384" fmla="*/ 895448 h 6382977"/>
              <a:gd name="connsiteX6385" fmla="*/ 5591887 w 6501199"/>
              <a:gd name="connsiteY6385" fmla="*/ 907090 h 6382977"/>
              <a:gd name="connsiteX6386" fmla="*/ 5591887 w 6501199"/>
              <a:gd name="connsiteY6386" fmla="*/ 881624 h 6382977"/>
              <a:gd name="connsiteX6387" fmla="*/ 4594975 w 6501199"/>
              <a:gd name="connsiteY6387" fmla="*/ 863600 h 6382977"/>
              <a:gd name="connsiteX6388" fmla="*/ 4629536 w 6501199"/>
              <a:gd name="connsiteY6388" fmla="*/ 877388 h 6382977"/>
              <a:gd name="connsiteX6389" fmla="*/ 4626990 w 6501199"/>
              <a:gd name="connsiteY6389" fmla="*/ 888637 h 6382977"/>
              <a:gd name="connsiteX6390" fmla="*/ 4594975 w 6501199"/>
              <a:gd name="connsiteY6390" fmla="*/ 863600 h 6382977"/>
              <a:gd name="connsiteX6391" fmla="*/ 5654814 w 6501199"/>
              <a:gd name="connsiteY6391" fmla="*/ 853016 h 6382977"/>
              <a:gd name="connsiteX6392" fmla="*/ 5659211 w 6501199"/>
              <a:gd name="connsiteY6392" fmla="*/ 888647 h 6382977"/>
              <a:gd name="connsiteX6393" fmla="*/ 5654814 w 6501199"/>
              <a:gd name="connsiteY6393" fmla="*/ 853016 h 6382977"/>
              <a:gd name="connsiteX6394" fmla="*/ 5351331 w 6501199"/>
              <a:gd name="connsiteY6394" fmla="*/ 852487 h 6382977"/>
              <a:gd name="connsiteX6395" fmla="*/ 5349214 w 6501199"/>
              <a:gd name="connsiteY6395" fmla="*/ 915630 h 6382977"/>
              <a:gd name="connsiteX6396" fmla="*/ 5351331 w 6501199"/>
              <a:gd name="connsiteY6396" fmla="*/ 852487 h 6382977"/>
              <a:gd name="connsiteX6397" fmla="*/ 5411669 w 6501199"/>
              <a:gd name="connsiteY6397" fmla="*/ 846137 h 6382977"/>
              <a:gd name="connsiteX6398" fmla="*/ 5428041 w 6501199"/>
              <a:gd name="connsiteY6398" fmla="*/ 871195 h 6382977"/>
              <a:gd name="connsiteX6399" fmla="*/ 5411669 w 6501199"/>
              <a:gd name="connsiteY6399" fmla="*/ 882292 h 6382977"/>
              <a:gd name="connsiteX6400" fmla="*/ 5411669 w 6501199"/>
              <a:gd name="connsiteY6400" fmla="*/ 846137 h 6382977"/>
              <a:gd name="connsiteX6401" fmla="*/ 5407664 w 6501199"/>
              <a:gd name="connsiteY6401" fmla="*/ 820066 h 6382977"/>
              <a:gd name="connsiteX6402" fmla="*/ 5403013 w 6501199"/>
              <a:gd name="connsiteY6402" fmla="*/ 837953 h 6382977"/>
              <a:gd name="connsiteX6403" fmla="*/ 5407664 w 6501199"/>
              <a:gd name="connsiteY6403" fmla="*/ 820066 h 6382977"/>
              <a:gd name="connsiteX6404" fmla="*/ 4599372 w 6501199"/>
              <a:gd name="connsiteY6404" fmla="*/ 817995 h 6382977"/>
              <a:gd name="connsiteX6405" fmla="*/ 4599372 w 6501199"/>
              <a:gd name="connsiteY6405" fmla="*/ 826750 h 6382977"/>
              <a:gd name="connsiteX6406" fmla="*/ 4575925 w 6501199"/>
              <a:gd name="connsiteY6406" fmla="*/ 824393 h 6382977"/>
              <a:gd name="connsiteX6407" fmla="*/ 4599372 w 6501199"/>
              <a:gd name="connsiteY6407" fmla="*/ 817995 h 6382977"/>
              <a:gd name="connsiteX6408" fmla="*/ 5451808 w 6501199"/>
              <a:gd name="connsiteY6408" fmla="*/ 815975 h 6382977"/>
              <a:gd name="connsiteX6409" fmla="*/ 5467738 w 6501199"/>
              <a:gd name="connsiteY6409" fmla="*/ 820737 h 6382977"/>
              <a:gd name="connsiteX6410" fmla="*/ 5458687 w 6501199"/>
              <a:gd name="connsiteY6410" fmla="*/ 834658 h 6382977"/>
              <a:gd name="connsiteX6411" fmla="*/ 5451808 w 6501199"/>
              <a:gd name="connsiteY6411" fmla="*/ 815975 h 6382977"/>
              <a:gd name="connsiteX6412" fmla="*/ 4804663 w 6501199"/>
              <a:gd name="connsiteY6412" fmla="*/ 809625 h 6382977"/>
              <a:gd name="connsiteX6413" fmla="*/ 4797778 w 6501199"/>
              <a:gd name="connsiteY6413" fmla="*/ 891814 h 6382977"/>
              <a:gd name="connsiteX6414" fmla="*/ 4804663 w 6501199"/>
              <a:gd name="connsiteY6414" fmla="*/ 809625 h 6382977"/>
              <a:gd name="connsiteX6415" fmla="*/ 4002838 w 6501199"/>
              <a:gd name="connsiteY6415" fmla="*/ 803885 h 6382977"/>
              <a:gd name="connsiteX6416" fmla="*/ 4007600 w 6501199"/>
              <a:gd name="connsiteY6416" fmla="*/ 806449 h 6382977"/>
              <a:gd name="connsiteX6417" fmla="*/ 4002838 w 6501199"/>
              <a:gd name="connsiteY6417" fmla="*/ 803885 h 6382977"/>
              <a:gd name="connsiteX6418" fmla="*/ 5500346 w 6501199"/>
              <a:gd name="connsiteY6418" fmla="*/ 792747 h 6382977"/>
              <a:gd name="connsiteX6419" fmla="*/ 5507416 w 6501199"/>
              <a:gd name="connsiteY6419" fmla="*/ 797454 h 6382977"/>
              <a:gd name="connsiteX6420" fmla="*/ 5493277 w 6501199"/>
              <a:gd name="connsiteY6420" fmla="*/ 810850 h 6382977"/>
              <a:gd name="connsiteX6421" fmla="*/ 5500346 w 6501199"/>
              <a:gd name="connsiteY6421" fmla="*/ 792747 h 6382977"/>
              <a:gd name="connsiteX6422" fmla="*/ 4977132 w 6501199"/>
              <a:gd name="connsiteY6422" fmla="*/ 758825 h 6382977"/>
              <a:gd name="connsiteX6423" fmla="*/ 4960825 w 6501199"/>
              <a:gd name="connsiteY6423" fmla="*/ 898164 h 6382977"/>
              <a:gd name="connsiteX6424" fmla="*/ 4926763 w 6501199"/>
              <a:gd name="connsiteY6424" fmla="*/ 881920 h 6382977"/>
              <a:gd name="connsiteX6425" fmla="*/ 4953940 w 6501199"/>
              <a:gd name="connsiteY6425" fmla="*/ 881920 h 6382977"/>
              <a:gd name="connsiteX6426" fmla="*/ 4977132 w 6501199"/>
              <a:gd name="connsiteY6426" fmla="*/ 758825 h 6382977"/>
              <a:gd name="connsiteX6427" fmla="*/ 5566847 w 6501199"/>
              <a:gd name="connsiteY6427" fmla="*/ 755786 h 6382977"/>
              <a:gd name="connsiteX6428" fmla="*/ 5566444 w 6501199"/>
              <a:gd name="connsiteY6428" fmla="*/ 757378 h 6382977"/>
              <a:gd name="connsiteX6429" fmla="*/ 5563350 w 6501199"/>
              <a:gd name="connsiteY6429" fmla="*/ 769583 h 6382977"/>
              <a:gd name="connsiteX6430" fmla="*/ 5564865 w 6501199"/>
              <a:gd name="connsiteY6430" fmla="*/ 763605 h 6382977"/>
              <a:gd name="connsiteX6431" fmla="*/ 5505231 w 6501199"/>
              <a:gd name="connsiteY6431" fmla="*/ 755650 h 6382977"/>
              <a:gd name="connsiteX6432" fmla="*/ 5500675 w 6501199"/>
              <a:gd name="connsiteY6432" fmla="*/ 775925 h 6382977"/>
              <a:gd name="connsiteX6433" fmla="*/ 5505231 w 6501199"/>
              <a:gd name="connsiteY6433" fmla="*/ 755650 h 6382977"/>
              <a:gd name="connsiteX6434" fmla="*/ 5567896 w 6501199"/>
              <a:gd name="connsiteY6434" fmla="*/ 751650 h 6382977"/>
              <a:gd name="connsiteX6435" fmla="*/ 5567391 w 6501199"/>
              <a:gd name="connsiteY6435" fmla="*/ 753642 h 6382977"/>
              <a:gd name="connsiteX6436" fmla="*/ 5566847 w 6501199"/>
              <a:gd name="connsiteY6436" fmla="*/ 755786 h 6382977"/>
              <a:gd name="connsiteX6437" fmla="*/ 5418991 w 6501199"/>
              <a:gd name="connsiteY6437" fmla="*/ 747712 h 6382977"/>
              <a:gd name="connsiteX6438" fmla="*/ 5431959 w 6501199"/>
              <a:gd name="connsiteY6438" fmla="*/ 800255 h 6382977"/>
              <a:gd name="connsiteX6439" fmla="*/ 5414434 w 6501199"/>
              <a:gd name="connsiteY6439" fmla="*/ 807139 h 6382977"/>
              <a:gd name="connsiteX6440" fmla="*/ 5418991 w 6501199"/>
              <a:gd name="connsiteY6440" fmla="*/ 747712 h 6382977"/>
              <a:gd name="connsiteX6441" fmla="*/ 5720277 w 6501199"/>
              <a:gd name="connsiteY6441" fmla="*/ 746273 h 6382977"/>
              <a:gd name="connsiteX6442" fmla="*/ 5739204 w 6501199"/>
              <a:gd name="connsiteY6442" fmla="*/ 757237 h 6382977"/>
              <a:gd name="connsiteX6443" fmla="*/ 5736692 w 6501199"/>
              <a:gd name="connsiteY6443" fmla="*/ 772759 h 6382977"/>
              <a:gd name="connsiteX6444" fmla="*/ 5698288 w 6501199"/>
              <a:gd name="connsiteY6444" fmla="*/ 750534 h 6382977"/>
              <a:gd name="connsiteX6445" fmla="*/ 5714080 w 6501199"/>
              <a:gd name="connsiteY6445" fmla="*/ 750534 h 6382977"/>
              <a:gd name="connsiteX6446" fmla="*/ 5720277 w 6501199"/>
              <a:gd name="connsiteY6446" fmla="*/ 746273 h 6382977"/>
              <a:gd name="connsiteX6447" fmla="*/ 4752138 w 6501199"/>
              <a:gd name="connsiteY6447" fmla="*/ 741362 h 6382977"/>
              <a:gd name="connsiteX6448" fmla="*/ 4760900 w 6501199"/>
              <a:gd name="connsiteY6448" fmla="*/ 761644 h 6382977"/>
              <a:gd name="connsiteX6449" fmla="*/ 4752138 w 6501199"/>
              <a:gd name="connsiteY6449" fmla="*/ 741362 h 6382977"/>
              <a:gd name="connsiteX6450" fmla="*/ 4565350 w 6501199"/>
              <a:gd name="connsiteY6450" fmla="*/ 740419 h 6382977"/>
              <a:gd name="connsiteX6451" fmla="*/ 4574206 w 6501199"/>
              <a:gd name="connsiteY6451" fmla="*/ 754930 h 6382977"/>
              <a:gd name="connsiteX6452" fmla="*/ 4605734 w 6501199"/>
              <a:gd name="connsiteY6452" fmla="*/ 757163 h 6382977"/>
              <a:gd name="connsiteX6453" fmla="*/ 4567476 w 6501199"/>
              <a:gd name="connsiteY6453" fmla="*/ 759395 h 6382977"/>
              <a:gd name="connsiteX6454" fmla="*/ 4565350 w 6501199"/>
              <a:gd name="connsiteY6454" fmla="*/ 740419 h 6382977"/>
              <a:gd name="connsiteX6455" fmla="*/ 5475408 w 6501199"/>
              <a:gd name="connsiteY6455" fmla="*/ 738187 h 6382977"/>
              <a:gd name="connsiteX6456" fmla="*/ 5473273 w 6501199"/>
              <a:gd name="connsiteY6456" fmla="*/ 758469 h 6382977"/>
              <a:gd name="connsiteX6457" fmla="*/ 5475408 w 6501199"/>
              <a:gd name="connsiteY6457" fmla="*/ 738187 h 6382977"/>
              <a:gd name="connsiteX6458" fmla="*/ 4810094 w 6501199"/>
              <a:gd name="connsiteY6458" fmla="*/ 736600 h 6382977"/>
              <a:gd name="connsiteX6459" fmla="*/ 4826087 w 6501199"/>
              <a:gd name="connsiteY6459" fmla="*/ 761299 h 6382977"/>
              <a:gd name="connsiteX6460" fmla="*/ 4799076 w 6501199"/>
              <a:gd name="connsiteY6460" fmla="*/ 772754 h 6382977"/>
              <a:gd name="connsiteX6461" fmla="*/ 4810094 w 6501199"/>
              <a:gd name="connsiteY6461" fmla="*/ 736600 h 6382977"/>
              <a:gd name="connsiteX6462" fmla="*/ 4661870 w 6501199"/>
              <a:gd name="connsiteY6462" fmla="*/ 734511 h 6382977"/>
              <a:gd name="connsiteX6463" fmla="*/ 4672829 w 6501199"/>
              <a:gd name="connsiteY6463" fmla="*/ 737067 h 6382977"/>
              <a:gd name="connsiteX6464" fmla="*/ 4656822 w 6501199"/>
              <a:gd name="connsiteY6464" fmla="*/ 743885 h 6382977"/>
              <a:gd name="connsiteX6465" fmla="*/ 4654275 w 6501199"/>
              <a:gd name="connsiteY6465" fmla="*/ 782278 h 6382977"/>
              <a:gd name="connsiteX6466" fmla="*/ 4647363 w 6501199"/>
              <a:gd name="connsiteY6466" fmla="*/ 737067 h 6382977"/>
              <a:gd name="connsiteX6467" fmla="*/ 4661870 w 6501199"/>
              <a:gd name="connsiteY6467" fmla="*/ 734511 h 6382977"/>
              <a:gd name="connsiteX6468" fmla="*/ 5383605 w 6501199"/>
              <a:gd name="connsiteY6468" fmla="*/ 725487 h 6382977"/>
              <a:gd name="connsiteX6469" fmla="*/ 5374304 w 6501199"/>
              <a:gd name="connsiteY6469" fmla="*/ 791801 h 6382977"/>
              <a:gd name="connsiteX6470" fmla="*/ 5383605 w 6501199"/>
              <a:gd name="connsiteY6470" fmla="*/ 725487 h 6382977"/>
              <a:gd name="connsiteX6471" fmla="*/ 4737369 w 6501199"/>
              <a:gd name="connsiteY6471" fmla="*/ 725487 h 6382977"/>
              <a:gd name="connsiteX6472" fmla="*/ 4762341 w 6501199"/>
              <a:gd name="connsiteY6472" fmla="*/ 737210 h 6382977"/>
              <a:gd name="connsiteX6473" fmla="*/ 4739509 w 6501199"/>
              <a:gd name="connsiteY6473" fmla="*/ 739408 h 6382977"/>
              <a:gd name="connsiteX6474" fmla="*/ 4737369 w 6501199"/>
              <a:gd name="connsiteY6474" fmla="*/ 725487 h 6382977"/>
              <a:gd name="connsiteX6475" fmla="*/ 4919213 w 6501199"/>
              <a:gd name="connsiteY6475" fmla="*/ 715491 h 6382977"/>
              <a:gd name="connsiteX6476" fmla="*/ 4934215 w 6501199"/>
              <a:gd name="connsiteY6476" fmla="*/ 715879 h 6382977"/>
              <a:gd name="connsiteX6477" fmla="*/ 4940690 w 6501199"/>
              <a:gd name="connsiteY6477" fmla="*/ 750071 h 6382977"/>
              <a:gd name="connsiteX6478" fmla="*/ 4911192 w 6501199"/>
              <a:gd name="connsiteY6478" fmla="*/ 765907 h 6382977"/>
              <a:gd name="connsiteX6479" fmla="*/ 4904358 w 6501199"/>
              <a:gd name="connsiteY6479" fmla="*/ 809098 h 6382977"/>
              <a:gd name="connsiteX6480" fmla="*/ 4920545 w 6501199"/>
              <a:gd name="connsiteY6480" fmla="*/ 811257 h 6382977"/>
              <a:gd name="connsiteX6481" fmla="*/ 4900041 w 6501199"/>
              <a:gd name="connsiteY6481" fmla="*/ 888640 h 6382977"/>
              <a:gd name="connsiteX6482" fmla="*/ 4870543 w 6501199"/>
              <a:gd name="connsiteY6482" fmla="*/ 854807 h 6382977"/>
              <a:gd name="connsiteX6483" fmla="*/ 4874983 w 6501199"/>
              <a:gd name="connsiteY6483" fmla="*/ 831503 h 6382977"/>
              <a:gd name="connsiteX6484" fmla="*/ 4869340 w 6501199"/>
              <a:gd name="connsiteY6484" fmla="*/ 826326 h 6382977"/>
              <a:gd name="connsiteX6485" fmla="*/ 4874507 w 6501199"/>
              <a:gd name="connsiteY6485" fmla="*/ 798512 h 6382977"/>
              <a:gd name="connsiteX6486" fmla="*/ 4883648 w 6501199"/>
              <a:gd name="connsiteY6486" fmla="*/ 805824 h 6382977"/>
              <a:gd name="connsiteX6487" fmla="*/ 4884387 w 6501199"/>
              <a:gd name="connsiteY6487" fmla="*/ 809854 h 6382977"/>
              <a:gd name="connsiteX6488" fmla="*/ 4887990 w 6501199"/>
              <a:gd name="connsiteY6488" fmla="*/ 802889 h 6382977"/>
              <a:gd name="connsiteX6489" fmla="*/ 4881695 w 6501199"/>
              <a:gd name="connsiteY6489" fmla="*/ 761228 h 6382977"/>
              <a:gd name="connsiteX6490" fmla="*/ 4911192 w 6501199"/>
              <a:gd name="connsiteY6490" fmla="*/ 743233 h 6382977"/>
              <a:gd name="connsiteX6491" fmla="*/ 4900041 w 6501199"/>
              <a:gd name="connsiteY6491" fmla="*/ 736394 h 6382977"/>
              <a:gd name="connsiteX6492" fmla="*/ 4919213 w 6501199"/>
              <a:gd name="connsiteY6492" fmla="*/ 715491 h 6382977"/>
              <a:gd name="connsiteX6493" fmla="*/ 4989116 w 6501199"/>
              <a:gd name="connsiteY6493" fmla="*/ 695261 h 6382977"/>
              <a:gd name="connsiteX6494" fmla="*/ 4986382 w 6501199"/>
              <a:gd name="connsiteY6494" fmla="*/ 736244 h 6382977"/>
              <a:gd name="connsiteX6495" fmla="*/ 4981796 w 6501199"/>
              <a:gd name="connsiteY6495" fmla="*/ 718088 h 6382977"/>
              <a:gd name="connsiteX6496" fmla="*/ 4989116 w 6501199"/>
              <a:gd name="connsiteY6496" fmla="*/ 695261 h 6382977"/>
              <a:gd name="connsiteX6497" fmla="*/ 5673366 w 6501199"/>
              <a:gd name="connsiteY6497" fmla="*/ 691512 h 6382977"/>
              <a:gd name="connsiteX6498" fmla="*/ 5666548 w 6501199"/>
              <a:gd name="connsiteY6498" fmla="*/ 780687 h 6382977"/>
              <a:gd name="connsiteX6499" fmla="*/ 5673366 w 6501199"/>
              <a:gd name="connsiteY6499" fmla="*/ 691512 h 6382977"/>
              <a:gd name="connsiteX6500" fmla="*/ 4814985 w 6501199"/>
              <a:gd name="connsiteY6500" fmla="*/ 690428 h 6382977"/>
              <a:gd name="connsiteX6501" fmla="*/ 4823956 w 6501199"/>
              <a:gd name="connsiteY6501" fmla="*/ 714990 h 6382977"/>
              <a:gd name="connsiteX6502" fmla="*/ 4853379 w 6501199"/>
              <a:gd name="connsiteY6502" fmla="*/ 721754 h 6382977"/>
              <a:gd name="connsiteX6503" fmla="*/ 4806015 w 6501199"/>
              <a:gd name="connsiteY6503" fmla="*/ 730653 h 6382977"/>
              <a:gd name="connsiteX6504" fmla="*/ 4810321 w 6501199"/>
              <a:gd name="connsiteY6504" fmla="*/ 728518 h 6382977"/>
              <a:gd name="connsiteX6505" fmla="*/ 4814985 w 6501199"/>
              <a:gd name="connsiteY6505" fmla="*/ 690428 h 6382977"/>
              <a:gd name="connsiteX6506" fmla="*/ 4922274 w 6501199"/>
              <a:gd name="connsiteY6506" fmla="*/ 682625 h 6382977"/>
              <a:gd name="connsiteX6507" fmla="*/ 4926799 w 6501199"/>
              <a:gd name="connsiteY6507" fmla="*/ 689331 h 6382977"/>
              <a:gd name="connsiteX6508" fmla="*/ 4926735 w 6501199"/>
              <a:gd name="connsiteY6508" fmla="*/ 699482 h 6382977"/>
              <a:gd name="connsiteX6509" fmla="*/ 4935925 w 6501199"/>
              <a:gd name="connsiteY6509" fmla="*/ 700672 h 6382977"/>
              <a:gd name="connsiteX6510" fmla="*/ 4930417 w 6501199"/>
              <a:gd name="connsiteY6510" fmla="*/ 707953 h 6382977"/>
              <a:gd name="connsiteX6511" fmla="*/ 4922684 w 6501199"/>
              <a:gd name="connsiteY6511" fmla="*/ 710927 h 6382977"/>
              <a:gd name="connsiteX6512" fmla="*/ 4921573 w 6501199"/>
              <a:gd name="connsiteY6512" fmla="*/ 713482 h 6382977"/>
              <a:gd name="connsiteX6513" fmla="*/ 4910888 w 6501199"/>
              <a:gd name="connsiteY6513" fmla="*/ 718779 h 6382977"/>
              <a:gd name="connsiteX6514" fmla="*/ 4913602 w 6501199"/>
              <a:gd name="connsiteY6514" fmla="*/ 710160 h 6382977"/>
              <a:gd name="connsiteX6515" fmla="*/ 4912314 w 6501199"/>
              <a:gd name="connsiteY6515" fmla="*/ 709888 h 6382977"/>
              <a:gd name="connsiteX6516" fmla="*/ 4910486 w 6501199"/>
              <a:gd name="connsiteY6516" fmla="*/ 700672 h 6382977"/>
              <a:gd name="connsiteX6517" fmla="*/ 4916844 w 6501199"/>
              <a:gd name="connsiteY6517" fmla="*/ 699866 h 6382977"/>
              <a:gd name="connsiteX6518" fmla="*/ 5638815 w 6501199"/>
              <a:gd name="connsiteY6518" fmla="*/ 674687 h 6382977"/>
              <a:gd name="connsiteX6519" fmla="*/ 5625709 w 6501199"/>
              <a:gd name="connsiteY6519" fmla="*/ 688354 h 6382977"/>
              <a:gd name="connsiteX6520" fmla="*/ 5645546 w 6501199"/>
              <a:gd name="connsiteY6520" fmla="*/ 695188 h 6382977"/>
              <a:gd name="connsiteX6521" fmla="*/ 5638815 w 6501199"/>
              <a:gd name="connsiteY6521" fmla="*/ 674687 h 6382977"/>
              <a:gd name="connsiteX6522" fmla="*/ 4666434 w 6501199"/>
              <a:gd name="connsiteY6522" fmla="*/ 674687 h 6382977"/>
              <a:gd name="connsiteX6523" fmla="*/ 4671154 w 6501199"/>
              <a:gd name="connsiteY6523" fmla="*/ 710842 h 6382977"/>
              <a:gd name="connsiteX6524" fmla="*/ 4641013 w 6501199"/>
              <a:gd name="connsiteY6524" fmla="*/ 695091 h 6382977"/>
              <a:gd name="connsiteX6525" fmla="*/ 4666434 w 6501199"/>
              <a:gd name="connsiteY6525" fmla="*/ 674687 h 6382977"/>
              <a:gd name="connsiteX6526" fmla="*/ 4852601 w 6501199"/>
              <a:gd name="connsiteY6526" fmla="*/ 669925 h 6382977"/>
              <a:gd name="connsiteX6527" fmla="*/ 4881955 w 6501199"/>
              <a:gd name="connsiteY6527" fmla="*/ 669925 h 6382977"/>
              <a:gd name="connsiteX6528" fmla="*/ 4852601 w 6501199"/>
              <a:gd name="connsiteY6528" fmla="*/ 669925 h 6382977"/>
              <a:gd name="connsiteX6529" fmla="*/ 4576651 w 6501199"/>
              <a:gd name="connsiteY6529" fmla="*/ 669925 h 6382977"/>
              <a:gd name="connsiteX6530" fmla="*/ 4576651 w 6501199"/>
              <a:gd name="connsiteY6530" fmla="*/ 694962 h 6382977"/>
              <a:gd name="connsiteX6531" fmla="*/ 4576651 w 6501199"/>
              <a:gd name="connsiteY6531" fmla="*/ 669925 h 6382977"/>
              <a:gd name="connsiteX6532" fmla="*/ 4948616 w 6501199"/>
              <a:gd name="connsiteY6532" fmla="*/ 667844 h 6382977"/>
              <a:gd name="connsiteX6533" fmla="*/ 4946383 w 6501199"/>
              <a:gd name="connsiteY6533" fmla="*/ 681365 h 6382977"/>
              <a:gd name="connsiteX6534" fmla="*/ 4948616 w 6501199"/>
              <a:gd name="connsiteY6534" fmla="*/ 667844 h 6382977"/>
              <a:gd name="connsiteX6535" fmla="*/ 4585147 w 6501199"/>
              <a:gd name="connsiteY6535" fmla="*/ 627571 h 6382977"/>
              <a:gd name="connsiteX6536" fmla="*/ 4605735 w 6501199"/>
              <a:gd name="connsiteY6536" fmla="*/ 646078 h 6382977"/>
              <a:gd name="connsiteX6537" fmla="*/ 4594446 w 6501199"/>
              <a:gd name="connsiteY6537" fmla="*/ 655269 h 6382977"/>
              <a:gd name="connsiteX6538" fmla="*/ 4574338 w 6501199"/>
              <a:gd name="connsiteY6538" fmla="*/ 629903 h 6382977"/>
              <a:gd name="connsiteX6539" fmla="*/ 4585147 w 6501199"/>
              <a:gd name="connsiteY6539" fmla="*/ 627571 h 6382977"/>
              <a:gd name="connsiteX6540" fmla="*/ 5522541 w 6501199"/>
              <a:gd name="connsiteY6540" fmla="*/ 614362 h 6382977"/>
              <a:gd name="connsiteX6541" fmla="*/ 5531475 w 6501199"/>
              <a:gd name="connsiteY6541" fmla="*/ 625493 h 6382977"/>
              <a:gd name="connsiteX6542" fmla="*/ 5511461 w 6501199"/>
              <a:gd name="connsiteY6542" fmla="*/ 630161 h 6382977"/>
              <a:gd name="connsiteX6543" fmla="*/ 5518252 w 6501199"/>
              <a:gd name="connsiteY6543" fmla="*/ 657451 h 6382977"/>
              <a:gd name="connsiteX6544" fmla="*/ 5538266 w 6501199"/>
              <a:gd name="connsiteY6544" fmla="*/ 639138 h 6382977"/>
              <a:gd name="connsiteX6545" fmla="*/ 5515750 w 6501199"/>
              <a:gd name="connsiteY6545" fmla="*/ 689050 h 6382977"/>
              <a:gd name="connsiteX6546" fmla="*/ 5513606 w 6501199"/>
              <a:gd name="connsiteY6546" fmla="*/ 709517 h 6382977"/>
              <a:gd name="connsiteX6547" fmla="*/ 5529331 w 6501199"/>
              <a:gd name="connsiteY6547" fmla="*/ 734653 h 6382977"/>
              <a:gd name="connsiteX6548" fmla="*/ 5495379 w 6501199"/>
              <a:gd name="connsiteY6548" fmla="*/ 721008 h 6382977"/>
              <a:gd name="connsiteX6549" fmla="*/ 5508960 w 6501199"/>
              <a:gd name="connsiteY6549" fmla="*/ 707363 h 6382977"/>
              <a:gd name="connsiteX6550" fmla="*/ 5497880 w 6501199"/>
              <a:gd name="connsiteY6550" fmla="*/ 707363 h 6382977"/>
              <a:gd name="connsiteX6551" fmla="*/ 5500025 w 6501199"/>
              <a:gd name="connsiteY6551" fmla="*/ 691563 h 6382977"/>
              <a:gd name="connsiteX6552" fmla="*/ 5508960 w 6501199"/>
              <a:gd name="connsiteY6552" fmla="*/ 628007 h 6382977"/>
              <a:gd name="connsiteX6553" fmla="*/ 5522541 w 6501199"/>
              <a:gd name="connsiteY6553" fmla="*/ 614362 h 6382977"/>
              <a:gd name="connsiteX6554" fmla="*/ 4968188 w 6501199"/>
              <a:gd name="connsiteY6554" fmla="*/ 609600 h 6382977"/>
              <a:gd name="connsiteX6555" fmla="*/ 4981963 w 6501199"/>
              <a:gd name="connsiteY6555" fmla="*/ 630004 h 6382977"/>
              <a:gd name="connsiteX6556" fmla="*/ 4952238 w 6501199"/>
              <a:gd name="connsiteY6556" fmla="*/ 625350 h 6382977"/>
              <a:gd name="connsiteX6557" fmla="*/ 4945350 w 6501199"/>
              <a:gd name="connsiteY6557" fmla="*/ 636805 h 6382977"/>
              <a:gd name="connsiteX6558" fmla="*/ 4936288 w 6501199"/>
              <a:gd name="connsiteY6558" fmla="*/ 630004 h 6382977"/>
              <a:gd name="connsiteX6559" fmla="*/ 4943175 w 6501199"/>
              <a:gd name="connsiteY6559" fmla="*/ 616401 h 6382977"/>
              <a:gd name="connsiteX6560" fmla="*/ 4968188 w 6501199"/>
              <a:gd name="connsiteY6560" fmla="*/ 609600 h 6382977"/>
              <a:gd name="connsiteX6561" fmla="*/ 5538397 w 6501199"/>
              <a:gd name="connsiteY6561" fmla="*/ 601662 h 6382977"/>
              <a:gd name="connsiteX6562" fmla="*/ 5549845 w 6501199"/>
              <a:gd name="connsiteY6562" fmla="*/ 601662 h 6382977"/>
              <a:gd name="connsiteX6563" fmla="*/ 5554496 w 6501199"/>
              <a:gd name="connsiteY6563" fmla="*/ 617184 h 6382977"/>
              <a:gd name="connsiteX6564" fmla="*/ 5540901 w 6501199"/>
              <a:gd name="connsiteY6564" fmla="*/ 639409 h 6382977"/>
              <a:gd name="connsiteX6565" fmla="*/ 5538397 w 6501199"/>
              <a:gd name="connsiteY6565" fmla="*/ 601662 h 6382977"/>
              <a:gd name="connsiteX6566" fmla="*/ 5493277 w 6501199"/>
              <a:gd name="connsiteY6566" fmla="*/ 595312 h 6382977"/>
              <a:gd name="connsiteX6567" fmla="*/ 5495509 w 6501199"/>
              <a:gd name="connsiteY6567" fmla="*/ 621949 h 6382977"/>
              <a:gd name="connsiteX6568" fmla="*/ 5493277 w 6501199"/>
              <a:gd name="connsiteY6568" fmla="*/ 595312 h 6382977"/>
              <a:gd name="connsiteX6569" fmla="*/ 5656926 w 6501199"/>
              <a:gd name="connsiteY6569" fmla="*/ 587948 h 6382977"/>
              <a:gd name="connsiteX6570" fmla="*/ 5688860 w 6501199"/>
              <a:gd name="connsiteY6570" fmla="*/ 587948 h 6382977"/>
              <a:gd name="connsiteX6571" fmla="*/ 5691013 w 6501199"/>
              <a:gd name="connsiteY6571" fmla="*/ 610643 h 6382977"/>
              <a:gd name="connsiteX6572" fmla="*/ 5665896 w 6501199"/>
              <a:gd name="connsiteY6572" fmla="*/ 592631 h 6382977"/>
              <a:gd name="connsiteX6573" fmla="*/ 5675225 w 6501199"/>
              <a:gd name="connsiteY6573" fmla="*/ 670083 h 6382977"/>
              <a:gd name="connsiteX6574" fmla="*/ 5668408 w 6501199"/>
              <a:gd name="connsiteY6574" fmla="*/ 679090 h 6382977"/>
              <a:gd name="connsiteX6575" fmla="*/ 5647955 w 6501199"/>
              <a:gd name="connsiteY6575" fmla="*/ 674406 h 6382977"/>
              <a:gd name="connsiteX6576" fmla="*/ 5656926 w 6501199"/>
              <a:gd name="connsiteY6576" fmla="*/ 587948 h 6382977"/>
              <a:gd name="connsiteX6577" fmla="*/ 5621403 w 6501199"/>
              <a:gd name="connsiteY6577" fmla="*/ 584200 h 6382977"/>
              <a:gd name="connsiteX6578" fmla="*/ 5637154 w 6501199"/>
              <a:gd name="connsiteY6578" fmla="*/ 641043 h 6382977"/>
              <a:gd name="connsiteX6579" fmla="*/ 5635006 w 6501199"/>
              <a:gd name="connsiteY6579" fmla="*/ 666388 h 6382977"/>
              <a:gd name="connsiteX6580" fmla="*/ 5607800 w 6501199"/>
              <a:gd name="connsiteY6580" fmla="*/ 607010 h 6382977"/>
              <a:gd name="connsiteX6581" fmla="*/ 5621403 w 6501199"/>
              <a:gd name="connsiteY6581" fmla="*/ 584200 h 6382977"/>
              <a:gd name="connsiteX6582" fmla="*/ 5588477 w 6501199"/>
              <a:gd name="connsiteY6582" fmla="*/ 569912 h 6382977"/>
              <a:gd name="connsiteX6583" fmla="*/ 5590611 w 6501199"/>
              <a:gd name="connsiteY6583" fmla="*/ 606067 h 6382977"/>
              <a:gd name="connsiteX6584" fmla="*/ 5588477 w 6501199"/>
              <a:gd name="connsiteY6584" fmla="*/ 569912 h 6382977"/>
              <a:gd name="connsiteX6585" fmla="*/ 4951653 w 6501199"/>
              <a:gd name="connsiteY6585" fmla="*/ 556883 h 6382977"/>
              <a:gd name="connsiteX6586" fmla="*/ 4948081 w 6501199"/>
              <a:gd name="connsiteY6586" fmla="*/ 571144 h 6382977"/>
              <a:gd name="connsiteX6587" fmla="*/ 4948081 w 6501199"/>
              <a:gd name="connsiteY6587" fmla="*/ 557622 h 6382977"/>
              <a:gd name="connsiteX6588" fmla="*/ 4951653 w 6501199"/>
              <a:gd name="connsiteY6588" fmla="*/ 556883 h 6382977"/>
              <a:gd name="connsiteX6589" fmla="*/ 4985997 w 6501199"/>
              <a:gd name="connsiteY6589" fmla="*/ 554037 h 6382977"/>
              <a:gd name="connsiteX6590" fmla="*/ 4994678 w 6501199"/>
              <a:gd name="connsiteY6590" fmla="*/ 563254 h 6382977"/>
              <a:gd name="connsiteX6591" fmla="*/ 4983913 w 6501199"/>
              <a:gd name="connsiteY6591" fmla="*/ 585587 h 6382977"/>
              <a:gd name="connsiteX6592" fmla="*/ 4985997 w 6501199"/>
              <a:gd name="connsiteY6592" fmla="*/ 554037 h 6382977"/>
              <a:gd name="connsiteX6593" fmla="*/ 5008960 w 6501199"/>
              <a:gd name="connsiteY6593" fmla="*/ 546005 h 6382977"/>
              <a:gd name="connsiteX6594" fmla="*/ 5008960 w 6501199"/>
              <a:gd name="connsiteY6594" fmla="*/ 566473 h 6382977"/>
              <a:gd name="connsiteX6595" fmla="*/ 5008960 w 6501199"/>
              <a:gd name="connsiteY6595" fmla="*/ 546005 h 6382977"/>
              <a:gd name="connsiteX6596" fmla="*/ 5586238 w 6501199"/>
              <a:gd name="connsiteY6596" fmla="*/ 537135 h 6382977"/>
              <a:gd name="connsiteX6597" fmla="*/ 5584063 w 6501199"/>
              <a:gd name="connsiteY6597" fmla="*/ 571142 h 6382977"/>
              <a:gd name="connsiteX6598" fmla="*/ 5586238 w 6501199"/>
              <a:gd name="connsiteY6598" fmla="*/ 537135 h 6382977"/>
              <a:gd name="connsiteX6599" fmla="*/ 4939191 w 6501199"/>
              <a:gd name="connsiteY6599" fmla="*/ 535561 h 6382977"/>
              <a:gd name="connsiteX6600" fmla="*/ 4964500 w 6501199"/>
              <a:gd name="connsiteY6600" fmla="*/ 543630 h 6382977"/>
              <a:gd name="connsiteX6601" fmla="*/ 4920957 w 6501199"/>
              <a:gd name="connsiteY6601" fmla="*/ 545747 h 6382977"/>
              <a:gd name="connsiteX6602" fmla="*/ 4939191 w 6501199"/>
              <a:gd name="connsiteY6602" fmla="*/ 535561 h 6382977"/>
              <a:gd name="connsiteX6603" fmla="*/ 4882812 w 6501199"/>
              <a:gd name="connsiteY6603" fmla="*/ 527050 h 6382977"/>
              <a:gd name="connsiteX6604" fmla="*/ 4887450 w 6501199"/>
              <a:gd name="connsiteY6604" fmla="*/ 550490 h 6382977"/>
              <a:gd name="connsiteX6605" fmla="*/ 4882812 w 6501199"/>
              <a:gd name="connsiteY6605" fmla="*/ 527050 h 6382977"/>
              <a:gd name="connsiteX6606" fmla="*/ 5366922 w 6501199"/>
              <a:gd name="connsiteY6606" fmla="*/ 525462 h 6382977"/>
              <a:gd name="connsiteX6607" fmla="*/ 5371759 w 6501199"/>
              <a:gd name="connsiteY6607" fmla="*/ 604479 h 6382977"/>
              <a:gd name="connsiteX6608" fmla="*/ 5355388 w 6501199"/>
              <a:gd name="connsiteY6608" fmla="*/ 604479 h 6382977"/>
              <a:gd name="connsiteX6609" fmla="*/ 5366922 w 6501199"/>
              <a:gd name="connsiteY6609" fmla="*/ 525462 h 6382977"/>
              <a:gd name="connsiteX6610" fmla="*/ 4874188 w 6501199"/>
              <a:gd name="connsiteY6610" fmla="*/ 511175 h 6382977"/>
              <a:gd name="connsiteX6611" fmla="*/ 4864850 w 6501199"/>
              <a:gd name="connsiteY6611" fmla="*/ 547329 h 6382977"/>
              <a:gd name="connsiteX6612" fmla="*/ 4874188 w 6501199"/>
              <a:gd name="connsiteY6612" fmla="*/ 511175 h 6382977"/>
              <a:gd name="connsiteX6613" fmla="*/ 5688763 w 6501199"/>
              <a:gd name="connsiteY6613" fmla="*/ 490537 h 6382977"/>
              <a:gd name="connsiteX6614" fmla="*/ 5711623 w 6501199"/>
              <a:gd name="connsiteY6614" fmla="*/ 495205 h 6382977"/>
              <a:gd name="connsiteX6615" fmla="*/ 5697834 w 6501199"/>
              <a:gd name="connsiteY6615" fmla="*/ 520341 h 6382977"/>
              <a:gd name="connsiteX6616" fmla="*/ 5688763 w 6501199"/>
              <a:gd name="connsiteY6616" fmla="*/ 490537 h 6382977"/>
              <a:gd name="connsiteX6617" fmla="*/ 4944931 w 6501199"/>
              <a:gd name="connsiteY6617" fmla="*/ 460375 h 6382977"/>
              <a:gd name="connsiteX6618" fmla="*/ 4909300 w 6501199"/>
              <a:gd name="connsiteY6618" fmla="*/ 469547 h 6382977"/>
              <a:gd name="connsiteX6619" fmla="*/ 4944931 w 6501199"/>
              <a:gd name="connsiteY6619" fmla="*/ 460375 h 6382977"/>
              <a:gd name="connsiteX6620" fmla="*/ 5663010 w 6501199"/>
              <a:gd name="connsiteY6620" fmla="*/ 458787 h 6382977"/>
              <a:gd name="connsiteX6621" fmla="*/ 5676416 w 6501199"/>
              <a:gd name="connsiteY6621" fmla="*/ 504507 h 6382977"/>
              <a:gd name="connsiteX6622" fmla="*/ 5647488 w 6501199"/>
              <a:gd name="connsiteY6622" fmla="*/ 476930 h 6382977"/>
              <a:gd name="connsiteX6623" fmla="*/ 5658424 w 6501199"/>
              <a:gd name="connsiteY6623" fmla="*/ 472575 h 6382977"/>
              <a:gd name="connsiteX6624" fmla="*/ 5663010 w 6501199"/>
              <a:gd name="connsiteY6624" fmla="*/ 458787 h 6382977"/>
              <a:gd name="connsiteX6625" fmla="*/ 5126578 w 6501199"/>
              <a:gd name="connsiteY6625" fmla="*/ 442912 h 6382977"/>
              <a:gd name="connsiteX6626" fmla="*/ 5142393 w 6501199"/>
              <a:gd name="connsiteY6626" fmla="*/ 445037 h 6382977"/>
              <a:gd name="connsiteX6627" fmla="*/ 5144550 w 6501199"/>
              <a:gd name="connsiteY6627" fmla="*/ 469834 h 6382977"/>
              <a:gd name="connsiteX6628" fmla="*/ 5128734 w 6501199"/>
              <a:gd name="connsiteY6628" fmla="*/ 476210 h 6382977"/>
              <a:gd name="connsiteX6629" fmla="*/ 5112919 w 6501199"/>
              <a:gd name="connsiteY6629" fmla="*/ 485421 h 6382977"/>
              <a:gd name="connsiteX6630" fmla="*/ 5090275 w 6501199"/>
              <a:gd name="connsiteY6630" fmla="*/ 471959 h 6382977"/>
              <a:gd name="connsiteX6631" fmla="*/ 5126578 w 6501199"/>
              <a:gd name="connsiteY6631" fmla="*/ 442912 h 6382977"/>
              <a:gd name="connsiteX6632" fmla="*/ 4949781 w 6501199"/>
              <a:gd name="connsiteY6632" fmla="*/ 415925 h 6382977"/>
              <a:gd name="connsiteX6633" fmla="*/ 4945128 w 6501199"/>
              <a:gd name="connsiteY6633" fmla="*/ 431447 h 6382977"/>
              <a:gd name="connsiteX6634" fmla="*/ 4949781 w 6501199"/>
              <a:gd name="connsiteY6634" fmla="*/ 415925 h 6382977"/>
              <a:gd name="connsiteX6635" fmla="*/ 5127012 w 6501199"/>
              <a:gd name="connsiteY6635" fmla="*/ 388937 h 6382977"/>
              <a:gd name="connsiteX6636" fmla="*/ 5131305 w 6501199"/>
              <a:gd name="connsiteY6636" fmla="*/ 414375 h 6382977"/>
              <a:gd name="connsiteX6637" fmla="*/ 5127012 w 6501199"/>
              <a:gd name="connsiteY6637" fmla="*/ 388937 h 6382977"/>
              <a:gd name="connsiteX6638" fmla="*/ 5651721 w 6501199"/>
              <a:gd name="connsiteY6638" fmla="*/ 344487 h 6382977"/>
              <a:gd name="connsiteX6639" fmla="*/ 5656307 w 6501199"/>
              <a:gd name="connsiteY6639" fmla="*/ 364769 h 6382977"/>
              <a:gd name="connsiteX6640" fmla="*/ 5651721 w 6501199"/>
              <a:gd name="connsiteY6640" fmla="*/ 344487 h 6382977"/>
              <a:gd name="connsiteX6641" fmla="*/ 4897825 w 6501199"/>
              <a:gd name="connsiteY6641" fmla="*/ 325437 h 6382977"/>
              <a:gd name="connsiteX6642" fmla="*/ 4893464 w 6501199"/>
              <a:gd name="connsiteY6642" fmla="*/ 348878 h 6382977"/>
              <a:gd name="connsiteX6643" fmla="*/ 4897825 w 6501199"/>
              <a:gd name="connsiteY6643" fmla="*/ 325437 h 6382977"/>
              <a:gd name="connsiteX6644" fmla="*/ 5705420 w 6501199"/>
              <a:gd name="connsiteY6644" fmla="*/ 287933 h 6382977"/>
              <a:gd name="connsiteX6645" fmla="*/ 5700769 w 6501199"/>
              <a:gd name="connsiteY6645" fmla="*/ 303940 h 6382977"/>
              <a:gd name="connsiteX6646" fmla="*/ 5712217 w 6501199"/>
              <a:gd name="connsiteY6646" fmla="*/ 310852 h 6382977"/>
              <a:gd name="connsiteX6647" fmla="*/ 5705420 w 6501199"/>
              <a:gd name="connsiteY6647" fmla="*/ 287933 h 6382977"/>
              <a:gd name="connsiteX6648" fmla="*/ 4972903 w 6501199"/>
              <a:gd name="connsiteY6648" fmla="*/ 284162 h 6382977"/>
              <a:gd name="connsiteX6649" fmla="*/ 4970800 w 6501199"/>
              <a:gd name="connsiteY6649" fmla="*/ 313966 h 6382977"/>
              <a:gd name="connsiteX6650" fmla="*/ 4972903 w 6501199"/>
              <a:gd name="connsiteY6650" fmla="*/ 284162 h 6382977"/>
              <a:gd name="connsiteX6651" fmla="*/ 5561763 w 6501199"/>
              <a:gd name="connsiteY6651" fmla="*/ 279400 h 6382977"/>
              <a:gd name="connsiteX6652" fmla="*/ 5573119 w 6501199"/>
              <a:gd name="connsiteY6652" fmla="*/ 306512 h 6382977"/>
              <a:gd name="connsiteX6653" fmla="*/ 5561763 w 6501199"/>
              <a:gd name="connsiteY6653" fmla="*/ 279400 h 6382977"/>
              <a:gd name="connsiteX6654" fmla="*/ 5562135 w 6501199"/>
              <a:gd name="connsiteY6654" fmla="*/ 228600 h 6382977"/>
              <a:gd name="connsiteX6655" fmla="*/ 5573262 w 6501199"/>
              <a:gd name="connsiteY6655" fmla="*/ 264754 h 6382977"/>
              <a:gd name="connsiteX6656" fmla="*/ 5557469 w 6501199"/>
              <a:gd name="connsiteY6656" fmla="*/ 264754 h 6382977"/>
              <a:gd name="connsiteX6657" fmla="*/ 5562135 w 6501199"/>
              <a:gd name="connsiteY6657" fmla="*/ 228600 h 6382977"/>
              <a:gd name="connsiteX6658" fmla="*/ 5634066 w 6501199"/>
              <a:gd name="connsiteY6658" fmla="*/ 226545 h 6382977"/>
              <a:gd name="connsiteX6659" fmla="*/ 5649488 w 6501199"/>
              <a:gd name="connsiteY6659" fmla="*/ 235852 h 6382977"/>
              <a:gd name="connsiteX6660" fmla="*/ 5654044 w 6501199"/>
              <a:gd name="connsiteY6660" fmla="*/ 258404 h 6382977"/>
              <a:gd name="connsiteX6661" fmla="*/ 5634066 w 6501199"/>
              <a:gd name="connsiteY6661" fmla="*/ 244801 h 6382977"/>
              <a:gd name="connsiteX6662" fmla="*/ 5634066 w 6501199"/>
              <a:gd name="connsiteY6662" fmla="*/ 226545 h 6382977"/>
              <a:gd name="connsiteX6663" fmla="*/ 4993301 w 6501199"/>
              <a:gd name="connsiteY6663" fmla="*/ 220662 h 6382977"/>
              <a:gd name="connsiteX6664" fmla="*/ 5000061 w 6501199"/>
              <a:gd name="connsiteY6664" fmla="*/ 250466 h 6382977"/>
              <a:gd name="connsiteX6665" fmla="*/ 4993301 w 6501199"/>
              <a:gd name="connsiteY6665" fmla="*/ 220662 h 6382977"/>
              <a:gd name="connsiteX6666" fmla="*/ 5682060 w 6501199"/>
              <a:gd name="connsiteY6666" fmla="*/ 215900 h 6382977"/>
              <a:gd name="connsiteX6667" fmla="*/ 5679591 w 6501199"/>
              <a:gd name="connsiteY6667" fmla="*/ 310792 h 6382977"/>
              <a:gd name="connsiteX6668" fmla="*/ 5682060 w 6501199"/>
              <a:gd name="connsiteY6668" fmla="*/ 215900 h 6382977"/>
              <a:gd name="connsiteX6669" fmla="*/ 4653581 w 6501199"/>
              <a:gd name="connsiteY6669" fmla="*/ 210719 h 6382977"/>
              <a:gd name="connsiteX6670" fmla="*/ 4685109 w 6501199"/>
              <a:gd name="connsiteY6670" fmla="*/ 215426 h 6382977"/>
              <a:gd name="connsiteX6671" fmla="*/ 4660312 w 6501199"/>
              <a:gd name="connsiteY6671" fmla="*/ 226650 h 6382977"/>
              <a:gd name="connsiteX6672" fmla="*/ 4653581 w 6501199"/>
              <a:gd name="connsiteY6672" fmla="*/ 210719 h 6382977"/>
              <a:gd name="connsiteX6673" fmla="*/ 6080169 w 6501199"/>
              <a:gd name="connsiteY6673" fmla="*/ 208429 h 6382977"/>
              <a:gd name="connsiteX6674" fmla="*/ 6077700 w 6501199"/>
              <a:gd name="connsiteY6674" fmla="*/ 253641 h 6382977"/>
              <a:gd name="connsiteX6675" fmla="*/ 6080169 w 6501199"/>
              <a:gd name="connsiteY6675" fmla="*/ 208429 h 6382977"/>
              <a:gd name="connsiteX6676" fmla="*/ 4995025 w 6501199"/>
              <a:gd name="connsiteY6676" fmla="*/ 207351 h 6382977"/>
              <a:gd name="connsiteX6677" fmla="*/ 5008947 w 6501199"/>
              <a:gd name="connsiteY6677" fmla="*/ 223470 h 6382977"/>
              <a:gd name="connsiteX6678" fmla="*/ 4995025 w 6501199"/>
              <a:gd name="connsiteY6678" fmla="*/ 207351 h 6382977"/>
              <a:gd name="connsiteX6679" fmla="*/ 4975318 w 6501199"/>
              <a:gd name="connsiteY6679" fmla="*/ 206090 h 6382977"/>
              <a:gd name="connsiteX6680" fmla="*/ 4981962 w 6501199"/>
              <a:gd name="connsiteY6680" fmla="*/ 222669 h 6382977"/>
              <a:gd name="connsiteX6681" fmla="*/ 4968152 w 6501199"/>
              <a:gd name="connsiteY6681" fmla="*/ 222669 h 6382977"/>
              <a:gd name="connsiteX6682" fmla="*/ 4979781 w 6501199"/>
              <a:gd name="connsiteY6682" fmla="*/ 256815 h 6382977"/>
              <a:gd name="connsiteX6683" fmla="*/ 4972877 w 6501199"/>
              <a:gd name="connsiteY6683" fmla="*/ 206854 h 6382977"/>
              <a:gd name="connsiteX6684" fmla="*/ 4975318 w 6501199"/>
              <a:gd name="connsiteY6684" fmla="*/ 206090 h 6382977"/>
              <a:gd name="connsiteX6685" fmla="*/ 4832750 w 6501199"/>
              <a:gd name="connsiteY6685" fmla="*/ 201612 h 6382977"/>
              <a:gd name="connsiteX6686" fmla="*/ 4808216 w 6501199"/>
              <a:gd name="connsiteY6686" fmla="*/ 215533 h 6382977"/>
              <a:gd name="connsiteX6687" fmla="*/ 4832750 w 6501199"/>
              <a:gd name="connsiteY6687" fmla="*/ 201612 h 6382977"/>
              <a:gd name="connsiteX6688" fmla="*/ 4991010 w 6501199"/>
              <a:gd name="connsiteY6688" fmla="*/ 186714 h 6382977"/>
              <a:gd name="connsiteX6689" fmla="*/ 5000348 w 6501199"/>
              <a:gd name="connsiteY6689" fmla="*/ 205031 h 6382977"/>
              <a:gd name="connsiteX6690" fmla="*/ 4991010 w 6501199"/>
              <a:gd name="connsiteY6690" fmla="*/ 186714 h 6382977"/>
              <a:gd name="connsiteX6691" fmla="*/ 5745879 w 6501199"/>
              <a:gd name="connsiteY6691" fmla="*/ 179387 h 6382977"/>
              <a:gd name="connsiteX6692" fmla="*/ 5752792 w 6501199"/>
              <a:gd name="connsiteY6692" fmla="*/ 207006 h 6382977"/>
              <a:gd name="connsiteX6693" fmla="*/ 5745879 w 6501199"/>
              <a:gd name="connsiteY6693" fmla="*/ 179387 h 6382977"/>
              <a:gd name="connsiteX6694" fmla="*/ 5623675 w 6501199"/>
              <a:gd name="connsiteY6694" fmla="*/ 163512 h 6382977"/>
              <a:gd name="connsiteX6695" fmla="*/ 5637597 w 6501199"/>
              <a:gd name="connsiteY6695" fmla="*/ 179034 h 6382977"/>
              <a:gd name="connsiteX6696" fmla="*/ 5623675 w 6501199"/>
              <a:gd name="connsiteY6696" fmla="*/ 163512 h 6382977"/>
              <a:gd name="connsiteX6697" fmla="*/ 4896247 w 6501199"/>
              <a:gd name="connsiteY6697" fmla="*/ 160747 h 6382977"/>
              <a:gd name="connsiteX6698" fmla="*/ 4858500 w 6501199"/>
              <a:gd name="connsiteY6698" fmla="*/ 167508 h 6382977"/>
              <a:gd name="connsiteX6699" fmla="*/ 4896247 w 6501199"/>
              <a:gd name="connsiteY6699" fmla="*/ 160747 h 6382977"/>
              <a:gd name="connsiteX6700" fmla="*/ 5596286 w 6501199"/>
              <a:gd name="connsiteY6700" fmla="*/ 157162 h 6382977"/>
              <a:gd name="connsiteX6701" fmla="*/ 5621725 w 6501199"/>
              <a:gd name="connsiteY6701" fmla="*/ 231418 h 6382977"/>
              <a:gd name="connsiteX6702" fmla="*/ 5596286 w 6501199"/>
              <a:gd name="connsiteY6702" fmla="*/ 157162 h 6382977"/>
              <a:gd name="connsiteX6703" fmla="*/ 4958786 w 6501199"/>
              <a:gd name="connsiteY6703" fmla="*/ 152400 h 6382977"/>
              <a:gd name="connsiteX6704" fmla="*/ 4965547 w 6501199"/>
              <a:gd name="connsiteY6704" fmla="*/ 172681 h 6382977"/>
              <a:gd name="connsiteX6705" fmla="*/ 4958786 w 6501199"/>
              <a:gd name="connsiteY6705" fmla="*/ 152400 h 6382977"/>
              <a:gd name="connsiteX6706" fmla="*/ 4710863 w 6501199"/>
              <a:gd name="connsiteY6706" fmla="*/ 125412 h 6382977"/>
              <a:gd name="connsiteX6707" fmla="*/ 4745424 w 6501199"/>
              <a:gd name="connsiteY6707" fmla="*/ 134571 h 6382977"/>
              <a:gd name="connsiteX6708" fmla="*/ 4710863 w 6501199"/>
              <a:gd name="connsiteY6708" fmla="*/ 125412 h 6382977"/>
              <a:gd name="connsiteX6709" fmla="*/ 5644313 w 6501199"/>
              <a:gd name="connsiteY6709" fmla="*/ 122237 h 6382977"/>
              <a:gd name="connsiteX6710" fmla="*/ 5662997 w 6501199"/>
              <a:gd name="connsiteY6710" fmla="*/ 131575 h 6382977"/>
              <a:gd name="connsiteX6711" fmla="*/ 5658234 w 6501199"/>
              <a:gd name="connsiteY6711" fmla="*/ 133816 h 6382977"/>
              <a:gd name="connsiteX6712" fmla="*/ 5658234 w 6501199"/>
              <a:gd name="connsiteY6712" fmla="*/ 140913 h 6382977"/>
              <a:gd name="connsiteX6713" fmla="*/ 5644313 w 6501199"/>
              <a:gd name="connsiteY6713" fmla="*/ 122237 h 6382977"/>
              <a:gd name="connsiteX6714" fmla="*/ 6085387 w 6501199"/>
              <a:gd name="connsiteY6714" fmla="*/ 106362 h 6382977"/>
              <a:gd name="connsiteX6715" fmla="*/ 6090275 w 6501199"/>
              <a:gd name="connsiteY6715" fmla="*/ 142517 h 6382977"/>
              <a:gd name="connsiteX6716" fmla="*/ 6085387 w 6501199"/>
              <a:gd name="connsiteY6716" fmla="*/ 106362 h 6382977"/>
              <a:gd name="connsiteX6717" fmla="*/ 4654928 w 6501199"/>
              <a:gd name="connsiteY6717" fmla="*/ 95250 h 6382977"/>
              <a:gd name="connsiteX6718" fmla="*/ 4647859 w 6501199"/>
              <a:gd name="connsiteY6718" fmla="*/ 129811 h 6382977"/>
              <a:gd name="connsiteX6719" fmla="*/ 4631488 w 6501199"/>
              <a:gd name="connsiteY6719" fmla="*/ 129811 h 6382977"/>
              <a:gd name="connsiteX6720" fmla="*/ 4633720 w 6501199"/>
              <a:gd name="connsiteY6720" fmla="*/ 99979 h 6382977"/>
              <a:gd name="connsiteX6721" fmla="*/ 4654928 w 6501199"/>
              <a:gd name="connsiteY6721" fmla="*/ 95250 h 6382977"/>
              <a:gd name="connsiteX6722" fmla="*/ 5537070 w 6501199"/>
              <a:gd name="connsiteY6722" fmla="*/ 42862 h 6382977"/>
              <a:gd name="connsiteX6723" fmla="*/ 5537070 w 6501199"/>
              <a:gd name="connsiteY6723" fmla="*/ 51624 h 6382977"/>
              <a:gd name="connsiteX6724" fmla="*/ 5548700 w 6501199"/>
              <a:gd name="connsiteY6724" fmla="*/ 58283 h 6382977"/>
              <a:gd name="connsiteX6725" fmla="*/ 5527985 w 6501199"/>
              <a:gd name="connsiteY6725" fmla="*/ 69499 h 6382977"/>
              <a:gd name="connsiteX6726" fmla="*/ 5537070 w 6501199"/>
              <a:gd name="connsiteY6726" fmla="*/ 42862 h 6382977"/>
              <a:gd name="connsiteX6727" fmla="*/ 5664004 w 6501199"/>
              <a:gd name="connsiteY6727" fmla="*/ 36512 h 6382977"/>
              <a:gd name="connsiteX6728" fmla="*/ 5666176 w 6501199"/>
              <a:gd name="connsiteY6728" fmla="*/ 59431 h 6382977"/>
              <a:gd name="connsiteX6729" fmla="*/ 5650245 w 6501199"/>
              <a:gd name="connsiteY6729" fmla="*/ 57248 h 6382977"/>
              <a:gd name="connsiteX6730" fmla="*/ 5650245 w 6501199"/>
              <a:gd name="connsiteY6730" fmla="*/ 71073 h 6382977"/>
              <a:gd name="connsiteX6731" fmla="*/ 5664004 w 6501199"/>
              <a:gd name="connsiteY6731" fmla="*/ 36512 h 6382977"/>
              <a:gd name="connsiteX6732" fmla="*/ 5589727 w 6501199"/>
              <a:gd name="connsiteY6732" fmla="*/ 33337 h 6382977"/>
              <a:gd name="connsiteX6733" fmla="*/ 5605847 w 6501199"/>
              <a:gd name="connsiteY6733" fmla="*/ 117117 h 6382977"/>
              <a:gd name="connsiteX6734" fmla="*/ 5589727 w 6501199"/>
              <a:gd name="connsiteY6734" fmla="*/ 33337 h 6382977"/>
              <a:gd name="connsiteX6735" fmla="*/ 5217443 w 6501199"/>
              <a:gd name="connsiteY6735" fmla="*/ 31750 h 6382977"/>
              <a:gd name="connsiteX6736" fmla="*/ 5231201 w 6501199"/>
              <a:gd name="connsiteY6736" fmla="*/ 38662 h 6382977"/>
              <a:gd name="connsiteX6737" fmla="*/ 5190288 w 6501199"/>
              <a:gd name="connsiteY6737" fmla="*/ 49940 h 6382977"/>
              <a:gd name="connsiteX6738" fmla="*/ 5208391 w 6501199"/>
              <a:gd name="connsiteY6738" fmla="*/ 47757 h 6382977"/>
              <a:gd name="connsiteX6739" fmla="*/ 5206219 w 6501199"/>
              <a:gd name="connsiteY6739" fmla="*/ 36479 h 6382977"/>
              <a:gd name="connsiteX6740" fmla="*/ 5217443 w 6501199"/>
              <a:gd name="connsiteY6740" fmla="*/ 31750 h 6382977"/>
              <a:gd name="connsiteX6741" fmla="*/ 5677271 w 6501199"/>
              <a:gd name="connsiteY6741" fmla="*/ 0 h 6382977"/>
              <a:gd name="connsiteX6742" fmla="*/ 5699662 w 6501199"/>
              <a:gd name="connsiteY6742" fmla="*/ 90129 h 6382977"/>
              <a:gd name="connsiteX6743" fmla="*/ 5677271 w 6501199"/>
              <a:gd name="connsiteY6743" fmla="*/ 0 h 6382977"/>
              <a:gd name="connsiteX6744" fmla="*/ 5158538 w 6501199"/>
              <a:gd name="connsiteY6744" fmla="*/ 0 h 6382977"/>
              <a:gd name="connsiteX6745" fmla="*/ 5163094 w 6501199"/>
              <a:gd name="connsiteY6745" fmla="*/ 4281 h 6382977"/>
              <a:gd name="connsiteX6746" fmla="*/ 5185175 w 6501199"/>
              <a:gd name="connsiteY6746" fmla="*/ 31393 h 6382977"/>
              <a:gd name="connsiteX6747" fmla="*/ 5158538 w 6501199"/>
              <a:gd name="connsiteY6747" fmla="*/ 0 h 6382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 ang="0">
                <a:pos x="connsiteX2796" y="connsiteY2796"/>
              </a:cxn>
              <a:cxn ang="0">
                <a:pos x="connsiteX2797" y="connsiteY2797"/>
              </a:cxn>
              <a:cxn ang="0">
                <a:pos x="connsiteX2798" y="connsiteY2798"/>
              </a:cxn>
              <a:cxn ang="0">
                <a:pos x="connsiteX2799" y="connsiteY2799"/>
              </a:cxn>
              <a:cxn ang="0">
                <a:pos x="connsiteX2800" y="connsiteY2800"/>
              </a:cxn>
              <a:cxn ang="0">
                <a:pos x="connsiteX2801" y="connsiteY2801"/>
              </a:cxn>
              <a:cxn ang="0">
                <a:pos x="connsiteX2802" y="connsiteY2802"/>
              </a:cxn>
              <a:cxn ang="0">
                <a:pos x="connsiteX2803" y="connsiteY2803"/>
              </a:cxn>
              <a:cxn ang="0">
                <a:pos x="connsiteX2804" y="connsiteY2804"/>
              </a:cxn>
              <a:cxn ang="0">
                <a:pos x="connsiteX2805" y="connsiteY2805"/>
              </a:cxn>
              <a:cxn ang="0">
                <a:pos x="connsiteX2806" y="connsiteY2806"/>
              </a:cxn>
              <a:cxn ang="0">
                <a:pos x="connsiteX2807" y="connsiteY2807"/>
              </a:cxn>
              <a:cxn ang="0">
                <a:pos x="connsiteX2808" y="connsiteY2808"/>
              </a:cxn>
              <a:cxn ang="0">
                <a:pos x="connsiteX2809" y="connsiteY2809"/>
              </a:cxn>
              <a:cxn ang="0">
                <a:pos x="connsiteX2810" y="connsiteY2810"/>
              </a:cxn>
              <a:cxn ang="0">
                <a:pos x="connsiteX2811" y="connsiteY2811"/>
              </a:cxn>
              <a:cxn ang="0">
                <a:pos x="connsiteX2812" y="connsiteY2812"/>
              </a:cxn>
              <a:cxn ang="0">
                <a:pos x="connsiteX2813" y="connsiteY2813"/>
              </a:cxn>
              <a:cxn ang="0">
                <a:pos x="connsiteX2814" y="connsiteY2814"/>
              </a:cxn>
              <a:cxn ang="0">
                <a:pos x="connsiteX2815" y="connsiteY2815"/>
              </a:cxn>
              <a:cxn ang="0">
                <a:pos x="connsiteX2816" y="connsiteY2816"/>
              </a:cxn>
              <a:cxn ang="0">
                <a:pos x="connsiteX2817" y="connsiteY2817"/>
              </a:cxn>
              <a:cxn ang="0">
                <a:pos x="connsiteX2818" y="connsiteY2818"/>
              </a:cxn>
              <a:cxn ang="0">
                <a:pos x="connsiteX2819" y="connsiteY2819"/>
              </a:cxn>
              <a:cxn ang="0">
                <a:pos x="connsiteX2820" y="connsiteY2820"/>
              </a:cxn>
              <a:cxn ang="0">
                <a:pos x="connsiteX2821" y="connsiteY2821"/>
              </a:cxn>
              <a:cxn ang="0">
                <a:pos x="connsiteX2822" y="connsiteY2822"/>
              </a:cxn>
              <a:cxn ang="0">
                <a:pos x="connsiteX2823" y="connsiteY2823"/>
              </a:cxn>
              <a:cxn ang="0">
                <a:pos x="connsiteX2824" y="connsiteY2824"/>
              </a:cxn>
              <a:cxn ang="0">
                <a:pos x="connsiteX2825" y="connsiteY2825"/>
              </a:cxn>
              <a:cxn ang="0">
                <a:pos x="connsiteX2826" y="connsiteY2826"/>
              </a:cxn>
              <a:cxn ang="0">
                <a:pos x="connsiteX2827" y="connsiteY2827"/>
              </a:cxn>
              <a:cxn ang="0">
                <a:pos x="connsiteX2828" y="connsiteY2828"/>
              </a:cxn>
              <a:cxn ang="0">
                <a:pos x="connsiteX2829" y="connsiteY2829"/>
              </a:cxn>
              <a:cxn ang="0">
                <a:pos x="connsiteX2830" y="connsiteY2830"/>
              </a:cxn>
              <a:cxn ang="0">
                <a:pos x="connsiteX2831" y="connsiteY2831"/>
              </a:cxn>
              <a:cxn ang="0">
                <a:pos x="connsiteX2832" y="connsiteY2832"/>
              </a:cxn>
              <a:cxn ang="0">
                <a:pos x="connsiteX2833" y="connsiteY2833"/>
              </a:cxn>
              <a:cxn ang="0">
                <a:pos x="connsiteX2834" y="connsiteY2834"/>
              </a:cxn>
              <a:cxn ang="0">
                <a:pos x="connsiteX2835" y="connsiteY2835"/>
              </a:cxn>
              <a:cxn ang="0">
                <a:pos x="connsiteX2836" y="connsiteY2836"/>
              </a:cxn>
              <a:cxn ang="0">
                <a:pos x="connsiteX2837" y="connsiteY2837"/>
              </a:cxn>
              <a:cxn ang="0">
                <a:pos x="connsiteX2838" y="connsiteY2838"/>
              </a:cxn>
              <a:cxn ang="0">
                <a:pos x="connsiteX2839" y="connsiteY2839"/>
              </a:cxn>
              <a:cxn ang="0">
                <a:pos x="connsiteX2840" y="connsiteY2840"/>
              </a:cxn>
              <a:cxn ang="0">
                <a:pos x="connsiteX2841" y="connsiteY2841"/>
              </a:cxn>
              <a:cxn ang="0">
                <a:pos x="connsiteX2842" y="connsiteY2842"/>
              </a:cxn>
              <a:cxn ang="0">
                <a:pos x="connsiteX2843" y="connsiteY2843"/>
              </a:cxn>
              <a:cxn ang="0">
                <a:pos x="connsiteX2844" y="connsiteY2844"/>
              </a:cxn>
              <a:cxn ang="0">
                <a:pos x="connsiteX2845" y="connsiteY2845"/>
              </a:cxn>
              <a:cxn ang="0">
                <a:pos x="connsiteX2846" y="connsiteY2846"/>
              </a:cxn>
              <a:cxn ang="0">
                <a:pos x="connsiteX2847" y="connsiteY2847"/>
              </a:cxn>
              <a:cxn ang="0">
                <a:pos x="connsiteX2848" y="connsiteY2848"/>
              </a:cxn>
              <a:cxn ang="0">
                <a:pos x="connsiteX2849" y="connsiteY2849"/>
              </a:cxn>
              <a:cxn ang="0">
                <a:pos x="connsiteX2850" y="connsiteY2850"/>
              </a:cxn>
              <a:cxn ang="0">
                <a:pos x="connsiteX2851" y="connsiteY2851"/>
              </a:cxn>
              <a:cxn ang="0">
                <a:pos x="connsiteX2852" y="connsiteY2852"/>
              </a:cxn>
              <a:cxn ang="0">
                <a:pos x="connsiteX2853" y="connsiteY2853"/>
              </a:cxn>
              <a:cxn ang="0">
                <a:pos x="connsiteX2854" y="connsiteY2854"/>
              </a:cxn>
              <a:cxn ang="0">
                <a:pos x="connsiteX2855" y="connsiteY2855"/>
              </a:cxn>
              <a:cxn ang="0">
                <a:pos x="connsiteX2856" y="connsiteY2856"/>
              </a:cxn>
              <a:cxn ang="0">
                <a:pos x="connsiteX2857" y="connsiteY2857"/>
              </a:cxn>
              <a:cxn ang="0">
                <a:pos x="connsiteX2858" y="connsiteY2858"/>
              </a:cxn>
              <a:cxn ang="0">
                <a:pos x="connsiteX2859" y="connsiteY2859"/>
              </a:cxn>
              <a:cxn ang="0">
                <a:pos x="connsiteX2860" y="connsiteY2860"/>
              </a:cxn>
              <a:cxn ang="0">
                <a:pos x="connsiteX2861" y="connsiteY2861"/>
              </a:cxn>
              <a:cxn ang="0">
                <a:pos x="connsiteX2862" y="connsiteY2862"/>
              </a:cxn>
              <a:cxn ang="0">
                <a:pos x="connsiteX2863" y="connsiteY2863"/>
              </a:cxn>
              <a:cxn ang="0">
                <a:pos x="connsiteX2864" y="connsiteY2864"/>
              </a:cxn>
              <a:cxn ang="0">
                <a:pos x="connsiteX2865" y="connsiteY2865"/>
              </a:cxn>
              <a:cxn ang="0">
                <a:pos x="connsiteX2866" y="connsiteY2866"/>
              </a:cxn>
              <a:cxn ang="0">
                <a:pos x="connsiteX2867" y="connsiteY2867"/>
              </a:cxn>
              <a:cxn ang="0">
                <a:pos x="connsiteX2868" y="connsiteY2868"/>
              </a:cxn>
              <a:cxn ang="0">
                <a:pos x="connsiteX2869" y="connsiteY2869"/>
              </a:cxn>
              <a:cxn ang="0">
                <a:pos x="connsiteX2870" y="connsiteY2870"/>
              </a:cxn>
              <a:cxn ang="0">
                <a:pos x="connsiteX2871" y="connsiteY2871"/>
              </a:cxn>
              <a:cxn ang="0">
                <a:pos x="connsiteX2872" y="connsiteY2872"/>
              </a:cxn>
              <a:cxn ang="0">
                <a:pos x="connsiteX2873" y="connsiteY2873"/>
              </a:cxn>
              <a:cxn ang="0">
                <a:pos x="connsiteX2874" y="connsiteY2874"/>
              </a:cxn>
              <a:cxn ang="0">
                <a:pos x="connsiteX2875" y="connsiteY2875"/>
              </a:cxn>
              <a:cxn ang="0">
                <a:pos x="connsiteX2876" y="connsiteY2876"/>
              </a:cxn>
              <a:cxn ang="0">
                <a:pos x="connsiteX2877" y="connsiteY2877"/>
              </a:cxn>
              <a:cxn ang="0">
                <a:pos x="connsiteX2878" y="connsiteY2878"/>
              </a:cxn>
              <a:cxn ang="0">
                <a:pos x="connsiteX2879" y="connsiteY2879"/>
              </a:cxn>
              <a:cxn ang="0">
                <a:pos x="connsiteX2880" y="connsiteY2880"/>
              </a:cxn>
              <a:cxn ang="0">
                <a:pos x="connsiteX2881" y="connsiteY2881"/>
              </a:cxn>
              <a:cxn ang="0">
                <a:pos x="connsiteX2882" y="connsiteY2882"/>
              </a:cxn>
              <a:cxn ang="0">
                <a:pos x="connsiteX2883" y="connsiteY2883"/>
              </a:cxn>
              <a:cxn ang="0">
                <a:pos x="connsiteX2884" y="connsiteY2884"/>
              </a:cxn>
              <a:cxn ang="0">
                <a:pos x="connsiteX2885" y="connsiteY2885"/>
              </a:cxn>
              <a:cxn ang="0">
                <a:pos x="connsiteX2886" y="connsiteY2886"/>
              </a:cxn>
              <a:cxn ang="0">
                <a:pos x="connsiteX2887" y="connsiteY2887"/>
              </a:cxn>
              <a:cxn ang="0">
                <a:pos x="connsiteX2888" y="connsiteY2888"/>
              </a:cxn>
              <a:cxn ang="0">
                <a:pos x="connsiteX2889" y="connsiteY2889"/>
              </a:cxn>
              <a:cxn ang="0">
                <a:pos x="connsiteX2890" y="connsiteY2890"/>
              </a:cxn>
              <a:cxn ang="0">
                <a:pos x="connsiteX2891" y="connsiteY2891"/>
              </a:cxn>
              <a:cxn ang="0">
                <a:pos x="connsiteX2892" y="connsiteY2892"/>
              </a:cxn>
              <a:cxn ang="0">
                <a:pos x="connsiteX2893" y="connsiteY2893"/>
              </a:cxn>
              <a:cxn ang="0">
                <a:pos x="connsiteX2894" y="connsiteY2894"/>
              </a:cxn>
              <a:cxn ang="0">
                <a:pos x="connsiteX2895" y="connsiteY2895"/>
              </a:cxn>
              <a:cxn ang="0">
                <a:pos x="connsiteX2896" y="connsiteY2896"/>
              </a:cxn>
              <a:cxn ang="0">
                <a:pos x="connsiteX2897" y="connsiteY2897"/>
              </a:cxn>
              <a:cxn ang="0">
                <a:pos x="connsiteX2898" y="connsiteY2898"/>
              </a:cxn>
              <a:cxn ang="0">
                <a:pos x="connsiteX2899" y="connsiteY2899"/>
              </a:cxn>
              <a:cxn ang="0">
                <a:pos x="connsiteX2900" y="connsiteY2900"/>
              </a:cxn>
              <a:cxn ang="0">
                <a:pos x="connsiteX2901" y="connsiteY2901"/>
              </a:cxn>
              <a:cxn ang="0">
                <a:pos x="connsiteX2902" y="connsiteY2902"/>
              </a:cxn>
              <a:cxn ang="0">
                <a:pos x="connsiteX2903" y="connsiteY2903"/>
              </a:cxn>
              <a:cxn ang="0">
                <a:pos x="connsiteX2904" y="connsiteY2904"/>
              </a:cxn>
              <a:cxn ang="0">
                <a:pos x="connsiteX2905" y="connsiteY2905"/>
              </a:cxn>
              <a:cxn ang="0">
                <a:pos x="connsiteX2906" y="connsiteY2906"/>
              </a:cxn>
              <a:cxn ang="0">
                <a:pos x="connsiteX2907" y="connsiteY2907"/>
              </a:cxn>
              <a:cxn ang="0">
                <a:pos x="connsiteX2908" y="connsiteY2908"/>
              </a:cxn>
              <a:cxn ang="0">
                <a:pos x="connsiteX2909" y="connsiteY2909"/>
              </a:cxn>
              <a:cxn ang="0">
                <a:pos x="connsiteX2910" y="connsiteY2910"/>
              </a:cxn>
              <a:cxn ang="0">
                <a:pos x="connsiteX2911" y="connsiteY2911"/>
              </a:cxn>
              <a:cxn ang="0">
                <a:pos x="connsiteX2912" y="connsiteY2912"/>
              </a:cxn>
              <a:cxn ang="0">
                <a:pos x="connsiteX2913" y="connsiteY2913"/>
              </a:cxn>
              <a:cxn ang="0">
                <a:pos x="connsiteX2914" y="connsiteY2914"/>
              </a:cxn>
              <a:cxn ang="0">
                <a:pos x="connsiteX2915" y="connsiteY2915"/>
              </a:cxn>
              <a:cxn ang="0">
                <a:pos x="connsiteX2916" y="connsiteY2916"/>
              </a:cxn>
              <a:cxn ang="0">
                <a:pos x="connsiteX2917" y="connsiteY2917"/>
              </a:cxn>
              <a:cxn ang="0">
                <a:pos x="connsiteX2918" y="connsiteY2918"/>
              </a:cxn>
              <a:cxn ang="0">
                <a:pos x="connsiteX2919" y="connsiteY2919"/>
              </a:cxn>
              <a:cxn ang="0">
                <a:pos x="connsiteX2920" y="connsiteY2920"/>
              </a:cxn>
              <a:cxn ang="0">
                <a:pos x="connsiteX2921" y="connsiteY2921"/>
              </a:cxn>
              <a:cxn ang="0">
                <a:pos x="connsiteX2922" y="connsiteY2922"/>
              </a:cxn>
              <a:cxn ang="0">
                <a:pos x="connsiteX2923" y="connsiteY2923"/>
              </a:cxn>
              <a:cxn ang="0">
                <a:pos x="connsiteX2924" y="connsiteY2924"/>
              </a:cxn>
              <a:cxn ang="0">
                <a:pos x="connsiteX2925" y="connsiteY2925"/>
              </a:cxn>
              <a:cxn ang="0">
                <a:pos x="connsiteX2926" y="connsiteY2926"/>
              </a:cxn>
              <a:cxn ang="0">
                <a:pos x="connsiteX2927" y="connsiteY2927"/>
              </a:cxn>
              <a:cxn ang="0">
                <a:pos x="connsiteX2928" y="connsiteY2928"/>
              </a:cxn>
              <a:cxn ang="0">
                <a:pos x="connsiteX2929" y="connsiteY2929"/>
              </a:cxn>
              <a:cxn ang="0">
                <a:pos x="connsiteX2930" y="connsiteY2930"/>
              </a:cxn>
              <a:cxn ang="0">
                <a:pos x="connsiteX2931" y="connsiteY2931"/>
              </a:cxn>
              <a:cxn ang="0">
                <a:pos x="connsiteX2932" y="connsiteY2932"/>
              </a:cxn>
              <a:cxn ang="0">
                <a:pos x="connsiteX2933" y="connsiteY2933"/>
              </a:cxn>
              <a:cxn ang="0">
                <a:pos x="connsiteX2934" y="connsiteY2934"/>
              </a:cxn>
              <a:cxn ang="0">
                <a:pos x="connsiteX2935" y="connsiteY2935"/>
              </a:cxn>
              <a:cxn ang="0">
                <a:pos x="connsiteX2936" y="connsiteY2936"/>
              </a:cxn>
              <a:cxn ang="0">
                <a:pos x="connsiteX2937" y="connsiteY2937"/>
              </a:cxn>
              <a:cxn ang="0">
                <a:pos x="connsiteX2938" y="connsiteY2938"/>
              </a:cxn>
              <a:cxn ang="0">
                <a:pos x="connsiteX2939" y="connsiteY2939"/>
              </a:cxn>
              <a:cxn ang="0">
                <a:pos x="connsiteX2940" y="connsiteY2940"/>
              </a:cxn>
              <a:cxn ang="0">
                <a:pos x="connsiteX2941" y="connsiteY2941"/>
              </a:cxn>
              <a:cxn ang="0">
                <a:pos x="connsiteX2942" y="connsiteY2942"/>
              </a:cxn>
              <a:cxn ang="0">
                <a:pos x="connsiteX2943" y="connsiteY2943"/>
              </a:cxn>
              <a:cxn ang="0">
                <a:pos x="connsiteX2944" y="connsiteY2944"/>
              </a:cxn>
              <a:cxn ang="0">
                <a:pos x="connsiteX2945" y="connsiteY2945"/>
              </a:cxn>
              <a:cxn ang="0">
                <a:pos x="connsiteX2946" y="connsiteY2946"/>
              </a:cxn>
              <a:cxn ang="0">
                <a:pos x="connsiteX2947" y="connsiteY2947"/>
              </a:cxn>
              <a:cxn ang="0">
                <a:pos x="connsiteX2948" y="connsiteY2948"/>
              </a:cxn>
              <a:cxn ang="0">
                <a:pos x="connsiteX2949" y="connsiteY2949"/>
              </a:cxn>
              <a:cxn ang="0">
                <a:pos x="connsiteX2950" y="connsiteY2950"/>
              </a:cxn>
              <a:cxn ang="0">
                <a:pos x="connsiteX2951" y="connsiteY2951"/>
              </a:cxn>
              <a:cxn ang="0">
                <a:pos x="connsiteX2952" y="connsiteY2952"/>
              </a:cxn>
              <a:cxn ang="0">
                <a:pos x="connsiteX2953" y="connsiteY2953"/>
              </a:cxn>
              <a:cxn ang="0">
                <a:pos x="connsiteX2954" y="connsiteY2954"/>
              </a:cxn>
              <a:cxn ang="0">
                <a:pos x="connsiteX2955" y="connsiteY2955"/>
              </a:cxn>
              <a:cxn ang="0">
                <a:pos x="connsiteX2956" y="connsiteY2956"/>
              </a:cxn>
              <a:cxn ang="0">
                <a:pos x="connsiteX2957" y="connsiteY2957"/>
              </a:cxn>
              <a:cxn ang="0">
                <a:pos x="connsiteX2958" y="connsiteY2958"/>
              </a:cxn>
              <a:cxn ang="0">
                <a:pos x="connsiteX2959" y="connsiteY2959"/>
              </a:cxn>
              <a:cxn ang="0">
                <a:pos x="connsiteX2960" y="connsiteY2960"/>
              </a:cxn>
              <a:cxn ang="0">
                <a:pos x="connsiteX2961" y="connsiteY2961"/>
              </a:cxn>
              <a:cxn ang="0">
                <a:pos x="connsiteX2962" y="connsiteY2962"/>
              </a:cxn>
              <a:cxn ang="0">
                <a:pos x="connsiteX2963" y="connsiteY2963"/>
              </a:cxn>
              <a:cxn ang="0">
                <a:pos x="connsiteX2964" y="connsiteY2964"/>
              </a:cxn>
              <a:cxn ang="0">
                <a:pos x="connsiteX2965" y="connsiteY2965"/>
              </a:cxn>
              <a:cxn ang="0">
                <a:pos x="connsiteX2966" y="connsiteY2966"/>
              </a:cxn>
              <a:cxn ang="0">
                <a:pos x="connsiteX2967" y="connsiteY2967"/>
              </a:cxn>
              <a:cxn ang="0">
                <a:pos x="connsiteX2968" y="connsiteY2968"/>
              </a:cxn>
              <a:cxn ang="0">
                <a:pos x="connsiteX2969" y="connsiteY2969"/>
              </a:cxn>
              <a:cxn ang="0">
                <a:pos x="connsiteX2970" y="connsiteY2970"/>
              </a:cxn>
              <a:cxn ang="0">
                <a:pos x="connsiteX2971" y="connsiteY2971"/>
              </a:cxn>
              <a:cxn ang="0">
                <a:pos x="connsiteX2972" y="connsiteY2972"/>
              </a:cxn>
              <a:cxn ang="0">
                <a:pos x="connsiteX2973" y="connsiteY2973"/>
              </a:cxn>
              <a:cxn ang="0">
                <a:pos x="connsiteX2974" y="connsiteY2974"/>
              </a:cxn>
              <a:cxn ang="0">
                <a:pos x="connsiteX2975" y="connsiteY2975"/>
              </a:cxn>
              <a:cxn ang="0">
                <a:pos x="connsiteX2976" y="connsiteY2976"/>
              </a:cxn>
              <a:cxn ang="0">
                <a:pos x="connsiteX2977" y="connsiteY2977"/>
              </a:cxn>
              <a:cxn ang="0">
                <a:pos x="connsiteX2978" y="connsiteY2978"/>
              </a:cxn>
              <a:cxn ang="0">
                <a:pos x="connsiteX2979" y="connsiteY2979"/>
              </a:cxn>
              <a:cxn ang="0">
                <a:pos x="connsiteX2980" y="connsiteY2980"/>
              </a:cxn>
              <a:cxn ang="0">
                <a:pos x="connsiteX2981" y="connsiteY2981"/>
              </a:cxn>
              <a:cxn ang="0">
                <a:pos x="connsiteX2982" y="connsiteY2982"/>
              </a:cxn>
              <a:cxn ang="0">
                <a:pos x="connsiteX2983" y="connsiteY2983"/>
              </a:cxn>
              <a:cxn ang="0">
                <a:pos x="connsiteX2984" y="connsiteY2984"/>
              </a:cxn>
              <a:cxn ang="0">
                <a:pos x="connsiteX2985" y="connsiteY2985"/>
              </a:cxn>
              <a:cxn ang="0">
                <a:pos x="connsiteX2986" y="connsiteY2986"/>
              </a:cxn>
              <a:cxn ang="0">
                <a:pos x="connsiteX2987" y="connsiteY2987"/>
              </a:cxn>
              <a:cxn ang="0">
                <a:pos x="connsiteX2988" y="connsiteY2988"/>
              </a:cxn>
              <a:cxn ang="0">
                <a:pos x="connsiteX2989" y="connsiteY2989"/>
              </a:cxn>
              <a:cxn ang="0">
                <a:pos x="connsiteX2990" y="connsiteY2990"/>
              </a:cxn>
              <a:cxn ang="0">
                <a:pos x="connsiteX2991" y="connsiteY2991"/>
              </a:cxn>
              <a:cxn ang="0">
                <a:pos x="connsiteX2992" y="connsiteY2992"/>
              </a:cxn>
              <a:cxn ang="0">
                <a:pos x="connsiteX2993" y="connsiteY2993"/>
              </a:cxn>
              <a:cxn ang="0">
                <a:pos x="connsiteX2994" y="connsiteY2994"/>
              </a:cxn>
              <a:cxn ang="0">
                <a:pos x="connsiteX2995" y="connsiteY2995"/>
              </a:cxn>
              <a:cxn ang="0">
                <a:pos x="connsiteX2996" y="connsiteY2996"/>
              </a:cxn>
              <a:cxn ang="0">
                <a:pos x="connsiteX2997" y="connsiteY2997"/>
              </a:cxn>
              <a:cxn ang="0">
                <a:pos x="connsiteX2998" y="connsiteY2998"/>
              </a:cxn>
              <a:cxn ang="0">
                <a:pos x="connsiteX2999" y="connsiteY2999"/>
              </a:cxn>
              <a:cxn ang="0">
                <a:pos x="connsiteX3000" y="connsiteY3000"/>
              </a:cxn>
              <a:cxn ang="0">
                <a:pos x="connsiteX3001" y="connsiteY3001"/>
              </a:cxn>
              <a:cxn ang="0">
                <a:pos x="connsiteX3002" y="connsiteY3002"/>
              </a:cxn>
              <a:cxn ang="0">
                <a:pos x="connsiteX3003" y="connsiteY3003"/>
              </a:cxn>
              <a:cxn ang="0">
                <a:pos x="connsiteX3004" y="connsiteY3004"/>
              </a:cxn>
              <a:cxn ang="0">
                <a:pos x="connsiteX3005" y="connsiteY3005"/>
              </a:cxn>
              <a:cxn ang="0">
                <a:pos x="connsiteX3006" y="connsiteY3006"/>
              </a:cxn>
              <a:cxn ang="0">
                <a:pos x="connsiteX3007" y="connsiteY3007"/>
              </a:cxn>
              <a:cxn ang="0">
                <a:pos x="connsiteX3008" y="connsiteY3008"/>
              </a:cxn>
              <a:cxn ang="0">
                <a:pos x="connsiteX3009" y="connsiteY3009"/>
              </a:cxn>
              <a:cxn ang="0">
                <a:pos x="connsiteX3010" y="connsiteY3010"/>
              </a:cxn>
              <a:cxn ang="0">
                <a:pos x="connsiteX3011" y="connsiteY3011"/>
              </a:cxn>
              <a:cxn ang="0">
                <a:pos x="connsiteX3012" y="connsiteY3012"/>
              </a:cxn>
              <a:cxn ang="0">
                <a:pos x="connsiteX3013" y="connsiteY3013"/>
              </a:cxn>
              <a:cxn ang="0">
                <a:pos x="connsiteX3014" y="connsiteY3014"/>
              </a:cxn>
              <a:cxn ang="0">
                <a:pos x="connsiteX3015" y="connsiteY3015"/>
              </a:cxn>
              <a:cxn ang="0">
                <a:pos x="connsiteX3016" y="connsiteY3016"/>
              </a:cxn>
              <a:cxn ang="0">
                <a:pos x="connsiteX3017" y="connsiteY3017"/>
              </a:cxn>
              <a:cxn ang="0">
                <a:pos x="connsiteX3018" y="connsiteY3018"/>
              </a:cxn>
              <a:cxn ang="0">
                <a:pos x="connsiteX3019" y="connsiteY3019"/>
              </a:cxn>
              <a:cxn ang="0">
                <a:pos x="connsiteX3020" y="connsiteY3020"/>
              </a:cxn>
              <a:cxn ang="0">
                <a:pos x="connsiteX3021" y="connsiteY3021"/>
              </a:cxn>
              <a:cxn ang="0">
                <a:pos x="connsiteX3022" y="connsiteY3022"/>
              </a:cxn>
              <a:cxn ang="0">
                <a:pos x="connsiteX3023" y="connsiteY3023"/>
              </a:cxn>
              <a:cxn ang="0">
                <a:pos x="connsiteX3024" y="connsiteY3024"/>
              </a:cxn>
              <a:cxn ang="0">
                <a:pos x="connsiteX3025" y="connsiteY3025"/>
              </a:cxn>
              <a:cxn ang="0">
                <a:pos x="connsiteX3026" y="connsiteY3026"/>
              </a:cxn>
              <a:cxn ang="0">
                <a:pos x="connsiteX3027" y="connsiteY3027"/>
              </a:cxn>
              <a:cxn ang="0">
                <a:pos x="connsiteX3028" y="connsiteY3028"/>
              </a:cxn>
              <a:cxn ang="0">
                <a:pos x="connsiteX3029" y="connsiteY3029"/>
              </a:cxn>
              <a:cxn ang="0">
                <a:pos x="connsiteX3030" y="connsiteY3030"/>
              </a:cxn>
              <a:cxn ang="0">
                <a:pos x="connsiteX3031" y="connsiteY3031"/>
              </a:cxn>
              <a:cxn ang="0">
                <a:pos x="connsiteX3032" y="connsiteY3032"/>
              </a:cxn>
              <a:cxn ang="0">
                <a:pos x="connsiteX3033" y="connsiteY3033"/>
              </a:cxn>
              <a:cxn ang="0">
                <a:pos x="connsiteX3034" y="connsiteY3034"/>
              </a:cxn>
              <a:cxn ang="0">
                <a:pos x="connsiteX3035" y="connsiteY3035"/>
              </a:cxn>
              <a:cxn ang="0">
                <a:pos x="connsiteX3036" y="connsiteY3036"/>
              </a:cxn>
              <a:cxn ang="0">
                <a:pos x="connsiteX3037" y="connsiteY3037"/>
              </a:cxn>
              <a:cxn ang="0">
                <a:pos x="connsiteX3038" y="connsiteY3038"/>
              </a:cxn>
              <a:cxn ang="0">
                <a:pos x="connsiteX3039" y="connsiteY3039"/>
              </a:cxn>
              <a:cxn ang="0">
                <a:pos x="connsiteX3040" y="connsiteY3040"/>
              </a:cxn>
              <a:cxn ang="0">
                <a:pos x="connsiteX3041" y="connsiteY3041"/>
              </a:cxn>
              <a:cxn ang="0">
                <a:pos x="connsiteX3042" y="connsiteY3042"/>
              </a:cxn>
              <a:cxn ang="0">
                <a:pos x="connsiteX3043" y="connsiteY3043"/>
              </a:cxn>
              <a:cxn ang="0">
                <a:pos x="connsiteX3044" y="connsiteY3044"/>
              </a:cxn>
              <a:cxn ang="0">
                <a:pos x="connsiteX3045" y="connsiteY3045"/>
              </a:cxn>
              <a:cxn ang="0">
                <a:pos x="connsiteX3046" y="connsiteY3046"/>
              </a:cxn>
              <a:cxn ang="0">
                <a:pos x="connsiteX3047" y="connsiteY3047"/>
              </a:cxn>
              <a:cxn ang="0">
                <a:pos x="connsiteX3048" y="connsiteY3048"/>
              </a:cxn>
              <a:cxn ang="0">
                <a:pos x="connsiteX3049" y="connsiteY3049"/>
              </a:cxn>
              <a:cxn ang="0">
                <a:pos x="connsiteX3050" y="connsiteY3050"/>
              </a:cxn>
              <a:cxn ang="0">
                <a:pos x="connsiteX3051" y="connsiteY3051"/>
              </a:cxn>
              <a:cxn ang="0">
                <a:pos x="connsiteX3052" y="connsiteY3052"/>
              </a:cxn>
              <a:cxn ang="0">
                <a:pos x="connsiteX3053" y="connsiteY3053"/>
              </a:cxn>
              <a:cxn ang="0">
                <a:pos x="connsiteX3054" y="connsiteY3054"/>
              </a:cxn>
              <a:cxn ang="0">
                <a:pos x="connsiteX3055" y="connsiteY3055"/>
              </a:cxn>
              <a:cxn ang="0">
                <a:pos x="connsiteX3056" y="connsiteY3056"/>
              </a:cxn>
              <a:cxn ang="0">
                <a:pos x="connsiteX3057" y="connsiteY3057"/>
              </a:cxn>
              <a:cxn ang="0">
                <a:pos x="connsiteX3058" y="connsiteY3058"/>
              </a:cxn>
              <a:cxn ang="0">
                <a:pos x="connsiteX3059" y="connsiteY3059"/>
              </a:cxn>
              <a:cxn ang="0">
                <a:pos x="connsiteX3060" y="connsiteY3060"/>
              </a:cxn>
              <a:cxn ang="0">
                <a:pos x="connsiteX3061" y="connsiteY3061"/>
              </a:cxn>
              <a:cxn ang="0">
                <a:pos x="connsiteX3062" y="connsiteY3062"/>
              </a:cxn>
              <a:cxn ang="0">
                <a:pos x="connsiteX3063" y="connsiteY3063"/>
              </a:cxn>
              <a:cxn ang="0">
                <a:pos x="connsiteX3064" y="connsiteY3064"/>
              </a:cxn>
              <a:cxn ang="0">
                <a:pos x="connsiteX3065" y="connsiteY3065"/>
              </a:cxn>
              <a:cxn ang="0">
                <a:pos x="connsiteX3066" y="connsiteY3066"/>
              </a:cxn>
              <a:cxn ang="0">
                <a:pos x="connsiteX3067" y="connsiteY3067"/>
              </a:cxn>
              <a:cxn ang="0">
                <a:pos x="connsiteX3068" y="connsiteY3068"/>
              </a:cxn>
              <a:cxn ang="0">
                <a:pos x="connsiteX3069" y="connsiteY3069"/>
              </a:cxn>
              <a:cxn ang="0">
                <a:pos x="connsiteX3070" y="connsiteY3070"/>
              </a:cxn>
              <a:cxn ang="0">
                <a:pos x="connsiteX3071" y="connsiteY3071"/>
              </a:cxn>
              <a:cxn ang="0">
                <a:pos x="connsiteX3072" y="connsiteY3072"/>
              </a:cxn>
              <a:cxn ang="0">
                <a:pos x="connsiteX3073" y="connsiteY3073"/>
              </a:cxn>
              <a:cxn ang="0">
                <a:pos x="connsiteX3074" y="connsiteY3074"/>
              </a:cxn>
              <a:cxn ang="0">
                <a:pos x="connsiteX3075" y="connsiteY3075"/>
              </a:cxn>
              <a:cxn ang="0">
                <a:pos x="connsiteX3076" y="connsiteY3076"/>
              </a:cxn>
              <a:cxn ang="0">
                <a:pos x="connsiteX3077" y="connsiteY3077"/>
              </a:cxn>
              <a:cxn ang="0">
                <a:pos x="connsiteX3078" y="connsiteY3078"/>
              </a:cxn>
              <a:cxn ang="0">
                <a:pos x="connsiteX3079" y="connsiteY3079"/>
              </a:cxn>
              <a:cxn ang="0">
                <a:pos x="connsiteX3080" y="connsiteY3080"/>
              </a:cxn>
              <a:cxn ang="0">
                <a:pos x="connsiteX3081" y="connsiteY3081"/>
              </a:cxn>
              <a:cxn ang="0">
                <a:pos x="connsiteX3082" y="connsiteY3082"/>
              </a:cxn>
              <a:cxn ang="0">
                <a:pos x="connsiteX3083" y="connsiteY3083"/>
              </a:cxn>
              <a:cxn ang="0">
                <a:pos x="connsiteX3084" y="connsiteY3084"/>
              </a:cxn>
              <a:cxn ang="0">
                <a:pos x="connsiteX3085" y="connsiteY3085"/>
              </a:cxn>
              <a:cxn ang="0">
                <a:pos x="connsiteX3086" y="connsiteY3086"/>
              </a:cxn>
              <a:cxn ang="0">
                <a:pos x="connsiteX3087" y="connsiteY3087"/>
              </a:cxn>
              <a:cxn ang="0">
                <a:pos x="connsiteX3088" y="connsiteY3088"/>
              </a:cxn>
              <a:cxn ang="0">
                <a:pos x="connsiteX3089" y="connsiteY3089"/>
              </a:cxn>
              <a:cxn ang="0">
                <a:pos x="connsiteX3090" y="connsiteY3090"/>
              </a:cxn>
              <a:cxn ang="0">
                <a:pos x="connsiteX3091" y="connsiteY3091"/>
              </a:cxn>
              <a:cxn ang="0">
                <a:pos x="connsiteX3092" y="connsiteY3092"/>
              </a:cxn>
              <a:cxn ang="0">
                <a:pos x="connsiteX3093" y="connsiteY3093"/>
              </a:cxn>
              <a:cxn ang="0">
                <a:pos x="connsiteX3094" y="connsiteY3094"/>
              </a:cxn>
              <a:cxn ang="0">
                <a:pos x="connsiteX3095" y="connsiteY3095"/>
              </a:cxn>
              <a:cxn ang="0">
                <a:pos x="connsiteX3096" y="connsiteY3096"/>
              </a:cxn>
              <a:cxn ang="0">
                <a:pos x="connsiteX3097" y="connsiteY3097"/>
              </a:cxn>
              <a:cxn ang="0">
                <a:pos x="connsiteX3098" y="connsiteY3098"/>
              </a:cxn>
              <a:cxn ang="0">
                <a:pos x="connsiteX3099" y="connsiteY3099"/>
              </a:cxn>
              <a:cxn ang="0">
                <a:pos x="connsiteX3100" y="connsiteY3100"/>
              </a:cxn>
              <a:cxn ang="0">
                <a:pos x="connsiteX3101" y="connsiteY3101"/>
              </a:cxn>
              <a:cxn ang="0">
                <a:pos x="connsiteX3102" y="connsiteY3102"/>
              </a:cxn>
              <a:cxn ang="0">
                <a:pos x="connsiteX3103" y="connsiteY3103"/>
              </a:cxn>
              <a:cxn ang="0">
                <a:pos x="connsiteX3104" y="connsiteY3104"/>
              </a:cxn>
              <a:cxn ang="0">
                <a:pos x="connsiteX3105" y="connsiteY3105"/>
              </a:cxn>
              <a:cxn ang="0">
                <a:pos x="connsiteX3106" y="connsiteY3106"/>
              </a:cxn>
              <a:cxn ang="0">
                <a:pos x="connsiteX3107" y="connsiteY3107"/>
              </a:cxn>
              <a:cxn ang="0">
                <a:pos x="connsiteX3108" y="connsiteY3108"/>
              </a:cxn>
              <a:cxn ang="0">
                <a:pos x="connsiteX3109" y="connsiteY3109"/>
              </a:cxn>
              <a:cxn ang="0">
                <a:pos x="connsiteX3110" y="connsiteY3110"/>
              </a:cxn>
              <a:cxn ang="0">
                <a:pos x="connsiteX3111" y="connsiteY3111"/>
              </a:cxn>
              <a:cxn ang="0">
                <a:pos x="connsiteX3112" y="connsiteY3112"/>
              </a:cxn>
              <a:cxn ang="0">
                <a:pos x="connsiteX3113" y="connsiteY3113"/>
              </a:cxn>
              <a:cxn ang="0">
                <a:pos x="connsiteX3114" y="connsiteY3114"/>
              </a:cxn>
              <a:cxn ang="0">
                <a:pos x="connsiteX3115" y="connsiteY3115"/>
              </a:cxn>
              <a:cxn ang="0">
                <a:pos x="connsiteX3116" y="connsiteY3116"/>
              </a:cxn>
              <a:cxn ang="0">
                <a:pos x="connsiteX3117" y="connsiteY3117"/>
              </a:cxn>
              <a:cxn ang="0">
                <a:pos x="connsiteX3118" y="connsiteY3118"/>
              </a:cxn>
              <a:cxn ang="0">
                <a:pos x="connsiteX3119" y="connsiteY3119"/>
              </a:cxn>
              <a:cxn ang="0">
                <a:pos x="connsiteX3120" y="connsiteY3120"/>
              </a:cxn>
              <a:cxn ang="0">
                <a:pos x="connsiteX3121" y="connsiteY3121"/>
              </a:cxn>
              <a:cxn ang="0">
                <a:pos x="connsiteX3122" y="connsiteY3122"/>
              </a:cxn>
              <a:cxn ang="0">
                <a:pos x="connsiteX3123" y="connsiteY3123"/>
              </a:cxn>
              <a:cxn ang="0">
                <a:pos x="connsiteX3124" y="connsiteY3124"/>
              </a:cxn>
              <a:cxn ang="0">
                <a:pos x="connsiteX3125" y="connsiteY3125"/>
              </a:cxn>
              <a:cxn ang="0">
                <a:pos x="connsiteX3126" y="connsiteY3126"/>
              </a:cxn>
              <a:cxn ang="0">
                <a:pos x="connsiteX3127" y="connsiteY3127"/>
              </a:cxn>
              <a:cxn ang="0">
                <a:pos x="connsiteX3128" y="connsiteY3128"/>
              </a:cxn>
              <a:cxn ang="0">
                <a:pos x="connsiteX3129" y="connsiteY3129"/>
              </a:cxn>
              <a:cxn ang="0">
                <a:pos x="connsiteX3130" y="connsiteY3130"/>
              </a:cxn>
              <a:cxn ang="0">
                <a:pos x="connsiteX3131" y="connsiteY3131"/>
              </a:cxn>
              <a:cxn ang="0">
                <a:pos x="connsiteX3132" y="connsiteY3132"/>
              </a:cxn>
              <a:cxn ang="0">
                <a:pos x="connsiteX3133" y="connsiteY3133"/>
              </a:cxn>
              <a:cxn ang="0">
                <a:pos x="connsiteX3134" y="connsiteY3134"/>
              </a:cxn>
              <a:cxn ang="0">
                <a:pos x="connsiteX3135" y="connsiteY3135"/>
              </a:cxn>
              <a:cxn ang="0">
                <a:pos x="connsiteX3136" y="connsiteY3136"/>
              </a:cxn>
              <a:cxn ang="0">
                <a:pos x="connsiteX3137" y="connsiteY3137"/>
              </a:cxn>
              <a:cxn ang="0">
                <a:pos x="connsiteX3138" y="connsiteY3138"/>
              </a:cxn>
              <a:cxn ang="0">
                <a:pos x="connsiteX3139" y="connsiteY3139"/>
              </a:cxn>
              <a:cxn ang="0">
                <a:pos x="connsiteX3140" y="connsiteY3140"/>
              </a:cxn>
              <a:cxn ang="0">
                <a:pos x="connsiteX3141" y="connsiteY3141"/>
              </a:cxn>
              <a:cxn ang="0">
                <a:pos x="connsiteX3142" y="connsiteY3142"/>
              </a:cxn>
              <a:cxn ang="0">
                <a:pos x="connsiteX3143" y="connsiteY3143"/>
              </a:cxn>
              <a:cxn ang="0">
                <a:pos x="connsiteX3144" y="connsiteY3144"/>
              </a:cxn>
              <a:cxn ang="0">
                <a:pos x="connsiteX3145" y="connsiteY3145"/>
              </a:cxn>
              <a:cxn ang="0">
                <a:pos x="connsiteX3146" y="connsiteY3146"/>
              </a:cxn>
              <a:cxn ang="0">
                <a:pos x="connsiteX3147" y="connsiteY3147"/>
              </a:cxn>
              <a:cxn ang="0">
                <a:pos x="connsiteX3148" y="connsiteY3148"/>
              </a:cxn>
              <a:cxn ang="0">
                <a:pos x="connsiteX3149" y="connsiteY3149"/>
              </a:cxn>
              <a:cxn ang="0">
                <a:pos x="connsiteX3150" y="connsiteY3150"/>
              </a:cxn>
              <a:cxn ang="0">
                <a:pos x="connsiteX3151" y="connsiteY3151"/>
              </a:cxn>
              <a:cxn ang="0">
                <a:pos x="connsiteX3152" y="connsiteY3152"/>
              </a:cxn>
              <a:cxn ang="0">
                <a:pos x="connsiteX3153" y="connsiteY3153"/>
              </a:cxn>
              <a:cxn ang="0">
                <a:pos x="connsiteX3154" y="connsiteY3154"/>
              </a:cxn>
              <a:cxn ang="0">
                <a:pos x="connsiteX3155" y="connsiteY3155"/>
              </a:cxn>
              <a:cxn ang="0">
                <a:pos x="connsiteX3156" y="connsiteY3156"/>
              </a:cxn>
              <a:cxn ang="0">
                <a:pos x="connsiteX3157" y="connsiteY3157"/>
              </a:cxn>
              <a:cxn ang="0">
                <a:pos x="connsiteX3158" y="connsiteY3158"/>
              </a:cxn>
              <a:cxn ang="0">
                <a:pos x="connsiteX3159" y="connsiteY3159"/>
              </a:cxn>
              <a:cxn ang="0">
                <a:pos x="connsiteX3160" y="connsiteY3160"/>
              </a:cxn>
              <a:cxn ang="0">
                <a:pos x="connsiteX3161" y="connsiteY3161"/>
              </a:cxn>
              <a:cxn ang="0">
                <a:pos x="connsiteX3162" y="connsiteY3162"/>
              </a:cxn>
              <a:cxn ang="0">
                <a:pos x="connsiteX3163" y="connsiteY3163"/>
              </a:cxn>
              <a:cxn ang="0">
                <a:pos x="connsiteX3164" y="connsiteY3164"/>
              </a:cxn>
              <a:cxn ang="0">
                <a:pos x="connsiteX3165" y="connsiteY3165"/>
              </a:cxn>
              <a:cxn ang="0">
                <a:pos x="connsiteX3166" y="connsiteY3166"/>
              </a:cxn>
              <a:cxn ang="0">
                <a:pos x="connsiteX3167" y="connsiteY3167"/>
              </a:cxn>
              <a:cxn ang="0">
                <a:pos x="connsiteX3168" y="connsiteY3168"/>
              </a:cxn>
              <a:cxn ang="0">
                <a:pos x="connsiteX3169" y="connsiteY3169"/>
              </a:cxn>
              <a:cxn ang="0">
                <a:pos x="connsiteX3170" y="connsiteY3170"/>
              </a:cxn>
              <a:cxn ang="0">
                <a:pos x="connsiteX3171" y="connsiteY3171"/>
              </a:cxn>
              <a:cxn ang="0">
                <a:pos x="connsiteX3172" y="connsiteY3172"/>
              </a:cxn>
              <a:cxn ang="0">
                <a:pos x="connsiteX3173" y="connsiteY3173"/>
              </a:cxn>
              <a:cxn ang="0">
                <a:pos x="connsiteX3174" y="connsiteY3174"/>
              </a:cxn>
              <a:cxn ang="0">
                <a:pos x="connsiteX3175" y="connsiteY3175"/>
              </a:cxn>
              <a:cxn ang="0">
                <a:pos x="connsiteX3176" y="connsiteY3176"/>
              </a:cxn>
              <a:cxn ang="0">
                <a:pos x="connsiteX3177" y="connsiteY3177"/>
              </a:cxn>
              <a:cxn ang="0">
                <a:pos x="connsiteX3178" y="connsiteY3178"/>
              </a:cxn>
              <a:cxn ang="0">
                <a:pos x="connsiteX3179" y="connsiteY3179"/>
              </a:cxn>
              <a:cxn ang="0">
                <a:pos x="connsiteX3180" y="connsiteY3180"/>
              </a:cxn>
              <a:cxn ang="0">
                <a:pos x="connsiteX3181" y="connsiteY3181"/>
              </a:cxn>
              <a:cxn ang="0">
                <a:pos x="connsiteX3182" y="connsiteY3182"/>
              </a:cxn>
              <a:cxn ang="0">
                <a:pos x="connsiteX3183" y="connsiteY3183"/>
              </a:cxn>
              <a:cxn ang="0">
                <a:pos x="connsiteX3184" y="connsiteY3184"/>
              </a:cxn>
              <a:cxn ang="0">
                <a:pos x="connsiteX3185" y="connsiteY3185"/>
              </a:cxn>
              <a:cxn ang="0">
                <a:pos x="connsiteX3186" y="connsiteY3186"/>
              </a:cxn>
              <a:cxn ang="0">
                <a:pos x="connsiteX3187" y="connsiteY3187"/>
              </a:cxn>
              <a:cxn ang="0">
                <a:pos x="connsiteX3188" y="connsiteY3188"/>
              </a:cxn>
              <a:cxn ang="0">
                <a:pos x="connsiteX3189" y="connsiteY3189"/>
              </a:cxn>
              <a:cxn ang="0">
                <a:pos x="connsiteX3190" y="connsiteY3190"/>
              </a:cxn>
              <a:cxn ang="0">
                <a:pos x="connsiteX3191" y="connsiteY3191"/>
              </a:cxn>
              <a:cxn ang="0">
                <a:pos x="connsiteX3192" y="connsiteY3192"/>
              </a:cxn>
              <a:cxn ang="0">
                <a:pos x="connsiteX3193" y="connsiteY3193"/>
              </a:cxn>
              <a:cxn ang="0">
                <a:pos x="connsiteX3194" y="connsiteY3194"/>
              </a:cxn>
              <a:cxn ang="0">
                <a:pos x="connsiteX3195" y="connsiteY3195"/>
              </a:cxn>
              <a:cxn ang="0">
                <a:pos x="connsiteX3196" y="connsiteY3196"/>
              </a:cxn>
              <a:cxn ang="0">
                <a:pos x="connsiteX3197" y="connsiteY3197"/>
              </a:cxn>
              <a:cxn ang="0">
                <a:pos x="connsiteX3198" y="connsiteY3198"/>
              </a:cxn>
              <a:cxn ang="0">
                <a:pos x="connsiteX3199" y="connsiteY3199"/>
              </a:cxn>
              <a:cxn ang="0">
                <a:pos x="connsiteX3200" y="connsiteY3200"/>
              </a:cxn>
              <a:cxn ang="0">
                <a:pos x="connsiteX3201" y="connsiteY3201"/>
              </a:cxn>
              <a:cxn ang="0">
                <a:pos x="connsiteX3202" y="connsiteY3202"/>
              </a:cxn>
              <a:cxn ang="0">
                <a:pos x="connsiteX3203" y="connsiteY3203"/>
              </a:cxn>
              <a:cxn ang="0">
                <a:pos x="connsiteX3204" y="connsiteY3204"/>
              </a:cxn>
              <a:cxn ang="0">
                <a:pos x="connsiteX3205" y="connsiteY3205"/>
              </a:cxn>
              <a:cxn ang="0">
                <a:pos x="connsiteX3206" y="connsiteY3206"/>
              </a:cxn>
              <a:cxn ang="0">
                <a:pos x="connsiteX3207" y="connsiteY3207"/>
              </a:cxn>
              <a:cxn ang="0">
                <a:pos x="connsiteX3208" y="connsiteY3208"/>
              </a:cxn>
              <a:cxn ang="0">
                <a:pos x="connsiteX3209" y="connsiteY3209"/>
              </a:cxn>
              <a:cxn ang="0">
                <a:pos x="connsiteX3210" y="connsiteY3210"/>
              </a:cxn>
              <a:cxn ang="0">
                <a:pos x="connsiteX3211" y="connsiteY3211"/>
              </a:cxn>
              <a:cxn ang="0">
                <a:pos x="connsiteX3212" y="connsiteY3212"/>
              </a:cxn>
              <a:cxn ang="0">
                <a:pos x="connsiteX3213" y="connsiteY3213"/>
              </a:cxn>
              <a:cxn ang="0">
                <a:pos x="connsiteX3214" y="connsiteY3214"/>
              </a:cxn>
              <a:cxn ang="0">
                <a:pos x="connsiteX3215" y="connsiteY3215"/>
              </a:cxn>
              <a:cxn ang="0">
                <a:pos x="connsiteX3216" y="connsiteY3216"/>
              </a:cxn>
              <a:cxn ang="0">
                <a:pos x="connsiteX3217" y="connsiteY3217"/>
              </a:cxn>
              <a:cxn ang="0">
                <a:pos x="connsiteX3218" y="connsiteY3218"/>
              </a:cxn>
              <a:cxn ang="0">
                <a:pos x="connsiteX3219" y="connsiteY3219"/>
              </a:cxn>
              <a:cxn ang="0">
                <a:pos x="connsiteX3220" y="connsiteY3220"/>
              </a:cxn>
              <a:cxn ang="0">
                <a:pos x="connsiteX3221" y="connsiteY3221"/>
              </a:cxn>
              <a:cxn ang="0">
                <a:pos x="connsiteX3222" y="connsiteY3222"/>
              </a:cxn>
              <a:cxn ang="0">
                <a:pos x="connsiteX3223" y="connsiteY3223"/>
              </a:cxn>
              <a:cxn ang="0">
                <a:pos x="connsiteX3224" y="connsiteY3224"/>
              </a:cxn>
              <a:cxn ang="0">
                <a:pos x="connsiteX3225" y="connsiteY3225"/>
              </a:cxn>
              <a:cxn ang="0">
                <a:pos x="connsiteX3226" y="connsiteY3226"/>
              </a:cxn>
              <a:cxn ang="0">
                <a:pos x="connsiteX3227" y="connsiteY3227"/>
              </a:cxn>
              <a:cxn ang="0">
                <a:pos x="connsiteX3228" y="connsiteY3228"/>
              </a:cxn>
              <a:cxn ang="0">
                <a:pos x="connsiteX3229" y="connsiteY3229"/>
              </a:cxn>
              <a:cxn ang="0">
                <a:pos x="connsiteX3230" y="connsiteY3230"/>
              </a:cxn>
              <a:cxn ang="0">
                <a:pos x="connsiteX3231" y="connsiteY3231"/>
              </a:cxn>
              <a:cxn ang="0">
                <a:pos x="connsiteX3232" y="connsiteY3232"/>
              </a:cxn>
              <a:cxn ang="0">
                <a:pos x="connsiteX3233" y="connsiteY3233"/>
              </a:cxn>
              <a:cxn ang="0">
                <a:pos x="connsiteX3234" y="connsiteY3234"/>
              </a:cxn>
              <a:cxn ang="0">
                <a:pos x="connsiteX3235" y="connsiteY3235"/>
              </a:cxn>
              <a:cxn ang="0">
                <a:pos x="connsiteX3236" y="connsiteY3236"/>
              </a:cxn>
              <a:cxn ang="0">
                <a:pos x="connsiteX3237" y="connsiteY3237"/>
              </a:cxn>
              <a:cxn ang="0">
                <a:pos x="connsiteX3238" y="connsiteY3238"/>
              </a:cxn>
              <a:cxn ang="0">
                <a:pos x="connsiteX3239" y="connsiteY3239"/>
              </a:cxn>
              <a:cxn ang="0">
                <a:pos x="connsiteX3240" y="connsiteY3240"/>
              </a:cxn>
              <a:cxn ang="0">
                <a:pos x="connsiteX3241" y="connsiteY3241"/>
              </a:cxn>
              <a:cxn ang="0">
                <a:pos x="connsiteX3242" y="connsiteY3242"/>
              </a:cxn>
              <a:cxn ang="0">
                <a:pos x="connsiteX3243" y="connsiteY3243"/>
              </a:cxn>
              <a:cxn ang="0">
                <a:pos x="connsiteX3244" y="connsiteY3244"/>
              </a:cxn>
              <a:cxn ang="0">
                <a:pos x="connsiteX3245" y="connsiteY3245"/>
              </a:cxn>
              <a:cxn ang="0">
                <a:pos x="connsiteX3246" y="connsiteY3246"/>
              </a:cxn>
              <a:cxn ang="0">
                <a:pos x="connsiteX3247" y="connsiteY3247"/>
              </a:cxn>
              <a:cxn ang="0">
                <a:pos x="connsiteX3248" y="connsiteY3248"/>
              </a:cxn>
              <a:cxn ang="0">
                <a:pos x="connsiteX3249" y="connsiteY3249"/>
              </a:cxn>
              <a:cxn ang="0">
                <a:pos x="connsiteX3250" y="connsiteY3250"/>
              </a:cxn>
              <a:cxn ang="0">
                <a:pos x="connsiteX3251" y="connsiteY3251"/>
              </a:cxn>
              <a:cxn ang="0">
                <a:pos x="connsiteX3252" y="connsiteY3252"/>
              </a:cxn>
              <a:cxn ang="0">
                <a:pos x="connsiteX3253" y="connsiteY3253"/>
              </a:cxn>
              <a:cxn ang="0">
                <a:pos x="connsiteX3254" y="connsiteY3254"/>
              </a:cxn>
              <a:cxn ang="0">
                <a:pos x="connsiteX3255" y="connsiteY3255"/>
              </a:cxn>
              <a:cxn ang="0">
                <a:pos x="connsiteX3256" y="connsiteY3256"/>
              </a:cxn>
              <a:cxn ang="0">
                <a:pos x="connsiteX3257" y="connsiteY3257"/>
              </a:cxn>
              <a:cxn ang="0">
                <a:pos x="connsiteX3258" y="connsiteY3258"/>
              </a:cxn>
              <a:cxn ang="0">
                <a:pos x="connsiteX3259" y="connsiteY3259"/>
              </a:cxn>
              <a:cxn ang="0">
                <a:pos x="connsiteX3260" y="connsiteY3260"/>
              </a:cxn>
              <a:cxn ang="0">
                <a:pos x="connsiteX3261" y="connsiteY3261"/>
              </a:cxn>
              <a:cxn ang="0">
                <a:pos x="connsiteX3262" y="connsiteY3262"/>
              </a:cxn>
              <a:cxn ang="0">
                <a:pos x="connsiteX3263" y="connsiteY3263"/>
              </a:cxn>
              <a:cxn ang="0">
                <a:pos x="connsiteX3264" y="connsiteY3264"/>
              </a:cxn>
              <a:cxn ang="0">
                <a:pos x="connsiteX3265" y="connsiteY3265"/>
              </a:cxn>
              <a:cxn ang="0">
                <a:pos x="connsiteX3266" y="connsiteY3266"/>
              </a:cxn>
              <a:cxn ang="0">
                <a:pos x="connsiteX3267" y="connsiteY3267"/>
              </a:cxn>
              <a:cxn ang="0">
                <a:pos x="connsiteX3268" y="connsiteY3268"/>
              </a:cxn>
              <a:cxn ang="0">
                <a:pos x="connsiteX3269" y="connsiteY3269"/>
              </a:cxn>
              <a:cxn ang="0">
                <a:pos x="connsiteX3270" y="connsiteY3270"/>
              </a:cxn>
              <a:cxn ang="0">
                <a:pos x="connsiteX3271" y="connsiteY3271"/>
              </a:cxn>
              <a:cxn ang="0">
                <a:pos x="connsiteX3272" y="connsiteY3272"/>
              </a:cxn>
              <a:cxn ang="0">
                <a:pos x="connsiteX3273" y="connsiteY3273"/>
              </a:cxn>
              <a:cxn ang="0">
                <a:pos x="connsiteX3274" y="connsiteY3274"/>
              </a:cxn>
              <a:cxn ang="0">
                <a:pos x="connsiteX3275" y="connsiteY3275"/>
              </a:cxn>
              <a:cxn ang="0">
                <a:pos x="connsiteX3276" y="connsiteY3276"/>
              </a:cxn>
              <a:cxn ang="0">
                <a:pos x="connsiteX3277" y="connsiteY3277"/>
              </a:cxn>
              <a:cxn ang="0">
                <a:pos x="connsiteX3278" y="connsiteY3278"/>
              </a:cxn>
              <a:cxn ang="0">
                <a:pos x="connsiteX3279" y="connsiteY3279"/>
              </a:cxn>
              <a:cxn ang="0">
                <a:pos x="connsiteX3280" y="connsiteY3280"/>
              </a:cxn>
              <a:cxn ang="0">
                <a:pos x="connsiteX3281" y="connsiteY3281"/>
              </a:cxn>
              <a:cxn ang="0">
                <a:pos x="connsiteX3282" y="connsiteY3282"/>
              </a:cxn>
              <a:cxn ang="0">
                <a:pos x="connsiteX3283" y="connsiteY3283"/>
              </a:cxn>
              <a:cxn ang="0">
                <a:pos x="connsiteX3284" y="connsiteY3284"/>
              </a:cxn>
              <a:cxn ang="0">
                <a:pos x="connsiteX3285" y="connsiteY3285"/>
              </a:cxn>
              <a:cxn ang="0">
                <a:pos x="connsiteX3286" y="connsiteY3286"/>
              </a:cxn>
              <a:cxn ang="0">
                <a:pos x="connsiteX3287" y="connsiteY3287"/>
              </a:cxn>
              <a:cxn ang="0">
                <a:pos x="connsiteX3288" y="connsiteY3288"/>
              </a:cxn>
              <a:cxn ang="0">
                <a:pos x="connsiteX3289" y="connsiteY3289"/>
              </a:cxn>
              <a:cxn ang="0">
                <a:pos x="connsiteX3290" y="connsiteY3290"/>
              </a:cxn>
              <a:cxn ang="0">
                <a:pos x="connsiteX3291" y="connsiteY3291"/>
              </a:cxn>
              <a:cxn ang="0">
                <a:pos x="connsiteX3292" y="connsiteY3292"/>
              </a:cxn>
              <a:cxn ang="0">
                <a:pos x="connsiteX3293" y="connsiteY3293"/>
              </a:cxn>
              <a:cxn ang="0">
                <a:pos x="connsiteX3294" y="connsiteY3294"/>
              </a:cxn>
              <a:cxn ang="0">
                <a:pos x="connsiteX3295" y="connsiteY3295"/>
              </a:cxn>
              <a:cxn ang="0">
                <a:pos x="connsiteX3296" y="connsiteY3296"/>
              </a:cxn>
              <a:cxn ang="0">
                <a:pos x="connsiteX3297" y="connsiteY3297"/>
              </a:cxn>
              <a:cxn ang="0">
                <a:pos x="connsiteX3298" y="connsiteY3298"/>
              </a:cxn>
              <a:cxn ang="0">
                <a:pos x="connsiteX3299" y="connsiteY3299"/>
              </a:cxn>
              <a:cxn ang="0">
                <a:pos x="connsiteX3300" y="connsiteY3300"/>
              </a:cxn>
              <a:cxn ang="0">
                <a:pos x="connsiteX3301" y="connsiteY3301"/>
              </a:cxn>
              <a:cxn ang="0">
                <a:pos x="connsiteX3302" y="connsiteY3302"/>
              </a:cxn>
              <a:cxn ang="0">
                <a:pos x="connsiteX3303" y="connsiteY3303"/>
              </a:cxn>
              <a:cxn ang="0">
                <a:pos x="connsiteX3304" y="connsiteY3304"/>
              </a:cxn>
              <a:cxn ang="0">
                <a:pos x="connsiteX3305" y="connsiteY3305"/>
              </a:cxn>
              <a:cxn ang="0">
                <a:pos x="connsiteX3306" y="connsiteY3306"/>
              </a:cxn>
              <a:cxn ang="0">
                <a:pos x="connsiteX3307" y="connsiteY3307"/>
              </a:cxn>
              <a:cxn ang="0">
                <a:pos x="connsiteX3308" y="connsiteY3308"/>
              </a:cxn>
              <a:cxn ang="0">
                <a:pos x="connsiteX3309" y="connsiteY3309"/>
              </a:cxn>
              <a:cxn ang="0">
                <a:pos x="connsiteX3310" y="connsiteY3310"/>
              </a:cxn>
              <a:cxn ang="0">
                <a:pos x="connsiteX3311" y="connsiteY3311"/>
              </a:cxn>
              <a:cxn ang="0">
                <a:pos x="connsiteX3312" y="connsiteY3312"/>
              </a:cxn>
              <a:cxn ang="0">
                <a:pos x="connsiteX3313" y="connsiteY3313"/>
              </a:cxn>
              <a:cxn ang="0">
                <a:pos x="connsiteX3314" y="connsiteY3314"/>
              </a:cxn>
              <a:cxn ang="0">
                <a:pos x="connsiteX3315" y="connsiteY3315"/>
              </a:cxn>
              <a:cxn ang="0">
                <a:pos x="connsiteX3316" y="connsiteY3316"/>
              </a:cxn>
              <a:cxn ang="0">
                <a:pos x="connsiteX3317" y="connsiteY3317"/>
              </a:cxn>
              <a:cxn ang="0">
                <a:pos x="connsiteX3318" y="connsiteY3318"/>
              </a:cxn>
              <a:cxn ang="0">
                <a:pos x="connsiteX3319" y="connsiteY3319"/>
              </a:cxn>
              <a:cxn ang="0">
                <a:pos x="connsiteX3320" y="connsiteY3320"/>
              </a:cxn>
              <a:cxn ang="0">
                <a:pos x="connsiteX3321" y="connsiteY3321"/>
              </a:cxn>
              <a:cxn ang="0">
                <a:pos x="connsiteX3322" y="connsiteY3322"/>
              </a:cxn>
              <a:cxn ang="0">
                <a:pos x="connsiteX3323" y="connsiteY3323"/>
              </a:cxn>
              <a:cxn ang="0">
                <a:pos x="connsiteX3324" y="connsiteY3324"/>
              </a:cxn>
              <a:cxn ang="0">
                <a:pos x="connsiteX3325" y="connsiteY3325"/>
              </a:cxn>
              <a:cxn ang="0">
                <a:pos x="connsiteX3326" y="connsiteY3326"/>
              </a:cxn>
              <a:cxn ang="0">
                <a:pos x="connsiteX3327" y="connsiteY3327"/>
              </a:cxn>
              <a:cxn ang="0">
                <a:pos x="connsiteX3328" y="connsiteY3328"/>
              </a:cxn>
              <a:cxn ang="0">
                <a:pos x="connsiteX3329" y="connsiteY3329"/>
              </a:cxn>
              <a:cxn ang="0">
                <a:pos x="connsiteX3330" y="connsiteY3330"/>
              </a:cxn>
              <a:cxn ang="0">
                <a:pos x="connsiteX3331" y="connsiteY3331"/>
              </a:cxn>
              <a:cxn ang="0">
                <a:pos x="connsiteX3332" y="connsiteY3332"/>
              </a:cxn>
              <a:cxn ang="0">
                <a:pos x="connsiteX3333" y="connsiteY3333"/>
              </a:cxn>
              <a:cxn ang="0">
                <a:pos x="connsiteX3334" y="connsiteY3334"/>
              </a:cxn>
              <a:cxn ang="0">
                <a:pos x="connsiteX3335" y="connsiteY3335"/>
              </a:cxn>
              <a:cxn ang="0">
                <a:pos x="connsiteX3336" y="connsiteY3336"/>
              </a:cxn>
              <a:cxn ang="0">
                <a:pos x="connsiteX3337" y="connsiteY3337"/>
              </a:cxn>
              <a:cxn ang="0">
                <a:pos x="connsiteX3338" y="connsiteY3338"/>
              </a:cxn>
              <a:cxn ang="0">
                <a:pos x="connsiteX3339" y="connsiteY3339"/>
              </a:cxn>
              <a:cxn ang="0">
                <a:pos x="connsiteX3340" y="connsiteY3340"/>
              </a:cxn>
              <a:cxn ang="0">
                <a:pos x="connsiteX3341" y="connsiteY3341"/>
              </a:cxn>
              <a:cxn ang="0">
                <a:pos x="connsiteX3342" y="connsiteY3342"/>
              </a:cxn>
              <a:cxn ang="0">
                <a:pos x="connsiteX3343" y="connsiteY3343"/>
              </a:cxn>
              <a:cxn ang="0">
                <a:pos x="connsiteX3344" y="connsiteY3344"/>
              </a:cxn>
              <a:cxn ang="0">
                <a:pos x="connsiteX3345" y="connsiteY3345"/>
              </a:cxn>
              <a:cxn ang="0">
                <a:pos x="connsiteX3346" y="connsiteY3346"/>
              </a:cxn>
              <a:cxn ang="0">
                <a:pos x="connsiteX3347" y="connsiteY3347"/>
              </a:cxn>
              <a:cxn ang="0">
                <a:pos x="connsiteX3348" y="connsiteY3348"/>
              </a:cxn>
              <a:cxn ang="0">
                <a:pos x="connsiteX3349" y="connsiteY3349"/>
              </a:cxn>
              <a:cxn ang="0">
                <a:pos x="connsiteX3350" y="connsiteY3350"/>
              </a:cxn>
              <a:cxn ang="0">
                <a:pos x="connsiteX3351" y="connsiteY3351"/>
              </a:cxn>
              <a:cxn ang="0">
                <a:pos x="connsiteX3352" y="connsiteY3352"/>
              </a:cxn>
              <a:cxn ang="0">
                <a:pos x="connsiteX3353" y="connsiteY3353"/>
              </a:cxn>
              <a:cxn ang="0">
                <a:pos x="connsiteX3354" y="connsiteY3354"/>
              </a:cxn>
              <a:cxn ang="0">
                <a:pos x="connsiteX3355" y="connsiteY3355"/>
              </a:cxn>
              <a:cxn ang="0">
                <a:pos x="connsiteX3356" y="connsiteY3356"/>
              </a:cxn>
              <a:cxn ang="0">
                <a:pos x="connsiteX3357" y="connsiteY3357"/>
              </a:cxn>
              <a:cxn ang="0">
                <a:pos x="connsiteX3358" y="connsiteY3358"/>
              </a:cxn>
              <a:cxn ang="0">
                <a:pos x="connsiteX3359" y="connsiteY3359"/>
              </a:cxn>
              <a:cxn ang="0">
                <a:pos x="connsiteX3360" y="connsiteY3360"/>
              </a:cxn>
              <a:cxn ang="0">
                <a:pos x="connsiteX3361" y="connsiteY3361"/>
              </a:cxn>
              <a:cxn ang="0">
                <a:pos x="connsiteX3362" y="connsiteY3362"/>
              </a:cxn>
              <a:cxn ang="0">
                <a:pos x="connsiteX3363" y="connsiteY3363"/>
              </a:cxn>
              <a:cxn ang="0">
                <a:pos x="connsiteX3364" y="connsiteY3364"/>
              </a:cxn>
              <a:cxn ang="0">
                <a:pos x="connsiteX3365" y="connsiteY3365"/>
              </a:cxn>
              <a:cxn ang="0">
                <a:pos x="connsiteX3366" y="connsiteY3366"/>
              </a:cxn>
              <a:cxn ang="0">
                <a:pos x="connsiteX3367" y="connsiteY3367"/>
              </a:cxn>
              <a:cxn ang="0">
                <a:pos x="connsiteX3368" y="connsiteY3368"/>
              </a:cxn>
              <a:cxn ang="0">
                <a:pos x="connsiteX3369" y="connsiteY3369"/>
              </a:cxn>
              <a:cxn ang="0">
                <a:pos x="connsiteX3370" y="connsiteY3370"/>
              </a:cxn>
              <a:cxn ang="0">
                <a:pos x="connsiteX3371" y="connsiteY3371"/>
              </a:cxn>
              <a:cxn ang="0">
                <a:pos x="connsiteX3372" y="connsiteY3372"/>
              </a:cxn>
              <a:cxn ang="0">
                <a:pos x="connsiteX3373" y="connsiteY3373"/>
              </a:cxn>
              <a:cxn ang="0">
                <a:pos x="connsiteX3374" y="connsiteY3374"/>
              </a:cxn>
              <a:cxn ang="0">
                <a:pos x="connsiteX3375" y="connsiteY3375"/>
              </a:cxn>
              <a:cxn ang="0">
                <a:pos x="connsiteX3376" y="connsiteY3376"/>
              </a:cxn>
              <a:cxn ang="0">
                <a:pos x="connsiteX3377" y="connsiteY3377"/>
              </a:cxn>
              <a:cxn ang="0">
                <a:pos x="connsiteX3378" y="connsiteY3378"/>
              </a:cxn>
              <a:cxn ang="0">
                <a:pos x="connsiteX3379" y="connsiteY3379"/>
              </a:cxn>
              <a:cxn ang="0">
                <a:pos x="connsiteX3380" y="connsiteY3380"/>
              </a:cxn>
              <a:cxn ang="0">
                <a:pos x="connsiteX3381" y="connsiteY3381"/>
              </a:cxn>
              <a:cxn ang="0">
                <a:pos x="connsiteX3382" y="connsiteY3382"/>
              </a:cxn>
              <a:cxn ang="0">
                <a:pos x="connsiteX3383" y="connsiteY3383"/>
              </a:cxn>
              <a:cxn ang="0">
                <a:pos x="connsiteX3384" y="connsiteY3384"/>
              </a:cxn>
              <a:cxn ang="0">
                <a:pos x="connsiteX3385" y="connsiteY3385"/>
              </a:cxn>
              <a:cxn ang="0">
                <a:pos x="connsiteX3386" y="connsiteY3386"/>
              </a:cxn>
              <a:cxn ang="0">
                <a:pos x="connsiteX3387" y="connsiteY3387"/>
              </a:cxn>
              <a:cxn ang="0">
                <a:pos x="connsiteX3388" y="connsiteY3388"/>
              </a:cxn>
              <a:cxn ang="0">
                <a:pos x="connsiteX3389" y="connsiteY3389"/>
              </a:cxn>
              <a:cxn ang="0">
                <a:pos x="connsiteX3390" y="connsiteY3390"/>
              </a:cxn>
              <a:cxn ang="0">
                <a:pos x="connsiteX3391" y="connsiteY3391"/>
              </a:cxn>
              <a:cxn ang="0">
                <a:pos x="connsiteX3392" y="connsiteY3392"/>
              </a:cxn>
              <a:cxn ang="0">
                <a:pos x="connsiteX3393" y="connsiteY3393"/>
              </a:cxn>
              <a:cxn ang="0">
                <a:pos x="connsiteX3394" y="connsiteY3394"/>
              </a:cxn>
              <a:cxn ang="0">
                <a:pos x="connsiteX3395" y="connsiteY3395"/>
              </a:cxn>
              <a:cxn ang="0">
                <a:pos x="connsiteX3396" y="connsiteY3396"/>
              </a:cxn>
              <a:cxn ang="0">
                <a:pos x="connsiteX3397" y="connsiteY3397"/>
              </a:cxn>
              <a:cxn ang="0">
                <a:pos x="connsiteX3398" y="connsiteY3398"/>
              </a:cxn>
              <a:cxn ang="0">
                <a:pos x="connsiteX3399" y="connsiteY3399"/>
              </a:cxn>
              <a:cxn ang="0">
                <a:pos x="connsiteX3400" y="connsiteY3400"/>
              </a:cxn>
              <a:cxn ang="0">
                <a:pos x="connsiteX3401" y="connsiteY3401"/>
              </a:cxn>
              <a:cxn ang="0">
                <a:pos x="connsiteX3402" y="connsiteY3402"/>
              </a:cxn>
              <a:cxn ang="0">
                <a:pos x="connsiteX3403" y="connsiteY3403"/>
              </a:cxn>
              <a:cxn ang="0">
                <a:pos x="connsiteX3404" y="connsiteY3404"/>
              </a:cxn>
              <a:cxn ang="0">
                <a:pos x="connsiteX3405" y="connsiteY3405"/>
              </a:cxn>
              <a:cxn ang="0">
                <a:pos x="connsiteX3406" y="connsiteY3406"/>
              </a:cxn>
              <a:cxn ang="0">
                <a:pos x="connsiteX3407" y="connsiteY3407"/>
              </a:cxn>
              <a:cxn ang="0">
                <a:pos x="connsiteX3408" y="connsiteY3408"/>
              </a:cxn>
              <a:cxn ang="0">
                <a:pos x="connsiteX3409" y="connsiteY3409"/>
              </a:cxn>
              <a:cxn ang="0">
                <a:pos x="connsiteX3410" y="connsiteY3410"/>
              </a:cxn>
              <a:cxn ang="0">
                <a:pos x="connsiteX3411" y="connsiteY3411"/>
              </a:cxn>
              <a:cxn ang="0">
                <a:pos x="connsiteX3412" y="connsiteY3412"/>
              </a:cxn>
              <a:cxn ang="0">
                <a:pos x="connsiteX3413" y="connsiteY3413"/>
              </a:cxn>
              <a:cxn ang="0">
                <a:pos x="connsiteX3414" y="connsiteY3414"/>
              </a:cxn>
              <a:cxn ang="0">
                <a:pos x="connsiteX3415" y="connsiteY3415"/>
              </a:cxn>
              <a:cxn ang="0">
                <a:pos x="connsiteX3416" y="connsiteY3416"/>
              </a:cxn>
              <a:cxn ang="0">
                <a:pos x="connsiteX3417" y="connsiteY3417"/>
              </a:cxn>
              <a:cxn ang="0">
                <a:pos x="connsiteX3418" y="connsiteY3418"/>
              </a:cxn>
              <a:cxn ang="0">
                <a:pos x="connsiteX3419" y="connsiteY3419"/>
              </a:cxn>
              <a:cxn ang="0">
                <a:pos x="connsiteX3420" y="connsiteY3420"/>
              </a:cxn>
              <a:cxn ang="0">
                <a:pos x="connsiteX3421" y="connsiteY3421"/>
              </a:cxn>
              <a:cxn ang="0">
                <a:pos x="connsiteX3422" y="connsiteY3422"/>
              </a:cxn>
              <a:cxn ang="0">
                <a:pos x="connsiteX3423" y="connsiteY3423"/>
              </a:cxn>
              <a:cxn ang="0">
                <a:pos x="connsiteX3424" y="connsiteY3424"/>
              </a:cxn>
              <a:cxn ang="0">
                <a:pos x="connsiteX3425" y="connsiteY3425"/>
              </a:cxn>
              <a:cxn ang="0">
                <a:pos x="connsiteX3426" y="connsiteY3426"/>
              </a:cxn>
              <a:cxn ang="0">
                <a:pos x="connsiteX3427" y="connsiteY3427"/>
              </a:cxn>
              <a:cxn ang="0">
                <a:pos x="connsiteX3428" y="connsiteY3428"/>
              </a:cxn>
              <a:cxn ang="0">
                <a:pos x="connsiteX3429" y="connsiteY3429"/>
              </a:cxn>
              <a:cxn ang="0">
                <a:pos x="connsiteX3430" y="connsiteY3430"/>
              </a:cxn>
              <a:cxn ang="0">
                <a:pos x="connsiteX3431" y="connsiteY3431"/>
              </a:cxn>
              <a:cxn ang="0">
                <a:pos x="connsiteX3432" y="connsiteY3432"/>
              </a:cxn>
              <a:cxn ang="0">
                <a:pos x="connsiteX3433" y="connsiteY3433"/>
              </a:cxn>
              <a:cxn ang="0">
                <a:pos x="connsiteX3434" y="connsiteY3434"/>
              </a:cxn>
              <a:cxn ang="0">
                <a:pos x="connsiteX3435" y="connsiteY3435"/>
              </a:cxn>
              <a:cxn ang="0">
                <a:pos x="connsiteX3436" y="connsiteY3436"/>
              </a:cxn>
              <a:cxn ang="0">
                <a:pos x="connsiteX3437" y="connsiteY3437"/>
              </a:cxn>
              <a:cxn ang="0">
                <a:pos x="connsiteX3438" y="connsiteY3438"/>
              </a:cxn>
              <a:cxn ang="0">
                <a:pos x="connsiteX3439" y="connsiteY3439"/>
              </a:cxn>
              <a:cxn ang="0">
                <a:pos x="connsiteX3440" y="connsiteY3440"/>
              </a:cxn>
              <a:cxn ang="0">
                <a:pos x="connsiteX3441" y="connsiteY3441"/>
              </a:cxn>
              <a:cxn ang="0">
                <a:pos x="connsiteX3442" y="connsiteY3442"/>
              </a:cxn>
              <a:cxn ang="0">
                <a:pos x="connsiteX3443" y="connsiteY3443"/>
              </a:cxn>
              <a:cxn ang="0">
                <a:pos x="connsiteX3444" y="connsiteY3444"/>
              </a:cxn>
              <a:cxn ang="0">
                <a:pos x="connsiteX3445" y="connsiteY3445"/>
              </a:cxn>
              <a:cxn ang="0">
                <a:pos x="connsiteX3446" y="connsiteY3446"/>
              </a:cxn>
              <a:cxn ang="0">
                <a:pos x="connsiteX3447" y="connsiteY3447"/>
              </a:cxn>
              <a:cxn ang="0">
                <a:pos x="connsiteX3448" y="connsiteY3448"/>
              </a:cxn>
              <a:cxn ang="0">
                <a:pos x="connsiteX3449" y="connsiteY3449"/>
              </a:cxn>
              <a:cxn ang="0">
                <a:pos x="connsiteX3450" y="connsiteY3450"/>
              </a:cxn>
              <a:cxn ang="0">
                <a:pos x="connsiteX3451" y="connsiteY3451"/>
              </a:cxn>
              <a:cxn ang="0">
                <a:pos x="connsiteX3452" y="connsiteY3452"/>
              </a:cxn>
              <a:cxn ang="0">
                <a:pos x="connsiteX3453" y="connsiteY3453"/>
              </a:cxn>
              <a:cxn ang="0">
                <a:pos x="connsiteX3454" y="connsiteY3454"/>
              </a:cxn>
              <a:cxn ang="0">
                <a:pos x="connsiteX3455" y="connsiteY3455"/>
              </a:cxn>
              <a:cxn ang="0">
                <a:pos x="connsiteX3456" y="connsiteY3456"/>
              </a:cxn>
              <a:cxn ang="0">
                <a:pos x="connsiteX3457" y="connsiteY3457"/>
              </a:cxn>
              <a:cxn ang="0">
                <a:pos x="connsiteX3458" y="connsiteY3458"/>
              </a:cxn>
              <a:cxn ang="0">
                <a:pos x="connsiteX3459" y="connsiteY3459"/>
              </a:cxn>
              <a:cxn ang="0">
                <a:pos x="connsiteX3460" y="connsiteY3460"/>
              </a:cxn>
              <a:cxn ang="0">
                <a:pos x="connsiteX3461" y="connsiteY3461"/>
              </a:cxn>
              <a:cxn ang="0">
                <a:pos x="connsiteX3462" y="connsiteY3462"/>
              </a:cxn>
              <a:cxn ang="0">
                <a:pos x="connsiteX3463" y="connsiteY3463"/>
              </a:cxn>
              <a:cxn ang="0">
                <a:pos x="connsiteX3464" y="connsiteY3464"/>
              </a:cxn>
              <a:cxn ang="0">
                <a:pos x="connsiteX3465" y="connsiteY3465"/>
              </a:cxn>
              <a:cxn ang="0">
                <a:pos x="connsiteX3466" y="connsiteY3466"/>
              </a:cxn>
              <a:cxn ang="0">
                <a:pos x="connsiteX3467" y="connsiteY3467"/>
              </a:cxn>
              <a:cxn ang="0">
                <a:pos x="connsiteX3468" y="connsiteY3468"/>
              </a:cxn>
              <a:cxn ang="0">
                <a:pos x="connsiteX3469" y="connsiteY3469"/>
              </a:cxn>
              <a:cxn ang="0">
                <a:pos x="connsiteX3470" y="connsiteY3470"/>
              </a:cxn>
              <a:cxn ang="0">
                <a:pos x="connsiteX3471" y="connsiteY3471"/>
              </a:cxn>
              <a:cxn ang="0">
                <a:pos x="connsiteX3472" y="connsiteY3472"/>
              </a:cxn>
              <a:cxn ang="0">
                <a:pos x="connsiteX3473" y="connsiteY3473"/>
              </a:cxn>
              <a:cxn ang="0">
                <a:pos x="connsiteX3474" y="connsiteY3474"/>
              </a:cxn>
              <a:cxn ang="0">
                <a:pos x="connsiteX3475" y="connsiteY3475"/>
              </a:cxn>
              <a:cxn ang="0">
                <a:pos x="connsiteX3476" y="connsiteY3476"/>
              </a:cxn>
              <a:cxn ang="0">
                <a:pos x="connsiteX3477" y="connsiteY3477"/>
              </a:cxn>
              <a:cxn ang="0">
                <a:pos x="connsiteX3478" y="connsiteY3478"/>
              </a:cxn>
              <a:cxn ang="0">
                <a:pos x="connsiteX3479" y="connsiteY3479"/>
              </a:cxn>
              <a:cxn ang="0">
                <a:pos x="connsiteX3480" y="connsiteY3480"/>
              </a:cxn>
              <a:cxn ang="0">
                <a:pos x="connsiteX3481" y="connsiteY3481"/>
              </a:cxn>
              <a:cxn ang="0">
                <a:pos x="connsiteX3482" y="connsiteY3482"/>
              </a:cxn>
              <a:cxn ang="0">
                <a:pos x="connsiteX3483" y="connsiteY3483"/>
              </a:cxn>
              <a:cxn ang="0">
                <a:pos x="connsiteX3484" y="connsiteY3484"/>
              </a:cxn>
              <a:cxn ang="0">
                <a:pos x="connsiteX3485" y="connsiteY3485"/>
              </a:cxn>
              <a:cxn ang="0">
                <a:pos x="connsiteX3486" y="connsiteY3486"/>
              </a:cxn>
              <a:cxn ang="0">
                <a:pos x="connsiteX3487" y="connsiteY3487"/>
              </a:cxn>
              <a:cxn ang="0">
                <a:pos x="connsiteX3488" y="connsiteY3488"/>
              </a:cxn>
              <a:cxn ang="0">
                <a:pos x="connsiteX3489" y="connsiteY3489"/>
              </a:cxn>
              <a:cxn ang="0">
                <a:pos x="connsiteX3490" y="connsiteY3490"/>
              </a:cxn>
              <a:cxn ang="0">
                <a:pos x="connsiteX3491" y="connsiteY3491"/>
              </a:cxn>
              <a:cxn ang="0">
                <a:pos x="connsiteX3492" y="connsiteY3492"/>
              </a:cxn>
              <a:cxn ang="0">
                <a:pos x="connsiteX3493" y="connsiteY3493"/>
              </a:cxn>
              <a:cxn ang="0">
                <a:pos x="connsiteX3494" y="connsiteY3494"/>
              </a:cxn>
              <a:cxn ang="0">
                <a:pos x="connsiteX3495" y="connsiteY3495"/>
              </a:cxn>
              <a:cxn ang="0">
                <a:pos x="connsiteX3496" y="connsiteY3496"/>
              </a:cxn>
              <a:cxn ang="0">
                <a:pos x="connsiteX3497" y="connsiteY3497"/>
              </a:cxn>
              <a:cxn ang="0">
                <a:pos x="connsiteX3498" y="connsiteY3498"/>
              </a:cxn>
              <a:cxn ang="0">
                <a:pos x="connsiteX3499" y="connsiteY3499"/>
              </a:cxn>
              <a:cxn ang="0">
                <a:pos x="connsiteX3500" y="connsiteY3500"/>
              </a:cxn>
              <a:cxn ang="0">
                <a:pos x="connsiteX3501" y="connsiteY3501"/>
              </a:cxn>
              <a:cxn ang="0">
                <a:pos x="connsiteX3502" y="connsiteY3502"/>
              </a:cxn>
              <a:cxn ang="0">
                <a:pos x="connsiteX3503" y="connsiteY3503"/>
              </a:cxn>
              <a:cxn ang="0">
                <a:pos x="connsiteX3504" y="connsiteY3504"/>
              </a:cxn>
              <a:cxn ang="0">
                <a:pos x="connsiteX3505" y="connsiteY3505"/>
              </a:cxn>
              <a:cxn ang="0">
                <a:pos x="connsiteX3506" y="connsiteY3506"/>
              </a:cxn>
              <a:cxn ang="0">
                <a:pos x="connsiteX3507" y="connsiteY3507"/>
              </a:cxn>
              <a:cxn ang="0">
                <a:pos x="connsiteX3508" y="connsiteY3508"/>
              </a:cxn>
              <a:cxn ang="0">
                <a:pos x="connsiteX3509" y="connsiteY3509"/>
              </a:cxn>
              <a:cxn ang="0">
                <a:pos x="connsiteX3510" y="connsiteY3510"/>
              </a:cxn>
              <a:cxn ang="0">
                <a:pos x="connsiteX3511" y="connsiteY3511"/>
              </a:cxn>
              <a:cxn ang="0">
                <a:pos x="connsiteX3512" y="connsiteY3512"/>
              </a:cxn>
              <a:cxn ang="0">
                <a:pos x="connsiteX3513" y="connsiteY3513"/>
              </a:cxn>
              <a:cxn ang="0">
                <a:pos x="connsiteX3514" y="connsiteY3514"/>
              </a:cxn>
              <a:cxn ang="0">
                <a:pos x="connsiteX3515" y="connsiteY3515"/>
              </a:cxn>
              <a:cxn ang="0">
                <a:pos x="connsiteX3516" y="connsiteY3516"/>
              </a:cxn>
              <a:cxn ang="0">
                <a:pos x="connsiteX3517" y="connsiteY3517"/>
              </a:cxn>
              <a:cxn ang="0">
                <a:pos x="connsiteX3518" y="connsiteY3518"/>
              </a:cxn>
              <a:cxn ang="0">
                <a:pos x="connsiteX3519" y="connsiteY3519"/>
              </a:cxn>
              <a:cxn ang="0">
                <a:pos x="connsiteX3520" y="connsiteY3520"/>
              </a:cxn>
              <a:cxn ang="0">
                <a:pos x="connsiteX3521" y="connsiteY3521"/>
              </a:cxn>
              <a:cxn ang="0">
                <a:pos x="connsiteX3522" y="connsiteY3522"/>
              </a:cxn>
              <a:cxn ang="0">
                <a:pos x="connsiteX3523" y="connsiteY3523"/>
              </a:cxn>
              <a:cxn ang="0">
                <a:pos x="connsiteX3524" y="connsiteY3524"/>
              </a:cxn>
              <a:cxn ang="0">
                <a:pos x="connsiteX3525" y="connsiteY3525"/>
              </a:cxn>
              <a:cxn ang="0">
                <a:pos x="connsiteX3526" y="connsiteY3526"/>
              </a:cxn>
              <a:cxn ang="0">
                <a:pos x="connsiteX3527" y="connsiteY3527"/>
              </a:cxn>
              <a:cxn ang="0">
                <a:pos x="connsiteX3528" y="connsiteY3528"/>
              </a:cxn>
              <a:cxn ang="0">
                <a:pos x="connsiteX3529" y="connsiteY3529"/>
              </a:cxn>
              <a:cxn ang="0">
                <a:pos x="connsiteX3530" y="connsiteY3530"/>
              </a:cxn>
              <a:cxn ang="0">
                <a:pos x="connsiteX3531" y="connsiteY3531"/>
              </a:cxn>
              <a:cxn ang="0">
                <a:pos x="connsiteX3532" y="connsiteY3532"/>
              </a:cxn>
              <a:cxn ang="0">
                <a:pos x="connsiteX3533" y="connsiteY3533"/>
              </a:cxn>
              <a:cxn ang="0">
                <a:pos x="connsiteX3534" y="connsiteY3534"/>
              </a:cxn>
              <a:cxn ang="0">
                <a:pos x="connsiteX3535" y="connsiteY3535"/>
              </a:cxn>
              <a:cxn ang="0">
                <a:pos x="connsiteX3536" y="connsiteY3536"/>
              </a:cxn>
              <a:cxn ang="0">
                <a:pos x="connsiteX3537" y="connsiteY3537"/>
              </a:cxn>
              <a:cxn ang="0">
                <a:pos x="connsiteX3538" y="connsiteY3538"/>
              </a:cxn>
              <a:cxn ang="0">
                <a:pos x="connsiteX3539" y="connsiteY3539"/>
              </a:cxn>
              <a:cxn ang="0">
                <a:pos x="connsiteX3540" y="connsiteY3540"/>
              </a:cxn>
              <a:cxn ang="0">
                <a:pos x="connsiteX3541" y="connsiteY3541"/>
              </a:cxn>
              <a:cxn ang="0">
                <a:pos x="connsiteX3542" y="connsiteY3542"/>
              </a:cxn>
              <a:cxn ang="0">
                <a:pos x="connsiteX3543" y="connsiteY3543"/>
              </a:cxn>
              <a:cxn ang="0">
                <a:pos x="connsiteX3544" y="connsiteY3544"/>
              </a:cxn>
              <a:cxn ang="0">
                <a:pos x="connsiteX3545" y="connsiteY3545"/>
              </a:cxn>
              <a:cxn ang="0">
                <a:pos x="connsiteX3546" y="connsiteY3546"/>
              </a:cxn>
              <a:cxn ang="0">
                <a:pos x="connsiteX3547" y="connsiteY3547"/>
              </a:cxn>
              <a:cxn ang="0">
                <a:pos x="connsiteX3548" y="connsiteY3548"/>
              </a:cxn>
              <a:cxn ang="0">
                <a:pos x="connsiteX3549" y="connsiteY3549"/>
              </a:cxn>
              <a:cxn ang="0">
                <a:pos x="connsiteX3550" y="connsiteY3550"/>
              </a:cxn>
              <a:cxn ang="0">
                <a:pos x="connsiteX3551" y="connsiteY3551"/>
              </a:cxn>
              <a:cxn ang="0">
                <a:pos x="connsiteX3552" y="connsiteY3552"/>
              </a:cxn>
              <a:cxn ang="0">
                <a:pos x="connsiteX3553" y="connsiteY3553"/>
              </a:cxn>
              <a:cxn ang="0">
                <a:pos x="connsiteX3554" y="connsiteY3554"/>
              </a:cxn>
              <a:cxn ang="0">
                <a:pos x="connsiteX3555" y="connsiteY3555"/>
              </a:cxn>
              <a:cxn ang="0">
                <a:pos x="connsiteX3556" y="connsiteY3556"/>
              </a:cxn>
              <a:cxn ang="0">
                <a:pos x="connsiteX3557" y="connsiteY3557"/>
              </a:cxn>
              <a:cxn ang="0">
                <a:pos x="connsiteX3558" y="connsiteY3558"/>
              </a:cxn>
              <a:cxn ang="0">
                <a:pos x="connsiteX3559" y="connsiteY3559"/>
              </a:cxn>
              <a:cxn ang="0">
                <a:pos x="connsiteX3560" y="connsiteY3560"/>
              </a:cxn>
              <a:cxn ang="0">
                <a:pos x="connsiteX3561" y="connsiteY3561"/>
              </a:cxn>
              <a:cxn ang="0">
                <a:pos x="connsiteX3562" y="connsiteY3562"/>
              </a:cxn>
              <a:cxn ang="0">
                <a:pos x="connsiteX3563" y="connsiteY3563"/>
              </a:cxn>
              <a:cxn ang="0">
                <a:pos x="connsiteX3564" y="connsiteY3564"/>
              </a:cxn>
              <a:cxn ang="0">
                <a:pos x="connsiteX3565" y="connsiteY3565"/>
              </a:cxn>
              <a:cxn ang="0">
                <a:pos x="connsiteX3566" y="connsiteY3566"/>
              </a:cxn>
              <a:cxn ang="0">
                <a:pos x="connsiteX3567" y="connsiteY3567"/>
              </a:cxn>
              <a:cxn ang="0">
                <a:pos x="connsiteX3568" y="connsiteY3568"/>
              </a:cxn>
              <a:cxn ang="0">
                <a:pos x="connsiteX3569" y="connsiteY3569"/>
              </a:cxn>
              <a:cxn ang="0">
                <a:pos x="connsiteX3570" y="connsiteY3570"/>
              </a:cxn>
              <a:cxn ang="0">
                <a:pos x="connsiteX3571" y="connsiteY3571"/>
              </a:cxn>
              <a:cxn ang="0">
                <a:pos x="connsiteX3572" y="connsiteY3572"/>
              </a:cxn>
              <a:cxn ang="0">
                <a:pos x="connsiteX3573" y="connsiteY3573"/>
              </a:cxn>
              <a:cxn ang="0">
                <a:pos x="connsiteX3574" y="connsiteY3574"/>
              </a:cxn>
              <a:cxn ang="0">
                <a:pos x="connsiteX3575" y="connsiteY3575"/>
              </a:cxn>
              <a:cxn ang="0">
                <a:pos x="connsiteX3576" y="connsiteY3576"/>
              </a:cxn>
              <a:cxn ang="0">
                <a:pos x="connsiteX3577" y="connsiteY3577"/>
              </a:cxn>
              <a:cxn ang="0">
                <a:pos x="connsiteX3578" y="connsiteY3578"/>
              </a:cxn>
              <a:cxn ang="0">
                <a:pos x="connsiteX3579" y="connsiteY3579"/>
              </a:cxn>
              <a:cxn ang="0">
                <a:pos x="connsiteX3580" y="connsiteY3580"/>
              </a:cxn>
              <a:cxn ang="0">
                <a:pos x="connsiteX3581" y="connsiteY3581"/>
              </a:cxn>
              <a:cxn ang="0">
                <a:pos x="connsiteX3582" y="connsiteY3582"/>
              </a:cxn>
              <a:cxn ang="0">
                <a:pos x="connsiteX3583" y="connsiteY3583"/>
              </a:cxn>
              <a:cxn ang="0">
                <a:pos x="connsiteX3584" y="connsiteY3584"/>
              </a:cxn>
              <a:cxn ang="0">
                <a:pos x="connsiteX3585" y="connsiteY3585"/>
              </a:cxn>
              <a:cxn ang="0">
                <a:pos x="connsiteX3586" y="connsiteY3586"/>
              </a:cxn>
              <a:cxn ang="0">
                <a:pos x="connsiteX3587" y="connsiteY3587"/>
              </a:cxn>
              <a:cxn ang="0">
                <a:pos x="connsiteX3588" y="connsiteY3588"/>
              </a:cxn>
              <a:cxn ang="0">
                <a:pos x="connsiteX3589" y="connsiteY3589"/>
              </a:cxn>
              <a:cxn ang="0">
                <a:pos x="connsiteX3590" y="connsiteY3590"/>
              </a:cxn>
              <a:cxn ang="0">
                <a:pos x="connsiteX3591" y="connsiteY3591"/>
              </a:cxn>
              <a:cxn ang="0">
                <a:pos x="connsiteX3592" y="connsiteY3592"/>
              </a:cxn>
              <a:cxn ang="0">
                <a:pos x="connsiteX3593" y="connsiteY3593"/>
              </a:cxn>
              <a:cxn ang="0">
                <a:pos x="connsiteX3594" y="connsiteY3594"/>
              </a:cxn>
              <a:cxn ang="0">
                <a:pos x="connsiteX3595" y="connsiteY3595"/>
              </a:cxn>
              <a:cxn ang="0">
                <a:pos x="connsiteX3596" y="connsiteY3596"/>
              </a:cxn>
              <a:cxn ang="0">
                <a:pos x="connsiteX3597" y="connsiteY3597"/>
              </a:cxn>
              <a:cxn ang="0">
                <a:pos x="connsiteX3598" y="connsiteY3598"/>
              </a:cxn>
              <a:cxn ang="0">
                <a:pos x="connsiteX3599" y="connsiteY3599"/>
              </a:cxn>
              <a:cxn ang="0">
                <a:pos x="connsiteX3600" y="connsiteY3600"/>
              </a:cxn>
              <a:cxn ang="0">
                <a:pos x="connsiteX3601" y="connsiteY3601"/>
              </a:cxn>
              <a:cxn ang="0">
                <a:pos x="connsiteX3602" y="connsiteY3602"/>
              </a:cxn>
              <a:cxn ang="0">
                <a:pos x="connsiteX3603" y="connsiteY3603"/>
              </a:cxn>
              <a:cxn ang="0">
                <a:pos x="connsiteX3604" y="connsiteY3604"/>
              </a:cxn>
              <a:cxn ang="0">
                <a:pos x="connsiteX3605" y="connsiteY3605"/>
              </a:cxn>
              <a:cxn ang="0">
                <a:pos x="connsiteX3606" y="connsiteY3606"/>
              </a:cxn>
              <a:cxn ang="0">
                <a:pos x="connsiteX3607" y="connsiteY3607"/>
              </a:cxn>
              <a:cxn ang="0">
                <a:pos x="connsiteX3608" y="connsiteY3608"/>
              </a:cxn>
              <a:cxn ang="0">
                <a:pos x="connsiteX3609" y="connsiteY3609"/>
              </a:cxn>
              <a:cxn ang="0">
                <a:pos x="connsiteX3610" y="connsiteY3610"/>
              </a:cxn>
              <a:cxn ang="0">
                <a:pos x="connsiteX3611" y="connsiteY3611"/>
              </a:cxn>
              <a:cxn ang="0">
                <a:pos x="connsiteX3612" y="connsiteY3612"/>
              </a:cxn>
              <a:cxn ang="0">
                <a:pos x="connsiteX3613" y="connsiteY3613"/>
              </a:cxn>
              <a:cxn ang="0">
                <a:pos x="connsiteX3614" y="connsiteY3614"/>
              </a:cxn>
              <a:cxn ang="0">
                <a:pos x="connsiteX3615" y="connsiteY3615"/>
              </a:cxn>
              <a:cxn ang="0">
                <a:pos x="connsiteX3616" y="connsiteY3616"/>
              </a:cxn>
              <a:cxn ang="0">
                <a:pos x="connsiteX3617" y="connsiteY3617"/>
              </a:cxn>
              <a:cxn ang="0">
                <a:pos x="connsiteX3618" y="connsiteY3618"/>
              </a:cxn>
              <a:cxn ang="0">
                <a:pos x="connsiteX3619" y="connsiteY3619"/>
              </a:cxn>
              <a:cxn ang="0">
                <a:pos x="connsiteX3620" y="connsiteY3620"/>
              </a:cxn>
              <a:cxn ang="0">
                <a:pos x="connsiteX3621" y="connsiteY3621"/>
              </a:cxn>
              <a:cxn ang="0">
                <a:pos x="connsiteX3622" y="connsiteY3622"/>
              </a:cxn>
              <a:cxn ang="0">
                <a:pos x="connsiteX3623" y="connsiteY3623"/>
              </a:cxn>
              <a:cxn ang="0">
                <a:pos x="connsiteX3624" y="connsiteY3624"/>
              </a:cxn>
              <a:cxn ang="0">
                <a:pos x="connsiteX3625" y="connsiteY3625"/>
              </a:cxn>
              <a:cxn ang="0">
                <a:pos x="connsiteX3626" y="connsiteY3626"/>
              </a:cxn>
              <a:cxn ang="0">
                <a:pos x="connsiteX3627" y="connsiteY3627"/>
              </a:cxn>
              <a:cxn ang="0">
                <a:pos x="connsiteX3628" y="connsiteY3628"/>
              </a:cxn>
              <a:cxn ang="0">
                <a:pos x="connsiteX3629" y="connsiteY3629"/>
              </a:cxn>
              <a:cxn ang="0">
                <a:pos x="connsiteX3630" y="connsiteY3630"/>
              </a:cxn>
              <a:cxn ang="0">
                <a:pos x="connsiteX3631" y="connsiteY3631"/>
              </a:cxn>
              <a:cxn ang="0">
                <a:pos x="connsiteX3632" y="connsiteY3632"/>
              </a:cxn>
              <a:cxn ang="0">
                <a:pos x="connsiteX3633" y="connsiteY3633"/>
              </a:cxn>
              <a:cxn ang="0">
                <a:pos x="connsiteX3634" y="connsiteY3634"/>
              </a:cxn>
              <a:cxn ang="0">
                <a:pos x="connsiteX3635" y="connsiteY3635"/>
              </a:cxn>
              <a:cxn ang="0">
                <a:pos x="connsiteX3636" y="connsiteY3636"/>
              </a:cxn>
              <a:cxn ang="0">
                <a:pos x="connsiteX3637" y="connsiteY3637"/>
              </a:cxn>
              <a:cxn ang="0">
                <a:pos x="connsiteX3638" y="connsiteY3638"/>
              </a:cxn>
              <a:cxn ang="0">
                <a:pos x="connsiteX3639" y="connsiteY3639"/>
              </a:cxn>
              <a:cxn ang="0">
                <a:pos x="connsiteX3640" y="connsiteY3640"/>
              </a:cxn>
              <a:cxn ang="0">
                <a:pos x="connsiteX3641" y="connsiteY3641"/>
              </a:cxn>
              <a:cxn ang="0">
                <a:pos x="connsiteX3642" y="connsiteY3642"/>
              </a:cxn>
              <a:cxn ang="0">
                <a:pos x="connsiteX3643" y="connsiteY3643"/>
              </a:cxn>
              <a:cxn ang="0">
                <a:pos x="connsiteX3644" y="connsiteY3644"/>
              </a:cxn>
              <a:cxn ang="0">
                <a:pos x="connsiteX3645" y="connsiteY3645"/>
              </a:cxn>
              <a:cxn ang="0">
                <a:pos x="connsiteX3646" y="connsiteY3646"/>
              </a:cxn>
              <a:cxn ang="0">
                <a:pos x="connsiteX3647" y="connsiteY3647"/>
              </a:cxn>
              <a:cxn ang="0">
                <a:pos x="connsiteX3648" y="connsiteY3648"/>
              </a:cxn>
              <a:cxn ang="0">
                <a:pos x="connsiteX3649" y="connsiteY3649"/>
              </a:cxn>
              <a:cxn ang="0">
                <a:pos x="connsiteX3650" y="connsiteY3650"/>
              </a:cxn>
              <a:cxn ang="0">
                <a:pos x="connsiteX3651" y="connsiteY3651"/>
              </a:cxn>
              <a:cxn ang="0">
                <a:pos x="connsiteX3652" y="connsiteY3652"/>
              </a:cxn>
              <a:cxn ang="0">
                <a:pos x="connsiteX3653" y="connsiteY3653"/>
              </a:cxn>
              <a:cxn ang="0">
                <a:pos x="connsiteX3654" y="connsiteY3654"/>
              </a:cxn>
              <a:cxn ang="0">
                <a:pos x="connsiteX3655" y="connsiteY3655"/>
              </a:cxn>
              <a:cxn ang="0">
                <a:pos x="connsiteX3656" y="connsiteY3656"/>
              </a:cxn>
              <a:cxn ang="0">
                <a:pos x="connsiteX3657" y="connsiteY3657"/>
              </a:cxn>
              <a:cxn ang="0">
                <a:pos x="connsiteX3658" y="connsiteY3658"/>
              </a:cxn>
              <a:cxn ang="0">
                <a:pos x="connsiteX3659" y="connsiteY3659"/>
              </a:cxn>
              <a:cxn ang="0">
                <a:pos x="connsiteX3660" y="connsiteY3660"/>
              </a:cxn>
              <a:cxn ang="0">
                <a:pos x="connsiteX3661" y="connsiteY3661"/>
              </a:cxn>
              <a:cxn ang="0">
                <a:pos x="connsiteX3662" y="connsiteY3662"/>
              </a:cxn>
              <a:cxn ang="0">
                <a:pos x="connsiteX3663" y="connsiteY3663"/>
              </a:cxn>
              <a:cxn ang="0">
                <a:pos x="connsiteX3664" y="connsiteY3664"/>
              </a:cxn>
              <a:cxn ang="0">
                <a:pos x="connsiteX3665" y="connsiteY3665"/>
              </a:cxn>
              <a:cxn ang="0">
                <a:pos x="connsiteX3666" y="connsiteY3666"/>
              </a:cxn>
              <a:cxn ang="0">
                <a:pos x="connsiteX3667" y="connsiteY3667"/>
              </a:cxn>
              <a:cxn ang="0">
                <a:pos x="connsiteX3668" y="connsiteY3668"/>
              </a:cxn>
              <a:cxn ang="0">
                <a:pos x="connsiteX3669" y="connsiteY3669"/>
              </a:cxn>
              <a:cxn ang="0">
                <a:pos x="connsiteX3670" y="connsiteY3670"/>
              </a:cxn>
              <a:cxn ang="0">
                <a:pos x="connsiteX3671" y="connsiteY3671"/>
              </a:cxn>
              <a:cxn ang="0">
                <a:pos x="connsiteX3672" y="connsiteY3672"/>
              </a:cxn>
              <a:cxn ang="0">
                <a:pos x="connsiteX3673" y="connsiteY3673"/>
              </a:cxn>
              <a:cxn ang="0">
                <a:pos x="connsiteX3674" y="connsiteY3674"/>
              </a:cxn>
              <a:cxn ang="0">
                <a:pos x="connsiteX3675" y="connsiteY3675"/>
              </a:cxn>
              <a:cxn ang="0">
                <a:pos x="connsiteX3676" y="connsiteY3676"/>
              </a:cxn>
              <a:cxn ang="0">
                <a:pos x="connsiteX3677" y="connsiteY3677"/>
              </a:cxn>
              <a:cxn ang="0">
                <a:pos x="connsiteX3678" y="connsiteY3678"/>
              </a:cxn>
              <a:cxn ang="0">
                <a:pos x="connsiteX3679" y="connsiteY3679"/>
              </a:cxn>
              <a:cxn ang="0">
                <a:pos x="connsiteX3680" y="connsiteY3680"/>
              </a:cxn>
              <a:cxn ang="0">
                <a:pos x="connsiteX3681" y="connsiteY3681"/>
              </a:cxn>
              <a:cxn ang="0">
                <a:pos x="connsiteX3682" y="connsiteY3682"/>
              </a:cxn>
              <a:cxn ang="0">
                <a:pos x="connsiteX3683" y="connsiteY3683"/>
              </a:cxn>
              <a:cxn ang="0">
                <a:pos x="connsiteX3684" y="connsiteY3684"/>
              </a:cxn>
              <a:cxn ang="0">
                <a:pos x="connsiteX3685" y="connsiteY3685"/>
              </a:cxn>
              <a:cxn ang="0">
                <a:pos x="connsiteX3686" y="connsiteY3686"/>
              </a:cxn>
              <a:cxn ang="0">
                <a:pos x="connsiteX3687" y="connsiteY3687"/>
              </a:cxn>
              <a:cxn ang="0">
                <a:pos x="connsiteX3688" y="connsiteY3688"/>
              </a:cxn>
              <a:cxn ang="0">
                <a:pos x="connsiteX3689" y="connsiteY3689"/>
              </a:cxn>
              <a:cxn ang="0">
                <a:pos x="connsiteX3690" y="connsiteY3690"/>
              </a:cxn>
              <a:cxn ang="0">
                <a:pos x="connsiteX3691" y="connsiteY3691"/>
              </a:cxn>
              <a:cxn ang="0">
                <a:pos x="connsiteX3692" y="connsiteY3692"/>
              </a:cxn>
              <a:cxn ang="0">
                <a:pos x="connsiteX3693" y="connsiteY3693"/>
              </a:cxn>
              <a:cxn ang="0">
                <a:pos x="connsiteX3694" y="connsiteY3694"/>
              </a:cxn>
              <a:cxn ang="0">
                <a:pos x="connsiteX3695" y="connsiteY3695"/>
              </a:cxn>
              <a:cxn ang="0">
                <a:pos x="connsiteX3696" y="connsiteY3696"/>
              </a:cxn>
              <a:cxn ang="0">
                <a:pos x="connsiteX3697" y="connsiteY3697"/>
              </a:cxn>
              <a:cxn ang="0">
                <a:pos x="connsiteX3698" y="connsiteY3698"/>
              </a:cxn>
              <a:cxn ang="0">
                <a:pos x="connsiteX3699" y="connsiteY3699"/>
              </a:cxn>
              <a:cxn ang="0">
                <a:pos x="connsiteX3700" y="connsiteY3700"/>
              </a:cxn>
              <a:cxn ang="0">
                <a:pos x="connsiteX3701" y="connsiteY3701"/>
              </a:cxn>
              <a:cxn ang="0">
                <a:pos x="connsiteX3702" y="connsiteY3702"/>
              </a:cxn>
              <a:cxn ang="0">
                <a:pos x="connsiteX3703" y="connsiteY3703"/>
              </a:cxn>
              <a:cxn ang="0">
                <a:pos x="connsiteX3704" y="connsiteY3704"/>
              </a:cxn>
              <a:cxn ang="0">
                <a:pos x="connsiteX3705" y="connsiteY3705"/>
              </a:cxn>
              <a:cxn ang="0">
                <a:pos x="connsiteX3706" y="connsiteY3706"/>
              </a:cxn>
              <a:cxn ang="0">
                <a:pos x="connsiteX3707" y="connsiteY3707"/>
              </a:cxn>
              <a:cxn ang="0">
                <a:pos x="connsiteX3708" y="connsiteY3708"/>
              </a:cxn>
              <a:cxn ang="0">
                <a:pos x="connsiteX3709" y="connsiteY3709"/>
              </a:cxn>
              <a:cxn ang="0">
                <a:pos x="connsiteX3710" y="connsiteY3710"/>
              </a:cxn>
              <a:cxn ang="0">
                <a:pos x="connsiteX3711" y="connsiteY3711"/>
              </a:cxn>
              <a:cxn ang="0">
                <a:pos x="connsiteX3712" y="connsiteY3712"/>
              </a:cxn>
              <a:cxn ang="0">
                <a:pos x="connsiteX3713" y="connsiteY3713"/>
              </a:cxn>
              <a:cxn ang="0">
                <a:pos x="connsiteX3714" y="connsiteY3714"/>
              </a:cxn>
              <a:cxn ang="0">
                <a:pos x="connsiteX3715" y="connsiteY3715"/>
              </a:cxn>
              <a:cxn ang="0">
                <a:pos x="connsiteX3716" y="connsiteY3716"/>
              </a:cxn>
              <a:cxn ang="0">
                <a:pos x="connsiteX3717" y="connsiteY3717"/>
              </a:cxn>
              <a:cxn ang="0">
                <a:pos x="connsiteX3718" y="connsiteY3718"/>
              </a:cxn>
              <a:cxn ang="0">
                <a:pos x="connsiteX3719" y="connsiteY3719"/>
              </a:cxn>
              <a:cxn ang="0">
                <a:pos x="connsiteX3720" y="connsiteY3720"/>
              </a:cxn>
              <a:cxn ang="0">
                <a:pos x="connsiteX3721" y="connsiteY3721"/>
              </a:cxn>
              <a:cxn ang="0">
                <a:pos x="connsiteX3722" y="connsiteY3722"/>
              </a:cxn>
              <a:cxn ang="0">
                <a:pos x="connsiteX3723" y="connsiteY3723"/>
              </a:cxn>
              <a:cxn ang="0">
                <a:pos x="connsiteX3724" y="connsiteY3724"/>
              </a:cxn>
              <a:cxn ang="0">
                <a:pos x="connsiteX3725" y="connsiteY3725"/>
              </a:cxn>
              <a:cxn ang="0">
                <a:pos x="connsiteX3726" y="connsiteY3726"/>
              </a:cxn>
              <a:cxn ang="0">
                <a:pos x="connsiteX3727" y="connsiteY3727"/>
              </a:cxn>
              <a:cxn ang="0">
                <a:pos x="connsiteX3728" y="connsiteY3728"/>
              </a:cxn>
              <a:cxn ang="0">
                <a:pos x="connsiteX3729" y="connsiteY3729"/>
              </a:cxn>
              <a:cxn ang="0">
                <a:pos x="connsiteX3730" y="connsiteY3730"/>
              </a:cxn>
              <a:cxn ang="0">
                <a:pos x="connsiteX3731" y="connsiteY3731"/>
              </a:cxn>
              <a:cxn ang="0">
                <a:pos x="connsiteX3732" y="connsiteY3732"/>
              </a:cxn>
              <a:cxn ang="0">
                <a:pos x="connsiteX3733" y="connsiteY3733"/>
              </a:cxn>
              <a:cxn ang="0">
                <a:pos x="connsiteX3734" y="connsiteY3734"/>
              </a:cxn>
              <a:cxn ang="0">
                <a:pos x="connsiteX3735" y="connsiteY3735"/>
              </a:cxn>
              <a:cxn ang="0">
                <a:pos x="connsiteX3736" y="connsiteY3736"/>
              </a:cxn>
              <a:cxn ang="0">
                <a:pos x="connsiteX3737" y="connsiteY3737"/>
              </a:cxn>
              <a:cxn ang="0">
                <a:pos x="connsiteX3738" y="connsiteY3738"/>
              </a:cxn>
              <a:cxn ang="0">
                <a:pos x="connsiteX3739" y="connsiteY3739"/>
              </a:cxn>
              <a:cxn ang="0">
                <a:pos x="connsiteX3740" y="connsiteY3740"/>
              </a:cxn>
              <a:cxn ang="0">
                <a:pos x="connsiteX3741" y="connsiteY3741"/>
              </a:cxn>
              <a:cxn ang="0">
                <a:pos x="connsiteX3742" y="connsiteY3742"/>
              </a:cxn>
              <a:cxn ang="0">
                <a:pos x="connsiteX3743" y="connsiteY3743"/>
              </a:cxn>
              <a:cxn ang="0">
                <a:pos x="connsiteX3744" y="connsiteY3744"/>
              </a:cxn>
              <a:cxn ang="0">
                <a:pos x="connsiteX3745" y="connsiteY3745"/>
              </a:cxn>
              <a:cxn ang="0">
                <a:pos x="connsiteX3746" y="connsiteY3746"/>
              </a:cxn>
              <a:cxn ang="0">
                <a:pos x="connsiteX3747" y="connsiteY3747"/>
              </a:cxn>
              <a:cxn ang="0">
                <a:pos x="connsiteX3748" y="connsiteY3748"/>
              </a:cxn>
              <a:cxn ang="0">
                <a:pos x="connsiteX3749" y="connsiteY3749"/>
              </a:cxn>
              <a:cxn ang="0">
                <a:pos x="connsiteX3750" y="connsiteY3750"/>
              </a:cxn>
              <a:cxn ang="0">
                <a:pos x="connsiteX3751" y="connsiteY3751"/>
              </a:cxn>
              <a:cxn ang="0">
                <a:pos x="connsiteX3752" y="connsiteY3752"/>
              </a:cxn>
              <a:cxn ang="0">
                <a:pos x="connsiteX3753" y="connsiteY3753"/>
              </a:cxn>
              <a:cxn ang="0">
                <a:pos x="connsiteX3754" y="connsiteY3754"/>
              </a:cxn>
              <a:cxn ang="0">
                <a:pos x="connsiteX3755" y="connsiteY3755"/>
              </a:cxn>
              <a:cxn ang="0">
                <a:pos x="connsiteX3756" y="connsiteY3756"/>
              </a:cxn>
              <a:cxn ang="0">
                <a:pos x="connsiteX3757" y="connsiteY3757"/>
              </a:cxn>
              <a:cxn ang="0">
                <a:pos x="connsiteX3758" y="connsiteY3758"/>
              </a:cxn>
              <a:cxn ang="0">
                <a:pos x="connsiteX3759" y="connsiteY3759"/>
              </a:cxn>
              <a:cxn ang="0">
                <a:pos x="connsiteX3760" y="connsiteY3760"/>
              </a:cxn>
              <a:cxn ang="0">
                <a:pos x="connsiteX3761" y="connsiteY3761"/>
              </a:cxn>
              <a:cxn ang="0">
                <a:pos x="connsiteX3762" y="connsiteY3762"/>
              </a:cxn>
              <a:cxn ang="0">
                <a:pos x="connsiteX3763" y="connsiteY3763"/>
              </a:cxn>
              <a:cxn ang="0">
                <a:pos x="connsiteX3764" y="connsiteY3764"/>
              </a:cxn>
              <a:cxn ang="0">
                <a:pos x="connsiteX3765" y="connsiteY3765"/>
              </a:cxn>
              <a:cxn ang="0">
                <a:pos x="connsiteX3766" y="connsiteY3766"/>
              </a:cxn>
              <a:cxn ang="0">
                <a:pos x="connsiteX3767" y="connsiteY3767"/>
              </a:cxn>
              <a:cxn ang="0">
                <a:pos x="connsiteX3768" y="connsiteY3768"/>
              </a:cxn>
              <a:cxn ang="0">
                <a:pos x="connsiteX3769" y="connsiteY3769"/>
              </a:cxn>
              <a:cxn ang="0">
                <a:pos x="connsiteX3770" y="connsiteY3770"/>
              </a:cxn>
              <a:cxn ang="0">
                <a:pos x="connsiteX3771" y="connsiteY3771"/>
              </a:cxn>
              <a:cxn ang="0">
                <a:pos x="connsiteX3772" y="connsiteY3772"/>
              </a:cxn>
              <a:cxn ang="0">
                <a:pos x="connsiteX3773" y="connsiteY3773"/>
              </a:cxn>
              <a:cxn ang="0">
                <a:pos x="connsiteX3774" y="connsiteY3774"/>
              </a:cxn>
              <a:cxn ang="0">
                <a:pos x="connsiteX3775" y="connsiteY3775"/>
              </a:cxn>
              <a:cxn ang="0">
                <a:pos x="connsiteX3776" y="connsiteY3776"/>
              </a:cxn>
              <a:cxn ang="0">
                <a:pos x="connsiteX3777" y="connsiteY3777"/>
              </a:cxn>
              <a:cxn ang="0">
                <a:pos x="connsiteX3778" y="connsiteY3778"/>
              </a:cxn>
              <a:cxn ang="0">
                <a:pos x="connsiteX3779" y="connsiteY3779"/>
              </a:cxn>
              <a:cxn ang="0">
                <a:pos x="connsiteX3780" y="connsiteY3780"/>
              </a:cxn>
              <a:cxn ang="0">
                <a:pos x="connsiteX3781" y="connsiteY3781"/>
              </a:cxn>
              <a:cxn ang="0">
                <a:pos x="connsiteX3782" y="connsiteY3782"/>
              </a:cxn>
              <a:cxn ang="0">
                <a:pos x="connsiteX3783" y="connsiteY3783"/>
              </a:cxn>
              <a:cxn ang="0">
                <a:pos x="connsiteX3784" y="connsiteY3784"/>
              </a:cxn>
              <a:cxn ang="0">
                <a:pos x="connsiteX3785" y="connsiteY3785"/>
              </a:cxn>
              <a:cxn ang="0">
                <a:pos x="connsiteX3786" y="connsiteY3786"/>
              </a:cxn>
              <a:cxn ang="0">
                <a:pos x="connsiteX3787" y="connsiteY3787"/>
              </a:cxn>
              <a:cxn ang="0">
                <a:pos x="connsiteX3788" y="connsiteY3788"/>
              </a:cxn>
              <a:cxn ang="0">
                <a:pos x="connsiteX3789" y="connsiteY3789"/>
              </a:cxn>
              <a:cxn ang="0">
                <a:pos x="connsiteX3790" y="connsiteY3790"/>
              </a:cxn>
              <a:cxn ang="0">
                <a:pos x="connsiteX3791" y="connsiteY3791"/>
              </a:cxn>
              <a:cxn ang="0">
                <a:pos x="connsiteX3792" y="connsiteY3792"/>
              </a:cxn>
              <a:cxn ang="0">
                <a:pos x="connsiteX3793" y="connsiteY3793"/>
              </a:cxn>
              <a:cxn ang="0">
                <a:pos x="connsiteX3794" y="connsiteY3794"/>
              </a:cxn>
              <a:cxn ang="0">
                <a:pos x="connsiteX3795" y="connsiteY3795"/>
              </a:cxn>
              <a:cxn ang="0">
                <a:pos x="connsiteX3796" y="connsiteY3796"/>
              </a:cxn>
              <a:cxn ang="0">
                <a:pos x="connsiteX3797" y="connsiteY3797"/>
              </a:cxn>
              <a:cxn ang="0">
                <a:pos x="connsiteX3798" y="connsiteY3798"/>
              </a:cxn>
              <a:cxn ang="0">
                <a:pos x="connsiteX3799" y="connsiteY3799"/>
              </a:cxn>
              <a:cxn ang="0">
                <a:pos x="connsiteX3800" y="connsiteY3800"/>
              </a:cxn>
              <a:cxn ang="0">
                <a:pos x="connsiteX3801" y="connsiteY3801"/>
              </a:cxn>
              <a:cxn ang="0">
                <a:pos x="connsiteX3802" y="connsiteY3802"/>
              </a:cxn>
              <a:cxn ang="0">
                <a:pos x="connsiteX3803" y="connsiteY3803"/>
              </a:cxn>
              <a:cxn ang="0">
                <a:pos x="connsiteX3804" y="connsiteY3804"/>
              </a:cxn>
              <a:cxn ang="0">
                <a:pos x="connsiteX3805" y="connsiteY3805"/>
              </a:cxn>
              <a:cxn ang="0">
                <a:pos x="connsiteX3806" y="connsiteY3806"/>
              </a:cxn>
              <a:cxn ang="0">
                <a:pos x="connsiteX3807" y="connsiteY3807"/>
              </a:cxn>
              <a:cxn ang="0">
                <a:pos x="connsiteX3808" y="connsiteY3808"/>
              </a:cxn>
              <a:cxn ang="0">
                <a:pos x="connsiteX3809" y="connsiteY3809"/>
              </a:cxn>
              <a:cxn ang="0">
                <a:pos x="connsiteX3810" y="connsiteY3810"/>
              </a:cxn>
              <a:cxn ang="0">
                <a:pos x="connsiteX3811" y="connsiteY3811"/>
              </a:cxn>
              <a:cxn ang="0">
                <a:pos x="connsiteX3812" y="connsiteY3812"/>
              </a:cxn>
              <a:cxn ang="0">
                <a:pos x="connsiteX3813" y="connsiteY3813"/>
              </a:cxn>
              <a:cxn ang="0">
                <a:pos x="connsiteX3814" y="connsiteY3814"/>
              </a:cxn>
              <a:cxn ang="0">
                <a:pos x="connsiteX3815" y="connsiteY3815"/>
              </a:cxn>
              <a:cxn ang="0">
                <a:pos x="connsiteX3816" y="connsiteY3816"/>
              </a:cxn>
              <a:cxn ang="0">
                <a:pos x="connsiteX3817" y="connsiteY3817"/>
              </a:cxn>
              <a:cxn ang="0">
                <a:pos x="connsiteX3818" y="connsiteY3818"/>
              </a:cxn>
              <a:cxn ang="0">
                <a:pos x="connsiteX3819" y="connsiteY3819"/>
              </a:cxn>
              <a:cxn ang="0">
                <a:pos x="connsiteX3820" y="connsiteY3820"/>
              </a:cxn>
              <a:cxn ang="0">
                <a:pos x="connsiteX3821" y="connsiteY3821"/>
              </a:cxn>
              <a:cxn ang="0">
                <a:pos x="connsiteX3822" y="connsiteY3822"/>
              </a:cxn>
              <a:cxn ang="0">
                <a:pos x="connsiteX3823" y="connsiteY3823"/>
              </a:cxn>
              <a:cxn ang="0">
                <a:pos x="connsiteX3824" y="connsiteY3824"/>
              </a:cxn>
              <a:cxn ang="0">
                <a:pos x="connsiteX3825" y="connsiteY3825"/>
              </a:cxn>
              <a:cxn ang="0">
                <a:pos x="connsiteX3826" y="connsiteY3826"/>
              </a:cxn>
              <a:cxn ang="0">
                <a:pos x="connsiteX3827" y="connsiteY3827"/>
              </a:cxn>
              <a:cxn ang="0">
                <a:pos x="connsiteX3828" y="connsiteY3828"/>
              </a:cxn>
              <a:cxn ang="0">
                <a:pos x="connsiteX3829" y="connsiteY3829"/>
              </a:cxn>
              <a:cxn ang="0">
                <a:pos x="connsiteX3830" y="connsiteY3830"/>
              </a:cxn>
              <a:cxn ang="0">
                <a:pos x="connsiteX3831" y="connsiteY3831"/>
              </a:cxn>
              <a:cxn ang="0">
                <a:pos x="connsiteX3832" y="connsiteY3832"/>
              </a:cxn>
              <a:cxn ang="0">
                <a:pos x="connsiteX3833" y="connsiteY3833"/>
              </a:cxn>
              <a:cxn ang="0">
                <a:pos x="connsiteX3834" y="connsiteY3834"/>
              </a:cxn>
              <a:cxn ang="0">
                <a:pos x="connsiteX3835" y="connsiteY3835"/>
              </a:cxn>
              <a:cxn ang="0">
                <a:pos x="connsiteX3836" y="connsiteY3836"/>
              </a:cxn>
              <a:cxn ang="0">
                <a:pos x="connsiteX3837" y="connsiteY3837"/>
              </a:cxn>
              <a:cxn ang="0">
                <a:pos x="connsiteX3838" y="connsiteY3838"/>
              </a:cxn>
              <a:cxn ang="0">
                <a:pos x="connsiteX3839" y="connsiteY3839"/>
              </a:cxn>
              <a:cxn ang="0">
                <a:pos x="connsiteX3840" y="connsiteY3840"/>
              </a:cxn>
              <a:cxn ang="0">
                <a:pos x="connsiteX3841" y="connsiteY3841"/>
              </a:cxn>
              <a:cxn ang="0">
                <a:pos x="connsiteX3842" y="connsiteY3842"/>
              </a:cxn>
              <a:cxn ang="0">
                <a:pos x="connsiteX3843" y="connsiteY3843"/>
              </a:cxn>
              <a:cxn ang="0">
                <a:pos x="connsiteX3844" y="connsiteY3844"/>
              </a:cxn>
              <a:cxn ang="0">
                <a:pos x="connsiteX3845" y="connsiteY3845"/>
              </a:cxn>
              <a:cxn ang="0">
                <a:pos x="connsiteX3846" y="connsiteY3846"/>
              </a:cxn>
              <a:cxn ang="0">
                <a:pos x="connsiteX3847" y="connsiteY3847"/>
              </a:cxn>
              <a:cxn ang="0">
                <a:pos x="connsiteX3848" y="connsiteY3848"/>
              </a:cxn>
              <a:cxn ang="0">
                <a:pos x="connsiteX3849" y="connsiteY3849"/>
              </a:cxn>
              <a:cxn ang="0">
                <a:pos x="connsiteX3850" y="connsiteY3850"/>
              </a:cxn>
              <a:cxn ang="0">
                <a:pos x="connsiteX3851" y="connsiteY3851"/>
              </a:cxn>
              <a:cxn ang="0">
                <a:pos x="connsiteX3852" y="connsiteY3852"/>
              </a:cxn>
              <a:cxn ang="0">
                <a:pos x="connsiteX3853" y="connsiteY3853"/>
              </a:cxn>
              <a:cxn ang="0">
                <a:pos x="connsiteX3854" y="connsiteY3854"/>
              </a:cxn>
              <a:cxn ang="0">
                <a:pos x="connsiteX3855" y="connsiteY3855"/>
              </a:cxn>
              <a:cxn ang="0">
                <a:pos x="connsiteX3856" y="connsiteY3856"/>
              </a:cxn>
              <a:cxn ang="0">
                <a:pos x="connsiteX3857" y="connsiteY3857"/>
              </a:cxn>
              <a:cxn ang="0">
                <a:pos x="connsiteX3858" y="connsiteY3858"/>
              </a:cxn>
              <a:cxn ang="0">
                <a:pos x="connsiteX3859" y="connsiteY3859"/>
              </a:cxn>
              <a:cxn ang="0">
                <a:pos x="connsiteX3860" y="connsiteY3860"/>
              </a:cxn>
              <a:cxn ang="0">
                <a:pos x="connsiteX3861" y="connsiteY3861"/>
              </a:cxn>
              <a:cxn ang="0">
                <a:pos x="connsiteX3862" y="connsiteY3862"/>
              </a:cxn>
              <a:cxn ang="0">
                <a:pos x="connsiteX3863" y="connsiteY3863"/>
              </a:cxn>
              <a:cxn ang="0">
                <a:pos x="connsiteX3864" y="connsiteY3864"/>
              </a:cxn>
              <a:cxn ang="0">
                <a:pos x="connsiteX3865" y="connsiteY3865"/>
              </a:cxn>
              <a:cxn ang="0">
                <a:pos x="connsiteX3866" y="connsiteY3866"/>
              </a:cxn>
              <a:cxn ang="0">
                <a:pos x="connsiteX3867" y="connsiteY3867"/>
              </a:cxn>
              <a:cxn ang="0">
                <a:pos x="connsiteX3868" y="connsiteY3868"/>
              </a:cxn>
              <a:cxn ang="0">
                <a:pos x="connsiteX3869" y="connsiteY3869"/>
              </a:cxn>
              <a:cxn ang="0">
                <a:pos x="connsiteX3870" y="connsiteY3870"/>
              </a:cxn>
              <a:cxn ang="0">
                <a:pos x="connsiteX3871" y="connsiteY3871"/>
              </a:cxn>
              <a:cxn ang="0">
                <a:pos x="connsiteX3872" y="connsiteY3872"/>
              </a:cxn>
              <a:cxn ang="0">
                <a:pos x="connsiteX3873" y="connsiteY3873"/>
              </a:cxn>
              <a:cxn ang="0">
                <a:pos x="connsiteX3874" y="connsiteY3874"/>
              </a:cxn>
              <a:cxn ang="0">
                <a:pos x="connsiteX3875" y="connsiteY3875"/>
              </a:cxn>
              <a:cxn ang="0">
                <a:pos x="connsiteX3876" y="connsiteY3876"/>
              </a:cxn>
              <a:cxn ang="0">
                <a:pos x="connsiteX3877" y="connsiteY3877"/>
              </a:cxn>
              <a:cxn ang="0">
                <a:pos x="connsiteX3878" y="connsiteY3878"/>
              </a:cxn>
              <a:cxn ang="0">
                <a:pos x="connsiteX3879" y="connsiteY3879"/>
              </a:cxn>
              <a:cxn ang="0">
                <a:pos x="connsiteX3880" y="connsiteY3880"/>
              </a:cxn>
              <a:cxn ang="0">
                <a:pos x="connsiteX3881" y="connsiteY3881"/>
              </a:cxn>
              <a:cxn ang="0">
                <a:pos x="connsiteX3882" y="connsiteY3882"/>
              </a:cxn>
              <a:cxn ang="0">
                <a:pos x="connsiteX3883" y="connsiteY3883"/>
              </a:cxn>
              <a:cxn ang="0">
                <a:pos x="connsiteX3884" y="connsiteY3884"/>
              </a:cxn>
              <a:cxn ang="0">
                <a:pos x="connsiteX3885" y="connsiteY3885"/>
              </a:cxn>
              <a:cxn ang="0">
                <a:pos x="connsiteX3886" y="connsiteY3886"/>
              </a:cxn>
              <a:cxn ang="0">
                <a:pos x="connsiteX3887" y="connsiteY3887"/>
              </a:cxn>
              <a:cxn ang="0">
                <a:pos x="connsiteX3888" y="connsiteY3888"/>
              </a:cxn>
              <a:cxn ang="0">
                <a:pos x="connsiteX3889" y="connsiteY3889"/>
              </a:cxn>
              <a:cxn ang="0">
                <a:pos x="connsiteX3890" y="connsiteY3890"/>
              </a:cxn>
              <a:cxn ang="0">
                <a:pos x="connsiteX3891" y="connsiteY3891"/>
              </a:cxn>
              <a:cxn ang="0">
                <a:pos x="connsiteX3892" y="connsiteY3892"/>
              </a:cxn>
              <a:cxn ang="0">
                <a:pos x="connsiteX3893" y="connsiteY3893"/>
              </a:cxn>
              <a:cxn ang="0">
                <a:pos x="connsiteX3894" y="connsiteY3894"/>
              </a:cxn>
              <a:cxn ang="0">
                <a:pos x="connsiteX3895" y="connsiteY3895"/>
              </a:cxn>
              <a:cxn ang="0">
                <a:pos x="connsiteX3896" y="connsiteY3896"/>
              </a:cxn>
              <a:cxn ang="0">
                <a:pos x="connsiteX3897" y="connsiteY3897"/>
              </a:cxn>
              <a:cxn ang="0">
                <a:pos x="connsiteX3898" y="connsiteY3898"/>
              </a:cxn>
              <a:cxn ang="0">
                <a:pos x="connsiteX3899" y="connsiteY3899"/>
              </a:cxn>
              <a:cxn ang="0">
                <a:pos x="connsiteX3900" y="connsiteY3900"/>
              </a:cxn>
              <a:cxn ang="0">
                <a:pos x="connsiteX3901" y="connsiteY3901"/>
              </a:cxn>
              <a:cxn ang="0">
                <a:pos x="connsiteX3902" y="connsiteY3902"/>
              </a:cxn>
              <a:cxn ang="0">
                <a:pos x="connsiteX3903" y="connsiteY3903"/>
              </a:cxn>
              <a:cxn ang="0">
                <a:pos x="connsiteX3904" y="connsiteY3904"/>
              </a:cxn>
              <a:cxn ang="0">
                <a:pos x="connsiteX3905" y="connsiteY3905"/>
              </a:cxn>
              <a:cxn ang="0">
                <a:pos x="connsiteX3906" y="connsiteY3906"/>
              </a:cxn>
              <a:cxn ang="0">
                <a:pos x="connsiteX3907" y="connsiteY3907"/>
              </a:cxn>
              <a:cxn ang="0">
                <a:pos x="connsiteX3908" y="connsiteY3908"/>
              </a:cxn>
              <a:cxn ang="0">
                <a:pos x="connsiteX3909" y="connsiteY3909"/>
              </a:cxn>
              <a:cxn ang="0">
                <a:pos x="connsiteX3910" y="connsiteY3910"/>
              </a:cxn>
              <a:cxn ang="0">
                <a:pos x="connsiteX3911" y="connsiteY3911"/>
              </a:cxn>
              <a:cxn ang="0">
                <a:pos x="connsiteX3912" y="connsiteY3912"/>
              </a:cxn>
              <a:cxn ang="0">
                <a:pos x="connsiteX3913" y="connsiteY3913"/>
              </a:cxn>
              <a:cxn ang="0">
                <a:pos x="connsiteX3914" y="connsiteY3914"/>
              </a:cxn>
              <a:cxn ang="0">
                <a:pos x="connsiteX3915" y="connsiteY3915"/>
              </a:cxn>
              <a:cxn ang="0">
                <a:pos x="connsiteX3916" y="connsiteY3916"/>
              </a:cxn>
              <a:cxn ang="0">
                <a:pos x="connsiteX3917" y="connsiteY3917"/>
              </a:cxn>
              <a:cxn ang="0">
                <a:pos x="connsiteX3918" y="connsiteY3918"/>
              </a:cxn>
              <a:cxn ang="0">
                <a:pos x="connsiteX3919" y="connsiteY3919"/>
              </a:cxn>
              <a:cxn ang="0">
                <a:pos x="connsiteX3920" y="connsiteY3920"/>
              </a:cxn>
              <a:cxn ang="0">
                <a:pos x="connsiteX3921" y="connsiteY3921"/>
              </a:cxn>
              <a:cxn ang="0">
                <a:pos x="connsiteX3922" y="connsiteY3922"/>
              </a:cxn>
              <a:cxn ang="0">
                <a:pos x="connsiteX3923" y="connsiteY3923"/>
              </a:cxn>
              <a:cxn ang="0">
                <a:pos x="connsiteX3924" y="connsiteY3924"/>
              </a:cxn>
              <a:cxn ang="0">
                <a:pos x="connsiteX3925" y="connsiteY3925"/>
              </a:cxn>
              <a:cxn ang="0">
                <a:pos x="connsiteX3926" y="connsiteY3926"/>
              </a:cxn>
              <a:cxn ang="0">
                <a:pos x="connsiteX3927" y="connsiteY3927"/>
              </a:cxn>
              <a:cxn ang="0">
                <a:pos x="connsiteX3928" y="connsiteY3928"/>
              </a:cxn>
              <a:cxn ang="0">
                <a:pos x="connsiteX3929" y="connsiteY3929"/>
              </a:cxn>
              <a:cxn ang="0">
                <a:pos x="connsiteX3930" y="connsiteY3930"/>
              </a:cxn>
              <a:cxn ang="0">
                <a:pos x="connsiteX3931" y="connsiteY3931"/>
              </a:cxn>
              <a:cxn ang="0">
                <a:pos x="connsiteX3932" y="connsiteY3932"/>
              </a:cxn>
              <a:cxn ang="0">
                <a:pos x="connsiteX3933" y="connsiteY3933"/>
              </a:cxn>
              <a:cxn ang="0">
                <a:pos x="connsiteX3934" y="connsiteY3934"/>
              </a:cxn>
              <a:cxn ang="0">
                <a:pos x="connsiteX3935" y="connsiteY3935"/>
              </a:cxn>
              <a:cxn ang="0">
                <a:pos x="connsiteX3936" y="connsiteY3936"/>
              </a:cxn>
              <a:cxn ang="0">
                <a:pos x="connsiteX3937" y="connsiteY3937"/>
              </a:cxn>
              <a:cxn ang="0">
                <a:pos x="connsiteX3938" y="connsiteY3938"/>
              </a:cxn>
              <a:cxn ang="0">
                <a:pos x="connsiteX3939" y="connsiteY3939"/>
              </a:cxn>
              <a:cxn ang="0">
                <a:pos x="connsiteX3940" y="connsiteY3940"/>
              </a:cxn>
              <a:cxn ang="0">
                <a:pos x="connsiteX3941" y="connsiteY3941"/>
              </a:cxn>
              <a:cxn ang="0">
                <a:pos x="connsiteX3942" y="connsiteY3942"/>
              </a:cxn>
              <a:cxn ang="0">
                <a:pos x="connsiteX3943" y="connsiteY3943"/>
              </a:cxn>
              <a:cxn ang="0">
                <a:pos x="connsiteX3944" y="connsiteY3944"/>
              </a:cxn>
              <a:cxn ang="0">
                <a:pos x="connsiteX3945" y="connsiteY3945"/>
              </a:cxn>
              <a:cxn ang="0">
                <a:pos x="connsiteX3946" y="connsiteY3946"/>
              </a:cxn>
              <a:cxn ang="0">
                <a:pos x="connsiteX3947" y="connsiteY3947"/>
              </a:cxn>
              <a:cxn ang="0">
                <a:pos x="connsiteX3948" y="connsiteY3948"/>
              </a:cxn>
              <a:cxn ang="0">
                <a:pos x="connsiteX3949" y="connsiteY3949"/>
              </a:cxn>
              <a:cxn ang="0">
                <a:pos x="connsiteX3950" y="connsiteY3950"/>
              </a:cxn>
              <a:cxn ang="0">
                <a:pos x="connsiteX3951" y="connsiteY3951"/>
              </a:cxn>
              <a:cxn ang="0">
                <a:pos x="connsiteX3952" y="connsiteY3952"/>
              </a:cxn>
              <a:cxn ang="0">
                <a:pos x="connsiteX3953" y="connsiteY3953"/>
              </a:cxn>
              <a:cxn ang="0">
                <a:pos x="connsiteX3954" y="connsiteY3954"/>
              </a:cxn>
              <a:cxn ang="0">
                <a:pos x="connsiteX3955" y="connsiteY3955"/>
              </a:cxn>
              <a:cxn ang="0">
                <a:pos x="connsiteX3956" y="connsiteY3956"/>
              </a:cxn>
              <a:cxn ang="0">
                <a:pos x="connsiteX3957" y="connsiteY3957"/>
              </a:cxn>
              <a:cxn ang="0">
                <a:pos x="connsiteX3958" y="connsiteY3958"/>
              </a:cxn>
              <a:cxn ang="0">
                <a:pos x="connsiteX3959" y="connsiteY3959"/>
              </a:cxn>
              <a:cxn ang="0">
                <a:pos x="connsiteX3960" y="connsiteY3960"/>
              </a:cxn>
              <a:cxn ang="0">
                <a:pos x="connsiteX3961" y="connsiteY3961"/>
              </a:cxn>
              <a:cxn ang="0">
                <a:pos x="connsiteX3962" y="connsiteY3962"/>
              </a:cxn>
              <a:cxn ang="0">
                <a:pos x="connsiteX3963" y="connsiteY3963"/>
              </a:cxn>
              <a:cxn ang="0">
                <a:pos x="connsiteX3964" y="connsiteY3964"/>
              </a:cxn>
              <a:cxn ang="0">
                <a:pos x="connsiteX3965" y="connsiteY3965"/>
              </a:cxn>
              <a:cxn ang="0">
                <a:pos x="connsiteX3966" y="connsiteY3966"/>
              </a:cxn>
              <a:cxn ang="0">
                <a:pos x="connsiteX3967" y="connsiteY3967"/>
              </a:cxn>
              <a:cxn ang="0">
                <a:pos x="connsiteX3968" y="connsiteY3968"/>
              </a:cxn>
              <a:cxn ang="0">
                <a:pos x="connsiteX3969" y="connsiteY3969"/>
              </a:cxn>
              <a:cxn ang="0">
                <a:pos x="connsiteX3970" y="connsiteY3970"/>
              </a:cxn>
              <a:cxn ang="0">
                <a:pos x="connsiteX3971" y="connsiteY3971"/>
              </a:cxn>
              <a:cxn ang="0">
                <a:pos x="connsiteX3972" y="connsiteY3972"/>
              </a:cxn>
              <a:cxn ang="0">
                <a:pos x="connsiteX3973" y="connsiteY3973"/>
              </a:cxn>
              <a:cxn ang="0">
                <a:pos x="connsiteX3974" y="connsiteY3974"/>
              </a:cxn>
              <a:cxn ang="0">
                <a:pos x="connsiteX3975" y="connsiteY3975"/>
              </a:cxn>
              <a:cxn ang="0">
                <a:pos x="connsiteX3976" y="connsiteY3976"/>
              </a:cxn>
              <a:cxn ang="0">
                <a:pos x="connsiteX3977" y="connsiteY3977"/>
              </a:cxn>
              <a:cxn ang="0">
                <a:pos x="connsiteX3978" y="connsiteY3978"/>
              </a:cxn>
              <a:cxn ang="0">
                <a:pos x="connsiteX3979" y="connsiteY3979"/>
              </a:cxn>
              <a:cxn ang="0">
                <a:pos x="connsiteX3980" y="connsiteY3980"/>
              </a:cxn>
              <a:cxn ang="0">
                <a:pos x="connsiteX3981" y="connsiteY3981"/>
              </a:cxn>
              <a:cxn ang="0">
                <a:pos x="connsiteX3982" y="connsiteY3982"/>
              </a:cxn>
              <a:cxn ang="0">
                <a:pos x="connsiteX3983" y="connsiteY3983"/>
              </a:cxn>
              <a:cxn ang="0">
                <a:pos x="connsiteX3984" y="connsiteY3984"/>
              </a:cxn>
              <a:cxn ang="0">
                <a:pos x="connsiteX3985" y="connsiteY3985"/>
              </a:cxn>
              <a:cxn ang="0">
                <a:pos x="connsiteX3986" y="connsiteY3986"/>
              </a:cxn>
              <a:cxn ang="0">
                <a:pos x="connsiteX3987" y="connsiteY3987"/>
              </a:cxn>
              <a:cxn ang="0">
                <a:pos x="connsiteX3988" y="connsiteY3988"/>
              </a:cxn>
              <a:cxn ang="0">
                <a:pos x="connsiteX3989" y="connsiteY3989"/>
              </a:cxn>
              <a:cxn ang="0">
                <a:pos x="connsiteX3990" y="connsiteY3990"/>
              </a:cxn>
              <a:cxn ang="0">
                <a:pos x="connsiteX3991" y="connsiteY3991"/>
              </a:cxn>
              <a:cxn ang="0">
                <a:pos x="connsiteX3992" y="connsiteY3992"/>
              </a:cxn>
              <a:cxn ang="0">
                <a:pos x="connsiteX3993" y="connsiteY3993"/>
              </a:cxn>
              <a:cxn ang="0">
                <a:pos x="connsiteX3994" y="connsiteY3994"/>
              </a:cxn>
              <a:cxn ang="0">
                <a:pos x="connsiteX3995" y="connsiteY3995"/>
              </a:cxn>
              <a:cxn ang="0">
                <a:pos x="connsiteX3996" y="connsiteY3996"/>
              </a:cxn>
              <a:cxn ang="0">
                <a:pos x="connsiteX3997" y="connsiteY3997"/>
              </a:cxn>
              <a:cxn ang="0">
                <a:pos x="connsiteX3998" y="connsiteY3998"/>
              </a:cxn>
              <a:cxn ang="0">
                <a:pos x="connsiteX3999" y="connsiteY3999"/>
              </a:cxn>
              <a:cxn ang="0">
                <a:pos x="connsiteX4000" y="connsiteY4000"/>
              </a:cxn>
              <a:cxn ang="0">
                <a:pos x="connsiteX4001" y="connsiteY4001"/>
              </a:cxn>
              <a:cxn ang="0">
                <a:pos x="connsiteX4002" y="connsiteY4002"/>
              </a:cxn>
              <a:cxn ang="0">
                <a:pos x="connsiteX4003" y="connsiteY4003"/>
              </a:cxn>
              <a:cxn ang="0">
                <a:pos x="connsiteX4004" y="connsiteY4004"/>
              </a:cxn>
              <a:cxn ang="0">
                <a:pos x="connsiteX4005" y="connsiteY4005"/>
              </a:cxn>
              <a:cxn ang="0">
                <a:pos x="connsiteX4006" y="connsiteY4006"/>
              </a:cxn>
              <a:cxn ang="0">
                <a:pos x="connsiteX4007" y="connsiteY4007"/>
              </a:cxn>
              <a:cxn ang="0">
                <a:pos x="connsiteX4008" y="connsiteY4008"/>
              </a:cxn>
              <a:cxn ang="0">
                <a:pos x="connsiteX4009" y="connsiteY4009"/>
              </a:cxn>
              <a:cxn ang="0">
                <a:pos x="connsiteX4010" y="connsiteY4010"/>
              </a:cxn>
              <a:cxn ang="0">
                <a:pos x="connsiteX4011" y="connsiteY4011"/>
              </a:cxn>
              <a:cxn ang="0">
                <a:pos x="connsiteX4012" y="connsiteY4012"/>
              </a:cxn>
              <a:cxn ang="0">
                <a:pos x="connsiteX4013" y="connsiteY4013"/>
              </a:cxn>
              <a:cxn ang="0">
                <a:pos x="connsiteX4014" y="connsiteY4014"/>
              </a:cxn>
              <a:cxn ang="0">
                <a:pos x="connsiteX4015" y="connsiteY4015"/>
              </a:cxn>
              <a:cxn ang="0">
                <a:pos x="connsiteX4016" y="connsiteY4016"/>
              </a:cxn>
              <a:cxn ang="0">
                <a:pos x="connsiteX4017" y="connsiteY4017"/>
              </a:cxn>
              <a:cxn ang="0">
                <a:pos x="connsiteX4018" y="connsiteY4018"/>
              </a:cxn>
              <a:cxn ang="0">
                <a:pos x="connsiteX4019" y="connsiteY4019"/>
              </a:cxn>
              <a:cxn ang="0">
                <a:pos x="connsiteX4020" y="connsiteY4020"/>
              </a:cxn>
              <a:cxn ang="0">
                <a:pos x="connsiteX4021" y="connsiteY4021"/>
              </a:cxn>
              <a:cxn ang="0">
                <a:pos x="connsiteX4022" y="connsiteY4022"/>
              </a:cxn>
              <a:cxn ang="0">
                <a:pos x="connsiteX4023" y="connsiteY4023"/>
              </a:cxn>
              <a:cxn ang="0">
                <a:pos x="connsiteX4024" y="connsiteY4024"/>
              </a:cxn>
              <a:cxn ang="0">
                <a:pos x="connsiteX4025" y="connsiteY4025"/>
              </a:cxn>
              <a:cxn ang="0">
                <a:pos x="connsiteX4026" y="connsiteY4026"/>
              </a:cxn>
              <a:cxn ang="0">
                <a:pos x="connsiteX4027" y="connsiteY4027"/>
              </a:cxn>
              <a:cxn ang="0">
                <a:pos x="connsiteX4028" y="connsiteY4028"/>
              </a:cxn>
              <a:cxn ang="0">
                <a:pos x="connsiteX4029" y="connsiteY4029"/>
              </a:cxn>
              <a:cxn ang="0">
                <a:pos x="connsiteX4030" y="connsiteY4030"/>
              </a:cxn>
              <a:cxn ang="0">
                <a:pos x="connsiteX4031" y="connsiteY4031"/>
              </a:cxn>
              <a:cxn ang="0">
                <a:pos x="connsiteX4032" y="connsiteY4032"/>
              </a:cxn>
              <a:cxn ang="0">
                <a:pos x="connsiteX4033" y="connsiteY4033"/>
              </a:cxn>
              <a:cxn ang="0">
                <a:pos x="connsiteX4034" y="connsiteY4034"/>
              </a:cxn>
              <a:cxn ang="0">
                <a:pos x="connsiteX4035" y="connsiteY4035"/>
              </a:cxn>
              <a:cxn ang="0">
                <a:pos x="connsiteX4036" y="connsiteY4036"/>
              </a:cxn>
              <a:cxn ang="0">
                <a:pos x="connsiteX4037" y="connsiteY4037"/>
              </a:cxn>
              <a:cxn ang="0">
                <a:pos x="connsiteX4038" y="connsiteY4038"/>
              </a:cxn>
              <a:cxn ang="0">
                <a:pos x="connsiteX4039" y="connsiteY4039"/>
              </a:cxn>
              <a:cxn ang="0">
                <a:pos x="connsiteX4040" y="connsiteY4040"/>
              </a:cxn>
              <a:cxn ang="0">
                <a:pos x="connsiteX4041" y="connsiteY4041"/>
              </a:cxn>
              <a:cxn ang="0">
                <a:pos x="connsiteX4042" y="connsiteY4042"/>
              </a:cxn>
              <a:cxn ang="0">
                <a:pos x="connsiteX4043" y="connsiteY4043"/>
              </a:cxn>
              <a:cxn ang="0">
                <a:pos x="connsiteX4044" y="connsiteY4044"/>
              </a:cxn>
              <a:cxn ang="0">
                <a:pos x="connsiteX4045" y="connsiteY4045"/>
              </a:cxn>
              <a:cxn ang="0">
                <a:pos x="connsiteX4046" y="connsiteY4046"/>
              </a:cxn>
              <a:cxn ang="0">
                <a:pos x="connsiteX4047" y="connsiteY4047"/>
              </a:cxn>
              <a:cxn ang="0">
                <a:pos x="connsiteX4048" y="connsiteY4048"/>
              </a:cxn>
              <a:cxn ang="0">
                <a:pos x="connsiteX4049" y="connsiteY4049"/>
              </a:cxn>
              <a:cxn ang="0">
                <a:pos x="connsiteX4050" y="connsiteY4050"/>
              </a:cxn>
              <a:cxn ang="0">
                <a:pos x="connsiteX4051" y="connsiteY4051"/>
              </a:cxn>
              <a:cxn ang="0">
                <a:pos x="connsiteX4052" y="connsiteY4052"/>
              </a:cxn>
              <a:cxn ang="0">
                <a:pos x="connsiteX4053" y="connsiteY4053"/>
              </a:cxn>
              <a:cxn ang="0">
                <a:pos x="connsiteX4054" y="connsiteY4054"/>
              </a:cxn>
              <a:cxn ang="0">
                <a:pos x="connsiteX4055" y="connsiteY4055"/>
              </a:cxn>
              <a:cxn ang="0">
                <a:pos x="connsiteX4056" y="connsiteY4056"/>
              </a:cxn>
              <a:cxn ang="0">
                <a:pos x="connsiteX4057" y="connsiteY4057"/>
              </a:cxn>
              <a:cxn ang="0">
                <a:pos x="connsiteX4058" y="connsiteY4058"/>
              </a:cxn>
              <a:cxn ang="0">
                <a:pos x="connsiteX4059" y="connsiteY4059"/>
              </a:cxn>
              <a:cxn ang="0">
                <a:pos x="connsiteX4060" y="connsiteY4060"/>
              </a:cxn>
              <a:cxn ang="0">
                <a:pos x="connsiteX4061" y="connsiteY4061"/>
              </a:cxn>
              <a:cxn ang="0">
                <a:pos x="connsiteX4062" y="connsiteY4062"/>
              </a:cxn>
              <a:cxn ang="0">
                <a:pos x="connsiteX4063" y="connsiteY4063"/>
              </a:cxn>
              <a:cxn ang="0">
                <a:pos x="connsiteX4064" y="connsiteY4064"/>
              </a:cxn>
              <a:cxn ang="0">
                <a:pos x="connsiteX4065" y="connsiteY4065"/>
              </a:cxn>
              <a:cxn ang="0">
                <a:pos x="connsiteX4066" y="connsiteY4066"/>
              </a:cxn>
              <a:cxn ang="0">
                <a:pos x="connsiteX4067" y="connsiteY4067"/>
              </a:cxn>
              <a:cxn ang="0">
                <a:pos x="connsiteX4068" y="connsiteY4068"/>
              </a:cxn>
              <a:cxn ang="0">
                <a:pos x="connsiteX4069" y="connsiteY4069"/>
              </a:cxn>
              <a:cxn ang="0">
                <a:pos x="connsiteX4070" y="connsiteY4070"/>
              </a:cxn>
              <a:cxn ang="0">
                <a:pos x="connsiteX4071" y="connsiteY4071"/>
              </a:cxn>
              <a:cxn ang="0">
                <a:pos x="connsiteX4072" y="connsiteY4072"/>
              </a:cxn>
              <a:cxn ang="0">
                <a:pos x="connsiteX4073" y="connsiteY4073"/>
              </a:cxn>
              <a:cxn ang="0">
                <a:pos x="connsiteX4074" y="connsiteY4074"/>
              </a:cxn>
              <a:cxn ang="0">
                <a:pos x="connsiteX4075" y="connsiteY4075"/>
              </a:cxn>
              <a:cxn ang="0">
                <a:pos x="connsiteX4076" y="connsiteY4076"/>
              </a:cxn>
              <a:cxn ang="0">
                <a:pos x="connsiteX4077" y="connsiteY4077"/>
              </a:cxn>
              <a:cxn ang="0">
                <a:pos x="connsiteX4078" y="connsiteY4078"/>
              </a:cxn>
              <a:cxn ang="0">
                <a:pos x="connsiteX4079" y="connsiteY4079"/>
              </a:cxn>
              <a:cxn ang="0">
                <a:pos x="connsiteX4080" y="connsiteY4080"/>
              </a:cxn>
              <a:cxn ang="0">
                <a:pos x="connsiteX4081" y="connsiteY4081"/>
              </a:cxn>
              <a:cxn ang="0">
                <a:pos x="connsiteX4082" y="connsiteY4082"/>
              </a:cxn>
              <a:cxn ang="0">
                <a:pos x="connsiteX4083" y="connsiteY4083"/>
              </a:cxn>
              <a:cxn ang="0">
                <a:pos x="connsiteX4084" y="connsiteY4084"/>
              </a:cxn>
              <a:cxn ang="0">
                <a:pos x="connsiteX4085" y="connsiteY4085"/>
              </a:cxn>
              <a:cxn ang="0">
                <a:pos x="connsiteX4086" y="connsiteY4086"/>
              </a:cxn>
              <a:cxn ang="0">
                <a:pos x="connsiteX4087" y="connsiteY4087"/>
              </a:cxn>
              <a:cxn ang="0">
                <a:pos x="connsiteX4088" y="connsiteY4088"/>
              </a:cxn>
              <a:cxn ang="0">
                <a:pos x="connsiteX4089" y="connsiteY4089"/>
              </a:cxn>
              <a:cxn ang="0">
                <a:pos x="connsiteX4090" y="connsiteY4090"/>
              </a:cxn>
              <a:cxn ang="0">
                <a:pos x="connsiteX4091" y="connsiteY4091"/>
              </a:cxn>
              <a:cxn ang="0">
                <a:pos x="connsiteX4092" y="connsiteY4092"/>
              </a:cxn>
              <a:cxn ang="0">
                <a:pos x="connsiteX4093" y="connsiteY4093"/>
              </a:cxn>
              <a:cxn ang="0">
                <a:pos x="connsiteX4094" y="connsiteY4094"/>
              </a:cxn>
              <a:cxn ang="0">
                <a:pos x="connsiteX4095" y="connsiteY4095"/>
              </a:cxn>
              <a:cxn ang="0">
                <a:pos x="connsiteX4096" y="connsiteY4096"/>
              </a:cxn>
              <a:cxn ang="0">
                <a:pos x="connsiteX4097" y="connsiteY4097"/>
              </a:cxn>
              <a:cxn ang="0">
                <a:pos x="connsiteX4098" y="connsiteY4098"/>
              </a:cxn>
              <a:cxn ang="0">
                <a:pos x="connsiteX4099" y="connsiteY4099"/>
              </a:cxn>
              <a:cxn ang="0">
                <a:pos x="connsiteX4100" y="connsiteY4100"/>
              </a:cxn>
              <a:cxn ang="0">
                <a:pos x="connsiteX4101" y="connsiteY4101"/>
              </a:cxn>
              <a:cxn ang="0">
                <a:pos x="connsiteX4102" y="connsiteY4102"/>
              </a:cxn>
              <a:cxn ang="0">
                <a:pos x="connsiteX4103" y="connsiteY4103"/>
              </a:cxn>
              <a:cxn ang="0">
                <a:pos x="connsiteX4104" y="connsiteY4104"/>
              </a:cxn>
              <a:cxn ang="0">
                <a:pos x="connsiteX4105" y="connsiteY4105"/>
              </a:cxn>
              <a:cxn ang="0">
                <a:pos x="connsiteX4106" y="connsiteY4106"/>
              </a:cxn>
              <a:cxn ang="0">
                <a:pos x="connsiteX4107" y="connsiteY4107"/>
              </a:cxn>
              <a:cxn ang="0">
                <a:pos x="connsiteX4108" y="connsiteY4108"/>
              </a:cxn>
              <a:cxn ang="0">
                <a:pos x="connsiteX4109" y="connsiteY4109"/>
              </a:cxn>
              <a:cxn ang="0">
                <a:pos x="connsiteX4110" y="connsiteY4110"/>
              </a:cxn>
              <a:cxn ang="0">
                <a:pos x="connsiteX4111" y="connsiteY4111"/>
              </a:cxn>
              <a:cxn ang="0">
                <a:pos x="connsiteX4112" y="connsiteY4112"/>
              </a:cxn>
              <a:cxn ang="0">
                <a:pos x="connsiteX4113" y="connsiteY4113"/>
              </a:cxn>
              <a:cxn ang="0">
                <a:pos x="connsiteX4114" y="connsiteY4114"/>
              </a:cxn>
              <a:cxn ang="0">
                <a:pos x="connsiteX4115" y="connsiteY4115"/>
              </a:cxn>
              <a:cxn ang="0">
                <a:pos x="connsiteX4116" y="connsiteY4116"/>
              </a:cxn>
              <a:cxn ang="0">
                <a:pos x="connsiteX4117" y="connsiteY4117"/>
              </a:cxn>
              <a:cxn ang="0">
                <a:pos x="connsiteX4118" y="connsiteY4118"/>
              </a:cxn>
              <a:cxn ang="0">
                <a:pos x="connsiteX4119" y="connsiteY4119"/>
              </a:cxn>
              <a:cxn ang="0">
                <a:pos x="connsiteX4120" y="connsiteY4120"/>
              </a:cxn>
              <a:cxn ang="0">
                <a:pos x="connsiteX4121" y="connsiteY4121"/>
              </a:cxn>
              <a:cxn ang="0">
                <a:pos x="connsiteX4122" y="connsiteY4122"/>
              </a:cxn>
              <a:cxn ang="0">
                <a:pos x="connsiteX4123" y="connsiteY4123"/>
              </a:cxn>
              <a:cxn ang="0">
                <a:pos x="connsiteX4124" y="connsiteY4124"/>
              </a:cxn>
              <a:cxn ang="0">
                <a:pos x="connsiteX4125" y="connsiteY4125"/>
              </a:cxn>
              <a:cxn ang="0">
                <a:pos x="connsiteX4126" y="connsiteY4126"/>
              </a:cxn>
              <a:cxn ang="0">
                <a:pos x="connsiteX4127" y="connsiteY4127"/>
              </a:cxn>
              <a:cxn ang="0">
                <a:pos x="connsiteX4128" y="connsiteY4128"/>
              </a:cxn>
              <a:cxn ang="0">
                <a:pos x="connsiteX4129" y="connsiteY4129"/>
              </a:cxn>
              <a:cxn ang="0">
                <a:pos x="connsiteX4130" y="connsiteY4130"/>
              </a:cxn>
              <a:cxn ang="0">
                <a:pos x="connsiteX4131" y="connsiteY4131"/>
              </a:cxn>
              <a:cxn ang="0">
                <a:pos x="connsiteX4132" y="connsiteY4132"/>
              </a:cxn>
              <a:cxn ang="0">
                <a:pos x="connsiteX4133" y="connsiteY4133"/>
              </a:cxn>
              <a:cxn ang="0">
                <a:pos x="connsiteX4134" y="connsiteY4134"/>
              </a:cxn>
              <a:cxn ang="0">
                <a:pos x="connsiteX4135" y="connsiteY4135"/>
              </a:cxn>
              <a:cxn ang="0">
                <a:pos x="connsiteX4136" y="connsiteY4136"/>
              </a:cxn>
              <a:cxn ang="0">
                <a:pos x="connsiteX4137" y="connsiteY4137"/>
              </a:cxn>
              <a:cxn ang="0">
                <a:pos x="connsiteX4138" y="connsiteY4138"/>
              </a:cxn>
              <a:cxn ang="0">
                <a:pos x="connsiteX4139" y="connsiteY4139"/>
              </a:cxn>
              <a:cxn ang="0">
                <a:pos x="connsiteX4140" y="connsiteY4140"/>
              </a:cxn>
              <a:cxn ang="0">
                <a:pos x="connsiteX4141" y="connsiteY4141"/>
              </a:cxn>
              <a:cxn ang="0">
                <a:pos x="connsiteX4142" y="connsiteY4142"/>
              </a:cxn>
              <a:cxn ang="0">
                <a:pos x="connsiteX4143" y="connsiteY4143"/>
              </a:cxn>
              <a:cxn ang="0">
                <a:pos x="connsiteX4144" y="connsiteY4144"/>
              </a:cxn>
              <a:cxn ang="0">
                <a:pos x="connsiteX4145" y="connsiteY4145"/>
              </a:cxn>
              <a:cxn ang="0">
                <a:pos x="connsiteX4146" y="connsiteY4146"/>
              </a:cxn>
              <a:cxn ang="0">
                <a:pos x="connsiteX4147" y="connsiteY4147"/>
              </a:cxn>
              <a:cxn ang="0">
                <a:pos x="connsiteX4148" y="connsiteY4148"/>
              </a:cxn>
              <a:cxn ang="0">
                <a:pos x="connsiteX4149" y="connsiteY4149"/>
              </a:cxn>
              <a:cxn ang="0">
                <a:pos x="connsiteX4150" y="connsiteY4150"/>
              </a:cxn>
              <a:cxn ang="0">
                <a:pos x="connsiteX4151" y="connsiteY4151"/>
              </a:cxn>
              <a:cxn ang="0">
                <a:pos x="connsiteX4152" y="connsiteY4152"/>
              </a:cxn>
              <a:cxn ang="0">
                <a:pos x="connsiteX4153" y="connsiteY4153"/>
              </a:cxn>
              <a:cxn ang="0">
                <a:pos x="connsiteX4154" y="connsiteY4154"/>
              </a:cxn>
              <a:cxn ang="0">
                <a:pos x="connsiteX4155" y="connsiteY4155"/>
              </a:cxn>
              <a:cxn ang="0">
                <a:pos x="connsiteX4156" y="connsiteY4156"/>
              </a:cxn>
              <a:cxn ang="0">
                <a:pos x="connsiteX4157" y="connsiteY4157"/>
              </a:cxn>
              <a:cxn ang="0">
                <a:pos x="connsiteX4158" y="connsiteY4158"/>
              </a:cxn>
              <a:cxn ang="0">
                <a:pos x="connsiteX4159" y="connsiteY4159"/>
              </a:cxn>
              <a:cxn ang="0">
                <a:pos x="connsiteX4160" y="connsiteY4160"/>
              </a:cxn>
              <a:cxn ang="0">
                <a:pos x="connsiteX4161" y="connsiteY4161"/>
              </a:cxn>
              <a:cxn ang="0">
                <a:pos x="connsiteX4162" y="connsiteY4162"/>
              </a:cxn>
              <a:cxn ang="0">
                <a:pos x="connsiteX4163" y="connsiteY4163"/>
              </a:cxn>
              <a:cxn ang="0">
                <a:pos x="connsiteX4164" y="connsiteY4164"/>
              </a:cxn>
              <a:cxn ang="0">
                <a:pos x="connsiteX4165" y="connsiteY4165"/>
              </a:cxn>
              <a:cxn ang="0">
                <a:pos x="connsiteX4166" y="connsiteY4166"/>
              </a:cxn>
              <a:cxn ang="0">
                <a:pos x="connsiteX4167" y="connsiteY4167"/>
              </a:cxn>
              <a:cxn ang="0">
                <a:pos x="connsiteX4168" y="connsiteY4168"/>
              </a:cxn>
              <a:cxn ang="0">
                <a:pos x="connsiteX4169" y="connsiteY4169"/>
              </a:cxn>
              <a:cxn ang="0">
                <a:pos x="connsiteX4170" y="connsiteY4170"/>
              </a:cxn>
              <a:cxn ang="0">
                <a:pos x="connsiteX4171" y="connsiteY4171"/>
              </a:cxn>
              <a:cxn ang="0">
                <a:pos x="connsiteX4172" y="connsiteY4172"/>
              </a:cxn>
              <a:cxn ang="0">
                <a:pos x="connsiteX4173" y="connsiteY4173"/>
              </a:cxn>
              <a:cxn ang="0">
                <a:pos x="connsiteX4174" y="connsiteY4174"/>
              </a:cxn>
              <a:cxn ang="0">
                <a:pos x="connsiteX4175" y="connsiteY4175"/>
              </a:cxn>
              <a:cxn ang="0">
                <a:pos x="connsiteX4176" y="connsiteY4176"/>
              </a:cxn>
              <a:cxn ang="0">
                <a:pos x="connsiteX4177" y="connsiteY4177"/>
              </a:cxn>
              <a:cxn ang="0">
                <a:pos x="connsiteX4178" y="connsiteY4178"/>
              </a:cxn>
              <a:cxn ang="0">
                <a:pos x="connsiteX4179" y="connsiteY4179"/>
              </a:cxn>
              <a:cxn ang="0">
                <a:pos x="connsiteX4180" y="connsiteY4180"/>
              </a:cxn>
              <a:cxn ang="0">
                <a:pos x="connsiteX4181" y="connsiteY4181"/>
              </a:cxn>
              <a:cxn ang="0">
                <a:pos x="connsiteX4182" y="connsiteY4182"/>
              </a:cxn>
              <a:cxn ang="0">
                <a:pos x="connsiteX4183" y="connsiteY4183"/>
              </a:cxn>
              <a:cxn ang="0">
                <a:pos x="connsiteX4184" y="connsiteY4184"/>
              </a:cxn>
              <a:cxn ang="0">
                <a:pos x="connsiteX4185" y="connsiteY4185"/>
              </a:cxn>
              <a:cxn ang="0">
                <a:pos x="connsiteX4186" y="connsiteY4186"/>
              </a:cxn>
              <a:cxn ang="0">
                <a:pos x="connsiteX4187" y="connsiteY4187"/>
              </a:cxn>
              <a:cxn ang="0">
                <a:pos x="connsiteX4188" y="connsiteY4188"/>
              </a:cxn>
              <a:cxn ang="0">
                <a:pos x="connsiteX4189" y="connsiteY4189"/>
              </a:cxn>
              <a:cxn ang="0">
                <a:pos x="connsiteX4190" y="connsiteY4190"/>
              </a:cxn>
              <a:cxn ang="0">
                <a:pos x="connsiteX4191" y="connsiteY4191"/>
              </a:cxn>
              <a:cxn ang="0">
                <a:pos x="connsiteX4192" y="connsiteY4192"/>
              </a:cxn>
              <a:cxn ang="0">
                <a:pos x="connsiteX4193" y="connsiteY4193"/>
              </a:cxn>
              <a:cxn ang="0">
                <a:pos x="connsiteX4194" y="connsiteY4194"/>
              </a:cxn>
              <a:cxn ang="0">
                <a:pos x="connsiteX4195" y="connsiteY4195"/>
              </a:cxn>
              <a:cxn ang="0">
                <a:pos x="connsiteX4196" y="connsiteY4196"/>
              </a:cxn>
              <a:cxn ang="0">
                <a:pos x="connsiteX4197" y="connsiteY4197"/>
              </a:cxn>
              <a:cxn ang="0">
                <a:pos x="connsiteX4198" y="connsiteY4198"/>
              </a:cxn>
              <a:cxn ang="0">
                <a:pos x="connsiteX4199" y="connsiteY4199"/>
              </a:cxn>
              <a:cxn ang="0">
                <a:pos x="connsiteX4200" y="connsiteY4200"/>
              </a:cxn>
              <a:cxn ang="0">
                <a:pos x="connsiteX4201" y="connsiteY4201"/>
              </a:cxn>
              <a:cxn ang="0">
                <a:pos x="connsiteX4202" y="connsiteY4202"/>
              </a:cxn>
              <a:cxn ang="0">
                <a:pos x="connsiteX4203" y="connsiteY4203"/>
              </a:cxn>
              <a:cxn ang="0">
                <a:pos x="connsiteX4204" y="connsiteY4204"/>
              </a:cxn>
              <a:cxn ang="0">
                <a:pos x="connsiteX4205" y="connsiteY4205"/>
              </a:cxn>
              <a:cxn ang="0">
                <a:pos x="connsiteX4206" y="connsiteY4206"/>
              </a:cxn>
              <a:cxn ang="0">
                <a:pos x="connsiteX4207" y="connsiteY4207"/>
              </a:cxn>
              <a:cxn ang="0">
                <a:pos x="connsiteX4208" y="connsiteY4208"/>
              </a:cxn>
              <a:cxn ang="0">
                <a:pos x="connsiteX4209" y="connsiteY4209"/>
              </a:cxn>
              <a:cxn ang="0">
                <a:pos x="connsiteX4210" y="connsiteY4210"/>
              </a:cxn>
              <a:cxn ang="0">
                <a:pos x="connsiteX4211" y="connsiteY4211"/>
              </a:cxn>
              <a:cxn ang="0">
                <a:pos x="connsiteX4212" y="connsiteY4212"/>
              </a:cxn>
              <a:cxn ang="0">
                <a:pos x="connsiteX4213" y="connsiteY4213"/>
              </a:cxn>
              <a:cxn ang="0">
                <a:pos x="connsiteX4214" y="connsiteY4214"/>
              </a:cxn>
              <a:cxn ang="0">
                <a:pos x="connsiteX4215" y="connsiteY4215"/>
              </a:cxn>
              <a:cxn ang="0">
                <a:pos x="connsiteX4216" y="connsiteY4216"/>
              </a:cxn>
              <a:cxn ang="0">
                <a:pos x="connsiteX4217" y="connsiteY4217"/>
              </a:cxn>
              <a:cxn ang="0">
                <a:pos x="connsiteX4218" y="connsiteY4218"/>
              </a:cxn>
              <a:cxn ang="0">
                <a:pos x="connsiteX4219" y="connsiteY4219"/>
              </a:cxn>
              <a:cxn ang="0">
                <a:pos x="connsiteX4220" y="connsiteY4220"/>
              </a:cxn>
              <a:cxn ang="0">
                <a:pos x="connsiteX4221" y="connsiteY4221"/>
              </a:cxn>
              <a:cxn ang="0">
                <a:pos x="connsiteX4222" y="connsiteY4222"/>
              </a:cxn>
              <a:cxn ang="0">
                <a:pos x="connsiteX4223" y="connsiteY4223"/>
              </a:cxn>
              <a:cxn ang="0">
                <a:pos x="connsiteX4224" y="connsiteY4224"/>
              </a:cxn>
              <a:cxn ang="0">
                <a:pos x="connsiteX4225" y="connsiteY4225"/>
              </a:cxn>
              <a:cxn ang="0">
                <a:pos x="connsiteX4226" y="connsiteY4226"/>
              </a:cxn>
              <a:cxn ang="0">
                <a:pos x="connsiteX4227" y="connsiteY4227"/>
              </a:cxn>
              <a:cxn ang="0">
                <a:pos x="connsiteX4228" y="connsiteY4228"/>
              </a:cxn>
              <a:cxn ang="0">
                <a:pos x="connsiteX4229" y="connsiteY4229"/>
              </a:cxn>
              <a:cxn ang="0">
                <a:pos x="connsiteX4230" y="connsiteY4230"/>
              </a:cxn>
              <a:cxn ang="0">
                <a:pos x="connsiteX4231" y="connsiteY4231"/>
              </a:cxn>
              <a:cxn ang="0">
                <a:pos x="connsiteX4232" y="connsiteY4232"/>
              </a:cxn>
              <a:cxn ang="0">
                <a:pos x="connsiteX4233" y="connsiteY4233"/>
              </a:cxn>
              <a:cxn ang="0">
                <a:pos x="connsiteX4234" y="connsiteY4234"/>
              </a:cxn>
              <a:cxn ang="0">
                <a:pos x="connsiteX4235" y="connsiteY4235"/>
              </a:cxn>
              <a:cxn ang="0">
                <a:pos x="connsiteX4236" y="connsiteY4236"/>
              </a:cxn>
              <a:cxn ang="0">
                <a:pos x="connsiteX4237" y="connsiteY4237"/>
              </a:cxn>
              <a:cxn ang="0">
                <a:pos x="connsiteX4238" y="connsiteY4238"/>
              </a:cxn>
              <a:cxn ang="0">
                <a:pos x="connsiteX4239" y="connsiteY4239"/>
              </a:cxn>
              <a:cxn ang="0">
                <a:pos x="connsiteX4240" y="connsiteY4240"/>
              </a:cxn>
              <a:cxn ang="0">
                <a:pos x="connsiteX4241" y="connsiteY4241"/>
              </a:cxn>
              <a:cxn ang="0">
                <a:pos x="connsiteX4242" y="connsiteY4242"/>
              </a:cxn>
              <a:cxn ang="0">
                <a:pos x="connsiteX4243" y="connsiteY4243"/>
              </a:cxn>
              <a:cxn ang="0">
                <a:pos x="connsiteX4244" y="connsiteY4244"/>
              </a:cxn>
              <a:cxn ang="0">
                <a:pos x="connsiteX4245" y="connsiteY4245"/>
              </a:cxn>
              <a:cxn ang="0">
                <a:pos x="connsiteX4246" y="connsiteY4246"/>
              </a:cxn>
              <a:cxn ang="0">
                <a:pos x="connsiteX4247" y="connsiteY4247"/>
              </a:cxn>
              <a:cxn ang="0">
                <a:pos x="connsiteX4248" y="connsiteY4248"/>
              </a:cxn>
              <a:cxn ang="0">
                <a:pos x="connsiteX4249" y="connsiteY4249"/>
              </a:cxn>
              <a:cxn ang="0">
                <a:pos x="connsiteX4250" y="connsiteY4250"/>
              </a:cxn>
              <a:cxn ang="0">
                <a:pos x="connsiteX4251" y="connsiteY4251"/>
              </a:cxn>
              <a:cxn ang="0">
                <a:pos x="connsiteX4252" y="connsiteY4252"/>
              </a:cxn>
              <a:cxn ang="0">
                <a:pos x="connsiteX4253" y="connsiteY4253"/>
              </a:cxn>
              <a:cxn ang="0">
                <a:pos x="connsiteX4254" y="connsiteY4254"/>
              </a:cxn>
              <a:cxn ang="0">
                <a:pos x="connsiteX4255" y="connsiteY4255"/>
              </a:cxn>
              <a:cxn ang="0">
                <a:pos x="connsiteX4256" y="connsiteY4256"/>
              </a:cxn>
              <a:cxn ang="0">
                <a:pos x="connsiteX4257" y="connsiteY4257"/>
              </a:cxn>
              <a:cxn ang="0">
                <a:pos x="connsiteX4258" y="connsiteY4258"/>
              </a:cxn>
              <a:cxn ang="0">
                <a:pos x="connsiteX4259" y="connsiteY4259"/>
              </a:cxn>
              <a:cxn ang="0">
                <a:pos x="connsiteX4260" y="connsiteY4260"/>
              </a:cxn>
              <a:cxn ang="0">
                <a:pos x="connsiteX4261" y="connsiteY4261"/>
              </a:cxn>
              <a:cxn ang="0">
                <a:pos x="connsiteX4262" y="connsiteY4262"/>
              </a:cxn>
              <a:cxn ang="0">
                <a:pos x="connsiteX4263" y="connsiteY4263"/>
              </a:cxn>
              <a:cxn ang="0">
                <a:pos x="connsiteX4264" y="connsiteY4264"/>
              </a:cxn>
              <a:cxn ang="0">
                <a:pos x="connsiteX4265" y="connsiteY4265"/>
              </a:cxn>
              <a:cxn ang="0">
                <a:pos x="connsiteX4266" y="connsiteY4266"/>
              </a:cxn>
              <a:cxn ang="0">
                <a:pos x="connsiteX4267" y="connsiteY4267"/>
              </a:cxn>
              <a:cxn ang="0">
                <a:pos x="connsiteX4268" y="connsiteY4268"/>
              </a:cxn>
              <a:cxn ang="0">
                <a:pos x="connsiteX4269" y="connsiteY4269"/>
              </a:cxn>
              <a:cxn ang="0">
                <a:pos x="connsiteX4270" y="connsiteY4270"/>
              </a:cxn>
              <a:cxn ang="0">
                <a:pos x="connsiteX4271" y="connsiteY4271"/>
              </a:cxn>
              <a:cxn ang="0">
                <a:pos x="connsiteX4272" y="connsiteY4272"/>
              </a:cxn>
              <a:cxn ang="0">
                <a:pos x="connsiteX4273" y="connsiteY4273"/>
              </a:cxn>
              <a:cxn ang="0">
                <a:pos x="connsiteX4274" y="connsiteY4274"/>
              </a:cxn>
              <a:cxn ang="0">
                <a:pos x="connsiteX4275" y="connsiteY4275"/>
              </a:cxn>
              <a:cxn ang="0">
                <a:pos x="connsiteX4276" y="connsiteY4276"/>
              </a:cxn>
              <a:cxn ang="0">
                <a:pos x="connsiteX4277" y="connsiteY4277"/>
              </a:cxn>
              <a:cxn ang="0">
                <a:pos x="connsiteX4278" y="connsiteY4278"/>
              </a:cxn>
              <a:cxn ang="0">
                <a:pos x="connsiteX4279" y="connsiteY4279"/>
              </a:cxn>
              <a:cxn ang="0">
                <a:pos x="connsiteX4280" y="connsiteY4280"/>
              </a:cxn>
              <a:cxn ang="0">
                <a:pos x="connsiteX4281" y="connsiteY4281"/>
              </a:cxn>
              <a:cxn ang="0">
                <a:pos x="connsiteX4282" y="connsiteY4282"/>
              </a:cxn>
              <a:cxn ang="0">
                <a:pos x="connsiteX4283" y="connsiteY4283"/>
              </a:cxn>
              <a:cxn ang="0">
                <a:pos x="connsiteX4284" y="connsiteY4284"/>
              </a:cxn>
              <a:cxn ang="0">
                <a:pos x="connsiteX4285" y="connsiteY4285"/>
              </a:cxn>
              <a:cxn ang="0">
                <a:pos x="connsiteX4286" y="connsiteY4286"/>
              </a:cxn>
              <a:cxn ang="0">
                <a:pos x="connsiteX4287" y="connsiteY4287"/>
              </a:cxn>
              <a:cxn ang="0">
                <a:pos x="connsiteX4288" y="connsiteY4288"/>
              </a:cxn>
              <a:cxn ang="0">
                <a:pos x="connsiteX4289" y="connsiteY4289"/>
              </a:cxn>
              <a:cxn ang="0">
                <a:pos x="connsiteX4290" y="connsiteY4290"/>
              </a:cxn>
              <a:cxn ang="0">
                <a:pos x="connsiteX4291" y="connsiteY4291"/>
              </a:cxn>
              <a:cxn ang="0">
                <a:pos x="connsiteX4292" y="connsiteY4292"/>
              </a:cxn>
              <a:cxn ang="0">
                <a:pos x="connsiteX4293" y="connsiteY4293"/>
              </a:cxn>
              <a:cxn ang="0">
                <a:pos x="connsiteX4294" y="connsiteY4294"/>
              </a:cxn>
              <a:cxn ang="0">
                <a:pos x="connsiteX4295" y="connsiteY4295"/>
              </a:cxn>
              <a:cxn ang="0">
                <a:pos x="connsiteX4296" y="connsiteY4296"/>
              </a:cxn>
              <a:cxn ang="0">
                <a:pos x="connsiteX4297" y="connsiteY4297"/>
              </a:cxn>
              <a:cxn ang="0">
                <a:pos x="connsiteX4298" y="connsiteY4298"/>
              </a:cxn>
              <a:cxn ang="0">
                <a:pos x="connsiteX4299" y="connsiteY4299"/>
              </a:cxn>
              <a:cxn ang="0">
                <a:pos x="connsiteX4300" y="connsiteY4300"/>
              </a:cxn>
              <a:cxn ang="0">
                <a:pos x="connsiteX4301" y="connsiteY4301"/>
              </a:cxn>
              <a:cxn ang="0">
                <a:pos x="connsiteX4302" y="connsiteY4302"/>
              </a:cxn>
              <a:cxn ang="0">
                <a:pos x="connsiteX4303" y="connsiteY4303"/>
              </a:cxn>
              <a:cxn ang="0">
                <a:pos x="connsiteX4304" y="connsiteY4304"/>
              </a:cxn>
              <a:cxn ang="0">
                <a:pos x="connsiteX4305" y="connsiteY4305"/>
              </a:cxn>
              <a:cxn ang="0">
                <a:pos x="connsiteX4306" y="connsiteY4306"/>
              </a:cxn>
              <a:cxn ang="0">
                <a:pos x="connsiteX4307" y="connsiteY4307"/>
              </a:cxn>
              <a:cxn ang="0">
                <a:pos x="connsiteX4308" y="connsiteY4308"/>
              </a:cxn>
              <a:cxn ang="0">
                <a:pos x="connsiteX4309" y="connsiteY4309"/>
              </a:cxn>
              <a:cxn ang="0">
                <a:pos x="connsiteX4310" y="connsiteY4310"/>
              </a:cxn>
              <a:cxn ang="0">
                <a:pos x="connsiteX4311" y="connsiteY4311"/>
              </a:cxn>
              <a:cxn ang="0">
                <a:pos x="connsiteX4312" y="connsiteY4312"/>
              </a:cxn>
              <a:cxn ang="0">
                <a:pos x="connsiteX4313" y="connsiteY4313"/>
              </a:cxn>
              <a:cxn ang="0">
                <a:pos x="connsiteX4314" y="connsiteY4314"/>
              </a:cxn>
              <a:cxn ang="0">
                <a:pos x="connsiteX4315" y="connsiteY4315"/>
              </a:cxn>
              <a:cxn ang="0">
                <a:pos x="connsiteX4316" y="connsiteY4316"/>
              </a:cxn>
              <a:cxn ang="0">
                <a:pos x="connsiteX4317" y="connsiteY4317"/>
              </a:cxn>
              <a:cxn ang="0">
                <a:pos x="connsiteX4318" y="connsiteY4318"/>
              </a:cxn>
              <a:cxn ang="0">
                <a:pos x="connsiteX4319" y="connsiteY4319"/>
              </a:cxn>
              <a:cxn ang="0">
                <a:pos x="connsiteX4320" y="connsiteY4320"/>
              </a:cxn>
              <a:cxn ang="0">
                <a:pos x="connsiteX4321" y="connsiteY4321"/>
              </a:cxn>
              <a:cxn ang="0">
                <a:pos x="connsiteX4322" y="connsiteY4322"/>
              </a:cxn>
              <a:cxn ang="0">
                <a:pos x="connsiteX4323" y="connsiteY4323"/>
              </a:cxn>
              <a:cxn ang="0">
                <a:pos x="connsiteX4324" y="connsiteY4324"/>
              </a:cxn>
              <a:cxn ang="0">
                <a:pos x="connsiteX4325" y="connsiteY4325"/>
              </a:cxn>
              <a:cxn ang="0">
                <a:pos x="connsiteX4326" y="connsiteY4326"/>
              </a:cxn>
              <a:cxn ang="0">
                <a:pos x="connsiteX4327" y="connsiteY4327"/>
              </a:cxn>
              <a:cxn ang="0">
                <a:pos x="connsiteX4328" y="connsiteY4328"/>
              </a:cxn>
              <a:cxn ang="0">
                <a:pos x="connsiteX4329" y="connsiteY4329"/>
              </a:cxn>
              <a:cxn ang="0">
                <a:pos x="connsiteX4330" y="connsiteY4330"/>
              </a:cxn>
              <a:cxn ang="0">
                <a:pos x="connsiteX4331" y="connsiteY4331"/>
              </a:cxn>
              <a:cxn ang="0">
                <a:pos x="connsiteX4332" y="connsiteY4332"/>
              </a:cxn>
              <a:cxn ang="0">
                <a:pos x="connsiteX4333" y="connsiteY4333"/>
              </a:cxn>
              <a:cxn ang="0">
                <a:pos x="connsiteX4334" y="connsiteY4334"/>
              </a:cxn>
              <a:cxn ang="0">
                <a:pos x="connsiteX4335" y="connsiteY4335"/>
              </a:cxn>
              <a:cxn ang="0">
                <a:pos x="connsiteX4336" y="connsiteY4336"/>
              </a:cxn>
              <a:cxn ang="0">
                <a:pos x="connsiteX4337" y="connsiteY4337"/>
              </a:cxn>
              <a:cxn ang="0">
                <a:pos x="connsiteX4338" y="connsiteY4338"/>
              </a:cxn>
              <a:cxn ang="0">
                <a:pos x="connsiteX4339" y="connsiteY4339"/>
              </a:cxn>
              <a:cxn ang="0">
                <a:pos x="connsiteX4340" y="connsiteY4340"/>
              </a:cxn>
              <a:cxn ang="0">
                <a:pos x="connsiteX4341" y="connsiteY4341"/>
              </a:cxn>
              <a:cxn ang="0">
                <a:pos x="connsiteX4342" y="connsiteY4342"/>
              </a:cxn>
              <a:cxn ang="0">
                <a:pos x="connsiteX4343" y="connsiteY4343"/>
              </a:cxn>
              <a:cxn ang="0">
                <a:pos x="connsiteX4344" y="connsiteY4344"/>
              </a:cxn>
              <a:cxn ang="0">
                <a:pos x="connsiteX4345" y="connsiteY4345"/>
              </a:cxn>
              <a:cxn ang="0">
                <a:pos x="connsiteX4346" y="connsiteY4346"/>
              </a:cxn>
              <a:cxn ang="0">
                <a:pos x="connsiteX4347" y="connsiteY4347"/>
              </a:cxn>
              <a:cxn ang="0">
                <a:pos x="connsiteX4348" y="connsiteY4348"/>
              </a:cxn>
              <a:cxn ang="0">
                <a:pos x="connsiteX4349" y="connsiteY4349"/>
              </a:cxn>
              <a:cxn ang="0">
                <a:pos x="connsiteX4350" y="connsiteY4350"/>
              </a:cxn>
              <a:cxn ang="0">
                <a:pos x="connsiteX4351" y="connsiteY4351"/>
              </a:cxn>
              <a:cxn ang="0">
                <a:pos x="connsiteX4352" y="connsiteY4352"/>
              </a:cxn>
              <a:cxn ang="0">
                <a:pos x="connsiteX4353" y="connsiteY4353"/>
              </a:cxn>
              <a:cxn ang="0">
                <a:pos x="connsiteX4354" y="connsiteY4354"/>
              </a:cxn>
              <a:cxn ang="0">
                <a:pos x="connsiteX4355" y="connsiteY4355"/>
              </a:cxn>
              <a:cxn ang="0">
                <a:pos x="connsiteX4356" y="connsiteY4356"/>
              </a:cxn>
              <a:cxn ang="0">
                <a:pos x="connsiteX4357" y="connsiteY4357"/>
              </a:cxn>
              <a:cxn ang="0">
                <a:pos x="connsiteX4358" y="connsiteY4358"/>
              </a:cxn>
              <a:cxn ang="0">
                <a:pos x="connsiteX4359" y="connsiteY4359"/>
              </a:cxn>
              <a:cxn ang="0">
                <a:pos x="connsiteX4360" y="connsiteY4360"/>
              </a:cxn>
              <a:cxn ang="0">
                <a:pos x="connsiteX4361" y="connsiteY4361"/>
              </a:cxn>
              <a:cxn ang="0">
                <a:pos x="connsiteX4362" y="connsiteY4362"/>
              </a:cxn>
              <a:cxn ang="0">
                <a:pos x="connsiteX4363" y="connsiteY4363"/>
              </a:cxn>
              <a:cxn ang="0">
                <a:pos x="connsiteX4364" y="connsiteY4364"/>
              </a:cxn>
              <a:cxn ang="0">
                <a:pos x="connsiteX4365" y="connsiteY4365"/>
              </a:cxn>
              <a:cxn ang="0">
                <a:pos x="connsiteX4366" y="connsiteY4366"/>
              </a:cxn>
              <a:cxn ang="0">
                <a:pos x="connsiteX4367" y="connsiteY4367"/>
              </a:cxn>
              <a:cxn ang="0">
                <a:pos x="connsiteX4368" y="connsiteY4368"/>
              </a:cxn>
              <a:cxn ang="0">
                <a:pos x="connsiteX4369" y="connsiteY4369"/>
              </a:cxn>
              <a:cxn ang="0">
                <a:pos x="connsiteX4370" y="connsiteY4370"/>
              </a:cxn>
              <a:cxn ang="0">
                <a:pos x="connsiteX4371" y="connsiteY4371"/>
              </a:cxn>
              <a:cxn ang="0">
                <a:pos x="connsiteX4372" y="connsiteY4372"/>
              </a:cxn>
              <a:cxn ang="0">
                <a:pos x="connsiteX4373" y="connsiteY4373"/>
              </a:cxn>
              <a:cxn ang="0">
                <a:pos x="connsiteX4374" y="connsiteY4374"/>
              </a:cxn>
              <a:cxn ang="0">
                <a:pos x="connsiteX4375" y="connsiteY4375"/>
              </a:cxn>
              <a:cxn ang="0">
                <a:pos x="connsiteX4376" y="connsiteY4376"/>
              </a:cxn>
              <a:cxn ang="0">
                <a:pos x="connsiteX4377" y="connsiteY4377"/>
              </a:cxn>
              <a:cxn ang="0">
                <a:pos x="connsiteX4378" y="connsiteY4378"/>
              </a:cxn>
              <a:cxn ang="0">
                <a:pos x="connsiteX4379" y="connsiteY4379"/>
              </a:cxn>
              <a:cxn ang="0">
                <a:pos x="connsiteX4380" y="connsiteY4380"/>
              </a:cxn>
              <a:cxn ang="0">
                <a:pos x="connsiteX4381" y="connsiteY4381"/>
              </a:cxn>
              <a:cxn ang="0">
                <a:pos x="connsiteX4382" y="connsiteY4382"/>
              </a:cxn>
              <a:cxn ang="0">
                <a:pos x="connsiteX4383" y="connsiteY4383"/>
              </a:cxn>
              <a:cxn ang="0">
                <a:pos x="connsiteX4384" y="connsiteY4384"/>
              </a:cxn>
              <a:cxn ang="0">
                <a:pos x="connsiteX4385" y="connsiteY4385"/>
              </a:cxn>
              <a:cxn ang="0">
                <a:pos x="connsiteX4386" y="connsiteY4386"/>
              </a:cxn>
              <a:cxn ang="0">
                <a:pos x="connsiteX4387" y="connsiteY4387"/>
              </a:cxn>
              <a:cxn ang="0">
                <a:pos x="connsiteX4388" y="connsiteY4388"/>
              </a:cxn>
              <a:cxn ang="0">
                <a:pos x="connsiteX4389" y="connsiteY4389"/>
              </a:cxn>
              <a:cxn ang="0">
                <a:pos x="connsiteX4390" y="connsiteY4390"/>
              </a:cxn>
              <a:cxn ang="0">
                <a:pos x="connsiteX4391" y="connsiteY4391"/>
              </a:cxn>
              <a:cxn ang="0">
                <a:pos x="connsiteX4392" y="connsiteY4392"/>
              </a:cxn>
              <a:cxn ang="0">
                <a:pos x="connsiteX4393" y="connsiteY4393"/>
              </a:cxn>
              <a:cxn ang="0">
                <a:pos x="connsiteX4394" y="connsiteY4394"/>
              </a:cxn>
              <a:cxn ang="0">
                <a:pos x="connsiteX4395" y="connsiteY4395"/>
              </a:cxn>
              <a:cxn ang="0">
                <a:pos x="connsiteX4396" y="connsiteY4396"/>
              </a:cxn>
              <a:cxn ang="0">
                <a:pos x="connsiteX4397" y="connsiteY4397"/>
              </a:cxn>
              <a:cxn ang="0">
                <a:pos x="connsiteX4398" y="connsiteY4398"/>
              </a:cxn>
              <a:cxn ang="0">
                <a:pos x="connsiteX4399" y="connsiteY4399"/>
              </a:cxn>
              <a:cxn ang="0">
                <a:pos x="connsiteX4400" y="connsiteY4400"/>
              </a:cxn>
              <a:cxn ang="0">
                <a:pos x="connsiteX4401" y="connsiteY4401"/>
              </a:cxn>
              <a:cxn ang="0">
                <a:pos x="connsiteX4402" y="connsiteY4402"/>
              </a:cxn>
              <a:cxn ang="0">
                <a:pos x="connsiteX4403" y="connsiteY4403"/>
              </a:cxn>
              <a:cxn ang="0">
                <a:pos x="connsiteX4404" y="connsiteY4404"/>
              </a:cxn>
              <a:cxn ang="0">
                <a:pos x="connsiteX4405" y="connsiteY4405"/>
              </a:cxn>
              <a:cxn ang="0">
                <a:pos x="connsiteX4406" y="connsiteY4406"/>
              </a:cxn>
              <a:cxn ang="0">
                <a:pos x="connsiteX4407" y="connsiteY4407"/>
              </a:cxn>
              <a:cxn ang="0">
                <a:pos x="connsiteX4408" y="connsiteY4408"/>
              </a:cxn>
              <a:cxn ang="0">
                <a:pos x="connsiteX4409" y="connsiteY4409"/>
              </a:cxn>
              <a:cxn ang="0">
                <a:pos x="connsiteX4410" y="connsiteY4410"/>
              </a:cxn>
              <a:cxn ang="0">
                <a:pos x="connsiteX4411" y="connsiteY4411"/>
              </a:cxn>
              <a:cxn ang="0">
                <a:pos x="connsiteX4412" y="connsiteY4412"/>
              </a:cxn>
              <a:cxn ang="0">
                <a:pos x="connsiteX4413" y="connsiteY4413"/>
              </a:cxn>
              <a:cxn ang="0">
                <a:pos x="connsiteX4414" y="connsiteY4414"/>
              </a:cxn>
              <a:cxn ang="0">
                <a:pos x="connsiteX4415" y="connsiteY4415"/>
              </a:cxn>
              <a:cxn ang="0">
                <a:pos x="connsiteX4416" y="connsiteY4416"/>
              </a:cxn>
              <a:cxn ang="0">
                <a:pos x="connsiteX4417" y="connsiteY4417"/>
              </a:cxn>
              <a:cxn ang="0">
                <a:pos x="connsiteX4418" y="connsiteY4418"/>
              </a:cxn>
              <a:cxn ang="0">
                <a:pos x="connsiteX4419" y="connsiteY4419"/>
              </a:cxn>
              <a:cxn ang="0">
                <a:pos x="connsiteX4420" y="connsiteY4420"/>
              </a:cxn>
              <a:cxn ang="0">
                <a:pos x="connsiteX4421" y="connsiteY4421"/>
              </a:cxn>
              <a:cxn ang="0">
                <a:pos x="connsiteX4422" y="connsiteY4422"/>
              </a:cxn>
              <a:cxn ang="0">
                <a:pos x="connsiteX4423" y="connsiteY4423"/>
              </a:cxn>
              <a:cxn ang="0">
                <a:pos x="connsiteX4424" y="connsiteY4424"/>
              </a:cxn>
              <a:cxn ang="0">
                <a:pos x="connsiteX4425" y="connsiteY4425"/>
              </a:cxn>
              <a:cxn ang="0">
                <a:pos x="connsiteX4426" y="connsiteY4426"/>
              </a:cxn>
              <a:cxn ang="0">
                <a:pos x="connsiteX4427" y="connsiteY4427"/>
              </a:cxn>
              <a:cxn ang="0">
                <a:pos x="connsiteX4428" y="connsiteY4428"/>
              </a:cxn>
              <a:cxn ang="0">
                <a:pos x="connsiteX4429" y="connsiteY4429"/>
              </a:cxn>
              <a:cxn ang="0">
                <a:pos x="connsiteX4430" y="connsiteY4430"/>
              </a:cxn>
              <a:cxn ang="0">
                <a:pos x="connsiteX4431" y="connsiteY4431"/>
              </a:cxn>
              <a:cxn ang="0">
                <a:pos x="connsiteX4432" y="connsiteY4432"/>
              </a:cxn>
              <a:cxn ang="0">
                <a:pos x="connsiteX4433" y="connsiteY4433"/>
              </a:cxn>
              <a:cxn ang="0">
                <a:pos x="connsiteX4434" y="connsiteY4434"/>
              </a:cxn>
              <a:cxn ang="0">
                <a:pos x="connsiteX4435" y="connsiteY4435"/>
              </a:cxn>
              <a:cxn ang="0">
                <a:pos x="connsiteX4436" y="connsiteY4436"/>
              </a:cxn>
              <a:cxn ang="0">
                <a:pos x="connsiteX4437" y="connsiteY4437"/>
              </a:cxn>
              <a:cxn ang="0">
                <a:pos x="connsiteX4438" y="connsiteY4438"/>
              </a:cxn>
              <a:cxn ang="0">
                <a:pos x="connsiteX4439" y="connsiteY4439"/>
              </a:cxn>
              <a:cxn ang="0">
                <a:pos x="connsiteX4440" y="connsiteY4440"/>
              </a:cxn>
              <a:cxn ang="0">
                <a:pos x="connsiteX4441" y="connsiteY4441"/>
              </a:cxn>
              <a:cxn ang="0">
                <a:pos x="connsiteX4442" y="connsiteY4442"/>
              </a:cxn>
              <a:cxn ang="0">
                <a:pos x="connsiteX4443" y="connsiteY4443"/>
              </a:cxn>
              <a:cxn ang="0">
                <a:pos x="connsiteX4444" y="connsiteY4444"/>
              </a:cxn>
              <a:cxn ang="0">
                <a:pos x="connsiteX4445" y="connsiteY4445"/>
              </a:cxn>
              <a:cxn ang="0">
                <a:pos x="connsiteX4446" y="connsiteY4446"/>
              </a:cxn>
              <a:cxn ang="0">
                <a:pos x="connsiteX4447" y="connsiteY4447"/>
              </a:cxn>
              <a:cxn ang="0">
                <a:pos x="connsiteX4448" y="connsiteY4448"/>
              </a:cxn>
              <a:cxn ang="0">
                <a:pos x="connsiteX4449" y="connsiteY4449"/>
              </a:cxn>
              <a:cxn ang="0">
                <a:pos x="connsiteX4450" y="connsiteY4450"/>
              </a:cxn>
              <a:cxn ang="0">
                <a:pos x="connsiteX4451" y="connsiteY4451"/>
              </a:cxn>
              <a:cxn ang="0">
                <a:pos x="connsiteX4452" y="connsiteY4452"/>
              </a:cxn>
              <a:cxn ang="0">
                <a:pos x="connsiteX4453" y="connsiteY4453"/>
              </a:cxn>
              <a:cxn ang="0">
                <a:pos x="connsiteX4454" y="connsiteY4454"/>
              </a:cxn>
              <a:cxn ang="0">
                <a:pos x="connsiteX4455" y="connsiteY4455"/>
              </a:cxn>
              <a:cxn ang="0">
                <a:pos x="connsiteX4456" y="connsiteY4456"/>
              </a:cxn>
              <a:cxn ang="0">
                <a:pos x="connsiteX4457" y="connsiteY4457"/>
              </a:cxn>
              <a:cxn ang="0">
                <a:pos x="connsiteX4458" y="connsiteY4458"/>
              </a:cxn>
              <a:cxn ang="0">
                <a:pos x="connsiteX4459" y="connsiteY4459"/>
              </a:cxn>
              <a:cxn ang="0">
                <a:pos x="connsiteX4460" y="connsiteY4460"/>
              </a:cxn>
              <a:cxn ang="0">
                <a:pos x="connsiteX4461" y="connsiteY4461"/>
              </a:cxn>
              <a:cxn ang="0">
                <a:pos x="connsiteX4462" y="connsiteY4462"/>
              </a:cxn>
              <a:cxn ang="0">
                <a:pos x="connsiteX4463" y="connsiteY4463"/>
              </a:cxn>
              <a:cxn ang="0">
                <a:pos x="connsiteX4464" y="connsiteY4464"/>
              </a:cxn>
              <a:cxn ang="0">
                <a:pos x="connsiteX4465" y="connsiteY4465"/>
              </a:cxn>
              <a:cxn ang="0">
                <a:pos x="connsiteX4466" y="connsiteY4466"/>
              </a:cxn>
              <a:cxn ang="0">
                <a:pos x="connsiteX4467" y="connsiteY4467"/>
              </a:cxn>
              <a:cxn ang="0">
                <a:pos x="connsiteX4468" y="connsiteY4468"/>
              </a:cxn>
              <a:cxn ang="0">
                <a:pos x="connsiteX4469" y="connsiteY4469"/>
              </a:cxn>
              <a:cxn ang="0">
                <a:pos x="connsiteX4470" y="connsiteY4470"/>
              </a:cxn>
              <a:cxn ang="0">
                <a:pos x="connsiteX4471" y="connsiteY4471"/>
              </a:cxn>
              <a:cxn ang="0">
                <a:pos x="connsiteX4472" y="connsiteY4472"/>
              </a:cxn>
              <a:cxn ang="0">
                <a:pos x="connsiteX4473" y="connsiteY4473"/>
              </a:cxn>
              <a:cxn ang="0">
                <a:pos x="connsiteX4474" y="connsiteY4474"/>
              </a:cxn>
              <a:cxn ang="0">
                <a:pos x="connsiteX4475" y="connsiteY4475"/>
              </a:cxn>
              <a:cxn ang="0">
                <a:pos x="connsiteX4476" y="connsiteY4476"/>
              </a:cxn>
              <a:cxn ang="0">
                <a:pos x="connsiteX4477" y="connsiteY4477"/>
              </a:cxn>
              <a:cxn ang="0">
                <a:pos x="connsiteX4478" y="connsiteY4478"/>
              </a:cxn>
              <a:cxn ang="0">
                <a:pos x="connsiteX4479" y="connsiteY4479"/>
              </a:cxn>
              <a:cxn ang="0">
                <a:pos x="connsiteX4480" y="connsiteY4480"/>
              </a:cxn>
              <a:cxn ang="0">
                <a:pos x="connsiteX4481" y="connsiteY4481"/>
              </a:cxn>
              <a:cxn ang="0">
                <a:pos x="connsiteX4482" y="connsiteY4482"/>
              </a:cxn>
              <a:cxn ang="0">
                <a:pos x="connsiteX4483" y="connsiteY4483"/>
              </a:cxn>
              <a:cxn ang="0">
                <a:pos x="connsiteX4484" y="connsiteY4484"/>
              </a:cxn>
              <a:cxn ang="0">
                <a:pos x="connsiteX4485" y="connsiteY4485"/>
              </a:cxn>
              <a:cxn ang="0">
                <a:pos x="connsiteX4486" y="connsiteY4486"/>
              </a:cxn>
              <a:cxn ang="0">
                <a:pos x="connsiteX4487" y="connsiteY4487"/>
              </a:cxn>
              <a:cxn ang="0">
                <a:pos x="connsiteX4488" y="connsiteY4488"/>
              </a:cxn>
              <a:cxn ang="0">
                <a:pos x="connsiteX4489" y="connsiteY4489"/>
              </a:cxn>
              <a:cxn ang="0">
                <a:pos x="connsiteX4490" y="connsiteY4490"/>
              </a:cxn>
              <a:cxn ang="0">
                <a:pos x="connsiteX4491" y="connsiteY4491"/>
              </a:cxn>
              <a:cxn ang="0">
                <a:pos x="connsiteX4492" y="connsiteY4492"/>
              </a:cxn>
              <a:cxn ang="0">
                <a:pos x="connsiteX4493" y="connsiteY4493"/>
              </a:cxn>
              <a:cxn ang="0">
                <a:pos x="connsiteX4494" y="connsiteY4494"/>
              </a:cxn>
              <a:cxn ang="0">
                <a:pos x="connsiteX4495" y="connsiteY4495"/>
              </a:cxn>
              <a:cxn ang="0">
                <a:pos x="connsiteX4496" y="connsiteY4496"/>
              </a:cxn>
              <a:cxn ang="0">
                <a:pos x="connsiteX4497" y="connsiteY4497"/>
              </a:cxn>
              <a:cxn ang="0">
                <a:pos x="connsiteX4498" y="connsiteY4498"/>
              </a:cxn>
              <a:cxn ang="0">
                <a:pos x="connsiteX4499" y="connsiteY4499"/>
              </a:cxn>
              <a:cxn ang="0">
                <a:pos x="connsiteX4500" y="connsiteY4500"/>
              </a:cxn>
              <a:cxn ang="0">
                <a:pos x="connsiteX4501" y="connsiteY4501"/>
              </a:cxn>
              <a:cxn ang="0">
                <a:pos x="connsiteX4502" y="connsiteY4502"/>
              </a:cxn>
              <a:cxn ang="0">
                <a:pos x="connsiteX4503" y="connsiteY4503"/>
              </a:cxn>
              <a:cxn ang="0">
                <a:pos x="connsiteX4504" y="connsiteY4504"/>
              </a:cxn>
              <a:cxn ang="0">
                <a:pos x="connsiteX4505" y="connsiteY4505"/>
              </a:cxn>
              <a:cxn ang="0">
                <a:pos x="connsiteX4506" y="connsiteY4506"/>
              </a:cxn>
              <a:cxn ang="0">
                <a:pos x="connsiteX4507" y="connsiteY4507"/>
              </a:cxn>
              <a:cxn ang="0">
                <a:pos x="connsiteX4508" y="connsiteY4508"/>
              </a:cxn>
              <a:cxn ang="0">
                <a:pos x="connsiteX4509" y="connsiteY4509"/>
              </a:cxn>
              <a:cxn ang="0">
                <a:pos x="connsiteX4510" y="connsiteY4510"/>
              </a:cxn>
              <a:cxn ang="0">
                <a:pos x="connsiteX4511" y="connsiteY4511"/>
              </a:cxn>
              <a:cxn ang="0">
                <a:pos x="connsiteX4512" y="connsiteY4512"/>
              </a:cxn>
              <a:cxn ang="0">
                <a:pos x="connsiteX4513" y="connsiteY4513"/>
              </a:cxn>
              <a:cxn ang="0">
                <a:pos x="connsiteX4514" y="connsiteY4514"/>
              </a:cxn>
              <a:cxn ang="0">
                <a:pos x="connsiteX4515" y="connsiteY4515"/>
              </a:cxn>
              <a:cxn ang="0">
                <a:pos x="connsiteX4516" y="connsiteY4516"/>
              </a:cxn>
              <a:cxn ang="0">
                <a:pos x="connsiteX4517" y="connsiteY4517"/>
              </a:cxn>
              <a:cxn ang="0">
                <a:pos x="connsiteX4518" y="connsiteY4518"/>
              </a:cxn>
              <a:cxn ang="0">
                <a:pos x="connsiteX4519" y="connsiteY4519"/>
              </a:cxn>
              <a:cxn ang="0">
                <a:pos x="connsiteX4520" y="connsiteY4520"/>
              </a:cxn>
              <a:cxn ang="0">
                <a:pos x="connsiteX4521" y="connsiteY4521"/>
              </a:cxn>
              <a:cxn ang="0">
                <a:pos x="connsiteX4522" y="connsiteY4522"/>
              </a:cxn>
              <a:cxn ang="0">
                <a:pos x="connsiteX4523" y="connsiteY4523"/>
              </a:cxn>
              <a:cxn ang="0">
                <a:pos x="connsiteX4524" y="connsiteY4524"/>
              </a:cxn>
              <a:cxn ang="0">
                <a:pos x="connsiteX4525" y="connsiteY4525"/>
              </a:cxn>
              <a:cxn ang="0">
                <a:pos x="connsiteX4526" y="connsiteY4526"/>
              </a:cxn>
              <a:cxn ang="0">
                <a:pos x="connsiteX4527" y="connsiteY4527"/>
              </a:cxn>
              <a:cxn ang="0">
                <a:pos x="connsiteX4528" y="connsiteY4528"/>
              </a:cxn>
              <a:cxn ang="0">
                <a:pos x="connsiteX4529" y="connsiteY4529"/>
              </a:cxn>
              <a:cxn ang="0">
                <a:pos x="connsiteX4530" y="connsiteY4530"/>
              </a:cxn>
              <a:cxn ang="0">
                <a:pos x="connsiteX4531" y="connsiteY4531"/>
              </a:cxn>
              <a:cxn ang="0">
                <a:pos x="connsiteX4532" y="connsiteY4532"/>
              </a:cxn>
              <a:cxn ang="0">
                <a:pos x="connsiteX4533" y="connsiteY4533"/>
              </a:cxn>
              <a:cxn ang="0">
                <a:pos x="connsiteX4534" y="connsiteY4534"/>
              </a:cxn>
              <a:cxn ang="0">
                <a:pos x="connsiteX4535" y="connsiteY4535"/>
              </a:cxn>
              <a:cxn ang="0">
                <a:pos x="connsiteX4536" y="connsiteY4536"/>
              </a:cxn>
              <a:cxn ang="0">
                <a:pos x="connsiteX4537" y="connsiteY4537"/>
              </a:cxn>
              <a:cxn ang="0">
                <a:pos x="connsiteX4538" y="connsiteY4538"/>
              </a:cxn>
              <a:cxn ang="0">
                <a:pos x="connsiteX4539" y="connsiteY4539"/>
              </a:cxn>
              <a:cxn ang="0">
                <a:pos x="connsiteX4540" y="connsiteY4540"/>
              </a:cxn>
              <a:cxn ang="0">
                <a:pos x="connsiteX4541" y="connsiteY4541"/>
              </a:cxn>
              <a:cxn ang="0">
                <a:pos x="connsiteX4542" y="connsiteY4542"/>
              </a:cxn>
              <a:cxn ang="0">
                <a:pos x="connsiteX4543" y="connsiteY4543"/>
              </a:cxn>
              <a:cxn ang="0">
                <a:pos x="connsiteX4544" y="connsiteY4544"/>
              </a:cxn>
              <a:cxn ang="0">
                <a:pos x="connsiteX4545" y="connsiteY4545"/>
              </a:cxn>
              <a:cxn ang="0">
                <a:pos x="connsiteX4546" y="connsiteY4546"/>
              </a:cxn>
              <a:cxn ang="0">
                <a:pos x="connsiteX4547" y="connsiteY4547"/>
              </a:cxn>
              <a:cxn ang="0">
                <a:pos x="connsiteX4548" y="connsiteY4548"/>
              </a:cxn>
              <a:cxn ang="0">
                <a:pos x="connsiteX4549" y="connsiteY4549"/>
              </a:cxn>
              <a:cxn ang="0">
                <a:pos x="connsiteX4550" y="connsiteY4550"/>
              </a:cxn>
              <a:cxn ang="0">
                <a:pos x="connsiteX4551" y="connsiteY4551"/>
              </a:cxn>
              <a:cxn ang="0">
                <a:pos x="connsiteX4552" y="connsiteY4552"/>
              </a:cxn>
              <a:cxn ang="0">
                <a:pos x="connsiteX4553" y="connsiteY4553"/>
              </a:cxn>
              <a:cxn ang="0">
                <a:pos x="connsiteX4554" y="connsiteY4554"/>
              </a:cxn>
              <a:cxn ang="0">
                <a:pos x="connsiteX4555" y="connsiteY4555"/>
              </a:cxn>
              <a:cxn ang="0">
                <a:pos x="connsiteX4556" y="connsiteY4556"/>
              </a:cxn>
              <a:cxn ang="0">
                <a:pos x="connsiteX4557" y="connsiteY4557"/>
              </a:cxn>
              <a:cxn ang="0">
                <a:pos x="connsiteX4558" y="connsiteY4558"/>
              </a:cxn>
              <a:cxn ang="0">
                <a:pos x="connsiteX4559" y="connsiteY4559"/>
              </a:cxn>
              <a:cxn ang="0">
                <a:pos x="connsiteX4560" y="connsiteY4560"/>
              </a:cxn>
              <a:cxn ang="0">
                <a:pos x="connsiteX4561" y="connsiteY4561"/>
              </a:cxn>
              <a:cxn ang="0">
                <a:pos x="connsiteX4562" y="connsiteY4562"/>
              </a:cxn>
              <a:cxn ang="0">
                <a:pos x="connsiteX4563" y="connsiteY4563"/>
              </a:cxn>
              <a:cxn ang="0">
                <a:pos x="connsiteX4564" y="connsiteY4564"/>
              </a:cxn>
              <a:cxn ang="0">
                <a:pos x="connsiteX4565" y="connsiteY4565"/>
              </a:cxn>
              <a:cxn ang="0">
                <a:pos x="connsiteX4566" y="connsiteY4566"/>
              </a:cxn>
              <a:cxn ang="0">
                <a:pos x="connsiteX4567" y="connsiteY4567"/>
              </a:cxn>
              <a:cxn ang="0">
                <a:pos x="connsiteX4568" y="connsiteY4568"/>
              </a:cxn>
              <a:cxn ang="0">
                <a:pos x="connsiteX4569" y="connsiteY4569"/>
              </a:cxn>
              <a:cxn ang="0">
                <a:pos x="connsiteX4570" y="connsiteY4570"/>
              </a:cxn>
              <a:cxn ang="0">
                <a:pos x="connsiteX4571" y="connsiteY4571"/>
              </a:cxn>
              <a:cxn ang="0">
                <a:pos x="connsiteX4572" y="connsiteY4572"/>
              </a:cxn>
              <a:cxn ang="0">
                <a:pos x="connsiteX4573" y="connsiteY4573"/>
              </a:cxn>
              <a:cxn ang="0">
                <a:pos x="connsiteX4574" y="connsiteY4574"/>
              </a:cxn>
              <a:cxn ang="0">
                <a:pos x="connsiteX4575" y="connsiteY4575"/>
              </a:cxn>
              <a:cxn ang="0">
                <a:pos x="connsiteX4576" y="connsiteY4576"/>
              </a:cxn>
              <a:cxn ang="0">
                <a:pos x="connsiteX4577" y="connsiteY4577"/>
              </a:cxn>
              <a:cxn ang="0">
                <a:pos x="connsiteX4578" y="connsiteY4578"/>
              </a:cxn>
              <a:cxn ang="0">
                <a:pos x="connsiteX4579" y="connsiteY4579"/>
              </a:cxn>
              <a:cxn ang="0">
                <a:pos x="connsiteX4580" y="connsiteY4580"/>
              </a:cxn>
              <a:cxn ang="0">
                <a:pos x="connsiteX4581" y="connsiteY4581"/>
              </a:cxn>
              <a:cxn ang="0">
                <a:pos x="connsiteX4582" y="connsiteY4582"/>
              </a:cxn>
              <a:cxn ang="0">
                <a:pos x="connsiteX4583" y="connsiteY4583"/>
              </a:cxn>
              <a:cxn ang="0">
                <a:pos x="connsiteX4584" y="connsiteY4584"/>
              </a:cxn>
              <a:cxn ang="0">
                <a:pos x="connsiteX4585" y="connsiteY4585"/>
              </a:cxn>
              <a:cxn ang="0">
                <a:pos x="connsiteX4586" y="connsiteY4586"/>
              </a:cxn>
              <a:cxn ang="0">
                <a:pos x="connsiteX4587" y="connsiteY4587"/>
              </a:cxn>
              <a:cxn ang="0">
                <a:pos x="connsiteX4588" y="connsiteY4588"/>
              </a:cxn>
              <a:cxn ang="0">
                <a:pos x="connsiteX4589" y="connsiteY4589"/>
              </a:cxn>
              <a:cxn ang="0">
                <a:pos x="connsiteX4590" y="connsiteY4590"/>
              </a:cxn>
              <a:cxn ang="0">
                <a:pos x="connsiteX4591" y="connsiteY4591"/>
              </a:cxn>
              <a:cxn ang="0">
                <a:pos x="connsiteX4592" y="connsiteY4592"/>
              </a:cxn>
              <a:cxn ang="0">
                <a:pos x="connsiteX4593" y="connsiteY4593"/>
              </a:cxn>
              <a:cxn ang="0">
                <a:pos x="connsiteX4594" y="connsiteY4594"/>
              </a:cxn>
              <a:cxn ang="0">
                <a:pos x="connsiteX4595" y="connsiteY4595"/>
              </a:cxn>
              <a:cxn ang="0">
                <a:pos x="connsiteX4596" y="connsiteY4596"/>
              </a:cxn>
              <a:cxn ang="0">
                <a:pos x="connsiteX4597" y="connsiteY4597"/>
              </a:cxn>
              <a:cxn ang="0">
                <a:pos x="connsiteX4598" y="connsiteY4598"/>
              </a:cxn>
              <a:cxn ang="0">
                <a:pos x="connsiteX4599" y="connsiteY4599"/>
              </a:cxn>
              <a:cxn ang="0">
                <a:pos x="connsiteX4600" y="connsiteY4600"/>
              </a:cxn>
              <a:cxn ang="0">
                <a:pos x="connsiteX4601" y="connsiteY4601"/>
              </a:cxn>
              <a:cxn ang="0">
                <a:pos x="connsiteX4602" y="connsiteY4602"/>
              </a:cxn>
              <a:cxn ang="0">
                <a:pos x="connsiteX4603" y="connsiteY4603"/>
              </a:cxn>
              <a:cxn ang="0">
                <a:pos x="connsiteX4604" y="connsiteY4604"/>
              </a:cxn>
              <a:cxn ang="0">
                <a:pos x="connsiteX4605" y="connsiteY4605"/>
              </a:cxn>
              <a:cxn ang="0">
                <a:pos x="connsiteX4606" y="connsiteY4606"/>
              </a:cxn>
              <a:cxn ang="0">
                <a:pos x="connsiteX4607" y="connsiteY4607"/>
              </a:cxn>
              <a:cxn ang="0">
                <a:pos x="connsiteX4608" y="connsiteY4608"/>
              </a:cxn>
              <a:cxn ang="0">
                <a:pos x="connsiteX4609" y="connsiteY4609"/>
              </a:cxn>
              <a:cxn ang="0">
                <a:pos x="connsiteX4610" y="connsiteY4610"/>
              </a:cxn>
              <a:cxn ang="0">
                <a:pos x="connsiteX4611" y="connsiteY4611"/>
              </a:cxn>
              <a:cxn ang="0">
                <a:pos x="connsiteX4612" y="connsiteY4612"/>
              </a:cxn>
              <a:cxn ang="0">
                <a:pos x="connsiteX4613" y="connsiteY4613"/>
              </a:cxn>
              <a:cxn ang="0">
                <a:pos x="connsiteX4614" y="connsiteY4614"/>
              </a:cxn>
              <a:cxn ang="0">
                <a:pos x="connsiteX4615" y="connsiteY4615"/>
              </a:cxn>
              <a:cxn ang="0">
                <a:pos x="connsiteX4616" y="connsiteY4616"/>
              </a:cxn>
              <a:cxn ang="0">
                <a:pos x="connsiteX4617" y="connsiteY4617"/>
              </a:cxn>
              <a:cxn ang="0">
                <a:pos x="connsiteX4618" y="connsiteY4618"/>
              </a:cxn>
              <a:cxn ang="0">
                <a:pos x="connsiteX4619" y="connsiteY4619"/>
              </a:cxn>
              <a:cxn ang="0">
                <a:pos x="connsiteX4620" y="connsiteY4620"/>
              </a:cxn>
              <a:cxn ang="0">
                <a:pos x="connsiteX4621" y="connsiteY4621"/>
              </a:cxn>
              <a:cxn ang="0">
                <a:pos x="connsiteX4622" y="connsiteY4622"/>
              </a:cxn>
              <a:cxn ang="0">
                <a:pos x="connsiteX4623" y="connsiteY4623"/>
              </a:cxn>
              <a:cxn ang="0">
                <a:pos x="connsiteX4624" y="connsiteY4624"/>
              </a:cxn>
              <a:cxn ang="0">
                <a:pos x="connsiteX4625" y="connsiteY4625"/>
              </a:cxn>
              <a:cxn ang="0">
                <a:pos x="connsiteX4626" y="connsiteY4626"/>
              </a:cxn>
              <a:cxn ang="0">
                <a:pos x="connsiteX4627" y="connsiteY4627"/>
              </a:cxn>
              <a:cxn ang="0">
                <a:pos x="connsiteX4628" y="connsiteY4628"/>
              </a:cxn>
              <a:cxn ang="0">
                <a:pos x="connsiteX4629" y="connsiteY4629"/>
              </a:cxn>
              <a:cxn ang="0">
                <a:pos x="connsiteX4630" y="connsiteY4630"/>
              </a:cxn>
              <a:cxn ang="0">
                <a:pos x="connsiteX4631" y="connsiteY4631"/>
              </a:cxn>
              <a:cxn ang="0">
                <a:pos x="connsiteX4632" y="connsiteY4632"/>
              </a:cxn>
              <a:cxn ang="0">
                <a:pos x="connsiteX4633" y="connsiteY4633"/>
              </a:cxn>
              <a:cxn ang="0">
                <a:pos x="connsiteX4634" y="connsiteY4634"/>
              </a:cxn>
              <a:cxn ang="0">
                <a:pos x="connsiteX4635" y="connsiteY4635"/>
              </a:cxn>
              <a:cxn ang="0">
                <a:pos x="connsiteX4636" y="connsiteY4636"/>
              </a:cxn>
              <a:cxn ang="0">
                <a:pos x="connsiteX4637" y="connsiteY4637"/>
              </a:cxn>
              <a:cxn ang="0">
                <a:pos x="connsiteX4638" y="connsiteY4638"/>
              </a:cxn>
              <a:cxn ang="0">
                <a:pos x="connsiteX4639" y="connsiteY4639"/>
              </a:cxn>
              <a:cxn ang="0">
                <a:pos x="connsiteX4640" y="connsiteY4640"/>
              </a:cxn>
              <a:cxn ang="0">
                <a:pos x="connsiteX4641" y="connsiteY4641"/>
              </a:cxn>
              <a:cxn ang="0">
                <a:pos x="connsiteX4642" y="connsiteY4642"/>
              </a:cxn>
              <a:cxn ang="0">
                <a:pos x="connsiteX4643" y="connsiteY4643"/>
              </a:cxn>
              <a:cxn ang="0">
                <a:pos x="connsiteX4644" y="connsiteY4644"/>
              </a:cxn>
              <a:cxn ang="0">
                <a:pos x="connsiteX4645" y="connsiteY4645"/>
              </a:cxn>
              <a:cxn ang="0">
                <a:pos x="connsiteX4646" y="connsiteY4646"/>
              </a:cxn>
              <a:cxn ang="0">
                <a:pos x="connsiteX4647" y="connsiteY4647"/>
              </a:cxn>
              <a:cxn ang="0">
                <a:pos x="connsiteX4648" y="connsiteY4648"/>
              </a:cxn>
              <a:cxn ang="0">
                <a:pos x="connsiteX4649" y="connsiteY4649"/>
              </a:cxn>
              <a:cxn ang="0">
                <a:pos x="connsiteX4650" y="connsiteY4650"/>
              </a:cxn>
              <a:cxn ang="0">
                <a:pos x="connsiteX4651" y="connsiteY4651"/>
              </a:cxn>
              <a:cxn ang="0">
                <a:pos x="connsiteX4652" y="connsiteY4652"/>
              </a:cxn>
              <a:cxn ang="0">
                <a:pos x="connsiteX4653" y="connsiteY4653"/>
              </a:cxn>
              <a:cxn ang="0">
                <a:pos x="connsiteX4654" y="connsiteY4654"/>
              </a:cxn>
              <a:cxn ang="0">
                <a:pos x="connsiteX4655" y="connsiteY4655"/>
              </a:cxn>
              <a:cxn ang="0">
                <a:pos x="connsiteX4656" y="connsiteY4656"/>
              </a:cxn>
              <a:cxn ang="0">
                <a:pos x="connsiteX4657" y="connsiteY4657"/>
              </a:cxn>
              <a:cxn ang="0">
                <a:pos x="connsiteX4658" y="connsiteY4658"/>
              </a:cxn>
              <a:cxn ang="0">
                <a:pos x="connsiteX4659" y="connsiteY4659"/>
              </a:cxn>
              <a:cxn ang="0">
                <a:pos x="connsiteX4660" y="connsiteY4660"/>
              </a:cxn>
              <a:cxn ang="0">
                <a:pos x="connsiteX4661" y="connsiteY4661"/>
              </a:cxn>
              <a:cxn ang="0">
                <a:pos x="connsiteX4662" y="connsiteY4662"/>
              </a:cxn>
              <a:cxn ang="0">
                <a:pos x="connsiteX4663" y="connsiteY4663"/>
              </a:cxn>
              <a:cxn ang="0">
                <a:pos x="connsiteX4664" y="connsiteY4664"/>
              </a:cxn>
              <a:cxn ang="0">
                <a:pos x="connsiteX4665" y="connsiteY4665"/>
              </a:cxn>
              <a:cxn ang="0">
                <a:pos x="connsiteX4666" y="connsiteY4666"/>
              </a:cxn>
              <a:cxn ang="0">
                <a:pos x="connsiteX4667" y="connsiteY4667"/>
              </a:cxn>
              <a:cxn ang="0">
                <a:pos x="connsiteX4668" y="connsiteY4668"/>
              </a:cxn>
              <a:cxn ang="0">
                <a:pos x="connsiteX4669" y="connsiteY4669"/>
              </a:cxn>
              <a:cxn ang="0">
                <a:pos x="connsiteX4670" y="connsiteY4670"/>
              </a:cxn>
              <a:cxn ang="0">
                <a:pos x="connsiteX4671" y="connsiteY4671"/>
              </a:cxn>
              <a:cxn ang="0">
                <a:pos x="connsiteX4672" y="connsiteY4672"/>
              </a:cxn>
              <a:cxn ang="0">
                <a:pos x="connsiteX4673" y="connsiteY4673"/>
              </a:cxn>
              <a:cxn ang="0">
                <a:pos x="connsiteX4674" y="connsiteY4674"/>
              </a:cxn>
              <a:cxn ang="0">
                <a:pos x="connsiteX4675" y="connsiteY4675"/>
              </a:cxn>
              <a:cxn ang="0">
                <a:pos x="connsiteX4676" y="connsiteY4676"/>
              </a:cxn>
              <a:cxn ang="0">
                <a:pos x="connsiteX4677" y="connsiteY4677"/>
              </a:cxn>
              <a:cxn ang="0">
                <a:pos x="connsiteX4678" y="connsiteY4678"/>
              </a:cxn>
              <a:cxn ang="0">
                <a:pos x="connsiteX4679" y="connsiteY4679"/>
              </a:cxn>
              <a:cxn ang="0">
                <a:pos x="connsiteX4680" y="connsiteY4680"/>
              </a:cxn>
              <a:cxn ang="0">
                <a:pos x="connsiteX4681" y="connsiteY4681"/>
              </a:cxn>
              <a:cxn ang="0">
                <a:pos x="connsiteX4682" y="connsiteY4682"/>
              </a:cxn>
              <a:cxn ang="0">
                <a:pos x="connsiteX4683" y="connsiteY4683"/>
              </a:cxn>
              <a:cxn ang="0">
                <a:pos x="connsiteX4684" y="connsiteY4684"/>
              </a:cxn>
              <a:cxn ang="0">
                <a:pos x="connsiteX4685" y="connsiteY4685"/>
              </a:cxn>
              <a:cxn ang="0">
                <a:pos x="connsiteX4686" y="connsiteY4686"/>
              </a:cxn>
              <a:cxn ang="0">
                <a:pos x="connsiteX4687" y="connsiteY4687"/>
              </a:cxn>
              <a:cxn ang="0">
                <a:pos x="connsiteX4688" y="connsiteY4688"/>
              </a:cxn>
              <a:cxn ang="0">
                <a:pos x="connsiteX4689" y="connsiteY4689"/>
              </a:cxn>
              <a:cxn ang="0">
                <a:pos x="connsiteX4690" y="connsiteY4690"/>
              </a:cxn>
              <a:cxn ang="0">
                <a:pos x="connsiteX4691" y="connsiteY4691"/>
              </a:cxn>
              <a:cxn ang="0">
                <a:pos x="connsiteX4692" y="connsiteY4692"/>
              </a:cxn>
              <a:cxn ang="0">
                <a:pos x="connsiteX4693" y="connsiteY4693"/>
              </a:cxn>
              <a:cxn ang="0">
                <a:pos x="connsiteX4694" y="connsiteY4694"/>
              </a:cxn>
              <a:cxn ang="0">
                <a:pos x="connsiteX4695" y="connsiteY4695"/>
              </a:cxn>
              <a:cxn ang="0">
                <a:pos x="connsiteX4696" y="connsiteY4696"/>
              </a:cxn>
              <a:cxn ang="0">
                <a:pos x="connsiteX4697" y="connsiteY4697"/>
              </a:cxn>
              <a:cxn ang="0">
                <a:pos x="connsiteX4698" y="connsiteY4698"/>
              </a:cxn>
              <a:cxn ang="0">
                <a:pos x="connsiteX4699" y="connsiteY4699"/>
              </a:cxn>
              <a:cxn ang="0">
                <a:pos x="connsiteX4700" y="connsiteY4700"/>
              </a:cxn>
              <a:cxn ang="0">
                <a:pos x="connsiteX4701" y="connsiteY4701"/>
              </a:cxn>
              <a:cxn ang="0">
                <a:pos x="connsiteX4702" y="connsiteY4702"/>
              </a:cxn>
              <a:cxn ang="0">
                <a:pos x="connsiteX4703" y="connsiteY4703"/>
              </a:cxn>
              <a:cxn ang="0">
                <a:pos x="connsiteX4704" y="connsiteY4704"/>
              </a:cxn>
              <a:cxn ang="0">
                <a:pos x="connsiteX4705" y="connsiteY4705"/>
              </a:cxn>
              <a:cxn ang="0">
                <a:pos x="connsiteX4706" y="connsiteY4706"/>
              </a:cxn>
              <a:cxn ang="0">
                <a:pos x="connsiteX4707" y="connsiteY4707"/>
              </a:cxn>
              <a:cxn ang="0">
                <a:pos x="connsiteX4708" y="connsiteY4708"/>
              </a:cxn>
              <a:cxn ang="0">
                <a:pos x="connsiteX4709" y="connsiteY4709"/>
              </a:cxn>
              <a:cxn ang="0">
                <a:pos x="connsiteX4710" y="connsiteY4710"/>
              </a:cxn>
              <a:cxn ang="0">
                <a:pos x="connsiteX4711" y="connsiteY4711"/>
              </a:cxn>
              <a:cxn ang="0">
                <a:pos x="connsiteX4712" y="connsiteY4712"/>
              </a:cxn>
              <a:cxn ang="0">
                <a:pos x="connsiteX4713" y="connsiteY4713"/>
              </a:cxn>
              <a:cxn ang="0">
                <a:pos x="connsiteX4714" y="connsiteY4714"/>
              </a:cxn>
              <a:cxn ang="0">
                <a:pos x="connsiteX4715" y="connsiteY4715"/>
              </a:cxn>
              <a:cxn ang="0">
                <a:pos x="connsiteX4716" y="connsiteY4716"/>
              </a:cxn>
              <a:cxn ang="0">
                <a:pos x="connsiteX4717" y="connsiteY4717"/>
              </a:cxn>
              <a:cxn ang="0">
                <a:pos x="connsiteX4718" y="connsiteY4718"/>
              </a:cxn>
              <a:cxn ang="0">
                <a:pos x="connsiteX4719" y="connsiteY4719"/>
              </a:cxn>
              <a:cxn ang="0">
                <a:pos x="connsiteX4720" y="connsiteY4720"/>
              </a:cxn>
              <a:cxn ang="0">
                <a:pos x="connsiteX4721" y="connsiteY4721"/>
              </a:cxn>
              <a:cxn ang="0">
                <a:pos x="connsiteX4722" y="connsiteY4722"/>
              </a:cxn>
              <a:cxn ang="0">
                <a:pos x="connsiteX4723" y="connsiteY4723"/>
              </a:cxn>
              <a:cxn ang="0">
                <a:pos x="connsiteX4724" y="connsiteY4724"/>
              </a:cxn>
              <a:cxn ang="0">
                <a:pos x="connsiteX4725" y="connsiteY4725"/>
              </a:cxn>
              <a:cxn ang="0">
                <a:pos x="connsiteX4726" y="connsiteY4726"/>
              </a:cxn>
              <a:cxn ang="0">
                <a:pos x="connsiteX4727" y="connsiteY4727"/>
              </a:cxn>
              <a:cxn ang="0">
                <a:pos x="connsiteX4728" y="connsiteY4728"/>
              </a:cxn>
              <a:cxn ang="0">
                <a:pos x="connsiteX4729" y="connsiteY4729"/>
              </a:cxn>
              <a:cxn ang="0">
                <a:pos x="connsiteX4730" y="connsiteY4730"/>
              </a:cxn>
              <a:cxn ang="0">
                <a:pos x="connsiteX4731" y="connsiteY4731"/>
              </a:cxn>
              <a:cxn ang="0">
                <a:pos x="connsiteX4732" y="connsiteY4732"/>
              </a:cxn>
              <a:cxn ang="0">
                <a:pos x="connsiteX4733" y="connsiteY4733"/>
              </a:cxn>
              <a:cxn ang="0">
                <a:pos x="connsiteX4734" y="connsiteY4734"/>
              </a:cxn>
              <a:cxn ang="0">
                <a:pos x="connsiteX4735" y="connsiteY4735"/>
              </a:cxn>
              <a:cxn ang="0">
                <a:pos x="connsiteX4736" y="connsiteY4736"/>
              </a:cxn>
              <a:cxn ang="0">
                <a:pos x="connsiteX4737" y="connsiteY4737"/>
              </a:cxn>
              <a:cxn ang="0">
                <a:pos x="connsiteX4738" y="connsiteY4738"/>
              </a:cxn>
              <a:cxn ang="0">
                <a:pos x="connsiteX4739" y="connsiteY4739"/>
              </a:cxn>
              <a:cxn ang="0">
                <a:pos x="connsiteX4740" y="connsiteY4740"/>
              </a:cxn>
              <a:cxn ang="0">
                <a:pos x="connsiteX4741" y="connsiteY4741"/>
              </a:cxn>
              <a:cxn ang="0">
                <a:pos x="connsiteX4742" y="connsiteY4742"/>
              </a:cxn>
              <a:cxn ang="0">
                <a:pos x="connsiteX4743" y="connsiteY4743"/>
              </a:cxn>
              <a:cxn ang="0">
                <a:pos x="connsiteX4744" y="connsiteY4744"/>
              </a:cxn>
              <a:cxn ang="0">
                <a:pos x="connsiteX4745" y="connsiteY4745"/>
              </a:cxn>
              <a:cxn ang="0">
                <a:pos x="connsiteX4746" y="connsiteY4746"/>
              </a:cxn>
              <a:cxn ang="0">
                <a:pos x="connsiteX4747" y="connsiteY4747"/>
              </a:cxn>
              <a:cxn ang="0">
                <a:pos x="connsiteX4748" y="connsiteY4748"/>
              </a:cxn>
              <a:cxn ang="0">
                <a:pos x="connsiteX4749" y="connsiteY4749"/>
              </a:cxn>
              <a:cxn ang="0">
                <a:pos x="connsiteX4750" y="connsiteY4750"/>
              </a:cxn>
              <a:cxn ang="0">
                <a:pos x="connsiteX4751" y="connsiteY4751"/>
              </a:cxn>
              <a:cxn ang="0">
                <a:pos x="connsiteX4752" y="connsiteY4752"/>
              </a:cxn>
              <a:cxn ang="0">
                <a:pos x="connsiteX4753" y="connsiteY4753"/>
              </a:cxn>
              <a:cxn ang="0">
                <a:pos x="connsiteX4754" y="connsiteY4754"/>
              </a:cxn>
              <a:cxn ang="0">
                <a:pos x="connsiteX4755" y="connsiteY4755"/>
              </a:cxn>
              <a:cxn ang="0">
                <a:pos x="connsiteX4756" y="connsiteY4756"/>
              </a:cxn>
              <a:cxn ang="0">
                <a:pos x="connsiteX4757" y="connsiteY4757"/>
              </a:cxn>
              <a:cxn ang="0">
                <a:pos x="connsiteX4758" y="connsiteY4758"/>
              </a:cxn>
              <a:cxn ang="0">
                <a:pos x="connsiteX4759" y="connsiteY4759"/>
              </a:cxn>
              <a:cxn ang="0">
                <a:pos x="connsiteX4760" y="connsiteY4760"/>
              </a:cxn>
              <a:cxn ang="0">
                <a:pos x="connsiteX4761" y="connsiteY4761"/>
              </a:cxn>
              <a:cxn ang="0">
                <a:pos x="connsiteX4762" y="connsiteY4762"/>
              </a:cxn>
              <a:cxn ang="0">
                <a:pos x="connsiteX4763" y="connsiteY4763"/>
              </a:cxn>
              <a:cxn ang="0">
                <a:pos x="connsiteX4764" y="connsiteY4764"/>
              </a:cxn>
              <a:cxn ang="0">
                <a:pos x="connsiteX4765" y="connsiteY4765"/>
              </a:cxn>
              <a:cxn ang="0">
                <a:pos x="connsiteX4766" y="connsiteY4766"/>
              </a:cxn>
              <a:cxn ang="0">
                <a:pos x="connsiteX4767" y="connsiteY4767"/>
              </a:cxn>
              <a:cxn ang="0">
                <a:pos x="connsiteX4768" y="connsiteY4768"/>
              </a:cxn>
              <a:cxn ang="0">
                <a:pos x="connsiteX4769" y="connsiteY4769"/>
              </a:cxn>
              <a:cxn ang="0">
                <a:pos x="connsiteX4770" y="connsiteY4770"/>
              </a:cxn>
              <a:cxn ang="0">
                <a:pos x="connsiteX4771" y="connsiteY4771"/>
              </a:cxn>
              <a:cxn ang="0">
                <a:pos x="connsiteX4772" y="connsiteY4772"/>
              </a:cxn>
              <a:cxn ang="0">
                <a:pos x="connsiteX4773" y="connsiteY4773"/>
              </a:cxn>
              <a:cxn ang="0">
                <a:pos x="connsiteX4774" y="connsiteY4774"/>
              </a:cxn>
              <a:cxn ang="0">
                <a:pos x="connsiteX4775" y="connsiteY4775"/>
              </a:cxn>
              <a:cxn ang="0">
                <a:pos x="connsiteX4776" y="connsiteY4776"/>
              </a:cxn>
              <a:cxn ang="0">
                <a:pos x="connsiteX4777" y="connsiteY4777"/>
              </a:cxn>
              <a:cxn ang="0">
                <a:pos x="connsiteX4778" y="connsiteY4778"/>
              </a:cxn>
              <a:cxn ang="0">
                <a:pos x="connsiteX4779" y="connsiteY4779"/>
              </a:cxn>
              <a:cxn ang="0">
                <a:pos x="connsiteX4780" y="connsiteY4780"/>
              </a:cxn>
              <a:cxn ang="0">
                <a:pos x="connsiteX4781" y="connsiteY4781"/>
              </a:cxn>
              <a:cxn ang="0">
                <a:pos x="connsiteX4782" y="connsiteY4782"/>
              </a:cxn>
              <a:cxn ang="0">
                <a:pos x="connsiteX4783" y="connsiteY4783"/>
              </a:cxn>
              <a:cxn ang="0">
                <a:pos x="connsiteX4784" y="connsiteY4784"/>
              </a:cxn>
              <a:cxn ang="0">
                <a:pos x="connsiteX4785" y="connsiteY4785"/>
              </a:cxn>
              <a:cxn ang="0">
                <a:pos x="connsiteX4786" y="connsiteY4786"/>
              </a:cxn>
              <a:cxn ang="0">
                <a:pos x="connsiteX4787" y="connsiteY4787"/>
              </a:cxn>
              <a:cxn ang="0">
                <a:pos x="connsiteX4788" y="connsiteY4788"/>
              </a:cxn>
              <a:cxn ang="0">
                <a:pos x="connsiteX4789" y="connsiteY4789"/>
              </a:cxn>
              <a:cxn ang="0">
                <a:pos x="connsiteX4790" y="connsiteY4790"/>
              </a:cxn>
              <a:cxn ang="0">
                <a:pos x="connsiteX4791" y="connsiteY4791"/>
              </a:cxn>
              <a:cxn ang="0">
                <a:pos x="connsiteX4792" y="connsiteY4792"/>
              </a:cxn>
              <a:cxn ang="0">
                <a:pos x="connsiteX4793" y="connsiteY4793"/>
              </a:cxn>
              <a:cxn ang="0">
                <a:pos x="connsiteX4794" y="connsiteY4794"/>
              </a:cxn>
              <a:cxn ang="0">
                <a:pos x="connsiteX4795" y="connsiteY4795"/>
              </a:cxn>
              <a:cxn ang="0">
                <a:pos x="connsiteX4796" y="connsiteY4796"/>
              </a:cxn>
              <a:cxn ang="0">
                <a:pos x="connsiteX4797" y="connsiteY4797"/>
              </a:cxn>
              <a:cxn ang="0">
                <a:pos x="connsiteX4798" y="connsiteY4798"/>
              </a:cxn>
              <a:cxn ang="0">
                <a:pos x="connsiteX4799" y="connsiteY4799"/>
              </a:cxn>
              <a:cxn ang="0">
                <a:pos x="connsiteX4800" y="connsiteY4800"/>
              </a:cxn>
              <a:cxn ang="0">
                <a:pos x="connsiteX4801" y="connsiteY4801"/>
              </a:cxn>
              <a:cxn ang="0">
                <a:pos x="connsiteX4802" y="connsiteY4802"/>
              </a:cxn>
              <a:cxn ang="0">
                <a:pos x="connsiteX4803" y="connsiteY4803"/>
              </a:cxn>
              <a:cxn ang="0">
                <a:pos x="connsiteX4804" y="connsiteY4804"/>
              </a:cxn>
              <a:cxn ang="0">
                <a:pos x="connsiteX4805" y="connsiteY4805"/>
              </a:cxn>
              <a:cxn ang="0">
                <a:pos x="connsiteX4806" y="connsiteY4806"/>
              </a:cxn>
              <a:cxn ang="0">
                <a:pos x="connsiteX4807" y="connsiteY4807"/>
              </a:cxn>
              <a:cxn ang="0">
                <a:pos x="connsiteX4808" y="connsiteY4808"/>
              </a:cxn>
              <a:cxn ang="0">
                <a:pos x="connsiteX4809" y="connsiteY4809"/>
              </a:cxn>
              <a:cxn ang="0">
                <a:pos x="connsiteX4810" y="connsiteY4810"/>
              </a:cxn>
              <a:cxn ang="0">
                <a:pos x="connsiteX4811" y="connsiteY4811"/>
              </a:cxn>
              <a:cxn ang="0">
                <a:pos x="connsiteX4812" y="connsiteY4812"/>
              </a:cxn>
              <a:cxn ang="0">
                <a:pos x="connsiteX4813" y="connsiteY4813"/>
              </a:cxn>
              <a:cxn ang="0">
                <a:pos x="connsiteX4814" y="connsiteY4814"/>
              </a:cxn>
              <a:cxn ang="0">
                <a:pos x="connsiteX4815" y="connsiteY4815"/>
              </a:cxn>
              <a:cxn ang="0">
                <a:pos x="connsiteX4816" y="connsiteY4816"/>
              </a:cxn>
              <a:cxn ang="0">
                <a:pos x="connsiteX4817" y="connsiteY4817"/>
              </a:cxn>
              <a:cxn ang="0">
                <a:pos x="connsiteX4818" y="connsiteY4818"/>
              </a:cxn>
              <a:cxn ang="0">
                <a:pos x="connsiteX4819" y="connsiteY4819"/>
              </a:cxn>
              <a:cxn ang="0">
                <a:pos x="connsiteX4820" y="connsiteY4820"/>
              </a:cxn>
              <a:cxn ang="0">
                <a:pos x="connsiteX4821" y="connsiteY4821"/>
              </a:cxn>
              <a:cxn ang="0">
                <a:pos x="connsiteX4822" y="connsiteY4822"/>
              </a:cxn>
              <a:cxn ang="0">
                <a:pos x="connsiteX4823" y="connsiteY4823"/>
              </a:cxn>
              <a:cxn ang="0">
                <a:pos x="connsiteX4824" y="connsiteY4824"/>
              </a:cxn>
              <a:cxn ang="0">
                <a:pos x="connsiteX4825" y="connsiteY4825"/>
              </a:cxn>
              <a:cxn ang="0">
                <a:pos x="connsiteX4826" y="connsiteY4826"/>
              </a:cxn>
              <a:cxn ang="0">
                <a:pos x="connsiteX4827" y="connsiteY4827"/>
              </a:cxn>
              <a:cxn ang="0">
                <a:pos x="connsiteX4828" y="connsiteY4828"/>
              </a:cxn>
              <a:cxn ang="0">
                <a:pos x="connsiteX4829" y="connsiteY4829"/>
              </a:cxn>
              <a:cxn ang="0">
                <a:pos x="connsiteX4830" y="connsiteY4830"/>
              </a:cxn>
              <a:cxn ang="0">
                <a:pos x="connsiteX4831" y="connsiteY4831"/>
              </a:cxn>
              <a:cxn ang="0">
                <a:pos x="connsiteX4832" y="connsiteY4832"/>
              </a:cxn>
              <a:cxn ang="0">
                <a:pos x="connsiteX4833" y="connsiteY4833"/>
              </a:cxn>
              <a:cxn ang="0">
                <a:pos x="connsiteX4834" y="connsiteY4834"/>
              </a:cxn>
              <a:cxn ang="0">
                <a:pos x="connsiteX4835" y="connsiteY4835"/>
              </a:cxn>
              <a:cxn ang="0">
                <a:pos x="connsiteX4836" y="connsiteY4836"/>
              </a:cxn>
              <a:cxn ang="0">
                <a:pos x="connsiteX4837" y="connsiteY4837"/>
              </a:cxn>
              <a:cxn ang="0">
                <a:pos x="connsiteX4838" y="connsiteY4838"/>
              </a:cxn>
              <a:cxn ang="0">
                <a:pos x="connsiteX4839" y="connsiteY4839"/>
              </a:cxn>
              <a:cxn ang="0">
                <a:pos x="connsiteX4840" y="connsiteY4840"/>
              </a:cxn>
              <a:cxn ang="0">
                <a:pos x="connsiteX4841" y="connsiteY4841"/>
              </a:cxn>
              <a:cxn ang="0">
                <a:pos x="connsiteX4842" y="connsiteY4842"/>
              </a:cxn>
              <a:cxn ang="0">
                <a:pos x="connsiteX4843" y="connsiteY4843"/>
              </a:cxn>
              <a:cxn ang="0">
                <a:pos x="connsiteX4844" y="connsiteY4844"/>
              </a:cxn>
              <a:cxn ang="0">
                <a:pos x="connsiteX4845" y="connsiteY4845"/>
              </a:cxn>
              <a:cxn ang="0">
                <a:pos x="connsiteX4846" y="connsiteY4846"/>
              </a:cxn>
              <a:cxn ang="0">
                <a:pos x="connsiteX4847" y="connsiteY4847"/>
              </a:cxn>
              <a:cxn ang="0">
                <a:pos x="connsiteX4848" y="connsiteY4848"/>
              </a:cxn>
              <a:cxn ang="0">
                <a:pos x="connsiteX4849" y="connsiteY4849"/>
              </a:cxn>
              <a:cxn ang="0">
                <a:pos x="connsiteX4850" y="connsiteY4850"/>
              </a:cxn>
              <a:cxn ang="0">
                <a:pos x="connsiteX4851" y="connsiteY4851"/>
              </a:cxn>
              <a:cxn ang="0">
                <a:pos x="connsiteX4852" y="connsiteY4852"/>
              </a:cxn>
              <a:cxn ang="0">
                <a:pos x="connsiteX4853" y="connsiteY4853"/>
              </a:cxn>
              <a:cxn ang="0">
                <a:pos x="connsiteX4854" y="connsiteY4854"/>
              </a:cxn>
              <a:cxn ang="0">
                <a:pos x="connsiteX4855" y="connsiteY4855"/>
              </a:cxn>
              <a:cxn ang="0">
                <a:pos x="connsiteX4856" y="connsiteY4856"/>
              </a:cxn>
              <a:cxn ang="0">
                <a:pos x="connsiteX4857" y="connsiteY4857"/>
              </a:cxn>
              <a:cxn ang="0">
                <a:pos x="connsiteX4858" y="connsiteY4858"/>
              </a:cxn>
              <a:cxn ang="0">
                <a:pos x="connsiteX4859" y="connsiteY4859"/>
              </a:cxn>
              <a:cxn ang="0">
                <a:pos x="connsiteX4860" y="connsiteY4860"/>
              </a:cxn>
              <a:cxn ang="0">
                <a:pos x="connsiteX4861" y="connsiteY4861"/>
              </a:cxn>
              <a:cxn ang="0">
                <a:pos x="connsiteX4862" y="connsiteY4862"/>
              </a:cxn>
              <a:cxn ang="0">
                <a:pos x="connsiteX4863" y="connsiteY4863"/>
              </a:cxn>
              <a:cxn ang="0">
                <a:pos x="connsiteX4864" y="connsiteY4864"/>
              </a:cxn>
              <a:cxn ang="0">
                <a:pos x="connsiteX4865" y="connsiteY4865"/>
              </a:cxn>
              <a:cxn ang="0">
                <a:pos x="connsiteX4866" y="connsiteY4866"/>
              </a:cxn>
              <a:cxn ang="0">
                <a:pos x="connsiteX4867" y="connsiteY4867"/>
              </a:cxn>
              <a:cxn ang="0">
                <a:pos x="connsiteX4868" y="connsiteY4868"/>
              </a:cxn>
              <a:cxn ang="0">
                <a:pos x="connsiteX4869" y="connsiteY4869"/>
              </a:cxn>
              <a:cxn ang="0">
                <a:pos x="connsiteX4870" y="connsiteY4870"/>
              </a:cxn>
              <a:cxn ang="0">
                <a:pos x="connsiteX4871" y="connsiteY4871"/>
              </a:cxn>
              <a:cxn ang="0">
                <a:pos x="connsiteX4872" y="connsiteY4872"/>
              </a:cxn>
              <a:cxn ang="0">
                <a:pos x="connsiteX4873" y="connsiteY4873"/>
              </a:cxn>
              <a:cxn ang="0">
                <a:pos x="connsiteX4874" y="connsiteY4874"/>
              </a:cxn>
              <a:cxn ang="0">
                <a:pos x="connsiteX4875" y="connsiteY4875"/>
              </a:cxn>
              <a:cxn ang="0">
                <a:pos x="connsiteX4876" y="connsiteY4876"/>
              </a:cxn>
              <a:cxn ang="0">
                <a:pos x="connsiteX4877" y="connsiteY4877"/>
              </a:cxn>
              <a:cxn ang="0">
                <a:pos x="connsiteX4878" y="connsiteY4878"/>
              </a:cxn>
              <a:cxn ang="0">
                <a:pos x="connsiteX4879" y="connsiteY4879"/>
              </a:cxn>
              <a:cxn ang="0">
                <a:pos x="connsiteX4880" y="connsiteY4880"/>
              </a:cxn>
              <a:cxn ang="0">
                <a:pos x="connsiteX4881" y="connsiteY4881"/>
              </a:cxn>
              <a:cxn ang="0">
                <a:pos x="connsiteX4882" y="connsiteY4882"/>
              </a:cxn>
              <a:cxn ang="0">
                <a:pos x="connsiteX4883" y="connsiteY4883"/>
              </a:cxn>
              <a:cxn ang="0">
                <a:pos x="connsiteX4884" y="connsiteY4884"/>
              </a:cxn>
              <a:cxn ang="0">
                <a:pos x="connsiteX4885" y="connsiteY4885"/>
              </a:cxn>
              <a:cxn ang="0">
                <a:pos x="connsiteX4886" y="connsiteY4886"/>
              </a:cxn>
              <a:cxn ang="0">
                <a:pos x="connsiteX4887" y="connsiteY4887"/>
              </a:cxn>
              <a:cxn ang="0">
                <a:pos x="connsiteX4888" y="connsiteY4888"/>
              </a:cxn>
              <a:cxn ang="0">
                <a:pos x="connsiteX4889" y="connsiteY4889"/>
              </a:cxn>
              <a:cxn ang="0">
                <a:pos x="connsiteX4890" y="connsiteY4890"/>
              </a:cxn>
              <a:cxn ang="0">
                <a:pos x="connsiteX4891" y="connsiteY4891"/>
              </a:cxn>
              <a:cxn ang="0">
                <a:pos x="connsiteX4892" y="connsiteY4892"/>
              </a:cxn>
              <a:cxn ang="0">
                <a:pos x="connsiteX4893" y="connsiteY4893"/>
              </a:cxn>
              <a:cxn ang="0">
                <a:pos x="connsiteX4894" y="connsiteY4894"/>
              </a:cxn>
              <a:cxn ang="0">
                <a:pos x="connsiteX4895" y="connsiteY4895"/>
              </a:cxn>
              <a:cxn ang="0">
                <a:pos x="connsiteX4896" y="connsiteY4896"/>
              </a:cxn>
              <a:cxn ang="0">
                <a:pos x="connsiteX4897" y="connsiteY4897"/>
              </a:cxn>
              <a:cxn ang="0">
                <a:pos x="connsiteX4898" y="connsiteY4898"/>
              </a:cxn>
              <a:cxn ang="0">
                <a:pos x="connsiteX4899" y="connsiteY4899"/>
              </a:cxn>
              <a:cxn ang="0">
                <a:pos x="connsiteX4900" y="connsiteY4900"/>
              </a:cxn>
              <a:cxn ang="0">
                <a:pos x="connsiteX4901" y="connsiteY4901"/>
              </a:cxn>
              <a:cxn ang="0">
                <a:pos x="connsiteX4902" y="connsiteY4902"/>
              </a:cxn>
              <a:cxn ang="0">
                <a:pos x="connsiteX4903" y="connsiteY4903"/>
              </a:cxn>
              <a:cxn ang="0">
                <a:pos x="connsiteX4904" y="connsiteY4904"/>
              </a:cxn>
              <a:cxn ang="0">
                <a:pos x="connsiteX4905" y="connsiteY4905"/>
              </a:cxn>
              <a:cxn ang="0">
                <a:pos x="connsiteX4906" y="connsiteY4906"/>
              </a:cxn>
              <a:cxn ang="0">
                <a:pos x="connsiteX4907" y="connsiteY4907"/>
              </a:cxn>
              <a:cxn ang="0">
                <a:pos x="connsiteX4908" y="connsiteY4908"/>
              </a:cxn>
              <a:cxn ang="0">
                <a:pos x="connsiteX4909" y="connsiteY4909"/>
              </a:cxn>
              <a:cxn ang="0">
                <a:pos x="connsiteX4910" y="connsiteY4910"/>
              </a:cxn>
              <a:cxn ang="0">
                <a:pos x="connsiteX4911" y="connsiteY4911"/>
              </a:cxn>
              <a:cxn ang="0">
                <a:pos x="connsiteX4912" y="connsiteY4912"/>
              </a:cxn>
              <a:cxn ang="0">
                <a:pos x="connsiteX4913" y="connsiteY4913"/>
              </a:cxn>
              <a:cxn ang="0">
                <a:pos x="connsiteX4914" y="connsiteY4914"/>
              </a:cxn>
              <a:cxn ang="0">
                <a:pos x="connsiteX4915" y="connsiteY4915"/>
              </a:cxn>
              <a:cxn ang="0">
                <a:pos x="connsiteX4916" y="connsiteY4916"/>
              </a:cxn>
              <a:cxn ang="0">
                <a:pos x="connsiteX4917" y="connsiteY4917"/>
              </a:cxn>
              <a:cxn ang="0">
                <a:pos x="connsiteX4918" y="connsiteY4918"/>
              </a:cxn>
              <a:cxn ang="0">
                <a:pos x="connsiteX4919" y="connsiteY4919"/>
              </a:cxn>
              <a:cxn ang="0">
                <a:pos x="connsiteX4920" y="connsiteY4920"/>
              </a:cxn>
              <a:cxn ang="0">
                <a:pos x="connsiteX4921" y="connsiteY4921"/>
              </a:cxn>
              <a:cxn ang="0">
                <a:pos x="connsiteX4922" y="connsiteY4922"/>
              </a:cxn>
              <a:cxn ang="0">
                <a:pos x="connsiteX4923" y="connsiteY4923"/>
              </a:cxn>
              <a:cxn ang="0">
                <a:pos x="connsiteX4924" y="connsiteY4924"/>
              </a:cxn>
              <a:cxn ang="0">
                <a:pos x="connsiteX4925" y="connsiteY4925"/>
              </a:cxn>
              <a:cxn ang="0">
                <a:pos x="connsiteX4926" y="connsiteY4926"/>
              </a:cxn>
              <a:cxn ang="0">
                <a:pos x="connsiteX4927" y="connsiteY4927"/>
              </a:cxn>
              <a:cxn ang="0">
                <a:pos x="connsiteX4928" y="connsiteY4928"/>
              </a:cxn>
              <a:cxn ang="0">
                <a:pos x="connsiteX4929" y="connsiteY4929"/>
              </a:cxn>
              <a:cxn ang="0">
                <a:pos x="connsiteX4930" y="connsiteY4930"/>
              </a:cxn>
              <a:cxn ang="0">
                <a:pos x="connsiteX4931" y="connsiteY4931"/>
              </a:cxn>
              <a:cxn ang="0">
                <a:pos x="connsiteX4932" y="connsiteY4932"/>
              </a:cxn>
              <a:cxn ang="0">
                <a:pos x="connsiteX4933" y="connsiteY4933"/>
              </a:cxn>
              <a:cxn ang="0">
                <a:pos x="connsiteX4934" y="connsiteY4934"/>
              </a:cxn>
              <a:cxn ang="0">
                <a:pos x="connsiteX4935" y="connsiteY4935"/>
              </a:cxn>
              <a:cxn ang="0">
                <a:pos x="connsiteX4936" y="connsiteY4936"/>
              </a:cxn>
              <a:cxn ang="0">
                <a:pos x="connsiteX4937" y="connsiteY4937"/>
              </a:cxn>
              <a:cxn ang="0">
                <a:pos x="connsiteX4938" y="connsiteY4938"/>
              </a:cxn>
              <a:cxn ang="0">
                <a:pos x="connsiteX4939" y="connsiteY4939"/>
              </a:cxn>
              <a:cxn ang="0">
                <a:pos x="connsiteX4940" y="connsiteY4940"/>
              </a:cxn>
              <a:cxn ang="0">
                <a:pos x="connsiteX4941" y="connsiteY4941"/>
              </a:cxn>
              <a:cxn ang="0">
                <a:pos x="connsiteX4942" y="connsiteY4942"/>
              </a:cxn>
              <a:cxn ang="0">
                <a:pos x="connsiteX4943" y="connsiteY4943"/>
              </a:cxn>
              <a:cxn ang="0">
                <a:pos x="connsiteX4944" y="connsiteY4944"/>
              </a:cxn>
              <a:cxn ang="0">
                <a:pos x="connsiteX4945" y="connsiteY4945"/>
              </a:cxn>
              <a:cxn ang="0">
                <a:pos x="connsiteX4946" y="connsiteY4946"/>
              </a:cxn>
              <a:cxn ang="0">
                <a:pos x="connsiteX4947" y="connsiteY4947"/>
              </a:cxn>
              <a:cxn ang="0">
                <a:pos x="connsiteX4948" y="connsiteY4948"/>
              </a:cxn>
              <a:cxn ang="0">
                <a:pos x="connsiteX4949" y="connsiteY4949"/>
              </a:cxn>
              <a:cxn ang="0">
                <a:pos x="connsiteX4950" y="connsiteY4950"/>
              </a:cxn>
              <a:cxn ang="0">
                <a:pos x="connsiteX4951" y="connsiteY4951"/>
              </a:cxn>
              <a:cxn ang="0">
                <a:pos x="connsiteX4952" y="connsiteY4952"/>
              </a:cxn>
              <a:cxn ang="0">
                <a:pos x="connsiteX4953" y="connsiteY4953"/>
              </a:cxn>
              <a:cxn ang="0">
                <a:pos x="connsiteX4954" y="connsiteY4954"/>
              </a:cxn>
              <a:cxn ang="0">
                <a:pos x="connsiteX4955" y="connsiteY4955"/>
              </a:cxn>
              <a:cxn ang="0">
                <a:pos x="connsiteX4956" y="connsiteY4956"/>
              </a:cxn>
              <a:cxn ang="0">
                <a:pos x="connsiteX4957" y="connsiteY4957"/>
              </a:cxn>
              <a:cxn ang="0">
                <a:pos x="connsiteX4958" y="connsiteY4958"/>
              </a:cxn>
              <a:cxn ang="0">
                <a:pos x="connsiteX4959" y="connsiteY4959"/>
              </a:cxn>
              <a:cxn ang="0">
                <a:pos x="connsiteX4960" y="connsiteY4960"/>
              </a:cxn>
              <a:cxn ang="0">
                <a:pos x="connsiteX4961" y="connsiteY4961"/>
              </a:cxn>
              <a:cxn ang="0">
                <a:pos x="connsiteX4962" y="connsiteY4962"/>
              </a:cxn>
              <a:cxn ang="0">
                <a:pos x="connsiteX4963" y="connsiteY4963"/>
              </a:cxn>
              <a:cxn ang="0">
                <a:pos x="connsiteX4964" y="connsiteY4964"/>
              </a:cxn>
              <a:cxn ang="0">
                <a:pos x="connsiteX4965" y="connsiteY4965"/>
              </a:cxn>
              <a:cxn ang="0">
                <a:pos x="connsiteX4966" y="connsiteY4966"/>
              </a:cxn>
              <a:cxn ang="0">
                <a:pos x="connsiteX4967" y="connsiteY4967"/>
              </a:cxn>
              <a:cxn ang="0">
                <a:pos x="connsiteX4968" y="connsiteY4968"/>
              </a:cxn>
              <a:cxn ang="0">
                <a:pos x="connsiteX4969" y="connsiteY4969"/>
              </a:cxn>
              <a:cxn ang="0">
                <a:pos x="connsiteX4970" y="connsiteY4970"/>
              </a:cxn>
              <a:cxn ang="0">
                <a:pos x="connsiteX4971" y="connsiteY4971"/>
              </a:cxn>
              <a:cxn ang="0">
                <a:pos x="connsiteX4972" y="connsiteY4972"/>
              </a:cxn>
              <a:cxn ang="0">
                <a:pos x="connsiteX4973" y="connsiteY4973"/>
              </a:cxn>
              <a:cxn ang="0">
                <a:pos x="connsiteX4974" y="connsiteY4974"/>
              </a:cxn>
              <a:cxn ang="0">
                <a:pos x="connsiteX4975" y="connsiteY4975"/>
              </a:cxn>
              <a:cxn ang="0">
                <a:pos x="connsiteX4976" y="connsiteY4976"/>
              </a:cxn>
              <a:cxn ang="0">
                <a:pos x="connsiteX4977" y="connsiteY4977"/>
              </a:cxn>
              <a:cxn ang="0">
                <a:pos x="connsiteX4978" y="connsiteY4978"/>
              </a:cxn>
              <a:cxn ang="0">
                <a:pos x="connsiteX4979" y="connsiteY4979"/>
              </a:cxn>
              <a:cxn ang="0">
                <a:pos x="connsiteX4980" y="connsiteY4980"/>
              </a:cxn>
              <a:cxn ang="0">
                <a:pos x="connsiteX4981" y="connsiteY4981"/>
              </a:cxn>
              <a:cxn ang="0">
                <a:pos x="connsiteX4982" y="connsiteY4982"/>
              </a:cxn>
              <a:cxn ang="0">
                <a:pos x="connsiteX4983" y="connsiteY4983"/>
              </a:cxn>
              <a:cxn ang="0">
                <a:pos x="connsiteX4984" y="connsiteY4984"/>
              </a:cxn>
              <a:cxn ang="0">
                <a:pos x="connsiteX4985" y="connsiteY4985"/>
              </a:cxn>
              <a:cxn ang="0">
                <a:pos x="connsiteX4986" y="connsiteY4986"/>
              </a:cxn>
              <a:cxn ang="0">
                <a:pos x="connsiteX4987" y="connsiteY4987"/>
              </a:cxn>
              <a:cxn ang="0">
                <a:pos x="connsiteX4988" y="connsiteY4988"/>
              </a:cxn>
              <a:cxn ang="0">
                <a:pos x="connsiteX4989" y="connsiteY4989"/>
              </a:cxn>
              <a:cxn ang="0">
                <a:pos x="connsiteX4990" y="connsiteY4990"/>
              </a:cxn>
              <a:cxn ang="0">
                <a:pos x="connsiteX4991" y="connsiteY4991"/>
              </a:cxn>
              <a:cxn ang="0">
                <a:pos x="connsiteX4992" y="connsiteY4992"/>
              </a:cxn>
              <a:cxn ang="0">
                <a:pos x="connsiteX4993" y="connsiteY4993"/>
              </a:cxn>
              <a:cxn ang="0">
                <a:pos x="connsiteX4994" y="connsiteY4994"/>
              </a:cxn>
              <a:cxn ang="0">
                <a:pos x="connsiteX4995" y="connsiteY4995"/>
              </a:cxn>
              <a:cxn ang="0">
                <a:pos x="connsiteX4996" y="connsiteY4996"/>
              </a:cxn>
              <a:cxn ang="0">
                <a:pos x="connsiteX4997" y="connsiteY4997"/>
              </a:cxn>
              <a:cxn ang="0">
                <a:pos x="connsiteX4998" y="connsiteY4998"/>
              </a:cxn>
              <a:cxn ang="0">
                <a:pos x="connsiteX4999" y="connsiteY4999"/>
              </a:cxn>
              <a:cxn ang="0">
                <a:pos x="connsiteX5000" y="connsiteY5000"/>
              </a:cxn>
              <a:cxn ang="0">
                <a:pos x="connsiteX5001" y="connsiteY5001"/>
              </a:cxn>
              <a:cxn ang="0">
                <a:pos x="connsiteX5002" y="connsiteY5002"/>
              </a:cxn>
              <a:cxn ang="0">
                <a:pos x="connsiteX5003" y="connsiteY5003"/>
              </a:cxn>
              <a:cxn ang="0">
                <a:pos x="connsiteX5004" y="connsiteY5004"/>
              </a:cxn>
              <a:cxn ang="0">
                <a:pos x="connsiteX5005" y="connsiteY5005"/>
              </a:cxn>
              <a:cxn ang="0">
                <a:pos x="connsiteX5006" y="connsiteY5006"/>
              </a:cxn>
              <a:cxn ang="0">
                <a:pos x="connsiteX5007" y="connsiteY5007"/>
              </a:cxn>
              <a:cxn ang="0">
                <a:pos x="connsiteX5008" y="connsiteY5008"/>
              </a:cxn>
              <a:cxn ang="0">
                <a:pos x="connsiteX5009" y="connsiteY5009"/>
              </a:cxn>
              <a:cxn ang="0">
                <a:pos x="connsiteX5010" y="connsiteY5010"/>
              </a:cxn>
              <a:cxn ang="0">
                <a:pos x="connsiteX5011" y="connsiteY5011"/>
              </a:cxn>
              <a:cxn ang="0">
                <a:pos x="connsiteX5012" y="connsiteY5012"/>
              </a:cxn>
              <a:cxn ang="0">
                <a:pos x="connsiteX5013" y="connsiteY5013"/>
              </a:cxn>
              <a:cxn ang="0">
                <a:pos x="connsiteX5014" y="connsiteY5014"/>
              </a:cxn>
              <a:cxn ang="0">
                <a:pos x="connsiteX5015" y="connsiteY5015"/>
              </a:cxn>
              <a:cxn ang="0">
                <a:pos x="connsiteX5016" y="connsiteY5016"/>
              </a:cxn>
              <a:cxn ang="0">
                <a:pos x="connsiteX5017" y="connsiteY5017"/>
              </a:cxn>
              <a:cxn ang="0">
                <a:pos x="connsiteX5018" y="connsiteY5018"/>
              </a:cxn>
              <a:cxn ang="0">
                <a:pos x="connsiteX5019" y="connsiteY5019"/>
              </a:cxn>
              <a:cxn ang="0">
                <a:pos x="connsiteX5020" y="connsiteY5020"/>
              </a:cxn>
              <a:cxn ang="0">
                <a:pos x="connsiteX5021" y="connsiteY5021"/>
              </a:cxn>
              <a:cxn ang="0">
                <a:pos x="connsiteX5022" y="connsiteY5022"/>
              </a:cxn>
              <a:cxn ang="0">
                <a:pos x="connsiteX5023" y="connsiteY5023"/>
              </a:cxn>
              <a:cxn ang="0">
                <a:pos x="connsiteX5024" y="connsiteY5024"/>
              </a:cxn>
              <a:cxn ang="0">
                <a:pos x="connsiteX5025" y="connsiteY5025"/>
              </a:cxn>
              <a:cxn ang="0">
                <a:pos x="connsiteX5026" y="connsiteY5026"/>
              </a:cxn>
              <a:cxn ang="0">
                <a:pos x="connsiteX5027" y="connsiteY5027"/>
              </a:cxn>
              <a:cxn ang="0">
                <a:pos x="connsiteX5028" y="connsiteY5028"/>
              </a:cxn>
              <a:cxn ang="0">
                <a:pos x="connsiteX5029" y="connsiteY5029"/>
              </a:cxn>
              <a:cxn ang="0">
                <a:pos x="connsiteX5030" y="connsiteY5030"/>
              </a:cxn>
              <a:cxn ang="0">
                <a:pos x="connsiteX5031" y="connsiteY5031"/>
              </a:cxn>
              <a:cxn ang="0">
                <a:pos x="connsiteX5032" y="connsiteY5032"/>
              </a:cxn>
              <a:cxn ang="0">
                <a:pos x="connsiteX5033" y="connsiteY5033"/>
              </a:cxn>
              <a:cxn ang="0">
                <a:pos x="connsiteX5034" y="connsiteY5034"/>
              </a:cxn>
              <a:cxn ang="0">
                <a:pos x="connsiteX5035" y="connsiteY5035"/>
              </a:cxn>
              <a:cxn ang="0">
                <a:pos x="connsiteX5036" y="connsiteY5036"/>
              </a:cxn>
              <a:cxn ang="0">
                <a:pos x="connsiteX5037" y="connsiteY5037"/>
              </a:cxn>
              <a:cxn ang="0">
                <a:pos x="connsiteX5038" y="connsiteY5038"/>
              </a:cxn>
              <a:cxn ang="0">
                <a:pos x="connsiteX5039" y="connsiteY5039"/>
              </a:cxn>
              <a:cxn ang="0">
                <a:pos x="connsiteX5040" y="connsiteY5040"/>
              </a:cxn>
              <a:cxn ang="0">
                <a:pos x="connsiteX5041" y="connsiteY5041"/>
              </a:cxn>
              <a:cxn ang="0">
                <a:pos x="connsiteX5042" y="connsiteY5042"/>
              </a:cxn>
              <a:cxn ang="0">
                <a:pos x="connsiteX5043" y="connsiteY5043"/>
              </a:cxn>
              <a:cxn ang="0">
                <a:pos x="connsiteX5044" y="connsiteY5044"/>
              </a:cxn>
              <a:cxn ang="0">
                <a:pos x="connsiteX5045" y="connsiteY5045"/>
              </a:cxn>
              <a:cxn ang="0">
                <a:pos x="connsiteX5046" y="connsiteY5046"/>
              </a:cxn>
              <a:cxn ang="0">
                <a:pos x="connsiteX5047" y="connsiteY5047"/>
              </a:cxn>
              <a:cxn ang="0">
                <a:pos x="connsiteX5048" y="connsiteY5048"/>
              </a:cxn>
              <a:cxn ang="0">
                <a:pos x="connsiteX5049" y="connsiteY5049"/>
              </a:cxn>
              <a:cxn ang="0">
                <a:pos x="connsiteX5050" y="connsiteY5050"/>
              </a:cxn>
              <a:cxn ang="0">
                <a:pos x="connsiteX5051" y="connsiteY5051"/>
              </a:cxn>
              <a:cxn ang="0">
                <a:pos x="connsiteX5052" y="connsiteY5052"/>
              </a:cxn>
              <a:cxn ang="0">
                <a:pos x="connsiteX5053" y="connsiteY5053"/>
              </a:cxn>
              <a:cxn ang="0">
                <a:pos x="connsiteX5054" y="connsiteY5054"/>
              </a:cxn>
              <a:cxn ang="0">
                <a:pos x="connsiteX5055" y="connsiteY5055"/>
              </a:cxn>
              <a:cxn ang="0">
                <a:pos x="connsiteX5056" y="connsiteY5056"/>
              </a:cxn>
              <a:cxn ang="0">
                <a:pos x="connsiteX5057" y="connsiteY5057"/>
              </a:cxn>
              <a:cxn ang="0">
                <a:pos x="connsiteX5058" y="connsiteY5058"/>
              </a:cxn>
              <a:cxn ang="0">
                <a:pos x="connsiteX5059" y="connsiteY5059"/>
              </a:cxn>
              <a:cxn ang="0">
                <a:pos x="connsiteX5060" y="connsiteY5060"/>
              </a:cxn>
              <a:cxn ang="0">
                <a:pos x="connsiteX5061" y="connsiteY5061"/>
              </a:cxn>
              <a:cxn ang="0">
                <a:pos x="connsiteX5062" y="connsiteY5062"/>
              </a:cxn>
              <a:cxn ang="0">
                <a:pos x="connsiteX5063" y="connsiteY5063"/>
              </a:cxn>
              <a:cxn ang="0">
                <a:pos x="connsiteX5064" y="connsiteY5064"/>
              </a:cxn>
              <a:cxn ang="0">
                <a:pos x="connsiteX5065" y="connsiteY5065"/>
              </a:cxn>
              <a:cxn ang="0">
                <a:pos x="connsiteX5066" y="connsiteY5066"/>
              </a:cxn>
              <a:cxn ang="0">
                <a:pos x="connsiteX5067" y="connsiteY5067"/>
              </a:cxn>
              <a:cxn ang="0">
                <a:pos x="connsiteX5068" y="connsiteY5068"/>
              </a:cxn>
              <a:cxn ang="0">
                <a:pos x="connsiteX5069" y="connsiteY5069"/>
              </a:cxn>
              <a:cxn ang="0">
                <a:pos x="connsiteX5070" y="connsiteY5070"/>
              </a:cxn>
              <a:cxn ang="0">
                <a:pos x="connsiteX5071" y="connsiteY5071"/>
              </a:cxn>
              <a:cxn ang="0">
                <a:pos x="connsiteX5072" y="connsiteY5072"/>
              </a:cxn>
              <a:cxn ang="0">
                <a:pos x="connsiteX5073" y="connsiteY5073"/>
              </a:cxn>
              <a:cxn ang="0">
                <a:pos x="connsiteX5074" y="connsiteY5074"/>
              </a:cxn>
              <a:cxn ang="0">
                <a:pos x="connsiteX5075" y="connsiteY5075"/>
              </a:cxn>
              <a:cxn ang="0">
                <a:pos x="connsiteX5076" y="connsiteY5076"/>
              </a:cxn>
              <a:cxn ang="0">
                <a:pos x="connsiteX5077" y="connsiteY5077"/>
              </a:cxn>
              <a:cxn ang="0">
                <a:pos x="connsiteX5078" y="connsiteY5078"/>
              </a:cxn>
              <a:cxn ang="0">
                <a:pos x="connsiteX5079" y="connsiteY5079"/>
              </a:cxn>
              <a:cxn ang="0">
                <a:pos x="connsiteX5080" y="connsiteY5080"/>
              </a:cxn>
              <a:cxn ang="0">
                <a:pos x="connsiteX5081" y="connsiteY5081"/>
              </a:cxn>
              <a:cxn ang="0">
                <a:pos x="connsiteX5082" y="connsiteY5082"/>
              </a:cxn>
              <a:cxn ang="0">
                <a:pos x="connsiteX5083" y="connsiteY5083"/>
              </a:cxn>
              <a:cxn ang="0">
                <a:pos x="connsiteX5084" y="connsiteY5084"/>
              </a:cxn>
              <a:cxn ang="0">
                <a:pos x="connsiteX5085" y="connsiteY5085"/>
              </a:cxn>
              <a:cxn ang="0">
                <a:pos x="connsiteX5086" y="connsiteY5086"/>
              </a:cxn>
              <a:cxn ang="0">
                <a:pos x="connsiteX5087" y="connsiteY5087"/>
              </a:cxn>
              <a:cxn ang="0">
                <a:pos x="connsiteX5088" y="connsiteY5088"/>
              </a:cxn>
              <a:cxn ang="0">
                <a:pos x="connsiteX5089" y="connsiteY5089"/>
              </a:cxn>
              <a:cxn ang="0">
                <a:pos x="connsiteX5090" y="connsiteY5090"/>
              </a:cxn>
              <a:cxn ang="0">
                <a:pos x="connsiteX5091" y="connsiteY5091"/>
              </a:cxn>
              <a:cxn ang="0">
                <a:pos x="connsiteX5092" y="connsiteY5092"/>
              </a:cxn>
              <a:cxn ang="0">
                <a:pos x="connsiteX5093" y="connsiteY5093"/>
              </a:cxn>
              <a:cxn ang="0">
                <a:pos x="connsiteX5094" y="connsiteY5094"/>
              </a:cxn>
              <a:cxn ang="0">
                <a:pos x="connsiteX5095" y="connsiteY5095"/>
              </a:cxn>
              <a:cxn ang="0">
                <a:pos x="connsiteX5096" y="connsiteY5096"/>
              </a:cxn>
              <a:cxn ang="0">
                <a:pos x="connsiteX5097" y="connsiteY5097"/>
              </a:cxn>
              <a:cxn ang="0">
                <a:pos x="connsiteX5098" y="connsiteY5098"/>
              </a:cxn>
              <a:cxn ang="0">
                <a:pos x="connsiteX5099" y="connsiteY5099"/>
              </a:cxn>
              <a:cxn ang="0">
                <a:pos x="connsiteX5100" y="connsiteY5100"/>
              </a:cxn>
              <a:cxn ang="0">
                <a:pos x="connsiteX5101" y="connsiteY5101"/>
              </a:cxn>
              <a:cxn ang="0">
                <a:pos x="connsiteX5102" y="connsiteY5102"/>
              </a:cxn>
              <a:cxn ang="0">
                <a:pos x="connsiteX5103" y="connsiteY5103"/>
              </a:cxn>
              <a:cxn ang="0">
                <a:pos x="connsiteX5104" y="connsiteY5104"/>
              </a:cxn>
              <a:cxn ang="0">
                <a:pos x="connsiteX5105" y="connsiteY5105"/>
              </a:cxn>
              <a:cxn ang="0">
                <a:pos x="connsiteX5106" y="connsiteY5106"/>
              </a:cxn>
              <a:cxn ang="0">
                <a:pos x="connsiteX5107" y="connsiteY5107"/>
              </a:cxn>
              <a:cxn ang="0">
                <a:pos x="connsiteX5108" y="connsiteY5108"/>
              </a:cxn>
              <a:cxn ang="0">
                <a:pos x="connsiteX5109" y="connsiteY5109"/>
              </a:cxn>
              <a:cxn ang="0">
                <a:pos x="connsiteX5110" y="connsiteY5110"/>
              </a:cxn>
              <a:cxn ang="0">
                <a:pos x="connsiteX5111" y="connsiteY5111"/>
              </a:cxn>
              <a:cxn ang="0">
                <a:pos x="connsiteX5112" y="connsiteY5112"/>
              </a:cxn>
              <a:cxn ang="0">
                <a:pos x="connsiteX5113" y="connsiteY5113"/>
              </a:cxn>
              <a:cxn ang="0">
                <a:pos x="connsiteX5114" y="connsiteY5114"/>
              </a:cxn>
              <a:cxn ang="0">
                <a:pos x="connsiteX5115" y="connsiteY5115"/>
              </a:cxn>
              <a:cxn ang="0">
                <a:pos x="connsiteX5116" y="connsiteY5116"/>
              </a:cxn>
              <a:cxn ang="0">
                <a:pos x="connsiteX5117" y="connsiteY5117"/>
              </a:cxn>
              <a:cxn ang="0">
                <a:pos x="connsiteX5118" y="connsiteY5118"/>
              </a:cxn>
              <a:cxn ang="0">
                <a:pos x="connsiteX5119" y="connsiteY5119"/>
              </a:cxn>
              <a:cxn ang="0">
                <a:pos x="connsiteX5120" y="connsiteY5120"/>
              </a:cxn>
              <a:cxn ang="0">
                <a:pos x="connsiteX5121" y="connsiteY5121"/>
              </a:cxn>
              <a:cxn ang="0">
                <a:pos x="connsiteX5122" y="connsiteY5122"/>
              </a:cxn>
              <a:cxn ang="0">
                <a:pos x="connsiteX5123" y="connsiteY5123"/>
              </a:cxn>
              <a:cxn ang="0">
                <a:pos x="connsiteX5124" y="connsiteY5124"/>
              </a:cxn>
              <a:cxn ang="0">
                <a:pos x="connsiteX5125" y="connsiteY5125"/>
              </a:cxn>
              <a:cxn ang="0">
                <a:pos x="connsiteX5126" y="connsiteY5126"/>
              </a:cxn>
              <a:cxn ang="0">
                <a:pos x="connsiteX5127" y="connsiteY5127"/>
              </a:cxn>
              <a:cxn ang="0">
                <a:pos x="connsiteX5128" y="connsiteY5128"/>
              </a:cxn>
              <a:cxn ang="0">
                <a:pos x="connsiteX5129" y="connsiteY5129"/>
              </a:cxn>
              <a:cxn ang="0">
                <a:pos x="connsiteX5130" y="connsiteY5130"/>
              </a:cxn>
              <a:cxn ang="0">
                <a:pos x="connsiteX5131" y="connsiteY5131"/>
              </a:cxn>
              <a:cxn ang="0">
                <a:pos x="connsiteX5132" y="connsiteY5132"/>
              </a:cxn>
              <a:cxn ang="0">
                <a:pos x="connsiteX5133" y="connsiteY5133"/>
              </a:cxn>
              <a:cxn ang="0">
                <a:pos x="connsiteX5134" y="connsiteY5134"/>
              </a:cxn>
              <a:cxn ang="0">
                <a:pos x="connsiteX5135" y="connsiteY5135"/>
              </a:cxn>
              <a:cxn ang="0">
                <a:pos x="connsiteX5136" y="connsiteY5136"/>
              </a:cxn>
              <a:cxn ang="0">
                <a:pos x="connsiteX5137" y="connsiteY5137"/>
              </a:cxn>
              <a:cxn ang="0">
                <a:pos x="connsiteX5138" y="connsiteY5138"/>
              </a:cxn>
              <a:cxn ang="0">
                <a:pos x="connsiteX5139" y="connsiteY5139"/>
              </a:cxn>
              <a:cxn ang="0">
                <a:pos x="connsiteX5140" y="connsiteY5140"/>
              </a:cxn>
              <a:cxn ang="0">
                <a:pos x="connsiteX5141" y="connsiteY5141"/>
              </a:cxn>
              <a:cxn ang="0">
                <a:pos x="connsiteX5142" y="connsiteY5142"/>
              </a:cxn>
              <a:cxn ang="0">
                <a:pos x="connsiteX5143" y="connsiteY5143"/>
              </a:cxn>
              <a:cxn ang="0">
                <a:pos x="connsiteX5144" y="connsiteY5144"/>
              </a:cxn>
              <a:cxn ang="0">
                <a:pos x="connsiteX5145" y="connsiteY5145"/>
              </a:cxn>
              <a:cxn ang="0">
                <a:pos x="connsiteX5146" y="connsiteY5146"/>
              </a:cxn>
              <a:cxn ang="0">
                <a:pos x="connsiteX5147" y="connsiteY5147"/>
              </a:cxn>
              <a:cxn ang="0">
                <a:pos x="connsiteX5148" y="connsiteY5148"/>
              </a:cxn>
              <a:cxn ang="0">
                <a:pos x="connsiteX5149" y="connsiteY5149"/>
              </a:cxn>
              <a:cxn ang="0">
                <a:pos x="connsiteX5150" y="connsiteY5150"/>
              </a:cxn>
              <a:cxn ang="0">
                <a:pos x="connsiteX5151" y="connsiteY5151"/>
              </a:cxn>
              <a:cxn ang="0">
                <a:pos x="connsiteX5152" y="connsiteY5152"/>
              </a:cxn>
              <a:cxn ang="0">
                <a:pos x="connsiteX5153" y="connsiteY5153"/>
              </a:cxn>
              <a:cxn ang="0">
                <a:pos x="connsiteX5154" y="connsiteY5154"/>
              </a:cxn>
              <a:cxn ang="0">
                <a:pos x="connsiteX5155" y="connsiteY5155"/>
              </a:cxn>
              <a:cxn ang="0">
                <a:pos x="connsiteX5156" y="connsiteY5156"/>
              </a:cxn>
              <a:cxn ang="0">
                <a:pos x="connsiteX5157" y="connsiteY5157"/>
              </a:cxn>
              <a:cxn ang="0">
                <a:pos x="connsiteX5158" y="connsiteY5158"/>
              </a:cxn>
              <a:cxn ang="0">
                <a:pos x="connsiteX5159" y="connsiteY5159"/>
              </a:cxn>
              <a:cxn ang="0">
                <a:pos x="connsiteX5160" y="connsiteY5160"/>
              </a:cxn>
              <a:cxn ang="0">
                <a:pos x="connsiteX5161" y="connsiteY5161"/>
              </a:cxn>
              <a:cxn ang="0">
                <a:pos x="connsiteX5162" y="connsiteY5162"/>
              </a:cxn>
              <a:cxn ang="0">
                <a:pos x="connsiteX5163" y="connsiteY5163"/>
              </a:cxn>
              <a:cxn ang="0">
                <a:pos x="connsiteX5164" y="connsiteY5164"/>
              </a:cxn>
              <a:cxn ang="0">
                <a:pos x="connsiteX5165" y="connsiteY5165"/>
              </a:cxn>
              <a:cxn ang="0">
                <a:pos x="connsiteX5166" y="connsiteY5166"/>
              </a:cxn>
              <a:cxn ang="0">
                <a:pos x="connsiteX5167" y="connsiteY5167"/>
              </a:cxn>
              <a:cxn ang="0">
                <a:pos x="connsiteX5168" y="connsiteY5168"/>
              </a:cxn>
              <a:cxn ang="0">
                <a:pos x="connsiteX5169" y="connsiteY5169"/>
              </a:cxn>
              <a:cxn ang="0">
                <a:pos x="connsiteX5170" y="connsiteY5170"/>
              </a:cxn>
              <a:cxn ang="0">
                <a:pos x="connsiteX5171" y="connsiteY5171"/>
              </a:cxn>
              <a:cxn ang="0">
                <a:pos x="connsiteX5172" y="connsiteY5172"/>
              </a:cxn>
              <a:cxn ang="0">
                <a:pos x="connsiteX5173" y="connsiteY5173"/>
              </a:cxn>
              <a:cxn ang="0">
                <a:pos x="connsiteX5174" y="connsiteY5174"/>
              </a:cxn>
              <a:cxn ang="0">
                <a:pos x="connsiteX5175" y="connsiteY5175"/>
              </a:cxn>
              <a:cxn ang="0">
                <a:pos x="connsiteX5176" y="connsiteY5176"/>
              </a:cxn>
              <a:cxn ang="0">
                <a:pos x="connsiteX5177" y="connsiteY5177"/>
              </a:cxn>
              <a:cxn ang="0">
                <a:pos x="connsiteX5178" y="connsiteY5178"/>
              </a:cxn>
              <a:cxn ang="0">
                <a:pos x="connsiteX5179" y="connsiteY5179"/>
              </a:cxn>
              <a:cxn ang="0">
                <a:pos x="connsiteX5180" y="connsiteY5180"/>
              </a:cxn>
              <a:cxn ang="0">
                <a:pos x="connsiteX5181" y="connsiteY5181"/>
              </a:cxn>
              <a:cxn ang="0">
                <a:pos x="connsiteX5182" y="connsiteY5182"/>
              </a:cxn>
              <a:cxn ang="0">
                <a:pos x="connsiteX5183" y="connsiteY5183"/>
              </a:cxn>
              <a:cxn ang="0">
                <a:pos x="connsiteX5184" y="connsiteY5184"/>
              </a:cxn>
              <a:cxn ang="0">
                <a:pos x="connsiteX5185" y="connsiteY5185"/>
              </a:cxn>
              <a:cxn ang="0">
                <a:pos x="connsiteX5186" y="connsiteY5186"/>
              </a:cxn>
              <a:cxn ang="0">
                <a:pos x="connsiteX5187" y="connsiteY5187"/>
              </a:cxn>
              <a:cxn ang="0">
                <a:pos x="connsiteX5188" y="connsiteY5188"/>
              </a:cxn>
              <a:cxn ang="0">
                <a:pos x="connsiteX5189" y="connsiteY5189"/>
              </a:cxn>
              <a:cxn ang="0">
                <a:pos x="connsiteX5190" y="connsiteY5190"/>
              </a:cxn>
              <a:cxn ang="0">
                <a:pos x="connsiteX5191" y="connsiteY5191"/>
              </a:cxn>
              <a:cxn ang="0">
                <a:pos x="connsiteX5192" y="connsiteY5192"/>
              </a:cxn>
              <a:cxn ang="0">
                <a:pos x="connsiteX5193" y="connsiteY5193"/>
              </a:cxn>
              <a:cxn ang="0">
                <a:pos x="connsiteX5194" y="connsiteY5194"/>
              </a:cxn>
              <a:cxn ang="0">
                <a:pos x="connsiteX5195" y="connsiteY5195"/>
              </a:cxn>
              <a:cxn ang="0">
                <a:pos x="connsiteX5196" y="connsiteY5196"/>
              </a:cxn>
              <a:cxn ang="0">
                <a:pos x="connsiteX5197" y="connsiteY5197"/>
              </a:cxn>
              <a:cxn ang="0">
                <a:pos x="connsiteX5198" y="connsiteY5198"/>
              </a:cxn>
              <a:cxn ang="0">
                <a:pos x="connsiteX5199" y="connsiteY5199"/>
              </a:cxn>
              <a:cxn ang="0">
                <a:pos x="connsiteX5200" y="connsiteY5200"/>
              </a:cxn>
              <a:cxn ang="0">
                <a:pos x="connsiteX5201" y="connsiteY5201"/>
              </a:cxn>
              <a:cxn ang="0">
                <a:pos x="connsiteX5202" y="connsiteY5202"/>
              </a:cxn>
              <a:cxn ang="0">
                <a:pos x="connsiteX5203" y="connsiteY5203"/>
              </a:cxn>
              <a:cxn ang="0">
                <a:pos x="connsiteX5204" y="connsiteY5204"/>
              </a:cxn>
              <a:cxn ang="0">
                <a:pos x="connsiteX5205" y="connsiteY5205"/>
              </a:cxn>
              <a:cxn ang="0">
                <a:pos x="connsiteX5206" y="connsiteY5206"/>
              </a:cxn>
              <a:cxn ang="0">
                <a:pos x="connsiteX5207" y="connsiteY5207"/>
              </a:cxn>
              <a:cxn ang="0">
                <a:pos x="connsiteX5208" y="connsiteY5208"/>
              </a:cxn>
              <a:cxn ang="0">
                <a:pos x="connsiteX5209" y="connsiteY5209"/>
              </a:cxn>
              <a:cxn ang="0">
                <a:pos x="connsiteX5210" y="connsiteY5210"/>
              </a:cxn>
              <a:cxn ang="0">
                <a:pos x="connsiteX5211" y="connsiteY5211"/>
              </a:cxn>
              <a:cxn ang="0">
                <a:pos x="connsiteX5212" y="connsiteY5212"/>
              </a:cxn>
              <a:cxn ang="0">
                <a:pos x="connsiteX5213" y="connsiteY5213"/>
              </a:cxn>
              <a:cxn ang="0">
                <a:pos x="connsiteX5214" y="connsiteY5214"/>
              </a:cxn>
              <a:cxn ang="0">
                <a:pos x="connsiteX5215" y="connsiteY5215"/>
              </a:cxn>
              <a:cxn ang="0">
                <a:pos x="connsiteX5216" y="connsiteY5216"/>
              </a:cxn>
              <a:cxn ang="0">
                <a:pos x="connsiteX5217" y="connsiteY5217"/>
              </a:cxn>
              <a:cxn ang="0">
                <a:pos x="connsiteX5218" y="connsiteY5218"/>
              </a:cxn>
              <a:cxn ang="0">
                <a:pos x="connsiteX5219" y="connsiteY5219"/>
              </a:cxn>
              <a:cxn ang="0">
                <a:pos x="connsiteX5220" y="connsiteY5220"/>
              </a:cxn>
              <a:cxn ang="0">
                <a:pos x="connsiteX5221" y="connsiteY5221"/>
              </a:cxn>
              <a:cxn ang="0">
                <a:pos x="connsiteX5222" y="connsiteY5222"/>
              </a:cxn>
              <a:cxn ang="0">
                <a:pos x="connsiteX5223" y="connsiteY5223"/>
              </a:cxn>
              <a:cxn ang="0">
                <a:pos x="connsiteX5224" y="connsiteY5224"/>
              </a:cxn>
              <a:cxn ang="0">
                <a:pos x="connsiteX5225" y="connsiteY5225"/>
              </a:cxn>
              <a:cxn ang="0">
                <a:pos x="connsiteX5226" y="connsiteY5226"/>
              </a:cxn>
              <a:cxn ang="0">
                <a:pos x="connsiteX5227" y="connsiteY5227"/>
              </a:cxn>
              <a:cxn ang="0">
                <a:pos x="connsiteX5228" y="connsiteY5228"/>
              </a:cxn>
              <a:cxn ang="0">
                <a:pos x="connsiteX5229" y="connsiteY5229"/>
              </a:cxn>
              <a:cxn ang="0">
                <a:pos x="connsiteX5230" y="connsiteY5230"/>
              </a:cxn>
              <a:cxn ang="0">
                <a:pos x="connsiteX5231" y="connsiteY5231"/>
              </a:cxn>
              <a:cxn ang="0">
                <a:pos x="connsiteX5232" y="connsiteY5232"/>
              </a:cxn>
              <a:cxn ang="0">
                <a:pos x="connsiteX5233" y="connsiteY5233"/>
              </a:cxn>
              <a:cxn ang="0">
                <a:pos x="connsiteX5234" y="connsiteY5234"/>
              </a:cxn>
              <a:cxn ang="0">
                <a:pos x="connsiteX5235" y="connsiteY5235"/>
              </a:cxn>
              <a:cxn ang="0">
                <a:pos x="connsiteX5236" y="connsiteY5236"/>
              </a:cxn>
              <a:cxn ang="0">
                <a:pos x="connsiteX5237" y="connsiteY5237"/>
              </a:cxn>
              <a:cxn ang="0">
                <a:pos x="connsiteX5238" y="connsiteY5238"/>
              </a:cxn>
              <a:cxn ang="0">
                <a:pos x="connsiteX5239" y="connsiteY5239"/>
              </a:cxn>
              <a:cxn ang="0">
                <a:pos x="connsiteX5240" y="connsiteY5240"/>
              </a:cxn>
              <a:cxn ang="0">
                <a:pos x="connsiteX5241" y="connsiteY5241"/>
              </a:cxn>
              <a:cxn ang="0">
                <a:pos x="connsiteX5242" y="connsiteY5242"/>
              </a:cxn>
              <a:cxn ang="0">
                <a:pos x="connsiteX5243" y="connsiteY5243"/>
              </a:cxn>
              <a:cxn ang="0">
                <a:pos x="connsiteX5244" y="connsiteY5244"/>
              </a:cxn>
              <a:cxn ang="0">
                <a:pos x="connsiteX5245" y="connsiteY5245"/>
              </a:cxn>
              <a:cxn ang="0">
                <a:pos x="connsiteX5246" y="connsiteY5246"/>
              </a:cxn>
              <a:cxn ang="0">
                <a:pos x="connsiteX5247" y="connsiteY5247"/>
              </a:cxn>
              <a:cxn ang="0">
                <a:pos x="connsiteX5248" y="connsiteY5248"/>
              </a:cxn>
              <a:cxn ang="0">
                <a:pos x="connsiteX5249" y="connsiteY5249"/>
              </a:cxn>
              <a:cxn ang="0">
                <a:pos x="connsiteX5250" y="connsiteY5250"/>
              </a:cxn>
              <a:cxn ang="0">
                <a:pos x="connsiteX5251" y="connsiteY5251"/>
              </a:cxn>
              <a:cxn ang="0">
                <a:pos x="connsiteX5252" y="connsiteY5252"/>
              </a:cxn>
              <a:cxn ang="0">
                <a:pos x="connsiteX5253" y="connsiteY5253"/>
              </a:cxn>
              <a:cxn ang="0">
                <a:pos x="connsiteX5254" y="connsiteY5254"/>
              </a:cxn>
              <a:cxn ang="0">
                <a:pos x="connsiteX5255" y="connsiteY5255"/>
              </a:cxn>
              <a:cxn ang="0">
                <a:pos x="connsiteX5256" y="connsiteY5256"/>
              </a:cxn>
              <a:cxn ang="0">
                <a:pos x="connsiteX5257" y="connsiteY5257"/>
              </a:cxn>
              <a:cxn ang="0">
                <a:pos x="connsiteX5258" y="connsiteY5258"/>
              </a:cxn>
              <a:cxn ang="0">
                <a:pos x="connsiteX5259" y="connsiteY5259"/>
              </a:cxn>
              <a:cxn ang="0">
                <a:pos x="connsiteX5260" y="connsiteY5260"/>
              </a:cxn>
              <a:cxn ang="0">
                <a:pos x="connsiteX5261" y="connsiteY5261"/>
              </a:cxn>
              <a:cxn ang="0">
                <a:pos x="connsiteX5262" y="connsiteY5262"/>
              </a:cxn>
              <a:cxn ang="0">
                <a:pos x="connsiteX5263" y="connsiteY5263"/>
              </a:cxn>
              <a:cxn ang="0">
                <a:pos x="connsiteX5264" y="connsiteY5264"/>
              </a:cxn>
              <a:cxn ang="0">
                <a:pos x="connsiteX5265" y="connsiteY5265"/>
              </a:cxn>
              <a:cxn ang="0">
                <a:pos x="connsiteX5266" y="connsiteY5266"/>
              </a:cxn>
              <a:cxn ang="0">
                <a:pos x="connsiteX5267" y="connsiteY5267"/>
              </a:cxn>
              <a:cxn ang="0">
                <a:pos x="connsiteX5268" y="connsiteY5268"/>
              </a:cxn>
              <a:cxn ang="0">
                <a:pos x="connsiteX5269" y="connsiteY5269"/>
              </a:cxn>
              <a:cxn ang="0">
                <a:pos x="connsiteX5270" y="connsiteY5270"/>
              </a:cxn>
              <a:cxn ang="0">
                <a:pos x="connsiteX5271" y="connsiteY5271"/>
              </a:cxn>
              <a:cxn ang="0">
                <a:pos x="connsiteX5272" y="connsiteY5272"/>
              </a:cxn>
              <a:cxn ang="0">
                <a:pos x="connsiteX5273" y="connsiteY5273"/>
              </a:cxn>
              <a:cxn ang="0">
                <a:pos x="connsiteX5274" y="connsiteY5274"/>
              </a:cxn>
              <a:cxn ang="0">
                <a:pos x="connsiteX5275" y="connsiteY5275"/>
              </a:cxn>
              <a:cxn ang="0">
                <a:pos x="connsiteX5276" y="connsiteY5276"/>
              </a:cxn>
              <a:cxn ang="0">
                <a:pos x="connsiteX5277" y="connsiteY5277"/>
              </a:cxn>
              <a:cxn ang="0">
                <a:pos x="connsiteX5278" y="connsiteY5278"/>
              </a:cxn>
              <a:cxn ang="0">
                <a:pos x="connsiteX5279" y="connsiteY5279"/>
              </a:cxn>
              <a:cxn ang="0">
                <a:pos x="connsiteX5280" y="connsiteY5280"/>
              </a:cxn>
              <a:cxn ang="0">
                <a:pos x="connsiteX5281" y="connsiteY5281"/>
              </a:cxn>
              <a:cxn ang="0">
                <a:pos x="connsiteX5282" y="connsiteY5282"/>
              </a:cxn>
              <a:cxn ang="0">
                <a:pos x="connsiteX5283" y="connsiteY5283"/>
              </a:cxn>
              <a:cxn ang="0">
                <a:pos x="connsiteX5284" y="connsiteY5284"/>
              </a:cxn>
              <a:cxn ang="0">
                <a:pos x="connsiteX5285" y="connsiteY5285"/>
              </a:cxn>
              <a:cxn ang="0">
                <a:pos x="connsiteX5286" y="connsiteY5286"/>
              </a:cxn>
              <a:cxn ang="0">
                <a:pos x="connsiteX5287" y="connsiteY5287"/>
              </a:cxn>
              <a:cxn ang="0">
                <a:pos x="connsiteX5288" y="connsiteY5288"/>
              </a:cxn>
              <a:cxn ang="0">
                <a:pos x="connsiteX5289" y="connsiteY5289"/>
              </a:cxn>
              <a:cxn ang="0">
                <a:pos x="connsiteX5290" y="connsiteY5290"/>
              </a:cxn>
              <a:cxn ang="0">
                <a:pos x="connsiteX5291" y="connsiteY5291"/>
              </a:cxn>
              <a:cxn ang="0">
                <a:pos x="connsiteX5292" y="connsiteY5292"/>
              </a:cxn>
              <a:cxn ang="0">
                <a:pos x="connsiteX5293" y="connsiteY5293"/>
              </a:cxn>
              <a:cxn ang="0">
                <a:pos x="connsiteX5294" y="connsiteY5294"/>
              </a:cxn>
              <a:cxn ang="0">
                <a:pos x="connsiteX5295" y="connsiteY5295"/>
              </a:cxn>
              <a:cxn ang="0">
                <a:pos x="connsiteX5296" y="connsiteY5296"/>
              </a:cxn>
              <a:cxn ang="0">
                <a:pos x="connsiteX5297" y="connsiteY5297"/>
              </a:cxn>
              <a:cxn ang="0">
                <a:pos x="connsiteX5298" y="connsiteY5298"/>
              </a:cxn>
              <a:cxn ang="0">
                <a:pos x="connsiteX5299" y="connsiteY5299"/>
              </a:cxn>
              <a:cxn ang="0">
                <a:pos x="connsiteX5300" y="connsiteY5300"/>
              </a:cxn>
              <a:cxn ang="0">
                <a:pos x="connsiteX5301" y="connsiteY5301"/>
              </a:cxn>
              <a:cxn ang="0">
                <a:pos x="connsiteX5302" y="connsiteY5302"/>
              </a:cxn>
              <a:cxn ang="0">
                <a:pos x="connsiteX5303" y="connsiteY5303"/>
              </a:cxn>
              <a:cxn ang="0">
                <a:pos x="connsiteX5304" y="connsiteY5304"/>
              </a:cxn>
              <a:cxn ang="0">
                <a:pos x="connsiteX5305" y="connsiteY5305"/>
              </a:cxn>
              <a:cxn ang="0">
                <a:pos x="connsiteX5306" y="connsiteY5306"/>
              </a:cxn>
              <a:cxn ang="0">
                <a:pos x="connsiteX5307" y="connsiteY5307"/>
              </a:cxn>
              <a:cxn ang="0">
                <a:pos x="connsiteX5308" y="connsiteY5308"/>
              </a:cxn>
              <a:cxn ang="0">
                <a:pos x="connsiteX5309" y="connsiteY5309"/>
              </a:cxn>
              <a:cxn ang="0">
                <a:pos x="connsiteX5310" y="connsiteY5310"/>
              </a:cxn>
              <a:cxn ang="0">
                <a:pos x="connsiteX5311" y="connsiteY5311"/>
              </a:cxn>
              <a:cxn ang="0">
                <a:pos x="connsiteX5312" y="connsiteY5312"/>
              </a:cxn>
              <a:cxn ang="0">
                <a:pos x="connsiteX5313" y="connsiteY5313"/>
              </a:cxn>
              <a:cxn ang="0">
                <a:pos x="connsiteX5314" y="connsiteY5314"/>
              </a:cxn>
              <a:cxn ang="0">
                <a:pos x="connsiteX5315" y="connsiteY5315"/>
              </a:cxn>
              <a:cxn ang="0">
                <a:pos x="connsiteX5316" y="connsiteY5316"/>
              </a:cxn>
              <a:cxn ang="0">
                <a:pos x="connsiteX5317" y="connsiteY5317"/>
              </a:cxn>
              <a:cxn ang="0">
                <a:pos x="connsiteX5318" y="connsiteY5318"/>
              </a:cxn>
              <a:cxn ang="0">
                <a:pos x="connsiteX5319" y="connsiteY5319"/>
              </a:cxn>
              <a:cxn ang="0">
                <a:pos x="connsiteX5320" y="connsiteY5320"/>
              </a:cxn>
              <a:cxn ang="0">
                <a:pos x="connsiteX5321" y="connsiteY5321"/>
              </a:cxn>
              <a:cxn ang="0">
                <a:pos x="connsiteX5322" y="connsiteY5322"/>
              </a:cxn>
              <a:cxn ang="0">
                <a:pos x="connsiteX5323" y="connsiteY5323"/>
              </a:cxn>
              <a:cxn ang="0">
                <a:pos x="connsiteX5324" y="connsiteY5324"/>
              </a:cxn>
              <a:cxn ang="0">
                <a:pos x="connsiteX5325" y="connsiteY5325"/>
              </a:cxn>
              <a:cxn ang="0">
                <a:pos x="connsiteX5326" y="connsiteY5326"/>
              </a:cxn>
              <a:cxn ang="0">
                <a:pos x="connsiteX5327" y="connsiteY5327"/>
              </a:cxn>
              <a:cxn ang="0">
                <a:pos x="connsiteX5328" y="connsiteY5328"/>
              </a:cxn>
              <a:cxn ang="0">
                <a:pos x="connsiteX5329" y="connsiteY5329"/>
              </a:cxn>
              <a:cxn ang="0">
                <a:pos x="connsiteX5330" y="connsiteY5330"/>
              </a:cxn>
              <a:cxn ang="0">
                <a:pos x="connsiteX5331" y="connsiteY5331"/>
              </a:cxn>
              <a:cxn ang="0">
                <a:pos x="connsiteX5332" y="connsiteY5332"/>
              </a:cxn>
              <a:cxn ang="0">
                <a:pos x="connsiteX5333" y="connsiteY5333"/>
              </a:cxn>
              <a:cxn ang="0">
                <a:pos x="connsiteX5334" y="connsiteY5334"/>
              </a:cxn>
              <a:cxn ang="0">
                <a:pos x="connsiteX5335" y="connsiteY5335"/>
              </a:cxn>
              <a:cxn ang="0">
                <a:pos x="connsiteX5336" y="connsiteY5336"/>
              </a:cxn>
              <a:cxn ang="0">
                <a:pos x="connsiteX5337" y="connsiteY5337"/>
              </a:cxn>
              <a:cxn ang="0">
                <a:pos x="connsiteX5338" y="connsiteY5338"/>
              </a:cxn>
              <a:cxn ang="0">
                <a:pos x="connsiteX5339" y="connsiteY5339"/>
              </a:cxn>
              <a:cxn ang="0">
                <a:pos x="connsiteX5340" y="connsiteY5340"/>
              </a:cxn>
              <a:cxn ang="0">
                <a:pos x="connsiteX5341" y="connsiteY5341"/>
              </a:cxn>
              <a:cxn ang="0">
                <a:pos x="connsiteX5342" y="connsiteY5342"/>
              </a:cxn>
              <a:cxn ang="0">
                <a:pos x="connsiteX5343" y="connsiteY5343"/>
              </a:cxn>
              <a:cxn ang="0">
                <a:pos x="connsiteX5344" y="connsiteY5344"/>
              </a:cxn>
              <a:cxn ang="0">
                <a:pos x="connsiteX5345" y="connsiteY5345"/>
              </a:cxn>
              <a:cxn ang="0">
                <a:pos x="connsiteX5346" y="connsiteY5346"/>
              </a:cxn>
              <a:cxn ang="0">
                <a:pos x="connsiteX5347" y="connsiteY5347"/>
              </a:cxn>
              <a:cxn ang="0">
                <a:pos x="connsiteX5348" y="connsiteY5348"/>
              </a:cxn>
              <a:cxn ang="0">
                <a:pos x="connsiteX5349" y="connsiteY5349"/>
              </a:cxn>
              <a:cxn ang="0">
                <a:pos x="connsiteX5350" y="connsiteY5350"/>
              </a:cxn>
              <a:cxn ang="0">
                <a:pos x="connsiteX5351" y="connsiteY5351"/>
              </a:cxn>
              <a:cxn ang="0">
                <a:pos x="connsiteX5352" y="connsiteY5352"/>
              </a:cxn>
              <a:cxn ang="0">
                <a:pos x="connsiteX5353" y="connsiteY5353"/>
              </a:cxn>
              <a:cxn ang="0">
                <a:pos x="connsiteX5354" y="connsiteY5354"/>
              </a:cxn>
              <a:cxn ang="0">
                <a:pos x="connsiteX5355" y="connsiteY5355"/>
              </a:cxn>
              <a:cxn ang="0">
                <a:pos x="connsiteX5356" y="connsiteY5356"/>
              </a:cxn>
              <a:cxn ang="0">
                <a:pos x="connsiteX5357" y="connsiteY5357"/>
              </a:cxn>
              <a:cxn ang="0">
                <a:pos x="connsiteX5358" y="connsiteY5358"/>
              </a:cxn>
              <a:cxn ang="0">
                <a:pos x="connsiteX5359" y="connsiteY5359"/>
              </a:cxn>
              <a:cxn ang="0">
                <a:pos x="connsiteX5360" y="connsiteY5360"/>
              </a:cxn>
              <a:cxn ang="0">
                <a:pos x="connsiteX5361" y="connsiteY5361"/>
              </a:cxn>
              <a:cxn ang="0">
                <a:pos x="connsiteX5362" y="connsiteY5362"/>
              </a:cxn>
              <a:cxn ang="0">
                <a:pos x="connsiteX5363" y="connsiteY5363"/>
              </a:cxn>
              <a:cxn ang="0">
                <a:pos x="connsiteX5364" y="connsiteY5364"/>
              </a:cxn>
              <a:cxn ang="0">
                <a:pos x="connsiteX5365" y="connsiteY5365"/>
              </a:cxn>
              <a:cxn ang="0">
                <a:pos x="connsiteX5366" y="connsiteY5366"/>
              </a:cxn>
              <a:cxn ang="0">
                <a:pos x="connsiteX5367" y="connsiteY5367"/>
              </a:cxn>
              <a:cxn ang="0">
                <a:pos x="connsiteX5368" y="connsiteY5368"/>
              </a:cxn>
              <a:cxn ang="0">
                <a:pos x="connsiteX5369" y="connsiteY5369"/>
              </a:cxn>
              <a:cxn ang="0">
                <a:pos x="connsiteX5370" y="connsiteY5370"/>
              </a:cxn>
              <a:cxn ang="0">
                <a:pos x="connsiteX5371" y="connsiteY5371"/>
              </a:cxn>
              <a:cxn ang="0">
                <a:pos x="connsiteX5372" y="connsiteY5372"/>
              </a:cxn>
              <a:cxn ang="0">
                <a:pos x="connsiteX5373" y="connsiteY5373"/>
              </a:cxn>
              <a:cxn ang="0">
                <a:pos x="connsiteX5374" y="connsiteY5374"/>
              </a:cxn>
              <a:cxn ang="0">
                <a:pos x="connsiteX5375" y="connsiteY5375"/>
              </a:cxn>
              <a:cxn ang="0">
                <a:pos x="connsiteX5376" y="connsiteY5376"/>
              </a:cxn>
              <a:cxn ang="0">
                <a:pos x="connsiteX5377" y="connsiteY5377"/>
              </a:cxn>
              <a:cxn ang="0">
                <a:pos x="connsiteX5378" y="connsiteY5378"/>
              </a:cxn>
              <a:cxn ang="0">
                <a:pos x="connsiteX5379" y="connsiteY5379"/>
              </a:cxn>
              <a:cxn ang="0">
                <a:pos x="connsiteX5380" y="connsiteY5380"/>
              </a:cxn>
              <a:cxn ang="0">
                <a:pos x="connsiteX5381" y="connsiteY5381"/>
              </a:cxn>
              <a:cxn ang="0">
                <a:pos x="connsiteX5382" y="connsiteY5382"/>
              </a:cxn>
              <a:cxn ang="0">
                <a:pos x="connsiteX5383" y="connsiteY5383"/>
              </a:cxn>
              <a:cxn ang="0">
                <a:pos x="connsiteX5384" y="connsiteY5384"/>
              </a:cxn>
              <a:cxn ang="0">
                <a:pos x="connsiteX5385" y="connsiteY5385"/>
              </a:cxn>
              <a:cxn ang="0">
                <a:pos x="connsiteX5386" y="connsiteY5386"/>
              </a:cxn>
              <a:cxn ang="0">
                <a:pos x="connsiteX5387" y="connsiteY5387"/>
              </a:cxn>
              <a:cxn ang="0">
                <a:pos x="connsiteX5388" y="connsiteY5388"/>
              </a:cxn>
              <a:cxn ang="0">
                <a:pos x="connsiteX5389" y="connsiteY5389"/>
              </a:cxn>
              <a:cxn ang="0">
                <a:pos x="connsiteX5390" y="connsiteY5390"/>
              </a:cxn>
              <a:cxn ang="0">
                <a:pos x="connsiteX5391" y="connsiteY5391"/>
              </a:cxn>
              <a:cxn ang="0">
                <a:pos x="connsiteX5392" y="connsiteY5392"/>
              </a:cxn>
              <a:cxn ang="0">
                <a:pos x="connsiteX5393" y="connsiteY5393"/>
              </a:cxn>
              <a:cxn ang="0">
                <a:pos x="connsiteX5394" y="connsiteY5394"/>
              </a:cxn>
              <a:cxn ang="0">
                <a:pos x="connsiteX5395" y="connsiteY5395"/>
              </a:cxn>
              <a:cxn ang="0">
                <a:pos x="connsiteX5396" y="connsiteY5396"/>
              </a:cxn>
              <a:cxn ang="0">
                <a:pos x="connsiteX5397" y="connsiteY5397"/>
              </a:cxn>
              <a:cxn ang="0">
                <a:pos x="connsiteX5398" y="connsiteY5398"/>
              </a:cxn>
              <a:cxn ang="0">
                <a:pos x="connsiteX5399" y="connsiteY5399"/>
              </a:cxn>
              <a:cxn ang="0">
                <a:pos x="connsiteX5400" y="connsiteY5400"/>
              </a:cxn>
              <a:cxn ang="0">
                <a:pos x="connsiteX5401" y="connsiteY5401"/>
              </a:cxn>
              <a:cxn ang="0">
                <a:pos x="connsiteX5402" y="connsiteY5402"/>
              </a:cxn>
              <a:cxn ang="0">
                <a:pos x="connsiteX5403" y="connsiteY5403"/>
              </a:cxn>
              <a:cxn ang="0">
                <a:pos x="connsiteX5404" y="connsiteY5404"/>
              </a:cxn>
              <a:cxn ang="0">
                <a:pos x="connsiteX5405" y="connsiteY5405"/>
              </a:cxn>
              <a:cxn ang="0">
                <a:pos x="connsiteX5406" y="connsiteY5406"/>
              </a:cxn>
              <a:cxn ang="0">
                <a:pos x="connsiteX5407" y="connsiteY5407"/>
              </a:cxn>
              <a:cxn ang="0">
                <a:pos x="connsiteX5408" y="connsiteY5408"/>
              </a:cxn>
              <a:cxn ang="0">
                <a:pos x="connsiteX5409" y="connsiteY5409"/>
              </a:cxn>
              <a:cxn ang="0">
                <a:pos x="connsiteX5410" y="connsiteY5410"/>
              </a:cxn>
              <a:cxn ang="0">
                <a:pos x="connsiteX5411" y="connsiteY5411"/>
              </a:cxn>
              <a:cxn ang="0">
                <a:pos x="connsiteX5412" y="connsiteY5412"/>
              </a:cxn>
              <a:cxn ang="0">
                <a:pos x="connsiteX5413" y="connsiteY5413"/>
              </a:cxn>
              <a:cxn ang="0">
                <a:pos x="connsiteX5414" y="connsiteY5414"/>
              </a:cxn>
              <a:cxn ang="0">
                <a:pos x="connsiteX5415" y="connsiteY5415"/>
              </a:cxn>
              <a:cxn ang="0">
                <a:pos x="connsiteX5416" y="connsiteY5416"/>
              </a:cxn>
              <a:cxn ang="0">
                <a:pos x="connsiteX5417" y="connsiteY5417"/>
              </a:cxn>
              <a:cxn ang="0">
                <a:pos x="connsiteX5418" y="connsiteY5418"/>
              </a:cxn>
              <a:cxn ang="0">
                <a:pos x="connsiteX5419" y="connsiteY5419"/>
              </a:cxn>
              <a:cxn ang="0">
                <a:pos x="connsiteX5420" y="connsiteY5420"/>
              </a:cxn>
              <a:cxn ang="0">
                <a:pos x="connsiteX5421" y="connsiteY5421"/>
              </a:cxn>
              <a:cxn ang="0">
                <a:pos x="connsiteX5422" y="connsiteY5422"/>
              </a:cxn>
              <a:cxn ang="0">
                <a:pos x="connsiteX5423" y="connsiteY5423"/>
              </a:cxn>
              <a:cxn ang="0">
                <a:pos x="connsiteX5424" y="connsiteY5424"/>
              </a:cxn>
              <a:cxn ang="0">
                <a:pos x="connsiteX5425" y="connsiteY5425"/>
              </a:cxn>
              <a:cxn ang="0">
                <a:pos x="connsiteX5426" y="connsiteY5426"/>
              </a:cxn>
              <a:cxn ang="0">
                <a:pos x="connsiteX5427" y="connsiteY5427"/>
              </a:cxn>
              <a:cxn ang="0">
                <a:pos x="connsiteX5428" y="connsiteY5428"/>
              </a:cxn>
              <a:cxn ang="0">
                <a:pos x="connsiteX5429" y="connsiteY5429"/>
              </a:cxn>
              <a:cxn ang="0">
                <a:pos x="connsiteX5430" y="connsiteY5430"/>
              </a:cxn>
              <a:cxn ang="0">
                <a:pos x="connsiteX5431" y="connsiteY5431"/>
              </a:cxn>
              <a:cxn ang="0">
                <a:pos x="connsiteX5432" y="connsiteY5432"/>
              </a:cxn>
              <a:cxn ang="0">
                <a:pos x="connsiteX5433" y="connsiteY5433"/>
              </a:cxn>
              <a:cxn ang="0">
                <a:pos x="connsiteX5434" y="connsiteY5434"/>
              </a:cxn>
              <a:cxn ang="0">
                <a:pos x="connsiteX5435" y="connsiteY5435"/>
              </a:cxn>
              <a:cxn ang="0">
                <a:pos x="connsiteX5436" y="connsiteY5436"/>
              </a:cxn>
              <a:cxn ang="0">
                <a:pos x="connsiteX5437" y="connsiteY5437"/>
              </a:cxn>
              <a:cxn ang="0">
                <a:pos x="connsiteX5438" y="connsiteY5438"/>
              </a:cxn>
              <a:cxn ang="0">
                <a:pos x="connsiteX5439" y="connsiteY5439"/>
              </a:cxn>
              <a:cxn ang="0">
                <a:pos x="connsiteX5440" y="connsiteY5440"/>
              </a:cxn>
              <a:cxn ang="0">
                <a:pos x="connsiteX5441" y="connsiteY5441"/>
              </a:cxn>
              <a:cxn ang="0">
                <a:pos x="connsiteX5442" y="connsiteY5442"/>
              </a:cxn>
              <a:cxn ang="0">
                <a:pos x="connsiteX5443" y="connsiteY5443"/>
              </a:cxn>
              <a:cxn ang="0">
                <a:pos x="connsiteX5444" y="connsiteY5444"/>
              </a:cxn>
              <a:cxn ang="0">
                <a:pos x="connsiteX5445" y="connsiteY5445"/>
              </a:cxn>
              <a:cxn ang="0">
                <a:pos x="connsiteX5446" y="connsiteY5446"/>
              </a:cxn>
              <a:cxn ang="0">
                <a:pos x="connsiteX5447" y="connsiteY5447"/>
              </a:cxn>
              <a:cxn ang="0">
                <a:pos x="connsiteX5448" y="connsiteY5448"/>
              </a:cxn>
              <a:cxn ang="0">
                <a:pos x="connsiteX5449" y="connsiteY5449"/>
              </a:cxn>
              <a:cxn ang="0">
                <a:pos x="connsiteX5450" y="connsiteY5450"/>
              </a:cxn>
              <a:cxn ang="0">
                <a:pos x="connsiteX5451" y="connsiteY5451"/>
              </a:cxn>
              <a:cxn ang="0">
                <a:pos x="connsiteX5452" y="connsiteY5452"/>
              </a:cxn>
              <a:cxn ang="0">
                <a:pos x="connsiteX5453" y="connsiteY5453"/>
              </a:cxn>
              <a:cxn ang="0">
                <a:pos x="connsiteX5454" y="connsiteY5454"/>
              </a:cxn>
              <a:cxn ang="0">
                <a:pos x="connsiteX5455" y="connsiteY5455"/>
              </a:cxn>
              <a:cxn ang="0">
                <a:pos x="connsiteX5456" y="connsiteY5456"/>
              </a:cxn>
              <a:cxn ang="0">
                <a:pos x="connsiteX5457" y="connsiteY5457"/>
              </a:cxn>
              <a:cxn ang="0">
                <a:pos x="connsiteX5458" y="connsiteY5458"/>
              </a:cxn>
              <a:cxn ang="0">
                <a:pos x="connsiteX5459" y="connsiteY5459"/>
              </a:cxn>
              <a:cxn ang="0">
                <a:pos x="connsiteX5460" y="connsiteY5460"/>
              </a:cxn>
              <a:cxn ang="0">
                <a:pos x="connsiteX5461" y="connsiteY5461"/>
              </a:cxn>
              <a:cxn ang="0">
                <a:pos x="connsiteX5462" y="connsiteY5462"/>
              </a:cxn>
              <a:cxn ang="0">
                <a:pos x="connsiteX5463" y="connsiteY5463"/>
              </a:cxn>
              <a:cxn ang="0">
                <a:pos x="connsiteX5464" y="connsiteY5464"/>
              </a:cxn>
              <a:cxn ang="0">
                <a:pos x="connsiteX5465" y="connsiteY5465"/>
              </a:cxn>
              <a:cxn ang="0">
                <a:pos x="connsiteX5466" y="connsiteY5466"/>
              </a:cxn>
              <a:cxn ang="0">
                <a:pos x="connsiteX5467" y="connsiteY5467"/>
              </a:cxn>
              <a:cxn ang="0">
                <a:pos x="connsiteX5468" y="connsiteY5468"/>
              </a:cxn>
              <a:cxn ang="0">
                <a:pos x="connsiteX5469" y="connsiteY5469"/>
              </a:cxn>
              <a:cxn ang="0">
                <a:pos x="connsiteX5470" y="connsiteY5470"/>
              </a:cxn>
              <a:cxn ang="0">
                <a:pos x="connsiteX5471" y="connsiteY5471"/>
              </a:cxn>
              <a:cxn ang="0">
                <a:pos x="connsiteX5472" y="connsiteY5472"/>
              </a:cxn>
              <a:cxn ang="0">
                <a:pos x="connsiteX5473" y="connsiteY5473"/>
              </a:cxn>
              <a:cxn ang="0">
                <a:pos x="connsiteX5474" y="connsiteY5474"/>
              </a:cxn>
              <a:cxn ang="0">
                <a:pos x="connsiteX5475" y="connsiteY5475"/>
              </a:cxn>
              <a:cxn ang="0">
                <a:pos x="connsiteX5476" y="connsiteY5476"/>
              </a:cxn>
              <a:cxn ang="0">
                <a:pos x="connsiteX5477" y="connsiteY5477"/>
              </a:cxn>
              <a:cxn ang="0">
                <a:pos x="connsiteX5478" y="connsiteY5478"/>
              </a:cxn>
              <a:cxn ang="0">
                <a:pos x="connsiteX5479" y="connsiteY5479"/>
              </a:cxn>
              <a:cxn ang="0">
                <a:pos x="connsiteX5480" y="connsiteY5480"/>
              </a:cxn>
              <a:cxn ang="0">
                <a:pos x="connsiteX5481" y="connsiteY5481"/>
              </a:cxn>
              <a:cxn ang="0">
                <a:pos x="connsiteX5482" y="connsiteY5482"/>
              </a:cxn>
              <a:cxn ang="0">
                <a:pos x="connsiteX5483" y="connsiteY5483"/>
              </a:cxn>
              <a:cxn ang="0">
                <a:pos x="connsiteX5484" y="connsiteY5484"/>
              </a:cxn>
              <a:cxn ang="0">
                <a:pos x="connsiteX5485" y="connsiteY5485"/>
              </a:cxn>
              <a:cxn ang="0">
                <a:pos x="connsiteX5486" y="connsiteY5486"/>
              </a:cxn>
              <a:cxn ang="0">
                <a:pos x="connsiteX5487" y="connsiteY5487"/>
              </a:cxn>
              <a:cxn ang="0">
                <a:pos x="connsiteX5488" y="connsiteY5488"/>
              </a:cxn>
              <a:cxn ang="0">
                <a:pos x="connsiteX5489" y="connsiteY5489"/>
              </a:cxn>
              <a:cxn ang="0">
                <a:pos x="connsiteX5490" y="connsiteY5490"/>
              </a:cxn>
              <a:cxn ang="0">
                <a:pos x="connsiteX5491" y="connsiteY5491"/>
              </a:cxn>
              <a:cxn ang="0">
                <a:pos x="connsiteX5492" y="connsiteY5492"/>
              </a:cxn>
              <a:cxn ang="0">
                <a:pos x="connsiteX5493" y="connsiteY5493"/>
              </a:cxn>
              <a:cxn ang="0">
                <a:pos x="connsiteX5494" y="connsiteY5494"/>
              </a:cxn>
              <a:cxn ang="0">
                <a:pos x="connsiteX5495" y="connsiteY5495"/>
              </a:cxn>
              <a:cxn ang="0">
                <a:pos x="connsiteX5496" y="connsiteY5496"/>
              </a:cxn>
              <a:cxn ang="0">
                <a:pos x="connsiteX5497" y="connsiteY5497"/>
              </a:cxn>
              <a:cxn ang="0">
                <a:pos x="connsiteX5498" y="connsiteY5498"/>
              </a:cxn>
              <a:cxn ang="0">
                <a:pos x="connsiteX5499" y="connsiteY5499"/>
              </a:cxn>
              <a:cxn ang="0">
                <a:pos x="connsiteX5500" y="connsiteY5500"/>
              </a:cxn>
              <a:cxn ang="0">
                <a:pos x="connsiteX5501" y="connsiteY5501"/>
              </a:cxn>
              <a:cxn ang="0">
                <a:pos x="connsiteX5502" y="connsiteY5502"/>
              </a:cxn>
              <a:cxn ang="0">
                <a:pos x="connsiteX5503" y="connsiteY5503"/>
              </a:cxn>
              <a:cxn ang="0">
                <a:pos x="connsiteX5504" y="connsiteY5504"/>
              </a:cxn>
              <a:cxn ang="0">
                <a:pos x="connsiteX5505" y="connsiteY5505"/>
              </a:cxn>
              <a:cxn ang="0">
                <a:pos x="connsiteX5506" y="connsiteY5506"/>
              </a:cxn>
              <a:cxn ang="0">
                <a:pos x="connsiteX5507" y="connsiteY5507"/>
              </a:cxn>
              <a:cxn ang="0">
                <a:pos x="connsiteX5508" y="connsiteY5508"/>
              </a:cxn>
              <a:cxn ang="0">
                <a:pos x="connsiteX5509" y="connsiteY5509"/>
              </a:cxn>
              <a:cxn ang="0">
                <a:pos x="connsiteX5510" y="connsiteY5510"/>
              </a:cxn>
              <a:cxn ang="0">
                <a:pos x="connsiteX5511" y="connsiteY5511"/>
              </a:cxn>
              <a:cxn ang="0">
                <a:pos x="connsiteX5512" y="connsiteY5512"/>
              </a:cxn>
              <a:cxn ang="0">
                <a:pos x="connsiteX5513" y="connsiteY5513"/>
              </a:cxn>
              <a:cxn ang="0">
                <a:pos x="connsiteX5514" y="connsiteY5514"/>
              </a:cxn>
              <a:cxn ang="0">
                <a:pos x="connsiteX5515" y="connsiteY5515"/>
              </a:cxn>
              <a:cxn ang="0">
                <a:pos x="connsiteX5516" y="connsiteY5516"/>
              </a:cxn>
              <a:cxn ang="0">
                <a:pos x="connsiteX5517" y="connsiteY5517"/>
              </a:cxn>
              <a:cxn ang="0">
                <a:pos x="connsiteX5518" y="connsiteY5518"/>
              </a:cxn>
              <a:cxn ang="0">
                <a:pos x="connsiteX5519" y="connsiteY5519"/>
              </a:cxn>
              <a:cxn ang="0">
                <a:pos x="connsiteX5520" y="connsiteY5520"/>
              </a:cxn>
              <a:cxn ang="0">
                <a:pos x="connsiteX5521" y="connsiteY5521"/>
              </a:cxn>
              <a:cxn ang="0">
                <a:pos x="connsiteX5522" y="connsiteY5522"/>
              </a:cxn>
              <a:cxn ang="0">
                <a:pos x="connsiteX5523" y="connsiteY5523"/>
              </a:cxn>
              <a:cxn ang="0">
                <a:pos x="connsiteX5524" y="connsiteY5524"/>
              </a:cxn>
              <a:cxn ang="0">
                <a:pos x="connsiteX5525" y="connsiteY5525"/>
              </a:cxn>
              <a:cxn ang="0">
                <a:pos x="connsiteX5526" y="connsiteY5526"/>
              </a:cxn>
              <a:cxn ang="0">
                <a:pos x="connsiteX5527" y="connsiteY5527"/>
              </a:cxn>
              <a:cxn ang="0">
                <a:pos x="connsiteX5528" y="connsiteY5528"/>
              </a:cxn>
              <a:cxn ang="0">
                <a:pos x="connsiteX5529" y="connsiteY5529"/>
              </a:cxn>
              <a:cxn ang="0">
                <a:pos x="connsiteX5530" y="connsiteY5530"/>
              </a:cxn>
              <a:cxn ang="0">
                <a:pos x="connsiteX5531" y="connsiteY5531"/>
              </a:cxn>
              <a:cxn ang="0">
                <a:pos x="connsiteX5532" y="connsiteY5532"/>
              </a:cxn>
              <a:cxn ang="0">
                <a:pos x="connsiteX5533" y="connsiteY5533"/>
              </a:cxn>
              <a:cxn ang="0">
                <a:pos x="connsiteX5534" y="connsiteY5534"/>
              </a:cxn>
              <a:cxn ang="0">
                <a:pos x="connsiteX5535" y="connsiteY5535"/>
              </a:cxn>
              <a:cxn ang="0">
                <a:pos x="connsiteX5536" y="connsiteY5536"/>
              </a:cxn>
              <a:cxn ang="0">
                <a:pos x="connsiteX5537" y="connsiteY5537"/>
              </a:cxn>
              <a:cxn ang="0">
                <a:pos x="connsiteX5538" y="connsiteY5538"/>
              </a:cxn>
              <a:cxn ang="0">
                <a:pos x="connsiteX5539" y="connsiteY5539"/>
              </a:cxn>
              <a:cxn ang="0">
                <a:pos x="connsiteX5540" y="connsiteY5540"/>
              </a:cxn>
              <a:cxn ang="0">
                <a:pos x="connsiteX5541" y="connsiteY5541"/>
              </a:cxn>
              <a:cxn ang="0">
                <a:pos x="connsiteX5542" y="connsiteY5542"/>
              </a:cxn>
              <a:cxn ang="0">
                <a:pos x="connsiteX5543" y="connsiteY5543"/>
              </a:cxn>
              <a:cxn ang="0">
                <a:pos x="connsiteX5544" y="connsiteY5544"/>
              </a:cxn>
              <a:cxn ang="0">
                <a:pos x="connsiteX5545" y="connsiteY5545"/>
              </a:cxn>
              <a:cxn ang="0">
                <a:pos x="connsiteX5546" y="connsiteY5546"/>
              </a:cxn>
              <a:cxn ang="0">
                <a:pos x="connsiteX5547" y="connsiteY5547"/>
              </a:cxn>
              <a:cxn ang="0">
                <a:pos x="connsiteX5548" y="connsiteY5548"/>
              </a:cxn>
              <a:cxn ang="0">
                <a:pos x="connsiteX5549" y="connsiteY5549"/>
              </a:cxn>
              <a:cxn ang="0">
                <a:pos x="connsiteX5550" y="connsiteY5550"/>
              </a:cxn>
              <a:cxn ang="0">
                <a:pos x="connsiteX5551" y="connsiteY5551"/>
              </a:cxn>
              <a:cxn ang="0">
                <a:pos x="connsiteX5552" y="connsiteY5552"/>
              </a:cxn>
              <a:cxn ang="0">
                <a:pos x="connsiteX5553" y="connsiteY5553"/>
              </a:cxn>
              <a:cxn ang="0">
                <a:pos x="connsiteX5554" y="connsiteY5554"/>
              </a:cxn>
              <a:cxn ang="0">
                <a:pos x="connsiteX5555" y="connsiteY5555"/>
              </a:cxn>
              <a:cxn ang="0">
                <a:pos x="connsiteX5556" y="connsiteY5556"/>
              </a:cxn>
              <a:cxn ang="0">
                <a:pos x="connsiteX5557" y="connsiteY5557"/>
              </a:cxn>
              <a:cxn ang="0">
                <a:pos x="connsiteX5558" y="connsiteY5558"/>
              </a:cxn>
              <a:cxn ang="0">
                <a:pos x="connsiteX5559" y="connsiteY5559"/>
              </a:cxn>
              <a:cxn ang="0">
                <a:pos x="connsiteX5560" y="connsiteY5560"/>
              </a:cxn>
              <a:cxn ang="0">
                <a:pos x="connsiteX5561" y="connsiteY5561"/>
              </a:cxn>
              <a:cxn ang="0">
                <a:pos x="connsiteX5562" y="connsiteY5562"/>
              </a:cxn>
              <a:cxn ang="0">
                <a:pos x="connsiteX5563" y="connsiteY5563"/>
              </a:cxn>
              <a:cxn ang="0">
                <a:pos x="connsiteX5564" y="connsiteY5564"/>
              </a:cxn>
              <a:cxn ang="0">
                <a:pos x="connsiteX5565" y="connsiteY5565"/>
              </a:cxn>
              <a:cxn ang="0">
                <a:pos x="connsiteX5566" y="connsiteY5566"/>
              </a:cxn>
              <a:cxn ang="0">
                <a:pos x="connsiteX5567" y="connsiteY5567"/>
              </a:cxn>
              <a:cxn ang="0">
                <a:pos x="connsiteX5568" y="connsiteY5568"/>
              </a:cxn>
              <a:cxn ang="0">
                <a:pos x="connsiteX5569" y="connsiteY5569"/>
              </a:cxn>
              <a:cxn ang="0">
                <a:pos x="connsiteX5570" y="connsiteY5570"/>
              </a:cxn>
              <a:cxn ang="0">
                <a:pos x="connsiteX5571" y="connsiteY5571"/>
              </a:cxn>
              <a:cxn ang="0">
                <a:pos x="connsiteX5572" y="connsiteY5572"/>
              </a:cxn>
              <a:cxn ang="0">
                <a:pos x="connsiteX5573" y="connsiteY5573"/>
              </a:cxn>
              <a:cxn ang="0">
                <a:pos x="connsiteX5574" y="connsiteY5574"/>
              </a:cxn>
              <a:cxn ang="0">
                <a:pos x="connsiteX5575" y="connsiteY5575"/>
              </a:cxn>
              <a:cxn ang="0">
                <a:pos x="connsiteX5576" y="connsiteY5576"/>
              </a:cxn>
              <a:cxn ang="0">
                <a:pos x="connsiteX5577" y="connsiteY5577"/>
              </a:cxn>
              <a:cxn ang="0">
                <a:pos x="connsiteX5578" y="connsiteY5578"/>
              </a:cxn>
              <a:cxn ang="0">
                <a:pos x="connsiteX5579" y="connsiteY5579"/>
              </a:cxn>
              <a:cxn ang="0">
                <a:pos x="connsiteX5580" y="connsiteY5580"/>
              </a:cxn>
              <a:cxn ang="0">
                <a:pos x="connsiteX5581" y="connsiteY5581"/>
              </a:cxn>
              <a:cxn ang="0">
                <a:pos x="connsiteX5582" y="connsiteY5582"/>
              </a:cxn>
              <a:cxn ang="0">
                <a:pos x="connsiteX5583" y="connsiteY5583"/>
              </a:cxn>
              <a:cxn ang="0">
                <a:pos x="connsiteX5584" y="connsiteY5584"/>
              </a:cxn>
              <a:cxn ang="0">
                <a:pos x="connsiteX5585" y="connsiteY5585"/>
              </a:cxn>
              <a:cxn ang="0">
                <a:pos x="connsiteX5586" y="connsiteY5586"/>
              </a:cxn>
              <a:cxn ang="0">
                <a:pos x="connsiteX5587" y="connsiteY5587"/>
              </a:cxn>
              <a:cxn ang="0">
                <a:pos x="connsiteX5588" y="connsiteY5588"/>
              </a:cxn>
              <a:cxn ang="0">
                <a:pos x="connsiteX5589" y="connsiteY5589"/>
              </a:cxn>
              <a:cxn ang="0">
                <a:pos x="connsiteX5590" y="connsiteY5590"/>
              </a:cxn>
              <a:cxn ang="0">
                <a:pos x="connsiteX5591" y="connsiteY5591"/>
              </a:cxn>
              <a:cxn ang="0">
                <a:pos x="connsiteX5592" y="connsiteY5592"/>
              </a:cxn>
              <a:cxn ang="0">
                <a:pos x="connsiteX5593" y="connsiteY5593"/>
              </a:cxn>
              <a:cxn ang="0">
                <a:pos x="connsiteX5594" y="connsiteY5594"/>
              </a:cxn>
              <a:cxn ang="0">
                <a:pos x="connsiteX5595" y="connsiteY5595"/>
              </a:cxn>
              <a:cxn ang="0">
                <a:pos x="connsiteX5596" y="connsiteY5596"/>
              </a:cxn>
              <a:cxn ang="0">
                <a:pos x="connsiteX5597" y="connsiteY5597"/>
              </a:cxn>
              <a:cxn ang="0">
                <a:pos x="connsiteX5598" y="connsiteY5598"/>
              </a:cxn>
              <a:cxn ang="0">
                <a:pos x="connsiteX5599" y="connsiteY5599"/>
              </a:cxn>
              <a:cxn ang="0">
                <a:pos x="connsiteX5600" y="connsiteY5600"/>
              </a:cxn>
              <a:cxn ang="0">
                <a:pos x="connsiteX5601" y="connsiteY5601"/>
              </a:cxn>
              <a:cxn ang="0">
                <a:pos x="connsiteX5602" y="connsiteY5602"/>
              </a:cxn>
              <a:cxn ang="0">
                <a:pos x="connsiteX5603" y="connsiteY5603"/>
              </a:cxn>
              <a:cxn ang="0">
                <a:pos x="connsiteX5604" y="connsiteY5604"/>
              </a:cxn>
              <a:cxn ang="0">
                <a:pos x="connsiteX5605" y="connsiteY5605"/>
              </a:cxn>
              <a:cxn ang="0">
                <a:pos x="connsiteX5606" y="connsiteY5606"/>
              </a:cxn>
              <a:cxn ang="0">
                <a:pos x="connsiteX5607" y="connsiteY5607"/>
              </a:cxn>
              <a:cxn ang="0">
                <a:pos x="connsiteX5608" y="connsiteY5608"/>
              </a:cxn>
              <a:cxn ang="0">
                <a:pos x="connsiteX5609" y="connsiteY5609"/>
              </a:cxn>
              <a:cxn ang="0">
                <a:pos x="connsiteX5610" y="connsiteY5610"/>
              </a:cxn>
              <a:cxn ang="0">
                <a:pos x="connsiteX5611" y="connsiteY5611"/>
              </a:cxn>
              <a:cxn ang="0">
                <a:pos x="connsiteX5612" y="connsiteY5612"/>
              </a:cxn>
              <a:cxn ang="0">
                <a:pos x="connsiteX5613" y="connsiteY5613"/>
              </a:cxn>
              <a:cxn ang="0">
                <a:pos x="connsiteX5614" y="connsiteY5614"/>
              </a:cxn>
              <a:cxn ang="0">
                <a:pos x="connsiteX5615" y="connsiteY5615"/>
              </a:cxn>
              <a:cxn ang="0">
                <a:pos x="connsiteX5616" y="connsiteY5616"/>
              </a:cxn>
              <a:cxn ang="0">
                <a:pos x="connsiteX5617" y="connsiteY5617"/>
              </a:cxn>
              <a:cxn ang="0">
                <a:pos x="connsiteX5618" y="connsiteY5618"/>
              </a:cxn>
              <a:cxn ang="0">
                <a:pos x="connsiteX5619" y="connsiteY5619"/>
              </a:cxn>
              <a:cxn ang="0">
                <a:pos x="connsiteX5620" y="connsiteY5620"/>
              </a:cxn>
              <a:cxn ang="0">
                <a:pos x="connsiteX5621" y="connsiteY5621"/>
              </a:cxn>
              <a:cxn ang="0">
                <a:pos x="connsiteX5622" y="connsiteY5622"/>
              </a:cxn>
              <a:cxn ang="0">
                <a:pos x="connsiteX5623" y="connsiteY5623"/>
              </a:cxn>
              <a:cxn ang="0">
                <a:pos x="connsiteX5624" y="connsiteY5624"/>
              </a:cxn>
              <a:cxn ang="0">
                <a:pos x="connsiteX5625" y="connsiteY5625"/>
              </a:cxn>
              <a:cxn ang="0">
                <a:pos x="connsiteX5626" y="connsiteY5626"/>
              </a:cxn>
              <a:cxn ang="0">
                <a:pos x="connsiteX5627" y="connsiteY5627"/>
              </a:cxn>
              <a:cxn ang="0">
                <a:pos x="connsiteX5628" y="connsiteY5628"/>
              </a:cxn>
              <a:cxn ang="0">
                <a:pos x="connsiteX5629" y="connsiteY5629"/>
              </a:cxn>
              <a:cxn ang="0">
                <a:pos x="connsiteX5630" y="connsiteY5630"/>
              </a:cxn>
              <a:cxn ang="0">
                <a:pos x="connsiteX5631" y="connsiteY5631"/>
              </a:cxn>
              <a:cxn ang="0">
                <a:pos x="connsiteX5632" y="connsiteY5632"/>
              </a:cxn>
              <a:cxn ang="0">
                <a:pos x="connsiteX5633" y="connsiteY5633"/>
              </a:cxn>
              <a:cxn ang="0">
                <a:pos x="connsiteX5634" y="connsiteY5634"/>
              </a:cxn>
              <a:cxn ang="0">
                <a:pos x="connsiteX5635" y="connsiteY5635"/>
              </a:cxn>
              <a:cxn ang="0">
                <a:pos x="connsiteX5636" y="connsiteY5636"/>
              </a:cxn>
              <a:cxn ang="0">
                <a:pos x="connsiteX5637" y="connsiteY5637"/>
              </a:cxn>
              <a:cxn ang="0">
                <a:pos x="connsiteX5638" y="connsiteY5638"/>
              </a:cxn>
              <a:cxn ang="0">
                <a:pos x="connsiteX5639" y="connsiteY5639"/>
              </a:cxn>
              <a:cxn ang="0">
                <a:pos x="connsiteX5640" y="connsiteY5640"/>
              </a:cxn>
              <a:cxn ang="0">
                <a:pos x="connsiteX5641" y="connsiteY5641"/>
              </a:cxn>
              <a:cxn ang="0">
                <a:pos x="connsiteX5642" y="connsiteY5642"/>
              </a:cxn>
              <a:cxn ang="0">
                <a:pos x="connsiteX5643" y="connsiteY5643"/>
              </a:cxn>
              <a:cxn ang="0">
                <a:pos x="connsiteX5644" y="connsiteY5644"/>
              </a:cxn>
              <a:cxn ang="0">
                <a:pos x="connsiteX5645" y="connsiteY5645"/>
              </a:cxn>
              <a:cxn ang="0">
                <a:pos x="connsiteX5646" y="connsiteY5646"/>
              </a:cxn>
              <a:cxn ang="0">
                <a:pos x="connsiteX5647" y="connsiteY5647"/>
              </a:cxn>
              <a:cxn ang="0">
                <a:pos x="connsiteX5648" y="connsiteY5648"/>
              </a:cxn>
              <a:cxn ang="0">
                <a:pos x="connsiteX5649" y="connsiteY5649"/>
              </a:cxn>
              <a:cxn ang="0">
                <a:pos x="connsiteX5650" y="connsiteY5650"/>
              </a:cxn>
              <a:cxn ang="0">
                <a:pos x="connsiteX5651" y="connsiteY5651"/>
              </a:cxn>
              <a:cxn ang="0">
                <a:pos x="connsiteX5652" y="connsiteY5652"/>
              </a:cxn>
              <a:cxn ang="0">
                <a:pos x="connsiteX5653" y="connsiteY5653"/>
              </a:cxn>
              <a:cxn ang="0">
                <a:pos x="connsiteX5654" y="connsiteY5654"/>
              </a:cxn>
              <a:cxn ang="0">
                <a:pos x="connsiteX5655" y="connsiteY5655"/>
              </a:cxn>
              <a:cxn ang="0">
                <a:pos x="connsiteX5656" y="connsiteY5656"/>
              </a:cxn>
              <a:cxn ang="0">
                <a:pos x="connsiteX5657" y="connsiteY5657"/>
              </a:cxn>
              <a:cxn ang="0">
                <a:pos x="connsiteX5658" y="connsiteY5658"/>
              </a:cxn>
              <a:cxn ang="0">
                <a:pos x="connsiteX5659" y="connsiteY5659"/>
              </a:cxn>
              <a:cxn ang="0">
                <a:pos x="connsiteX5660" y="connsiteY5660"/>
              </a:cxn>
              <a:cxn ang="0">
                <a:pos x="connsiteX5661" y="connsiteY5661"/>
              </a:cxn>
              <a:cxn ang="0">
                <a:pos x="connsiteX5662" y="connsiteY5662"/>
              </a:cxn>
              <a:cxn ang="0">
                <a:pos x="connsiteX5663" y="connsiteY5663"/>
              </a:cxn>
              <a:cxn ang="0">
                <a:pos x="connsiteX5664" y="connsiteY5664"/>
              </a:cxn>
              <a:cxn ang="0">
                <a:pos x="connsiteX5665" y="connsiteY5665"/>
              </a:cxn>
              <a:cxn ang="0">
                <a:pos x="connsiteX5666" y="connsiteY5666"/>
              </a:cxn>
              <a:cxn ang="0">
                <a:pos x="connsiteX5667" y="connsiteY5667"/>
              </a:cxn>
              <a:cxn ang="0">
                <a:pos x="connsiteX5668" y="connsiteY5668"/>
              </a:cxn>
              <a:cxn ang="0">
                <a:pos x="connsiteX5669" y="connsiteY5669"/>
              </a:cxn>
              <a:cxn ang="0">
                <a:pos x="connsiteX5670" y="connsiteY5670"/>
              </a:cxn>
              <a:cxn ang="0">
                <a:pos x="connsiteX5671" y="connsiteY5671"/>
              </a:cxn>
              <a:cxn ang="0">
                <a:pos x="connsiteX5672" y="connsiteY5672"/>
              </a:cxn>
              <a:cxn ang="0">
                <a:pos x="connsiteX5673" y="connsiteY5673"/>
              </a:cxn>
              <a:cxn ang="0">
                <a:pos x="connsiteX5674" y="connsiteY5674"/>
              </a:cxn>
              <a:cxn ang="0">
                <a:pos x="connsiteX5675" y="connsiteY5675"/>
              </a:cxn>
              <a:cxn ang="0">
                <a:pos x="connsiteX5676" y="connsiteY5676"/>
              </a:cxn>
              <a:cxn ang="0">
                <a:pos x="connsiteX5677" y="connsiteY5677"/>
              </a:cxn>
              <a:cxn ang="0">
                <a:pos x="connsiteX5678" y="connsiteY5678"/>
              </a:cxn>
              <a:cxn ang="0">
                <a:pos x="connsiteX5679" y="connsiteY5679"/>
              </a:cxn>
              <a:cxn ang="0">
                <a:pos x="connsiteX5680" y="connsiteY5680"/>
              </a:cxn>
              <a:cxn ang="0">
                <a:pos x="connsiteX5681" y="connsiteY5681"/>
              </a:cxn>
              <a:cxn ang="0">
                <a:pos x="connsiteX5682" y="connsiteY5682"/>
              </a:cxn>
              <a:cxn ang="0">
                <a:pos x="connsiteX5683" y="connsiteY5683"/>
              </a:cxn>
              <a:cxn ang="0">
                <a:pos x="connsiteX5684" y="connsiteY5684"/>
              </a:cxn>
              <a:cxn ang="0">
                <a:pos x="connsiteX5685" y="connsiteY5685"/>
              </a:cxn>
              <a:cxn ang="0">
                <a:pos x="connsiteX5686" y="connsiteY5686"/>
              </a:cxn>
              <a:cxn ang="0">
                <a:pos x="connsiteX5687" y="connsiteY5687"/>
              </a:cxn>
              <a:cxn ang="0">
                <a:pos x="connsiteX5688" y="connsiteY5688"/>
              </a:cxn>
              <a:cxn ang="0">
                <a:pos x="connsiteX5689" y="connsiteY5689"/>
              </a:cxn>
              <a:cxn ang="0">
                <a:pos x="connsiteX5690" y="connsiteY5690"/>
              </a:cxn>
              <a:cxn ang="0">
                <a:pos x="connsiteX5691" y="connsiteY5691"/>
              </a:cxn>
              <a:cxn ang="0">
                <a:pos x="connsiteX5692" y="connsiteY5692"/>
              </a:cxn>
              <a:cxn ang="0">
                <a:pos x="connsiteX5693" y="connsiteY5693"/>
              </a:cxn>
              <a:cxn ang="0">
                <a:pos x="connsiteX5694" y="connsiteY5694"/>
              </a:cxn>
              <a:cxn ang="0">
                <a:pos x="connsiteX5695" y="connsiteY5695"/>
              </a:cxn>
              <a:cxn ang="0">
                <a:pos x="connsiteX5696" y="connsiteY5696"/>
              </a:cxn>
              <a:cxn ang="0">
                <a:pos x="connsiteX5697" y="connsiteY5697"/>
              </a:cxn>
              <a:cxn ang="0">
                <a:pos x="connsiteX5698" y="connsiteY5698"/>
              </a:cxn>
              <a:cxn ang="0">
                <a:pos x="connsiteX5699" y="connsiteY5699"/>
              </a:cxn>
              <a:cxn ang="0">
                <a:pos x="connsiteX5700" y="connsiteY5700"/>
              </a:cxn>
              <a:cxn ang="0">
                <a:pos x="connsiteX5701" y="connsiteY5701"/>
              </a:cxn>
              <a:cxn ang="0">
                <a:pos x="connsiteX5702" y="connsiteY5702"/>
              </a:cxn>
              <a:cxn ang="0">
                <a:pos x="connsiteX5703" y="connsiteY5703"/>
              </a:cxn>
              <a:cxn ang="0">
                <a:pos x="connsiteX5704" y="connsiteY5704"/>
              </a:cxn>
              <a:cxn ang="0">
                <a:pos x="connsiteX5705" y="connsiteY5705"/>
              </a:cxn>
              <a:cxn ang="0">
                <a:pos x="connsiteX5706" y="connsiteY5706"/>
              </a:cxn>
              <a:cxn ang="0">
                <a:pos x="connsiteX5707" y="connsiteY5707"/>
              </a:cxn>
              <a:cxn ang="0">
                <a:pos x="connsiteX5708" y="connsiteY5708"/>
              </a:cxn>
              <a:cxn ang="0">
                <a:pos x="connsiteX5709" y="connsiteY5709"/>
              </a:cxn>
              <a:cxn ang="0">
                <a:pos x="connsiteX5710" y="connsiteY5710"/>
              </a:cxn>
              <a:cxn ang="0">
                <a:pos x="connsiteX5711" y="connsiteY5711"/>
              </a:cxn>
              <a:cxn ang="0">
                <a:pos x="connsiteX5712" y="connsiteY5712"/>
              </a:cxn>
              <a:cxn ang="0">
                <a:pos x="connsiteX5713" y="connsiteY5713"/>
              </a:cxn>
              <a:cxn ang="0">
                <a:pos x="connsiteX5714" y="connsiteY5714"/>
              </a:cxn>
              <a:cxn ang="0">
                <a:pos x="connsiteX5715" y="connsiteY5715"/>
              </a:cxn>
              <a:cxn ang="0">
                <a:pos x="connsiteX5716" y="connsiteY5716"/>
              </a:cxn>
              <a:cxn ang="0">
                <a:pos x="connsiteX5717" y="connsiteY5717"/>
              </a:cxn>
              <a:cxn ang="0">
                <a:pos x="connsiteX5718" y="connsiteY5718"/>
              </a:cxn>
              <a:cxn ang="0">
                <a:pos x="connsiteX5719" y="connsiteY5719"/>
              </a:cxn>
              <a:cxn ang="0">
                <a:pos x="connsiteX5720" y="connsiteY5720"/>
              </a:cxn>
              <a:cxn ang="0">
                <a:pos x="connsiteX5721" y="connsiteY5721"/>
              </a:cxn>
              <a:cxn ang="0">
                <a:pos x="connsiteX5722" y="connsiteY5722"/>
              </a:cxn>
              <a:cxn ang="0">
                <a:pos x="connsiteX5723" y="connsiteY5723"/>
              </a:cxn>
              <a:cxn ang="0">
                <a:pos x="connsiteX5724" y="connsiteY5724"/>
              </a:cxn>
              <a:cxn ang="0">
                <a:pos x="connsiteX5725" y="connsiteY5725"/>
              </a:cxn>
              <a:cxn ang="0">
                <a:pos x="connsiteX5726" y="connsiteY5726"/>
              </a:cxn>
              <a:cxn ang="0">
                <a:pos x="connsiteX5727" y="connsiteY5727"/>
              </a:cxn>
              <a:cxn ang="0">
                <a:pos x="connsiteX5728" y="connsiteY5728"/>
              </a:cxn>
              <a:cxn ang="0">
                <a:pos x="connsiteX5729" y="connsiteY5729"/>
              </a:cxn>
              <a:cxn ang="0">
                <a:pos x="connsiteX5730" y="connsiteY5730"/>
              </a:cxn>
              <a:cxn ang="0">
                <a:pos x="connsiteX5731" y="connsiteY5731"/>
              </a:cxn>
              <a:cxn ang="0">
                <a:pos x="connsiteX5732" y="connsiteY5732"/>
              </a:cxn>
              <a:cxn ang="0">
                <a:pos x="connsiteX5733" y="connsiteY5733"/>
              </a:cxn>
              <a:cxn ang="0">
                <a:pos x="connsiteX5734" y="connsiteY5734"/>
              </a:cxn>
              <a:cxn ang="0">
                <a:pos x="connsiteX5735" y="connsiteY5735"/>
              </a:cxn>
              <a:cxn ang="0">
                <a:pos x="connsiteX5736" y="connsiteY5736"/>
              </a:cxn>
              <a:cxn ang="0">
                <a:pos x="connsiteX5737" y="connsiteY5737"/>
              </a:cxn>
              <a:cxn ang="0">
                <a:pos x="connsiteX5738" y="connsiteY5738"/>
              </a:cxn>
              <a:cxn ang="0">
                <a:pos x="connsiteX5739" y="connsiteY5739"/>
              </a:cxn>
              <a:cxn ang="0">
                <a:pos x="connsiteX5740" y="connsiteY5740"/>
              </a:cxn>
              <a:cxn ang="0">
                <a:pos x="connsiteX5741" y="connsiteY5741"/>
              </a:cxn>
              <a:cxn ang="0">
                <a:pos x="connsiteX5742" y="connsiteY5742"/>
              </a:cxn>
              <a:cxn ang="0">
                <a:pos x="connsiteX5743" y="connsiteY5743"/>
              </a:cxn>
              <a:cxn ang="0">
                <a:pos x="connsiteX5744" y="connsiteY5744"/>
              </a:cxn>
              <a:cxn ang="0">
                <a:pos x="connsiteX5745" y="connsiteY5745"/>
              </a:cxn>
              <a:cxn ang="0">
                <a:pos x="connsiteX5746" y="connsiteY5746"/>
              </a:cxn>
              <a:cxn ang="0">
                <a:pos x="connsiteX5747" y="connsiteY5747"/>
              </a:cxn>
              <a:cxn ang="0">
                <a:pos x="connsiteX5748" y="connsiteY5748"/>
              </a:cxn>
              <a:cxn ang="0">
                <a:pos x="connsiteX5749" y="connsiteY5749"/>
              </a:cxn>
              <a:cxn ang="0">
                <a:pos x="connsiteX5750" y="connsiteY5750"/>
              </a:cxn>
              <a:cxn ang="0">
                <a:pos x="connsiteX5751" y="connsiteY5751"/>
              </a:cxn>
              <a:cxn ang="0">
                <a:pos x="connsiteX5752" y="connsiteY5752"/>
              </a:cxn>
              <a:cxn ang="0">
                <a:pos x="connsiteX5753" y="connsiteY5753"/>
              </a:cxn>
              <a:cxn ang="0">
                <a:pos x="connsiteX5754" y="connsiteY5754"/>
              </a:cxn>
              <a:cxn ang="0">
                <a:pos x="connsiteX5755" y="connsiteY5755"/>
              </a:cxn>
              <a:cxn ang="0">
                <a:pos x="connsiteX5756" y="connsiteY5756"/>
              </a:cxn>
              <a:cxn ang="0">
                <a:pos x="connsiteX5757" y="connsiteY5757"/>
              </a:cxn>
              <a:cxn ang="0">
                <a:pos x="connsiteX5758" y="connsiteY5758"/>
              </a:cxn>
              <a:cxn ang="0">
                <a:pos x="connsiteX5759" y="connsiteY5759"/>
              </a:cxn>
              <a:cxn ang="0">
                <a:pos x="connsiteX5760" y="connsiteY5760"/>
              </a:cxn>
              <a:cxn ang="0">
                <a:pos x="connsiteX5761" y="connsiteY5761"/>
              </a:cxn>
              <a:cxn ang="0">
                <a:pos x="connsiteX5762" y="connsiteY5762"/>
              </a:cxn>
              <a:cxn ang="0">
                <a:pos x="connsiteX5763" y="connsiteY5763"/>
              </a:cxn>
              <a:cxn ang="0">
                <a:pos x="connsiteX5764" y="connsiteY5764"/>
              </a:cxn>
              <a:cxn ang="0">
                <a:pos x="connsiteX5765" y="connsiteY5765"/>
              </a:cxn>
              <a:cxn ang="0">
                <a:pos x="connsiteX5766" y="connsiteY5766"/>
              </a:cxn>
              <a:cxn ang="0">
                <a:pos x="connsiteX5767" y="connsiteY5767"/>
              </a:cxn>
              <a:cxn ang="0">
                <a:pos x="connsiteX5768" y="connsiteY5768"/>
              </a:cxn>
              <a:cxn ang="0">
                <a:pos x="connsiteX5769" y="connsiteY5769"/>
              </a:cxn>
              <a:cxn ang="0">
                <a:pos x="connsiteX5770" y="connsiteY5770"/>
              </a:cxn>
              <a:cxn ang="0">
                <a:pos x="connsiteX5771" y="connsiteY5771"/>
              </a:cxn>
              <a:cxn ang="0">
                <a:pos x="connsiteX5772" y="connsiteY5772"/>
              </a:cxn>
              <a:cxn ang="0">
                <a:pos x="connsiteX5773" y="connsiteY5773"/>
              </a:cxn>
              <a:cxn ang="0">
                <a:pos x="connsiteX5774" y="connsiteY5774"/>
              </a:cxn>
              <a:cxn ang="0">
                <a:pos x="connsiteX5775" y="connsiteY5775"/>
              </a:cxn>
              <a:cxn ang="0">
                <a:pos x="connsiteX5776" y="connsiteY5776"/>
              </a:cxn>
              <a:cxn ang="0">
                <a:pos x="connsiteX5777" y="connsiteY5777"/>
              </a:cxn>
              <a:cxn ang="0">
                <a:pos x="connsiteX5778" y="connsiteY5778"/>
              </a:cxn>
              <a:cxn ang="0">
                <a:pos x="connsiteX5779" y="connsiteY5779"/>
              </a:cxn>
              <a:cxn ang="0">
                <a:pos x="connsiteX5780" y="connsiteY5780"/>
              </a:cxn>
              <a:cxn ang="0">
                <a:pos x="connsiteX5781" y="connsiteY5781"/>
              </a:cxn>
              <a:cxn ang="0">
                <a:pos x="connsiteX5782" y="connsiteY5782"/>
              </a:cxn>
              <a:cxn ang="0">
                <a:pos x="connsiteX5783" y="connsiteY5783"/>
              </a:cxn>
              <a:cxn ang="0">
                <a:pos x="connsiteX5784" y="connsiteY5784"/>
              </a:cxn>
              <a:cxn ang="0">
                <a:pos x="connsiteX5785" y="connsiteY5785"/>
              </a:cxn>
              <a:cxn ang="0">
                <a:pos x="connsiteX5786" y="connsiteY5786"/>
              </a:cxn>
              <a:cxn ang="0">
                <a:pos x="connsiteX5787" y="connsiteY5787"/>
              </a:cxn>
              <a:cxn ang="0">
                <a:pos x="connsiteX5788" y="connsiteY5788"/>
              </a:cxn>
              <a:cxn ang="0">
                <a:pos x="connsiteX5789" y="connsiteY5789"/>
              </a:cxn>
              <a:cxn ang="0">
                <a:pos x="connsiteX5790" y="connsiteY5790"/>
              </a:cxn>
              <a:cxn ang="0">
                <a:pos x="connsiteX5791" y="connsiteY5791"/>
              </a:cxn>
              <a:cxn ang="0">
                <a:pos x="connsiteX5792" y="connsiteY5792"/>
              </a:cxn>
              <a:cxn ang="0">
                <a:pos x="connsiteX5793" y="connsiteY5793"/>
              </a:cxn>
              <a:cxn ang="0">
                <a:pos x="connsiteX5794" y="connsiteY5794"/>
              </a:cxn>
              <a:cxn ang="0">
                <a:pos x="connsiteX5795" y="connsiteY5795"/>
              </a:cxn>
              <a:cxn ang="0">
                <a:pos x="connsiteX5796" y="connsiteY5796"/>
              </a:cxn>
              <a:cxn ang="0">
                <a:pos x="connsiteX5797" y="connsiteY5797"/>
              </a:cxn>
              <a:cxn ang="0">
                <a:pos x="connsiteX5798" y="connsiteY5798"/>
              </a:cxn>
              <a:cxn ang="0">
                <a:pos x="connsiteX5799" y="connsiteY5799"/>
              </a:cxn>
              <a:cxn ang="0">
                <a:pos x="connsiteX5800" y="connsiteY5800"/>
              </a:cxn>
              <a:cxn ang="0">
                <a:pos x="connsiteX5801" y="connsiteY5801"/>
              </a:cxn>
              <a:cxn ang="0">
                <a:pos x="connsiteX5802" y="connsiteY5802"/>
              </a:cxn>
              <a:cxn ang="0">
                <a:pos x="connsiteX5803" y="connsiteY5803"/>
              </a:cxn>
              <a:cxn ang="0">
                <a:pos x="connsiteX5804" y="connsiteY5804"/>
              </a:cxn>
              <a:cxn ang="0">
                <a:pos x="connsiteX5805" y="connsiteY5805"/>
              </a:cxn>
              <a:cxn ang="0">
                <a:pos x="connsiteX5806" y="connsiteY5806"/>
              </a:cxn>
              <a:cxn ang="0">
                <a:pos x="connsiteX5807" y="connsiteY5807"/>
              </a:cxn>
              <a:cxn ang="0">
                <a:pos x="connsiteX5808" y="connsiteY5808"/>
              </a:cxn>
              <a:cxn ang="0">
                <a:pos x="connsiteX5809" y="connsiteY5809"/>
              </a:cxn>
              <a:cxn ang="0">
                <a:pos x="connsiteX5810" y="connsiteY5810"/>
              </a:cxn>
              <a:cxn ang="0">
                <a:pos x="connsiteX5811" y="connsiteY5811"/>
              </a:cxn>
              <a:cxn ang="0">
                <a:pos x="connsiteX5812" y="connsiteY5812"/>
              </a:cxn>
              <a:cxn ang="0">
                <a:pos x="connsiteX5813" y="connsiteY5813"/>
              </a:cxn>
              <a:cxn ang="0">
                <a:pos x="connsiteX5814" y="connsiteY5814"/>
              </a:cxn>
              <a:cxn ang="0">
                <a:pos x="connsiteX5815" y="connsiteY5815"/>
              </a:cxn>
              <a:cxn ang="0">
                <a:pos x="connsiteX5816" y="connsiteY5816"/>
              </a:cxn>
              <a:cxn ang="0">
                <a:pos x="connsiteX5817" y="connsiteY5817"/>
              </a:cxn>
              <a:cxn ang="0">
                <a:pos x="connsiteX5818" y="connsiteY5818"/>
              </a:cxn>
              <a:cxn ang="0">
                <a:pos x="connsiteX5819" y="connsiteY5819"/>
              </a:cxn>
              <a:cxn ang="0">
                <a:pos x="connsiteX5820" y="connsiteY5820"/>
              </a:cxn>
              <a:cxn ang="0">
                <a:pos x="connsiteX5821" y="connsiteY5821"/>
              </a:cxn>
              <a:cxn ang="0">
                <a:pos x="connsiteX5822" y="connsiteY5822"/>
              </a:cxn>
              <a:cxn ang="0">
                <a:pos x="connsiteX5823" y="connsiteY5823"/>
              </a:cxn>
              <a:cxn ang="0">
                <a:pos x="connsiteX5824" y="connsiteY5824"/>
              </a:cxn>
              <a:cxn ang="0">
                <a:pos x="connsiteX5825" y="connsiteY5825"/>
              </a:cxn>
              <a:cxn ang="0">
                <a:pos x="connsiteX5826" y="connsiteY5826"/>
              </a:cxn>
              <a:cxn ang="0">
                <a:pos x="connsiteX5827" y="connsiteY5827"/>
              </a:cxn>
              <a:cxn ang="0">
                <a:pos x="connsiteX5828" y="connsiteY5828"/>
              </a:cxn>
              <a:cxn ang="0">
                <a:pos x="connsiteX5829" y="connsiteY5829"/>
              </a:cxn>
              <a:cxn ang="0">
                <a:pos x="connsiteX5830" y="connsiteY5830"/>
              </a:cxn>
              <a:cxn ang="0">
                <a:pos x="connsiteX5831" y="connsiteY5831"/>
              </a:cxn>
              <a:cxn ang="0">
                <a:pos x="connsiteX5832" y="connsiteY5832"/>
              </a:cxn>
              <a:cxn ang="0">
                <a:pos x="connsiteX5833" y="connsiteY5833"/>
              </a:cxn>
              <a:cxn ang="0">
                <a:pos x="connsiteX5834" y="connsiteY5834"/>
              </a:cxn>
              <a:cxn ang="0">
                <a:pos x="connsiteX5835" y="connsiteY5835"/>
              </a:cxn>
              <a:cxn ang="0">
                <a:pos x="connsiteX5836" y="connsiteY5836"/>
              </a:cxn>
              <a:cxn ang="0">
                <a:pos x="connsiteX5837" y="connsiteY5837"/>
              </a:cxn>
              <a:cxn ang="0">
                <a:pos x="connsiteX5838" y="connsiteY5838"/>
              </a:cxn>
              <a:cxn ang="0">
                <a:pos x="connsiteX5839" y="connsiteY5839"/>
              </a:cxn>
              <a:cxn ang="0">
                <a:pos x="connsiteX5840" y="connsiteY5840"/>
              </a:cxn>
              <a:cxn ang="0">
                <a:pos x="connsiteX5841" y="connsiteY5841"/>
              </a:cxn>
              <a:cxn ang="0">
                <a:pos x="connsiteX5842" y="connsiteY5842"/>
              </a:cxn>
              <a:cxn ang="0">
                <a:pos x="connsiteX5843" y="connsiteY5843"/>
              </a:cxn>
              <a:cxn ang="0">
                <a:pos x="connsiteX5844" y="connsiteY5844"/>
              </a:cxn>
              <a:cxn ang="0">
                <a:pos x="connsiteX5845" y="connsiteY5845"/>
              </a:cxn>
              <a:cxn ang="0">
                <a:pos x="connsiteX5846" y="connsiteY5846"/>
              </a:cxn>
              <a:cxn ang="0">
                <a:pos x="connsiteX5847" y="connsiteY5847"/>
              </a:cxn>
              <a:cxn ang="0">
                <a:pos x="connsiteX5848" y="connsiteY5848"/>
              </a:cxn>
              <a:cxn ang="0">
                <a:pos x="connsiteX5849" y="connsiteY5849"/>
              </a:cxn>
              <a:cxn ang="0">
                <a:pos x="connsiteX5850" y="connsiteY5850"/>
              </a:cxn>
              <a:cxn ang="0">
                <a:pos x="connsiteX5851" y="connsiteY5851"/>
              </a:cxn>
              <a:cxn ang="0">
                <a:pos x="connsiteX5852" y="connsiteY5852"/>
              </a:cxn>
              <a:cxn ang="0">
                <a:pos x="connsiteX5853" y="connsiteY5853"/>
              </a:cxn>
              <a:cxn ang="0">
                <a:pos x="connsiteX5854" y="connsiteY5854"/>
              </a:cxn>
              <a:cxn ang="0">
                <a:pos x="connsiteX5855" y="connsiteY5855"/>
              </a:cxn>
              <a:cxn ang="0">
                <a:pos x="connsiteX5856" y="connsiteY5856"/>
              </a:cxn>
              <a:cxn ang="0">
                <a:pos x="connsiteX5857" y="connsiteY5857"/>
              </a:cxn>
              <a:cxn ang="0">
                <a:pos x="connsiteX5858" y="connsiteY5858"/>
              </a:cxn>
              <a:cxn ang="0">
                <a:pos x="connsiteX5859" y="connsiteY5859"/>
              </a:cxn>
              <a:cxn ang="0">
                <a:pos x="connsiteX5860" y="connsiteY5860"/>
              </a:cxn>
              <a:cxn ang="0">
                <a:pos x="connsiteX5861" y="connsiteY5861"/>
              </a:cxn>
              <a:cxn ang="0">
                <a:pos x="connsiteX5862" y="connsiteY5862"/>
              </a:cxn>
              <a:cxn ang="0">
                <a:pos x="connsiteX5863" y="connsiteY5863"/>
              </a:cxn>
              <a:cxn ang="0">
                <a:pos x="connsiteX5864" y="connsiteY5864"/>
              </a:cxn>
              <a:cxn ang="0">
                <a:pos x="connsiteX5865" y="connsiteY5865"/>
              </a:cxn>
              <a:cxn ang="0">
                <a:pos x="connsiteX5866" y="connsiteY5866"/>
              </a:cxn>
              <a:cxn ang="0">
                <a:pos x="connsiteX5867" y="connsiteY5867"/>
              </a:cxn>
              <a:cxn ang="0">
                <a:pos x="connsiteX5868" y="connsiteY5868"/>
              </a:cxn>
              <a:cxn ang="0">
                <a:pos x="connsiteX5869" y="connsiteY5869"/>
              </a:cxn>
              <a:cxn ang="0">
                <a:pos x="connsiteX5870" y="connsiteY5870"/>
              </a:cxn>
              <a:cxn ang="0">
                <a:pos x="connsiteX5871" y="connsiteY5871"/>
              </a:cxn>
              <a:cxn ang="0">
                <a:pos x="connsiteX5872" y="connsiteY5872"/>
              </a:cxn>
              <a:cxn ang="0">
                <a:pos x="connsiteX5873" y="connsiteY5873"/>
              </a:cxn>
              <a:cxn ang="0">
                <a:pos x="connsiteX5874" y="connsiteY5874"/>
              </a:cxn>
              <a:cxn ang="0">
                <a:pos x="connsiteX5875" y="connsiteY5875"/>
              </a:cxn>
              <a:cxn ang="0">
                <a:pos x="connsiteX5876" y="connsiteY5876"/>
              </a:cxn>
              <a:cxn ang="0">
                <a:pos x="connsiteX5877" y="connsiteY5877"/>
              </a:cxn>
              <a:cxn ang="0">
                <a:pos x="connsiteX5878" y="connsiteY5878"/>
              </a:cxn>
              <a:cxn ang="0">
                <a:pos x="connsiteX5879" y="connsiteY5879"/>
              </a:cxn>
              <a:cxn ang="0">
                <a:pos x="connsiteX5880" y="connsiteY5880"/>
              </a:cxn>
              <a:cxn ang="0">
                <a:pos x="connsiteX5881" y="connsiteY5881"/>
              </a:cxn>
              <a:cxn ang="0">
                <a:pos x="connsiteX5882" y="connsiteY5882"/>
              </a:cxn>
              <a:cxn ang="0">
                <a:pos x="connsiteX5883" y="connsiteY5883"/>
              </a:cxn>
              <a:cxn ang="0">
                <a:pos x="connsiteX5884" y="connsiteY5884"/>
              </a:cxn>
              <a:cxn ang="0">
                <a:pos x="connsiteX5885" y="connsiteY5885"/>
              </a:cxn>
              <a:cxn ang="0">
                <a:pos x="connsiteX5886" y="connsiteY5886"/>
              </a:cxn>
              <a:cxn ang="0">
                <a:pos x="connsiteX5887" y="connsiteY5887"/>
              </a:cxn>
              <a:cxn ang="0">
                <a:pos x="connsiteX5888" y="connsiteY5888"/>
              </a:cxn>
              <a:cxn ang="0">
                <a:pos x="connsiteX5889" y="connsiteY5889"/>
              </a:cxn>
              <a:cxn ang="0">
                <a:pos x="connsiteX5890" y="connsiteY5890"/>
              </a:cxn>
              <a:cxn ang="0">
                <a:pos x="connsiteX5891" y="connsiteY5891"/>
              </a:cxn>
              <a:cxn ang="0">
                <a:pos x="connsiteX5892" y="connsiteY5892"/>
              </a:cxn>
              <a:cxn ang="0">
                <a:pos x="connsiteX5893" y="connsiteY5893"/>
              </a:cxn>
              <a:cxn ang="0">
                <a:pos x="connsiteX5894" y="connsiteY5894"/>
              </a:cxn>
              <a:cxn ang="0">
                <a:pos x="connsiteX5895" y="connsiteY5895"/>
              </a:cxn>
              <a:cxn ang="0">
                <a:pos x="connsiteX5896" y="connsiteY5896"/>
              </a:cxn>
              <a:cxn ang="0">
                <a:pos x="connsiteX5897" y="connsiteY5897"/>
              </a:cxn>
              <a:cxn ang="0">
                <a:pos x="connsiteX5898" y="connsiteY5898"/>
              </a:cxn>
              <a:cxn ang="0">
                <a:pos x="connsiteX5899" y="connsiteY5899"/>
              </a:cxn>
              <a:cxn ang="0">
                <a:pos x="connsiteX5900" y="connsiteY5900"/>
              </a:cxn>
              <a:cxn ang="0">
                <a:pos x="connsiteX5901" y="connsiteY5901"/>
              </a:cxn>
              <a:cxn ang="0">
                <a:pos x="connsiteX5902" y="connsiteY5902"/>
              </a:cxn>
              <a:cxn ang="0">
                <a:pos x="connsiteX5903" y="connsiteY5903"/>
              </a:cxn>
              <a:cxn ang="0">
                <a:pos x="connsiteX5904" y="connsiteY5904"/>
              </a:cxn>
              <a:cxn ang="0">
                <a:pos x="connsiteX5905" y="connsiteY5905"/>
              </a:cxn>
              <a:cxn ang="0">
                <a:pos x="connsiteX5906" y="connsiteY5906"/>
              </a:cxn>
              <a:cxn ang="0">
                <a:pos x="connsiteX5907" y="connsiteY5907"/>
              </a:cxn>
              <a:cxn ang="0">
                <a:pos x="connsiteX5908" y="connsiteY5908"/>
              </a:cxn>
              <a:cxn ang="0">
                <a:pos x="connsiteX5909" y="connsiteY5909"/>
              </a:cxn>
              <a:cxn ang="0">
                <a:pos x="connsiteX5910" y="connsiteY5910"/>
              </a:cxn>
              <a:cxn ang="0">
                <a:pos x="connsiteX5911" y="connsiteY5911"/>
              </a:cxn>
              <a:cxn ang="0">
                <a:pos x="connsiteX5912" y="connsiteY5912"/>
              </a:cxn>
              <a:cxn ang="0">
                <a:pos x="connsiteX5913" y="connsiteY5913"/>
              </a:cxn>
              <a:cxn ang="0">
                <a:pos x="connsiteX5914" y="connsiteY5914"/>
              </a:cxn>
              <a:cxn ang="0">
                <a:pos x="connsiteX5915" y="connsiteY5915"/>
              </a:cxn>
              <a:cxn ang="0">
                <a:pos x="connsiteX5916" y="connsiteY5916"/>
              </a:cxn>
              <a:cxn ang="0">
                <a:pos x="connsiteX5917" y="connsiteY5917"/>
              </a:cxn>
              <a:cxn ang="0">
                <a:pos x="connsiteX5918" y="connsiteY5918"/>
              </a:cxn>
              <a:cxn ang="0">
                <a:pos x="connsiteX5919" y="connsiteY5919"/>
              </a:cxn>
              <a:cxn ang="0">
                <a:pos x="connsiteX5920" y="connsiteY5920"/>
              </a:cxn>
              <a:cxn ang="0">
                <a:pos x="connsiteX5921" y="connsiteY5921"/>
              </a:cxn>
              <a:cxn ang="0">
                <a:pos x="connsiteX5922" y="connsiteY5922"/>
              </a:cxn>
              <a:cxn ang="0">
                <a:pos x="connsiteX5923" y="connsiteY5923"/>
              </a:cxn>
              <a:cxn ang="0">
                <a:pos x="connsiteX5924" y="connsiteY5924"/>
              </a:cxn>
              <a:cxn ang="0">
                <a:pos x="connsiteX5925" y="connsiteY5925"/>
              </a:cxn>
              <a:cxn ang="0">
                <a:pos x="connsiteX5926" y="connsiteY5926"/>
              </a:cxn>
              <a:cxn ang="0">
                <a:pos x="connsiteX5927" y="connsiteY5927"/>
              </a:cxn>
              <a:cxn ang="0">
                <a:pos x="connsiteX5928" y="connsiteY5928"/>
              </a:cxn>
              <a:cxn ang="0">
                <a:pos x="connsiteX5929" y="connsiteY5929"/>
              </a:cxn>
              <a:cxn ang="0">
                <a:pos x="connsiteX5930" y="connsiteY5930"/>
              </a:cxn>
              <a:cxn ang="0">
                <a:pos x="connsiteX5931" y="connsiteY5931"/>
              </a:cxn>
              <a:cxn ang="0">
                <a:pos x="connsiteX5932" y="connsiteY5932"/>
              </a:cxn>
              <a:cxn ang="0">
                <a:pos x="connsiteX5933" y="connsiteY5933"/>
              </a:cxn>
              <a:cxn ang="0">
                <a:pos x="connsiteX5934" y="connsiteY5934"/>
              </a:cxn>
              <a:cxn ang="0">
                <a:pos x="connsiteX5935" y="connsiteY5935"/>
              </a:cxn>
              <a:cxn ang="0">
                <a:pos x="connsiteX5936" y="connsiteY5936"/>
              </a:cxn>
              <a:cxn ang="0">
                <a:pos x="connsiteX5937" y="connsiteY5937"/>
              </a:cxn>
              <a:cxn ang="0">
                <a:pos x="connsiteX5938" y="connsiteY5938"/>
              </a:cxn>
              <a:cxn ang="0">
                <a:pos x="connsiteX5939" y="connsiteY5939"/>
              </a:cxn>
              <a:cxn ang="0">
                <a:pos x="connsiteX5940" y="connsiteY5940"/>
              </a:cxn>
              <a:cxn ang="0">
                <a:pos x="connsiteX5941" y="connsiteY5941"/>
              </a:cxn>
              <a:cxn ang="0">
                <a:pos x="connsiteX5942" y="connsiteY5942"/>
              </a:cxn>
              <a:cxn ang="0">
                <a:pos x="connsiteX5943" y="connsiteY5943"/>
              </a:cxn>
              <a:cxn ang="0">
                <a:pos x="connsiteX5944" y="connsiteY5944"/>
              </a:cxn>
              <a:cxn ang="0">
                <a:pos x="connsiteX5945" y="connsiteY5945"/>
              </a:cxn>
              <a:cxn ang="0">
                <a:pos x="connsiteX5946" y="connsiteY5946"/>
              </a:cxn>
              <a:cxn ang="0">
                <a:pos x="connsiteX5947" y="connsiteY5947"/>
              </a:cxn>
              <a:cxn ang="0">
                <a:pos x="connsiteX5948" y="connsiteY5948"/>
              </a:cxn>
              <a:cxn ang="0">
                <a:pos x="connsiteX5949" y="connsiteY5949"/>
              </a:cxn>
              <a:cxn ang="0">
                <a:pos x="connsiteX5950" y="connsiteY5950"/>
              </a:cxn>
              <a:cxn ang="0">
                <a:pos x="connsiteX5951" y="connsiteY5951"/>
              </a:cxn>
              <a:cxn ang="0">
                <a:pos x="connsiteX5952" y="connsiteY5952"/>
              </a:cxn>
              <a:cxn ang="0">
                <a:pos x="connsiteX5953" y="connsiteY5953"/>
              </a:cxn>
              <a:cxn ang="0">
                <a:pos x="connsiteX5954" y="connsiteY5954"/>
              </a:cxn>
              <a:cxn ang="0">
                <a:pos x="connsiteX5955" y="connsiteY5955"/>
              </a:cxn>
              <a:cxn ang="0">
                <a:pos x="connsiteX5956" y="connsiteY5956"/>
              </a:cxn>
              <a:cxn ang="0">
                <a:pos x="connsiteX5957" y="connsiteY5957"/>
              </a:cxn>
              <a:cxn ang="0">
                <a:pos x="connsiteX5958" y="connsiteY5958"/>
              </a:cxn>
              <a:cxn ang="0">
                <a:pos x="connsiteX5959" y="connsiteY5959"/>
              </a:cxn>
              <a:cxn ang="0">
                <a:pos x="connsiteX5960" y="connsiteY5960"/>
              </a:cxn>
              <a:cxn ang="0">
                <a:pos x="connsiteX5961" y="connsiteY5961"/>
              </a:cxn>
              <a:cxn ang="0">
                <a:pos x="connsiteX5962" y="connsiteY5962"/>
              </a:cxn>
              <a:cxn ang="0">
                <a:pos x="connsiteX5963" y="connsiteY5963"/>
              </a:cxn>
              <a:cxn ang="0">
                <a:pos x="connsiteX5964" y="connsiteY5964"/>
              </a:cxn>
              <a:cxn ang="0">
                <a:pos x="connsiteX5965" y="connsiteY5965"/>
              </a:cxn>
              <a:cxn ang="0">
                <a:pos x="connsiteX5966" y="connsiteY5966"/>
              </a:cxn>
              <a:cxn ang="0">
                <a:pos x="connsiteX5967" y="connsiteY5967"/>
              </a:cxn>
              <a:cxn ang="0">
                <a:pos x="connsiteX5968" y="connsiteY5968"/>
              </a:cxn>
              <a:cxn ang="0">
                <a:pos x="connsiteX5969" y="connsiteY5969"/>
              </a:cxn>
              <a:cxn ang="0">
                <a:pos x="connsiteX5970" y="connsiteY5970"/>
              </a:cxn>
              <a:cxn ang="0">
                <a:pos x="connsiteX5971" y="connsiteY5971"/>
              </a:cxn>
              <a:cxn ang="0">
                <a:pos x="connsiteX5972" y="connsiteY5972"/>
              </a:cxn>
              <a:cxn ang="0">
                <a:pos x="connsiteX5973" y="connsiteY5973"/>
              </a:cxn>
              <a:cxn ang="0">
                <a:pos x="connsiteX5974" y="connsiteY5974"/>
              </a:cxn>
              <a:cxn ang="0">
                <a:pos x="connsiteX5975" y="connsiteY5975"/>
              </a:cxn>
              <a:cxn ang="0">
                <a:pos x="connsiteX5976" y="connsiteY5976"/>
              </a:cxn>
              <a:cxn ang="0">
                <a:pos x="connsiteX5977" y="connsiteY5977"/>
              </a:cxn>
              <a:cxn ang="0">
                <a:pos x="connsiteX5978" y="connsiteY5978"/>
              </a:cxn>
              <a:cxn ang="0">
                <a:pos x="connsiteX5979" y="connsiteY5979"/>
              </a:cxn>
              <a:cxn ang="0">
                <a:pos x="connsiteX5980" y="connsiteY5980"/>
              </a:cxn>
              <a:cxn ang="0">
                <a:pos x="connsiteX5981" y="connsiteY5981"/>
              </a:cxn>
              <a:cxn ang="0">
                <a:pos x="connsiteX5982" y="connsiteY5982"/>
              </a:cxn>
              <a:cxn ang="0">
                <a:pos x="connsiteX5983" y="connsiteY5983"/>
              </a:cxn>
              <a:cxn ang="0">
                <a:pos x="connsiteX5984" y="connsiteY5984"/>
              </a:cxn>
              <a:cxn ang="0">
                <a:pos x="connsiteX5985" y="connsiteY5985"/>
              </a:cxn>
              <a:cxn ang="0">
                <a:pos x="connsiteX5986" y="connsiteY5986"/>
              </a:cxn>
              <a:cxn ang="0">
                <a:pos x="connsiteX5987" y="connsiteY5987"/>
              </a:cxn>
              <a:cxn ang="0">
                <a:pos x="connsiteX5988" y="connsiteY5988"/>
              </a:cxn>
              <a:cxn ang="0">
                <a:pos x="connsiteX5989" y="connsiteY5989"/>
              </a:cxn>
              <a:cxn ang="0">
                <a:pos x="connsiteX5990" y="connsiteY5990"/>
              </a:cxn>
              <a:cxn ang="0">
                <a:pos x="connsiteX5991" y="connsiteY5991"/>
              </a:cxn>
              <a:cxn ang="0">
                <a:pos x="connsiteX5992" y="connsiteY5992"/>
              </a:cxn>
              <a:cxn ang="0">
                <a:pos x="connsiteX5993" y="connsiteY5993"/>
              </a:cxn>
              <a:cxn ang="0">
                <a:pos x="connsiteX5994" y="connsiteY5994"/>
              </a:cxn>
              <a:cxn ang="0">
                <a:pos x="connsiteX5995" y="connsiteY5995"/>
              </a:cxn>
              <a:cxn ang="0">
                <a:pos x="connsiteX5996" y="connsiteY5996"/>
              </a:cxn>
              <a:cxn ang="0">
                <a:pos x="connsiteX5997" y="connsiteY5997"/>
              </a:cxn>
              <a:cxn ang="0">
                <a:pos x="connsiteX5998" y="connsiteY5998"/>
              </a:cxn>
              <a:cxn ang="0">
                <a:pos x="connsiteX5999" y="connsiteY5999"/>
              </a:cxn>
              <a:cxn ang="0">
                <a:pos x="connsiteX6000" y="connsiteY6000"/>
              </a:cxn>
              <a:cxn ang="0">
                <a:pos x="connsiteX6001" y="connsiteY6001"/>
              </a:cxn>
              <a:cxn ang="0">
                <a:pos x="connsiteX6002" y="connsiteY6002"/>
              </a:cxn>
              <a:cxn ang="0">
                <a:pos x="connsiteX6003" y="connsiteY6003"/>
              </a:cxn>
              <a:cxn ang="0">
                <a:pos x="connsiteX6004" y="connsiteY6004"/>
              </a:cxn>
              <a:cxn ang="0">
                <a:pos x="connsiteX6005" y="connsiteY6005"/>
              </a:cxn>
              <a:cxn ang="0">
                <a:pos x="connsiteX6006" y="connsiteY6006"/>
              </a:cxn>
              <a:cxn ang="0">
                <a:pos x="connsiteX6007" y="connsiteY6007"/>
              </a:cxn>
              <a:cxn ang="0">
                <a:pos x="connsiteX6008" y="connsiteY6008"/>
              </a:cxn>
              <a:cxn ang="0">
                <a:pos x="connsiteX6009" y="connsiteY6009"/>
              </a:cxn>
              <a:cxn ang="0">
                <a:pos x="connsiteX6010" y="connsiteY6010"/>
              </a:cxn>
              <a:cxn ang="0">
                <a:pos x="connsiteX6011" y="connsiteY6011"/>
              </a:cxn>
              <a:cxn ang="0">
                <a:pos x="connsiteX6012" y="connsiteY6012"/>
              </a:cxn>
              <a:cxn ang="0">
                <a:pos x="connsiteX6013" y="connsiteY6013"/>
              </a:cxn>
              <a:cxn ang="0">
                <a:pos x="connsiteX6014" y="connsiteY6014"/>
              </a:cxn>
              <a:cxn ang="0">
                <a:pos x="connsiteX6015" y="connsiteY6015"/>
              </a:cxn>
              <a:cxn ang="0">
                <a:pos x="connsiteX6016" y="connsiteY6016"/>
              </a:cxn>
              <a:cxn ang="0">
                <a:pos x="connsiteX6017" y="connsiteY6017"/>
              </a:cxn>
              <a:cxn ang="0">
                <a:pos x="connsiteX6018" y="connsiteY6018"/>
              </a:cxn>
              <a:cxn ang="0">
                <a:pos x="connsiteX6019" y="connsiteY6019"/>
              </a:cxn>
              <a:cxn ang="0">
                <a:pos x="connsiteX6020" y="connsiteY6020"/>
              </a:cxn>
              <a:cxn ang="0">
                <a:pos x="connsiteX6021" y="connsiteY6021"/>
              </a:cxn>
              <a:cxn ang="0">
                <a:pos x="connsiteX6022" y="connsiteY6022"/>
              </a:cxn>
              <a:cxn ang="0">
                <a:pos x="connsiteX6023" y="connsiteY6023"/>
              </a:cxn>
              <a:cxn ang="0">
                <a:pos x="connsiteX6024" y="connsiteY6024"/>
              </a:cxn>
              <a:cxn ang="0">
                <a:pos x="connsiteX6025" y="connsiteY6025"/>
              </a:cxn>
              <a:cxn ang="0">
                <a:pos x="connsiteX6026" y="connsiteY6026"/>
              </a:cxn>
              <a:cxn ang="0">
                <a:pos x="connsiteX6027" y="connsiteY6027"/>
              </a:cxn>
              <a:cxn ang="0">
                <a:pos x="connsiteX6028" y="connsiteY6028"/>
              </a:cxn>
              <a:cxn ang="0">
                <a:pos x="connsiteX6029" y="connsiteY6029"/>
              </a:cxn>
              <a:cxn ang="0">
                <a:pos x="connsiteX6030" y="connsiteY6030"/>
              </a:cxn>
              <a:cxn ang="0">
                <a:pos x="connsiteX6031" y="connsiteY6031"/>
              </a:cxn>
              <a:cxn ang="0">
                <a:pos x="connsiteX6032" y="connsiteY6032"/>
              </a:cxn>
              <a:cxn ang="0">
                <a:pos x="connsiteX6033" y="connsiteY6033"/>
              </a:cxn>
              <a:cxn ang="0">
                <a:pos x="connsiteX6034" y="connsiteY6034"/>
              </a:cxn>
              <a:cxn ang="0">
                <a:pos x="connsiteX6035" y="connsiteY6035"/>
              </a:cxn>
              <a:cxn ang="0">
                <a:pos x="connsiteX6036" y="connsiteY6036"/>
              </a:cxn>
              <a:cxn ang="0">
                <a:pos x="connsiteX6037" y="connsiteY6037"/>
              </a:cxn>
              <a:cxn ang="0">
                <a:pos x="connsiteX6038" y="connsiteY6038"/>
              </a:cxn>
              <a:cxn ang="0">
                <a:pos x="connsiteX6039" y="connsiteY6039"/>
              </a:cxn>
              <a:cxn ang="0">
                <a:pos x="connsiteX6040" y="connsiteY6040"/>
              </a:cxn>
              <a:cxn ang="0">
                <a:pos x="connsiteX6041" y="connsiteY6041"/>
              </a:cxn>
              <a:cxn ang="0">
                <a:pos x="connsiteX6042" y="connsiteY6042"/>
              </a:cxn>
              <a:cxn ang="0">
                <a:pos x="connsiteX6043" y="connsiteY6043"/>
              </a:cxn>
              <a:cxn ang="0">
                <a:pos x="connsiteX6044" y="connsiteY6044"/>
              </a:cxn>
              <a:cxn ang="0">
                <a:pos x="connsiteX6045" y="connsiteY6045"/>
              </a:cxn>
              <a:cxn ang="0">
                <a:pos x="connsiteX6046" y="connsiteY6046"/>
              </a:cxn>
              <a:cxn ang="0">
                <a:pos x="connsiteX6047" y="connsiteY6047"/>
              </a:cxn>
              <a:cxn ang="0">
                <a:pos x="connsiteX6048" y="connsiteY6048"/>
              </a:cxn>
              <a:cxn ang="0">
                <a:pos x="connsiteX6049" y="connsiteY6049"/>
              </a:cxn>
              <a:cxn ang="0">
                <a:pos x="connsiteX6050" y="connsiteY6050"/>
              </a:cxn>
              <a:cxn ang="0">
                <a:pos x="connsiteX6051" y="connsiteY6051"/>
              </a:cxn>
              <a:cxn ang="0">
                <a:pos x="connsiteX6052" y="connsiteY6052"/>
              </a:cxn>
              <a:cxn ang="0">
                <a:pos x="connsiteX6053" y="connsiteY6053"/>
              </a:cxn>
              <a:cxn ang="0">
                <a:pos x="connsiteX6054" y="connsiteY6054"/>
              </a:cxn>
              <a:cxn ang="0">
                <a:pos x="connsiteX6055" y="connsiteY6055"/>
              </a:cxn>
              <a:cxn ang="0">
                <a:pos x="connsiteX6056" y="connsiteY6056"/>
              </a:cxn>
              <a:cxn ang="0">
                <a:pos x="connsiteX6057" y="connsiteY6057"/>
              </a:cxn>
              <a:cxn ang="0">
                <a:pos x="connsiteX6058" y="connsiteY6058"/>
              </a:cxn>
              <a:cxn ang="0">
                <a:pos x="connsiteX6059" y="connsiteY6059"/>
              </a:cxn>
              <a:cxn ang="0">
                <a:pos x="connsiteX6060" y="connsiteY6060"/>
              </a:cxn>
              <a:cxn ang="0">
                <a:pos x="connsiteX6061" y="connsiteY6061"/>
              </a:cxn>
              <a:cxn ang="0">
                <a:pos x="connsiteX6062" y="connsiteY6062"/>
              </a:cxn>
              <a:cxn ang="0">
                <a:pos x="connsiteX6063" y="connsiteY6063"/>
              </a:cxn>
              <a:cxn ang="0">
                <a:pos x="connsiteX6064" y="connsiteY6064"/>
              </a:cxn>
              <a:cxn ang="0">
                <a:pos x="connsiteX6065" y="connsiteY6065"/>
              </a:cxn>
              <a:cxn ang="0">
                <a:pos x="connsiteX6066" y="connsiteY6066"/>
              </a:cxn>
              <a:cxn ang="0">
                <a:pos x="connsiteX6067" y="connsiteY6067"/>
              </a:cxn>
              <a:cxn ang="0">
                <a:pos x="connsiteX6068" y="connsiteY6068"/>
              </a:cxn>
              <a:cxn ang="0">
                <a:pos x="connsiteX6069" y="connsiteY6069"/>
              </a:cxn>
              <a:cxn ang="0">
                <a:pos x="connsiteX6070" y="connsiteY6070"/>
              </a:cxn>
              <a:cxn ang="0">
                <a:pos x="connsiteX6071" y="connsiteY6071"/>
              </a:cxn>
              <a:cxn ang="0">
                <a:pos x="connsiteX6072" y="connsiteY6072"/>
              </a:cxn>
              <a:cxn ang="0">
                <a:pos x="connsiteX6073" y="connsiteY6073"/>
              </a:cxn>
              <a:cxn ang="0">
                <a:pos x="connsiteX6074" y="connsiteY6074"/>
              </a:cxn>
              <a:cxn ang="0">
                <a:pos x="connsiteX6075" y="connsiteY6075"/>
              </a:cxn>
              <a:cxn ang="0">
                <a:pos x="connsiteX6076" y="connsiteY6076"/>
              </a:cxn>
              <a:cxn ang="0">
                <a:pos x="connsiteX6077" y="connsiteY6077"/>
              </a:cxn>
              <a:cxn ang="0">
                <a:pos x="connsiteX6078" y="connsiteY6078"/>
              </a:cxn>
              <a:cxn ang="0">
                <a:pos x="connsiteX6079" y="connsiteY6079"/>
              </a:cxn>
              <a:cxn ang="0">
                <a:pos x="connsiteX6080" y="connsiteY6080"/>
              </a:cxn>
              <a:cxn ang="0">
                <a:pos x="connsiteX6081" y="connsiteY6081"/>
              </a:cxn>
              <a:cxn ang="0">
                <a:pos x="connsiteX6082" y="connsiteY6082"/>
              </a:cxn>
              <a:cxn ang="0">
                <a:pos x="connsiteX6083" y="connsiteY6083"/>
              </a:cxn>
              <a:cxn ang="0">
                <a:pos x="connsiteX6084" y="connsiteY6084"/>
              </a:cxn>
              <a:cxn ang="0">
                <a:pos x="connsiteX6085" y="connsiteY6085"/>
              </a:cxn>
              <a:cxn ang="0">
                <a:pos x="connsiteX6086" y="connsiteY6086"/>
              </a:cxn>
              <a:cxn ang="0">
                <a:pos x="connsiteX6087" y="connsiteY6087"/>
              </a:cxn>
              <a:cxn ang="0">
                <a:pos x="connsiteX6088" y="connsiteY6088"/>
              </a:cxn>
              <a:cxn ang="0">
                <a:pos x="connsiteX6089" y="connsiteY6089"/>
              </a:cxn>
              <a:cxn ang="0">
                <a:pos x="connsiteX6090" y="connsiteY6090"/>
              </a:cxn>
              <a:cxn ang="0">
                <a:pos x="connsiteX6091" y="connsiteY6091"/>
              </a:cxn>
              <a:cxn ang="0">
                <a:pos x="connsiteX6092" y="connsiteY6092"/>
              </a:cxn>
              <a:cxn ang="0">
                <a:pos x="connsiteX6093" y="connsiteY6093"/>
              </a:cxn>
              <a:cxn ang="0">
                <a:pos x="connsiteX6094" y="connsiteY6094"/>
              </a:cxn>
              <a:cxn ang="0">
                <a:pos x="connsiteX6095" y="connsiteY6095"/>
              </a:cxn>
              <a:cxn ang="0">
                <a:pos x="connsiteX6096" y="connsiteY6096"/>
              </a:cxn>
              <a:cxn ang="0">
                <a:pos x="connsiteX6097" y="connsiteY6097"/>
              </a:cxn>
              <a:cxn ang="0">
                <a:pos x="connsiteX6098" y="connsiteY6098"/>
              </a:cxn>
              <a:cxn ang="0">
                <a:pos x="connsiteX6099" y="connsiteY6099"/>
              </a:cxn>
              <a:cxn ang="0">
                <a:pos x="connsiteX6100" y="connsiteY6100"/>
              </a:cxn>
              <a:cxn ang="0">
                <a:pos x="connsiteX6101" y="connsiteY6101"/>
              </a:cxn>
              <a:cxn ang="0">
                <a:pos x="connsiteX6102" y="connsiteY6102"/>
              </a:cxn>
              <a:cxn ang="0">
                <a:pos x="connsiteX6103" y="connsiteY6103"/>
              </a:cxn>
              <a:cxn ang="0">
                <a:pos x="connsiteX6104" y="connsiteY6104"/>
              </a:cxn>
              <a:cxn ang="0">
                <a:pos x="connsiteX6105" y="connsiteY6105"/>
              </a:cxn>
              <a:cxn ang="0">
                <a:pos x="connsiteX6106" y="connsiteY6106"/>
              </a:cxn>
              <a:cxn ang="0">
                <a:pos x="connsiteX6107" y="connsiteY6107"/>
              </a:cxn>
              <a:cxn ang="0">
                <a:pos x="connsiteX6108" y="connsiteY6108"/>
              </a:cxn>
              <a:cxn ang="0">
                <a:pos x="connsiteX6109" y="connsiteY6109"/>
              </a:cxn>
              <a:cxn ang="0">
                <a:pos x="connsiteX6110" y="connsiteY6110"/>
              </a:cxn>
              <a:cxn ang="0">
                <a:pos x="connsiteX6111" y="connsiteY6111"/>
              </a:cxn>
              <a:cxn ang="0">
                <a:pos x="connsiteX6112" y="connsiteY6112"/>
              </a:cxn>
              <a:cxn ang="0">
                <a:pos x="connsiteX6113" y="connsiteY6113"/>
              </a:cxn>
              <a:cxn ang="0">
                <a:pos x="connsiteX6114" y="connsiteY6114"/>
              </a:cxn>
              <a:cxn ang="0">
                <a:pos x="connsiteX6115" y="connsiteY6115"/>
              </a:cxn>
              <a:cxn ang="0">
                <a:pos x="connsiteX6116" y="connsiteY6116"/>
              </a:cxn>
              <a:cxn ang="0">
                <a:pos x="connsiteX6117" y="connsiteY6117"/>
              </a:cxn>
              <a:cxn ang="0">
                <a:pos x="connsiteX6118" y="connsiteY6118"/>
              </a:cxn>
              <a:cxn ang="0">
                <a:pos x="connsiteX6119" y="connsiteY6119"/>
              </a:cxn>
              <a:cxn ang="0">
                <a:pos x="connsiteX6120" y="connsiteY6120"/>
              </a:cxn>
              <a:cxn ang="0">
                <a:pos x="connsiteX6121" y="connsiteY6121"/>
              </a:cxn>
              <a:cxn ang="0">
                <a:pos x="connsiteX6122" y="connsiteY6122"/>
              </a:cxn>
              <a:cxn ang="0">
                <a:pos x="connsiteX6123" y="connsiteY6123"/>
              </a:cxn>
              <a:cxn ang="0">
                <a:pos x="connsiteX6124" y="connsiteY6124"/>
              </a:cxn>
              <a:cxn ang="0">
                <a:pos x="connsiteX6125" y="connsiteY6125"/>
              </a:cxn>
              <a:cxn ang="0">
                <a:pos x="connsiteX6126" y="connsiteY6126"/>
              </a:cxn>
              <a:cxn ang="0">
                <a:pos x="connsiteX6127" y="connsiteY6127"/>
              </a:cxn>
              <a:cxn ang="0">
                <a:pos x="connsiteX6128" y="connsiteY6128"/>
              </a:cxn>
              <a:cxn ang="0">
                <a:pos x="connsiteX6129" y="connsiteY6129"/>
              </a:cxn>
              <a:cxn ang="0">
                <a:pos x="connsiteX6130" y="connsiteY6130"/>
              </a:cxn>
              <a:cxn ang="0">
                <a:pos x="connsiteX6131" y="connsiteY6131"/>
              </a:cxn>
              <a:cxn ang="0">
                <a:pos x="connsiteX6132" y="connsiteY6132"/>
              </a:cxn>
              <a:cxn ang="0">
                <a:pos x="connsiteX6133" y="connsiteY6133"/>
              </a:cxn>
              <a:cxn ang="0">
                <a:pos x="connsiteX6134" y="connsiteY6134"/>
              </a:cxn>
              <a:cxn ang="0">
                <a:pos x="connsiteX6135" y="connsiteY6135"/>
              </a:cxn>
              <a:cxn ang="0">
                <a:pos x="connsiteX6136" y="connsiteY6136"/>
              </a:cxn>
              <a:cxn ang="0">
                <a:pos x="connsiteX6137" y="connsiteY6137"/>
              </a:cxn>
              <a:cxn ang="0">
                <a:pos x="connsiteX6138" y="connsiteY6138"/>
              </a:cxn>
              <a:cxn ang="0">
                <a:pos x="connsiteX6139" y="connsiteY6139"/>
              </a:cxn>
              <a:cxn ang="0">
                <a:pos x="connsiteX6140" y="connsiteY6140"/>
              </a:cxn>
              <a:cxn ang="0">
                <a:pos x="connsiteX6141" y="connsiteY6141"/>
              </a:cxn>
              <a:cxn ang="0">
                <a:pos x="connsiteX6142" y="connsiteY6142"/>
              </a:cxn>
              <a:cxn ang="0">
                <a:pos x="connsiteX6143" y="connsiteY6143"/>
              </a:cxn>
              <a:cxn ang="0">
                <a:pos x="connsiteX6144" y="connsiteY6144"/>
              </a:cxn>
              <a:cxn ang="0">
                <a:pos x="connsiteX6145" y="connsiteY6145"/>
              </a:cxn>
              <a:cxn ang="0">
                <a:pos x="connsiteX6146" y="connsiteY6146"/>
              </a:cxn>
              <a:cxn ang="0">
                <a:pos x="connsiteX6147" y="connsiteY6147"/>
              </a:cxn>
              <a:cxn ang="0">
                <a:pos x="connsiteX6148" y="connsiteY6148"/>
              </a:cxn>
              <a:cxn ang="0">
                <a:pos x="connsiteX6149" y="connsiteY6149"/>
              </a:cxn>
              <a:cxn ang="0">
                <a:pos x="connsiteX6150" y="connsiteY6150"/>
              </a:cxn>
              <a:cxn ang="0">
                <a:pos x="connsiteX6151" y="connsiteY6151"/>
              </a:cxn>
              <a:cxn ang="0">
                <a:pos x="connsiteX6152" y="connsiteY6152"/>
              </a:cxn>
              <a:cxn ang="0">
                <a:pos x="connsiteX6153" y="connsiteY6153"/>
              </a:cxn>
              <a:cxn ang="0">
                <a:pos x="connsiteX6154" y="connsiteY6154"/>
              </a:cxn>
              <a:cxn ang="0">
                <a:pos x="connsiteX6155" y="connsiteY6155"/>
              </a:cxn>
              <a:cxn ang="0">
                <a:pos x="connsiteX6156" y="connsiteY6156"/>
              </a:cxn>
              <a:cxn ang="0">
                <a:pos x="connsiteX6157" y="connsiteY6157"/>
              </a:cxn>
              <a:cxn ang="0">
                <a:pos x="connsiteX6158" y="connsiteY6158"/>
              </a:cxn>
              <a:cxn ang="0">
                <a:pos x="connsiteX6159" y="connsiteY6159"/>
              </a:cxn>
              <a:cxn ang="0">
                <a:pos x="connsiteX6160" y="connsiteY6160"/>
              </a:cxn>
              <a:cxn ang="0">
                <a:pos x="connsiteX6161" y="connsiteY6161"/>
              </a:cxn>
              <a:cxn ang="0">
                <a:pos x="connsiteX6162" y="connsiteY6162"/>
              </a:cxn>
              <a:cxn ang="0">
                <a:pos x="connsiteX6163" y="connsiteY6163"/>
              </a:cxn>
              <a:cxn ang="0">
                <a:pos x="connsiteX6164" y="connsiteY6164"/>
              </a:cxn>
              <a:cxn ang="0">
                <a:pos x="connsiteX6165" y="connsiteY6165"/>
              </a:cxn>
              <a:cxn ang="0">
                <a:pos x="connsiteX6166" y="connsiteY6166"/>
              </a:cxn>
              <a:cxn ang="0">
                <a:pos x="connsiteX6167" y="connsiteY6167"/>
              </a:cxn>
              <a:cxn ang="0">
                <a:pos x="connsiteX6168" y="connsiteY6168"/>
              </a:cxn>
              <a:cxn ang="0">
                <a:pos x="connsiteX6169" y="connsiteY6169"/>
              </a:cxn>
              <a:cxn ang="0">
                <a:pos x="connsiteX6170" y="connsiteY6170"/>
              </a:cxn>
              <a:cxn ang="0">
                <a:pos x="connsiteX6171" y="connsiteY6171"/>
              </a:cxn>
              <a:cxn ang="0">
                <a:pos x="connsiteX6172" y="connsiteY6172"/>
              </a:cxn>
              <a:cxn ang="0">
                <a:pos x="connsiteX6173" y="connsiteY6173"/>
              </a:cxn>
              <a:cxn ang="0">
                <a:pos x="connsiteX6174" y="connsiteY6174"/>
              </a:cxn>
              <a:cxn ang="0">
                <a:pos x="connsiteX6175" y="connsiteY6175"/>
              </a:cxn>
              <a:cxn ang="0">
                <a:pos x="connsiteX6176" y="connsiteY6176"/>
              </a:cxn>
              <a:cxn ang="0">
                <a:pos x="connsiteX6177" y="connsiteY6177"/>
              </a:cxn>
              <a:cxn ang="0">
                <a:pos x="connsiteX6178" y="connsiteY6178"/>
              </a:cxn>
              <a:cxn ang="0">
                <a:pos x="connsiteX6179" y="connsiteY6179"/>
              </a:cxn>
              <a:cxn ang="0">
                <a:pos x="connsiteX6180" y="connsiteY6180"/>
              </a:cxn>
              <a:cxn ang="0">
                <a:pos x="connsiteX6181" y="connsiteY6181"/>
              </a:cxn>
              <a:cxn ang="0">
                <a:pos x="connsiteX6182" y="connsiteY6182"/>
              </a:cxn>
              <a:cxn ang="0">
                <a:pos x="connsiteX6183" y="connsiteY6183"/>
              </a:cxn>
              <a:cxn ang="0">
                <a:pos x="connsiteX6184" y="connsiteY6184"/>
              </a:cxn>
              <a:cxn ang="0">
                <a:pos x="connsiteX6185" y="connsiteY6185"/>
              </a:cxn>
              <a:cxn ang="0">
                <a:pos x="connsiteX6186" y="connsiteY6186"/>
              </a:cxn>
              <a:cxn ang="0">
                <a:pos x="connsiteX6187" y="connsiteY6187"/>
              </a:cxn>
              <a:cxn ang="0">
                <a:pos x="connsiteX6188" y="connsiteY6188"/>
              </a:cxn>
              <a:cxn ang="0">
                <a:pos x="connsiteX6189" y="connsiteY6189"/>
              </a:cxn>
              <a:cxn ang="0">
                <a:pos x="connsiteX6190" y="connsiteY6190"/>
              </a:cxn>
              <a:cxn ang="0">
                <a:pos x="connsiteX6191" y="connsiteY6191"/>
              </a:cxn>
              <a:cxn ang="0">
                <a:pos x="connsiteX6192" y="connsiteY6192"/>
              </a:cxn>
              <a:cxn ang="0">
                <a:pos x="connsiteX6193" y="connsiteY6193"/>
              </a:cxn>
              <a:cxn ang="0">
                <a:pos x="connsiteX6194" y="connsiteY6194"/>
              </a:cxn>
              <a:cxn ang="0">
                <a:pos x="connsiteX6195" y="connsiteY6195"/>
              </a:cxn>
              <a:cxn ang="0">
                <a:pos x="connsiteX6196" y="connsiteY6196"/>
              </a:cxn>
              <a:cxn ang="0">
                <a:pos x="connsiteX6197" y="connsiteY6197"/>
              </a:cxn>
              <a:cxn ang="0">
                <a:pos x="connsiteX6198" y="connsiteY6198"/>
              </a:cxn>
              <a:cxn ang="0">
                <a:pos x="connsiteX6199" y="connsiteY6199"/>
              </a:cxn>
              <a:cxn ang="0">
                <a:pos x="connsiteX6200" y="connsiteY6200"/>
              </a:cxn>
              <a:cxn ang="0">
                <a:pos x="connsiteX6201" y="connsiteY6201"/>
              </a:cxn>
              <a:cxn ang="0">
                <a:pos x="connsiteX6202" y="connsiteY6202"/>
              </a:cxn>
              <a:cxn ang="0">
                <a:pos x="connsiteX6203" y="connsiteY6203"/>
              </a:cxn>
              <a:cxn ang="0">
                <a:pos x="connsiteX6204" y="connsiteY6204"/>
              </a:cxn>
              <a:cxn ang="0">
                <a:pos x="connsiteX6205" y="connsiteY6205"/>
              </a:cxn>
              <a:cxn ang="0">
                <a:pos x="connsiteX6206" y="connsiteY6206"/>
              </a:cxn>
              <a:cxn ang="0">
                <a:pos x="connsiteX6207" y="connsiteY6207"/>
              </a:cxn>
              <a:cxn ang="0">
                <a:pos x="connsiteX6208" y="connsiteY6208"/>
              </a:cxn>
              <a:cxn ang="0">
                <a:pos x="connsiteX6209" y="connsiteY6209"/>
              </a:cxn>
              <a:cxn ang="0">
                <a:pos x="connsiteX6210" y="connsiteY6210"/>
              </a:cxn>
              <a:cxn ang="0">
                <a:pos x="connsiteX6211" y="connsiteY6211"/>
              </a:cxn>
              <a:cxn ang="0">
                <a:pos x="connsiteX6212" y="connsiteY6212"/>
              </a:cxn>
              <a:cxn ang="0">
                <a:pos x="connsiteX6213" y="connsiteY6213"/>
              </a:cxn>
              <a:cxn ang="0">
                <a:pos x="connsiteX6214" y="connsiteY6214"/>
              </a:cxn>
              <a:cxn ang="0">
                <a:pos x="connsiteX6215" y="connsiteY6215"/>
              </a:cxn>
              <a:cxn ang="0">
                <a:pos x="connsiteX6216" y="connsiteY6216"/>
              </a:cxn>
              <a:cxn ang="0">
                <a:pos x="connsiteX6217" y="connsiteY6217"/>
              </a:cxn>
              <a:cxn ang="0">
                <a:pos x="connsiteX6218" y="connsiteY6218"/>
              </a:cxn>
              <a:cxn ang="0">
                <a:pos x="connsiteX6219" y="connsiteY6219"/>
              </a:cxn>
              <a:cxn ang="0">
                <a:pos x="connsiteX6220" y="connsiteY6220"/>
              </a:cxn>
              <a:cxn ang="0">
                <a:pos x="connsiteX6221" y="connsiteY6221"/>
              </a:cxn>
              <a:cxn ang="0">
                <a:pos x="connsiteX6222" y="connsiteY6222"/>
              </a:cxn>
              <a:cxn ang="0">
                <a:pos x="connsiteX6223" y="connsiteY6223"/>
              </a:cxn>
              <a:cxn ang="0">
                <a:pos x="connsiteX6224" y="connsiteY6224"/>
              </a:cxn>
              <a:cxn ang="0">
                <a:pos x="connsiteX6225" y="connsiteY6225"/>
              </a:cxn>
              <a:cxn ang="0">
                <a:pos x="connsiteX6226" y="connsiteY6226"/>
              </a:cxn>
              <a:cxn ang="0">
                <a:pos x="connsiteX6227" y="connsiteY6227"/>
              </a:cxn>
              <a:cxn ang="0">
                <a:pos x="connsiteX6228" y="connsiteY6228"/>
              </a:cxn>
              <a:cxn ang="0">
                <a:pos x="connsiteX6229" y="connsiteY6229"/>
              </a:cxn>
              <a:cxn ang="0">
                <a:pos x="connsiteX6230" y="connsiteY6230"/>
              </a:cxn>
              <a:cxn ang="0">
                <a:pos x="connsiteX6231" y="connsiteY6231"/>
              </a:cxn>
              <a:cxn ang="0">
                <a:pos x="connsiteX6232" y="connsiteY6232"/>
              </a:cxn>
              <a:cxn ang="0">
                <a:pos x="connsiteX6233" y="connsiteY6233"/>
              </a:cxn>
              <a:cxn ang="0">
                <a:pos x="connsiteX6234" y="connsiteY6234"/>
              </a:cxn>
              <a:cxn ang="0">
                <a:pos x="connsiteX6235" y="connsiteY6235"/>
              </a:cxn>
              <a:cxn ang="0">
                <a:pos x="connsiteX6236" y="connsiteY6236"/>
              </a:cxn>
              <a:cxn ang="0">
                <a:pos x="connsiteX6237" y="connsiteY6237"/>
              </a:cxn>
              <a:cxn ang="0">
                <a:pos x="connsiteX6238" y="connsiteY6238"/>
              </a:cxn>
              <a:cxn ang="0">
                <a:pos x="connsiteX6239" y="connsiteY6239"/>
              </a:cxn>
              <a:cxn ang="0">
                <a:pos x="connsiteX6240" y="connsiteY6240"/>
              </a:cxn>
              <a:cxn ang="0">
                <a:pos x="connsiteX6241" y="connsiteY6241"/>
              </a:cxn>
              <a:cxn ang="0">
                <a:pos x="connsiteX6242" y="connsiteY6242"/>
              </a:cxn>
              <a:cxn ang="0">
                <a:pos x="connsiteX6243" y="connsiteY6243"/>
              </a:cxn>
              <a:cxn ang="0">
                <a:pos x="connsiteX6244" y="connsiteY6244"/>
              </a:cxn>
              <a:cxn ang="0">
                <a:pos x="connsiteX6245" y="connsiteY6245"/>
              </a:cxn>
              <a:cxn ang="0">
                <a:pos x="connsiteX6246" y="connsiteY6246"/>
              </a:cxn>
              <a:cxn ang="0">
                <a:pos x="connsiteX6247" y="connsiteY6247"/>
              </a:cxn>
              <a:cxn ang="0">
                <a:pos x="connsiteX6248" y="connsiteY6248"/>
              </a:cxn>
              <a:cxn ang="0">
                <a:pos x="connsiteX6249" y="connsiteY6249"/>
              </a:cxn>
              <a:cxn ang="0">
                <a:pos x="connsiteX6250" y="connsiteY6250"/>
              </a:cxn>
              <a:cxn ang="0">
                <a:pos x="connsiteX6251" y="connsiteY6251"/>
              </a:cxn>
              <a:cxn ang="0">
                <a:pos x="connsiteX6252" y="connsiteY6252"/>
              </a:cxn>
              <a:cxn ang="0">
                <a:pos x="connsiteX6253" y="connsiteY6253"/>
              </a:cxn>
              <a:cxn ang="0">
                <a:pos x="connsiteX6254" y="connsiteY6254"/>
              </a:cxn>
              <a:cxn ang="0">
                <a:pos x="connsiteX6255" y="connsiteY6255"/>
              </a:cxn>
              <a:cxn ang="0">
                <a:pos x="connsiteX6256" y="connsiteY6256"/>
              </a:cxn>
              <a:cxn ang="0">
                <a:pos x="connsiteX6257" y="connsiteY6257"/>
              </a:cxn>
              <a:cxn ang="0">
                <a:pos x="connsiteX6258" y="connsiteY6258"/>
              </a:cxn>
              <a:cxn ang="0">
                <a:pos x="connsiteX6259" y="connsiteY6259"/>
              </a:cxn>
              <a:cxn ang="0">
                <a:pos x="connsiteX6260" y="connsiteY6260"/>
              </a:cxn>
              <a:cxn ang="0">
                <a:pos x="connsiteX6261" y="connsiteY6261"/>
              </a:cxn>
              <a:cxn ang="0">
                <a:pos x="connsiteX6262" y="connsiteY6262"/>
              </a:cxn>
              <a:cxn ang="0">
                <a:pos x="connsiteX6263" y="connsiteY6263"/>
              </a:cxn>
              <a:cxn ang="0">
                <a:pos x="connsiteX6264" y="connsiteY6264"/>
              </a:cxn>
              <a:cxn ang="0">
                <a:pos x="connsiteX6265" y="connsiteY6265"/>
              </a:cxn>
              <a:cxn ang="0">
                <a:pos x="connsiteX6266" y="connsiteY6266"/>
              </a:cxn>
              <a:cxn ang="0">
                <a:pos x="connsiteX6267" y="connsiteY6267"/>
              </a:cxn>
              <a:cxn ang="0">
                <a:pos x="connsiteX6268" y="connsiteY6268"/>
              </a:cxn>
              <a:cxn ang="0">
                <a:pos x="connsiteX6269" y="connsiteY6269"/>
              </a:cxn>
              <a:cxn ang="0">
                <a:pos x="connsiteX6270" y="connsiteY6270"/>
              </a:cxn>
              <a:cxn ang="0">
                <a:pos x="connsiteX6271" y="connsiteY6271"/>
              </a:cxn>
              <a:cxn ang="0">
                <a:pos x="connsiteX6272" y="connsiteY6272"/>
              </a:cxn>
              <a:cxn ang="0">
                <a:pos x="connsiteX6273" y="connsiteY6273"/>
              </a:cxn>
              <a:cxn ang="0">
                <a:pos x="connsiteX6274" y="connsiteY6274"/>
              </a:cxn>
              <a:cxn ang="0">
                <a:pos x="connsiteX6275" y="connsiteY6275"/>
              </a:cxn>
              <a:cxn ang="0">
                <a:pos x="connsiteX6276" y="connsiteY6276"/>
              </a:cxn>
              <a:cxn ang="0">
                <a:pos x="connsiteX6277" y="connsiteY6277"/>
              </a:cxn>
              <a:cxn ang="0">
                <a:pos x="connsiteX6278" y="connsiteY6278"/>
              </a:cxn>
              <a:cxn ang="0">
                <a:pos x="connsiteX6279" y="connsiteY6279"/>
              </a:cxn>
              <a:cxn ang="0">
                <a:pos x="connsiteX6280" y="connsiteY6280"/>
              </a:cxn>
              <a:cxn ang="0">
                <a:pos x="connsiteX6281" y="connsiteY6281"/>
              </a:cxn>
              <a:cxn ang="0">
                <a:pos x="connsiteX6282" y="connsiteY6282"/>
              </a:cxn>
              <a:cxn ang="0">
                <a:pos x="connsiteX6283" y="connsiteY6283"/>
              </a:cxn>
              <a:cxn ang="0">
                <a:pos x="connsiteX6284" y="connsiteY6284"/>
              </a:cxn>
              <a:cxn ang="0">
                <a:pos x="connsiteX6285" y="connsiteY6285"/>
              </a:cxn>
              <a:cxn ang="0">
                <a:pos x="connsiteX6286" y="connsiteY6286"/>
              </a:cxn>
              <a:cxn ang="0">
                <a:pos x="connsiteX6287" y="connsiteY6287"/>
              </a:cxn>
              <a:cxn ang="0">
                <a:pos x="connsiteX6288" y="connsiteY6288"/>
              </a:cxn>
              <a:cxn ang="0">
                <a:pos x="connsiteX6289" y="connsiteY6289"/>
              </a:cxn>
              <a:cxn ang="0">
                <a:pos x="connsiteX6290" y="connsiteY6290"/>
              </a:cxn>
              <a:cxn ang="0">
                <a:pos x="connsiteX6291" y="connsiteY6291"/>
              </a:cxn>
              <a:cxn ang="0">
                <a:pos x="connsiteX6292" y="connsiteY6292"/>
              </a:cxn>
              <a:cxn ang="0">
                <a:pos x="connsiteX6293" y="connsiteY6293"/>
              </a:cxn>
              <a:cxn ang="0">
                <a:pos x="connsiteX6294" y="connsiteY6294"/>
              </a:cxn>
              <a:cxn ang="0">
                <a:pos x="connsiteX6295" y="connsiteY6295"/>
              </a:cxn>
              <a:cxn ang="0">
                <a:pos x="connsiteX6296" y="connsiteY6296"/>
              </a:cxn>
              <a:cxn ang="0">
                <a:pos x="connsiteX6297" y="connsiteY6297"/>
              </a:cxn>
              <a:cxn ang="0">
                <a:pos x="connsiteX6298" y="connsiteY6298"/>
              </a:cxn>
              <a:cxn ang="0">
                <a:pos x="connsiteX6299" y="connsiteY6299"/>
              </a:cxn>
              <a:cxn ang="0">
                <a:pos x="connsiteX6300" y="connsiteY6300"/>
              </a:cxn>
              <a:cxn ang="0">
                <a:pos x="connsiteX6301" y="connsiteY6301"/>
              </a:cxn>
              <a:cxn ang="0">
                <a:pos x="connsiteX6302" y="connsiteY6302"/>
              </a:cxn>
              <a:cxn ang="0">
                <a:pos x="connsiteX6303" y="connsiteY6303"/>
              </a:cxn>
              <a:cxn ang="0">
                <a:pos x="connsiteX6304" y="connsiteY6304"/>
              </a:cxn>
              <a:cxn ang="0">
                <a:pos x="connsiteX6305" y="connsiteY6305"/>
              </a:cxn>
              <a:cxn ang="0">
                <a:pos x="connsiteX6306" y="connsiteY6306"/>
              </a:cxn>
              <a:cxn ang="0">
                <a:pos x="connsiteX6307" y="connsiteY6307"/>
              </a:cxn>
              <a:cxn ang="0">
                <a:pos x="connsiteX6308" y="connsiteY6308"/>
              </a:cxn>
              <a:cxn ang="0">
                <a:pos x="connsiteX6309" y="connsiteY6309"/>
              </a:cxn>
              <a:cxn ang="0">
                <a:pos x="connsiteX6310" y="connsiteY6310"/>
              </a:cxn>
              <a:cxn ang="0">
                <a:pos x="connsiteX6311" y="connsiteY6311"/>
              </a:cxn>
              <a:cxn ang="0">
                <a:pos x="connsiteX6312" y="connsiteY6312"/>
              </a:cxn>
              <a:cxn ang="0">
                <a:pos x="connsiteX6313" y="connsiteY6313"/>
              </a:cxn>
              <a:cxn ang="0">
                <a:pos x="connsiteX6314" y="connsiteY6314"/>
              </a:cxn>
              <a:cxn ang="0">
                <a:pos x="connsiteX6315" y="connsiteY6315"/>
              </a:cxn>
              <a:cxn ang="0">
                <a:pos x="connsiteX6316" y="connsiteY6316"/>
              </a:cxn>
              <a:cxn ang="0">
                <a:pos x="connsiteX6317" y="connsiteY6317"/>
              </a:cxn>
              <a:cxn ang="0">
                <a:pos x="connsiteX6318" y="connsiteY6318"/>
              </a:cxn>
              <a:cxn ang="0">
                <a:pos x="connsiteX6319" y="connsiteY6319"/>
              </a:cxn>
              <a:cxn ang="0">
                <a:pos x="connsiteX6320" y="connsiteY6320"/>
              </a:cxn>
              <a:cxn ang="0">
                <a:pos x="connsiteX6321" y="connsiteY6321"/>
              </a:cxn>
              <a:cxn ang="0">
                <a:pos x="connsiteX6322" y="connsiteY6322"/>
              </a:cxn>
              <a:cxn ang="0">
                <a:pos x="connsiteX6323" y="connsiteY6323"/>
              </a:cxn>
              <a:cxn ang="0">
                <a:pos x="connsiteX6324" y="connsiteY6324"/>
              </a:cxn>
              <a:cxn ang="0">
                <a:pos x="connsiteX6325" y="connsiteY6325"/>
              </a:cxn>
              <a:cxn ang="0">
                <a:pos x="connsiteX6326" y="connsiteY6326"/>
              </a:cxn>
              <a:cxn ang="0">
                <a:pos x="connsiteX6327" y="connsiteY6327"/>
              </a:cxn>
              <a:cxn ang="0">
                <a:pos x="connsiteX6328" y="connsiteY6328"/>
              </a:cxn>
              <a:cxn ang="0">
                <a:pos x="connsiteX6329" y="connsiteY6329"/>
              </a:cxn>
              <a:cxn ang="0">
                <a:pos x="connsiteX6330" y="connsiteY6330"/>
              </a:cxn>
              <a:cxn ang="0">
                <a:pos x="connsiteX6331" y="connsiteY6331"/>
              </a:cxn>
              <a:cxn ang="0">
                <a:pos x="connsiteX6332" y="connsiteY6332"/>
              </a:cxn>
              <a:cxn ang="0">
                <a:pos x="connsiteX6333" y="connsiteY6333"/>
              </a:cxn>
              <a:cxn ang="0">
                <a:pos x="connsiteX6334" y="connsiteY6334"/>
              </a:cxn>
              <a:cxn ang="0">
                <a:pos x="connsiteX6335" y="connsiteY6335"/>
              </a:cxn>
              <a:cxn ang="0">
                <a:pos x="connsiteX6336" y="connsiteY6336"/>
              </a:cxn>
              <a:cxn ang="0">
                <a:pos x="connsiteX6337" y="connsiteY6337"/>
              </a:cxn>
              <a:cxn ang="0">
                <a:pos x="connsiteX6338" y="connsiteY6338"/>
              </a:cxn>
              <a:cxn ang="0">
                <a:pos x="connsiteX6339" y="connsiteY6339"/>
              </a:cxn>
              <a:cxn ang="0">
                <a:pos x="connsiteX6340" y="connsiteY6340"/>
              </a:cxn>
              <a:cxn ang="0">
                <a:pos x="connsiteX6341" y="connsiteY6341"/>
              </a:cxn>
              <a:cxn ang="0">
                <a:pos x="connsiteX6342" y="connsiteY6342"/>
              </a:cxn>
              <a:cxn ang="0">
                <a:pos x="connsiteX6343" y="connsiteY6343"/>
              </a:cxn>
              <a:cxn ang="0">
                <a:pos x="connsiteX6344" y="connsiteY6344"/>
              </a:cxn>
              <a:cxn ang="0">
                <a:pos x="connsiteX6345" y="connsiteY6345"/>
              </a:cxn>
              <a:cxn ang="0">
                <a:pos x="connsiteX6346" y="connsiteY6346"/>
              </a:cxn>
              <a:cxn ang="0">
                <a:pos x="connsiteX6347" y="connsiteY6347"/>
              </a:cxn>
              <a:cxn ang="0">
                <a:pos x="connsiteX6348" y="connsiteY6348"/>
              </a:cxn>
              <a:cxn ang="0">
                <a:pos x="connsiteX6349" y="connsiteY6349"/>
              </a:cxn>
              <a:cxn ang="0">
                <a:pos x="connsiteX6350" y="connsiteY6350"/>
              </a:cxn>
              <a:cxn ang="0">
                <a:pos x="connsiteX6351" y="connsiteY6351"/>
              </a:cxn>
              <a:cxn ang="0">
                <a:pos x="connsiteX6352" y="connsiteY6352"/>
              </a:cxn>
              <a:cxn ang="0">
                <a:pos x="connsiteX6353" y="connsiteY6353"/>
              </a:cxn>
              <a:cxn ang="0">
                <a:pos x="connsiteX6354" y="connsiteY6354"/>
              </a:cxn>
              <a:cxn ang="0">
                <a:pos x="connsiteX6355" y="connsiteY6355"/>
              </a:cxn>
              <a:cxn ang="0">
                <a:pos x="connsiteX6356" y="connsiteY6356"/>
              </a:cxn>
              <a:cxn ang="0">
                <a:pos x="connsiteX6357" y="connsiteY6357"/>
              </a:cxn>
              <a:cxn ang="0">
                <a:pos x="connsiteX6358" y="connsiteY6358"/>
              </a:cxn>
              <a:cxn ang="0">
                <a:pos x="connsiteX6359" y="connsiteY6359"/>
              </a:cxn>
              <a:cxn ang="0">
                <a:pos x="connsiteX6360" y="connsiteY6360"/>
              </a:cxn>
              <a:cxn ang="0">
                <a:pos x="connsiteX6361" y="connsiteY6361"/>
              </a:cxn>
              <a:cxn ang="0">
                <a:pos x="connsiteX6362" y="connsiteY6362"/>
              </a:cxn>
              <a:cxn ang="0">
                <a:pos x="connsiteX6363" y="connsiteY6363"/>
              </a:cxn>
              <a:cxn ang="0">
                <a:pos x="connsiteX6364" y="connsiteY6364"/>
              </a:cxn>
              <a:cxn ang="0">
                <a:pos x="connsiteX6365" y="connsiteY6365"/>
              </a:cxn>
              <a:cxn ang="0">
                <a:pos x="connsiteX6366" y="connsiteY6366"/>
              </a:cxn>
              <a:cxn ang="0">
                <a:pos x="connsiteX6367" y="connsiteY6367"/>
              </a:cxn>
              <a:cxn ang="0">
                <a:pos x="connsiteX6368" y="connsiteY6368"/>
              </a:cxn>
              <a:cxn ang="0">
                <a:pos x="connsiteX6369" y="connsiteY6369"/>
              </a:cxn>
              <a:cxn ang="0">
                <a:pos x="connsiteX6370" y="connsiteY6370"/>
              </a:cxn>
              <a:cxn ang="0">
                <a:pos x="connsiteX6371" y="connsiteY6371"/>
              </a:cxn>
              <a:cxn ang="0">
                <a:pos x="connsiteX6372" y="connsiteY6372"/>
              </a:cxn>
              <a:cxn ang="0">
                <a:pos x="connsiteX6373" y="connsiteY6373"/>
              </a:cxn>
              <a:cxn ang="0">
                <a:pos x="connsiteX6374" y="connsiteY6374"/>
              </a:cxn>
              <a:cxn ang="0">
                <a:pos x="connsiteX6375" y="connsiteY6375"/>
              </a:cxn>
              <a:cxn ang="0">
                <a:pos x="connsiteX6376" y="connsiteY6376"/>
              </a:cxn>
              <a:cxn ang="0">
                <a:pos x="connsiteX6377" y="connsiteY6377"/>
              </a:cxn>
              <a:cxn ang="0">
                <a:pos x="connsiteX6378" y="connsiteY6378"/>
              </a:cxn>
              <a:cxn ang="0">
                <a:pos x="connsiteX6379" y="connsiteY6379"/>
              </a:cxn>
              <a:cxn ang="0">
                <a:pos x="connsiteX6380" y="connsiteY6380"/>
              </a:cxn>
              <a:cxn ang="0">
                <a:pos x="connsiteX6381" y="connsiteY6381"/>
              </a:cxn>
              <a:cxn ang="0">
                <a:pos x="connsiteX6382" y="connsiteY6382"/>
              </a:cxn>
              <a:cxn ang="0">
                <a:pos x="connsiteX6383" y="connsiteY6383"/>
              </a:cxn>
              <a:cxn ang="0">
                <a:pos x="connsiteX6384" y="connsiteY6384"/>
              </a:cxn>
              <a:cxn ang="0">
                <a:pos x="connsiteX6385" y="connsiteY6385"/>
              </a:cxn>
              <a:cxn ang="0">
                <a:pos x="connsiteX6386" y="connsiteY6386"/>
              </a:cxn>
              <a:cxn ang="0">
                <a:pos x="connsiteX6387" y="connsiteY6387"/>
              </a:cxn>
              <a:cxn ang="0">
                <a:pos x="connsiteX6388" y="connsiteY6388"/>
              </a:cxn>
              <a:cxn ang="0">
                <a:pos x="connsiteX6389" y="connsiteY6389"/>
              </a:cxn>
              <a:cxn ang="0">
                <a:pos x="connsiteX6390" y="connsiteY6390"/>
              </a:cxn>
              <a:cxn ang="0">
                <a:pos x="connsiteX6391" y="connsiteY6391"/>
              </a:cxn>
              <a:cxn ang="0">
                <a:pos x="connsiteX6392" y="connsiteY6392"/>
              </a:cxn>
              <a:cxn ang="0">
                <a:pos x="connsiteX6393" y="connsiteY6393"/>
              </a:cxn>
              <a:cxn ang="0">
                <a:pos x="connsiteX6394" y="connsiteY6394"/>
              </a:cxn>
              <a:cxn ang="0">
                <a:pos x="connsiteX6395" y="connsiteY6395"/>
              </a:cxn>
              <a:cxn ang="0">
                <a:pos x="connsiteX6396" y="connsiteY6396"/>
              </a:cxn>
              <a:cxn ang="0">
                <a:pos x="connsiteX6397" y="connsiteY6397"/>
              </a:cxn>
              <a:cxn ang="0">
                <a:pos x="connsiteX6398" y="connsiteY6398"/>
              </a:cxn>
              <a:cxn ang="0">
                <a:pos x="connsiteX6399" y="connsiteY6399"/>
              </a:cxn>
              <a:cxn ang="0">
                <a:pos x="connsiteX6400" y="connsiteY6400"/>
              </a:cxn>
              <a:cxn ang="0">
                <a:pos x="connsiteX6401" y="connsiteY6401"/>
              </a:cxn>
              <a:cxn ang="0">
                <a:pos x="connsiteX6402" y="connsiteY6402"/>
              </a:cxn>
              <a:cxn ang="0">
                <a:pos x="connsiteX6403" y="connsiteY6403"/>
              </a:cxn>
              <a:cxn ang="0">
                <a:pos x="connsiteX6404" y="connsiteY6404"/>
              </a:cxn>
              <a:cxn ang="0">
                <a:pos x="connsiteX6405" y="connsiteY6405"/>
              </a:cxn>
              <a:cxn ang="0">
                <a:pos x="connsiteX6406" y="connsiteY6406"/>
              </a:cxn>
              <a:cxn ang="0">
                <a:pos x="connsiteX6407" y="connsiteY6407"/>
              </a:cxn>
              <a:cxn ang="0">
                <a:pos x="connsiteX6408" y="connsiteY6408"/>
              </a:cxn>
              <a:cxn ang="0">
                <a:pos x="connsiteX6409" y="connsiteY6409"/>
              </a:cxn>
              <a:cxn ang="0">
                <a:pos x="connsiteX6410" y="connsiteY6410"/>
              </a:cxn>
              <a:cxn ang="0">
                <a:pos x="connsiteX6411" y="connsiteY6411"/>
              </a:cxn>
              <a:cxn ang="0">
                <a:pos x="connsiteX6412" y="connsiteY6412"/>
              </a:cxn>
              <a:cxn ang="0">
                <a:pos x="connsiteX6413" y="connsiteY6413"/>
              </a:cxn>
              <a:cxn ang="0">
                <a:pos x="connsiteX6414" y="connsiteY6414"/>
              </a:cxn>
              <a:cxn ang="0">
                <a:pos x="connsiteX6415" y="connsiteY6415"/>
              </a:cxn>
              <a:cxn ang="0">
                <a:pos x="connsiteX6416" y="connsiteY6416"/>
              </a:cxn>
              <a:cxn ang="0">
                <a:pos x="connsiteX6417" y="connsiteY6417"/>
              </a:cxn>
              <a:cxn ang="0">
                <a:pos x="connsiteX6418" y="connsiteY6418"/>
              </a:cxn>
              <a:cxn ang="0">
                <a:pos x="connsiteX6419" y="connsiteY6419"/>
              </a:cxn>
              <a:cxn ang="0">
                <a:pos x="connsiteX6420" y="connsiteY6420"/>
              </a:cxn>
              <a:cxn ang="0">
                <a:pos x="connsiteX6421" y="connsiteY6421"/>
              </a:cxn>
              <a:cxn ang="0">
                <a:pos x="connsiteX6422" y="connsiteY6422"/>
              </a:cxn>
              <a:cxn ang="0">
                <a:pos x="connsiteX6423" y="connsiteY6423"/>
              </a:cxn>
              <a:cxn ang="0">
                <a:pos x="connsiteX6424" y="connsiteY6424"/>
              </a:cxn>
              <a:cxn ang="0">
                <a:pos x="connsiteX6425" y="connsiteY6425"/>
              </a:cxn>
              <a:cxn ang="0">
                <a:pos x="connsiteX6426" y="connsiteY6426"/>
              </a:cxn>
              <a:cxn ang="0">
                <a:pos x="connsiteX6427" y="connsiteY6427"/>
              </a:cxn>
              <a:cxn ang="0">
                <a:pos x="connsiteX6428" y="connsiteY6428"/>
              </a:cxn>
              <a:cxn ang="0">
                <a:pos x="connsiteX6429" y="connsiteY6429"/>
              </a:cxn>
              <a:cxn ang="0">
                <a:pos x="connsiteX6430" y="connsiteY6430"/>
              </a:cxn>
              <a:cxn ang="0">
                <a:pos x="connsiteX6431" y="connsiteY6431"/>
              </a:cxn>
              <a:cxn ang="0">
                <a:pos x="connsiteX6432" y="connsiteY6432"/>
              </a:cxn>
              <a:cxn ang="0">
                <a:pos x="connsiteX6433" y="connsiteY6433"/>
              </a:cxn>
              <a:cxn ang="0">
                <a:pos x="connsiteX6434" y="connsiteY6434"/>
              </a:cxn>
              <a:cxn ang="0">
                <a:pos x="connsiteX6435" y="connsiteY6435"/>
              </a:cxn>
              <a:cxn ang="0">
                <a:pos x="connsiteX6436" y="connsiteY6436"/>
              </a:cxn>
              <a:cxn ang="0">
                <a:pos x="connsiteX6437" y="connsiteY6437"/>
              </a:cxn>
              <a:cxn ang="0">
                <a:pos x="connsiteX6438" y="connsiteY6438"/>
              </a:cxn>
              <a:cxn ang="0">
                <a:pos x="connsiteX6439" y="connsiteY6439"/>
              </a:cxn>
              <a:cxn ang="0">
                <a:pos x="connsiteX6440" y="connsiteY6440"/>
              </a:cxn>
              <a:cxn ang="0">
                <a:pos x="connsiteX6441" y="connsiteY6441"/>
              </a:cxn>
              <a:cxn ang="0">
                <a:pos x="connsiteX6442" y="connsiteY6442"/>
              </a:cxn>
              <a:cxn ang="0">
                <a:pos x="connsiteX6443" y="connsiteY6443"/>
              </a:cxn>
              <a:cxn ang="0">
                <a:pos x="connsiteX6444" y="connsiteY6444"/>
              </a:cxn>
              <a:cxn ang="0">
                <a:pos x="connsiteX6445" y="connsiteY6445"/>
              </a:cxn>
              <a:cxn ang="0">
                <a:pos x="connsiteX6446" y="connsiteY6446"/>
              </a:cxn>
              <a:cxn ang="0">
                <a:pos x="connsiteX6447" y="connsiteY6447"/>
              </a:cxn>
              <a:cxn ang="0">
                <a:pos x="connsiteX6448" y="connsiteY6448"/>
              </a:cxn>
              <a:cxn ang="0">
                <a:pos x="connsiteX6449" y="connsiteY6449"/>
              </a:cxn>
              <a:cxn ang="0">
                <a:pos x="connsiteX6450" y="connsiteY6450"/>
              </a:cxn>
              <a:cxn ang="0">
                <a:pos x="connsiteX6451" y="connsiteY6451"/>
              </a:cxn>
              <a:cxn ang="0">
                <a:pos x="connsiteX6452" y="connsiteY6452"/>
              </a:cxn>
              <a:cxn ang="0">
                <a:pos x="connsiteX6453" y="connsiteY6453"/>
              </a:cxn>
              <a:cxn ang="0">
                <a:pos x="connsiteX6454" y="connsiteY6454"/>
              </a:cxn>
              <a:cxn ang="0">
                <a:pos x="connsiteX6455" y="connsiteY6455"/>
              </a:cxn>
              <a:cxn ang="0">
                <a:pos x="connsiteX6456" y="connsiteY6456"/>
              </a:cxn>
              <a:cxn ang="0">
                <a:pos x="connsiteX6457" y="connsiteY6457"/>
              </a:cxn>
              <a:cxn ang="0">
                <a:pos x="connsiteX6458" y="connsiteY6458"/>
              </a:cxn>
              <a:cxn ang="0">
                <a:pos x="connsiteX6459" y="connsiteY6459"/>
              </a:cxn>
              <a:cxn ang="0">
                <a:pos x="connsiteX6460" y="connsiteY6460"/>
              </a:cxn>
              <a:cxn ang="0">
                <a:pos x="connsiteX6461" y="connsiteY6461"/>
              </a:cxn>
              <a:cxn ang="0">
                <a:pos x="connsiteX6462" y="connsiteY6462"/>
              </a:cxn>
              <a:cxn ang="0">
                <a:pos x="connsiteX6463" y="connsiteY6463"/>
              </a:cxn>
              <a:cxn ang="0">
                <a:pos x="connsiteX6464" y="connsiteY6464"/>
              </a:cxn>
              <a:cxn ang="0">
                <a:pos x="connsiteX6465" y="connsiteY6465"/>
              </a:cxn>
              <a:cxn ang="0">
                <a:pos x="connsiteX6466" y="connsiteY6466"/>
              </a:cxn>
              <a:cxn ang="0">
                <a:pos x="connsiteX6467" y="connsiteY6467"/>
              </a:cxn>
              <a:cxn ang="0">
                <a:pos x="connsiteX6468" y="connsiteY6468"/>
              </a:cxn>
              <a:cxn ang="0">
                <a:pos x="connsiteX6469" y="connsiteY6469"/>
              </a:cxn>
              <a:cxn ang="0">
                <a:pos x="connsiteX6470" y="connsiteY6470"/>
              </a:cxn>
              <a:cxn ang="0">
                <a:pos x="connsiteX6471" y="connsiteY6471"/>
              </a:cxn>
              <a:cxn ang="0">
                <a:pos x="connsiteX6472" y="connsiteY6472"/>
              </a:cxn>
              <a:cxn ang="0">
                <a:pos x="connsiteX6473" y="connsiteY6473"/>
              </a:cxn>
              <a:cxn ang="0">
                <a:pos x="connsiteX6474" y="connsiteY6474"/>
              </a:cxn>
              <a:cxn ang="0">
                <a:pos x="connsiteX6475" y="connsiteY6475"/>
              </a:cxn>
              <a:cxn ang="0">
                <a:pos x="connsiteX6476" y="connsiteY6476"/>
              </a:cxn>
              <a:cxn ang="0">
                <a:pos x="connsiteX6477" y="connsiteY6477"/>
              </a:cxn>
              <a:cxn ang="0">
                <a:pos x="connsiteX6478" y="connsiteY6478"/>
              </a:cxn>
              <a:cxn ang="0">
                <a:pos x="connsiteX6479" y="connsiteY6479"/>
              </a:cxn>
              <a:cxn ang="0">
                <a:pos x="connsiteX6480" y="connsiteY6480"/>
              </a:cxn>
              <a:cxn ang="0">
                <a:pos x="connsiteX6481" y="connsiteY6481"/>
              </a:cxn>
              <a:cxn ang="0">
                <a:pos x="connsiteX6482" y="connsiteY6482"/>
              </a:cxn>
              <a:cxn ang="0">
                <a:pos x="connsiteX6483" y="connsiteY6483"/>
              </a:cxn>
              <a:cxn ang="0">
                <a:pos x="connsiteX6484" y="connsiteY6484"/>
              </a:cxn>
              <a:cxn ang="0">
                <a:pos x="connsiteX6485" y="connsiteY6485"/>
              </a:cxn>
              <a:cxn ang="0">
                <a:pos x="connsiteX6486" y="connsiteY6486"/>
              </a:cxn>
              <a:cxn ang="0">
                <a:pos x="connsiteX6487" y="connsiteY6487"/>
              </a:cxn>
              <a:cxn ang="0">
                <a:pos x="connsiteX6488" y="connsiteY6488"/>
              </a:cxn>
              <a:cxn ang="0">
                <a:pos x="connsiteX6489" y="connsiteY6489"/>
              </a:cxn>
              <a:cxn ang="0">
                <a:pos x="connsiteX6490" y="connsiteY6490"/>
              </a:cxn>
              <a:cxn ang="0">
                <a:pos x="connsiteX6491" y="connsiteY6491"/>
              </a:cxn>
              <a:cxn ang="0">
                <a:pos x="connsiteX6492" y="connsiteY6492"/>
              </a:cxn>
              <a:cxn ang="0">
                <a:pos x="connsiteX6493" y="connsiteY6493"/>
              </a:cxn>
              <a:cxn ang="0">
                <a:pos x="connsiteX6494" y="connsiteY6494"/>
              </a:cxn>
              <a:cxn ang="0">
                <a:pos x="connsiteX6495" y="connsiteY6495"/>
              </a:cxn>
              <a:cxn ang="0">
                <a:pos x="connsiteX6496" y="connsiteY6496"/>
              </a:cxn>
              <a:cxn ang="0">
                <a:pos x="connsiteX6497" y="connsiteY6497"/>
              </a:cxn>
              <a:cxn ang="0">
                <a:pos x="connsiteX6498" y="connsiteY6498"/>
              </a:cxn>
              <a:cxn ang="0">
                <a:pos x="connsiteX6499" y="connsiteY6499"/>
              </a:cxn>
              <a:cxn ang="0">
                <a:pos x="connsiteX6500" y="connsiteY6500"/>
              </a:cxn>
              <a:cxn ang="0">
                <a:pos x="connsiteX6501" y="connsiteY6501"/>
              </a:cxn>
              <a:cxn ang="0">
                <a:pos x="connsiteX6502" y="connsiteY6502"/>
              </a:cxn>
              <a:cxn ang="0">
                <a:pos x="connsiteX6503" y="connsiteY6503"/>
              </a:cxn>
              <a:cxn ang="0">
                <a:pos x="connsiteX6504" y="connsiteY6504"/>
              </a:cxn>
              <a:cxn ang="0">
                <a:pos x="connsiteX6505" y="connsiteY6505"/>
              </a:cxn>
              <a:cxn ang="0">
                <a:pos x="connsiteX6506" y="connsiteY6506"/>
              </a:cxn>
              <a:cxn ang="0">
                <a:pos x="connsiteX6507" y="connsiteY6507"/>
              </a:cxn>
              <a:cxn ang="0">
                <a:pos x="connsiteX6508" y="connsiteY6508"/>
              </a:cxn>
              <a:cxn ang="0">
                <a:pos x="connsiteX6509" y="connsiteY6509"/>
              </a:cxn>
              <a:cxn ang="0">
                <a:pos x="connsiteX6510" y="connsiteY6510"/>
              </a:cxn>
              <a:cxn ang="0">
                <a:pos x="connsiteX6511" y="connsiteY6511"/>
              </a:cxn>
              <a:cxn ang="0">
                <a:pos x="connsiteX6512" y="connsiteY6512"/>
              </a:cxn>
              <a:cxn ang="0">
                <a:pos x="connsiteX6513" y="connsiteY6513"/>
              </a:cxn>
              <a:cxn ang="0">
                <a:pos x="connsiteX6514" y="connsiteY6514"/>
              </a:cxn>
              <a:cxn ang="0">
                <a:pos x="connsiteX6515" y="connsiteY6515"/>
              </a:cxn>
              <a:cxn ang="0">
                <a:pos x="connsiteX6516" y="connsiteY6516"/>
              </a:cxn>
              <a:cxn ang="0">
                <a:pos x="connsiteX6517" y="connsiteY6517"/>
              </a:cxn>
              <a:cxn ang="0">
                <a:pos x="connsiteX6518" y="connsiteY6518"/>
              </a:cxn>
              <a:cxn ang="0">
                <a:pos x="connsiteX6519" y="connsiteY6519"/>
              </a:cxn>
              <a:cxn ang="0">
                <a:pos x="connsiteX6520" y="connsiteY6520"/>
              </a:cxn>
              <a:cxn ang="0">
                <a:pos x="connsiteX6521" y="connsiteY6521"/>
              </a:cxn>
              <a:cxn ang="0">
                <a:pos x="connsiteX6522" y="connsiteY6522"/>
              </a:cxn>
              <a:cxn ang="0">
                <a:pos x="connsiteX6523" y="connsiteY6523"/>
              </a:cxn>
              <a:cxn ang="0">
                <a:pos x="connsiteX6524" y="connsiteY6524"/>
              </a:cxn>
              <a:cxn ang="0">
                <a:pos x="connsiteX6525" y="connsiteY6525"/>
              </a:cxn>
              <a:cxn ang="0">
                <a:pos x="connsiteX6526" y="connsiteY6526"/>
              </a:cxn>
              <a:cxn ang="0">
                <a:pos x="connsiteX6527" y="connsiteY6527"/>
              </a:cxn>
              <a:cxn ang="0">
                <a:pos x="connsiteX6528" y="connsiteY6528"/>
              </a:cxn>
              <a:cxn ang="0">
                <a:pos x="connsiteX6529" y="connsiteY6529"/>
              </a:cxn>
              <a:cxn ang="0">
                <a:pos x="connsiteX6530" y="connsiteY6530"/>
              </a:cxn>
              <a:cxn ang="0">
                <a:pos x="connsiteX6531" y="connsiteY6531"/>
              </a:cxn>
              <a:cxn ang="0">
                <a:pos x="connsiteX6532" y="connsiteY6532"/>
              </a:cxn>
              <a:cxn ang="0">
                <a:pos x="connsiteX6533" y="connsiteY6533"/>
              </a:cxn>
              <a:cxn ang="0">
                <a:pos x="connsiteX6534" y="connsiteY6534"/>
              </a:cxn>
              <a:cxn ang="0">
                <a:pos x="connsiteX6535" y="connsiteY6535"/>
              </a:cxn>
              <a:cxn ang="0">
                <a:pos x="connsiteX6536" y="connsiteY6536"/>
              </a:cxn>
              <a:cxn ang="0">
                <a:pos x="connsiteX6537" y="connsiteY6537"/>
              </a:cxn>
              <a:cxn ang="0">
                <a:pos x="connsiteX6538" y="connsiteY6538"/>
              </a:cxn>
              <a:cxn ang="0">
                <a:pos x="connsiteX6539" y="connsiteY6539"/>
              </a:cxn>
              <a:cxn ang="0">
                <a:pos x="connsiteX6540" y="connsiteY6540"/>
              </a:cxn>
              <a:cxn ang="0">
                <a:pos x="connsiteX6541" y="connsiteY6541"/>
              </a:cxn>
              <a:cxn ang="0">
                <a:pos x="connsiteX6542" y="connsiteY6542"/>
              </a:cxn>
              <a:cxn ang="0">
                <a:pos x="connsiteX6543" y="connsiteY6543"/>
              </a:cxn>
              <a:cxn ang="0">
                <a:pos x="connsiteX6544" y="connsiteY6544"/>
              </a:cxn>
              <a:cxn ang="0">
                <a:pos x="connsiteX6545" y="connsiteY6545"/>
              </a:cxn>
              <a:cxn ang="0">
                <a:pos x="connsiteX6546" y="connsiteY6546"/>
              </a:cxn>
              <a:cxn ang="0">
                <a:pos x="connsiteX6547" y="connsiteY6547"/>
              </a:cxn>
              <a:cxn ang="0">
                <a:pos x="connsiteX6548" y="connsiteY6548"/>
              </a:cxn>
              <a:cxn ang="0">
                <a:pos x="connsiteX6549" y="connsiteY6549"/>
              </a:cxn>
              <a:cxn ang="0">
                <a:pos x="connsiteX6550" y="connsiteY6550"/>
              </a:cxn>
              <a:cxn ang="0">
                <a:pos x="connsiteX6551" y="connsiteY6551"/>
              </a:cxn>
              <a:cxn ang="0">
                <a:pos x="connsiteX6552" y="connsiteY6552"/>
              </a:cxn>
              <a:cxn ang="0">
                <a:pos x="connsiteX6553" y="connsiteY6553"/>
              </a:cxn>
              <a:cxn ang="0">
                <a:pos x="connsiteX6554" y="connsiteY6554"/>
              </a:cxn>
              <a:cxn ang="0">
                <a:pos x="connsiteX6555" y="connsiteY6555"/>
              </a:cxn>
              <a:cxn ang="0">
                <a:pos x="connsiteX6556" y="connsiteY6556"/>
              </a:cxn>
              <a:cxn ang="0">
                <a:pos x="connsiteX6557" y="connsiteY6557"/>
              </a:cxn>
              <a:cxn ang="0">
                <a:pos x="connsiteX6558" y="connsiteY6558"/>
              </a:cxn>
              <a:cxn ang="0">
                <a:pos x="connsiteX6559" y="connsiteY6559"/>
              </a:cxn>
              <a:cxn ang="0">
                <a:pos x="connsiteX6560" y="connsiteY6560"/>
              </a:cxn>
              <a:cxn ang="0">
                <a:pos x="connsiteX6561" y="connsiteY6561"/>
              </a:cxn>
              <a:cxn ang="0">
                <a:pos x="connsiteX6562" y="connsiteY6562"/>
              </a:cxn>
              <a:cxn ang="0">
                <a:pos x="connsiteX6563" y="connsiteY6563"/>
              </a:cxn>
              <a:cxn ang="0">
                <a:pos x="connsiteX6564" y="connsiteY6564"/>
              </a:cxn>
              <a:cxn ang="0">
                <a:pos x="connsiteX6565" y="connsiteY6565"/>
              </a:cxn>
              <a:cxn ang="0">
                <a:pos x="connsiteX6566" y="connsiteY6566"/>
              </a:cxn>
              <a:cxn ang="0">
                <a:pos x="connsiteX6567" y="connsiteY6567"/>
              </a:cxn>
              <a:cxn ang="0">
                <a:pos x="connsiteX6568" y="connsiteY6568"/>
              </a:cxn>
              <a:cxn ang="0">
                <a:pos x="connsiteX6569" y="connsiteY6569"/>
              </a:cxn>
              <a:cxn ang="0">
                <a:pos x="connsiteX6570" y="connsiteY6570"/>
              </a:cxn>
              <a:cxn ang="0">
                <a:pos x="connsiteX6571" y="connsiteY6571"/>
              </a:cxn>
              <a:cxn ang="0">
                <a:pos x="connsiteX6572" y="connsiteY6572"/>
              </a:cxn>
              <a:cxn ang="0">
                <a:pos x="connsiteX6573" y="connsiteY6573"/>
              </a:cxn>
              <a:cxn ang="0">
                <a:pos x="connsiteX6574" y="connsiteY6574"/>
              </a:cxn>
              <a:cxn ang="0">
                <a:pos x="connsiteX6575" y="connsiteY6575"/>
              </a:cxn>
              <a:cxn ang="0">
                <a:pos x="connsiteX6576" y="connsiteY6576"/>
              </a:cxn>
              <a:cxn ang="0">
                <a:pos x="connsiteX6577" y="connsiteY6577"/>
              </a:cxn>
              <a:cxn ang="0">
                <a:pos x="connsiteX6578" y="connsiteY6578"/>
              </a:cxn>
              <a:cxn ang="0">
                <a:pos x="connsiteX6579" y="connsiteY6579"/>
              </a:cxn>
              <a:cxn ang="0">
                <a:pos x="connsiteX6580" y="connsiteY6580"/>
              </a:cxn>
              <a:cxn ang="0">
                <a:pos x="connsiteX6581" y="connsiteY6581"/>
              </a:cxn>
              <a:cxn ang="0">
                <a:pos x="connsiteX6582" y="connsiteY6582"/>
              </a:cxn>
              <a:cxn ang="0">
                <a:pos x="connsiteX6583" y="connsiteY6583"/>
              </a:cxn>
              <a:cxn ang="0">
                <a:pos x="connsiteX6584" y="connsiteY6584"/>
              </a:cxn>
              <a:cxn ang="0">
                <a:pos x="connsiteX6585" y="connsiteY6585"/>
              </a:cxn>
              <a:cxn ang="0">
                <a:pos x="connsiteX6586" y="connsiteY6586"/>
              </a:cxn>
              <a:cxn ang="0">
                <a:pos x="connsiteX6587" y="connsiteY6587"/>
              </a:cxn>
              <a:cxn ang="0">
                <a:pos x="connsiteX6588" y="connsiteY6588"/>
              </a:cxn>
              <a:cxn ang="0">
                <a:pos x="connsiteX6589" y="connsiteY6589"/>
              </a:cxn>
              <a:cxn ang="0">
                <a:pos x="connsiteX6590" y="connsiteY6590"/>
              </a:cxn>
              <a:cxn ang="0">
                <a:pos x="connsiteX6591" y="connsiteY6591"/>
              </a:cxn>
              <a:cxn ang="0">
                <a:pos x="connsiteX6592" y="connsiteY6592"/>
              </a:cxn>
              <a:cxn ang="0">
                <a:pos x="connsiteX6593" y="connsiteY6593"/>
              </a:cxn>
              <a:cxn ang="0">
                <a:pos x="connsiteX6594" y="connsiteY6594"/>
              </a:cxn>
              <a:cxn ang="0">
                <a:pos x="connsiteX6595" y="connsiteY6595"/>
              </a:cxn>
              <a:cxn ang="0">
                <a:pos x="connsiteX6596" y="connsiteY6596"/>
              </a:cxn>
              <a:cxn ang="0">
                <a:pos x="connsiteX6597" y="connsiteY6597"/>
              </a:cxn>
              <a:cxn ang="0">
                <a:pos x="connsiteX6598" y="connsiteY6598"/>
              </a:cxn>
              <a:cxn ang="0">
                <a:pos x="connsiteX6599" y="connsiteY6599"/>
              </a:cxn>
              <a:cxn ang="0">
                <a:pos x="connsiteX6600" y="connsiteY6600"/>
              </a:cxn>
              <a:cxn ang="0">
                <a:pos x="connsiteX6601" y="connsiteY6601"/>
              </a:cxn>
              <a:cxn ang="0">
                <a:pos x="connsiteX6602" y="connsiteY6602"/>
              </a:cxn>
              <a:cxn ang="0">
                <a:pos x="connsiteX6603" y="connsiteY6603"/>
              </a:cxn>
              <a:cxn ang="0">
                <a:pos x="connsiteX6604" y="connsiteY6604"/>
              </a:cxn>
              <a:cxn ang="0">
                <a:pos x="connsiteX6605" y="connsiteY6605"/>
              </a:cxn>
              <a:cxn ang="0">
                <a:pos x="connsiteX6606" y="connsiteY6606"/>
              </a:cxn>
              <a:cxn ang="0">
                <a:pos x="connsiteX6607" y="connsiteY6607"/>
              </a:cxn>
              <a:cxn ang="0">
                <a:pos x="connsiteX6608" y="connsiteY6608"/>
              </a:cxn>
              <a:cxn ang="0">
                <a:pos x="connsiteX6609" y="connsiteY6609"/>
              </a:cxn>
              <a:cxn ang="0">
                <a:pos x="connsiteX6610" y="connsiteY6610"/>
              </a:cxn>
              <a:cxn ang="0">
                <a:pos x="connsiteX6611" y="connsiteY6611"/>
              </a:cxn>
              <a:cxn ang="0">
                <a:pos x="connsiteX6612" y="connsiteY6612"/>
              </a:cxn>
              <a:cxn ang="0">
                <a:pos x="connsiteX6613" y="connsiteY6613"/>
              </a:cxn>
              <a:cxn ang="0">
                <a:pos x="connsiteX6614" y="connsiteY6614"/>
              </a:cxn>
              <a:cxn ang="0">
                <a:pos x="connsiteX6615" y="connsiteY6615"/>
              </a:cxn>
              <a:cxn ang="0">
                <a:pos x="connsiteX6616" y="connsiteY6616"/>
              </a:cxn>
              <a:cxn ang="0">
                <a:pos x="connsiteX6617" y="connsiteY6617"/>
              </a:cxn>
              <a:cxn ang="0">
                <a:pos x="connsiteX6618" y="connsiteY6618"/>
              </a:cxn>
              <a:cxn ang="0">
                <a:pos x="connsiteX6619" y="connsiteY6619"/>
              </a:cxn>
              <a:cxn ang="0">
                <a:pos x="connsiteX6620" y="connsiteY6620"/>
              </a:cxn>
              <a:cxn ang="0">
                <a:pos x="connsiteX6621" y="connsiteY6621"/>
              </a:cxn>
              <a:cxn ang="0">
                <a:pos x="connsiteX6622" y="connsiteY6622"/>
              </a:cxn>
              <a:cxn ang="0">
                <a:pos x="connsiteX6623" y="connsiteY6623"/>
              </a:cxn>
              <a:cxn ang="0">
                <a:pos x="connsiteX6624" y="connsiteY6624"/>
              </a:cxn>
              <a:cxn ang="0">
                <a:pos x="connsiteX6625" y="connsiteY6625"/>
              </a:cxn>
              <a:cxn ang="0">
                <a:pos x="connsiteX6626" y="connsiteY6626"/>
              </a:cxn>
              <a:cxn ang="0">
                <a:pos x="connsiteX6627" y="connsiteY6627"/>
              </a:cxn>
              <a:cxn ang="0">
                <a:pos x="connsiteX6628" y="connsiteY6628"/>
              </a:cxn>
              <a:cxn ang="0">
                <a:pos x="connsiteX6629" y="connsiteY6629"/>
              </a:cxn>
              <a:cxn ang="0">
                <a:pos x="connsiteX6630" y="connsiteY6630"/>
              </a:cxn>
              <a:cxn ang="0">
                <a:pos x="connsiteX6631" y="connsiteY6631"/>
              </a:cxn>
              <a:cxn ang="0">
                <a:pos x="connsiteX6632" y="connsiteY6632"/>
              </a:cxn>
              <a:cxn ang="0">
                <a:pos x="connsiteX6633" y="connsiteY6633"/>
              </a:cxn>
              <a:cxn ang="0">
                <a:pos x="connsiteX6634" y="connsiteY6634"/>
              </a:cxn>
              <a:cxn ang="0">
                <a:pos x="connsiteX6635" y="connsiteY6635"/>
              </a:cxn>
              <a:cxn ang="0">
                <a:pos x="connsiteX6636" y="connsiteY6636"/>
              </a:cxn>
              <a:cxn ang="0">
                <a:pos x="connsiteX6637" y="connsiteY6637"/>
              </a:cxn>
              <a:cxn ang="0">
                <a:pos x="connsiteX6638" y="connsiteY6638"/>
              </a:cxn>
              <a:cxn ang="0">
                <a:pos x="connsiteX6639" y="connsiteY6639"/>
              </a:cxn>
              <a:cxn ang="0">
                <a:pos x="connsiteX6640" y="connsiteY6640"/>
              </a:cxn>
              <a:cxn ang="0">
                <a:pos x="connsiteX6641" y="connsiteY6641"/>
              </a:cxn>
              <a:cxn ang="0">
                <a:pos x="connsiteX6642" y="connsiteY6642"/>
              </a:cxn>
              <a:cxn ang="0">
                <a:pos x="connsiteX6643" y="connsiteY6643"/>
              </a:cxn>
              <a:cxn ang="0">
                <a:pos x="connsiteX6644" y="connsiteY6644"/>
              </a:cxn>
              <a:cxn ang="0">
                <a:pos x="connsiteX6645" y="connsiteY6645"/>
              </a:cxn>
              <a:cxn ang="0">
                <a:pos x="connsiteX6646" y="connsiteY6646"/>
              </a:cxn>
              <a:cxn ang="0">
                <a:pos x="connsiteX6647" y="connsiteY6647"/>
              </a:cxn>
              <a:cxn ang="0">
                <a:pos x="connsiteX6648" y="connsiteY6648"/>
              </a:cxn>
              <a:cxn ang="0">
                <a:pos x="connsiteX6649" y="connsiteY6649"/>
              </a:cxn>
              <a:cxn ang="0">
                <a:pos x="connsiteX6650" y="connsiteY6650"/>
              </a:cxn>
              <a:cxn ang="0">
                <a:pos x="connsiteX6651" y="connsiteY6651"/>
              </a:cxn>
              <a:cxn ang="0">
                <a:pos x="connsiteX6652" y="connsiteY6652"/>
              </a:cxn>
              <a:cxn ang="0">
                <a:pos x="connsiteX6653" y="connsiteY6653"/>
              </a:cxn>
              <a:cxn ang="0">
                <a:pos x="connsiteX6654" y="connsiteY6654"/>
              </a:cxn>
              <a:cxn ang="0">
                <a:pos x="connsiteX6655" y="connsiteY6655"/>
              </a:cxn>
              <a:cxn ang="0">
                <a:pos x="connsiteX6656" y="connsiteY6656"/>
              </a:cxn>
              <a:cxn ang="0">
                <a:pos x="connsiteX6657" y="connsiteY6657"/>
              </a:cxn>
              <a:cxn ang="0">
                <a:pos x="connsiteX6658" y="connsiteY6658"/>
              </a:cxn>
              <a:cxn ang="0">
                <a:pos x="connsiteX6659" y="connsiteY6659"/>
              </a:cxn>
              <a:cxn ang="0">
                <a:pos x="connsiteX6660" y="connsiteY6660"/>
              </a:cxn>
              <a:cxn ang="0">
                <a:pos x="connsiteX6661" y="connsiteY6661"/>
              </a:cxn>
              <a:cxn ang="0">
                <a:pos x="connsiteX6662" y="connsiteY6662"/>
              </a:cxn>
              <a:cxn ang="0">
                <a:pos x="connsiteX6663" y="connsiteY6663"/>
              </a:cxn>
              <a:cxn ang="0">
                <a:pos x="connsiteX6664" y="connsiteY6664"/>
              </a:cxn>
              <a:cxn ang="0">
                <a:pos x="connsiteX6665" y="connsiteY6665"/>
              </a:cxn>
              <a:cxn ang="0">
                <a:pos x="connsiteX6666" y="connsiteY6666"/>
              </a:cxn>
              <a:cxn ang="0">
                <a:pos x="connsiteX6667" y="connsiteY6667"/>
              </a:cxn>
              <a:cxn ang="0">
                <a:pos x="connsiteX6668" y="connsiteY6668"/>
              </a:cxn>
              <a:cxn ang="0">
                <a:pos x="connsiteX6669" y="connsiteY6669"/>
              </a:cxn>
              <a:cxn ang="0">
                <a:pos x="connsiteX6670" y="connsiteY6670"/>
              </a:cxn>
              <a:cxn ang="0">
                <a:pos x="connsiteX6671" y="connsiteY6671"/>
              </a:cxn>
              <a:cxn ang="0">
                <a:pos x="connsiteX6672" y="connsiteY6672"/>
              </a:cxn>
              <a:cxn ang="0">
                <a:pos x="connsiteX6673" y="connsiteY6673"/>
              </a:cxn>
              <a:cxn ang="0">
                <a:pos x="connsiteX6674" y="connsiteY6674"/>
              </a:cxn>
              <a:cxn ang="0">
                <a:pos x="connsiteX6675" y="connsiteY6675"/>
              </a:cxn>
              <a:cxn ang="0">
                <a:pos x="connsiteX6676" y="connsiteY6676"/>
              </a:cxn>
              <a:cxn ang="0">
                <a:pos x="connsiteX6677" y="connsiteY6677"/>
              </a:cxn>
              <a:cxn ang="0">
                <a:pos x="connsiteX6678" y="connsiteY6678"/>
              </a:cxn>
              <a:cxn ang="0">
                <a:pos x="connsiteX6679" y="connsiteY6679"/>
              </a:cxn>
              <a:cxn ang="0">
                <a:pos x="connsiteX6680" y="connsiteY6680"/>
              </a:cxn>
              <a:cxn ang="0">
                <a:pos x="connsiteX6681" y="connsiteY6681"/>
              </a:cxn>
              <a:cxn ang="0">
                <a:pos x="connsiteX6682" y="connsiteY6682"/>
              </a:cxn>
              <a:cxn ang="0">
                <a:pos x="connsiteX6683" y="connsiteY6683"/>
              </a:cxn>
              <a:cxn ang="0">
                <a:pos x="connsiteX6684" y="connsiteY6684"/>
              </a:cxn>
              <a:cxn ang="0">
                <a:pos x="connsiteX6685" y="connsiteY6685"/>
              </a:cxn>
              <a:cxn ang="0">
                <a:pos x="connsiteX6686" y="connsiteY6686"/>
              </a:cxn>
              <a:cxn ang="0">
                <a:pos x="connsiteX6687" y="connsiteY6687"/>
              </a:cxn>
              <a:cxn ang="0">
                <a:pos x="connsiteX6688" y="connsiteY6688"/>
              </a:cxn>
              <a:cxn ang="0">
                <a:pos x="connsiteX6689" y="connsiteY6689"/>
              </a:cxn>
              <a:cxn ang="0">
                <a:pos x="connsiteX6690" y="connsiteY6690"/>
              </a:cxn>
              <a:cxn ang="0">
                <a:pos x="connsiteX6691" y="connsiteY6691"/>
              </a:cxn>
              <a:cxn ang="0">
                <a:pos x="connsiteX6692" y="connsiteY6692"/>
              </a:cxn>
              <a:cxn ang="0">
                <a:pos x="connsiteX6693" y="connsiteY6693"/>
              </a:cxn>
              <a:cxn ang="0">
                <a:pos x="connsiteX6694" y="connsiteY6694"/>
              </a:cxn>
              <a:cxn ang="0">
                <a:pos x="connsiteX6695" y="connsiteY6695"/>
              </a:cxn>
              <a:cxn ang="0">
                <a:pos x="connsiteX6696" y="connsiteY6696"/>
              </a:cxn>
              <a:cxn ang="0">
                <a:pos x="connsiteX6697" y="connsiteY6697"/>
              </a:cxn>
              <a:cxn ang="0">
                <a:pos x="connsiteX6698" y="connsiteY6698"/>
              </a:cxn>
              <a:cxn ang="0">
                <a:pos x="connsiteX6699" y="connsiteY6699"/>
              </a:cxn>
              <a:cxn ang="0">
                <a:pos x="connsiteX6700" y="connsiteY6700"/>
              </a:cxn>
              <a:cxn ang="0">
                <a:pos x="connsiteX6701" y="connsiteY6701"/>
              </a:cxn>
              <a:cxn ang="0">
                <a:pos x="connsiteX6702" y="connsiteY6702"/>
              </a:cxn>
              <a:cxn ang="0">
                <a:pos x="connsiteX6703" y="connsiteY6703"/>
              </a:cxn>
              <a:cxn ang="0">
                <a:pos x="connsiteX6704" y="connsiteY6704"/>
              </a:cxn>
              <a:cxn ang="0">
                <a:pos x="connsiteX6705" y="connsiteY6705"/>
              </a:cxn>
              <a:cxn ang="0">
                <a:pos x="connsiteX6706" y="connsiteY6706"/>
              </a:cxn>
              <a:cxn ang="0">
                <a:pos x="connsiteX6707" y="connsiteY6707"/>
              </a:cxn>
              <a:cxn ang="0">
                <a:pos x="connsiteX6708" y="connsiteY6708"/>
              </a:cxn>
              <a:cxn ang="0">
                <a:pos x="connsiteX6709" y="connsiteY6709"/>
              </a:cxn>
              <a:cxn ang="0">
                <a:pos x="connsiteX6710" y="connsiteY6710"/>
              </a:cxn>
              <a:cxn ang="0">
                <a:pos x="connsiteX6711" y="connsiteY6711"/>
              </a:cxn>
              <a:cxn ang="0">
                <a:pos x="connsiteX6712" y="connsiteY6712"/>
              </a:cxn>
              <a:cxn ang="0">
                <a:pos x="connsiteX6713" y="connsiteY6713"/>
              </a:cxn>
              <a:cxn ang="0">
                <a:pos x="connsiteX6714" y="connsiteY6714"/>
              </a:cxn>
              <a:cxn ang="0">
                <a:pos x="connsiteX6715" y="connsiteY6715"/>
              </a:cxn>
              <a:cxn ang="0">
                <a:pos x="connsiteX6716" y="connsiteY6716"/>
              </a:cxn>
              <a:cxn ang="0">
                <a:pos x="connsiteX6717" y="connsiteY6717"/>
              </a:cxn>
              <a:cxn ang="0">
                <a:pos x="connsiteX6718" y="connsiteY6718"/>
              </a:cxn>
              <a:cxn ang="0">
                <a:pos x="connsiteX6719" y="connsiteY6719"/>
              </a:cxn>
              <a:cxn ang="0">
                <a:pos x="connsiteX6720" y="connsiteY6720"/>
              </a:cxn>
              <a:cxn ang="0">
                <a:pos x="connsiteX6721" y="connsiteY6721"/>
              </a:cxn>
              <a:cxn ang="0">
                <a:pos x="connsiteX6722" y="connsiteY6722"/>
              </a:cxn>
              <a:cxn ang="0">
                <a:pos x="connsiteX6723" y="connsiteY6723"/>
              </a:cxn>
              <a:cxn ang="0">
                <a:pos x="connsiteX6724" y="connsiteY6724"/>
              </a:cxn>
              <a:cxn ang="0">
                <a:pos x="connsiteX6725" y="connsiteY6725"/>
              </a:cxn>
              <a:cxn ang="0">
                <a:pos x="connsiteX6726" y="connsiteY6726"/>
              </a:cxn>
              <a:cxn ang="0">
                <a:pos x="connsiteX6727" y="connsiteY6727"/>
              </a:cxn>
              <a:cxn ang="0">
                <a:pos x="connsiteX6728" y="connsiteY6728"/>
              </a:cxn>
              <a:cxn ang="0">
                <a:pos x="connsiteX6729" y="connsiteY6729"/>
              </a:cxn>
              <a:cxn ang="0">
                <a:pos x="connsiteX6730" y="connsiteY6730"/>
              </a:cxn>
              <a:cxn ang="0">
                <a:pos x="connsiteX6731" y="connsiteY6731"/>
              </a:cxn>
              <a:cxn ang="0">
                <a:pos x="connsiteX6732" y="connsiteY6732"/>
              </a:cxn>
              <a:cxn ang="0">
                <a:pos x="connsiteX6733" y="connsiteY6733"/>
              </a:cxn>
              <a:cxn ang="0">
                <a:pos x="connsiteX6734" y="connsiteY6734"/>
              </a:cxn>
              <a:cxn ang="0">
                <a:pos x="connsiteX6735" y="connsiteY6735"/>
              </a:cxn>
              <a:cxn ang="0">
                <a:pos x="connsiteX6736" y="connsiteY6736"/>
              </a:cxn>
              <a:cxn ang="0">
                <a:pos x="connsiteX6737" y="connsiteY6737"/>
              </a:cxn>
              <a:cxn ang="0">
                <a:pos x="connsiteX6738" y="connsiteY6738"/>
              </a:cxn>
              <a:cxn ang="0">
                <a:pos x="connsiteX6739" y="connsiteY6739"/>
              </a:cxn>
              <a:cxn ang="0">
                <a:pos x="connsiteX6740" y="connsiteY6740"/>
              </a:cxn>
              <a:cxn ang="0">
                <a:pos x="connsiteX6741" y="connsiteY6741"/>
              </a:cxn>
              <a:cxn ang="0">
                <a:pos x="connsiteX6742" y="connsiteY6742"/>
              </a:cxn>
              <a:cxn ang="0">
                <a:pos x="connsiteX6743" y="connsiteY6743"/>
              </a:cxn>
              <a:cxn ang="0">
                <a:pos x="connsiteX6744" y="connsiteY6744"/>
              </a:cxn>
              <a:cxn ang="0">
                <a:pos x="connsiteX6745" y="connsiteY6745"/>
              </a:cxn>
              <a:cxn ang="0">
                <a:pos x="connsiteX6746" y="connsiteY6746"/>
              </a:cxn>
              <a:cxn ang="0">
                <a:pos x="connsiteX6747" y="connsiteY6747"/>
              </a:cxn>
            </a:cxnLst>
            <a:rect l="l" t="t" r="r" b="b"/>
            <a:pathLst>
              <a:path w="6501199" h="6382977">
                <a:moveTo>
                  <a:pt x="1776545" y="6193964"/>
                </a:moveTo>
                <a:cubicBezTo>
                  <a:pt x="1774385" y="6200804"/>
                  <a:pt x="1779065" y="6214486"/>
                  <a:pt x="1788065" y="6217006"/>
                </a:cubicBezTo>
                <a:cubicBezTo>
                  <a:pt x="1797065" y="6210165"/>
                  <a:pt x="1783385" y="6196484"/>
                  <a:pt x="1776545" y="6193964"/>
                </a:cubicBezTo>
                <a:close/>
                <a:moveTo>
                  <a:pt x="1428422" y="5800457"/>
                </a:moveTo>
                <a:cubicBezTo>
                  <a:pt x="1415101" y="5805138"/>
                  <a:pt x="1421941" y="5811978"/>
                  <a:pt x="1417261" y="5816298"/>
                </a:cubicBezTo>
                <a:cubicBezTo>
                  <a:pt x="1424101" y="5816298"/>
                  <a:pt x="1428422" y="5825658"/>
                  <a:pt x="1437782" y="5818818"/>
                </a:cubicBezTo>
                <a:cubicBezTo>
                  <a:pt x="1428422" y="5811978"/>
                  <a:pt x="1433102" y="5807298"/>
                  <a:pt x="1428422" y="5800457"/>
                </a:cubicBezTo>
                <a:close/>
                <a:moveTo>
                  <a:pt x="1974546" y="5798297"/>
                </a:moveTo>
                <a:cubicBezTo>
                  <a:pt x="1965546" y="5800457"/>
                  <a:pt x="1970226" y="5823138"/>
                  <a:pt x="1981386" y="5811978"/>
                </a:cubicBezTo>
                <a:cubicBezTo>
                  <a:pt x="1974546" y="5811978"/>
                  <a:pt x="1974546" y="5809458"/>
                  <a:pt x="1983546" y="5802977"/>
                </a:cubicBezTo>
                <a:cubicBezTo>
                  <a:pt x="1981386" y="5802977"/>
                  <a:pt x="1977066" y="5800457"/>
                  <a:pt x="1974546" y="5798297"/>
                </a:cubicBezTo>
                <a:close/>
                <a:moveTo>
                  <a:pt x="1951866" y="5791456"/>
                </a:moveTo>
                <a:cubicBezTo>
                  <a:pt x="1940346" y="5791456"/>
                  <a:pt x="1938186" y="5805138"/>
                  <a:pt x="1942866" y="5811978"/>
                </a:cubicBezTo>
                <a:cubicBezTo>
                  <a:pt x="1931346" y="5816298"/>
                  <a:pt x="1942866" y="5798297"/>
                  <a:pt x="1929186" y="5805138"/>
                </a:cubicBezTo>
                <a:cubicBezTo>
                  <a:pt x="1915506" y="5820978"/>
                  <a:pt x="1947186" y="5841500"/>
                  <a:pt x="1924506" y="5855181"/>
                </a:cubicBezTo>
                <a:cubicBezTo>
                  <a:pt x="1936026" y="5868862"/>
                  <a:pt x="1963386" y="5873182"/>
                  <a:pt x="1972386" y="5855181"/>
                </a:cubicBezTo>
                <a:cubicBezTo>
                  <a:pt x="1960866" y="5857341"/>
                  <a:pt x="1947186" y="5864182"/>
                  <a:pt x="1940346" y="5850500"/>
                </a:cubicBezTo>
                <a:cubicBezTo>
                  <a:pt x="1956546" y="5848340"/>
                  <a:pt x="1956546" y="5845820"/>
                  <a:pt x="1970226" y="5839340"/>
                </a:cubicBezTo>
                <a:cubicBezTo>
                  <a:pt x="1963386" y="5834660"/>
                  <a:pt x="1958706" y="5827819"/>
                  <a:pt x="1972386" y="5823138"/>
                </a:cubicBezTo>
                <a:cubicBezTo>
                  <a:pt x="1956546" y="5809458"/>
                  <a:pt x="1954026" y="5807298"/>
                  <a:pt x="1951866" y="5791456"/>
                </a:cubicBezTo>
                <a:close/>
                <a:moveTo>
                  <a:pt x="1933506" y="5782456"/>
                </a:moveTo>
                <a:cubicBezTo>
                  <a:pt x="1922346" y="5786776"/>
                  <a:pt x="1924506" y="5793616"/>
                  <a:pt x="1929186" y="5800457"/>
                </a:cubicBezTo>
                <a:cubicBezTo>
                  <a:pt x="1938186" y="5796136"/>
                  <a:pt x="1938186" y="5789296"/>
                  <a:pt x="1933506" y="5782456"/>
                </a:cubicBezTo>
                <a:close/>
                <a:moveTo>
                  <a:pt x="1653783" y="5770935"/>
                </a:moveTo>
                <a:cubicBezTo>
                  <a:pt x="1642623" y="5777776"/>
                  <a:pt x="1649463" y="5789296"/>
                  <a:pt x="1658463" y="5789296"/>
                </a:cubicBezTo>
                <a:cubicBezTo>
                  <a:pt x="1672143" y="5779936"/>
                  <a:pt x="1660623" y="5782456"/>
                  <a:pt x="1653783" y="5770935"/>
                </a:cubicBezTo>
                <a:close/>
                <a:moveTo>
                  <a:pt x="1681143" y="5750414"/>
                </a:moveTo>
                <a:cubicBezTo>
                  <a:pt x="1674303" y="5750414"/>
                  <a:pt x="1662783" y="5752574"/>
                  <a:pt x="1662783" y="5759414"/>
                </a:cubicBezTo>
                <a:cubicBezTo>
                  <a:pt x="1681143" y="5755094"/>
                  <a:pt x="1676463" y="5766254"/>
                  <a:pt x="1676463" y="5777776"/>
                </a:cubicBezTo>
                <a:cubicBezTo>
                  <a:pt x="1681143" y="5775616"/>
                  <a:pt x="1683303" y="5773095"/>
                  <a:pt x="1681143" y="5770935"/>
                </a:cubicBezTo>
                <a:cubicBezTo>
                  <a:pt x="1687984" y="5768775"/>
                  <a:pt x="1692304" y="5777776"/>
                  <a:pt x="1699144" y="5768775"/>
                </a:cubicBezTo>
                <a:cubicBezTo>
                  <a:pt x="1694824" y="5764094"/>
                  <a:pt x="1676463" y="5757254"/>
                  <a:pt x="1681143" y="5750414"/>
                </a:cubicBezTo>
                <a:close/>
                <a:moveTo>
                  <a:pt x="1947186" y="5718732"/>
                </a:moveTo>
                <a:cubicBezTo>
                  <a:pt x="1936026" y="5729892"/>
                  <a:pt x="1940346" y="5741413"/>
                  <a:pt x="1945026" y="5755094"/>
                </a:cubicBezTo>
                <a:cubicBezTo>
                  <a:pt x="1958706" y="5743573"/>
                  <a:pt x="1945026" y="5729892"/>
                  <a:pt x="1947186" y="5718732"/>
                </a:cubicBezTo>
                <a:close/>
                <a:moveTo>
                  <a:pt x="1967706" y="5673008"/>
                </a:moveTo>
                <a:cubicBezTo>
                  <a:pt x="1956546" y="5677688"/>
                  <a:pt x="1972386" y="5684529"/>
                  <a:pt x="1963386" y="5689210"/>
                </a:cubicBezTo>
                <a:cubicBezTo>
                  <a:pt x="1972386" y="5696050"/>
                  <a:pt x="1979226" y="5679848"/>
                  <a:pt x="1967706" y="5673008"/>
                </a:cubicBezTo>
                <a:close/>
                <a:moveTo>
                  <a:pt x="1467302" y="5581922"/>
                </a:moveTo>
                <a:cubicBezTo>
                  <a:pt x="1467302" y="5581922"/>
                  <a:pt x="1467302" y="5581922"/>
                  <a:pt x="1453622" y="5591282"/>
                </a:cubicBezTo>
                <a:cubicBezTo>
                  <a:pt x="1474142" y="5602444"/>
                  <a:pt x="1476302" y="5622965"/>
                  <a:pt x="1485662" y="5643486"/>
                </a:cubicBezTo>
                <a:cubicBezTo>
                  <a:pt x="1501502" y="5618644"/>
                  <a:pt x="1469462" y="5598123"/>
                  <a:pt x="1467302" y="5581922"/>
                </a:cubicBezTo>
                <a:close/>
                <a:moveTo>
                  <a:pt x="2454663" y="5568266"/>
                </a:moveTo>
                <a:cubicBezTo>
                  <a:pt x="2452491" y="5579296"/>
                  <a:pt x="2447784" y="5586056"/>
                  <a:pt x="2434388" y="5583921"/>
                </a:cubicBezTo>
                <a:cubicBezTo>
                  <a:pt x="2436561" y="5572535"/>
                  <a:pt x="2441267" y="5565775"/>
                  <a:pt x="2454663" y="5568266"/>
                </a:cubicBezTo>
                <a:close/>
                <a:moveTo>
                  <a:pt x="2549669" y="5543550"/>
                </a:moveTo>
                <a:cubicBezTo>
                  <a:pt x="2572144" y="5548136"/>
                  <a:pt x="2563225" y="5554839"/>
                  <a:pt x="2558587" y="5572478"/>
                </a:cubicBezTo>
                <a:cubicBezTo>
                  <a:pt x="2551809" y="5561542"/>
                  <a:pt x="2509000" y="5581297"/>
                  <a:pt x="2513638" y="5556956"/>
                </a:cubicBezTo>
                <a:cubicBezTo>
                  <a:pt x="2527194" y="5561542"/>
                  <a:pt x="2549669" y="5543550"/>
                  <a:pt x="2545031" y="5563658"/>
                </a:cubicBezTo>
                <a:cubicBezTo>
                  <a:pt x="2565365" y="5559072"/>
                  <a:pt x="2545031" y="5554839"/>
                  <a:pt x="2549669" y="5543550"/>
                </a:cubicBezTo>
                <a:close/>
                <a:moveTo>
                  <a:pt x="1460462" y="5522878"/>
                </a:moveTo>
                <a:cubicBezTo>
                  <a:pt x="1453622" y="5539079"/>
                  <a:pt x="1460462" y="5554920"/>
                  <a:pt x="1458302" y="5572922"/>
                </a:cubicBezTo>
                <a:cubicBezTo>
                  <a:pt x="1465142" y="5575442"/>
                  <a:pt x="1469462" y="5572922"/>
                  <a:pt x="1476302" y="5568601"/>
                </a:cubicBezTo>
                <a:cubicBezTo>
                  <a:pt x="1469462" y="5554920"/>
                  <a:pt x="1467302" y="5539079"/>
                  <a:pt x="1460462" y="5522878"/>
                </a:cubicBezTo>
                <a:close/>
                <a:moveTo>
                  <a:pt x="2191815" y="5490491"/>
                </a:moveTo>
                <a:cubicBezTo>
                  <a:pt x="2193941" y="5494784"/>
                  <a:pt x="2193941" y="5497288"/>
                  <a:pt x="2200671" y="5499435"/>
                </a:cubicBezTo>
                <a:cubicBezTo>
                  <a:pt x="2187210" y="5513029"/>
                  <a:pt x="2173749" y="5501581"/>
                  <a:pt x="2158163" y="5499435"/>
                </a:cubicBezTo>
                <a:cubicBezTo>
                  <a:pt x="2164894" y="5490491"/>
                  <a:pt x="2176229" y="5487987"/>
                  <a:pt x="2191815" y="5490491"/>
                </a:cubicBezTo>
                <a:close/>
                <a:moveTo>
                  <a:pt x="2223615" y="5485713"/>
                </a:moveTo>
                <a:lnTo>
                  <a:pt x="2233422" y="5492248"/>
                </a:lnTo>
                <a:lnTo>
                  <a:pt x="2234454" y="5491038"/>
                </a:lnTo>
                <a:close/>
                <a:moveTo>
                  <a:pt x="2648288" y="5462587"/>
                </a:moveTo>
                <a:cubicBezTo>
                  <a:pt x="2665813" y="5462587"/>
                  <a:pt x="2663710" y="5474198"/>
                  <a:pt x="2661607" y="5485447"/>
                </a:cubicBezTo>
                <a:cubicBezTo>
                  <a:pt x="2641629" y="5487624"/>
                  <a:pt x="2639175" y="5469481"/>
                  <a:pt x="2648288" y="5462587"/>
                </a:cubicBezTo>
                <a:close/>
                <a:moveTo>
                  <a:pt x="1469462" y="5445472"/>
                </a:moveTo>
                <a:cubicBezTo>
                  <a:pt x="1465142" y="5443312"/>
                  <a:pt x="1460462" y="5445472"/>
                  <a:pt x="1455782" y="5447993"/>
                </a:cubicBezTo>
                <a:cubicBezTo>
                  <a:pt x="1465142" y="5468514"/>
                  <a:pt x="1460462" y="5484356"/>
                  <a:pt x="1465142" y="5495516"/>
                </a:cubicBezTo>
                <a:cubicBezTo>
                  <a:pt x="1471982" y="5504876"/>
                  <a:pt x="1478822" y="5511717"/>
                  <a:pt x="1489982" y="5504876"/>
                </a:cubicBezTo>
                <a:cubicBezTo>
                  <a:pt x="1485662" y="5484356"/>
                  <a:pt x="1478822" y="5459154"/>
                  <a:pt x="1469462" y="5445472"/>
                </a:cubicBezTo>
                <a:close/>
                <a:moveTo>
                  <a:pt x="2559622" y="5434012"/>
                </a:moveTo>
                <a:cubicBezTo>
                  <a:pt x="2575319" y="5436115"/>
                  <a:pt x="2562119" y="5460650"/>
                  <a:pt x="2543925" y="5458196"/>
                </a:cubicBezTo>
                <a:cubicBezTo>
                  <a:pt x="2543925" y="5444877"/>
                  <a:pt x="2555341" y="5442774"/>
                  <a:pt x="2559622" y="5434012"/>
                </a:cubicBezTo>
                <a:close/>
                <a:moveTo>
                  <a:pt x="2553087" y="5413341"/>
                </a:moveTo>
                <a:cubicBezTo>
                  <a:pt x="2548726" y="5443173"/>
                  <a:pt x="2548726" y="5443173"/>
                  <a:pt x="2548726" y="5443173"/>
                </a:cubicBezTo>
                <a:cubicBezTo>
                  <a:pt x="2541822" y="5436261"/>
                  <a:pt x="2537097" y="5420254"/>
                  <a:pt x="2528012" y="5436261"/>
                </a:cubicBezTo>
                <a:cubicBezTo>
                  <a:pt x="2523288" y="5436261"/>
                  <a:pt x="2523288" y="5434078"/>
                  <a:pt x="2523288" y="5431895"/>
                </a:cubicBezTo>
                <a:cubicBezTo>
                  <a:pt x="2528012" y="5436261"/>
                  <a:pt x="2525469" y="5408612"/>
                  <a:pt x="2553087" y="5413341"/>
                </a:cubicBezTo>
                <a:close/>
                <a:moveTo>
                  <a:pt x="2613743" y="5395731"/>
                </a:moveTo>
                <a:cubicBezTo>
                  <a:pt x="2644166" y="5394325"/>
                  <a:pt x="2679399" y="5400131"/>
                  <a:pt x="2697554" y="5404848"/>
                </a:cubicBezTo>
                <a:cubicBezTo>
                  <a:pt x="2681376" y="5422991"/>
                  <a:pt x="2649739" y="5420814"/>
                  <a:pt x="2640751" y="5448391"/>
                </a:cubicBezTo>
                <a:cubicBezTo>
                  <a:pt x="2608754" y="5457462"/>
                  <a:pt x="2586105" y="5422991"/>
                  <a:pt x="2558782" y="5429885"/>
                </a:cubicBezTo>
                <a:cubicBezTo>
                  <a:pt x="2557704" y="5405755"/>
                  <a:pt x="2583319" y="5397137"/>
                  <a:pt x="2613743" y="5395731"/>
                </a:cubicBezTo>
                <a:close/>
                <a:moveTo>
                  <a:pt x="2488206" y="5304197"/>
                </a:moveTo>
                <a:lnTo>
                  <a:pt x="2484143" y="5306138"/>
                </a:lnTo>
                <a:lnTo>
                  <a:pt x="2458972" y="5350103"/>
                </a:lnTo>
                <a:lnTo>
                  <a:pt x="2465524" y="5361080"/>
                </a:lnTo>
                <a:cubicBezTo>
                  <a:pt x="2465524" y="5351719"/>
                  <a:pt x="2458683" y="5335878"/>
                  <a:pt x="2477045" y="5335878"/>
                </a:cubicBezTo>
                <a:cubicBezTo>
                  <a:pt x="2483886" y="5342719"/>
                  <a:pt x="2490726" y="5349559"/>
                  <a:pt x="2499727" y="5356400"/>
                </a:cubicBezTo>
                <a:cubicBezTo>
                  <a:pt x="2497567" y="5335878"/>
                  <a:pt x="2508728" y="5331198"/>
                  <a:pt x="2529250" y="5335878"/>
                </a:cubicBezTo>
                <a:cubicBezTo>
                  <a:pt x="2527090" y="5317518"/>
                  <a:pt x="2556613" y="5317518"/>
                  <a:pt x="2547612" y="5304197"/>
                </a:cubicBezTo>
                <a:cubicBezTo>
                  <a:pt x="2533931" y="5304197"/>
                  <a:pt x="2529250" y="5311038"/>
                  <a:pt x="2515569" y="5306357"/>
                </a:cubicBezTo>
                <a:cubicBezTo>
                  <a:pt x="2510888" y="5315358"/>
                  <a:pt x="2520249" y="5320038"/>
                  <a:pt x="2520249" y="5326878"/>
                </a:cubicBezTo>
                <a:cubicBezTo>
                  <a:pt x="2513409" y="5329038"/>
                  <a:pt x="2506568" y="5333718"/>
                  <a:pt x="2497567" y="5333718"/>
                </a:cubicBezTo>
                <a:cubicBezTo>
                  <a:pt x="2504408" y="5317518"/>
                  <a:pt x="2490726" y="5313198"/>
                  <a:pt x="2488206" y="5304197"/>
                </a:cubicBezTo>
                <a:close/>
                <a:moveTo>
                  <a:pt x="2586136" y="5294837"/>
                </a:moveTo>
                <a:cubicBezTo>
                  <a:pt x="2572455" y="5294837"/>
                  <a:pt x="2563454" y="5294837"/>
                  <a:pt x="2558773" y="5301677"/>
                </a:cubicBezTo>
                <a:cubicBezTo>
                  <a:pt x="2570295" y="5301677"/>
                  <a:pt x="2551933" y="5320038"/>
                  <a:pt x="2570295" y="5315358"/>
                </a:cubicBezTo>
                <a:cubicBezTo>
                  <a:pt x="2570295" y="5301677"/>
                  <a:pt x="2579296" y="5299517"/>
                  <a:pt x="2586136" y="5294837"/>
                </a:cubicBezTo>
                <a:close/>
                <a:moveTo>
                  <a:pt x="2795926" y="5115905"/>
                </a:moveTo>
                <a:cubicBezTo>
                  <a:pt x="2800657" y="5115578"/>
                  <a:pt x="2806791" y="5116698"/>
                  <a:pt x="2813450" y="5117819"/>
                </a:cubicBezTo>
                <a:cubicBezTo>
                  <a:pt x="2813450" y="5129772"/>
                  <a:pt x="2800132" y="5124916"/>
                  <a:pt x="2800132" y="5132013"/>
                </a:cubicBezTo>
                <a:cubicBezTo>
                  <a:pt x="2793472" y="5129772"/>
                  <a:pt x="2793472" y="5124916"/>
                  <a:pt x="2786813" y="5122675"/>
                </a:cubicBezTo>
                <a:cubicBezTo>
                  <a:pt x="2787865" y="5118006"/>
                  <a:pt x="2791194" y="5116232"/>
                  <a:pt x="2795926" y="5115905"/>
                </a:cubicBezTo>
                <a:close/>
                <a:moveTo>
                  <a:pt x="2805134" y="5051425"/>
                </a:moveTo>
                <a:cubicBezTo>
                  <a:pt x="2832490" y="5058226"/>
                  <a:pt x="2770938" y="5087579"/>
                  <a:pt x="2777777" y="5060374"/>
                </a:cubicBezTo>
                <a:cubicBezTo>
                  <a:pt x="2791456" y="5060374"/>
                  <a:pt x="2798295" y="5056078"/>
                  <a:pt x="2805134" y="5051425"/>
                </a:cubicBezTo>
                <a:close/>
                <a:moveTo>
                  <a:pt x="2691234" y="4998292"/>
                </a:moveTo>
                <a:lnTo>
                  <a:pt x="2691133" y="5000874"/>
                </a:lnTo>
                <a:lnTo>
                  <a:pt x="2695228" y="4999262"/>
                </a:lnTo>
                <a:close/>
                <a:moveTo>
                  <a:pt x="2622500" y="4871816"/>
                </a:moveTo>
                <a:cubicBezTo>
                  <a:pt x="2617820" y="4878657"/>
                  <a:pt x="2601978" y="4871816"/>
                  <a:pt x="2604498" y="4885497"/>
                </a:cubicBezTo>
                <a:cubicBezTo>
                  <a:pt x="2617820" y="4892338"/>
                  <a:pt x="2636181" y="4878657"/>
                  <a:pt x="2622500" y="4871816"/>
                </a:cubicBezTo>
                <a:close/>
                <a:moveTo>
                  <a:pt x="2734112" y="4858136"/>
                </a:moveTo>
                <a:cubicBezTo>
                  <a:pt x="2736272" y="4869656"/>
                  <a:pt x="2715750" y="4878657"/>
                  <a:pt x="2727271" y="4883337"/>
                </a:cubicBezTo>
                <a:cubicBezTo>
                  <a:pt x="2738432" y="4878657"/>
                  <a:pt x="2743113" y="4867136"/>
                  <a:pt x="2734112" y="4858136"/>
                </a:cubicBezTo>
                <a:close/>
                <a:moveTo>
                  <a:pt x="2643976" y="4840208"/>
                </a:moveTo>
                <a:lnTo>
                  <a:pt x="2638342" y="4846976"/>
                </a:lnTo>
                <a:lnTo>
                  <a:pt x="2644706" y="4846976"/>
                </a:lnTo>
                <a:close/>
                <a:moveTo>
                  <a:pt x="2701570" y="4836655"/>
                </a:moveTo>
                <a:lnTo>
                  <a:pt x="2701288" y="4840353"/>
                </a:lnTo>
                <a:lnTo>
                  <a:pt x="2704589" y="4840135"/>
                </a:lnTo>
                <a:cubicBezTo>
                  <a:pt x="2702068" y="4853456"/>
                  <a:pt x="2706749" y="4862816"/>
                  <a:pt x="2720430" y="4867136"/>
                </a:cubicBezTo>
                <a:cubicBezTo>
                  <a:pt x="2722591" y="4860296"/>
                  <a:pt x="2715750" y="4858136"/>
                  <a:pt x="2713590" y="4853456"/>
                </a:cubicBezTo>
                <a:cubicBezTo>
                  <a:pt x="2718270" y="4853456"/>
                  <a:pt x="2720430" y="4849136"/>
                  <a:pt x="2720430" y="4844455"/>
                </a:cubicBezTo>
                <a:cubicBezTo>
                  <a:pt x="2718090" y="4841035"/>
                  <a:pt x="2713500" y="4838785"/>
                  <a:pt x="2708099" y="4837390"/>
                </a:cubicBezTo>
                <a:close/>
                <a:moveTo>
                  <a:pt x="2734112" y="4833295"/>
                </a:moveTo>
                <a:cubicBezTo>
                  <a:pt x="2720430" y="4855976"/>
                  <a:pt x="2754634" y="4860296"/>
                  <a:pt x="2758954" y="4842295"/>
                </a:cubicBezTo>
                <a:cubicBezTo>
                  <a:pt x="2752114" y="4837615"/>
                  <a:pt x="2745273" y="4835455"/>
                  <a:pt x="2734112" y="4833295"/>
                </a:cubicBezTo>
                <a:close/>
                <a:moveTo>
                  <a:pt x="2641267" y="4797518"/>
                </a:moveTo>
                <a:cubicBezTo>
                  <a:pt x="2635011" y="4797833"/>
                  <a:pt x="2629341" y="4800173"/>
                  <a:pt x="2629341" y="4805933"/>
                </a:cubicBezTo>
                <a:cubicBezTo>
                  <a:pt x="2640862" y="4808094"/>
                  <a:pt x="2652023" y="4810254"/>
                  <a:pt x="2656704" y="4801253"/>
                </a:cubicBezTo>
                <a:cubicBezTo>
                  <a:pt x="2654364" y="4798913"/>
                  <a:pt x="2647523" y="4797203"/>
                  <a:pt x="2641267" y="4797518"/>
                </a:cubicBezTo>
                <a:close/>
                <a:moveTo>
                  <a:pt x="2778352" y="4792753"/>
                </a:moveTo>
                <a:cubicBezTo>
                  <a:pt x="2784666" y="4795021"/>
                  <a:pt x="2789844" y="4801280"/>
                  <a:pt x="2785302" y="4808174"/>
                </a:cubicBezTo>
                <a:cubicBezTo>
                  <a:pt x="2780578" y="4803457"/>
                  <a:pt x="2773673" y="4801280"/>
                  <a:pt x="2764588" y="4801280"/>
                </a:cubicBezTo>
                <a:cubicBezTo>
                  <a:pt x="2764588" y="4792209"/>
                  <a:pt x="2772038" y="4790485"/>
                  <a:pt x="2778352" y="4792753"/>
                </a:cubicBezTo>
                <a:close/>
                <a:moveTo>
                  <a:pt x="2786317" y="4694328"/>
                </a:moveTo>
                <a:cubicBezTo>
                  <a:pt x="2777316" y="4705849"/>
                  <a:pt x="2747793" y="4717009"/>
                  <a:pt x="2754634" y="4730690"/>
                </a:cubicBezTo>
                <a:cubicBezTo>
                  <a:pt x="2765795" y="4723850"/>
                  <a:pt x="2768315" y="4710169"/>
                  <a:pt x="2786317" y="4714849"/>
                </a:cubicBezTo>
                <a:cubicBezTo>
                  <a:pt x="2784157" y="4719529"/>
                  <a:pt x="2802159" y="4719529"/>
                  <a:pt x="2793158" y="4714849"/>
                </a:cubicBezTo>
                <a:cubicBezTo>
                  <a:pt x="2770476" y="4710169"/>
                  <a:pt x="2799999" y="4701168"/>
                  <a:pt x="2786317" y="4694328"/>
                </a:cubicBezTo>
                <a:close/>
                <a:moveTo>
                  <a:pt x="2813680" y="4657966"/>
                </a:moveTo>
                <a:cubicBezTo>
                  <a:pt x="2815840" y="4666967"/>
                  <a:pt x="2802159" y="4660126"/>
                  <a:pt x="2795318" y="4664807"/>
                </a:cubicBezTo>
                <a:cubicBezTo>
                  <a:pt x="2793158" y="4669487"/>
                  <a:pt x="2797838" y="4673807"/>
                  <a:pt x="2802159" y="4676327"/>
                </a:cubicBezTo>
                <a:cubicBezTo>
                  <a:pt x="2809000" y="4671647"/>
                  <a:pt x="2834202" y="4666967"/>
                  <a:pt x="2813680" y="4657966"/>
                </a:cubicBezTo>
                <a:close/>
                <a:moveTo>
                  <a:pt x="1253460" y="4581053"/>
                </a:moveTo>
                <a:cubicBezTo>
                  <a:pt x="1248780" y="4585734"/>
                  <a:pt x="1244460" y="4587894"/>
                  <a:pt x="1241940" y="4585734"/>
                </a:cubicBezTo>
                <a:cubicBezTo>
                  <a:pt x="1239780" y="4590054"/>
                  <a:pt x="1241940" y="4592574"/>
                  <a:pt x="1248780" y="4596894"/>
                </a:cubicBezTo>
                <a:cubicBezTo>
                  <a:pt x="1255620" y="4592574"/>
                  <a:pt x="1258140" y="4587894"/>
                  <a:pt x="1253460" y="4581053"/>
                </a:cubicBezTo>
                <a:close/>
                <a:moveTo>
                  <a:pt x="1237620" y="4553692"/>
                </a:moveTo>
                <a:cubicBezTo>
                  <a:pt x="1223940" y="4558372"/>
                  <a:pt x="1237620" y="4569892"/>
                  <a:pt x="1230780" y="4574213"/>
                </a:cubicBezTo>
                <a:cubicBezTo>
                  <a:pt x="1239780" y="4574213"/>
                  <a:pt x="1246620" y="4581053"/>
                  <a:pt x="1258140" y="4576733"/>
                </a:cubicBezTo>
                <a:cubicBezTo>
                  <a:pt x="1246620" y="4565212"/>
                  <a:pt x="1248780" y="4565212"/>
                  <a:pt x="1237620" y="4553692"/>
                </a:cubicBezTo>
                <a:close/>
                <a:moveTo>
                  <a:pt x="1255620" y="4515169"/>
                </a:moveTo>
                <a:cubicBezTo>
                  <a:pt x="1251300" y="4526330"/>
                  <a:pt x="1251300" y="4524170"/>
                  <a:pt x="1237620" y="4528850"/>
                </a:cubicBezTo>
                <a:cubicBezTo>
                  <a:pt x="1255620" y="4560532"/>
                  <a:pt x="1258140" y="4510488"/>
                  <a:pt x="1269300" y="4537850"/>
                </a:cubicBezTo>
                <a:cubicBezTo>
                  <a:pt x="1280820" y="4528850"/>
                  <a:pt x="1262460" y="4519849"/>
                  <a:pt x="1255620" y="4515169"/>
                </a:cubicBezTo>
                <a:close/>
                <a:moveTo>
                  <a:pt x="1237620" y="4480966"/>
                </a:moveTo>
                <a:cubicBezTo>
                  <a:pt x="1228260" y="4492487"/>
                  <a:pt x="1248780" y="4492487"/>
                  <a:pt x="1253460" y="4496808"/>
                </a:cubicBezTo>
                <a:cubicBezTo>
                  <a:pt x="1255620" y="4499328"/>
                  <a:pt x="1248780" y="4501488"/>
                  <a:pt x="1246620" y="4506168"/>
                </a:cubicBezTo>
                <a:cubicBezTo>
                  <a:pt x="1251300" y="4517329"/>
                  <a:pt x="1262460" y="4515169"/>
                  <a:pt x="1273980" y="4515169"/>
                </a:cubicBezTo>
                <a:cubicBezTo>
                  <a:pt x="1276140" y="4501488"/>
                  <a:pt x="1253460" y="4496808"/>
                  <a:pt x="1255620" y="4483487"/>
                </a:cubicBezTo>
                <a:cubicBezTo>
                  <a:pt x="1246620" y="4487807"/>
                  <a:pt x="1244460" y="4480966"/>
                  <a:pt x="1237620" y="4480966"/>
                </a:cubicBezTo>
                <a:close/>
                <a:moveTo>
                  <a:pt x="2928150" y="4465086"/>
                </a:moveTo>
                <a:cubicBezTo>
                  <a:pt x="2926380" y="4465813"/>
                  <a:pt x="2921662" y="4467753"/>
                  <a:pt x="2912225" y="4471634"/>
                </a:cubicBezTo>
                <a:cubicBezTo>
                  <a:pt x="2912225" y="4471634"/>
                  <a:pt x="2933458" y="4462903"/>
                  <a:pt x="2928150" y="4465086"/>
                </a:cubicBezTo>
                <a:close/>
                <a:moveTo>
                  <a:pt x="2971294" y="4314555"/>
                </a:moveTo>
                <a:cubicBezTo>
                  <a:pt x="2971743" y="4314289"/>
                  <a:pt x="2973035" y="4315421"/>
                  <a:pt x="2975313" y="4318794"/>
                </a:cubicBezTo>
                <a:cubicBezTo>
                  <a:pt x="2981972" y="4318794"/>
                  <a:pt x="2984075" y="4316308"/>
                  <a:pt x="2992838" y="4320924"/>
                </a:cubicBezTo>
                <a:cubicBezTo>
                  <a:pt x="2986178" y="4331932"/>
                  <a:pt x="2986178" y="4331932"/>
                  <a:pt x="2986178" y="4331932"/>
                </a:cubicBezTo>
                <a:cubicBezTo>
                  <a:pt x="2976190" y="4328736"/>
                  <a:pt x="2969946" y="4315354"/>
                  <a:pt x="2971294" y="4314555"/>
                </a:cubicBezTo>
                <a:close/>
                <a:moveTo>
                  <a:pt x="2909090" y="4312350"/>
                </a:moveTo>
                <a:cubicBezTo>
                  <a:pt x="2897929" y="4312350"/>
                  <a:pt x="2906930" y="4325671"/>
                  <a:pt x="2922772" y="4330351"/>
                </a:cubicBezTo>
                <a:cubicBezTo>
                  <a:pt x="2929612" y="4323510"/>
                  <a:pt x="2909090" y="4319190"/>
                  <a:pt x="2909090" y="4312350"/>
                </a:cubicBezTo>
                <a:close/>
                <a:moveTo>
                  <a:pt x="933197" y="4310062"/>
                </a:moveTo>
                <a:cubicBezTo>
                  <a:pt x="951300" y="4314688"/>
                  <a:pt x="969765" y="4316823"/>
                  <a:pt x="971938" y="4330344"/>
                </a:cubicBezTo>
                <a:cubicBezTo>
                  <a:pt x="951300" y="4330344"/>
                  <a:pt x="931025" y="4325718"/>
                  <a:pt x="933197" y="4310062"/>
                </a:cubicBezTo>
                <a:close/>
                <a:moveTo>
                  <a:pt x="297727" y="4273550"/>
                </a:moveTo>
                <a:cubicBezTo>
                  <a:pt x="302451" y="4275782"/>
                  <a:pt x="306812" y="4278387"/>
                  <a:pt x="311536" y="4280619"/>
                </a:cubicBezTo>
                <a:cubicBezTo>
                  <a:pt x="302451" y="4287688"/>
                  <a:pt x="295547" y="4296990"/>
                  <a:pt x="281738" y="4289921"/>
                </a:cubicBezTo>
                <a:cubicBezTo>
                  <a:pt x="283918" y="4280619"/>
                  <a:pt x="293003" y="4280619"/>
                  <a:pt x="297727" y="4273550"/>
                </a:cubicBezTo>
                <a:close/>
                <a:moveTo>
                  <a:pt x="838950" y="4219575"/>
                </a:moveTo>
                <a:cubicBezTo>
                  <a:pt x="855321" y="4219575"/>
                  <a:pt x="860158" y="4229100"/>
                  <a:pt x="862391" y="4238259"/>
                </a:cubicBezTo>
                <a:cubicBezTo>
                  <a:pt x="850484" y="4236061"/>
                  <a:pt x="838950" y="4231298"/>
                  <a:pt x="838950" y="4219575"/>
                </a:cubicBezTo>
                <a:close/>
                <a:moveTo>
                  <a:pt x="3063649" y="4203700"/>
                </a:moveTo>
                <a:cubicBezTo>
                  <a:pt x="3065847" y="4205898"/>
                  <a:pt x="3068411" y="4210661"/>
                  <a:pt x="3075372" y="4215423"/>
                </a:cubicBezTo>
                <a:cubicBezTo>
                  <a:pt x="3065847" y="4210661"/>
                  <a:pt x="3075372" y="4219819"/>
                  <a:pt x="3068411" y="4222384"/>
                </a:cubicBezTo>
                <a:cubicBezTo>
                  <a:pt x="3056688" y="4212859"/>
                  <a:pt x="3061451" y="4208462"/>
                  <a:pt x="3063649" y="4203700"/>
                </a:cubicBezTo>
                <a:close/>
                <a:moveTo>
                  <a:pt x="2917287" y="4202047"/>
                </a:moveTo>
                <a:lnTo>
                  <a:pt x="2915641" y="4205166"/>
                </a:lnTo>
                <a:lnTo>
                  <a:pt x="2920656" y="4211230"/>
                </a:lnTo>
                <a:cubicBezTo>
                  <a:pt x="2920071" y="4213255"/>
                  <a:pt x="2917191" y="4214425"/>
                  <a:pt x="2913771" y="4214425"/>
                </a:cubicBezTo>
                <a:cubicBezTo>
                  <a:pt x="2927452" y="4228106"/>
                  <a:pt x="2936453" y="4214425"/>
                  <a:pt x="2929612" y="4207585"/>
                </a:cubicBezTo>
                <a:cubicBezTo>
                  <a:pt x="2927047" y="4210960"/>
                  <a:pt x="2924836" y="4210184"/>
                  <a:pt x="2922828" y="4208256"/>
                </a:cubicBezTo>
                <a:close/>
                <a:moveTo>
                  <a:pt x="3034046" y="4201602"/>
                </a:moveTo>
                <a:cubicBezTo>
                  <a:pt x="3036479" y="4202407"/>
                  <a:pt x="3040145" y="4204562"/>
                  <a:pt x="3045213" y="4208553"/>
                </a:cubicBezTo>
                <a:cubicBezTo>
                  <a:pt x="3038334" y="4210730"/>
                  <a:pt x="3040869" y="4208553"/>
                  <a:pt x="3040869" y="4217624"/>
                </a:cubicBezTo>
                <a:cubicBezTo>
                  <a:pt x="3030550" y="4208916"/>
                  <a:pt x="3026749" y="4199187"/>
                  <a:pt x="3034046" y="4201602"/>
                </a:cubicBezTo>
                <a:close/>
                <a:moveTo>
                  <a:pt x="2945454" y="4200745"/>
                </a:moveTo>
                <a:cubicBezTo>
                  <a:pt x="2950134" y="4207585"/>
                  <a:pt x="2965976" y="4214425"/>
                  <a:pt x="2963816" y="4218746"/>
                </a:cubicBezTo>
                <a:cubicBezTo>
                  <a:pt x="2963816" y="4218746"/>
                  <a:pt x="2963816" y="4218746"/>
                  <a:pt x="2947974" y="4218746"/>
                </a:cubicBezTo>
                <a:cubicBezTo>
                  <a:pt x="2956975" y="4228106"/>
                  <a:pt x="2963816" y="4225586"/>
                  <a:pt x="2965976" y="4218746"/>
                </a:cubicBezTo>
                <a:cubicBezTo>
                  <a:pt x="2968496" y="4211905"/>
                  <a:pt x="2963816" y="4202905"/>
                  <a:pt x="2945454" y="4200745"/>
                </a:cubicBezTo>
                <a:close/>
                <a:moveTo>
                  <a:pt x="1175120" y="4194394"/>
                </a:moveTo>
                <a:cubicBezTo>
                  <a:pt x="1172852" y="4193905"/>
                  <a:pt x="1170152" y="4194850"/>
                  <a:pt x="1166731" y="4198180"/>
                </a:cubicBezTo>
                <a:cubicBezTo>
                  <a:pt x="1173573" y="4202860"/>
                  <a:pt x="1182574" y="4205020"/>
                  <a:pt x="1180414" y="4216540"/>
                </a:cubicBezTo>
                <a:cubicBezTo>
                  <a:pt x="1175733" y="4216540"/>
                  <a:pt x="1168892" y="4214380"/>
                  <a:pt x="1168892" y="4218700"/>
                </a:cubicBezTo>
                <a:cubicBezTo>
                  <a:pt x="1180414" y="4221220"/>
                  <a:pt x="1187255" y="4221220"/>
                  <a:pt x="1191576" y="4211860"/>
                </a:cubicBezTo>
                <a:cubicBezTo>
                  <a:pt x="1184825" y="4210240"/>
                  <a:pt x="1181922" y="4195862"/>
                  <a:pt x="1175120" y="4194394"/>
                </a:cubicBezTo>
                <a:close/>
                <a:moveTo>
                  <a:pt x="3072053" y="4190684"/>
                </a:moveTo>
                <a:cubicBezTo>
                  <a:pt x="3074460" y="4191379"/>
                  <a:pt x="3077729" y="4193203"/>
                  <a:pt x="3081732" y="4196583"/>
                </a:cubicBezTo>
                <a:lnTo>
                  <a:pt x="3077107" y="4203344"/>
                </a:lnTo>
                <a:cubicBezTo>
                  <a:pt x="3065364" y="4196672"/>
                  <a:pt x="3064831" y="4188599"/>
                  <a:pt x="3072053" y="4190684"/>
                </a:cubicBezTo>
                <a:close/>
                <a:moveTo>
                  <a:pt x="3057099" y="4158307"/>
                </a:moveTo>
                <a:cubicBezTo>
                  <a:pt x="3063859" y="4162772"/>
                  <a:pt x="3063859" y="4167609"/>
                  <a:pt x="3070619" y="4172446"/>
                </a:cubicBezTo>
                <a:cubicBezTo>
                  <a:pt x="3068485" y="4176910"/>
                  <a:pt x="3065994" y="4179515"/>
                  <a:pt x="3059234" y="4176910"/>
                </a:cubicBezTo>
                <a:cubicBezTo>
                  <a:pt x="3054964" y="4169841"/>
                  <a:pt x="3050338" y="4156075"/>
                  <a:pt x="3057099" y="4158307"/>
                </a:cubicBezTo>
                <a:close/>
                <a:moveTo>
                  <a:pt x="3089320" y="4125912"/>
                </a:moveTo>
                <a:cubicBezTo>
                  <a:pt x="3102372" y="4139433"/>
                  <a:pt x="3100256" y="4146194"/>
                  <a:pt x="3093553" y="4141924"/>
                </a:cubicBezTo>
                <a:cubicBezTo>
                  <a:pt x="3091436" y="4135164"/>
                  <a:pt x="3086850" y="4128403"/>
                  <a:pt x="3089320" y="4125912"/>
                </a:cubicBezTo>
                <a:close/>
                <a:moveTo>
                  <a:pt x="3078871" y="4105495"/>
                </a:moveTo>
                <a:cubicBezTo>
                  <a:pt x="3080554" y="4105186"/>
                  <a:pt x="3083004" y="4105927"/>
                  <a:pt x="3086484" y="4108261"/>
                </a:cubicBezTo>
                <a:cubicBezTo>
                  <a:pt x="3084286" y="4103593"/>
                  <a:pt x="3086484" y="4128728"/>
                  <a:pt x="3077326" y="4121906"/>
                </a:cubicBezTo>
                <a:cubicBezTo>
                  <a:pt x="3075677" y="4116789"/>
                  <a:pt x="3073823" y="4106421"/>
                  <a:pt x="3078871" y="4105495"/>
                </a:cubicBezTo>
                <a:close/>
                <a:moveTo>
                  <a:pt x="870815" y="4083050"/>
                </a:moveTo>
                <a:cubicBezTo>
                  <a:pt x="875539" y="4085554"/>
                  <a:pt x="877720" y="4087701"/>
                  <a:pt x="884624" y="4087701"/>
                </a:cubicBezTo>
                <a:cubicBezTo>
                  <a:pt x="884624" y="4098791"/>
                  <a:pt x="873359" y="4096644"/>
                  <a:pt x="875539" y="4108092"/>
                </a:cubicBezTo>
                <a:cubicBezTo>
                  <a:pt x="866454" y="4105588"/>
                  <a:pt x="854825" y="4105588"/>
                  <a:pt x="857005" y="4094498"/>
                </a:cubicBezTo>
                <a:cubicBezTo>
                  <a:pt x="877720" y="4096644"/>
                  <a:pt x="868634" y="4094498"/>
                  <a:pt x="870815" y="4083050"/>
                </a:cubicBezTo>
                <a:close/>
                <a:moveTo>
                  <a:pt x="3022840" y="4062104"/>
                </a:moveTo>
                <a:cubicBezTo>
                  <a:pt x="3021557" y="4061621"/>
                  <a:pt x="3020702" y="4062048"/>
                  <a:pt x="3020702" y="4064298"/>
                </a:cubicBezTo>
                <a:cubicBezTo>
                  <a:pt x="3032223" y="4071138"/>
                  <a:pt x="3029703" y="4082299"/>
                  <a:pt x="3034383" y="4080139"/>
                </a:cubicBezTo>
                <a:cubicBezTo>
                  <a:pt x="3027543" y="4071138"/>
                  <a:pt x="3045544" y="4080139"/>
                  <a:pt x="3034383" y="4066458"/>
                </a:cubicBezTo>
                <a:cubicBezTo>
                  <a:pt x="3034383" y="4073209"/>
                  <a:pt x="3026687" y="4063556"/>
                  <a:pt x="3022840" y="4062104"/>
                </a:cubicBezTo>
                <a:close/>
                <a:moveTo>
                  <a:pt x="958236" y="4046646"/>
                </a:moveTo>
                <a:lnTo>
                  <a:pt x="955587" y="4052001"/>
                </a:lnTo>
                <a:cubicBezTo>
                  <a:pt x="954878" y="4056187"/>
                  <a:pt x="954473" y="4060878"/>
                  <a:pt x="952853" y="4064253"/>
                </a:cubicBezTo>
                <a:cubicBezTo>
                  <a:pt x="982378" y="4075414"/>
                  <a:pt x="955013" y="4077934"/>
                  <a:pt x="950332" y="4084774"/>
                </a:cubicBezTo>
                <a:cubicBezTo>
                  <a:pt x="968696" y="4082254"/>
                  <a:pt x="973376" y="4098095"/>
                  <a:pt x="982378" y="4084774"/>
                </a:cubicBezTo>
                <a:cubicBezTo>
                  <a:pt x="977247" y="4074514"/>
                  <a:pt x="968268" y="4070531"/>
                  <a:pt x="966985" y="4058701"/>
                </a:cubicBezTo>
                <a:lnTo>
                  <a:pt x="968257" y="4047574"/>
                </a:lnTo>
                <a:lnTo>
                  <a:pt x="960243" y="4050940"/>
                </a:lnTo>
                <a:close/>
                <a:moveTo>
                  <a:pt x="3093102" y="4039061"/>
                </a:moveTo>
                <a:cubicBezTo>
                  <a:pt x="3093324" y="4035565"/>
                  <a:pt x="3102386" y="4046223"/>
                  <a:pt x="3107565" y="4048124"/>
                </a:cubicBezTo>
                <a:cubicBezTo>
                  <a:pt x="3116650" y="4064055"/>
                  <a:pt x="3096299" y="4057176"/>
                  <a:pt x="3100660" y="4068400"/>
                </a:cubicBezTo>
                <a:cubicBezTo>
                  <a:pt x="3093755" y="4066228"/>
                  <a:pt x="3093755" y="4061521"/>
                  <a:pt x="3096299" y="4057176"/>
                </a:cubicBezTo>
                <a:cubicBezTo>
                  <a:pt x="3098479" y="4055004"/>
                  <a:pt x="3102840" y="4052469"/>
                  <a:pt x="3102840" y="4048124"/>
                </a:cubicBezTo>
                <a:cubicBezTo>
                  <a:pt x="3100660" y="4043418"/>
                  <a:pt x="3098479" y="4048124"/>
                  <a:pt x="3096299" y="4048124"/>
                </a:cubicBezTo>
                <a:cubicBezTo>
                  <a:pt x="3093937" y="4042965"/>
                  <a:pt x="3093028" y="4040227"/>
                  <a:pt x="3093102" y="4039061"/>
                </a:cubicBezTo>
                <a:close/>
                <a:moveTo>
                  <a:pt x="1034432" y="4034878"/>
                </a:moveTo>
                <a:lnTo>
                  <a:pt x="1030361" y="4036992"/>
                </a:lnTo>
                <a:lnTo>
                  <a:pt x="1026494" y="4038699"/>
                </a:lnTo>
                <a:lnTo>
                  <a:pt x="1050655" y="4052193"/>
                </a:lnTo>
                <a:cubicBezTo>
                  <a:pt x="1063753" y="4058493"/>
                  <a:pt x="1077975" y="4065333"/>
                  <a:pt x="1089317" y="4073254"/>
                </a:cubicBezTo>
                <a:cubicBezTo>
                  <a:pt x="1084637" y="4061733"/>
                  <a:pt x="1109841" y="4055253"/>
                  <a:pt x="1093998" y="4050572"/>
                </a:cubicBezTo>
                <a:cubicBezTo>
                  <a:pt x="1071584" y="4065964"/>
                  <a:pt x="1059702" y="4042877"/>
                  <a:pt x="1040731" y="4035081"/>
                </a:cubicBezTo>
                <a:close/>
                <a:moveTo>
                  <a:pt x="3004860" y="4032257"/>
                </a:moveTo>
                <a:cubicBezTo>
                  <a:pt x="3002340" y="4034417"/>
                  <a:pt x="2998019" y="4034417"/>
                  <a:pt x="3002340" y="4041617"/>
                </a:cubicBezTo>
                <a:cubicBezTo>
                  <a:pt x="3011701" y="4048458"/>
                  <a:pt x="3041224" y="4075459"/>
                  <a:pt x="3027543" y="4052778"/>
                </a:cubicBezTo>
                <a:cubicBezTo>
                  <a:pt x="3018542" y="4061778"/>
                  <a:pt x="3011701" y="4039097"/>
                  <a:pt x="3004860" y="4032257"/>
                </a:cubicBezTo>
                <a:close/>
                <a:moveTo>
                  <a:pt x="2943294" y="4027936"/>
                </a:moveTo>
                <a:cubicBezTo>
                  <a:pt x="2941133" y="4034417"/>
                  <a:pt x="2920611" y="4036937"/>
                  <a:pt x="2936453" y="4048458"/>
                </a:cubicBezTo>
                <a:cubicBezTo>
                  <a:pt x="2936453" y="4036937"/>
                  <a:pt x="2954815" y="4043777"/>
                  <a:pt x="2943294" y="4027936"/>
                </a:cubicBezTo>
                <a:close/>
                <a:moveTo>
                  <a:pt x="3082909" y="4016449"/>
                </a:moveTo>
                <a:cubicBezTo>
                  <a:pt x="3089669" y="4028356"/>
                  <a:pt x="3082909" y="4030588"/>
                  <a:pt x="3080418" y="4035053"/>
                </a:cubicBezTo>
                <a:cubicBezTo>
                  <a:pt x="3069388" y="4021286"/>
                  <a:pt x="3076149" y="4011612"/>
                  <a:pt x="3082909" y="4016449"/>
                </a:cubicBezTo>
                <a:close/>
                <a:moveTo>
                  <a:pt x="3000180" y="4016416"/>
                </a:moveTo>
                <a:cubicBezTo>
                  <a:pt x="3011701" y="4025416"/>
                  <a:pt x="3007020" y="4030097"/>
                  <a:pt x="3018542" y="4039097"/>
                </a:cubicBezTo>
                <a:cubicBezTo>
                  <a:pt x="3027543" y="4034417"/>
                  <a:pt x="3007020" y="4018576"/>
                  <a:pt x="3000180" y="4016416"/>
                </a:cubicBezTo>
                <a:close/>
                <a:moveTo>
                  <a:pt x="786503" y="3998010"/>
                </a:moveTo>
                <a:cubicBezTo>
                  <a:pt x="772820" y="3995850"/>
                  <a:pt x="770660" y="4004850"/>
                  <a:pt x="765979" y="4014211"/>
                </a:cubicBezTo>
                <a:cubicBezTo>
                  <a:pt x="772820" y="4014211"/>
                  <a:pt x="777501" y="4023211"/>
                  <a:pt x="782182" y="4014211"/>
                </a:cubicBezTo>
                <a:cubicBezTo>
                  <a:pt x="768499" y="4009530"/>
                  <a:pt x="789023" y="4007370"/>
                  <a:pt x="786503" y="3998010"/>
                </a:cubicBezTo>
                <a:close/>
                <a:moveTo>
                  <a:pt x="477862" y="3973512"/>
                </a:moveTo>
                <a:cubicBezTo>
                  <a:pt x="505215" y="4011941"/>
                  <a:pt x="445830" y="4030258"/>
                  <a:pt x="436832" y="4078026"/>
                </a:cubicBezTo>
                <a:cubicBezTo>
                  <a:pt x="411998" y="4075512"/>
                  <a:pt x="405160" y="4089160"/>
                  <a:pt x="407319" y="4104962"/>
                </a:cubicBezTo>
                <a:cubicBezTo>
                  <a:pt x="405160" y="4109631"/>
                  <a:pt x="396162" y="4111786"/>
                  <a:pt x="384645" y="4109631"/>
                </a:cubicBezTo>
                <a:cubicBezTo>
                  <a:pt x="384645" y="4118610"/>
                  <a:pt x="379966" y="4127948"/>
                  <a:pt x="375647" y="4134772"/>
                </a:cubicBezTo>
                <a:cubicBezTo>
                  <a:pt x="393643" y="4161709"/>
                  <a:pt x="425675" y="4184695"/>
                  <a:pt x="423155" y="4227793"/>
                </a:cubicBezTo>
                <a:cubicBezTo>
                  <a:pt x="409479" y="4229948"/>
                  <a:pt x="416317" y="4232103"/>
                  <a:pt x="409479" y="4238927"/>
                </a:cubicBezTo>
                <a:cubicBezTo>
                  <a:pt x="400481" y="4227793"/>
                  <a:pt x="384645" y="4218455"/>
                  <a:pt x="370968" y="4207321"/>
                </a:cubicBezTo>
                <a:cubicBezTo>
                  <a:pt x="366289" y="4209476"/>
                  <a:pt x="355132" y="4207321"/>
                  <a:pt x="343615" y="4207321"/>
                </a:cubicBezTo>
                <a:cubicBezTo>
                  <a:pt x="355132" y="4197983"/>
                  <a:pt x="341456" y="4200497"/>
                  <a:pt x="332458" y="4204807"/>
                </a:cubicBezTo>
                <a:cubicBezTo>
                  <a:pt x="350453" y="4204807"/>
                  <a:pt x="334617" y="4223124"/>
                  <a:pt x="339296" y="4236772"/>
                </a:cubicBezTo>
                <a:cubicBezTo>
                  <a:pt x="329938" y="4236772"/>
                  <a:pt x="327779" y="4241441"/>
                  <a:pt x="314102" y="4238927"/>
                </a:cubicBezTo>
                <a:cubicBezTo>
                  <a:pt x="316262" y="4232103"/>
                  <a:pt x="332458" y="4211631"/>
                  <a:pt x="305105" y="4211631"/>
                </a:cubicBezTo>
                <a:cubicBezTo>
                  <a:pt x="293587" y="4191518"/>
                  <a:pt x="305105" y="4157399"/>
                  <a:pt x="289269" y="4139082"/>
                </a:cubicBezTo>
                <a:cubicBezTo>
                  <a:pt x="248239" y="4145906"/>
                  <a:pt x="261915" y="4166378"/>
                  <a:pt x="273073" y="4189004"/>
                </a:cubicBezTo>
                <a:cubicBezTo>
                  <a:pt x="259396" y="4184695"/>
                  <a:pt x="259396" y="4193673"/>
                  <a:pt x="252558" y="4195828"/>
                </a:cubicBezTo>
                <a:cubicBezTo>
                  <a:pt x="211888" y="4180026"/>
                  <a:pt x="250398" y="4148420"/>
                  <a:pt x="264075" y="4127948"/>
                </a:cubicBezTo>
                <a:cubicBezTo>
                  <a:pt x="266234" y="4134772"/>
                  <a:pt x="279911" y="4123279"/>
                  <a:pt x="282430" y="4132258"/>
                </a:cubicBezTo>
                <a:cubicBezTo>
                  <a:pt x="309424" y="4118610"/>
                  <a:pt x="323100" y="4093829"/>
                  <a:pt x="357292" y="4087005"/>
                </a:cubicBezTo>
                <a:cubicBezTo>
                  <a:pt x="359451" y="4082336"/>
                  <a:pt x="350453" y="4082336"/>
                  <a:pt x="355132" y="4073357"/>
                </a:cubicBezTo>
                <a:cubicBezTo>
                  <a:pt x="364130" y="4075512"/>
                  <a:pt x="370968" y="4075512"/>
                  <a:pt x="375647" y="4073357"/>
                </a:cubicBezTo>
                <a:cubicBezTo>
                  <a:pt x="368809" y="4061864"/>
                  <a:pt x="366289" y="4048575"/>
                  <a:pt x="389324" y="4057554"/>
                </a:cubicBezTo>
                <a:cubicBezTo>
                  <a:pt x="389324" y="4052885"/>
                  <a:pt x="396162" y="4043906"/>
                  <a:pt x="382485" y="4046061"/>
                </a:cubicBezTo>
                <a:cubicBezTo>
                  <a:pt x="389324" y="4041751"/>
                  <a:pt x="400481" y="4041751"/>
                  <a:pt x="405160" y="4037082"/>
                </a:cubicBezTo>
                <a:cubicBezTo>
                  <a:pt x="411998" y="4028103"/>
                  <a:pt x="391483" y="4032413"/>
                  <a:pt x="398321" y="4023434"/>
                </a:cubicBezTo>
                <a:cubicBezTo>
                  <a:pt x="418836" y="4023434"/>
                  <a:pt x="416317" y="4005118"/>
                  <a:pt x="436832" y="4005118"/>
                </a:cubicBezTo>
                <a:cubicBezTo>
                  <a:pt x="425675" y="3991829"/>
                  <a:pt x="457347" y="3978181"/>
                  <a:pt x="477862" y="3973512"/>
                </a:cubicBezTo>
                <a:close/>
                <a:moveTo>
                  <a:pt x="3197641" y="3949049"/>
                </a:moveTo>
                <a:cubicBezTo>
                  <a:pt x="3202157" y="3948739"/>
                  <a:pt x="3207255" y="3950953"/>
                  <a:pt x="3211906" y="3955381"/>
                </a:cubicBezTo>
                <a:cubicBezTo>
                  <a:pt x="3209401" y="3964591"/>
                  <a:pt x="3198311" y="3964591"/>
                  <a:pt x="3205108" y="3984782"/>
                </a:cubicBezTo>
                <a:cubicBezTo>
                  <a:pt x="3200458" y="3989033"/>
                  <a:pt x="3189367" y="3971321"/>
                  <a:pt x="3193660" y="3982302"/>
                </a:cubicBezTo>
                <a:cubicBezTo>
                  <a:pt x="3186863" y="3982302"/>
                  <a:pt x="3191514" y="3966716"/>
                  <a:pt x="3196165" y="3964591"/>
                </a:cubicBezTo>
                <a:cubicBezTo>
                  <a:pt x="3193660" y="3955381"/>
                  <a:pt x="3189367" y="3957860"/>
                  <a:pt x="3186863" y="3957860"/>
                </a:cubicBezTo>
                <a:cubicBezTo>
                  <a:pt x="3189189" y="3952193"/>
                  <a:pt x="3193124" y="3949359"/>
                  <a:pt x="3197641" y="3949049"/>
                </a:cubicBezTo>
                <a:close/>
                <a:moveTo>
                  <a:pt x="3149995" y="3940664"/>
                </a:moveTo>
                <a:cubicBezTo>
                  <a:pt x="3145730" y="3956862"/>
                  <a:pt x="3149995" y="3993217"/>
                  <a:pt x="3143242" y="3995377"/>
                </a:cubicBezTo>
                <a:cubicBezTo>
                  <a:pt x="3136489" y="3981699"/>
                  <a:pt x="3138977" y="3972700"/>
                  <a:pt x="3141110" y="3961181"/>
                </a:cubicBezTo>
                <a:cubicBezTo>
                  <a:pt x="3136489" y="3956862"/>
                  <a:pt x="3134357" y="3961181"/>
                  <a:pt x="3132224" y="3954342"/>
                </a:cubicBezTo>
                <a:cubicBezTo>
                  <a:pt x="3127604" y="3956862"/>
                  <a:pt x="3132224" y="3970540"/>
                  <a:pt x="3127604" y="3974860"/>
                </a:cubicBezTo>
                <a:cubicBezTo>
                  <a:pt x="3114098" y="3965861"/>
                  <a:pt x="3118719" y="3974860"/>
                  <a:pt x="3109478" y="3968021"/>
                </a:cubicBezTo>
                <a:cubicBezTo>
                  <a:pt x="3102725" y="3959022"/>
                  <a:pt x="3118719" y="3965861"/>
                  <a:pt x="3107346" y="3952183"/>
                </a:cubicBezTo>
                <a:cubicBezTo>
                  <a:pt x="3118719" y="3959022"/>
                  <a:pt x="3122984" y="3956862"/>
                  <a:pt x="3129736" y="3950023"/>
                </a:cubicBezTo>
                <a:cubicBezTo>
                  <a:pt x="3127604" y="3945344"/>
                  <a:pt x="3125472" y="3947503"/>
                  <a:pt x="3122984" y="3947503"/>
                </a:cubicBezTo>
                <a:cubicBezTo>
                  <a:pt x="3127604" y="3933825"/>
                  <a:pt x="3147862" y="3952183"/>
                  <a:pt x="3149995" y="3940664"/>
                </a:cubicBezTo>
                <a:close/>
                <a:moveTo>
                  <a:pt x="3086589" y="3900490"/>
                </a:moveTo>
                <a:cubicBezTo>
                  <a:pt x="3089109" y="3907331"/>
                  <a:pt x="3084429" y="3907331"/>
                  <a:pt x="3079748" y="3909491"/>
                </a:cubicBezTo>
                <a:cubicBezTo>
                  <a:pt x="3089109" y="3918491"/>
                  <a:pt x="3086589" y="3923172"/>
                  <a:pt x="3091269" y="3925332"/>
                </a:cubicBezTo>
                <a:cubicBezTo>
                  <a:pt x="3086589" y="3918491"/>
                  <a:pt x="3095950" y="3902650"/>
                  <a:pt x="3086589" y="3900490"/>
                </a:cubicBezTo>
                <a:close/>
                <a:moveTo>
                  <a:pt x="283987" y="3894137"/>
                </a:moveTo>
                <a:cubicBezTo>
                  <a:pt x="290899" y="3909724"/>
                  <a:pt x="272345" y="3925310"/>
                  <a:pt x="263250" y="3936646"/>
                </a:cubicBezTo>
                <a:cubicBezTo>
                  <a:pt x="256338" y="3921059"/>
                  <a:pt x="283987" y="3911849"/>
                  <a:pt x="283987" y="3894137"/>
                </a:cubicBezTo>
                <a:close/>
                <a:moveTo>
                  <a:pt x="3250186" y="3890962"/>
                </a:moveTo>
                <a:cubicBezTo>
                  <a:pt x="3254772" y="3906893"/>
                  <a:pt x="3245953" y="3911238"/>
                  <a:pt x="3241367" y="3904359"/>
                </a:cubicBezTo>
                <a:cubicBezTo>
                  <a:pt x="3239250" y="3893134"/>
                  <a:pt x="3243484" y="3893134"/>
                  <a:pt x="3250186" y="3890962"/>
                </a:cubicBezTo>
                <a:close/>
                <a:moveTo>
                  <a:pt x="336840" y="3886200"/>
                </a:moveTo>
                <a:cubicBezTo>
                  <a:pt x="343730" y="3899606"/>
                  <a:pt x="355335" y="3886200"/>
                  <a:pt x="369115" y="3886200"/>
                </a:cubicBezTo>
                <a:cubicBezTo>
                  <a:pt x="378180" y="3895019"/>
                  <a:pt x="385070" y="3906308"/>
                  <a:pt x="398850" y="3897136"/>
                </a:cubicBezTo>
                <a:cubicBezTo>
                  <a:pt x="389784" y="3908425"/>
                  <a:pt x="382894" y="3919714"/>
                  <a:pt x="369115" y="3923947"/>
                </a:cubicBezTo>
                <a:cubicBezTo>
                  <a:pt x="373466" y="3913011"/>
                  <a:pt x="380356" y="3897136"/>
                  <a:pt x="341555" y="3901722"/>
                </a:cubicBezTo>
                <a:cubicBezTo>
                  <a:pt x="339379" y="3906308"/>
                  <a:pt x="345906" y="3908425"/>
                  <a:pt x="343730" y="3913011"/>
                </a:cubicBezTo>
                <a:cubicBezTo>
                  <a:pt x="327775" y="3910542"/>
                  <a:pt x="332489" y="3890786"/>
                  <a:pt x="336840" y="3886200"/>
                </a:cubicBezTo>
                <a:close/>
                <a:moveTo>
                  <a:pt x="3209495" y="3884432"/>
                </a:moveTo>
                <a:cubicBezTo>
                  <a:pt x="3211974" y="3884432"/>
                  <a:pt x="3214100" y="3891262"/>
                  <a:pt x="3218705" y="3891262"/>
                </a:cubicBezTo>
                <a:cubicBezTo>
                  <a:pt x="3218705" y="3897731"/>
                  <a:pt x="3216225" y="3900247"/>
                  <a:pt x="3218705" y="3907077"/>
                </a:cubicBezTo>
                <a:cubicBezTo>
                  <a:pt x="3222956" y="3911390"/>
                  <a:pt x="3234291" y="3902404"/>
                  <a:pt x="3238896" y="3931878"/>
                </a:cubicBezTo>
                <a:cubicBezTo>
                  <a:pt x="3229686" y="3929721"/>
                  <a:pt x="3229686" y="3916062"/>
                  <a:pt x="3216225" y="3920735"/>
                </a:cubicBezTo>
                <a:cubicBezTo>
                  <a:pt x="3214100" y="3891262"/>
                  <a:pt x="3209495" y="3911390"/>
                  <a:pt x="3198514" y="3893418"/>
                </a:cubicBezTo>
                <a:cubicBezTo>
                  <a:pt x="3196388" y="3875087"/>
                  <a:pt x="3218705" y="3909233"/>
                  <a:pt x="3209495" y="3884432"/>
                </a:cubicBezTo>
                <a:close/>
                <a:moveTo>
                  <a:pt x="3143475" y="3882130"/>
                </a:moveTo>
                <a:cubicBezTo>
                  <a:pt x="3150315" y="3897970"/>
                  <a:pt x="3157156" y="3897970"/>
                  <a:pt x="3163997" y="3900490"/>
                </a:cubicBezTo>
                <a:cubicBezTo>
                  <a:pt x="3161837" y="3893650"/>
                  <a:pt x="3163997" y="3891490"/>
                  <a:pt x="3163997" y="3884650"/>
                </a:cubicBezTo>
                <a:cubicBezTo>
                  <a:pt x="3157156" y="3884650"/>
                  <a:pt x="3150315" y="3879970"/>
                  <a:pt x="3143475" y="3882130"/>
                </a:cubicBezTo>
                <a:close/>
                <a:moveTo>
                  <a:pt x="3102430" y="3873129"/>
                </a:moveTo>
                <a:cubicBezTo>
                  <a:pt x="3098110" y="3882130"/>
                  <a:pt x="3086589" y="3866289"/>
                  <a:pt x="3091269" y="3879970"/>
                </a:cubicBezTo>
                <a:cubicBezTo>
                  <a:pt x="3102430" y="3879970"/>
                  <a:pt x="3104951" y="3886810"/>
                  <a:pt x="3102430" y="3902650"/>
                </a:cubicBezTo>
                <a:cubicBezTo>
                  <a:pt x="3109271" y="3895810"/>
                  <a:pt x="3116112" y="3914171"/>
                  <a:pt x="3116112" y="3900490"/>
                </a:cubicBezTo>
                <a:cubicBezTo>
                  <a:pt x="3111791" y="3888970"/>
                  <a:pt x="3107111" y="3888970"/>
                  <a:pt x="3102430" y="3873129"/>
                </a:cubicBezTo>
                <a:close/>
                <a:moveTo>
                  <a:pt x="3223830" y="3872518"/>
                </a:moveTo>
                <a:cubicBezTo>
                  <a:pt x="3227789" y="3873350"/>
                  <a:pt x="3232860" y="3876066"/>
                  <a:pt x="3237307" y="3874840"/>
                </a:cubicBezTo>
                <a:cubicBezTo>
                  <a:pt x="3237307" y="3886055"/>
                  <a:pt x="3228412" y="3888158"/>
                  <a:pt x="3221651" y="3890612"/>
                </a:cubicBezTo>
                <a:cubicBezTo>
                  <a:pt x="3221651" y="3883952"/>
                  <a:pt x="3219516" y="3881499"/>
                  <a:pt x="3217025" y="3881499"/>
                </a:cubicBezTo>
                <a:cubicBezTo>
                  <a:pt x="3217025" y="3872737"/>
                  <a:pt x="3219872" y="3871685"/>
                  <a:pt x="3223830" y="3872518"/>
                </a:cubicBezTo>
                <a:close/>
                <a:moveTo>
                  <a:pt x="3163997" y="3857288"/>
                </a:moveTo>
                <a:cubicBezTo>
                  <a:pt x="3170838" y="3868449"/>
                  <a:pt x="3152836" y="3857288"/>
                  <a:pt x="3159676" y="3870969"/>
                </a:cubicBezTo>
                <a:cubicBezTo>
                  <a:pt x="3168677" y="3870969"/>
                  <a:pt x="3161837" y="3877809"/>
                  <a:pt x="3168677" y="3893650"/>
                </a:cubicBezTo>
                <a:cubicBezTo>
                  <a:pt x="3177678" y="3888970"/>
                  <a:pt x="3168677" y="3866289"/>
                  <a:pt x="3163997" y="3857288"/>
                </a:cubicBezTo>
                <a:close/>
                <a:moveTo>
                  <a:pt x="3134474" y="3825247"/>
                </a:moveTo>
                <a:cubicBezTo>
                  <a:pt x="3136634" y="3832087"/>
                  <a:pt x="3132314" y="3832087"/>
                  <a:pt x="3132314" y="3836767"/>
                </a:cubicBezTo>
                <a:cubicBezTo>
                  <a:pt x="3143475" y="3832087"/>
                  <a:pt x="3141314" y="3864129"/>
                  <a:pt x="3132314" y="3850448"/>
                </a:cubicBezTo>
                <a:cubicBezTo>
                  <a:pt x="3136634" y="3859448"/>
                  <a:pt x="3141314" y="3868449"/>
                  <a:pt x="3148155" y="3870969"/>
                </a:cubicBezTo>
                <a:cubicBezTo>
                  <a:pt x="3141314" y="3850448"/>
                  <a:pt x="3148155" y="3854768"/>
                  <a:pt x="3154996" y="3854768"/>
                </a:cubicBezTo>
                <a:cubicBezTo>
                  <a:pt x="3150315" y="3836767"/>
                  <a:pt x="3141314" y="3838928"/>
                  <a:pt x="3134474" y="3825247"/>
                </a:cubicBezTo>
                <a:close/>
                <a:moveTo>
                  <a:pt x="3112208" y="3818277"/>
                </a:moveTo>
                <a:cubicBezTo>
                  <a:pt x="3110936" y="3817349"/>
                  <a:pt x="3109901" y="3819037"/>
                  <a:pt x="3109271" y="3825247"/>
                </a:cubicBezTo>
                <a:cubicBezTo>
                  <a:pt x="3120792" y="3825247"/>
                  <a:pt x="3116112" y="3866289"/>
                  <a:pt x="3125473" y="3845768"/>
                </a:cubicBezTo>
                <a:cubicBezTo>
                  <a:pt x="3121962" y="3847388"/>
                  <a:pt x="3116022" y="3821062"/>
                  <a:pt x="3112208" y="3818277"/>
                </a:cubicBezTo>
                <a:close/>
                <a:moveTo>
                  <a:pt x="3214485" y="3816350"/>
                </a:moveTo>
                <a:cubicBezTo>
                  <a:pt x="3223557" y="3838955"/>
                  <a:pt x="3232991" y="3818503"/>
                  <a:pt x="3242062" y="3825320"/>
                </a:cubicBezTo>
                <a:cubicBezTo>
                  <a:pt x="3237345" y="3857255"/>
                  <a:pt x="3212308" y="3841108"/>
                  <a:pt x="3205414" y="3868378"/>
                </a:cubicBezTo>
                <a:cubicBezTo>
                  <a:pt x="3196342" y="3868378"/>
                  <a:pt x="3200697" y="3861561"/>
                  <a:pt x="3196342" y="3845773"/>
                </a:cubicBezTo>
                <a:lnTo>
                  <a:pt x="3191625" y="3847926"/>
                </a:lnTo>
                <a:cubicBezTo>
                  <a:pt x="3193802" y="3825320"/>
                  <a:pt x="3205414" y="3836802"/>
                  <a:pt x="3214485" y="3816350"/>
                </a:cubicBezTo>
                <a:close/>
                <a:moveTo>
                  <a:pt x="3389293" y="3814091"/>
                </a:moveTo>
                <a:cubicBezTo>
                  <a:pt x="3391314" y="3827686"/>
                  <a:pt x="3389293" y="3836629"/>
                  <a:pt x="3382895" y="3834125"/>
                </a:cubicBezTo>
                <a:cubicBezTo>
                  <a:pt x="3380538" y="3820888"/>
                  <a:pt x="3382895" y="3811587"/>
                  <a:pt x="3389293" y="3814091"/>
                </a:cubicBezTo>
                <a:close/>
                <a:moveTo>
                  <a:pt x="3435242" y="3811331"/>
                </a:moveTo>
                <a:cubicBezTo>
                  <a:pt x="3439667" y="3810196"/>
                  <a:pt x="3442997" y="3811922"/>
                  <a:pt x="3445275" y="3823369"/>
                </a:cubicBezTo>
                <a:cubicBezTo>
                  <a:pt x="3438616" y="3818645"/>
                  <a:pt x="3429503" y="3821189"/>
                  <a:pt x="3423194" y="3830274"/>
                </a:cubicBezTo>
                <a:cubicBezTo>
                  <a:pt x="3418638" y="3830274"/>
                  <a:pt x="3418638" y="3821189"/>
                  <a:pt x="3418638" y="3816464"/>
                </a:cubicBezTo>
                <a:cubicBezTo>
                  <a:pt x="3425298" y="3816464"/>
                  <a:pt x="3430818" y="3812467"/>
                  <a:pt x="3435242" y="3811331"/>
                </a:cubicBezTo>
                <a:close/>
                <a:moveTo>
                  <a:pt x="3344611" y="3806825"/>
                </a:moveTo>
                <a:cubicBezTo>
                  <a:pt x="3349390" y="3806825"/>
                  <a:pt x="3347184" y="3811086"/>
                  <a:pt x="3344611" y="3811086"/>
                </a:cubicBezTo>
                <a:cubicBezTo>
                  <a:pt x="3347184" y="3815702"/>
                  <a:pt x="3349390" y="3820318"/>
                  <a:pt x="3351596" y="3820318"/>
                </a:cubicBezTo>
                <a:cubicBezTo>
                  <a:pt x="3344611" y="3822449"/>
                  <a:pt x="3330641" y="3833457"/>
                  <a:pt x="3317038" y="3831326"/>
                </a:cubicBezTo>
                <a:cubicBezTo>
                  <a:pt x="3319244" y="3813572"/>
                  <a:pt x="3342405" y="3824580"/>
                  <a:pt x="3344611" y="3806825"/>
                </a:cubicBezTo>
                <a:close/>
                <a:moveTo>
                  <a:pt x="3285972" y="3802590"/>
                </a:moveTo>
                <a:cubicBezTo>
                  <a:pt x="3290029" y="3803356"/>
                  <a:pt x="3293670" y="3806155"/>
                  <a:pt x="3296036" y="3811753"/>
                </a:cubicBezTo>
                <a:cubicBezTo>
                  <a:pt x="3289118" y="3818506"/>
                  <a:pt x="3275282" y="3800735"/>
                  <a:pt x="3277467" y="3832011"/>
                </a:cubicBezTo>
                <a:cubicBezTo>
                  <a:pt x="3270549" y="3836632"/>
                  <a:pt x="3268364" y="3825258"/>
                  <a:pt x="3261447" y="3829879"/>
                </a:cubicBezTo>
                <a:cubicBezTo>
                  <a:pt x="3257897" y="3816284"/>
                  <a:pt x="3273803" y="3800291"/>
                  <a:pt x="3285972" y="3802590"/>
                </a:cubicBezTo>
                <a:close/>
                <a:moveTo>
                  <a:pt x="3136634" y="3795726"/>
                </a:moveTo>
                <a:cubicBezTo>
                  <a:pt x="3148155" y="3818406"/>
                  <a:pt x="3170838" y="3816246"/>
                  <a:pt x="3163997" y="3845768"/>
                </a:cubicBezTo>
                <a:cubicBezTo>
                  <a:pt x="3163997" y="3845768"/>
                  <a:pt x="3163997" y="3845768"/>
                  <a:pt x="3175518" y="3843608"/>
                </a:cubicBezTo>
                <a:cubicBezTo>
                  <a:pt x="3170838" y="3818406"/>
                  <a:pt x="3159676" y="3827767"/>
                  <a:pt x="3157156" y="3800406"/>
                </a:cubicBezTo>
                <a:cubicBezTo>
                  <a:pt x="3148155" y="3800406"/>
                  <a:pt x="3148155" y="3797886"/>
                  <a:pt x="3136634" y="3795726"/>
                </a:cubicBezTo>
                <a:close/>
                <a:moveTo>
                  <a:pt x="3345766" y="3792420"/>
                </a:moveTo>
                <a:lnTo>
                  <a:pt x="3344025" y="3796593"/>
                </a:lnTo>
                <a:cubicBezTo>
                  <a:pt x="3344025" y="3795514"/>
                  <a:pt x="3344025" y="3793805"/>
                  <a:pt x="3344341" y="3792682"/>
                </a:cubicBezTo>
                <a:close/>
                <a:moveTo>
                  <a:pt x="3184519" y="3779885"/>
                </a:moveTo>
                <a:cubicBezTo>
                  <a:pt x="3184519" y="3779885"/>
                  <a:pt x="3184519" y="3779885"/>
                  <a:pt x="3186679" y="3793565"/>
                </a:cubicBezTo>
                <a:cubicBezTo>
                  <a:pt x="3191360" y="3782045"/>
                  <a:pt x="3200361" y="3795726"/>
                  <a:pt x="3202521" y="3782045"/>
                </a:cubicBezTo>
                <a:cubicBezTo>
                  <a:pt x="3196040" y="3782045"/>
                  <a:pt x="3191360" y="3777365"/>
                  <a:pt x="3184519" y="3779885"/>
                </a:cubicBezTo>
                <a:close/>
                <a:moveTo>
                  <a:pt x="3389806" y="3778250"/>
                </a:moveTo>
                <a:cubicBezTo>
                  <a:pt x="3391969" y="3792277"/>
                  <a:pt x="3382957" y="3789759"/>
                  <a:pt x="3385120" y="3801268"/>
                </a:cubicBezTo>
                <a:cubicBezTo>
                  <a:pt x="3391969" y="3801268"/>
                  <a:pt x="3394132" y="3794435"/>
                  <a:pt x="3391969" y="3782926"/>
                </a:cubicBezTo>
                <a:cubicBezTo>
                  <a:pt x="3405667" y="3794435"/>
                  <a:pt x="3412517" y="3780768"/>
                  <a:pt x="3426215" y="3794435"/>
                </a:cubicBezTo>
                <a:cubicBezTo>
                  <a:pt x="3417203" y="3823927"/>
                  <a:pt x="3398818" y="3785443"/>
                  <a:pt x="3389806" y="3798751"/>
                </a:cubicBezTo>
                <a:cubicBezTo>
                  <a:pt x="3389806" y="3808102"/>
                  <a:pt x="3394132" y="3808102"/>
                  <a:pt x="3396655" y="3808102"/>
                </a:cubicBezTo>
                <a:cubicBezTo>
                  <a:pt x="3394132" y="3819252"/>
                  <a:pt x="3376108" y="3812418"/>
                  <a:pt x="3369259" y="3796593"/>
                </a:cubicBezTo>
                <a:cubicBezTo>
                  <a:pt x="3362410" y="3798751"/>
                  <a:pt x="3357724" y="3803426"/>
                  <a:pt x="3357724" y="3810260"/>
                </a:cubicBezTo>
                <a:cubicBezTo>
                  <a:pt x="3350874" y="3808102"/>
                  <a:pt x="3353398" y="3794435"/>
                  <a:pt x="3344025" y="3801268"/>
                </a:cubicBezTo>
                <a:cubicBezTo>
                  <a:pt x="3344025" y="3796593"/>
                  <a:pt x="3346549" y="3796593"/>
                  <a:pt x="3346549" y="3792277"/>
                </a:cubicBezTo>
                <a:lnTo>
                  <a:pt x="3345766" y="3792420"/>
                </a:lnTo>
                <a:lnTo>
                  <a:pt x="3348621" y="3785578"/>
                </a:lnTo>
                <a:cubicBezTo>
                  <a:pt x="3351505" y="3783555"/>
                  <a:pt x="3355560" y="3782926"/>
                  <a:pt x="3360247" y="3782926"/>
                </a:cubicBezTo>
                <a:cubicBezTo>
                  <a:pt x="3369259" y="3782926"/>
                  <a:pt x="3380434" y="3785443"/>
                  <a:pt x="3389806" y="3778250"/>
                </a:cubicBezTo>
                <a:close/>
                <a:moveTo>
                  <a:pt x="3429387" y="3750072"/>
                </a:moveTo>
                <a:cubicBezTo>
                  <a:pt x="3422856" y="3758949"/>
                  <a:pt x="3415962" y="3767826"/>
                  <a:pt x="3404350" y="3769957"/>
                </a:cubicBezTo>
                <a:cubicBezTo>
                  <a:pt x="3404350" y="3752202"/>
                  <a:pt x="3422856" y="3743325"/>
                  <a:pt x="3429387" y="3750072"/>
                </a:cubicBezTo>
                <a:close/>
                <a:moveTo>
                  <a:pt x="3447952" y="3748432"/>
                </a:moveTo>
                <a:cubicBezTo>
                  <a:pt x="3452880" y="3747039"/>
                  <a:pt x="3468821" y="3754355"/>
                  <a:pt x="3472260" y="3757846"/>
                </a:cubicBezTo>
                <a:cubicBezTo>
                  <a:pt x="3463088" y="3777892"/>
                  <a:pt x="3458855" y="3748538"/>
                  <a:pt x="3447566" y="3753192"/>
                </a:cubicBezTo>
                <a:cubicBezTo>
                  <a:pt x="3445890" y="3750328"/>
                  <a:pt x="3446309" y="3748896"/>
                  <a:pt x="3447952" y="3748432"/>
                </a:cubicBezTo>
                <a:close/>
                <a:moveTo>
                  <a:pt x="4356488" y="3736304"/>
                </a:moveTo>
                <a:cubicBezTo>
                  <a:pt x="4352138" y="3756696"/>
                  <a:pt x="4324588" y="3758842"/>
                  <a:pt x="4310813" y="3752045"/>
                </a:cubicBezTo>
                <a:cubicBezTo>
                  <a:pt x="4322413" y="3733800"/>
                  <a:pt x="4338363" y="3733800"/>
                  <a:pt x="4356488" y="3736304"/>
                </a:cubicBezTo>
                <a:close/>
                <a:moveTo>
                  <a:pt x="4426341" y="3729581"/>
                </a:moveTo>
                <a:cubicBezTo>
                  <a:pt x="4417355" y="3747724"/>
                  <a:pt x="4394710" y="3747724"/>
                  <a:pt x="4369550" y="3747724"/>
                </a:cubicBezTo>
                <a:cubicBezTo>
                  <a:pt x="4374223" y="3722687"/>
                  <a:pt x="4403696" y="3733936"/>
                  <a:pt x="4426341" y="3729581"/>
                </a:cubicBezTo>
                <a:close/>
                <a:moveTo>
                  <a:pt x="3909785" y="3704880"/>
                </a:moveTo>
                <a:cubicBezTo>
                  <a:pt x="3917047" y="3703997"/>
                  <a:pt x="3924841" y="3707531"/>
                  <a:pt x="3932634" y="3714601"/>
                </a:cubicBezTo>
                <a:cubicBezTo>
                  <a:pt x="3925903" y="3714601"/>
                  <a:pt x="3919173" y="3716833"/>
                  <a:pt x="3914922" y="3719066"/>
                </a:cubicBezTo>
                <a:cubicBezTo>
                  <a:pt x="3908191" y="3721670"/>
                  <a:pt x="3901461" y="3723903"/>
                  <a:pt x="3890125" y="3721670"/>
                </a:cubicBezTo>
                <a:cubicBezTo>
                  <a:pt x="3895793" y="3711066"/>
                  <a:pt x="3902524" y="3705764"/>
                  <a:pt x="3909785" y="3704880"/>
                </a:cubicBezTo>
                <a:close/>
                <a:moveTo>
                  <a:pt x="110597" y="3681412"/>
                </a:moveTo>
                <a:cubicBezTo>
                  <a:pt x="121462" y="3686174"/>
                  <a:pt x="130574" y="3688373"/>
                  <a:pt x="130574" y="3700096"/>
                </a:cubicBezTo>
                <a:cubicBezTo>
                  <a:pt x="119359" y="3697531"/>
                  <a:pt x="108144" y="3697531"/>
                  <a:pt x="103938" y="3693135"/>
                </a:cubicBezTo>
                <a:cubicBezTo>
                  <a:pt x="106041" y="3690571"/>
                  <a:pt x="108144" y="3688373"/>
                  <a:pt x="110597" y="3681412"/>
                </a:cubicBezTo>
                <a:close/>
                <a:moveTo>
                  <a:pt x="4488713" y="3680970"/>
                </a:moveTo>
                <a:lnTo>
                  <a:pt x="4486301" y="3682688"/>
                </a:lnTo>
                <a:lnTo>
                  <a:pt x="4488406" y="3685009"/>
                </a:lnTo>
                <a:lnTo>
                  <a:pt x="4491195" y="3681126"/>
                </a:lnTo>
                <a:close/>
                <a:moveTo>
                  <a:pt x="4962922" y="3652837"/>
                </a:moveTo>
                <a:cubicBezTo>
                  <a:pt x="4956219" y="3664292"/>
                  <a:pt x="4949517" y="3688992"/>
                  <a:pt x="4933994" y="3680043"/>
                </a:cubicBezTo>
                <a:cubicBezTo>
                  <a:pt x="4931525" y="3664292"/>
                  <a:pt x="4944931" y="3657490"/>
                  <a:pt x="4962922" y="3652837"/>
                </a:cubicBezTo>
                <a:close/>
                <a:moveTo>
                  <a:pt x="589713" y="3652837"/>
                </a:moveTo>
                <a:cubicBezTo>
                  <a:pt x="596607" y="3657423"/>
                  <a:pt x="598784" y="3664126"/>
                  <a:pt x="605678" y="3654953"/>
                </a:cubicBezTo>
                <a:cubicBezTo>
                  <a:pt x="614750" y="3659540"/>
                  <a:pt x="596607" y="3661656"/>
                  <a:pt x="598784" y="3668359"/>
                </a:cubicBezTo>
                <a:cubicBezTo>
                  <a:pt x="591890" y="3666243"/>
                  <a:pt x="589713" y="3661656"/>
                  <a:pt x="589713" y="3652837"/>
                </a:cubicBezTo>
                <a:close/>
                <a:moveTo>
                  <a:pt x="3518747" y="3652365"/>
                </a:moveTo>
                <a:cubicBezTo>
                  <a:pt x="3512468" y="3655251"/>
                  <a:pt x="3512874" y="3665579"/>
                  <a:pt x="3509633" y="3670440"/>
                </a:cubicBezTo>
                <a:cubicBezTo>
                  <a:pt x="3504953" y="3672960"/>
                  <a:pt x="3502792" y="3670440"/>
                  <a:pt x="3500272" y="3677280"/>
                </a:cubicBezTo>
                <a:cubicBezTo>
                  <a:pt x="3516474" y="3679800"/>
                  <a:pt x="3520794" y="3666119"/>
                  <a:pt x="3527635" y="3652438"/>
                </a:cubicBezTo>
                <a:cubicBezTo>
                  <a:pt x="3523675" y="3651268"/>
                  <a:pt x="3520839" y="3651403"/>
                  <a:pt x="3518747" y="3652365"/>
                </a:cubicBezTo>
                <a:close/>
                <a:moveTo>
                  <a:pt x="3450227" y="3647758"/>
                </a:moveTo>
                <a:cubicBezTo>
                  <a:pt x="3452567" y="3655859"/>
                  <a:pt x="3452027" y="3660989"/>
                  <a:pt x="3450902" y="3665534"/>
                </a:cubicBezTo>
                <a:lnTo>
                  <a:pt x="3450366" y="3668232"/>
                </a:lnTo>
                <a:lnTo>
                  <a:pt x="3455888" y="3675867"/>
                </a:lnTo>
                <a:lnTo>
                  <a:pt x="3456663" y="3674310"/>
                </a:lnTo>
                <a:cubicBezTo>
                  <a:pt x="3457788" y="3670079"/>
                  <a:pt x="3458328" y="3665039"/>
                  <a:pt x="3461748" y="3663959"/>
                </a:cubicBezTo>
                <a:cubicBezTo>
                  <a:pt x="3461748" y="3666119"/>
                  <a:pt x="3466429" y="3668279"/>
                  <a:pt x="3466429" y="3663959"/>
                </a:cubicBezTo>
                <a:cubicBezTo>
                  <a:pt x="3457068" y="3666119"/>
                  <a:pt x="3463908" y="3643438"/>
                  <a:pt x="3450227" y="3647758"/>
                </a:cubicBezTo>
                <a:close/>
                <a:moveTo>
                  <a:pt x="15732" y="3643312"/>
                </a:moveTo>
                <a:cubicBezTo>
                  <a:pt x="27374" y="3652131"/>
                  <a:pt x="6637" y="3656717"/>
                  <a:pt x="4454" y="3660951"/>
                </a:cubicBezTo>
                <a:cubicBezTo>
                  <a:pt x="-7187" y="3681059"/>
                  <a:pt x="6637" y="3645428"/>
                  <a:pt x="15732" y="3643312"/>
                </a:cubicBezTo>
                <a:close/>
                <a:moveTo>
                  <a:pt x="4713676" y="3641725"/>
                </a:moveTo>
                <a:cubicBezTo>
                  <a:pt x="4707159" y="3648685"/>
                  <a:pt x="4709331" y="3665171"/>
                  <a:pt x="4693400" y="3665171"/>
                </a:cubicBezTo>
                <a:cubicBezTo>
                  <a:pt x="4693400" y="3644289"/>
                  <a:pt x="4693400" y="3644289"/>
                  <a:pt x="4693400" y="3644289"/>
                </a:cubicBezTo>
                <a:cubicBezTo>
                  <a:pt x="4700279" y="3644289"/>
                  <a:pt x="4707159" y="3641725"/>
                  <a:pt x="4713676" y="3641725"/>
                </a:cubicBezTo>
                <a:close/>
                <a:moveTo>
                  <a:pt x="3866283" y="3638734"/>
                </a:moveTo>
                <a:lnTo>
                  <a:pt x="3865514" y="3645784"/>
                </a:lnTo>
                <a:cubicBezTo>
                  <a:pt x="3864518" y="3654374"/>
                  <a:pt x="3863370" y="3655318"/>
                  <a:pt x="3853109" y="3663959"/>
                </a:cubicBezTo>
                <a:cubicBezTo>
                  <a:pt x="3866791" y="3652438"/>
                  <a:pt x="3877952" y="3677280"/>
                  <a:pt x="3887313" y="3657119"/>
                </a:cubicBezTo>
                <a:cubicBezTo>
                  <a:pt x="3878132" y="3653699"/>
                  <a:pt x="3875252" y="3649108"/>
                  <a:pt x="3874082" y="3642808"/>
                </a:cubicBezTo>
                <a:lnTo>
                  <a:pt x="3873702" y="3639666"/>
                </a:lnTo>
                <a:close/>
                <a:moveTo>
                  <a:pt x="57528" y="3638550"/>
                </a:moveTo>
                <a:cubicBezTo>
                  <a:pt x="55295" y="3643106"/>
                  <a:pt x="52691" y="3660630"/>
                  <a:pt x="34088" y="3665187"/>
                </a:cubicBezTo>
                <a:cubicBezTo>
                  <a:pt x="45622" y="3651868"/>
                  <a:pt x="43389" y="3647312"/>
                  <a:pt x="57528" y="3638550"/>
                </a:cubicBezTo>
                <a:close/>
                <a:moveTo>
                  <a:pt x="3757295" y="3627393"/>
                </a:moveTo>
                <a:lnTo>
                  <a:pt x="3757339" y="3627597"/>
                </a:lnTo>
                <a:lnTo>
                  <a:pt x="3759464" y="3627543"/>
                </a:lnTo>
                <a:close/>
                <a:moveTo>
                  <a:pt x="3737419" y="3623937"/>
                </a:moveTo>
                <a:lnTo>
                  <a:pt x="3737177" y="3625077"/>
                </a:lnTo>
                <a:lnTo>
                  <a:pt x="3741065" y="3624634"/>
                </a:lnTo>
                <a:close/>
                <a:moveTo>
                  <a:pt x="3712143" y="3619108"/>
                </a:moveTo>
                <a:lnTo>
                  <a:pt x="3711974" y="3620757"/>
                </a:lnTo>
                <a:cubicBezTo>
                  <a:pt x="3718815" y="3618237"/>
                  <a:pt x="3718815" y="3625077"/>
                  <a:pt x="3725656" y="3625077"/>
                </a:cubicBezTo>
                <a:lnTo>
                  <a:pt x="3726465" y="3621844"/>
                </a:lnTo>
                <a:close/>
                <a:moveTo>
                  <a:pt x="4663092" y="3617429"/>
                </a:moveTo>
                <a:cubicBezTo>
                  <a:pt x="4676824" y="3617491"/>
                  <a:pt x="4690054" y="3618668"/>
                  <a:pt x="4702565" y="3621566"/>
                </a:cubicBezTo>
                <a:cubicBezTo>
                  <a:pt x="4683304" y="3663764"/>
                  <a:pt x="4646312" y="3679158"/>
                  <a:pt x="4605899" y="3683731"/>
                </a:cubicBezTo>
                <a:lnTo>
                  <a:pt x="4596660" y="3683843"/>
                </a:lnTo>
                <a:lnTo>
                  <a:pt x="4595002" y="3684234"/>
                </a:lnTo>
                <a:cubicBezTo>
                  <a:pt x="4577501" y="3686704"/>
                  <a:pt x="4558343" y="3687233"/>
                  <a:pt x="4542588" y="3690584"/>
                </a:cubicBezTo>
                <a:lnTo>
                  <a:pt x="4542588" y="3684353"/>
                </a:lnTo>
                <a:lnTo>
                  <a:pt x="4505490" y="3682023"/>
                </a:lnTo>
                <a:lnTo>
                  <a:pt x="4505537" y="3682265"/>
                </a:lnTo>
                <a:cubicBezTo>
                  <a:pt x="4504441" y="3684637"/>
                  <a:pt x="4502777" y="3687614"/>
                  <a:pt x="4503828" y="3694683"/>
                </a:cubicBezTo>
                <a:cubicBezTo>
                  <a:pt x="4488406" y="3696915"/>
                  <a:pt x="4488406" y="3696915"/>
                  <a:pt x="4488406" y="3696915"/>
                </a:cubicBezTo>
                <a:cubicBezTo>
                  <a:pt x="4488406" y="3689846"/>
                  <a:pt x="4488406" y="3687613"/>
                  <a:pt x="4483850" y="3685009"/>
                </a:cubicBezTo>
                <a:lnTo>
                  <a:pt x="4485326" y="3683382"/>
                </a:lnTo>
                <a:lnTo>
                  <a:pt x="4456671" y="3703789"/>
                </a:lnTo>
                <a:cubicBezTo>
                  <a:pt x="4411308" y="3701616"/>
                  <a:pt x="4370266" y="3703789"/>
                  <a:pt x="4331743" y="3708498"/>
                </a:cubicBezTo>
                <a:cubicBezTo>
                  <a:pt x="4292861" y="3715380"/>
                  <a:pt x="4254339" y="3722262"/>
                  <a:pt x="4220137" y="3726609"/>
                </a:cubicBezTo>
                <a:cubicBezTo>
                  <a:pt x="4147413" y="3735664"/>
                  <a:pt x="4079369" y="3738200"/>
                  <a:pt x="4015645" y="3694734"/>
                </a:cubicBezTo>
                <a:cubicBezTo>
                  <a:pt x="3990444" y="3705962"/>
                  <a:pt x="3972083" y="3692198"/>
                  <a:pt x="3942561" y="3703789"/>
                </a:cubicBezTo>
                <a:cubicBezTo>
                  <a:pt x="3938241" y="3701616"/>
                  <a:pt x="3935721" y="3699080"/>
                  <a:pt x="3935721" y="3692198"/>
                </a:cubicBezTo>
                <a:cubicBezTo>
                  <a:pt x="3931400" y="3685316"/>
                  <a:pt x="3940401" y="3667205"/>
                  <a:pt x="3947241" y="3655614"/>
                </a:cubicBezTo>
                <a:cubicBezTo>
                  <a:pt x="3969922" y="3678434"/>
                  <a:pt x="3972083" y="3641850"/>
                  <a:pt x="3983603" y="3671552"/>
                </a:cubicBezTo>
                <a:cubicBezTo>
                  <a:pt x="4022755" y="3657969"/>
                  <a:pt x="4064540" y="3671280"/>
                  <a:pt x="4105160" y="3675882"/>
                </a:cubicBezTo>
                <a:lnTo>
                  <a:pt x="4119537" y="3676018"/>
                </a:lnTo>
                <a:lnTo>
                  <a:pt x="4119505" y="3674963"/>
                </a:lnTo>
                <a:cubicBezTo>
                  <a:pt x="4124790" y="3668448"/>
                  <a:pt x="4144500" y="3673740"/>
                  <a:pt x="4156463" y="3670300"/>
                </a:cubicBezTo>
                <a:lnTo>
                  <a:pt x="4155331" y="3673285"/>
                </a:lnTo>
                <a:lnTo>
                  <a:pt x="4180670" y="3665802"/>
                </a:lnTo>
                <a:cubicBezTo>
                  <a:pt x="4192865" y="3660957"/>
                  <a:pt x="4205376" y="3655795"/>
                  <a:pt x="4217977" y="3653441"/>
                </a:cubicBezTo>
                <a:cubicBezTo>
                  <a:pt x="4243538" y="3648279"/>
                  <a:pt x="4269550" y="3644838"/>
                  <a:pt x="4295787" y="3642438"/>
                </a:cubicBezTo>
                <a:lnTo>
                  <a:pt x="4308531" y="3641673"/>
                </a:lnTo>
                <a:lnTo>
                  <a:pt x="4308821" y="3641596"/>
                </a:lnTo>
                <a:cubicBezTo>
                  <a:pt x="4331709" y="3638464"/>
                  <a:pt x="4353581" y="3642329"/>
                  <a:pt x="4379313" y="3632200"/>
                </a:cubicBezTo>
                <a:lnTo>
                  <a:pt x="4380579" y="3637431"/>
                </a:lnTo>
                <a:lnTo>
                  <a:pt x="4531915" y="3630621"/>
                </a:lnTo>
                <a:cubicBezTo>
                  <a:pt x="4576198" y="3627090"/>
                  <a:pt x="4621898" y="3617242"/>
                  <a:pt x="4663092" y="3617429"/>
                </a:cubicBezTo>
                <a:close/>
                <a:moveTo>
                  <a:pt x="3690114" y="3612038"/>
                </a:moveTo>
                <a:lnTo>
                  <a:pt x="3689292" y="3613917"/>
                </a:lnTo>
                <a:cubicBezTo>
                  <a:pt x="3691452" y="3613917"/>
                  <a:pt x="3693612" y="3618237"/>
                  <a:pt x="3691452" y="3625077"/>
                </a:cubicBezTo>
                <a:lnTo>
                  <a:pt x="3703586" y="3616529"/>
                </a:lnTo>
                <a:close/>
                <a:moveTo>
                  <a:pt x="4858141" y="3608924"/>
                </a:moveTo>
                <a:cubicBezTo>
                  <a:pt x="4830851" y="3627412"/>
                  <a:pt x="4778785" y="3647712"/>
                  <a:pt x="4737850" y="3640825"/>
                </a:cubicBezTo>
                <a:cubicBezTo>
                  <a:pt x="4774117" y="3613637"/>
                  <a:pt x="4808229" y="3602037"/>
                  <a:pt x="4858141" y="3608924"/>
                </a:cubicBezTo>
                <a:close/>
                <a:moveTo>
                  <a:pt x="3616991" y="3602900"/>
                </a:moveTo>
                <a:lnTo>
                  <a:pt x="3606663" y="3609381"/>
                </a:lnTo>
                <a:lnTo>
                  <a:pt x="3606281" y="3614316"/>
                </a:lnTo>
                <a:cubicBezTo>
                  <a:pt x="3608644" y="3621995"/>
                  <a:pt x="3618095" y="3619497"/>
                  <a:pt x="3609724" y="3629757"/>
                </a:cubicBezTo>
                <a:cubicBezTo>
                  <a:pt x="3609724" y="3629757"/>
                  <a:pt x="3609724" y="3629757"/>
                  <a:pt x="3639247" y="3629757"/>
                </a:cubicBezTo>
                <a:cubicBezTo>
                  <a:pt x="3637086" y="3613917"/>
                  <a:pt x="3648248" y="3618237"/>
                  <a:pt x="3648248" y="3607076"/>
                </a:cubicBezTo>
                <a:cubicBezTo>
                  <a:pt x="3629886" y="3616077"/>
                  <a:pt x="3637086" y="3625077"/>
                  <a:pt x="3616564" y="3625077"/>
                </a:cubicBezTo>
                <a:cubicBezTo>
                  <a:pt x="3618185" y="3616707"/>
                  <a:pt x="3623653" y="3617044"/>
                  <a:pt x="3625374" y="3611053"/>
                </a:cubicBezTo>
                <a:lnTo>
                  <a:pt x="3625546" y="3603254"/>
                </a:lnTo>
                <a:close/>
                <a:moveTo>
                  <a:pt x="3857430" y="3595556"/>
                </a:moveTo>
                <a:cubicBezTo>
                  <a:pt x="3855269" y="3604556"/>
                  <a:pt x="3853109" y="3618237"/>
                  <a:pt x="3846268" y="3620757"/>
                </a:cubicBezTo>
                <a:cubicBezTo>
                  <a:pt x="3846268" y="3613917"/>
                  <a:pt x="3846268" y="3609236"/>
                  <a:pt x="3839428" y="3609236"/>
                </a:cubicBezTo>
                <a:cubicBezTo>
                  <a:pt x="3839428" y="3609236"/>
                  <a:pt x="3839428" y="3609236"/>
                  <a:pt x="3837267" y="3625077"/>
                </a:cubicBezTo>
                <a:cubicBezTo>
                  <a:pt x="3846268" y="3622917"/>
                  <a:pt x="3851939" y="3624627"/>
                  <a:pt x="3856215" y="3627147"/>
                </a:cubicBezTo>
                <a:lnTo>
                  <a:pt x="3861385" y="3630535"/>
                </a:lnTo>
                <a:lnTo>
                  <a:pt x="3872614" y="3630666"/>
                </a:lnTo>
                <a:lnTo>
                  <a:pt x="3871111" y="3618237"/>
                </a:lnTo>
                <a:cubicBezTo>
                  <a:pt x="3880472" y="3618237"/>
                  <a:pt x="3880472" y="3627597"/>
                  <a:pt x="3887313" y="3629757"/>
                </a:cubicBezTo>
                <a:cubicBezTo>
                  <a:pt x="3891633" y="3604556"/>
                  <a:pt x="3866791" y="3607076"/>
                  <a:pt x="3857430" y="3595556"/>
                </a:cubicBezTo>
                <a:close/>
                <a:moveTo>
                  <a:pt x="3718815" y="3593396"/>
                </a:moveTo>
                <a:lnTo>
                  <a:pt x="3716294" y="3598810"/>
                </a:lnTo>
                <a:lnTo>
                  <a:pt x="3731841" y="3601150"/>
                </a:lnTo>
                <a:lnTo>
                  <a:pt x="3729886" y="3598166"/>
                </a:lnTo>
                <a:cubicBezTo>
                  <a:pt x="3727906" y="3594476"/>
                  <a:pt x="3725656" y="3591056"/>
                  <a:pt x="3718815" y="3593396"/>
                </a:cubicBezTo>
                <a:close/>
                <a:moveTo>
                  <a:pt x="3750858" y="3584035"/>
                </a:moveTo>
                <a:cubicBezTo>
                  <a:pt x="3747438" y="3585295"/>
                  <a:pt x="3746808" y="3590426"/>
                  <a:pt x="3745908" y="3595241"/>
                </a:cubicBezTo>
                <a:lnTo>
                  <a:pt x="3740789" y="3602498"/>
                </a:lnTo>
                <a:lnTo>
                  <a:pt x="3758967" y="3605235"/>
                </a:lnTo>
                <a:lnTo>
                  <a:pt x="3759859" y="3604556"/>
                </a:lnTo>
                <a:lnTo>
                  <a:pt x="3759649" y="3605337"/>
                </a:lnTo>
                <a:lnTo>
                  <a:pt x="3767275" y="3606485"/>
                </a:lnTo>
                <a:lnTo>
                  <a:pt x="3767555" y="3601811"/>
                </a:lnTo>
                <a:cubicBezTo>
                  <a:pt x="3770121" y="3597266"/>
                  <a:pt x="3773541" y="3592136"/>
                  <a:pt x="3773541" y="3584035"/>
                </a:cubicBezTo>
                <a:cubicBezTo>
                  <a:pt x="3759859" y="3579715"/>
                  <a:pt x="3759859" y="3595556"/>
                  <a:pt x="3753019" y="3600236"/>
                </a:cubicBezTo>
                <a:cubicBezTo>
                  <a:pt x="3753019" y="3593396"/>
                  <a:pt x="3755179" y="3584035"/>
                  <a:pt x="3750858" y="3584035"/>
                </a:cubicBezTo>
                <a:close/>
                <a:moveTo>
                  <a:pt x="59130" y="3581400"/>
                </a:moveTo>
                <a:cubicBezTo>
                  <a:pt x="38719" y="3599757"/>
                  <a:pt x="43374" y="3631433"/>
                  <a:pt x="11863" y="3642952"/>
                </a:cubicBezTo>
                <a:cubicBezTo>
                  <a:pt x="22963" y="3631433"/>
                  <a:pt x="31915" y="3586079"/>
                  <a:pt x="59130" y="3581400"/>
                </a:cubicBezTo>
                <a:close/>
                <a:moveTo>
                  <a:pt x="3800544" y="3579715"/>
                </a:moveTo>
                <a:cubicBezTo>
                  <a:pt x="3791543" y="3600236"/>
                  <a:pt x="3803064" y="3604556"/>
                  <a:pt x="3796223" y="3611396"/>
                </a:cubicBezTo>
                <a:cubicBezTo>
                  <a:pt x="3791723" y="3601136"/>
                  <a:pt x="3787132" y="3601136"/>
                  <a:pt x="3782272" y="3604286"/>
                </a:cubicBezTo>
                <a:lnTo>
                  <a:pt x="3777362" y="3608004"/>
                </a:lnTo>
                <a:lnTo>
                  <a:pt x="3779325" y="3608300"/>
                </a:lnTo>
                <a:cubicBezTo>
                  <a:pt x="3790573" y="3610730"/>
                  <a:pt x="3801461" y="3613654"/>
                  <a:pt x="3811382" y="3617254"/>
                </a:cubicBezTo>
                <a:lnTo>
                  <a:pt x="3811861" y="3617492"/>
                </a:lnTo>
                <a:lnTo>
                  <a:pt x="3812813" y="3614850"/>
                </a:lnTo>
                <a:cubicBezTo>
                  <a:pt x="3812695" y="3607459"/>
                  <a:pt x="3805944" y="3602396"/>
                  <a:pt x="3814585" y="3602396"/>
                </a:cubicBezTo>
                <a:cubicBezTo>
                  <a:pt x="3823586" y="3598976"/>
                  <a:pt x="3821876" y="3606356"/>
                  <a:pt x="3820166" y="3613736"/>
                </a:cubicBezTo>
                <a:lnTo>
                  <a:pt x="3819231" y="3621143"/>
                </a:lnTo>
                <a:lnTo>
                  <a:pt x="3825745" y="3624369"/>
                </a:lnTo>
                <a:lnTo>
                  <a:pt x="3825701" y="3605861"/>
                </a:lnTo>
                <a:cubicBezTo>
                  <a:pt x="3825116" y="3599606"/>
                  <a:pt x="3823406" y="3594476"/>
                  <a:pt x="3818906" y="3593396"/>
                </a:cubicBezTo>
                <a:cubicBezTo>
                  <a:pt x="3809905" y="3609236"/>
                  <a:pt x="3805224" y="3584035"/>
                  <a:pt x="3800544" y="3579715"/>
                </a:cubicBezTo>
                <a:close/>
                <a:moveTo>
                  <a:pt x="79218" y="3576637"/>
                </a:moveTo>
                <a:cubicBezTo>
                  <a:pt x="79218" y="3592512"/>
                  <a:pt x="86112" y="3596745"/>
                  <a:pt x="74863" y="3608034"/>
                </a:cubicBezTo>
                <a:cubicBezTo>
                  <a:pt x="67969" y="3605917"/>
                  <a:pt x="70146" y="3599215"/>
                  <a:pt x="74863" y="3599215"/>
                </a:cubicBezTo>
                <a:cubicBezTo>
                  <a:pt x="72323" y="3594628"/>
                  <a:pt x="72323" y="3587926"/>
                  <a:pt x="61075" y="3587926"/>
                </a:cubicBezTo>
                <a:cubicBezTo>
                  <a:pt x="63252" y="3581223"/>
                  <a:pt x="70146" y="3576637"/>
                  <a:pt x="79218" y="3576637"/>
                </a:cubicBezTo>
                <a:close/>
                <a:moveTo>
                  <a:pt x="4430970" y="3568194"/>
                </a:moveTo>
                <a:cubicBezTo>
                  <a:pt x="4417288" y="3568194"/>
                  <a:pt x="4403607" y="3566034"/>
                  <a:pt x="4401447" y="3579715"/>
                </a:cubicBezTo>
                <a:cubicBezTo>
                  <a:pt x="4412608" y="3584035"/>
                  <a:pt x="4428809" y="3586555"/>
                  <a:pt x="4430970" y="3568194"/>
                </a:cubicBezTo>
                <a:close/>
                <a:moveTo>
                  <a:pt x="4953239" y="3565966"/>
                </a:moveTo>
                <a:lnTo>
                  <a:pt x="4937473" y="3568177"/>
                </a:lnTo>
                <a:cubicBezTo>
                  <a:pt x="4927533" y="3574745"/>
                  <a:pt x="4917238" y="3579813"/>
                  <a:pt x="4906686" y="3583651"/>
                </a:cubicBezTo>
                <a:lnTo>
                  <a:pt x="4892302" y="3587255"/>
                </a:lnTo>
                <a:lnTo>
                  <a:pt x="4899824" y="3586835"/>
                </a:lnTo>
                <a:cubicBezTo>
                  <a:pt x="4914562" y="3583171"/>
                  <a:pt x="4928466" y="3575046"/>
                  <a:pt x="4941192" y="3569546"/>
                </a:cubicBezTo>
                <a:close/>
                <a:moveTo>
                  <a:pt x="4462653" y="3559194"/>
                </a:moveTo>
                <a:cubicBezTo>
                  <a:pt x="4451492" y="3559194"/>
                  <a:pt x="4446811" y="3568194"/>
                  <a:pt x="4448971" y="3581875"/>
                </a:cubicBezTo>
                <a:cubicBezTo>
                  <a:pt x="4460493" y="3581875"/>
                  <a:pt x="4465173" y="3572875"/>
                  <a:pt x="4462653" y="3559194"/>
                </a:cubicBezTo>
                <a:close/>
                <a:moveTo>
                  <a:pt x="114686" y="3547085"/>
                </a:moveTo>
                <a:cubicBezTo>
                  <a:pt x="112506" y="3558808"/>
                  <a:pt x="93973" y="3554045"/>
                  <a:pt x="87068" y="3563570"/>
                </a:cubicBezTo>
                <a:cubicBezTo>
                  <a:pt x="84888" y="3558808"/>
                  <a:pt x="103058" y="3544887"/>
                  <a:pt x="114686" y="3547085"/>
                </a:cubicBezTo>
                <a:close/>
                <a:moveTo>
                  <a:pt x="4547685" y="3537100"/>
                </a:moveTo>
                <a:lnTo>
                  <a:pt x="4544741" y="3538673"/>
                </a:lnTo>
                <a:lnTo>
                  <a:pt x="4547086" y="3544706"/>
                </a:lnTo>
                <a:lnTo>
                  <a:pt x="4547458" y="3538077"/>
                </a:lnTo>
                <a:close/>
                <a:moveTo>
                  <a:pt x="4119881" y="3529194"/>
                </a:moveTo>
                <a:cubicBezTo>
                  <a:pt x="4117355" y="3529267"/>
                  <a:pt x="4115397" y="3530123"/>
                  <a:pt x="4114857" y="3531833"/>
                </a:cubicBezTo>
                <a:cubicBezTo>
                  <a:pt x="4121337" y="3533993"/>
                  <a:pt x="4117017" y="3545513"/>
                  <a:pt x="4114857" y="3552354"/>
                </a:cubicBezTo>
                <a:cubicBezTo>
                  <a:pt x="4123857" y="3554514"/>
                  <a:pt x="4130698" y="3552354"/>
                  <a:pt x="4135019" y="3547673"/>
                </a:cubicBezTo>
                <a:cubicBezTo>
                  <a:pt x="4138439" y="3539753"/>
                  <a:pt x="4133939" y="3534083"/>
                  <a:pt x="4128313" y="3531248"/>
                </a:cubicBezTo>
                <a:cubicBezTo>
                  <a:pt x="4125501" y="3529830"/>
                  <a:pt x="4122407" y="3529121"/>
                  <a:pt x="4119881" y="3529194"/>
                </a:cubicBezTo>
                <a:close/>
                <a:moveTo>
                  <a:pt x="4652146" y="3511662"/>
                </a:moveTo>
                <a:cubicBezTo>
                  <a:pt x="4649785" y="3512750"/>
                  <a:pt x="4649241" y="3514473"/>
                  <a:pt x="4649286" y="3516513"/>
                </a:cubicBezTo>
                <a:lnTo>
                  <a:pt x="4649335" y="3516996"/>
                </a:lnTo>
                <a:lnTo>
                  <a:pt x="4655723" y="3515986"/>
                </a:lnTo>
                <a:lnTo>
                  <a:pt x="4658476" y="3516600"/>
                </a:lnTo>
                <a:close/>
                <a:moveTo>
                  <a:pt x="4169222" y="3506631"/>
                </a:moveTo>
                <a:cubicBezTo>
                  <a:pt x="4160221" y="3511312"/>
                  <a:pt x="4148700" y="3509152"/>
                  <a:pt x="4144379" y="3518152"/>
                </a:cubicBezTo>
                <a:cubicBezTo>
                  <a:pt x="4164902" y="3520312"/>
                  <a:pt x="4141859" y="3545513"/>
                  <a:pt x="4171743" y="3545513"/>
                </a:cubicBezTo>
                <a:cubicBezTo>
                  <a:pt x="4187584" y="3529673"/>
                  <a:pt x="4171743" y="3518152"/>
                  <a:pt x="4169222" y="3506631"/>
                </a:cubicBezTo>
                <a:close/>
                <a:moveTo>
                  <a:pt x="4064811" y="3502311"/>
                </a:moveTo>
                <a:cubicBezTo>
                  <a:pt x="4048609" y="3495471"/>
                  <a:pt x="4046449" y="3540833"/>
                  <a:pt x="4064811" y="3533993"/>
                </a:cubicBezTo>
                <a:cubicBezTo>
                  <a:pt x="4066971" y="3513472"/>
                  <a:pt x="4053290" y="3518152"/>
                  <a:pt x="4064811" y="3502311"/>
                </a:cubicBezTo>
                <a:close/>
                <a:moveTo>
                  <a:pt x="4005405" y="3502311"/>
                </a:moveTo>
                <a:cubicBezTo>
                  <a:pt x="3978402" y="3502311"/>
                  <a:pt x="3996404" y="3522832"/>
                  <a:pt x="3987403" y="3531833"/>
                </a:cubicBezTo>
                <a:cubicBezTo>
                  <a:pt x="3978402" y="3529673"/>
                  <a:pt x="3987403" y="3513472"/>
                  <a:pt x="3975882" y="3515992"/>
                </a:cubicBezTo>
                <a:cubicBezTo>
                  <a:pt x="3969041" y="3536513"/>
                  <a:pt x="3984883" y="3536513"/>
                  <a:pt x="3998564" y="3538673"/>
                </a:cubicBezTo>
                <a:cubicBezTo>
                  <a:pt x="4005405" y="3515992"/>
                  <a:pt x="3996404" y="3518152"/>
                  <a:pt x="4005405" y="3502311"/>
                </a:cubicBezTo>
                <a:close/>
                <a:moveTo>
                  <a:pt x="4255631" y="3500151"/>
                </a:moveTo>
                <a:cubicBezTo>
                  <a:pt x="4262472" y="3513472"/>
                  <a:pt x="4248791" y="3518152"/>
                  <a:pt x="4258151" y="3527152"/>
                </a:cubicBezTo>
                <a:cubicBezTo>
                  <a:pt x="4269313" y="3524992"/>
                  <a:pt x="4267153" y="3527152"/>
                  <a:pt x="4271833" y="3511312"/>
                </a:cubicBezTo>
                <a:cubicBezTo>
                  <a:pt x="4271833" y="3527152"/>
                  <a:pt x="4296675" y="3518152"/>
                  <a:pt x="4298836" y="3531833"/>
                </a:cubicBezTo>
                <a:cubicBezTo>
                  <a:pt x="4301356" y="3504471"/>
                  <a:pt x="4276153" y="3506631"/>
                  <a:pt x="4255631" y="3500151"/>
                </a:cubicBezTo>
                <a:close/>
                <a:moveTo>
                  <a:pt x="4319358" y="3495471"/>
                </a:moveTo>
                <a:cubicBezTo>
                  <a:pt x="4324039" y="3511312"/>
                  <a:pt x="4324039" y="3522832"/>
                  <a:pt x="4326199" y="3527152"/>
                </a:cubicBezTo>
                <a:cubicBezTo>
                  <a:pt x="4335560" y="3506631"/>
                  <a:pt x="4326199" y="3543353"/>
                  <a:pt x="4335560" y="3538673"/>
                </a:cubicBezTo>
                <a:cubicBezTo>
                  <a:pt x="4335560" y="3524992"/>
                  <a:pt x="4344561" y="3522832"/>
                  <a:pt x="4342400" y="3506631"/>
                </a:cubicBezTo>
                <a:cubicBezTo>
                  <a:pt x="4348881" y="3513472"/>
                  <a:pt x="4362563" y="3511312"/>
                  <a:pt x="4360402" y="3495471"/>
                </a:cubicBezTo>
                <a:cubicBezTo>
                  <a:pt x="4335560" y="3502311"/>
                  <a:pt x="4335560" y="3515992"/>
                  <a:pt x="4319358" y="3495471"/>
                </a:cubicBezTo>
                <a:close/>
                <a:moveTo>
                  <a:pt x="4108016" y="3493311"/>
                </a:moveTo>
                <a:cubicBezTo>
                  <a:pt x="4098655" y="3493311"/>
                  <a:pt x="4080653" y="3513472"/>
                  <a:pt x="4089654" y="3520312"/>
                </a:cubicBezTo>
                <a:cubicBezTo>
                  <a:pt x="4094334" y="3511312"/>
                  <a:pt x="4108016" y="3513472"/>
                  <a:pt x="4108016" y="3493311"/>
                </a:cubicBezTo>
                <a:close/>
                <a:moveTo>
                  <a:pt x="4226028" y="3493131"/>
                </a:moveTo>
                <a:cubicBezTo>
                  <a:pt x="4231318" y="3492415"/>
                  <a:pt x="4235722" y="3493153"/>
                  <a:pt x="4237429" y="3496017"/>
                </a:cubicBezTo>
                <a:cubicBezTo>
                  <a:pt x="4228443" y="3504966"/>
                  <a:pt x="4207955" y="3502818"/>
                  <a:pt x="4203282" y="3520717"/>
                </a:cubicBezTo>
                <a:cubicBezTo>
                  <a:pt x="4186299" y="3510514"/>
                  <a:pt x="4210156" y="3495278"/>
                  <a:pt x="4226028" y="3493131"/>
                </a:cubicBezTo>
                <a:close/>
                <a:moveTo>
                  <a:pt x="4610629" y="3490791"/>
                </a:moveTo>
                <a:cubicBezTo>
                  <a:pt x="4585786" y="3490791"/>
                  <a:pt x="4596947" y="3520312"/>
                  <a:pt x="4615309" y="3515992"/>
                </a:cubicBezTo>
                <a:cubicBezTo>
                  <a:pt x="4617469" y="3504471"/>
                  <a:pt x="4606308" y="3506631"/>
                  <a:pt x="4610629" y="3490791"/>
                </a:cubicBezTo>
                <a:close/>
                <a:moveTo>
                  <a:pt x="4558423" y="3490791"/>
                </a:moveTo>
                <a:cubicBezTo>
                  <a:pt x="4553743" y="3504471"/>
                  <a:pt x="4549062" y="3515992"/>
                  <a:pt x="4540061" y="3524992"/>
                </a:cubicBezTo>
                <a:lnTo>
                  <a:pt x="4551013" y="3522763"/>
                </a:lnTo>
                <a:lnTo>
                  <a:pt x="4553171" y="3513467"/>
                </a:lnTo>
                <a:lnTo>
                  <a:pt x="4558709" y="3511752"/>
                </a:lnTo>
                <a:lnTo>
                  <a:pt x="4556983" y="3511638"/>
                </a:lnTo>
                <a:cubicBezTo>
                  <a:pt x="4555026" y="3510951"/>
                  <a:pt x="4553743" y="3509511"/>
                  <a:pt x="4553743" y="3506631"/>
                </a:cubicBezTo>
                <a:cubicBezTo>
                  <a:pt x="4558423" y="3509152"/>
                  <a:pt x="4569944" y="3490791"/>
                  <a:pt x="4558423" y="3490791"/>
                </a:cubicBezTo>
                <a:close/>
                <a:moveTo>
                  <a:pt x="4589481" y="3487163"/>
                </a:moveTo>
                <a:lnTo>
                  <a:pt x="4583479" y="3488767"/>
                </a:lnTo>
                <a:lnTo>
                  <a:pt x="4580284" y="3488574"/>
                </a:lnTo>
                <a:lnTo>
                  <a:pt x="4580284" y="3488580"/>
                </a:lnTo>
                <a:cubicBezTo>
                  <a:pt x="4579800" y="3491736"/>
                  <a:pt x="4578765" y="3494301"/>
                  <a:pt x="4576425" y="3495471"/>
                </a:cubicBezTo>
                <a:close/>
                <a:moveTo>
                  <a:pt x="4760064" y="3484562"/>
                </a:moveTo>
                <a:cubicBezTo>
                  <a:pt x="4771522" y="3484562"/>
                  <a:pt x="4778326" y="3491474"/>
                  <a:pt x="4794081" y="3484562"/>
                </a:cubicBezTo>
                <a:cubicBezTo>
                  <a:pt x="4796230" y="3510028"/>
                  <a:pt x="4766867" y="3510028"/>
                  <a:pt x="4748963" y="3519123"/>
                </a:cubicBezTo>
                <a:cubicBezTo>
                  <a:pt x="4755767" y="3510028"/>
                  <a:pt x="4755767" y="3496203"/>
                  <a:pt x="4760064" y="3484562"/>
                </a:cubicBezTo>
                <a:close/>
                <a:moveTo>
                  <a:pt x="4126018" y="3483950"/>
                </a:moveTo>
                <a:cubicBezTo>
                  <a:pt x="4114857" y="3495471"/>
                  <a:pt x="4112336" y="3504471"/>
                  <a:pt x="4121337" y="3515992"/>
                </a:cubicBezTo>
                <a:cubicBezTo>
                  <a:pt x="4130698" y="3513472"/>
                  <a:pt x="4141859" y="3515992"/>
                  <a:pt x="4141859" y="3502311"/>
                </a:cubicBezTo>
                <a:cubicBezTo>
                  <a:pt x="4137539" y="3500151"/>
                  <a:pt x="4128178" y="3502311"/>
                  <a:pt x="4128178" y="3495471"/>
                </a:cubicBezTo>
                <a:cubicBezTo>
                  <a:pt x="4137539" y="3495471"/>
                  <a:pt x="4130698" y="3486471"/>
                  <a:pt x="4126018" y="3483950"/>
                </a:cubicBezTo>
                <a:close/>
                <a:moveTo>
                  <a:pt x="5228024" y="3477656"/>
                </a:moveTo>
                <a:cubicBezTo>
                  <a:pt x="5223295" y="3486768"/>
                  <a:pt x="5204741" y="3500086"/>
                  <a:pt x="5193463" y="3495530"/>
                </a:cubicBezTo>
                <a:cubicBezTo>
                  <a:pt x="5198192" y="3486768"/>
                  <a:pt x="5216383" y="3473450"/>
                  <a:pt x="5228024" y="3477656"/>
                </a:cubicBezTo>
                <a:close/>
                <a:moveTo>
                  <a:pt x="4467333" y="3477110"/>
                </a:moveTo>
                <a:cubicBezTo>
                  <a:pt x="4472014" y="3486471"/>
                  <a:pt x="4451492" y="3495471"/>
                  <a:pt x="4465173" y="3497631"/>
                </a:cubicBezTo>
                <a:cubicBezTo>
                  <a:pt x="4467333" y="3490791"/>
                  <a:pt x="4472014" y="3488631"/>
                  <a:pt x="4476335" y="3486471"/>
                </a:cubicBezTo>
                <a:cubicBezTo>
                  <a:pt x="4481015" y="3486471"/>
                  <a:pt x="4481015" y="3493311"/>
                  <a:pt x="4490016" y="3490791"/>
                </a:cubicBezTo>
                <a:cubicBezTo>
                  <a:pt x="4490016" y="3474950"/>
                  <a:pt x="4478855" y="3474950"/>
                  <a:pt x="4467333" y="3477110"/>
                </a:cubicBezTo>
                <a:close/>
                <a:moveTo>
                  <a:pt x="4399286" y="3474950"/>
                </a:moveTo>
                <a:cubicBezTo>
                  <a:pt x="4385605" y="3470270"/>
                  <a:pt x="4387765" y="3490791"/>
                  <a:pt x="4371923" y="3483950"/>
                </a:cubicBezTo>
                <a:cubicBezTo>
                  <a:pt x="4371923" y="3504471"/>
                  <a:pt x="4362563" y="3509152"/>
                  <a:pt x="4362563" y="3527152"/>
                </a:cubicBezTo>
                <a:cubicBezTo>
                  <a:pt x="4385605" y="3527152"/>
                  <a:pt x="4367243" y="3509152"/>
                  <a:pt x="4383085" y="3500151"/>
                </a:cubicBezTo>
                <a:cubicBezTo>
                  <a:pt x="4383085" y="3513472"/>
                  <a:pt x="4374084" y="3511312"/>
                  <a:pt x="4380925" y="3520312"/>
                </a:cubicBezTo>
                <a:cubicBezTo>
                  <a:pt x="4410447" y="3520312"/>
                  <a:pt x="4385605" y="3486471"/>
                  <a:pt x="4399286" y="3474950"/>
                </a:cubicBezTo>
                <a:close/>
                <a:moveTo>
                  <a:pt x="4164423" y="3473111"/>
                </a:moveTo>
                <a:cubicBezTo>
                  <a:pt x="4163214" y="3472430"/>
                  <a:pt x="4161931" y="3472700"/>
                  <a:pt x="4160221" y="3474950"/>
                </a:cubicBezTo>
                <a:cubicBezTo>
                  <a:pt x="4171743" y="3483950"/>
                  <a:pt x="4139699" y="3486471"/>
                  <a:pt x="4155541" y="3506631"/>
                </a:cubicBezTo>
                <a:cubicBezTo>
                  <a:pt x="4160221" y="3490791"/>
                  <a:pt x="4180743" y="3497631"/>
                  <a:pt x="4182903" y="3477110"/>
                </a:cubicBezTo>
                <a:cubicBezTo>
                  <a:pt x="4171022" y="3485751"/>
                  <a:pt x="4168052" y="3475153"/>
                  <a:pt x="4164423" y="3473111"/>
                </a:cubicBezTo>
                <a:close/>
                <a:moveTo>
                  <a:pt x="4519113" y="3469494"/>
                </a:moveTo>
                <a:lnTo>
                  <a:pt x="4519342" y="3471153"/>
                </a:lnTo>
                <a:cubicBezTo>
                  <a:pt x="4521114" y="3480013"/>
                  <a:pt x="4520709" y="3474950"/>
                  <a:pt x="4503697" y="3474950"/>
                </a:cubicBezTo>
                <a:cubicBezTo>
                  <a:pt x="4506217" y="3488631"/>
                  <a:pt x="4519539" y="3515992"/>
                  <a:pt x="4535741" y="3497631"/>
                </a:cubicBezTo>
                <a:cubicBezTo>
                  <a:pt x="4528900" y="3497631"/>
                  <a:pt x="4528900" y="3483950"/>
                  <a:pt x="4535741" y="3481790"/>
                </a:cubicBezTo>
                <a:cubicBezTo>
                  <a:pt x="4537901" y="3489711"/>
                  <a:pt x="4542942" y="3490881"/>
                  <a:pt x="4548882" y="3489216"/>
                </a:cubicBezTo>
                <a:lnTo>
                  <a:pt x="4553503" y="3486827"/>
                </a:lnTo>
                <a:lnTo>
                  <a:pt x="4536338" y="3480358"/>
                </a:lnTo>
                <a:cubicBezTo>
                  <a:pt x="4530770" y="3477331"/>
                  <a:pt x="4525439" y="3473709"/>
                  <a:pt x="4520175" y="3470154"/>
                </a:cubicBezTo>
                <a:close/>
                <a:moveTo>
                  <a:pt x="4237629" y="3468110"/>
                </a:moveTo>
                <a:cubicBezTo>
                  <a:pt x="4228629" y="3495471"/>
                  <a:pt x="4196585" y="3483950"/>
                  <a:pt x="4182903" y="3502311"/>
                </a:cubicBezTo>
                <a:cubicBezTo>
                  <a:pt x="4191905" y="3511312"/>
                  <a:pt x="4182903" y="3531833"/>
                  <a:pt x="4196585" y="3536513"/>
                </a:cubicBezTo>
                <a:cubicBezTo>
                  <a:pt x="4201265" y="3515992"/>
                  <a:pt x="4223948" y="3522832"/>
                  <a:pt x="4232949" y="3511312"/>
                </a:cubicBezTo>
                <a:cubicBezTo>
                  <a:pt x="4235469" y="3518152"/>
                  <a:pt x="4235469" y="3522832"/>
                  <a:pt x="4228629" y="3531833"/>
                </a:cubicBezTo>
                <a:cubicBezTo>
                  <a:pt x="4248791" y="3531833"/>
                  <a:pt x="4248791" y="3504471"/>
                  <a:pt x="4258151" y="3490791"/>
                </a:cubicBezTo>
                <a:cubicBezTo>
                  <a:pt x="4244470" y="3488631"/>
                  <a:pt x="4246630" y="3472790"/>
                  <a:pt x="4237629" y="3468110"/>
                </a:cubicBezTo>
                <a:close/>
                <a:moveTo>
                  <a:pt x="4448769" y="3462794"/>
                </a:moveTo>
                <a:cubicBezTo>
                  <a:pt x="4443908" y="3462642"/>
                  <a:pt x="4438440" y="3469730"/>
                  <a:pt x="4426289" y="3468110"/>
                </a:cubicBezTo>
                <a:cubicBezTo>
                  <a:pt x="4417288" y="3479630"/>
                  <a:pt x="4426289" y="3474950"/>
                  <a:pt x="4424129" y="3488631"/>
                </a:cubicBezTo>
                <a:cubicBezTo>
                  <a:pt x="4419449" y="3488631"/>
                  <a:pt x="4417288" y="3481790"/>
                  <a:pt x="4412608" y="3479630"/>
                </a:cubicBezTo>
                <a:cubicBezTo>
                  <a:pt x="4410447" y="3486471"/>
                  <a:pt x="4406127" y="3488631"/>
                  <a:pt x="4406127" y="3500151"/>
                </a:cubicBezTo>
                <a:cubicBezTo>
                  <a:pt x="4424129" y="3493311"/>
                  <a:pt x="4430970" y="3502311"/>
                  <a:pt x="4451492" y="3493311"/>
                </a:cubicBezTo>
                <a:cubicBezTo>
                  <a:pt x="4446811" y="3472790"/>
                  <a:pt x="4444651" y="3486471"/>
                  <a:pt x="4453652" y="3465950"/>
                </a:cubicBezTo>
                <a:cubicBezTo>
                  <a:pt x="4451942" y="3463700"/>
                  <a:pt x="4450389" y="3462845"/>
                  <a:pt x="4448769" y="3462794"/>
                </a:cubicBezTo>
                <a:close/>
                <a:moveTo>
                  <a:pt x="4845390" y="3459697"/>
                </a:moveTo>
                <a:cubicBezTo>
                  <a:pt x="4856861" y="3464407"/>
                  <a:pt x="4843240" y="3473467"/>
                  <a:pt x="4852201" y="3482526"/>
                </a:cubicBezTo>
                <a:cubicBezTo>
                  <a:pt x="4863672" y="3480351"/>
                  <a:pt x="4863672" y="3480351"/>
                  <a:pt x="4863672" y="3480351"/>
                </a:cubicBezTo>
                <a:cubicBezTo>
                  <a:pt x="4867974" y="3477815"/>
                  <a:pt x="4865823" y="3470930"/>
                  <a:pt x="4865823" y="3464407"/>
                </a:cubicBezTo>
                <a:cubicBezTo>
                  <a:pt x="4893067" y="3459697"/>
                  <a:pt x="4867974" y="3484700"/>
                  <a:pt x="4870483" y="3501006"/>
                </a:cubicBezTo>
                <a:cubicBezTo>
                  <a:pt x="4856861" y="3487236"/>
                  <a:pt x="4838579" y="3519124"/>
                  <a:pt x="4822807" y="3516950"/>
                </a:cubicBezTo>
                <a:cubicBezTo>
                  <a:pt x="4809185" y="3512239"/>
                  <a:pt x="4818147" y="3496295"/>
                  <a:pt x="4804525" y="3482526"/>
                </a:cubicBezTo>
                <a:cubicBezTo>
                  <a:pt x="4822807" y="3494121"/>
                  <a:pt x="4813845" y="3482526"/>
                  <a:pt x="4836429" y="3475641"/>
                </a:cubicBezTo>
                <a:cubicBezTo>
                  <a:pt x="4836429" y="3470930"/>
                  <a:pt x="4831769" y="3473467"/>
                  <a:pt x="4827467" y="3473467"/>
                </a:cubicBezTo>
                <a:cubicBezTo>
                  <a:pt x="4827467" y="3452812"/>
                  <a:pt x="4843240" y="3473467"/>
                  <a:pt x="4845390" y="3459697"/>
                </a:cubicBezTo>
                <a:close/>
                <a:moveTo>
                  <a:pt x="4473929" y="3456325"/>
                </a:moveTo>
                <a:lnTo>
                  <a:pt x="4455724" y="3458104"/>
                </a:lnTo>
                <a:lnTo>
                  <a:pt x="4453652" y="3461269"/>
                </a:lnTo>
                <a:cubicBezTo>
                  <a:pt x="4462653" y="3463789"/>
                  <a:pt x="4460493" y="3474950"/>
                  <a:pt x="4476335" y="3470270"/>
                </a:cubicBezTo>
                <a:cubicBezTo>
                  <a:pt x="4477595" y="3465770"/>
                  <a:pt x="4476515" y="3462979"/>
                  <a:pt x="4475119" y="3460189"/>
                </a:cubicBezTo>
                <a:close/>
                <a:moveTo>
                  <a:pt x="4488050" y="3454945"/>
                </a:moveTo>
                <a:lnTo>
                  <a:pt x="4481267" y="3455608"/>
                </a:lnTo>
                <a:lnTo>
                  <a:pt x="4481251" y="3456904"/>
                </a:lnTo>
                <a:cubicBezTo>
                  <a:pt x="4482320" y="3462304"/>
                  <a:pt x="4484886" y="3466940"/>
                  <a:pt x="4490016" y="3470270"/>
                </a:cubicBezTo>
                <a:lnTo>
                  <a:pt x="4490944" y="3455901"/>
                </a:lnTo>
                <a:close/>
                <a:moveTo>
                  <a:pt x="4771866" y="3451814"/>
                </a:moveTo>
                <a:cubicBezTo>
                  <a:pt x="4774006" y="3465602"/>
                  <a:pt x="4774006" y="3465602"/>
                  <a:pt x="4774006" y="3465602"/>
                </a:cubicBezTo>
                <a:cubicBezTo>
                  <a:pt x="4760450" y="3467780"/>
                  <a:pt x="4758310" y="3458708"/>
                  <a:pt x="4753672" y="3474674"/>
                </a:cubicBezTo>
                <a:cubicBezTo>
                  <a:pt x="4751532" y="3474674"/>
                  <a:pt x="4749391" y="3469957"/>
                  <a:pt x="4744753" y="3472497"/>
                </a:cubicBezTo>
                <a:cubicBezTo>
                  <a:pt x="4742613" y="3463425"/>
                  <a:pt x="4749391" y="3460885"/>
                  <a:pt x="4749391" y="3453991"/>
                </a:cubicBezTo>
                <a:cubicBezTo>
                  <a:pt x="4753672" y="3453991"/>
                  <a:pt x="4751532" y="3460885"/>
                  <a:pt x="4753672" y="3465602"/>
                </a:cubicBezTo>
                <a:cubicBezTo>
                  <a:pt x="4762947" y="3463425"/>
                  <a:pt x="4758310" y="3449637"/>
                  <a:pt x="4771866" y="3451814"/>
                </a:cubicBezTo>
                <a:close/>
                <a:moveTo>
                  <a:pt x="4422635" y="3450793"/>
                </a:moveTo>
                <a:lnTo>
                  <a:pt x="4420945" y="3451505"/>
                </a:lnTo>
                <a:lnTo>
                  <a:pt x="4421969" y="3452269"/>
                </a:lnTo>
                <a:close/>
                <a:moveTo>
                  <a:pt x="4389447" y="3450421"/>
                </a:moveTo>
                <a:lnTo>
                  <a:pt x="4394606" y="3459109"/>
                </a:lnTo>
                <a:lnTo>
                  <a:pt x="4398986" y="3457608"/>
                </a:lnTo>
                <a:close/>
                <a:moveTo>
                  <a:pt x="5193107" y="3449637"/>
                </a:moveTo>
                <a:cubicBezTo>
                  <a:pt x="5181715" y="3472111"/>
                  <a:pt x="5161780" y="3463193"/>
                  <a:pt x="5145761" y="3481030"/>
                </a:cubicBezTo>
                <a:cubicBezTo>
                  <a:pt x="5134725" y="3458555"/>
                  <a:pt x="5181715" y="3449637"/>
                  <a:pt x="5193107" y="3449637"/>
                </a:cubicBezTo>
                <a:close/>
                <a:moveTo>
                  <a:pt x="4066026" y="3449434"/>
                </a:moveTo>
                <a:cubicBezTo>
                  <a:pt x="4063461" y="3449389"/>
                  <a:pt x="4061211" y="3449929"/>
                  <a:pt x="4060131" y="3452269"/>
                </a:cubicBezTo>
                <a:cubicBezTo>
                  <a:pt x="4071652" y="3459109"/>
                  <a:pt x="4051130" y="3465950"/>
                  <a:pt x="4055450" y="3479630"/>
                </a:cubicBezTo>
                <a:cubicBezTo>
                  <a:pt x="4071652" y="3483950"/>
                  <a:pt x="4064811" y="3454429"/>
                  <a:pt x="4078493" y="3454429"/>
                </a:cubicBezTo>
                <a:cubicBezTo>
                  <a:pt x="4075973" y="3454429"/>
                  <a:pt x="4073812" y="3452269"/>
                  <a:pt x="4073812" y="3450109"/>
                </a:cubicBezTo>
                <a:cubicBezTo>
                  <a:pt x="4071472" y="3450109"/>
                  <a:pt x="4068592" y="3449479"/>
                  <a:pt x="4066026" y="3449434"/>
                </a:cubicBezTo>
                <a:close/>
                <a:moveTo>
                  <a:pt x="5292556" y="3438525"/>
                </a:moveTo>
                <a:cubicBezTo>
                  <a:pt x="5294705" y="3452349"/>
                  <a:pt x="5272146" y="3473086"/>
                  <a:pt x="5258539" y="3468357"/>
                </a:cubicBezTo>
                <a:cubicBezTo>
                  <a:pt x="5247438" y="3450166"/>
                  <a:pt x="5283604" y="3450166"/>
                  <a:pt x="5292556" y="3438525"/>
                </a:cubicBezTo>
                <a:close/>
                <a:moveTo>
                  <a:pt x="4369674" y="3438464"/>
                </a:moveTo>
                <a:lnTo>
                  <a:pt x="4363208" y="3438725"/>
                </a:lnTo>
                <a:lnTo>
                  <a:pt x="4366928" y="3438768"/>
                </a:lnTo>
                <a:cubicBezTo>
                  <a:pt x="4370033" y="3440748"/>
                  <a:pt x="4371744" y="3444168"/>
                  <a:pt x="4374084" y="3447589"/>
                </a:cubicBezTo>
                <a:lnTo>
                  <a:pt x="4375838" y="3441541"/>
                </a:lnTo>
                <a:close/>
                <a:moveTo>
                  <a:pt x="4352276" y="3436255"/>
                </a:moveTo>
                <a:lnTo>
                  <a:pt x="4351401" y="3438588"/>
                </a:lnTo>
                <a:lnTo>
                  <a:pt x="4353529" y="3438613"/>
                </a:lnTo>
                <a:close/>
                <a:moveTo>
                  <a:pt x="4988317" y="3432175"/>
                </a:moveTo>
                <a:cubicBezTo>
                  <a:pt x="4984015" y="3438965"/>
                  <a:pt x="4958922" y="3454690"/>
                  <a:pt x="4956772" y="3447900"/>
                </a:cubicBezTo>
                <a:cubicBezTo>
                  <a:pt x="4949961" y="3452546"/>
                  <a:pt x="4949961" y="3459337"/>
                  <a:pt x="4949961" y="3470416"/>
                </a:cubicBezTo>
                <a:cubicBezTo>
                  <a:pt x="4931679" y="3452546"/>
                  <a:pt x="4922717" y="3500079"/>
                  <a:pt x="4888663" y="3490787"/>
                </a:cubicBezTo>
                <a:cubicBezTo>
                  <a:pt x="4890814" y="3483997"/>
                  <a:pt x="4893323" y="3475062"/>
                  <a:pt x="4888663" y="3463983"/>
                </a:cubicBezTo>
                <a:cubicBezTo>
                  <a:pt x="4922717" y="3436821"/>
                  <a:pt x="4945301" y="3445756"/>
                  <a:pt x="4988317" y="3432175"/>
                </a:cubicBezTo>
                <a:close/>
                <a:moveTo>
                  <a:pt x="4324573" y="3423091"/>
                </a:moveTo>
                <a:cubicBezTo>
                  <a:pt x="4323431" y="3422140"/>
                  <a:pt x="4321158" y="3423108"/>
                  <a:pt x="4317198" y="3427068"/>
                </a:cubicBezTo>
                <a:cubicBezTo>
                  <a:pt x="4321878" y="3429588"/>
                  <a:pt x="4321878" y="3431748"/>
                  <a:pt x="4321878" y="3438588"/>
                </a:cubicBezTo>
                <a:cubicBezTo>
                  <a:pt x="4312517" y="3436428"/>
                  <a:pt x="4310357" y="3443268"/>
                  <a:pt x="4303516" y="3443268"/>
                </a:cubicBezTo>
                <a:cubicBezTo>
                  <a:pt x="4301356" y="3438588"/>
                  <a:pt x="4303516" y="3433908"/>
                  <a:pt x="4298836" y="3431748"/>
                </a:cubicBezTo>
                <a:cubicBezTo>
                  <a:pt x="4289835" y="3443268"/>
                  <a:pt x="4298836" y="3438588"/>
                  <a:pt x="4296675" y="3454429"/>
                </a:cubicBezTo>
                <a:cubicBezTo>
                  <a:pt x="4296675" y="3454429"/>
                  <a:pt x="4296675" y="3454429"/>
                  <a:pt x="4319358" y="3454429"/>
                </a:cubicBezTo>
                <a:cubicBezTo>
                  <a:pt x="4321248" y="3446058"/>
                  <a:pt x="4327999" y="3425942"/>
                  <a:pt x="4324573" y="3423091"/>
                </a:cubicBezTo>
                <a:close/>
                <a:moveTo>
                  <a:pt x="4185064" y="3418067"/>
                </a:moveTo>
                <a:cubicBezTo>
                  <a:pt x="4155541" y="3420227"/>
                  <a:pt x="4187584" y="3443268"/>
                  <a:pt x="4167062" y="3454429"/>
                </a:cubicBezTo>
                <a:cubicBezTo>
                  <a:pt x="4169222" y="3456949"/>
                  <a:pt x="4171743" y="3459109"/>
                  <a:pt x="4169222" y="3465950"/>
                </a:cubicBezTo>
                <a:cubicBezTo>
                  <a:pt x="4182903" y="3461269"/>
                  <a:pt x="4201265" y="3433908"/>
                  <a:pt x="4194425" y="3424908"/>
                </a:cubicBezTo>
                <a:cubicBezTo>
                  <a:pt x="4189744" y="3443268"/>
                  <a:pt x="4171743" y="3431748"/>
                  <a:pt x="4185064" y="3418067"/>
                </a:cubicBezTo>
                <a:close/>
                <a:moveTo>
                  <a:pt x="4519539" y="3415907"/>
                </a:moveTo>
                <a:lnTo>
                  <a:pt x="4518731" y="3417383"/>
                </a:lnTo>
                <a:lnTo>
                  <a:pt x="4531243" y="3416426"/>
                </a:lnTo>
                <a:cubicBezTo>
                  <a:pt x="4531243" y="3416426"/>
                  <a:pt x="4531243" y="3416426"/>
                  <a:pt x="4530973" y="3418406"/>
                </a:cubicBezTo>
                <a:lnTo>
                  <a:pt x="4529869" y="3426499"/>
                </a:lnTo>
                <a:lnTo>
                  <a:pt x="4539071" y="3428373"/>
                </a:lnTo>
                <a:cubicBezTo>
                  <a:pt x="4543571" y="3429498"/>
                  <a:pt x="4546902" y="3428328"/>
                  <a:pt x="4549062" y="3418067"/>
                </a:cubicBezTo>
                <a:cubicBezTo>
                  <a:pt x="4533221" y="3415907"/>
                  <a:pt x="4537901" y="3415907"/>
                  <a:pt x="4519539" y="3415907"/>
                </a:cubicBezTo>
                <a:close/>
                <a:moveTo>
                  <a:pt x="518836" y="3413832"/>
                </a:moveTo>
                <a:cubicBezTo>
                  <a:pt x="507315" y="3411673"/>
                  <a:pt x="502635" y="3416352"/>
                  <a:pt x="493634" y="3420671"/>
                </a:cubicBezTo>
                <a:cubicBezTo>
                  <a:pt x="502635" y="3420671"/>
                  <a:pt x="500474" y="3427510"/>
                  <a:pt x="511996" y="3425351"/>
                </a:cubicBezTo>
                <a:cubicBezTo>
                  <a:pt x="514156" y="3420671"/>
                  <a:pt x="518836" y="3420671"/>
                  <a:pt x="518836" y="3413832"/>
                </a:cubicBezTo>
                <a:close/>
                <a:moveTo>
                  <a:pt x="5203774" y="3413125"/>
                </a:moveTo>
                <a:cubicBezTo>
                  <a:pt x="5210567" y="3433661"/>
                  <a:pt x="5210567" y="3433661"/>
                  <a:pt x="5210567" y="3433661"/>
                </a:cubicBezTo>
                <a:cubicBezTo>
                  <a:pt x="5170165" y="3438345"/>
                  <a:pt x="5170165" y="3458881"/>
                  <a:pt x="5131550" y="3463564"/>
                </a:cubicBezTo>
                <a:cubicBezTo>
                  <a:pt x="5142991" y="3426816"/>
                  <a:pt x="5185897" y="3445190"/>
                  <a:pt x="5203774" y="3413125"/>
                </a:cubicBezTo>
                <a:close/>
                <a:moveTo>
                  <a:pt x="5395854" y="3409228"/>
                </a:moveTo>
                <a:cubicBezTo>
                  <a:pt x="5402655" y="3420093"/>
                  <a:pt x="5384757" y="3426752"/>
                  <a:pt x="5371154" y="3433411"/>
                </a:cubicBezTo>
                <a:cubicBezTo>
                  <a:pt x="5366500" y="3420093"/>
                  <a:pt x="5386904" y="3406775"/>
                  <a:pt x="5395854" y="3409228"/>
                </a:cubicBezTo>
                <a:close/>
                <a:moveTo>
                  <a:pt x="5344314" y="3408962"/>
                </a:moveTo>
                <a:cubicBezTo>
                  <a:pt x="5347913" y="3410614"/>
                  <a:pt x="5350802" y="3414907"/>
                  <a:pt x="5351860" y="3422910"/>
                </a:cubicBezTo>
                <a:cubicBezTo>
                  <a:pt x="5343041" y="3427226"/>
                  <a:pt x="5331752" y="3431901"/>
                  <a:pt x="5322932" y="3436577"/>
                </a:cubicBezTo>
                <a:cubicBezTo>
                  <a:pt x="5316318" y="3422820"/>
                  <a:pt x="5333516" y="3404005"/>
                  <a:pt x="5344314" y="3408962"/>
                </a:cubicBezTo>
                <a:close/>
                <a:moveTo>
                  <a:pt x="4861312" y="3406775"/>
                </a:moveTo>
                <a:cubicBezTo>
                  <a:pt x="4861312" y="3427056"/>
                  <a:pt x="4850064" y="3420296"/>
                  <a:pt x="4836275" y="3422786"/>
                </a:cubicBezTo>
                <a:cubicBezTo>
                  <a:pt x="4840629" y="3416026"/>
                  <a:pt x="4850064" y="3409265"/>
                  <a:pt x="4861312" y="3406775"/>
                </a:cubicBezTo>
                <a:close/>
                <a:moveTo>
                  <a:pt x="4483175" y="3402227"/>
                </a:moveTo>
                <a:cubicBezTo>
                  <a:pt x="4484885" y="3407357"/>
                  <a:pt x="4484885" y="3413342"/>
                  <a:pt x="4484244" y="3419643"/>
                </a:cubicBezTo>
                <a:lnTo>
                  <a:pt x="4484233" y="3419718"/>
                </a:lnTo>
                <a:lnTo>
                  <a:pt x="4485344" y="3419936"/>
                </a:lnTo>
                <a:lnTo>
                  <a:pt x="4503021" y="3418584"/>
                </a:lnTo>
                <a:lnTo>
                  <a:pt x="4506217" y="3415907"/>
                </a:lnTo>
                <a:cubicBezTo>
                  <a:pt x="4499377" y="3415907"/>
                  <a:pt x="4501537" y="3411227"/>
                  <a:pt x="4506217" y="3406547"/>
                </a:cubicBezTo>
                <a:cubicBezTo>
                  <a:pt x="4496857" y="3404387"/>
                  <a:pt x="4494696" y="3411227"/>
                  <a:pt x="4487855" y="3411227"/>
                </a:cubicBezTo>
                <a:cubicBezTo>
                  <a:pt x="4485695" y="3409067"/>
                  <a:pt x="4487855" y="3402227"/>
                  <a:pt x="4483175" y="3402227"/>
                </a:cubicBezTo>
                <a:close/>
                <a:moveTo>
                  <a:pt x="5456641" y="3390900"/>
                </a:moveTo>
                <a:cubicBezTo>
                  <a:pt x="5467742" y="3409243"/>
                  <a:pt x="5467742" y="3409243"/>
                  <a:pt x="5467742" y="3409243"/>
                </a:cubicBezTo>
                <a:cubicBezTo>
                  <a:pt x="5445183" y="3416076"/>
                  <a:pt x="5434082" y="3436577"/>
                  <a:pt x="5422623" y="3434059"/>
                </a:cubicBezTo>
                <a:cubicBezTo>
                  <a:pt x="5420475" y="3418234"/>
                  <a:pt x="5440886" y="3404567"/>
                  <a:pt x="5456641" y="3390900"/>
                </a:cubicBezTo>
                <a:close/>
                <a:moveTo>
                  <a:pt x="5155701" y="3387620"/>
                </a:moveTo>
                <a:cubicBezTo>
                  <a:pt x="5160139" y="3386402"/>
                  <a:pt x="5164037" y="3386402"/>
                  <a:pt x="5166799" y="3388078"/>
                </a:cubicBezTo>
                <a:cubicBezTo>
                  <a:pt x="5169294" y="3408186"/>
                  <a:pt x="5135438" y="3408186"/>
                  <a:pt x="5117263" y="3419122"/>
                </a:cubicBezTo>
                <a:cubicBezTo>
                  <a:pt x="5124213" y="3405893"/>
                  <a:pt x="5142387" y="3391275"/>
                  <a:pt x="5155701" y="3387620"/>
                </a:cubicBezTo>
                <a:close/>
                <a:moveTo>
                  <a:pt x="4553743" y="3386386"/>
                </a:moveTo>
                <a:cubicBezTo>
                  <a:pt x="4551582" y="3406547"/>
                  <a:pt x="4567424" y="3422748"/>
                  <a:pt x="4576425" y="3411227"/>
                </a:cubicBezTo>
                <a:cubicBezTo>
                  <a:pt x="4572105" y="3397546"/>
                  <a:pt x="4565264" y="3390706"/>
                  <a:pt x="4553743" y="3386386"/>
                </a:cubicBezTo>
                <a:close/>
                <a:moveTo>
                  <a:pt x="4836335" y="3386137"/>
                </a:moveTo>
                <a:cubicBezTo>
                  <a:pt x="4840676" y="3404078"/>
                  <a:pt x="4779169" y="3438166"/>
                  <a:pt x="4763250" y="3404078"/>
                </a:cubicBezTo>
                <a:cubicBezTo>
                  <a:pt x="4770124" y="3386137"/>
                  <a:pt x="4783511" y="3422378"/>
                  <a:pt x="4781340" y="3397260"/>
                </a:cubicBezTo>
                <a:cubicBezTo>
                  <a:pt x="4788215" y="3401925"/>
                  <a:pt x="4806667" y="3395107"/>
                  <a:pt x="4795089" y="3410895"/>
                </a:cubicBezTo>
                <a:cubicBezTo>
                  <a:pt x="4813541" y="3399772"/>
                  <a:pt x="4822586" y="3390443"/>
                  <a:pt x="4836335" y="3386137"/>
                </a:cubicBezTo>
                <a:close/>
                <a:moveTo>
                  <a:pt x="5475584" y="3385887"/>
                </a:moveTo>
                <a:lnTo>
                  <a:pt x="5476023" y="3385908"/>
                </a:lnTo>
                <a:lnTo>
                  <a:pt x="5473407" y="3394764"/>
                </a:lnTo>
                <a:cubicBezTo>
                  <a:pt x="5471230" y="3390148"/>
                  <a:pt x="5471230" y="3388017"/>
                  <a:pt x="5475584" y="3385887"/>
                </a:cubicBezTo>
                <a:close/>
                <a:moveTo>
                  <a:pt x="5089913" y="3357562"/>
                </a:moveTo>
                <a:cubicBezTo>
                  <a:pt x="5089913" y="3380196"/>
                  <a:pt x="5067091" y="3391334"/>
                  <a:pt x="5060208" y="3409657"/>
                </a:cubicBezTo>
                <a:cubicBezTo>
                  <a:pt x="5030504" y="3411813"/>
                  <a:pt x="5009856" y="3425465"/>
                  <a:pt x="4984861" y="3411813"/>
                </a:cubicBezTo>
                <a:cubicBezTo>
                  <a:pt x="4982325" y="3398160"/>
                  <a:pt x="4982325" y="3398160"/>
                  <a:pt x="4982325" y="3398160"/>
                </a:cubicBezTo>
                <a:cubicBezTo>
                  <a:pt x="5016739" y="3373370"/>
                  <a:pt x="5058035" y="3382352"/>
                  <a:pt x="5089913" y="3357562"/>
                </a:cubicBezTo>
                <a:close/>
                <a:moveTo>
                  <a:pt x="5320102" y="3352800"/>
                </a:moveTo>
                <a:cubicBezTo>
                  <a:pt x="5297389" y="3398068"/>
                  <a:pt x="5265302" y="3391242"/>
                  <a:pt x="5228888" y="3420702"/>
                </a:cubicBezTo>
                <a:cubicBezTo>
                  <a:pt x="5222038" y="3404894"/>
                  <a:pt x="5222038" y="3404894"/>
                  <a:pt x="5222038" y="3404894"/>
                </a:cubicBezTo>
                <a:cubicBezTo>
                  <a:pt x="5265302" y="3386931"/>
                  <a:pt x="5292702" y="3361782"/>
                  <a:pt x="5320102" y="3352800"/>
                </a:cubicBezTo>
                <a:close/>
                <a:moveTo>
                  <a:pt x="4166262" y="3350709"/>
                </a:moveTo>
                <a:lnTo>
                  <a:pt x="4156354" y="3351203"/>
                </a:lnTo>
                <a:lnTo>
                  <a:pt x="4148557" y="3357644"/>
                </a:lnTo>
                <a:cubicBezTo>
                  <a:pt x="4145012" y="3358768"/>
                  <a:pt x="4140974" y="3358746"/>
                  <a:pt x="4137688" y="3357295"/>
                </a:cubicBezTo>
                <a:lnTo>
                  <a:pt x="4134132" y="3352311"/>
                </a:lnTo>
                <a:lnTo>
                  <a:pt x="4111866" y="3353420"/>
                </a:lnTo>
                <a:lnTo>
                  <a:pt x="4110311" y="3357157"/>
                </a:lnTo>
                <a:cubicBezTo>
                  <a:pt x="4108376" y="3362602"/>
                  <a:pt x="4106215" y="3369105"/>
                  <a:pt x="4103335" y="3377025"/>
                </a:cubicBezTo>
                <a:cubicBezTo>
                  <a:pt x="4123857" y="3370185"/>
                  <a:pt x="4117017" y="3368025"/>
                  <a:pt x="4130698" y="3379545"/>
                </a:cubicBezTo>
                <a:cubicBezTo>
                  <a:pt x="4135019" y="3379545"/>
                  <a:pt x="4135019" y="3370185"/>
                  <a:pt x="4137539" y="3363705"/>
                </a:cubicBezTo>
                <a:cubicBezTo>
                  <a:pt x="4143209" y="3367665"/>
                  <a:pt x="4148880" y="3369645"/>
                  <a:pt x="4154730" y="3370281"/>
                </a:cubicBezTo>
                <a:lnTo>
                  <a:pt x="4172256" y="3368851"/>
                </a:lnTo>
                <a:lnTo>
                  <a:pt x="4171616" y="3364317"/>
                </a:lnTo>
                <a:lnTo>
                  <a:pt x="4170174" y="3354931"/>
                </a:lnTo>
                <a:lnTo>
                  <a:pt x="4165217" y="3354532"/>
                </a:lnTo>
                <a:close/>
                <a:moveTo>
                  <a:pt x="5542350" y="3350022"/>
                </a:moveTo>
                <a:cubicBezTo>
                  <a:pt x="5528471" y="3360142"/>
                  <a:pt x="5513367" y="3381448"/>
                  <a:pt x="5495048" y="3386824"/>
                </a:cubicBezTo>
                <a:lnTo>
                  <a:pt x="5476023" y="3385908"/>
                </a:lnTo>
                <a:lnTo>
                  <a:pt x="5477699" y="3380233"/>
                </a:lnTo>
                <a:cubicBezTo>
                  <a:pt x="5490167" y="3363871"/>
                  <a:pt x="5523300" y="3344962"/>
                  <a:pt x="5542350" y="3350022"/>
                </a:cubicBezTo>
                <a:close/>
                <a:moveTo>
                  <a:pt x="5220150" y="3349625"/>
                </a:moveTo>
                <a:cubicBezTo>
                  <a:pt x="5222307" y="3349625"/>
                  <a:pt x="5224464" y="3353920"/>
                  <a:pt x="5229136" y="3351773"/>
                </a:cubicBezTo>
                <a:cubicBezTo>
                  <a:pt x="5231293" y="3356426"/>
                  <a:pt x="5233809" y="3353920"/>
                  <a:pt x="5235966" y="3353920"/>
                </a:cubicBezTo>
                <a:cubicBezTo>
                  <a:pt x="5226980" y="3365375"/>
                  <a:pt x="5203976" y="3385779"/>
                  <a:pt x="5186004" y="3381125"/>
                </a:cubicBezTo>
                <a:cubicBezTo>
                  <a:pt x="5179175" y="3358574"/>
                  <a:pt x="5226980" y="3378978"/>
                  <a:pt x="5220150" y="3349625"/>
                </a:cubicBezTo>
                <a:close/>
                <a:moveTo>
                  <a:pt x="486793" y="3347962"/>
                </a:moveTo>
                <a:cubicBezTo>
                  <a:pt x="482472" y="3350482"/>
                  <a:pt x="482472" y="3359480"/>
                  <a:pt x="475632" y="3361640"/>
                </a:cubicBezTo>
                <a:cubicBezTo>
                  <a:pt x="493634" y="3361640"/>
                  <a:pt x="484633" y="3377478"/>
                  <a:pt x="486793" y="3386836"/>
                </a:cubicBezTo>
                <a:cubicBezTo>
                  <a:pt x="511996" y="3397995"/>
                  <a:pt x="511996" y="3400514"/>
                  <a:pt x="546199" y="3402674"/>
                </a:cubicBezTo>
                <a:cubicBezTo>
                  <a:pt x="553040" y="3395835"/>
                  <a:pt x="562041" y="3393675"/>
                  <a:pt x="562041" y="3382157"/>
                </a:cubicBezTo>
                <a:cubicBezTo>
                  <a:pt x="548359" y="3366319"/>
                  <a:pt x="536838" y="3375318"/>
                  <a:pt x="507315" y="3370639"/>
                </a:cubicBezTo>
                <a:cubicBezTo>
                  <a:pt x="500474" y="3361640"/>
                  <a:pt x="507315" y="3347962"/>
                  <a:pt x="486793" y="3347962"/>
                </a:cubicBezTo>
                <a:close/>
                <a:moveTo>
                  <a:pt x="4034470" y="3347780"/>
                </a:moveTo>
                <a:lnTo>
                  <a:pt x="4034073" y="3349889"/>
                </a:lnTo>
                <a:cubicBezTo>
                  <a:pt x="4033218" y="3354434"/>
                  <a:pt x="4031508" y="3363525"/>
                  <a:pt x="4028087" y="3381706"/>
                </a:cubicBezTo>
                <a:cubicBezTo>
                  <a:pt x="4028087" y="3390706"/>
                  <a:pt x="4044289" y="3377025"/>
                  <a:pt x="4055450" y="3383866"/>
                </a:cubicBezTo>
                <a:cubicBezTo>
                  <a:pt x="4057971" y="3365865"/>
                  <a:pt x="4048609" y="3356864"/>
                  <a:pt x="4069132" y="3356864"/>
                </a:cubicBezTo>
                <a:cubicBezTo>
                  <a:pt x="4064811" y="3370185"/>
                  <a:pt x="4057971" y="3372705"/>
                  <a:pt x="4069132" y="3379545"/>
                </a:cubicBezTo>
                <a:cubicBezTo>
                  <a:pt x="4080653" y="3374865"/>
                  <a:pt x="4091814" y="3365865"/>
                  <a:pt x="4103335" y="3361185"/>
                </a:cubicBezTo>
                <a:cubicBezTo>
                  <a:pt x="4101085" y="3360645"/>
                  <a:pt x="4098677" y="3358664"/>
                  <a:pt x="4096686" y="3356105"/>
                </a:cubicBezTo>
                <a:lnTo>
                  <a:pt x="4095682" y="3354037"/>
                </a:lnTo>
                <a:close/>
                <a:moveTo>
                  <a:pt x="3947979" y="3339194"/>
                </a:moveTo>
                <a:lnTo>
                  <a:pt x="3953200" y="3370185"/>
                </a:lnTo>
                <a:cubicBezTo>
                  <a:pt x="3962201" y="3368025"/>
                  <a:pt x="3964361" y="3354344"/>
                  <a:pt x="3971202" y="3365865"/>
                </a:cubicBezTo>
                <a:cubicBezTo>
                  <a:pt x="3969041" y="3374865"/>
                  <a:pt x="3964361" y="3377025"/>
                  <a:pt x="3962201" y="3386386"/>
                </a:cubicBezTo>
                <a:cubicBezTo>
                  <a:pt x="3984883" y="3390706"/>
                  <a:pt x="3964361" y="3354344"/>
                  <a:pt x="3994244" y="3361185"/>
                </a:cubicBezTo>
                <a:cubicBezTo>
                  <a:pt x="3989563" y="3372705"/>
                  <a:pt x="3980563" y="3377025"/>
                  <a:pt x="3978402" y="3393226"/>
                </a:cubicBezTo>
                <a:cubicBezTo>
                  <a:pt x="4002165" y="3375945"/>
                  <a:pt x="4008106" y="3365347"/>
                  <a:pt x="4020071" y="3355357"/>
                </a:cubicBezTo>
                <a:lnTo>
                  <a:pt x="4031729" y="3347500"/>
                </a:lnTo>
                <a:lnTo>
                  <a:pt x="4030294" y="3347353"/>
                </a:lnTo>
                <a:lnTo>
                  <a:pt x="3998480" y="3343334"/>
                </a:lnTo>
                <a:lnTo>
                  <a:pt x="3997101" y="3344505"/>
                </a:lnTo>
                <a:lnTo>
                  <a:pt x="3996352" y="3343065"/>
                </a:lnTo>
                <a:lnTo>
                  <a:pt x="3966224" y="3339259"/>
                </a:lnTo>
                <a:close/>
                <a:moveTo>
                  <a:pt x="3926085" y="3339117"/>
                </a:moveTo>
                <a:lnTo>
                  <a:pt x="3927277" y="3352454"/>
                </a:lnTo>
                <a:cubicBezTo>
                  <a:pt x="3928718" y="3357314"/>
                  <a:pt x="3931598" y="3361364"/>
                  <a:pt x="3937358" y="3363705"/>
                </a:cubicBezTo>
                <a:cubicBezTo>
                  <a:pt x="3937358" y="3363705"/>
                  <a:pt x="3937358" y="3363705"/>
                  <a:pt x="3941678" y="3340664"/>
                </a:cubicBezTo>
                <a:lnTo>
                  <a:pt x="3936137" y="3339152"/>
                </a:lnTo>
                <a:close/>
                <a:moveTo>
                  <a:pt x="3916700" y="3339083"/>
                </a:moveTo>
                <a:lnTo>
                  <a:pt x="3913776" y="3351554"/>
                </a:lnTo>
                <a:cubicBezTo>
                  <a:pt x="3912336" y="3354974"/>
                  <a:pt x="3909995" y="3356684"/>
                  <a:pt x="3905315" y="3354344"/>
                </a:cubicBezTo>
                <a:cubicBezTo>
                  <a:pt x="3905315" y="3350024"/>
                  <a:pt x="3909995" y="3347504"/>
                  <a:pt x="3909995" y="3345344"/>
                </a:cubicBezTo>
                <a:cubicBezTo>
                  <a:pt x="3905675" y="3347099"/>
                  <a:pt x="3902671" y="3344956"/>
                  <a:pt x="3900243" y="3342445"/>
                </a:cubicBezTo>
                <a:lnTo>
                  <a:pt x="3896854" y="3339701"/>
                </a:lnTo>
                <a:lnTo>
                  <a:pt x="3891531" y="3340497"/>
                </a:lnTo>
                <a:lnTo>
                  <a:pt x="3889473" y="3343184"/>
                </a:lnTo>
                <a:cubicBezTo>
                  <a:pt x="3894153" y="3343184"/>
                  <a:pt x="3894153" y="3352184"/>
                  <a:pt x="3891633" y="3359024"/>
                </a:cubicBezTo>
                <a:cubicBezTo>
                  <a:pt x="3903154" y="3359024"/>
                  <a:pt x="3916836" y="3359024"/>
                  <a:pt x="3918996" y="3365865"/>
                </a:cubicBezTo>
                <a:cubicBezTo>
                  <a:pt x="3924757" y="3361364"/>
                  <a:pt x="3924757" y="3356774"/>
                  <a:pt x="3923047" y="3352184"/>
                </a:cubicBezTo>
                <a:lnTo>
                  <a:pt x="3917100" y="3339085"/>
                </a:lnTo>
                <a:close/>
                <a:moveTo>
                  <a:pt x="5460913" y="3328987"/>
                </a:moveTo>
                <a:cubicBezTo>
                  <a:pt x="5456249" y="3347118"/>
                  <a:pt x="5472037" y="3344942"/>
                  <a:pt x="5478854" y="3360898"/>
                </a:cubicBezTo>
                <a:cubicBezTo>
                  <a:pt x="5472037" y="3367788"/>
                  <a:pt x="5472037" y="3376854"/>
                  <a:pt x="5460913" y="3383744"/>
                </a:cubicBezTo>
                <a:cubicBezTo>
                  <a:pt x="5449431" y="3381568"/>
                  <a:pt x="5444766" y="3365612"/>
                  <a:pt x="5435796" y="3363437"/>
                </a:cubicBezTo>
                <a:cubicBezTo>
                  <a:pt x="5406373" y="3381568"/>
                  <a:pt x="5404220" y="3400062"/>
                  <a:pt x="5374438" y="3390634"/>
                </a:cubicBezTo>
                <a:cubicBezTo>
                  <a:pt x="5404220" y="3360898"/>
                  <a:pt x="5428978" y="3358722"/>
                  <a:pt x="5460913" y="3328987"/>
                </a:cubicBezTo>
                <a:close/>
                <a:moveTo>
                  <a:pt x="4539656" y="3328918"/>
                </a:moveTo>
                <a:cubicBezTo>
                  <a:pt x="4532230" y="3331753"/>
                  <a:pt x="4527640" y="3337424"/>
                  <a:pt x="4533221" y="3345344"/>
                </a:cubicBezTo>
                <a:cubicBezTo>
                  <a:pt x="4537901" y="3333823"/>
                  <a:pt x="4549062" y="3356864"/>
                  <a:pt x="4558423" y="3354344"/>
                </a:cubicBezTo>
                <a:cubicBezTo>
                  <a:pt x="4553743" y="3338504"/>
                  <a:pt x="4555903" y="3340664"/>
                  <a:pt x="4563103" y="3329503"/>
                </a:cubicBezTo>
                <a:cubicBezTo>
                  <a:pt x="4557342" y="3326083"/>
                  <a:pt x="4547081" y="3326083"/>
                  <a:pt x="4539656" y="3328918"/>
                </a:cubicBezTo>
                <a:close/>
                <a:moveTo>
                  <a:pt x="4766807" y="3327850"/>
                </a:moveTo>
                <a:cubicBezTo>
                  <a:pt x="4768867" y="3328683"/>
                  <a:pt x="4771798" y="3330348"/>
                  <a:pt x="4778759" y="3329296"/>
                </a:cubicBezTo>
                <a:cubicBezTo>
                  <a:pt x="4778759" y="3338058"/>
                  <a:pt x="4778759" y="3338058"/>
                  <a:pt x="4778759" y="3338058"/>
                </a:cubicBezTo>
                <a:cubicBezTo>
                  <a:pt x="4767036" y="3340161"/>
                  <a:pt x="4771798" y="3349274"/>
                  <a:pt x="4760075" y="3342615"/>
                </a:cubicBezTo>
                <a:cubicBezTo>
                  <a:pt x="4760075" y="3331399"/>
                  <a:pt x="4760075" y="3331399"/>
                  <a:pt x="4760075" y="3331399"/>
                </a:cubicBezTo>
                <a:cubicBezTo>
                  <a:pt x="4763556" y="3327018"/>
                  <a:pt x="4764746" y="3327018"/>
                  <a:pt x="4766807" y="3327850"/>
                </a:cubicBezTo>
                <a:close/>
                <a:moveTo>
                  <a:pt x="4637991" y="3324823"/>
                </a:moveTo>
                <a:cubicBezTo>
                  <a:pt x="4635831" y="3333823"/>
                  <a:pt x="4642672" y="3336343"/>
                  <a:pt x="4642672" y="3345344"/>
                </a:cubicBezTo>
                <a:cubicBezTo>
                  <a:pt x="4653833" y="3345344"/>
                  <a:pt x="4660674" y="3340664"/>
                  <a:pt x="4663194" y="3331663"/>
                </a:cubicBezTo>
                <a:cubicBezTo>
                  <a:pt x="4658513" y="3320143"/>
                  <a:pt x="4646992" y="3345344"/>
                  <a:pt x="4642672" y="3329503"/>
                </a:cubicBezTo>
                <a:cubicBezTo>
                  <a:pt x="4646992" y="3329503"/>
                  <a:pt x="4644832" y="3322663"/>
                  <a:pt x="4637991" y="3324823"/>
                </a:cubicBezTo>
                <a:close/>
                <a:moveTo>
                  <a:pt x="5524897" y="3324817"/>
                </a:moveTo>
                <a:cubicBezTo>
                  <a:pt x="5520311" y="3336446"/>
                  <a:pt x="5506906" y="3352436"/>
                  <a:pt x="5493500" y="3350256"/>
                </a:cubicBezTo>
                <a:cubicBezTo>
                  <a:pt x="5498086" y="3340807"/>
                  <a:pt x="5513608" y="3322637"/>
                  <a:pt x="5524897" y="3324817"/>
                </a:cubicBezTo>
                <a:close/>
                <a:moveTo>
                  <a:pt x="4484076" y="3316633"/>
                </a:moveTo>
                <a:cubicBezTo>
                  <a:pt x="4477505" y="3316363"/>
                  <a:pt x="4471834" y="3319243"/>
                  <a:pt x="4474174" y="3329503"/>
                </a:cubicBezTo>
                <a:cubicBezTo>
                  <a:pt x="4478855" y="3331663"/>
                  <a:pt x="4494696" y="3322663"/>
                  <a:pt x="4494696" y="3333823"/>
                </a:cubicBezTo>
                <a:cubicBezTo>
                  <a:pt x="4485695" y="3333823"/>
                  <a:pt x="4487855" y="3347504"/>
                  <a:pt x="4476335" y="3345344"/>
                </a:cubicBezTo>
                <a:cubicBezTo>
                  <a:pt x="4467333" y="3340664"/>
                  <a:pt x="4448971" y="3343184"/>
                  <a:pt x="4446811" y="3340664"/>
                </a:cubicBezTo>
                <a:cubicBezTo>
                  <a:pt x="4455812" y="3352184"/>
                  <a:pt x="4439971" y="3363705"/>
                  <a:pt x="4433130" y="3352184"/>
                </a:cubicBezTo>
                <a:cubicBezTo>
                  <a:pt x="4430970" y="3368025"/>
                  <a:pt x="4437810" y="3372705"/>
                  <a:pt x="4444651" y="3377025"/>
                </a:cubicBezTo>
                <a:cubicBezTo>
                  <a:pt x="4444651" y="3368025"/>
                  <a:pt x="4448971" y="3363705"/>
                  <a:pt x="4453652" y="3361185"/>
                </a:cubicBezTo>
                <a:cubicBezTo>
                  <a:pt x="4465173" y="3397546"/>
                  <a:pt x="4465173" y="3340664"/>
                  <a:pt x="4481015" y="3374865"/>
                </a:cubicBezTo>
                <a:cubicBezTo>
                  <a:pt x="4483175" y="3347504"/>
                  <a:pt x="4501537" y="3365865"/>
                  <a:pt x="4506217" y="3374865"/>
                </a:cubicBezTo>
                <a:cubicBezTo>
                  <a:pt x="4501537" y="3352184"/>
                  <a:pt x="4515219" y="3352184"/>
                  <a:pt x="4515219" y="3336343"/>
                </a:cubicBezTo>
                <a:cubicBezTo>
                  <a:pt x="4501537" y="3345344"/>
                  <a:pt x="4490016" y="3343184"/>
                  <a:pt x="4499377" y="3322663"/>
                </a:cubicBezTo>
                <a:cubicBezTo>
                  <a:pt x="4498117" y="3320323"/>
                  <a:pt x="4490646" y="3316903"/>
                  <a:pt x="4484076" y="3316633"/>
                </a:cubicBezTo>
                <a:close/>
                <a:moveTo>
                  <a:pt x="5384073" y="3312512"/>
                </a:moveTo>
                <a:cubicBezTo>
                  <a:pt x="5389999" y="3313024"/>
                  <a:pt x="5395525" y="3315229"/>
                  <a:pt x="5399479" y="3319639"/>
                </a:cubicBezTo>
                <a:cubicBezTo>
                  <a:pt x="5381147" y="3335514"/>
                  <a:pt x="5367489" y="3328811"/>
                  <a:pt x="5351674" y="3339747"/>
                </a:cubicBezTo>
                <a:cubicBezTo>
                  <a:pt x="5344935" y="3324666"/>
                  <a:pt x="5366298" y="3310974"/>
                  <a:pt x="5384073" y="3312512"/>
                </a:cubicBezTo>
                <a:close/>
                <a:moveTo>
                  <a:pt x="4774918" y="3307453"/>
                </a:moveTo>
                <a:cubicBezTo>
                  <a:pt x="4779196" y="3308227"/>
                  <a:pt x="4782784" y="3311345"/>
                  <a:pt x="4785116" y="3318164"/>
                </a:cubicBezTo>
                <a:cubicBezTo>
                  <a:pt x="4764664" y="3331803"/>
                  <a:pt x="4755693" y="3316011"/>
                  <a:pt x="4733088" y="3327137"/>
                </a:cubicBezTo>
                <a:cubicBezTo>
                  <a:pt x="4743045" y="3323907"/>
                  <a:pt x="4762085" y="3305131"/>
                  <a:pt x="4774918" y="3307453"/>
                </a:cubicBezTo>
                <a:close/>
                <a:moveTo>
                  <a:pt x="4264743" y="3304985"/>
                </a:moveTo>
                <a:lnTo>
                  <a:pt x="4259667" y="3309839"/>
                </a:lnTo>
                <a:lnTo>
                  <a:pt x="4269313" y="3311142"/>
                </a:lnTo>
                <a:lnTo>
                  <a:pt x="4263919" y="3322722"/>
                </a:lnTo>
                <a:lnTo>
                  <a:pt x="4272298" y="3323245"/>
                </a:lnTo>
                <a:lnTo>
                  <a:pt x="4272690" y="3323375"/>
                </a:lnTo>
                <a:lnTo>
                  <a:pt x="4273099" y="3321279"/>
                </a:lnTo>
                <a:cubicBezTo>
                  <a:pt x="4274196" y="3317083"/>
                  <a:pt x="4275794" y="3313392"/>
                  <a:pt x="4278674" y="3311142"/>
                </a:cubicBezTo>
                <a:cubicBezTo>
                  <a:pt x="4277413" y="3307722"/>
                  <a:pt x="4274533" y="3306552"/>
                  <a:pt x="4271113" y="3305967"/>
                </a:cubicBezTo>
                <a:close/>
                <a:moveTo>
                  <a:pt x="5497747" y="3302625"/>
                </a:moveTo>
                <a:cubicBezTo>
                  <a:pt x="5507194" y="3302608"/>
                  <a:pt x="5512649" y="3314824"/>
                  <a:pt x="5509231" y="3323415"/>
                </a:cubicBezTo>
                <a:cubicBezTo>
                  <a:pt x="5500469" y="3330217"/>
                  <a:pt x="5493809" y="3318762"/>
                  <a:pt x="5487150" y="3307307"/>
                </a:cubicBezTo>
                <a:cubicBezTo>
                  <a:pt x="5491006" y="3303995"/>
                  <a:pt x="5494598" y="3302631"/>
                  <a:pt x="5497747" y="3302625"/>
                </a:cubicBezTo>
                <a:close/>
                <a:moveTo>
                  <a:pt x="4239375" y="3300412"/>
                </a:moveTo>
                <a:cubicBezTo>
                  <a:pt x="4239375" y="3300412"/>
                  <a:pt x="4241833" y="3301085"/>
                  <a:pt x="4244905" y="3301926"/>
                </a:cubicBezTo>
                <a:lnTo>
                  <a:pt x="4246873" y="3302465"/>
                </a:lnTo>
                <a:close/>
                <a:moveTo>
                  <a:pt x="4635831" y="3288461"/>
                </a:moveTo>
                <a:cubicBezTo>
                  <a:pt x="4617469" y="3299982"/>
                  <a:pt x="4619629" y="3326983"/>
                  <a:pt x="4596947" y="3324823"/>
                </a:cubicBezTo>
                <a:cubicBezTo>
                  <a:pt x="4606308" y="3324823"/>
                  <a:pt x="4601627" y="3340664"/>
                  <a:pt x="4610629" y="3338504"/>
                </a:cubicBezTo>
                <a:cubicBezTo>
                  <a:pt x="4619629" y="3322663"/>
                  <a:pt x="4642672" y="3304302"/>
                  <a:pt x="4635831" y="3288461"/>
                </a:cubicBezTo>
                <a:close/>
                <a:moveTo>
                  <a:pt x="4459654" y="3286717"/>
                </a:moveTo>
                <a:cubicBezTo>
                  <a:pt x="4454169" y="3287899"/>
                  <a:pt x="4454102" y="3296471"/>
                  <a:pt x="4448971" y="3299982"/>
                </a:cubicBezTo>
                <a:cubicBezTo>
                  <a:pt x="4451492" y="3290621"/>
                  <a:pt x="4444651" y="3286301"/>
                  <a:pt x="4439971" y="3295301"/>
                </a:cubicBezTo>
                <a:cubicBezTo>
                  <a:pt x="4448971" y="3295301"/>
                  <a:pt x="4442491" y="3311142"/>
                  <a:pt x="4448971" y="3315822"/>
                </a:cubicBezTo>
                <a:cubicBezTo>
                  <a:pt x="4448971" y="3315822"/>
                  <a:pt x="4448971" y="3315822"/>
                  <a:pt x="4460493" y="3313302"/>
                </a:cubicBezTo>
                <a:cubicBezTo>
                  <a:pt x="4465173" y="3306462"/>
                  <a:pt x="4467333" y="3299982"/>
                  <a:pt x="4467333" y="3288461"/>
                </a:cubicBezTo>
                <a:cubicBezTo>
                  <a:pt x="4463913" y="3286751"/>
                  <a:pt x="4461483" y="3286324"/>
                  <a:pt x="4459654" y="3286717"/>
                </a:cubicBezTo>
                <a:close/>
                <a:moveTo>
                  <a:pt x="4474174" y="3286301"/>
                </a:moveTo>
                <a:cubicBezTo>
                  <a:pt x="4469494" y="3293141"/>
                  <a:pt x="4467333" y="3313302"/>
                  <a:pt x="4478855" y="3313302"/>
                </a:cubicBezTo>
                <a:cubicBezTo>
                  <a:pt x="4483355" y="3307722"/>
                  <a:pt x="4485605" y="3302682"/>
                  <a:pt x="4485020" y="3298181"/>
                </a:cubicBezTo>
                <a:lnTo>
                  <a:pt x="4477860" y="3290339"/>
                </a:lnTo>
                <a:lnTo>
                  <a:pt x="4474325" y="3290660"/>
                </a:lnTo>
                <a:lnTo>
                  <a:pt x="4476610" y="3288969"/>
                </a:lnTo>
                <a:close/>
                <a:moveTo>
                  <a:pt x="4963307" y="3284590"/>
                </a:moveTo>
                <a:cubicBezTo>
                  <a:pt x="4966456" y="3284865"/>
                  <a:pt x="4969071" y="3285483"/>
                  <a:pt x="4970253" y="3286124"/>
                </a:cubicBezTo>
                <a:cubicBezTo>
                  <a:pt x="4972436" y="3297481"/>
                  <a:pt x="4951699" y="3295283"/>
                  <a:pt x="4944787" y="3300045"/>
                </a:cubicBezTo>
                <a:cubicBezTo>
                  <a:pt x="4939603" y="3286033"/>
                  <a:pt x="4953860" y="3283766"/>
                  <a:pt x="4963307" y="3284590"/>
                </a:cubicBezTo>
                <a:close/>
                <a:moveTo>
                  <a:pt x="4523497" y="3281828"/>
                </a:moveTo>
                <a:lnTo>
                  <a:pt x="4508378" y="3295301"/>
                </a:lnTo>
                <a:cubicBezTo>
                  <a:pt x="4517379" y="3296381"/>
                  <a:pt x="4524220" y="3294671"/>
                  <a:pt x="4529665" y="3291251"/>
                </a:cubicBezTo>
                <a:lnTo>
                  <a:pt x="4535529" y="3284754"/>
                </a:lnTo>
                <a:close/>
                <a:moveTo>
                  <a:pt x="4542581" y="3276941"/>
                </a:moveTo>
                <a:lnTo>
                  <a:pt x="4538738" y="3277663"/>
                </a:lnTo>
                <a:lnTo>
                  <a:pt x="4539719" y="3280112"/>
                </a:lnTo>
                <a:close/>
                <a:moveTo>
                  <a:pt x="4506768" y="3267169"/>
                </a:moveTo>
                <a:lnTo>
                  <a:pt x="4506217" y="3270100"/>
                </a:lnTo>
                <a:lnTo>
                  <a:pt x="4510990" y="3268465"/>
                </a:lnTo>
                <a:lnTo>
                  <a:pt x="4510690" y="3267986"/>
                </a:lnTo>
                <a:close/>
                <a:moveTo>
                  <a:pt x="4598938" y="3265718"/>
                </a:moveTo>
                <a:cubicBezTo>
                  <a:pt x="4591209" y="3266208"/>
                  <a:pt x="4582366" y="3278291"/>
                  <a:pt x="4572105" y="3274780"/>
                </a:cubicBezTo>
                <a:cubicBezTo>
                  <a:pt x="4572105" y="3274780"/>
                  <a:pt x="4572105" y="3274780"/>
                  <a:pt x="4572105" y="3290621"/>
                </a:cubicBezTo>
                <a:cubicBezTo>
                  <a:pt x="4592627" y="3286301"/>
                  <a:pt x="4603788" y="3283781"/>
                  <a:pt x="4606308" y="3270100"/>
                </a:cubicBezTo>
                <a:cubicBezTo>
                  <a:pt x="4603968" y="3266680"/>
                  <a:pt x="4601515" y="3265555"/>
                  <a:pt x="4598938" y="3265718"/>
                </a:cubicBezTo>
                <a:close/>
                <a:moveTo>
                  <a:pt x="4572105" y="3258940"/>
                </a:moveTo>
                <a:lnTo>
                  <a:pt x="4571947" y="3259446"/>
                </a:lnTo>
                <a:lnTo>
                  <a:pt x="4563103" y="3261100"/>
                </a:lnTo>
                <a:cubicBezTo>
                  <a:pt x="4572105" y="3258940"/>
                  <a:pt x="4572105" y="3258940"/>
                  <a:pt x="4572105" y="3258940"/>
                </a:cubicBezTo>
                <a:close/>
                <a:moveTo>
                  <a:pt x="4388005" y="3252562"/>
                </a:moveTo>
                <a:cubicBezTo>
                  <a:pt x="4365324" y="3254722"/>
                  <a:pt x="4342644" y="3252562"/>
                  <a:pt x="4319604" y="3270563"/>
                </a:cubicBezTo>
                <a:cubicBezTo>
                  <a:pt x="4322124" y="3252562"/>
                  <a:pt x="4299084" y="3273083"/>
                  <a:pt x="4290084" y="3273083"/>
                </a:cubicBezTo>
                <a:cubicBezTo>
                  <a:pt x="4281084" y="3268403"/>
                  <a:pt x="4283244" y="3250042"/>
                  <a:pt x="4269563" y="3254722"/>
                </a:cubicBezTo>
                <a:cubicBezTo>
                  <a:pt x="4260563" y="3268403"/>
                  <a:pt x="4246883" y="3286764"/>
                  <a:pt x="4240043" y="3293605"/>
                </a:cubicBezTo>
                <a:cubicBezTo>
                  <a:pt x="4237883" y="3286764"/>
                  <a:pt x="4231043" y="3282084"/>
                  <a:pt x="4222043" y="3277404"/>
                </a:cubicBezTo>
                <a:cubicBezTo>
                  <a:pt x="4217363" y="3263723"/>
                  <a:pt x="4242563" y="3275244"/>
                  <a:pt x="4235723" y="3261563"/>
                </a:cubicBezTo>
                <a:cubicBezTo>
                  <a:pt x="4225463" y="3263183"/>
                  <a:pt x="4206090" y="3262373"/>
                  <a:pt x="4195223" y="3268549"/>
                </a:cubicBezTo>
                <a:lnTo>
                  <a:pt x="4189006" y="3276008"/>
                </a:lnTo>
                <a:lnTo>
                  <a:pt x="4189964" y="3277410"/>
                </a:lnTo>
                <a:lnTo>
                  <a:pt x="4202558" y="3277449"/>
                </a:lnTo>
                <a:cubicBezTo>
                  <a:pt x="4207103" y="3276863"/>
                  <a:pt x="4210523" y="3277403"/>
                  <a:pt x="4210523" y="3284244"/>
                </a:cubicBezTo>
                <a:lnTo>
                  <a:pt x="4198426" y="3287166"/>
                </a:lnTo>
                <a:lnTo>
                  <a:pt x="4213088" y="3302223"/>
                </a:lnTo>
                <a:lnTo>
                  <a:pt x="4214947" y="3297462"/>
                </a:lnTo>
                <a:cubicBezTo>
                  <a:pt x="4221698" y="3309342"/>
                  <a:pt x="4231081" y="3302187"/>
                  <a:pt x="4235351" y="3308346"/>
                </a:cubicBezTo>
                <a:lnTo>
                  <a:pt x="4236772" y="3315704"/>
                </a:lnTo>
                <a:lnTo>
                  <a:pt x="4237523" y="3315840"/>
                </a:lnTo>
                <a:lnTo>
                  <a:pt x="4240761" y="3317798"/>
                </a:lnTo>
                <a:lnTo>
                  <a:pt x="4252661" y="3308892"/>
                </a:lnTo>
                <a:lnTo>
                  <a:pt x="4255483" y="3309273"/>
                </a:lnTo>
                <a:lnTo>
                  <a:pt x="4249952" y="3305520"/>
                </a:lnTo>
                <a:lnTo>
                  <a:pt x="4249356" y="3303144"/>
                </a:lnTo>
                <a:lnTo>
                  <a:pt x="4248603" y="3300138"/>
                </a:lnTo>
                <a:cubicBezTo>
                  <a:pt x="4255672" y="3302273"/>
                  <a:pt x="4251207" y="3295513"/>
                  <a:pt x="4258276" y="3290887"/>
                </a:cubicBezTo>
                <a:cubicBezTo>
                  <a:pt x="4261811" y="3292132"/>
                  <a:pt x="4262369" y="3293822"/>
                  <a:pt x="4262927" y="3295779"/>
                </a:cubicBezTo>
                <a:lnTo>
                  <a:pt x="4265712" y="3299667"/>
                </a:lnTo>
                <a:lnTo>
                  <a:pt x="4276829" y="3290126"/>
                </a:lnTo>
                <a:cubicBezTo>
                  <a:pt x="4281374" y="3285581"/>
                  <a:pt x="4281914" y="3281621"/>
                  <a:pt x="4269313" y="3279461"/>
                </a:cubicBezTo>
                <a:cubicBezTo>
                  <a:pt x="4277233" y="3273701"/>
                  <a:pt x="4287494" y="3275411"/>
                  <a:pt x="4295505" y="3281666"/>
                </a:cubicBezTo>
                <a:lnTo>
                  <a:pt x="4300366" y="3287858"/>
                </a:lnTo>
                <a:lnTo>
                  <a:pt x="4309800" y="3282973"/>
                </a:lnTo>
                <a:cubicBezTo>
                  <a:pt x="4314966" y="3281862"/>
                  <a:pt x="4320131" y="3280705"/>
                  <a:pt x="4324663" y="3275012"/>
                </a:cubicBezTo>
                <a:cubicBezTo>
                  <a:pt x="4331550" y="3286398"/>
                  <a:pt x="4340613" y="3279638"/>
                  <a:pt x="4336263" y="3293159"/>
                </a:cubicBezTo>
                <a:cubicBezTo>
                  <a:pt x="4325932" y="3283018"/>
                  <a:pt x="4315601" y="3289289"/>
                  <a:pt x="4305269" y="3291107"/>
                </a:cubicBezTo>
                <a:lnTo>
                  <a:pt x="4302836" y="3291004"/>
                </a:lnTo>
                <a:lnTo>
                  <a:pt x="4305260" y="3294092"/>
                </a:lnTo>
                <a:cubicBezTo>
                  <a:pt x="4307567" y="3299127"/>
                  <a:pt x="4308737" y="3304932"/>
                  <a:pt x="4308197" y="3311142"/>
                </a:cubicBezTo>
                <a:cubicBezTo>
                  <a:pt x="4297936" y="3306642"/>
                  <a:pt x="4293886" y="3315732"/>
                  <a:pt x="4290735" y="3323968"/>
                </a:cubicBezTo>
                <a:lnTo>
                  <a:pt x="4288527" y="3328609"/>
                </a:lnTo>
                <a:lnTo>
                  <a:pt x="4308889" y="3335339"/>
                </a:lnTo>
                <a:lnTo>
                  <a:pt x="4342944" y="3355520"/>
                </a:lnTo>
                <a:lnTo>
                  <a:pt x="4351401" y="3354344"/>
                </a:lnTo>
                <a:lnTo>
                  <a:pt x="4352890" y="3361414"/>
                </a:lnTo>
                <a:lnTo>
                  <a:pt x="4365069" y="3368632"/>
                </a:lnTo>
                <a:lnTo>
                  <a:pt x="4367243" y="3368025"/>
                </a:lnTo>
                <a:cubicBezTo>
                  <a:pt x="4351401" y="3359024"/>
                  <a:pt x="4369403" y="3359024"/>
                  <a:pt x="4369403" y="3338504"/>
                </a:cubicBezTo>
                <a:cubicBezTo>
                  <a:pt x="4383085" y="3331663"/>
                  <a:pt x="4376244" y="3352184"/>
                  <a:pt x="4385605" y="3352184"/>
                </a:cubicBezTo>
                <a:cubicBezTo>
                  <a:pt x="4383085" y="3359024"/>
                  <a:pt x="4376244" y="3356864"/>
                  <a:pt x="4376244" y="3363705"/>
                </a:cubicBezTo>
                <a:cubicBezTo>
                  <a:pt x="4378764" y="3368025"/>
                  <a:pt x="4378764" y="3372705"/>
                  <a:pt x="4383085" y="3374865"/>
                </a:cubicBezTo>
                <a:cubicBezTo>
                  <a:pt x="4392445" y="3372705"/>
                  <a:pt x="4387765" y="3356864"/>
                  <a:pt x="4394606" y="3352184"/>
                </a:cubicBezTo>
                <a:cubicBezTo>
                  <a:pt x="4396766" y="3338504"/>
                  <a:pt x="4378764" y="3340664"/>
                  <a:pt x="4394606" y="3331663"/>
                </a:cubicBezTo>
                <a:cubicBezTo>
                  <a:pt x="4394606" y="3329503"/>
                  <a:pt x="4378764" y="3324823"/>
                  <a:pt x="4374084" y="3331663"/>
                </a:cubicBezTo>
                <a:cubicBezTo>
                  <a:pt x="4375164" y="3322483"/>
                  <a:pt x="4372914" y="3315642"/>
                  <a:pt x="4370933" y="3309387"/>
                </a:cubicBezTo>
                <a:lnTo>
                  <a:pt x="4370918" y="3309200"/>
                </a:lnTo>
                <a:lnTo>
                  <a:pt x="4367200" y="3311168"/>
                </a:lnTo>
                <a:cubicBezTo>
                  <a:pt x="4367200" y="3311168"/>
                  <a:pt x="4367200" y="3311168"/>
                  <a:pt x="4358438" y="3304390"/>
                </a:cubicBezTo>
                <a:cubicBezTo>
                  <a:pt x="4361767" y="3299930"/>
                  <a:pt x="4366148" y="3295471"/>
                  <a:pt x="4369434" y="3291280"/>
                </a:cubicBezTo>
                <a:lnTo>
                  <a:pt x="4369453" y="3291231"/>
                </a:lnTo>
                <a:lnTo>
                  <a:pt x="4369403" y="3290621"/>
                </a:lnTo>
                <a:lnTo>
                  <a:pt x="4369654" y="3290707"/>
                </a:lnTo>
                <a:lnTo>
                  <a:pt x="4373859" y="3279775"/>
                </a:lnTo>
                <a:cubicBezTo>
                  <a:pt x="4380518" y="3284056"/>
                  <a:pt x="4378415" y="3288693"/>
                  <a:pt x="4385075" y="3290834"/>
                </a:cubicBezTo>
                <a:lnTo>
                  <a:pt x="4377488" y="3296537"/>
                </a:lnTo>
                <a:lnTo>
                  <a:pt x="4378809" y="3300657"/>
                </a:lnTo>
                <a:cubicBezTo>
                  <a:pt x="4379665" y="3306642"/>
                  <a:pt x="4379665" y="3313482"/>
                  <a:pt x="4383085" y="3315822"/>
                </a:cubicBezTo>
                <a:cubicBezTo>
                  <a:pt x="4392445" y="3308982"/>
                  <a:pt x="4408287" y="3311142"/>
                  <a:pt x="4415128" y="3299982"/>
                </a:cubicBezTo>
                <a:cubicBezTo>
                  <a:pt x="4406127" y="3288461"/>
                  <a:pt x="4385605" y="3308982"/>
                  <a:pt x="4387765" y="3279461"/>
                </a:cubicBezTo>
                <a:cubicBezTo>
                  <a:pt x="4395686" y="3286301"/>
                  <a:pt x="4398566" y="3282881"/>
                  <a:pt x="4399151" y="3276895"/>
                </a:cubicBezTo>
                <a:lnTo>
                  <a:pt x="4398840" y="3270712"/>
                </a:lnTo>
                <a:lnTo>
                  <a:pt x="4392685" y="3277404"/>
                </a:lnTo>
                <a:cubicBezTo>
                  <a:pt x="4389265" y="3275694"/>
                  <a:pt x="4388253" y="3273714"/>
                  <a:pt x="4388410" y="3271598"/>
                </a:cubicBezTo>
                <a:lnTo>
                  <a:pt x="4390153" y="3267397"/>
                </a:lnTo>
                <a:lnTo>
                  <a:pt x="4384911" y="3275228"/>
                </a:lnTo>
                <a:cubicBezTo>
                  <a:pt x="4381468" y="3278295"/>
                  <a:pt x="4376906" y="3279960"/>
                  <a:pt x="4370109" y="3278908"/>
                </a:cubicBezTo>
                <a:lnTo>
                  <a:pt x="4371211" y="3271124"/>
                </a:lnTo>
                <a:lnTo>
                  <a:pt x="4368384" y="3273667"/>
                </a:lnTo>
                <a:cubicBezTo>
                  <a:pt x="4362467" y="3275982"/>
                  <a:pt x="4355577" y="3272542"/>
                  <a:pt x="4348483" y="3284184"/>
                </a:cubicBezTo>
                <a:cubicBezTo>
                  <a:pt x="4348483" y="3284184"/>
                  <a:pt x="4348483" y="3284184"/>
                  <a:pt x="4339388" y="3277481"/>
                </a:cubicBezTo>
                <a:cubicBezTo>
                  <a:pt x="4347392" y="3275365"/>
                  <a:pt x="4353758" y="3273160"/>
                  <a:pt x="4359261" y="3271484"/>
                </a:cubicBezTo>
                <a:lnTo>
                  <a:pt x="4371493" y="3269134"/>
                </a:lnTo>
                <a:lnTo>
                  <a:pt x="4371825" y="3266784"/>
                </a:lnTo>
                <a:cubicBezTo>
                  <a:pt x="4373340" y="3263684"/>
                  <a:pt x="4375632" y="3261516"/>
                  <a:pt x="4378203" y="3260245"/>
                </a:cubicBezTo>
                <a:lnTo>
                  <a:pt x="4391885" y="3262918"/>
                </a:lnTo>
                <a:lnTo>
                  <a:pt x="4393495" y="3258367"/>
                </a:lnTo>
                <a:cubicBezTo>
                  <a:pt x="4393383" y="3256252"/>
                  <a:pt x="4391965" y="3254272"/>
                  <a:pt x="4388005" y="3252562"/>
                </a:cubicBezTo>
                <a:close/>
                <a:moveTo>
                  <a:pt x="4522059" y="3252099"/>
                </a:moveTo>
                <a:lnTo>
                  <a:pt x="4520644" y="3252515"/>
                </a:lnTo>
                <a:lnTo>
                  <a:pt x="4516453" y="3254933"/>
                </a:lnTo>
                <a:cubicBezTo>
                  <a:pt x="4512209" y="3256893"/>
                  <a:pt x="4509350" y="3259121"/>
                  <a:pt x="4512567" y="3263575"/>
                </a:cubicBezTo>
                <a:lnTo>
                  <a:pt x="4518091" y="3264434"/>
                </a:lnTo>
                <a:close/>
                <a:moveTo>
                  <a:pt x="4778762" y="3249612"/>
                </a:moveTo>
                <a:cubicBezTo>
                  <a:pt x="4776218" y="3263257"/>
                  <a:pt x="4760228" y="3265771"/>
                  <a:pt x="4760228" y="3279416"/>
                </a:cubicBezTo>
                <a:cubicBezTo>
                  <a:pt x="4753324" y="3276902"/>
                  <a:pt x="4751143" y="3270080"/>
                  <a:pt x="4748963" y="3261102"/>
                </a:cubicBezTo>
                <a:cubicBezTo>
                  <a:pt x="4758048" y="3256434"/>
                  <a:pt x="4764952" y="3249612"/>
                  <a:pt x="4778762" y="3249612"/>
                </a:cubicBezTo>
                <a:close/>
                <a:moveTo>
                  <a:pt x="4551738" y="3249209"/>
                </a:moveTo>
                <a:lnTo>
                  <a:pt x="4552438" y="3255430"/>
                </a:lnTo>
                <a:cubicBezTo>
                  <a:pt x="4555543" y="3266230"/>
                  <a:pt x="4560584" y="3278200"/>
                  <a:pt x="4555903" y="3293141"/>
                </a:cubicBezTo>
                <a:cubicBezTo>
                  <a:pt x="4555903" y="3293141"/>
                  <a:pt x="4555903" y="3293141"/>
                  <a:pt x="4563103" y="3290621"/>
                </a:cubicBezTo>
                <a:cubicBezTo>
                  <a:pt x="4567604" y="3287201"/>
                  <a:pt x="4566974" y="3282071"/>
                  <a:pt x="4566659" y="3276401"/>
                </a:cubicBezTo>
                <a:lnTo>
                  <a:pt x="4571947" y="3259446"/>
                </a:lnTo>
                <a:lnTo>
                  <a:pt x="4595430" y="3255055"/>
                </a:lnTo>
                <a:lnTo>
                  <a:pt x="4588166" y="3250042"/>
                </a:lnTo>
                <a:cubicBezTo>
                  <a:pt x="4580246" y="3256882"/>
                  <a:pt x="4572236" y="3255802"/>
                  <a:pt x="4564226" y="3253012"/>
                </a:cubicBezTo>
                <a:close/>
                <a:moveTo>
                  <a:pt x="4410072" y="3248152"/>
                </a:moveTo>
                <a:cubicBezTo>
                  <a:pt x="4407805" y="3247387"/>
                  <a:pt x="4405105" y="3247792"/>
                  <a:pt x="4401685" y="3250042"/>
                </a:cubicBezTo>
                <a:cubicBezTo>
                  <a:pt x="4397725" y="3252922"/>
                  <a:pt x="4396308" y="3255375"/>
                  <a:pt x="4396128" y="3257608"/>
                </a:cubicBezTo>
                <a:lnTo>
                  <a:pt x="4397653" y="3262715"/>
                </a:lnTo>
                <a:lnTo>
                  <a:pt x="4396766" y="3258940"/>
                </a:lnTo>
                <a:cubicBezTo>
                  <a:pt x="4399286" y="3252099"/>
                  <a:pt x="4401447" y="3254259"/>
                  <a:pt x="4401447" y="3258940"/>
                </a:cubicBezTo>
                <a:cubicBezTo>
                  <a:pt x="4403607" y="3258940"/>
                  <a:pt x="4406127" y="3256420"/>
                  <a:pt x="4406127" y="3252099"/>
                </a:cubicBezTo>
                <a:cubicBezTo>
                  <a:pt x="4410988" y="3260470"/>
                  <a:pt x="4399444" y="3272890"/>
                  <a:pt x="4404001" y="3279489"/>
                </a:cubicBezTo>
                <a:lnTo>
                  <a:pt x="4405290" y="3279986"/>
                </a:lnTo>
                <a:lnTo>
                  <a:pt x="4409352" y="3276600"/>
                </a:lnTo>
                <a:cubicBezTo>
                  <a:pt x="4409352" y="3276600"/>
                  <a:pt x="4409352" y="3276600"/>
                  <a:pt x="4411078" y="3277432"/>
                </a:cubicBezTo>
                <a:lnTo>
                  <a:pt x="4416525" y="3280058"/>
                </a:lnTo>
                <a:lnTo>
                  <a:pt x="4422853" y="3263197"/>
                </a:lnTo>
                <a:lnTo>
                  <a:pt x="4415860" y="3253282"/>
                </a:lnTo>
                <a:cubicBezTo>
                  <a:pt x="4414173" y="3250852"/>
                  <a:pt x="4412339" y="3248917"/>
                  <a:pt x="4410072" y="3248152"/>
                </a:cubicBezTo>
                <a:close/>
                <a:moveTo>
                  <a:pt x="5340940" y="3247180"/>
                </a:moveTo>
                <a:cubicBezTo>
                  <a:pt x="5343626" y="3248074"/>
                  <a:pt x="5346719" y="3250941"/>
                  <a:pt x="5350253" y="3256676"/>
                </a:cubicBezTo>
                <a:cubicBezTo>
                  <a:pt x="5333882" y="3261409"/>
                  <a:pt x="5338347" y="3273061"/>
                  <a:pt x="5326813" y="3268327"/>
                </a:cubicBezTo>
                <a:cubicBezTo>
                  <a:pt x="5328487" y="3259589"/>
                  <a:pt x="5332882" y="3244501"/>
                  <a:pt x="5340940" y="3247180"/>
                </a:cubicBezTo>
                <a:close/>
                <a:moveTo>
                  <a:pt x="4207868" y="3241401"/>
                </a:moveTo>
                <a:cubicBezTo>
                  <a:pt x="4202423" y="3241131"/>
                  <a:pt x="4195583" y="3243381"/>
                  <a:pt x="4192163" y="3247882"/>
                </a:cubicBezTo>
                <a:cubicBezTo>
                  <a:pt x="4199003" y="3261563"/>
                  <a:pt x="4208363" y="3243201"/>
                  <a:pt x="4215203" y="3250042"/>
                </a:cubicBezTo>
                <a:cubicBezTo>
                  <a:pt x="4217363" y="3244461"/>
                  <a:pt x="4213313" y="3241671"/>
                  <a:pt x="4207868" y="3241401"/>
                </a:cubicBezTo>
                <a:close/>
                <a:moveTo>
                  <a:pt x="4178865" y="3233854"/>
                </a:moveTo>
                <a:lnTo>
                  <a:pt x="4172540" y="3233998"/>
                </a:lnTo>
                <a:lnTo>
                  <a:pt x="4173981" y="3241233"/>
                </a:lnTo>
                <a:close/>
                <a:moveTo>
                  <a:pt x="4489454" y="3227209"/>
                </a:moveTo>
                <a:lnTo>
                  <a:pt x="4487179" y="3232986"/>
                </a:lnTo>
                <a:cubicBezTo>
                  <a:pt x="4484125" y="3237239"/>
                  <a:pt x="4480615" y="3232581"/>
                  <a:pt x="4472245" y="3234201"/>
                </a:cubicBezTo>
                <a:cubicBezTo>
                  <a:pt x="4472245" y="3241041"/>
                  <a:pt x="4469725" y="3247882"/>
                  <a:pt x="4472245" y="3254722"/>
                </a:cubicBezTo>
                <a:cubicBezTo>
                  <a:pt x="4474405" y="3250042"/>
                  <a:pt x="4492765" y="3250042"/>
                  <a:pt x="4488085" y="3259403"/>
                </a:cubicBezTo>
                <a:lnTo>
                  <a:pt x="4479389" y="3258089"/>
                </a:lnTo>
                <a:lnTo>
                  <a:pt x="4487855" y="3270100"/>
                </a:lnTo>
                <a:cubicBezTo>
                  <a:pt x="4485695" y="3256420"/>
                  <a:pt x="4501537" y="3252099"/>
                  <a:pt x="4506217" y="3231578"/>
                </a:cubicBezTo>
                <a:lnTo>
                  <a:pt x="4503124" y="3230728"/>
                </a:lnTo>
                <a:lnTo>
                  <a:pt x="4500595" y="3241356"/>
                </a:lnTo>
                <a:cubicBezTo>
                  <a:pt x="4499425" y="3245001"/>
                  <a:pt x="4497085" y="3246622"/>
                  <a:pt x="4490245" y="3243201"/>
                </a:cubicBezTo>
                <a:cubicBezTo>
                  <a:pt x="4488625" y="3236451"/>
                  <a:pt x="4498548" y="3234763"/>
                  <a:pt x="4496776" y="3230544"/>
                </a:cubicBezTo>
                <a:lnTo>
                  <a:pt x="4493904" y="3228194"/>
                </a:lnTo>
                <a:lnTo>
                  <a:pt x="4490826" y="3227348"/>
                </a:lnTo>
                <a:close/>
                <a:moveTo>
                  <a:pt x="4204452" y="3227018"/>
                </a:moveTo>
                <a:lnTo>
                  <a:pt x="4189813" y="3232378"/>
                </a:lnTo>
                <a:lnTo>
                  <a:pt x="4185323" y="3236721"/>
                </a:lnTo>
                <a:cubicBezTo>
                  <a:pt x="4196843" y="3241041"/>
                  <a:pt x="4205843" y="3232041"/>
                  <a:pt x="4215203" y="3227360"/>
                </a:cubicBezTo>
                <a:close/>
                <a:moveTo>
                  <a:pt x="4547126" y="3218360"/>
                </a:moveTo>
                <a:lnTo>
                  <a:pt x="4541760" y="3219478"/>
                </a:lnTo>
                <a:lnTo>
                  <a:pt x="4540061" y="3236259"/>
                </a:lnTo>
                <a:lnTo>
                  <a:pt x="4543285" y="3235447"/>
                </a:lnTo>
                <a:lnTo>
                  <a:pt x="4544516" y="3231230"/>
                </a:lnTo>
                <a:cubicBezTo>
                  <a:pt x="4546496" y="3226370"/>
                  <a:pt x="4548206" y="3221780"/>
                  <a:pt x="4547126" y="3218360"/>
                </a:cubicBezTo>
                <a:close/>
                <a:moveTo>
                  <a:pt x="5648500" y="3213687"/>
                </a:moveTo>
                <a:cubicBezTo>
                  <a:pt x="5675705" y="3225287"/>
                  <a:pt x="5632391" y="3239062"/>
                  <a:pt x="5614493" y="3255012"/>
                </a:cubicBezTo>
                <a:cubicBezTo>
                  <a:pt x="5603038" y="3257187"/>
                  <a:pt x="5652795" y="3211512"/>
                  <a:pt x="5648500" y="3213687"/>
                </a:cubicBezTo>
                <a:close/>
                <a:moveTo>
                  <a:pt x="4595554" y="3213435"/>
                </a:moveTo>
                <a:lnTo>
                  <a:pt x="4585516" y="3217673"/>
                </a:lnTo>
                <a:lnTo>
                  <a:pt x="4584652" y="3217707"/>
                </a:lnTo>
                <a:lnTo>
                  <a:pt x="4584476" y="3218045"/>
                </a:lnTo>
                <a:cubicBezTo>
                  <a:pt x="4584746" y="3221150"/>
                  <a:pt x="4585826" y="3223940"/>
                  <a:pt x="4583486" y="3227360"/>
                </a:cubicBezTo>
                <a:cubicBezTo>
                  <a:pt x="4577906" y="3230780"/>
                  <a:pt x="4578536" y="3226820"/>
                  <a:pt x="4578266" y="3221735"/>
                </a:cubicBezTo>
                <a:lnTo>
                  <a:pt x="4577310" y="3218000"/>
                </a:lnTo>
                <a:lnTo>
                  <a:pt x="4563373" y="3218556"/>
                </a:lnTo>
                <a:lnTo>
                  <a:pt x="4560550" y="3216098"/>
                </a:lnTo>
                <a:lnTo>
                  <a:pt x="4558331" y="3223175"/>
                </a:lnTo>
                <a:lnTo>
                  <a:pt x="4557766" y="3224788"/>
                </a:lnTo>
                <a:lnTo>
                  <a:pt x="4560583" y="3224738"/>
                </a:lnTo>
                <a:lnTo>
                  <a:pt x="4550850" y="3239633"/>
                </a:lnTo>
                <a:lnTo>
                  <a:pt x="4560463" y="3241575"/>
                </a:lnTo>
                <a:cubicBezTo>
                  <a:pt x="4564777" y="3241322"/>
                  <a:pt x="4568974" y="3240119"/>
                  <a:pt x="4573091" y="3238566"/>
                </a:cubicBezTo>
                <a:lnTo>
                  <a:pt x="4578485" y="3236620"/>
                </a:lnTo>
                <a:lnTo>
                  <a:pt x="4567988" y="3234112"/>
                </a:lnTo>
                <a:cubicBezTo>
                  <a:pt x="4572717" y="3225193"/>
                  <a:pt x="4577083" y="3231971"/>
                  <a:pt x="4581812" y="3231971"/>
                </a:cubicBezTo>
                <a:cubicBezTo>
                  <a:pt x="4585268" y="3230901"/>
                  <a:pt x="4585814" y="3226977"/>
                  <a:pt x="4587224" y="3223855"/>
                </a:cubicBezTo>
                <a:lnTo>
                  <a:pt x="4597798" y="3220563"/>
                </a:lnTo>
                <a:lnTo>
                  <a:pt x="4598066" y="3216604"/>
                </a:lnTo>
                <a:close/>
                <a:moveTo>
                  <a:pt x="4718444" y="3208337"/>
                </a:moveTo>
                <a:cubicBezTo>
                  <a:pt x="4698486" y="3219561"/>
                  <a:pt x="4666769" y="3249250"/>
                  <a:pt x="4648950" y="3219561"/>
                </a:cubicBezTo>
                <a:cubicBezTo>
                  <a:pt x="4671402" y="3212681"/>
                  <a:pt x="4693854" y="3208337"/>
                  <a:pt x="4718444" y="3208337"/>
                </a:cubicBezTo>
                <a:close/>
                <a:moveTo>
                  <a:pt x="4546902" y="3204217"/>
                </a:moveTo>
                <a:lnTo>
                  <a:pt x="4546791" y="3204531"/>
                </a:lnTo>
                <a:lnTo>
                  <a:pt x="4547126" y="3204679"/>
                </a:lnTo>
                <a:lnTo>
                  <a:pt x="4547269" y="3204536"/>
                </a:lnTo>
                <a:close/>
                <a:moveTo>
                  <a:pt x="5365205" y="3203575"/>
                </a:moveTo>
                <a:cubicBezTo>
                  <a:pt x="5374083" y="3212660"/>
                  <a:pt x="5369822" y="3217384"/>
                  <a:pt x="5371952" y="3224288"/>
                </a:cubicBezTo>
                <a:cubicBezTo>
                  <a:pt x="5360944" y="3233373"/>
                  <a:pt x="5351711" y="3233373"/>
                  <a:pt x="5347450" y="3222108"/>
                </a:cubicBezTo>
                <a:cubicBezTo>
                  <a:pt x="5358458" y="3217384"/>
                  <a:pt x="5351711" y="3208299"/>
                  <a:pt x="5365205" y="3203575"/>
                </a:cubicBezTo>
                <a:close/>
                <a:moveTo>
                  <a:pt x="4913134" y="3201513"/>
                </a:moveTo>
                <a:cubicBezTo>
                  <a:pt x="4915291" y="3226496"/>
                  <a:pt x="4881144" y="3222151"/>
                  <a:pt x="4870002" y="3233375"/>
                </a:cubicBezTo>
                <a:cubicBezTo>
                  <a:pt x="4858500" y="3229030"/>
                  <a:pt x="4872158" y="3212737"/>
                  <a:pt x="4863173" y="3215272"/>
                </a:cubicBezTo>
                <a:cubicBezTo>
                  <a:pt x="4872158" y="3208392"/>
                  <a:pt x="4896959" y="3192462"/>
                  <a:pt x="4896959" y="3217444"/>
                </a:cubicBezTo>
                <a:cubicBezTo>
                  <a:pt x="4903789" y="3212737"/>
                  <a:pt x="4899475" y="3199341"/>
                  <a:pt x="4913134" y="3201513"/>
                </a:cubicBezTo>
                <a:close/>
                <a:moveTo>
                  <a:pt x="4523653" y="3199423"/>
                </a:moveTo>
                <a:lnTo>
                  <a:pt x="4520691" y="3205346"/>
                </a:lnTo>
                <a:lnTo>
                  <a:pt x="4524219" y="3199897"/>
                </a:lnTo>
                <a:close/>
                <a:moveTo>
                  <a:pt x="4835505" y="3198393"/>
                </a:moveTo>
                <a:cubicBezTo>
                  <a:pt x="4838669" y="3198359"/>
                  <a:pt x="4841096" y="3199655"/>
                  <a:pt x="4842265" y="3203111"/>
                </a:cubicBezTo>
                <a:cubicBezTo>
                  <a:pt x="4834353" y="3203111"/>
                  <a:pt x="4830936" y="3203111"/>
                  <a:pt x="4828643" y="3205112"/>
                </a:cubicBezTo>
                <a:lnTo>
                  <a:pt x="4822487" y="3217647"/>
                </a:lnTo>
                <a:lnTo>
                  <a:pt x="4827972" y="3219853"/>
                </a:lnTo>
                <a:cubicBezTo>
                  <a:pt x="4821011" y="3231226"/>
                  <a:pt x="4818446" y="3235846"/>
                  <a:pt x="4827972" y="3248996"/>
                </a:cubicBezTo>
                <a:cubicBezTo>
                  <a:pt x="4804525" y="3260369"/>
                  <a:pt x="4816248" y="3222340"/>
                  <a:pt x="4809288" y="3222340"/>
                </a:cubicBezTo>
                <a:cubicBezTo>
                  <a:pt x="4809288" y="3217720"/>
                  <a:pt x="4811486" y="3217720"/>
                  <a:pt x="4814050" y="3217720"/>
                </a:cubicBezTo>
                <a:lnTo>
                  <a:pt x="4818093" y="3217333"/>
                </a:lnTo>
                <a:lnTo>
                  <a:pt x="4815021" y="3215839"/>
                </a:lnTo>
                <a:cubicBezTo>
                  <a:pt x="4807198" y="3215344"/>
                  <a:pt x="4797757" y="3220937"/>
                  <a:pt x="4801264" y="3212206"/>
                </a:cubicBezTo>
                <a:cubicBezTo>
                  <a:pt x="4809896" y="3210569"/>
                  <a:pt x="4826013" y="3198495"/>
                  <a:pt x="4835505" y="3198393"/>
                </a:cubicBezTo>
                <a:close/>
                <a:moveTo>
                  <a:pt x="4625264" y="3182161"/>
                </a:moveTo>
                <a:lnTo>
                  <a:pt x="4619371" y="3186261"/>
                </a:lnTo>
                <a:lnTo>
                  <a:pt x="4619621" y="3186678"/>
                </a:lnTo>
                <a:cubicBezTo>
                  <a:pt x="4622186" y="3188388"/>
                  <a:pt x="4624526" y="3190098"/>
                  <a:pt x="4622366" y="3193518"/>
                </a:cubicBezTo>
                <a:cubicBezTo>
                  <a:pt x="4625786" y="3194598"/>
                  <a:pt x="4629206" y="3192888"/>
                  <a:pt x="4632627" y="3190053"/>
                </a:cubicBezTo>
                <a:lnTo>
                  <a:pt x="4639150" y="3183558"/>
                </a:lnTo>
                <a:close/>
                <a:moveTo>
                  <a:pt x="457270" y="3182026"/>
                </a:moveTo>
                <a:cubicBezTo>
                  <a:pt x="434587" y="3179866"/>
                  <a:pt x="436748" y="3211542"/>
                  <a:pt x="441428" y="3220541"/>
                </a:cubicBezTo>
                <a:cubicBezTo>
                  <a:pt x="461950" y="3220541"/>
                  <a:pt x="443588" y="3195704"/>
                  <a:pt x="457270" y="3182026"/>
                </a:cubicBezTo>
                <a:close/>
                <a:moveTo>
                  <a:pt x="4829564" y="3179666"/>
                </a:moveTo>
                <a:cubicBezTo>
                  <a:pt x="4811164" y="3183973"/>
                  <a:pt x="4804309" y="3188638"/>
                  <a:pt x="4813689" y="3200124"/>
                </a:cubicBezTo>
                <a:cubicBezTo>
                  <a:pt x="4795289" y="3206584"/>
                  <a:pt x="4813689" y="3188638"/>
                  <a:pt x="4799979" y="3186485"/>
                </a:cubicBezTo>
                <a:cubicBezTo>
                  <a:pt x="4790598" y="3204431"/>
                  <a:pt x="4761013" y="3190792"/>
                  <a:pt x="4763539" y="3211250"/>
                </a:cubicBezTo>
                <a:cubicBezTo>
                  <a:pt x="4751994" y="3195458"/>
                  <a:pt x="4742974" y="3215916"/>
                  <a:pt x="4726738" y="3206584"/>
                </a:cubicBezTo>
                <a:cubicBezTo>
                  <a:pt x="4756684" y="3193304"/>
                  <a:pt x="4804309" y="3175000"/>
                  <a:pt x="4829564" y="3179666"/>
                </a:cubicBezTo>
                <a:close/>
                <a:moveTo>
                  <a:pt x="4618098" y="3179455"/>
                </a:moveTo>
                <a:lnTo>
                  <a:pt x="4615526" y="3179837"/>
                </a:lnTo>
                <a:lnTo>
                  <a:pt x="4616282" y="3181101"/>
                </a:lnTo>
                <a:lnTo>
                  <a:pt x="4617919" y="3179670"/>
                </a:lnTo>
                <a:close/>
                <a:moveTo>
                  <a:pt x="4701927" y="3163636"/>
                </a:moveTo>
                <a:cubicBezTo>
                  <a:pt x="4692747" y="3167056"/>
                  <a:pt x="4683117" y="3168226"/>
                  <a:pt x="4673487" y="3169981"/>
                </a:cubicBezTo>
                <a:lnTo>
                  <a:pt x="4658345" y="3175229"/>
                </a:lnTo>
                <a:lnTo>
                  <a:pt x="4656300" y="3178784"/>
                </a:lnTo>
                <a:lnTo>
                  <a:pt x="4670067" y="3177497"/>
                </a:lnTo>
                <a:cubicBezTo>
                  <a:pt x="4677987" y="3175787"/>
                  <a:pt x="4685907" y="3174077"/>
                  <a:pt x="4695087" y="3175157"/>
                </a:cubicBezTo>
                <a:cubicBezTo>
                  <a:pt x="4695087" y="3175157"/>
                  <a:pt x="4695087" y="3175157"/>
                  <a:pt x="4701927" y="3163636"/>
                </a:cubicBezTo>
                <a:close/>
                <a:moveTo>
                  <a:pt x="4856705" y="3157405"/>
                </a:moveTo>
                <a:cubicBezTo>
                  <a:pt x="4860106" y="3156376"/>
                  <a:pt x="4864268" y="3156694"/>
                  <a:pt x="4869263" y="3159059"/>
                </a:cubicBezTo>
                <a:cubicBezTo>
                  <a:pt x="4862603" y="3168154"/>
                  <a:pt x="4853490" y="3179795"/>
                  <a:pt x="4844728" y="3184161"/>
                </a:cubicBezTo>
                <a:cubicBezTo>
                  <a:pt x="4843151" y="3175703"/>
                  <a:pt x="4846502" y="3160491"/>
                  <a:pt x="4856705" y="3157405"/>
                </a:cubicBezTo>
                <a:close/>
                <a:moveTo>
                  <a:pt x="4741437" y="3152019"/>
                </a:moveTo>
                <a:cubicBezTo>
                  <a:pt x="4734619" y="3150248"/>
                  <a:pt x="4720107" y="3155715"/>
                  <a:pt x="4713087" y="3152475"/>
                </a:cubicBezTo>
                <a:cubicBezTo>
                  <a:pt x="4713087" y="3156795"/>
                  <a:pt x="4713087" y="3161476"/>
                  <a:pt x="4710927" y="3166156"/>
                </a:cubicBezTo>
                <a:cubicBezTo>
                  <a:pt x="4724607" y="3172997"/>
                  <a:pt x="4731447" y="3152475"/>
                  <a:pt x="4745127" y="3156795"/>
                </a:cubicBezTo>
                <a:cubicBezTo>
                  <a:pt x="4745127" y="3154005"/>
                  <a:pt x="4743709" y="3152610"/>
                  <a:pt x="4741437" y="3152019"/>
                </a:cubicBezTo>
                <a:close/>
                <a:moveTo>
                  <a:pt x="5809050" y="3140075"/>
                </a:moveTo>
                <a:cubicBezTo>
                  <a:pt x="5809050" y="3151364"/>
                  <a:pt x="5804696" y="3171472"/>
                  <a:pt x="5790907" y="3171472"/>
                </a:cubicBezTo>
                <a:cubicBezTo>
                  <a:pt x="5784013" y="3162300"/>
                  <a:pt x="5799979" y="3151364"/>
                  <a:pt x="5809050" y="3140075"/>
                </a:cubicBezTo>
                <a:close/>
                <a:moveTo>
                  <a:pt x="4785211" y="3139863"/>
                </a:moveTo>
                <a:cubicBezTo>
                  <a:pt x="4776875" y="3137939"/>
                  <a:pt x="4761147" y="3145635"/>
                  <a:pt x="4754127" y="3145635"/>
                </a:cubicBezTo>
                <a:cubicBezTo>
                  <a:pt x="4749807" y="3156795"/>
                  <a:pt x="4756647" y="3152475"/>
                  <a:pt x="4765647" y="3154635"/>
                </a:cubicBezTo>
                <a:cubicBezTo>
                  <a:pt x="4760967" y="3168316"/>
                  <a:pt x="4751967" y="3163636"/>
                  <a:pt x="4747287" y="3175157"/>
                </a:cubicBezTo>
                <a:cubicBezTo>
                  <a:pt x="4758807" y="3176237"/>
                  <a:pt x="4766817" y="3172277"/>
                  <a:pt x="4773342" y="3166336"/>
                </a:cubicBezTo>
                <a:lnTo>
                  <a:pt x="4788476" y="3148062"/>
                </a:lnTo>
                <a:lnTo>
                  <a:pt x="4783447" y="3145174"/>
                </a:lnTo>
                <a:cubicBezTo>
                  <a:pt x="4783447" y="3142294"/>
                  <a:pt x="4784167" y="3141124"/>
                  <a:pt x="4785213" y="3140708"/>
                </a:cubicBezTo>
                <a:lnTo>
                  <a:pt x="4785994" y="3140720"/>
                </a:lnTo>
                <a:close/>
                <a:moveTo>
                  <a:pt x="4865656" y="3139353"/>
                </a:moveTo>
                <a:lnTo>
                  <a:pt x="4868608" y="3140144"/>
                </a:lnTo>
                <a:cubicBezTo>
                  <a:pt x="4870318" y="3140954"/>
                  <a:pt x="4871488" y="3142035"/>
                  <a:pt x="4870408" y="3143115"/>
                </a:cubicBezTo>
                <a:close/>
                <a:moveTo>
                  <a:pt x="4864177" y="3138183"/>
                </a:moveTo>
                <a:lnTo>
                  <a:pt x="4865656" y="3139353"/>
                </a:lnTo>
                <a:lnTo>
                  <a:pt x="4863568" y="3138794"/>
                </a:lnTo>
                <a:close/>
                <a:moveTo>
                  <a:pt x="307698" y="3133323"/>
                </a:moveTo>
                <a:cubicBezTo>
                  <a:pt x="323448" y="3140227"/>
                  <a:pt x="328102" y="3128962"/>
                  <a:pt x="341705" y="3133323"/>
                </a:cubicBezTo>
                <a:cubicBezTo>
                  <a:pt x="337051" y="3158761"/>
                  <a:pt x="319153" y="3128962"/>
                  <a:pt x="312351" y="3154037"/>
                </a:cubicBezTo>
                <a:cubicBezTo>
                  <a:pt x="312351" y="3147132"/>
                  <a:pt x="305550" y="3142408"/>
                  <a:pt x="307698" y="3133323"/>
                </a:cubicBezTo>
                <a:close/>
                <a:moveTo>
                  <a:pt x="5251836" y="3124200"/>
                </a:moveTo>
                <a:cubicBezTo>
                  <a:pt x="5251836" y="3138009"/>
                  <a:pt x="5228917" y="3153998"/>
                  <a:pt x="5217275" y="3149274"/>
                </a:cubicBezTo>
                <a:cubicBezTo>
                  <a:pt x="5217275" y="3138009"/>
                  <a:pt x="5240558" y="3133285"/>
                  <a:pt x="5251836" y="3124200"/>
                </a:cubicBezTo>
                <a:close/>
                <a:moveTo>
                  <a:pt x="4829368" y="3118273"/>
                </a:moveTo>
                <a:cubicBezTo>
                  <a:pt x="4827028" y="3121693"/>
                  <a:pt x="4824778" y="3126823"/>
                  <a:pt x="4821943" y="3129974"/>
                </a:cubicBezTo>
                <a:lnTo>
                  <a:pt x="4819751" y="3131249"/>
                </a:lnTo>
                <a:lnTo>
                  <a:pt x="4819546" y="3136770"/>
                </a:lnTo>
                <a:cubicBezTo>
                  <a:pt x="4817256" y="3141552"/>
                  <a:pt x="4813262" y="3145399"/>
                  <a:pt x="4808694" y="3147965"/>
                </a:cubicBezTo>
                <a:lnTo>
                  <a:pt x="4800899" y="3149873"/>
                </a:lnTo>
                <a:lnTo>
                  <a:pt x="4799313" y="3155260"/>
                </a:lnTo>
                <a:cubicBezTo>
                  <a:pt x="4799938" y="3157245"/>
                  <a:pt x="4802098" y="3159226"/>
                  <a:pt x="4806688" y="3161476"/>
                </a:cubicBezTo>
                <a:cubicBezTo>
                  <a:pt x="4815688" y="3156795"/>
                  <a:pt x="4820368" y="3127273"/>
                  <a:pt x="4840528" y="3129794"/>
                </a:cubicBezTo>
                <a:lnTo>
                  <a:pt x="4839623" y="3124398"/>
                </a:lnTo>
                <a:lnTo>
                  <a:pt x="4836450" y="3123947"/>
                </a:lnTo>
                <a:lnTo>
                  <a:pt x="4830628" y="3118783"/>
                </a:lnTo>
                <a:close/>
                <a:moveTo>
                  <a:pt x="5750351" y="3106737"/>
                </a:moveTo>
                <a:cubicBezTo>
                  <a:pt x="5754984" y="3113490"/>
                  <a:pt x="5746075" y="3118110"/>
                  <a:pt x="5750351" y="3122730"/>
                </a:cubicBezTo>
                <a:cubicBezTo>
                  <a:pt x="5757122" y="3122730"/>
                  <a:pt x="5766032" y="3122730"/>
                  <a:pt x="5772803" y="3120242"/>
                </a:cubicBezTo>
                <a:cubicBezTo>
                  <a:pt x="5782069" y="3129483"/>
                  <a:pt x="5766032" y="3138368"/>
                  <a:pt x="5770665" y="3145121"/>
                </a:cubicBezTo>
                <a:cubicBezTo>
                  <a:pt x="5759261" y="3140501"/>
                  <a:pt x="5748213" y="3154006"/>
                  <a:pt x="5736809" y="3142633"/>
                </a:cubicBezTo>
                <a:cubicBezTo>
                  <a:pt x="5757122" y="3129483"/>
                  <a:pt x="5730038" y="3120242"/>
                  <a:pt x="5750351" y="3106737"/>
                </a:cubicBezTo>
                <a:close/>
                <a:moveTo>
                  <a:pt x="5484769" y="3106737"/>
                </a:moveTo>
                <a:cubicBezTo>
                  <a:pt x="5494071" y="3116038"/>
                  <a:pt x="5496303" y="3124982"/>
                  <a:pt x="5484769" y="3131779"/>
                </a:cubicBezTo>
                <a:cubicBezTo>
                  <a:pt x="5472863" y="3129633"/>
                  <a:pt x="5475095" y="3113534"/>
                  <a:pt x="5484769" y="3106737"/>
                </a:cubicBezTo>
                <a:close/>
                <a:moveTo>
                  <a:pt x="4924008" y="3097051"/>
                </a:moveTo>
                <a:lnTo>
                  <a:pt x="4910710" y="3097739"/>
                </a:lnTo>
                <a:lnTo>
                  <a:pt x="4902350" y="3103403"/>
                </a:lnTo>
                <a:lnTo>
                  <a:pt x="4902135" y="3105321"/>
                </a:lnTo>
                <a:lnTo>
                  <a:pt x="4912776" y="3102100"/>
                </a:lnTo>
                <a:close/>
                <a:moveTo>
                  <a:pt x="5508494" y="3087687"/>
                </a:moveTo>
                <a:cubicBezTo>
                  <a:pt x="5513080" y="3092524"/>
                  <a:pt x="5508494" y="3096989"/>
                  <a:pt x="5513080" y="3101826"/>
                </a:cubicBezTo>
                <a:cubicBezTo>
                  <a:pt x="5519782" y="3094756"/>
                  <a:pt x="5519782" y="3094756"/>
                  <a:pt x="5519782" y="3094756"/>
                </a:cubicBezTo>
                <a:cubicBezTo>
                  <a:pt x="5526485" y="3111128"/>
                  <a:pt x="5508494" y="3099593"/>
                  <a:pt x="5504260" y="3108895"/>
                </a:cubicBezTo>
                <a:cubicBezTo>
                  <a:pt x="5495088" y="3096989"/>
                  <a:pt x="5495088" y="3096989"/>
                  <a:pt x="5495088" y="3096989"/>
                </a:cubicBezTo>
                <a:cubicBezTo>
                  <a:pt x="5508494" y="3087687"/>
                  <a:pt x="5508494" y="3087687"/>
                  <a:pt x="5508494" y="3087687"/>
                </a:cubicBezTo>
                <a:close/>
                <a:moveTo>
                  <a:pt x="236622" y="3068637"/>
                </a:moveTo>
                <a:cubicBezTo>
                  <a:pt x="239131" y="3091128"/>
                  <a:pt x="261715" y="3100410"/>
                  <a:pt x="257055" y="3125043"/>
                </a:cubicBezTo>
                <a:cubicBezTo>
                  <a:pt x="263866" y="3127185"/>
                  <a:pt x="263866" y="3122901"/>
                  <a:pt x="268526" y="3122901"/>
                </a:cubicBezTo>
                <a:cubicBezTo>
                  <a:pt x="266016" y="3113619"/>
                  <a:pt x="268526" y="3102552"/>
                  <a:pt x="266016" y="3093627"/>
                </a:cubicBezTo>
                <a:cubicBezTo>
                  <a:pt x="277487" y="3093627"/>
                  <a:pt x="297920" y="3109335"/>
                  <a:pt x="306882" y="3086844"/>
                </a:cubicBezTo>
                <a:cubicBezTo>
                  <a:pt x="322654" y="3106836"/>
                  <a:pt x="272827" y="3106836"/>
                  <a:pt x="270676" y="3133968"/>
                </a:cubicBezTo>
                <a:cubicBezTo>
                  <a:pt x="254904" y="3131826"/>
                  <a:pt x="241282" y="3136467"/>
                  <a:pt x="232320" y="3142893"/>
                </a:cubicBezTo>
                <a:cubicBezTo>
                  <a:pt x="225510" y="3131826"/>
                  <a:pt x="216189" y="3122901"/>
                  <a:pt x="211888" y="3111477"/>
                </a:cubicBezTo>
                <a:cubicBezTo>
                  <a:pt x="216189" y="3097911"/>
                  <a:pt x="223000" y="3095769"/>
                  <a:pt x="234471" y="3093627"/>
                </a:cubicBezTo>
                <a:cubicBezTo>
                  <a:pt x="227660" y="3084345"/>
                  <a:pt x="234471" y="3084345"/>
                  <a:pt x="236622" y="3068637"/>
                </a:cubicBezTo>
                <a:close/>
                <a:moveTo>
                  <a:pt x="272159" y="3056008"/>
                </a:moveTo>
                <a:cubicBezTo>
                  <a:pt x="274656" y="3074202"/>
                  <a:pt x="292493" y="3049587"/>
                  <a:pt x="288212" y="3080980"/>
                </a:cubicBezTo>
                <a:cubicBezTo>
                  <a:pt x="270018" y="3076342"/>
                  <a:pt x="270018" y="3076342"/>
                  <a:pt x="270018" y="3076342"/>
                </a:cubicBezTo>
                <a:cubicBezTo>
                  <a:pt x="272159" y="3065283"/>
                  <a:pt x="261100" y="3067424"/>
                  <a:pt x="272159" y="3056008"/>
                </a:cubicBezTo>
                <a:close/>
                <a:moveTo>
                  <a:pt x="4215383" y="3048428"/>
                </a:moveTo>
                <a:cubicBezTo>
                  <a:pt x="4209263" y="3049283"/>
                  <a:pt x="4202648" y="3050858"/>
                  <a:pt x="4196573" y="3051972"/>
                </a:cubicBezTo>
                <a:lnTo>
                  <a:pt x="4192107" y="3052195"/>
                </a:lnTo>
                <a:lnTo>
                  <a:pt x="4192450" y="3054006"/>
                </a:lnTo>
                <a:cubicBezTo>
                  <a:pt x="4193952" y="3055553"/>
                  <a:pt x="4196674" y="3055800"/>
                  <a:pt x="4201265" y="3054090"/>
                </a:cubicBezTo>
                <a:lnTo>
                  <a:pt x="4199927" y="3058818"/>
                </a:lnTo>
                <a:lnTo>
                  <a:pt x="4205123" y="3058689"/>
                </a:lnTo>
                <a:cubicBezTo>
                  <a:pt x="4216193" y="3057518"/>
                  <a:pt x="4228703" y="3055808"/>
                  <a:pt x="4237883" y="3061389"/>
                </a:cubicBezTo>
                <a:cubicBezTo>
                  <a:pt x="4237883" y="3047888"/>
                  <a:pt x="4227623" y="3046718"/>
                  <a:pt x="4215383" y="3048428"/>
                </a:cubicBezTo>
                <a:close/>
                <a:moveTo>
                  <a:pt x="4388844" y="3045528"/>
                </a:moveTo>
                <a:lnTo>
                  <a:pt x="4383325" y="3048068"/>
                </a:lnTo>
                <a:lnTo>
                  <a:pt x="4388506" y="3047689"/>
                </a:lnTo>
                <a:close/>
                <a:moveTo>
                  <a:pt x="4306351" y="3042775"/>
                </a:moveTo>
                <a:lnTo>
                  <a:pt x="4293955" y="3045572"/>
                </a:lnTo>
                <a:lnTo>
                  <a:pt x="4292058" y="3047264"/>
                </a:lnTo>
                <a:lnTo>
                  <a:pt x="4288455" y="3048398"/>
                </a:lnTo>
                <a:lnTo>
                  <a:pt x="4278406" y="3053609"/>
                </a:lnTo>
                <a:cubicBezTo>
                  <a:pt x="4273343" y="3056304"/>
                  <a:pt x="4268663" y="3058599"/>
                  <a:pt x="4265243" y="3059229"/>
                </a:cubicBezTo>
                <a:cubicBezTo>
                  <a:pt x="4281084" y="3068229"/>
                  <a:pt x="4294764" y="3043388"/>
                  <a:pt x="4310604" y="3052748"/>
                </a:cubicBezTo>
                <a:lnTo>
                  <a:pt x="4308468" y="3047738"/>
                </a:lnTo>
                <a:lnTo>
                  <a:pt x="4308197" y="3047610"/>
                </a:lnTo>
                <a:lnTo>
                  <a:pt x="4308331" y="3047416"/>
                </a:lnTo>
                <a:close/>
                <a:moveTo>
                  <a:pt x="5868122" y="3040271"/>
                </a:moveTo>
                <a:cubicBezTo>
                  <a:pt x="5872140" y="3039740"/>
                  <a:pt x="5875638" y="3041211"/>
                  <a:pt x="5877321" y="3045827"/>
                </a:cubicBezTo>
                <a:cubicBezTo>
                  <a:pt x="5870590" y="3056689"/>
                  <a:pt x="5861735" y="3052706"/>
                  <a:pt x="5852879" y="3068275"/>
                </a:cubicBezTo>
                <a:cubicBezTo>
                  <a:pt x="5839329" y="3061486"/>
                  <a:pt x="5856067" y="3041867"/>
                  <a:pt x="5868122" y="3040271"/>
                </a:cubicBezTo>
                <a:close/>
                <a:moveTo>
                  <a:pt x="4407815" y="3036798"/>
                </a:moveTo>
                <a:lnTo>
                  <a:pt x="4405764" y="3037741"/>
                </a:lnTo>
                <a:lnTo>
                  <a:pt x="4408287" y="3038609"/>
                </a:lnTo>
                <a:close/>
                <a:moveTo>
                  <a:pt x="4095727" y="3030787"/>
                </a:moveTo>
                <a:cubicBezTo>
                  <a:pt x="4090642" y="3030517"/>
                  <a:pt x="4083262" y="3032227"/>
                  <a:pt x="4078762" y="3032227"/>
                </a:cubicBezTo>
                <a:lnTo>
                  <a:pt x="4078350" y="3033432"/>
                </a:lnTo>
                <a:lnTo>
                  <a:pt x="4078493" y="3033929"/>
                </a:lnTo>
                <a:lnTo>
                  <a:pt x="4078252" y="3033717"/>
                </a:lnTo>
                <a:lnTo>
                  <a:pt x="4075297" y="3042353"/>
                </a:lnTo>
                <a:cubicBezTo>
                  <a:pt x="4075004" y="3043500"/>
                  <a:pt x="4074431" y="3044659"/>
                  <a:pt x="4072940" y="3046251"/>
                </a:cubicBezTo>
                <a:lnTo>
                  <a:pt x="4071466" y="3047470"/>
                </a:lnTo>
                <a:lnTo>
                  <a:pt x="4070645" y="3052611"/>
                </a:lnTo>
                <a:lnTo>
                  <a:pt x="4067967" y="3052987"/>
                </a:lnTo>
                <a:lnTo>
                  <a:pt x="4075128" y="3053581"/>
                </a:lnTo>
                <a:cubicBezTo>
                  <a:pt x="4083667" y="3048653"/>
                  <a:pt x="4088662" y="3030967"/>
                  <a:pt x="4098922" y="3041228"/>
                </a:cubicBezTo>
                <a:lnTo>
                  <a:pt x="4100954" y="3033265"/>
                </a:lnTo>
                <a:lnTo>
                  <a:pt x="4100871" y="3033087"/>
                </a:lnTo>
                <a:close/>
                <a:moveTo>
                  <a:pt x="4032443" y="3029717"/>
                </a:moveTo>
                <a:lnTo>
                  <a:pt x="4031748" y="3034279"/>
                </a:lnTo>
                <a:lnTo>
                  <a:pt x="4035202" y="3030067"/>
                </a:lnTo>
                <a:close/>
                <a:moveTo>
                  <a:pt x="4335804" y="3027547"/>
                </a:moveTo>
                <a:lnTo>
                  <a:pt x="4335394" y="3028367"/>
                </a:lnTo>
                <a:lnTo>
                  <a:pt x="4336572" y="3028072"/>
                </a:lnTo>
                <a:close/>
                <a:moveTo>
                  <a:pt x="5916912" y="3025775"/>
                </a:moveTo>
                <a:cubicBezTo>
                  <a:pt x="5923355" y="3032760"/>
                  <a:pt x="5900803" y="3048936"/>
                  <a:pt x="5894001" y="3060332"/>
                </a:cubicBezTo>
                <a:cubicBezTo>
                  <a:pt x="5887200" y="3044156"/>
                  <a:pt x="5910110" y="3032760"/>
                  <a:pt x="5916912" y="3025775"/>
                </a:cubicBezTo>
                <a:close/>
                <a:moveTo>
                  <a:pt x="4193693" y="3015486"/>
                </a:moveTo>
                <a:cubicBezTo>
                  <a:pt x="4190003" y="3016926"/>
                  <a:pt x="4186583" y="3019806"/>
                  <a:pt x="4183163" y="3023226"/>
                </a:cubicBezTo>
                <a:lnTo>
                  <a:pt x="4192937" y="3024900"/>
                </a:lnTo>
                <a:lnTo>
                  <a:pt x="4194425" y="3022768"/>
                </a:lnTo>
                <a:lnTo>
                  <a:pt x="4194080" y="3025096"/>
                </a:lnTo>
                <a:lnTo>
                  <a:pt x="4197878" y="3025746"/>
                </a:lnTo>
                <a:cubicBezTo>
                  <a:pt x="4202423" y="3023766"/>
                  <a:pt x="4205843" y="3019806"/>
                  <a:pt x="4205843" y="3016386"/>
                </a:cubicBezTo>
                <a:cubicBezTo>
                  <a:pt x="4201343" y="3014046"/>
                  <a:pt x="4197383" y="3014046"/>
                  <a:pt x="4193693" y="3015486"/>
                </a:cubicBezTo>
                <a:close/>
                <a:moveTo>
                  <a:pt x="4361576" y="3011879"/>
                </a:moveTo>
                <a:lnTo>
                  <a:pt x="4357928" y="3015297"/>
                </a:lnTo>
                <a:lnTo>
                  <a:pt x="4360644" y="3016386"/>
                </a:lnTo>
                <a:close/>
                <a:moveTo>
                  <a:pt x="4072727" y="3011063"/>
                </a:moveTo>
                <a:lnTo>
                  <a:pt x="4071568" y="3011132"/>
                </a:lnTo>
                <a:lnTo>
                  <a:pt x="4071111" y="3011435"/>
                </a:lnTo>
                <a:lnTo>
                  <a:pt x="4072102" y="3011743"/>
                </a:lnTo>
                <a:lnTo>
                  <a:pt x="4074764" y="3020983"/>
                </a:lnTo>
                <a:lnTo>
                  <a:pt x="4083892" y="3019986"/>
                </a:lnTo>
                <a:cubicBezTo>
                  <a:pt x="4087717" y="3019581"/>
                  <a:pt x="4091475" y="3019536"/>
                  <a:pt x="4095131" y="3020875"/>
                </a:cubicBezTo>
                <a:lnTo>
                  <a:pt x="4095170" y="3020909"/>
                </a:lnTo>
                <a:lnTo>
                  <a:pt x="4094913" y="3020360"/>
                </a:lnTo>
                <a:cubicBezTo>
                  <a:pt x="4099439" y="3013542"/>
                  <a:pt x="4104598" y="3015247"/>
                  <a:pt x="4110618" y="3016099"/>
                </a:cubicBezTo>
                <a:lnTo>
                  <a:pt x="4116136" y="3015796"/>
                </a:lnTo>
                <a:lnTo>
                  <a:pt x="4117283" y="3013866"/>
                </a:lnTo>
                <a:lnTo>
                  <a:pt x="4093482" y="3011102"/>
                </a:lnTo>
                <a:lnTo>
                  <a:pt x="4091641" y="3011720"/>
                </a:lnTo>
                <a:cubicBezTo>
                  <a:pt x="4086347" y="3012780"/>
                  <a:pt x="4081203" y="3013198"/>
                  <a:pt x="4076380" y="3012563"/>
                </a:cubicBezTo>
                <a:close/>
                <a:moveTo>
                  <a:pt x="4367008" y="3006788"/>
                </a:moveTo>
                <a:lnTo>
                  <a:pt x="4366487" y="3007276"/>
                </a:lnTo>
                <a:lnTo>
                  <a:pt x="4367461" y="3007031"/>
                </a:lnTo>
                <a:lnTo>
                  <a:pt x="4367450" y="3007008"/>
                </a:lnTo>
                <a:close/>
                <a:moveTo>
                  <a:pt x="4324238" y="3006301"/>
                </a:moveTo>
                <a:lnTo>
                  <a:pt x="4315284" y="3011706"/>
                </a:lnTo>
                <a:cubicBezTo>
                  <a:pt x="4323204" y="3015126"/>
                  <a:pt x="4330584" y="3013416"/>
                  <a:pt x="4337964" y="3012290"/>
                </a:cubicBezTo>
                <a:lnTo>
                  <a:pt x="4338159" y="3012281"/>
                </a:lnTo>
                <a:lnTo>
                  <a:pt x="4324039" y="3006568"/>
                </a:lnTo>
                <a:close/>
                <a:moveTo>
                  <a:pt x="5786830" y="2997200"/>
                </a:moveTo>
                <a:cubicBezTo>
                  <a:pt x="5784681" y="3022270"/>
                  <a:pt x="5764271" y="3042327"/>
                  <a:pt x="5739563" y="3055579"/>
                </a:cubicBezTo>
                <a:cubicBezTo>
                  <a:pt x="5746367" y="3035880"/>
                  <a:pt x="5759616" y="2997200"/>
                  <a:pt x="5786830" y="2997200"/>
                </a:cubicBezTo>
                <a:close/>
                <a:moveTo>
                  <a:pt x="3630322" y="2994339"/>
                </a:moveTo>
                <a:lnTo>
                  <a:pt x="3621390" y="3001287"/>
                </a:lnTo>
                <a:lnTo>
                  <a:pt x="3621348" y="3004042"/>
                </a:lnTo>
                <a:lnTo>
                  <a:pt x="3627725" y="3009088"/>
                </a:lnTo>
                <a:close/>
                <a:moveTo>
                  <a:pt x="4547065" y="2992982"/>
                </a:moveTo>
                <a:lnTo>
                  <a:pt x="4537162" y="2993210"/>
                </a:lnTo>
                <a:lnTo>
                  <a:pt x="4540466" y="3003373"/>
                </a:lnTo>
                <a:lnTo>
                  <a:pt x="4544423" y="3006464"/>
                </a:lnTo>
                <a:lnTo>
                  <a:pt x="4545360" y="3005810"/>
                </a:lnTo>
                <a:cubicBezTo>
                  <a:pt x="4546046" y="3004393"/>
                  <a:pt x="4546586" y="3001985"/>
                  <a:pt x="4547126" y="2998025"/>
                </a:cubicBezTo>
                <a:cubicBezTo>
                  <a:pt x="4548206" y="3000365"/>
                  <a:pt x="4547666" y="3002615"/>
                  <a:pt x="4547711" y="3004865"/>
                </a:cubicBezTo>
                <a:lnTo>
                  <a:pt x="4550589" y="3009673"/>
                </a:lnTo>
                <a:lnTo>
                  <a:pt x="4560583" y="3004408"/>
                </a:lnTo>
                <a:cubicBezTo>
                  <a:pt x="4558243" y="3000988"/>
                  <a:pt x="4554823" y="2999278"/>
                  <a:pt x="4551447" y="2997297"/>
                </a:cubicBezTo>
                <a:close/>
                <a:moveTo>
                  <a:pt x="4603788" y="2992887"/>
                </a:moveTo>
                <a:lnTo>
                  <a:pt x="4603654" y="2993581"/>
                </a:lnTo>
                <a:lnTo>
                  <a:pt x="4605583" y="2993342"/>
                </a:lnTo>
                <a:close/>
                <a:moveTo>
                  <a:pt x="538976" y="2991057"/>
                </a:moveTo>
                <a:cubicBezTo>
                  <a:pt x="525069" y="2995191"/>
                  <a:pt x="517036" y="3010511"/>
                  <a:pt x="505155" y="3020769"/>
                </a:cubicBezTo>
                <a:cubicBezTo>
                  <a:pt x="511996" y="3048126"/>
                  <a:pt x="562041" y="3048126"/>
                  <a:pt x="566361" y="3018610"/>
                </a:cubicBezTo>
                <a:cubicBezTo>
                  <a:pt x="550520" y="3020769"/>
                  <a:pt x="555200" y="3004932"/>
                  <a:pt x="555200" y="2991254"/>
                </a:cubicBezTo>
                <a:cubicBezTo>
                  <a:pt x="548900" y="2989544"/>
                  <a:pt x="543611" y="2989679"/>
                  <a:pt x="538976" y="2991057"/>
                </a:cubicBezTo>
                <a:close/>
                <a:moveTo>
                  <a:pt x="5461339" y="2990762"/>
                </a:moveTo>
                <a:cubicBezTo>
                  <a:pt x="5472503" y="3020256"/>
                  <a:pt x="5433969" y="3006588"/>
                  <a:pt x="5415602" y="3031765"/>
                </a:cubicBezTo>
                <a:cubicBezTo>
                  <a:pt x="5408760" y="3027089"/>
                  <a:pt x="5413442" y="3022773"/>
                  <a:pt x="5408760" y="3018098"/>
                </a:cubicBezTo>
                <a:cubicBezTo>
                  <a:pt x="5404438" y="3022773"/>
                  <a:pt x="5399757" y="3018098"/>
                  <a:pt x="5395075" y="3022773"/>
                </a:cubicBezTo>
                <a:cubicBezTo>
                  <a:pt x="5406599" y="2986087"/>
                  <a:pt x="5440811" y="3009106"/>
                  <a:pt x="5461339" y="2990762"/>
                </a:cubicBezTo>
                <a:close/>
                <a:moveTo>
                  <a:pt x="4622150" y="2990727"/>
                </a:moveTo>
                <a:lnTo>
                  <a:pt x="4622069" y="2991295"/>
                </a:lnTo>
                <a:lnTo>
                  <a:pt x="4622890" y="2991193"/>
                </a:lnTo>
                <a:close/>
                <a:moveTo>
                  <a:pt x="3933222" y="2990008"/>
                </a:moveTo>
                <a:lnTo>
                  <a:pt x="3933123" y="2990039"/>
                </a:lnTo>
                <a:lnTo>
                  <a:pt x="3921218" y="2993671"/>
                </a:lnTo>
                <a:lnTo>
                  <a:pt x="3923123" y="2996117"/>
                </a:lnTo>
                <a:cubicBezTo>
                  <a:pt x="3924490" y="2996731"/>
                  <a:pt x="3925919" y="2996517"/>
                  <a:pt x="3927336" y="2996089"/>
                </a:cubicBezTo>
                <a:lnTo>
                  <a:pt x="3932141" y="2995950"/>
                </a:lnTo>
                <a:lnTo>
                  <a:pt x="3933578" y="2991132"/>
                </a:lnTo>
                <a:close/>
                <a:moveTo>
                  <a:pt x="4691017" y="2986554"/>
                </a:moveTo>
                <a:lnTo>
                  <a:pt x="4673534" y="2992381"/>
                </a:lnTo>
                <a:lnTo>
                  <a:pt x="4672894" y="2992111"/>
                </a:lnTo>
                <a:lnTo>
                  <a:pt x="4668329" y="2994998"/>
                </a:lnTo>
                <a:cubicBezTo>
                  <a:pt x="4665274" y="2996742"/>
                  <a:pt x="4662147" y="2998025"/>
                  <a:pt x="4658727" y="2998025"/>
                </a:cubicBezTo>
                <a:cubicBezTo>
                  <a:pt x="4656567" y="3002705"/>
                  <a:pt x="4665567" y="3004865"/>
                  <a:pt x="4670247" y="3007025"/>
                </a:cubicBezTo>
                <a:lnTo>
                  <a:pt x="4672623" y="3004262"/>
                </a:lnTo>
                <a:lnTo>
                  <a:pt x="4672837" y="3001962"/>
                </a:lnTo>
                <a:lnTo>
                  <a:pt x="4673723" y="3002982"/>
                </a:lnTo>
                <a:lnTo>
                  <a:pt x="4675973" y="3000365"/>
                </a:lnTo>
                <a:cubicBezTo>
                  <a:pt x="4682487" y="2996585"/>
                  <a:pt x="4691127" y="2999285"/>
                  <a:pt x="4699767" y="2989024"/>
                </a:cubicBezTo>
                <a:close/>
                <a:moveTo>
                  <a:pt x="4711900" y="2983694"/>
                </a:moveTo>
                <a:lnTo>
                  <a:pt x="4710927" y="2984344"/>
                </a:lnTo>
                <a:lnTo>
                  <a:pt x="4712850" y="2984539"/>
                </a:lnTo>
                <a:close/>
                <a:moveTo>
                  <a:pt x="4607966" y="2978493"/>
                </a:moveTo>
                <a:lnTo>
                  <a:pt x="4596786" y="2983152"/>
                </a:lnTo>
                <a:lnTo>
                  <a:pt x="4612789" y="2988567"/>
                </a:lnTo>
                <a:lnTo>
                  <a:pt x="4622363" y="2980040"/>
                </a:lnTo>
                <a:close/>
                <a:moveTo>
                  <a:pt x="5805651" y="2971949"/>
                </a:moveTo>
                <a:cubicBezTo>
                  <a:pt x="5807736" y="2972362"/>
                  <a:pt x="5809905" y="2973744"/>
                  <a:pt x="5812230" y="2976509"/>
                </a:cubicBezTo>
                <a:lnTo>
                  <a:pt x="5793985" y="2996843"/>
                </a:lnTo>
                <a:cubicBezTo>
                  <a:pt x="5787188" y="2992205"/>
                  <a:pt x="5791839" y="2987924"/>
                  <a:pt x="5787188" y="2983287"/>
                </a:cubicBezTo>
                <a:cubicBezTo>
                  <a:pt x="5793896" y="2978203"/>
                  <a:pt x="5799396" y="2970712"/>
                  <a:pt x="5805651" y="2971949"/>
                </a:cubicBezTo>
                <a:close/>
                <a:moveTo>
                  <a:pt x="4783185" y="2971087"/>
                </a:moveTo>
                <a:lnTo>
                  <a:pt x="4765025" y="2971576"/>
                </a:lnTo>
                <a:lnTo>
                  <a:pt x="4762734" y="2971131"/>
                </a:lnTo>
                <a:lnTo>
                  <a:pt x="4756512" y="2978713"/>
                </a:lnTo>
                <a:cubicBezTo>
                  <a:pt x="4753047" y="2981283"/>
                  <a:pt x="4749087" y="2982723"/>
                  <a:pt x="4745127" y="2982183"/>
                </a:cubicBezTo>
                <a:cubicBezTo>
                  <a:pt x="4750257" y="2994064"/>
                  <a:pt x="4763082" y="2981644"/>
                  <a:pt x="4774945" y="2976665"/>
                </a:cubicBezTo>
                <a:lnTo>
                  <a:pt x="4778028" y="2976302"/>
                </a:lnTo>
                <a:lnTo>
                  <a:pt x="4783666" y="2971773"/>
                </a:lnTo>
                <a:close/>
                <a:moveTo>
                  <a:pt x="4743012" y="2969355"/>
                </a:moveTo>
                <a:lnTo>
                  <a:pt x="4737297" y="2970496"/>
                </a:lnTo>
                <a:lnTo>
                  <a:pt x="4735607" y="2975775"/>
                </a:lnTo>
                <a:cubicBezTo>
                  <a:pt x="4732636" y="2978768"/>
                  <a:pt x="4727686" y="2978655"/>
                  <a:pt x="4724715" y="2982728"/>
                </a:cubicBezTo>
                <a:lnTo>
                  <a:pt x="4723999" y="2985668"/>
                </a:lnTo>
                <a:lnTo>
                  <a:pt x="4724697" y="2985739"/>
                </a:lnTo>
                <a:cubicBezTo>
                  <a:pt x="4729287" y="2984884"/>
                  <a:pt x="4732707" y="2984344"/>
                  <a:pt x="4731447" y="2989024"/>
                </a:cubicBezTo>
                <a:cubicBezTo>
                  <a:pt x="4735947" y="2987764"/>
                  <a:pt x="4740537" y="2984344"/>
                  <a:pt x="4743687" y="2980383"/>
                </a:cubicBezTo>
                <a:lnTo>
                  <a:pt x="4746729" y="2970342"/>
                </a:lnTo>
                <a:close/>
                <a:moveTo>
                  <a:pt x="6013275" y="2966567"/>
                </a:moveTo>
                <a:cubicBezTo>
                  <a:pt x="6017393" y="2966436"/>
                  <a:pt x="6021157" y="2967549"/>
                  <a:pt x="6023371" y="2970365"/>
                </a:cubicBezTo>
                <a:cubicBezTo>
                  <a:pt x="6016995" y="2986355"/>
                  <a:pt x="6005659" y="2970365"/>
                  <a:pt x="5998929" y="2988898"/>
                </a:cubicBezTo>
                <a:cubicBezTo>
                  <a:pt x="5985379" y="2978542"/>
                  <a:pt x="6000921" y="2966958"/>
                  <a:pt x="6013275" y="2966567"/>
                </a:cubicBezTo>
                <a:close/>
                <a:moveTo>
                  <a:pt x="4686087" y="2959502"/>
                </a:moveTo>
                <a:cubicBezTo>
                  <a:pt x="4679247" y="2960582"/>
                  <a:pt x="4676367" y="2963372"/>
                  <a:pt x="4674342" y="2967332"/>
                </a:cubicBezTo>
                <a:lnTo>
                  <a:pt x="4672135" y="2972286"/>
                </a:lnTo>
                <a:lnTo>
                  <a:pt x="4691039" y="2970486"/>
                </a:lnTo>
                <a:lnTo>
                  <a:pt x="4691951" y="2970023"/>
                </a:lnTo>
                <a:lnTo>
                  <a:pt x="4689057" y="2966612"/>
                </a:lnTo>
                <a:cubicBezTo>
                  <a:pt x="4686537" y="2964632"/>
                  <a:pt x="4683747" y="2962922"/>
                  <a:pt x="4686087" y="2959502"/>
                </a:cubicBezTo>
                <a:close/>
                <a:moveTo>
                  <a:pt x="5443824" y="2959100"/>
                </a:moveTo>
                <a:cubicBezTo>
                  <a:pt x="5450737" y="2959100"/>
                  <a:pt x="5457649" y="2963454"/>
                  <a:pt x="5464561" y="2970348"/>
                </a:cubicBezTo>
                <a:cubicBezTo>
                  <a:pt x="5455466" y="2977243"/>
                  <a:pt x="5446007" y="2984137"/>
                  <a:pt x="5439095" y="2981960"/>
                </a:cubicBezTo>
                <a:cubicBezTo>
                  <a:pt x="5430000" y="2972888"/>
                  <a:pt x="5448554" y="2968171"/>
                  <a:pt x="5443824" y="2959100"/>
                </a:cubicBezTo>
                <a:close/>
                <a:moveTo>
                  <a:pt x="5499752" y="2943378"/>
                </a:moveTo>
                <a:cubicBezTo>
                  <a:pt x="5492902" y="2943378"/>
                  <a:pt x="5467664" y="2954849"/>
                  <a:pt x="5481725" y="2966320"/>
                </a:cubicBezTo>
                <a:cubicBezTo>
                  <a:pt x="5486051" y="2959509"/>
                  <a:pt x="5506602" y="2952698"/>
                  <a:pt x="5499752" y="2943378"/>
                </a:cubicBezTo>
                <a:close/>
                <a:moveTo>
                  <a:pt x="5832167" y="2936875"/>
                </a:moveTo>
                <a:cubicBezTo>
                  <a:pt x="5850325" y="2945824"/>
                  <a:pt x="5820546" y="2961574"/>
                  <a:pt x="5815825" y="2973029"/>
                </a:cubicBezTo>
                <a:cubicBezTo>
                  <a:pt x="5795125" y="2966228"/>
                  <a:pt x="5820546" y="2936875"/>
                  <a:pt x="5832167" y="2936875"/>
                </a:cubicBezTo>
                <a:close/>
                <a:moveTo>
                  <a:pt x="4636269" y="2936119"/>
                </a:moveTo>
                <a:lnTo>
                  <a:pt x="4632906" y="2944780"/>
                </a:lnTo>
                <a:cubicBezTo>
                  <a:pt x="4630071" y="2947615"/>
                  <a:pt x="4626650" y="2949865"/>
                  <a:pt x="4624310" y="2954365"/>
                </a:cubicBezTo>
                <a:cubicBezTo>
                  <a:pt x="4620889" y="2953285"/>
                  <a:pt x="4620350" y="2945365"/>
                  <a:pt x="4621790" y="2938255"/>
                </a:cubicBezTo>
                <a:lnTo>
                  <a:pt x="4622524" y="2936362"/>
                </a:lnTo>
                <a:lnTo>
                  <a:pt x="4619846" y="2936820"/>
                </a:lnTo>
                <a:cubicBezTo>
                  <a:pt x="4613006" y="2943301"/>
                  <a:pt x="4631366" y="2963822"/>
                  <a:pt x="4613006" y="2954822"/>
                </a:cubicBezTo>
                <a:cubicBezTo>
                  <a:pt x="4610846" y="2956982"/>
                  <a:pt x="4610846" y="2959502"/>
                  <a:pt x="4613006" y="2961662"/>
                </a:cubicBezTo>
                <a:cubicBezTo>
                  <a:pt x="4613006" y="2961662"/>
                  <a:pt x="4613006" y="2961662"/>
                  <a:pt x="4608686" y="2968502"/>
                </a:cubicBezTo>
                <a:cubicBezTo>
                  <a:pt x="4613006" y="2966342"/>
                  <a:pt x="4619846" y="2968502"/>
                  <a:pt x="4624526" y="2970663"/>
                </a:cubicBezTo>
                <a:cubicBezTo>
                  <a:pt x="4631366" y="2959502"/>
                  <a:pt x="4631366" y="2950141"/>
                  <a:pt x="4640367" y="2936820"/>
                </a:cubicBezTo>
                <a:close/>
                <a:moveTo>
                  <a:pt x="252025" y="2928937"/>
                </a:moveTo>
                <a:cubicBezTo>
                  <a:pt x="275028" y="2931085"/>
                  <a:pt x="243039" y="2948983"/>
                  <a:pt x="258854" y="2958290"/>
                </a:cubicBezTo>
                <a:cubicBezTo>
                  <a:pt x="249868" y="2965092"/>
                  <a:pt x="243039" y="2940034"/>
                  <a:pt x="227224" y="2955785"/>
                </a:cubicBezTo>
                <a:cubicBezTo>
                  <a:pt x="218238" y="2937886"/>
                  <a:pt x="247711" y="2942182"/>
                  <a:pt x="252025" y="2928937"/>
                </a:cubicBezTo>
                <a:close/>
                <a:moveTo>
                  <a:pt x="5626997" y="2925762"/>
                </a:moveTo>
                <a:cubicBezTo>
                  <a:pt x="5631258" y="2930486"/>
                  <a:pt x="5631258" y="2939571"/>
                  <a:pt x="5624866" y="2934847"/>
                </a:cubicBezTo>
                <a:cubicBezTo>
                  <a:pt x="5620250" y="2939571"/>
                  <a:pt x="5629127" y="2943932"/>
                  <a:pt x="5631258" y="2948657"/>
                </a:cubicBezTo>
                <a:cubicBezTo>
                  <a:pt x="5626997" y="2950837"/>
                  <a:pt x="5622380" y="2950837"/>
                  <a:pt x="5618119" y="2955561"/>
                </a:cubicBezTo>
                <a:cubicBezTo>
                  <a:pt x="5604625" y="2946476"/>
                  <a:pt x="5618119" y="2925762"/>
                  <a:pt x="5626997" y="2925762"/>
                </a:cubicBezTo>
                <a:close/>
                <a:moveTo>
                  <a:pt x="5569016" y="2913062"/>
                </a:moveTo>
                <a:cubicBezTo>
                  <a:pt x="5591567" y="2915566"/>
                  <a:pt x="5571163" y="2933453"/>
                  <a:pt x="5557561" y="2938104"/>
                </a:cubicBezTo>
                <a:cubicBezTo>
                  <a:pt x="5555413" y="2926656"/>
                  <a:pt x="5575817" y="2917712"/>
                  <a:pt x="5569016" y="2913062"/>
                </a:cubicBezTo>
                <a:close/>
                <a:moveTo>
                  <a:pt x="4963533" y="2909563"/>
                </a:moveTo>
                <a:lnTo>
                  <a:pt x="4956803" y="2913035"/>
                </a:lnTo>
                <a:lnTo>
                  <a:pt x="4961344" y="2914170"/>
                </a:lnTo>
                <a:close/>
                <a:moveTo>
                  <a:pt x="5951087" y="2906294"/>
                </a:moveTo>
                <a:cubicBezTo>
                  <a:pt x="5960059" y="2901950"/>
                  <a:pt x="5969391" y="2929466"/>
                  <a:pt x="5955752" y="2942863"/>
                </a:cubicBezTo>
                <a:cubicBezTo>
                  <a:pt x="5928475" y="2936346"/>
                  <a:pt x="5966879" y="2915708"/>
                  <a:pt x="5951087" y="2906294"/>
                </a:cubicBezTo>
                <a:close/>
                <a:moveTo>
                  <a:pt x="5529315" y="2889250"/>
                </a:moveTo>
                <a:cubicBezTo>
                  <a:pt x="5536165" y="2918644"/>
                  <a:pt x="5504439" y="2913984"/>
                  <a:pt x="5495065" y="2934416"/>
                </a:cubicBezTo>
                <a:cubicBezTo>
                  <a:pt x="5515615" y="2952698"/>
                  <a:pt x="5531478" y="2902871"/>
                  <a:pt x="5556716" y="2889250"/>
                </a:cubicBezTo>
                <a:cubicBezTo>
                  <a:pt x="5558879" y="2893551"/>
                  <a:pt x="5561402" y="2905022"/>
                  <a:pt x="5554552" y="2900362"/>
                </a:cubicBezTo>
                <a:cubicBezTo>
                  <a:pt x="5554552" y="2907173"/>
                  <a:pt x="5561402" y="2905022"/>
                  <a:pt x="5558879" y="2916493"/>
                </a:cubicBezTo>
                <a:cubicBezTo>
                  <a:pt x="5518139" y="2945887"/>
                  <a:pt x="5518139" y="2979583"/>
                  <a:pt x="5472351" y="2988903"/>
                </a:cubicBezTo>
                <a:cubicBezTo>
                  <a:pt x="5465501" y="2982092"/>
                  <a:pt x="5481725" y="2961660"/>
                  <a:pt x="5463338" y="2963811"/>
                </a:cubicBezTo>
                <a:cubicBezTo>
                  <a:pt x="5483888" y="2934416"/>
                  <a:pt x="5499752" y="2907173"/>
                  <a:pt x="5529315" y="2889250"/>
                </a:cubicBezTo>
                <a:close/>
                <a:moveTo>
                  <a:pt x="5027369" y="2856895"/>
                </a:moveTo>
                <a:cubicBezTo>
                  <a:pt x="5027369" y="2856895"/>
                  <a:pt x="5027369" y="2856895"/>
                  <a:pt x="5026514" y="2858920"/>
                </a:cubicBezTo>
                <a:lnTo>
                  <a:pt x="5024078" y="2864691"/>
                </a:lnTo>
                <a:lnTo>
                  <a:pt x="5024153" y="2865133"/>
                </a:lnTo>
                <a:lnTo>
                  <a:pt x="5025260" y="2871928"/>
                </a:lnTo>
                <a:lnTo>
                  <a:pt x="5031284" y="2870441"/>
                </a:lnTo>
                <a:cubicBezTo>
                  <a:pt x="5034659" y="2869046"/>
                  <a:pt x="5037449" y="2866255"/>
                  <a:pt x="5038529" y="2859415"/>
                </a:cubicBezTo>
                <a:cubicBezTo>
                  <a:pt x="5038529" y="2859415"/>
                  <a:pt x="5038529" y="2859415"/>
                  <a:pt x="5027369" y="2856895"/>
                </a:cubicBezTo>
                <a:close/>
                <a:moveTo>
                  <a:pt x="5886913" y="2855912"/>
                </a:moveTo>
                <a:cubicBezTo>
                  <a:pt x="5896362" y="2880969"/>
                  <a:pt x="5870923" y="2896720"/>
                  <a:pt x="5850209" y="2928579"/>
                </a:cubicBezTo>
                <a:cubicBezTo>
                  <a:pt x="5841124" y="2923925"/>
                  <a:pt x="5845848" y="2917124"/>
                  <a:pt x="5836400" y="2912470"/>
                </a:cubicBezTo>
                <a:cubicBezTo>
                  <a:pt x="5861838" y="2892066"/>
                  <a:pt x="5873104" y="2865219"/>
                  <a:pt x="5886913" y="2855912"/>
                </a:cubicBezTo>
                <a:close/>
                <a:moveTo>
                  <a:pt x="6090037" y="2844800"/>
                </a:moveTo>
                <a:cubicBezTo>
                  <a:pt x="6090037" y="2865315"/>
                  <a:pt x="6080952" y="2878632"/>
                  <a:pt x="6071503" y="2890150"/>
                </a:cubicBezTo>
                <a:cubicBezTo>
                  <a:pt x="6059874" y="2903826"/>
                  <a:pt x="6048609" y="2915344"/>
                  <a:pt x="6043884" y="2933340"/>
                </a:cubicBezTo>
                <a:cubicBezTo>
                  <a:pt x="6030075" y="2924342"/>
                  <a:pt x="6030075" y="2924342"/>
                  <a:pt x="6030075" y="2924342"/>
                </a:cubicBezTo>
                <a:cubicBezTo>
                  <a:pt x="6064598" y="2896988"/>
                  <a:pt x="6057694" y="2862796"/>
                  <a:pt x="6090037" y="2844800"/>
                </a:cubicBezTo>
                <a:close/>
                <a:moveTo>
                  <a:pt x="4907326" y="2837622"/>
                </a:moveTo>
                <a:cubicBezTo>
                  <a:pt x="4905497" y="2837161"/>
                  <a:pt x="4903236" y="2837948"/>
                  <a:pt x="4900963" y="2839524"/>
                </a:cubicBezTo>
                <a:lnTo>
                  <a:pt x="4892787" y="2851488"/>
                </a:lnTo>
                <a:lnTo>
                  <a:pt x="4910108" y="2841756"/>
                </a:lnTo>
                <a:close/>
                <a:moveTo>
                  <a:pt x="5011169" y="2834213"/>
                </a:moveTo>
                <a:lnTo>
                  <a:pt x="5008857" y="2834951"/>
                </a:lnTo>
                <a:lnTo>
                  <a:pt x="5006753" y="2840377"/>
                </a:lnTo>
                <a:lnTo>
                  <a:pt x="5011494" y="2834925"/>
                </a:lnTo>
                <a:close/>
                <a:moveTo>
                  <a:pt x="5045369" y="2829533"/>
                </a:moveTo>
                <a:cubicBezTo>
                  <a:pt x="5043209" y="2836733"/>
                  <a:pt x="5038529" y="2836733"/>
                  <a:pt x="5036369" y="2841054"/>
                </a:cubicBezTo>
                <a:cubicBezTo>
                  <a:pt x="5040689" y="2847894"/>
                  <a:pt x="5038529" y="2856895"/>
                  <a:pt x="5045369" y="2861575"/>
                </a:cubicBezTo>
                <a:cubicBezTo>
                  <a:pt x="5049869" y="2854735"/>
                  <a:pt x="5056709" y="2851855"/>
                  <a:pt x="5063280" y="2848434"/>
                </a:cubicBezTo>
                <a:lnTo>
                  <a:pt x="5067179" y="2845884"/>
                </a:lnTo>
                <a:lnTo>
                  <a:pt x="5060844" y="2837060"/>
                </a:lnTo>
                <a:lnTo>
                  <a:pt x="5060472" y="2836427"/>
                </a:lnTo>
                <a:lnTo>
                  <a:pt x="5052209" y="2845734"/>
                </a:lnTo>
                <a:cubicBezTo>
                  <a:pt x="5050049" y="2841054"/>
                  <a:pt x="5056889" y="2829533"/>
                  <a:pt x="5045369" y="2829533"/>
                </a:cubicBezTo>
                <a:close/>
                <a:moveTo>
                  <a:pt x="4822528" y="2829533"/>
                </a:moveTo>
                <a:cubicBezTo>
                  <a:pt x="4822528" y="2829533"/>
                  <a:pt x="4822528" y="2829533"/>
                  <a:pt x="4813528" y="2843214"/>
                </a:cubicBezTo>
                <a:cubicBezTo>
                  <a:pt x="4818028" y="2845554"/>
                  <a:pt x="4821988" y="2845554"/>
                  <a:pt x="4825093" y="2843574"/>
                </a:cubicBezTo>
                <a:lnTo>
                  <a:pt x="4827313" y="2839600"/>
                </a:lnTo>
                <a:lnTo>
                  <a:pt x="4824325" y="2834394"/>
                </a:lnTo>
                <a:lnTo>
                  <a:pt x="4822687" y="2829577"/>
                </a:lnTo>
                <a:close/>
                <a:moveTo>
                  <a:pt x="5698288" y="2828925"/>
                </a:moveTo>
                <a:cubicBezTo>
                  <a:pt x="5705018" y="2828925"/>
                  <a:pt x="5740796" y="2854412"/>
                  <a:pt x="5725210" y="2868248"/>
                </a:cubicBezTo>
                <a:cubicBezTo>
                  <a:pt x="5713874" y="2854412"/>
                  <a:pt x="5707144" y="2840576"/>
                  <a:pt x="5698288" y="2828925"/>
                </a:cubicBezTo>
                <a:close/>
                <a:moveTo>
                  <a:pt x="5051945" y="2821928"/>
                </a:moveTo>
                <a:lnTo>
                  <a:pt x="5051669" y="2822288"/>
                </a:lnTo>
                <a:cubicBezTo>
                  <a:pt x="5048249" y="2825123"/>
                  <a:pt x="5044289" y="2827373"/>
                  <a:pt x="5050049" y="2827373"/>
                </a:cubicBezTo>
                <a:lnTo>
                  <a:pt x="5053874" y="2825208"/>
                </a:lnTo>
                <a:close/>
                <a:moveTo>
                  <a:pt x="5027369" y="2818372"/>
                </a:moveTo>
                <a:lnTo>
                  <a:pt x="5016394" y="2820268"/>
                </a:lnTo>
                <a:lnTo>
                  <a:pt x="5013565" y="2822805"/>
                </a:lnTo>
                <a:lnTo>
                  <a:pt x="5010575" y="2830519"/>
                </a:lnTo>
                <a:lnTo>
                  <a:pt x="5013314" y="2832832"/>
                </a:lnTo>
                <a:lnTo>
                  <a:pt x="5013951" y="2832100"/>
                </a:lnTo>
                <a:lnTo>
                  <a:pt x="5014416" y="2833762"/>
                </a:lnTo>
                <a:lnTo>
                  <a:pt x="5016389" y="2835428"/>
                </a:lnTo>
                <a:cubicBezTo>
                  <a:pt x="5019809" y="2837723"/>
                  <a:pt x="5022689" y="2839974"/>
                  <a:pt x="5022689" y="2843214"/>
                </a:cubicBezTo>
                <a:cubicBezTo>
                  <a:pt x="5031689" y="2843214"/>
                  <a:pt x="5022689" y="2827373"/>
                  <a:pt x="5027369" y="2818372"/>
                </a:cubicBezTo>
                <a:close/>
                <a:moveTo>
                  <a:pt x="6101820" y="2814889"/>
                </a:moveTo>
                <a:cubicBezTo>
                  <a:pt x="6104799" y="2814307"/>
                  <a:pt x="6108332" y="2815314"/>
                  <a:pt x="6112267" y="2818715"/>
                </a:cubicBezTo>
                <a:cubicBezTo>
                  <a:pt x="6107617" y="2829812"/>
                  <a:pt x="6100819" y="2836971"/>
                  <a:pt x="6094022" y="2841267"/>
                </a:cubicBezTo>
                <a:cubicBezTo>
                  <a:pt x="6088924" y="2832676"/>
                  <a:pt x="6092882" y="2816634"/>
                  <a:pt x="6101820" y="2814889"/>
                </a:cubicBezTo>
                <a:close/>
                <a:moveTo>
                  <a:pt x="5026984" y="2810769"/>
                </a:moveTo>
                <a:lnTo>
                  <a:pt x="5026115" y="2811549"/>
                </a:lnTo>
                <a:lnTo>
                  <a:pt x="5027369" y="2811532"/>
                </a:lnTo>
                <a:close/>
                <a:moveTo>
                  <a:pt x="5073081" y="2809378"/>
                </a:moveTo>
                <a:cubicBezTo>
                  <a:pt x="5070929" y="2811528"/>
                  <a:pt x="5070929" y="2815828"/>
                  <a:pt x="5068419" y="2815828"/>
                </a:cubicBezTo>
                <a:lnTo>
                  <a:pt x="5068875" y="2816738"/>
                </a:lnTo>
                <a:lnTo>
                  <a:pt x="5079066" y="2814350"/>
                </a:lnTo>
                <a:close/>
                <a:moveTo>
                  <a:pt x="5104636" y="2806870"/>
                </a:moveTo>
                <a:cubicBezTo>
                  <a:pt x="5104636" y="2811528"/>
                  <a:pt x="5104636" y="2818337"/>
                  <a:pt x="5107146" y="2825145"/>
                </a:cubicBezTo>
                <a:cubicBezTo>
                  <a:pt x="5098540" y="2803108"/>
                  <a:pt x="5091346" y="2817956"/>
                  <a:pt x="5082538" y="2817234"/>
                </a:cubicBezTo>
                <a:lnTo>
                  <a:pt x="5081692" y="2816531"/>
                </a:lnTo>
                <a:lnTo>
                  <a:pt x="5077522" y="2818749"/>
                </a:lnTo>
                <a:lnTo>
                  <a:pt x="5072346" y="2823658"/>
                </a:lnTo>
                <a:lnTo>
                  <a:pt x="5073053" y="2825067"/>
                </a:lnTo>
                <a:cubicBezTo>
                  <a:pt x="5073221" y="2830733"/>
                  <a:pt x="5069153" y="2835727"/>
                  <a:pt x="5070487" y="2841931"/>
                </a:cubicBezTo>
                <a:lnTo>
                  <a:pt x="5071342" y="2843163"/>
                </a:lnTo>
                <a:lnTo>
                  <a:pt x="5072606" y="2842336"/>
                </a:lnTo>
                <a:cubicBezTo>
                  <a:pt x="5075430" y="2839794"/>
                  <a:pt x="5077860" y="2836554"/>
                  <a:pt x="5079570" y="2832053"/>
                </a:cubicBezTo>
                <a:cubicBezTo>
                  <a:pt x="5093250" y="2829533"/>
                  <a:pt x="5093250" y="2838894"/>
                  <a:pt x="5102250" y="2838894"/>
                </a:cubicBezTo>
                <a:cubicBezTo>
                  <a:pt x="5107380" y="2833763"/>
                  <a:pt x="5110935" y="2828341"/>
                  <a:pt x="5113916" y="2823092"/>
                </a:cubicBezTo>
                <a:lnTo>
                  <a:pt x="5115415" y="2820404"/>
                </a:lnTo>
                <a:lnTo>
                  <a:pt x="5108625" y="2819591"/>
                </a:lnTo>
                <a:cubicBezTo>
                  <a:pt x="5108043" y="2816456"/>
                  <a:pt x="5108043" y="2811349"/>
                  <a:pt x="5104636" y="2806870"/>
                </a:cubicBezTo>
                <a:close/>
                <a:moveTo>
                  <a:pt x="5922755" y="2806700"/>
                </a:moveTo>
                <a:cubicBezTo>
                  <a:pt x="5940821" y="2813618"/>
                  <a:pt x="5911774" y="2832187"/>
                  <a:pt x="5907169" y="2846023"/>
                </a:cubicBezTo>
                <a:cubicBezTo>
                  <a:pt x="5898313" y="2832187"/>
                  <a:pt x="5911774" y="2829638"/>
                  <a:pt x="5922755" y="2806700"/>
                </a:cubicBezTo>
                <a:close/>
                <a:moveTo>
                  <a:pt x="5090882" y="2782623"/>
                </a:moveTo>
                <a:lnTo>
                  <a:pt x="5089062" y="2784132"/>
                </a:lnTo>
                <a:lnTo>
                  <a:pt x="5091368" y="2793253"/>
                </a:lnTo>
                <a:lnTo>
                  <a:pt x="5099372" y="2788369"/>
                </a:lnTo>
                <a:lnTo>
                  <a:pt x="5094915" y="2785025"/>
                </a:lnTo>
                <a:cubicBezTo>
                  <a:pt x="5093497" y="2783742"/>
                  <a:pt x="5092226" y="2782673"/>
                  <a:pt x="5090882" y="2782623"/>
                </a:cubicBezTo>
                <a:close/>
                <a:moveTo>
                  <a:pt x="4145654" y="2779378"/>
                </a:moveTo>
                <a:cubicBezTo>
                  <a:pt x="4143323" y="2780627"/>
                  <a:pt x="4141082" y="2783483"/>
                  <a:pt x="4139110" y="2787143"/>
                </a:cubicBezTo>
                <a:lnTo>
                  <a:pt x="4138936" y="2787586"/>
                </a:lnTo>
                <a:lnTo>
                  <a:pt x="4144643" y="2791010"/>
                </a:lnTo>
                <a:lnTo>
                  <a:pt x="4145968" y="2779784"/>
                </a:lnTo>
                <a:close/>
                <a:moveTo>
                  <a:pt x="4147508" y="2762344"/>
                </a:moveTo>
                <a:lnTo>
                  <a:pt x="4144282" y="2763601"/>
                </a:lnTo>
                <a:lnTo>
                  <a:pt x="4134878" y="2769094"/>
                </a:lnTo>
                <a:lnTo>
                  <a:pt x="4134345" y="2769913"/>
                </a:lnTo>
                <a:lnTo>
                  <a:pt x="4143502" y="2772952"/>
                </a:lnTo>
                <a:cubicBezTo>
                  <a:pt x="4147985" y="2775094"/>
                  <a:pt x="4148523" y="2768846"/>
                  <a:pt x="4149060" y="2762911"/>
                </a:cubicBezTo>
                <a:lnTo>
                  <a:pt x="4149124" y="2762539"/>
                </a:lnTo>
                <a:close/>
                <a:moveTo>
                  <a:pt x="6156896" y="2749550"/>
                </a:moveTo>
                <a:cubicBezTo>
                  <a:pt x="6168381" y="2761191"/>
                  <a:pt x="6170535" y="2754279"/>
                  <a:pt x="6177354" y="2765921"/>
                </a:cubicBezTo>
                <a:cubicBezTo>
                  <a:pt x="6166228" y="2781928"/>
                  <a:pt x="6150077" y="2772833"/>
                  <a:pt x="6138950" y="2784111"/>
                </a:cubicBezTo>
                <a:cubicBezTo>
                  <a:pt x="6136438" y="2781928"/>
                  <a:pt x="6143257" y="2756462"/>
                  <a:pt x="6156896" y="2749550"/>
                </a:cubicBezTo>
                <a:close/>
                <a:moveTo>
                  <a:pt x="4302588" y="2745985"/>
                </a:moveTo>
                <a:cubicBezTo>
                  <a:pt x="4300558" y="2746817"/>
                  <a:pt x="4299062" y="2748888"/>
                  <a:pt x="4297779" y="2751588"/>
                </a:cubicBezTo>
                <a:lnTo>
                  <a:pt x="4290880" y="2768533"/>
                </a:lnTo>
                <a:lnTo>
                  <a:pt x="4305181" y="2773097"/>
                </a:lnTo>
                <a:lnTo>
                  <a:pt x="4301418" y="2775776"/>
                </a:lnTo>
                <a:lnTo>
                  <a:pt x="4303494" y="2776744"/>
                </a:lnTo>
                <a:cubicBezTo>
                  <a:pt x="4307814" y="2777329"/>
                  <a:pt x="4311864" y="2776249"/>
                  <a:pt x="4315284" y="2773009"/>
                </a:cubicBezTo>
                <a:cubicBezTo>
                  <a:pt x="4299084" y="2770489"/>
                  <a:pt x="4303764" y="2759328"/>
                  <a:pt x="4310604" y="2747807"/>
                </a:cubicBezTo>
                <a:cubicBezTo>
                  <a:pt x="4307184" y="2745557"/>
                  <a:pt x="4304619" y="2745152"/>
                  <a:pt x="4302588" y="2745985"/>
                </a:cubicBezTo>
                <a:close/>
                <a:moveTo>
                  <a:pt x="5120174" y="2743881"/>
                </a:moveTo>
                <a:lnTo>
                  <a:pt x="5120610" y="2747807"/>
                </a:lnTo>
                <a:lnTo>
                  <a:pt x="5125554" y="2745782"/>
                </a:lnTo>
                <a:close/>
                <a:moveTo>
                  <a:pt x="5152290" y="2738807"/>
                </a:moveTo>
                <a:cubicBezTo>
                  <a:pt x="5149050" y="2759328"/>
                  <a:pt x="5122523" y="2755346"/>
                  <a:pt x="5116144" y="2763615"/>
                </a:cubicBezTo>
                <a:lnTo>
                  <a:pt x="5118040" y="2776978"/>
                </a:lnTo>
                <a:lnTo>
                  <a:pt x="5131888" y="2768528"/>
                </a:lnTo>
                <a:lnTo>
                  <a:pt x="5168406" y="2744200"/>
                </a:lnTo>
                <a:lnTo>
                  <a:pt x="5164542" y="2746047"/>
                </a:lnTo>
                <a:cubicBezTo>
                  <a:pt x="5160458" y="2745557"/>
                  <a:pt x="5160931" y="2736917"/>
                  <a:pt x="5152290" y="2738807"/>
                </a:cubicBezTo>
                <a:close/>
                <a:moveTo>
                  <a:pt x="5178063" y="2724707"/>
                </a:moveTo>
                <a:lnTo>
                  <a:pt x="5169869" y="2729479"/>
                </a:lnTo>
                <a:lnTo>
                  <a:pt x="5166045" y="2731324"/>
                </a:lnTo>
                <a:lnTo>
                  <a:pt x="5170520" y="2742792"/>
                </a:lnTo>
                <a:lnTo>
                  <a:pt x="5172766" y="2741295"/>
                </a:lnTo>
                <a:lnTo>
                  <a:pt x="5177307" y="2736081"/>
                </a:lnTo>
                <a:lnTo>
                  <a:pt x="5176904" y="2736482"/>
                </a:lnTo>
                <a:close/>
                <a:moveTo>
                  <a:pt x="4438045" y="2720445"/>
                </a:moveTo>
                <a:cubicBezTo>
                  <a:pt x="4433365" y="2734126"/>
                  <a:pt x="4419685" y="2731966"/>
                  <a:pt x="4422205" y="2745647"/>
                </a:cubicBezTo>
                <a:lnTo>
                  <a:pt x="4424640" y="2744875"/>
                </a:lnTo>
                <a:lnTo>
                  <a:pt x="4424776" y="2743195"/>
                </a:lnTo>
                <a:lnTo>
                  <a:pt x="4430124" y="2743134"/>
                </a:lnTo>
                <a:lnTo>
                  <a:pt x="4436245" y="2741192"/>
                </a:lnTo>
                <a:lnTo>
                  <a:pt x="4442387" y="2732055"/>
                </a:lnTo>
                <a:lnTo>
                  <a:pt x="4442510" y="2727325"/>
                </a:lnTo>
                <a:lnTo>
                  <a:pt x="4445567" y="2727325"/>
                </a:lnTo>
                <a:lnTo>
                  <a:pt x="4447045" y="2725126"/>
                </a:lnTo>
                <a:cubicBezTo>
                  <a:pt x="4447045" y="2725126"/>
                  <a:pt x="4447045" y="2725126"/>
                  <a:pt x="4438045" y="2720445"/>
                </a:cubicBezTo>
                <a:close/>
                <a:moveTo>
                  <a:pt x="4456045" y="2715765"/>
                </a:moveTo>
                <a:cubicBezTo>
                  <a:pt x="4457755" y="2719816"/>
                  <a:pt x="4458183" y="2722426"/>
                  <a:pt x="4457862" y="2724237"/>
                </a:cubicBezTo>
                <a:lnTo>
                  <a:pt x="4455619" y="2727325"/>
                </a:lnTo>
                <a:lnTo>
                  <a:pt x="4456148" y="2727325"/>
                </a:lnTo>
                <a:cubicBezTo>
                  <a:pt x="4458096" y="2727325"/>
                  <a:pt x="4458096" y="2727325"/>
                  <a:pt x="4458096" y="2727325"/>
                </a:cubicBezTo>
                <a:lnTo>
                  <a:pt x="4456883" y="2733989"/>
                </a:lnTo>
                <a:lnTo>
                  <a:pt x="4460320" y="2729536"/>
                </a:lnTo>
                <a:cubicBezTo>
                  <a:pt x="4462885" y="2723866"/>
                  <a:pt x="4462885" y="2717025"/>
                  <a:pt x="4456045" y="2715765"/>
                </a:cubicBezTo>
                <a:close/>
                <a:moveTo>
                  <a:pt x="4629542" y="2709558"/>
                </a:moveTo>
                <a:lnTo>
                  <a:pt x="4626478" y="2709798"/>
                </a:lnTo>
                <a:lnTo>
                  <a:pt x="4626729" y="2713865"/>
                </a:lnTo>
                <a:lnTo>
                  <a:pt x="4629656" y="2711985"/>
                </a:lnTo>
                <a:close/>
                <a:moveTo>
                  <a:pt x="5220553" y="2700337"/>
                </a:moveTo>
                <a:lnTo>
                  <a:pt x="5222727" y="2709574"/>
                </a:lnTo>
                <a:lnTo>
                  <a:pt x="5224507" y="2709291"/>
                </a:lnTo>
                <a:lnTo>
                  <a:pt x="5224713" y="2718017"/>
                </a:lnTo>
                <a:lnTo>
                  <a:pt x="5224759" y="2718212"/>
                </a:lnTo>
                <a:cubicBezTo>
                  <a:pt x="5224759" y="2711553"/>
                  <a:pt x="5235975" y="2713656"/>
                  <a:pt x="5227213" y="2718212"/>
                </a:cubicBezTo>
                <a:cubicBezTo>
                  <a:pt x="5224759" y="2718212"/>
                  <a:pt x="5222656" y="2720315"/>
                  <a:pt x="5222656" y="2724871"/>
                </a:cubicBezTo>
                <a:lnTo>
                  <a:pt x="5217566" y="2723312"/>
                </a:lnTo>
                <a:lnTo>
                  <a:pt x="5198049" y="2730128"/>
                </a:lnTo>
                <a:cubicBezTo>
                  <a:pt x="5195756" y="2721942"/>
                  <a:pt x="5198490" y="2716082"/>
                  <a:pt x="5203738" y="2712594"/>
                </a:cubicBezTo>
                <a:lnTo>
                  <a:pt x="5214755" y="2710842"/>
                </a:lnTo>
                <a:close/>
                <a:moveTo>
                  <a:pt x="4544966" y="2686243"/>
                </a:moveTo>
                <a:cubicBezTo>
                  <a:pt x="4538126" y="2695604"/>
                  <a:pt x="4553966" y="2697764"/>
                  <a:pt x="4547126" y="2704604"/>
                </a:cubicBezTo>
                <a:cubicBezTo>
                  <a:pt x="4538126" y="2713605"/>
                  <a:pt x="4544966" y="2693084"/>
                  <a:pt x="4533445" y="2693084"/>
                </a:cubicBezTo>
                <a:cubicBezTo>
                  <a:pt x="4531285" y="2702444"/>
                  <a:pt x="4526605" y="2697764"/>
                  <a:pt x="4522285" y="2706765"/>
                </a:cubicBezTo>
                <a:cubicBezTo>
                  <a:pt x="4531285" y="2715765"/>
                  <a:pt x="4535965" y="2711445"/>
                  <a:pt x="4542806" y="2711445"/>
                </a:cubicBezTo>
                <a:cubicBezTo>
                  <a:pt x="4535965" y="2729446"/>
                  <a:pt x="4522285" y="2711445"/>
                  <a:pt x="4515445" y="2727286"/>
                </a:cubicBezTo>
                <a:cubicBezTo>
                  <a:pt x="4501765" y="2722606"/>
                  <a:pt x="4503925" y="2711445"/>
                  <a:pt x="4494925" y="2713605"/>
                </a:cubicBezTo>
                <a:cubicBezTo>
                  <a:pt x="4490245" y="2725126"/>
                  <a:pt x="4497085" y="2720445"/>
                  <a:pt x="4503925" y="2725126"/>
                </a:cubicBezTo>
                <a:cubicBezTo>
                  <a:pt x="4497085" y="2743127"/>
                  <a:pt x="4481245" y="2715765"/>
                  <a:pt x="4476565" y="2738807"/>
                </a:cubicBezTo>
                <a:lnTo>
                  <a:pt x="4478403" y="2738640"/>
                </a:lnTo>
                <a:lnTo>
                  <a:pt x="4480320" y="2736427"/>
                </a:lnTo>
                <a:cubicBezTo>
                  <a:pt x="4482528" y="2735654"/>
                  <a:pt x="4484842" y="2736245"/>
                  <a:pt x="4486945" y="2737702"/>
                </a:cubicBezTo>
                <a:lnTo>
                  <a:pt x="4487022" y="2737856"/>
                </a:lnTo>
                <a:lnTo>
                  <a:pt x="4527551" y="2734171"/>
                </a:lnTo>
                <a:cubicBezTo>
                  <a:pt x="4544336" y="2730166"/>
                  <a:pt x="4560806" y="2723866"/>
                  <a:pt x="4576646" y="2715765"/>
                </a:cubicBezTo>
                <a:cubicBezTo>
                  <a:pt x="4572326" y="2713605"/>
                  <a:pt x="4565486" y="2709285"/>
                  <a:pt x="4558646" y="2713605"/>
                </a:cubicBezTo>
                <a:cubicBezTo>
                  <a:pt x="4553966" y="2706765"/>
                  <a:pt x="4563326" y="2695604"/>
                  <a:pt x="4560806" y="2686243"/>
                </a:cubicBezTo>
                <a:cubicBezTo>
                  <a:pt x="4553966" y="2684083"/>
                  <a:pt x="4549286" y="2684083"/>
                  <a:pt x="4544966" y="2686243"/>
                </a:cubicBezTo>
                <a:close/>
                <a:moveTo>
                  <a:pt x="4638207" y="2663562"/>
                </a:moveTo>
                <a:cubicBezTo>
                  <a:pt x="4629206" y="2659241"/>
                  <a:pt x="4619846" y="2679403"/>
                  <a:pt x="4633526" y="2684083"/>
                </a:cubicBezTo>
                <a:cubicBezTo>
                  <a:pt x="4640367" y="2675082"/>
                  <a:pt x="4633526" y="2672562"/>
                  <a:pt x="4638207" y="2663562"/>
                </a:cubicBezTo>
                <a:close/>
                <a:moveTo>
                  <a:pt x="4623581" y="2647901"/>
                </a:moveTo>
                <a:cubicBezTo>
                  <a:pt x="4619846" y="2649341"/>
                  <a:pt x="4616426" y="2652221"/>
                  <a:pt x="4613006" y="2654561"/>
                </a:cubicBezTo>
                <a:cubicBezTo>
                  <a:pt x="4610846" y="2661401"/>
                  <a:pt x="4610846" y="2675082"/>
                  <a:pt x="4599686" y="2672562"/>
                </a:cubicBezTo>
                <a:cubicBezTo>
                  <a:pt x="4599686" y="2666082"/>
                  <a:pt x="4601846" y="2656721"/>
                  <a:pt x="4597166" y="2652401"/>
                </a:cubicBezTo>
                <a:cubicBezTo>
                  <a:pt x="4590326" y="2659241"/>
                  <a:pt x="4581326" y="2661401"/>
                  <a:pt x="4588166" y="2672562"/>
                </a:cubicBezTo>
                <a:cubicBezTo>
                  <a:pt x="4597166" y="2666082"/>
                  <a:pt x="4597166" y="2686243"/>
                  <a:pt x="4606526" y="2679403"/>
                </a:cubicBezTo>
                <a:cubicBezTo>
                  <a:pt x="4601846" y="2697764"/>
                  <a:pt x="4588166" y="2684083"/>
                  <a:pt x="4581326" y="2686243"/>
                </a:cubicBezTo>
                <a:cubicBezTo>
                  <a:pt x="4579166" y="2690923"/>
                  <a:pt x="4572326" y="2697764"/>
                  <a:pt x="4576646" y="2702444"/>
                </a:cubicBezTo>
                <a:cubicBezTo>
                  <a:pt x="4583486" y="2695604"/>
                  <a:pt x="4590326" y="2697764"/>
                  <a:pt x="4599686" y="2697764"/>
                </a:cubicBezTo>
                <a:cubicBezTo>
                  <a:pt x="4599686" y="2713605"/>
                  <a:pt x="4590326" y="2699924"/>
                  <a:pt x="4586006" y="2715765"/>
                </a:cubicBezTo>
                <a:cubicBezTo>
                  <a:pt x="4591586" y="2715765"/>
                  <a:pt x="4597256" y="2713515"/>
                  <a:pt x="4603241" y="2711265"/>
                </a:cubicBezTo>
                <a:lnTo>
                  <a:pt x="4621790" y="2706900"/>
                </a:lnTo>
                <a:lnTo>
                  <a:pt x="4623158" y="2698283"/>
                </a:lnTo>
                <a:lnTo>
                  <a:pt x="4621190" y="2699086"/>
                </a:lnTo>
                <a:cubicBezTo>
                  <a:pt x="4616381" y="2700554"/>
                  <a:pt x="4612106" y="2701094"/>
                  <a:pt x="4608686" y="2699924"/>
                </a:cubicBezTo>
                <a:cubicBezTo>
                  <a:pt x="4613006" y="2699924"/>
                  <a:pt x="4615526" y="2697764"/>
                  <a:pt x="4619846" y="2695604"/>
                </a:cubicBezTo>
                <a:cubicBezTo>
                  <a:pt x="4610846" y="2688763"/>
                  <a:pt x="4601846" y="2697764"/>
                  <a:pt x="4610846" y="2681923"/>
                </a:cubicBezTo>
                <a:cubicBezTo>
                  <a:pt x="4617686" y="2670402"/>
                  <a:pt x="4613006" y="2699924"/>
                  <a:pt x="4619846" y="2688763"/>
                </a:cubicBezTo>
                <a:cubicBezTo>
                  <a:pt x="4631366" y="2672562"/>
                  <a:pt x="4613006" y="2684083"/>
                  <a:pt x="4615526" y="2672562"/>
                </a:cubicBezTo>
                <a:cubicBezTo>
                  <a:pt x="4629206" y="2670402"/>
                  <a:pt x="4617686" y="2654561"/>
                  <a:pt x="4636047" y="2649881"/>
                </a:cubicBezTo>
                <a:cubicBezTo>
                  <a:pt x="4631367" y="2646461"/>
                  <a:pt x="4627316" y="2646461"/>
                  <a:pt x="4623581" y="2647901"/>
                </a:cubicBezTo>
                <a:close/>
                <a:moveTo>
                  <a:pt x="4747084" y="2646790"/>
                </a:moveTo>
                <a:cubicBezTo>
                  <a:pt x="4752911" y="2645324"/>
                  <a:pt x="4759570" y="2645874"/>
                  <a:pt x="4762900" y="2646973"/>
                </a:cubicBezTo>
                <a:cubicBezTo>
                  <a:pt x="4762900" y="2651735"/>
                  <a:pt x="4756240" y="2653933"/>
                  <a:pt x="4758343" y="2658695"/>
                </a:cubicBezTo>
                <a:cubicBezTo>
                  <a:pt x="4747128" y="2651735"/>
                  <a:pt x="4745025" y="2656131"/>
                  <a:pt x="4736263" y="2658695"/>
                </a:cubicBezTo>
                <a:cubicBezTo>
                  <a:pt x="4736263" y="2651735"/>
                  <a:pt x="4741257" y="2648255"/>
                  <a:pt x="4747084" y="2646790"/>
                </a:cubicBezTo>
                <a:close/>
                <a:moveTo>
                  <a:pt x="5285941" y="2635750"/>
                </a:moveTo>
                <a:cubicBezTo>
                  <a:pt x="5281981" y="2635209"/>
                  <a:pt x="5279731" y="2636380"/>
                  <a:pt x="5277571" y="2645560"/>
                </a:cubicBezTo>
                <a:cubicBezTo>
                  <a:pt x="5281891" y="2652401"/>
                  <a:pt x="5304571" y="2652401"/>
                  <a:pt x="5304571" y="2636200"/>
                </a:cubicBezTo>
                <a:cubicBezTo>
                  <a:pt x="5295571" y="2638540"/>
                  <a:pt x="5289901" y="2636290"/>
                  <a:pt x="5285941" y="2635750"/>
                </a:cubicBezTo>
                <a:close/>
                <a:moveTo>
                  <a:pt x="5383618" y="2622550"/>
                </a:moveTo>
                <a:cubicBezTo>
                  <a:pt x="5381202" y="2633765"/>
                  <a:pt x="5377061" y="2644981"/>
                  <a:pt x="5368088" y="2649186"/>
                </a:cubicBezTo>
                <a:cubicBezTo>
                  <a:pt x="5368088" y="2633765"/>
                  <a:pt x="5374645" y="2627106"/>
                  <a:pt x="5383618" y="2622550"/>
                </a:cubicBezTo>
                <a:close/>
                <a:moveTo>
                  <a:pt x="4780467" y="2613540"/>
                </a:moveTo>
                <a:cubicBezTo>
                  <a:pt x="4778320" y="2618096"/>
                  <a:pt x="4785117" y="2618096"/>
                  <a:pt x="4782613" y="2622302"/>
                </a:cubicBezTo>
                <a:cubicBezTo>
                  <a:pt x="4775816" y="2624756"/>
                  <a:pt x="4771523" y="2638074"/>
                  <a:pt x="4760075" y="2628961"/>
                </a:cubicBezTo>
                <a:cubicBezTo>
                  <a:pt x="4760075" y="2611437"/>
                  <a:pt x="4775816" y="2626858"/>
                  <a:pt x="4778320" y="2615643"/>
                </a:cubicBezTo>
                <a:cubicBezTo>
                  <a:pt x="4775816" y="2615643"/>
                  <a:pt x="4775816" y="2611437"/>
                  <a:pt x="4780467" y="2613540"/>
                </a:cubicBezTo>
                <a:close/>
                <a:moveTo>
                  <a:pt x="5326870" y="2612231"/>
                </a:moveTo>
                <a:lnTo>
                  <a:pt x="5327264" y="2613476"/>
                </a:lnTo>
                <a:lnTo>
                  <a:pt x="5329833" y="2612887"/>
                </a:lnTo>
                <a:close/>
                <a:moveTo>
                  <a:pt x="5459373" y="2604518"/>
                </a:moveTo>
                <a:cubicBezTo>
                  <a:pt x="5452533" y="2604518"/>
                  <a:pt x="5450373" y="2609198"/>
                  <a:pt x="5445693" y="2611358"/>
                </a:cubicBezTo>
                <a:cubicBezTo>
                  <a:pt x="5445693" y="2614778"/>
                  <a:pt x="5445153" y="2619278"/>
                  <a:pt x="5446053" y="2622384"/>
                </a:cubicBezTo>
                <a:lnTo>
                  <a:pt x="5454847" y="2624978"/>
                </a:lnTo>
                <a:lnTo>
                  <a:pt x="5455183" y="2624420"/>
                </a:lnTo>
                <a:close/>
                <a:moveTo>
                  <a:pt x="5390725" y="2603500"/>
                </a:moveTo>
                <a:cubicBezTo>
                  <a:pt x="5399488" y="2603500"/>
                  <a:pt x="5399488" y="2638061"/>
                  <a:pt x="5388272" y="2624236"/>
                </a:cubicBezTo>
                <a:cubicBezTo>
                  <a:pt x="5399488" y="2621690"/>
                  <a:pt x="5372850" y="2610412"/>
                  <a:pt x="5390725" y="2603500"/>
                </a:cubicBezTo>
                <a:close/>
                <a:moveTo>
                  <a:pt x="4790767" y="2603500"/>
                </a:moveTo>
                <a:cubicBezTo>
                  <a:pt x="4790767" y="2603500"/>
                  <a:pt x="4790767" y="2603500"/>
                  <a:pt x="4804172" y="2608086"/>
                </a:cubicBezTo>
                <a:cubicBezTo>
                  <a:pt x="4802056" y="2616905"/>
                  <a:pt x="4793236" y="2614436"/>
                  <a:pt x="4788650" y="2619022"/>
                </a:cubicBezTo>
                <a:cubicBezTo>
                  <a:pt x="4793236" y="2612319"/>
                  <a:pt x="4788650" y="2610203"/>
                  <a:pt x="4790767" y="2603500"/>
                </a:cubicBezTo>
                <a:close/>
                <a:moveTo>
                  <a:pt x="5327655" y="2586160"/>
                </a:moveTo>
                <a:lnTo>
                  <a:pt x="5327613" y="2586185"/>
                </a:lnTo>
                <a:lnTo>
                  <a:pt x="5327724" y="2589899"/>
                </a:lnTo>
                <a:lnTo>
                  <a:pt x="5330806" y="2587321"/>
                </a:lnTo>
                <a:lnTo>
                  <a:pt x="5331571" y="2586486"/>
                </a:lnTo>
                <a:close/>
                <a:moveTo>
                  <a:pt x="5395212" y="2579687"/>
                </a:moveTo>
                <a:cubicBezTo>
                  <a:pt x="5395212" y="2589212"/>
                  <a:pt x="5397752" y="2589212"/>
                  <a:pt x="5406823" y="2579687"/>
                </a:cubicBezTo>
                <a:cubicBezTo>
                  <a:pt x="5409000" y="2584449"/>
                  <a:pt x="5404646" y="2591410"/>
                  <a:pt x="5397752" y="2598370"/>
                </a:cubicBezTo>
                <a:cubicBezTo>
                  <a:pt x="5395212" y="2593608"/>
                  <a:pt x="5388317" y="2596172"/>
                  <a:pt x="5383963" y="2589212"/>
                </a:cubicBezTo>
                <a:cubicBezTo>
                  <a:pt x="5395212" y="2579687"/>
                  <a:pt x="5395212" y="2579687"/>
                  <a:pt x="5395212" y="2579687"/>
                </a:cubicBezTo>
                <a:close/>
                <a:moveTo>
                  <a:pt x="5356394" y="2569242"/>
                </a:moveTo>
                <a:lnTo>
                  <a:pt x="5352919" y="2571173"/>
                </a:lnTo>
                <a:lnTo>
                  <a:pt x="5350205" y="2583548"/>
                </a:lnTo>
                <a:lnTo>
                  <a:pt x="5353196" y="2584172"/>
                </a:lnTo>
                <a:cubicBezTo>
                  <a:pt x="5355543" y="2580754"/>
                  <a:pt x="5355543" y="2577335"/>
                  <a:pt x="5355543" y="2573647"/>
                </a:cubicBezTo>
                <a:close/>
                <a:moveTo>
                  <a:pt x="5451949" y="2555069"/>
                </a:moveTo>
                <a:cubicBezTo>
                  <a:pt x="5447644" y="2559400"/>
                  <a:pt x="5442980" y="2559400"/>
                  <a:pt x="5440827" y="2559400"/>
                </a:cubicBezTo>
                <a:cubicBezTo>
                  <a:pt x="5438495" y="2564093"/>
                  <a:pt x="5442980" y="2565266"/>
                  <a:pt x="5445805" y="2567251"/>
                </a:cubicBezTo>
                <a:lnTo>
                  <a:pt x="5446081" y="2567841"/>
                </a:lnTo>
                <a:lnTo>
                  <a:pt x="5457842" y="2558326"/>
                </a:lnTo>
                <a:close/>
                <a:moveTo>
                  <a:pt x="4943920" y="2548497"/>
                </a:moveTo>
                <a:cubicBezTo>
                  <a:pt x="4946484" y="2547003"/>
                  <a:pt x="4950514" y="2548124"/>
                  <a:pt x="4953994" y="2551485"/>
                </a:cubicBezTo>
                <a:cubicBezTo>
                  <a:pt x="4956559" y="2563438"/>
                  <a:pt x="4949598" y="2563438"/>
                  <a:pt x="4942637" y="2561197"/>
                </a:cubicBezTo>
                <a:cubicBezTo>
                  <a:pt x="4940256" y="2554100"/>
                  <a:pt x="4941355" y="2549991"/>
                  <a:pt x="4943920" y="2548497"/>
                </a:cubicBezTo>
                <a:close/>
                <a:moveTo>
                  <a:pt x="4895084" y="2533650"/>
                </a:moveTo>
                <a:lnTo>
                  <a:pt x="4909384" y="2547141"/>
                </a:lnTo>
                <a:lnTo>
                  <a:pt x="4919673" y="2540000"/>
                </a:lnTo>
                <a:cubicBezTo>
                  <a:pt x="4926409" y="2546904"/>
                  <a:pt x="4894858" y="2569798"/>
                  <a:pt x="4890250" y="2558170"/>
                </a:cubicBezTo>
                <a:lnTo>
                  <a:pt x="4902060" y="2551902"/>
                </a:lnTo>
                <a:lnTo>
                  <a:pt x="4899722" y="2547285"/>
                </a:lnTo>
                <a:cubicBezTo>
                  <a:pt x="4888306" y="2563073"/>
                  <a:pt x="4872610" y="2574555"/>
                  <a:pt x="4856913" y="2585678"/>
                </a:cubicBezTo>
                <a:lnTo>
                  <a:pt x="4857138" y="2584945"/>
                </a:lnTo>
                <a:lnTo>
                  <a:pt x="4855897" y="2586908"/>
                </a:lnTo>
                <a:cubicBezTo>
                  <a:pt x="4849855" y="2591903"/>
                  <a:pt x="4842406" y="2596284"/>
                  <a:pt x="4837863" y="2598386"/>
                </a:cubicBezTo>
                <a:cubicBezTo>
                  <a:pt x="4838953" y="2592954"/>
                  <a:pt x="4844132" y="2588573"/>
                  <a:pt x="4849901" y="2584411"/>
                </a:cubicBezTo>
                <a:lnTo>
                  <a:pt x="4859764" y="2576396"/>
                </a:lnTo>
                <a:lnTo>
                  <a:pt x="4861874" y="2569526"/>
                </a:lnTo>
                <a:cubicBezTo>
                  <a:pt x="4869733" y="2556860"/>
                  <a:pt x="4884917" y="2552218"/>
                  <a:pt x="4895084" y="2533650"/>
                </a:cubicBezTo>
                <a:close/>
                <a:moveTo>
                  <a:pt x="264714" y="2532062"/>
                </a:moveTo>
                <a:cubicBezTo>
                  <a:pt x="267200" y="2538809"/>
                  <a:pt x="271461" y="2540939"/>
                  <a:pt x="278208" y="2543070"/>
                </a:cubicBezTo>
                <a:cubicBezTo>
                  <a:pt x="264714" y="2543070"/>
                  <a:pt x="251220" y="2556564"/>
                  <a:pt x="249090" y="2578935"/>
                </a:cubicBezTo>
                <a:cubicBezTo>
                  <a:pt x="244473" y="2581420"/>
                  <a:pt x="238082" y="2578935"/>
                  <a:pt x="235596" y="2585682"/>
                </a:cubicBezTo>
                <a:cubicBezTo>
                  <a:pt x="224588" y="2576804"/>
                  <a:pt x="240212" y="2572188"/>
                  <a:pt x="244473" y="2554433"/>
                </a:cubicBezTo>
                <a:cubicBezTo>
                  <a:pt x="253706" y="2561180"/>
                  <a:pt x="260453" y="2547686"/>
                  <a:pt x="264714" y="2532062"/>
                </a:cubicBezTo>
                <a:close/>
                <a:moveTo>
                  <a:pt x="518836" y="2525121"/>
                </a:moveTo>
                <a:cubicBezTo>
                  <a:pt x="507315" y="2531960"/>
                  <a:pt x="498314" y="2549958"/>
                  <a:pt x="486793" y="2561476"/>
                </a:cubicBezTo>
                <a:cubicBezTo>
                  <a:pt x="484633" y="2554637"/>
                  <a:pt x="475632" y="2549958"/>
                  <a:pt x="468791" y="2554637"/>
                </a:cubicBezTo>
                <a:cubicBezTo>
                  <a:pt x="459790" y="2581993"/>
                  <a:pt x="450429" y="2597831"/>
                  <a:pt x="450429" y="2625187"/>
                </a:cubicBezTo>
                <a:cubicBezTo>
                  <a:pt x="459790" y="2611509"/>
                  <a:pt x="455110" y="2632026"/>
                  <a:pt x="464110" y="2629506"/>
                </a:cubicBezTo>
                <a:cubicBezTo>
                  <a:pt x="470951" y="2609349"/>
                  <a:pt x="484633" y="2625187"/>
                  <a:pt x="491473" y="2606830"/>
                </a:cubicBezTo>
                <a:cubicBezTo>
                  <a:pt x="486793" y="2575154"/>
                  <a:pt x="511996" y="2554637"/>
                  <a:pt x="518836" y="2525121"/>
                </a:cubicBezTo>
                <a:close/>
                <a:moveTo>
                  <a:pt x="4944402" y="2523999"/>
                </a:moveTo>
                <a:cubicBezTo>
                  <a:pt x="4964510" y="2519362"/>
                  <a:pt x="4928880" y="2550755"/>
                  <a:pt x="4926763" y="2535058"/>
                </a:cubicBezTo>
                <a:cubicBezTo>
                  <a:pt x="4933466" y="2526140"/>
                  <a:pt x="4946519" y="2535058"/>
                  <a:pt x="4944402" y="2523999"/>
                </a:cubicBezTo>
                <a:close/>
                <a:moveTo>
                  <a:pt x="5006822" y="2513012"/>
                </a:moveTo>
                <a:cubicBezTo>
                  <a:pt x="5008957" y="2526417"/>
                  <a:pt x="5008957" y="2528534"/>
                  <a:pt x="5000061" y="2528534"/>
                </a:cubicBezTo>
                <a:cubicBezTo>
                  <a:pt x="4988675" y="2515128"/>
                  <a:pt x="5004331" y="2519715"/>
                  <a:pt x="5006822" y="2513012"/>
                </a:cubicBezTo>
                <a:close/>
                <a:moveTo>
                  <a:pt x="6100714" y="2503487"/>
                </a:moveTo>
                <a:cubicBezTo>
                  <a:pt x="6110068" y="2507809"/>
                  <a:pt x="6091721" y="2544550"/>
                  <a:pt x="6087044" y="2524018"/>
                </a:cubicBezTo>
                <a:cubicBezTo>
                  <a:pt x="6082727" y="2530862"/>
                  <a:pt x="6089562" y="2535185"/>
                  <a:pt x="6082727" y="2544550"/>
                </a:cubicBezTo>
                <a:cubicBezTo>
                  <a:pt x="6098556" y="2528341"/>
                  <a:pt x="6107549" y="2557877"/>
                  <a:pt x="6116903" y="2530862"/>
                </a:cubicBezTo>
                <a:cubicBezTo>
                  <a:pt x="6123378" y="2533023"/>
                  <a:pt x="6114385" y="2544550"/>
                  <a:pt x="6121220" y="2546711"/>
                </a:cubicBezTo>
                <a:cubicBezTo>
                  <a:pt x="6114385" y="2553555"/>
                  <a:pt x="6100714" y="2548872"/>
                  <a:pt x="6091721" y="2551034"/>
                </a:cubicBezTo>
                <a:cubicBezTo>
                  <a:pt x="6093879" y="2567243"/>
                  <a:pt x="6062221" y="2617311"/>
                  <a:pt x="6089562" y="2614790"/>
                </a:cubicBezTo>
                <a:cubicBezTo>
                  <a:pt x="6096397" y="2640004"/>
                  <a:pt x="6025887" y="2658374"/>
                  <a:pt x="6046393" y="2687911"/>
                </a:cubicBezTo>
                <a:cubicBezTo>
                  <a:pt x="6028045" y="2712765"/>
                  <a:pt x="6023369" y="2735458"/>
                  <a:pt x="6014375" y="2762833"/>
                </a:cubicBezTo>
                <a:cubicBezTo>
                  <a:pt x="6007540" y="2790209"/>
                  <a:pt x="6003223" y="2819745"/>
                  <a:pt x="5980199" y="2853965"/>
                </a:cubicBezTo>
                <a:cubicBezTo>
                  <a:pt x="5969047" y="2840277"/>
                  <a:pt x="5950700" y="2790209"/>
                  <a:pt x="5987034" y="2788047"/>
                </a:cubicBezTo>
                <a:cubicBezTo>
                  <a:pt x="5984876" y="2758511"/>
                  <a:pt x="5993870" y="2733296"/>
                  <a:pt x="6007540" y="2708442"/>
                </a:cubicBezTo>
                <a:cubicBezTo>
                  <a:pt x="6012217" y="2694755"/>
                  <a:pt x="6018512" y="2681607"/>
                  <a:pt x="6024493" y="2667920"/>
                </a:cubicBezTo>
                <a:lnTo>
                  <a:pt x="6031927" y="2646322"/>
                </a:lnTo>
                <a:lnTo>
                  <a:pt x="6032010" y="2638643"/>
                </a:lnTo>
                <a:cubicBezTo>
                  <a:pt x="6034283" y="2631452"/>
                  <a:pt x="6040013" y="2622804"/>
                  <a:pt x="6043470" y="2614612"/>
                </a:cubicBezTo>
                <a:lnTo>
                  <a:pt x="6048771" y="2626550"/>
                </a:lnTo>
                <a:lnTo>
                  <a:pt x="6051682" y="2627307"/>
                </a:lnTo>
                <a:cubicBezTo>
                  <a:pt x="6062289" y="2624335"/>
                  <a:pt x="6067888" y="2605965"/>
                  <a:pt x="6064380" y="2598941"/>
                </a:cubicBezTo>
                <a:cubicBezTo>
                  <a:pt x="6048551" y="2594618"/>
                  <a:pt x="6069057" y="2619472"/>
                  <a:pt x="6048551" y="2608306"/>
                </a:cubicBezTo>
                <a:cubicBezTo>
                  <a:pt x="6057545" y="2567243"/>
                  <a:pt x="6080568" y="2535185"/>
                  <a:pt x="6078050" y="2505648"/>
                </a:cubicBezTo>
                <a:cubicBezTo>
                  <a:pt x="6087044" y="2507809"/>
                  <a:pt x="6084885" y="2512492"/>
                  <a:pt x="6091721" y="2514653"/>
                </a:cubicBezTo>
                <a:cubicBezTo>
                  <a:pt x="6096397" y="2517174"/>
                  <a:pt x="6098556" y="2507809"/>
                  <a:pt x="6100714" y="2503487"/>
                </a:cubicBezTo>
                <a:close/>
                <a:moveTo>
                  <a:pt x="5026516" y="2502944"/>
                </a:moveTo>
                <a:cubicBezTo>
                  <a:pt x="5028827" y="2503061"/>
                  <a:pt x="5030667" y="2503350"/>
                  <a:pt x="5031212" y="2503350"/>
                </a:cubicBezTo>
                <a:cubicBezTo>
                  <a:pt x="5035937" y="2512246"/>
                  <a:pt x="5022127" y="2519006"/>
                  <a:pt x="5015223" y="2519006"/>
                </a:cubicBezTo>
                <a:cubicBezTo>
                  <a:pt x="5008409" y="2503795"/>
                  <a:pt x="5019584" y="2502594"/>
                  <a:pt x="5026516" y="2502944"/>
                </a:cubicBezTo>
                <a:close/>
                <a:moveTo>
                  <a:pt x="5010538" y="2482850"/>
                </a:moveTo>
                <a:cubicBezTo>
                  <a:pt x="5010538" y="2496255"/>
                  <a:pt x="4999314" y="2494139"/>
                  <a:pt x="4990263" y="2498372"/>
                </a:cubicBezTo>
                <a:cubicBezTo>
                  <a:pt x="4992435" y="2487436"/>
                  <a:pt x="4999314" y="2482850"/>
                  <a:pt x="5010538" y="2482850"/>
                </a:cubicBezTo>
                <a:close/>
                <a:moveTo>
                  <a:pt x="6100537" y="2481081"/>
                </a:moveTo>
                <a:cubicBezTo>
                  <a:pt x="6106261" y="2480503"/>
                  <a:pt x="6111985" y="2482193"/>
                  <a:pt x="6115437" y="2487886"/>
                </a:cubicBezTo>
                <a:cubicBezTo>
                  <a:pt x="6111076" y="2496781"/>
                  <a:pt x="6099447" y="2492155"/>
                  <a:pt x="6085638" y="2487886"/>
                </a:cubicBezTo>
                <a:cubicBezTo>
                  <a:pt x="6089091" y="2484506"/>
                  <a:pt x="6094814" y="2481659"/>
                  <a:pt x="6100537" y="2481081"/>
                </a:cubicBezTo>
                <a:close/>
                <a:moveTo>
                  <a:pt x="5540857" y="2478548"/>
                </a:moveTo>
                <a:lnTo>
                  <a:pt x="5533750" y="2486489"/>
                </a:lnTo>
                <a:cubicBezTo>
                  <a:pt x="5535902" y="2465915"/>
                  <a:pt x="5511147" y="2500205"/>
                  <a:pt x="5508635" y="2495873"/>
                </a:cubicBezTo>
                <a:cubicBezTo>
                  <a:pt x="5520116" y="2504897"/>
                  <a:pt x="5504330" y="2516086"/>
                  <a:pt x="5488544" y="2516086"/>
                </a:cubicBezTo>
                <a:cubicBezTo>
                  <a:pt x="5479216" y="2527637"/>
                  <a:pt x="5499666" y="2518613"/>
                  <a:pt x="5495002" y="2529802"/>
                </a:cubicBezTo>
                <a:lnTo>
                  <a:pt x="5481512" y="2537874"/>
                </a:lnTo>
                <a:lnTo>
                  <a:pt x="5484573" y="2545473"/>
                </a:lnTo>
                <a:cubicBezTo>
                  <a:pt x="5493573" y="2540793"/>
                  <a:pt x="5502573" y="2518112"/>
                  <a:pt x="5511933" y="2531793"/>
                </a:cubicBezTo>
                <a:cubicBezTo>
                  <a:pt x="5507253" y="2538633"/>
                  <a:pt x="5498253" y="2540793"/>
                  <a:pt x="5498253" y="2549794"/>
                </a:cubicBezTo>
                <a:cubicBezTo>
                  <a:pt x="5518773" y="2551954"/>
                  <a:pt x="5514093" y="2531793"/>
                  <a:pt x="5527773" y="2527112"/>
                </a:cubicBezTo>
                <a:cubicBezTo>
                  <a:pt x="5527773" y="2527112"/>
                  <a:pt x="5527773" y="2527112"/>
                  <a:pt x="5527773" y="2536113"/>
                </a:cubicBezTo>
                <a:cubicBezTo>
                  <a:pt x="5532093" y="2536113"/>
                  <a:pt x="5532093" y="2538633"/>
                  <a:pt x="5532093" y="2542953"/>
                </a:cubicBezTo>
                <a:cubicBezTo>
                  <a:pt x="5525613" y="2545473"/>
                  <a:pt x="5516253" y="2545473"/>
                  <a:pt x="5514093" y="2551954"/>
                </a:cubicBezTo>
                <a:cubicBezTo>
                  <a:pt x="5514093" y="2556634"/>
                  <a:pt x="5511933" y="2563475"/>
                  <a:pt x="5516253" y="2563475"/>
                </a:cubicBezTo>
                <a:lnTo>
                  <a:pt x="5537189" y="2545289"/>
                </a:lnTo>
                <a:lnTo>
                  <a:pt x="5537730" y="2540575"/>
                </a:lnTo>
                <a:cubicBezTo>
                  <a:pt x="5537730" y="2527255"/>
                  <a:pt x="5535480" y="2514835"/>
                  <a:pt x="5536560" y="2502416"/>
                </a:cubicBezTo>
                <a:close/>
                <a:moveTo>
                  <a:pt x="5725775" y="2474909"/>
                </a:moveTo>
                <a:cubicBezTo>
                  <a:pt x="5720015" y="2481749"/>
                  <a:pt x="5713175" y="2487960"/>
                  <a:pt x="5706920" y="2494440"/>
                </a:cubicBezTo>
                <a:lnTo>
                  <a:pt x="5695005" y="2510863"/>
                </a:lnTo>
                <a:lnTo>
                  <a:pt x="5695199" y="2511241"/>
                </a:lnTo>
                <a:lnTo>
                  <a:pt x="5695190" y="2513057"/>
                </a:lnTo>
                <a:lnTo>
                  <a:pt x="5714615" y="2499435"/>
                </a:lnTo>
                <a:cubicBezTo>
                  <a:pt x="5720015" y="2492370"/>
                  <a:pt x="5723435" y="2483909"/>
                  <a:pt x="5725775" y="2474909"/>
                </a:cubicBezTo>
                <a:close/>
                <a:moveTo>
                  <a:pt x="5100090" y="2472388"/>
                </a:moveTo>
                <a:cubicBezTo>
                  <a:pt x="5095410" y="2483909"/>
                  <a:pt x="5086410" y="2486069"/>
                  <a:pt x="5084250" y="2499750"/>
                </a:cubicBezTo>
                <a:lnTo>
                  <a:pt x="5089503" y="2499466"/>
                </a:lnTo>
                <a:lnTo>
                  <a:pt x="5091367" y="2492375"/>
                </a:lnTo>
                <a:lnTo>
                  <a:pt x="5094809" y="2499178"/>
                </a:lnTo>
                <a:lnTo>
                  <a:pt x="5094836" y="2499177"/>
                </a:lnTo>
                <a:cubicBezTo>
                  <a:pt x="5102970" y="2495160"/>
                  <a:pt x="5105130" y="2482739"/>
                  <a:pt x="5113770" y="2479229"/>
                </a:cubicBezTo>
                <a:cubicBezTo>
                  <a:pt x="5113770" y="2472388"/>
                  <a:pt x="5106930" y="2470228"/>
                  <a:pt x="5100090" y="2472388"/>
                </a:cubicBezTo>
                <a:close/>
                <a:moveTo>
                  <a:pt x="5821936" y="2463800"/>
                </a:moveTo>
                <a:cubicBezTo>
                  <a:pt x="5826522" y="2479765"/>
                  <a:pt x="5821936" y="2500448"/>
                  <a:pt x="5811000" y="2514237"/>
                </a:cubicBezTo>
                <a:cubicBezTo>
                  <a:pt x="5795125" y="2502988"/>
                  <a:pt x="5817703" y="2479765"/>
                  <a:pt x="5821936" y="2463800"/>
                </a:cubicBezTo>
                <a:close/>
                <a:moveTo>
                  <a:pt x="5504270" y="2438400"/>
                </a:moveTo>
                <a:cubicBezTo>
                  <a:pt x="5508566" y="2447485"/>
                  <a:pt x="5515367" y="2451845"/>
                  <a:pt x="5513219" y="2468198"/>
                </a:cubicBezTo>
                <a:cubicBezTo>
                  <a:pt x="5479213" y="2465655"/>
                  <a:pt x="5492816" y="2465655"/>
                  <a:pt x="5504270" y="2438400"/>
                </a:cubicBezTo>
                <a:close/>
                <a:moveTo>
                  <a:pt x="5015849" y="2436026"/>
                </a:moveTo>
                <a:cubicBezTo>
                  <a:pt x="5004329" y="2438546"/>
                  <a:pt x="4997849" y="2445027"/>
                  <a:pt x="4993169" y="2456547"/>
                </a:cubicBezTo>
                <a:cubicBezTo>
                  <a:pt x="5004329" y="2454387"/>
                  <a:pt x="5013689" y="2447547"/>
                  <a:pt x="5015849" y="2436026"/>
                </a:cubicBezTo>
                <a:close/>
                <a:moveTo>
                  <a:pt x="6105383" y="2435225"/>
                </a:moveTo>
                <a:cubicBezTo>
                  <a:pt x="6117024" y="2446673"/>
                  <a:pt x="6093741" y="2460267"/>
                  <a:pt x="6082463" y="2453470"/>
                </a:cubicBezTo>
                <a:cubicBezTo>
                  <a:pt x="6084646" y="2439875"/>
                  <a:pt x="6100653" y="2446673"/>
                  <a:pt x="6105383" y="2435225"/>
                </a:cubicBezTo>
                <a:close/>
                <a:moveTo>
                  <a:pt x="5067703" y="2432050"/>
                </a:moveTo>
                <a:cubicBezTo>
                  <a:pt x="5067703" y="2443273"/>
                  <a:pt x="5067703" y="2452325"/>
                  <a:pt x="5056938" y="2450152"/>
                </a:cubicBezTo>
                <a:cubicBezTo>
                  <a:pt x="5059021" y="2441101"/>
                  <a:pt x="5061105" y="2434222"/>
                  <a:pt x="5067703" y="2432050"/>
                </a:cubicBezTo>
                <a:close/>
                <a:moveTo>
                  <a:pt x="5147067" y="2429422"/>
                </a:moveTo>
                <a:cubicBezTo>
                  <a:pt x="5147067" y="2438673"/>
                  <a:pt x="5140270" y="2436182"/>
                  <a:pt x="5142417" y="2447569"/>
                </a:cubicBezTo>
                <a:cubicBezTo>
                  <a:pt x="5142417" y="2447569"/>
                  <a:pt x="5142417" y="2447569"/>
                  <a:pt x="5124171" y="2447569"/>
                </a:cubicBezTo>
                <a:cubicBezTo>
                  <a:pt x="5124171" y="2440808"/>
                  <a:pt x="5122025" y="2434047"/>
                  <a:pt x="5128822" y="2431913"/>
                </a:cubicBezTo>
                <a:cubicBezTo>
                  <a:pt x="5128822" y="2436182"/>
                  <a:pt x="5133473" y="2436182"/>
                  <a:pt x="5140270" y="2436182"/>
                </a:cubicBezTo>
                <a:cubicBezTo>
                  <a:pt x="5140270" y="2431913"/>
                  <a:pt x="5140270" y="2427287"/>
                  <a:pt x="5147067" y="2429422"/>
                </a:cubicBezTo>
                <a:close/>
                <a:moveTo>
                  <a:pt x="462355" y="2426237"/>
                </a:moveTo>
                <a:cubicBezTo>
                  <a:pt x="448761" y="2440012"/>
                  <a:pt x="453411" y="2449074"/>
                  <a:pt x="448761" y="2465024"/>
                </a:cubicBezTo>
                <a:cubicBezTo>
                  <a:pt x="437313" y="2460674"/>
                  <a:pt x="441963" y="2419350"/>
                  <a:pt x="462355" y="2426237"/>
                </a:cubicBezTo>
                <a:close/>
                <a:moveTo>
                  <a:pt x="6136018" y="2411412"/>
                </a:moveTo>
                <a:cubicBezTo>
                  <a:pt x="6151959" y="2447649"/>
                  <a:pt x="6122557" y="2488551"/>
                  <a:pt x="6125037" y="2526941"/>
                </a:cubicBezTo>
                <a:cubicBezTo>
                  <a:pt x="6109450" y="2497520"/>
                  <a:pt x="6142749" y="2445138"/>
                  <a:pt x="6136018" y="2411412"/>
                </a:cubicBezTo>
                <a:close/>
                <a:moveTo>
                  <a:pt x="6250376" y="2403475"/>
                </a:moveTo>
                <a:cubicBezTo>
                  <a:pt x="6227566" y="2423823"/>
                  <a:pt x="6239152" y="2448456"/>
                  <a:pt x="6209463" y="2477730"/>
                </a:cubicBezTo>
                <a:cubicBezTo>
                  <a:pt x="6216342" y="2462022"/>
                  <a:pt x="6218515" y="2403475"/>
                  <a:pt x="6250376" y="2403475"/>
                </a:cubicBezTo>
                <a:close/>
                <a:moveTo>
                  <a:pt x="5191627" y="2401613"/>
                </a:moveTo>
                <a:lnTo>
                  <a:pt x="5190496" y="2402724"/>
                </a:lnTo>
                <a:lnTo>
                  <a:pt x="5188389" y="2408310"/>
                </a:lnTo>
                <a:lnTo>
                  <a:pt x="5190882" y="2410985"/>
                </a:lnTo>
                <a:lnTo>
                  <a:pt x="5193470" y="2409595"/>
                </a:lnTo>
                <a:close/>
                <a:moveTo>
                  <a:pt x="6055590" y="2397125"/>
                </a:moveTo>
                <a:cubicBezTo>
                  <a:pt x="6069400" y="2401849"/>
                  <a:pt x="6057770" y="2422199"/>
                  <a:pt x="6050866" y="2426923"/>
                </a:cubicBezTo>
                <a:cubicBezTo>
                  <a:pt x="6039600" y="2422199"/>
                  <a:pt x="6055590" y="2406210"/>
                  <a:pt x="6055590" y="2397125"/>
                </a:cubicBezTo>
                <a:close/>
                <a:moveTo>
                  <a:pt x="5157467" y="2394874"/>
                </a:moveTo>
                <a:cubicBezTo>
                  <a:pt x="5175637" y="2392362"/>
                  <a:pt x="5164371" y="2417486"/>
                  <a:pt x="5159647" y="2424305"/>
                </a:cubicBezTo>
                <a:cubicBezTo>
                  <a:pt x="5162191" y="2412820"/>
                  <a:pt x="5148382" y="2433278"/>
                  <a:pt x="5148382" y="2419639"/>
                </a:cubicBezTo>
                <a:cubicBezTo>
                  <a:pt x="5159647" y="2417486"/>
                  <a:pt x="5145838" y="2408513"/>
                  <a:pt x="5148382" y="2401693"/>
                </a:cubicBezTo>
                <a:cubicBezTo>
                  <a:pt x="5152743" y="2401693"/>
                  <a:pt x="5159647" y="2403847"/>
                  <a:pt x="5159647" y="2399181"/>
                </a:cubicBezTo>
                <a:cubicBezTo>
                  <a:pt x="5157467" y="2399181"/>
                  <a:pt x="5155286" y="2397028"/>
                  <a:pt x="5157467" y="2394874"/>
                </a:cubicBezTo>
                <a:close/>
                <a:moveTo>
                  <a:pt x="5520933" y="2392823"/>
                </a:moveTo>
                <a:cubicBezTo>
                  <a:pt x="5516253" y="2395343"/>
                  <a:pt x="5514093" y="2399663"/>
                  <a:pt x="5514093" y="2404344"/>
                </a:cubicBezTo>
                <a:cubicBezTo>
                  <a:pt x="5514093" y="2413344"/>
                  <a:pt x="5520933" y="2415505"/>
                  <a:pt x="5518773" y="2429185"/>
                </a:cubicBezTo>
                <a:lnTo>
                  <a:pt x="5514844" y="2428778"/>
                </a:lnTo>
                <a:lnTo>
                  <a:pt x="5513771" y="2433270"/>
                </a:lnTo>
                <a:cubicBezTo>
                  <a:pt x="5499850" y="2428508"/>
                  <a:pt x="5499850" y="2421547"/>
                  <a:pt x="5504613" y="2414587"/>
                </a:cubicBezTo>
                <a:lnTo>
                  <a:pt x="5506152" y="2415718"/>
                </a:lnTo>
                <a:lnTo>
                  <a:pt x="5505864" y="2414655"/>
                </a:lnTo>
                <a:lnTo>
                  <a:pt x="5500895" y="2411491"/>
                </a:lnTo>
                <a:lnTo>
                  <a:pt x="5498047" y="2447698"/>
                </a:lnTo>
                <a:cubicBezTo>
                  <a:pt x="5488868" y="2453278"/>
                  <a:pt x="5480319" y="2460117"/>
                  <a:pt x="5472356" y="2467272"/>
                </a:cubicBezTo>
                <a:lnTo>
                  <a:pt x="5450404" y="2488514"/>
                </a:lnTo>
                <a:lnTo>
                  <a:pt x="5450373" y="2490750"/>
                </a:lnTo>
                <a:cubicBezTo>
                  <a:pt x="5457213" y="2481749"/>
                  <a:pt x="5479893" y="2472388"/>
                  <a:pt x="5479893" y="2490750"/>
                </a:cubicBezTo>
                <a:cubicBezTo>
                  <a:pt x="5459373" y="2506591"/>
                  <a:pt x="5436693" y="2520272"/>
                  <a:pt x="5427693" y="2545473"/>
                </a:cubicBezTo>
                <a:cubicBezTo>
                  <a:pt x="5429853" y="2545473"/>
                  <a:pt x="5434533" y="2545473"/>
                  <a:pt x="5434533" y="2549794"/>
                </a:cubicBezTo>
                <a:cubicBezTo>
                  <a:pt x="5424273" y="2553214"/>
                  <a:pt x="5422023" y="2547544"/>
                  <a:pt x="5420043" y="2541603"/>
                </a:cubicBezTo>
                <a:lnTo>
                  <a:pt x="5416662" y="2534352"/>
                </a:lnTo>
                <a:lnTo>
                  <a:pt x="5410253" y="2549986"/>
                </a:lnTo>
                <a:cubicBezTo>
                  <a:pt x="5403392" y="2545668"/>
                  <a:pt x="5405920" y="2540989"/>
                  <a:pt x="5410253" y="2534152"/>
                </a:cubicBezTo>
                <a:lnTo>
                  <a:pt x="5406528" y="2535076"/>
                </a:lnTo>
                <a:lnTo>
                  <a:pt x="5405176" y="2541952"/>
                </a:lnTo>
                <a:lnTo>
                  <a:pt x="5402308" y="2543173"/>
                </a:lnTo>
                <a:lnTo>
                  <a:pt x="5402579" y="2545218"/>
                </a:lnTo>
                <a:cubicBezTo>
                  <a:pt x="5403572" y="2548501"/>
                  <a:pt x="5404633" y="2551718"/>
                  <a:pt x="5404159" y="2553686"/>
                </a:cubicBezTo>
                <a:lnTo>
                  <a:pt x="5400608" y="2554141"/>
                </a:lnTo>
                <a:lnTo>
                  <a:pt x="5404518" y="2554964"/>
                </a:lnTo>
                <a:lnTo>
                  <a:pt x="5407122" y="2560735"/>
                </a:lnTo>
                <a:lnTo>
                  <a:pt x="5408871" y="2560939"/>
                </a:lnTo>
                <a:cubicBezTo>
                  <a:pt x="5410682" y="2561636"/>
                  <a:pt x="5412149" y="2563031"/>
                  <a:pt x="5412781" y="2565820"/>
                </a:cubicBezTo>
                <a:cubicBezTo>
                  <a:pt x="5403573" y="2566989"/>
                  <a:pt x="5396237" y="2568586"/>
                  <a:pt x="5390166" y="2570852"/>
                </a:cubicBezTo>
                <a:lnTo>
                  <a:pt x="5377427" y="2578519"/>
                </a:lnTo>
                <a:lnTo>
                  <a:pt x="5375132" y="2592997"/>
                </a:lnTo>
                <a:lnTo>
                  <a:pt x="5358855" y="2604646"/>
                </a:lnTo>
                <a:lnTo>
                  <a:pt x="5353196" y="2615840"/>
                </a:lnTo>
                <a:lnTo>
                  <a:pt x="5348309" y="2612040"/>
                </a:lnTo>
                <a:lnTo>
                  <a:pt x="5342991" y="2615567"/>
                </a:lnTo>
                <a:lnTo>
                  <a:pt x="5346661" y="2619181"/>
                </a:lnTo>
                <a:cubicBezTo>
                  <a:pt x="5347601" y="2624081"/>
                  <a:pt x="5337466" y="2627168"/>
                  <a:pt x="5347668" y="2633880"/>
                </a:cubicBezTo>
                <a:cubicBezTo>
                  <a:pt x="5345342" y="2638354"/>
                  <a:pt x="5340778" y="2633790"/>
                  <a:pt x="5336258" y="2628958"/>
                </a:cubicBezTo>
                <a:lnTo>
                  <a:pt x="5330838" y="2623627"/>
                </a:lnTo>
                <a:lnTo>
                  <a:pt x="5325452" y="2627199"/>
                </a:lnTo>
                <a:lnTo>
                  <a:pt x="5326346" y="2622472"/>
                </a:lnTo>
                <a:lnTo>
                  <a:pt x="5325116" y="2622425"/>
                </a:lnTo>
                <a:cubicBezTo>
                  <a:pt x="5322790" y="2619025"/>
                  <a:pt x="5322163" y="2616250"/>
                  <a:pt x="5322432" y="2613745"/>
                </a:cubicBezTo>
                <a:lnTo>
                  <a:pt x="5322846" y="2612655"/>
                </a:lnTo>
                <a:lnTo>
                  <a:pt x="5322217" y="2613149"/>
                </a:lnTo>
                <a:lnTo>
                  <a:pt x="5311367" y="2640340"/>
                </a:lnTo>
                <a:cubicBezTo>
                  <a:pt x="5304841" y="2650601"/>
                  <a:pt x="5295751" y="2660321"/>
                  <a:pt x="5284411" y="2666082"/>
                </a:cubicBezTo>
                <a:cubicBezTo>
                  <a:pt x="5270731" y="2670402"/>
                  <a:pt x="5279731" y="2654561"/>
                  <a:pt x="5266051" y="2659241"/>
                </a:cubicBezTo>
                <a:cubicBezTo>
                  <a:pt x="5252371" y="2666082"/>
                  <a:pt x="5245531" y="2666082"/>
                  <a:pt x="5248051" y="2684083"/>
                </a:cubicBezTo>
                <a:cubicBezTo>
                  <a:pt x="5239951" y="2686423"/>
                  <a:pt x="5237071" y="2684173"/>
                  <a:pt x="5235361" y="2680753"/>
                </a:cubicBezTo>
                <a:lnTo>
                  <a:pt x="5234338" y="2678886"/>
                </a:lnTo>
                <a:lnTo>
                  <a:pt x="5204334" y="2709409"/>
                </a:lnTo>
                <a:lnTo>
                  <a:pt x="5188157" y="2718829"/>
                </a:lnTo>
                <a:lnTo>
                  <a:pt x="5185071" y="2728348"/>
                </a:lnTo>
                <a:lnTo>
                  <a:pt x="5180074" y="2733325"/>
                </a:lnTo>
                <a:lnTo>
                  <a:pt x="5188095" y="2729504"/>
                </a:lnTo>
                <a:cubicBezTo>
                  <a:pt x="5190672" y="2730545"/>
                  <a:pt x="5193832" y="2733412"/>
                  <a:pt x="5197866" y="2739145"/>
                </a:cubicBezTo>
                <a:cubicBezTo>
                  <a:pt x="5180654" y="2769514"/>
                  <a:pt x="5148315" y="2769648"/>
                  <a:pt x="5129439" y="2790644"/>
                </a:cubicBezTo>
                <a:lnTo>
                  <a:pt x="5119104" y="2813785"/>
                </a:lnTo>
                <a:lnTo>
                  <a:pt x="5122140" y="2808337"/>
                </a:lnTo>
                <a:cubicBezTo>
                  <a:pt x="5127810" y="2799471"/>
                  <a:pt x="5135190" y="2793170"/>
                  <a:pt x="5152290" y="2793170"/>
                </a:cubicBezTo>
                <a:cubicBezTo>
                  <a:pt x="5161651" y="2797851"/>
                  <a:pt x="5136450" y="2809372"/>
                  <a:pt x="5154810" y="2811532"/>
                </a:cubicBezTo>
                <a:cubicBezTo>
                  <a:pt x="5156971" y="2793170"/>
                  <a:pt x="5159131" y="2791010"/>
                  <a:pt x="5172811" y="2782010"/>
                </a:cubicBezTo>
                <a:cubicBezTo>
                  <a:pt x="5181811" y="2786330"/>
                  <a:pt x="5152290" y="2806851"/>
                  <a:pt x="5172811" y="2806851"/>
                </a:cubicBezTo>
                <a:cubicBezTo>
                  <a:pt x="5172811" y="2791010"/>
                  <a:pt x="5186491" y="2788850"/>
                  <a:pt x="5179651" y="2770489"/>
                </a:cubicBezTo>
                <a:cubicBezTo>
                  <a:pt x="5207011" y="2766169"/>
                  <a:pt x="5170651" y="2791010"/>
                  <a:pt x="5195491" y="2791010"/>
                </a:cubicBezTo>
                <a:cubicBezTo>
                  <a:pt x="5198011" y="2770489"/>
                  <a:pt x="5218171" y="2770489"/>
                  <a:pt x="5200171" y="2761488"/>
                </a:cubicBezTo>
                <a:cubicBezTo>
                  <a:pt x="5222851" y="2766169"/>
                  <a:pt x="5236531" y="2756808"/>
                  <a:pt x="5227531" y="2743127"/>
                </a:cubicBezTo>
                <a:cubicBezTo>
                  <a:pt x="5231851" y="2743127"/>
                  <a:pt x="5236531" y="2740967"/>
                  <a:pt x="5236531" y="2734126"/>
                </a:cubicBezTo>
                <a:cubicBezTo>
                  <a:pt x="5245531" y="2734126"/>
                  <a:pt x="5250211" y="2752488"/>
                  <a:pt x="5261731" y="2738807"/>
                </a:cubicBezTo>
                <a:cubicBezTo>
                  <a:pt x="5261731" y="2729446"/>
                  <a:pt x="5254891" y="2725126"/>
                  <a:pt x="5252371" y="2718285"/>
                </a:cubicBezTo>
                <a:cubicBezTo>
                  <a:pt x="5261731" y="2711445"/>
                  <a:pt x="5279731" y="2688763"/>
                  <a:pt x="5286571" y="2699924"/>
                </a:cubicBezTo>
                <a:cubicBezTo>
                  <a:pt x="5275051" y="2699924"/>
                  <a:pt x="5270731" y="2713605"/>
                  <a:pt x="5261731" y="2718285"/>
                </a:cubicBezTo>
                <a:cubicBezTo>
                  <a:pt x="5291251" y="2711445"/>
                  <a:pt x="5309251" y="2672562"/>
                  <a:pt x="5329772" y="2697764"/>
                </a:cubicBezTo>
                <a:cubicBezTo>
                  <a:pt x="5334452" y="2679403"/>
                  <a:pt x="5357132" y="2681923"/>
                  <a:pt x="5361812" y="2661401"/>
                </a:cubicBezTo>
                <a:cubicBezTo>
                  <a:pt x="5352452" y="2670402"/>
                  <a:pt x="5331932" y="2666082"/>
                  <a:pt x="5331932" y="2686243"/>
                </a:cubicBezTo>
                <a:cubicBezTo>
                  <a:pt x="5331932" y="2686243"/>
                  <a:pt x="5331932" y="2686243"/>
                  <a:pt x="5313931" y="2686243"/>
                </a:cubicBezTo>
                <a:cubicBezTo>
                  <a:pt x="5316091" y="2679403"/>
                  <a:pt x="5316091" y="2675082"/>
                  <a:pt x="5318611" y="2670402"/>
                </a:cubicBezTo>
                <a:cubicBezTo>
                  <a:pt x="5331932" y="2668242"/>
                  <a:pt x="5345612" y="2656721"/>
                  <a:pt x="5363972" y="2649881"/>
                </a:cubicBezTo>
                <a:cubicBezTo>
                  <a:pt x="5368292" y="2654561"/>
                  <a:pt x="5363972" y="2668242"/>
                  <a:pt x="5377652" y="2666082"/>
                </a:cubicBezTo>
                <a:cubicBezTo>
                  <a:pt x="5381972" y="2640880"/>
                  <a:pt x="5414013" y="2631879"/>
                  <a:pt x="5420853" y="2627199"/>
                </a:cubicBezTo>
                <a:cubicBezTo>
                  <a:pt x="5416173" y="2613518"/>
                  <a:pt x="5432013" y="2599837"/>
                  <a:pt x="5418693" y="2592997"/>
                </a:cubicBezTo>
                <a:cubicBezTo>
                  <a:pt x="5420853" y="2590837"/>
                  <a:pt x="5423013" y="2588676"/>
                  <a:pt x="5423013" y="2583996"/>
                </a:cubicBezTo>
                <a:cubicBezTo>
                  <a:pt x="5434533" y="2592997"/>
                  <a:pt x="5448213" y="2581836"/>
                  <a:pt x="5450373" y="2597677"/>
                </a:cubicBezTo>
                <a:cubicBezTo>
                  <a:pt x="5456133" y="2591917"/>
                  <a:pt x="5456673" y="2585616"/>
                  <a:pt x="5454918" y="2580216"/>
                </a:cubicBezTo>
                <a:lnTo>
                  <a:pt x="5447075" y="2569962"/>
                </a:lnTo>
                <a:lnTo>
                  <a:pt x="5447739" y="2571379"/>
                </a:lnTo>
                <a:cubicBezTo>
                  <a:pt x="5447263" y="2573319"/>
                  <a:pt x="5445312" y="2576004"/>
                  <a:pt x="5440827" y="2579974"/>
                </a:cubicBezTo>
                <a:cubicBezTo>
                  <a:pt x="5445132" y="2559400"/>
                  <a:pt x="5425041" y="2579974"/>
                  <a:pt x="5415713" y="2582501"/>
                </a:cubicBezTo>
                <a:cubicBezTo>
                  <a:pt x="5420377" y="2548211"/>
                  <a:pt x="5477063" y="2516086"/>
                  <a:pt x="5495002" y="2489015"/>
                </a:cubicBezTo>
                <a:cubicBezTo>
                  <a:pt x="5501819" y="2486489"/>
                  <a:pt x="5508635" y="2489015"/>
                  <a:pt x="5515452" y="2489015"/>
                </a:cubicBezTo>
                <a:cubicBezTo>
                  <a:pt x="5520116" y="2484323"/>
                  <a:pt x="5513300" y="2479631"/>
                  <a:pt x="5511147" y="2477465"/>
                </a:cubicBezTo>
                <a:cubicBezTo>
                  <a:pt x="5516170" y="2471780"/>
                  <a:pt x="5522067" y="2467652"/>
                  <a:pt x="5528267" y="2464161"/>
                </a:cubicBezTo>
                <a:lnTo>
                  <a:pt x="5544975" y="2455796"/>
                </a:lnTo>
                <a:lnTo>
                  <a:pt x="5548079" y="2438698"/>
                </a:lnTo>
                <a:cubicBezTo>
                  <a:pt x="5548079" y="2432398"/>
                  <a:pt x="5546662" y="2425266"/>
                  <a:pt x="5544851" y="2417717"/>
                </a:cubicBezTo>
                <a:lnTo>
                  <a:pt x="5542509" y="2407883"/>
                </a:lnTo>
                <a:lnTo>
                  <a:pt x="5536188" y="2410166"/>
                </a:lnTo>
                <a:cubicBezTo>
                  <a:pt x="5534163" y="2411657"/>
                  <a:pt x="5532183" y="2414065"/>
                  <a:pt x="5529933" y="2418025"/>
                </a:cubicBezTo>
                <a:cubicBezTo>
                  <a:pt x="5518773" y="2413344"/>
                  <a:pt x="5527773" y="2397503"/>
                  <a:pt x="5520933" y="2392823"/>
                </a:cubicBezTo>
                <a:close/>
                <a:moveTo>
                  <a:pt x="4899929" y="2388143"/>
                </a:moveTo>
                <a:cubicBezTo>
                  <a:pt x="4906769" y="2397503"/>
                  <a:pt x="4897409" y="2399663"/>
                  <a:pt x="4897409" y="2413344"/>
                </a:cubicBezTo>
                <a:cubicBezTo>
                  <a:pt x="4911089" y="2413344"/>
                  <a:pt x="4915769" y="2399663"/>
                  <a:pt x="4911089" y="2388143"/>
                </a:cubicBezTo>
                <a:cubicBezTo>
                  <a:pt x="4908929" y="2385983"/>
                  <a:pt x="4906769" y="2388143"/>
                  <a:pt x="4906769" y="2390663"/>
                </a:cubicBezTo>
                <a:cubicBezTo>
                  <a:pt x="4906769" y="2390663"/>
                  <a:pt x="4906769" y="2390663"/>
                  <a:pt x="4899929" y="2388143"/>
                </a:cubicBezTo>
                <a:close/>
                <a:moveTo>
                  <a:pt x="5864190" y="2379662"/>
                </a:moveTo>
                <a:cubicBezTo>
                  <a:pt x="5870968" y="2388611"/>
                  <a:pt x="5859553" y="2402572"/>
                  <a:pt x="5862050" y="2411521"/>
                </a:cubicBezTo>
                <a:cubicBezTo>
                  <a:pt x="5850634" y="2415817"/>
                  <a:pt x="5850634" y="2409373"/>
                  <a:pt x="5839575" y="2404720"/>
                </a:cubicBezTo>
                <a:cubicBezTo>
                  <a:pt x="5857412" y="2400066"/>
                  <a:pt x="5850634" y="2393265"/>
                  <a:pt x="5864190" y="2379662"/>
                </a:cubicBezTo>
                <a:close/>
                <a:moveTo>
                  <a:pt x="5243371" y="2376982"/>
                </a:moveTo>
                <a:cubicBezTo>
                  <a:pt x="5234371" y="2385983"/>
                  <a:pt x="5222851" y="2395343"/>
                  <a:pt x="5220691" y="2413344"/>
                </a:cubicBezTo>
                <a:cubicBezTo>
                  <a:pt x="5231851" y="2404344"/>
                  <a:pt x="5243371" y="2395343"/>
                  <a:pt x="5243371" y="2376982"/>
                </a:cubicBezTo>
                <a:close/>
                <a:moveTo>
                  <a:pt x="5123178" y="2375380"/>
                </a:moveTo>
                <a:cubicBezTo>
                  <a:pt x="5125713" y="2373938"/>
                  <a:pt x="5130784" y="2375148"/>
                  <a:pt x="5137544" y="2383333"/>
                </a:cubicBezTo>
                <a:cubicBezTo>
                  <a:pt x="5137544" y="2390403"/>
                  <a:pt x="5124023" y="2376264"/>
                  <a:pt x="5124023" y="2383333"/>
                </a:cubicBezTo>
                <a:cubicBezTo>
                  <a:pt x="5120643" y="2380915"/>
                  <a:pt x="5120643" y="2376822"/>
                  <a:pt x="5123178" y="2375380"/>
                </a:cubicBezTo>
                <a:close/>
                <a:moveTo>
                  <a:pt x="553040" y="2361345"/>
                </a:moveTo>
                <a:cubicBezTo>
                  <a:pt x="548359" y="2377183"/>
                  <a:pt x="536838" y="2361345"/>
                  <a:pt x="532518" y="2372504"/>
                </a:cubicBezTo>
                <a:cubicBezTo>
                  <a:pt x="543679" y="2377183"/>
                  <a:pt x="516316" y="2397700"/>
                  <a:pt x="527837" y="2399860"/>
                </a:cubicBezTo>
                <a:cubicBezTo>
                  <a:pt x="536838" y="2381502"/>
                  <a:pt x="559881" y="2379343"/>
                  <a:pt x="553040" y="2361345"/>
                </a:cubicBezTo>
                <a:close/>
                <a:moveTo>
                  <a:pt x="5739455" y="2358621"/>
                </a:moveTo>
                <a:cubicBezTo>
                  <a:pt x="5725775" y="2356461"/>
                  <a:pt x="5716415" y="2361141"/>
                  <a:pt x="5709575" y="2372302"/>
                </a:cubicBezTo>
                <a:cubicBezTo>
                  <a:pt x="5714255" y="2388143"/>
                  <a:pt x="5725775" y="2367981"/>
                  <a:pt x="5732615" y="2374822"/>
                </a:cubicBezTo>
                <a:cubicBezTo>
                  <a:pt x="5732615" y="2397503"/>
                  <a:pt x="5718935" y="2390663"/>
                  <a:pt x="5707415" y="2399663"/>
                </a:cubicBezTo>
                <a:cubicBezTo>
                  <a:pt x="5707415" y="2409024"/>
                  <a:pt x="5714255" y="2409024"/>
                  <a:pt x="5707415" y="2413344"/>
                </a:cubicBezTo>
                <a:cubicBezTo>
                  <a:pt x="5725775" y="2418025"/>
                  <a:pt x="5741615" y="2381302"/>
                  <a:pt x="5739455" y="2358621"/>
                </a:cubicBezTo>
                <a:close/>
                <a:moveTo>
                  <a:pt x="6312121" y="2347912"/>
                </a:moveTo>
                <a:cubicBezTo>
                  <a:pt x="6323410" y="2352323"/>
                  <a:pt x="6316707" y="2368867"/>
                  <a:pt x="6312121" y="2382469"/>
                </a:cubicBezTo>
                <a:cubicBezTo>
                  <a:pt x="6292013" y="2382469"/>
                  <a:pt x="6312121" y="2359308"/>
                  <a:pt x="6312121" y="2347912"/>
                </a:cubicBezTo>
                <a:close/>
                <a:moveTo>
                  <a:pt x="6164649" y="2335212"/>
                </a:moveTo>
                <a:cubicBezTo>
                  <a:pt x="6162466" y="2342060"/>
                  <a:pt x="6160738" y="2352872"/>
                  <a:pt x="6157555" y="2364855"/>
                </a:cubicBezTo>
                <a:lnTo>
                  <a:pt x="6142086" y="2400701"/>
                </a:lnTo>
                <a:lnTo>
                  <a:pt x="6141817" y="2401528"/>
                </a:lnTo>
                <a:lnTo>
                  <a:pt x="6141758" y="2401462"/>
                </a:lnTo>
                <a:lnTo>
                  <a:pt x="6141730" y="2401526"/>
                </a:lnTo>
                <a:lnTo>
                  <a:pt x="6141724" y="2401425"/>
                </a:lnTo>
                <a:lnTo>
                  <a:pt x="6135469" y="2394478"/>
                </a:lnTo>
                <a:cubicBezTo>
                  <a:pt x="6135347" y="2391557"/>
                  <a:pt x="6136810" y="2388136"/>
                  <a:pt x="6138627" y="2384435"/>
                </a:cubicBezTo>
                <a:lnTo>
                  <a:pt x="6140477" y="2380328"/>
                </a:lnTo>
                <a:lnTo>
                  <a:pt x="6139411" y="2362287"/>
                </a:lnTo>
                <a:cubicBezTo>
                  <a:pt x="6143458" y="2348907"/>
                  <a:pt x="6152098" y="2337555"/>
                  <a:pt x="6164649" y="2335212"/>
                </a:cubicBezTo>
                <a:close/>
                <a:moveTo>
                  <a:pt x="6085280" y="2330839"/>
                </a:moveTo>
                <a:lnTo>
                  <a:pt x="6069539" y="2376127"/>
                </a:lnTo>
                <a:cubicBezTo>
                  <a:pt x="6060238" y="2367141"/>
                  <a:pt x="6062742" y="2319337"/>
                  <a:pt x="6085280" y="2330839"/>
                </a:cubicBezTo>
                <a:close/>
                <a:moveTo>
                  <a:pt x="5232290" y="2324100"/>
                </a:moveTo>
                <a:cubicBezTo>
                  <a:pt x="5248661" y="2335036"/>
                  <a:pt x="5223195" y="2355144"/>
                  <a:pt x="5214100" y="2361847"/>
                </a:cubicBezTo>
                <a:cubicBezTo>
                  <a:pt x="5214100" y="2348441"/>
                  <a:pt x="5232290" y="2330803"/>
                  <a:pt x="5232290" y="2324100"/>
                </a:cubicBezTo>
                <a:close/>
                <a:moveTo>
                  <a:pt x="3777806" y="2318660"/>
                </a:moveTo>
                <a:lnTo>
                  <a:pt x="3777885" y="2319422"/>
                </a:lnTo>
                <a:lnTo>
                  <a:pt x="3783336" y="2319715"/>
                </a:lnTo>
                <a:lnTo>
                  <a:pt x="3783152" y="2319677"/>
                </a:lnTo>
                <a:close/>
                <a:moveTo>
                  <a:pt x="5529933" y="2317938"/>
                </a:moveTo>
                <a:cubicBezTo>
                  <a:pt x="5518773" y="2320098"/>
                  <a:pt x="5525613" y="2322258"/>
                  <a:pt x="5525613" y="2326938"/>
                </a:cubicBezTo>
                <a:cubicBezTo>
                  <a:pt x="5514093" y="2347460"/>
                  <a:pt x="5495733" y="2358621"/>
                  <a:pt x="5505093" y="2376982"/>
                </a:cubicBezTo>
                <a:cubicBezTo>
                  <a:pt x="5518773" y="2365461"/>
                  <a:pt x="5516253" y="2345300"/>
                  <a:pt x="5534613" y="2335939"/>
                </a:cubicBezTo>
                <a:cubicBezTo>
                  <a:pt x="5536773" y="2326938"/>
                  <a:pt x="5532093" y="2322258"/>
                  <a:pt x="5529933" y="2317938"/>
                </a:cubicBezTo>
                <a:close/>
                <a:moveTo>
                  <a:pt x="3786078" y="2314247"/>
                </a:moveTo>
                <a:lnTo>
                  <a:pt x="3786179" y="2315627"/>
                </a:lnTo>
                <a:lnTo>
                  <a:pt x="3786725" y="2319897"/>
                </a:lnTo>
                <a:lnTo>
                  <a:pt x="3800850" y="2320655"/>
                </a:lnTo>
                <a:lnTo>
                  <a:pt x="3800764" y="2319016"/>
                </a:lnTo>
                <a:cubicBezTo>
                  <a:pt x="3798510" y="2313141"/>
                  <a:pt x="3791849" y="2318490"/>
                  <a:pt x="3787381" y="2316807"/>
                </a:cubicBezTo>
                <a:close/>
                <a:moveTo>
                  <a:pt x="5713309" y="2313143"/>
                </a:moveTo>
                <a:lnTo>
                  <a:pt x="5708208" y="2318325"/>
                </a:lnTo>
                <a:cubicBezTo>
                  <a:pt x="5694079" y="2327807"/>
                  <a:pt x="5677469" y="2330803"/>
                  <a:pt x="5692864" y="2342787"/>
                </a:cubicBezTo>
                <a:lnTo>
                  <a:pt x="5685201" y="2341919"/>
                </a:lnTo>
                <a:lnTo>
                  <a:pt x="5686794" y="2361573"/>
                </a:lnTo>
                <a:lnTo>
                  <a:pt x="5701430" y="2344928"/>
                </a:lnTo>
                <a:lnTo>
                  <a:pt x="5715355" y="2336059"/>
                </a:lnTo>
                <a:lnTo>
                  <a:pt x="5708266" y="2332576"/>
                </a:lnTo>
                <a:cubicBezTo>
                  <a:pt x="5706711" y="2329710"/>
                  <a:pt x="5708140" y="2325709"/>
                  <a:pt x="5709959" y="2321778"/>
                </a:cubicBezTo>
                <a:close/>
                <a:moveTo>
                  <a:pt x="3857860" y="2310610"/>
                </a:moveTo>
                <a:cubicBezTo>
                  <a:pt x="3853900" y="2309980"/>
                  <a:pt x="3851649" y="2311217"/>
                  <a:pt x="3850361" y="2313501"/>
                </a:cubicBezTo>
                <a:lnTo>
                  <a:pt x="3849086" y="2320269"/>
                </a:lnTo>
                <a:lnTo>
                  <a:pt x="3849189" y="2320311"/>
                </a:lnTo>
                <a:lnTo>
                  <a:pt x="3849070" y="2320355"/>
                </a:lnTo>
                <a:lnTo>
                  <a:pt x="3848772" y="2321934"/>
                </a:lnTo>
                <a:lnTo>
                  <a:pt x="3857673" y="2315978"/>
                </a:lnTo>
                <a:close/>
                <a:moveTo>
                  <a:pt x="6141201" y="2301875"/>
                </a:moveTo>
                <a:cubicBezTo>
                  <a:pt x="6152924" y="2311047"/>
                  <a:pt x="6155122" y="2319866"/>
                  <a:pt x="6152924" y="2333272"/>
                </a:cubicBezTo>
                <a:cubicBezTo>
                  <a:pt x="6148161" y="2324453"/>
                  <a:pt x="6136438" y="2317750"/>
                  <a:pt x="6141201" y="2301875"/>
                </a:cubicBezTo>
                <a:close/>
                <a:moveTo>
                  <a:pt x="3921795" y="2296189"/>
                </a:moveTo>
                <a:lnTo>
                  <a:pt x="3921532" y="2299589"/>
                </a:lnTo>
                <a:lnTo>
                  <a:pt x="3930507" y="2296940"/>
                </a:lnTo>
                <a:close/>
                <a:moveTo>
                  <a:pt x="3838715" y="2295193"/>
                </a:moveTo>
                <a:lnTo>
                  <a:pt x="3838548" y="2295215"/>
                </a:lnTo>
                <a:lnTo>
                  <a:pt x="3830720" y="2299577"/>
                </a:lnTo>
                <a:lnTo>
                  <a:pt x="3831365" y="2296135"/>
                </a:lnTo>
                <a:lnTo>
                  <a:pt x="3819666" y="2297635"/>
                </a:lnTo>
                <a:cubicBezTo>
                  <a:pt x="3817506" y="2297635"/>
                  <a:pt x="3819666" y="2301954"/>
                  <a:pt x="3819666" y="2301954"/>
                </a:cubicBezTo>
                <a:cubicBezTo>
                  <a:pt x="3813366" y="2302584"/>
                  <a:pt x="3809225" y="2301346"/>
                  <a:pt x="3805917" y="2299417"/>
                </a:cubicBezTo>
                <a:lnTo>
                  <a:pt x="3804159" y="2298074"/>
                </a:lnTo>
                <a:lnTo>
                  <a:pt x="3797740" y="2302993"/>
                </a:lnTo>
                <a:cubicBezTo>
                  <a:pt x="3794263" y="2304309"/>
                  <a:pt x="3790258" y="2304129"/>
                  <a:pt x="3785127" y="2301249"/>
                </a:cubicBezTo>
                <a:lnTo>
                  <a:pt x="3785325" y="2303953"/>
                </a:lnTo>
                <a:lnTo>
                  <a:pt x="3789867" y="2303619"/>
                </a:lnTo>
                <a:cubicBezTo>
                  <a:pt x="3793518" y="2303686"/>
                  <a:pt x="3797344" y="2304384"/>
                  <a:pt x="3801304" y="2306633"/>
                </a:cubicBezTo>
                <a:lnTo>
                  <a:pt x="3804935" y="2320874"/>
                </a:lnTo>
                <a:lnTo>
                  <a:pt x="3824106" y="2321903"/>
                </a:lnTo>
                <a:lnTo>
                  <a:pt x="3829342" y="2319951"/>
                </a:lnTo>
                <a:lnTo>
                  <a:pt x="3833799" y="2318696"/>
                </a:lnTo>
                <a:lnTo>
                  <a:pt x="3831575" y="2309665"/>
                </a:lnTo>
                <a:cubicBezTo>
                  <a:pt x="3831845" y="2305929"/>
                  <a:pt x="3834096" y="2302509"/>
                  <a:pt x="3839857" y="2296929"/>
                </a:cubicBezTo>
                <a:close/>
                <a:moveTo>
                  <a:pt x="3908217" y="2294334"/>
                </a:moveTo>
                <a:cubicBezTo>
                  <a:pt x="3904791" y="2294761"/>
                  <a:pt x="3901641" y="2296696"/>
                  <a:pt x="3898761" y="2301737"/>
                </a:cubicBezTo>
                <a:lnTo>
                  <a:pt x="3897551" y="2297904"/>
                </a:lnTo>
                <a:lnTo>
                  <a:pt x="3890228" y="2307751"/>
                </a:lnTo>
                <a:lnTo>
                  <a:pt x="3912151" y="2302359"/>
                </a:lnTo>
                <a:lnTo>
                  <a:pt x="3918957" y="2300349"/>
                </a:lnTo>
                <a:lnTo>
                  <a:pt x="3914737" y="2295298"/>
                </a:lnTo>
                <a:close/>
                <a:moveTo>
                  <a:pt x="5163811" y="2292736"/>
                </a:moveTo>
                <a:cubicBezTo>
                  <a:pt x="5159131" y="2304257"/>
                  <a:pt x="5145450" y="2297416"/>
                  <a:pt x="5138610" y="2299577"/>
                </a:cubicBezTo>
                <a:cubicBezTo>
                  <a:pt x="5138610" y="2313258"/>
                  <a:pt x="5145450" y="2315418"/>
                  <a:pt x="5159131" y="2315418"/>
                </a:cubicBezTo>
                <a:cubicBezTo>
                  <a:pt x="5156971" y="2304257"/>
                  <a:pt x="5170651" y="2306417"/>
                  <a:pt x="5163811" y="2292736"/>
                </a:cubicBezTo>
                <a:close/>
                <a:moveTo>
                  <a:pt x="3869118" y="2291003"/>
                </a:moveTo>
                <a:lnTo>
                  <a:pt x="3865060" y="2291365"/>
                </a:lnTo>
                <a:lnTo>
                  <a:pt x="3869652" y="2297919"/>
                </a:lnTo>
                <a:lnTo>
                  <a:pt x="3864860" y="2313991"/>
                </a:lnTo>
                <a:lnTo>
                  <a:pt x="3888685" y="2308131"/>
                </a:lnTo>
                <a:lnTo>
                  <a:pt x="3883967" y="2306431"/>
                </a:lnTo>
                <a:lnTo>
                  <a:pt x="3881965" y="2301280"/>
                </a:lnTo>
                <a:lnTo>
                  <a:pt x="3877363" y="2299082"/>
                </a:lnTo>
                <a:cubicBezTo>
                  <a:pt x="3874438" y="2299352"/>
                  <a:pt x="3873043" y="2302322"/>
                  <a:pt x="3872998" y="2299712"/>
                </a:cubicBezTo>
                <a:lnTo>
                  <a:pt x="3873519" y="2294555"/>
                </a:lnTo>
                <a:lnTo>
                  <a:pt x="3871614" y="2294665"/>
                </a:lnTo>
                <a:lnTo>
                  <a:pt x="3871919" y="2292873"/>
                </a:lnTo>
                <a:close/>
                <a:moveTo>
                  <a:pt x="3789107" y="2290129"/>
                </a:moveTo>
                <a:lnTo>
                  <a:pt x="3789260" y="2290956"/>
                </a:lnTo>
                <a:lnTo>
                  <a:pt x="3791240" y="2290818"/>
                </a:lnTo>
                <a:close/>
                <a:moveTo>
                  <a:pt x="3815780" y="2289046"/>
                </a:moveTo>
                <a:lnTo>
                  <a:pt x="3814512" y="2289066"/>
                </a:lnTo>
                <a:lnTo>
                  <a:pt x="3811171" y="2292116"/>
                </a:lnTo>
                <a:lnTo>
                  <a:pt x="3817675" y="2293771"/>
                </a:lnTo>
                <a:lnTo>
                  <a:pt x="3825172" y="2289801"/>
                </a:lnTo>
                <a:lnTo>
                  <a:pt x="3823689" y="2290137"/>
                </a:lnTo>
                <a:cubicBezTo>
                  <a:pt x="3820910" y="2290058"/>
                  <a:pt x="3818345" y="2289451"/>
                  <a:pt x="3815780" y="2289046"/>
                </a:cubicBezTo>
                <a:close/>
                <a:moveTo>
                  <a:pt x="5263688" y="2288656"/>
                </a:moveTo>
                <a:cubicBezTo>
                  <a:pt x="5265136" y="2288572"/>
                  <a:pt x="5266670" y="2289531"/>
                  <a:pt x="5268319" y="2292296"/>
                </a:cubicBezTo>
                <a:cubicBezTo>
                  <a:pt x="5259161" y="2294436"/>
                  <a:pt x="5270884" y="2299074"/>
                  <a:pt x="5263923" y="2301214"/>
                </a:cubicBezTo>
                <a:cubicBezTo>
                  <a:pt x="5259161" y="2290155"/>
                  <a:pt x="5259161" y="2310490"/>
                  <a:pt x="5263923" y="2310490"/>
                </a:cubicBezTo>
                <a:cubicBezTo>
                  <a:pt x="5263923" y="2310490"/>
                  <a:pt x="5263923" y="2310490"/>
                  <a:pt x="5256963" y="2312630"/>
                </a:cubicBezTo>
                <a:cubicBezTo>
                  <a:pt x="5254764" y="2312630"/>
                  <a:pt x="5252200" y="2312630"/>
                  <a:pt x="5252200" y="2307992"/>
                </a:cubicBezTo>
                <a:cubicBezTo>
                  <a:pt x="5259161" y="2305852"/>
                  <a:pt x="5252200" y="2303711"/>
                  <a:pt x="5252200" y="2296933"/>
                </a:cubicBezTo>
                <a:cubicBezTo>
                  <a:pt x="5255772" y="2298539"/>
                  <a:pt x="5259344" y="2288907"/>
                  <a:pt x="5263688" y="2288656"/>
                </a:cubicBezTo>
                <a:close/>
                <a:moveTo>
                  <a:pt x="3946641" y="2288056"/>
                </a:moveTo>
                <a:lnTo>
                  <a:pt x="3934012" y="2295905"/>
                </a:lnTo>
                <a:lnTo>
                  <a:pt x="3947263" y="2291993"/>
                </a:lnTo>
                <a:close/>
                <a:moveTo>
                  <a:pt x="3894441" y="2288056"/>
                </a:moveTo>
                <a:lnTo>
                  <a:pt x="3894326" y="2288129"/>
                </a:lnTo>
                <a:lnTo>
                  <a:pt x="3893869" y="2290782"/>
                </a:lnTo>
                <a:lnTo>
                  <a:pt x="3897184" y="2296742"/>
                </a:lnTo>
                <a:close/>
                <a:moveTo>
                  <a:pt x="5823335" y="2285896"/>
                </a:moveTo>
                <a:cubicBezTo>
                  <a:pt x="5812175" y="2290576"/>
                  <a:pt x="5802815" y="2299577"/>
                  <a:pt x="5798495" y="2308577"/>
                </a:cubicBezTo>
                <a:cubicBezTo>
                  <a:pt x="5800655" y="2313258"/>
                  <a:pt x="5830175" y="2299577"/>
                  <a:pt x="5823335" y="2285896"/>
                </a:cubicBezTo>
                <a:close/>
                <a:moveTo>
                  <a:pt x="3940263" y="2269509"/>
                </a:moveTo>
                <a:lnTo>
                  <a:pt x="3938901" y="2271315"/>
                </a:lnTo>
                <a:cubicBezTo>
                  <a:pt x="3937461" y="2274735"/>
                  <a:pt x="3937461" y="2278155"/>
                  <a:pt x="3939801" y="2281575"/>
                </a:cubicBezTo>
                <a:cubicBezTo>
                  <a:pt x="3943221" y="2282656"/>
                  <a:pt x="3946641" y="2280946"/>
                  <a:pt x="3949206" y="2278110"/>
                </a:cubicBezTo>
                <a:lnTo>
                  <a:pt x="3950995" y="2273835"/>
                </a:lnTo>
                <a:lnTo>
                  <a:pt x="3943252" y="2271610"/>
                </a:lnTo>
                <a:close/>
                <a:moveTo>
                  <a:pt x="5720925" y="2266950"/>
                </a:moveTo>
                <a:cubicBezTo>
                  <a:pt x="5729688" y="2280443"/>
                  <a:pt x="5705503" y="2293582"/>
                  <a:pt x="5703050" y="2286835"/>
                </a:cubicBezTo>
                <a:cubicBezTo>
                  <a:pt x="5712163" y="2282574"/>
                  <a:pt x="5707606" y="2269080"/>
                  <a:pt x="5720925" y="2266950"/>
                </a:cubicBezTo>
                <a:close/>
                <a:moveTo>
                  <a:pt x="5834855" y="2256374"/>
                </a:moveTo>
                <a:cubicBezTo>
                  <a:pt x="5832695" y="2265374"/>
                  <a:pt x="5825855" y="2272215"/>
                  <a:pt x="5825855" y="2283736"/>
                </a:cubicBezTo>
                <a:cubicBezTo>
                  <a:pt x="5839535" y="2276895"/>
                  <a:pt x="5841695" y="2285896"/>
                  <a:pt x="5855375" y="2274735"/>
                </a:cubicBezTo>
                <a:cubicBezTo>
                  <a:pt x="5853215" y="2263214"/>
                  <a:pt x="5839535" y="2267894"/>
                  <a:pt x="5834855" y="2256374"/>
                </a:cubicBezTo>
                <a:close/>
                <a:moveTo>
                  <a:pt x="5254891" y="2256374"/>
                </a:moveTo>
                <a:lnTo>
                  <a:pt x="5254647" y="2256827"/>
                </a:lnTo>
                <a:lnTo>
                  <a:pt x="5254969" y="2256374"/>
                </a:lnTo>
                <a:close/>
                <a:moveTo>
                  <a:pt x="5800655" y="2249533"/>
                </a:moveTo>
                <a:cubicBezTo>
                  <a:pt x="5791655" y="2258534"/>
                  <a:pt x="5786975" y="2267894"/>
                  <a:pt x="5786975" y="2281575"/>
                </a:cubicBezTo>
                <a:cubicBezTo>
                  <a:pt x="5795975" y="2276895"/>
                  <a:pt x="5800655" y="2276895"/>
                  <a:pt x="5800655" y="2285896"/>
                </a:cubicBezTo>
                <a:cubicBezTo>
                  <a:pt x="5816495" y="2281575"/>
                  <a:pt x="5821175" y="2267894"/>
                  <a:pt x="5828015" y="2256374"/>
                </a:cubicBezTo>
                <a:cubicBezTo>
                  <a:pt x="5816495" y="2245213"/>
                  <a:pt x="5816495" y="2274735"/>
                  <a:pt x="5802815" y="2274735"/>
                </a:cubicBezTo>
                <a:cubicBezTo>
                  <a:pt x="5791655" y="2274735"/>
                  <a:pt x="5802815" y="2256374"/>
                  <a:pt x="5800655" y="2249533"/>
                </a:cubicBezTo>
                <a:close/>
                <a:moveTo>
                  <a:pt x="6293228" y="2247900"/>
                </a:moveTo>
                <a:cubicBezTo>
                  <a:pt x="6286159" y="2258836"/>
                  <a:pt x="6279090" y="2270125"/>
                  <a:pt x="6276857" y="2285647"/>
                </a:cubicBezTo>
                <a:cubicBezTo>
                  <a:pt x="6272020" y="2272241"/>
                  <a:pt x="6269788" y="2247900"/>
                  <a:pt x="6293228" y="2247900"/>
                </a:cubicBezTo>
                <a:close/>
                <a:moveTo>
                  <a:pt x="5225011" y="2231532"/>
                </a:moveTo>
                <a:cubicBezTo>
                  <a:pt x="5211331" y="2238372"/>
                  <a:pt x="5225011" y="2247373"/>
                  <a:pt x="5222851" y="2261054"/>
                </a:cubicBezTo>
                <a:cubicBezTo>
                  <a:pt x="5202331" y="2265374"/>
                  <a:pt x="5179651" y="2288056"/>
                  <a:pt x="5200171" y="2306417"/>
                </a:cubicBezTo>
                <a:cubicBezTo>
                  <a:pt x="5181811" y="2308577"/>
                  <a:pt x="5188651" y="2285896"/>
                  <a:pt x="5174971" y="2285896"/>
                </a:cubicBezTo>
                <a:cubicBezTo>
                  <a:pt x="5179651" y="2292736"/>
                  <a:pt x="5179651" y="2306417"/>
                  <a:pt x="5184331" y="2313258"/>
                </a:cubicBezTo>
                <a:cubicBezTo>
                  <a:pt x="5172811" y="2317938"/>
                  <a:pt x="5163811" y="2324778"/>
                  <a:pt x="5163811" y="2340619"/>
                </a:cubicBezTo>
                <a:cubicBezTo>
                  <a:pt x="5150130" y="2342780"/>
                  <a:pt x="5159131" y="2320098"/>
                  <a:pt x="5141130" y="2326938"/>
                </a:cubicBezTo>
                <a:cubicBezTo>
                  <a:pt x="5141130" y="2326938"/>
                  <a:pt x="5141130" y="2326938"/>
                  <a:pt x="5141130" y="2351780"/>
                </a:cubicBezTo>
                <a:cubicBezTo>
                  <a:pt x="5129610" y="2338459"/>
                  <a:pt x="5122770" y="2354300"/>
                  <a:pt x="5109090" y="2356461"/>
                </a:cubicBezTo>
                <a:cubicBezTo>
                  <a:pt x="5109090" y="2361141"/>
                  <a:pt x="5113770" y="2363301"/>
                  <a:pt x="5111250" y="2367981"/>
                </a:cubicBezTo>
                <a:cubicBezTo>
                  <a:pt x="5093250" y="2372302"/>
                  <a:pt x="5077410" y="2388143"/>
                  <a:pt x="5086410" y="2411184"/>
                </a:cubicBezTo>
                <a:cubicBezTo>
                  <a:pt x="5074890" y="2402184"/>
                  <a:pt x="5059050" y="2418025"/>
                  <a:pt x="5065890" y="2427025"/>
                </a:cubicBezTo>
                <a:cubicBezTo>
                  <a:pt x="5038529" y="2418025"/>
                  <a:pt x="5045369" y="2447547"/>
                  <a:pt x="5027369" y="2449707"/>
                </a:cubicBezTo>
                <a:cubicBezTo>
                  <a:pt x="5034209" y="2458708"/>
                  <a:pt x="5024849" y="2451867"/>
                  <a:pt x="5022689" y="2458708"/>
                </a:cubicBezTo>
                <a:cubicBezTo>
                  <a:pt x="5027369" y="2461228"/>
                  <a:pt x="5029529" y="2463388"/>
                  <a:pt x="5031689" y="2465548"/>
                </a:cubicBezTo>
                <a:cubicBezTo>
                  <a:pt x="5029529" y="2472388"/>
                  <a:pt x="5027369" y="2486069"/>
                  <a:pt x="5015849" y="2486069"/>
                </a:cubicBezTo>
                <a:cubicBezTo>
                  <a:pt x="5018009" y="2474909"/>
                  <a:pt x="5031689" y="2470228"/>
                  <a:pt x="5018009" y="2463388"/>
                </a:cubicBezTo>
                <a:cubicBezTo>
                  <a:pt x="5006849" y="2481749"/>
                  <a:pt x="4974809" y="2470228"/>
                  <a:pt x="4963649" y="2486069"/>
                </a:cubicBezTo>
                <a:cubicBezTo>
                  <a:pt x="4958969" y="2495430"/>
                  <a:pt x="4958969" y="2502271"/>
                  <a:pt x="4965809" y="2508751"/>
                </a:cubicBezTo>
                <a:cubicBezTo>
                  <a:pt x="4991009" y="2508751"/>
                  <a:pt x="4963649" y="2488590"/>
                  <a:pt x="4981649" y="2486069"/>
                </a:cubicBezTo>
                <a:cubicBezTo>
                  <a:pt x="4977329" y="2502271"/>
                  <a:pt x="4993169" y="2504431"/>
                  <a:pt x="4995329" y="2515591"/>
                </a:cubicBezTo>
                <a:cubicBezTo>
                  <a:pt x="4981649" y="2504431"/>
                  <a:pt x="4972649" y="2518112"/>
                  <a:pt x="4961129" y="2520272"/>
                </a:cubicBezTo>
                <a:cubicBezTo>
                  <a:pt x="4958969" y="2511271"/>
                  <a:pt x="4958969" y="2499750"/>
                  <a:pt x="4947449" y="2497590"/>
                </a:cubicBezTo>
                <a:cubicBezTo>
                  <a:pt x="4943129" y="2504431"/>
                  <a:pt x="4954289" y="2515591"/>
                  <a:pt x="4943129" y="2515591"/>
                </a:cubicBezTo>
                <a:cubicBezTo>
                  <a:pt x="4943129" y="2511271"/>
                  <a:pt x="4940609" y="2506591"/>
                  <a:pt x="4938449" y="2504431"/>
                </a:cubicBezTo>
                <a:cubicBezTo>
                  <a:pt x="4931609" y="2511271"/>
                  <a:pt x="4924769" y="2522432"/>
                  <a:pt x="4915769" y="2529272"/>
                </a:cubicBezTo>
                <a:cubicBezTo>
                  <a:pt x="4895248" y="2515591"/>
                  <a:pt x="4879408" y="2549794"/>
                  <a:pt x="4858888" y="2549794"/>
                </a:cubicBezTo>
                <a:cubicBezTo>
                  <a:pt x="4863568" y="2551954"/>
                  <a:pt x="4861048" y="2558794"/>
                  <a:pt x="4863568" y="2563475"/>
                </a:cubicBezTo>
                <a:cubicBezTo>
                  <a:pt x="4856728" y="2565635"/>
                  <a:pt x="4849888" y="2561315"/>
                  <a:pt x="4849888" y="2574995"/>
                </a:cubicBezTo>
                <a:cubicBezTo>
                  <a:pt x="4829368" y="2558794"/>
                  <a:pt x="4827208" y="2583996"/>
                  <a:pt x="4813528" y="2592997"/>
                </a:cubicBezTo>
                <a:cubicBezTo>
                  <a:pt x="4813528" y="2581836"/>
                  <a:pt x="4802008" y="2595517"/>
                  <a:pt x="4799848" y="2583996"/>
                </a:cubicBezTo>
                <a:cubicBezTo>
                  <a:pt x="4802008" y="2572475"/>
                  <a:pt x="4806688" y="2568155"/>
                  <a:pt x="4813528" y="2565635"/>
                </a:cubicBezTo>
                <a:cubicBezTo>
                  <a:pt x="4799848" y="2549794"/>
                  <a:pt x="4781487" y="2565635"/>
                  <a:pt x="4772487" y="2581836"/>
                </a:cubicBezTo>
                <a:cubicBezTo>
                  <a:pt x="4781487" y="2581836"/>
                  <a:pt x="4783647" y="2570315"/>
                  <a:pt x="4795167" y="2579316"/>
                </a:cubicBezTo>
                <a:cubicBezTo>
                  <a:pt x="4776807" y="2595517"/>
                  <a:pt x="4756647" y="2602357"/>
                  <a:pt x="4738287" y="2625039"/>
                </a:cubicBezTo>
                <a:cubicBezTo>
                  <a:pt x="4738287" y="2627199"/>
                  <a:pt x="4742967" y="2629359"/>
                  <a:pt x="4747287" y="2631879"/>
                </a:cubicBezTo>
                <a:cubicBezTo>
                  <a:pt x="4747287" y="2631879"/>
                  <a:pt x="4747287" y="2631879"/>
                  <a:pt x="4740447" y="2649881"/>
                </a:cubicBezTo>
                <a:cubicBezTo>
                  <a:pt x="4729287" y="2645560"/>
                  <a:pt x="4738287" y="2634040"/>
                  <a:pt x="4724607" y="2629359"/>
                </a:cubicBezTo>
                <a:cubicBezTo>
                  <a:pt x="4704087" y="2625039"/>
                  <a:pt x="4713087" y="2649881"/>
                  <a:pt x="4695087" y="2638720"/>
                </a:cubicBezTo>
                <a:cubicBezTo>
                  <a:pt x="4692927" y="2656721"/>
                  <a:pt x="4715607" y="2654561"/>
                  <a:pt x="4722447" y="2647720"/>
                </a:cubicBezTo>
                <a:cubicBezTo>
                  <a:pt x="4719927" y="2666082"/>
                  <a:pt x="4697247" y="2649881"/>
                  <a:pt x="4701927" y="2668242"/>
                </a:cubicBezTo>
                <a:cubicBezTo>
                  <a:pt x="4688247" y="2659241"/>
                  <a:pt x="4699767" y="2640880"/>
                  <a:pt x="4676727" y="2634040"/>
                </a:cubicBezTo>
                <a:cubicBezTo>
                  <a:pt x="4670247" y="2649881"/>
                  <a:pt x="4629206" y="2654561"/>
                  <a:pt x="4645047" y="2684083"/>
                </a:cubicBezTo>
                <a:cubicBezTo>
                  <a:pt x="4654047" y="2672562"/>
                  <a:pt x="4663407" y="2668242"/>
                  <a:pt x="4674567" y="2661401"/>
                </a:cubicBezTo>
                <a:cubicBezTo>
                  <a:pt x="4676727" y="2675082"/>
                  <a:pt x="4660887" y="2668242"/>
                  <a:pt x="4670247" y="2681923"/>
                </a:cubicBezTo>
                <a:cubicBezTo>
                  <a:pt x="4659987" y="2681923"/>
                  <a:pt x="4648017" y="2687593"/>
                  <a:pt x="4636901" y="2692678"/>
                </a:cubicBezTo>
                <a:lnTo>
                  <a:pt x="4628304" y="2696185"/>
                </a:lnTo>
                <a:lnTo>
                  <a:pt x="4629977" y="2698664"/>
                </a:lnTo>
                <a:cubicBezTo>
                  <a:pt x="4631571" y="2699497"/>
                  <a:pt x="4633466" y="2699712"/>
                  <a:pt x="4635284" y="2700143"/>
                </a:cubicBezTo>
                <a:lnTo>
                  <a:pt x="4637518" y="2701420"/>
                </a:lnTo>
                <a:lnTo>
                  <a:pt x="4648557" y="2700059"/>
                </a:lnTo>
                <a:cubicBezTo>
                  <a:pt x="4654227" y="2698304"/>
                  <a:pt x="4658727" y="2695424"/>
                  <a:pt x="4660887" y="2690923"/>
                </a:cubicBezTo>
                <a:cubicBezTo>
                  <a:pt x="4658727" y="2699924"/>
                  <a:pt x="4672407" y="2695604"/>
                  <a:pt x="4670247" y="2686243"/>
                </a:cubicBezTo>
                <a:cubicBezTo>
                  <a:pt x="4674567" y="2688763"/>
                  <a:pt x="4676727" y="2690923"/>
                  <a:pt x="4679247" y="2695604"/>
                </a:cubicBezTo>
                <a:cubicBezTo>
                  <a:pt x="4683567" y="2690923"/>
                  <a:pt x="4688247" y="2686243"/>
                  <a:pt x="4690407" y="2679403"/>
                </a:cubicBezTo>
                <a:cubicBezTo>
                  <a:pt x="4706607" y="2690923"/>
                  <a:pt x="4715607" y="2677243"/>
                  <a:pt x="4726767" y="2666082"/>
                </a:cubicBezTo>
                <a:cubicBezTo>
                  <a:pt x="4724607" y="2672562"/>
                  <a:pt x="4736127" y="2675082"/>
                  <a:pt x="4736127" y="2679403"/>
                </a:cubicBezTo>
                <a:cubicBezTo>
                  <a:pt x="4742967" y="2666082"/>
                  <a:pt x="4756647" y="2666082"/>
                  <a:pt x="4767807" y="2663562"/>
                </a:cubicBezTo>
                <a:cubicBezTo>
                  <a:pt x="4779327" y="2659241"/>
                  <a:pt x="4790487" y="2656721"/>
                  <a:pt x="4790487" y="2640880"/>
                </a:cubicBezTo>
                <a:cubicBezTo>
                  <a:pt x="4802008" y="2649881"/>
                  <a:pt x="4804168" y="2634040"/>
                  <a:pt x="4808848" y="2627199"/>
                </a:cubicBezTo>
                <a:lnTo>
                  <a:pt x="4818574" y="2632082"/>
                </a:lnTo>
                <a:lnTo>
                  <a:pt x="4817225" y="2627535"/>
                </a:lnTo>
                <a:cubicBezTo>
                  <a:pt x="4831014" y="2611782"/>
                  <a:pt x="4860768" y="2611782"/>
                  <a:pt x="4867662" y="2600325"/>
                </a:cubicBezTo>
                <a:cubicBezTo>
                  <a:pt x="4867662" y="2608291"/>
                  <a:pt x="4865099" y="2614691"/>
                  <a:pt x="4861431" y="2620335"/>
                </a:cubicBezTo>
                <a:lnTo>
                  <a:pt x="4860096" y="2621942"/>
                </a:lnTo>
                <a:lnTo>
                  <a:pt x="4865514" y="2621506"/>
                </a:lnTo>
                <a:cubicBezTo>
                  <a:pt x="4871016" y="2620674"/>
                  <a:pt x="4875988" y="2619099"/>
                  <a:pt x="4879408" y="2615678"/>
                </a:cubicBezTo>
                <a:cubicBezTo>
                  <a:pt x="4879408" y="2609198"/>
                  <a:pt x="4874728" y="2606678"/>
                  <a:pt x="4874728" y="2602357"/>
                </a:cubicBezTo>
                <a:cubicBezTo>
                  <a:pt x="4888408" y="2597677"/>
                  <a:pt x="4890568" y="2595517"/>
                  <a:pt x="4904249" y="2586156"/>
                </a:cubicBezTo>
                <a:cubicBezTo>
                  <a:pt x="4911089" y="2595517"/>
                  <a:pt x="4895248" y="2602357"/>
                  <a:pt x="4906769" y="2606678"/>
                </a:cubicBezTo>
                <a:cubicBezTo>
                  <a:pt x="4907309" y="2596417"/>
                  <a:pt x="4910842" y="2588722"/>
                  <a:pt x="4916123" y="2582702"/>
                </a:cubicBezTo>
                <a:lnTo>
                  <a:pt x="4916553" y="2582401"/>
                </a:lnTo>
                <a:lnTo>
                  <a:pt x="4916926" y="2574036"/>
                </a:lnTo>
                <a:cubicBezTo>
                  <a:pt x="4919856" y="2561536"/>
                  <a:pt x="4928977" y="2559422"/>
                  <a:pt x="4940695" y="2555875"/>
                </a:cubicBezTo>
                <a:lnTo>
                  <a:pt x="4938110" y="2567927"/>
                </a:lnTo>
                <a:lnTo>
                  <a:pt x="4958862" y="2559593"/>
                </a:lnTo>
                <a:lnTo>
                  <a:pt x="4966610" y="2555482"/>
                </a:lnTo>
                <a:lnTo>
                  <a:pt x="4958513" y="2547013"/>
                </a:lnTo>
                <a:cubicBezTo>
                  <a:pt x="4965216" y="2547013"/>
                  <a:pt x="4963099" y="2540260"/>
                  <a:pt x="4967332" y="2538127"/>
                </a:cubicBezTo>
                <a:lnTo>
                  <a:pt x="4971093" y="2542074"/>
                </a:lnTo>
                <a:lnTo>
                  <a:pt x="4970489" y="2533953"/>
                </a:lnTo>
                <a:cubicBezTo>
                  <a:pt x="4981649" y="2533953"/>
                  <a:pt x="4986329" y="2522432"/>
                  <a:pt x="4995329" y="2518112"/>
                </a:cubicBezTo>
                <a:cubicBezTo>
                  <a:pt x="4993169" y="2529272"/>
                  <a:pt x="4993169" y="2536113"/>
                  <a:pt x="4997849" y="2542953"/>
                </a:cubicBezTo>
                <a:cubicBezTo>
                  <a:pt x="5020529" y="2531613"/>
                  <a:pt x="5039789" y="2511181"/>
                  <a:pt x="5059364" y="2492730"/>
                </a:cubicBezTo>
                <a:lnTo>
                  <a:pt x="5085382" y="2471262"/>
                </a:lnTo>
                <a:lnTo>
                  <a:pt x="5080515" y="2465113"/>
                </a:lnTo>
                <a:cubicBezTo>
                  <a:pt x="5077965" y="2463099"/>
                  <a:pt x="5075638" y="2463099"/>
                  <a:pt x="5074385" y="2467753"/>
                </a:cubicBezTo>
                <a:cubicBezTo>
                  <a:pt x="5063288" y="2451644"/>
                  <a:pt x="5092641" y="2442695"/>
                  <a:pt x="5097294" y="2438400"/>
                </a:cubicBezTo>
                <a:cubicBezTo>
                  <a:pt x="5099442" y="2447349"/>
                  <a:pt x="5094789" y="2451644"/>
                  <a:pt x="5090493" y="2456298"/>
                </a:cubicBezTo>
                <a:cubicBezTo>
                  <a:pt x="5089240" y="2458625"/>
                  <a:pt x="5087540" y="2460862"/>
                  <a:pt x="5086690" y="2463681"/>
                </a:cubicBezTo>
                <a:lnTo>
                  <a:pt x="5087396" y="2469601"/>
                </a:lnTo>
                <a:lnTo>
                  <a:pt x="5089430" y="2467922"/>
                </a:lnTo>
                <a:cubicBezTo>
                  <a:pt x="5099842" y="2461070"/>
                  <a:pt x="5110800" y="2456098"/>
                  <a:pt x="5122770" y="2454387"/>
                </a:cubicBezTo>
                <a:cubicBezTo>
                  <a:pt x="5118090" y="2456547"/>
                  <a:pt x="5111250" y="2458708"/>
                  <a:pt x="5111250" y="2468068"/>
                </a:cubicBezTo>
                <a:cubicBezTo>
                  <a:pt x="5122770" y="2465548"/>
                  <a:pt x="5120610" y="2474909"/>
                  <a:pt x="5129610" y="2472388"/>
                </a:cubicBezTo>
                <a:cubicBezTo>
                  <a:pt x="5128530" y="2461048"/>
                  <a:pt x="5133660" y="2458797"/>
                  <a:pt x="5139645" y="2458528"/>
                </a:cubicBezTo>
                <a:lnTo>
                  <a:pt x="5147964" y="2458705"/>
                </a:lnTo>
                <a:lnTo>
                  <a:pt x="5151722" y="2451292"/>
                </a:lnTo>
                <a:lnTo>
                  <a:pt x="5153522" y="2448734"/>
                </a:lnTo>
                <a:lnTo>
                  <a:pt x="5152740" y="2443992"/>
                </a:lnTo>
                <a:cubicBezTo>
                  <a:pt x="5151300" y="2441156"/>
                  <a:pt x="5150130" y="2438366"/>
                  <a:pt x="5152290" y="2431706"/>
                </a:cubicBezTo>
                <a:lnTo>
                  <a:pt x="5156567" y="2432383"/>
                </a:lnTo>
                <a:lnTo>
                  <a:pt x="5156433" y="2431030"/>
                </a:lnTo>
                <a:lnTo>
                  <a:pt x="5168768" y="2432975"/>
                </a:lnTo>
                <a:lnTo>
                  <a:pt x="5176405" y="2429657"/>
                </a:lnTo>
                <a:lnTo>
                  <a:pt x="5170203" y="2424156"/>
                </a:lnTo>
                <a:lnTo>
                  <a:pt x="5175016" y="2422039"/>
                </a:lnTo>
                <a:lnTo>
                  <a:pt x="5170651" y="2418025"/>
                </a:lnTo>
                <a:cubicBezTo>
                  <a:pt x="5179021" y="2414514"/>
                  <a:pt x="5184961" y="2398246"/>
                  <a:pt x="5191357" y="2394280"/>
                </a:cubicBezTo>
                <a:lnTo>
                  <a:pt x="5194116" y="2394721"/>
                </a:lnTo>
                <a:lnTo>
                  <a:pt x="5195998" y="2391994"/>
                </a:lnTo>
                <a:cubicBezTo>
                  <a:pt x="5200517" y="2387947"/>
                  <a:pt x="5206155" y="2384491"/>
                  <a:pt x="5204902" y="2376487"/>
                </a:cubicBezTo>
                <a:cubicBezTo>
                  <a:pt x="5211704" y="2385764"/>
                  <a:pt x="5210630" y="2391494"/>
                  <a:pt x="5207005" y="2396360"/>
                </a:cubicBezTo>
                <a:lnTo>
                  <a:pt x="5196538" y="2408007"/>
                </a:lnTo>
                <a:lnTo>
                  <a:pt x="5202061" y="2409879"/>
                </a:lnTo>
                <a:cubicBezTo>
                  <a:pt x="5205211" y="2412714"/>
                  <a:pt x="5208091" y="2417845"/>
                  <a:pt x="5216011" y="2420185"/>
                </a:cubicBezTo>
                <a:cubicBezTo>
                  <a:pt x="5220691" y="2409024"/>
                  <a:pt x="5213851" y="2406504"/>
                  <a:pt x="5209171" y="2402184"/>
                </a:cubicBezTo>
                <a:cubicBezTo>
                  <a:pt x="5218171" y="2388143"/>
                  <a:pt x="5241211" y="2372302"/>
                  <a:pt x="5259211" y="2356461"/>
                </a:cubicBezTo>
                <a:cubicBezTo>
                  <a:pt x="5250211" y="2349620"/>
                  <a:pt x="5259211" y="2338459"/>
                  <a:pt x="5257051" y="2326938"/>
                </a:cubicBezTo>
                <a:cubicBezTo>
                  <a:pt x="5270731" y="2322258"/>
                  <a:pt x="5263891" y="2342780"/>
                  <a:pt x="5277571" y="2335939"/>
                </a:cubicBezTo>
                <a:cubicBezTo>
                  <a:pt x="5272891" y="2320098"/>
                  <a:pt x="5279731" y="2311097"/>
                  <a:pt x="5284411" y="2299577"/>
                </a:cubicBezTo>
                <a:cubicBezTo>
                  <a:pt x="5277571" y="2297416"/>
                  <a:pt x="5272891" y="2306417"/>
                  <a:pt x="5272891" y="2299577"/>
                </a:cubicBezTo>
                <a:cubicBezTo>
                  <a:pt x="5284411" y="2297416"/>
                  <a:pt x="5277571" y="2283736"/>
                  <a:pt x="5270731" y="2281575"/>
                </a:cubicBezTo>
                <a:cubicBezTo>
                  <a:pt x="5275231" y="2280315"/>
                  <a:pt x="5276941" y="2276265"/>
                  <a:pt x="5279236" y="2272260"/>
                </a:cubicBezTo>
                <a:lnTo>
                  <a:pt x="5282361" y="2269907"/>
                </a:lnTo>
                <a:lnTo>
                  <a:pt x="5277905" y="2267494"/>
                </a:lnTo>
                <a:cubicBezTo>
                  <a:pt x="5259559" y="2264954"/>
                  <a:pt x="5257401" y="2278743"/>
                  <a:pt x="5259559" y="2285637"/>
                </a:cubicBezTo>
                <a:cubicBezTo>
                  <a:pt x="5247148" y="2281101"/>
                  <a:pt x="5246609" y="2271395"/>
                  <a:pt x="5251420" y="2261371"/>
                </a:cubicBezTo>
                <a:lnTo>
                  <a:pt x="5252212" y="2260256"/>
                </a:lnTo>
                <a:lnTo>
                  <a:pt x="5249356" y="2245888"/>
                </a:lnTo>
                <a:cubicBezTo>
                  <a:pt x="5247961" y="2241613"/>
                  <a:pt x="5245711" y="2238193"/>
                  <a:pt x="5241211" y="2235852"/>
                </a:cubicBezTo>
                <a:cubicBezTo>
                  <a:pt x="5234371" y="2251693"/>
                  <a:pt x="5231851" y="2238372"/>
                  <a:pt x="5225011" y="2231532"/>
                </a:cubicBezTo>
                <a:close/>
                <a:moveTo>
                  <a:pt x="5864315" y="2222500"/>
                </a:moveTo>
                <a:cubicBezTo>
                  <a:pt x="5870975" y="2231959"/>
                  <a:pt x="5864315" y="2245783"/>
                  <a:pt x="5864315" y="2257061"/>
                </a:cubicBezTo>
                <a:cubicBezTo>
                  <a:pt x="5844338" y="2254878"/>
                  <a:pt x="5866418" y="2234141"/>
                  <a:pt x="5864315" y="2222500"/>
                </a:cubicBezTo>
                <a:close/>
                <a:moveTo>
                  <a:pt x="5738681" y="2222500"/>
                </a:moveTo>
                <a:lnTo>
                  <a:pt x="5740797" y="2238985"/>
                </a:lnTo>
                <a:cubicBezTo>
                  <a:pt x="5736211" y="2241183"/>
                  <a:pt x="5727392" y="2245945"/>
                  <a:pt x="5725275" y="2241183"/>
                </a:cubicBezTo>
                <a:cubicBezTo>
                  <a:pt x="5731978" y="2236421"/>
                  <a:pt x="5731978" y="2227262"/>
                  <a:pt x="5738681" y="2222500"/>
                </a:cubicBezTo>
                <a:close/>
                <a:moveTo>
                  <a:pt x="5873376" y="2213171"/>
                </a:moveTo>
                <a:cubicBezTo>
                  <a:pt x="5859696" y="2222171"/>
                  <a:pt x="5859696" y="2231532"/>
                  <a:pt x="5843855" y="2231532"/>
                </a:cubicBezTo>
                <a:cubicBezTo>
                  <a:pt x="5850695" y="2242693"/>
                  <a:pt x="5862216" y="2247373"/>
                  <a:pt x="5855375" y="2267894"/>
                </a:cubicBezTo>
                <a:cubicBezTo>
                  <a:pt x="5880216" y="2265374"/>
                  <a:pt x="5864376" y="2235852"/>
                  <a:pt x="5873376" y="2213171"/>
                </a:cubicBezTo>
                <a:close/>
                <a:moveTo>
                  <a:pt x="5282057" y="2212875"/>
                </a:moveTo>
                <a:lnTo>
                  <a:pt x="5276631" y="2218402"/>
                </a:lnTo>
                <a:lnTo>
                  <a:pt x="5276929" y="2224691"/>
                </a:lnTo>
                <a:lnTo>
                  <a:pt x="5277571" y="2224691"/>
                </a:lnTo>
                <a:close/>
                <a:moveTo>
                  <a:pt x="5286207" y="2208646"/>
                </a:moveTo>
                <a:lnTo>
                  <a:pt x="5285490" y="2209377"/>
                </a:lnTo>
                <a:lnTo>
                  <a:pt x="5286319" y="2209122"/>
                </a:lnTo>
                <a:close/>
                <a:moveTo>
                  <a:pt x="6354040" y="2198687"/>
                </a:moveTo>
                <a:cubicBezTo>
                  <a:pt x="6365306" y="2207772"/>
                  <a:pt x="6367850" y="2212496"/>
                  <a:pt x="6358401" y="2226306"/>
                </a:cubicBezTo>
                <a:cubicBezTo>
                  <a:pt x="6338050" y="2228486"/>
                  <a:pt x="6354040" y="2210316"/>
                  <a:pt x="6354040" y="2198687"/>
                </a:cubicBezTo>
                <a:close/>
                <a:moveTo>
                  <a:pt x="5136450" y="2185809"/>
                </a:moveTo>
                <a:cubicBezTo>
                  <a:pt x="5122770" y="2183649"/>
                  <a:pt x="5124930" y="2201650"/>
                  <a:pt x="5138610" y="2199490"/>
                </a:cubicBezTo>
                <a:cubicBezTo>
                  <a:pt x="5143290" y="2192649"/>
                  <a:pt x="5138610" y="2194809"/>
                  <a:pt x="5136450" y="2185809"/>
                </a:cubicBezTo>
                <a:close/>
                <a:moveTo>
                  <a:pt x="5259211" y="2183649"/>
                </a:moveTo>
                <a:cubicBezTo>
                  <a:pt x="5252371" y="2190489"/>
                  <a:pt x="5247241" y="2196160"/>
                  <a:pt x="5242111" y="2202415"/>
                </a:cubicBezTo>
                <a:lnTo>
                  <a:pt x="5234310" y="2212577"/>
                </a:lnTo>
                <a:lnTo>
                  <a:pt x="5239790" y="2213896"/>
                </a:lnTo>
                <a:lnTo>
                  <a:pt x="5247376" y="2208355"/>
                </a:lnTo>
                <a:cubicBezTo>
                  <a:pt x="5253091" y="2201830"/>
                  <a:pt x="5257051" y="2193909"/>
                  <a:pt x="5259211" y="2183649"/>
                </a:cubicBezTo>
                <a:close/>
                <a:moveTo>
                  <a:pt x="6112501" y="2176462"/>
                </a:moveTo>
                <a:cubicBezTo>
                  <a:pt x="6132905" y="2189967"/>
                  <a:pt x="6114649" y="2205605"/>
                  <a:pt x="6110353" y="2223731"/>
                </a:cubicBezTo>
                <a:cubicBezTo>
                  <a:pt x="6096750" y="2210226"/>
                  <a:pt x="6117154" y="2194232"/>
                  <a:pt x="6112501" y="2176462"/>
                </a:cubicBezTo>
                <a:close/>
                <a:moveTo>
                  <a:pt x="5425527" y="2170204"/>
                </a:moveTo>
                <a:cubicBezTo>
                  <a:pt x="5421933" y="2170845"/>
                  <a:pt x="5420313" y="2177258"/>
                  <a:pt x="5418693" y="2172128"/>
                </a:cubicBezTo>
                <a:cubicBezTo>
                  <a:pt x="5411853" y="2181488"/>
                  <a:pt x="5418693" y="2199490"/>
                  <a:pt x="5400332" y="2201650"/>
                </a:cubicBezTo>
                <a:cubicBezTo>
                  <a:pt x="5414013" y="2208490"/>
                  <a:pt x="5432013" y="2187969"/>
                  <a:pt x="5429853" y="2172128"/>
                </a:cubicBezTo>
                <a:cubicBezTo>
                  <a:pt x="5428143" y="2170418"/>
                  <a:pt x="5426726" y="2169990"/>
                  <a:pt x="5425527" y="2170204"/>
                </a:cubicBezTo>
                <a:close/>
                <a:moveTo>
                  <a:pt x="6159281" y="2165350"/>
                </a:moveTo>
                <a:cubicBezTo>
                  <a:pt x="6172600" y="2167894"/>
                  <a:pt x="6163487" y="2190788"/>
                  <a:pt x="6156828" y="2195148"/>
                </a:cubicBezTo>
                <a:cubicBezTo>
                  <a:pt x="6145963" y="2186063"/>
                  <a:pt x="6152622" y="2176978"/>
                  <a:pt x="6159281" y="2165350"/>
                </a:cubicBezTo>
                <a:close/>
                <a:moveTo>
                  <a:pt x="5850695" y="2165287"/>
                </a:moveTo>
                <a:cubicBezTo>
                  <a:pt x="5841695" y="2174648"/>
                  <a:pt x="5843855" y="2187969"/>
                  <a:pt x="5846375" y="2204170"/>
                </a:cubicBezTo>
                <a:cubicBezTo>
                  <a:pt x="5859696" y="2197330"/>
                  <a:pt x="5853215" y="2178968"/>
                  <a:pt x="5850695" y="2165287"/>
                </a:cubicBezTo>
                <a:close/>
                <a:moveTo>
                  <a:pt x="5705255" y="2154127"/>
                </a:moveTo>
                <a:lnTo>
                  <a:pt x="5700505" y="2156365"/>
                </a:lnTo>
                <a:lnTo>
                  <a:pt x="5691245" y="2181216"/>
                </a:lnTo>
                <a:lnTo>
                  <a:pt x="5688196" y="2195294"/>
                </a:lnTo>
                <a:lnTo>
                  <a:pt x="5694005" y="2190759"/>
                </a:lnTo>
                <a:cubicBezTo>
                  <a:pt x="5697695" y="2186529"/>
                  <a:pt x="5701655" y="2182569"/>
                  <a:pt x="5709575" y="2181488"/>
                </a:cubicBezTo>
                <a:cubicBezTo>
                  <a:pt x="5705255" y="2165287"/>
                  <a:pt x="5705255" y="2169968"/>
                  <a:pt x="5705255" y="2154127"/>
                </a:cubicBezTo>
                <a:close/>
                <a:moveTo>
                  <a:pt x="3203455" y="2146445"/>
                </a:moveTo>
                <a:lnTo>
                  <a:pt x="3201514" y="2150944"/>
                </a:lnTo>
                <a:lnTo>
                  <a:pt x="3204174" y="2148737"/>
                </a:lnTo>
                <a:close/>
                <a:moveTo>
                  <a:pt x="6346164" y="2143125"/>
                </a:moveTo>
                <a:cubicBezTo>
                  <a:pt x="6348281" y="2152098"/>
                  <a:pt x="6350397" y="2177221"/>
                  <a:pt x="6341578" y="2184041"/>
                </a:cubicBezTo>
                <a:cubicBezTo>
                  <a:pt x="6337344" y="2172556"/>
                  <a:pt x="6334875" y="2149944"/>
                  <a:pt x="6346164" y="2143125"/>
                </a:cubicBezTo>
                <a:close/>
                <a:moveTo>
                  <a:pt x="6304064" y="2143125"/>
                </a:moveTo>
                <a:cubicBezTo>
                  <a:pt x="6331341" y="2152204"/>
                  <a:pt x="6299398" y="2175445"/>
                  <a:pt x="6313037" y="2195782"/>
                </a:cubicBezTo>
                <a:cubicBezTo>
                  <a:pt x="6308371" y="2198324"/>
                  <a:pt x="6299398" y="2198324"/>
                  <a:pt x="6290425" y="2195782"/>
                </a:cubicBezTo>
                <a:cubicBezTo>
                  <a:pt x="6299398" y="2172903"/>
                  <a:pt x="6301551" y="2168545"/>
                  <a:pt x="6304064" y="2143125"/>
                </a:cubicBezTo>
                <a:close/>
                <a:moveTo>
                  <a:pt x="3200741" y="2137801"/>
                </a:moveTo>
                <a:lnTo>
                  <a:pt x="3200615" y="2139580"/>
                </a:lnTo>
                <a:lnTo>
                  <a:pt x="3201207" y="2139285"/>
                </a:lnTo>
                <a:close/>
                <a:moveTo>
                  <a:pt x="3726543" y="2131377"/>
                </a:moveTo>
                <a:cubicBezTo>
                  <a:pt x="3724307" y="2131968"/>
                  <a:pt x="3723222" y="2134407"/>
                  <a:pt x="3722056" y="2137136"/>
                </a:cubicBezTo>
                <a:lnTo>
                  <a:pt x="3721736" y="2137618"/>
                </a:lnTo>
                <a:lnTo>
                  <a:pt x="3721736" y="2142857"/>
                </a:lnTo>
                <a:cubicBezTo>
                  <a:pt x="3725156" y="2142857"/>
                  <a:pt x="3728036" y="2142317"/>
                  <a:pt x="3730062" y="2140337"/>
                </a:cubicBezTo>
                <a:lnTo>
                  <a:pt x="3732186" y="2132921"/>
                </a:lnTo>
                <a:close/>
                <a:moveTo>
                  <a:pt x="5325889" y="2128837"/>
                </a:moveTo>
                <a:cubicBezTo>
                  <a:pt x="5355033" y="2128837"/>
                  <a:pt x="5323401" y="2145580"/>
                  <a:pt x="5330154" y="2152278"/>
                </a:cubicBezTo>
                <a:cubicBezTo>
                  <a:pt x="5307763" y="2145580"/>
                  <a:pt x="5336907" y="2133674"/>
                  <a:pt x="5325889" y="2128837"/>
                </a:cubicBezTo>
                <a:close/>
                <a:moveTo>
                  <a:pt x="3188159" y="2127514"/>
                </a:moveTo>
                <a:cubicBezTo>
                  <a:pt x="3185009" y="2128077"/>
                  <a:pt x="3181994" y="2129348"/>
                  <a:pt x="3179473" y="2131760"/>
                </a:cubicBezTo>
                <a:lnTo>
                  <a:pt x="3179083" y="2132519"/>
                </a:lnTo>
                <a:lnTo>
                  <a:pt x="3192234" y="2129386"/>
                </a:lnTo>
                <a:lnTo>
                  <a:pt x="3196071" y="2128261"/>
                </a:lnTo>
                <a:close/>
                <a:moveTo>
                  <a:pt x="5815407" y="2127250"/>
                </a:moveTo>
                <a:cubicBezTo>
                  <a:pt x="5815407" y="2141059"/>
                  <a:pt x="5808646" y="2147963"/>
                  <a:pt x="5799751" y="2157048"/>
                </a:cubicBezTo>
                <a:cubicBezTo>
                  <a:pt x="5795125" y="2143239"/>
                  <a:pt x="5806511" y="2136335"/>
                  <a:pt x="5815407" y="2127250"/>
                </a:cubicBezTo>
                <a:close/>
                <a:moveTo>
                  <a:pt x="713719" y="2127250"/>
                </a:moveTo>
                <a:cubicBezTo>
                  <a:pt x="732225" y="2143000"/>
                  <a:pt x="697753" y="2143000"/>
                  <a:pt x="697753" y="2163404"/>
                </a:cubicBezTo>
                <a:cubicBezTo>
                  <a:pt x="681788" y="2158750"/>
                  <a:pt x="709365" y="2138704"/>
                  <a:pt x="713719" y="2127250"/>
                </a:cubicBezTo>
                <a:close/>
                <a:moveTo>
                  <a:pt x="3603945" y="2126439"/>
                </a:moveTo>
                <a:cubicBezTo>
                  <a:pt x="3607391" y="2126048"/>
                  <a:pt x="3612244" y="2135505"/>
                  <a:pt x="3612244" y="2126796"/>
                </a:cubicBezTo>
                <a:cubicBezTo>
                  <a:pt x="3616730" y="2128973"/>
                  <a:pt x="3614314" y="2133690"/>
                  <a:pt x="3614314" y="2138408"/>
                </a:cubicBezTo>
                <a:cubicBezTo>
                  <a:pt x="3605687" y="2142762"/>
                  <a:pt x="3607757" y="2133690"/>
                  <a:pt x="3601200" y="2131150"/>
                </a:cubicBezTo>
                <a:cubicBezTo>
                  <a:pt x="3601804" y="2127794"/>
                  <a:pt x="3602796" y="2126569"/>
                  <a:pt x="3603945" y="2126439"/>
                </a:cubicBezTo>
                <a:close/>
                <a:moveTo>
                  <a:pt x="3335721" y="2124685"/>
                </a:moveTo>
                <a:cubicBezTo>
                  <a:pt x="3330941" y="2141170"/>
                  <a:pt x="3305942" y="2131645"/>
                  <a:pt x="3301163" y="2127249"/>
                </a:cubicBezTo>
                <a:cubicBezTo>
                  <a:pt x="3308148" y="2122487"/>
                  <a:pt x="3324324" y="2134210"/>
                  <a:pt x="3335721" y="2124685"/>
                </a:cubicBezTo>
                <a:close/>
                <a:moveTo>
                  <a:pt x="5735582" y="2124475"/>
                </a:moveTo>
                <a:lnTo>
                  <a:pt x="5722199" y="2131067"/>
                </a:lnTo>
                <a:lnTo>
                  <a:pt x="5722518" y="2133246"/>
                </a:lnTo>
                <a:lnTo>
                  <a:pt x="5728094" y="2131557"/>
                </a:lnTo>
                <a:lnTo>
                  <a:pt x="5727162" y="2134894"/>
                </a:lnTo>
                <a:lnTo>
                  <a:pt x="5733695" y="2129223"/>
                </a:lnTo>
                <a:close/>
                <a:moveTo>
                  <a:pt x="3805978" y="2122425"/>
                </a:moveTo>
                <a:lnTo>
                  <a:pt x="3793228" y="2124841"/>
                </a:lnTo>
                <a:lnTo>
                  <a:pt x="3790187" y="2127530"/>
                </a:lnTo>
                <a:lnTo>
                  <a:pt x="3802744" y="2123510"/>
                </a:lnTo>
                <a:close/>
                <a:moveTo>
                  <a:pt x="5479893" y="2122084"/>
                </a:moveTo>
                <a:lnTo>
                  <a:pt x="5479165" y="2122413"/>
                </a:lnTo>
                <a:lnTo>
                  <a:pt x="5477145" y="2125311"/>
                </a:lnTo>
                <a:lnTo>
                  <a:pt x="5475605" y="2124019"/>
                </a:lnTo>
                <a:lnTo>
                  <a:pt x="5467923" y="2127485"/>
                </a:lnTo>
                <a:cubicBezTo>
                  <a:pt x="5465673" y="2130095"/>
                  <a:pt x="5465133" y="2133605"/>
                  <a:pt x="5466213" y="2138286"/>
                </a:cubicBezTo>
                <a:cubicBezTo>
                  <a:pt x="5477733" y="2135765"/>
                  <a:pt x="5482413" y="2131085"/>
                  <a:pt x="5479893" y="2122084"/>
                </a:cubicBezTo>
                <a:close/>
                <a:moveTo>
                  <a:pt x="4619621" y="2121319"/>
                </a:moveTo>
                <a:cubicBezTo>
                  <a:pt x="4617056" y="2122714"/>
                  <a:pt x="4615346" y="2125505"/>
                  <a:pt x="4613006" y="2128925"/>
                </a:cubicBezTo>
                <a:cubicBezTo>
                  <a:pt x="4622366" y="2140446"/>
                  <a:pt x="4629206" y="2131085"/>
                  <a:pt x="4631366" y="2122084"/>
                </a:cubicBezTo>
                <a:cubicBezTo>
                  <a:pt x="4625606" y="2119924"/>
                  <a:pt x="4622186" y="2119924"/>
                  <a:pt x="4619621" y="2121319"/>
                </a:cubicBezTo>
                <a:close/>
                <a:moveTo>
                  <a:pt x="6123722" y="2112962"/>
                </a:moveTo>
                <a:cubicBezTo>
                  <a:pt x="6148780" y="2123997"/>
                  <a:pt x="6148780" y="2144645"/>
                  <a:pt x="6130524" y="2171344"/>
                </a:cubicBezTo>
                <a:cubicBezTo>
                  <a:pt x="6114773" y="2167072"/>
                  <a:pt x="6114773" y="2167072"/>
                  <a:pt x="6114773" y="2167072"/>
                </a:cubicBezTo>
                <a:cubicBezTo>
                  <a:pt x="6112625" y="2142153"/>
                  <a:pt x="6112625" y="2135389"/>
                  <a:pt x="6123722" y="2112962"/>
                </a:cubicBezTo>
                <a:close/>
                <a:moveTo>
                  <a:pt x="3438292" y="2111497"/>
                </a:moveTo>
                <a:cubicBezTo>
                  <a:pt x="3441311" y="2110581"/>
                  <a:pt x="3444072" y="2111680"/>
                  <a:pt x="3445280" y="2115160"/>
                </a:cubicBezTo>
                <a:cubicBezTo>
                  <a:pt x="3445280" y="2124319"/>
                  <a:pt x="3436307" y="2119923"/>
                  <a:pt x="3434237" y="2126883"/>
                </a:cubicBezTo>
                <a:lnTo>
                  <a:pt x="3432213" y="2122230"/>
                </a:lnTo>
                <a:lnTo>
                  <a:pt x="3402763" y="2133244"/>
                </a:lnTo>
                <a:cubicBezTo>
                  <a:pt x="3404374" y="2118032"/>
                  <a:pt x="3420080" y="2114229"/>
                  <a:pt x="3430701" y="2116131"/>
                </a:cubicBezTo>
                <a:lnTo>
                  <a:pt x="3432706" y="2117007"/>
                </a:lnTo>
                <a:close/>
                <a:moveTo>
                  <a:pt x="5416134" y="2111375"/>
                </a:moveTo>
                <a:cubicBezTo>
                  <a:pt x="5413902" y="2124771"/>
                  <a:pt x="5428041" y="2111375"/>
                  <a:pt x="5428041" y="2122598"/>
                </a:cubicBezTo>
                <a:cubicBezTo>
                  <a:pt x="5423204" y="2129477"/>
                  <a:pt x="5409065" y="2131650"/>
                  <a:pt x="5406832" y="2120426"/>
                </a:cubicBezTo>
                <a:cubicBezTo>
                  <a:pt x="5404600" y="2115719"/>
                  <a:pt x="5413902" y="2115719"/>
                  <a:pt x="5416134" y="2111375"/>
                </a:cubicBezTo>
                <a:close/>
                <a:moveTo>
                  <a:pt x="3351014" y="2107543"/>
                </a:moveTo>
                <a:cubicBezTo>
                  <a:pt x="3354034" y="2105853"/>
                  <a:pt x="3357312" y="2106475"/>
                  <a:pt x="3359555" y="2111101"/>
                </a:cubicBezTo>
                <a:cubicBezTo>
                  <a:pt x="3359555" y="2115371"/>
                  <a:pt x="3357139" y="2113236"/>
                  <a:pt x="3357139" y="2111101"/>
                </a:cubicBezTo>
                <a:cubicBezTo>
                  <a:pt x="3352998" y="2115371"/>
                  <a:pt x="3350582" y="2122131"/>
                  <a:pt x="3344025" y="2117861"/>
                </a:cubicBezTo>
                <a:cubicBezTo>
                  <a:pt x="3345233" y="2113236"/>
                  <a:pt x="3347994" y="2109233"/>
                  <a:pt x="3351014" y="2107543"/>
                </a:cubicBezTo>
                <a:close/>
                <a:moveTo>
                  <a:pt x="3644823" y="2104501"/>
                </a:moveTo>
                <a:cubicBezTo>
                  <a:pt x="3649921" y="2102004"/>
                  <a:pt x="3656182" y="2103056"/>
                  <a:pt x="3659581" y="2107437"/>
                </a:cubicBezTo>
                <a:cubicBezTo>
                  <a:pt x="3654930" y="2116549"/>
                  <a:pt x="3650637" y="2125311"/>
                  <a:pt x="3637042" y="2122858"/>
                </a:cubicBezTo>
                <a:cubicBezTo>
                  <a:pt x="3635790" y="2113044"/>
                  <a:pt x="3639726" y="2106999"/>
                  <a:pt x="3644823" y="2104501"/>
                </a:cubicBezTo>
                <a:close/>
                <a:moveTo>
                  <a:pt x="3839857" y="2103600"/>
                </a:moveTo>
                <a:lnTo>
                  <a:pt x="3839457" y="2104159"/>
                </a:lnTo>
                <a:lnTo>
                  <a:pt x="3830855" y="2105760"/>
                </a:lnTo>
                <a:cubicBezTo>
                  <a:pt x="3839857" y="2103600"/>
                  <a:pt x="3839857" y="2103600"/>
                  <a:pt x="3839857" y="2103600"/>
                </a:cubicBezTo>
                <a:close/>
                <a:moveTo>
                  <a:pt x="4725786" y="2101577"/>
                </a:moveTo>
                <a:lnTo>
                  <a:pt x="4722987" y="2103363"/>
                </a:lnTo>
                <a:lnTo>
                  <a:pt x="4688821" y="2123900"/>
                </a:lnTo>
                <a:lnTo>
                  <a:pt x="4694435" y="2123752"/>
                </a:lnTo>
                <a:cubicBezTo>
                  <a:pt x="4703087" y="2120799"/>
                  <a:pt x="4710985" y="2115569"/>
                  <a:pt x="4718231" y="2109337"/>
                </a:cubicBezTo>
                <a:close/>
                <a:moveTo>
                  <a:pt x="6406442" y="2099311"/>
                </a:moveTo>
                <a:cubicBezTo>
                  <a:pt x="6416676" y="2101443"/>
                  <a:pt x="6427111" y="2114881"/>
                  <a:pt x="6423900" y="2126886"/>
                </a:cubicBezTo>
                <a:cubicBezTo>
                  <a:pt x="6408204" y="2124339"/>
                  <a:pt x="6408204" y="2124339"/>
                  <a:pt x="6408204" y="2124339"/>
                </a:cubicBezTo>
                <a:cubicBezTo>
                  <a:pt x="6417122" y="2108332"/>
                  <a:pt x="6403566" y="2108332"/>
                  <a:pt x="6396788" y="2101420"/>
                </a:cubicBezTo>
                <a:cubicBezTo>
                  <a:pt x="6399642" y="2099146"/>
                  <a:pt x="6403031" y="2098600"/>
                  <a:pt x="6406442" y="2099311"/>
                </a:cubicBezTo>
                <a:close/>
                <a:moveTo>
                  <a:pt x="3789808" y="2096759"/>
                </a:moveTo>
                <a:cubicBezTo>
                  <a:pt x="3778285" y="2096759"/>
                  <a:pt x="3771444" y="2101080"/>
                  <a:pt x="3771444" y="2114760"/>
                </a:cubicBezTo>
                <a:cubicBezTo>
                  <a:pt x="3782966" y="2114760"/>
                  <a:pt x="3789808" y="2110440"/>
                  <a:pt x="3789808" y="2096759"/>
                </a:cubicBezTo>
                <a:close/>
                <a:moveTo>
                  <a:pt x="4686492" y="2096028"/>
                </a:moveTo>
                <a:cubicBezTo>
                  <a:pt x="4684197" y="2095983"/>
                  <a:pt x="4682487" y="2097063"/>
                  <a:pt x="4683567" y="2101563"/>
                </a:cubicBezTo>
                <a:cubicBezTo>
                  <a:pt x="4692927" y="2108403"/>
                  <a:pt x="4695087" y="2106243"/>
                  <a:pt x="4692927" y="2097243"/>
                </a:cubicBezTo>
                <a:cubicBezTo>
                  <a:pt x="4691667" y="2097243"/>
                  <a:pt x="4688787" y="2096073"/>
                  <a:pt x="4686492" y="2096028"/>
                </a:cubicBezTo>
                <a:close/>
                <a:moveTo>
                  <a:pt x="3717415" y="2094984"/>
                </a:moveTo>
                <a:lnTo>
                  <a:pt x="3718428" y="2102491"/>
                </a:lnTo>
                <a:lnTo>
                  <a:pt x="3723120" y="2101845"/>
                </a:lnTo>
                <a:lnTo>
                  <a:pt x="3722456" y="2099123"/>
                </a:lnTo>
                <a:cubicBezTo>
                  <a:pt x="3721916" y="2096244"/>
                  <a:pt x="3720836" y="2093904"/>
                  <a:pt x="3717415" y="2094984"/>
                </a:cubicBezTo>
                <a:close/>
                <a:moveTo>
                  <a:pt x="6378962" y="2090737"/>
                </a:moveTo>
                <a:cubicBezTo>
                  <a:pt x="6378962" y="2131671"/>
                  <a:pt x="6372057" y="2163911"/>
                  <a:pt x="6360792" y="2198325"/>
                </a:cubicBezTo>
                <a:cubicBezTo>
                  <a:pt x="6349163" y="2161737"/>
                  <a:pt x="6372057" y="2124788"/>
                  <a:pt x="6378962" y="2090737"/>
                </a:cubicBezTo>
                <a:close/>
                <a:moveTo>
                  <a:pt x="3676371" y="2090665"/>
                </a:moveTo>
                <a:cubicBezTo>
                  <a:pt x="3672951" y="2094084"/>
                  <a:pt x="3673491" y="2096334"/>
                  <a:pt x="3674346" y="2097999"/>
                </a:cubicBezTo>
                <a:lnTo>
                  <a:pt x="3674229" y="2101295"/>
                </a:lnTo>
                <a:lnTo>
                  <a:pt x="3674615" y="2106114"/>
                </a:lnTo>
                <a:cubicBezTo>
                  <a:pt x="3672201" y="2116088"/>
                  <a:pt x="3663965" y="2126821"/>
                  <a:pt x="3682868" y="2128441"/>
                </a:cubicBezTo>
                <a:lnTo>
                  <a:pt x="3694821" y="2094846"/>
                </a:lnTo>
                <a:lnTo>
                  <a:pt x="3694373" y="2092824"/>
                </a:lnTo>
                <a:cubicBezTo>
                  <a:pt x="3685372" y="2097504"/>
                  <a:pt x="3683212" y="2090665"/>
                  <a:pt x="3676371" y="2090665"/>
                </a:cubicBezTo>
                <a:close/>
                <a:moveTo>
                  <a:pt x="3486544" y="2087562"/>
                </a:moveTo>
                <a:cubicBezTo>
                  <a:pt x="3481919" y="2099285"/>
                  <a:pt x="3477293" y="2111008"/>
                  <a:pt x="3466263" y="2108444"/>
                </a:cubicBezTo>
                <a:cubicBezTo>
                  <a:pt x="3473024" y="2099285"/>
                  <a:pt x="3477293" y="2090126"/>
                  <a:pt x="3486544" y="2087562"/>
                </a:cubicBezTo>
                <a:close/>
                <a:moveTo>
                  <a:pt x="6135461" y="2085975"/>
                </a:moveTo>
                <a:cubicBezTo>
                  <a:pt x="6144619" y="2088121"/>
                  <a:pt x="6135461" y="2101716"/>
                  <a:pt x="6147184" y="2101716"/>
                </a:cubicBezTo>
                <a:cubicBezTo>
                  <a:pt x="6144619" y="2111017"/>
                  <a:pt x="6135461" y="2111017"/>
                  <a:pt x="6123738" y="2108513"/>
                </a:cubicBezTo>
                <a:cubicBezTo>
                  <a:pt x="6123738" y="2097423"/>
                  <a:pt x="6128500" y="2092772"/>
                  <a:pt x="6135461" y="2085975"/>
                </a:cubicBezTo>
                <a:close/>
                <a:moveTo>
                  <a:pt x="5333340" y="2081487"/>
                </a:moveTo>
                <a:lnTo>
                  <a:pt x="5332534" y="2087348"/>
                </a:lnTo>
                <a:cubicBezTo>
                  <a:pt x="5331797" y="2089525"/>
                  <a:pt x="5330402" y="2091392"/>
                  <a:pt x="5327612" y="2092562"/>
                </a:cubicBezTo>
                <a:cubicBezTo>
                  <a:pt x="5333192" y="2095983"/>
                  <a:pt x="5337692" y="2093192"/>
                  <a:pt x="5340257" y="2088107"/>
                </a:cubicBezTo>
                <a:lnTo>
                  <a:pt x="5340588" y="2082283"/>
                </a:lnTo>
                <a:lnTo>
                  <a:pt x="5340190" y="2082240"/>
                </a:lnTo>
                <a:close/>
                <a:moveTo>
                  <a:pt x="3553575" y="2081212"/>
                </a:moveTo>
                <a:cubicBezTo>
                  <a:pt x="3560536" y="2081212"/>
                  <a:pt x="3564932" y="2083384"/>
                  <a:pt x="3567497" y="2085557"/>
                </a:cubicBezTo>
                <a:cubicBezTo>
                  <a:pt x="3562734" y="2090264"/>
                  <a:pt x="3557972" y="2101488"/>
                  <a:pt x="3553575" y="2092436"/>
                </a:cubicBezTo>
                <a:cubicBezTo>
                  <a:pt x="3553575" y="2081212"/>
                  <a:pt x="3553575" y="2081212"/>
                  <a:pt x="3553575" y="2081212"/>
                </a:cubicBezTo>
                <a:close/>
                <a:moveTo>
                  <a:pt x="3441362" y="2076199"/>
                </a:moveTo>
                <a:lnTo>
                  <a:pt x="3439233" y="2076613"/>
                </a:lnTo>
                <a:lnTo>
                  <a:pt x="3441512" y="2086374"/>
                </a:lnTo>
                <a:lnTo>
                  <a:pt x="3441671" y="2080946"/>
                </a:lnTo>
                <a:cubicBezTo>
                  <a:pt x="3441829" y="2078967"/>
                  <a:pt x="3441908" y="2077122"/>
                  <a:pt x="3441362" y="2076199"/>
                </a:cubicBezTo>
                <a:close/>
                <a:moveTo>
                  <a:pt x="3844323" y="2074304"/>
                </a:moveTo>
                <a:lnTo>
                  <a:pt x="3841854" y="2074794"/>
                </a:lnTo>
                <a:lnTo>
                  <a:pt x="3848388" y="2076564"/>
                </a:lnTo>
                <a:lnTo>
                  <a:pt x="3848476" y="2076410"/>
                </a:lnTo>
                <a:close/>
                <a:moveTo>
                  <a:pt x="3726416" y="2072307"/>
                </a:moveTo>
                <a:lnTo>
                  <a:pt x="3727129" y="2072427"/>
                </a:lnTo>
                <a:lnTo>
                  <a:pt x="3726804" y="2072791"/>
                </a:lnTo>
                <a:close/>
                <a:moveTo>
                  <a:pt x="5341292" y="2069881"/>
                </a:moveTo>
                <a:cubicBezTo>
                  <a:pt x="5337872" y="2070421"/>
                  <a:pt x="5336004" y="2071816"/>
                  <a:pt x="5334953" y="2073678"/>
                </a:cubicBezTo>
                <a:lnTo>
                  <a:pt x="5333922" y="2078382"/>
                </a:lnTo>
                <a:lnTo>
                  <a:pt x="5338982" y="2074862"/>
                </a:lnTo>
                <a:lnTo>
                  <a:pt x="5341113" y="2073036"/>
                </a:lnTo>
                <a:close/>
                <a:moveTo>
                  <a:pt x="3735800" y="2069692"/>
                </a:moveTo>
                <a:lnTo>
                  <a:pt x="3755939" y="2076987"/>
                </a:lnTo>
                <a:cubicBezTo>
                  <a:pt x="3749099" y="2079326"/>
                  <a:pt x="3745138" y="2077077"/>
                  <a:pt x="3741178" y="2074782"/>
                </a:cubicBezTo>
                <a:lnTo>
                  <a:pt x="3732917" y="2073397"/>
                </a:lnTo>
                <a:lnTo>
                  <a:pt x="3732917" y="2080428"/>
                </a:lnTo>
                <a:lnTo>
                  <a:pt x="3733342" y="2080957"/>
                </a:lnTo>
                <a:cubicBezTo>
                  <a:pt x="3741696" y="2085378"/>
                  <a:pt x="3753239" y="2079776"/>
                  <a:pt x="3758099" y="2088145"/>
                </a:cubicBezTo>
                <a:cubicBezTo>
                  <a:pt x="3751619" y="2090665"/>
                  <a:pt x="3751619" y="2099663"/>
                  <a:pt x="3746938" y="2101823"/>
                </a:cubicBezTo>
                <a:cubicBezTo>
                  <a:pt x="3742258" y="2097504"/>
                  <a:pt x="3742258" y="2088145"/>
                  <a:pt x="3735417" y="2085985"/>
                </a:cubicBezTo>
                <a:lnTo>
                  <a:pt x="3727087" y="2101298"/>
                </a:lnTo>
                <a:lnTo>
                  <a:pt x="3730307" y="2100855"/>
                </a:lnTo>
                <a:cubicBezTo>
                  <a:pt x="3740839" y="2098290"/>
                  <a:pt x="3751101" y="2096580"/>
                  <a:pt x="3755601" y="2114760"/>
                </a:cubicBezTo>
                <a:cubicBezTo>
                  <a:pt x="3751281" y="2101080"/>
                  <a:pt x="3769284" y="2096759"/>
                  <a:pt x="3773965" y="2076238"/>
                </a:cubicBezTo>
                <a:lnTo>
                  <a:pt x="3762122" y="2072984"/>
                </a:lnTo>
                <a:lnTo>
                  <a:pt x="3758099" y="2072307"/>
                </a:lnTo>
                <a:lnTo>
                  <a:pt x="3758516" y="2072002"/>
                </a:lnTo>
                <a:close/>
                <a:moveTo>
                  <a:pt x="3687892" y="2063309"/>
                </a:moveTo>
                <a:cubicBezTo>
                  <a:pt x="3687892" y="2072307"/>
                  <a:pt x="3692213" y="2070148"/>
                  <a:pt x="3690052" y="2081666"/>
                </a:cubicBezTo>
                <a:cubicBezTo>
                  <a:pt x="3692213" y="2081666"/>
                  <a:pt x="3696893" y="2083826"/>
                  <a:pt x="3696893" y="2079146"/>
                </a:cubicBezTo>
                <a:cubicBezTo>
                  <a:pt x="3694373" y="2074827"/>
                  <a:pt x="3694373" y="2063309"/>
                  <a:pt x="3687892" y="2063309"/>
                </a:cubicBezTo>
                <a:close/>
                <a:moveTo>
                  <a:pt x="3707555" y="2063032"/>
                </a:moveTo>
                <a:lnTo>
                  <a:pt x="3707921" y="2066486"/>
                </a:lnTo>
                <a:lnTo>
                  <a:pt x="3708189" y="2064479"/>
                </a:lnTo>
                <a:close/>
                <a:moveTo>
                  <a:pt x="3660529" y="2061149"/>
                </a:moveTo>
                <a:cubicBezTo>
                  <a:pt x="3667370" y="2074827"/>
                  <a:pt x="3660529" y="2085985"/>
                  <a:pt x="3658009" y="2094984"/>
                </a:cubicBezTo>
                <a:lnTo>
                  <a:pt x="3646642" y="2089150"/>
                </a:lnTo>
                <a:lnTo>
                  <a:pt x="3646222" y="2089473"/>
                </a:lnTo>
                <a:lnTo>
                  <a:pt x="3641371" y="2087955"/>
                </a:lnTo>
                <a:lnTo>
                  <a:pt x="3638972" y="2087847"/>
                </a:lnTo>
                <a:cubicBezTo>
                  <a:pt x="3636789" y="2088505"/>
                  <a:pt x="3634156" y="2090035"/>
                  <a:pt x="3630646" y="2092824"/>
                </a:cubicBezTo>
                <a:cubicBezTo>
                  <a:pt x="3634247" y="2088325"/>
                  <a:pt x="3634877" y="2085535"/>
                  <a:pt x="3634607" y="2082701"/>
                </a:cubicBezTo>
                <a:lnTo>
                  <a:pt x="3633227" y="2072747"/>
                </a:lnTo>
                <a:lnTo>
                  <a:pt x="3633366" y="2072501"/>
                </a:lnTo>
                <a:lnTo>
                  <a:pt x="3639467" y="2078426"/>
                </a:lnTo>
                <a:lnTo>
                  <a:pt x="3641461" y="2078577"/>
                </a:lnTo>
                <a:lnTo>
                  <a:pt x="3644581" y="2071722"/>
                </a:lnTo>
                <a:lnTo>
                  <a:pt x="3642274" y="2067853"/>
                </a:lnTo>
                <a:cubicBezTo>
                  <a:pt x="3639658" y="2066818"/>
                  <a:pt x="3636834" y="2068168"/>
                  <a:pt x="3634291" y="2070868"/>
                </a:cubicBezTo>
                <a:lnTo>
                  <a:pt x="3633366" y="2072501"/>
                </a:lnTo>
                <a:lnTo>
                  <a:pt x="3633166" y="2072307"/>
                </a:lnTo>
                <a:lnTo>
                  <a:pt x="3633227" y="2072747"/>
                </a:lnTo>
                <a:lnTo>
                  <a:pt x="3627996" y="2081981"/>
                </a:lnTo>
                <a:cubicBezTo>
                  <a:pt x="3626506" y="2086345"/>
                  <a:pt x="3625786" y="2091024"/>
                  <a:pt x="3626326" y="2094984"/>
                </a:cubicBezTo>
                <a:cubicBezTo>
                  <a:pt x="3617325" y="2094984"/>
                  <a:pt x="3619485" y="2081666"/>
                  <a:pt x="3607964" y="2085985"/>
                </a:cubicBezTo>
                <a:cubicBezTo>
                  <a:pt x="3605803" y="2092824"/>
                  <a:pt x="3610484" y="2108662"/>
                  <a:pt x="3603643" y="2108662"/>
                </a:cubicBezTo>
                <a:cubicBezTo>
                  <a:pt x="3603643" y="2094984"/>
                  <a:pt x="3605803" y="2083826"/>
                  <a:pt x="3610484" y="2072307"/>
                </a:cubicBezTo>
                <a:cubicBezTo>
                  <a:pt x="3596802" y="2067988"/>
                  <a:pt x="3596802" y="2085985"/>
                  <a:pt x="3587801" y="2085985"/>
                </a:cubicBezTo>
                <a:cubicBezTo>
                  <a:pt x="3589962" y="2081666"/>
                  <a:pt x="3592122" y="2076987"/>
                  <a:pt x="3585281" y="2076987"/>
                </a:cubicBezTo>
                <a:cubicBezTo>
                  <a:pt x="3578440" y="2076987"/>
                  <a:pt x="3592122" y="2088145"/>
                  <a:pt x="3583121" y="2090665"/>
                </a:cubicBezTo>
                <a:cubicBezTo>
                  <a:pt x="3569440" y="2083826"/>
                  <a:pt x="3555758" y="2065468"/>
                  <a:pt x="3544237" y="2085985"/>
                </a:cubicBezTo>
                <a:cubicBezTo>
                  <a:pt x="3544237" y="2074827"/>
                  <a:pt x="3539916" y="2072307"/>
                  <a:pt x="3528395" y="2074827"/>
                </a:cubicBezTo>
                <a:cubicBezTo>
                  <a:pt x="3530555" y="2085985"/>
                  <a:pt x="3528395" y="2088145"/>
                  <a:pt x="3521554" y="2092824"/>
                </a:cubicBezTo>
                <a:cubicBezTo>
                  <a:pt x="3510393" y="2079146"/>
                  <a:pt x="3455667" y="2081666"/>
                  <a:pt x="3444146" y="2088145"/>
                </a:cubicBezTo>
                <a:lnTo>
                  <a:pt x="3441548" y="2086527"/>
                </a:lnTo>
                <a:lnTo>
                  <a:pt x="3443676" y="2095644"/>
                </a:lnTo>
                <a:cubicBezTo>
                  <a:pt x="3441504" y="2102534"/>
                  <a:pt x="3434625" y="2102534"/>
                  <a:pt x="3432452" y="2109424"/>
                </a:cubicBezTo>
                <a:cubicBezTo>
                  <a:pt x="3432452" y="2107249"/>
                  <a:pt x="3432452" y="2102081"/>
                  <a:pt x="3430144" y="2097458"/>
                </a:cubicBezTo>
                <a:lnTo>
                  <a:pt x="3414922" y="2089258"/>
                </a:lnTo>
                <a:lnTo>
                  <a:pt x="3413588" y="2089990"/>
                </a:lnTo>
                <a:lnTo>
                  <a:pt x="3412672" y="2090182"/>
                </a:lnTo>
                <a:lnTo>
                  <a:pt x="3409642" y="2093469"/>
                </a:lnTo>
                <a:lnTo>
                  <a:pt x="3409284" y="2090891"/>
                </a:lnTo>
                <a:lnTo>
                  <a:pt x="3402928" y="2092222"/>
                </a:lnTo>
                <a:cubicBezTo>
                  <a:pt x="3399952" y="2091789"/>
                  <a:pt x="3397701" y="2089945"/>
                  <a:pt x="3396621" y="2085985"/>
                </a:cubicBezTo>
                <a:cubicBezTo>
                  <a:pt x="3403462" y="2085985"/>
                  <a:pt x="3407782" y="2088145"/>
                  <a:pt x="3410303" y="2079146"/>
                </a:cubicBezTo>
                <a:cubicBezTo>
                  <a:pt x="3400942" y="2074827"/>
                  <a:pt x="3394101" y="2081666"/>
                  <a:pt x="3387260" y="2081666"/>
                </a:cubicBezTo>
                <a:cubicBezTo>
                  <a:pt x="3387260" y="2094984"/>
                  <a:pt x="3376099" y="2108662"/>
                  <a:pt x="3373579" y="2094984"/>
                </a:cubicBezTo>
                <a:cubicBezTo>
                  <a:pt x="3378259" y="2094984"/>
                  <a:pt x="3382940" y="2097504"/>
                  <a:pt x="3382940" y="2088145"/>
                </a:cubicBezTo>
                <a:cubicBezTo>
                  <a:pt x="3382940" y="2088145"/>
                  <a:pt x="3382940" y="2088145"/>
                  <a:pt x="3382940" y="2081666"/>
                </a:cubicBezTo>
                <a:cubicBezTo>
                  <a:pt x="3366738" y="2072307"/>
                  <a:pt x="3344056" y="2094984"/>
                  <a:pt x="3317053" y="2085985"/>
                </a:cubicBezTo>
                <a:cubicBezTo>
                  <a:pt x="3317053" y="2099663"/>
                  <a:pt x="3332894" y="2094984"/>
                  <a:pt x="3330374" y="2113341"/>
                </a:cubicBezTo>
                <a:cubicBezTo>
                  <a:pt x="3310212" y="2107582"/>
                  <a:pt x="3293831" y="2105332"/>
                  <a:pt x="3277089" y="2106772"/>
                </a:cubicBezTo>
                <a:lnTo>
                  <a:pt x="3221783" y="2122300"/>
                </a:lnTo>
                <a:lnTo>
                  <a:pt x="3221797" y="2122372"/>
                </a:lnTo>
                <a:lnTo>
                  <a:pt x="3241850" y="2126614"/>
                </a:lnTo>
                <a:cubicBezTo>
                  <a:pt x="3247296" y="2128639"/>
                  <a:pt x="3251346" y="2131519"/>
                  <a:pt x="3253686" y="2136018"/>
                </a:cubicBezTo>
                <a:cubicBezTo>
                  <a:pt x="3244505" y="2136018"/>
                  <a:pt x="3237665" y="2133768"/>
                  <a:pt x="3231094" y="2131204"/>
                </a:cubicBezTo>
                <a:lnTo>
                  <a:pt x="3222957" y="2128603"/>
                </a:lnTo>
                <a:lnTo>
                  <a:pt x="3225578" y="2142672"/>
                </a:lnTo>
                <a:lnTo>
                  <a:pt x="3228076" y="2142606"/>
                </a:lnTo>
                <a:lnTo>
                  <a:pt x="3225783" y="2143769"/>
                </a:lnTo>
                <a:lnTo>
                  <a:pt x="3225945" y="2144642"/>
                </a:lnTo>
                <a:lnTo>
                  <a:pt x="3220611" y="2151977"/>
                </a:lnTo>
                <a:lnTo>
                  <a:pt x="3228666" y="2152715"/>
                </a:lnTo>
                <a:cubicBezTo>
                  <a:pt x="3236513" y="2150436"/>
                  <a:pt x="3234286" y="2139906"/>
                  <a:pt x="3246436" y="2138286"/>
                </a:cubicBezTo>
                <a:cubicBezTo>
                  <a:pt x="3246436" y="2138286"/>
                  <a:pt x="3246436" y="2138286"/>
                  <a:pt x="3260116" y="2149446"/>
                </a:cubicBezTo>
                <a:lnTo>
                  <a:pt x="3269096" y="2148525"/>
                </a:lnTo>
                <a:lnTo>
                  <a:pt x="3269944" y="2147761"/>
                </a:lnTo>
                <a:cubicBezTo>
                  <a:pt x="3272040" y="2146666"/>
                  <a:pt x="3273792" y="2146595"/>
                  <a:pt x="3275204" y="2147300"/>
                </a:cubicBezTo>
                <a:lnTo>
                  <a:pt x="3275389" y="2147879"/>
                </a:lnTo>
                <a:lnTo>
                  <a:pt x="3368837" y="2138286"/>
                </a:lnTo>
                <a:lnTo>
                  <a:pt x="3454919" y="2130594"/>
                </a:lnTo>
                <a:lnTo>
                  <a:pt x="3452844" y="2124106"/>
                </a:lnTo>
                <a:cubicBezTo>
                  <a:pt x="3452012" y="2121222"/>
                  <a:pt x="3450872" y="2120106"/>
                  <a:pt x="3448594" y="2127175"/>
                </a:cubicBezTo>
                <a:cubicBezTo>
                  <a:pt x="3444038" y="2124571"/>
                  <a:pt x="3450697" y="2122338"/>
                  <a:pt x="3450697" y="2115269"/>
                </a:cubicBezTo>
                <a:cubicBezTo>
                  <a:pt x="3455254" y="2117873"/>
                  <a:pt x="3459810" y="2113037"/>
                  <a:pt x="3455254" y="2110804"/>
                </a:cubicBezTo>
                <a:cubicBezTo>
                  <a:pt x="3461913" y="2109502"/>
                  <a:pt x="3465768" y="2111827"/>
                  <a:pt x="3466031" y="2115920"/>
                </a:cubicBezTo>
                <a:lnTo>
                  <a:pt x="3456040" y="2130494"/>
                </a:lnTo>
                <a:lnTo>
                  <a:pt x="3473598" y="2128925"/>
                </a:lnTo>
                <a:cubicBezTo>
                  <a:pt x="3471078" y="2133605"/>
                  <a:pt x="3468918" y="2140446"/>
                  <a:pt x="3475758" y="2138286"/>
                </a:cubicBezTo>
                <a:cubicBezTo>
                  <a:pt x="3475758" y="2138286"/>
                  <a:pt x="3475758" y="2138286"/>
                  <a:pt x="3491598" y="2128925"/>
                </a:cubicBezTo>
                <a:lnTo>
                  <a:pt x="3544999" y="2133697"/>
                </a:lnTo>
                <a:lnTo>
                  <a:pt x="3547230" y="2128407"/>
                </a:lnTo>
                <a:cubicBezTo>
                  <a:pt x="3546358" y="2126528"/>
                  <a:pt x="3543343" y="2124931"/>
                  <a:pt x="3537042" y="2123761"/>
                </a:cubicBezTo>
                <a:cubicBezTo>
                  <a:pt x="3545143" y="2118181"/>
                  <a:pt x="3555405" y="2119891"/>
                  <a:pt x="3563372" y="2126146"/>
                </a:cubicBezTo>
                <a:lnTo>
                  <a:pt x="3567417" y="2135700"/>
                </a:lnTo>
                <a:lnTo>
                  <a:pt x="3596359" y="2138286"/>
                </a:lnTo>
                <a:cubicBezTo>
                  <a:pt x="3596359" y="2138286"/>
                  <a:pt x="3596359" y="2138286"/>
                  <a:pt x="3619444" y="2139197"/>
                </a:cubicBezTo>
                <a:lnTo>
                  <a:pt x="3637834" y="2139923"/>
                </a:lnTo>
                <a:lnTo>
                  <a:pt x="3637500" y="2135281"/>
                </a:lnTo>
                <a:cubicBezTo>
                  <a:pt x="3640921" y="2134741"/>
                  <a:pt x="3642901" y="2135754"/>
                  <a:pt x="3644094" y="2137650"/>
                </a:cubicBezTo>
                <a:lnTo>
                  <a:pt x="3644714" y="2140195"/>
                </a:lnTo>
                <a:lnTo>
                  <a:pt x="3651079" y="2140446"/>
                </a:lnTo>
                <a:cubicBezTo>
                  <a:pt x="3651079" y="2140446"/>
                  <a:pt x="3651079" y="2140446"/>
                  <a:pt x="3655039" y="2140446"/>
                </a:cubicBezTo>
                <a:lnTo>
                  <a:pt x="3663056" y="2140446"/>
                </a:lnTo>
                <a:lnTo>
                  <a:pt x="3656691" y="2138010"/>
                </a:lnTo>
                <a:cubicBezTo>
                  <a:pt x="3654626" y="2135551"/>
                  <a:pt x="3653343" y="2131231"/>
                  <a:pt x="3653343" y="2123761"/>
                </a:cubicBezTo>
                <a:cubicBezTo>
                  <a:pt x="3671346" y="2135281"/>
                  <a:pt x="3667025" y="2110440"/>
                  <a:pt x="3664505" y="2103600"/>
                </a:cubicBezTo>
                <a:cubicBezTo>
                  <a:pt x="3664505" y="2096759"/>
                  <a:pt x="3669186" y="2098920"/>
                  <a:pt x="3669186" y="2103600"/>
                </a:cubicBezTo>
                <a:lnTo>
                  <a:pt x="3672651" y="2098536"/>
                </a:lnTo>
                <a:lnTo>
                  <a:pt x="3669170" y="2091205"/>
                </a:lnTo>
                <a:cubicBezTo>
                  <a:pt x="3667730" y="2087245"/>
                  <a:pt x="3667190" y="2083826"/>
                  <a:pt x="3669530" y="2083826"/>
                </a:cubicBezTo>
                <a:cubicBezTo>
                  <a:pt x="3676371" y="2083826"/>
                  <a:pt x="3683212" y="2083826"/>
                  <a:pt x="3685372" y="2074827"/>
                </a:cubicBezTo>
                <a:cubicBezTo>
                  <a:pt x="3678531" y="2067988"/>
                  <a:pt x="3667370" y="2065468"/>
                  <a:pt x="3660529" y="2061149"/>
                </a:cubicBezTo>
                <a:close/>
                <a:moveTo>
                  <a:pt x="5277571" y="2058360"/>
                </a:moveTo>
                <a:cubicBezTo>
                  <a:pt x="5270731" y="2063040"/>
                  <a:pt x="5266051" y="2072041"/>
                  <a:pt x="5270731" y="2083562"/>
                </a:cubicBezTo>
                <a:cubicBezTo>
                  <a:pt x="5272891" y="2078881"/>
                  <a:pt x="5275051" y="2076721"/>
                  <a:pt x="5275051" y="2072041"/>
                </a:cubicBezTo>
                <a:cubicBezTo>
                  <a:pt x="5277571" y="2069881"/>
                  <a:pt x="5277571" y="2072041"/>
                  <a:pt x="5279731" y="2074561"/>
                </a:cubicBezTo>
                <a:cubicBezTo>
                  <a:pt x="5284411" y="2072041"/>
                  <a:pt x="5279731" y="2065201"/>
                  <a:pt x="5277571" y="2058360"/>
                </a:cubicBezTo>
                <a:close/>
                <a:moveTo>
                  <a:pt x="3731964" y="2054861"/>
                </a:moveTo>
                <a:lnTo>
                  <a:pt x="3714895" y="2065468"/>
                </a:lnTo>
                <a:cubicBezTo>
                  <a:pt x="3719575" y="2065468"/>
                  <a:pt x="3719575" y="2067988"/>
                  <a:pt x="3721736" y="2072307"/>
                </a:cubicBezTo>
                <a:cubicBezTo>
                  <a:pt x="3712735" y="2071228"/>
                  <a:pt x="3709944" y="2077527"/>
                  <a:pt x="3707379" y="2085491"/>
                </a:cubicBezTo>
                <a:lnTo>
                  <a:pt x="3703581" y="2092257"/>
                </a:lnTo>
                <a:lnTo>
                  <a:pt x="3710118" y="2098390"/>
                </a:lnTo>
                <a:lnTo>
                  <a:pt x="3717775" y="2082892"/>
                </a:lnTo>
                <a:lnTo>
                  <a:pt x="3726804" y="2072791"/>
                </a:lnTo>
                <a:lnTo>
                  <a:pt x="3730906" y="2077915"/>
                </a:lnTo>
                <a:lnTo>
                  <a:pt x="3729018" y="2075097"/>
                </a:lnTo>
                <a:lnTo>
                  <a:pt x="3729533" y="2072830"/>
                </a:lnTo>
                <a:lnTo>
                  <a:pt x="3727129" y="2072427"/>
                </a:lnTo>
                <a:lnTo>
                  <a:pt x="3730476" y="2068682"/>
                </a:lnTo>
                <a:lnTo>
                  <a:pt x="3731162" y="2065663"/>
                </a:lnTo>
                <a:close/>
                <a:moveTo>
                  <a:pt x="4745127" y="2051520"/>
                </a:moveTo>
                <a:cubicBezTo>
                  <a:pt x="4736127" y="2051520"/>
                  <a:pt x="4724607" y="2054040"/>
                  <a:pt x="4724607" y="2063040"/>
                </a:cubicBezTo>
                <a:cubicBezTo>
                  <a:pt x="4740447" y="2072041"/>
                  <a:pt x="4726767" y="2069881"/>
                  <a:pt x="4731447" y="2081402"/>
                </a:cubicBezTo>
                <a:cubicBezTo>
                  <a:pt x="4734867" y="2084192"/>
                  <a:pt x="4737140" y="2085430"/>
                  <a:pt x="4738771" y="2085716"/>
                </a:cubicBezTo>
                <a:lnTo>
                  <a:pt x="4742119" y="2084378"/>
                </a:lnTo>
                <a:lnTo>
                  <a:pt x="4748274" y="2077408"/>
                </a:lnTo>
                <a:lnTo>
                  <a:pt x="4740447" y="2069881"/>
                </a:lnTo>
                <a:cubicBezTo>
                  <a:pt x="4742967" y="2067721"/>
                  <a:pt x="4749807" y="2069881"/>
                  <a:pt x="4751967" y="2072041"/>
                </a:cubicBezTo>
                <a:cubicBezTo>
                  <a:pt x="4745127" y="2056200"/>
                  <a:pt x="4749807" y="2060880"/>
                  <a:pt x="4745127" y="2051520"/>
                </a:cubicBezTo>
                <a:close/>
                <a:moveTo>
                  <a:pt x="3817487" y="2051108"/>
                </a:moveTo>
                <a:lnTo>
                  <a:pt x="3812978" y="2054163"/>
                </a:lnTo>
                <a:lnTo>
                  <a:pt x="3809521" y="2063143"/>
                </a:lnTo>
                <a:cubicBezTo>
                  <a:pt x="3808621" y="2069398"/>
                  <a:pt x="3807991" y="2076239"/>
                  <a:pt x="3805650" y="2080919"/>
                </a:cubicBezTo>
                <a:lnTo>
                  <a:pt x="3808619" y="2080299"/>
                </a:lnTo>
                <a:lnTo>
                  <a:pt x="3816876" y="2070507"/>
                </a:lnTo>
                <a:lnTo>
                  <a:pt x="3819256" y="2052702"/>
                </a:lnTo>
                <a:close/>
                <a:moveTo>
                  <a:pt x="3738545" y="2050772"/>
                </a:moveTo>
                <a:lnTo>
                  <a:pt x="3734454" y="2053315"/>
                </a:lnTo>
                <a:lnTo>
                  <a:pt x="3737834" y="2058176"/>
                </a:lnTo>
                <a:cubicBezTo>
                  <a:pt x="3746645" y="2063728"/>
                  <a:pt x="3764063" y="2044827"/>
                  <a:pt x="3762443" y="2067238"/>
                </a:cubicBezTo>
                <a:lnTo>
                  <a:pt x="3767486" y="2065434"/>
                </a:lnTo>
                <a:lnTo>
                  <a:pt x="3770796" y="2063011"/>
                </a:lnTo>
                <a:lnTo>
                  <a:pt x="3774491" y="2062929"/>
                </a:lnTo>
                <a:lnTo>
                  <a:pt x="3780311" y="2060848"/>
                </a:lnTo>
                <a:lnTo>
                  <a:pt x="3784041" y="2054308"/>
                </a:lnTo>
                <a:lnTo>
                  <a:pt x="3763140" y="2051835"/>
                </a:lnTo>
                <a:cubicBezTo>
                  <a:pt x="3755039" y="2050418"/>
                  <a:pt x="3746713" y="2049282"/>
                  <a:pt x="3738545" y="2050772"/>
                </a:cubicBezTo>
                <a:close/>
                <a:moveTo>
                  <a:pt x="6132230" y="2049462"/>
                </a:moveTo>
                <a:cubicBezTo>
                  <a:pt x="6143495" y="2049462"/>
                  <a:pt x="6146039" y="2058557"/>
                  <a:pt x="6155125" y="2061103"/>
                </a:cubicBezTo>
                <a:cubicBezTo>
                  <a:pt x="6152944" y="2072381"/>
                  <a:pt x="6143495" y="2074928"/>
                  <a:pt x="6139135" y="2084023"/>
                </a:cubicBezTo>
                <a:cubicBezTo>
                  <a:pt x="6125325" y="2077111"/>
                  <a:pt x="6134410" y="2074928"/>
                  <a:pt x="6139135" y="2063286"/>
                </a:cubicBezTo>
                <a:cubicBezTo>
                  <a:pt x="6136591" y="2058557"/>
                  <a:pt x="6127505" y="2058557"/>
                  <a:pt x="6132230" y="2049462"/>
                </a:cubicBezTo>
                <a:close/>
                <a:moveTo>
                  <a:pt x="4074573" y="2042792"/>
                </a:moveTo>
                <a:cubicBezTo>
                  <a:pt x="4049370" y="2051790"/>
                  <a:pt x="4026688" y="2047471"/>
                  <a:pt x="4004006" y="2065468"/>
                </a:cubicBezTo>
                <a:cubicBezTo>
                  <a:pt x="4004006" y="2065468"/>
                  <a:pt x="4004006" y="2065468"/>
                  <a:pt x="4004006" y="2054310"/>
                </a:cubicBezTo>
                <a:cubicBezTo>
                  <a:pt x="3985644" y="2058629"/>
                  <a:pt x="3967642" y="2061149"/>
                  <a:pt x="3951800" y="2063309"/>
                </a:cubicBezTo>
                <a:cubicBezTo>
                  <a:pt x="3933438" y="2063309"/>
                  <a:pt x="3915436" y="2061149"/>
                  <a:pt x="3897074" y="2054310"/>
                </a:cubicBezTo>
                <a:cubicBezTo>
                  <a:pt x="3894914" y="2070148"/>
                  <a:pt x="3885553" y="2058629"/>
                  <a:pt x="3881233" y="2051790"/>
                </a:cubicBezTo>
                <a:cubicBezTo>
                  <a:pt x="3878712" y="2061149"/>
                  <a:pt x="3867551" y="2056470"/>
                  <a:pt x="3865031" y="2065468"/>
                </a:cubicBezTo>
                <a:cubicBezTo>
                  <a:pt x="3867551" y="2065468"/>
                  <a:pt x="3869711" y="2065468"/>
                  <a:pt x="3871872" y="2070148"/>
                </a:cubicBezTo>
                <a:cubicBezTo>
                  <a:pt x="3869711" y="2072487"/>
                  <a:pt x="3867461" y="2069608"/>
                  <a:pt x="3865481" y="2067583"/>
                </a:cubicBezTo>
                <a:lnTo>
                  <a:pt x="3864726" y="2067129"/>
                </a:lnTo>
                <a:lnTo>
                  <a:pt x="3865758" y="2073983"/>
                </a:lnTo>
                <a:lnTo>
                  <a:pt x="3869711" y="2076987"/>
                </a:lnTo>
                <a:lnTo>
                  <a:pt x="3866183" y="2076804"/>
                </a:lnTo>
                <a:lnTo>
                  <a:pt x="3866578" y="2079426"/>
                </a:lnTo>
                <a:cubicBezTo>
                  <a:pt x="3865759" y="2082288"/>
                  <a:pt x="3863485" y="2084559"/>
                  <a:pt x="3860029" y="2090373"/>
                </a:cubicBezTo>
                <a:cubicBezTo>
                  <a:pt x="3857483" y="2078745"/>
                  <a:pt x="3841475" y="2083469"/>
                  <a:pt x="3834563" y="2078745"/>
                </a:cubicBezTo>
                <a:lnTo>
                  <a:pt x="3838392" y="2075481"/>
                </a:lnTo>
                <a:lnTo>
                  <a:pt x="3834203" y="2076312"/>
                </a:lnTo>
                <a:cubicBezTo>
                  <a:pt x="3830940" y="2077459"/>
                  <a:pt x="3827891" y="2078753"/>
                  <a:pt x="3825365" y="2079197"/>
                </a:cubicBezTo>
                <a:lnTo>
                  <a:pt x="3821352" y="2077641"/>
                </a:lnTo>
                <a:lnTo>
                  <a:pt x="3819343" y="2081075"/>
                </a:lnTo>
                <a:lnTo>
                  <a:pt x="3818586" y="2090665"/>
                </a:lnTo>
                <a:lnTo>
                  <a:pt x="3818525" y="2091439"/>
                </a:lnTo>
                <a:lnTo>
                  <a:pt x="3819648" y="2099280"/>
                </a:lnTo>
                <a:lnTo>
                  <a:pt x="3823881" y="2116423"/>
                </a:lnTo>
                <a:lnTo>
                  <a:pt x="3833604" y="2113163"/>
                </a:lnTo>
                <a:lnTo>
                  <a:pt x="3833640" y="2112296"/>
                </a:lnTo>
                <a:lnTo>
                  <a:pt x="3839457" y="2104159"/>
                </a:lnTo>
                <a:lnTo>
                  <a:pt x="3871227" y="2098245"/>
                </a:lnTo>
                <a:cubicBezTo>
                  <a:pt x="3886575" y="2095949"/>
                  <a:pt x="3902508" y="2094239"/>
                  <a:pt x="3915110" y="2094239"/>
                </a:cubicBezTo>
                <a:lnTo>
                  <a:pt x="3917802" y="2102792"/>
                </a:lnTo>
                <a:lnTo>
                  <a:pt x="3923748" y="2101258"/>
                </a:lnTo>
                <a:lnTo>
                  <a:pt x="3919431" y="2094239"/>
                </a:lnTo>
                <a:cubicBezTo>
                  <a:pt x="3920511" y="2087579"/>
                  <a:pt x="3922762" y="2090459"/>
                  <a:pt x="3925327" y="2095274"/>
                </a:cubicBezTo>
                <a:lnTo>
                  <a:pt x="3927862" y="2100196"/>
                </a:lnTo>
                <a:lnTo>
                  <a:pt x="3936442" y="2097982"/>
                </a:lnTo>
                <a:cubicBezTo>
                  <a:pt x="3945094" y="2093387"/>
                  <a:pt x="3952610" y="2086165"/>
                  <a:pt x="3958281" y="2074827"/>
                </a:cubicBezTo>
                <a:cubicBezTo>
                  <a:pt x="3965121" y="2079146"/>
                  <a:pt x="3969802" y="2072307"/>
                  <a:pt x="3971962" y="2076987"/>
                </a:cubicBezTo>
                <a:cubicBezTo>
                  <a:pt x="3969802" y="2085985"/>
                  <a:pt x="3953960" y="2076987"/>
                  <a:pt x="3958281" y="2090665"/>
                </a:cubicBezTo>
                <a:cubicBezTo>
                  <a:pt x="3974482" y="2094984"/>
                  <a:pt x="3985644" y="2076987"/>
                  <a:pt x="3999325" y="2070148"/>
                </a:cubicBezTo>
                <a:cubicBezTo>
                  <a:pt x="4026688" y="2061149"/>
                  <a:pt x="4060891" y="2076987"/>
                  <a:pt x="4074573" y="2042792"/>
                </a:cubicBezTo>
                <a:close/>
                <a:moveTo>
                  <a:pt x="5268211" y="2042519"/>
                </a:moveTo>
                <a:cubicBezTo>
                  <a:pt x="5259211" y="2042519"/>
                  <a:pt x="5263891" y="2051520"/>
                  <a:pt x="5257051" y="2054040"/>
                </a:cubicBezTo>
                <a:cubicBezTo>
                  <a:pt x="5263891" y="2063040"/>
                  <a:pt x="5263891" y="2056200"/>
                  <a:pt x="5272891" y="2054040"/>
                </a:cubicBezTo>
                <a:close/>
                <a:moveTo>
                  <a:pt x="4807907" y="2041313"/>
                </a:moveTo>
                <a:lnTo>
                  <a:pt x="4786167" y="2058360"/>
                </a:lnTo>
                <a:lnTo>
                  <a:pt x="4786120" y="2058410"/>
                </a:lnTo>
                <a:lnTo>
                  <a:pt x="4806800" y="2042477"/>
                </a:lnTo>
                <a:close/>
                <a:moveTo>
                  <a:pt x="5386371" y="2039937"/>
                </a:moveTo>
                <a:cubicBezTo>
                  <a:pt x="5393132" y="2047034"/>
                  <a:pt x="5379611" y="2058613"/>
                  <a:pt x="5372850" y="2049275"/>
                </a:cubicBezTo>
                <a:cubicBezTo>
                  <a:pt x="5377476" y="2049275"/>
                  <a:pt x="5374985" y="2044419"/>
                  <a:pt x="5372850" y="2042178"/>
                </a:cubicBezTo>
                <a:cubicBezTo>
                  <a:pt x="5372850" y="2042178"/>
                  <a:pt x="5372850" y="2042178"/>
                  <a:pt x="5386371" y="2039937"/>
                </a:cubicBezTo>
                <a:close/>
                <a:moveTo>
                  <a:pt x="6328440" y="2036329"/>
                </a:moveTo>
                <a:cubicBezTo>
                  <a:pt x="6331135" y="2035937"/>
                  <a:pt x="6330675" y="2043781"/>
                  <a:pt x="6328834" y="2048966"/>
                </a:cubicBezTo>
                <a:cubicBezTo>
                  <a:pt x="6342153" y="2051148"/>
                  <a:pt x="6340050" y="2042053"/>
                  <a:pt x="6348813" y="2051148"/>
                </a:cubicBezTo>
                <a:cubicBezTo>
                  <a:pt x="6342153" y="2058061"/>
                  <a:pt x="6337947" y="2064973"/>
                  <a:pt x="6326731" y="2062790"/>
                </a:cubicBezTo>
                <a:cubicBezTo>
                  <a:pt x="6322175" y="2051148"/>
                  <a:pt x="6328834" y="2053695"/>
                  <a:pt x="6324628" y="2039871"/>
                </a:cubicBezTo>
                <a:cubicBezTo>
                  <a:pt x="6326293" y="2037506"/>
                  <a:pt x="6327542" y="2036460"/>
                  <a:pt x="6328440" y="2036329"/>
                </a:cubicBezTo>
                <a:close/>
                <a:moveTo>
                  <a:pt x="5915058" y="2028494"/>
                </a:moveTo>
                <a:lnTo>
                  <a:pt x="5908965" y="2031347"/>
                </a:lnTo>
                <a:lnTo>
                  <a:pt x="5907970" y="2036399"/>
                </a:lnTo>
                <a:lnTo>
                  <a:pt x="5905874" y="2032793"/>
                </a:lnTo>
                <a:lnTo>
                  <a:pt x="5889303" y="2040551"/>
                </a:lnTo>
                <a:cubicBezTo>
                  <a:pt x="5860868" y="2059810"/>
                  <a:pt x="5830723" y="2076820"/>
                  <a:pt x="5799993" y="2092749"/>
                </a:cubicBezTo>
                <a:lnTo>
                  <a:pt x="5797510" y="2093972"/>
                </a:lnTo>
                <a:lnTo>
                  <a:pt x="5798495" y="2094723"/>
                </a:lnTo>
                <a:lnTo>
                  <a:pt x="5796760" y="2094342"/>
                </a:lnTo>
                <a:lnTo>
                  <a:pt x="5747678" y="2118517"/>
                </a:lnTo>
                <a:lnTo>
                  <a:pt x="5746295" y="2124245"/>
                </a:lnTo>
                <a:cubicBezTo>
                  <a:pt x="5755295" y="2117764"/>
                  <a:pt x="5755295" y="2126765"/>
                  <a:pt x="5759615" y="2117764"/>
                </a:cubicBezTo>
                <a:cubicBezTo>
                  <a:pt x="5766455" y="2145126"/>
                  <a:pt x="5746295" y="2154127"/>
                  <a:pt x="5741615" y="2185809"/>
                </a:cubicBezTo>
                <a:cubicBezTo>
                  <a:pt x="5716415" y="2190489"/>
                  <a:pt x="5721095" y="2229012"/>
                  <a:pt x="5686895" y="2238372"/>
                </a:cubicBezTo>
                <a:cubicBezTo>
                  <a:pt x="5689235" y="2243953"/>
                  <a:pt x="5686445" y="2247283"/>
                  <a:pt x="5683925" y="2250928"/>
                </a:cubicBezTo>
                <a:lnTo>
                  <a:pt x="5682337" y="2254225"/>
                </a:lnTo>
                <a:lnTo>
                  <a:pt x="5682337" y="2264083"/>
                </a:lnTo>
                <a:lnTo>
                  <a:pt x="5682575" y="2265374"/>
                </a:lnTo>
                <a:cubicBezTo>
                  <a:pt x="5686895" y="2263214"/>
                  <a:pt x="5693735" y="2261054"/>
                  <a:pt x="5695895" y="2265374"/>
                </a:cubicBezTo>
                <a:cubicBezTo>
                  <a:pt x="5689685" y="2267084"/>
                  <a:pt x="5685590" y="2270505"/>
                  <a:pt x="5682552" y="2274921"/>
                </a:cubicBezTo>
                <a:lnTo>
                  <a:pt x="5682337" y="2275399"/>
                </a:lnTo>
                <a:lnTo>
                  <a:pt x="5682337" y="2306582"/>
                </a:lnTo>
                <a:lnTo>
                  <a:pt x="5683307" y="2318545"/>
                </a:lnTo>
                <a:lnTo>
                  <a:pt x="5692864" y="2322087"/>
                </a:lnTo>
                <a:cubicBezTo>
                  <a:pt x="5701867" y="2315187"/>
                  <a:pt x="5715552" y="2287587"/>
                  <a:pt x="5724915" y="2292308"/>
                </a:cubicBezTo>
                <a:cubicBezTo>
                  <a:pt x="5715552" y="2299208"/>
                  <a:pt x="5715552" y="2303929"/>
                  <a:pt x="5720233" y="2306108"/>
                </a:cubicBezTo>
                <a:lnTo>
                  <a:pt x="5714589" y="2311842"/>
                </a:lnTo>
                <a:lnTo>
                  <a:pt x="5721894" y="2317200"/>
                </a:lnTo>
                <a:cubicBezTo>
                  <a:pt x="5723360" y="2318895"/>
                  <a:pt x="5723773" y="2320449"/>
                  <a:pt x="5723483" y="2322149"/>
                </a:cubicBezTo>
                <a:lnTo>
                  <a:pt x="5716790" y="2335145"/>
                </a:lnTo>
                <a:lnTo>
                  <a:pt x="5718935" y="2333779"/>
                </a:lnTo>
                <a:cubicBezTo>
                  <a:pt x="5721095" y="2340619"/>
                  <a:pt x="5714255" y="2347460"/>
                  <a:pt x="5721095" y="2347460"/>
                </a:cubicBezTo>
                <a:cubicBezTo>
                  <a:pt x="5734775" y="2335939"/>
                  <a:pt x="5739455" y="2361141"/>
                  <a:pt x="5746295" y="2342780"/>
                </a:cubicBezTo>
                <a:cubicBezTo>
                  <a:pt x="5743775" y="2335939"/>
                  <a:pt x="5732615" y="2338459"/>
                  <a:pt x="5727935" y="2331619"/>
                </a:cubicBezTo>
                <a:cubicBezTo>
                  <a:pt x="5727935" y="2308577"/>
                  <a:pt x="5746295" y="2297416"/>
                  <a:pt x="5753135" y="2279055"/>
                </a:cubicBezTo>
                <a:cubicBezTo>
                  <a:pt x="5741615" y="2281575"/>
                  <a:pt x="5730095" y="2290576"/>
                  <a:pt x="5727935" y="2279055"/>
                </a:cubicBezTo>
                <a:cubicBezTo>
                  <a:pt x="5732615" y="2267894"/>
                  <a:pt x="5746295" y="2261054"/>
                  <a:pt x="5748455" y="2249533"/>
                </a:cubicBezTo>
                <a:cubicBezTo>
                  <a:pt x="5748455" y="2258534"/>
                  <a:pt x="5759615" y="2249533"/>
                  <a:pt x="5762135" y="2256374"/>
                </a:cubicBezTo>
                <a:cubicBezTo>
                  <a:pt x="5748455" y="2261054"/>
                  <a:pt x="5739455" y="2270055"/>
                  <a:pt x="5734775" y="2281575"/>
                </a:cubicBezTo>
                <a:cubicBezTo>
                  <a:pt x="5750615" y="2270055"/>
                  <a:pt x="5746295" y="2263214"/>
                  <a:pt x="5757455" y="2276895"/>
                </a:cubicBezTo>
                <a:lnTo>
                  <a:pt x="5777263" y="2250051"/>
                </a:lnTo>
                <a:lnTo>
                  <a:pt x="5770732" y="2233433"/>
                </a:lnTo>
                <a:cubicBezTo>
                  <a:pt x="5770141" y="2226613"/>
                  <a:pt x="5771868" y="2219794"/>
                  <a:pt x="5776592" y="2212975"/>
                </a:cubicBezTo>
                <a:cubicBezTo>
                  <a:pt x="5794762" y="2219794"/>
                  <a:pt x="5764963" y="2231279"/>
                  <a:pt x="5785677" y="2233433"/>
                </a:cubicBezTo>
                <a:lnTo>
                  <a:pt x="5782433" y="2243044"/>
                </a:lnTo>
                <a:lnTo>
                  <a:pt x="5795975" y="2224691"/>
                </a:lnTo>
                <a:cubicBezTo>
                  <a:pt x="5798495" y="2238372"/>
                  <a:pt x="5814335" y="2240533"/>
                  <a:pt x="5823335" y="2226852"/>
                </a:cubicBezTo>
                <a:cubicBezTo>
                  <a:pt x="5828015" y="2240533"/>
                  <a:pt x="5805335" y="2238372"/>
                  <a:pt x="5809655" y="2249533"/>
                </a:cubicBezTo>
                <a:cubicBezTo>
                  <a:pt x="5823335" y="2251693"/>
                  <a:pt x="5841695" y="2238372"/>
                  <a:pt x="5837015" y="2211011"/>
                </a:cubicBezTo>
                <a:cubicBezTo>
                  <a:pt x="5821175" y="2213171"/>
                  <a:pt x="5823335" y="2217851"/>
                  <a:pt x="5819015" y="2206330"/>
                </a:cubicBezTo>
                <a:cubicBezTo>
                  <a:pt x="5805335" y="2217851"/>
                  <a:pt x="5825855" y="2224691"/>
                  <a:pt x="5805335" y="2233692"/>
                </a:cubicBezTo>
                <a:cubicBezTo>
                  <a:pt x="5805335" y="2224691"/>
                  <a:pt x="5812175" y="2217851"/>
                  <a:pt x="5805335" y="2206330"/>
                </a:cubicBezTo>
                <a:cubicBezTo>
                  <a:pt x="5828015" y="2181488"/>
                  <a:pt x="5859696" y="2149446"/>
                  <a:pt x="5853215" y="2122084"/>
                </a:cubicBezTo>
                <a:cubicBezTo>
                  <a:pt x="5864376" y="2113084"/>
                  <a:pt x="5866536" y="2124245"/>
                  <a:pt x="5878056" y="2115244"/>
                </a:cubicBezTo>
                <a:cubicBezTo>
                  <a:pt x="5878056" y="2110924"/>
                  <a:pt x="5880216" y="2108403"/>
                  <a:pt x="5880216" y="2104083"/>
                </a:cubicBezTo>
                <a:cubicBezTo>
                  <a:pt x="5882736" y="2094723"/>
                  <a:pt x="5864376" y="2097243"/>
                  <a:pt x="5875896" y="2087882"/>
                </a:cubicBezTo>
                <a:cubicBezTo>
                  <a:pt x="5891286" y="2084642"/>
                  <a:pt x="5912954" y="2055682"/>
                  <a:pt x="5916143" y="2033659"/>
                </a:cubicBezTo>
                <a:close/>
                <a:moveTo>
                  <a:pt x="4149461" y="2022274"/>
                </a:moveTo>
                <a:cubicBezTo>
                  <a:pt x="4128939" y="2029113"/>
                  <a:pt x="4088254" y="2026954"/>
                  <a:pt x="4076733" y="2054310"/>
                </a:cubicBezTo>
                <a:cubicBezTo>
                  <a:pt x="4099415" y="2040632"/>
                  <a:pt x="4138299" y="2056470"/>
                  <a:pt x="4149461" y="2022274"/>
                </a:cubicBezTo>
                <a:close/>
                <a:moveTo>
                  <a:pt x="4742967" y="2021998"/>
                </a:moveTo>
                <a:cubicBezTo>
                  <a:pt x="4751967" y="2035678"/>
                  <a:pt x="4749807" y="2042519"/>
                  <a:pt x="4760967" y="2060880"/>
                </a:cubicBezTo>
                <a:cubicBezTo>
                  <a:pt x="4765647" y="2063040"/>
                  <a:pt x="4765647" y="2058360"/>
                  <a:pt x="4772487" y="2060880"/>
                </a:cubicBezTo>
                <a:cubicBezTo>
                  <a:pt x="4770327" y="2054040"/>
                  <a:pt x="4760967" y="2051520"/>
                  <a:pt x="4760967" y="2040359"/>
                </a:cubicBezTo>
                <a:cubicBezTo>
                  <a:pt x="4770327" y="2040359"/>
                  <a:pt x="4767807" y="2049359"/>
                  <a:pt x="4772487" y="2054040"/>
                </a:cubicBezTo>
                <a:cubicBezTo>
                  <a:pt x="4781487" y="2047199"/>
                  <a:pt x="4781487" y="2035678"/>
                  <a:pt x="4779327" y="2024158"/>
                </a:cubicBezTo>
                <a:cubicBezTo>
                  <a:pt x="4765647" y="2026678"/>
                  <a:pt x="4765647" y="2028838"/>
                  <a:pt x="4742967" y="2021998"/>
                </a:cubicBezTo>
                <a:close/>
                <a:moveTo>
                  <a:pt x="5291251" y="2017677"/>
                </a:moveTo>
                <a:cubicBezTo>
                  <a:pt x="5281891" y="2021998"/>
                  <a:pt x="5279731" y="2030998"/>
                  <a:pt x="5286571" y="2040359"/>
                </a:cubicBezTo>
                <a:cubicBezTo>
                  <a:pt x="5288731" y="2033518"/>
                  <a:pt x="5293411" y="2026678"/>
                  <a:pt x="5291251" y="2017677"/>
                </a:cubicBezTo>
                <a:close/>
                <a:moveTo>
                  <a:pt x="4811008" y="2012997"/>
                </a:moveTo>
                <a:cubicBezTo>
                  <a:pt x="4808848" y="2012997"/>
                  <a:pt x="4808848" y="2015157"/>
                  <a:pt x="4808848" y="2017677"/>
                </a:cubicBezTo>
                <a:cubicBezTo>
                  <a:pt x="4808848" y="2022178"/>
                  <a:pt x="4811098" y="2023798"/>
                  <a:pt x="4813348" y="2025463"/>
                </a:cubicBezTo>
                <a:lnTo>
                  <a:pt x="4816914" y="2031847"/>
                </a:lnTo>
                <a:lnTo>
                  <a:pt x="4828071" y="2020123"/>
                </a:lnTo>
                <a:lnTo>
                  <a:pt x="4822866" y="2021801"/>
                </a:lnTo>
                <a:cubicBezTo>
                  <a:pt x="4819468" y="2021210"/>
                  <a:pt x="4815598" y="2018667"/>
                  <a:pt x="4811008" y="2012997"/>
                </a:cubicBezTo>
                <a:close/>
                <a:moveTo>
                  <a:pt x="6387873" y="2011186"/>
                </a:moveTo>
                <a:cubicBezTo>
                  <a:pt x="6409122" y="2006600"/>
                  <a:pt x="6390438" y="2033411"/>
                  <a:pt x="6392636" y="2044347"/>
                </a:cubicBezTo>
                <a:cubicBezTo>
                  <a:pt x="6385675" y="2037644"/>
                  <a:pt x="6385675" y="2024239"/>
                  <a:pt x="6387873" y="2011186"/>
                </a:cubicBezTo>
                <a:close/>
                <a:moveTo>
                  <a:pt x="6085174" y="2008187"/>
                </a:moveTo>
                <a:cubicBezTo>
                  <a:pt x="6105911" y="2021743"/>
                  <a:pt x="6092087" y="2050996"/>
                  <a:pt x="6085174" y="2071330"/>
                </a:cubicBezTo>
                <a:cubicBezTo>
                  <a:pt x="6071350" y="2057774"/>
                  <a:pt x="6082992" y="2030661"/>
                  <a:pt x="6085174" y="2008187"/>
                </a:cubicBezTo>
                <a:close/>
                <a:moveTo>
                  <a:pt x="4240911" y="2001308"/>
                </a:moveTo>
                <a:cubicBezTo>
                  <a:pt x="4237760" y="2003017"/>
                  <a:pt x="4236050" y="2006437"/>
                  <a:pt x="4238390" y="2011116"/>
                </a:cubicBezTo>
                <a:cubicBezTo>
                  <a:pt x="4240551" y="2008596"/>
                  <a:pt x="4256392" y="2017955"/>
                  <a:pt x="4252072" y="2001757"/>
                </a:cubicBezTo>
                <a:cubicBezTo>
                  <a:pt x="4248651" y="1999598"/>
                  <a:pt x="4244061" y="1999598"/>
                  <a:pt x="4240911" y="2001308"/>
                </a:cubicBezTo>
                <a:close/>
                <a:moveTo>
                  <a:pt x="4804168" y="1999316"/>
                </a:moveTo>
                <a:cubicBezTo>
                  <a:pt x="4795167" y="1997156"/>
                  <a:pt x="4797327" y="2003996"/>
                  <a:pt x="4799848" y="2008317"/>
                </a:cubicBezTo>
                <a:cubicBezTo>
                  <a:pt x="4811008" y="2012997"/>
                  <a:pt x="4811008" y="2006156"/>
                  <a:pt x="4804168" y="1999316"/>
                </a:cubicBezTo>
                <a:close/>
                <a:moveTo>
                  <a:pt x="6026019" y="1997075"/>
                </a:moveTo>
                <a:cubicBezTo>
                  <a:pt x="6028135" y="2011045"/>
                  <a:pt x="6019316" y="2020236"/>
                  <a:pt x="6017199" y="2031632"/>
                </a:cubicBezTo>
                <a:cubicBezTo>
                  <a:pt x="6012613" y="2018030"/>
                  <a:pt x="6012613" y="2006266"/>
                  <a:pt x="6026019" y="1997075"/>
                </a:cubicBezTo>
                <a:close/>
                <a:moveTo>
                  <a:pt x="4831528" y="1992476"/>
                </a:moveTo>
                <a:cubicBezTo>
                  <a:pt x="4831528" y="1997156"/>
                  <a:pt x="4822528" y="2001476"/>
                  <a:pt x="4834048" y="2006156"/>
                </a:cubicBezTo>
                <a:cubicBezTo>
                  <a:pt x="4838908" y="2009667"/>
                  <a:pt x="4838908" y="2001431"/>
                  <a:pt x="4842401" y="2001954"/>
                </a:cubicBezTo>
                <a:lnTo>
                  <a:pt x="4844247" y="2003516"/>
                </a:lnTo>
                <a:lnTo>
                  <a:pt x="4854916" y="1993632"/>
                </a:lnTo>
                <a:lnTo>
                  <a:pt x="4851277" y="1995699"/>
                </a:lnTo>
                <a:cubicBezTo>
                  <a:pt x="4846356" y="1996616"/>
                  <a:pt x="4840078" y="1995896"/>
                  <a:pt x="4831528" y="1992476"/>
                </a:cubicBezTo>
                <a:close/>
                <a:moveTo>
                  <a:pt x="5307569" y="1986501"/>
                </a:moveTo>
                <a:cubicBezTo>
                  <a:pt x="5297798" y="1988358"/>
                  <a:pt x="5292331" y="2004896"/>
                  <a:pt x="5295571" y="2015157"/>
                </a:cubicBezTo>
                <a:cubicBezTo>
                  <a:pt x="5302411" y="2008317"/>
                  <a:pt x="5313931" y="1999316"/>
                  <a:pt x="5318611" y="1990315"/>
                </a:cubicBezTo>
                <a:cubicBezTo>
                  <a:pt x="5314561" y="1986895"/>
                  <a:pt x="5310826" y="1985883"/>
                  <a:pt x="5307569" y="1986501"/>
                </a:cubicBezTo>
                <a:close/>
                <a:moveTo>
                  <a:pt x="6139501" y="1977027"/>
                </a:moveTo>
                <a:cubicBezTo>
                  <a:pt x="6159892" y="1974850"/>
                  <a:pt x="6155242" y="1999887"/>
                  <a:pt x="6134850" y="1995170"/>
                </a:cubicBezTo>
                <a:cubicBezTo>
                  <a:pt x="6139501" y="1977027"/>
                  <a:pt x="6139501" y="1977027"/>
                  <a:pt x="6139501" y="1977027"/>
                </a:cubicBezTo>
                <a:close/>
                <a:moveTo>
                  <a:pt x="4329480" y="1970082"/>
                </a:moveTo>
                <a:lnTo>
                  <a:pt x="4325405" y="1976741"/>
                </a:lnTo>
                <a:lnTo>
                  <a:pt x="4324799" y="1976921"/>
                </a:lnTo>
                <a:cubicBezTo>
                  <a:pt x="4326959" y="1974761"/>
                  <a:pt x="4329480" y="1974761"/>
                  <a:pt x="4329480" y="1970082"/>
                </a:cubicBezTo>
                <a:close/>
                <a:moveTo>
                  <a:pt x="4941684" y="1955823"/>
                </a:moveTo>
                <a:lnTo>
                  <a:pt x="4940894" y="1959116"/>
                </a:lnTo>
                <a:lnTo>
                  <a:pt x="4943129" y="1958273"/>
                </a:lnTo>
                <a:close/>
                <a:moveTo>
                  <a:pt x="4858888" y="1953953"/>
                </a:moveTo>
                <a:cubicBezTo>
                  <a:pt x="4849888" y="1953953"/>
                  <a:pt x="4852048" y="1960793"/>
                  <a:pt x="4854208" y="1967634"/>
                </a:cubicBezTo>
                <a:cubicBezTo>
                  <a:pt x="4858888" y="1965114"/>
                  <a:pt x="4863568" y="1962954"/>
                  <a:pt x="4858888" y="1953953"/>
                </a:cubicBezTo>
                <a:close/>
                <a:moveTo>
                  <a:pt x="4539631" y="1946275"/>
                </a:moveTo>
                <a:cubicBezTo>
                  <a:pt x="4548580" y="1960084"/>
                  <a:pt x="4526028" y="1960084"/>
                  <a:pt x="4532829" y="1973893"/>
                </a:cubicBezTo>
                <a:cubicBezTo>
                  <a:pt x="4529428" y="1973893"/>
                  <a:pt x="4526028" y="1974438"/>
                  <a:pt x="4522627" y="1973847"/>
                </a:cubicBezTo>
                <a:lnTo>
                  <a:pt x="4517684" y="1970524"/>
                </a:lnTo>
                <a:lnTo>
                  <a:pt x="4515268" y="1980495"/>
                </a:lnTo>
                <a:cubicBezTo>
                  <a:pt x="4509150" y="1990597"/>
                  <a:pt x="4493986" y="1998705"/>
                  <a:pt x="4485438" y="1995162"/>
                </a:cubicBezTo>
                <a:cubicBezTo>
                  <a:pt x="4485438" y="1989529"/>
                  <a:pt x="4491228" y="1985532"/>
                  <a:pt x="4498167" y="1981807"/>
                </a:cubicBezTo>
                <a:lnTo>
                  <a:pt x="4517389" y="1970326"/>
                </a:lnTo>
                <a:lnTo>
                  <a:pt x="4512425" y="1966988"/>
                </a:lnTo>
                <a:cubicBezTo>
                  <a:pt x="4517079" y="1953179"/>
                  <a:pt x="4537483" y="1955360"/>
                  <a:pt x="4539631" y="1946275"/>
                </a:cubicBezTo>
                <a:close/>
                <a:moveTo>
                  <a:pt x="4977329" y="1926591"/>
                </a:moveTo>
                <a:cubicBezTo>
                  <a:pt x="4974809" y="1935592"/>
                  <a:pt x="4958969" y="1937752"/>
                  <a:pt x="4958969" y="1949273"/>
                </a:cubicBezTo>
                <a:cubicBezTo>
                  <a:pt x="4970489" y="1944592"/>
                  <a:pt x="4988489" y="1935592"/>
                  <a:pt x="4977329" y="1926591"/>
                </a:cubicBezTo>
                <a:close/>
                <a:moveTo>
                  <a:pt x="5350292" y="1921911"/>
                </a:moveTo>
                <a:cubicBezTo>
                  <a:pt x="5336612" y="1930911"/>
                  <a:pt x="5352452" y="1935592"/>
                  <a:pt x="5343452" y="1942432"/>
                </a:cubicBezTo>
                <a:cubicBezTo>
                  <a:pt x="5354972" y="1949273"/>
                  <a:pt x="5357132" y="1930911"/>
                  <a:pt x="5350292" y="1921911"/>
                </a:cubicBezTo>
                <a:close/>
                <a:moveTo>
                  <a:pt x="6150478" y="1903412"/>
                </a:moveTo>
                <a:cubicBezTo>
                  <a:pt x="6166250" y="1919220"/>
                  <a:pt x="6139613" y="1941855"/>
                  <a:pt x="6163796" y="1955507"/>
                </a:cubicBezTo>
                <a:cubicBezTo>
                  <a:pt x="6159590" y="1971315"/>
                  <a:pt x="6150478" y="1953352"/>
                  <a:pt x="6146272" y="1962333"/>
                </a:cubicBezTo>
                <a:cubicBezTo>
                  <a:pt x="6143819" y="1953352"/>
                  <a:pt x="6146272" y="1928202"/>
                  <a:pt x="6150478" y="1903412"/>
                </a:cubicBezTo>
                <a:close/>
                <a:moveTo>
                  <a:pt x="6452149" y="1901973"/>
                </a:moveTo>
                <a:cubicBezTo>
                  <a:pt x="6456510" y="1903743"/>
                  <a:pt x="6457461" y="1919551"/>
                  <a:pt x="6471038" y="1912937"/>
                </a:cubicBezTo>
                <a:lnTo>
                  <a:pt x="6468866" y="1928459"/>
                </a:lnTo>
                <a:cubicBezTo>
                  <a:pt x="6448228" y="1917523"/>
                  <a:pt x="6432297" y="1928459"/>
                  <a:pt x="6430125" y="1906234"/>
                </a:cubicBezTo>
                <a:cubicBezTo>
                  <a:pt x="6430125" y="1912937"/>
                  <a:pt x="6461986" y="1915053"/>
                  <a:pt x="6446056" y="1906234"/>
                </a:cubicBezTo>
                <a:cubicBezTo>
                  <a:pt x="6448862" y="1902353"/>
                  <a:pt x="6450695" y="1901383"/>
                  <a:pt x="6452149" y="1901973"/>
                </a:cubicBezTo>
                <a:close/>
                <a:moveTo>
                  <a:pt x="4648593" y="1892300"/>
                </a:moveTo>
                <a:cubicBezTo>
                  <a:pt x="4623590" y="1923693"/>
                  <a:pt x="4585371" y="1937249"/>
                  <a:pt x="4548938" y="1955443"/>
                </a:cubicBezTo>
                <a:cubicBezTo>
                  <a:pt x="4562868" y="1903715"/>
                  <a:pt x="4621447" y="1923693"/>
                  <a:pt x="4648593" y="1892300"/>
                </a:cubicBezTo>
                <a:close/>
                <a:moveTo>
                  <a:pt x="6117030" y="1881187"/>
                </a:moveTo>
                <a:cubicBezTo>
                  <a:pt x="6103436" y="1904253"/>
                  <a:pt x="6114526" y="1917948"/>
                  <a:pt x="6107729" y="1947501"/>
                </a:cubicBezTo>
                <a:cubicBezTo>
                  <a:pt x="6091988" y="1935968"/>
                  <a:pt x="6098785" y="1899567"/>
                  <a:pt x="6117030" y="1881187"/>
                </a:cubicBezTo>
                <a:close/>
                <a:moveTo>
                  <a:pt x="5470614" y="1881187"/>
                </a:moveTo>
                <a:cubicBezTo>
                  <a:pt x="5479591" y="1885949"/>
                  <a:pt x="5497904" y="1883751"/>
                  <a:pt x="5495390" y="1892910"/>
                </a:cubicBezTo>
                <a:cubicBezTo>
                  <a:pt x="5486413" y="1892910"/>
                  <a:pt x="5474923" y="1890712"/>
                  <a:pt x="5474923" y="1895108"/>
                </a:cubicBezTo>
                <a:cubicBezTo>
                  <a:pt x="5468100" y="1895108"/>
                  <a:pt x="5470614" y="1885949"/>
                  <a:pt x="5470614" y="1881187"/>
                </a:cubicBezTo>
                <a:close/>
                <a:moveTo>
                  <a:pt x="4951916" y="1879033"/>
                </a:moveTo>
                <a:cubicBezTo>
                  <a:pt x="4954455" y="1878199"/>
                  <a:pt x="4957841" y="1878471"/>
                  <a:pt x="4962919" y="1880741"/>
                </a:cubicBezTo>
                <a:lnTo>
                  <a:pt x="4959549" y="1883087"/>
                </a:lnTo>
                <a:lnTo>
                  <a:pt x="4962767" y="1890140"/>
                </a:lnTo>
                <a:cubicBezTo>
                  <a:pt x="4962018" y="1894966"/>
                  <a:pt x="4956283" y="1898931"/>
                  <a:pt x="4951509" y="1897896"/>
                </a:cubicBezTo>
                <a:lnTo>
                  <a:pt x="4948216" y="1894531"/>
                </a:lnTo>
                <a:lnTo>
                  <a:pt x="4944744" y="1906162"/>
                </a:lnTo>
                <a:cubicBezTo>
                  <a:pt x="4940111" y="1906162"/>
                  <a:pt x="4935834" y="1901441"/>
                  <a:pt x="4931201" y="1903983"/>
                </a:cubicBezTo>
                <a:cubicBezTo>
                  <a:pt x="4935834" y="1906162"/>
                  <a:pt x="4937972" y="1908341"/>
                  <a:pt x="4935834" y="1913062"/>
                </a:cubicBezTo>
                <a:cubicBezTo>
                  <a:pt x="4926925" y="1917783"/>
                  <a:pt x="4926925" y="1908341"/>
                  <a:pt x="4920154" y="1908341"/>
                </a:cubicBezTo>
                <a:cubicBezTo>
                  <a:pt x="4922292" y="1910883"/>
                  <a:pt x="4917659" y="1910883"/>
                  <a:pt x="4920154" y="1913062"/>
                </a:cubicBezTo>
                <a:cubicBezTo>
                  <a:pt x="4922292" y="1917783"/>
                  <a:pt x="4929063" y="1915241"/>
                  <a:pt x="4929063" y="1922141"/>
                </a:cubicBezTo>
                <a:cubicBezTo>
                  <a:pt x="4924430" y="1924319"/>
                  <a:pt x="4922292" y="1926862"/>
                  <a:pt x="4920154" y="1926862"/>
                </a:cubicBezTo>
                <a:cubicBezTo>
                  <a:pt x="4917659" y="1915241"/>
                  <a:pt x="4910888" y="1913062"/>
                  <a:pt x="4913383" y="1903983"/>
                </a:cubicBezTo>
                <a:cubicBezTo>
                  <a:pt x="4926925" y="1903983"/>
                  <a:pt x="4937972" y="1903983"/>
                  <a:pt x="4929063" y="1892362"/>
                </a:cubicBezTo>
                <a:cubicBezTo>
                  <a:pt x="4944298" y="1893996"/>
                  <a:pt x="4944298" y="1881535"/>
                  <a:pt x="4951916" y="1879033"/>
                </a:cubicBezTo>
                <a:close/>
                <a:moveTo>
                  <a:pt x="4938516" y="1866900"/>
                </a:moveTo>
                <a:cubicBezTo>
                  <a:pt x="4940688" y="1876201"/>
                  <a:pt x="4936343" y="1880494"/>
                  <a:pt x="4934171" y="1887291"/>
                </a:cubicBezTo>
                <a:cubicBezTo>
                  <a:pt x="4929464" y="1882998"/>
                  <a:pt x="4927292" y="1891942"/>
                  <a:pt x="4920413" y="1882998"/>
                </a:cubicBezTo>
                <a:cubicBezTo>
                  <a:pt x="4940688" y="1885145"/>
                  <a:pt x="4927292" y="1869404"/>
                  <a:pt x="4938516" y="1866900"/>
                </a:cubicBezTo>
                <a:close/>
                <a:moveTo>
                  <a:pt x="5366132" y="1858186"/>
                </a:moveTo>
                <a:cubicBezTo>
                  <a:pt x="5354972" y="1862867"/>
                  <a:pt x="5352452" y="1867187"/>
                  <a:pt x="5345612" y="1874027"/>
                </a:cubicBezTo>
                <a:cubicBezTo>
                  <a:pt x="5350292" y="1885548"/>
                  <a:pt x="5357132" y="1887708"/>
                  <a:pt x="5368292" y="1887708"/>
                </a:cubicBezTo>
                <a:cubicBezTo>
                  <a:pt x="5368292" y="1897069"/>
                  <a:pt x="5368292" y="1908230"/>
                  <a:pt x="5354972" y="1912910"/>
                </a:cubicBezTo>
                <a:cubicBezTo>
                  <a:pt x="5357132" y="1921911"/>
                  <a:pt x="5363972" y="1917590"/>
                  <a:pt x="5368292" y="1924071"/>
                </a:cubicBezTo>
                <a:cubicBezTo>
                  <a:pt x="5368292" y="1903909"/>
                  <a:pt x="5379812" y="1903909"/>
                  <a:pt x="5375132" y="1885548"/>
                </a:cubicBezTo>
                <a:cubicBezTo>
                  <a:pt x="5375132" y="1885548"/>
                  <a:pt x="5375132" y="1885548"/>
                  <a:pt x="5393492" y="1878708"/>
                </a:cubicBezTo>
                <a:cubicBezTo>
                  <a:pt x="5388812" y="1871867"/>
                  <a:pt x="5391332" y="1869707"/>
                  <a:pt x="5395652" y="1865027"/>
                </a:cubicBezTo>
                <a:cubicBezTo>
                  <a:pt x="5384492" y="1862867"/>
                  <a:pt x="5381972" y="1883388"/>
                  <a:pt x="5370812" y="1883388"/>
                </a:cubicBezTo>
                <a:cubicBezTo>
                  <a:pt x="5361812" y="1871867"/>
                  <a:pt x="5372972" y="1867187"/>
                  <a:pt x="5366132" y="1858186"/>
                </a:cubicBezTo>
                <a:close/>
                <a:moveTo>
                  <a:pt x="1221991" y="1854179"/>
                </a:moveTo>
                <a:cubicBezTo>
                  <a:pt x="1210469" y="1865337"/>
                  <a:pt x="1210469" y="1876856"/>
                  <a:pt x="1198948" y="1879015"/>
                </a:cubicBezTo>
                <a:cubicBezTo>
                  <a:pt x="1203629" y="1883695"/>
                  <a:pt x="1201108" y="1888014"/>
                  <a:pt x="1205789" y="1892693"/>
                </a:cubicBezTo>
                <a:cubicBezTo>
                  <a:pt x="1217310" y="1879015"/>
                  <a:pt x="1230992" y="1865337"/>
                  <a:pt x="1221991" y="1854179"/>
                </a:cubicBezTo>
                <a:close/>
                <a:moveTo>
                  <a:pt x="4822528" y="1853866"/>
                </a:moveTo>
                <a:cubicBezTo>
                  <a:pt x="4811008" y="1851346"/>
                  <a:pt x="4815688" y="1865027"/>
                  <a:pt x="4822528" y="1867187"/>
                </a:cubicBezTo>
                <a:cubicBezTo>
                  <a:pt x="4836208" y="1869707"/>
                  <a:pt x="4824688" y="1858186"/>
                  <a:pt x="4822528" y="1853866"/>
                </a:cubicBezTo>
                <a:close/>
                <a:moveTo>
                  <a:pt x="5385863" y="1852245"/>
                </a:moveTo>
                <a:lnTo>
                  <a:pt x="5380037" y="1855351"/>
                </a:lnTo>
                <a:cubicBezTo>
                  <a:pt x="5377472" y="1858726"/>
                  <a:pt x="5377472" y="1862687"/>
                  <a:pt x="5379812" y="1867187"/>
                </a:cubicBezTo>
                <a:cubicBezTo>
                  <a:pt x="5383232" y="1865027"/>
                  <a:pt x="5387822" y="1862777"/>
                  <a:pt x="5391242" y="1859672"/>
                </a:cubicBezTo>
                <a:lnTo>
                  <a:pt x="5392148" y="1857074"/>
                </a:lnTo>
                <a:lnTo>
                  <a:pt x="5387930" y="1852300"/>
                </a:lnTo>
                <a:close/>
                <a:moveTo>
                  <a:pt x="6405438" y="1847212"/>
                </a:moveTo>
                <a:cubicBezTo>
                  <a:pt x="6439294" y="1844675"/>
                  <a:pt x="6403300" y="1918262"/>
                  <a:pt x="6400805" y="1936387"/>
                </a:cubicBezTo>
                <a:cubicBezTo>
                  <a:pt x="6387263" y="1913550"/>
                  <a:pt x="6418980" y="1876937"/>
                  <a:pt x="6405438" y="1847212"/>
                </a:cubicBezTo>
                <a:close/>
                <a:moveTo>
                  <a:pt x="5771135" y="1840185"/>
                </a:moveTo>
                <a:cubicBezTo>
                  <a:pt x="5766455" y="1842345"/>
                  <a:pt x="5766455" y="1847026"/>
                  <a:pt x="5762135" y="1851346"/>
                </a:cubicBezTo>
                <a:cubicBezTo>
                  <a:pt x="5762135" y="1851346"/>
                  <a:pt x="5762135" y="1851346"/>
                  <a:pt x="5775815" y="1878708"/>
                </a:cubicBezTo>
                <a:cubicBezTo>
                  <a:pt x="5786975" y="1867187"/>
                  <a:pt x="5784815" y="1842345"/>
                  <a:pt x="5771135" y="1840185"/>
                </a:cubicBezTo>
                <a:close/>
                <a:moveTo>
                  <a:pt x="6501199" y="1836737"/>
                </a:moveTo>
                <a:cubicBezTo>
                  <a:pt x="6487375" y="1846185"/>
                  <a:pt x="6484828" y="1864356"/>
                  <a:pt x="6466638" y="1866536"/>
                </a:cubicBezTo>
                <a:cubicBezTo>
                  <a:pt x="6471004" y="1850546"/>
                  <a:pt x="6482645" y="1841461"/>
                  <a:pt x="6501199" y="1836737"/>
                </a:cubicBezTo>
                <a:close/>
                <a:moveTo>
                  <a:pt x="4956892" y="1835739"/>
                </a:moveTo>
                <a:cubicBezTo>
                  <a:pt x="4975083" y="1833562"/>
                  <a:pt x="4975083" y="1844810"/>
                  <a:pt x="4984541" y="1847350"/>
                </a:cubicBezTo>
                <a:cubicBezTo>
                  <a:pt x="4972900" y="1847350"/>
                  <a:pt x="4986724" y="1856422"/>
                  <a:pt x="4975083" y="1858599"/>
                </a:cubicBezTo>
                <a:cubicBezTo>
                  <a:pt x="4963805" y="1854245"/>
                  <a:pt x="4975083" y="1847350"/>
                  <a:pt x="4965987" y="1844810"/>
                </a:cubicBezTo>
                <a:cubicBezTo>
                  <a:pt x="4961258" y="1844810"/>
                  <a:pt x="4956892" y="1854245"/>
                  <a:pt x="4952163" y="1849527"/>
                </a:cubicBezTo>
                <a:cubicBezTo>
                  <a:pt x="4959075" y="1847350"/>
                  <a:pt x="4959075" y="1840456"/>
                  <a:pt x="4956892" y="1835739"/>
                </a:cubicBezTo>
                <a:close/>
                <a:moveTo>
                  <a:pt x="4729447" y="1835062"/>
                </a:moveTo>
                <a:cubicBezTo>
                  <a:pt x="4740663" y="1864556"/>
                  <a:pt x="4699780" y="1850888"/>
                  <a:pt x="4681328" y="1876065"/>
                </a:cubicBezTo>
                <a:cubicBezTo>
                  <a:pt x="4676625" y="1871389"/>
                  <a:pt x="4681328" y="1866714"/>
                  <a:pt x="4676625" y="1862398"/>
                </a:cubicBezTo>
                <a:cubicBezTo>
                  <a:pt x="4672283" y="1866714"/>
                  <a:pt x="4667580" y="1862398"/>
                  <a:pt x="4663238" y="1866714"/>
                </a:cubicBezTo>
                <a:cubicBezTo>
                  <a:pt x="4674454" y="1830387"/>
                  <a:pt x="4708825" y="1853406"/>
                  <a:pt x="4729447" y="1835062"/>
                </a:cubicBezTo>
                <a:close/>
                <a:moveTo>
                  <a:pt x="5601998" y="1831222"/>
                </a:moveTo>
                <a:lnTo>
                  <a:pt x="5597079" y="1832494"/>
                </a:lnTo>
                <a:lnTo>
                  <a:pt x="5594654" y="1832407"/>
                </a:lnTo>
                <a:lnTo>
                  <a:pt x="5596459" y="1847106"/>
                </a:lnTo>
                <a:lnTo>
                  <a:pt x="5599503" y="1838610"/>
                </a:lnTo>
                <a:close/>
                <a:moveTo>
                  <a:pt x="6370653" y="1830387"/>
                </a:moveTo>
                <a:cubicBezTo>
                  <a:pt x="6373133" y="1841896"/>
                  <a:pt x="6359672" y="1837221"/>
                  <a:pt x="6357192" y="1844054"/>
                </a:cubicBezTo>
                <a:cubicBezTo>
                  <a:pt x="6361797" y="1857722"/>
                  <a:pt x="6373133" y="1837221"/>
                  <a:pt x="6377384" y="1850888"/>
                </a:cubicBezTo>
                <a:cubicBezTo>
                  <a:pt x="6363923" y="1876065"/>
                  <a:pt x="6334875" y="1830387"/>
                  <a:pt x="6370653" y="1830387"/>
                </a:cubicBezTo>
                <a:close/>
                <a:moveTo>
                  <a:pt x="5955241" y="1827540"/>
                </a:moveTo>
                <a:lnTo>
                  <a:pt x="5945737" y="1835662"/>
                </a:lnTo>
                <a:cubicBezTo>
                  <a:pt x="5933857" y="1853618"/>
                  <a:pt x="5937367" y="1875828"/>
                  <a:pt x="5910096" y="1887708"/>
                </a:cubicBezTo>
                <a:cubicBezTo>
                  <a:pt x="5916936" y="1897069"/>
                  <a:pt x="5905416" y="1899229"/>
                  <a:pt x="5907576" y="1908230"/>
                </a:cubicBezTo>
                <a:cubicBezTo>
                  <a:pt x="5907576" y="1908230"/>
                  <a:pt x="5907576" y="1908230"/>
                  <a:pt x="5889576" y="1917590"/>
                </a:cubicBezTo>
                <a:cubicBezTo>
                  <a:pt x="5890656" y="1936852"/>
                  <a:pt x="5879226" y="1953323"/>
                  <a:pt x="5866400" y="1967814"/>
                </a:cubicBezTo>
                <a:lnTo>
                  <a:pt x="5848183" y="1987437"/>
                </a:lnTo>
                <a:lnTo>
                  <a:pt x="5888718" y="1971028"/>
                </a:lnTo>
                <a:lnTo>
                  <a:pt x="5969682" y="1931682"/>
                </a:lnTo>
                <a:lnTo>
                  <a:pt x="5969137" y="1926591"/>
                </a:lnTo>
                <a:lnTo>
                  <a:pt x="5974993" y="1929101"/>
                </a:lnTo>
                <a:lnTo>
                  <a:pt x="5980108" y="1926615"/>
                </a:lnTo>
                <a:lnTo>
                  <a:pt x="5983357" y="1922541"/>
                </a:lnTo>
                <a:cubicBezTo>
                  <a:pt x="5985337" y="1919121"/>
                  <a:pt x="5987452" y="1915273"/>
                  <a:pt x="5990197" y="1912415"/>
                </a:cubicBezTo>
                <a:lnTo>
                  <a:pt x="5991205" y="1912018"/>
                </a:lnTo>
                <a:lnTo>
                  <a:pt x="5993343" y="1900274"/>
                </a:lnTo>
                <a:cubicBezTo>
                  <a:pt x="5993596" y="1884023"/>
                  <a:pt x="5984688" y="1880176"/>
                  <a:pt x="5984688" y="1849397"/>
                </a:cubicBezTo>
                <a:lnTo>
                  <a:pt x="5979850" y="1845612"/>
                </a:lnTo>
                <a:lnTo>
                  <a:pt x="5979173" y="1849713"/>
                </a:lnTo>
                <a:cubicBezTo>
                  <a:pt x="5979588" y="1852830"/>
                  <a:pt x="5981293" y="1855794"/>
                  <a:pt x="5985295" y="1858600"/>
                </a:cubicBezTo>
                <a:cubicBezTo>
                  <a:pt x="5971470" y="1860772"/>
                  <a:pt x="5980565" y="1872358"/>
                  <a:pt x="5973653" y="1879238"/>
                </a:cubicBezTo>
                <a:cubicBezTo>
                  <a:pt x="5962375" y="1874531"/>
                  <a:pt x="5976200" y="1865479"/>
                  <a:pt x="5973653" y="1854255"/>
                </a:cubicBezTo>
                <a:cubicBezTo>
                  <a:pt x="5966741" y="1854255"/>
                  <a:pt x="5959829" y="1860772"/>
                  <a:pt x="5955463" y="1851721"/>
                </a:cubicBezTo>
                <a:lnTo>
                  <a:pt x="5969634" y="1837617"/>
                </a:lnTo>
                <a:lnTo>
                  <a:pt x="5959897" y="1829997"/>
                </a:lnTo>
                <a:close/>
                <a:moveTo>
                  <a:pt x="6050857" y="1826504"/>
                </a:moveTo>
                <a:lnTo>
                  <a:pt x="6037307" y="1849305"/>
                </a:lnTo>
                <a:lnTo>
                  <a:pt x="6044636" y="1857037"/>
                </a:lnTo>
                <a:lnTo>
                  <a:pt x="6057427" y="1841805"/>
                </a:lnTo>
                <a:cubicBezTo>
                  <a:pt x="6059407" y="1834425"/>
                  <a:pt x="6057697" y="1827584"/>
                  <a:pt x="6050857" y="1826504"/>
                </a:cubicBezTo>
                <a:close/>
                <a:moveTo>
                  <a:pt x="5707415" y="1819664"/>
                </a:moveTo>
                <a:cubicBezTo>
                  <a:pt x="5695895" y="1826504"/>
                  <a:pt x="5695895" y="1837665"/>
                  <a:pt x="5689415" y="1847026"/>
                </a:cubicBezTo>
                <a:cubicBezTo>
                  <a:pt x="5698415" y="1849186"/>
                  <a:pt x="5714255" y="1830824"/>
                  <a:pt x="5707415" y="1819664"/>
                </a:cubicBezTo>
                <a:close/>
                <a:moveTo>
                  <a:pt x="5782655" y="1812823"/>
                </a:moveTo>
                <a:cubicBezTo>
                  <a:pt x="5764295" y="1833345"/>
                  <a:pt x="5798495" y="1837665"/>
                  <a:pt x="5805335" y="1862867"/>
                </a:cubicBezTo>
                <a:cubicBezTo>
                  <a:pt x="5802815" y="1876548"/>
                  <a:pt x="5786975" y="1885548"/>
                  <a:pt x="5786975" y="1899229"/>
                </a:cubicBezTo>
                <a:cubicBezTo>
                  <a:pt x="5805335" y="1899229"/>
                  <a:pt x="5798495" y="1869707"/>
                  <a:pt x="5809655" y="1885548"/>
                </a:cubicBezTo>
                <a:cubicBezTo>
                  <a:pt x="5821175" y="1876548"/>
                  <a:pt x="5816495" y="1856026"/>
                  <a:pt x="5832695" y="1856026"/>
                </a:cubicBezTo>
                <a:cubicBezTo>
                  <a:pt x="5832695" y="1847026"/>
                  <a:pt x="5839535" y="1837665"/>
                  <a:pt x="5828015" y="1835505"/>
                </a:cubicBezTo>
                <a:cubicBezTo>
                  <a:pt x="5809655" y="1860346"/>
                  <a:pt x="5786975" y="1830824"/>
                  <a:pt x="5782655" y="1812823"/>
                </a:cubicBezTo>
                <a:close/>
                <a:moveTo>
                  <a:pt x="5009099" y="1803400"/>
                </a:moveTo>
                <a:cubicBezTo>
                  <a:pt x="5013720" y="1818922"/>
                  <a:pt x="4991329" y="1823155"/>
                  <a:pt x="4986708" y="1834444"/>
                </a:cubicBezTo>
                <a:cubicBezTo>
                  <a:pt x="4995594" y="1836561"/>
                  <a:pt x="4995594" y="1825625"/>
                  <a:pt x="5000214" y="1834444"/>
                </a:cubicBezTo>
                <a:cubicBezTo>
                  <a:pt x="4988841" y="1836561"/>
                  <a:pt x="4993461" y="1841147"/>
                  <a:pt x="4979956" y="1839030"/>
                </a:cubicBezTo>
                <a:cubicBezTo>
                  <a:pt x="4991329" y="1825625"/>
                  <a:pt x="4966450" y="1816805"/>
                  <a:pt x="4979956" y="1807633"/>
                </a:cubicBezTo>
                <a:cubicBezTo>
                  <a:pt x="4982088" y="1814336"/>
                  <a:pt x="4986708" y="1821039"/>
                  <a:pt x="4993461" y="1818922"/>
                </a:cubicBezTo>
                <a:cubicBezTo>
                  <a:pt x="5000214" y="1814336"/>
                  <a:pt x="4995594" y="1805516"/>
                  <a:pt x="5009099" y="1803400"/>
                </a:cubicBezTo>
                <a:close/>
                <a:moveTo>
                  <a:pt x="4710995" y="1803400"/>
                </a:moveTo>
                <a:cubicBezTo>
                  <a:pt x="4717908" y="1803400"/>
                  <a:pt x="4724820" y="1807754"/>
                  <a:pt x="4729549" y="1814648"/>
                </a:cubicBezTo>
                <a:cubicBezTo>
                  <a:pt x="4722637" y="1821543"/>
                  <a:pt x="4713178" y="1828437"/>
                  <a:pt x="4706630" y="1826260"/>
                </a:cubicBezTo>
                <a:cubicBezTo>
                  <a:pt x="4694988" y="1817188"/>
                  <a:pt x="4715725" y="1812471"/>
                  <a:pt x="4710995" y="1803400"/>
                </a:cubicBezTo>
                <a:close/>
                <a:moveTo>
                  <a:pt x="5420853" y="1799142"/>
                </a:moveTo>
                <a:cubicBezTo>
                  <a:pt x="5420853" y="1799142"/>
                  <a:pt x="5420853" y="1799142"/>
                  <a:pt x="5411853" y="1803823"/>
                </a:cubicBezTo>
                <a:cubicBezTo>
                  <a:pt x="5420853" y="1814983"/>
                  <a:pt x="5416173" y="1819664"/>
                  <a:pt x="5402493" y="1821824"/>
                </a:cubicBezTo>
                <a:cubicBezTo>
                  <a:pt x="5402493" y="1821824"/>
                  <a:pt x="5402493" y="1821824"/>
                  <a:pt x="5409333" y="1835505"/>
                </a:cubicBezTo>
                <a:cubicBezTo>
                  <a:pt x="5416173" y="1823984"/>
                  <a:pt x="5427693" y="1814983"/>
                  <a:pt x="5420853" y="1799142"/>
                </a:cubicBezTo>
                <a:close/>
                <a:moveTo>
                  <a:pt x="5899568" y="1793955"/>
                </a:moveTo>
                <a:lnTo>
                  <a:pt x="5898576" y="1794462"/>
                </a:lnTo>
                <a:cubicBezTo>
                  <a:pt x="5899746" y="1797342"/>
                  <a:pt x="5901478" y="1798940"/>
                  <a:pt x="5903453" y="1799643"/>
                </a:cubicBezTo>
                <a:lnTo>
                  <a:pt x="5906221" y="1799562"/>
                </a:lnTo>
                <a:close/>
                <a:moveTo>
                  <a:pt x="4766118" y="1787678"/>
                </a:moveTo>
                <a:cubicBezTo>
                  <a:pt x="4761458" y="1787678"/>
                  <a:pt x="4734573" y="1799149"/>
                  <a:pt x="4750346" y="1810620"/>
                </a:cubicBezTo>
                <a:cubicBezTo>
                  <a:pt x="4754647" y="1803809"/>
                  <a:pt x="4772929" y="1796998"/>
                  <a:pt x="4766118" y="1787678"/>
                </a:cubicBezTo>
                <a:close/>
                <a:moveTo>
                  <a:pt x="5484573" y="1780781"/>
                </a:moveTo>
                <a:cubicBezTo>
                  <a:pt x="5475213" y="1776461"/>
                  <a:pt x="5470893" y="1796982"/>
                  <a:pt x="5466213" y="1803823"/>
                </a:cubicBezTo>
                <a:cubicBezTo>
                  <a:pt x="5479893" y="1808143"/>
                  <a:pt x="5482413" y="1787621"/>
                  <a:pt x="5484573" y="1780781"/>
                </a:cubicBezTo>
                <a:close/>
                <a:moveTo>
                  <a:pt x="1303720" y="1780249"/>
                </a:moveTo>
                <a:cubicBezTo>
                  <a:pt x="1301402" y="1780390"/>
                  <a:pt x="1299129" y="1781290"/>
                  <a:pt x="1296879" y="1783629"/>
                </a:cubicBezTo>
                <a:cubicBezTo>
                  <a:pt x="1301559" y="1790468"/>
                  <a:pt x="1310560" y="1785789"/>
                  <a:pt x="1301559" y="1797307"/>
                </a:cubicBezTo>
                <a:cubicBezTo>
                  <a:pt x="1296879" y="1790468"/>
                  <a:pt x="1292198" y="1787949"/>
                  <a:pt x="1285357" y="1792628"/>
                </a:cubicBezTo>
                <a:cubicBezTo>
                  <a:pt x="1290038" y="1810985"/>
                  <a:pt x="1251514" y="1833662"/>
                  <a:pt x="1228471" y="1842661"/>
                </a:cubicBezTo>
                <a:cubicBezTo>
                  <a:pt x="1235312" y="1854179"/>
                  <a:pt x="1237832" y="1851659"/>
                  <a:pt x="1239993" y="1860658"/>
                </a:cubicBezTo>
                <a:cubicBezTo>
                  <a:pt x="1264835" y="1819984"/>
                  <a:pt x="1303719" y="1815305"/>
                  <a:pt x="1326402" y="1781110"/>
                </a:cubicBezTo>
                <a:cubicBezTo>
                  <a:pt x="1318031" y="1786239"/>
                  <a:pt x="1310673" y="1779827"/>
                  <a:pt x="1303720" y="1780249"/>
                </a:cubicBezTo>
                <a:close/>
                <a:moveTo>
                  <a:pt x="5643694" y="1778621"/>
                </a:moveTo>
                <a:cubicBezTo>
                  <a:pt x="5627854" y="1785461"/>
                  <a:pt x="5630014" y="1799142"/>
                  <a:pt x="5627854" y="1810663"/>
                </a:cubicBezTo>
                <a:cubicBezTo>
                  <a:pt x="5632174" y="1812823"/>
                  <a:pt x="5636854" y="1810663"/>
                  <a:pt x="5643694" y="1805983"/>
                </a:cubicBezTo>
                <a:cubicBezTo>
                  <a:pt x="5634694" y="1794462"/>
                  <a:pt x="5652694" y="1790142"/>
                  <a:pt x="5643694" y="1778621"/>
                </a:cubicBezTo>
                <a:close/>
                <a:moveTo>
                  <a:pt x="5095410" y="1762780"/>
                </a:moveTo>
                <a:cubicBezTo>
                  <a:pt x="5091090" y="1767100"/>
                  <a:pt x="5084250" y="1776461"/>
                  <a:pt x="5095410" y="1780781"/>
                </a:cubicBezTo>
                <a:cubicBezTo>
                  <a:pt x="5104410" y="1776461"/>
                  <a:pt x="5106930" y="1764940"/>
                  <a:pt x="5095410" y="1762780"/>
                </a:cubicBezTo>
                <a:close/>
                <a:moveTo>
                  <a:pt x="6271684" y="1757362"/>
                </a:moveTo>
                <a:cubicBezTo>
                  <a:pt x="6282900" y="1757362"/>
                  <a:pt x="6282900" y="1757362"/>
                  <a:pt x="6282900" y="1757362"/>
                </a:cubicBezTo>
                <a:cubicBezTo>
                  <a:pt x="6285003" y="1762095"/>
                  <a:pt x="6287106" y="1766465"/>
                  <a:pt x="6287106" y="1773383"/>
                </a:cubicBezTo>
                <a:cubicBezTo>
                  <a:pt x="6265025" y="1769013"/>
                  <a:pt x="6291663" y="1789768"/>
                  <a:pt x="6274138" y="1796686"/>
                </a:cubicBezTo>
                <a:cubicBezTo>
                  <a:pt x="6267478" y="1787219"/>
                  <a:pt x="6267478" y="1764280"/>
                  <a:pt x="6271684" y="1757362"/>
                </a:cubicBezTo>
                <a:close/>
                <a:moveTo>
                  <a:pt x="4835922" y="1757362"/>
                </a:moveTo>
                <a:cubicBezTo>
                  <a:pt x="4858147" y="1759508"/>
                  <a:pt x="4838039" y="1777753"/>
                  <a:pt x="4824633" y="1782404"/>
                </a:cubicBezTo>
                <a:cubicBezTo>
                  <a:pt x="4820400" y="1770956"/>
                  <a:pt x="4840156" y="1762012"/>
                  <a:pt x="4835922" y="1757362"/>
                </a:cubicBezTo>
                <a:close/>
                <a:moveTo>
                  <a:pt x="6226702" y="1751012"/>
                </a:moveTo>
                <a:cubicBezTo>
                  <a:pt x="6240841" y="1751012"/>
                  <a:pt x="6236004" y="1770990"/>
                  <a:pt x="6228934" y="1777649"/>
                </a:cubicBezTo>
                <a:cubicBezTo>
                  <a:pt x="6217400" y="1775546"/>
                  <a:pt x="6228934" y="1757671"/>
                  <a:pt x="6226702" y="1751012"/>
                </a:cubicBezTo>
                <a:close/>
                <a:moveTo>
                  <a:pt x="5777975" y="1749099"/>
                </a:moveTo>
                <a:cubicBezTo>
                  <a:pt x="5771135" y="1758099"/>
                  <a:pt x="5773295" y="1769620"/>
                  <a:pt x="5771135" y="1780781"/>
                </a:cubicBezTo>
                <a:cubicBezTo>
                  <a:pt x="5777975" y="1771780"/>
                  <a:pt x="5789495" y="1762780"/>
                  <a:pt x="5777975" y="1749099"/>
                </a:cubicBezTo>
                <a:close/>
                <a:moveTo>
                  <a:pt x="5037182" y="1746250"/>
                </a:moveTo>
                <a:cubicBezTo>
                  <a:pt x="5043885" y="1755321"/>
                  <a:pt x="5023777" y="1759675"/>
                  <a:pt x="5041769" y="1766570"/>
                </a:cubicBezTo>
                <a:cubicBezTo>
                  <a:pt x="5028363" y="1771287"/>
                  <a:pt x="5026246" y="1755321"/>
                  <a:pt x="5014957" y="1764393"/>
                </a:cubicBezTo>
                <a:cubicBezTo>
                  <a:pt x="5006138" y="1750604"/>
                  <a:pt x="5028363" y="1755321"/>
                  <a:pt x="5037182" y="1746250"/>
                </a:cubicBezTo>
                <a:close/>
                <a:moveTo>
                  <a:pt x="6390187" y="1743648"/>
                </a:moveTo>
                <a:cubicBezTo>
                  <a:pt x="6421436" y="1743648"/>
                  <a:pt x="6421436" y="1743648"/>
                  <a:pt x="6421436" y="1743648"/>
                </a:cubicBezTo>
                <a:cubicBezTo>
                  <a:pt x="6426052" y="1748331"/>
                  <a:pt x="6428183" y="1755176"/>
                  <a:pt x="6423922" y="1766343"/>
                </a:cubicBezTo>
                <a:cubicBezTo>
                  <a:pt x="6414689" y="1762021"/>
                  <a:pt x="6423922" y="1741487"/>
                  <a:pt x="6399065" y="1748331"/>
                </a:cubicBezTo>
                <a:cubicBezTo>
                  <a:pt x="6421436" y="1789399"/>
                  <a:pt x="6374563" y="1798405"/>
                  <a:pt x="6408297" y="1825783"/>
                </a:cubicBezTo>
                <a:cubicBezTo>
                  <a:pt x="6403681" y="1825783"/>
                  <a:pt x="6403681" y="1832628"/>
                  <a:pt x="6403681" y="1834790"/>
                </a:cubicBezTo>
                <a:cubicBezTo>
                  <a:pt x="6399065" y="1832628"/>
                  <a:pt x="6392318" y="1830106"/>
                  <a:pt x="6383440" y="1830106"/>
                </a:cubicBezTo>
                <a:cubicBezTo>
                  <a:pt x="6378824" y="1789399"/>
                  <a:pt x="6392318" y="1786877"/>
                  <a:pt x="6390187" y="1743648"/>
                </a:cubicBezTo>
                <a:close/>
                <a:moveTo>
                  <a:pt x="1458536" y="1740435"/>
                </a:moveTo>
                <a:cubicBezTo>
                  <a:pt x="1444854" y="1747274"/>
                  <a:pt x="1438014" y="1756273"/>
                  <a:pt x="1419652" y="1756273"/>
                </a:cubicBezTo>
                <a:cubicBezTo>
                  <a:pt x="1426492" y="1778950"/>
                  <a:pt x="1456016" y="1751594"/>
                  <a:pt x="1458536" y="1740435"/>
                </a:cubicBezTo>
                <a:close/>
                <a:moveTo>
                  <a:pt x="6353044" y="1739900"/>
                </a:moveTo>
                <a:cubicBezTo>
                  <a:pt x="6370682" y="1755830"/>
                  <a:pt x="6350574" y="1778640"/>
                  <a:pt x="6368566" y="1797105"/>
                </a:cubicBezTo>
                <a:cubicBezTo>
                  <a:pt x="6344224" y="1797105"/>
                  <a:pt x="6377385" y="1806157"/>
                  <a:pt x="6366449" y="1822088"/>
                </a:cubicBezTo>
                <a:cubicBezTo>
                  <a:pt x="6341755" y="1813036"/>
                  <a:pt x="6355160" y="1785519"/>
                  <a:pt x="6339638" y="1762710"/>
                </a:cubicBezTo>
                <a:cubicBezTo>
                  <a:pt x="6363980" y="1764882"/>
                  <a:pt x="6339638" y="1744244"/>
                  <a:pt x="6353044" y="1739900"/>
                </a:cubicBezTo>
                <a:close/>
                <a:moveTo>
                  <a:pt x="6105412" y="1734498"/>
                </a:moveTo>
                <a:lnTo>
                  <a:pt x="6104889" y="1742394"/>
                </a:lnTo>
                <a:lnTo>
                  <a:pt x="6112417" y="1740098"/>
                </a:lnTo>
                <a:cubicBezTo>
                  <a:pt x="6110167" y="1740638"/>
                  <a:pt x="6108322" y="1739761"/>
                  <a:pt x="6107000" y="1738281"/>
                </a:cubicBezTo>
                <a:close/>
                <a:moveTo>
                  <a:pt x="1364926" y="1733596"/>
                </a:moveTo>
                <a:cubicBezTo>
                  <a:pt x="1353765" y="1756273"/>
                  <a:pt x="1331082" y="1758433"/>
                  <a:pt x="1322081" y="1778950"/>
                </a:cubicBezTo>
                <a:cubicBezTo>
                  <a:pt x="1344764" y="1763112"/>
                  <a:pt x="1360605" y="1765272"/>
                  <a:pt x="1371767" y="1742595"/>
                </a:cubicBezTo>
                <a:cubicBezTo>
                  <a:pt x="1371767" y="1742595"/>
                  <a:pt x="1371767" y="1742595"/>
                  <a:pt x="1364926" y="1733596"/>
                </a:cubicBezTo>
                <a:close/>
                <a:moveTo>
                  <a:pt x="5947376" y="1733550"/>
                </a:moveTo>
                <a:cubicBezTo>
                  <a:pt x="5949609" y="1737911"/>
                  <a:pt x="5956678" y="1744815"/>
                  <a:pt x="5951841" y="1749539"/>
                </a:cubicBezTo>
                <a:cubicBezTo>
                  <a:pt x="5949609" y="1737911"/>
                  <a:pt x="5935470" y="1763348"/>
                  <a:pt x="5933238" y="1751720"/>
                </a:cubicBezTo>
                <a:cubicBezTo>
                  <a:pt x="5940307" y="1744815"/>
                  <a:pt x="5937703" y="1737911"/>
                  <a:pt x="5947376" y="1733550"/>
                </a:cubicBezTo>
                <a:close/>
                <a:moveTo>
                  <a:pt x="4797663" y="1733550"/>
                </a:moveTo>
                <a:cubicBezTo>
                  <a:pt x="4804474" y="1762944"/>
                  <a:pt x="4772929" y="1758284"/>
                  <a:pt x="4763967" y="1778716"/>
                </a:cubicBezTo>
                <a:cubicBezTo>
                  <a:pt x="4784041" y="1796998"/>
                  <a:pt x="4800172" y="1747171"/>
                  <a:pt x="4824906" y="1733550"/>
                </a:cubicBezTo>
                <a:cubicBezTo>
                  <a:pt x="4827416" y="1737851"/>
                  <a:pt x="4829567" y="1749322"/>
                  <a:pt x="4822756" y="1744662"/>
                </a:cubicBezTo>
                <a:cubicBezTo>
                  <a:pt x="4822756" y="1751473"/>
                  <a:pt x="4829567" y="1747171"/>
                  <a:pt x="4827416" y="1760435"/>
                </a:cubicBezTo>
                <a:cubicBezTo>
                  <a:pt x="4786551" y="1790187"/>
                  <a:pt x="4786551" y="1823883"/>
                  <a:pt x="4738875" y="1833203"/>
                </a:cubicBezTo>
                <a:cubicBezTo>
                  <a:pt x="4734573" y="1826392"/>
                  <a:pt x="4750346" y="1805960"/>
                  <a:pt x="4729913" y="1808111"/>
                </a:cubicBezTo>
                <a:cubicBezTo>
                  <a:pt x="4752496" y="1778716"/>
                  <a:pt x="4768269" y="1751473"/>
                  <a:pt x="4797663" y="1733550"/>
                </a:cubicBezTo>
                <a:close/>
                <a:moveTo>
                  <a:pt x="5046188" y="1726171"/>
                </a:moveTo>
                <a:cubicBezTo>
                  <a:pt x="5047639" y="1724785"/>
                  <a:pt x="5048819" y="1724248"/>
                  <a:pt x="5052266" y="1727647"/>
                </a:cubicBezTo>
                <a:cubicBezTo>
                  <a:pt x="5050089" y="1727647"/>
                  <a:pt x="5052266" y="1732298"/>
                  <a:pt x="5054443" y="1734444"/>
                </a:cubicBezTo>
                <a:cubicBezTo>
                  <a:pt x="5038477" y="1734444"/>
                  <a:pt x="5061337" y="1745892"/>
                  <a:pt x="5045371" y="1745892"/>
                </a:cubicBezTo>
                <a:cubicBezTo>
                  <a:pt x="5036300" y="1736591"/>
                  <a:pt x="5056983" y="1732298"/>
                  <a:pt x="5038477" y="1729793"/>
                </a:cubicBezTo>
                <a:cubicBezTo>
                  <a:pt x="5043013" y="1729793"/>
                  <a:pt x="5044736" y="1727557"/>
                  <a:pt x="5046188" y="1726171"/>
                </a:cubicBezTo>
                <a:close/>
                <a:moveTo>
                  <a:pt x="6324036" y="1725612"/>
                </a:moveTo>
                <a:cubicBezTo>
                  <a:pt x="6328306" y="1734561"/>
                  <a:pt x="6332932" y="1754965"/>
                  <a:pt x="6324036" y="1761767"/>
                </a:cubicBezTo>
                <a:cubicBezTo>
                  <a:pt x="6319411" y="1754965"/>
                  <a:pt x="6312650" y="1734561"/>
                  <a:pt x="6324036" y="1725612"/>
                </a:cubicBezTo>
                <a:close/>
                <a:moveTo>
                  <a:pt x="4929449" y="1719577"/>
                </a:moveTo>
                <a:cubicBezTo>
                  <a:pt x="4917929" y="1721737"/>
                  <a:pt x="4913609" y="1733258"/>
                  <a:pt x="4924769" y="1737578"/>
                </a:cubicBezTo>
                <a:cubicBezTo>
                  <a:pt x="4934129" y="1733258"/>
                  <a:pt x="4940609" y="1728577"/>
                  <a:pt x="4929449" y="1719577"/>
                </a:cubicBezTo>
                <a:close/>
                <a:moveTo>
                  <a:pt x="5452647" y="1714500"/>
                </a:moveTo>
                <a:cubicBezTo>
                  <a:pt x="5464553" y="1721404"/>
                  <a:pt x="5459716" y="1733033"/>
                  <a:pt x="5455251" y="1744298"/>
                </a:cubicBezTo>
                <a:cubicBezTo>
                  <a:pt x="5448182" y="1737394"/>
                  <a:pt x="5441113" y="1721404"/>
                  <a:pt x="5452647" y="1714500"/>
                </a:cubicBezTo>
                <a:close/>
                <a:moveTo>
                  <a:pt x="6105788" y="1713694"/>
                </a:moveTo>
                <a:lnTo>
                  <a:pt x="6106550" y="1717319"/>
                </a:lnTo>
                <a:lnTo>
                  <a:pt x="6105691" y="1730294"/>
                </a:lnTo>
                <a:lnTo>
                  <a:pt x="6106291" y="1728707"/>
                </a:lnTo>
                <a:cubicBezTo>
                  <a:pt x="6107534" y="1728083"/>
                  <a:pt x="6109537" y="1728488"/>
                  <a:pt x="6112417" y="1730738"/>
                </a:cubicBezTo>
                <a:cubicBezTo>
                  <a:pt x="6113497" y="1726237"/>
                  <a:pt x="6112327" y="1722277"/>
                  <a:pt x="6110032" y="1718587"/>
                </a:cubicBezTo>
                <a:close/>
                <a:moveTo>
                  <a:pt x="5802815" y="1708056"/>
                </a:moveTo>
                <a:cubicBezTo>
                  <a:pt x="5791655" y="1712736"/>
                  <a:pt x="5800655" y="1721737"/>
                  <a:pt x="5789495" y="1726417"/>
                </a:cubicBezTo>
                <a:cubicBezTo>
                  <a:pt x="5795975" y="1728577"/>
                  <a:pt x="5802815" y="1723897"/>
                  <a:pt x="5809655" y="1721737"/>
                </a:cubicBezTo>
                <a:cubicBezTo>
                  <a:pt x="5809655" y="1721737"/>
                  <a:pt x="5809655" y="1721737"/>
                  <a:pt x="5802815" y="1708056"/>
                </a:cubicBezTo>
                <a:close/>
                <a:moveTo>
                  <a:pt x="5118090" y="1705896"/>
                </a:moveTo>
                <a:cubicBezTo>
                  <a:pt x="5109090" y="1710576"/>
                  <a:pt x="5102250" y="1714896"/>
                  <a:pt x="5106930" y="1723897"/>
                </a:cubicBezTo>
                <a:cubicBezTo>
                  <a:pt x="5111250" y="1719577"/>
                  <a:pt x="5124930" y="1714896"/>
                  <a:pt x="5118090" y="1705896"/>
                </a:cubicBezTo>
                <a:close/>
                <a:moveTo>
                  <a:pt x="5994112" y="1700135"/>
                </a:moveTo>
                <a:cubicBezTo>
                  <a:pt x="5989027" y="1698965"/>
                  <a:pt x="5982817" y="1701215"/>
                  <a:pt x="5982817" y="1708056"/>
                </a:cubicBezTo>
                <a:cubicBezTo>
                  <a:pt x="5984977" y="1717417"/>
                  <a:pt x="5993977" y="1705896"/>
                  <a:pt x="5998657" y="1712736"/>
                </a:cubicBezTo>
                <a:cubicBezTo>
                  <a:pt x="6003157" y="1705896"/>
                  <a:pt x="5999197" y="1701305"/>
                  <a:pt x="5994112" y="1700135"/>
                </a:cubicBezTo>
                <a:close/>
                <a:moveTo>
                  <a:pt x="1355925" y="1699401"/>
                </a:moveTo>
                <a:cubicBezTo>
                  <a:pt x="1344764" y="1708400"/>
                  <a:pt x="1333243" y="1715239"/>
                  <a:pt x="1337923" y="1724238"/>
                </a:cubicBezTo>
                <a:cubicBezTo>
                  <a:pt x="1346924" y="1713079"/>
                  <a:pt x="1351604" y="1724238"/>
                  <a:pt x="1360605" y="1713079"/>
                </a:cubicBezTo>
                <a:cubicBezTo>
                  <a:pt x="1355925" y="1708400"/>
                  <a:pt x="1353765" y="1704081"/>
                  <a:pt x="1355925" y="1699401"/>
                </a:cubicBezTo>
                <a:close/>
                <a:moveTo>
                  <a:pt x="4719470" y="1693862"/>
                </a:moveTo>
                <a:cubicBezTo>
                  <a:pt x="4726375" y="1710348"/>
                  <a:pt x="4708204" y="1712546"/>
                  <a:pt x="4701299" y="1717308"/>
                </a:cubicBezTo>
                <a:cubicBezTo>
                  <a:pt x="4696575" y="1707783"/>
                  <a:pt x="4715109" y="1703387"/>
                  <a:pt x="4719470" y="1693862"/>
                </a:cubicBezTo>
                <a:close/>
                <a:moveTo>
                  <a:pt x="6319664" y="1692275"/>
                </a:moveTo>
                <a:cubicBezTo>
                  <a:pt x="6348808" y="1692275"/>
                  <a:pt x="6328549" y="1719924"/>
                  <a:pt x="6317531" y="1726836"/>
                </a:cubicBezTo>
                <a:cubicBezTo>
                  <a:pt x="6301538" y="1719924"/>
                  <a:pt x="6324284" y="1706099"/>
                  <a:pt x="6319664" y="1692275"/>
                </a:cubicBezTo>
                <a:close/>
                <a:moveTo>
                  <a:pt x="5944876" y="1690831"/>
                </a:moveTo>
                <a:cubicBezTo>
                  <a:pt x="5940742" y="1692283"/>
                  <a:pt x="5936017" y="1695545"/>
                  <a:pt x="5930257" y="1701216"/>
                </a:cubicBezTo>
                <a:cubicBezTo>
                  <a:pt x="5934937" y="1705896"/>
                  <a:pt x="5941777" y="1694375"/>
                  <a:pt x="5946457" y="1701216"/>
                </a:cubicBezTo>
                <a:cubicBezTo>
                  <a:pt x="5941777" y="1714896"/>
                  <a:pt x="5934937" y="1721737"/>
                  <a:pt x="5921256" y="1726417"/>
                </a:cubicBezTo>
                <a:cubicBezTo>
                  <a:pt x="5922337" y="1733258"/>
                  <a:pt x="5917836" y="1738388"/>
                  <a:pt x="5914461" y="1743789"/>
                </a:cubicBezTo>
                <a:lnTo>
                  <a:pt x="5912521" y="1748696"/>
                </a:lnTo>
                <a:lnTo>
                  <a:pt x="5914139" y="1751480"/>
                </a:lnTo>
                <a:lnTo>
                  <a:pt x="5929500" y="1761282"/>
                </a:lnTo>
                <a:lnTo>
                  <a:pt x="5939617" y="1755939"/>
                </a:lnTo>
                <a:cubicBezTo>
                  <a:pt x="5940697" y="1758189"/>
                  <a:pt x="5940382" y="1760012"/>
                  <a:pt x="5939443" y="1761627"/>
                </a:cubicBezTo>
                <a:lnTo>
                  <a:pt x="5936053" y="1765464"/>
                </a:lnTo>
                <a:lnTo>
                  <a:pt x="5942269" y="1769430"/>
                </a:lnTo>
                <a:lnTo>
                  <a:pt x="5942587" y="1769125"/>
                </a:lnTo>
                <a:cubicBezTo>
                  <a:pt x="5943307" y="1768113"/>
                  <a:pt x="5943960" y="1767607"/>
                  <a:pt x="5944860" y="1768209"/>
                </a:cubicBezTo>
                <a:lnTo>
                  <a:pt x="5948099" y="1773150"/>
                </a:lnTo>
                <a:lnTo>
                  <a:pt x="5948781" y="1773586"/>
                </a:lnTo>
                <a:lnTo>
                  <a:pt x="5962297" y="1744418"/>
                </a:lnTo>
                <a:cubicBezTo>
                  <a:pt x="5969137" y="1744418"/>
                  <a:pt x="5962297" y="1751259"/>
                  <a:pt x="5966617" y="1755939"/>
                </a:cubicBezTo>
                <a:cubicBezTo>
                  <a:pt x="5980297" y="1751259"/>
                  <a:pt x="5980297" y="1744418"/>
                  <a:pt x="5982817" y="1737578"/>
                </a:cubicBezTo>
                <a:cubicBezTo>
                  <a:pt x="5966617" y="1737578"/>
                  <a:pt x="5978137" y="1733258"/>
                  <a:pt x="5973457" y="1719577"/>
                </a:cubicBezTo>
                <a:cubicBezTo>
                  <a:pt x="5969137" y="1719577"/>
                  <a:pt x="5964457" y="1721737"/>
                  <a:pt x="5957617" y="1726417"/>
                </a:cubicBezTo>
                <a:cubicBezTo>
                  <a:pt x="5955457" y="1719577"/>
                  <a:pt x="5966617" y="1717417"/>
                  <a:pt x="5964457" y="1710576"/>
                </a:cubicBezTo>
                <a:cubicBezTo>
                  <a:pt x="5969137" y="1710576"/>
                  <a:pt x="5971297" y="1717417"/>
                  <a:pt x="5978137" y="1710576"/>
                </a:cubicBezTo>
                <a:cubicBezTo>
                  <a:pt x="5964367" y="1698425"/>
                  <a:pt x="5957279" y="1686477"/>
                  <a:pt x="5944876" y="1690831"/>
                </a:cubicBezTo>
                <a:close/>
                <a:moveTo>
                  <a:pt x="5458878" y="1687670"/>
                </a:moveTo>
                <a:cubicBezTo>
                  <a:pt x="5453793" y="1686005"/>
                  <a:pt x="5445873" y="1686635"/>
                  <a:pt x="5441373" y="1690055"/>
                </a:cubicBezTo>
                <a:cubicBezTo>
                  <a:pt x="5452533" y="1705896"/>
                  <a:pt x="5436693" y="1692215"/>
                  <a:pt x="5427693" y="1699055"/>
                </a:cubicBezTo>
                <a:cubicBezTo>
                  <a:pt x="5436693" y="1719577"/>
                  <a:pt x="5411853" y="1728577"/>
                  <a:pt x="5418693" y="1749099"/>
                </a:cubicBezTo>
                <a:cubicBezTo>
                  <a:pt x="5411853" y="1746939"/>
                  <a:pt x="5407173" y="1749099"/>
                  <a:pt x="5405013" y="1753779"/>
                </a:cubicBezTo>
                <a:cubicBezTo>
                  <a:pt x="5414013" y="1762780"/>
                  <a:pt x="5418693" y="1773941"/>
                  <a:pt x="5405013" y="1769620"/>
                </a:cubicBezTo>
                <a:cubicBezTo>
                  <a:pt x="5409333" y="1778621"/>
                  <a:pt x="5423013" y="1776461"/>
                  <a:pt x="5414013" y="1794462"/>
                </a:cubicBezTo>
                <a:cubicBezTo>
                  <a:pt x="5432013" y="1787621"/>
                  <a:pt x="5425533" y="1773941"/>
                  <a:pt x="5414013" y="1758099"/>
                </a:cubicBezTo>
                <a:cubicBezTo>
                  <a:pt x="5416173" y="1749099"/>
                  <a:pt x="5429853" y="1744418"/>
                  <a:pt x="5434533" y="1737578"/>
                </a:cubicBezTo>
                <a:cubicBezTo>
                  <a:pt x="5434533" y="1742258"/>
                  <a:pt x="5432013" y="1744418"/>
                  <a:pt x="5436693" y="1744418"/>
                </a:cubicBezTo>
                <a:cubicBezTo>
                  <a:pt x="5429853" y="1753779"/>
                  <a:pt x="5425533" y="1776461"/>
                  <a:pt x="5438853" y="1785461"/>
                </a:cubicBezTo>
                <a:cubicBezTo>
                  <a:pt x="5455053" y="1778621"/>
                  <a:pt x="5441373" y="1764940"/>
                  <a:pt x="5443533" y="1755939"/>
                </a:cubicBezTo>
                <a:cubicBezTo>
                  <a:pt x="5443533" y="1755939"/>
                  <a:pt x="5443533" y="1755939"/>
                  <a:pt x="5461893" y="1749099"/>
                </a:cubicBezTo>
                <a:cubicBezTo>
                  <a:pt x="5459373" y="1730738"/>
                  <a:pt x="5479893" y="1705896"/>
                  <a:pt x="5450373" y="1696895"/>
                </a:cubicBezTo>
                <a:cubicBezTo>
                  <a:pt x="5455053" y="1692215"/>
                  <a:pt x="5457213" y="1696895"/>
                  <a:pt x="5459373" y="1699055"/>
                </a:cubicBezTo>
                <a:cubicBezTo>
                  <a:pt x="5466213" y="1693295"/>
                  <a:pt x="5463963" y="1689335"/>
                  <a:pt x="5458878" y="1687670"/>
                </a:cubicBezTo>
                <a:close/>
                <a:moveTo>
                  <a:pt x="5067914" y="1685925"/>
                </a:moveTo>
                <a:cubicBezTo>
                  <a:pt x="5093090" y="1708150"/>
                  <a:pt x="5061080" y="1708150"/>
                  <a:pt x="5054247" y="1723672"/>
                </a:cubicBezTo>
                <a:cubicBezTo>
                  <a:pt x="5047413" y="1710619"/>
                  <a:pt x="5067914" y="1703916"/>
                  <a:pt x="5061080" y="1688041"/>
                </a:cubicBezTo>
                <a:cubicBezTo>
                  <a:pt x="5063598" y="1692628"/>
                  <a:pt x="5065756" y="1690511"/>
                  <a:pt x="5067914" y="1685925"/>
                </a:cubicBezTo>
                <a:close/>
                <a:moveTo>
                  <a:pt x="5616444" y="1682750"/>
                </a:moveTo>
                <a:cubicBezTo>
                  <a:pt x="5634435" y="1684982"/>
                  <a:pt x="5623146" y="1696888"/>
                  <a:pt x="5621030" y="1706190"/>
                </a:cubicBezTo>
                <a:cubicBezTo>
                  <a:pt x="5603038" y="1703957"/>
                  <a:pt x="5621030" y="1696888"/>
                  <a:pt x="5616444" y="1682750"/>
                </a:cubicBezTo>
                <a:close/>
                <a:moveTo>
                  <a:pt x="5082057" y="1662112"/>
                </a:moveTo>
                <a:cubicBezTo>
                  <a:pt x="5086913" y="1666594"/>
                  <a:pt x="5094010" y="1662112"/>
                  <a:pt x="5096251" y="1666594"/>
                </a:cubicBezTo>
                <a:cubicBezTo>
                  <a:pt x="5079816" y="1666594"/>
                  <a:pt x="5086913" y="1680788"/>
                  <a:pt x="5079816" y="1676306"/>
                </a:cubicBezTo>
                <a:cubicBezTo>
                  <a:pt x="5082057" y="1671450"/>
                  <a:pt x="5077575" y="1664353"/>
                  <a:pt x="5082057" y="1662112"/>
                </a:cubicBezTo>
                <a:close/>
                <a:moveTo>
                  <a:pt x="4948614" y="1654175"/>
                </a:moveTo>
                <a:cubicBezTo>
                  <a:pt x="4944132" y="1665234"/>
                  <a:pt x="4937035" y="1676649"/>
                  <a:pt x="4932179" y="1685568"/>
                </a:cubicBezTo>
                <a:cubicBezTo>
                  <a:pt x="4929938" y="1674152"/>
                  <a:pt x="4937035" y="1656315"/>
                  <a:pt x="4948614" y="1654175"/>
                </a:cubicBezTo>
                <a:close/>
                <a:moveTo>
                  <a:pt x="5871216" y="1653692"/>
                </a:moveTo>
                <a:cubicBezTo>
                  <a:pt x="5855375" y="1664853"/>
                  <a:pt x="5871216" y="1683214"/>
                  <a:pt x="5864376" y="1699055"/>
                </a:cubicBezTo>
                <a:cubicBezTo>
                  <a:pt x="5878056" y="1685374"/>
                  <a:pt x="5869056" y="1667013"/>
                  <a:pt x="5882736" y="1655852"/>
                </a:cubicBezTo>
                <a:cubicBezTo>
                  <a:pt x="5880216" y="1651172"/>
                  <a:pt x="5873376" y="1658013"/>
                  <a:pt x="5871216" y="1653692"/>
                </a:cubicBezTo>
                <a:close/>
                <a:moveTo>
                  <a:pt x="5700575" y="1649012"/>
                </a:moveTo>
                <a:cubicBezTo>
                  <a:pt x="5684735" y="1658013"/>
                  <a:pt x="5680055" y="1669533"/>
                  <a:pt x="5686895" y="1683214"/>
                </a:cubicBezTo>
                <a:cubicBezTo>
                  <a:pt x="5698415" y="1673854"/>
                  <a:pt x="5705255" y="1662693"/>
                  <a:pt x="5700575" y="1649012"/>
                </a:cubicBezTo>
                <a:close/>
                <a:moveTo>
                  <a:pt x="6424692" y="1646237"/>
                </a:moveTo>
                <a:cubicBezTo>
                  <a:pt x="6428985" y="1650598"/>
                  <a:pt x="6435782" y="1650598"/>
                  <a:pt x="6445084" y="1650598"/>
                </a:cubicBezTo>
                <a:cubicBezTo>
                  <a:pt x="6447230" y="1664407"/>
                  <a:pt x="6435782" y="1664407"/>
                  <a:pt x="6433636" y="1676036"/>
                </a:cubicBezTo>
                <a:cubicBezTo>
                  <a:pt x="6424692" y="1671312"/>
                  <a:pt x="6422188" y="1659683"/>
                  <a:pt x="6424692" y="1646237"/>
                </a:cubicBezTo>
                <a:close/>
                <a:moveTo>
                  <a:pt x="5104265" y="1642003"/>
                </a:moveTo>
                <a:cubicBezTo>
                  <a:pt x="5113724" y="1648706"/>
                  <a:pt x="5097717" y="1655409"/>
                  <a:pt x="5088258" y="1653292"/>
                </a:cubicBezTo>
                <a:cubicBezTo>
                  <a:pt x="5079163" y="1646590"/>
                  <a:pt x="5097717" y="1639887"/>
                  <a:pt x="5104265" y="1642003"/>
                </a:cubicBezTo>
                <a:close/>
                <a:moveTo>
                  <a:pt x="5918106" y="1625228"/>
                </a:moveTo>
                <a:cubicBezTo>
                  <a:pt x="5913989" y="1627523"/>
                  <a:pt x="5912706" y="1638121"/>
                  <a:pt x="5907576" y="1640011"/>
                </a:cubicBezTo>
                <a:cubicBezTo>
                  <a:pt x="5907576" y="1640011"/>
                  <a:pt x="5907576" y="1640011"/>
                  <a:pt x="5916936" y="1655852"/>
                </a:cubicBezTo>
                <a:cubicBezTo>
                  <a:pt x="5928097" y="1642171"/>
                  <a:pt x="5934937" y="1660173"/>
                  <a:pt x="5939617" y="1644332"/>
                </a:cubicBezTo>
                <a:cubicBezTo>
                  <a:pt x="5934937" y="1630651"/>
                  <a:pt x="5921256" y="1651172"/>
                  <a:pt x="5916936" y="1646852"/>
                </a:cubicBezTo>
                <a:cubicBezTo>
                  <a:pt x="5916936" y="1640011"/>
                  <a:pt x="5925937" y="1635331"/>
                  <a:pt x="5923417" y="1626330"/>
                </a:cubicBezTo>
                <a:cubicBezTo>
                  <a:pt x="5921167" y="1624620"/>
                  <a:pt x="5919479" y="1624463"/>
                  <a:pt x="5918106" y="1625228"/>
                </a:cubicBezTo>
                <a:close/>
                <a:moveTo>
                  <a:pt x="5676769" y="1616075"/>
                </a:moveTo>
                <a:cubicBezTo>
                  <a:pt x="5678885" y="1629189"/>
                  <a:pt x="5649957" y="1631605"/>
                  <a:pt x="5641138" y="1625048"/>
                </a:cubicBezTo>
                <a:cubicBezTo>
                  <a:pt x="5647841" y="1618491"/>
                  <a:pt x="5667949" y="1620561"/>
                  <a:pt x="5676769" y="1616075"/>
                </a:cubicBezTo>
                <a:close/>
                <a:moveTo>
                  <a:pt x="5184331" y="1614810"/>
                </a:moveTo>
                <a:cubicBezTo>
                  <a:pt x="5170651" y="1612649"/>
                  <a:pt x="5161651" y="1628491"/>
                  <a:pt x="5165971" y="1635331"/>
                </a:cubicBezTo>
                <a:cubicBezTo>
                  <a:pt x="5181811" y="1630651"/>
                  <a:pt x="5172811" y="1621650"/>
                  <a:pt x="5184331" y="1614810"/>
                </a:cubicBezTo>
                <a:close/>
                <a:moveTo>
                  <a:pt x="6398552" y="1614487"/>
                </a:moveTo>
                <a:cubicBezTo>
                  <a:pt x="6407724" y="1626098"/>
                  <a:pt x="6418660" y="1644241"/>
                  <a:pt x="6411957" y="1662747"/>
                </a:cubicBezTo>
                <a:cubicBezTo>
                  <a:pt x="6387263" y="1664924"/>
                  <a:pt x="6407724" y="1628275"/>
                  <a:pt x="6380913" y="1632992"/>
                </a:cubicBezTo>
                <a:cubicBezTo>
                  <a:pt x="6380913" y="1628275"/>
                  <a:pt x="6387263" y="1630452"/>
                  <a:pt x="6391849" y="1628275"/>
                </a:cubicBezTo>
                <a:cubicBezTo>
                  <a:pt x="6398552" y="1628275"/>
                  <a:pt x="6396435" y="1619204"/>
                  <a:pt x="6398552" y="1614487"/>
                </a:cubicBezTo>
                <a:close/>
                <a:moveTo>
                  <a:pt x="5759396" y="1606951"/>
                </a:moveTo>
                <a:cubicBezTo>
                  <a:pt x="5756892" y="1606529"/>
                  <a:pt x="5754035" y="1607339"/>
                  <a:pt x="5750615" y="1610129"/>
                </a:cubicBezTo>
                <a:cubicBezTo>
                  <a:pt x="5755295" y="1619490"/>
                  <a:pt x="5762135" y="1612649"/>
                  <a:pt x="5764295" y="1623810"/>
                </a:cubicBezTo>
                <a:cubicBezTo>
                  <a:pt x="5759615" y="1628491"/>
                  <a:pt x="5757455" y="1626330"/>
                  <a:pt x="5753135" y="1621650"/>
                </a:cubicBezTo>
                <a:cubicBezTo>
                  <a:pt x="5746295" y="1626330"/>
                  <a:pt x="5750615" y="1635331"/>
                  <a:pt x="5757455" y="1642171"/>
                </a:cubicBezTo>
                <a:cubicBezTo>
                  <a:pt x="5762135" y="1635331"/>
                  <a:pt x="5766455" y="1642171"/>
                  <a:pt x="5768975" y="1646852"/>
                </a:cubicBezTo>
                <a:cubicBezTo>
                  <a:pt x="5768975" y="1646852"/>
                  <a:pt x="5768975" y="1646852"/>
                  <a:pt x="5770685" y="1645682"/>
                </a:cubicBezTo>
                <a:lnTo>
                  <a:pt x="5773984" y="1643425"/>
                </a:lnTo>
                <a:lnTo>
                  <a:pt x="5771197" y="1635755"/>
                </a:lnTo>
                <a:lnTo>
                  <a:pt x="5770939" y="1634734"/>
                </a:lnTo>
                <a:lnTo>
                  <a:pt x="5764295" y="1633171"/>
                </a:lnTo>
                <a:cubicBezTo>
                  <a:pt x="5761955" y="1628491"/>
                  <a:pt x="5764205" y="1628491"/>
                  <a:pt x="5767625" y="1628491"/>
                </a:cubicBezTo>
                <a:lnTo>
                  <a:pt x="5769183" y="1627786"/>
                </a:lnTo>
                <a:lnTo>
                  <a:pt x="5764779" y="1610359"/>
                </a:lnTo>
                <a:close/>
                <a:moveTo>
                  <a:pt x="5882736" y="1605809"/>
                </a:moveTo>
                <a:cubicBezTo>
                  <a:pt x="5873376" y="1610129"/>
                  <a:pt x="5871216" y="1619490"/>
                  <a:pt x="5875896" y="1626330"/>
                </a:cubicBezTo>
                <a:cubicBezTo>
                  <a:pt x="5884896" y="1614810"/>
                  <a:pt x="5884896" y="1635331"/>
                  <a:pt x="5893896" y="1623810"/>
                </a:cubicBezTo>
                <a:cubicBezTo>
                  <a:pt x="5896416" y="1616970"/>
                  <a:pt x="5889576" y="1605809"/>
                  <a:pt x="5882736" y="1605809"/>
                </a:cubicBezTo>
                <a:close/>
                <a:moveTo>
                  <a:pt x="6135461" y="1604962"/>
                </a:moveTo>
                <a:cubicBezTo>
                  <a:pt x="6147184" y="1609195"/>
                  <a:pt x="6135461" y="1631773"/>
                  <a:pt x="6135461" y="1642709"/>
                </a:cubicBezTo>
                <a:cubicBezTo>
                  <a:pt x="6128500" y="1629303"/>
                  <a:pt x="6123738" y="1615898"/>
                  <a:pt x="6135461" y="1604962"/>
                </a:cubicBezTo>
                <a:close/>
                <a:moveTo>
                  <a:pt x="5912256" y="1598968"/>
                </a:moveTo>
                <a:cubicBezTo>
                  <a:pt x="5903256" y="1603289"/>
                  <a:pt x="5898576" y="1610129"/>
                  <a:pt x="5903256" y="1616970"/>
                </a:cubicBezTo>
                <a:cubicBezTo>
                  <a:pt x="5910096" y="1612649"/>
                  <a:pt x="5914416" y="1616970"/>
                  <a:pt x="5919096" y="1612649"/>
                </a:cubicBezTo>
                <a:close/>
                <a:moveTo>
                  <a:pt x="5690201" y="1597025"/>
                </a:moveTo>
                <a:cubicBezTo>
                  <a:pt x="5692434" y="1601787"/>
                  <a:pt x="5699503" y="1608747"/>
                  <a:pt x="5694666" y="1610945"/>
                </a:cubicBezTo>
                <a:cubicBezTo>
                  <a:pt x="5690201" y="1608747"/>
                  <a:pt x="5683132" y="1610945"/>
                  <a:pt x="5676063" y="1606549"/>
                </a:cubicBezTo>
                <a:cubicBezTo>
                  <a:pt x="5685365" y="1599589"/>
                  <a:pt x="5687597" y="1606549"/>
                  <a:pt x="5690201" y="1597025"/>
                </a:cubicBezTo>
                <a:close/>
                <a:moveTo>
                  <a:pt x="5495733" y="1594288"/>
                </a:moveTo>
                <a:cubicBezTo>
                  <a:pt x="5486733" y="1601129"/>
                  <a:pt x="5484573" y="1607969"/>
                  <a:pt x="5484573" y="1616970"/>
                </a:cubicBezTo>
                <a:cubicBezTo>
                  <a:pt x="5477733" y="1621650"/>
                  <a:pt x="5479893" y="1607969"/>
                  <a:pt x="5482413" y="1605809"/>
                </a:cubicBezTo>
                <a:cubicBezTo>
                  <a:pt x="5468373" y="1607969"/>
                  <a:pt x="5470893" y="1635331"/>
                  <a:pt x="5470893" y="1646852"/>
                </a:cubicBezTo>
                <a:cubicBezTo>
                  <a:pt x="5450373" y="1649012"/>
                  <a:pt x="5475213" y="1653692"/>
                  <a:pt x="5450373" y="1658013"/>
                </a:cubicBezTo>
                <a:cubicBezTo>
                  <a:pt x="5457213" y="1680694"/>
                  <a:pt x="5475213" y="1680694"/>
                  <a:pt x="5473053" y="1705896"/>
                </a:cubicBezTo>
                <a:cubicBezTo>
                  <a:pt x="5482413" y="1699055"/>
                  <a:pt x="5489253" y="1683214"/>
                  <a:pt x="5473053" y="1676374"/>
                </a:cubicBezTo>
                <a:cubicBezTo>
                  <a:pt x="5500413" y="1673854"/>
                  <a:pt x="5482413" y="1651172"/>
                  <a:pt x="5498253" y="1637491"/>
                </a:cubicBezTo>
                <a:cubicBezTo>
                  <a:pt x="5482413" y="1633171"/>
                  <a:pt x="5491413" y="1621650"/>
                  <a:pt x="5486733" y="1612649"/>
                </a:cubicBezTo>
                <a:cubicBezTo>
                  <a:pt x="5495733" y="1607969"/>
                  <a:pt x="5505093" y="1603289"/>
                  <a:pt x="5495733" y="1594288"/>
                </a:cubicBezTo>
                <a:close/>
                <a:moveTo>
                  <a:pt x="5129607" y="1587098"/>
                </a:moveTo>
                <a:cubicBezTo>
                  <a:pt x="5129607" y="1594002"/>
                  <a:pt x="5124981" y="1612536"/>
                  <a:pt x="5109325" y="1605632"/>
                </a:cubicBezTo>
                <a:cubicBezTo>
                  <a:pt x="5120711" y="1600907"/>
                  <a:pt x="5113951" y="1582737"/>
                  <a:pt x="5129607" y="1587098"/>
                </a:cubicBezTo>
                <a:close/>
                <a:moveTo>
                  <a:pt x="5536773" y="1585288"/>
                </a:moveTo>
                <a:cubicBezTo>
                  <a:pt x="5529933" y="1587448"/>
                  <a:pt x="5532093" y="1594288"/>
                  <a:pt x="5536773" y="1598968"/>
                </a:cubicBezTo>
                <a:cubicBezTo>
                  <a:pt x="5536773" y="1598968"/>
                  <a:pt x="5536773" y="1598968"/>
                  <a:pt x="5550453" y="1592128"/>
                </a:cubicBezTo>
                <a:cubicBezTo>
                  <a:pt x="5548293" y="1580607"/>
                  <a:pt x="5538933" y="1596448"/>
                  <a:pt x="5536773" y="1585288"/>
                </a:cubicBezTo>
                <a:close/>
                <a:moveTo>
                  <a:pt x="4802761" y="1582812"/>
                </a:moveTo>
                <a:cubicBezTo>
                  <a:pt x="4807347" y="1594346"/>
                  <a:pt x="4785122" y="1587276"/>
                  <a:pt x="4787239" y="1601415"/>
                </a:cubicBezTo>
                <a:cubicBezTo>
                  <a:pt x="4775950" y="1587276"/>
                  <a:pt x="4791825" y="1577975"/>
                  <a:pt x="4802761" y="1582812"/>
                </a:cubicBezTo>
                <a:close/>
                <a:moveTo>
                  <a:pt x="5067408" y="1582737"/>
                </a:moveTo>
                <a:cubicBezTo>
                  <a:pt x="5076744" y="1582737"/>
                  <a:pt x="5074230" y="1587043"/>
                  <a:pt x="5083566" y="1593860"/>
                </a:cubicBezTo>
                <a:cubicBezTo>
                  <a:pt x="5069921" y="1605343"/>
                  <a:pt x="5067408" y="1623284"/>
                  <a:pt x="5074230" y="1634766"/>
                </a:cubicBezTo>
                <a:cubicBezTo>
                  <a:pt x="5069921" y="1630101"/>
                  <a:pt x="5063099" y="1630101"/>
                  <a:pt x="5058431" y="1625795"/>
                </a:cubicBezTo>
                <a:cubicBezTo>
                  <a:pt x="5069921" y="1618978"/>
                  <a:pt x="5076744" y="1609648"/>
                  <a:pt x="5063099" y="1596013"/>
                </a:cubicBezTo>
                <a:cubicBezTo>
                  <a:pt x="5067408" y="1589554"/>
                  <a:pt x="5081052" y="1598525"/>
                  <a:pt x="5076744" y="1591707"/>
                </a:cubicBezTo>
                <a:cubicBezTo>
                  <a:pt x="5074230" y="1587043"/>
                  <a:pt x="5053763" y="1584890"/>
                  <a:pt x="5067408" y="1582737"/>
                </a:cubicBezTo>
                <a:close/>
                <a:moveTo>
                  <a:pt x="5810460" y="1579675"/>
                </a:moveTo>
                <a:lnTo>
                  <a:pt x="5813641" y="1591950"/>
                </a:lnTo>
                <a:lnTo>
                  <a:pt x="5814959" y="1584860"/>
                </a:lnTo>
                <a:close/>
                <a:moveTo>
                  <a:pt x="5486733" y="1576287"/>
                </a:moveTo>
                <a:cubicBezTo>
                  <a:pt x="5475213" y="1589968"/>
                  <a:pt x="5502573" y="1587448"/>
                  <a:pt x="5509413" y="1598968"/>
                </a:cubicBezTo>
                <a:cubicBezTo>
                  <a:pt x="5511933" y="1594288"/>
                  <a:pt x="5511933" y="1589968"/>
                  <a:pt x="5507253" y="1585288"/>
                </a:cubicBezTo>
                <a:cubicBezTo>
                  <a:pt x="5495733" y="1592128"/>
                  <a:pt x="5500413" y="1573767"/>
                  <a:pt x="5486733" y="1576287"/>
                </a:cubicBezTo>
                <a:close/>
                <a:moveTo>
                  <a:pt x="4800187" y="1563121"/>
                </a:moveTo>
                <a:cubicBezTo>
                  <a:pt x="4801713" y="1563313"/>
                  <a:pt x="4803525" y="1564313"/>
                  <a:pt x="4805768" y="1566639"/>
                </a:cubicBezTo>
                <a:cubicBezTo>
                  <a:pt x="4803352" y="1566639"/>
                  <a:pt x="4801281" y="1566639"/>
                  <a:pt x="4799211" y="1571476"/>
                </a:cubicBezTo>
                <a:cubicBezTo>
                  <a:pt x="4799211" y="1573708"/>
                  <a:pt x="4803352" y="1578545"/>
                  <a:pt x="4799211" y="1580778"/>
                </a:cubicBezTo>
                <a:cubicBezTo>
                  <a:pt x="4790238" y="1580778"/>
                  <a:pt x="4794724" y="1576313"/>
                  <a:pt x="4790238" y="1569243"/>
                </a:cubicBezTo>
                <a:cubicBezTo>
                  <a:pt x="4793602" y="1569243"/>
                  <a:pt x="4795609" y="1562546"/>
                  <a:pt x="4800187" y="1563121"/>
                </a:cubicBezTo>
                <a:close/>
                <a:moveTo>
                  <a:pt x="1294718" y="1560462"/>
                </a:moveTo>
                <a:cubicBezTo>
                  <a:pt x="1283197" y="1574140"/>
                  <a:pt x="1278517" y="1567301"/>
                  <a:pt x="1271676" y="1565141"/>
                </a:cubicBezTo>
                <a:cubicBezTo>
                  <a:pt x="1260515" y="1583498"/>
                  <a:pt x="1235312" y="1585658"/>
                  <a:pt x="1217310" y="1603655"/>
                </a:cubicBezTo>
                <a:cubicBezTo>
                  <a:pt x="1221991" y="1610494"/>
                  <a:pt x="1224151" y="1619853"/>
                  <a:pt x="1219470" y="1631011"/>
                </a:cubicBezTo>
                <a:cubicBezTo>
                  <a:pt x="1228471" y="1619853"/>
                  <a:pt x="1244673" y="1608335"/>
                  <a:pt x="1258355" y="1599336"/>
                </a:cubicBezTo>
                <a:cubicBezTo>
                  <a:pt x="1274196" y="1587818"/>
                  <a:pt x="1287878" y="1576659"/>
                  <a:pt x="1294718" y="1560462"/>
                </a:cubicBezTo>
                <a:close/>
                <a:moveTo>
                  <a:pt x="5193331" y="1560086"/>
                </a:moveTo>
                <a:cubicBezTo>
                  <a:pt x="5181811" y="1564766"/>
                  <a:pt x="5177491" y="1576287"/>
                  <a:pt x="5186491" y="1578447"/>
                </a:cubicBezTo>
                <a:cubicBezTo>
                  <a:pt x="5193331" y="1573767"/>
                  <a:pt x="5202331" y="1569446"/>
                  <a:pt x="5193331" y="1560086"/>
                </a:cubicBezTo>
                <a:close/>
                <a:moveTo>
                  <a:pt x="5557293" y="1555766"/>
                </a:moveTo>
                <a:cubicBezTo>
                  <a:pt x="5543613" y="1560086"/>
                  <a:pt x="5559453" y="1571607"/>
                  <a:pt x="5564133" y="1571607"/>
                </a:cubicBezTo>
                <a:cubicBezTo>
                  <a:pt x="5573133" y="1569446"/>
                  <a:pt x="5566293" y="1551085"/>
                  <a:pt x="5557293" y="1555766"/>
                </a:cubicBezTo>
                <a:close/>
                <a:moveTo>
                  <a:pt x="5131682" y="1555750"/>
                </a:moveTo>
                <a:cubicBezTo>
                  <a:pt x="5136412" y="1560104"/>
                  <a:pt x="5145507" y="1555750"/>
                  <a:pt x="5150236" y="1564821"/>
                </a:cubicBezTo>
                <a:cubicBezTo>
                  <a:pt x="5138595" y="1566998"/>
                  <a:pt x="5150236" y="1580787"/>
                  <a:pt x="5138595" y="1573893"/>
                </a:cubicBezTo>
                <a:cubicBezTo>
                  <a:pt x="5141141" y="1571715"/>
                  <a:pt x="5138595" y="1560104"/>
                  <a:pt x="5134229" y="1562644"/>
                </a:cubicBezTo>
                <a:cubicBezTo>
                  <a:pt x="5131682" y="1566998"/>
                  <a:pt x="5122587" y="1576433"/>
                  <a:pt x="5115675" y="1569538"/>
                </a:cubicBezTo>
                <a:cubicBezTo>
                  <a:pt x="5120404" y="1564821"/>
                  <a:pt x="5124770" y="1560104"/>
                  <a:pt x="5131682" y="1555750"/>
                </a:cubicBezTo>
                <a:close/>
                <a:moveTo>
                  <a:pt x="4993998" y="1555750"/>
                </a:moveTo>
                <a:cubicBezTo>
                  <a:pt x="4996239" y="1562847"/>
                  <a:pt x="4989142" y="1567329"/>
                  <a:pt x="4984660" y="1574426"/>
                </a:cubicBezTo>
                <a:cubicBezTo>
                  <a:pt x="4977563" y="1565088"/>
                  <a:pt x="4984660" y="1560232"/>
                  <a:pt x="4993998" y="1555750"/>
                </a:cubicBezTo>
                <a:close/>
                <a:moveTo>
                  <a:pt x="5381972" y="1553605"/>
                </a:moveTo>
                <a:cubicBezTo>
                  <a:pt x="5370812" y="1557926"/>
                  <a:pt x="5377652" y="1566926"/>
                  <a:pt x="5375132" y="1573767"/>
                </a:cubicBezTo>
                <a:cubicBezTo>
                  <a:pt x="5388812" y="1578447"/>
                  <a:pt x="5386652" y="1560086"/>
                  <a:pt x="5381972" y="1553605"/>
                </a:cubicBezTo>
                <a:close/>
                <a:moveTo>
                  <a:pt x="5926977" y="1552452"/>
                </a:moveTo>
                <a:cubicBezTo>
                  <a:pt x="5919907" y="1553786"/>
                  <a:pt x="5916126" y="1567016"/>
                  <a:pt x="5921256" y="1573767"/>
                </a:cubicBezTo>
                <a:cubicBezTo>
                  <a:pt x="5930257" y="1566926"/>
                  <a:pt x="5928097" y="1560086"/>
                  <a:pt x="5934937" y="1555766"/>
                </a:cubicBezTo>
                <a:cubicBezTo>
                  <a:pt x="5932057" y="1552886"/>
                  <a:pt x="5929334" y="1552008"/>
                  <a:pt x="5926977" y="1552452"/>
                </a:cubicBezTo>
                <a:close/>
                <a:moveTo>
                  <a:pt x="6167271" y="1547748"/>
                </a:moveTo>
                <a:cubicBezTo>
                  <a:pt x="6167804" y="1546915"/>
                  <a:pt x="6168872" y="1546915"/>
                  <a:pt x="6171007" y="1549193"/>
                </a:cubicBezTo>
                <a:cubicBezTo>
                  <a:pt x="6166737" y="1555853"/>
                  <a:pt x="6166737" y="1564615"/>
                  <a:pt x="6159977" y="1571274"/>
                </a:cubicBezTo>
                <a:cubicBezTo>
                  <a:pt x="6157486" y="1566718"/>
                  <a:pt x="6150725" y="1560058"/>
                  <a:pt x="6155351" y="1555853"/>
                </a:cubicBezTo>
                <a:cubicBezTo>
                  <a:pt x="6157486" y="1557956"/>
                  <a:pt x="6162111" y="1555853"/>
                  <a:pt x="6166737" y="1551296"/>
                </a:cubicBezTo>
                <a:cubicBezTo>
                  <a:pt x="6166737" y="1550245"/>
                  <a:pt x="6166737" y="1548580"/>
                  <a:pt x="6167271" y="1547748"/>
                </a:cubicBezTo>
                <a:close/>
                <a:moveTo>
                  <a:pt x="5900736" y="1546765"/>
                </a:moveTo>
                <a:cubicBezTo>
                  <a:pt x="5889576" y="1553605"/>
                  <a:pt x="5893896" y="1562606"/>
                  <a:pt x="5884896" y="1571607"/>
                </a:cubicBezTo>
                <a:cubicBezTo>
                  <a:pt x="5896416" y="1576287"/>
                  <a:pt x="5907576" y="1555766"/>
                  <a:pt x="5900736" y="1546765"/>
                </a:cubicBezTo>
                <a:close/>
                <a:moveTo>
                  <a:pt x="4814901" y="1535112"/>
                </a:moveTo>
                <a:cubicBezTo>
                  <a:pt x="4826391" y="1546328"/>
                  <a:pt x="4814901" y="1552987"/>
                  <a:pt x="4808078" y="1561749"/>
                </a:cubicBezTo>
                <a:cubicBezTo>
                  <a:pt x="4801256" y="1557193"/>
                  <a:pt x="4814901" y="1543874"/>
                  <a:pt x="4801256" y="1546328"/>
                </a:cubicBezTo>
                <a:cubicBezTo>
                  <a:pt x="4796588" y="1539668"/>
                  <a:pt x="4812746" y="1541771"/>
                  <a:pt x="4814901" y="1535112"/>
                </a:cubicBezTo>
                <a:close/>
                <a:moveTo>
                  <a:pt x="1317401" y="1533465"/>
                </a:moveTo>
                <a:cubicBezTo>
                  <a:pt x="1305880" y="1542464"/>
                  <a:pt x="1296879" y="1549303"/>
                  <a:pt x="1299039" y="1558302"/>
                </a:cubicBezTo>
                <a:cubicBezTo>
                  <a:pt x="1305880" y="1558302"/>
                  <a:pt x="1319561" y="1542464"/>
                  <a:pt x="1317401" y="1533465"/>
                </a:cubicBezTo>
                <a:close/>
                <a:moveTo>
                  <a:pt x="5834855" y="1523723"/>
                </a:moveTo>
                <a:cubicBezTo>
                  <a:pt x="5830175" y="1530564"/>
                  <a:pt x="5821175" y="1537404"/>
                  <a:pt x="5816495" y="1546765"/>
                </a:cubicBezTo>
                <a:cubicBezTo>
                  <a:pt x="5816495" y="1546765"/>
                  <a:pt x="5816495" y="1546765"/>
                  <a:pt x="5825855" y="1560086"/>
                </a:cubicBezTo>
                <a:cubicBezTo>
                  <a:pt x="5832695" y="1555766"/>
                  <a:pt x="5837015" y="1555766"/>
                  <a:pt x="5839535" y="1560086"/>
                </a:cubicBezTo>
                <a:cubicBezTo>
                  <a:pt x="5839535" y="1548925"/>
                  <a:pt x="5834855" y="1535244"/>
                  <a:pt x="5834855" y="1523723"/>
                </a:cubicBezTo>
                <a:close/>
                <a:moveTo>
                  <a:pt x="5018267" y="1523514"/>
                </a:moveTo>
                <a:lnTo>
                  <a:pt x="5018238" y="1523652"/>
                </a:lnTo>
                <a:lnTo>
                  <a:pt x="5018150" y="1523650"/>
                </a:lnTo>
                <a:close/>
                <a:moveTo>
                  <a:pt x="1290038" y="1521947"/>
                </a:moveTo>
                <a:lnTo>
                  <a:pt x="1274196" y="1535625"/>
                </a:lnTo>
                <a:cubicBezTo>
                  <a:pt x="1278517" y="1549303"/>
                  <a:pt x="1301559" y="1530946"/>
                  <a:pt x="1290038" y="1521947"/>
                </a:cubicBezTo>
                <a:close/>
                <a:moveTo>
                  <a:pt x="5709822" y="1519237"/>
                </a:moveTo>
                <a:cubicBezTo>
                  <a:pt x="5721728" y="1523470"/>
                  <a:pt x="5714659" y="1543578"/>
                  <a:pt x="5716891" y="1556984"/>
                </a:cubicBezTo>
                <a:cubicBezTo>
                  <a:pt x="5709822" y="1550281"/>
                  <a:pt x="5709822" y="1550281"/>
                  <a:pt x="5698288" y="1543578"/>
                </a:cubicBezTo>
                <a:cubicBezTo>
                  <a:pt x="5702753" y="1530173"/>
                  <a:pt x="5714659" y="1532642"/>
                  <a:pt x="5709822" y="1519237"/>
                </a:cubicBezTo>
                <a:close/>
                <a:moveTo>
                  <a:pt x="5921256" y="1512563"/>
                </a:moveTo>
                <a:cubicBezTo>
                  <a:pt x="5916936" y="1516883"/>
                  <a:pt x="5912256" y="1519403"/>
                  <a:pt x="5910096" y="1516883"/>
                </a:cubicBezTo>
                <a:cubicBezTo>
                  <a:pt x="5905416" y="1533084"/>
                  <a:pt x="5900736" y="1539924"/>
                  <a:pt x="5910096" y="1553605"/>
                </a:cubicBezTo>
                <a:cubicBezTo>
                  <a:pt x="5905416" y="1539924"/>
                  <a:pt x="5925937" y="1528404"/>
                  <a:pt x="5921256" y="1512563"/>
                </a:cubicBezTo>
                <a:close/>
                <a:moveTo>
                  <a:pt x="5020529" y="1512563"/>
                </a:moveTo>
                <a:cubicBezTo>
                  <a:pt x="5026109" y="1514723"/>
                  <a:pt x="5023229" y="1518143"/>
                  <a:pt x="5020664" y="1520708"/>
                </a:cubicBezTo>
                <a:lnTo>
                  <a:pt x="5018267" y="1523514"/>
                </a:lnTo>
                <a:close/>
                <a:moveTo>
                  <a:pt x="4876025" y="1500187"/>
                </a:moveTo>
                <a:cubicBezTo>
                  <a:pt x="4885138" y="1511828"/>
                  <a:pt x="4863056" y="1520923"/>
                  <a:pt x="4865159" y="1534748"/>
                </a:cubicBezTo>
                <a:cubicBezTo>
                  <a:pt x="4858500" y="1523106"/>
                  <a:pt x="4873922" y="1504916"/>
                  <a:pt x="4876025" y="1500187"/>
                </a:cubicBezTo>
                <a:close/>
                <a:moveTo>
                  <a:pt x="1512902" y="1499270"/>
                </a:moveTo>
                <a:cubicBezTo>
                  <a:pt x="1506061" y="1508269"/>
                  <a:pt x="1485899" y="1515108"/>
                  <a:pt x="1488059" y="1521947"/>
                </a:cubicBezTo>
                <a:cubicBezTo>
                  <a:pt x="1499220" y="1521947"/>
                  <a:pt x="1510741" y="1508269"/>
                  <a:pt x="1512902" y="1499270"/>
                </a:cubicBezTo>
                <a:close/>
                <a:moveTo>
                  <a:pt x="5980297" y="1496361"/>
                </a:moveTo>
                <a:cubicBezTo>
                  <a:pt x="5950777" y="1505722"/>
                  <a:pt x="5953297" y="1546765"/>
                  <a:pt x="5953297" y="1560086"/>
                </a:cubicBezTo>
                <a:cubicBezTo>
                  <a:pt x="5946457" y="1551085"/>
                  <a:pt x="5939617" y="1555766"/>
                  <a:pt x="5934937" y="1573767"/>
                </a:cubicBezTo>
                <a:cubicBezTo>
                  <a:pt x="5939617" y="1576287"/>
                  <a:pt x="5943937" y="1576287"/>
                  <a:pt x="5950777" y="1571607"/>
                </a:cubicBezTo>
                <a:cubicBezTo>
                  <a:pt x="5941777" y="1589968"/>
                  <a:pt x="5923417" y="1616970"/>
                  <a:pt x="5934937" y="1628491"/>
                </a:cubicBezTo>
                <a:cubicBezTo>
                  <a:pt x="5948617" y="1612649"/>
                  <a:pt x="5948617" y="1598968"/>
                  <a:pt x="5969137" y="1589968"/>
                </a:cubicBezTo>
                <a:cubicBezTo>
                  <a:pt x="5971297" y="1576287"/>
                  <a:pt x="5980297" y="1564766"/>
                  <a:pt x="5964457" y="1548925"/>
                </a:cubicBezTo>
                <a:cubicBezTo>
                  <a:pt x="5971297" y="1551085"/>
                  <a:pt x="5978137" y="1555766"/>
                  <a:pt x="5987137" y="1553605"/>
                </a:cubicBezTo>
                <a:cubicBezTo>
                  <a:pt x="5991817" y="1546765"/>
                  <a:pt x="5993977" y="1539924"/>
                  <a:pt x="5993977" y="1530564"/>
                </a:cubicBezTo>
                <a:cubicBezTo>
                  <a:pt x="5987137" y="1526244"/>
                  <a:pt x="5982817" y="1519403"/>
                  <a:pt x="5975977" y="1519403"/>
                </a:cubicBezTo>
                <a:cubicBezTo>
                  <a:pt x="5980297" y="1507882"/>
                  <a:pt x="5971297" y="1510042"/>
                  <a:pt x="5980297" y="1496361"/>
                </a:cubicBezTo>
                <a:close/>
                <a:moveTo>
                  <a:pt x="5165499" y="1495425"/>
                </a:moveTo>
                <a:cubicBezTo>
                  <a:pt x="5170261" y="1497915"/>
                  <a:pt x="5174657" y="1497915"/>
                  <a:pt x="5177222" y="1502185"/>
                </a:cubicBezTo>
                <a:cubicBezTo>
                  <a:pt x="5170261" y="1506811"/>
                  <a:pt x="5167697" y="1515706"/>
                  <a:pt x="5158538" y="1508946"/>
                </a:cubicBezTo>
                <a:cubicBezTo>
                  <a:pt x="5163301" y="1506811"/>
                  <a:pt x="5167697" y="1506811"/>
                  <a:pt x="5170261" y="1506811"/>
                </a:cubicBezTo>
                <a:cubicBezTo>
                  <a:pt x="5167697" y="1502185"/>
                  <a:pt x="5161102" y="1497915"/>
                  <a:pt x="5165499" y="1495425"/>
                </a:cubicBezTo>
                <a:close/>
                <a:moveTo>
                  <a:pt x="5629116" y="1479550"/>
                </a:moveTo>
                <a:cubicBezTo>
                  <a:pt x="5631256" y="1489223"/>
                  <a:pt x="5620197" y="1493688"/>
                  <a:pt x="5624835" y="1502990"/>
                </a:cubicBezTo>
                <a:cubicBezTo>
                  <a:pt x="5608782" y="1491456"/>
                  <a:pt x="5599863" y="1491456"/>
                  <a:pt x="5629116" y="1479550"/>
                </a:cubicBezTo>
                <a:close/>
                <a:moveTo>
                  <a:pt x="5810345" y="1474623"/>
                </a:moveTo>
                <a:lnTo>
                  <a:pt x="5807354" y="1486502"/>
                </a:lnTo>
                <a:lnTo>
                  <a:pt x="5811995" y="1490646"/>
                </a:lnTo>
                <a:cubicBezTo>
                  <a:pt x="5815955" y="1492671"/>
                  <a:pt x="5819915" y="1494381"/>
                  <a:pt x="5823335" y="1498882"/>
                </a:cubicBezTo>
                <a:cubicBezTo>
                  <a:pt x="5837015" y="1496361"/>
                  <a:pt x="5819015" y="1487361"/>
                  <a:pt x="5832695" y="1485201"/>
                </a:cubicBezTo>
                <a:cubicBezTo>
                  <a:pt x="5830175" y="1476200"/>
                  <a:pt x="5821175" y="1487361"/>
                  <a:pt x="5816495" y="1483041"/>
                </a:cubicBezTo>
                <a:close/>
                <a:moveTo>
                  <a:pt x="4899223" y="1468437"/>
                </a:moveTo>
                <a:cubicBezTo>
                  <a:pt x="4905780" y="1479685"/>
                  <a:pt x="4896807" y="1489120"/>
                  <a:pt x="4892666" y="1493474"/>
                </a:cubicBezTo>
                <a:cubicBezTo>
                  <a:pt x="4890250" y="1484402"/>
                  <a:pt x="4899223" y="1477508"/>
                  <a:pt x="4899223" y="1468437"/>
                </a:cubicBezTo>
                <a:close/>
                <a:moveTo>
                  <a:pt x="5934937" y="1464679"/>
                </a:moveTo>
                <a:cubicBezTo>
                  <a:pt x="5914416" y="1464679"/>
                  <a:pt x="5925937" y="1494201"/>
                  <a:pt x="5914416" y="1503202"/>
                </a:cubicBezTo>
                <a:cubicBezTo>
                  <a:pt x="5928097" y="1512563"/>
                  <a:pt x="5928097" y="1466839"/>
                  <a:pt x="5943937" y="1492041"/>
                </a:cubicBezTo>
                <a:cubicBezTo>
                  <a:pt x="5953297" y="1487361"/>
                  <a:pt x="5946457" y="1480520"/>
                  <a:pt x="5953297" y="1476200"/>
                </a:cubicBezTo>
                <a:cubicBezTo>
                  <a:pt x="5943937" y="1476200"/>
                  <a:pt x="5934937" y="1476200"/>
                  <a:pt x="5928097" y="1471520"/>
                </a:cubicBezTo>
                <a:close/>
                <a:moveTo>
                  <a:pt x="5817247" y="1455764"/>
                </a:moveTo>
                <a:lnTo>
                  <a:pt x="5815940" y="1458664"/>
                </a:lnTo>
                <a:lnTo>
                  <a:pt x="5817553" y="1457012"/>
                </a:lnTo>
                <a:close/>
                <a:moveTo>
                  <a:pt x="5170567" y="1454803"/>
                </a:moveTo>
                <a:cubicBezTo>
                  <a:pt x="5179511" y="1452562"/>
                  <a:pt x="5186308" y="1452562"/>
                  <a:pt x="5193105" y="1457044"/>
                </a:cubicBezTo>
                <a:cubicBezTo>
                  <a:pt x="5177364" y="1461900"/>
                  <a:pt x="5193105" y="1468997"/>
                  <a:pt x="5181657" y="1471238"/>
                </a:cubicBezTo>
                <a:cubicBezTo>
                  <a:pt x="5168063" y="1468997"/>
                  <a:pt x="5184162" y="1461900"/>
                  <a:pt x="5170567" y="1454803"/>
                </a:cubicBezTo>
                <a:close/>
                <a:moveTo>
                  <a:pt x="5126924" y="1450677"/>
                </a:moveTo>
                <a:cubicBezTo>
                  <a:pt x="5124434" y="1453281"/>
                  <a:pt x="5131194" y="1469653"/>
                  <a:pt x="5117673" y="1464816"/>
                </a:cubicBezTo>
                <a:cubicBezTo>
                  <a:pt x="5122299" y="1462583"/>
                  <a:pt x="5110913" y="1446212"/>
                  <a:pt x="5126924" y="1450677"/>
                </a:cubicBezTo>
                <a:close/>
                <a:moveTo>
                  <a:pt x="5922517" y="1447353"/>
                </a:moveTo>
                <a:cubicBezTo>
                  <a:pt x="5920266" y="1448208"/>
                  <a:pt x="5918016" y="1449918"/>
                  <a:pt x="5916936" y="1450998"/>
                </a:cubicBezTo>
                <a:cubicBezTo>
                  <a:pt x="5916936" y="1450998"/>
                  <a:pt x="5916936" y="1450998"/>
                  <a:pt x="5923417" y="1464679"/>
                </a:cubicBezTo>
                <a:cubicBezTo>
                  <a:pt x="5939617" y="1455679"/>
                  <a:pt x="5923417" y="1453519"/>
                  <a:pt x="5928097" y="1448838"/>
                </a:cubicBezTo>
                <a:cubicBezTo>
                  <a:pt x="5927017" y="1446498"/>
                  <a:pt x="5924767" y="1446498"/>
                  <a:pt x="5922517" y="1447353"/>
                </a:cubicBezTo>
                <a:close/>
                <a:moveTo>
                  <a:pt x="6439405" y="1443633"/>
                </a:moveTo>
                <a:cubicBezTo>
                  <a:pt x="6439405" y="1450545"/>
                  <a:pt x="6432607" y="1453091"/>
                  <a:pt x="6432607" y="1459640"/>
                </a:cubicBezTo>
                <a:cubicBezTo>
                  <a:pt x="6441551" y="1457457"/>
                  <a:pt x="6444055" y="1462186"/>
                  <a:pt x="6444055" y="1466552"/>
                </a:cubicBezTo>
                <a:cubicBezTo>
                  <a:pt x="6425810" y="1476011"/>
                  <a:pt x="6419013" y="1441450"/>
                  <a:pt x="6439405" y="1443633"/>
                </a:cubicBezTo>
                <a:close/>
                <a:moveTo>
                  <a:pt x="6294965" y="1435100"/>
                </a:moveTo>
                <a:cubicBezTo>
                  <a:pt x="6309103" y="1435100"/>
                  <a:pt x="6306871" y="1448656"/>
                  <a:pt x="6306871" y="1462212"/>
                </a:cubicBezTo>
                <a:cubicBezTo>
                  <a:pt x="6285663" y="1466493"/>
                  <a:pt x="6287895" y="1444018"/>
                  <a:pt x="6294965" y="1435100"/>
                </a:cubicBezTo>
                <a:close/>
                <a:moveTo>
                  <a:pt x="3923751" y="1429210"/>
                </a:moveTo>
                <a:cubicBezTo>
                  <a:pt x="3918924" y="1430610"/>
                  <a:pt x="3914806" y="1440059"/>
                  <a:pt x="3912916" y="1447078"/>
                </a:cubicBezTo>
                <a:cubicBezTo>
                  <a:pt x="3919757" y="1439879"/>
                  <a:pt x="3926597" y="1449238"/>
                  <a:pt x="3928758" y="1430880"/>
                </a:cubicBezTo>
                <a:cubicBezTo>
                  <a:pt x="3927048" y="1429171"/>
                  <a:pt x="3925360" y="1428743"/>
                  <a:pt x="3923751" y="1429210"/>
                </a:cubicBezTo>
                <a:close/>
                <a:moveTo>
                  <a:pt x="1958989" y="1408204"/>
                </a:moveTo>
                <a:cubicBezTo>
                  <a:pt x="1947468" y="1424041"/>
                  <a:pt x="1933786" y="1408204"/>
                  <a:pt x="1929466" y="1419722"/>
                </a:cubicBezTo>
                <a:cubicBezTo>
                  <a:pt x="1933786" y="1417202"/>
                  <a:pt x="1938467" y="1417202"/>
                  <a:pt x="1940627" y="1424041"/>
                </a:cubicBezTo>
                <a:cubicBezTo>
                  <a:pt x="1954309" y="1408204"/>
                  <a:pt x="1958989" y="1424041"/>
                  <a:pt x="1965830" y="1412883"/>
                </a:cubicBezTo>
                <a:cubicBezTo>
                  <a:pt x="1961149" y="1412883"/>
                  <a:pt x="1958989" y="1412883"/>
                  <a:pt x="1958989" y="1408204"/>
                </a:cubicBezTo>
                <a:close/>
                <a:moveTo>
                  <a:pt x="2081762" y="1401365"/>
                </a:moveTo>
                <a:cubicBezTo>
                  <a:pt x="2072761" y="1403524"/>
                  <a:pt x="2065920" y="1408204"/>
                  <a:pt x="2063760" y="1412883"/>
                </a:cubicBezTo>
                <a:cubicBezTo>
                  <a:pt x="2065920" y="1419722"/>
                  <a:pt x="2070601" y="1424041"/>
                  <a:pt x="2077442" y="1424041"/>
                </a:cubicBezTo>
                <a:cubicBezTo>
                  <a:pt x="2074921" y="1415043"/>
                  <a:pt x="2088603" y="1410363"/>
                  <a:pt x="2081762" y="1401365"/>
                </a:cubicBezTo>
                <a:close/>
                <a:moveTo>
                  <a:pt x="5591396" y="1400175"/>
                </a:moveTo>
                <a:cubicBezTo>
                  <a:pt x="5582577" y="1411629"/>
                  <a:pt x="5609035" y="1427380"/>
                  <a:pt x="5595630" y="1436329"/>
                </a:cubicBezTo>
                <a:cubicBezTo>
                  <a:pt x="5591396" y="1434181"/>
                  <a:pt x="5589280" y="1429528"/>
                  <a:pt x="5584694" y="1434181"/>
                </a:cubicBezTo>
                <a:cubicBezTo>
                  <a:pt x="5571288" y="1422726"/>
                  <a:pt x="5577991" y="1402323"/>
                  <a:pt x="5591396" y="1400175"/>
                </a:cubicBezTo>
                <a:close/>
                <a:moveTo>
                  <a:pt x="5885278" y="1398587"/>
                </a:moveTo>
                <a:cubicBezTo>
                  <a:pt x="5890011" y="1402868"/>
                  <a:pt x="5862339" y="1441396"/>
                  <a:pt x="5869257" y="1454952"/>
                </a:cubicBezTo>
                <a:cubicBezTo>
                  <a:pt x="5850688" y="1461730"/>
                  <a:pt x="5878360" y="1405365"/>
                  <a:pt x="5885278" y="1398587"/>
                </a:cubicBezTo>
                <a:close/>
                <a:moveTo>
                  <a:pt x="3727496" y="1396325"/>
                </a:moveTo>
                <a:cubicBezTo>
                  <a:pt x="3725786" y="1395155"/>
                  <a:pt x="3724076" y="1394526"/>
                  <a:pt x="3721736" y="1396685"/>
                </a:cubicBezTo>
                <a:cubicBezTo>
                  <a:pt x="3719575" y="1412883"/>
                  <a:pt x="3731097" y="1408204"/>
                  <a:pt x="3733257" y="1399205"/>
                </a:cubicBezTo>
                <a:cubicBezTo>
                  <a:pt x="3730917" y="1399205"/>
                  <a:pt x="3729206" y="1397495"/>
                  <a:pt x="3727496" y="1396325"/>
                </a:cubicBezTo>
                <a:close/>
                <a:moveTo>
                  <a:pt x="2122806" y="1390206"/>
                </a:moveTo>
                <a:cubicBezTo>
                  <a:pt x="2124967" y="1399205"/>
                  <a:pt x="2106965" y="1401365"/>
                  <a:pt x="2109125" y="1410363"/>
                </a:cubicBezTo>
                <a:cubicBezTo>
                  <a:pt x="2115966" y="1410363"/>
                  <a:pt x="2118126" y="1412883"/>
                  <a:pt x="2120286" y="1415043"/>
                </a:cubicBezTo>
                <a:cubicBezTo>
                  <a:pt x="2134328" y="1412883"/>
                  <a:pt x="2129647" y="1406044"/>
                  <a:pt x="2141168" y="1403524"/>
                </a:cubicBezTo>
                <a:cubicBezTo>
                  <a:pt x="2141168" y="1392366"/>
                  <a:pt x="2124967" y="1403524"/>
                  <a:pt x="2122806" y="1394526"/>
                </a:cubicBezTo>
                <a:cubicBezTo>
                  <a:pt x="2124967" y="1392366"/>
                  <a:pt x="2127127" y="1390206"/>
                  <a:pt x="2122806" y="1390206"/>
                </a:cubicBezTo>
                <a:close/>
                <a:moveTo>
                  <a:pt x="2168171" y="1387687"/>
                </a:moveTo>
                <a:cubicBezTo>
                  <a:pt x="2159170" y="1383367"/>
                  <a:pt x="2138648" y="1392366"/>
                  <a:pt x="2145489" y="1403524"/>
                </a:cubicBezTo>
                <a:cubicBezTo>
                  <a:pt x="2157010" y="1399205"/>
                  <a:pt x="2170692" y="1396685"/>
                  <a:pt x="2168171" y="1387687"/>
                </a:cubicBezTo>
                <a:close/>
                <a:moveTo>
                  <a:pt x="6293614" y="1384300"/>
                </a:moveTo>
                <a:cubicBezTo>
                  <a:pt x="6323404" y="1391101"/>
                  <a:pt x="6293614" y="1406851"/>
                  <a:pt x="6305100" y="1420454"/>
                </a:cubicBezTo>
                <a:cubicBezTo>
                  <a:pt x="6289307" y="1420454"/>
                  <a:pt x="6289307" y="1420454"/>
                  <a:pt x="6289307" y="1420454"/>
                </a:cubicBezTo>
                <a:cubicBezTo>
                  <a:pt x="6291461" y="1411505"/>
                  <a:pt x="6282488" y="1388953"/>
                  <a:pt x="6293614" y="1384300"/>
                </a:cubicBezTo>
                <a:close/>
                <a:moveTo>
                  <a:pt x="4891566" y="1384300"/>
                </a:moveTo>
                <a:cubicBezTo>
                  <a:pt x="4901000" y="1408483"/>
                  <a:pt x="4871246" y="1401824"/>
                  <a:pt x="4854917" y="1410936"/>
                </a:cubicBezTo>
                <a:cubicBezTo>
                  <a:pt x="4850563" y="1395165"/>
                  <a:pt x="4880317" y="1393062"/>
                  <a:pt x="4891566" y="1384300"/>
                </a:cubicBezTo>
                <a:close/>
                <a:moveTo>
                  <a:pt x="4044819" y="1379537"/>
                </a:moveTo>
                <a:cubicBezTo>
                  <a:pt x="4046935" y="1391260"/>
                  <a:pt x="4035646" y="1389062"/>
                  <a:pt x="4031413" y="1393458"/>
                </a:cubicBezTo>
                <a:cubicBezTo>
                  <a:pt x="4031413" y="1382101"/>
                  <a:pt x="4038116" y="1384299"/>
                  <a:pt x="4044819" y="1379537"/>
                </a:cubicBezTo>
                <a:close/>
                <a:moveTo>
                  <a:pt x="5061210" y="1378273"/>
                </a:moveTo>
                <a:cubicBezTo>
                  <a:pt x="5072730" y="1391954"/>
                  <a:pt x="5040689" y="1409956"/>
                  <a:pt x="5063730" y="1419316"/>
                </a:cubicBezTo>
                <a:cubicBezTo>
                  <a:pt x="5050049" y="1423636"/>
                  <a:pt x="5047529" y="1432637"/>
                  <a:pt x="5052209" y="1439478"/>
                </a:cubicBezTo>
                <a:cubicBezTo>
                  <a:pt x="5043209" y="1441998"/>
                  <a:pt x="5047529" y="1453519"/>
                  <a:pt x="5038529" y="1446678"/>
                </a:cubicBezTo>
                <a:cubicBezTo>
                  <a:pt x="5050049" y="1426157"/>
                  <a:pt x="5047529" y="1403115"/>
                  <a:pt x="5061210" y="1378273"/>
                </a:cubicBezTo>
                <a:close/>
                <a:moveTo>
                  <a:pt x="3884997" y="1377950"/>
                </a:moveTo>
                <a:cubicBezTo>
                  <a:pt x="3884997" y="1388725"/>
                  <a:pt x="3880601" y="1386368"/>
                  <a:pt x="3878036" y="1388725"/>
                </a:cubicBezTo>
                <a:cubicBezTo>
                  <a:pt x="3875838" y="1377950"/>
                  <a:pt x="3880601" y="1379970"/>
                  <a:pt x="3884997" y="1377950"/>
                </a:cubicBezTo>
                <a:close/>
                <a:moveTo>
                  <a:pt x="3900898" y="1375751"/>
                </a:moveTo>
                <a:cubicBezTo>
                  <a:pt x="3898517" y="1380147"/>
                  <a:pt x="3900898" y="1391870"/>
                  <a:pt x="3896475" y="1391870"/>
                </a:cubicBezTo>
                <a:cubicBezTo>
                  <a:pt x="3896475" y="1382712"/>
                  <a:pt x="3896475" y="1373187"/>
                  <a:pt x="3900898" y="1375751"/>
                </a:cubicBezTo>
                <a:close/>
                <a:moveTo>
                  <a:pt x="6417061" y="1371600"/>
                </a:moveTo>
                <a:cubicBezTo>
                  <a:pt x="6412332" y="1394159"/>
                  <a:pt x="6412332" y="1426028"/>
                  <a:pt x="6412332" y="1466492"/>
                </a:cubicBezTo>
                <a:cubicBezTo>
                  <a:pt x="6407966" y="1464343"/>
                  <a:pt x="6382500" y="1380552"/>
                  <a:pt x="6417061" y="1371600"/>
                </a:cubicBezTo>
                <a:close/>
                <a:moveTo>
                  <a:pt x="5884744" y="1368425"/>
                </a:moveTo>
                <a:cubicBezTo>
                  <a:pt x="5896651" y="1372786"/>
                  <a:pt x="5894046" y="1377510"/>
                  <a:pt x="5901116" y="1389138"/>
                </a:cubicBezTo>
                <a:cubicBezTo>
                  <a:pt x="5884744" y="1398223"/>
                  <a:pt x="5877675" y="1379690"/>
                  <a:pt x="5884744" y="1368425"/>
                </a:cubicBezTo>
                <a:close/>
                <a:moveTo>
                  <a:pt x="5586022" y="1366837"/>
                </a:moveTo>
                <a:cubicBezTo>
                  <a:pt x="5588526" y="1375950"/>
                  <a:pt x="5604267" y="1386815"/>
                  <a:pt x="5590673" y="1393474"/>
                </a:cubicBezTo>
                <a:cubicBezTo>
                  <a:pt x="5579225" y="1384712"/>
                  <a:pt x="5588526" y="1375950"/>
                  <a:pt x="5586022" y="1366837"/>
                </a:cubicBezTo>
                <a:close/>
                <a:moveTo>
                  <a:pt x="5949669" y="1364176"/>
                </a:moveTo>
                <a:cubicBezTo>
                  <a:pt x="5945984" y="1362500"/>
                  <a:pt x="5941687" y="1362342"/>
                  <a:pt x="5937097" y="1364592"/>
                </a:cubicBezTo>
                <a:cubicBezTo>
                  <a:pt x="5948617" y="1371433"/>
                  <a:pt x="5955457" y="1382954"/>
                  <a:pt x="5939617" y="1380433"/>
                </a:cubicBezTo>
                <a:cubicBezTo>
                  <a:pt x="5941777" y="1387274"/>
                  <a:pt x="5946457" y="1396275"/>
                  <a:pt x="5957617" y="1396275"/>
                </a:cubicBezTo>
                <a:cubicBezTo>
                  <a:pt x="5966257" y="1387904"/>
                  <a:pt x="5960722" y="1369205"/>
                  <a:pt x="5949669" y="1364176"/>
                </a:cubicBezTo>
                <a:close/>
                <a:moveTo>
                  <a:pt x="3994900" y="1362075"/>
                </a:moveTo>
                <a:cubicBezTo>
                  <a:pt x="3997098" y="1366281"/>
                  <a:pt x="4001861" y="1362075"/>
                  <a:pt x="4004059" y="1375393"/>
                </a:cubicBezTo>
                <a:cubicBezTo>
                  <a:pt x="3994900" y="1375393"/>
                  <a:pt x="3994900" y="1388711"/>
                  <a:pt x="3987940" y="1379599"/>
                </a:cubicBezTo>
                <a:cubicBezTo>
                  <a:pt x="3985375" y="1366281"/>
                  <a:pt x="3999296" y="1379599"/>
                  <a:pt x="3994900" y="1362075"/>
                </a:cubicBezTo>
                <a:close/>
                <a:moveTo>
                  <a:pt x="3558909" y="1361231"/>
                </a:moveTo>
                <a:cubicBezTo>
                  <a:pt x="3553508" y="1360961"/>
                  <a:pt x="3547838" y="1362670"/>
                  <a:pt x="3542077" y="1367170"/>
                </a:cubicBezTo>
                <a:cubicBezTo>
                  <a:pt x="3553598" y="1374009"/>
                  <a:pt x="3562599" y="1371849"/>
                  <a:pt x="3574120" y="1367170"/>
                </a:cubicBezTo>
                <a:cubicBezTo>
                  <a:pt x="3569440" y="1363750"/>
                  <a:pt x="3564309" y="1361501"/>
                  <a:pt x="3558909" y="1361231"/>
                </a:cubicBezTo>
                <a:close/>
                <a:moveTo>
                  <a:pt x="2183788" y="1355111"/>
                </a:moveTo>
                <a:cubicBezTo>
                  <a:pt x="2178973" y="1354841"/>
                  <a:pt x="2175012" y="1357091"/>
                  <a:pt x="2175012" y="1365010"/>
                </a:cubicBezTo>
                <a:cubicBezTo>
                  <a:pt x="2179692" y="1362850"/>
                  <a:pt x="2200215" y="1367170"/>
                  <a:pt x="2197694" y="1360331"/>
                </a:cubicBezTo>
                <a:cubicBezTo>
                  <a:pt x="2194274" y="1358171"/>
                  <a:pt x="2188604" y="1355381"/>
                  <a:pt x="2183788" y="1355111"/>
                </a:cubicBezTo>
                <a:close/>
                <a:moveTo>
                  <a:pt x="3836135" y="1352428"/>
                </a:moveTo>
                <a:cubicBezTo>
                  <a:pt x="3838745" y="1353893"/>
                  <a:pt x="3841035" y="1356824"/>
                  <a:pt x="3842134" y="1357923"/>
                </a:cubicBezTo>
                <a:cubicBezTo>
                  <a:pt x="3839936" y="1369645"/>
                  <a:pt x="3837738" y="1350962"/>
                  <a:pt x="3828213" y="1355725"/>
                </a:cubicBezTo>
                <a:cubicBezTo>
                  <a:pt x="3830595" y="1350962"/>
                  <a:pt x="3833525" y="1350962"/>
                  <a:pt x="3836135" y="1352428"/>
                </a:cubicBezTo>
                <a:close/>
                <a:moveTo>
                  <a:pt x="5769227" y="1350962"/>
                </a:moveTo>
                <a:cubicBezTo>
                  <a:pt x="5771404" y="1355724"/>
                  <a:pt x="5776121" y="1357922"/>
                  <a:pt x="5780475" y="1360120"/>
                </a:cubicBezTo>
                <a:cubicBezTo>
                  <a:pt x="5776121" y="1362685"/>
                  <a:pt x="5773581" y="1367081"/>
                  <a:pt x="5773581" y="1369645"/>
                </a:cubicBezTo>
                <a:cubicBezTo>
                  <a:pt x="5771404" y="1362685"/>
                  <a:pt x="5755438" y="1355724"/>
                  <a:pt x="5769227" y="1350962"/>
                </a:cubicBezTo>
                <a:close/>
                <a:moveTo>
                  <a:pt x="1519620" y="1350962"/>
                </a:moveTo>
                <a:cubicBezTo>
                  <a:pt x="1517414" y="1362591"/>
                  <a:pt x="1494254" y="1369496"/>
                  <a:pt x="1489474" y="1380761"/>
                </a:cubicBezTo>
                <a:cubicBezTo>
                  <a:pt x="1485063" y="1366952"/>
                  <a:pt x="1508224" y="1355686"/>
                  <a:pt x="1519620" y="1350962"/>
                </a:cubicBezTo>
                <a:close/>
                <a:moveTo>
                  <a:pt x="3675904" y="1348334"/>
                </a:moveTo>
                <a:cubicBezTo>
                  <a:pt x="3672208" y="1344740"/>
                  <a:pt x="3661069" y="1357091"/>
                  <a:pt x="3662689" y="1360331"/>
                </a:cubicBezTo>
                <a:cubicBezTo>
                  <a:pt x="3667370" y="1351332"/>
                  <a:pt x="3671690" y="1358171"/>
                  <a:pt x="3676371" y="1358171"/>
                </a:cubicBezTo>
                <a:cubicBezTo>
                  <a:pt x="3677541" y="1352502"/>
                  <a:pt x="3677136" y="1349532"/>
                  <a:pt x="3675904" y="1348334"/>
                </a:cubicBezTo>
                <a:close/>
                <a:moveTo>
                  <a:pt x="5441113" y="1345707"/>
                </a:moveTo>
                <a:cubicBezTo>
                  <a:pt x="5447816" y="1341437"/>
                  <a:pt x="5452049" y="1341437"/>
                  <a:pt x="5456635" y="1345707"/>
                </a:cubicBezTo>
                <a:cubicBezTo>
                  <a:pt x="5452049" y="1348197"/>
                  <a:pt x="5452049" y="1361719"/>
                  <a:pt x="5445346" y="1357093"/>
                </a:cubicBezTo>
                <a:cubicBezTo>
                  <a:pt x="5449932" y="1350332"/>
                  <a:pt x="5447816" y="1345707"/>
                  <a:pt x="5441113" y="1345707"/>
                </a:cubicBezTo>
                <a:close/>
                <a:moveTo>
                  <a:pt x="4060672" y="1344612"/>
                </a:moveTo>
                <a:cubicBezTo>
                  <a:pt x="4062807" y="1369654"/>
                  <a:pt x="4053911" y="1358206"/>
                  <a:pt x="4042525" y="1360353"/>
                </a:cubicBezTo>
                <a:cubicBezTo>
                  <a:pt x="4045016" y="1349262"/>
                  <a:pt x="4058537" y="1353555"/>
                  <a:pt x="4060672" y="1344612"/>
                </a:cubicBezTo>
                <a:close/>
                <a:moveTo>
                  <a:pt x="4096781" y="1341276"/>
                </a:moveTo>
                <a:cubicBezTo>
                  <a:pt x="4099367" y="1341019"/>
                  <a:pt x="4101800" y="1342138"/>
                  <a:pt x="4104074" y="1346075"/>
                </a:cubicBezTo>
                <a:cubicBezTo>
                  <a:pt x="4097162" y="1355382"/>
                  <a:pt x="4085520" y="1366479"/>
                  <a:pt x="4072060" y="1357530"/>
                </a:cubicBezTo>
                <a:cubicBezTo>
                  <a:pt x="4072060" y="1352876"/>
                  <a:pt x="4072060" y="1348581"/>
                  <a:pt x="4069513" y="1341779"/>
                </a:cubicBezTo>
                <a:cubicBezTo>
                  <a:pt x="4079881" y="1355203"/>
                  <a:pt x="4089022" y="1342048"/>
                  <a:pt x="4096781" y="1341276"/>
                </a:cubicBezTo>
                <a:close/>
                <a:moveTo>
                  <a:pt x="3406207" y="1340218"/>
                </a:moveTo>
                <a:cubicBezTo>
                  <a:pt x="3402202" y="1341073"/>
                  <a:pt x="3398781" y="1344493"/>
                  <a:pt x="3398781" y="1351332"/>
                </a:cubicBezTo>
                <a:cubicBezTo>
                  <a:pt x="3405622" y="1349172"/>
                  <a:pt x="3417143" y="1358171"/>
                  <a:pt x="3417143" y="1344493"/>
                </a:cubicBezTo>
                <a:cubicBezTo>
                  <a:pt x="3414803" y="1341073"/>
                  <a:pt x="3410213" y="1339364"/>
                  <a:pt x="3406207" y="1340218"/>
                </a:cubicBezTo>
                <a:close/>
                <a:moveTo>
                  <a:pt x="1969457" y="1339850"/>
                </a:moveTo>
                <a:cubicBezTo>
                  <a:pt x="1973663" y="1351573"/>
                  <a:pt x="1973663" y="1351573"/>
                  <a:pt x="1973663" y="1351573"/>
                </a:cubicBezTo>
                <a:cubicBezTo>
                  <a:pt x="1960344" y="1363295"/>
                  <a:pt x="1962797" y="1339850"/>
                  <a:pt x="1949479" y="1349375"/>
                </a:cubicBezTo>
                <a:cubicBezTo>
                  <a:pt x="1947025" y="1342414"/>
                  <a:pt x="1967003" y="1339850"/>
                  <a:pt x="1969457" y="1339850"/>
                </a:cubicBezTo>
                <a:close/>
                <a:moveTo>
                  <a:pt x="1876913" y="1339850"/>
                </a:moveTo>
                <a:cubicBezTo>
                  <a:pt x="1881579" y="1360317"/>
                  <a:pt x="1854302" y="1353494"/>
                  <a:pt x="1843176" y="1369653"/>
                </a:cubicBezTo>
                <a:cubicBezTo>
                  <a:pt x="1840663" y="1356008"/>
                  <a:pt x="1870094" y="1351340"/>
                  <a:pt x="1876913" y="1339850"/>
                </a:cubicBezTo>
                <a:close/>
                <a:moveTo>
                  <a:pt x="3889023" y="1338228"/>
                </a:moveTo>
                <a:cubicBezTo>
                  <a:pt x="3891008" y="1338850"/>
                  <a:pt x="3893301" y="1341163"/>
                  <a:pt x="3894535" y="1341163"/>
                </a:cubicBezTo>
                <a:cubicBezTo>
                  <a:pt x="3892066" y="1352194"/>
                  <a:pt x="3887833" y="1338672"/>
                  <a:pt x="3885363" y="1345433"/>
                </a:cubicBezTo>
                <a:cubicBezTo>
                  <a:pt x="3885363" y="1338673"/>
                  <a:pt x="3887039" y="1337605"/>
                  <a:pt x="3889023" y="1338228"/>
                </a:cubicBezTo>
                <a:close/>
                <a:moveTo>
                  <a:pt x="2382214" y="1335764"/>
                </a:moveTo>
                <a:cubicBezTo>
                  <a:pt x="2373123" y="1337204"/>
                  <a:pt x="2364032" y="1342333"/>
                  <a:pt x="2364032" y="1349172"/>
                </a:cubicBezTo>
                <a:cubicBezTo>
                  <a:pt x="2379874" y="1349172"/>
                  <a:pt x="2382034" y="1342333"/>
                  <a:pt x="2400396" y="1344493"/>
                </a:cubicBezTo>
                <a:cubicBezTo>
                  <a:pt x="2400396" y="1336574"/>
                  <a:pt x="2391305" y="1334324"/>
                  <a:pt x="2382214" y="1335764"/>
                </a:cubicBezTo>
                <a:close/>
                <a:moveTo>
                  <a:pt x="6478871" y="1335087"/>
                </a:moveTo>
                <a:cubicBezTo>
                  <a:pt x="6510730" y="1335087"/>
                  <a:pt x="6481376" y="1346352"/>
                  <a:pt x="6485672" y="1362706"/>
                </a:cubicBezTo>
                <a:cubicBezTo>
                  <a:pt x="6474575" y="1364886"/>
                  <a:pt x="6483524" y="1344172"/>
                  <a:pt x="6478871" y="1335087"/>
                </a:cubicBezTo>
                <a:close/>
                <a:moveTo>
                  <a:pt x="3995783" y="1331912"/>
                </a:moveTo>
                <a:cubicBezTo>
                  <a:pt x="3995783" y="1338709"/>
                  <a:pt x="3993666" y="1345506"/>
                  <a:pt x="3997899" y="1348010"/>
                </a:cubicBezTo>
                <a:cubicBezTo>
                  <a:pt x="4002485" y="1356954"/>
                  <a:pt x="3991197" y="1343360"/>
                  <a:pt x="3989080" y="1348010"/>
                </a:cubicBezTo>
                <a:cubicBezTo>
                  <a:pt x="3986963" y="1336562"/>
                  <a:pt x="3993666" y="1334416"/>
                  <a:pt x="3995783" y="1331912"/>
                </a:cubicBezTo>
                <a:close/>
                <a:moveTo>
                  <a:pt x="4904456" y="1328737"/>
                </a:moveTo>
                <a:cubicBezTo>
                  <a:pt x="4906946" y="1335631"/>
                  <a:pt x="4913707" y="1342525"/>
                  <a:pt x="4909081" y="1351597"/>
                </a:cubicBezTo>
                <a:cubicBezTo>
                  <a:pt x="4904456" y="1351597"/>
                  <a:pt x="4900186" y="1351597"/>
                  <a:pt x="4895560" y="1353774"/>
                </a:cubicBezTo>
                <a:cubicBezTo>
                  <a:pt x="4893425" y="1342525"/>
                  <a:pt x="4897695" y="1333091"/>
                  <a:pt x="4904456" y="1328737"/>
                </a:cubicBezTo>
                <a:close/>
                <a:moveTo>
                  <a:pt x="3742438" y="1324471"/>
                </a:moveTo>
                <a:cubicBezTo>
                  <a:pt x="3739017" y="1323616"/>
                  <a:pt x="3735597" y="1324156"/>
                  <a:pt x="3733257" y="1328655"/>
                </a:cubicBezTo>
                <a:cubicBezTo>
                  <a:pt x="3737937" y="1328655"/>
                  <a:pt x="3746938" y="1339814"/>
                  <a:pt x="3751619" y="1328655"/>
                </a:cubicBezTo>
                <a:cubicBezTo>
                  <a:pt x="3749279" y="1327576"/>
                  <a:pt x="3745858" y="1325326"/>
                  <a:pt x="3742438" y="1324471"/>
                </a:cubicBezTo>
                <a:close/>
                <a:moveTo>
                  <a:pt x="2473123" y="1323976"/>
                </a:moveTo>
                <a:cubicBezTo>
                  <a:pt x="2461602" y="1319657"/>
                  <a:pt x="2434599" y="1326496"/>
                  <a:pt x="2434599" y="1339814"/>
                </a:cubicBezTo>
                <a:cubicBezTo>
                  <a:pt x="2450441" y="1332975"/>
                  <a:pt x="2457282" y="1339814"/>
                  <a:pt x="2470963" y="1335494"/>
                </a:cubicBezTo>
                <a:cubicBezTo>
                  <a:pt x="2468443" y="1330815"/>
                  <a:pt x="2475284" y="1328655"/>
                  <a:pt x="2473123" y="1323976"/>
                </a:cubicBezTo>
                <a:close/>
                <a:moveTo>
                  <a:pt x="2059080" y="1323976"/>
                </a:moveTo>
                <a:cubicBezTo>
                  <a:pt x="2052239" y="1321816"/>
                  <a:pt x="2043238" y="1326496"/>
                  <a:pt x="2038558" y="1332975"/>
                </a:cubicBezTo>
                <a:cubicBezTo>
                  <a:pt x="2040718" y="1349172"/>
                  <a:pt x="2065920" y="1335494"/>
                  <a:pt x="2059080" y="1323976"/>
                </a:cubicBezTo>
                <a:close/>
                <a:moveTo>
                  <a:pt x="3653688" y="1321816"/>
                </a:moveTo>
                <a:cubicBezTo>
                  <a:pt x="3660529" y="1319657"/>
                  <a:pt x="3646848" y="1335494"/>
                  <a:pt x="3653688" y="1337654"/>
                </a:cubicBezTo>
                <a:cubicBezTo>
                  <a:pt x="3658009" y="1326496"/>
                  <a:pt x="3671690" y="1339814"/>
                  <a:pt x="3671690" y="1323976"/>
                </a:cubicBezTo>
                <a:cubicBezTo>
                  <a:pt x="3667370" y="1323976"/>
                  <a:pt x="3658009" y="1319657"/>
                  <a:pt x="3653688" y="1321816"/>
                </a:cubicBezTo>
                <a:close/>
                <a:moveTo>
                  <a:pt x="4038997" y="1317157"/>
                </a:moveTo>
                <a:cubicBezTo>
                  <a:pt x="4034411" y="1337562"/>
                  <a:pt x="4012186" y="1319663"/>
                  <a:pt x="4010070" y="1349017"/>
                </a:cubicBezTo>
                <a:cubicBezTo>
                  <a:pt x="4007953" y="1339710"/>
                  <a:pt x="4003367" y="1344363"/>
                  <a:pt x="4001250" y="1332908"/>
                </a:cubicBezTo>
                <a:cubicBezTo>
                  <a:pt x="4014656" y="1337562"/>
                  <a:pt x="4012186" y="1315010"/>
                  <a:pt x="4023475" y="1326465"/>
                </a:cubicBezTo>
                <a:cubicBezTo>
                  <a:pt x="4023475" y="1312862"/>
                  <a:pt x="4034411" y="1319663"/>
                  <a:pt x="4038997" y="1317157"/>
                </a:cubicBezTo>
                <a:close/>
                <a:moveTo>
                  <a:pt x="2885277" y="1316687"/>
                </a:moveTo>
                <a:cubicBezTo>
                  <a:pt x="2880417" y="1317767"/>
                  <a:pt x="2875826" y="1320556"/>
                  <a:pt x="2873486" y="1323976"/>
                </a:cubicBezTo>
                <a:cubicBezTo>
                  <a:pt x="2875646" y="1328655"/>
                  <a:pt x="2903009" y="1332975"/>
                  <a:pt x="2898689" y="1319657"/>
                </a:cubicBezTo>
                <a:cubicBezTo>
                  <a:pt x="2895269" y="1316237"/>
                  <a:pt x="2890138" y="1315607"/>
                  <a:pt x="2885277" y="1316687"/>
                </a:cubicBezTo>
                <a:close/>
                <a:moveTo>
                  <a:pt x="6328124" y="1312862"/>
                </a:moveTo>
                <a:cubicBezTo>
                  <a:pt x="6353562" y="1321787"/>
                  <a:pt x="6346657" y="1362485"/>
                  <a:pt x="6353562" y="1387118"/>
                </a:cubicBezTo>
                <a:cubicBezTo>
                  <a:pt x="6323763" y="1384976"/>
                  <a:pt x="6341933" y="1332854"/>
                  <a:pt x="6328124" y="1312862"/>
                </a:cubicBezTo>
                <a:close/>
                <a:moveTo>
                  <a:pt x="5528289" y="1312862"/>
                </a:moveTo>
                <a:cubicBezTo>
                  <a:pt x="5532558" y="1312862"/>
                  <a:pt x="5539319" y="1314978"/>
                  <a:pt x="5543944" y="1321681"/>
                </a:cubicBezTo>
                <a:cubicBezTo>
                  <a:pt x="5537184" y="1328384"/>
                  <a:pt x="5532558" y="1323798"/>
                  <a:pt x="5528289" y="1323798"/>
                </a:cubicBezTo>
                <a:cubicBezTo>
                  <a:pt x="5530423" y="1326267"/>
                  <a:pt x="5528289" y="1328384"/>
                  <a:pt x="5526154" y="1326267"/>
                </a:cubicBezTo>
                <a:cubicBezTo>
                  <a:pt x="5532558" y="1321681"/>
                  <a:pt x="5523663" y="1317095"/>
                  <a:pt x="5528289" y="1312862"/>
                </a:cubicBezTo>
                <a:close/>
                <a:moveTo>
                  <a:pt x="4052447" y="1312862"/>
                </a:moveTo>
                <a:cubicBezTo>
                  <a:pt x="4054828" y="1321914"/>
                  <a:pt x="4054828" y="1328793"/>
                  <a:pt x="4052447" y="1333138"/>
                </a:cubicBezTo>
                <a:cubicBezTo>
                  <a:pt x="4049669" y="1328793"/>
                  <a:pt x="4054828" y="1321914"/>
                  <a:pt x="4049669" y="1321914"/>
                </a:cubicBezTo>
                <a:cubicBezTo>
                  <a:pt x="4047288" y="1315034"/>
                  <a:pt x="4049669" y="1312862"/>
                  <a:pt x="4052447" y="1312862"/>
                </a:cubicBezTo>
                <a:close/>
                <a:moveTo>
                  <a:pt x="2973576" y="1312818"/>
                </a:moveTo>
                <a:cubicBezTo>
                  <a:pt x="2950894" y="1314977"/>
                  <a:pt x="2916690" y="1308138"/>
                  <a:pt x="2907689" y="1323976"/>
                </a:cubicBezTo>
                <a:cubicBezTo>
                  <a:pt x="2932532" y="1321816"/>
                  <a:pt x="2939373" y="1321816"/>
                  <a:pt x="2966736" y="1328655"/>
                </a:cubicBezTo>
                <a:cubicBezTo>
                  <a:pt x="2976097" y="1319657"/>
                  <a:pt x="2964576" y="1321816"/>
                  <a:pt x="2973576" y="1312818"/>
                </a:cubicBezTo>
                <a:close/>
                <a:moveTo>
                  <a:pt x="3570212" y="1312766"/>
                </a:moveTo>
                <a:cubicBezTo>
                  <a:pt x="3565906" y="1330711"/>
                  <a:pt x="3577029" y="1308100"/>
                  <a:pt x="3574876" y="1321738"/>
                </a:cubicBezTo>
                <a:cubicBezTo>
                  <a:pt x="3568059" y="1335377"/>
                  <a:pt x="3545453" y="1317073"/>
                  <a:pt x="3536124" y="1335377"/>
                </a:cubicBezTo>
                <a:cubicBezTo>
                  <a:pt x="3533971" y="1339684"/>
                  <a:pt x="3540788" y="1339684"/>
                  <a:pt x="3542941" y="1339684"/>
                </a:cubicBezTo>
                <a:cubicBezTo>
                  <a:pt x="3542941" y="1344350"/>
                  <a:pt x="3538456" y="1344350"/>
                  <a:pt x="3534509" y="1341524"/>
                </a:cubicBezTo>
                <a:lnTo>
                  <a:pt x="3531989" y="1338364"/>
                </a:lnTo>
                <a:lnTo>
                  <a:pt x="3529599" y="1334780"/>
                </a:lnTo>
                <a:lnTo>
                  <a:pt x="3529306" y="1326404"/>
                </a:lnTo>
                <a:cubicBezTo>
                  <a:pt x="3536124" y="1328558"/>
                  <a:pt x="3540788" y="1330711"/>
                  <a:pt x="3538635" y="1314919"/>
                </a:cubicBezTo>
                <a:cubicBezTo>
                  <a:pt x="3545453" y="1326404"/>
                  <a:pt x="3559088" y="1317073"/>
                  <a:pt x="3570212" y="1312766"/>
                </a:cubicBezTo>
                <a:close/>
                <a:moveTo>
                  <a:pt x="3599535" y="1311648"/>
                </a:moveTo>
                <a:cubicBezTo>
                  <a:pt x="3601934" y="1314263"/>
                  <a:pt x="3604039" y="1318932"/>
                  <a:pt x="3604039" y="1323601"/>
                </a:cubicBezTo>
                <a:cubicBezTo>
                  <a:pt x="3597641" y="1323601"/>
                  <a:pt x="3597641" y="1314263"/>
                  <a:pt x="3593263" y="1312022"/>
                </a:cubicBezTo>
                <a:cubicBezTo>
                  <a:pt x="3594442" y="1308473"/>
                  <a:pt x="3597136" y="1309034"/>
                  <a:pt x="3599535" y="1311648"/>
                </a:cubicBezTo>
                <a:close/>
                <a:moveTo>
                  <a:pt x="3524646" y="1310216"/>
                </a:moveTo>
                <a:cubicBezTo>
                  <a:pt x="3522521" y="1323622"/>
                  <a:pt x="3522521" y="1323622"/>
                  <a:pt x="3522521" y="1323622"/>
                </a:cubicBezTo>
                <a:cubicBezTo>
                  <a:pt x="3517916" y="1316919"/>
                  <a:pt x="3482138" y="1321505"/>
                  <a:pt x="3509060" y="1316919"/>
                </a:cubicBezTo>
                <a:cubicBezTo>
                  <a:pt x="3513311" y="1314803"/>
                  <a:pt x="3517916" y="1308100"/>
                  <a:pt x="3524646" y="1310216"/>
                </a:cubicBezTo>
                <a:close/>
                <a:moveTo>
                  <a:pt x="3384306" y="1309194"/>
                </a:moveTo>
                <a:cubicBezTo>
                  <a:pt x="3393391" y="1304925"/>
                  <a:pt x="3395935" y="1322715"/>
                  <a:pt x="3400296" y="1311685"/>
                </a:cubicBezTo>
                <a:cubicBezTo>
                  <a:pt x="3411925" y="1320580"/>
                  <a:pt x="3386486" y="1315955"/>
                  <a:pt x="3389030" y="1325206"/>
                </a:cubicBezTo>
                <a:cubicBezTo>
                  <a:pt x="3382125" y="1325206"/>
                  <a:pt x="3382125" y="1318446"/>
                  <a:pt x="3384306" y="1309194"/>
                </a:cubicBezTo>
                <a:close/>
                <a:moveTo>
                  <a:pt x="5597813" y="1303337"/>
                </a:moveTo>
                <a:cubicBezTo>
                  <a:pt x="5604701" y="1305697"/>
                  <a:pt x="5613854" y="1311506"/>
                  <a:pt x="5619835" y="1317542"/>
                </a:cubicBezTo>
                <a:lnTo>
                  <a:pt x="5620308" y="1318248"/>
                </a:lnTo>
                <a:lnTo>
                  <a:pt x="5629667" y="1316447"/>
                </a:lnTo>
                <a:cubicBezTo>
                  <a:pt x="5629130" y="1319828"/>
                  <a:pt x="5627318" y="1321940"/>
                  <a:pt x="5624723" y="1323208"/>
                </a:cubicBezTo>
                <a:lnTo>
                  <a:pt x="5623748" y="1323379"/>
                </a:lnTo>
                <a:lnTo>
                  <a:pt x="5625748" y="1326363"/>
                </a:lnTo>
                <a:cubicBezTo>
                  <a:pt x="5626473" y="1329092"/>
                  <a:pt x="5625725" y="1331474"/>
                  <a:pt x="5622825" y="1333108"/>
                </a:cubicBezTo>
                <a:cubicBezTo>
                  <a:pt x="5613763" y="1321853"/>
                  <a:pt x="5618475" y="1363242"/>
                  <a:pt x="5604700" y="1358522"/>
                </a:cubicBezTo>
                <a:cubicBezTo>
                  <a:pt x="5606875" y="1370140"/>
                  <a:pt x="5615938" y="1367599"/>
                  <a:pt x="5609050" y="1377038"/>
                </a:cubicBezTo>
                <a:cubicBezTo>
                  <a:pt x="5604700" y="1372319"/>
                  <a:pt x="5606875" y="1381395"/>
                  <a:pt x="5599988" y="1383937"/>
                </a:cubicBezTo>
                <a:cubicBezTo>
                  <a:pt x="5594369" y="1368870"/>
                  <a:pt x="5593825" y="1356162"/>
                  <a:pt x="5594686" y="1343501"/>
                </a:cubicBezTo>
                <a:lnTo>
                  <a:pt x="5596249" y="1323423"/>
                </a:lnTo>
                <a:lnTo>
                  <a:pt x="5593513" y="1323208"/>
                </a:lnTo>
                <a:lnTo>
                  <a:pt x="5596468" y="1320609"/>
                </a:lnTo>
                <a:close/>
                <a:moveTo>
                  <a:pt x="2193374" y="1301299"/>
                </a:moveTo>
                <a:cubicBezTo>
                  <a:pt x="2181853" y="1296620"/>
                  <a:pt x="2170692" y="1308138"/>
                  <a:pt x="2170692" y="1317137"/>
                </a:cubicBezTo>
                <a:cubicBezTo>
                  <a:pt x="2181853" y="1314977"/>
                  <a:pt x="2190854" y="1310298"/>
                  <a:pt x="2193374" y="1301299"/>
                </a:cubicBezTo>
                <a:close/>
                <a:moveTo>
                  <a:pt x="3951061" y="1298079"/>
                </a:moveTo>
                <a:cubicBezTo>
                  <a:pt x="3951061" y="1300261"/>
                  <a:pt x="3953259" y="1302444"/>
                  <a:pt x="3953259" y="1302444"/>
                </a:cubicBezTo>
                <a:lnTo>
                  <a:pt x="3951061" y="1298159"/>
                </a:lnTo>
                <a:close/>
                <a:moveTo>
                  <a:pt x="5271325" y="1297964"/>
                </a:moveTo>
                <a:cubicBezTo>
                  <a:pt x="5289928" y="1295400"/>
                  <a:pt x="5271325" y="1307123"/>
                  <a:pt x="5289928" y="1309321"/>
                </a:cubicBezTo>
                <a:cubicBezTo>
                  <a:pt x="5285463" y="1314083"/>
                  <a:pt x="5282859" y="1316281"/>
                  <a:pt x="5282859" y="1318845"/>
                </a:cubicBezTo>
                <a:cubicBezTo>
                  <a:pt x="5278394" y="1307123"/>
                  <a:pt x="5266488" y="1307123"/>
                  <a:pt x="5271325" y="1297964"/>
                </a:cubicBezTo>
                <a:close/>
                <a:moveTo>
                  <a:pt x="2234418" y="1296620"/>
                </a:moveTo>
                <a:cubicBezTo>
                  <a:pt x="2220737" y="1305978"/>
                  <a:pt x="2207055" y="1294460"/>
                  <a:pt x="2204535" y="1310298"/>
                </a:cubicBezTo>
                <a:cubicBezTo>
                  <a:pt x="2216056" y="1310298"/>
                  <a:pt x="2227578" y="1305978"/>
                  <a:pt x="2234418" y="1296620"/>
                </a:cubicBezTo>
                <a:close/>
                <a:moveTo>
                  <a:pt x="3949075" y="1294287"/>
                </a:moveTo>
                <a:lnTo>
                  <a:pt x="3951061" y="1298159"/>
                </a:lnTo>
                <a:lnTo>
                  <a:pt x="3951061" y="1302444"/>
                </a:lnTo>
                <a:cubicBezTo>
                  <a:pt x="3951061" y="1311903"/>
                  <a:pt x="3941536" y="1304991"/>
                  <a:pt x="3939338" y="1314086"/>
                </a:cubicBezTo>
                <a:cubicBezTo>
                  <a:pt x="3939338" y="1312449"/>
                  <a:pt x="3944490" y="1293827"/>
                  <a:pt x="3949075" y="1294287"/>
                </a:cubicBezTo>
                <a:close/>
                <a:moveTo>
                  <a:pt x="3094732" y="1292393"/>
                </a:moveTo>
                <a:cubicBezTo>
                  <a:pt x="3099152" y="1293244"/>
                  <a:pt x="3106824" y="1300450"/>
                  <a:pt x="3111894" y="1298848"/>
                </a:cubicBezTo>
                <a:cubicBezTo>
                  <a:pt x="3111894" y="1307744"/>
                  <a:pt x="3096239" y="1300983"/>
                  <a:pt x="3091613" y="1303118"/>
                </a:cubicBezTo>
                <a:cubicBezTo>
                  <a:pt x="3093748" y="1298848"/>
                  <a:pt x="3096239" y="1296357"/>
                  <a:pt x="3091613" y="1294222"/>
                </a:cubicBezTo>
                <a:cubicBezTo>
                  <a:pt x="3092147" y="1292532"/>
                  <a:pt x="3093259" y="1292110"/>
                  <a:pt x="3094732" y="1292393"/>
                </a:cubicBezTo>
                <a:close/>
                <a:moveTo>
                  <a:pt x="3906000" y="1292225"/>
                </a:moveTo>
                <a:cubicBezTo>
                  <a:pt x="3908779" y="1294457"/>
                  <a:pt x="3911160" y="1306363"/>
                  <a:pt x="3913541" y="1306363"/>
                </a:cubicBezTo>
                <a:cubicBezTo>
                  <a:pt x="3913541" y="1315665"/>
                  <a:pt x="3911160" y="1315665"/>
                  <a:pt x="3908779" y="1315665"/>
                </a:cubicBezTo>
                <a:cubicBezTo>
                  <a:pt x="3906000" y="1303759"/>
                  <a:pt x="3908779" y="1301526"/>
                  <a:pt x="3906000" y="1292225"/>
                </a:cubicBezTo>
                <a:close/>
                <a:moveTo>
                  <a:pt x="3900841" y="1292225"/>
                </a:moveTo>
                <a:cubicBezTo>
                  <a:pt x="3900841" y="1299003"/>
                  <a:pt x="3903222" y="1305781"/>
                  <a:pt x="3905603" y="1303284"/>
                </a:cubicBezTo>
                <a:cubicBezTo>
                  <a:pt x="3903222" y="1307921"/>
                  <a:pt x="3905603" y="1323618"/>
                  <a:pt x="3900841" y="1323618"/>
                </a:cubicBezTo>
                <a:cubicBezTo>
                  <a:pt x="3898063" y="1310062"/>
                  <a:pt x="3903222" y="1312559"/>
                  <a:pt x="3903222" y="1307921"/>
                </a:cubicBezTo>
                <a:cubicBezTo>
                  <a:pt x="3900841" y="1303284"/>
                  <a:pt x="3900841" y="1301143"/>
                  <a:pt x="3898063" y="1296506"/>
                </a:cubicBezTo>
                <a:cubicBezTo>
                  <a:pt x="3898063" y="1292225"/>
                  <a:pt x="3900841" y="1294365"/>
                  <a:pt x="3900841" y="1292225"/>
                </a:cubicBezTo>
                <a:close/>
                <a:moveTo>
                  <a:pt x="5465887" y="1290780"/>
                </a:moveTo>
                <a:lnTo>
                  <a:pt x="5463610" y="1290828"/>
                </a:lnTo>
                <a:lnTo>
                  <a:pt x="5466213" y="1291867"/>
                </a:lnTo>
                <a:close/>
                <a:moveTo>
                  <a:pt x="4841094" y="1280782"/>
                </a:moveTo>
                <a:cubicBezTo>
                  <a:pt x="4834613" y="1290141"/>
                  <a:pt x="4838934" y="1292300"/>
                  <a:pt x="4832093" y="1299139"/>
                </a:cubicBezTo>
                <a:cubicBezTo>
                  <a:pt x="4847935" y="1310298"/>
                  <a:pt x="4845775" y="1287621"/>
                  <a:pt x="4841094" y="1280782"/>
                </a:cubicBezTo>
                <a:close/>
                <a:moveTo>
                  <a:pt x="5445693" y="1280347"/>
                </a:moveTo>
                <a:lnTo>
                  <a:pt x="5445457" y="1281013"/>
                </a:lnTo>
                <a:lnTo>
                  <a:pt x="5445962" y="1281046"/>
                </a:lnTo>
                <a:close/>
                <a:moveTo>
                  <a:pt x="5345612" y="1280347"/>
                </a:moveTo>
                <a:cubicBezTo>
                  <a:pt x="5336612" y="1287187"/>
                  <a:pt x="5343452" y="1291867"/>
                  <a:pt x="5343452" y="1298708"/>
                </a:cubicBezTo>
                <a:cubicBezTo>
                  <a:pt x="5345612" y="1296188"/>
                  <a:pt x="5359292" y="1291867"/>
                  <a:pt x="5345612" y="1280347"/>
                </a:cubicBezTo>
                <a:close/>
                <a:moveTo>
                  <a:pt x="6021337" y="1276026"/>
                </a:moveTo>
                <a:cubicBezTo>
                  <a:pt x="6019177" y="1291867"/>
                  <a:pt x="6010177" y="1280347"/>
                  <a:pt x="6000817" y="1289707"/>
                </a:cubicBezTo>
                <a:cubicBezTo>
                  <a:pt x="6014497" y="1298708"/>
                  <a:pt x="5989657" y="1305548"/>
                  <a:pt x="5998657" y="1314549"/>
                </a:cubicBezTo>
                <a:cubicBezTo>
                  <a:pt x="6005497" y="1298708"/>
                  <a:pt x="6039697" y="1296188"/>
                  <a:pt x="6021337" y="1276026"/>
                </a:cubicBezTo>
                <a:close/>
                <a:moveTo>
                  <a:pt x="2440845" y="1273175"/>
                </a:moveTo>
                <a:cubicBezTo>
                  <a:pt x="2440845" y="1277937"/>
                  <a:pt x="2442994" y="1280135"/>
                  <a:pt x="2445142" y="1280135"/>
                </a:cubicBezTo>
                <a:cubicBezTo>
                  <a:pt x="2434042" y="1287096"/>
                  <a:pt x="2417928" y="1287096"/>
                  <a:pt x="2397875" y="1291858"/>
                </a:cubicBezTo>
                <a:cubicBezTo>
                  <a:pt x="2404321" y="1282700"/>
                  <a:pt x="2431535" y="1282700"/>
                  <a:pt x="2440845" y="1273175"/>
                </a:cubicBezTo>
                <a:close/>
                <a:moveTo>
                  <a:pt x="1829589" y="1271587"/>
                </a:moveTo>
                <a:cubicBezTo>
                  <a:pt x="1833950" y="1280349"/>
                  <a:pt x="1833950" y="1280349"/>
                  <a:pt x="1833950" y="1280349"/>
                </a:cubicBezTo>
                <a:cubicBezTo>
                  <a:pt x="1827045" y="1273690"/>
                  <a:pt x="1806694" y="1298224"/>
                  <a:pt x="1804150" y="1282803"/>
                </a:cubicBezTo>
                <a:close/>
                <a:moveTo>
                  <a:pt x="3918198" y="1270576"/>
                </a:moveTo>
                <a:cubicBezTo>
                  <a:pt x="3923933" y="1268598"/>
                  <a:pt x="3930214" y="1271475"/>
                  <a:pt x="3933673" y="1284064"/>
                </a:cubicBezTo>
                <a:cubicBezTo>
                  <a:pt x="3938406" y="1284064"/>
                  <a:pt x="3938406" y="1281906"/>
                  <a:pt x="3945324" y="1284064"/>
                </a:cubicBezTo>
                <a:cubicBezTo>
                  <a:pt x="3940591" y="1299889"/>
                  <a:pt x="3924570" y="1304565"/>
                  <a:pt x="3915467" y="1304565"/>
                </a:cubicBezTo>
                <a:cubicBezTo>
                  <a:pt x="3915467" y="1290898"/>
                  <a:pt x="3931488" y="1297731"/>
                  <a:pt x="3935857" y="1295214"/>
                </a:cubicBezTo>
                <a:cubicBezTo>
                  <a:pt x="3935857" y="1284064"/>
                  <a:pt x="3926755" y="1281906"/>
                  <a:pt x="3924570" y="1275072"/>
                </a:cubicBezTo>
                <a:cubicBezTo>
                  <a:pt x="3926755" y="1286222"/>
                  <a:pt x="3912918" y="1284064"/>
                  <a:pt x="3906000" y="1286222"/>
                </a:cubicBezTo>
                <a:cubicBezTo>
                  <a:pt x="3907275" y="1279388"/>
                  <a:pt x="3912463" y="1272554"/>
                  <a:pt x="3918198" y="1270576"/>
                </a:cubicBezTo>
                <a:close/>
                <a:moveTo>
                  <a:pt x="4370164" y="1267104"/>
                </a:moveTo>
                <a:cubicBezTo>
                  <a:pt x="4370164" y="1273943"/>
                  <a:pt x="4372685" y="1280782"/>
                  <a:pt x="4365844" y="1285461"/>
                </a:cubicBezTo>
                <a:cubicBezTo>
                  <a:pt x="4374845" y="1294460"/>
                  <a:pt x="4379525" y="1280782"/>
                  <a:pt x="4377005" y="1276463"/>
                </a:cubicBezTo>
                <a:cubicBezTo>
                  <a:pt x="4370164" y="1278622"/>
                  <a:pt x="4377005" y="1271783"/>
                  <a:pt x="4370164" y="1267104"/>
                </a:cubicBezTo>
                <a:close/>
                <a:moveTo>
                  <a:pt x="4917104" y="1266825"/>
                </a:moveTo>
                <a:cubicBezTo>
                  <a:pt x="4919608" y="1273785"/>
                  <a:pt x="4926405" y="1278548"/>
                  <a:pt x="4921755" y="1285508"/>
                </a:cubicBezTo>
                <a:cubicBezTo>
                  <a:pt x="4912811" y="1280746"/>
                  <a:pt x="4910307" y="1290270"/>
                  <a:pt x="4901363" y="1283310"/>
                </a:cubicBezTo>
                <a:cubicBezTo>
                  <a:pt x="4912811" y="1280746"/>
                  <a:pt x="4919608" y="1280746"/>
                  <a:pt x="4917104" y="1266825"/>
                </a:cubicBezTo>
                <a:close/>
                <a:moveTo>
                  <a:pt x="4888133" y="1266825"/>
                </a:moveTo>
                <a:cubicBezTo>
                  <a:pt x="4899422" y="1282933"/>
                  <a:pt x="4883547" y="1298683"/>
                  <a:pt x="4876844" y="1302979"/>
                </a:cubicBezTo>
                <a:cubicBezTo>
                  <a:pt x="4868025" y="1294030"/>
                  <a:pt x="4888133" y="1280427"/>
                  <a:pt x="4888133" y="1266825"/>
                </a:cubicBezTo>
                <a:close/>
                <a:moveTo>
                  <a:pt x="2474446" y="1266825"/>
                </a:moveTo>
                <a:cubicBezTo>
                  <a:pt x="2472344" y="1271587"/>
                  <a:pt x="2472344" y="1276350"/>
                  <a:pt x="2476900" y="1276350"/>
                </a:cubicBezTo>
                <a:cubicBezTo>
                  <a:pt x="2467787" y="1285508"/>
                  <a:pt x="2467787" y="1269389"/>
                  <a:pt x="2450263" y="1280746"/>
                </a:cubicBezTo>
                <a:cubicBezTo>
                  <a:pt x="2450263" y="1271587"/>
                  <a:pt x="2463582" y="1269389"/>
                  <a:pt x="2474446" y="1266825"/>
                </a:cubicBezTo>
                <a:close/>
                <a:moveTo>
                  <a:pt x="2446729" y="1262062"/>
                </a:moveTo>
                <a:cubicBezTo>
                  <a:pt x="2430900" y="1275618"/>
                  <a:pt x="2392409" y="1273121"/>
                  <a:pt x="2374063" y="1293455"/>
                </a:cubicBezTo>
                <a:cubicBezTo>
                  <a:pt x="2383416" y="1270980"/>
                  <a:pt x="2421907" y="1268840"/>
                  <a:pt x="2446729" y="1262062"/>
                </a:cubicBezTo>
                <a:close/>
                <a:moveTo>
                  <a:pt x="3939923" y="1257862"/>
                </a:moveTo>
                <a:cubicBezTo>
                  <a:pt x="3946802" y="1260045"/>
                  <a:pt x="3948974" y="1264774"/>
                  <a:pt x="3955854" y="1266957"/>
                </a:cubicBezTo>
                <a:cubicBezTo>
                  <a:pt x="3958026" y="1285511"/>
                  <a:pt x="3937750" y="1250950"/>
                  <a:pt x="3946802" y="1280782"/>
                </a:cubicBezTo>
                <a:cubicBezTo>
                  <a:pt x="3944630" y="1276416"/>
                  <a:pt x="3939923" y="1264774"/>
                  <a:pt x="3939923" y="1257862"/>
                </a:cubicBezTo>
                <a:close/>
                <a:moveTo>
                  <a:pt x="2571476" y="1257847"/>
                </a:moveTo>
                <a:cubicBezTo>
                  <a:pt x="2578363" y="1255712"/>
                  <a:pt x="2580538" y="1262472"/>
                  <a:pt x="2589601" y="1259982"/>
                </a:cubicBezTo>
                <a:cubicBezTo>
                  <a:pt x="2580538" y="1273503"/>
                  <a:pt x="2573651" y="1269233"/>
                  <a:pt x="2555525" y="1275994"/>
                </a:cubicBezTo>
                <a:cubicBezTo>
                  <a:pt x="2543925" y="1273503"/>
                  <a:pt x="2578363" y="1271368"/>
                  <a:pt x="2571476" y="1257847"/>
                </a:cubicBezTo>
                <a:close/>
                <a:moveTo>
                  <a:pt x="3969897" y="1257300"/>
                </a:moveTo>
                <a:cubicBezTo>
                  <a:pt x="3972278" y="1268075"/>
                  <a:pt x="3967516" y="1263698"/>
                  <a:pt x="3964738" y="1265718"/>
                </a:cubicBezTo>
                <a:cubicBezTo>
                  <a:pt x="3964738" y="1259320"/>
                  <a:pt x="3967516" y="1257300"/>
                  <a:pt x="3969897" y="1257300"/>
                </a:cubicBezTo>
                <a:close/>
                <a:moveTo>
                  <a:pt x="3960372" y="1255712"/>
                </a:moveTo>
                <a:cubicBezTo>
                  <a:pt x="3962753" y="1269633"/>
                  <a:pt x="3960372" y="1269633"/>
                  <a:pt x="3957594" y="1269633"/>
                </a:cubicBezTo>
                <a:cubicBezTo>
                  <a:pt x="3955213" y="1262673"/>
                  <a:pt x="3955213" y="1255712"/>
                  <a:pt x="3960372" y="1255712"/>
                </a:cubicBezTo>
                <a:close/>
                <a:moveTo>
                  <a:pt x="2099408" y="1252026"/>
                </a:moveTo>
                <a:cubicBezTo>
                  <a:pt x="2110642" y="1247775"/>
                  <a:pt x="2106293" y="1265486"/>
                  <a:pt x="2119701" y="1256631"/>
                </a:cubicBezTo>
                <a:cubicBezTo>
                  <a:pt x="2110642" y="1270091"/>
                  <a:pt x="2067158" y="1290283"/>
                  <a:pt x="2053388" y="1283552"/>
                </a:cubicBezTo>
                <a:cubicBezTo>
                  <a:pt x="2055925" y="1274696"/>
                  <a:pt x="2062810" y="1270091"/>
                  <a:pt x="2074043" y="1265486"/>
                </a:cubicBezTo>
                <a:cubicBezTo>
                  <a:pt x="2058099" y="1281427"/>
                  <a:pt x="2117527" y="1265486"/>
                  <a:pt x="2099408" y="1252026"/>
                </a:cubicBezTo>
                <a:close/>
                <a:moveTo>
                  <a:pt x="4411209" y="1249107"/>
                </a:moveTo>
                <a:cubicBezTo>
                  <a:pt x="4413369" y="1253426"/>
                  <a:pt x="4406888" y="1258105"/>
                  <a:pt x="4404368" y="1258105"/>
                </a:cubicBezTo>
                <a:cubicBezTo>
                  <a:pt x="4415889" y="1271783"/>
                  <a:pt x="4418049" y="1249107"/>
                  <a:pt x="4411209" y="1249107"/>
                </a:cubicBezTo>
                <a:close/>
                <a:moveTo>
                  <a:pt x="5515372" y="1247775"/>
                </a:moveTo>
                <a:cubicBezTo>
                  <a:pt x="5495264" y="1268123"/>
                  <a:pt x="5506553" y="1292756"/>
                  <a:pt x="5477625" y="1322030"/>
                </a:cubicBezTo>
                <a:cubicBezTo>
                  <a:pt x="5482211" y="1306322"/>
                  <a:pt x="5486444" y="1247775"/>
                  <a:pt x="5515372" y="1247775"/>
                </a:cubicBezTo>
                <a:close/>
                <a:moveTo>
                  <a:pt x="3982536" y="1247568"/>
                </a:moveTo>
                <a:cubicBezTo>
                  <a:pt x="3984683" y="1243012"/>
                  <a:pt x="3987187" y="1251774"/>
                  <a:pt x="3989333" y="1249671"/>
                </a:cubicBezTo>
                <a:cubicBezTo>
                  <a:pt x="3996131" y="1269649"/>
                  <a:pt x="3982536" y="1245115"/>
                  <a:pt x="3989333" y="1260887"/>
                </a:cubicBezTo>
                <a:cubicBezTo>
                  <a:pt x="3991480" y="1269649"/>
                  <a:pt x="3984683" y="1262990"/>
                  <a:pt x="3984683" y="1258433"/>
                </a:cubicBezTo>
                <a:cubicBezTo>
                  <a:pt x="3971088" y="1267546"/>
                  <a:pt x="3978243" y="1251774"/>
                  <a:pt x="3984683" y="1254228"/>
                </a:cubicBezTo>
                <a:cubicBezTo>
                  <a:pt x="3984683" y="1254228"/>
                  <a:pt x="3984683" y="1249671"/>
                  <a:pt x="3982536" y="1247568"/>
                </a:cubicBezTo>
                <a:close/>
                <a:moveTo>
                  <a:pt x="3996125" y="1242339"/>
                </a:moveTo>
                <a:cubicBezTo>
                  <a:pt x="3998282" y="1240958"/>
                  <a:pt x="4001561" y="1242080"/>
                  <a:pt x="4004839" y="1244323"/>
                </a:cubicBezTo>
                <a:cubicBezTo>
                  <a:pt x="4004839" y="1246394"/>
                  <a:pt x="4004839" y="1250880"/>
                  <a:pt x="4007255" y="1255367"/>
                </a:cubicBezTo>
                <a:cubicBezTo>
                  <a:pt x="3998282" y="1246394"/>
                  <a:pt x="4000698" y="1250880"/>
                  <a:pt x="3994141" y="1255367"/>
                </a:cubicBezTo>
                <a:cubicBezTo>
                  <a:pt x="3992933" y="1247602"/>
                  <a:pt x="3993969" y="1243719"/>
                  <a:pt x="3996125" y="1242339"/>
                </a:cubicBezTo>
                <a:close/>
                <a:moveTo>
                  <a:pt x="2173680" y="1239837"/>
                </a:moveTo>
                <a:cubicBezTo>
                  <a:pt x="2173680" y="1258520"/>
                  <a:pt x="2151128" y="1246797"/>
                  <a:pt x="2137525" y="1253758"/>
                </a:cubicBezTo>
                <a:cubicBezTo>
                  <a:pt x="2140031" y="1242401"/>
                  <a:pt x="2160077" y="1251560"/>
                  <a:pt x="2173680" y="1239837"/>
                </a:cubicBezTo>
                <a:close/>
                <a:moveTo>
                  <a:pt x="5360108" y="1238696"/>
                </a:moveTo>
                <a:cubicBezTo>
                  <a:pt x="5357515" y="1238989"/>
                  <a:pt x="5354252" y="1240564"/>
                  <a:pt x="5350292" y="1243984"/>
                </a:cubicBezTo>
                <a:cubicBezTo>
                  <a:pt x="5366132" y="1248664"/>
                  <a:pt x="5343452" y="1246144"/>
                  <a:pt x="5336612" y="1250825"/>
                </a:cubicBezTo>
                <a:cubicBezTo>
                  <a:pt x="5338772" y="1252985"/>
                  <a:pt x="5341292" y="1255505"/>
                  <a:pt x="5338772" y="1257665"/>
                </a:cubicBezTo>
                <a:cubicBezTo>
                  <a:pt x="5336612" y="1255325"/>
                  <a:pt x="5334362" y="1254785"/>
                  <a:pt x="5332112" y="1254245"/>
                </a:cubicBezTo>
                <a:lnTo>
                  <a:pt x="5329326" y="1252814"/>
                </a:lnTo>
                <a:lnTo>
                  <a:pt x="5329022" y="1256188"/>
                </a:lnTo>
                <a:lnTo>
                  <a:pt x="5325974" y="1259952"/>
                </a:lnTo>
                <a:lnTo>
                  <a:pt x="5336612" y="1259825"/>
                </a:lnTo>
                <a:cubicBezTo>
                  <a:pt x="5336612" y="1266666"/>
                  <a:pt x="5341292" y="1282867"/>
                  <a:pt x="5352452" y="1276026"/>
                </a:cubicBezTo>
                <a:cubicBezTo>
                  <a:pt x="5354792" y="1273686"/>
                  <a:pt x="5351372" y="1270806"/>
                  <a:pt x="5348222" y="1267656"/>
                </a:cubicBezTo>
                <a:lnTo>
                  <a:pt x="5345967" y="1264727"/>
                </a:lnTo>
                <a:lnTo>
                  <a:pt x="5344418" y="1264209"/>
                </a:lnTo>
                <a:lnTo>
                  <a:pt x="5344552" y="1262890"/>
                </a:lnTo>
                <a:lnTo>
                  <a:pt x="5344453" y="1262762"/>
                </a:lnTo>
                <a:lnTo>
                  <a:pt x="5344655" y="1261877"/>
                </a:lnTo>
                <a:lnTo>
                  <a:pt x="5344936" y="1259104"/>
                </a:lnTo>
                <a:cubicBezTo>
                  <a:pt x="5346377" y="1255290"/>
                  <a:pt x="5348703" y="1251198"/>
                  <a:pt x="5344052" y="1250081"/>
                </a:cubicBezTo>
                <a:cubicBezTo>
                  <a:pt x="5346377" y="1248314"/>
                  <a:pt x="5348424" y="1247872"/>
                  <a:pt x="5350075" y="1248349"/>
                </a:cubicBezTo>
                <a:cubicBezTo>
                  <a:pt x="5352552" y="1249064"/>
                  <a:pt x="5354139" y="1251846"/>
                  <a:pt x="5354444" y="1255321"/>
                </a:cubicBezTo>
                <a:lnTo>
                  <a:pt x="5353610" y="1258113"/>
                </a:lnTo>
                <a:lnTo>
                  <a:pt x="5356817" y="1255640"/>
                </a:lnTo>
                <a:cubicBezTo>
                  <a:pt x="5359922" y="1252535"/>
                  <a:pt x="5362712" y="1249745"/>
                  <a:pt x="5366132" y="1255505"/>
                </a:cubicBezTo>
                <a:cubicBezTo>
                  <a:pt x="5369642" y="1248484"/>
                  <a:pt x="5367887" y="1237819"/>
                  <a:pt x="5360108" y="1238696"/>
                </a:cubicBezTo>
                <a:close/>
                <a:moveTo>
                  <a:pt x="5795547" y="1236662"/>
                </a:moveTo>
                <a:cubicBezTo>
                  <a:pt x="5802616" y="1243463"/>
                  <a:pt x="5793315" y="1252412"/>
                  <a:pt x="5807453" y="1259214"/>
                </a:cubicBezTo>
                <a:cubicBezTo>
                  <a:pt x="5788850" y="1272817"/>
                  <a:pt x="5784013" y="1243463"/>
                  <a:pt x="5795547" y="1236662"/>
                </a:cubicBezTo>
                <a:close/>
                <a:moveTo>
                  <a:pt x="2388850" y="1235622"/>
                </a:moveTo>
                <a:cubicBezTo>
                  <a:pt x="2392230" y="1234204"/>
                  <a:pt x="2396767" y="1234204"/>
                  <a:pt x="2400147" y="1236508"/>
                </a:cubicBezTo>
                <a:cubicBezTo>
                  <a:pt x="2402282" y="1243243"/>
                  <a:pt x="2386626" y="1268057"/>
                  <a:pt x="2384491" y="1252105"/>
                </a:cubicBezTo>
                <a:lnTo>
                  <a:pt x="2393387" y="1249979"/>
                </a:lnTo>
                <a:cubicBezTo>
                  <a:pt x="2393387" y="1243243"/>
                  <a:pt x="2388761" y="1243243"/>
                  <a:pt x="2384491" y="1243243"/>
                </a:cubicBezTo>
                <a:cubicBezTo>
                  <a:pt x="2383246" y="1239876"/>
                  <a:pt x="2385470" y="1237040"/>
                  <a:pt x="2388850" y="1235622"/>
                </a:cubicBezTo>
                <a:close/>
                <a:moveTo>
                  <a:pt x="5570594" y="1231900"/>
                </a:moveTo>
                <a:cubicBezTo>
                  <a:pt x="5582042" y="1238860"/>
                  <a:pt x="5563797" y="1255345"/>
                  <a:pt x="5557000" y="1252781"/>
                </a:cubicBezTo>
                <a:cubicBezTo>
                  <a:pt x="5559146" y="1245821"/>
                  <a:pt x="5557000" y="1238860"/>
                  <a:pt x="5570594" y="1231900"/>
                </a:cubicBezTo>
                <a:close/>
                <a:moveTo>
                  <a:pt x="2842016" y="1231900"/>
                </a:moveTo>
                <a:cubicBezTo>
                  <a:pt x="2828357" y="1238860"/>
                  <a:pt x="2805713" y="1255345"/>
                  <a:pt x="2785225" y="1245821"/>
                </a:cubicBezTo>
                <a:cubicBezTo>
                  <a:pt x="2798884" y="1236662"/>
                  <a:pt x="2826201" y="1238860"/>
                  <a:pt x="2842016" y="1231900"/>
                </a:cubicBezTo>
                <a:close/>
                <a:moveTo>
                  <a:pt x="2202690" y="1230902"/>
                </a:moveTo>
                <a:cubicBezTo>
                  <a:pt x="2211775" y="1242513"/>
                  <a:pt x="2188880" y="1239973"/>
                  <a:pt x="2197965" y="1249408"/>
                </a:cubicBezTo>
                <a:cubicBezTo>
                  <a:pt x="2186700" y="1253762"/>
                  <a:pt x="2188880" y="1239973"/>
                  <a:pt x="2181975" y="1242513"/>
                </a:cubicBezTo>
                <a:cubicBezTo>
                  <a:pt x="2181975" y="1228725"/>
                  <a:pt x="2188880" y="1237796"/>
                  <a:pt x="2202690" y="1230902"/>
                </a:cubicBezTo>
                <a:close/>
                <a:moveTo>
                  <a:pt x="2445589" y="1227242"/>
                </a:moveTo>
                <a:cubicBezTo>
                  <a:pt x="2449656" y="1227005"/>
                  <a:pt x="2452941" y="1227137"/>
                  <a:pt x="2454663" y="1227666"/>
                </a:cubicBezTo>
                <a:cubicBezTo>
                  <a:pt x="2450313" y="1236486"/>
                  <a:pt x="2418051" y="1241072"/>
                  <a:pt x="2408988" y="1238603"/>
                </a:cubicBezTo>
                <a:cubicBezTo>
                  <a:pt x="2414154" y="1231988"/>
                  <a:pt x="2433389" y="1227953"/>
                  <a:pt x="2445589" y="1227242"/>
                </a:cubicBezTo>
                <a:close/>
                <a:moveTo>
                  <a:pt x="5132212" y="1223962"/>
                </a:moveTo>
                <a:cubicBezTo>
                  <a:pt x="5139124" y="1232911"/>
                  <a:pt x="5127846" y="1246514"/>
                  <a:pt x="5130029" y="1255821"/>
                </a:cubicBezTo>
                <a:cubicBezTo>
                  <a:pt x="5118387" y="1260117"/>
                  <a:pt x="5118387" y="1253315"/>
                  <a:pt x="5104563" y="1249020"/>
                </a:cubicBezTo>
                <a:cubicBezTo>
                  <a:pt x="5125300" y="1244366"/>
                  <a:pt x="5118387" y="1237565"/>
                  <a:pt x="5132212" y="1223962"/>
                </a:cubicBezTo>
                <a:close/>
                <a:moveTo>
                  <a:pt x="5632609" y="1221316"/>
                </a:moveTo>
                <a:cubicBezTo>
                  <a:pt x="5637262" y="1232540"/>
                  <a:pt x="5646211" y="1214437"/>
                  <a:pt x="5648717" y="1226023"/>
                </a:cubicBezTo>
                <a:cubicBezTo>
                  <a:pt x="5641916" y="1232540"/>
                  <a:pt x="5644064" y="1237247"/>
                  <a:pt x="5632609" y="1244126"/>
                </a:cubicBezTo>
                <a:cubicBezTo>
                  <a:pt x="5639410" y="1251005"/>
                  <a:pt x="5635115" y="1264763"/>
                  <a:pt x="5648717" y="1266936"/>
                </a:cubicBezTo>
                <a:cubicBezTo>
                  <a:pt x="5648717" y="1276349"/>
                  <a:pt x="5641916" y="1269470"/>
                  <a:pt x="5632609" y="1278522"/>
                </a:cubicBezTo>
                <a:cubicBezTo>
                  <a:pt x="5630461" y="1287573"/>
                  <a:pt x="5648717" y="1285401"/>
                  <a:pt x="5639410" y="1296625"/>
                </a:cubicBezTo>
                <a:cubicBezTo>
                  <a:pt x="5630461" y="1290108"/>
                  <a:pt x="5621512" y="1296625"/>
                  <a:pt x="5612563" y="1285401"/>
                </a:cubicBezTo>
                <a:cubicBezTo>
                  <a:pt x="5626166" y="1264763"/>
                  <a:pt x="5616859" y="1246298"/>
                  <a:pt x="5632609" y="1226023"/>
                </a:cubicBezTo>
                <a:cubicBezTo>
                  <a:pt x="5630461" y="1223488"/>
                  <a:pt x="5630461" y="1223488"/>
                  <a:pt x="5632609" y="1221316"/>
                </a:cubicBezTo>
                <a:close/>
                <a:moveTo>
                  <a:pt x="5837015" y="1221303"/>
                </a:moveTo>
                <a:cubicBezTo>
                  <a:pt x="5831435" y="1225803"/>
                  <a:pt x="5826935" y="1234894"/>
                  <a:pt x="5825225" y="1245154"/>
                </a:cubicBezTo>
                <a:lnTo>
                  <a:pt x="5829705" y="1273094"/>
                </a:lnTo>
                <a:lnTo>
                  <a:pt x="5831099" y="1271876"/>
                </a:lnTo>
                <a:lnTo>
                  <a:pt x="5836295" y="1248530"/>
                </a:lnTo>
                <a:lnTo>
                  <a:pt x="5836337" y="1246929"/>
                </a:lnTo>
                <a:lnTo>
                  <a:pt x="5836161" y="1238402"/>
                </a:lnTo>
                <a:lnTo>
                  <a:pt x="5836608" y="1236707"/>
                </a:lnTo>
                <a:close/>
                <a:moveTo>
                  <a:pt x="4417175" y="1220611"/>
                </a:moveTo>
                <a:cubicBezTo>
                  <a:pt x="4419310" y="1216025"/>
                  <a:pt x="4430696" y="1229430"/>
                  <a:pt x="4430696" y="1220611"/>
                </a:cubicBezTo>
                <a:cubicBezTo>
                  <a:pt x="4437457" y="1227314"/>
                  <a:pt x="4426071" y="1231547"/>
                  <a:pt x="4417175" y="1220611"/>
                </a:cubicBezTo>
                <a:close/>
                <a:moveTo>
                  <a:pt x="4391341" y="1220431"/>
                </a:moveTo>
                <a:cubicBezTo>
                  <a:pt x="4393876" y="1219268"/>
                  <a:pt x="4398946" y="1221035"/>
                  <a:pt x="4405707" y="1229221"/>
                </a:cubicBezTo>
                <a:cubicBezTo>
                  <a:pt x="4405707" y="1236290"/>
                  <a:pt x="4392186" y="1222151"/>
                  <a:pt x="4392186" y="1229221"/>
                </a:cubicBezTo>
                <a:cubicBezTo>
                  <a:pt x="4388805" y="1225686"/>
                  <a:pt x="4388805" y="1221593"/>
                  <a:pt x="4391341" y="1220431"/>
                </a:cubicBezTo>
                <a:close/>
                <a:moveTo>
                  <a:pt x="4950750" y="1220419"/>
                </a:moveTo>
                <a:cubicBezTo>
                  <a:pt x="4950972" y="1221331"/>
                  <a:pt x="4950528" y="1223154"/>
                  <a:pt x="4949641" y="1225112"/>
                </a:cubicBezTo>
                <a:lnTo>
                  <a:pt x="4946349" y="1229908"/>
                </a:lnTo>
                <a:lnTo>
                  <a:pt x="4949422" y="1230652"/>
                </a:lnTo>
                <a:cubicBezTo>
                  <a:pt x="4953463" y="1233126"/>
                  <a:pt x="4957895" y="1236555"/>
                  <a:pt x="4962922" y="1239085"/>
                </a:cubicBezTo>
                <a:cubicBezTo>
                  <a:pt x="4953750" y="1245832"/>
                  <a:pt x="4944931" y="1245832"/>
                  <a:pt x="4931525" y="1234824"/>
                </a:cubicBezTo>
                <a:lnTo>
                  <a:pt x="4937704" y="1228522"/>
                </a:lnTo>
                <a:lnTo>
                  <a:pt x="4936288" y="1225823"/>
                </a:lnTo>
                <a:cubicBezTo>
                  <a:pt x="4938529" y="1223332"/>
                  <a:pt x="4947867" y="1227958"/>
                  <a:pt x="4947867" y="1221197"/>
                </a:cubicBezTo>
                <a:cubicBezTo>
                  <a:pt x="4949641" y="1219507"/>
                  <a:pt x="4950528" y="1219507"/>
                  <a:pt x="4950750" y="1220419"/>
                </a:cubicBezTo>
                <a:close/>
                <a:moveTo>
                  <a:pt x="5495339" y="1220355"/>
                </a:moveTo>
                <a:cubicBezTo>
                  <a:pt x="5496899" y="1219538"/>
                  <a:pt x="5498329" y="1219538"/>
                  <a:pt x="5499492" y="1221238"/>
                </a:cubicBezTo>
                <a:cubicBezTo>
                  <a:pt x="5490549" y="1230187"/>
                  <a:pt x="5488402" y="1241643"/>
                  <a:pt x="5483751" y="1250592"/>
                </a:cubicBezTo>
                <a:cubicBezTo>
                  <a:pt x="5474450" y="1241643"/>
                  <a:pt x="5481605" y="1234841"/>
                  <a:pt x="5481605" y="1225892"/>
                </a:cubicBezTo>
                <a:cubicBezTo>
                  <a:pt x="5484825" y="1232604"/>
                  <a:pt x="5490661" y="1222804"/>
                  <a:pt x="5495339" y="1220355"/>
                </a:cubicBezTo>
                <a:close/>
                <a:moveTo>
                  <a:pt x="5941290" y="1216025"/>
                </a:moveTo>
                <a:cubicBezTo>
                  <a:pt x="5955100" y="1229849"/>
                  <a:pt x="5948195" y="1238944"/>
                  <a:pt x="5941290" y="1250586"/>
                </a:cubicBezTo>
                <a:cubicBezTo>
                  <a:pt x="5932205" y="1243674"/>
                  <a:pt x="5939110" y="1238944"/>
                  <a:pt x="5932205" y="1234579"/>
                </a:cubicBezTo>
                <a:cubicBezTo>
                  <a:pt x="5929661" y="1234579"/>
                  <a:pt x="5927480" y="1238944"/>
                  <a:pt x="5925300" y="1236761"/>
                </a:cubicBezTo>
                <a:cubicBezTo>
                  <a:pt x="5939110" y="1232032"/>
                  <a:pt x="5932205" y="1227666"/>
                  <a:pt x="5941290" y="1216025"/>
                </a:cubicBezTo>
                <a:close/>
                <a:moveTo>
                  <a:pt x="2809797" y="1212850"/>
                </a:moveTo>
                <a:cubicBezTo>
                  <a:pt x="2816616" y="1212850"/>
                  <a:pt x="2814463" y="1222041"/>
                  <a:pt x="2816616" y="1229026"/>
                </a:cubicBezTo>
                <a:cubicBezTo>
                  <a:pt x="2802978" y="1229026"/>
                  <a:pt x="2775700" y="1247407"/>
                  <a:pt x="2780366" y="1224246"/>
                </a:cubicBezTo>
                <a:cubicBezTo>
                  <a:pt x="2794005" y="1226820"/>
                  <a:pt x="2812309" y="1236011"/>
                  <a:pt x="2809797" y="1212850"/>
                </a:cubicBezTo>
                <a:close/>
                <a:moveTo>
                  <a:pt x="3391750" y="1207950"/>
                </a:moveTo>
                <a:cubicBezTo>
                  <a:pt x="3400813" y="1216846"/>
                  <a:pt x="3366376" y="1205815"/>
                  <a:pt x="3371088" y="1223606"/>
                </a:cubicBezTo>
                <a:cubicBezTo>
                  <a:pt x="3355138" y="1214711"/>
                  <a:pt x="3377976" y="1203325"/>
                  <a:pt x="3391750" y="1207950"/>
                </a:cubicBezTo>
                <a:close/>
                <a:moveTo>
                  <a:pt x="3303988" y="1207028"/>
                </a:moveTo>
                <a:cubicBezTo>
                  <a:pt x="3301885" y="1220434"/>
                  <a:pt x="3301885" y="1220434"/>
                  <a:pt x="3301885" y="1220434"/>
                </a:cubicBezTo>
                <a:cubicBezTo>
                  <a:pt x="3297328" y="1215848"/>
                  <a:pt x="3286113" y="1215848"/>
                  <a:pt x="3277350" y="1215848"/>
                </a:cubicBezTo>
                <a:cubicBezTo>
                  <a:pt x="3279453" y="1204912"/>
                  <a:pt x="3295225" y="1209145"/>
                  <a:pt x="3303988" y="1207028"/>
                </a:cubicBezTo>
                <a:close/>
                <a:moveTo>
                  <a:pt x="4849736" y="1204912"/>
                </a:moveTo>
                <a:cubicBezTo>
                  <a:pt x="4878784" y="1220862"/>
                  <a:pt x="4845131" y="1241525"/>
                  <a:pt x="4840526" y="1250587"/>
                </a:cubicBezTo>
                <a:cubicBezTo>
                  <a:pt x="4836275" y="1232100"/>
                  <a:pt x="4851862" y="1220862"/>
                  <a:pt x="4849736" y="1204912"/>
                </a:cubicBezTo>
                <a:close/>
                <a:moveTo>
                  <a:pt x="6269334" y="1198562"/>
                </a:moveTo>
                <a:cubicBezTo>
                  <a:pt x="6275993" y="1198562"/>
                  <a:pt x="6275993" y="1205221"/>
                  <a:pt x="6269334" y="1207324"/>
                </a:cubicBezTo>
                <a:cubicBezTo>
                  <a:pt x="6273890" y="1209427"/>
                  <a:pt x="6275993" y="1213983"/>
                  <a:pt x="6280550" y="1213983"/>
                </a:cubicBezTo>
                <a:cubicBezTo>
                  <a:pt x="6278096" y="1220643"/>
                  <a:pt x="6271437" y="1222746"/>
                  <a:pt x="6260572" y="1225199"/>
                </a:cubicBezTo>
                <a:cubicBezTo>
                  <a:pt x="6253913" y="1209427"/>
                  <a:pt x="6271437" y="1209427"/>
                  <a:pt x="6269334" y="1198562"/>
                </a:cubicBezTo>
                <a:close/>
                <a:moveTo>
                  <a:pt x="6046537" y="1196101"/>
                </a:moveTo>
                <a:cubicBezTo>
                  <a:pt x="6037177" y="1207622"/>
                  <a:pt x="6057697" y="1214462"/>
                  <a:pt x="6037177" y="1219142"/>
                </a:cubicBezTo>
                <a:cubicBezTo>
                  <a:pt x="6050857" y="1237144"/>
                  <a:pt x="6064537" y="1193941"/>
                  <a:pt x="6046537" y="1196101"/>
                </a:cubicBezTo>
                <a:close/>
                <a:moveTo>
                  <a:pt x="5647091" y="1194941"/>
                </a:moveTo>
                <a:cubicBezTo>
                  <a:pt x="5647903" y="1193912"/>
                  <a:pt x="5648516" y="1194021"/>
                  <a:pt x="5649152" y="1196212"/>
                </a:cubicBezTo>
                <a:cubicBezTo>
                  <a:pt x="5637523" y="1207427"/>
                  <a:pt x="5658237" y="1202871"/>
                  <a:pt x="5649152" y="1214086"/>
                </a:cubicBezTo>
                <a:cubicBezTo>
                  <a:pt x="5642247" y="1211983"/>
                  <a:pt x="5635343" y="1214086"/>
                  <a:pt x="5628438" y="1209530"/>
                </a:cubicBezTo>
                <a:cubicBezTo>
                  <a:pt x="5640430" y="1211370"/>
                  <a:pt x="5644655" y="1198030"/>
                  <a:pt x="5647091" y="1194941"/>
                </a:cubicBezTo>
                <a:close/>
                <a:moveTo>
                  <a:pt x="2191138" y="1194347"/>
                </a:moveTo>
                <a:cubicBezTo>
                  <a:pt x="2184250" y="1207868"/>
                  <a:pt x="2161413" y="1198972"/>
                  <a:pt x="2152351" y="1212494"/>
                </a:cubicBezTo>
                <a:cubicBezTo>
                  <a:pt x="2145463" y="1192212"/>
                  <a:pt x="2177725" y="1201107"/>
                  <a:pt x="2191138" y="1194347"/>
                </a:cubicBezTo>
                <a:close/>
                <a:moveTo>
                  <a:pt x="6398016" y="1192212"/>
                </a:moveTo>
                <a:cubicBezTo>
                  <a:pt x="6398016" y="1215131"/>
                  <a:pt x="6398016" y="1215131"/>
                  <a:pt x="6398016" y="1215131"/>
                </a:cubicBezTo>
                <a:cubicBezTo>
                  <a:pt x="6393350" y="1212948"/>
                  <a:pt x="6389043" y="1210402"/>
                  <a:pt x="6382224" y="1212948"/>
                </a:cubicBezTo>
                <a:lnTo>
                  <a:pt x="6382224" y="1226773"/>
                </a:lnTo>
                <a:cubicBezTo>
                  <a:pt x="6357100" y="1226773"/>
                  <a:pt x="6386531" y="1194395"/>
                  <a:pt x="6398016" y="1192212"/>
                </a:cubicBezTo>
                <a:close/>
                <a:moveTo>
                  <a:pt x="5578696" y="1192212"/>
                </a:moveTo>
                <a:cubicBezTo>
                  <a:pt x="5589985" y="1196577"/>
                  <a:pt x="5583282" y="1212948"/>
                  <a:pt x="5578696" y="1226773"/>
                </a:cubicBezTo>
                <a:cubicBezTo>
                  <a:pt x="5558588" y="1226773"/>
                  <a:pt x="5576580" y="1203490"/>
                  <a:pt x="5578696" y="1192212"/>
                </a:cubicBezTo>
                <a:close/>
                <a:moveTo>
                  <a:pt x="4976345" y="1191925"/>
                </a:moveTo>
                <a:cubicBezTo>
                  <a:pt x="4977458" y="1196521"/>
                  <a:pt x="4969875" y="1215619"/>
                  <a:pt x="4965982" y="1234717"/>
                </a:cubicBezTo>
                <a:cubicBezTo>
                  <a:pt x="4947400" y="1232216"/>
                  <a:pt x="4970718" y="1218992"/>
                  <a:pt x="4952136" y="1214346"/>
                </a:cubicBezTo>
                <a:cubicBezTo>
                  <a:pt x="4961973" y="1202462"/>
                  <a:pt x="4968190" y="1195672"/>
                  <a:pt x="4971874" y="1192701"/>
                </a:cubicBezTo>
                <a:cubicBezTo>
                  <a:pt x="4974637" y="1190473"/>
                  <a:pt x="4975974" y="1190393"/>
                  <a:pt x="4976345" y="1191925"/>
                </a:cubicBezTo>
                <a:close/>
                <a:moveTo>
                  <a:pt x="6321198" y="1189037"/>
                </a:moveTo>
                <a:cubicBezTo>
                  <a:pt x="6335119" y="1207015"/>
                  <a:pt x="6337684" y="1238657"/>
                  <a:pt x="6337684" y="1272815"/>
                </a:cubicBezTo>
                <a:cubicBezTo>
                  <a:pt x="6325961" y="1248005"/>
                  <a:pt x="6319000" y="1225353"/>
                  <a:pt x="6321198" y="1189037"/>
                </a:cubicBezTo>
                <a:close/>
                <a:moveTo>
                  <a:pt x="3495273" y="1181021"/>
                </a:moveTo>
                <a:cubicBezTo>
                  <a:pt x="3498667" y="1182756"/>
                  <a:pt x="3502650" y="1185068"/>
                  <a:pt x="3507176" y="1184001"/>
                </a:cubicBezTo>
                <a:cubicBezTo>
                  <a:pt x="3498124" y="1195031"/>
                  <a:pt x="3493418" y="1186136"/>
                  <a:pt x="3486900" y="1181510"/>
                </a:cubicBezTo>
                <a:cubicBezTo>
                  <a:pt x="3489073" y="1178130"/>
                  <a:pt x="3491879" y="1179286"/>
                  <a:pt x="3495273" y="1181021"/>
                </a:cubicBezTo>
                <a:close/>
                <a:moveTo>
                  <a:pt x="3597657" y="1177894"/>
                </a:moveTo>
                <a:cubicBezTo>
                  <a:pt x="3602075" y="1179634"/>
                  <a:pt x="3606819" y="1183115"/>
                  <a:pt x="3610353" y="1185496"/>
                </a:cubicBezTo>
                <a:cubicBezTo>
                  <a:pt x="3605516" y="1190258"/>
                  <a:pt x="3593610" y="1180733"/>
                  <a:pt x="3586913" y="1180733"/>
                </a:cubicBezTo>
                <a:cubicBezTo>
                  <a:pt x="3589146" y="1176154"/>
                  <a:pt x="3593238" y="1176154"/>
                  <a:pt x="3597657" y="1177894"/>
                </a:cubicBezTo>
                <a:close/>
                <a:moveTo>
                  <a:pt x="5648926" y="1168400"/>
                </a:moveTo>
                <a:lnTo>
                  <a:pt x="5658228" y="1179848"/>
                </a:lnTo>
                <a:cubicBezTo>
                  <a:pt x="5651159" y="1186645"/>
                  <a:pt x="5641857" y="1193442"/>
                  <a:pt x="5634788" y="1184498"/>
                </a:cubicBezTo>
                <a:cubicBezTo>
                  <a:pt x="5644090" y="1179848"/>
                  <a:pt x="5637020" y="1173050"/>
                  <a:pt x="5648926" y="1168400"/>
                </a:cubicBezTo>
                <a:close/>
                <a:moveTo>
                  <a:pt x="3531042" y="1168091"/>
                </a:moveTo>
                <a:cubicBezTo>
                  <a:pt x="3533820" y="1168664"/>
                  <a:pt x="3536642" y="1170340"/>
                  <a:pt x="3538935" y="1170340"/>
                </a:cubicBezTo>
                <a:cubicBezTo>
                  <a:pt x="3536466" y="1179159"/>
                  <a:pt x="3527647" y="1177042"/>
                  <a:pt x="3523413" y="1172456"/>
                </a:cubicBezTo>
                <a:cubicBezTo>
                  <a:pt x="3525530" y="1168047"/>
                  <a:pt x="3528264" y="1167517"/>
                  <a:pt x="3531042" y="1168091"/>
                </a:cubicBezTo>
                <a:close/>
                <a:moveTo>
                  <a:pt x="2156282" y="1167933"/>
                </a:moveTo>
                <a:cubicBezTo>
                  <a:pt x="2162323" y="1167119"/>
                  <a:pt x="2168138" y="1170015"/>
                  <a:pt x="2170500" y="1177980"/>
                </a:cubicBezTo>
                <a:cubicBezTo>
                  <a:pt x="2163595" y="1173273"/>
                  <a:pt x="2149785" y="1182325"/>
                  <a:pt x="2140700" y="1180152"/>
                </a:cubicBezTo>
                <a:cubicBezTo>
                  <a:pt x="2143971" y="1173273"/>
                  <a:pt x="2150240" y="1168748"/>
                  <a:pt x="2156282" y="1167933"/>
                </a:cubicBezTo>
                <a:close/>
                <a:moveTo>
                  <a:pt x="2543562" y="1164166"/>
                </a:moveTo>
                <a:cubicBezTo>
                  <a:pt x="2541381" y="1172986"/>
                  <a:pt x="2527572" y="1175103"/>
                  <a:pt x="2513763" y="1177572"/>
                </a:cubicBezTo>
                <a:cubicBezTo>
                  <a:pt x="2525029" y="1170869"/>
                  <a:pt x="2529753" y="1162050"/>
                  <a:pt x="2543562" y="1164166"/>
                </a:cubicBezTo>
                <a:close/>
                <a:moveTo>
                  <a:pt x="3395803" y="1161479"/>
                </a:moveTo>
                <a:cubicBezTo>
                  <a:pt x="3407159" y="1158875"/>
                  <a:pt x="3404961" y="1168176"/>
                  <a:pt x="3416684" y="1165944"/>
                </a:cubicBezTo>
                <a:cubicBezTo>
                  <a:pt x="3411922" y="1182315"/>
                  <a:pt x="3404961" y="1163712"/>
                  <a:pt x="3393238" y="1173013"/>
                </a:cubicBezTo>
                <a:cubicBezTo>
                  <a:pt x="3395803" y="1161479"/>
                  <a:pt x="3395803" y="1161479"/>
                  <a:pt x="3395803" y="1161479"/>
                </a:cubicBezTo>
                <a:close/>
                <a:moveTo>
                  <a:pt x="4922103" y="1158875"/>
                </a:moveTo>
                <a:cubicBezTo>
                  <a:pt x="4937525" y="1165672"/>
                  <a:pt x="4930865" y="1179266"/>
                  <a:pt x="4924206" y="1183917"/>
                </a:cubicBezTo>
                <a:cubicBezTo>
                  <a:pt x="4910888" y="1174616"/>
                  <a:pt x="4930865" y="1170323"/>
                  <a:pt x="4922103" y="1158875"/>
                </a:cubicBezTo>
                <a:close/>
                <a:moveTo>
                  <a:pt x="3490747" y="1158089"/>
                </a:moveTo>
                <a:cubicBezTo>
                  <a:pt x="3493037" y="1156993"/>
                  <a:pt x="3494777" y="1158133"/>
                  <a:pt x="3496059" y="1163740"/>
                </a:cubicBezTo>
                <a:cubicBezTo>
                  <a:pt x="3489099" y="1165843"/>
                  <a:pt x="3482138" y="1179161"/>
                  <a:pt x="3482138" y="1165843"/>
                </a:cubicBezTo>
                <a:cubicBezTo>
                  <a:pt x="3485619" y="1162514"/>
                  <a:pt x="3488458" y="1159184"/>
                  <a:pt x="3490747" y="1158089"/>
                </a:cubicBezTo>
                <a:close/>
                <a:moveTo>
                  <a:pt x="6411121" y="1155700"/>
                </a:moveTo>
                <a:cubicBezTo>
                  <a:pt x="6440875" y="1175728"/>
                  <a:pt x="6411121" y="1219005"/>
                  <a:pt x="6433981" y="1245829"/>
                </a:cubicBezTo>
                <a:cubicBezTo>
                  <a:pt x="6390438" y="1232238"/>
                  <a:pt x="6427087" y="1191823"/>
                  <a:pt x="6411121" y="1155700"/>
                </a:cubicBezTo>
                <a:close/>
                <a:moveTo>
                  <a:pt x="4981112" y="1155700"/>
                </a:moveTo>
                <a:cubicBezTo>
                  <a:pt x="4994668" y="1164771"/>
                  <a:pt x="4990387" y="1166948"/>
                  <a:pt x="4983609" y="1180737"/>
                </a:cubicBezTo>
                <a:cubicBezTo>
                  <a:pt x="4963275" y="1178560"/>
                  <a:pt x="4981112" y="1162594"/>
                  <a:pt x="4981112" y="1155700"/>
                </a:cubicBezTo>
                <a:close/>
                <a:moveTo>
                  <a:pt x="5592544" y="1152525"/>
                </a:moveTo>
                <a:cubicBezTo>
                  <a:pt x="5605863" y="1152525"/>
                  <a:pt x="5590441" y="1179161"/>
                  <a:pt x="5579225" y="1172502"/>
                </a:cubicBezTo>
                <a:cubicBezTo>
                  <a:pt x="5581678" y="1161637"/>
                  <a:pt x="5590441" y="1161637"/>
                  <a:pt x="5592544" y="1152525"/>
                </a:cubicBezTo>
                <a:close/>
                <a:moveTo>
                  <a:pt x="5167938" y="1150937"/>
                </a:moveTo>
                <a:cubicBezTo>
                  <a:pt x="5174740" y="1150937"/>
                  <a:pt x="5179393" y="1155616"/>
                  <a:pt x="5186194" y="1159936"/>
                </a:cubicBezTo>
                <a:cubicBezTo>
                  <a:pt x="5179393" y="1166775"/>
                  <a:pt x="5177245" y="1171454"/>
                  <a:pt x="5184047" y="1178294"/>
                </a:cubicBezTo>
                <a:cubicBezTo>
                  <a:pt x="5179393" y="1180453"/>
                  <a:pt x="5177245" y="1180453"/>
                  <a:pt x="5172592" y="1180453"/>
                </a:cubicBezTo>
                <a:cubicBezTo>
                  <a:pt x="5179393" y="1189812"/>
                  <a:pt x="5172592" y="1194132"/>
                  <a:pt x="5188342" y="1194132"/>
                </a:cubicBezTo>
                <a:cubicBezTo>
                  <a:pt x="5174740" y="1200971"/>
                  <a:pt x="5177245" y="1207810"/>
                  <a:pt x="5177245" y="1212490"/>
                </a:cubicBezTo>
                <a:cubicBezTo>
                  <a:pt x="5170444" y="1200971"/>
                  <a:pt x="5174740" y="1187293"/>
                  <a:pt x="5152188" y="1187293"/>
                </a:cubicBezTo>
                <a:cubicBezTo>
                  <a:pt x="5158989" y="1178294"/>
                  <a:pt x="5163643" y="1171454"/>
                  <a:pt x="5174740" y="1168935"/>
                </a:cubicBezTo>
                <a:cubicBezTo>
                  <a:pt x="5172592" y="1164615"/>
                  <a:pt x="5156841" y="1159936"/>
                  <a:pt x="5163643" y="1155616"/>
                </a:cubicBezTo>
                <a:cubicBezTo>
                  <a:pt x="5170444" y="1159936"/>
                  <a:pt x="5165791" y="1153097"/>
                  <a:pt x="5167938" y="1150937"/>
                </a:cubicBezTo>
                <a:close/>
                <a:moveTo>
                  <a:pt x="4880353" y="1150937"/>
                </a:moveTo>
                <a:cubicBezTo>
                  <a:pt x="4880353" y="1175995"/>
                  <a:pt x="4873284" y="1194516"/>
                  <a:pt x="4861378" y="1206137"/>
                </a:cubicBezTo>
                <a:cubicBezTo>
                  <a:pt x="4856913" y="1187616"/>
                  <a:pt x="4866215" y="1166916"/>
                  <a:pt x="4880353" y="1150937"/>
                </a:cubicBezTo>
                <a:close/>
                <a:moveTo>
                  <a:pt x="4506785" y="1149963"/>
                </a:moveTo>
                <a:cubicBezTo>
                  <a:pt x="4509320" y="1148869"/>
                  <a:pt x="4514389" y="1149374"/>
                  <a:pt x="4520001" y="1152573"/>
                </a:cubicBezTo>
                <a:cubicBezTo>
                  <a:pt x="4517829" y="1156950"/>
                  <a:pt x="4510949" y="1152573"/>
                  <a:pt x="4508777" y="1156950"/>
                </a:cubicBezTo>
                <a:cubicBezTo>
                  <a:pt x="4504251" y="1153751"/>
                  <a:pt x="4504251" y="1151057"/>
                  <a:pt x="4506785" y="1149963"/>
                </a:cubicBezTo>
                <a:close/>
                <a:moveTo>
                  <a:pt x="6053377" y="1146057"/>
                </a:moveTo>
                <a:cubicBezTo>
                  <a:pt x="6041857" y="1152898"/>
                  <a:pt x="6048697" y="1159738"/>
                  <a:pt x="6055537" y="1168739"/>
                </a:cubicBezTo>
                <a:cubicBezTo>
                  <a:pt x="6062377" y="1164419"/>
                  <a:pt x="6059857" y="1159738"/>
                  <a:pt x="6064537" y="1155418"/>
                </a:cubicBezTo>
                <a:cubicBezTo>
                  <a:pt x="6062377" y="1146057"/>
                  <a:pt x="6057697" y="1148578"/>
                  <a:pt x="6053377" y="1146057"/>
                </a:cubicBezTo>
                <a:close/>
                <a:moveTo>
                  <a:pt x="3348245" y="1143707"/>
                </a:moveTo>
                <a:cubicBezTo>
                  <a:pt x="3352664" y="1143190"/>
                  <a:pt x="3358524" y="1144311"/>
                  <a:pt x="3364291" y="1144311"/>
                </a:cubicBezTo>
                <a:cubicBezTo>
                  <a:pt x="3364291" y="1148798"/>
                  <a:pt x="3359826" y="1146382"/>
                  <a:pt x="3354989" y="1146382"/>
                </a:cubicBezTo>
                <a:cubicBezTo>
                  <a:pt x="3352757" y="1148798"/>
                  <a:pt x="3352757" y="1150868"/>
                  <a:pt x="3354989" y="1150868"/>
                </a:cubicBezTo>
                <a:cubicBezTo>
                  <a:pt x="3352757" y="1155355"/>
                  <a:pt x="3345687" y="1152939"/>
                  <a:pt x="3340850" y="1152939"/>
                </a:cubicBezTo>
                <a:cubicBezTo>
                  <a:pt x="3340850" y="1146382"/>
                  <a:pt x="3343827" y="1144225"/>
                  <a:pt x="3348245" y="1143707"/>
                </a:cubicBezTo>
                <a:close/>
                <a:moveTo>
                  <a:pt x="3476398" y="1143000"/>
                </a:moveTo>
                <a:cubicBezTo>
                  <a:pt x="3481161" y="1143000"/>
                  <a:pt x="3478596" y="1147586"/>
                  <a:pt x="3483359" y="1147586"/>
                </a:cubicBezTo>
                <a:cubicBezTo>
                  <a:pt x="3481161" y="1158522"/>
                  <a:pt x="3481161" y="1158522"/>
                  <a:pt x="3481161" y="1158522"/>
                </a:cubicBezTo>
                <a:cubicBezTo>
                  <a:pt x="3478596" y="1154289"/>
                  <a:pt x="3474200" y="1154289"/>
                  <a:pt x="3476398" y="1143000"/>
                </a:cubicBezTo>
                <a:close/>
                <a:moveTo>
                  <a:pt x="2628824" y="1143000"/>
                </a:moveTo>
                <a:cubicBezTo>
                  <a:pt x="2628824" y="1147625"/>
                  <a:pt x="2630977" y="1149760"/>
                  <a:pt x="2635641" y="1149760"/>
                </a:cubicBezTo>
                <a:cubicBezTo>
                  <a:pt x="2619854" y="1163281"/>
                  <a:pt x="2601554" y="1158655"/>
                  <a:pt x="2583613" y="1154386"/>
                </a:cubicBezTo>
                <a:cubicBezTo>
                  <a:pt x="2594737" y="1143000"/>
                  <a:pt x="2613036" y="1151895"/>
                  <a:pt x="2628824" y="1143000"/>
                </a:cubicBezTo>
                <a:close/>
                <a:moveTo>
                  <a:pt x="3053845" y="1135255"/>
                </a:moveTo>
                <a:cubicBezTo>
                  <a:pt x="3049036" y="1136421"/>
                  <a:pt x="3045080" y="1138754"/>
                  <a:pt x="3042743" y="1142162"/>
                </a:cubicBezTo>
                <a:cubicBezTo>
                  <a:pt x="3049575" y="1148980"/>
                  <a:pt x="3072230" y="1146468"/>
                  <a:pt x="3070072" y="1135345"/>
                </a:cubicBezTo>
                <a:cubicBezTo>
                  <a:pt x="3064319" y="1134089"/>
                  <a:pt x="3058655" y="1134089"/>
                  <a:pt x="3053845" y="1135255"/>
                </a:cubicBezTo>
                <a:close/>
                <a:moveTo>
                  <a:pt x="3149822" y="1135062"/>
                </a:moveTo>
                <a:cubicBezTo>
                  <a:pt x="3158994" y="1135062"/>
                  <a:pt x="3158994" y="1135062"/>
                  <a:pt x="3158994" y="1135062"/>
                </a:cubicBezTo>
                <a:cubicBezTo>
                  <a:pt x="3156524" y="1139332"/>
                  <a:pt x="3158994" y="1139332"/>
                  <a:pt x="3161110" y="1139332"/>
                </a:cubicBezTo>
                <a:cubicBezTo>
                  <a:pt x="3152291" y="1143957"/>
                  <a:pt x="3143119" y="1152853"/>
                  <a:pt x="3129713" y="1155344"/>
                </a:cubicBezTo>
                <a:cubicBezTo>
                  <a:pt x="3129713" y="1141822"/>
                  <a:pt x="3147705" y="1150718"/>
                  <a:pt x="3149822" y="1135062"/>
                </a:cubicBezTo>
                <a:close/>
                <a:moveTo>
                  <a:pt x="4822577" y="1131887"/>
                </a:moveTo>
                <a:cubicBezTo>
                  <a:pt x="4827294" y="1134451"/>
                  <a:pt x="4829471" y="1134451"/>
                  <a:pt x="4829471" y="1131887"/>
                </a:cubicBezTo>
                <a:cubicBezTo>
                  <a:pt x="4834189" y="1134451"/>
                  <a:pt x="4834189" y="1138848"/>
                  <a:pt x="4836366" y="1136649"/>
                </a:cubicBezTo>
                <a:cubicBezTo>
                  <a:pt x="4845437" y="1143610"/>
                  <a:pt x="4829471" y="1145808"/>
                  <a:pt x="4822577" y="1141412"/>
                </a:cubicBezTo>
                <a:cubicBezTo>
                  <a:pt x="4820400" y="1138848"/>
                  <a:pt x="4820400" y="1134451"/>
                  <a:pt x="4822577" y="1131887"/>
                </a:cubicBezTo>
                <a:close/>
                <a:moveTo>
                  <a:pt x="2792281" y="1131887"/>
                </a:moveTo>
                <a:cubicBezTo>
                  <a:pt x="2794397" y="1147659"/>
                  <a:pt x="2794397" y="1147659"/>
                  <a:pt x="2794397" y="1147659"/>
                </a:cubicBezTo>
                <a:cubicBezTo>
                  <a:pt x="2794397" y="1136443"/>
                  <a:pt x="2765470" y="1134340"/>
                  <a:pt x="2778875" y="1145206"/>
                </a:cubicBezTo>
                <a:cubicBezTo>
                  <a:pt x="2774289" y="1158524"/>
                  <a:pt x="2767939" y="1138546"/>
                  <a:pt x="2756650" y="1143103"/>
                </a:cubicBezTo>
                <a:cubicBezTo>
                  <a:pt x="2763353" y="1136443"/>
                  <a:pt x="2776759" y="1131887"/>
                  <a:pt x="2792281" y="1131887"/>
                </a:cubicBezTo>
                <a:close/>
                <a:moveTo>
                  <a:pt x="5039067" y="1131590"/>
                </a:moveTo>
                <a:cubicBezTo>
                  <a:pt x="5050679" y="1127125"/>
                  <a:pt x="5059750" y="1138659"/>
                  <a:pt x="5055033" y="1150565"/>
                </a:cubicBezTo>
                <a:cubicBezTo>
                  <a:pt x="5043784" y="1148332"/>
                  <a:pt x="5034713" y="1143496"/>
                  <a:pt x="5039067" y="1131590"/>
                </a:cubicBezTo>
                <a:close/>
                <a:moveTo>
                  <a:pt x="4773047" y="1130684"/>
                </a:moveTo>
                <a:cubicBezTo>
                  <a:pt x="4775207" y="1137523"/>
                  <a:pt x="4773047" y="1142202"/>
                  <a:pt x="4784208" y="1149041"/>
                </a:cubicBezTo>
                <a:cubicBezTo>
                  <a:pt x="4786728" y="1142202"/>
                  <a:pt x="4788889" y="1137523"/>
                  <a:pt x="4782048" y="1132844"/>
                </a:cubicBezTo>
                <a:cubicBezTo>
                  <a:pt x="4779887" y="1132844"/>
                  <a:pt x="4777367" y="1132844"/>
                  <a:pt x="4773047" y="1130684"/>
                </a:cubicBezTo>
                <a:close/>
                <a:moveTo>
                  <a:pt x="5181721" y="1127125"/>
                </a:moveTo>
                <a:cubicBezTo>
                  <a:pt x="5193107" y="1134194"/>
                  <a:pt x="5186346" y="1143496"/>
                  <a:pt x="5184211" y="1150565"/>
                </a:cubicBezTo>
                <a:cubicBezTo>
                  <a:pt x="5186346" y="1143496"/>
                  <a:pt x="5172825" y="1136426"/>
                  <a:pt x="5181721" y="1127125"/>
                </a:cubicBezTo>
                <a:close/>
                <a:moveTo>
                  <a:pt x="5529899" y="1124913"/>
                </a:moveTo>
                <a:cubicBezTo>
                  <a:pt x="5532235" y="1124092"/>
                  <a:pt x="5534775" y="1124247"/>
                  <a:pt x="5537587" y="1125934"/>
                </a:cubicBezTo>
                <a:cubicBezTo>
                  <a:pt x="5523799" y="1130195"/>
                  <a:pt x="5521621" y="1145820"/>
                  <a:pt x="5512550" y="1143689"/>
                </a:cubicBezTo>
                <a:cubicBezTo>
                  <a:pt x="5517720" y="1138629"/>
                  <a:pt x="5522892" y="1127377"/>
                  <a:pt x="5529899" y="1124913"/>
                </a:cubicBezTo>
                <a:close/>
                <a:moveTo>
                  <a:pt x="5982674" y="1123950"/>
                </a:moveTo>
                <a:cubicBezTo>
                  <a:pt x="5991617" y="1135239"/>
                  <a:pt x="5971226" y="1144058"/>
                  <a:pt x="5973372" y="1155347"/>
                </a:cubicBezTo>
                <a:cubicBezTo>
                  <a:pt x="5966575" y="1144058"/>
                  <a:pt x="5969079" y="1135239"/>
                  <a:pt x="5982674" y="1123950"/>
                </a:cubicBezTo>
                <a:close/>
                <a:moveTo>
                  <a:pt x="3226186" y="1116012"/>
                </a:moveTo>
                <a:cubicBezTo>
                  <a:pt x="3212350" y="1120598"/>
                  <a:pt x="3200699" y="1127301"/>
                  <a:pt x="3186863" y="1131534"/>
                </a:cubicBezTo>
                <a:cubicBezTo>
                  <a:pt x="3193781" y="1118481"/>
                  <a:pt x="3207617" y="1116012"/>
                  <a:pt x="3226186" y="1116012"/>
                </a:cubicBezTo>
                <a:close/>
                <a:moveTo>
                  <a:pt x="3145229" y="1108075"/>
                </a:moveTo>
                <a:cubicBezTo>
                  <a:pt x="3140554" y="1126374"/>
                  <a:pt x="3115382" y="1108075"/>
                  <a:pt x="3111067" y="1114892"/>
                </a:cubicBezTo>
                <a:cubicBezTo>
                  <a:pt x="3111067" y="1126374"/>
                  <a:pt x="3122214" y="1123863"/>
                  <a:pt x="3133721" y="1123863"/>
                </a:cubicBezTo>
                <a:cubicBezTo>
                  <a:pt x="3129047" y="1126374"/>
                  <a:pt x="3126889" y="1135345"/>
                  <a:pt x="3131564" y="1135345"/>
                </a:cubicBezTo>
                <a:cubicBezTo>
                  <a:pt x="3113224" y="1151133"/>
                  <a:pt x="3101717" y="1123863"/>
                  <a:pt x="3074747" y="1135345"/>
                </a:cubicBezTo>
                <a:cubicBezTo>
                  <a:pt x="3088412" y="1139650"/>
                  <a:pt x="3090569" y="1148980"/>
                  <a:pt x="3115382" y="1151133"/>
                </a:cubicBezTo>
                <a:cubicBezTo>
                  <a:pt x="3099559" y="1155797"/>
                  <a:pt x="3083737" y="1155797"/>
                  <a:pt x="3070072" y="1155797"/>
                </a:cubicBezTo>
                <a:cubicBezTo>
                  <a:pt x="3051733" y="1153285"/>
                  <a:pt x="3033753" y="1151133"/>
                  <a:pt x="3015413" y="1144315"/>
                </a:cubicBezTo>
                <a:cubicBezTo>
                  <a:pt x="3035910" y="1160103"/>
                  <a:pt x="3001748" y="1142162"/>
                  <a:pt x="2992758" y="1153285"/>
                </a:cubicBezTo>
                <a:cubicBezTo>
                  <a:pt x="2983768" y="1148980"/>
                  <a:pt x="3004265" y="1146468"/>
                  <a:pt x="2988443" y="1139650"/>
                </a:cubicBezTo>
                <a:cubicBezTo>
                  <a:pt x="2983768" y="1144315"/>
                  <a:pt x="2979093" y="1148980"/>
                  <a:pt x="2974778" y="1153285"/>
                </a:cubicBezTo>
                <a:cubicBezTo>
                  <a:pt x="2954281" y="1137498"/>
                  <a:pt x="2922277" y="1146468"/>
                  <a:pt x="2895307" y="1148980"/>
                </a:cubicBezTo>
                <a:cubicBezTo>
                  <a:pt x="2908612" y="1119557"/>
                  <a:pt x="2958596" y="1139650"/>
                  <a:pt x="2974778" y="1130680"/>
                </a:cubicBezTo>
                <a:cubicBezTo>
                  <a:pt x="2961113" y="1108075"/>
                  <a:pt x="2911129" y="1135345"/>
                  <a:pt x="2881642" y="1121710"/>
                </a:cubicBezTo>
                <a:cubicBezTo>
                  <a:pt x="2863302" y="1126374"/>
                  <a:pt x="2883799" y="1137498"/>
                  <a:pt x="2872292" y="1146468"/>
                </a:cubicBezTo>
                <a:cubicBezTo>
                  <a:pt x="2858627" y="1142162"/>
                  <a:pt x="2838130" y="1135345"/>
                  <a:pt x="2831657" y="1148980"/>
                </a:cubicBezTo>
                <a:cubicBezTo>
                  <a:pt x="2820150" y="1142162"/>
                  <a:pt x="2847480" y="1132833"/>
                  <a:pt x="2863302" y="1135345"/>
                </a:cubicBezTo>
                <a:cubicBezTo>
                  <a:pt x="2863302" y="1130680"/>
                  <a:pt x="2858627" y="1132833"/>
                  <a:pt x="2854312" y="1130680"/>
                </a:cubicBezTo>
                <a:cubicBezTo>
                  <a:pt x="2854312" y="1128527"/>
                  <a:pt x="2858627" y="1128527"/>
                  <a:pt x="2863302" y="1126374"/>
                </a:cubicBezTo>
                <a:cubicBezTo>
                  <a:pt x="2856470" y="1121710"/>
                  <a:pt x="2842805" y="1121710"/>
                  <a:pt x="2835973" y="1117045"/>
                </a:cubicBezTo>
                <a:cubicBezTo>
                  <a:pt x="2892789" y="1114892"/>
                  <a:pt x="2944931" y="1112739"/>
                  <a:pt x="2997433" y="1112739"/>
                </a:cubicBezTo>
                <a:cubicBezTo>
                  <a:pt x="3044900" y="1110228"/>
                  <a:pt x="3092727" y="1110228"/>
                  <a:pt x="3145229" y="1108075"/>
                </a:cubicBezTo>
                <a:close/>
                <a:moveTo>
                  <a:pt x="5559803" y="1091537"/>
                </a:moveTo>
                <a:cubicBezTo>
                  <a:pt x="5552734" y="1102663"/>
                  <a:pt x="5545665" y="1114149"/>
                  <a:pt x="5543432" y="1129941"/>
                </a:cubicBezTo>
                <a:cubicBezTo>
                  <a:pt x="5538595" y="1116302"/>
                  <a:pt x="5536363" y="1089025"/>
                  <a:pt x="5559803" y="1091537"/>
                </a:cubicBezTo>
                <a:close/>
                <a:moveTo>
                  <a:pt x="5163324" y="1087437"/>
                </a:moveTo>
                <a:cubicBezTo>
                  <a:pt x="5183583" y="1092154"/>
                  <a:pt x="5156571" y="1121908"/>
                  <a:pt x="5156571" y="1137874"/>
                </a:cubicBezTo>
                <a:cubicBezTo>
                  <a:pt x="5136313" y="1124085"/>
                  <a:pt x="5170077" y="1101225"/>
                  <a:pt x="5163324" y="1087437"/>
                </a:cubicBezTo>
                <a:close/>
                <a:moveTo>
                  <a:pt x="5920166" y="1070803"/>
                </a:moveTo>
                <a:cubicBezTo>
                  <a:pt x="5915329" y="1074944"/>
                  <a:pt x="5917933" y="1079430"/>
                  <a:pt x="5915329" y="1083917"/>
                </a:cubicBezTo>
                <a:cubicBezTo>
                  <a:pt x="5908259" y="1079430"/>
                  <a:pt x="5901190" y="1083917"/>
                  <a:pt x="5896725" y="1077360"/>
                </a:cubicBezTo>
                <a:cubicBezTo>
                  <a:pt x="5903794" y="1070803"/>
                  <a:pt x="5913096" y="1068387"/>
                  <a:pt x="5920166" y="1070803"/>
                </a:cubicBezTo>
                <a:close/>
                <a:moveTo>
                  <a:pt x="5197709" y="1068387"/>
                </a:moveTo>
                <a:lnTo>
                  <a:pt x="5208975" y="1077360"/>
                </a:lnTo>
                <a:cubicBezTo>
                  <a:pt x="5199889" y="1081501"/>
                  <a:pt x="5188260" y="1083917"/>
                  <a:pt x="5179175" y="1081501"/>
                </a:cubicBezTo>
                <a:cubicBezTo>
                  <a:pt x="5188260" y="1077360"/>
                  <a:pt x="5197709" y="1077360"/>
                  <a:pt x="5197709" y="1068387"/>
                </a:cubicBezTo>
                <a:close/>
                <a:moveTo>
                  <a:pt x="5130890" y="1066800"/>
                </a:moveTo>
                <a:cubicBezTo>
                  <a:pt x="5137550" y="1075895"/>
                  <a:pt x="5130890" y="1089719"/>
                  <a:pt x="5130890" y="1101361"/>
                </a:cubicBezTo>
                <a:cubicBezTo>
                  <a:pt x="5110913" y="1099178"/>
                  <a:pt x="5130890" y="1078441"/>
                  <a:pt x="5130890" y="1066800"/>
                </a:cubicBezTo>
                <a:close/>
                <a:moveTo>
                  <a:pt x="5481583" y="1063625"/>
                </a:moveTo>
                <a:cubicBezTo>
                  <a:pt x="5488380" y="1072696"/>
                  <a:pt x="5483730" y="1079590"/>
                  <a:pt x="5479079" y="1088662"/>
                </a:cubicBezTo>
                <a:cubicBezTo>
                  <a:pt x="5463338" y="1079590"/>
                  <a:pt x="5479079" y="1072696"/>
                  <a:pt x="5481583" y="1063625"/>
                </a:cubicBezTo>
                <a:close/>
                <a:moveTo>
                  <a:pt x="5043167" y="1057275"/>
                </a:moveTo>
                <a:cubicBezTo>
                  <a:pt x="5061337" y="1064094"/>
                  <a:pt x="5031538" y="1075220"/>
                  <a:pt x="5052252" y="1077733"/>
                </a:cubicBezTo>
                <a:cubicBezTo>
                  <a:pt x="5045347" y="1098191"/>
                  <a:pt x="5045347" y="1098191"/>
                  <a:pt x="5045347" y="1098191"/>
                </a:cubicBezTo>
                <a:cubicBezTo>
                  <a:pt x="5036262" y="1084552"/>
                  <a:pt x="5034082" y="1070913"/>
                  <a:pt x="5043167" y="1057275"/>
                </a:cubicBezTo>
                <a:close/>
                <a:moveTo>
                  <a:pt x="4815275" y="1057241"/>
                </a:moveTo>
                <a:cubicBezTo>
                  <a:pt x="4796741" y="1059424"/>
                  <a:pt x="4801465" y="1073248"/>
                  <a:pt x="4796741" y="1087073"/>
                </a:cubicBezTo>
                <a:cubicBezTo>
                  <a:pt x="4787655" y="1075431"/>
                  <a:pt x="4785475" y="1052512"/>
                  <a:pt x="4815275" y="1057241"/>
                </a:cubicBezTo>
                <a:close/>
                <a:moveTo>
                  <a:pt x="4497762" y="1055780"/>
                </a:moveTo>
                <a:cubicBezTo>
                  <a:pt x="4501973" y="1055246"/>
                  <a:pt x="4507303" y="1056216"/>
                  <a:pt x="4513645" y="1059567"/>
                </a:cubicBezTo>
                <a:cubicBezTo>
                  <a:pt x="4502249" y="1059567"/>
                  <a:pt x="4495264" y="1066270"/>
                  <a:pt x="4493058" y="1077559"/>
                </a:cubicBezTo>
                <a:cubicBezTo>
                  <a:pt x="4482580" y="1072532"/>
                  <a:pt x="4485131" y="1057385"/>
                  <a:pt x="4497762" y="1055780"/>
                </a:cubicBezTo>
                <a:close/>
                <a:moveTo>
                  <a:pt x="5900828" y="1042987"/>
                </a:moveTo>
                <a:cubicBezTo>
                  <a:pt x="5907488" y="1049881"/>
                  <a:pt x="5898725" y="1058952"/>
                  <a:pt x="5894169" y="1068024"/>
                </a:cubicBezTo>
                <a:cubicBezTo>
                  <a:pt x="5880850" y="1058952"/>
                  <a:pt x="5894169" y="1049881"/>
                  <a:pt x="5900828" y="1042987"/>
                </a:cubicBezTo>
                <a:close/>
                <a:moveTo>
                  <a:pt x="5620615" y="1042987"/>
                </a:moveTo>
                <a:cubicBezTo>
                  <a:pt x="5631881" y="1052072"/>
                  <a:pt x="5634425" y="1056796"/>
                  <a:pt x="5622795" y="1070606"/>
                </a:cubicBezTo>
                <a:cubicBezTo>
                  <a:pt x="5604625" y="1072786"/>
                  <a:pt x="5620615" y="1054616"/>
                  <a:pt x="5620615" y="1042987"/>
                </a:cubicBezTo>
                <a:close/>
                <a:moveTo>
                  <a:pt x="4965582" y="1041074"/>
                </a:moveTo>
                <a:cubicBezTo>
                  <a:pt x="4968426" y="1039292"/>
                  <a:pt x="4972363" y="1038782"/>
                  <a:pt x="4978189" y="1041085"/>
                </a:cubicBezTo>
                <a:cubicBezTo>
                  <a:pt x="4980374" y="1067652"/>
                  <a:pt x="4950517" y="1058796"/>
                  <a:pt x="4954886" y="1074383"/>
                </a:cubicBezTo>
                <a:cubicBezTo>
                  <a:pt x="4941050" y="1072257"/>
                  <a:pt x="4941050" y="1072257"/>
                  <a:pt x="4941050" y="1072257"/>
                </a:cubicBezTo>
                <a:cubicBezTo>
                  <a:pt x="4947968" y="1049941"/>
                  <a:pt x="4947968" y="1049941"/>
                  <a:pt x="4947968" y="1049941"/>
                </a:cubicBezTo>
                <a:cubicBezTo>
                  <a:pt x="4958345" y="1063224"/>
                  <a:pt x="4957048" y="1046420"/>
                  <a:pt x="4965582" y="1041074"/>
                </a:cubicBezTo>
                <a:close/>
                <a:moveTo>
                  <a:pt x="5920959" y="1038772"/>
                </a:moveTo>
                <a:cubicBezTo>
                  <a:pt x="5916494" y="1045532"/>
                  <a:pt x="5932866" y="1052293"/>
                  <a:pt x="5916494" y="1056919"/>
                </a:cubicBezTo>
                <a:cubicBezTo>
                  <a:pt x="5909425" y="1052293"/>
                  <a:pt x="5911657" y="1036637"/>
                  <a:pt x="5920959" y="1038772"/>
                </a:cubicBezTo>
                <a:close/>
                <a:moveTo>
                  <a:pt x="5207601" y="1038225"/>
                </a:moveTo>
                <a:cubicBezTo>
                  <a:pt x="5216903" y="1044985"/>
                  <a:pt x="5216903" y="1051746"/>
                  <a:pt x="5204997" y="1058506"/>
                </a:cubicBezTo>
                <a:cubicBezTo>
                  <a:pt x="5198300" y="1056371"/>
                  <a:pt x="5204997" y="1051746"/>
                  <a:pt x="5193463" y="1047476"/>
                </a:cubicBezTo>
                <a:cubicBezTo>
                  <a:pt x="5198300" y="1044985"/>
                  <a:pt x="5202765" y="1040715"/>
                  <a:pt x="5207601" y="1038225"/>
                </a:cubicBezTo>
                <a:close/>
                <a:moveTo>
                  <a:pt x="4805936" y="1031875"/>
                </a:moveTo>
                <a:cubicBezTo>
                  <a:pt x="4808053" y="1036637"/>
                  <a:pt x="4816872" y="1055320"/>
                  <a:pt x="4801350" y="1050558"/>
                </a:cubicBezTo>
                <a:cubicBezTo>
                  <a:pt x="4808053" y="1043598"/>
                  <a:pt x="4803467" y="1041400"/>
                  <a:pt x="4805936" y="1031875"/>
                </a:cubicBezTo>
                <a:close/>
                <a:moveTo>
                  <a:pt x="4717566" y="1025525"/>
                </a:moveTo>
                <a:cubicBezTo>
                  <a:pt x="4724269" y="1027781"/>
                  <a:pt x="4717566" y="1034924"/>
                  <a:pt x="4726385" y="1037180"/>
                </a:cubicBezTo>
                <a:cubicBezTo>
                  <a:pt x="4724269" y="1039436"/>
                  <a:pt x="4715449" y="1034924"/>
                  <a:pt x="4710863" y="1032292"/>
                </a:cubicBezTo>
                <a:cubicBezTo>
                  <a:pt x="4715449" y="1032292"/>
                  <a:pt x="4717566" y="1030036"/>
                  <a:pt x="4717566" y="1025525"/>
                </a:cubicBezTo>
                <a:close/>
                <a:moveTo>
                  <a:pt x="5379076" y="1020762"/>
                </a:moveTo>
                <a:cubicBezTo>
                  <a:pt x="5399480" y="1031862"/>
                  <a:pt x="5381224" y="1050125"/>
                  <a:pt x="5376928" y="1068029"/>
                </a:cubicBezTo>
                <a:cubicBezTo>
                  <a:pt x="5363325" y="1054780"/>
                  <a:pt x="5381224" y="1038666"/>
                  <a:pt x="5379076" y="1020762"/>
                </a:cubicBezTo>
                <a:close/>
                <a:moveTo>
                  <a:pt x="4686637" y="1012621"/>
                </a:moveTo>
                <a:cubicBezTo>
                  <a:pt x="4681957" y="1012621"/>
                  <a:pt x="4675117" y="1021620"/>
                  <a:pt x="4681957" y="1023779"/>
                </a:cubicBezTo>
                <a:cubicBezTo>
                  <a:pt x="4684117" y="1023779"/>
                  <a:pt x="4686637" y="1023779"/>
                  <a:pt x="4690958" y="1026299"/>
                </a:cubicBezTo>
                <a:cubicBezTo>
                  <a:pt x="4688798" y="1028459"/>
                  <a:pt x="4688798" y="1030618"/>
                  <a:pt x="4690958" y="1030618"/>
                </a:cubicBezTo>
                <a:cubicBezTo>
                  <a:pt x="4690958" y="1023779"/>
                  <a:pt x="4700319" y="1026299"/>
                  <a:pt x="4700319" y="1021620"/>
                </a:cubicBezTo>
                <a:cubicBezTo>
                  <a:pt x="4688798" y="1019460"/>
                  <a:pt x="4693479" y="1014781"/>
                  <a:pt x="4686637" y="1012621"/>
                </a:cubicBezTo>
                <a:close/>
                <a:moveTo>
                  <a:pt x="4732779" y="1009650"/>
                </a:moveTo>
                <a:cubicBezTo>
                  <a:pt x="4739088" y="1016610"/>
                  <a:pt x="4717006" y="1014412"/>
                  <a:pt x="4721563" y="1023570"/>
                </a:cubicBezTo>
                <a:cubicBezTo>
                  <a:pt x="4712450" y="1016610"/>
                  <a:pt x="4725769" y="1009650"/>
                  <a:pt x="4732779" y="1009650"/>
                </a:cubicBezTo>
                <a:close/>
                <a:moveTo>
                  <a:pt x="5490855" y="993775"/>
                </a:moveTo>
                <a:cubicBezTo>
                  <a:pt x="5504260" y="993775"/>
                  <a:pt x="5499674" y="1007296"/>
                  <a:pt x="5497557" y="1014056"/>
                </a:cubicBezTo>
                <a:cubicBezTo>
                  <a:pt x="5490855" y="1007296"/>
                  <a:pt x="5488738" y="1000535"/>
                  <a:pt x="5490855" y="993775"/>
                </a:cubicBezTo>
                <a:close/>
                <a:moveTo>
                  <a:pt x="4813257" y="993775"/>
                </a:moveTo>
                <a:cubicBezTo>
                  <a:pt x="4824791" y="1011766"/>
                  <a:pt x="4817721" y="1009297"/>
                  <a:pt x="4815489" y="1031522"/>
                </a:cubicBezTo>
                <a:cubicBezTo>
                  <a:pt x="4801350" y="1022703"/>
                  <a:pt x="4810652" y="1007180"/>
                  <a:pt x="4813257" y="993775"/>
                </a:cubicBezTo>
                <a:close/>
                <a:moveTo>
                  <a:pt x="4914286" y="989224"/>
                </a:moveTo>
                <a:cubicBezTo>
                  <a:pt x="4910525" y="990345"/>
                  <a:pt x="4907081" y="993126"/>
                  <a:pt x="4903637" y="995278"/>
                </a:cubicBezTo>
                <a:cubicBezTo>
                  <a:pt x="4908350" y="1004607"/>
                  <a:pt x="4924300" y="1004607"/>
                  <a:pt x="4926837" y="993125"/>
                </a:cubicBezTo>
                <a:cubicBezTo>
                  <a:pt x="4922125" y="988641"/>
                  <a:pt x="4918047" y="988102"/>
                  <a:pt x="4914286" y="989224"/>
                </a:cubicBezTo>
                <a:close/>
                <a:moveTo>
                  <a:pt x="5612011" y="987425"/>
                </a:moveTo>
                <a:cubicBezTo>
                  <a:pt x="5616152" y="996398"/>
                  <a:pt x="5618568" y="1021521"/>
                  <a:pt x="5609595" y="1028341"/>
                </a:cubicBezTo>
                <a:cubicBezTo>
                  <a:pt x="5605454" y="1016856"/>
                  <a:pt x="5603038" y="994244"/>
                  <a:pt x="5612011" y="987425"/>
                </a:cubicBezTo>
                <a:close/>
                <a:moveTo>
                  <a:pt x="5570639" y="987425"/>
                </a:moveTo>
                <a:cubicBezTo>
                  <a:pt x="5597916" y="996504"/>
                  <a:pt x="5565973" y="1019745"/>
                  <a:pt x="5579612" y="1040082"/>
                </a:cubicBezTo>
                <a:cubicBezTo>
                  <a:pt x="5572792" y="1042624"/>
                  <a:pt x="5565973" y="1042624"/>
                  <a:pt x="5557000" y="1040082"/>
                </a:cubicBezTo>
                <a:cubicBezTo>
                  <a:pt x="5565973" y="1017203"/>
                  <a:pt x="5565973" y="1012845"/>
                  <a:pt x="5570639" y="987425"/>
                </a:cubicBezTo>
                <a:close/>
                <a:moveTo>
                  <a:pt x="4994669" y="975857"/>
                </a:moveTo>
                <a:cubicBezTo>
                  <a:pt x="4985774" y="994161"/>
                  <a:pt x="4990399" y="1000981"/>
                  <a:pt x="4979014" y="1012466"/>
                </a:cubicBezTo>
                <a:cubicBezTo>
                  <a:pt x="4974388" y="1007800"/>
                  <a:pt x="4976879" y="971550"/>
                  <a:pt x="4994669" y="975857"/>
                </a:cubicBezTo>
                <a:close/>
                <a:moveTo>
                  <a:pt x="6083047" y="973137"/>
                </a:moveTo>
                <a:cubicBezTo>
                  <a:pt x="6098979" y="984592"/>
                  <a:pt x="6096806" y="995689"/>
                  <a:pt x="6101151" y="1009292"/>
                </a:cubicBezTo>
                <a:cubicBezTo>
                  <a:pt x="6087392" y="993541"/>
                  <a:pt x="6080875" y="982086"/>
                  <a:pt x="6083047" y="973137"/>
                </a:cubicBezTo>
                <a:close/>
                <a:moveTo>
                  <a:pt x="4816248" y="973137"/>
                </a:moveTo>
                <a:cubicBezTo>
                  <a:pt x="4823209" y="973137"/>
                  <a:pt x="4827972" y="988659"/>
                  <a:pt x="4814050" y="984426"/>
                </a:cubicBezTo>
                <a:cubicBezTo>
                  <a:pt x="4821011" y="979840"/>
                  <a:pt x="4816248" y="979840"/>
                  <a:pt x="4816248" y="973137"/>
                </a:cubicBezTo>
                <a:close/>
                <a:moveTo>
                  <a:pt x="4593161" y="973137"/>
                </a:moveTo>
                <a:cubicBezTo>
                  <a:pt x="4620017" y="973137"/>
                  <a:pt x="4590654" y="989508"/>
                  <a:pt x="4595309" y="996578"/>
                </a:cubicBezTo>
                <a:cubicBezTo>
                  <a:pt x="4572750" y="989508"/>
                  <a:pt x="4604261" y="977974"/>
                  <a:pt x="4593161" y="973137"/>
                </a:cubicBezTo>
                <a:close/>
                <a:moveTo>
                  <a:pt x="4523064" y="953847"/>
                </a:moveTo>
                <a:cubicBezTo>
                  <a:pt x="4526826" y="956547"/>
                  <a:pt x="4525512" y="968956"/>
                  <a:pt x="4530506" y="962248"/>
                </a:cubicBezTo>
                <a:cubicBezTo>
                  <a:pt x="4543825" y="964395"/>
                  <a:pt x="4528403" y="971192"/>
                  <a:pt x="4528403" y="971192"/>
                </a:cubicBezTo>
                <a:cubicBezTo>
                  <a:pt x="4517188" y="968688"/>
                  <a:pt x="4528403" y="959744"/>
                  <a:pt x="4517188" y="955451"/>
                </a:cubicBezTo>
                <a:cubicBezTo>
                  <a:pt x="4519992" y="953126"/>
                  <a:pt x="4521810" y="952947"/>
                  <a:pt x="4523064" y="953847"/>
                </a:cubicBezTo>
                <a:close/>
                <a:moveTo>
                  <a:pt x="5450373" y="950564"/>
                </a:moveTo>
                <a:cubicBezTo>
                  <a:pt x="5432013" y="957404"/>
                  <a:pt x="5459373" y="964245"/>
                  <a:pt x="5441373" y="971085"/>
                </a:cubicBezTo>
                <a:cubicBezTo>
                  <a:pt x="5445693" y="975406"/>
                  <a:pt x="5452533" y="973246"/>
                  <a:pt x="5448213" y="977926"/>
                </a:cubicBezTo>
                <a:cubicBezTo>
                  <a:pt x="5459373" y="977926"/>
                  <a:pt x="5464053" y="957404"/>
                  <a:pt x="5450373" y="950564"/>
                </a:cubicBezTo>
                <a:close/>
                <a:moveTo>
                  <a:pt x="4536736" y="946150"/>
                </a:moveTo>
                <a:cubicBezTo>
                  <a:pt x="4550162" y="948714"/>
                  <a:pt x="4545808" y="957872"/>
                  <a:pt x="4538914" y="960070"/>
                </a:cubicBezTo>
                <a:cubicBezTo>
                  <a:pt x="4525125" y="957872"/>
                  <a:pt x="4529842" y="948714"/>
                  <a:pt x="4536736" y="946150"/>
                </a:cubicBezTo>
                <a:close/>
                <a:moveTo>
                  <a:pt x="5673017" y="943611"/>
                </a:moveTo>
                <a:cubicBezTo>
                  <a:pt x="5683251" y="945743"/>
                  <a:pt x="5693686" y="959181"/>
                  <a:pt x="5690475" y="971186"/>
                </a:cubicBezTo>
                <a:cubicBezTo>
                  <a:pt x="5674779" y="968639"/>
                  <a:pt x="5674779" y="968639"/>
                  <a:pt x="5674779" y="968639"/>
                </a:cubicBezTo>
                <a:cubicBezTo>
                  <a:pt x="5681557" y="952632"/>
                  <a:pt x="5670141" y="952632"/>
                  <a:pt x="5663363" y="945720"/>
                </a:cubicBezTo>
                <a:cubicBezTo>
                  <a:pt x="5666217" y="943446"/>
                  <a:pt x="5669606" y="942900"/>
                  <a:pt x="5673017" y="943611"/>
                </a:cubicBezTo>
                <a:close/>
                <a:moveTo>
                  <a:pt x="4748089" y="942975"/>
                </a:moveTo>
                <a:cubicBezTo>
                  <a:pt x="4764474" y="947692"/>
                  <a:pt x="4750638" y="963658"/>
                  <a:pt x="4745904" y="968012"/>
                </a:cubicBezTo>
                <a:cubicBezTo>
                  <a:pt x="4725150" y="961480"/>
                  <a:pt x="4750638" y="956763"/>
                  <a:pt x="4748089" y="942975"/>
                </a:cubicBezTo>
                <a:close/>
                <a:moveTo>
                  <a:pt x="5424739" y="940703"/>
                </a:moveTo>
                <a:cubicBezTo>
                  <a:pt x="5413127" y="944972"/>
                  <a:pt x="5435987" y="951733"/>
                  <a:pt x="5424739" y="958494"/>
                </a:cubicBezTo>
                <a:cubicBezTo>
                  <a:pt x="5410950" y="954224"/>
                  <a:pt x="5415304" y="938212"/>
                  <a:pt x="5424739" y="940703"/>
                </a:cubicBezTo>
                <a:close/>
                <a:moveTo>
                  <a:pt x="6083182" y="936625"/>
                </a:moveTo>
                <a:cubicBezTo>
                  <a:pt x="6094716" y="943284"/>
                  <a:pt x="6090251" y="952046"/>
                  <a:pt x="6099553" y="952046"/>
                </a:cubicBezTo>
                <a:cubicBezTo>
                  <a:pt x="6092484" y="956602"/>
                  <a:pt x="6094716" y="963261"/>
                  <a:pt x="6090251" y="961158"/>
                </a:cubicBezTo>
                <a:cubicBezTo>
                  <a:pt x="6087647" y="954499"/>
                  <a:pt x="6076113" y="954499"/>
                  <a:pt x="6083182" y="936625"/>
                </a:cubicBezTo>
                <a:close/>
                <a:moveTo>
                  <a:pt x="5645537" y="935037"/>
                </a:moveTo>
                <a:cubicBezTo>
                  <a:pt x="5645537" y="975971"/>
                  <a:pt x="5638632" y="1008211"/>
                  <a:pt x="5627367" y="1042625"/>
                </a:cubicBezTo>
                <a:cubicBezTo>
                  <a:pt x="5615738" y="1006037"/>
                  <a:pt x="5638632" y="966915"/>
                  <a:pt x="5645537" y="935037"/>
                </a:cubicBezTo>
                <a:close/>
                <a:moveTo>
                  <a:pt x="4859725" y="934850"/>
                </a:moveTo>
                <a:cubicBezTo>
                  <a:pt x="4865394" y="934850"/>
                  <a:pt x="4872198" y="936016"/>
                  <a:pt x="4876734" y="934939"/>
                </a:cubicBezTo>
                <a:cubicBezTo>
                  <a:pt x="4870202" y="957545"/>
                  <a:pt x="4893062" y="984815"/>
                  <a:pt x="4858591" y="1002756"/>
                </a:cubicBezTo>
                <a:cubicBezTo>
                  <a:pt x="4860768" y="1009574"/>
                  <a:pt x="4865485" y="1002756"/>
                  <a:pt x="4874556" y="1005268"/>
                </a:cubicBezTo>
                <a:cubicBezTo>
                  <a:pt x="4876734" y="1014238"/>
                  <a:pt x="4849519" y="1014238"/>
                  <a:pt x="4860768" y="1018903"/>
                </a:cubicBezTo>
                <a:cubicBezTo>
                  <a:pt x="4856414" y="1025720"/>
                  <a:pt x="4853874" y="1012085"/>
                  <a:pt x="4840085" y="1014238"/>
                </a:cubicBezTo>
                <a:cubicBezTo>
                  <a:pt x="4837908" y="1021056"/>
                  <a:pt x="4837908" y="1021056"/>
                  <a:pt x="4837908" y="1021056"/>
                </a:cubicBezTo>
                <a:cubicBezTo>
                  <a:pt x="4840085" y="1025720"/>
                  <a:pt x="4846979" y="1021056"/>
                  <a:pt x="4851696" y="1030026"/>
                </a:cubicBezTo>
                <a:cubicBezTo>
                  <a:pt x="4828836" y="1034691"/>
                  <a:pt x="4817225" y="1012085"/>
                  <a:pt x="4835731" y="991633"/>
                </a:cubicBezTo>
                <a:cubicBezTo>
                  <a:pt x="4837908" y="993786"/>
                  <a:pt x="4842625" y="995939"/>
                  <a:pt x="4849519" y="998450"/>
                </a:cubicBezTo>
                <a:cubicBezTo>
                  <a:pt x="4860768" y="995939"/>
                  <a:pt x="4858591" y="980151"/>
                  <a:pt x="4867662" y="975486"/>
                </a:cubicBezTo>
                <a:cubicBezTo>
                  <a:pt x="4863308" y="966515"/>
                  <a:pt x="4858591" y="962210"/>
                  <a:pt x="4842625" y="964363"/>
                </a:cubicBezTo>
                <a:cubicBezTo>
                  <a:pt x="4840085" y="950727"/>
                  <a:pt x="4853874" y="950727"/>
                  <a:pt x="4863308" y="946063"/>
                </a:cubicBezTo>
                <a:cubicBezTo>
                  <a:pt x="4867662" y="934939"/>
                  <a:pt x="4844802" y="950727"/>
                  <a:pt x="4849519" y="941757"/>
                </a:cubicBezTo>
                <a:cubicBezTo>
                  <a:pt x="4849519" y="936016"/>
                  <a:pt x="4854055" y="934850"/>
                  <a:pt x="4859725" y="934850"/>
                </a:cubicBezTo>
                <a:close/>
                <a:moveTo>
                  <a:pt x="5401202" y="930275"/>
                </a:moveTo>
                <a:cubicBezTo>
                  <a:pt x="5413108" y="932421"/>
                  <a:pt x="5403434" y="946016"/>
                  <a:pt x="5415341" y="946016"/>
                </a:cubicBezTo>
                <a:cubicBezTo>
                  <a:pt x="5413108" y="955317"/>
                  <a:pt x="5403434" y="955317"/>
                  <a:pt x="5391900" y="952813"/>
                </a:cubicBezTo>
                <a:cubicBezTo>
                  <a:pt x="5391900" y="941723"/>
                  <a:pt x="5396365" y="937072"/>
                  <a:pt x="5401202" y="930275"/>
                </a:cubicBezTo>
                <a:close/>
                <a:moveTo>
                  <a:pt x="4981350" y="927662"/>
                </a:moveTo>
                <a:cubicBezTo>
                  <a:pt x="4988238" y="925115"/>
                  <a:pt x="4990775" y="943669"/>
                  <a:pt x="4995125" y="932028"/>
                </a:cubicBezTo>
                <a:cubicBezTo>
                  <a:pt x="5002013" y="934574"/>
                  <a:pt x="4997663" y="941486"/>
                  <a:pt x="5004188" y="941486"/>
                </a:cubicBezTo>
                <a:cubicBezTo>
                  <a:pt x="4995125" y="955311"/>
                  <a:pt x="4983888" y="920750"/>
                  <a:pt x="4981350" y="945852"/>
                </a:cubicBezTo>
                <a:cubicBezTo>
                  <a:pt x="4958513" y="943669"/>
                  <a:pt x="4972288" y="932028"/>
                  <a:pt x="4981350" y="927662"/>
                </a:cubicBezTo>
                <a:close/>
                <a:moveTo>
                  <a:pt x="4564606" y="922866"/>
                </a:moveTo>
                <a:cubicBezTo>
                  <a:pt x="4573369" y="920750"/>
                  <a:pt x="4586688" y="927453"/>
                  <a:pt x="4586688" y="936272"/>
                </a:cubicBezTo>
                <a:cubicBezTo>
                  <a:pt x="4571266" y="934155"/>
                  <a:pt x="4560050" y="929569"/>
                  <a:pt x="4564606" y="922866"/>
                </a:cubicBezTo>
                <a:close/>
                <a:moveTo>
                  <a:pt x="4951850" y="915987"/>
                </a:moveTo>
                <a:cubicBezTo>
                  <a:pt x="4956563" y="947919"/>
                  <a:pt x="4944963" y="984156"/>
                  <a:pt x="4931187" y="1029363"/>
                </a:cubicBezTo>
                <a:cubicBezTo>
                  <a:pt x="4917413" y="1065600"/>
                  <a:pt x="4906175" y="1113318"/>
                  <a:pt x="4878625" y="1147403"/>
                </a:cubicBezTo>
                <a:cubicBezTo>
                  <a:pt x="4864850" y="1138075"/>
                  <a:pt x="4892400" y="1106502"/>
                  <a:pt x="4892400" y="1079234"/>
                </a:cubicBezTo>
                <a:cubicBezTo>
                  <a:pt x="4894575" y="1058783"/>
                  <a:pt x="4889863" y="1063447"/>
                  <a:pt x="4899287" y="1047661"/>
                </a:cubicBezTo>
                <a:cubicBezTo>
                  <a:pt x="4899287" y="1042997"/>
                  <a:pt x="4892400" y="1020393"/>
                  <a:pt x="4885513" y="1040844"/>
                </a:cubicBezTo>
                <a:cubicBezTo>
                  <a:pt x="4880800" y="1018240"/>
                  <a:pt x="4913063" y="993125"/>
                  <a:pt x="4899287" y="972675"/>
                </a:cubicBezTo>
                <a:cubicBezTo>
                  <a:pt x="4913063" y="979492"/>
                  <a:pt x="4913063" y="974827"/>
                  <a:pt x="4924300" y="981644"/>
                </a:cubicBezTo>
                <a:cubicBezTo>
                  <a:pt x="4924300" y="981644"/>
                  <a:pt x="4924300" y="981644"/>
                  <a:pt x="4926837" y="968011"/>
                </a:cubicBezTo>
                <a:cubicBezTo>
                  <a:pt x="4929013" y="963705"/>
                  <a:pt x="4919950" y="963705"/>
                  <a:pt x="4913063" y="961552"/>
                </a:cubicBezTo>
                <a:cubicBezTo>
                  <a:pt x="4944963" y="959041"/>
                  <a:pt x="4938075" y="927468"/>
                  <a:pt x="4951850" y="915987"/>
                </a:cubicBezTo>
                <a:close/>
                <a:moveTo>
                  <a:pt x="5031086" y="911783"/>
                </a:moveTo>
                <a:cubicBezTo>
                  <a:pt x="5056574" y="914287"/>
                  <a:pt x="5028902" y="930028"/>
                  <a:pt x="5026717" y="934679"/>
                </a:cubicBezTo>
                <a:cubicBezTo>
                  <a:pt x="5017250" y="932175"/>
                  <a:pt x="5024168" y="909637"/>
                  <a:pt x="5031086" y="911783"/>
                </a:cubicBezTo>
                <a:close/>
                <a:moveTo>
                  <a:pt x="4615083" y="911225"/>
                </a:moveTo>
                <a:cubicBezTo>
                  <a:pt x="4632722" y="918185"/>
                  <a:pt x="4610497" y="922948"/>
                  <a:pt x="4621786" y="927710"/>
                </a:cubicBezTo>
                <a:cubicBezTo>
                  <a:pt x="4619317" y="929908"/>
                  <a:pt x="4617200" y="927710"/>
                  <a:pt x="4617200" y="927710"/>
                </a:cubicBezTo>
                <a:cubicBezTo>
                  <a:pt x="4608381" y="925146"/>
                  <a:pt x="4606264" y="927710"/>
                  <a:pt x="4594975" y="925146"/>
                </a:cubicBezTo>
                <a:cubicBezTo>
                  <a:pt x="4599561" y="918185"/>
                  <a:pt x="4612614" y="920750"/>
                  <a:pt x="4615083" y="911225"/>
                </a:cubicBezTo>
                <a:close/>
                <a:moveTo>
                  <a:pt x="5420853" y="902681"/>
                </a:moveTo>
                <a:lnTo>
                  <a:pt x="5420123" y="903142"/>
                </a:lnTo>
                <a:lnTo>
                  <a:pt x="5420767" y="903528"/>
                </a:lnTo>
                <a:close/>
                <a:moveTo>
                  <a:pt x="5445693" y="891520"/>
                </a:moveTo>
                <a:lnTo>
                  <a:pt x="5453609" y="901168"/>
                </a:lnTo>
                <a:lnTo>
                  <a:pt x="5454884" y="900000"/>
                </a:lnTo>
                <a:cubicBezTo>
                  <a:pt x="5459245" y="902147"/>
                  <a:pt x="5466150" y="906798"/>
                  <a:pt x="5463969" y="913595"/>
                </a:cubicBezTo>
                <a:lnTo>
                  <a:pt x="5456977" y="914300"/>
                </a:lnTo>
                <a:lnTo>
                  <a:pt x="5457213" y="916362"/>
                </a:lnTo>
                <a:cubicBezTo>
                  <a:pt x="5459373" y="914201"/>
                  <a:pt x="5461893" y="916362"/>
                  <a:pt x="5466213" y="914201"/>
                </a:cubicBezTo>
                <a:cubicBezTo>
                  <a:pt x="5473053" y="907361"/>
                  <a:pt x="5457213" y="895840"/>
                  <a:pt x="5470893" y="895840"/>
                </a:cubicBezTo>
                <a:cubicBezTo>
                  <a:pt x="5477733" y="911681"/>
                  <a:pt x="5464053" y="927882"/>
                  <a:pt x="5473053" y="943724"/>
                </a:cubicBezTo>
                <a:cubicBezTo>
                  <a:pt x="5477733" y="945884"/>
                  <a:pt x="5484573" y="934723"/>
                  <a:pt x="5489253" y="939043"/>
                </a:cubicBezTo>
                <a:cubicBezTo>
                  <a:pt x="5479893" y="945884"/>
                  <a:pt x="5491413" y="950564"/>
                  <a:pt x="5477733" y="957404"/>
                </a:cubicBezTo>
                <a:cubicBezTo>
                  <a:pt x="5473053" y="955244"/>
                  <a:pt x="5470893" y="950564"/>
                  <a:pt x="5466213" y="952724"/>
                </a:cubicBezTo>
                <a:cubicBezTo>
                  <a:pt x="5466213" y="962085"/>
                  <a:pt x="5473053" y="984766"/>
                  <a:pt x="5484573" y="977926"/>
                </a:cubicBezTo>
                <a:cubicBezTo>
                  <a:pt x="5473053" y="984766"/>
                  <a:pt x="5479893" y="989087"/>
                  <a:pt x="5468373" y="995927"/>
                </a:cubicBezTo>
                <a:cubicBezTo>
                  <a:pt x="5457213" y="989087"/>
                  <a:pt x="5479893" y="980086"/>
                  <a:pt x="5466213" y="973246"/>
                </a:cubicBezTo>
                <a:cubicBezTo>
                  <a:pt x="5455053" y="986926"/>
                  <a:pt x="5459373" y="991607"/>
                  <a:pt x="5438853" y="1002768"/>
                </a:cubicBezTo>
                <a:cubicBezTo>
                  <a:pt x="5441373" y="1007448"/>
                  <a:pt x="5443533" y="1009608"/>
                  <a:pt x="5443533" y="1012128"/>
                </a:cubicBezTo>
                <a:cubicBezTo>
                  <a:pt x="5452533" y="1012128"/>
                  <a:pt x="5448213" y="1009608"/>
                  <a:pt x="5455053" y="1002768"/>
                </a:cubicBezTo>
                <a:cubicBezTo>
                  <a:pt x="5459373" y="1007448"/>
                  <a:pt x="5464053" y="1007448"/>
                  <a:pt x="5468373" y="1005288"/>
                </a:cubicBezTo>
                <a:cubicBezTo>
                  <a:pt x="5479893" y="1012128"/>
                  <a:pt x="5470893" y="1021129"/>
                  <a:pt x="5477733" y="1027969"/>
                </a:cubicBezTo>
                <a:cubicBezTo>
                  <a:pt x="5493573" y="1023289"/>
                  <a:pt x="5479893" y="1005288"/>
                  <a:pt x="5493573" y="1016448"/>
                </a:cubicBezTo>
                <a:cubicBezTo>
                  <a:pt x="5491413" y="1027969"/>
                  <a:pt x="5489253" y="1052811"/>
                  <a:pt x="5479893" y="1057491"/>
                </a:cubicBezTo>
                <a:cubicBezTo>
                  <a:pt x="5484573" y="1052811"/>
                  <a:pt x="5477733" y="1045971"/>
                  <a:pt x="5470893" y="1041650"/>
                </a:cubicBezTo>
                <a:cubicBezTo>
                  <a:pt x="5455053" y="1059651"/>
                  <a:pt x="5470893" y="1084853"/>
                  <a:pt x="5457213" y="1093854"/>
                </a:cubicBezTo>
                <a:cubicBezTo>
                  <a:pt x="5461893" y="1098534"/>
                  <a:pt x="5466213" y="1096014"/>
                  <a:pt x="5470893" y="1091694"/>
                </a:cubicBezTo>
                <a:cubicBezTo>
                  <a:pt x="5482413" y="1098534"/>
                  <a:pt x="5479893" y="1105375"/>
                  <a:pt x="5479893" y="1114375"/>
                </a:cubicBezTo>
                <a:cubicBezTo>
                  <a:pt x="5455053" y="1130216"/>
                  <a:pt x="5464053" y="1155418"/>
                  <a:pt x="5468373" y="1182420"/>
                </a:cubicBezTo>
                <a:cubicBezTo>
                  <a:pt x="5464053" y="1178100"/>
                  <a:pt x="5468373" y="1164419"/>
                  <a:pt x="5457213" y="1168739"/>
                </a:cubicBezTo>
                <a:cubicBezTo>
                  <a:pt x="5443533" y="1178100"/>
                  <a:pt x="5464053" y="1189620"/>
                  <a:pt x="5459373" y="1198621"/>
                </a:cubicBezTo>
                <a:cubicBezTo>
                  <a:pt x="5452533" y="1198621"/>
                  <a:pt x="5448213" y="1189620"/>
                  <a:pt x="5441373" y="1198621"/>
                </a:cubicBezTo>
                <a:cubicBezTo>
                  <a:pt x="5441373" y="1198621"/>
                  <a:pt x="5441373" y="1198621"/>
                  <a:pt x="5452533" y="1207622"/>
                </a:cubicBezTo>
                <a:cubicBezTo>
                  <a:pt x="5432013" y="1221303"/>
                  <a:pt x="5466213" y="1237144"/>
                  <a:pt x="5461893" y="1252985"/>
                </a:cubicBezTo>
                <a:cubicBezTo>
                  <a:pt x="5451633" y="1258745"/>
                  <a:pt x="5448213" y="1268466"/>
                  <a:pt x="5449608" y="1276746"/>
                </a:cubicBezTo>
                <a:lnTo>
                  <a:pt x="5452007" y="1281441"/>
                </a:lnTo>
                <a:lnTo>
                  <a:pt x="5463307" y="1282181"/>
                </a:lnTo>
                <a:lnTo>
                  <a:pt x="5463108" y="1281517"/>
                </a:lnTo>
                <a:cubicBezTo>
                  <a:pt x="5461713" y="1278097"/>
                  <a:pt x="5461713" y="1275846"/>
                  <a:pt x="5468373" y="1278186"/>
                </a:cubicBezTo>
                <a:cubicBezTo>
                  <a:pt x="5461893" y="1287187"/>
                  <a:pt x="5479893" y="1273506"/>
                  <a:pt x="5482413" y="1280347"/>
                </a:cubicBezTo>
                <a:lnTo>
                  <a:pt x="5475630" y="1287844"/>
                </a:lnTo>
                <a:lnTo>
                  <a:pt x="5477261" y="1290544"/>
                </a:lnTo>
                <a:lnTo>
                  <a:pt x="5473110" y="1290630"/>
                </a:lnTo>
                <a:lnTo>
                  <a:pt x="5461893" y="1303028"/>
                </a:lnTo>
                <a:cubicBezTo>
                  <a:pt x="5455053" y="1297448"/>
                  <a:pt x="5452173" y="1295198"/>
                  <a:pt x="5450418" y="1292633"/>
                </a:cubicBezTo>
                <a:lnTo>
                  <a:pt x="5449119" y="1289254"/>
                </a:lnTo>
                <a:lnTo>
                  <a:pt x="5446156" y="1288338"/>
                </a:lnTo>
                <a:lnTo>
                  <a:pt x="5444293" y="1284292"/>
                </a:lnTo>
                <a:lnTo>
                  <a:pt x="5434353" y="1312299"/>
                </a:lnTo>
                <a:cubicBezTo>
                  <a:pt x="5433813" y="1322560"/>
                  <a:pt x="5436693" y="1331650"/>
                  <a:pt x="5443533" y="1337231"/>
                </a:cubicBezTo>
                <a:cubicBezTo>
                  <a:pt x="5436693" y="1332550"/>
                  <a:pt x="5427693" y="1348751"/>
                  <a:pt x="5425533" y="1350911"/>
                </a:cubicBezTo>
                <a:cubicBezTo>
                  <a:pt x="5445693" y="1355592"/>
                  <a:pt x="5418693" y="1371433"/>
                  <a:pt x="5423013" y="1380433"/>
                </a:cubicBezTo>
                <a:cubicBezTo>
                  <a:pt x="5427693" y="1382954"/>
                  <a:pt x="5443533" y="1394114"/>
                  <a:pt x="5438853" y="1398795"/>
                </a:cubicBezTo>
                <a:cubicBezTo>
                  <a:pt x="5429853" y="1396275"/>
                  <a:pt x="5423013" y="1394114"/>
                  <a:pt x="5414013" y="1398795"/>
                </a:cubicBezTo>
                <a:cubicBezTo>
                  <a:pt x="5427693" y="1414636"/>
                  <a:pt x="5395652" y="1414636"/>
                  <a:pt x="5411853" y="1430477"/>
                </a:cubicBezTo>
                <a:cubicBezTo>
                  <a:pt x="5414013" y="1421476"/>
                  <a:pt x="5418693" y="1428317"/>
                  <a:pt x="5425533" y="1430477"/>
                </a:cubicBezTo>
                <a:cubicBezTo>
                  <a:pt x="5420853" y="1441998"/>
                  <a:pt x="5420853" y="1464679"/>
                  <a:pt x="5407173" y="1448838"/>
                </a:cubicBezTo>
                <a:cubicBezTo>
                  <a:pt x="5414013" y="1464679"/>
                  <a:pt x="5418693" y="1489881"/>
                  <a:pt x="5402493" y="1507882"/>
                </a:cubicBezTo>
                <a:cubicBezTo>
                  <a:pt x="5402493" y="1507882"/>
                  <a:pt x="5402493" y="1507882"/>
                  <a:pt x="5411853" y="1516883"/>
                </a:cubicBezTo>
                <a:cubicBezTo>
                  <a:pt x="5400332" y="1528404"/>
                  <a:pt x="5400332" y="1507882"/>
                  <a:pt x="5393492" y="1512563"/>
                </a:cubicBezTo>
                <a:cubicBezTo>
                  <a:pt x="5391332" y="1530564"/>
                  <a:pt x="5402493" y="1542085"/>
                  <a:pt x="5393492" y="1562606"/>
                </a:cubicBezTo>
                <a:cubicBezTo>
                  <a:pt x="5405013" y="1557926"/>
                  <a:pt x="5393492" y="1551085"/>
                  <a:pt x="5405013" y="1546765"/>
                </a:cubicBezTo>
                <a:cubicBezTo>
                  <a:pt x="5398172" y="1557926"/>
                  <a:pt x="5407173" y="1583127"/>
                  <a:pt x="5391332" y="1585288"/>
                </a:cubicBezTo>
                <a:cubicBezTo>
                  <a:pt x="5395652" y="1583127"/>
                  <a:pt x="5395652" y="1566926"/>
                  <a:pt x="5391332" y="1571607"/>
                </a:cubicBezTo>
                <a:cubicBezTo>
                  <a:pt x="5386652" y="1580607"/>
                  <a:pt x="5377652" y="1589968"/>
                  <a:pt x="5386652" y="1603289"/>
                </a:cubicBezTo>
                <a:cubicBezTo>
                  <a:pt x="5391332" y="1596448"/>
                  <a:pt x="5391332" y="1587448"/>
                  <a:pt x="5400332" y="1596448"/>
                </a:cubicBezTo>
                <a:cubicBezTo>
                  <a:pt x="5393492" y="1603289"/>
                  <a:pt x="5398172" y="1614810"/>
                  <a:pt x="5384492" y="1607969"/>
                </a:cubicBezTo>
                <a:cubicBezTo>
                  <a:pt x="5402493" y="1614810"/>
                  <a:pt x="5388812" y="1619490"/>
                  <a:pt x="5391332" y="1630651"/>
                </a:cubicBezTo>
                <a:cubicBezTo>
                  <a:pt x="5395832" y="1628491"/>
                  <a:pt x="5398622" y="1625700"/>
                  <a:pt x="5401727" y="1622865"/>
                </a:cubicBezTo>
                <a:lnTo>
                  <a:pt x="5408220" y="1618608"/>
                </a:lnTo>
                <a:lnTo>
                  <a:pt x="5410031" y="1612904"/>
                </a:lnTo>
                <a:lnTo>
                  <a:pt x="5412279" y="1610086"/>
                </a:lnTo>
                <a:lnTo>
                  <a:pt x="5411403" y="1607699"/>
                </a:lnTo>
                <a:cubicBezTo>
                  <a:pt x="5411673" y="1605179"/>
                  <a:pt x="5411673" y="1602389"/>
                  <a:pt x="5407173" y="1598968"/>
                </a:cubicBezTo>
                <a:cubicBezTo>
                  <a:pt x="5448213" y="1589968"/>
                  <a:pt x="5411853" y="1546765"/>
                  <a:pt x="5448213" y="1528404"/>
                </a:cubicBezTo>
                <a:cubicBezTo>
                  <a:pt x="5438853" y="1512563"/>
                  <a:pt x="5466213" y="1501042"/>
                  <a:pt x="5452533" y="1485201"/>
                </a:cubicBezTo>
                <a:cubicBezTo>
                  <a:pt x="5464053" y="1462519"/>
                  <a:pt x="5475213" y="1437317"/>
                  <a:pt x="5475213" y="1412476"/>
                </a:cubicBezTo>
                <a:cubicBezTo>
                  <a:pt x="5482413" y="1414636"/>
                  <a:pt x="5489253" y="1407795"/>
                  <a:pt x="5495733" y="1412476"/>
                </a:cubicBezTo>
                <a:cubicBezTo>
                  <a:pt x="5495733" y="1405635"/>
                  <a:pt x="5505093" y="1400955"/>
                  <a:pt x="5498253" y="1394114"/>
                </a:cubicBezTo>
                <a:cubicBezTo>
                  <a:pt x="5509413" y="1385114"/>
                  <a:pt x="5518773" y="1387274"/>
                  <a:pt x="5527773" y="1385114"/>
                </a:cubicBezTo>
                <a:cubicBezTo>
                  <a:pt x="5520933" y="1378273"/>
                  <a:pt x="5516253" y="1371433"/>
                  <a:pt x="5509413" y="1369273"/>
                </a:cubicBezTo>
                <a:cubicBezTo>
                  <a:pt x="5511933" y="1355592"/>
                  <a:pt x="5525613" y="1350911"/>
                  <a:pt x="5529933" y="1348751"/>
                </a:cubicBezTo>
                <a:cubicBezTo>
                  <a:pt x="5520933" y="1341911"/>
                  <a:pt x="5516253" y="1341911"/>
                  <a:pt x="5520933" y="1332550"/>
                </a:cubicBezTo>
                <a:cubicBezTo>
                  <a:pt x="5534613" y="1335070"/>
                  <a:pt x="5529933" y="1350911"/>
                  <a:pt x="5543613" y="1346231"/>
                </a:cubicBezTo>
                <a:cubicBezTo>
                  <a:pt x="5541453" y="1337231"/>
                  <a:pt x="5534613" y="1321389"/>
                  <a:pt x="5552613" y="1323550"/>
                </a:cubicBezTo>
                <a:cubicBezTo>
                  <a:pt x="5548293" y="1316709"/>
                  <a:pt x="5550453" y="1312389"/>
                  <a:pt x="5548293" y="1305548"/>
                </a:cubicBezTo>
                <a:cubicBezTo>
                  <a:pt x="5538933" y="1307708"/>
                  <a:pt x="5532093" y="1307708"/>
                  <a:pt x="5525613" y="1296188"/>
                </a:cubicBezTo>
                <a:cubicBezTo>
                  <a:pt x="5534613" y="1289707"/>
                  <a:pt x="5529933" y="1303028"/>
                  <a:pt x="5543613" y="1296188"/>
                </a:cubicBezTo>
                <a:cubicBezTo>
                  <a:pt x="5534613" y="1280347"/>
                  <a:pt x="5552613" y="1273506"/>
                  <a:pt x="5552613" y="1255505"/>
                </a:cubicBezTo>
                <a:cubicBezTo>
                  <a:pt x="5564133" y="1266666"/>
                  <a:pt x="5561973" y="1271346"/>
                  <a:pt x="5575653" y="1269186"/>
                </a:cubicBezTo>
                <a:cubicBezTo>
                  <a:pt x="5568813" y="1273506"/>
                  <a:pt x="5582493" y="1278186"/>
                  <a:pt x="5584653" y="1282867"/>
                </a:cubicBezTo>
                <a:cubicBezTo>
                  <a:pt x="5577813" y="1291867"/>
                  <a:pt x="5579973" y="1300868"/>
                  <a:pt x="5577813" y="1309869"/>
                </a:cubicBezTo>
                <a:cubicBezTo>
                  <a:pt x="5568813" y="1305548"/>
                  <a:pt x="5577813" y="1291867"/>
                  <a:pt x="5566293" y="1296188"/>
                </a:cubicBezTo>
                <a:cubicBezTo>
                  <a:pt x="5577813" y="1307708"/>
                  <a:pt x="5548293" y="1319229"/>
                  <a:pt x="5570973" y="1323550"/>
                </a:cubicBezTo>
                <a:cubicBezTo>
                  <a:pt x="5552613" y="1339391"/>
                  <a:pt x="5548293" y="1350911"/>
                  <a:pt x="5538933" y="1369273"/>
                </a:cubicBezTo>
                <a:lnTo>
                  <a:pt x="5542511" y="1372068"/>
                </a:lnTo>
                <a:lnTo>
                  <a:pt x="5548694" y="1361765"/>
                </a:lnTo>
                <a:cubicBezTo>
                  <a:pt x="5553811" y="1359517"/>
                  <a:pt x="5561262" y="1358370"/>
                  <a:pt x="5569341" y="1357312"/>
                </a:cubicBezTo>
                <a:lnTo>
                  <a:pt x="5542884" y="1372360"/>
                </a:lnTo>
                <a:lnTo>
                  <a:pt x="5550453" y="1378273"/>
                </a:lnTo>
                <a:cubicBezTo>
                  <a:pt x="5548293" y="1380433"/>
                  <a:pt x="5543613" y="1385114"/>
                  <a:pt x="5550453" y="1387274"/>
                </a:cubicBezTo>
                <a:cubicBezTo>
                  <a:pt x="5541453" y="1400955"/>
                  <a:pt x="5538933" y="1380433"/>
                  <a:pt x="5532093" y="1387274"/>
                </a:cubicBezTo>
                <a:cubicBezTo>
                  <a:pt x="5525613" y="1396275"/>
                  <a:pt x="5532093" y="1405635"/>
                  <a:pt x="5543613" y="1405635"/>
                </a:cubicBezTo>
                <a:cubicBezTo>
                  <a:pt x="5536773" y="1412476"/>
                  <a:pt x="5532093" y="1405635"/>
                  <a:pt x="5525613" y="1412476"/>
                </a:cubicBezTo>
                <a:cubicBezTo>
                  <a:pt x="5520933" y="1428317"/>
                  <a:pt x="5536773" y="1435157"/>
                  <a:pt x="5511933" y="1448838"/>
                </a:cubicBezTo>
                <a:cubicBezTo>
                  <a:pt x="5516253" y="1455679"/>
                  <a:pt x="5523093" y="1448838"/>
                  <a:pt x="5525613" y="1455679"/>
                </a:cubicBezTo>
                <a:cubicBezTo>
                  <a:pt x="5518773" y="1469360"/>
                  <a:pt x="5516253" y="1471520"/>
                  <a:pt x="5529933" y="1466839"/>
                </a:cubicBezTo>
                <a:cubicBezTo>
                  <a:pt x="5529933" y="1473680"/>
                  <a:pt x="5518773" y="1480520"/>
                  <a:pt x="5516253" y="1487361"/>
                </a:cubicBezTo>
                <a:cubicBezTo>
                  <a:pt x="5527773" y="1514723"/>
                  <a:pt x="5495733" y="1535244"/>
                  <a:pt x="5491413" y="1553605"/>
                </a:cubicBezTo>
                <a:cubicBezTo>
                  <a:pt x="5498253" y="1564766"/>
                  <a:pt x="5505093" y="1580607"/>
                  <a:pt x="5518773" y="1573767"/>
                </a:cubicBezTo>
                <a:cubicBezTo>
                  <a:pt x="5514093" y="1566926"/>
                  <a:pt x="5507253" y="1569446"/>
                  <a:pt x="5509413" y="1560086"/>
                </a:cubicBezTo>
                <a:cubicBezTo>
                  <a:pt x="5516253" y="1551085"/>
                  <a:pt x="5518773" y="1566926"/>
                  <a:pt x="5525613" y="1557926"/>
                </a:cubicBezTo>
                <a:cubicBezTo>
                  <a:pt x="5538933" y="1521563"/>
                  <a:pt x="5548293" y="1485201"/>
                  <a:pt x="5570973" y="1448838"/>
                </a:cubicBezTo>
                <a:cubicBezTo>
                  <a:pt x="5582493" y="1457839"/>
                  <a:pt x="5568813" y="1464679"/>
                  <a:pt x="5573133" y="1471520"/>
                </a:cubicBezTo>
                <a:cubicBezTo>
                  <a:pt x="5584653" y="1476200"/>
                  <a:pt x="5584653" y="1462519"/>
                  <a:pt x="5593653" y="1471520"/>
                </a:cubicBezTo>
                <a:cubicBezTo>
                  <a:pt x="5589333" y="1476200"/>
                  <a:pt x="5584653" y="1476200"/>
                  <a:pt x="5579973" y="1476200"/>
                </a:cubicBezTo>
                <a:cubicBezTo>
                  <a:pt x="5586813" y="1492041"/>
                  <a:pt x="5593653" y="1494201"/>
                  <a:pt x="5591493" y="1507882"/>
                </a:cubicBezTo>
                <a:cubicBezTo>
                  <a:pt x="5589333" y="1492041"/>
                  <a:pt x="5579973" y="1503202"/>
                  <a:pt x="5570973" y="1494201"/>
                </a:cubicBezTo>
                <a:cubicBezTo>
                  <a:pt x="5575653" y="1492041"/>
                  <a:pt x="5584653" y="1487361"/>
                  <a:pt x="5582493" y="1483041"/>
                </a:cubicBezTo>
                <a:cubicBezTo>
                  <a:pt x="5575653" y="1483041"/>
                  <a:pt x="5568813" y="1473680"/>
                  <a:pt x="5559453" y="1480520"/>
                </a:cubicBezTo>
                <a:cubicBezTo>
                  <a:pt x="5582493" y="1483041"/>
                  <a:pt x="5557293" y="1492041"/>
                  <a:pt x="5566293" y="1505722"/>
                </a:cubicBezTo>
                <a:cubicBezTo>
                  <a:pt x="5575653" y="1498882"/>
                  <a:pt x="5579973" y="1516883"/>
                  <a:pt x="5582493" y="1521563"/>
                </a:cubicBezTo>
                <a:cubicBezTo>
                  <a:pt x="5568813" y="1542085"/>
                  <a:pt x="5573133" y="1601129"/>
                  <a:pt x="5550453" y="1612649"/>
                </a:cubicBezTo>
                <a:cubicBezTo>
                  <a:pt x="5555133" y="1616970"/>
                  <a:pt x="5564133" y="1607969"/>
                  <a:pt x="5568813" y="1619490"/>
                </a:cubicBezTo>
                <a:cubicBezTo>
                  <a:pt x="5543613" y="1628491"/>
                  <a:pt x="5545773" y="1633171"/>
                  <a:pt x="5536773" y="1649012"/>
                </a:cubicBezTo>
                <a:cubicBezTo>
                  <a:pt x="5536773" y="1635331"/>
                  <a:pt x="5523093" y="1635331"/>
                  <a:pt x="5532093" y="1626330"/>
                </a:cubicBezTo>
                <a:cubicBezTo>
                  <a:pt x="5534613" y="1630651"/>
                  <a:pt x="5536773" y="1633171"/>
                  <a:pt x="5543613" y="1628491"/>
                </a:cubicBezTo>
                <a:cubicBezTo>
                  <a:pt x="5538933" y="1623810"/>
                  <a:pt x="5538933" y="1610129"/>
                  <a:pt x="5529933" y="1607969"/>
                </a:cubicBezTo>
                <a:cubicBezTo>
                  <a:pt x="5534613" y="1619490"/>
                  <a:pt x="5507253" y="1646852"/>
                  <a:pt x="5538933" y="1658013"/>
                </a:cubicBezTo>
                <a:cubicBezTo>
                  <a:pt x="5532093" y="1667013"/>
                  <a:pt x="5534613" y="1676374"/>
                  <a:pt x="5527773" y="1685374"/>
                </a:cubicBezTo>
                <a:cubicBezTo>
                  <a:pt x="5516253" y="1676374"/>
                  <a:pt x="5525613" y="1660173"/>
                  <a:pt x="5511933" y="1664853"/>
                </a:cubicBezTo>
                <a:cubicBezTo>
                  <a:pt x="5500413" y="1671693"/>
                  <a:pt x="5520933" y="1687535"/>
                  <a:pt x="5509413" y="1694375"/>
                </a:cubicBezTo>
                <a:cubicBezTo>
                  <a:pt x="5536773" y="1694375"/>
                  <a:pt x="5507253" y="1728577"/>
                  <a:pt x="5520933" y="1735418"/>
                </a:cubicBezTo>
                <a:cubicBezTo>
                  <a:pt x="5511933" y="1735418"/>
                  <a:pt x="5516253" y="1730738"/>
                  <a:pt x="5509413" y="1728577"/>
                </a:cubicBezTo>
                <a:cubicBezTo>
                  <a:pt x="5502573" y="1735418"/>
                  <a:pt x="5495733" y="1746939"/>
                  <a:pt x="5507253" y="1749099"/>
                </a:cubicBezTo>
                <a:cubicBezTo>
                  <a:pt x="5491413" y="1755939"/>
                  <a:pt x="5505093" y="1762780"/>
                  <a:pt x="5489253" y="1762780"/>
                </a:cubicBezTo>
                <a:cubicBezTo>
                  <a:pt x="5486733" y="1773941"/>
                  <a:pt x="5489253" y="1785461"/>
                  <a:pt x="5500413" y="1787621"/>
                </a:cubicBezTo>
                <a:cubicBezTo>
                  <a:pt x="5500413" y="1801302"/>
                  <a:pt x="5484573" y="1783301"/>
                  <a:pt x="5484573" y="1794462"/>
                </a:cubicBezTo>
                <a:cubicBezTo>
                  <a:pt x="5493573" y="1796982"/>
                  <a:pt x="5500413" y="1803823"/>
                  <a:pt x="5486733" y="1817503"/>
                </a:cubicBezTo>
                <a:cubicBezTo>
                  <a:pt x="5482413" y="1819664"/>
                  <a:pt x="5479893" y="1810663"/>
                  <a:pt x="5475213" y="1810663"/>
                </a:cubicBezTo>
                <a:cubicBezTo>
                  <a:pt x="5470893" y="1821824"/>
                  <a:pt x="5479893" y="1817503"/>
                  <a:pt x="5484573" y="1821824"/>
                </a:cubicBezTo>
                <a:cubicBezTo>
                  <a:pt x="5477733" y="1823984"/>
                  <a:pt x="5479893" y="1828664"/>
                  <a:pt x="5473053" y="1830824"/>
                </a:cubicBezTo>
                <a:cubicBezTo>
                  <a:pt x="5459373" y="1830824"/>
                  <a:pt x="5479893" y="1814983"/>
                  <a:pt x="5464053" y="1814983"/>
                </a:cubicBezTo>
                <a:cubicBezTo>
                  <a:pt x="5452533" y="1826504"/>
                  <a:pt x="5457213" y="1844505"/>
                  <a:pt x="5475213" y="1847026"/>
                </a:cubicBezTo>
                <a:cubicBezTo>
                  <a:pt x="5457213" y="1849186"/>
                  <a:pt x="5438853" y="1860346"/>
                  <a:pt x="5459373" y="1867187"/>
                </a:cubicBezTo>
                <a:cubicBezTo>
                  <a:pt x="5455053" y="1876548"/>
                  <a:pt x="5452533" y="1869707"/>
                  <a:pt x="5443533" y="1869707"/>
                </a:cubicBezTo>
                <a:cubicBezTo>
                  <a:pt x="5438853" y="1903909"/>
                  <a:pt x="5420853" y="1912910"/>
                  <a:pt x="5418693" y="1947112"/>
                </a:cubicBezTo>
                <a:cubicBezTo>
                  <a:pt x="5407173" y="1953953"/>
                  <a:pt x="5405013" y="1944592"/>
                  <a:pt x="5398172" y="1947112"/>
                </a:cubicBezTo>
                <a:cubicBezTo>
                  <a:pt x="5395652" y="1965114"/>
                  <a:pt x="5407173" y="1981315"/>
                  <a:pt x="5386652" y="1981315"/>
                </a:cubicBezTo>
                <a:cubicBezTo>
                  <a:pt x="5391332" y="1994636"/>
                  <a:pt x="5377652" y="1999316"/>
                  <a:pt x="5384492" y="2006156"/>
                </a:cubicBezTo>
                <a:cubicBezTo>
                  <a:pt x="5381972" y="2003996"/>
                  <a:pt x="5377652" y="2006156"/>
                  <a:pt x="5372972" y="2006156"/>
                </a:cubicBezTo>
                <a:cubicBezTo>
                  <a:pt x="5377652" y="2015157"/>
                  <a:pt x="5372972" y="2060880"/>
                  <a:pt x="5352452" y="2049359"/>
                </a:cubicBezTo>
                <a:lnTo>
                  <a:pt x="5354735" y="2071448"/>
                </a:lnTo>
                <a:lnTo>
                  <a:pt x="5355247" y="2071804"/>
                </a:lnTo>
                <a:lnTo>
                  <a:pt x="5354899" y="2073029"/>
                </a:lnTo>
                <a:lnTo>
                  <a:pt x="5355062" y="2074606"/>
                </a:lnTo>
                <a:cubicBezTo>
                  <a:pt x="5355332" y="2082842"/>
                  <a:pt x="5355872" y="2090222"/>
                  <a:pt x="5359292" y="2094723"/>
                </a:cubicBezTo>
                <a:cubicBezTo>
                  <a:pt x="5329772" y="2097243"/>
                  <a:pt x="5322932" y="2156287"/>
                  <a:pt x="5309251" y="2131085"/>
                </a:cubicBezTo>
                <a:cubicBezTo>
                  <a:pt x="5295571" y="2138286"/>
                  <a:pt x="5318611" y="2149446"/>
                  <a:pt x="5298091" y="2151606"/>
                </a:cubicBezTo>
                <a:cubicBezTo>
                  <a:pt x="5286571" y="2154127"/>
                  <a:pt x="5311771" y="2138286"/>
                  <a:pt x="5295571" y="2138286"/>
                </a:cubicBezTo>
                <a:cubicBezTo>
                  <a:pt x="5284411" y="2145126"/>
                  <a:pt x="5268211" y="2163127"/>
                  <a:pt x="5288731" y="2172128"/>
                </a:cubicBezTo>
                <a:cubicBezTo>
                  <a:pt x="5288731" y="2165287"/>
                  <a:pt x="5300251" y="2151606"/>
                  <a:pt x="5304571" y="2158447"/>
                </a:cubicBezTo>
                <a:cubicBezTo>
                  <a:pt x="5291251" y="2172128"/>
                  <a:pt x="5279731" y="2192649"/>
                  <a:pt x="5261731" y="2194809"/>
                </a:cubicBezTo>
                <a:cubicBezTo>
                  <a:pt x="5259211" y="2206330"/>
                  <a:pt x="5272891" y="2194809"/>
                  <a:pt x="5270731" y="2208490"/>
                </a:cubicBezTo>
                <a:cubicBezTo>
                  <a:pt x="5252371" y="2211011"/>
                  <a:pt x="5263891" y="2217851"/>
                  <a:pt x="5254891" y="2224691"/>
                </a:cubicBezTo>
                <a:lnTo>
                  <a:pt x="5267986" y="2224691"/>
                </a:lnTo>
                <a:lnTo>
                  <a:pt x="5266401" y="2223500"/>
                </a:lnTo>
                <a:cubicBezTo>
                  <a:pt x="5262492" y="2215795"/>
                  <a:pt x="5276452" y="2209456"/>
                  <a:pt x="5281553" y="2204330"/>
                </a:cubicBezTo>
                <a:lnTo>
                  <a:pt x="5289665" y="2208092"/>
                </a:lnTo>
                <a:lnTo>
                  <a:pt x="5294363" y="2206646"/>
                </a:lnTo>
                <a:lnTo>
                  <a:pt x="5306611" y="2199654"/>
                </a:lnTo>
                <a:cubicBezTo>
                  <a:pt x="5288355" y="2190662"/>
                  <a:pt x="5301957" y="2211164"/>
                  <a:pt x="5284059" y="2199654"/>
                </a:cubicBezTo>
                <a:cubicBezTo>
                  <a:pt x="5290860" y="2192821"/>
                  <a:pt x="5297662" y="2185987"/>
                  <a:pt x="5315560" y="2190662"/>
                </a:cubicBezTo>
                <a:cubicBezTo>
                  <a:pt x="5324867" y="2199654"/>
                  <a:pt x="5297662" y="2206488"/>
                  <a:pt x="5320213" y="2217998"/>
                </a:cubicBezTo>
                <a:cubicBezTo>
                  <a:pt x="5315739" y="2216739"/>
                  <a:pt x="5305537" y="2216739"/>
                  <a:pt x="5297303" y="2215885"/>
                </a:cubicBezTo>
                <a:lnTo>
                  <a:pt x="5293414" y="2215027"/>
                </a:lnTo>
                <a:lnTo>
                  <a:pt x="5286571" y="2226852"/>
                </a:lnTo>
                <a:lnTo>
                  <a:pt x="5277110" y="2228525"/>
                </a:lnTo>
                <a:lnTo>
                  <a:pt x="5277258" y="2231665"/>
                </a:lnTo>
                <a:lnTo>
                  <a:pt x="5273426" y="2228783"/>
                </a:lnTo>
                <a:lnTo>
                  <a:pt x="5264476" y="2227977"/>
                </a:lnTo>
                <a:cubicBezTo>
                  <a:pt x="5258221" y="2227392"/>
                  <a:pt x="5253631" y="2227932"/>
                  <a:pt x="5252371" y="2235852"/>
                </a:cubicBezTo>
                <a:cubicBezTo>
                  <a:pt x="5252371" y="2241613"/>
                  <a:pt x="5254711" y="2243953"/>
                  <a:pt x="5257321" y="2246248"/>
                </a:cubicBezTo>
                <a:lnTo>
                  <a:pt x="5259631" y="2249808"/>
                </a:lnTo>
                <a:lnTo>
                  <a:pt x="5261836" y="2246704"/>
                </a:lnTo>
                <a:cubicBezTo>
                  <a:pt x="5266102" y="2242139"/>
                  <a:pt x="5270890" y="2238103"/>
                  <a:pt x="5275387" y="2235200"/>
                </a:cubicBezTo>
                <a:cubicBezTo>
                  <a:pt x="5282222" y="2237740"/>
                  <a:pt x="5289057" y="2242094"/>
                  <a:pt x="5291575" y="2239917"/>
                </a:cubicBezTo>
                <a:cubicBezTo>
                  <a:pt x="5307403" y="2248988"/>
                  <a:pt x="5293734" y="2253705"/>
                  <a:pt x="5293734" y="2255883"/>
                </a:cubicBezTo>
                <a:cubicBezTo>
                  <a:pt x="5282222" y="2258060"/>
                  <a:pt x="5277905" y="2248988"/>
                  <a:pt x="5286899" y="2246811"/>
                </a:cubicBezTo>
                <a:cubicBezTo>
                  <a:pt x="5282222" y="2246811"/>
                  <a:pt x="5280064" y="2248988"/>
                  <a:pt x="5271071" y="2244634"/>
                </a:cubicBezTo>
                <a:cubicBezTo>
                  <a:pt x="5268553" y="2251165"/>
                  <a:pt x="5275387" y="2255883"/>
                  <a:pt x="5275387" y="2260600"/>
                </a:cubicBezTo>
                <a:cubicBezTo>
                  <a:pt x="5289057" y="2253705"/>
                  <a:pt x="5300568" y="2269671"/>
                  <a:pt x="5300568" y="2278743"/>
                </a:cubicBezTo>
                <a:lnTo>
                  <a:pt x="5290124" y="2273957"/>
                </a:lnTo>
                <a:lnTo>
                  <a:pt x="5284411" y="2279055"/>
                </a:lnTo>
                <a:cubicBezTo>
                  <a:pt x="5298091" y="2274735"/>
                  <a:pt x="5291251" y="2285896"/>
                  <a:pt x="5288731" y="2290576"/>
                </a:cubicBezTo>
                <a:cubicBezTo>
                  <a:pt x="5298091" y="2279055"/>
                  <a:pt x="5309251" y="2274735"/>
                  <a:pt x="5320772" y="2279055"/>
                </a:cubicBezTo>
                <a:cubicBezTo>
                  <a:pt x="5309251" y="2274735"/>
                  <a:pt x="5309251" y="2292736"/>
                  <a:pt x="5316091" y="2290576"/>
                </a:cubicBezTo>
                <a:cubicBezTo>
                  <a:pt x="5336612" y="2279055"/>
                  <a:pt x="5329772" y="2251693"/>
                  <a:pt x="5341292" y="2238372"/>
                </a:cubicBezTo>
                <a:cubicBezTo>
                  <a:pt x="5343452" y="2247373"/>
                  <a:pt x="5341292" y="2261054"/>
                  <a:pt x="5357132" y="2254213"/>
                </a:cubicBezTo>
                <a:cubicBezTo>
                  <a:pt x="5348132" y="2238372"/>
                  <a:pt x="5345612" y="2211011"/>
                  <a:pt x="5366132" y="2211011"/>
                </a:cubicBezTo>
                <a:cubicBezTo>
                  <a:pt x="5359292" y="2211011"/>
                  <a:pt x="5354972" y="2222171"/>
                  <a:pt x="5363972" y="2222171"/>
                </a:cubicBezTo>
                <a:cubicBezTo>
                  <a:pt x="5370812" y="2211011"/>
                  <a:pt x="5381972" y="2201650"/>
                  <a:pt x="5384492" y="2185809"/>
                </a:cubicBezTo>
                <a:cubicBezTo>
                  <a:pt x="5393492" y="2183649"/>
                  <a:pt x="5400332" y="2183649"/>
                  <a:pt x="5405013" y="2185809"/>
                </a:cubicBezTo>
                <a:cubicBezTo>
                  <a:pt x="5407173" y="2172128"/>
                  <a:pt x="5402493" y="2176808"/>
                  <a:pt x="5400332" y="2163127"/>
                </a:cubicBezTo>
                <a:cubicBezTo>
                  <a:pt x="5407173" y="2163127"/>
                  <a:pt x="5407173" y="2158447"/>
                  <a:pt x="5414013" y="2156287"/>
                </a:cubicBezTo>
                <a:cubicBezTo>
                  <a:pt x="5420853" y="2156287"/>
                  <a:pt x="5418693" y="2163127"/>
                  <a:pt x="5423013" y="2160967"/>
                </a:cubicBezTo>
                <a:cubicBezTo>
                  <a:pt x="5450373" y="2140446"/>
                  <a:pt x="5443533" y="2113084"/>
                  <a:pt x="5455053" y="2087882"/>
                </a:cubicBezTo>
                <a:cubicBezTo>
                  <a:pt x="5459373" y="2094723"/>
                  <a:pt x="5466213" y="2101563"/>
                  <a:pt x="5475213" y="2104083"/>
                </a:cubicBezTo>
                <a:cubicBezTo>
                  <a:pt x="5477733" y="2094723"/>
                  <a:pt x="5489253" y="2087882"/>
                  <a:pt x="5482413" y="2074561"/>
                </a:cubicBezTo>
                <a:cubicBezTo>
                  <a:pt x="5473053" y="2078881"/>
                  <a:pt x="5477733" y="2101563"/>
                  <a:pt x="5466213" y="2087882"/>
                </a:cubicBezTo>
                <a:cubicBezTo>
                  <a:pt x="5468373" y="2074561"/>
                  <a:pt x="5482413" y="2069881"/>
                  <a:pt x="5500413" y="2060880"/>
                </a:cubicBezTo>
                <a:cubicBezTo>
                  <a:pt x="5495733" y="2042519"/>
                  <a:pt x="5486733" y="2065201"/>
                  <a:pt x="5477733" y="2056200"/>
                </a:cubicBezTo>
                <a:cubicBezTo>
                  <a:pt x="5505093" y="2033518"/>
                  <a:pt x="5505093" y="1999316"/>
                  <a:pt x="5511933" y="1974474"/>
                </a:cubicBezTo>
                <a:cubicBezTo>
                  <a:pt x="5518773" y="1983475"/>
                  <a:pt x="5507253" y="1983475"/>
                  <a:pt x="5509413" y="1990315"/>
                </a:cubicBezTo>
                <a:cubicBezTo>
                  <a:pt x="5518053" y="1985185"/>
                  <a:pt x="5520213" y="1991598"/>
                  <a:pt x="5524550" y="1992239"/>
                </a:cubicBezTo>
                <a:lnTo>
                  <a:pt x="5526506" y="1991540"/>
                </a:lnTo>
                <a:lnTo>
                  <a:pt x="5530859" y="1965456"/>
                </a:lnTo>
                <a:lnTo>
                  <a:pt x="5530895" y="1964489"/>
                </a:lnTo>
                <a:lnTo>
                  <a:pt x="5531076" y="1964153"/>
                </a:lnTo>
                <a:lnTo>
                  <a:pt x="5537473" y="1925825"/>
                </a:lnTo>
                <a:lnTo>
                  <a:pt x="5532145" y="1928454"/>
                </a:lnTo>
                <a:cubicBezTo>
                  <a:pt x="5531079" y="1925053"/>
                  <a:pt x="5533389" y="1920579"/>
                  <a:pt x="5536233" y="1914672"/>
                </a:cubicBezTo>
                <a:lnTo>
                  <a:pt x="5542594" y="1895141"/>
                </a:lnTo>
                <a:lnTo>
                  <a:pt x="5544055" y="1886384"/>
                </a:lnTo>
                <a:lnTo>
                  <a:pt x="5539081" y="1887807"/>
                </a:lnTo>
                <a:cubicBezTo>
                  <a:pt x="5539081" y="1885650"/>
                  <a:pt x="5541593" y="1885650"/>
                  <a:pt x="5543746" y="1885650"/>
                </a:cubicBezTo>
                <a:cubicBezTo>
                  <a:pt x="5548410" y="1871992"/>
                  <a:pt x="5534775" y="1860490"/>
                  <a:pt x="5550563" y="1847191"/>
                </a:cubicBezTo>
                <a:lnTo>
                  <a:pt x="5550595" y="1847196"/>
                </a:lnTo>
                <a:lnTo>
                  <a:pt x="5557077" y="1808358"/>
                </a:lnTo>
                <a:cubicBezTo>
                  <a:pt x="5557077" y="1794679"/>
                  <a:pt x="5543399" y="1780999"/>
                  <a:pt x="5570755" y="1769840"/>
                </a:cubicBezTo>
                <a:cubicBezTo>
                  <a:pt x="5581013" y="1782259"/>
                  <a:pt x="5587852" y="1796479"/>
                  <a:pt x="5592127" y="1811823"/>
                </a:cubicBezTo>
                <a:lnTo>
                  <a:pt x="5593821" y="1825625"/>
                </a:lnTo>
                <a:lnTo>
                  <a:pt x="5602091" y="1825625"/>
                </a:lnTo>
                <a:lnTo>
                  <a:pt x="5603888" y="1825625"/>
                </a:lnTo>
                <a:lnTo>
                  <a:pt x="5605545" y="1820716"/>
                </a:lnTo>
                <a:cubicBezTo>
                  <a:pt x="5606749" y="1814556"/>
                  <a:pt x="5606884" y="1808143"/>
                  <a:pt x="5605174" y="1801302"/>
                </a:cubicBezTo>
                <a:cubicBezTo>
                  <a:pt x="5607334" y="1808143"/>
                  <a:pt x="5612014" y="1808143"/>
                  <a:pt x="5618854" y="1808143"/>
                </a:cubicBezTo>
                <a:cubicBezTo>
                  <a:pt x="5623174" y="1767100"/>
                  <a:pt x="5630014" y="1773941"/>
                  <a:pt x="5650534" y="1746939"/>
                </a:cubicBezTo>
                <a:cubicBezTo>
                  <a:pt x="5652694" y="1753779"/>
                  <a:pt x="5657374" y="1758099"/>
                  <a:pt x="5664215" y="1755939"/>
                </a:cubicBezTo>
                <a:cubicBezTo>
                  <a:pt x="5652694" y="1740098"/>
                  <a:pt x="5675735" y="1749099"/>
                  <a:pt x="5671055" y="1735418"/>
                </a:cubicBezTo>
                <a:cubicBezTo>
                  <a:pt x="5666375" y="1726417"/>
                  <a:pt x="5662055" y="1721737"/>
                  <a:pt x="5657374" y="1721737"/>
                </a:cubicBezTo>
                <a:cubicBezTo>
                  <a:pt x="5664215" y="1717417"/>
                  <a:pt x="5668895" y="1712736"/>
                  <a:pt x="5668895" y="1705896"/>
                </a:cubicBezTo>
                <a:cubicBezTo>
                  <a:pt x="5664215" y="1701216"/>
                  <a:pt x="5657374" y="1710576"/>
                  <a:pt x="5655214" y="1705896"/>
                </a:cubicBezTo>
                <a:lnTo>
                  <a:pt x="5658633" y="1701163"/>
                </a:lnTo>
                <a:lnTo>
                  <a:pt x="5658237" y="1701182"/>
                </a:lnTo>
                <a:cubicBezTo>
                  <a:pt x="5652794" y="1701447"/>
                  <a:pt x="5652794" y="1701447"/>
                  <a:pt x="5652794" y="1701447"/>
                </a:cubicBezTo>
                <a:cubicBezTo>
                  <a:pt x="5651071" y="1697566"/>
                  <a:pt x="5652794" y="1694943"/>
                  <a:pt x="5656383" y="1693328"/>
                </a:cubicBezTo>
                <a:lnTo>
                  <a:pt x="5667337" y="1691796"/>
                </a:lnTo>
                <a:lnTo>
                  <a:pt x="5670149" y="1688885"/>
                </a:lnTo>
                <a:cubicBezTo>
                  <a:pt x="5671640" y="1686792"/>
                  <a:pt x="5673395" y="1683664"/>
                  <a:pt x="5675735" y="1678534"/>
                </a:cubicBezTo>
                <a:cubicBezTo>
                  <a:pt x="5668895" y="1680694"/>
                  <a:pt x="5659534" y="1690055"/>
                  <a:pt x="5657374" y="1678534"/>
                </a:cubicBezTo>
                <a:cubicBezTo>
                  <a:pt x="5684735" y="1662693"/>
                  <a:pt x="5686895" y="1614810"/>
                  <a:pt x="5709575" y="1635331"/>
                </a:cubicBezTo>
                <a:cubicBezTo>
                  <a:pt x="5721095" y="1623810"/>
                  <a:pt x="5712095" y="1607969"/>
                  <a:pt x="5718935" y="1596448"/>
                </a:cubicBezTo>
                <a:cubicBezTo>
                  <a:pt x="5721095" y="1598968"/>
                  <a:pt x="5723255" y="1605809"/>
                  <a:pt x="5727935" y="1603289"/>
                </a:cubicBezTo>
                <a:cubicBezTo>
                  <a:pt x="5723255" y="1587448"/>
                  <a:pt x="5746295" y="1592128"/>
                  <a:pt x="5743775" y="1576287"/>
                </a:cubicBezTo>
                <a:cubicBezTo>
                  <a:pt x="5732615" y="1566926"/>
                  <a:pt x="5718935" y="1573767"/>
                  <a:pt x="5709575" y="1566926"/>
                </a:cubicBezTo>
                <a:cubicBezTo>
                  <a:pt x="5727935" y="1564766"/>
                  <a:pt x="5746295" y="1539924"/>
                  <a:pt x="5725775" y="1533084"/>
                </a:cubicBezTo>
                <a:lnTo>
                  <a:pt x="5738193" y="1498416"/>
                </a:lnTo>
                <a:lnTo>
                  <a:pt x="5738088" y="1497582"/>
                </a:lnTo>
                <a:cubicBezTo>
                  <a:pt x="5737722" y="1488891"/>
                  <a:pt x="5738037" y="1479059"/>
                  <a:pt x="5739207" y="1467090"/>
                </a:cubicBezTo>
                <a:cubicBezTo>
                  <a:pt x="5741367" y="1444410"/>
                  <a:pt x="5761884" y="1428571"/>
                  <a:pt x="5768723" y="1412731"/>
                </a:cubicBezTo>
                <a:cubicBezTo>
                  <a:pt x="5770883" y="1408052"/>
                  <a:pt x="5761884" y="1403372"/>
                  <a:pt x="5764043" y="1396532"/>
                </a:cubicBezTo>
                <a:cubicBezTo>
                  <a:pt x="5766293" y="1391492"/>
                  <a:pt x="5770252" y="1386002"/>
                  <a:pt x="5775072" y="1380175"/>
                </a:cubicBezTo>
                <a:lnTo>
                  <a:pt x="5779424" y="1375234"/>
                </a:lnTo>
                <a:lnTo>
                  <a:pt x="5802815" y="1291867"/>
                </a:lnTo>
                <a:cubicBezTo>
                  <a:pt x="5814335" y="1300868"/>
                  <a:pt x="5795975" y="1307708"/>
                  <a:pt x="5802815" y="1316709"/>
                </a:cubicBezTo>
                <a:cubicBezTo>
                  <a:pt x="5812175" y="1316709"/>
                  <a:pt x="5805335" y="1328230"/>
                  <a:pt x="5816495" y="1321389"/>
                </a:cubicBezTo>
                <a:cubicBezTo>
                  <a:pt x="5814335" y="1319229"/>
                  <a:pt x="5821175" y="1314549"/>
                  <a:pt x="5819015" y="1312389"/>
                </a:cubicBezTo>
                <a:cubicBezTo>
                  <a:pt x="5814335" y="1307708"/>
                  <a:pt x="5809655" y="1309869"/>
                  <a:pt x="5807495" y="1303028"/>
                </a:cubicBezTo>
                <a:cubicBezTo>
                  <a:pt x="5810915" y="1297448"/>
                  <a:pt x="5813795" y="1296908"/>
                  <a:pt x="5816360" y="1297493"/>
                </a:cubicBezTo>
                <a:lnTo>
                  <a:pt x="5819653" y="1298066"/>
                </a:lnTo>
                <a:lnTo>
                  <a:pt x="5819249" y="1292675"/>
                </a:lnTo>
                <a:cubicBezTo>
                  <a:pt x="5819227" y="1288131"/>
                  <a:pt x="5819913" y="1283721"/>
                  <a:pt x="5822449" y="1279435"/>
                </a:cubicBezTo>
                <a:lnTo>
                  <a:pt x="5822748" y="1279174"/>
                </a:lnTo>
                <a:lnTo>
                  <a:pt x="5816495" y="1278186"/>
                </a:lnTo>
                <a:cubicBezTo>
                  <a:pt x="5805335" y="1289707"/>
                  <a:pt x="5793815" y="1289707"/>
                  <a:pt x="5782655" y="1294028"/>
                </a:cubicBezTo>
                <a:cubicBezTo>
                  <a:pt x="5789495" y="1287187"/>
                  <a:pt x="5780135" y="1280347"/>
                  <a:pt x="5791655" y="1273506"/>
                </a:cubicBezTo>
                <a:cubicBezTo>
                  <a:pt x="5795975" y="1278186"/>
                  <a:pt x="5800655" y="1289707"/>
                  <a:pt x="5807495" y="1278186"/>
                </a:cubicBezTo>
                <a:cubicBezTo>
                  <a:pt x="5802815" y="1259825"/>
                  <a:pt x="5834855" y="1239304"/>
                  <a:pt x="5819015" y="1219142"/>
                </a:cubicBezTo>
                <a:cubicBezTo>
                  <a:pt x="5830175" y="1214462"/>
                  <a:pt x="5832695" y="1212302"/>
                  <a:pt x="5821175" y="1207622"/>
                </a:cubicBezTo>
                <a:cubicBezTo>
                  <a:pt x="5832695" y="1202941"/>
                  <a:pt x="5830175" y="1193941"/>
                  <a:pt x="5834855" y="1187100"/>
                </a:cubicBezTo>
                <a:cubicBezTo>
                  <a:pt x="5838275" y="1192861"/>
                  <a:pt x="5838275" y="1198531"/>
                  <a:pt x="5838275" y="1203931"/>
                </a:cubicBezTo>
                <a:lnTo>
                  <a:pt x="5841485" y="1218207"/>
                </a:lnTo>
                <a:lnTo>
                  <a:pt x="5843906" y="1209023"/>
                </a:lnTo>
                <a:lnTo>
                  <a:pt x="5854080" y="1194580"/>
                </a:lnTo>
                <a:lnTo>
                  <a:pt x="5854205" y="1193671"/>
                </a:lnTo>
                <a:cubicBezTo>
                  <a:pt x="5853665" y="1184850"/>
                  <a:pt x="5850875" y="1175760"/>
                  <a:pt x="5853215" y="1166579"/>
                </a:cubicBezTo>
                <a:cubicBezTo>
                  <a:pt x="5869056" y="1168739"/>
                  <a:pt x="5862216" y="1150738"/>
                  <a:pt x="5869056" y="1143897"/>
                </a:cubicBezTo>
                <a:cubicBezTo>
                  <a:pt x="5880216" y="1146057"/>
                  <a:pt x="5887056" y="1164419"/>
                  <a:pt x="5898576" y="1157578"/>
                </a:cubicBezTo>
                <a:cubicBezTo>
                  <a:pt x="5884896" y="1146057"/>
                  <a:pt x="5896416" y="1134897"/>
                  <a:pt x="5893896" y="1123376"/>
                </a:cubicBezTo>
                <a:cubicBezTo>
                  <a:pt x="5882736" y="1112215"/>
                  <a:pt x="5884896" y="1116535"/>
                  <a:pt x="5873376" y="1112215"/>
                </a:cubicBezTo>
                <a:cubicBezTo>
                  <a:pt x="5887056" y="1102854"/>
                  <a:pt x="5884896" y="1102854"/>
                  <a:pt x="5896416" y="1091694"/>
                </a:cubicBezTo>
                <a:cubicBezTo>
                  <a:pt x="5905416" y="1098534"/>
                  <a:pt x="5907576" y="1096014"/>
                  <a:pt x="5921256" y="1098534"/>
                </a:cubicBezTo>
                <a:cubicBezTo>
                  <a:pt x="5923417" y="1107535"/>
                  <a:pt x="5912256" y="1116535"/>
                  <a:pt x="5923417" y="1125896"/>
                </a:cubicBezTo>
                <a:cubicBezTo>
                  <a:pt x="5908296" y="1142907"/>
                  <a:pt x="5909579" y="1159919"/>
                  <a:pt x="5905394" y="1179816"/>
                </a:cubicBezTo>
                <a:lnTo>
                  <a:pt x="5900701" y="1194247"/>
                </a:lnTo>
                <a:lnTo>
                  <a:pt x="5899938" y="1198865"/>
                </a:lnTo>
                <a:cubicBezTo>
                  <a:pt x="5900439" y="1203826"/>
                  <a:pt x="5903431" y="1207358"/>
                  <a:pt x="5911979" y="1207898"/>
                </a:cubicBezTo>
                <a:lnTo>
                  <a:pt x="5907385" y="1213224"/>
                </a:lnTo>
                <a:lnTo>
                  <a:pt x="5905326" y="1224588"/>
                </a:lnTo>
                <a:cubicBezTo>
                  <a:pt x="5901906" y="1232553"/>
                  <a:pt x="5896236" y="1240564"/>
                  <a:pt x="5898576" y="1248664"/>
                </a:cubicBezTo>
                <a:cubicBezTo>
                  <a:pt x="5903256" y="1246144"/>
                  <a:pt x="5905416" y="1243984"/>
                  <a:pt x="5910096" y="1248664"/>
                </a:cubicBezTo>
                <a:cubicBezTo>
                  <a:pt x="5901456" y="1253795"/>
                  <a:pt x="5905776" y="1260140"/>
                  <a:pt x="5901642" y="1265878"/>
                </a:cubicBezTo>
                <a:lnTo>
                  <a:pt x="5899764" y="1267204"/>
                </a:lnTo>
                <a:lnTo>
                  <a:pt x="5899871" y="1268416"/>
                </a:lnTo>
                <a:lnTo>
                  <a:pt x="5896047" y="1285358"/>
                </a:lnTo>
                <a:lnTo>
                  <a:pt x="5903256" y="1291867"/>
                </a:lnTo>
                <a:cubicBezTo>
                  <a:pt x="5891736" y="1300868"/>
                  <a:pt x="5891736" y="1305548"/>
                  <a:pt x="5900736" y="1316709"/>
                </a:cubicBezTo>
                <a:cubicBezTo>
                  <a:pt x="5898576" y="1321389"/>
                  <a:pt x="5893896" y="1321389"/>
                  <a:pt x="5889576" y="1321389"/>
                </a:cubicBezTo>
                <a:cubicBezTo>
                  <a:pt x="5891736" y="1328230"/>
                  <a:pt x="5900736" y="1337231"/>
                  <a:pt x="5896416" y="1344071"/>
                </a:cubicBezTo>
                <a:cubicBezTo>
                  <a:pt x="5879136" y="1344071"/>
                  <a:pt x="5885144" y="1331312"/>
                  <a:pt x="5888316" y="1319162"/>
                </a:cubicBezTo>
                <a:lnTo>
                  <a:pt x="5888969" y="1313229"/>
                </a:lnTo>
                <a:lnTo>
                  <a:pt x="5873314" y="1349222"/>
                </a:lnTo>
                <a:lnTo>
                  <a:pt x="5866210" y="1362587"/>
                </a:lnTo>
                <a:lnTo>
                  <a:pt x="5869056" y="1366753"/>
                </a:lnTo>
                <a:lnTo>
                  <a:pt x="5862598" y="1369380"/>
                </a:lnTo>
                <a:lnTo>
                  <a:pt x="5855151" y="1383390"/>
                </a:lnTo>
                <a:lnTo>
                  <a:pt x="5856950" y="1386329"/>
                </a:lnTo>
                <a:cubicBezTo>
                  <a:pt x="5857536" y="1389704"/>
                  <a:pt x="5857536" y="1393035"/>
                  <a:pt x="5859696" y="1396275"/>
                </a:cubicBezTo>
                <a:cubicBezTo>
                  <a:pt x="5857536" y="1398615"/>
                  <a:pt x="5851865" y="1399785"/>
                  <a:pt x="5847320" y="1401495"/>
                </a:cubicBezTo>
                <a:lnTo>
                  <a:pt x="5843645" y="1403664"/>
                </a:lnTo>
                <a:lnTo>
                  <a:pt x="5841833" y="1406806"/>
                </a:lnTo>
                <a:lnTo>
                  <a:pt x="5841695" y="1409956"/>
                </a:lnTo>
                <a:cubicBezTo>
                  <a:pt x="5850695" y="1407795"/>
                  <a:pt x="5862216" y="1400955"/>
                  <a:pt x="5871216" y="1416796"/>
                </a:cubicBezTo>
                <a:cubicBezTo>
                  <a:pt x="5843855" y="1419316"/>
                  <a:pt x="5864376" y="1430477"/>
                  <a:pt x="5839535" y="1435157"/>
                </a:cubicBezTo>
                <a:cubicBezTo>
                  <a:pt x="5850695" y="1446678"/>
                  <a:pt x="5846375" y="1444158"/>
                  <a:pt x="5850695" y="1457839"/>
                </a:cubicBezTo>
                <a:cubicBezTo>
                  <a:pt x="5857536" y="1450998"/>
                  <a:pt x="5850695" y="1428317"/>
                  <a:pt x="5866536" y="1432637"/>
                </a:cubicBezTo>
                <a:cubicBezTo>
                  <a:pt x="5866536" y="1448838"/>
                  <a:pt x="5853215" y="1464679"/>
                  <a:pt x="5850695" y="1480520"/>
                </a:cubicBezTo>
                <a:cubicBezTo>
                  <a:pt x="5871216" y="1483041"/>
                  <a:pt x="5846375" y="1519403"/>
                  <a:pt x="5848535" y="1537404"/>
                </a:cubicBezTo>
                <a:cubicBezTo>
                  <a:pt x="5862216" y="1523723"/>
                  <a:pt x="5878056" y="1483041"/>
                  <a:pt x="5900736" y="1496361"/>
                </a:cubicBezTo>
                <a:cubicBezTo>
                  <a:pt x="5903256" y="1489881"/>
                  <a:pt x="5903256" y="1485201"/>
                  <a:pt x="5898576" y="1478360"/>
                </a:cubicBezTo>
                <a:cubicBezTo>
                  <a:pt x="5893896" y="1483041"/>
                  <a:pt x="5889576" y="1483041"/>
                  <a:pt x="5884896" y="1478360"/>
                </a:cubicBezTo>
                <a:cubicBezTo>
                  <a:pt x="5898576" y="1457839"/>
                  <a:pt x="5866536" y="1464679"/>
                  <a:pt x="5875896" y="1444158"/>
                </a:cubicBezTo>
                <a:cubicBezTo>
                  <a:pt x="5880216" y="1453519"/>
                  <a:pt x="5884896" y="1459999"/>
                  <a:pt x="5891736" y="1455679"/>
                </a:cubicBezTo>
                <a:cubicBezTo>
                  <a:pt x="5896416" y="1450998"/>
                  <a:pt x="5898576" y="1446678"/>
                  <a:pt x="5898576" y="1441998"/>
                </a:cubicBezTo>
                <a:cubicBezTo>
                  <a:pt x="5898576" y="1441998"/>
                  <a:pt x="5898576" y="1441998"/>
                  <a:pt x="5889576" y="1428317"/>
                </a:cubicBezTo>
                <a:cubicBezTo>
                  <a:pt x="5898576" y="1421476"/>
                  <a:pt x="5898576" y="1414636"/>
                  <a:pt x="5907576" y="1405635"/>
                </a:cubicBezTo>
                <a:cubicBezTo>
                  <a:pt x="5921256" y="1416796"/>
                  <a:pt x="5910096" y="1423636"/>
                  <a:pt x="5916936" y="1432637"/>
                </a:cubicBezTo>
                <a:cubicBezTo>
                  <a:pt x="5923417" y="1428317"/>
                  <a:pt x="5925937" y="1421476"/>
                  <a:pt x="5925937" y="1416796"/>
                </a:cubicBezTo>
                <a:cubicBezTo>
                  <a:pt x="5925937" y="1416796"/>
                  <a:pt x="5925937" y="1416796"/>
                  <a:pt x="5912256" y="1398795"/>
                </a:cubicBezTo>
                <a:cubicBezTo>
                  <a:pt x="5910096" y="1405635"/>
                  <a:pt x="5907576" y="1407795"/>
                  <a:pt x="5900736" y="1403115"/>
                </a:cubicBezTo>
                <a:cubicBezTo>
                  <a:pt x="5912256" y="1387274"/>
                  <a:pt x="5912256" y="1369273"/>
                  <a:pt x="5919096" y="1350911"/>
                </a:cubicBezTo>
                <a:cubicBezTo>
                  <a:pt x="5873376" y="1323550"/>
                  <a:pt x="5946457" y="1276026"/>
                  <a:pt x="5923417" y="1246144"/>
                </a:cubicBezTo>
                <a:cubicBezTo>
                  <a:pt x="5930257" y="1259825"/>
                  <a:pt x="5937097" y="1259825"/>
                  <a:pt x="5946457" y="1262345"/>
                </a:cubicBezTo>
                <a:cubicBezTo>
                  <a:pt x="5930257" y="1278186"/>
                  <a:pt x="5910096" y="1303028"/>
                  <a:pt x="5930257" y="1314549"/>
                </a:cubicBezTo>
                <a:cubicBezTo>
                  <a:pt x="5914416" y="1323550"/>
                  <a:pt x="5916936" y="1332550"/>
                  <a:pt x="5916936" y="1344071"/>
                </a:cubicBezTo>
                <a:cubicBezTo>
                  <a:pt x="5930257" y="1341911"/>
                  <a:pt x="5921256" y="1326070"/>
                  <a:pt x="5939617" y="1330390"/>
                </a:cubicBezTo>
                <a:cubicBezTo>
                  <a:pt x="5916936" y="1316709"/>
                  <a:pt x="5962297" y="1303028"/>
                  <a:pt x="5932777" y="1296188"/>
                </a:cubicBezTo>
                <a:cubicBezTo>
                  <a:pt x="5955457" y="1282867"/>
                  <a:pt x="5943937" y="1269186"/>
                  <a:pt x="5955457" y="1252985"/>
                </a:cubicBezTo>
                <a:cubicBezTo>
                  <a:pt x="5962297" y="1262345"/>
                  <a:pt x="5957617" y="1269186"/>
                  <a:pt x="5969137" y="1262345"/>
                </a:cubicBezTo>
                <a:cubicBezTo>
                  <a:pt x="5962297" y="1255505"/>
                  <a:pt x="5978137" y="1252985"/>
                  <a:pt x="5980297" y="1252985"/>
                </a:cubicBezTo>
                <a:cubicBezTo>
                  <a:pt x="5966617" y="1252985"/>
                  <a:pt x="5982817" y="1241824"/>
                  <a:pt x="5969137" y="1232463"/>
                </a:cubicBezTo>
                <a:cubicBezTo>
                  <a:pt x="5966617" y="1239304"/>
                  <a:pt x="5964457" y="1241824"/>
                  <a:pt x="5957617" y="1237144"/>
                </a:cubicBezTo>
                <a:cubicBezTo>
                  <a:pt x="5966617" y="1225983"/>
                  <a:pt x="5957617" y="1214462"/>
                  <a:pt x="5975977" y="1202941"/>
                </a:cubicBezTo>
                <a:cubicBezTo>
                  <a:pt x="5980297" y="1205461"/>
                  <a:pt x="5984977" y="1214462"/>
                  <a:pt x="5989657" y="1212302"/>
                </a:cubicBezTo>
                <a:cubicBezTo>
                  <a:pt x="5991817" y="1196101"/>
                  <a:pt x="5980297" y="1196101"/>
                  <a:pt x="5975977" y="1182420"/>
                </a:cubicBezTo>
                <a:cubicBezTo>
                  <a:pt x="6000817" y="1175579"/>
                  <a:pt x="5984977" y="1157578"/>
                  <a:pt x="6010177" y="1148578"/>
                </a:cubicBezTo>
                <a:cubicBezTo>
                  <a:pt x="6005497" y="1134897"/>
                  <a:pt x="6026017" y="1116535"/>
                  <a:pt x="6026017" y="1109695"/>
                </a:cubicBezTo>
                <a:cubicBezTo>
                  <a:pt x="6019177" y="1116535"/>
                  <a:pt x="6035017" y="1119056"/>
                  <a:pt x="6039697" y="1119056"/>
                </a:cubicBezTo>
                <a:cubicBezTo>
                  <a:pt x="6039697" y="1107535"/>
                  <a:pt x="6059857" y="1089173"/>
                  <a:pt x="6041857" y="1096014"/>
                </a:cubicBezTo>
                <a:cubicBezTo>
                  <a:pt x="6046537" y="1080173"/>
                  <a:pt x="6048697" y="1091694"/>
                  <a:pt x="6059857" y="1087013"/>
                </a:cubicBezTo>
                <a:cubicBezTo>
                  <a:pt x="6053377" y="1080173"/>
                  <a:pt x="6069217" y="1073332"/>
                  <a:pt x="6064537" y="1068652"/>
                </a:cubicBezTo>
                <a:cubicBezTo>
                  <a:pt x="6050857" y="1064332"/>
                  <a:pt x="6057697" y="1073332"/>
                  <a:pt x="6050857" y="1082333"/>
                </a:cubicBezTo>
                <a:cubicBezTo>
                  <a:pt x="6039697" y="1082333"/>
                  <a:pt x="6048697" y="1075493"/>
                  <a:pt x="6037177" y="1068652"/>
                </a:cubicBezTo>
                <a:cubicBezTo>
                  <a:pt x="6046537" y="1062172"/>
                  <a:pt x="6048697" y="1057491"/>
                  <a:pt x="6039697" y="1050651"/>
                </a:cubicBezTo>
                <a:cubicBezTo>
                  <a:pt x="6050857" y="1050651"/>
                  <a:pt x="6048697" y="1030129"/>
                  <a:pt x="6062377" y="1039130"/>
                </a:cubicBezTo>
                <a:cubicBezTo>
                  <a:pt x="6059857" y="1043810"/>
                  <a:pt x="6039697" y="1048491"/>
                  <a:pt x="6057697" y="1064332"/>
                </a:cubicBezTo>
                <a:cubicBezTo>
                  <a:pt x="6067057" y="1043810"/>
                  <a:pt x="6071377" y="1057491"/>
                  <a:pt x="6087217" y="1048491"/>
                </a:cubicBezTo>
                <a:cubicBezTo>
                  <a:pt x="6071377" y="1036970"/>
                  <a:pt x="6100897" y="1023289"/>
                  <a:pt x="6091897" y="1012128"/>
                </a:cubicBezTo>
                <a:cubicBezTo>
                  <a:pt x="6103417" y="1018969"/>
                  <a:pt x="6094057" y="1025809"/>
                  <a:pt x="6105577" y="1030129"/>
                </a:cubicBezTo>
                <a:cubicBezTo>
                  <a:pt x="6089737" y="1041650"/>
                  <a:pt x="6091897" y="1050651"/>
                  <a:pt x="6094057" y="1062172"/>
                </a:cubicBezTo>
                <a:cubicBezTo>
                  <a:pt x="6098737" y="1059651"/>
                  <a:pt x="6105577" y="1059651"/>
                  <a:pt x="6100897" y="1064332"/>
                </a:cubicBezTo>
                <a:cubicBezTo>
                  <a:pt x="6089737" y="1068652"/>
                  <a:pt x="6096577" y="1098534"/>
                  <a:pt x="6105577" y="1112215"/>
                </a:cubicBezTo>
                <a:cubicBezTo>
                  <a:pt x="6098737" y="1121216"/>
                  <a:pt x="6094057" y="1114375"/>
                  <a:pt x="6087217" y="1123376"/>
                </a:cubicBezTo>
                <a:cubicBezTo>
                  <a:pt x="6094057" y="1134897"/>
                  <a:pt x="6094057" y="1157578"/>
                  <a:pt x="6080737" y="1159738"/>
                </a:cubicBezTo>
                <a:cubicBezTo>
                  <a:pt x="6067057" y="1152898"/>
                  <a:pt x="6094057" y="1148578"/>
                  <a:pt x="6085057" y="1141737"/>
                </a:cubicBezTo>
                <a:cubicBezTo>
                  <a:pt x="6076057" y="1141737"/>
                  <a:pt x="6069217" y="1119056"/>
                  <a:pt x="6059857" y="1130216"/>
                </a:cubicBezTo>
                <a:cubicBezTo>
                  <a:pt x="6057697" y="1139217"/>
                  <a:pt x="6067057" y="1132376"/>
                  <a:pt x="6071377" y="1143897"/>
                </a:cubicBezTo>
                <a:cubicBezTo>
                  <a:pt x="6062377" y="1150738"/>
                  <a:pt x="6071377" y="1159738"/>
                  <a:pt x="6067057" y="1168739"/>
                </a:cubicBezTo>
                <a:cubicBezTo>
                  <a:pt x="6059857" y="1180260"/>
                  <a:pt x="6055537" y="1162259"/>
                  <a:pt x="6048697" y="1173419"/>
                </a:cubicBezTo>
                <a:cubicBezTo>
                  <a:pt x="6064537" y="1175579"/>
                  <a:pt x="6067057" y="1193941"/>
                  <a:pt x="6062377" y="1202941"/>
                </a:cubicBezTo>
                <a:cubicBezTo>
                  <a:pt x="6076057" y="1202941"/>
                  <a:pt x="6078217" y="1205461"/>
                  <a:pt x="6085057" y="1212302"/>
                </a:cubicBezTo>
                <a:cubicBezTo>
                  <a:pt x="6076057" y="1228143"/>
                  <a:pt x="6085057" y="1243984"/>
                  <a:pt x="6071377" y="1259825"/>
                </a:cubicBezTo>
                <a:cubicBezTo>
                  <a:pt x="6064537" y="1257665"/>
                  <a:pt x="6073897" y="1241824"/>
                  <a:pt x="6062377" y="1248664"/>
                </a:cubicBezTo>
                <a:cubicBezTo>
                  <a:pt x="6067057" y="1264506"/>
                  <a:pt x="6048697" y="1264506"/>
                  <a:pt x="6057697" y="1282867"/>
                </a:cubicBezTo>
                <a:cubicBezTo>
                  <a:pt x="6048697" y="1282867"/>
                  <a:pt x="6035017" y="1307708"/>
                  <a:pt x="6039697" y="1321389"/>
                </a:cubicBezTo>
                <a:cubicBezTo>
                  <a:pt x="6028177" y="1332550"/>
                  <a:pt x="6023497" y="1314549"/>
                  <a:pt x="6010177" y="1330390"/>
                </a:cubicBezTo>
                <a:cubicBezTo>
                  <a:pt x="6026017" y="1332550"/>
                  <a:pt x="6014497" y="1350911"/>
                  <a:pt x="6028177" y="1355592"/>
                </a:cubicBezTo>
                <a:cubicBezTo>
                  <a:pt x="6019177" y="1359912"/>
                  <a:pt x="6026017" y="1366753"/>
                  <a:pt x="6019177" y="1371433"/>
                </a:cubicBezTo>
                <a:cubicBezTo>
                  <a:pt x="6017017" y="1366753"/>
                  <a:pt x="6012337" y="1359912"/>
                  <a:pt x="6007657" y="1366753"/>
                </a:cubicBezTo>
                <a:cubicBezTo>
                  <a:pt x="6012337" y="1371433"/>
                  <a:pt x="6007657" y="1376113"/>
                  <a:pt x="6012337" y="1382954"/>
                </a:cubicBezTo>
                <a:cubicBezTo>
                  <a:pt x="6003337" y="1391954"/>
                  <a:pt x="5998657" y="1380433"/>
                  <a:pt x="5989657" y="1385114"/>
                </a:cubicBezTo>
                <a:cubicBezTo>
                  <a:pt x="6007657" y="1398795"/>
                  <a:pt x="5989657" y="1407795"/>
                  <a:pt x="5993977" y="1421476"/>
                </a:cubicBezTo>
                <a:cubicBezTo>
                  <a:pt x="6003337" y="1409956"/>
                  <a:pt x="6007657" y="1400955"/>
                  <a:pt x="6014497" y="1391954"/>
                </a:cubicBezTo>
                <a:cubicBezTo>
                  <a:pt x="6019177" y="1412476"/>
                  <a:pt x="5993977" y="1428317"/>
                  <a:pt x="6000817" y="1450998"/>
                </a:cubicBezTo>
                <a:cubicBezTo>
                  <a:pt x="6012337" y="1426157"/>
                  <a:pt x="6032857" y="1405635"/>
                  <a:pt x="6032857" y="1380433"/>
                </a:cubicBezTo>
                <a:cubicBezTo>
                  <a:pt x="6026017" y="1385114"/>
                  <a:pt x="6021337" y="1389794"/>
                  <a:pt x="6019177" y="1382954"/>
                </a:cubicBezTo>
                <a:cubicBezTo>
                  <a:pt x="6030337" y="1373593"/>
                  <a:pt x="6030337" y="1378273"/>
                  <a:pt x="6037177" y="1366753"/>
                </a:cubicBezTo>
                <a:cubicBezTo>
                  <a:pt x="6044017" y="1369273"/>
                  <a:pt x="6048697" y="1376113"/>
                  <a:pt x="6055537" y="1376113"/>
                </a:cubicBezTo>
                <a:cubicBezTo>
                  <a:pt x="6030337" y="1400955"/>
                  <a:pt x="6017017" y="1428317"/>
                  <a:pt x="6032857" y="1448838"/>
                </a:cubicBezTo>
                <a:cubicBezTo>
                  <a:pt x="6028177" y="1441998"/>
                  <a:pt x="6017017" y="1457839"/>
                  <a:pt x="6028177" y="1462519"/>
                </a:cubicBezTo>
                <a:cubicBezTo>
                  <a:pt x="6019177" y="1473680"/>
                  <a:pt x="6014497" y="1455679"/>
                  <a:pt x="6005497" y="1459999"/>
                </a:cubicBezTo>
                <a:cubicBezTo>
                  <a:pt x="6010177" y="1466839"/>
                  <a:pt x="6000817" y="1473680"/>
                  <a:pt x="6000817" y="1483041"/>
                </a:cubicBezTo>
                <a:cubicBezTo>
                  <a:pt x="6007657" y="1478360"/>
                  <a:pt x="6012337" y="1457839"/>
                  <a:pt x="6019177" y="1473680"/>
                </a:cubicBezTo>
                <a:cubicBezTo>
                  <a:pt x="6028177" y="1480520"/>
                  <a:pt x="6003337" y="1483041"/>
                  <a:pt x="6010177" y="1489881"/>
                </a:cubicBezTo>
                <a:cubicBezTo>
                  <a:pt x="6023497" y="1498882"/>
                  <a:pt x="6023497" y="1494201"/>
                  <a:pt x="6026017" y="1512563"/>
                </a:cubicBezTo>
                <a:cubicBezTo>
                  <a:pt x="6035017" y="1501042"/>
                  <a:pt x="6039697" y="1510042"/>
                  <a:pt x="6044017" y="1512563"/>
                </a:cubicBezTo>
                <a:cubicBezTo>
                  <a:pt x="6030337" y="1521563"/>
                  <a:pt x="6050857" y="1528404"/>
                  <a:pt x="6053377" y="1535244"/>
                </a:cubicBezTo>
                <a:cubicBezTo>
                  <a:pt x="6041857" y="1544245"/>
                  <a:pt x="6037177" y="1521563"/>
                  <a:pt x="6026017" y="1530564"/>
                </a:cubicBezTo>
                <a:cubicBezTo>
                  <a:pt x="6030337" y="1544245"/>
                  <a:pt x="6026017" y="1555766"/>
                  <a:pt x="6021337" y="1569446"/>
                </a:cubicBezTo>
                <a:cubicBezTo>
                  <a:pt x="6017017" y="1560086"/>
                  <a:pt x="6021337" y="1553605"/>
                  <a:pt x="6010177" y="1557926"/>
                </a:cubicBezTo>
                <a:cubicBezTo>
                  <a:pt x="6007657" y="1569446"/>
                  <a:pt x="5998657" y="1562606"/>
                  <a:pt x="5989657" y="1571607"/>
                </a:cubicBezTo>
                <a:cubicBezTo>
                  <a:pt x="6005497" y="1576287"/>
                  <a:pt x="5987137" y="1589968"/>
                  <a:pt x="5973457" y="1596448"/>
                </a:cubicBezTo>
                <a:cubicBezTo>
                  <a:pt x="5978137" y="1610129"/>
                  <a:pt x="5980297" y="1621650"/>
                  <a:pt x="5991817" y="1621650"/>
                </a:cubicBezTo>
                <a:cubicBezTo>
                  <a:pt x="5980297" y="1635331"/>
                  <a:pt x="5971297" y="1630651"/>
                  <a:pt x="5962297" y="1628491"/>
                </a:cubicBezTo>
                <a:cubicBezTo>
                  <a:pt x="5975977" y="1642171"/>
                  <a:pt x="5953297" y="1660173"/>
                  <a:pt x="5969137" y="1667013"/>
                </a:cubicBezTo>
                <a:cubicBezTo>
                  <a:pt x="5964457" y="1671693"/>
                  <a:pt x="5948617" y="1673854"/>
                  <a:pt x="5953297" y="1680694"/>
                </a:cubicBezTo>
                <a:cubicBezTo>
                  <a:pt x="5982817" y="1687535"/>
                  <a:pt x="5980297" y="1633171"/>
                  <a:pt x="6005497" y="1635331"/>
                </a:cubicBezTo>
                <a:cubicBezTo>
                  <a:pt x="5998657" y="1651172"/>
                  <a:pt x="5987137" y="1662693"/>
                  <a:pt x="5980297" y="1678534"/>
                </a:cubicBezTo>
                <a:cubicBezTo>
                  <a:pt x="6007657" y="1673854"/>
                  <a:pt x="6012337" y="1696895"/>
                  <a:pt x="6035017" y="1701216"/>
                </a:cubicBezTo>
                <a:cubicBezTo>
                  <a:pt x="6014497" y="1712736"/>
                  <a:pt x="6023497" y="1746939"/>
                  <a:pt x="6014497" y="1776461"/>
                </a:cubicBezTo>
                <a:cubicBezTo>
                  <a:pt x="6012337" y="1762780"/>
                  <a:pt x="6005497" y="1760260"/>
                  <a:pt x="6003337" y="1742258"/>
                </a:cubicBezTo>
                <a:cubicBezTo>
                  <a:pt x="5990737" y="1753599"/>
                  <a:pt x="5979847" y="1765570"/>
                  <a:pt x="5972692" y="1778396"/>
                </a:cubicBezTo>
                <a:lnTo>
                  <a:pt x="5969085" y="1787749"/>
                </a:lnTo>
                <a:lnTo>
                  <a:pt x="6007364" y="1817718"/>
                </a:lnTo>
                <a:lnTo>
                  <a:pt x="6029303" y="1840862"/>
                </a:lnTo>
                <a:lnTo>
                  <a:pt x="6046537" y="1817503"/>
                </a:lnTo>
                <a:cubicBezTo>
                  <a:pt x="6039697" y="1803823"/>
                  <a:pt x="6044017" y="1808143"/>
                  <a:pt x="6055537" y="1803823"/>
                </a:cubicBezTo>
                <a:cubicBezTo>
                  <a:pt x="6055537" y="1780781"/>
                  <a:pt x="6064537" y="1746939"/>
                  <a:pt x="6082897" y="1740098"/>
                </a:cubicBezTo>
                <a:cubicBezTo>
                  <a:pt x="6077137" y="1730918"/>
                  <a:pt x="6082807" y="1720117"/>
                  <a:pt x="6091042" y="1711296"/>
                </a:cubicBezTo>
                <a:lnTo>
                  <a:pt x="6096182" y="1706887"/>
                </a:lnTo>
                <a:lnTo>
                  <a:pt x="6098948" y="1681162"/>
                </a:lnTo>
                <a:lnTo>
                  <a:pt x="6103108" y="1700946"/>
                </a:lnTo>
                <a:lnTo>
                  <a:pt x="6104210" y="1700000"/>
                </a:lnTo>
                <a:cubicBezTo>
                  <a:pt x="6108502" y="1697030"/>
                  <a:pt x="6112327" y="1695005"/>
                  <a:pt x="6114577" y="1694375"/>
                </a:cubicBezTo>
                <a:cubicBezTo>
                  <a:pt x="6110257" y="1696895"/>
                  <a:pt x="6110257" y="1714896"/>
                  <a:pt x="6114577" y="1708056"/>
                </a:cubicBezTo>
                <a:cubicBezTo>
                  <a:pt x="6121418" y="1701216"/>
                  <a:pt x="6123578" y="1692215"/>
                  <a:pt x="6121418" y="1683214"/>
                </a:cubicBezTo>
                <a:cubicBezTo>
                  <a:pt x="6117098" y="1687535"/>
                  <a:pt x="6114577" y="1690055"/>
                  <a:pt x="6112417" y="1680694"/>
                </a:cubicBezTo>
                <a:cubicBezTo>
                  <a:pt x="6121418" y="1669533"/>
                  <a:pt x="6117098" y="1655852"/>
                  <a:pt x="6119258" y="1642171"/>
                </a:cubicBezTo>
                <a:cubicBezTo>
                  <a:pt x="6128258" y="1678534"/>
                  <a:pt x="6148778" y="1680694"/>
                  <a:pt x="6126098" y="1701216"/>
                </a:cubicBezTo>
                <a:cubicBezTo>
                  <a:pt x="6132938" y="1719577"/>
                  <a:pt x="6119258" y="1735418"/>
                  <a:pt x="6121418" y="1753779"/>
                </a:cubicBezTo>
                <a:cubicBezTo>
                  <a:pt x="6112417" y="1762780"/>
                  <a:pt x="6103417" y="1753779"/>
                  <a:pt x="6100897" y="1767100"/>
                </a:cubicBezTo>
                <a:lnTo>
                  <a:pt x="6099749" y="1760179"/>
                </a:lnTo>
                <a:lnTo>
                  <a:pt x="6092253" y="1760179"/>
                </a:lnTo>
                <a:lnTo>
                  <a:pt x="6081322" y="1798962"/>
                </a:lnTo>
                <a:cubicBezTo>
                  <a:pt x="6078757" y="1813453"/>
                  <a:pt x="6079297" y="1826504"/>
                  <a:pt x="6087217" y="1835505"/>
                </a:cubicBezTo>
                <a:cubicBezTo>
                  <a:pt x="6076057" y="1844505"/>
                  <a:pt x="6073897" y="1828664"/>
                  <a:pt x="6059857" y="1837665"/>
                </a:cubicBezTo>
                <a:cubicBezTo>
                  <a:pt x="6066877" y="1847926"/>
                  <a:pt x="6062917" y="1857646"/>
                  <a:pt x="6056932" y="1866197"/>
                </a:cubicBezTo>
                <a:lnTo>
                  <a:pt x="6053633" y="1870372"/>
                </a:lnTo>
                <a:lnTo>
                  <a:pt x="6075753" y="1913115"/>
                </a:lnTo>
                <a:cubicBezTo>
                  <a:pt x="6066035" y="1930214"/>
                  <a:pt x="6053909" y="1944884"/>
                  <a:pt x="6040091" y="1957731"/>
                </a:cubicBezTo>
                <a:lnTo>
                  <a:pt x="6004049" y="1984225"/>
                </a:lnTo>
                <a:lnTo>
                  <a:pt x="6000817" y="1992476"/>
                </a:lnTo>
                <a:cubicBezTo>
                  <a:pt x="5991817" y="2001476"/>
                  <a:pt x="5989657" y="1992476"/>
                  <a:pt x="5980297" y="1999316"/>
                </a:cubicBezTo>
                <a:cubicBezTo>
                  <a:pt x="5982817" y="2010837"/>
                  <a:pt x="5982817" y="2024158"/>
                  <a:pt x="5980297" y="2033518"/>
                </a:cubicBezTo>
                <a:cubicBezTo>
                  <a:pt x="5974717" y="2033518"/>
                  <a:pt x="5971927" y="2027848"/>
                  <a:pt x="5969362" y="2021593"/>
                </a:cubicBezTo>
                <a:lnTo>
                  <a:pt x="5960452" y="2007244"/>
                </a:lnTo>
                <a:lnTo>
                  <a:pt x="5958310" y="2008247"/>
                </a:lnTo>
                <a:lnTo>
                  <a:pt x="5952577" y="2016417"/>
                </a:lnTo>
                <a:cubicBezTo>
                  <a:pt x="5951497" y="2020378"/>
                  <a:pt x="5950957" y="2024338"/>
                  <a:pt x="5948617" y="2026678"/>
                </a:cubicBezTo>
                <a:cubicBezTo>
                  <a:pt x="5964457" y="2028838"/>
                  <a:pt x="5950777" y="2047199"/>
                  <a:pt x="5946457" y="2051520"/>
                </a:cubicBezTo>
                <a:cubicBezTo>
                  <a:pt x="5962297" y="2054040"/>
                  <a:pt x="5948617" y="2067721"/>
                  <a:pt x="5955457" y="2069881"/>
                </a:cubicBezTo>
                <a:cubicBezTo>
                  <a:pt x="5957617" y="2069881"/>
                  <a:pt x="5959777" y="2067721"/>
                  <a:pt x="5962297" y="2072041"/>
                </a:cubicBezTo>
                <a:cubicBezTo>
                  <a:pt x="5948617" y="2083562"/>
                  <a:pt x="5950777" y="2060880"/>
                  <a:pt x="5939617" y="2069881"/>
                </a:cubicBezTo>
                <a:cubicBezTo>
                  <a:pt x="5923417" y="2085722"/>
                  <a:pt x="5948617" y="2110924"/>
                  <a:pt x="5932777" y="2119924"/>
                </a:cubicBezTo>
                <a:cubicBezTo>
                  <a:pt x="5932777" y="2108403"/>
                  <a:pt x="5928097" y="2104083"/>
                  <a:pt x="5921256" y="2106243"/>
                </a:cubicBezTo>
                <a:cubicBezTo>
                  <a:pt x="5896416" y="2126765"/>
                  <a:pt x="5919096" y="2154127"/>
                  <a:pt x="5921256" y="2163127"/>
                </a:cubicBezTo>
                <a:cubicBezTo>
                  <a:pt x="5916936" y="2154127"/>
                  <a:pt x="5907576" y="2160967"/>
                  <a:pt x="5900736" y="2158447"/>
                </a:cubicBezTo>
                <a:cubicBezTo>
                  <a:pt x="5898576" y="2147286"/>
                  <a:pt x="5907576" y="2124245"/>
                  <a:pt x="5898576" y="2122084"/>
                </a:cubicBezTo>
                <a:cubicBezTo>
                  <a:pt x="5873376" y="2149446"/>
                  <a:pt x="5896416" y="2158447"/>
                  <a:pt x="5889576" y="2185809"/>
                </a:cubicBezTo>
                <a:cubicBezTo>
                  <a:pt x="5882736" y="2190489"/>
                  <a:pt x="5880216" y="2185809"/>
                  <a:pt x="5873376" y="2190489"/>
                </a:cubicBezTo>
                <a:cubicBezTo>
                  <a:pt x="5875896" y="2199490"/>
                  <a:pt x="5875896" y="2206330"/>
                  <a:pt x="5878056" y="2215331"/>
                </a:cubicBezTo>
                <a:cubicBezTo>
                  <a:pt x="5884896" y="2213171"/>
                  <a:pt x="5887056" y="2187969"/>
                  <a:pt x="5896416" y="2197330"/>
                </a:cubicBezTo>
                <a:cubicBezTo>
                  <a:pt x="5889576" y="2208490"/>
                  <a:pt x="5878056" y="2220011"/>
                  <a:pt x="5875896" y="2233692"/>
                </a:cubicBezTo>
                <a:cubicBezTo>
                  <a:pt x="5903256" y="2201650"/>
                  <a:pt x="5921256" y="2165287"/>
                  <a:pt x="5943937" y="2131085"/>
                </a:cubicBezTo>
                <a:cubicBezTo>
                  <a:pt x="5946457" y="2169968"/>
                  <a:pt x="5878056" y="2215331"/>
                  <a:pt x="5898576" y="2238372"/>
                </a:cubicBezTo>
                <a:lnTo>
                  <a:pt x="5897028" y="2245267"/>
                </a:lnTo>
                <a:lnTo>
                  <a:pt x="5902653" y="2251681"/>
                </a:lnTo>
                <a:cubicBezTo>
                  <a:pt x="5903602" y="2263094"/>
                  <a:pt x="5888408" y="2281600"/>
                  <a:pt x="5888408" y="2293574"/>
                </a:cubicBezTo>
                <a:cubicBezTo>
                  <a:pt x="5878279" y="2286680"/>
                  <a:pt x="5881655" y="2277517"/>
                  <a:pt x="5886720" y="2268355"/>
                </a:cubicBezTo>
                <a:lnTo>
                  <a:pt x="5893432" y="2256124"/>
                </a:lnTo>
                <a:lnTo>
                  <a:pt x="5884896" y="2267894"/>
                </a:lnTo>
                <a:cubicBezTo>
                  <a:pt x="5884896" y="2263214"/>
                  <a:pt x="5884896" y="2254213"/>
                  <a:pt x="5880216" y="2256374"/>
                </a:cubicBezTo>
                <a:cubicBezTo>
                  <a:pt x="5866536" y="2274735"/>
                  <a:pt x="5846375" y="2288056"/>
                  <a:pt x="5834855" y="2308577"/>
                </a:cubicBezTo>
                <a:cubicBezTo>
                  <a:pt x="5832695" y="2301737"/>
                  <a:pt x="5832695" y="2294896"/>
                  <a:pt x="5828015" y="2297416"/>
                </a:cubicBezTo>
                <a:cubicBezTo>
                  <a:pt x="5830175" y="2308577"/>
                  <a:pt x="5812175" y="2311097"/>
                  <a:pt x="5814335" y="2324778"/>
                </a:cubicBezTo>
                <a:cubicBezTo>
                  <a:pt x="5821175" y="2320098"/>
                  <a:pt x="5823335" y="2311097"/>
                  <a:pt x="5834855" y="2308577"/>
                </a:cubicBezTo>
                <a:cubicBezTo>
                  <a:pt x="5832695" y="2333779"/>
                  <a:pt x="5823335" y="2342780"/>
                  <a:pt x="5830175" y="2367981"/>
                </a:cubicBezTo>
                <a:cubicBezTo>
                  <a:pt x="5812175" y="2379142"/>
                  <a:pt x="5832695" y="2381302"/>
                  <a:pt x="5802815" y="2402184"/>
                </a:cubicBezTo>
                <a:cubicBezTo>
                  <a:pt x="5805335" y="2431706"/>
                  <a:pt x="5762135" y="2465548"/>
                  <a:pt x="5739455" y="2492910"/>
                </a:cubicBezTo>
                <a:cubicBezTo>
                  <a:pt x="5739455" y="2488590"/>
                  <a:pt x="5739455" y="2479229"/>
                  <a:pt x="5734775" y="2479229"/>
                </a:cubicBezTo>
                <a:cubicBezTo>
                  <a:pt x="5734775" y="2483909"/>
                  <a:pt x="5732615" y="2486069"/>
                  <a:pt x="5725775" y="2488590"/>
                </a:cubicBezTo>
                <a:cubicBezTo>
                  <a:pt x="5736935" y="2492910"/>
                  <a:pt x="5734775" y="2511271"/>
                  <a:pt x="5716415" y="2518112"/>
                </a:cubicBezTo>
                <a:cubicBezTo>
                  <a:pt x="5712095" y="2520272"/>
                  <a:pt x="5712095" y="2511271"/>
                  <a:pt x="5707415" y="2511271"/>
                </a:cubicBezTo>
                <a:cubicBezTo>
                  <a:pt x="5707415" y="2522432"/>
                  <a:pt x="5714255" y="2518112"/>
                  <a:pt x="5707415" y="2529272"/>
                </a:cubicBezTo>
                <a:cubicBezTo>
                  <a:pt x="5698415" y="2533953"/>
                  <a:pt x="5698415" y="2524952"/>
                  <a:pt x="5695895" y="2524952"/>
                </a:cubicBezTo>
                <a:cubicBezTo>
                  <a:pt x="5693735" y="2533953"/>
                  <a:pt x="5700575" y="2531793"/>
                  <a:pt x="5698415" y="2540793"/>
                </a:cubicBezTo>
                <a:lnTo>
                  <a:pt x="5693085" y="2546840"/>
                </a:lnTo>
                <a:lnTo>
                  <a:pt x="5690284" y="2562101"/>
                </a:lnTo>
                <a:cubicBezTo>
                  <a:pt x="5688838" y="2571174"/>
                  <a:pt x="5688006" y="2580713"/>
                  <a:pt x="5689175" y="2590973"/>
                </a:cubicBezTo>
                <a:cubicBezTo>
                  <a:pt x="5686656" y="2602493"/>
                  <a:pt x="5670819" y="2586293"/>
                  <a:pt x="5666139" y="2595653"/>
                </a:cubicBezTo>
                <a:cubicBezTo>
                  <a:pt x="5672978" y="2615812"/>
                  <a:pt x="5670819" y="2632012"/>
                  <a:pt x="5666139" y="2650011"/>
                </a:cubicBezTo>
                <a:cubicBezTo>
                  <a:pt x="5659301" y="2668370"/>
                  <a:pt x="5648142" y="2684210"/>
                  <a:pt x="5636624" y="2700049"/>
                </a:cubicBezTo>
                <a:cubicBezTo>
                  <a:pt x="5616107" y="2732088"/>
                  <a:pt x="5586592" y="2756927"/>
                  <a:pt x="5579753" y="2791126"/>
                </a:cubicBezTo>
                <a:cubicBezTo>
                  <a:pt x="5563916" y="2802646"/>
                  <a:pt x="5545559" y="2813806"/>
                  <a:pt x="5529721" y="2829645"/>
                </a:cubicBezTo>
                <a:lnTo>
                  <a:pt x="5511952" y="2848674"/>
                </a:lnTo>
                <a:lnTo>
                  <a:pt x="5512453" y="2849139"/>
                </a:lnTo>
                <a:cubicBezTo>
                  <a:pt x="5514134" y="2854397"/>
                  <a:pt x="5513498" y="2860530"/>
                  <a:pt x="5510045" y="2865086"/>
                </a:cubicBezTo>
                <a:lnTo>
                  <a:pt x="5503956" y="2857238"/>
                </a:lnTo>
                <a:lnTo>
                  <a:pt x="5494275" y="2867606"/>
                </a:lnTo>
                <a:lnTo>
                  <a:pt x="5495070" y="2876181"/>
                </a:lnTo>
                <a:cubicBezTo>
                  <a:pt x="5497264" y="2885120"/>
                  <a:pt x="5500300" y="2890403"/>
                  <a:pt x="5494400" y="2886870"/>
                </a:cubicBezTo>
                <a:lnTo>
                  <a:pt x="5483043" y="2878369"/>
                </a:lnTo>
                <a:lnTo>
                  <a:pt x="5445000" y="2911092"/>
                </a:lnTo>
                <a:cubicBezTo>
                  <a:pt x="5430197" y="2921892"/>
                  <a:pt x="5414900" y="2929902"/>
                  <a:pt x="5397983" y="2932242"/>
                </a:cubicBezTo>
                <a:cubicBezTo>
                  <a:pt x="5384305" y="2943401"/>
                  <a:pt x="5368107" y="2952761"/>
                  <a:pt x="5352270" y="2963921"/>
                </a:cubicBezTo>
                <a:cubicBezTo>
                  <a:pt x="5338592" y="2973280"/>
                  <a:pt x="5322755" y="2982280"/>
                  <a:pt x="5306917" y="2991280"/>
                </a:cubicBezTo>
                <a:cubicBezTo>
                  <a:pt x="5291080" y="3000280"/>
                  <a:pt x="5274883" y="3011799"/>
                  <a:pt x="5261565" y="3018639"/>
                </a:cubicBezTo>
                <a:cubicBezTo>
                  <a:pt x="5245367" y="3027639"/>
                  <a:pt x="5229530" y="3034478"/>
                  <a:pt x="5215852" y="3043478"/>
                </a:cubicBezTo>
                <a:cubicBezTo>
                  <a:pt x="5206853" y="3048158"/>
                  <a:pt x="5197855" y="3054638"/>
                  <a:pt x="5188497" y="3063637"/>
                </a:cubicBezTo>
                <a:cubicBezTo>
                  <a:pt x="5179498" y="3072997"/>
                  <a:pt x="5172659" y="3079477"/>
                  <a:pt x="5165820" y="3088837"/>
                </a:cubicBezTo>
                <a:cubicBezTo>
                  <a:pt x="5149983" y="3106836"/>
                  <a:pt x="5134145" y="3125195"/>
                  <a:pt x="5115788" y="3138875"/>
                </a:cubicBezTo>
                <a:cubicBezTo>
                  <a:pt x="5104270" y="3145715"/>
                  <a:pt x="5074755" y="3143195"/>
                  <a:pt x="5061077" y="3147875"/>
                </a:cubicBezTo>
                <a:cubicBezTo>
                  <a:pt x="5049919" y="3152555"/>
                  <a:pt x="5040560" y="3166234"/>
                  <a:pt x="5031562" y="3166234"/>
                </a:cubicBezTo>
                <a:cubicBezTo>
                  <a:pt x="5020224" y="3166234"/>
                  <a:pt x="5010303" y="3161104"/>
                  <a:pt x="5000944" y="3153623"/>
                </a:cubicBezTo>
                <a:lnTo>
                  <a:pt x="4975480" y="3128650"/>
                </a:lnTo>
                <a:lnTo>
                  <a:pt x="4975138" y="3128756"/>
                </a:lnTo>
                <a:cubicBezTo>
                  <a:pt x="4971784" y="3128962"/>
                  <a:pt x="4969205" y="3127956"/>
                  <a:pt x="4968038" y="3125094"/>
                </a:cubicBezTo>
                <a:lnTo>
                  <a:pt x="4970532" y="3124266"/>
                </a:lnTo>
                <a:lnTo>
                  <a:pt x="4952620" y="3109346"/>
                </a:lnTo>
                <a:lnTo>
                  <a:pt x="4932329" y="3109407"/>
                </a:lnTo>
                <a:cubicBezTo>
                  <a:pt x="4918649" y="3111972"/>
                  <a:pt x="4908929" y="3118273"/>
                  <a:pt x="4911089" y="3131954"/>
                </a:cubicBezTo>
                <a:cubicBezTo>
                  <a:pt x="4897409" y="3125113"/>
                  <a:pt x="4895248" y="3145635"/>
                  <a:pt x="4881568" y="3138794"/>
                </a:cubicBezTo>
                <a:cubicBezTo>
                  <a:pt x="4881568" y="3130153"/>
                  <a:pt x="4893111" y="3127993"/>
                  <a:pt x="4895085" y="3125631"/>
                </a:cubicBezTo>
                <a:lnTo>
                  <a:pt x="4893544" y="3123564"/>
                </a:lnTo>
                <a:lnTo>
                  <a:pt x="4885420" y="3124249"/>
                </a:lnTo>
                <a:lnTo>
                  <a:pt x="4876573" y="3125743"/>
                </a:lnTo>
                <a:lnTo>
                  <a:pt x="4864177" y="3138183"/>
                </a:lnTo>
                <a:lnTo>
                  <a:pt x="4859833" y="3134744"/>
                </a:lnTo>
                <a:lnTo>
                  <a:pt x="4863575" y="3126088"/>
                </a:lnTo>
                <a:lnTo>
                  <a:pt x="4856000" y="3126726"/>
                </a:lnTo>
                <a:lnTo>
                  <a:pt x="4848889" y="3125715"/>
                </a:lnTo>
                <a:lnTo>
                  <a:pt x="4839358" y="3141854"/>
                </a:lnTo>
                <a:cubicBezTo>
                  <a:pt x="4828288" y="3155805"/>
                  <a:pt x="4813528" y="3167236"/>
                  <a:pt x="4799848" y="3172997"/>
                </a:cubicBezTo>
                <a:cubicBezTo>
                  <a:pt x="4811008" y="3159316"/>
                  <a:pt x="4786167" y="3163636"/>
                  <a:pt x="4783647" y="3166156"/>
                </a:cubicBezTo>
                <a:cubicBezTo>
                  <a:pt x="4781487" y="3184157"/>
                  <a:pt x="4747287" y="3179837"/>
                  <a:pt x="4731447" y="3184157"/>
                </a:cubicBezTo>
                <a:cubicBezTo>
                  <a:pt x="4733967" y="3179837"/>
                  <a:pt x="4742967" y="3170476"/>
                  <a:pt x="4738287" y="3168316"/>
                </a:cubicBezTo>
                <a:cubicBezTo>
                  <a:pt x="4719927" y="3166156"/>
                  <a:pt x="4722447" y="3195678"/>
                  <a:pt x="4708767" y="3195678"/>
                </a:cubicBezTo>
                <a:cubicBezTo>
                  <a:pt x="4710927" y="3175157"/>
                  <a:pt x="4692927" y="3200358"/>
                  <a:pt x="4686087" y="3200358"/>
                </a:cubicBezTo>
                <a:cubicBezTo>
                  <a:pt x="4692927" y="3190998"/>
                  <a:pt x="4672407" y="3190998"/>
                  <a:pt x="4667727" y="3186678"/>
                </a:cubicBezTo>
                <a:cubicBezTo>
                  <a:pt x="4663407" y="3193518"/>
                  <a:pt x="4656567" y="3190998"/>
                  <a:pt x="4651887" y="3197838"/>
                </a:cubicBezTo>
                <a:cubicBezTo>
                  <a:pt x="4660887" y="3193518"/>
                  <a:pt x="4672407" y="3193518"/>
                  <a:pt x="4667727" y="3204679"/>
                </a:cubicBezTo>
                <a:cubicBezTo>
                  <a:pt x="4651887" y="3202519"/>
                  <a:pt x="4633526" y="3204679"/>
                  <a:pt x="4640367" y="3220520"/>
                </a:cubicBezTo>
                <a:cubicBezTo>
                  <a:pt x="4624526" y="3220520"/>
                  <a:pt x="4645047" y="3209359"/>
                  <a:pt x="4631366" y="3206839"/>
                </a:cubicBezTo>
                <a:cubicBezTo>
                  <a:pt x="4619846" y="3227360"/>
                  <a:pt x="4619846" y="3211519"/>
                  <a:pt x="4608686" y="3216200"/>
                </a:cubicBezTo>
                <a:cubicBezTo>
                  <a:pt x="4601846" y="3225200"/>
                  <a:pt x="4606526" y="3229880"/>
                  <a:pt x="4608686" y="3234201"/>
                </a:cubicBezTo>
                <a:cubicBezTo>
                  <a:pt x="4608686" y="3220520"/>
                  <a:pt x="4636047" y="3229880"/>
                  <a:pt x="4647207" y="3225200"/>
                </a:cubicBezTo>
                <a:cubicBezTo>
                  <a:pt x="4638207" y="3232041"/>
                  <a:pt x="4649727" y="3234201"/>
                  <a:pt x="4645047" y="3243201"/>
                </a:cubicBezTo>
                <a:cubicBezTo>
                  <a:pt x="4639287" y="3243201"/>
                  <a:pt x="4634156" y="3243201"/>
                  <a:pt x="4629341" y="3244371"/>
                </a:cubicBezTo>
                <a:lnTo>
                  <a:pt x="4615723" y="3252445"/>
                </a:lnTo>
                <a:lnTo>
                  <a:pt x="4646992" y="3249579"/>
                </a:lnTo>
                <a:cubicBezTo>
                  <a:pt x="4653833" y="3256420"/>
                  <a:pt x="4653833" y="3267940"/>
                  <a:pt x="4649513" y="3276941"/>
                </a:cubicBezTo>
                <a:cubicBezTo>
                  <a:pt x="4649513" y="3276941"/>
                  <a:pt x="4649513" y="3276941"/>
                  <a:pt x="4660674" y="3274780"/>
                </a:cubicBezTo>
                <a:cubicBezTo>
                  <a:pt x="4663194" y="3258940"/>
                  <a:pt x="4653833" y="3258940"/>
                  <a:pt x="4651673" y="3249579"/>
                </a:cubicBezTo>
                <a:cubicBezTo>
                  <a:pt x="4653833" y="3236259"/>
                  <a:pt x="4660674" y="3261100"/>
                  <a:pt x="4665354" y="3263260"/>
                </a:cubicBezTo>
                <a:cubicBezTo>
                  <a:pt x="4676515" y="3258940"/>
                  <a:pt x="4685877" y="3254259"/>
                  <a:pt x="4697037" y="3249579"/>
                </a:cubicBezTo>
                <a:cubicBezTo>
                  <a:pt x="4690197" y="3281621"/>
                  <a:pt x="4717560" y="3254259"/>
                  <a:pt x="4733761" y="3263260"/>
                </a:cubicBezTo>
                <a:cubicBezTo>
                  <a:pt x="4726561" y="3283781"/>
                  <a:pt x="4708559" y="3263260"/>
                  <a:pt x="4703878" y="3290621"/>
                </a:cubicBezTo>
                <a:cubicBezTo>
                  <a:pt x="4681196" y="3286301"/>
                  <a:pt x="4672195" y="3286301"/>
                  <a:pt x="4653833" y="3302142"/>
                </a:cubicBezTo>
                <a:cubicBezTo>
                  <a:pt x="4660674" y="3317983"/>
                  <a:pt x="4670035" y="3293141"/>
                  <a:pt x="4674355" y="3304302"/>
                </a:cubicBezTo>
                <a:cubicBezTo>
                  <a:pt x="4670035" y="3352184"/>
                  <a:pt x="4685877" y="3336343"/>
                  <a:pt x="4710719" y="3304302"/>
                </a:cubicBezTo>
                <a:cubicBezTo>
                  <a:pt x="4694877" y="3324823"/>
                  <a:pt x="4706399" y="3347504"/>
                  <a:pt x="4717560" y="3361185"/>
                </a:cubicBezTo>
                <a:cubicBezTo>
                  <a:pt x="4701718" y="3368025"/>
                  <a:pt x="4701718" y="3352184"/>
                  <a:pt x="4694877" y="3343184"/>
                </a:cubicBezTo>
                <a:cubicBezTo>
                  <a:pt x="4688037" y="3354344"/>
                  <a:pt x="4685877" y="3368025"/>
                  <a:pt x="4674355" y="3372705"/>
                </a:cubicBezTo>
                <a:cubicBezTo>
                  <a:pt x="4665354" y="3372705"/>
                  <a:pt x="4672195" y="3350024"/>
                  <a:pt x="4660674" y="3354344"/>
                </a:cubicBezTo>
                <a:cubicBezTo>
                  <a:pt x="4649513" y="3363705"/>
                  <a:pt x="4653833" y="3402227"/>
                  <a:pt x="4631151" y="3393226"/>
                </a:cubicBezTo>
                <a:cubicBezTo>
                  <a:pt x="4631151" y="3386386"/>
                  <a:pt x="4644832" y="3390706"/>
                  <a:pt x="4642672" y="3381706"/>
                </a:cubicBezTo>
                <a:cubicBezTo>
                  <a:pt x="4624310" y="3372705"/>
                  <a:pt x="4624310" y="3388546"/>
                  <a:pt x="4626470" y="3404387"/>
                </a:cubicBezTo>
                <a:cubicBezTo>
                  <a:pt x="4610629" y="3406547"/>
                  <a:pt x="4615309" y="3397546"/>
                  <a:pt x="4617469" y="3386386"/>
                </a:cubicBezTo>
                <a:cubicBezTo>
                  <a:pt x="4612789" y="3400066"/>
                  <a:pt x="4594787" y="3400066"/>
                  <a:pt x="4590106" y="3413387"/>
                </a:cubicBezTo>
                <a:cubicBezTo>
                  <a:pt x="4592627" y="3420227"/>
                  <a:pt x="4601627" y="3418067"/>
                  <a:pt x="4608468" y="3418067"/>
                </a:cubicBezTo>
                <a:cubicBezTo>
                  <a:pt x="4603788" y="3424908"/>
                  <a:pt x="4601627" y="3433908"/>
                  <a:pt x="4590106" y="3436428"/>
                </a:cubicBezTo>
                <a:lnTo>
                  <a:pt x="4596039" y="3444964"/>
                </a:lnTo>
                <a:lnTo>
                  <a:pt x="4606769" y="3441721"/>
                </a:lnTo>
                <a:lnTo>
                  <a:pt x="4606803" y="3441588"/>
                </a:lnTo>
                <a:cubicBezTo>
                  <a:pt x="4607954" y="3439542"/>
                  <a:pt x="4609105" y="3437814"/>
                  <a:pt x="4609105" y="3434358"/>
                </a:cubicBezTo>
                <a:cubicBezTo>
                  <a:pt x="4614596" y="3433266"/>
                  <a:pt x="4617961" y="3434994"/>
                  <a:pt x="4621636" y="3436449"/>
                </a:cubicBezTo>
                <a:lnTo>
                  <a:pt x="4622023" y="3436462"/>
                </a:lnTo>
                <a:lnTo>
                  <a:pt x="4639449" y="3423989"/>
                </a:lnTo>
                <a:lnTo>
                  <a:pt x="4639005" y="3422562"/>
                </a:lnTo>
                <a:cubicBezTo>
                  <a:pt x="4637437" y="3419804"/>
                  <a:pt x="4635302" y="3418669"/>
                  <a:pt x="4631885" y="3420360"/>
                </a:cubicBezTo>
                <a:cubicBezTo>
                  <a:pt x="4620375" y="3411460"/>
                  <a:pt x="4640876" y="3400425"/>
                  <a:pt x="4650228" y="3406832"/>
                </a:cubicBezTo>
                <a:lnTo>
                  <a:pt x="4652040" y="3413341"/>
                </a:lnTo>
                <a:lnTo>
                  <a:pt x="4667122" y="3398708"/>
                </a:lnTo>
                <a:lnTo>
                  <a:pt x="4665429" y="3390688"/>
                </a:lnTo>
                <a:cubicBezTo>
                  <a:pt x="4649843" y="3383924"/>
                  <a:pt x="4665429" y="3413115"/>
                  <a:pt x="4649843" y="3406351"/>
                </a:cubicBezTo>
                <a:cubicBezTo>
                  <a:pt x="4647363" y="3386416"/>
                  <a:pt x="4647363" y="3386416"/>
                  <a:pt x="4647363" y="3386416"/>
                </a:cubicBezTo>
                <a:cubicBezTo>
                  <a:pt x="4658698" y="3388552"/>
                  <a:pt x="4658698" y="3375025"/>
                  <a:pt x="4670034" y="3379653"/>
                </a:cubicBezTo>
                <a:lnTo>
                  <a:pt x="4674296" y="3391524"/>
                </a:lnTo>
                <a:lnTo>
                  <a:pt x="4688177" y="3377547"/>
                </a:lnTo>
                <a:cubicBezTo>
                  <a:pt x="4695016" y="3386907"/>
                  <a:pt x="4704015" y="3393747"/>
                  <a:pt x="4710854" y="3400587"/>
                </a:cubicBezTo>
                <a:cubicBezTo>
                  <a:pt x="4707434" y="3409676"/>
                  <a:pt x="4702598" y="3417056"/>
                  <a:pt x="4696912" y="3423260"/>
                </a:cubicBezTo>
                <a:lnTo>
                  <a:pt x="4689839" y="3429063"/>
                </a:lnTo>
                <a:lnTo>
                  <a:pt x="4689871" y="3429134"/>
                </a:lnTo>
                <a:lnTo>
                  <a:pt x="4689709" y="3429170"/>
                </a:lnTo>
                <a:lnTo>
                  <a:pt x="4677874" y="3438880"/>
                </a:lnTo>
                <a:lnTo>
                  <a:pt x="4658667" y="3449953"/>
                </a:lnTo>
                <a:lnTo>
                  <a:pt x="4657062" y="3458806"/>
                </a:lnTo>
                <a:lnTo>
                  <a:pt x="4652054" y="3453766"/>
                </a:lnTo>
                <a:lnTo>
                  <a:pt x="4638145" y="3461785"/>
                </a:lnTo>
                <a:cubicBezTo>
                  <a:pt x="4627887" y="3468624"/>
                  <a:pt x="4618259" y="3477174"/>
                  <a:pt x="4605481" y="3482889"/>
                </a:cubicBezTo>
                <a:lnTo>
                  <a:pt x="4598596" y="3484728"/>
                </a:lnTo>
                <a:lnTo>
                  <a:pt x="4599467" y="3486471"/>
                </a:lnTo>
                <a:cubicBezTo>
                  <a:pt x="4608468" y="3483950"/>
                  <a:pt x="4615309" y="3481790"/>
                  <a:pt x="4619629" y="3474950"/>
                </a:cubicBezTo>
                <a:cubicBezTo>
                  <a:pt x="4626470" y="3474950"/>
                  <a:pt x="4619629" y="3497631"/>
                  <a:pt x="4637991" y="3486471"/>
                </a:cubicBezTo>
                <a:cubicBezTo>
                  <a:pt x="4632231" y="3496551"/>
                  <a:pt x="4632231" y="3503301"/>
                  <a:pt x="4632546" y="3510412"/>
                </a:cubicBezTo>
                <a:lnTo>
                  <a:pt x="4631568" y="3517588"/>
                </a:lnTo>
                <a:lnTo>
                  <a:pt x="4639351" y="3518573"/>
                </a:lnTo>
                <a:lnTo>
                  <a:pt x="4643730" y="3517881"/>
                </a:lnTo>
                <a:lnTo>
                  <a:pt x="4643720" y="3517872"/>
                </a:lnTo>
                <a:cubicBezTo>
                  <a:pt x="4646426" y="3509305"/>
                  <a:pt x="4669305" y="3492171"/>
                  <a:pt x="4652146" y="3475037"/>
                </a:cubicBezTo>
                <a:cubicBezTo>
                  <a:pt x="4657956" y="3484284"/>
                  <a:pt x="4664221" y="3492262"/>
                  <a:pt x="4669623" y="3501373"/>
                </a:cubicBezTo>
                <a:lnTo>
                  <a:pt x="4676794" y="3520687"/>
                </a:lnTo>
                <a:lnTo>
                  <a:pt x="4687351" y="3523042"/>
                </a:lnTo>
                <a:lnTo>
                  <a:pt x="4694382" y="3496235"/>
                </a:lnTo>
                <a:cubicBezTo>
                  <a:pt x="4712219" y="3507332"/>
                  <a:pt x="4718997" y="3498382"/>
                  <a:pt x="4746109" y="3494087"/>
                </a:cubicBezTo>
                <a:cubicBezTo>
                  <a:pt x="4748606" y="3505184"/>
                  <a:pt x="4743969" y="3509837"/>
                  <a:pt x="4732910" y="3511985"/>
                </a:cubicBezTo>
                <a:cubicBezTo>
                  <a:pt x="4732910" y="3516639"/>
                  <a:pt x="4735050" y="3516639"/>
                  <a:pt x="4737191" y="3516639"/>
                </a:cubicBezTo>
                <a:cubicBezTo>
                  <a:pt x="4731483" y="3514312"/>
                  <a:pt x="4721940" y="3517086"/>
                  <a:pt x="4712130" y="3520755"/>
                </a:cubicBezTo>
                <a:lnTo>
                  <a:pt x="4698629" y="3525558"/>
                </a:lnTo>
                <a:lnTo>
                  <a:pt x="4705740" y="3527144"/>
                </a:lnTo>
                <a:cubicBezTo>
                  <a:pt x="4721573" y="3529664"/>
                  <a:pt x="4739565" y="3529664"/>
                  <a:pt x="4757916" y="3529664"/>
                </a:cubicBezTo>
                <a:cubicBezTo>
                  <a:pt x="4796418" y="3527144"/>
                  <a:pt x="4835280" y="3524985"/>
                  <a:pt x="4873782" y="3518146"/>
                </a:cubicBezTo>
                <a:cubicBezTo>
                  <a:pt x="4955824" y="3506628"/>
                  <a:pt x="5039665" y="3486472"/>
                  <a:pt x="5126385" y="3470275"/>
                </a:cubicBezTo>
                <a:cubicBezTo>
                  <a:pt x="5137540" y="3490791"/>
                  <a:pt x="5121707" y="3497630"/>
                  <a:pt x="5114871" y="3509148"/>
                </a:cubicBezTo>
                <a:cubicBezTo>
                  <a:pt x="5080687" y="3513467"/>
                  <a:pt x="5053339" y="3527144"/>
                  <a:pt x="5026352" y="3543341"/>
                </a:cubicBezTo>
                <a:lnTo>
                  <a:pt x="5006317" y="3551957"/>
                </a:lnTo>
                <a:lnTo>
                  <a:pt x="5009704" y="3556904"/>
                </a:lnTo>
                <a:cubicBezTo>
                  <a:pt x="5010459" y="3561786"/>
                  <a:pt x="5009533" y="3567140"/>
                  <a:pt x="5007019" y="3570551"/>
                </a:cubicBezTo>
                <a:cubicBezTo>
                  <a:pt x="4998200" y="3573098"/>
                  <a:pt x="4998200" y="3559273"/>
                  <a:pt x="4984794" y="3566186"/>
                </a:cubicBezTo>
                <a:lnTo>
                  <a:pt x="4985052" y="3561102"/>
                </a:lnTo>
                <a:lnTo>
                  <a:pt x="4983666" y="3561698"/>
                </a:lnTo>
                <a:lnTo>
                  <a:pt x="4961178" y="3564852"/>
                </a:lnTo>
                <a:lnTo>
                  <a:pt x="4980376" y="3572257"/>
                </a:lnTo>
                <a:cubicBezTo>
                  <a:pt x="4948136" y="3581260"/>
                  <a:pt x="4902492" y="3622315"/>
                  <a:pt x="4874961" y="3603948"/>
                </a:cubicBezTo>
                <a:cubicBezTo>
                  <a:pt x="4873874" y="3600527"/>
                  <a:pt x="4874418" y="3598276"/>
                  <a:pt x="4875233" y="3596025"/>
                </a:cubicBezTo>
                <a:lnTo>
                  <a:pt x="4876381" y="3591245"/>
                </a:lnTo>
                <a:lnTo>
                  <a:pt x="4874356" y="3591752"/>
                </a:lnTo>
                <a:cubicBezTo>
                  <a:pt x="4808540" y="3601673"/>
                  <a:pt x="4736956" y="3577175"/>
                  <a:pt x="4680552" y="3577175"/>
                </a:cubicBezTo>
                <a:cubicBezTo>
                  <a:pt x="4665798" y="3567097"/>
                  <a:pt x="4644748" y="3560888"/>
                  <a:pt x="4621404" y="3558054"/>
                </a:cubicBezTo>
                <a:lnTo>
                  <a:pt x="4592278" y="3558503"/>
                </a:lnTo>
                <a:lnTo>
                  <a:pt x="4585859" y="3561185"/>
                </a:lnTo>
                <a:cubicBezTo>
                  <a:pt x="4582073" y="3563649"/>
                  <a:pt x="4578765" y="3567205"/>
                  <a:pt x="4576425" y="3572875"/>
                </a:cubicBezTo>
                <a:lnTo>
                  <a:pt x="4566282" y="3558904"/>
                </a:lnTo>
                <a:lnTo>
                  <a:pt x="4551520" y="3559132"/>
                </a:lnTo>
                <a:lnTo>
                  <a:pt x="4553743" y="3575035"/>
                </a:lnTo>
                <a:cubicBezTo>
                  <a:pt x="4531060" y="3584035"/>
                  <a:pt x="4515219" y="3563874"/>
                  <a:pt x="4501537" y="3595556"/>
                </a:cubicBezTo>
                <a:cubicBezTo>
                  <a:pt x="4496857" y="3590875"/>
                  <a:pt x="4492536" y="3586555"/>
                  <a:pt x="4490016" y="3579715"/>
                </a:cubicBezTo>
                <a:cubicBezTo>
                  <a:pt x="4439971" y="3588715"/>
                  <a:pt x="4406127" y="3597716"/>
                  <a:pt x="4369403" y="3604556"/>
                </a:cubicBezTo>
                <a:cubicBezTo>
                  <a:pt x="4335560" y="3609236"/>
                  <a:pt x="4298836" y="3613917"/>
                  <a:pt x="4251311" y="3611396"/>
                </a:cubicBezTo>
                <a:cubicBezTo>
                  <a:pt x="4253471" y="3602396"/>
                  <a:pt x="4251311" y="3593396"/>
                  <a:pt x="4244470" y="3590875"/>
                </a:cubicBezTo>
                <a:cubicBezTo>
                  <a:pt x="4230789" y="3597716"/>
                  <a:pt x="4251311" y="3609236"/>
                  <a:pt x="4246630" y="3622917"/>
                </a:cubicBezTo>
                <a:cubicBezTo>
                  <a:pt x="4169222" y="3607076"/>
                  <a:pt x="4108016" y="3622917"/>
                  <a:pt x="4030608" y="3620757"/>
                </a:cubicBezTo>
                <a:cubicBezTo>
                  <a:pt x="4028087" y="3629757"/>
                  <a:pt x="4030608" y="3634078"/>
                  <a:pt x="4037448" y="3636598"/>
                </a:cubicBezTo>
                <a:cubicBezTo>
                  <a:pt x="4030608" y="3643438"/>
                  <a:pt x="4028087" y="3638758"/>
                  <a:pt x="4012246" y="3640918"/>
                </a:cubicBezTo>
                <a:cubicBezTo>
                  <a:pt x="4021247" y="3625077"/>
                  <a:pt x="4019087" y="3625077"/>
                  <a:pt x="4007925" y="3618237"/>
                </a:cubicBezTo>
                <a:cubicBezTo>
                  <a:pt x="4001085" y="3620757"/>
                  <a:pt x="4001085" y="3631917"/>
                  <a:pt x="3998564" y="3638758"/>
                </a:cubicBezTo>
                <a:cubicBezTo>
                  <a:pt x="3991724" y="3636598"/>
                  <a:pt x="3989563" y="3629757"/>
                  <a:pt x="3994244" y="3618237"/>
                </a:cubicBezTo>
                <a:cubicBezTo>
                  <a:pt x="3994244" y="3618237"/>
                  <a:pt x="3994244" y="3618237"/>
                  <a:pt x="3930517" y="3611396"/>
                </a:cubicBezTo>
                <a:cubicBezTo>
                  <a:pt x="3930517" y="3631917"/>
                  <a:pt x="3944199" y="3620757"/>
                  <a:pt x="3948519" y="3634078"/>
                </a:cubicBezTo>
                <a:cubicBezTo>
                  <a:pt x="3930517" y="3652438"/>
                  <a:pt x="3927997" y="3640918"/>
                  <a:pt x="3925837" y="3625077"/>
                </a:cubicBezTo>
                <a:cubicBezTo>
                  <a:pt x="3921156" y="3611396"/>
                  <a:pt x="3916836" y="3595556"/>
                  <a:pt x="3896314" y="3604556"/>
                </a:cubicBezTo>
                <a:cubicBezTo>
                  <a:pt x="3891633" y="3622917"/>
                  <a:pt x="3909995" y="3618237"/>
                  <a:pt x="3914676" y="3627597"/>
                </a:cubicBezTo>
                <a:cubicBezTo>
                  <a:pt x="3911255" y="3631557"/>
                  <a:pt x="3909388" y="3634797"/>
                  <a:pt x="3908443" y="3637751"/>
                </a:cubicBezTo>
                <a:lnTo>
                  <a:pt x="3908141" y="3641398"/>
                </a:lnTo>
                <a:lnTo>
                  <a:pt x="3926181" y="3648258"/>
                </a:lnTo>
                <a:cubicBezTo>
                  <a:pt x="3921681" y="3653388"/>
                  <a:pt x="3917879" y="3655683"/>
                  <a:pt x="3914494" y="3656201"/>
                </a:cubicBezTo>
                <a:lnTo>
                  <a:pt x="3907778" y="3654211"/>
                </a:lnTo>
                <a:lnTo>
                  <a:pt x="3907835" y="3668279"/>
                </a:lnTo>
                <a:cubicBezTo>
                  <a:pt x="3912155" y="3663959"/>
                  <a:pt x="3918996" y="3666119"/>
                  <a:pt x="3921156" y="3659279"/>
                </a:cubicBezTo>
                <a:cubicBezTo>
                  <a:pt x="3921156" y="3668279"/>
                  <a:pt x="3918996" y="3670440"/>
                  <a:pt x="3918996" y="3672960"/>
                </a:cubicBezTo>
                <a:cubicBezTo>
                  <a:pt x="3918996" y="3672960"/>
                  <a:pt x="3918996" y="3672960"/>
                  <a:pt x="3934838" y="3670440"/>
                </a:cubicBezTo>
                <a:cubicBezTo>
                  <a:pt x="3923677" y="3690960"/>
                  <a:pt x="3900994" y="3677280"/>
                  <a:pt x="3887313" y="3688800"/>
                </a:cubicBezTo>
                <a:cubicBezTo>
                  <a:pt x="3882632" y="3686640"/>
                  <a:pt x="3889473" y="3672960"/>
                  <a:pt x="3882632" y="3672960"/>
                </a:cubicBezTo>
                <a:cubicBezTo>
                  <a:pt x="3848429" y="3688800"/>
                  <a:pt x="3798383" y="3688800"/>
                  <a:pt x="3768860" y="3668279"/>
                </a:cubicBezTo>
                <a:cubicBezTo>
                  <a:pt x="3768860" y="3647758"/>
                  <a:pt x="3782542" y="3675120"/>
                  <a:pt x="3789382" y="3659279"/>
                </a:cubicBezTo>
                <a:cubicBezTo>
                  <a:pt x="3787222" y="3650278"/>
                  <a:pt x="3777861" y="3650278"/>
                  <a:pt x="3777861" y="3636598"/>
                </a:cubicBezTo>
                <a:cubicBezTo>
                  <a:pt x="3762020" y="3650278"/>
                  <a:pt x="3757339" y="3640918"/>
                  <a:pt x="3734657" y="3640918"/>
                </a:cubicBezTo>
                <a:cubicBezTo>
                  <a:pt x="3741497" y="3645598"/>
                  <a:pt x="3762020" y="3657119"/>
                  <a:pt x="3737177" y="3657119"/>
                </a:cubicBezTo>
                <a:cubicBezTo>
                  <a:pt x="3737177" y="3668279"/>
                  <a:pt x="3746178" y="3668279"/>
                  <a:pt x="3741497" y="3684120"/>
                </a:cubicBezTo>
                <a:cubicBezTo>
                  <a:pt x="3734657" y="3677280"/>
                  <a:pt x="3730336" y="3670440"/>
                  <a:pt x="3725656" y="3661439"/>
                </a:cubicBezTo>
                <a:cubicBezTo>
                  <a:pt x="3716655" y="3663959"/>
                  <a:pt x="3718815" y="3681960"/>
                  <a:pt x="3707294" y="3677280"/>
                </a:cubicBezTo>
                <a:cubicBezTo>
                  <a:pt x="3707294" y="3677280"/>
                  <a:pt x="3707294" y="3677280"/>
                  <a:pt x="3709814" y="3657119"/>
                </a:cubicBezTo>
                <a:cubicBezTo>
                  <a:pt x="3691452" y="3661439"/>
                  <a:pt x="3682451" y="3657119"/>
                  <a:pt x="3670930" y="3670440"/>
                </a:cubicBezTo>
                <a:cubicBezTo>
                  <a:pt x="3643927" y="3675120"/>
                  <a:pt x="3648248" y="3645598"/>
                  <a:pt x="3620885" y="3661439"/>
                </a:cubicBezTo>
                <a:cubicBezTo>
                  <a:pt x="3616564" y="3650278"/>
                  <a:pt x="3623405" y="3654599"/>
                  <a:pt x="3623405" y="3638758"/>
                </a:cubicBezTo>
                <a:cubicBezTo>
                  <a:pt x="3609724" y="3640918"/>
                  <a:pt x="3598202" y="3645598"/>
                  <a:pt x="3596042" y="3661439"/>
                </a:cubicBezTo>
                <a:cubicBezTo>
                  <a:pt x="3587041" y="3622917"/>
                  <a:pt x="3554998" y="3659279"/>
                  <a:pt x="3529795" y="3647758"/>
                </a:cubicBezTo>
                <a:cubicBezTo>
                  <a:pt x="3529795" y="3652438"/>
                  <a:pt x="3529795" y="3654599"/>
                  <a:pt x="3529795" y="3659279"/>
                </a:cubicBezTo>
                <a:cubicBezTo>
                  <a:pt x="3529795" y="3670440"/>
                  <a:pt x="3543477" y="3659279"/>
                  <a:pt x="3548157" y="3661439"/>
                </a:cubicBezTo>
                <a:cubicBezTo>
                  <a:pt x="3543657" y="3667200"/>
                  <a:pt x="3543117" y="3669450"/>
                  <a:pt x="3542847" y="3671970"/>
                </a:cubicBezTo>
                <a:lnTo>
                  <a:pt x="3542493" y="3673135"/>
                </a:lnTo>
                <a:lnTo>
                  <a:pt x="3558363" y="3671361"/>
                </a:lnTo>
                <a:lnTo>
                  <a:pt x="3558976" y="3667505"/>
                </a:lnTo>
                <a:cubicBezTo>
                  <a:pt x="3559294" y="3665504"/>
                  <a:pt x="3559294" y="3665504"/>
                  <a:pt x="3559294" y="3665504"/>
                </a:cubicBezTo>
                <a:cubicBezTo>
                  <a:pt x="3575284" y="3660775"/>
                  <a:pt x="3575284" y="3665504"/>
                  <a:pt x="3589093" y="3660775"/>
                </a:cubicBezTo>
                <a:lnTo>
                  <a:pt x="3590563" y="3667762"/>
                </a:lnTo>
                <a:lnTo>
                  <a:pt x="3600793" y="3666618"/>
                </a:lnTo>
                <a:lnTo>
                  <a:pt x="3596115" y="3678908"/>
                </a:lnTo>
                <a:lnTo>
                  <a:pt x="3609807" y="3665504"/>
                </a:lnTo>
                <a:cubicBezTo>
                  <a:pt x="3614168" y="3667687"/>
                  <a:pt x="3609807" y="3681512"/>
                  <a:pt x="3616712" y="3681512"/>
                </a:cubicBezTo>
                <a:cubicBezTo>
                  <a:pt x="3614350" y="3688424"/>
                  <a:pt x="3607445" y="3691334"/>
                  <a:pt x="3600858" y="3690470"/>
                </a:cubicBezTo>
                <a:lnTo>
                  <a:pt x="3594201" y="3683935"/>
                </a:lnTo>
                <a:lnTo>
                  <a:pt x="3588656" y="3698499"/>
                </a:lnTo>
                <a:cubicBezTo>
                  <a:pt x="3574450" y="3722326"/>
                  <a:pt x="3554271" y="3725296"/>
                  <a:pt x="3530245" y="3737176"/>
                </a:cubicBezTo>
                <a:cubicBezTo>
                  <a:pt x="3519086" y="3732496"/>
                  <a:pt x="3507568" y="3730336"/>
                  <a:pt x="3500729" y="3718816"/>
                </a:cubicBezTo>
                <a:lnTo>
                  <a:pt x="3425690" y="3735591"/>
                </a:lnTo>
                <a:lnTo>
                  <a:pt x="3425384" y="3736683"/>
                </a:lnTo>
                <a:lnTo>
                  <a:pt x="3424297" y="3735903"/>
                </a:lnTo>
                <a:lnTo>
                  <a:pt x="3420012" y="3736860"/>
                </a:lnTo>
                <a:lnTo>
                  <a:pt x="3401802" y="3740852"/>
                </a:lnTo>
                <a:lnTo>
                  <a:pt x="3400182" y="3745683"/>
                </a:lnTo>
                <a:lnTo>
                  <a:pt x="3395375" y="3742261"/>
                </a:lnTo>
                <a:lnTo>
                  <a:pt x="3370631" y="3747685"/>
                </a:lnTo>
                <a:lnTo>
                  <a:pt x="3370659" y="3747843"/>
                </a:lnTo>
                <a:cubicBezTo>
                  <a:pt x="3363818" y="3750363"/>
                  <a:pt x="3356977" y="3750363"/>
                  <a:pt x="3350136" y="3752523"/>
                </a:cubicBezTo>
                <a:cubicBezTo>
                  <a:pt x="3350136" y="3761524"/>
                  <a:pt x="3352657" y="3768364"/>
                  <a:pt x="3359497" y="3766204"/>
                </a:cubicBezTo>
                <a:cubicBezTo>
                  <a:pt x="3352657" y="3778805"/>
                  <a:pt x="3348066" y="3774214"/>
                  <a:pt x="3343476" y="3765079"/>
                </a:cubicBezTo>
                <a:lnTo>
                  <a:pt x="3338351" y="3753972"/>
                </a:lnTo>
                <a:lnTo>
                  <a:pt x="3310539" y="3757316"/>
                </a:lnTo>
                <a:lnTo>
                  <a:pt x="3313773" y="3759364"/>
                </a:lnTo>
                <a:cubicBezTo>
                  <a:pt x="3327454" y="3770524"/>
                  <a:pt x="3296131" y="3757204"/>
                  <a:pt x="3309812" y="3766204"/>
                </a:cubicBezTo>
                <a:cubicBezTo>
                  <a:pt x="3307922" y="3778085"/>
                  <a:pt x="3302387" y="3765664"/>
                  <a:pt x="3296851" y="3760686"/>
                </a:cubicBezTo>
                <a:lnTo>
                  <a:pt x="3292125" y="3759529"/>
                </a:lnTo>
                <a:lnTo>
                  <a:pt x="3291499" y="3759605"/>
                </a:lnTo>
                <a:lnTo>
                  <a:pt x="3293116" y="3767644"/>
                </a:lnTo>
                <a:cubicBezTo>
                  <a:pt x="3295951" y="3770794"/>
                  <a:pt x="3299371" y="3775384"/>
                  <a:pt x="3298291" y="3784565"/>
                </a:cubicBezTo>
                <a:cubicBezTo>
                  <a:pt x="3293610" y="3784565"/>
                  <a:pt x="3293610" y="3786725"/>
                  <a:pt x="3293610" y="3791405"/>
                </a:cubicBezTo>
                <a:cubicBezTo>
                  <a:pt x="3290190" y="3787985"/>
                  <a:pt x="3287940" y="3782765"/>
                  <a:pt x="3286275" y="3776420"/>
                </a:cubicBezTo>
                <a:lnTo>
                  <a:pt x="3283485" y="3760568"/>
                </a:lnTo>
                <a:lnTo>
                  <a:pt x="3271446" y="3762015"/>
                </a:lnTo>
                <a:lnTo>
                  <a:pt x="3263906" y="3761813"/>
                </a:lnTo>
                <a:lnTo>
                  <a:pt x="3264087" y="3766204"/>
                </a:lnTo>
                <a:cubicBezTo>
                  <a:pt x="3266248" y="3773044"/>
                  <a:pt x="3268768" y="3759364"/>
                  <a:pt x="3270928" y="3768364"/>
                </a:cubicBezTo>
                <a:cubicBezTo>
                  <a:pt x="3272008" y="3780964"/>
                  <a:pt x="3262377" y="3769624"/>
                  <a:pt x="3253331" y="3761929"/>
                </a:cubicBezTo>
                <a:lnTo>
                  <a:pt x="3252404" y="3761505"/>
                </a:lnTo>
                <a:lnTo>
                  <a:pt x="3239348" y="3761155"/>
                </a:lnTo>
                <a:lnTo>
                  <a:pt x="3238731" y="3762404"/>
                </a:lnTo>
                <a:cubicBezTo>
                  <a:pt x="3238277" y="3765726"/>
                  <a:pt x="3238390" y="3770570"/>
                  <a:pt x="3239245" y="3777365"/>
                </a:cubicBezTo>
                <a:cubicBezTo>
                  <a:pt x="3227724" y="3777365"/>
                  <a:pt x="3218723" y="3768364"/>
                  <a:pt x="3205041" y="3777365"/>
                </a:cubicBezTo>
                <a:cubicBezTo>
                  <a:pt x="3207201" y="3782045"/>
                  <a:pt x="3209362" y="3784565"/>
                  <a:pt x="3207201" y="3786725"/>
                </a:cubicBezTo>
                <a:cubicBezTo>
                  <a:pt x="3218723" y="3795726"/>
                  <a:pt x="3214042" y="3797886"/>
                  <a:pt x="3229884" y="3818406"/>
                </a:cubicBezTo>
                <a:cubicBezTo>
                  <a:pt x="3223043" y="3818406"/>
                  <a:pt x="3211882" y="3795726"/>
                  <a:pt x="3209362" y="3814086"/>
                </a:cubicBezTo>
                <a:cubicBezTo>
                  <a:pt x="3207201" y="3804726"/>
                  <a:pt x="3202521" y="3793565"/>
                  <a:pt x="3196040" y="3795726"/>
                </a:cubicBezTo>
                <a:cubicBezTo>
                  <a:pt x="3193520" y="3797886"/>
                  <a:pt x="3198200" y="3809406"/>
                  <a:pt x="3200361" y="3816246"/>
                </a:cubicBezTo>
                <a:cubicBezTo>
                  <a:pt x="3193520" y="3811566"/>
                  <a:pt x="3184519" y="3809406"/>
                  <a:pt x="3193520" y="3818406"/>
                </a:cubicBezTo>
                <a:cubicBezTo>
                  <a:pt x="3184519" y="3832087"/>
                  <a:pt x="3172998" y="3797886"/>
                  <a:pt x="3170838" y="3788885"/>
                </a:cubicBezTo>
                <a:cubicBezTo>
                  <a:pt x="3157156" y="3816246"/>
                  <a:pt x="3186679" y="3832087"/>
                  <a:pt x="3196040" y="3861609"/>
                </a:cubicBezTo>
                <a:cubicBezTo>
                  <a:pt x="3189200" y="3854768"/>
                  <a:pt x="3186679" y="3866289"/>
                  <a:pt x="3193520" y="3868449"/>
                </a:cubicBezTo>
                <a:cubicBezTo>
                  <a:pt x="3186679" y="3893650"/>
                  <a:pt x="3184519" y="3845768"/>
                  <a:pt x="3172998" y="3854768"/>
                </a:cubicBezTo>
                <a:cubicBezTo>
                  <a:pt x="3170838" y="3884650"/>
                  <a:pt x="3189200" y="3895810"/>
                  <a:pt x="3179839" y="3904811"/>
                </a:cubicBezTo>
                <a:cubicBezTo>
                  <a:pt x="3191360" y="3918491"/>
                  <a:pt x="3205041" y="3893650"/>
                  <a:pt x="3216202" y="3921011"/>
                </a:cubicBezTo>
                <a:cubicBezTo>
                  <a:pt x="3216202" y="3932172"/>
                  <a:pt x="3202521" y="3921011"/>
                  <a:pt x="3198200" y="3909491"/>
                </a:cubicBezTo>
                <a:cubicBezTo>
                  <a:pt x="3191360" y="3916331"/>
                  <a:pt x="3198200" y="3936852"/>
                  <a:pt x="3186679" y="3936852"/>
                </a:cubicBezTo>
                <a:cubicBezTo>
                  <a:pt x="3182359" y="3921011"/>
                  <a:pt x="3177678" y="3925332"/>
                  <a:pt x="3175518" y="3911651"/>
                </a:cubicBezTo>
                <a:cubicBezTo>
                  <a:pt x="3172998" y="3927852"/>
                  <a:pt x="3182359" y="3954853"/>
                  <a:pt x="3175518" y="3961693"/>
                </a:cubicBezTo>
                <a:cubicBezTo>
                  <a:pt x="3175518" y="3948013"/>
                  <a:pt x="3172998" y="3939012"/>
                  <a:pt x="3163997" y="3941172"/>
                </a:cubicBezTo>
                <a:cubicBezTo>
                  <a:pt x="3161837" y="3936852"/>
                  <a:pt x="3168677" y="3923172"/>
                  <a:pt x="3170838" y="3932172"/>
                </a:cubicBezTo>
                <a:cubicBezTo>
                  <a:pt x="3170838" y="3930012"/>
                  <a:pt x="3168677" y="3921011"/>
                  <a:pt x="3170838" y="3921011"/>
                </a:cubicBezTo>
                <a:cubicBezTo>
                  <a:pt x="3168677" y="3907331"/>
                  <a:pt x="3163997" y="3914171"/>
                  <a:pt x="3159676" y="3902650"/>
                </a:cubicBezTo>
                <a:cubicBezTo>
                  <a:pt x="3154996" y="3902650"/>
                  <a:pt x="3163997" y="3927852"/>
                  <a:pt x="3166157" y="3916331"/>
                </a:cubicBezTo>
                <a:cubicBezTo>
                  <a:pt x="3168677" y="3932172"/>
                  <a:pt x="3154996" y="3921011"/>
                  <a:pt x="3152836" y="3918491"/>
                </a:cubicBezTo>
                <a:cubicBezTo>
                  <a:pt x="3154996" y="3895810"/>
                  <a:pt x="3132314" y="3904811"/>
                  <a:pt x="3132314" y="3888970"/>
                </a:cubicBezTo>
                <a:cubicBezTo>
                  <a:pt x="3127633" y="3893650"/>
                  <a:pt x="3122953" y="3882130"/>
                  <a:pt x="3116112" y="3888970"/>
                </a:cubicBezTo>
                <a:cubicBezTo>
                  <a:pt x="3132314" y="3897970"/>
                  <a:pt x="3132314" y="3909491"/>
                  <a:pt x="3145995" y="3927852"/>
                </a:cubicBezTo>
                <a:cubicBezTo>
                  <a:pt x="3143475" y="3932172"/>
                  <a:pt x="3141314" y="3934332"/>
                  <a:pt x="3136634" y="3936852"/>
                </a:cubicBezTo>
                <a:cubicBezTo>
                  <a:pt x="3141314" y="3927852"/>
                  <a:pt x="3132314" y="3925332"/>
                  <a:pt x="3132314" y="3916331"/>
                </a:cubicBezTo>
                <a:cubicBezTo>
                  <a:pt x="3127633" y="3909491"/>
                  <a:pt x="3118632" y="3909491"/>
                  <a:pt x="3118632" y="3916331"/>
                </a:cubicBezTo>
                <a:cubicBezTo>
                  <a:pt x="3122953" y="3930012"/>
                  <a:pt x="3125473" y="3923172"/>
                  <a:pt x="3129793" y="3927852"/>
                </a:cubicBezTo>
                <a:cubicBezTo>
                  <a:pt x="3132314" y="3945853"/>
                  <a:pt x="3109271" y="3925332"/>
                  <a:pt x="3118632" y="3945853"/>
                </a:cubicBezTo>
                <a:cubicBezTo>
                  <a:pt x="3102430" y="3934332"/>
                  <a:pt x="3100270" y="3950533"/>
                  <a:pt x="3079748" y="3954853"/>
                </a:cubicBezTo>
                <a:cubicBezTo>
                  <a:pt x="3077588" y="3950533"/>
                  <a:pt x="3082268" y="3950533"/>
                  <a:pt x="3082268" y="3948013"/>
                </a:cubicBezTo>
                <a:cubicBezTo>
                  <a:pt x="3079748" y="3943692"/>
                  <a:pt x="3077588" y="3945853"/>
                  <a:pt x="3075428" y="3945853"/>
                </a:cubicBezTo>
                <a:cubicBezTo>
                  <a:pt x="3070747" y="3930012"/>
                  <a:pt x="3086589" y="3948013"/>
                  <a:pt x="3089109" y="3939012"/>
                </a:cubicBezTo>
                <a:cubicBezTo>
                  <a:pt x="3089109" y="3939012"/>
                  <a:pt x="3089109" y="3939012"/>
                  <a:pt x="3084429" y="3930012"/>
                </a:cubicBezTo>
                <a:cubicBezTo>
                  <a:pt x="3077588" y="3923172"/>
                  <a:pt x="3070747" y="3932172"/>
                  <a:pt x="3061746" y="3918491"/>
                </a:cubicBezTo>
                <a:cubicBezTo>
                  <a:pt x="3066067" y="3934332"/>
                  <a:pt x="3079748" y="3964214"/>
                  <a:pt x="3095950" y="3975374"/>
                </a:cubicBezTo>
                <a:cubicBezTo>
                  <a:pt x="3091269" y="3977894"/>
                  <a:pt x="3079748" y="3973214"/>
                  <a:pt x="3089109" y="3980054"/>
                </a:cubicBezTo>
                <a:cubicBezTo>
                  <a:pt x="3093429" y="3991575"/>
                  <a:pt x="3077588" y="3971054"/>
                  <a:pt x="3072907" y="3973214"/>
                </a:cubicBezTo>
                <a:cubicBezTo>
                  <a:pt x="3077588" y="3980054"/>
                  <a:pt x="3084429" y="3986894"/>
                  <a:pt x="3086589" y="3986894"/>
                </a:cubicBezTo>
                <a:cubicBezTo>
                  <a:pt x="3089109" y="3998055"/>
                  <a:pt x="3075428" y="4000575"/>
                  <a:pt x="3086589" y="4018576"/>
                </a:cubicBezTo>
                <a:cubicBezTo>
                  <a:pt x="3084429" y="4018576"/>
                  <a:pt x="3079748" y="4009576"/>
                  <a:pt x="3082268" y="4009576"/>
                </a:cubicBezTo>
                <a:cubicBezTo>
                  <a:pt x="3075428" y="4000575"/>
                  <a:pt x="3072907" y="4014256"/>
                  <a:pt x="3066067" y="3995895"/>
                </a:cubicBezTo>
                <a:cubicBezTo>
                  <a:pt x="3063906" y="3984734"/>
                  <a:pt x="3070747" y="3995895"/>
                  <a:pt x="3075428" y="3989055"/>
                </a:cubicBezTo>
                <a:cubicBezTo>
                  <a:pt x="3070747" y="3982214"/>
                  <a:pt x="3068587" y="3984734"/>
                  <a:pt x="3063906" y="3977894"/>
                </a:cubicBezTo>
                <a:cubicBezTo>
                  <a:pt x="3054905" y="3977894"/>
                  <a:pt x="3068587" y="3998055"/>
                  <a:pt x="3057066" y="3989055"/>
                </a:cubicBezTo>
                <a:cubicBezTo>
                  <a:pt x="3068587" y="4011736"/>
                  <a:pt x="3072907" y="4025416"/>
                  <a:pt x="3061746" y="4023256"/>
                </a:cubicBezTo>
                <a:cubicBezTo>
                  <a:pt x="3050225" y="4009576"/>
                  <a:pt x="3052385" y="4000575"/>
                  <a:pt x="3052385" y="3991575"/>
                </a:cubicBezTo>
                <a:cubicBezTo>
                  <a:pt x="3050225" y="3989055"/>
                  <a:pt x="3045544" y="3986894"/>
                  <a:pt x="3043384" y="3980054"/>
                </a:cubicBezTo>
                <a:cubicBezTo>
                  <a:pt x="3048065" y="3991575"/>
                  <a:pt x="3048065" y="3998055"/>
                  <a:pt x="3050225" y="4007416"/>
                </a:cubicBezTo>
                <a:cubicBezTo>
                  <a:pt x="3045544" y="4009576"/>
                  <a:pt x="3038704" y="3998055"/>
                  <a:pt x="3032223" y="3989055"/>
                </a:cubicBezTo>
                <a:cubicBezTo>
                  <a:pt x="3036544" y="3998055"/>
                  <a:pt x="3041224" y="4011736"/>
                  <a:pt x="3027543" y="4004895"/>
                </a:cubicBezTo>
                <a:cubicBezTo>
                  <a:pt x="3032223" y="4011736"/>
                  <a:pt x="3038704" y="4021096"/>
                  <a:pt x="3041224" y="4018576"/>
                </a:cubicBezTo>
                <a:cubicBezTo>
                  <a:pt x="3050225" y="4032257"/>
                  <a:pt x="3036544" y="4023256"/>
                  <a:pt x="3032223" y="4014256"/>
                </a:cubicBezTo>
                <a:cubicBezTo>
                  <a:pt x="3029703" y="4016416"/>
                  <a:pt x="3043384" y="4034417"/>
                  <a:pt x="3029703" y="4023256"/>
                </a:cubicBezTo>
                <a:cubicBezTo>
                  <a:pt x="3032223" y="4025416"/>
                  <a:pt x="3057066" y="4048458"/>
                  <a:pt x="3052385" y="4057458"/>
                </a:cubicBezTo>
                <a:cubicBezTo>
                  <a:pt x="3061746" y="4068618"/>
                  <a:pt x="3063906" y="4055298"/>
                  <a:pt x="3070747" y="4059618"/>
                </a:cubicBezTo>
                <a:cubicBezTo>
                  <a:pt x="3072907" y="4057458"/>
                  <a:pt x="3068587" y="4050618"/>
                  <a:pt x="3061746" y="4041617"/>
                </a:cubicBezTo>
                <a:cubicBezTo>
                  <a:pt x="3070747" y="4048458"/>
                  <a:pt x="3068587" y="4048458"/>
                  <a:pt x="3070747" y="4041617"/>
                </a:cubicBezTo>
                <a:cubicBezTo>
                  <a:pt x="3082268" y="4057458"/>
                  <a:pt x="3072907" y="4059618"/>
                  <a:pt x="3091269" y="4077979"/>
                </a:cubicBezTo>
                <a:cubicBezTo>
                  <a:pt x="3089109" y="4084819"/>
                  <a:pt x="3077588" y="4066458"/>
                  <a:pt x="3077588" y="4061778"/>
                </a:cubicBezTo>
                <a:cubicBezTo>
                  <a:pt x="3072907" y="4071138"/>
                  <a:pt x="3075428" y="4073299"/>
                  <a:pt x="3075428" y="4082299"/>
                </a:cubicBezTo>
                <a:cubicBezTo>
                  <a:pt x="3079748" y="4086979"/>
                  <a:pt x="3082268" y="4084819"/>
                  <a:pt x="3086589" y="4091660"/>
                </a:cubicBezTo>
                <a:cubicBezTo>
                  <a:pt x="3079748" y="4093820"/>
                  <a:pt x="3070747" y="4089139"/>
                  <a:pt x="3070747" y="4100660"/>
                </a:cubicBezTo>
                <a:cubicBezTo>
                  <a:pt x="3068587" y="4091660"/>
                  <a:pt x="3070747" y="4093820"/>
                  <a:pt x="3059226" y="4084819"/>
                </a:cubicBezTo>
                <a:cubicBezTo>
                  <a:pt x="3066067" y="4093820"/>
                  <a:pt x="3059226" y="4095980"/>
                  <a:pt x="3070747" y="4107500"/>
                </a:cubicBezTo>
                <a:cubicBezTo>
                  <a:pt x="3066067" y="4104980"/>
                  <a:pt x="3059226" y="4098140"/>
                  <a:pt x="3052385" y="4091660"/>
                </a:cubicBezTo>
                <a:cubicBezTo>
                  <a:pt x="3050225" y="4102820"/>
                  <a:pt x="3038704" y="4104980"/>
                  <a:pt x="3022862" y="4098140"/>
                </a:cubicBezTo>
                <a:cubicBezTo>
                  <a:pt x="3022862" y="4102820"/>
                  <a:pt x="3043384" y="4116501"/>
                  <a:pt x="3045544" y="4109660"/>
                </a:cubicBezTo>
                <a:cubicBezTo>
                  <a:pt x="3057066" y="4125501"/>
                  <a:pt x="3041224" y="4125501"/>
                  <a:pt x="3027543" y="4107500"/>
                </a:cubicBezTo>
                <a:cubicBezTo>
                  <a:pt x="3022862" y="4111820"/>
                  <a:pt x="3018542" y="4114341"/>
                  <a:pt x="3020702" y="4121181"/>
                </a:cubicBezTo>
                <a:cubicBezTo>
                  <a:pt x="3032223" y="4125501"/>
                  <a:pt x="3020702" y="4114341"/>
                  <a:pt x="3034383" y="4123341"/>
                </a:cubicBezTo>
                <a:cubicBezTo>
                  <a:pt x="3038704" y="4137022"/>
                  <a:pt x="3029703" y="4146022"/>
                  <a:pt x="3013861" y="4152862"/>
                </a:cubicBezTo>
                <a:cubicBezTo>
                  <a:pt x="2995499" y="4134862"/>
                  <a:pt x="3020702" y="4139182"/>
                  <a:pt x="3018542" y="4125501"/>
                </a:cubicBezTo>
                <a:cubicBezTo>
                  <a:pt x="2993339" y="4109660"/>
                  <a:pt x="3009181" y="4107500"/>
                  <a:pt x="2995499" y="4095980"/>
                </a:cubicBezTo>
                <a:cubicBezTo>
                  <a:pt x="2998019" y="4109660"/>
                  <a:pt x="2989019" y="4093820"/>
                  <a:pt x="2984338" y="4102820"/>
                </a:cubicBezTo>
                <a:cubicBezTo>
                  <a:pt x="3002340" y="4111820"/>
                  <a:pt x="3004860" y="4123341"/>
                  <a:pt x="3009181" y="4134862"/>
                </a:cubicBezTo>
                <a:cubicBezTo>
                  <a:pt x="2998019" y="4128021"/>
                  <a:pt x="2993339" y="4134862"/>
                  <a:pt x="2986498" y="4139182"/>
                </a:cubicBezTo>
                <a:cubicBezTo>
                  <a:pt x="2995499" y="4141702"/>
                  <a:pt x="3007020" y="4152862"/>
                  <a:pt x="3013861" y="4152862"/>
                </a:cubicBezTo>
                <a:cubicBezTo>
                  <a:pt x="3029703" y="4152862"/>
                  <a:pt x="3016021" y="4166543"/>
                  <a:pt x="3032223" y="4178064"/>
                </a:cubicBezTo>
                <a:cubicBezTo>
                  <a:pt x="3027543" y="4180224"/>
                  <a:pt x="3016021" y="4168703"/>
                  <a:pt x="3011701" y="4171223"/>
                </a:cubicBezTo>
                <a:cubicBezTo>
                  <a:pt x="3007020" y="4164383"/>
                  <a:pt x="3016021" y="4168703"/>
                  <a:pt x="3013861" y="4161863"/>
                </a:cubicBezTo>
                <a:cubicBezTo>
                  <a:pt x="3000180" y="4152862"/>
                  <a:pt x="3000180" y="4171223"/>
                  <a:pt x="3000180" y="4178064"/>
                </a:cubicBezTo>
                <a:cubicBezTo>
                  <a:pt x="3009181" y="4184904"/>
                  <a:pt x="2998019" y="4168703"/>
                  <a:pt x="3007020" y="4168703"/>
                </a:cubicBezTo>
                <a:cubicBezTo>
                  <a:pt x="3022862" y="4189224"/>
                  <a:pt x="3013861" y="4191744"/>
                  <a:pt x="3011701" y="4205065"/>
                </a:cubicBezTo>
                <a:cubicBezTo>
                  <a:pt x="3004860" y="4200745"/>
                  <a:pt x="2995499" y="4191744"/>
                  <a:pt x="2993339" y="4193904"/>
                </a:cubicBezTo>
                <a:cubicBezTo>
                  <a:pt x="2986498" y="4189224"/>
                  <a:pt x="3002340" y="4191744"/>
                  <a:pt x="2984338" y="4180224"/>
                </a:cubicBezTo>
                <a:cubicBezTo>
                  <a:pt x="2982178" y="4182384"/>
                  <a:pt x="2982178" y="4187064"/>
                  <a:pt x="2979658" y="4189224"/>
                </a:cubicBezTo>
                <a:cubicBezTo>
                  <a:pt x="2972817" y="4191744"/>
                  <a:pt x="2975337" y="4178064"/>
                  <a:pt x="2959135" y="4173383"/>
                </a:cubicBezTo>
                <a:cubicBezTo>
                  <a:pt x="2975337" y="4193904"/>
                  <a:pt x="2965976" y="4189224"/>
                  <a:pt x="2984338" y="4207585"/>
                </a:cubicBezTo>
                <a:cubicBezTo>
                  <a:pt x="2982178" y="4211905"/>
                  <a:pt x="2979658" y="4221266"/>
                  <a:pt x="2977497" y="4225586"/>
                </a:cubicBezTo>
                <a:cubicBezTo>
                  <a:pt x="2972817" y="4232426"/>
                  <a:pt x="2968496" y="4234946"/>
                  <a:pt x="2952295" y="4228106"/>
                </a:cubicBezTo>
                <a:cubicBezTo>
                  <a:pt x="2950134" y="4232426"/>
                  <a:pt x="2970657" y="4239266"/>
                  <a:pt x="2977497" y="4243947"/>
                </a:cubicBezTo>
                <a:cubicBezTo>
                  <a:pt x="2970657" y="4246107"/>
                  <a:pt x="2959135" y="4248627"/>
                  <a:pt x="2952295" y="4239266"/>
                </a:cubicBezTo>
                <a:cubicBezTo>
                  <a:pt x="2950134" y="4243947"/>
                  <a:pt x="2956975" y="4250787"/>
                  <a:pt x="2945454" y="4248627"/>
                </a:cubicBezTo>
                <a:cubicBezTo>
                  <a:pt x="2931773" y="4243947"/>
                  <a:pt x="2936453" y="4239266"/>
                  <a:pt x="2925292" y="4234946"/>
                </a:cubicBezTo>
                <a:cubicBezTo>
                  <a:pt x="2920611" y="4241787"/>
                  <a:pt x="2936453" y="4248627"/>
                  <a:pt x="2947974" y="4255467"/>
                </a:cubicBezTo>
                <a:cubicBezTo>
                  <a:pt x="2963816" y="4264468"/>
                  <a:pt x="2943294" y="4243947"/>
                  <a:pt x="2954815" y="4252947"/>
                </a:cubicBezTo>
                <a:cubicBezTo>
                  <a:pt x="2968496" y="4255467"/>
                  <a:pt x="2959135" y="4266628"/>
                  <a:pt x="2950134" y="4259788"/>
                </a:cubicBezTo>
                <a:cubicBezTo>
                  <a:pt x="2952295" y="4266628"/>
                  <a:pt x="2959135" y="4271308"/>
                  <a:pt x="2959135" y="4275628"/>
                </a:cubicBezTo>
                <a:cubicBezTo>
                  <a:pt x="2954815" y="4284989"/>
                  <a:pt x="2938613" y="4278148"/>
                  <a:pt x="2931773" y="4282469"/>
                </a:cubicBezTo>
                <a:cubicBezTo>
                  <a:pt x="2943294" y="4282469"/>
                  <a:pt x="2961656" y="4291829"/>
                  <a:pt x="2959135" y="4287149"/>
                </a:cubicBezTo>
                <a:cubicBezTo>
                  <a:pt x="2975337" y="4289309"/>
                  <a:pt x="2963816" y="4309830"/>
                  <a:pt x="2952295" y="4309830"/>
                </a:cubicBezTo>
                <a:cubicBezTo>
                  <a:pt x="2943294" y="4305510"/>
                  <a:pt x="2963816" y="4305510"/>
                  <a:pt x="2952295" y="4296149"/>
                </a:cubicBezTo>
                <a:cubicBezTo>
                  <a:pt x="2936453" y="4298669"/>
                  <a:pt x="2956975" y="4321350"/>
                  <a:pt x="2931773" y="4316670"/>
                </a:cubicBezTo>
                <a:cubicBezTo>
                  <a:pt x="2931773" y="4325671"/>
                  <a:pt x="2950134" y="4321350"/>
                  <a:pt x="2952295" y="4328191"/>
                </a:cubicBezTo>
                <a:cubicBezTo>
                  <a:pt x="2943294" y="4328191"/>
                  <a:pt x="2936453" y="4330351"/>
                  <a:pt x="2927452" y="4332511"/>
                </a:cubicBezTo>
                <a:cubicBezTo>
                  <a:pt x="2938613" y="4337191"/>
                  <a:pt x="2927452" y="4346192"/>
                  <a:pt x="2943294" y="4350872"/>
                </a:cubicBezTo>
                <a:cubicBezTo>
                  <a:pt x="2927452" y="4366713"/>
                  <a:pt x="2913771" y="4371393"/>
                  <a:pt x="2915931" y="4391914"/>
                </a:cubicBezTo>
                <a:cubicBezTo>
                  <a:pt x="2913771" y="4389394"/>
                  <a:pt x="2906930" y="4385074"/>
                  <a:pt x="2897929" y="4382553"/>
                </a:cubicBezTo>
                <a:cubicBezTo>
                  <a:pt x="2925292" y="4409915"/>
                  <a:pt x="2888928" y="4439436"/>
                  <a:pt x="2879567" y="4464637"/>
                </a:cubicBezTo>
                <a:cubicBezTo>
                  <a:pt x="2879567" y="4471478"/>
                  <a:pt x="2897929" y="4471478"/>
                  <a:pt x="2877407" y="4473638"/>
                </a:cubicBezTo>
                <a:cubicBezTo>
                  <a:pt x="2877407" y="4475798"/>
                  <a:pt x="2882087" y="4478318"/>
                  <a:pt x="2879567" y="4480478"/>
                </a:cubicBezTo>
                <a:cubicBezTo>
                  <a:pt x="2886408" y="4480478"/>
                  <a:pt x="2888928" y="4478318"/>
                  <a:pt x="2893248" y="4475798"/>
                </a:cubicBezTo>
                <a:cubicBezTo>
                  <a:pt x="2893248" y="4487318"/>
                  <a:pt x="2868046" y="4505679"/>
                  <a:pt x="2891088" y="4521520"/>
                </a:cubicBezTo>
                <a:cubicBezTo>
                  <a:pt x="2877407" y="4525840"/>
                  <a:pt x="2859045" y="4539521"/>
                  <a:pt x="2874887" y="4555722"/>
                </a:cubicBezTo>
                <a:cubicBezTo>
                  <a:pt x="2850044" y="4564722"/>
                  <a:pt x="2843203" y="4610084"/>
                  <a:pt x="2843203" y="4637445"/>
                </a:cubicBezTo>
                <a:cubicBezTo>
                  <a:pt x="2836362" y="4635285"/>
                  <a:pt x="2836362" y="4630605"/>
                  <a:pt x="2829522" y="4628445"/>
                </a:cubicBezTo>
                <a:cubicBezTo>
                  <a:pt x="2829522" y="4639606"/>
                  <a:pt x="2820521" y="4642126"/>
                  <a:pt x="2815840" y="4651126"/>
                </a:cubicBezTo>
                <a:cubicBezTo>
                  <a:pt x="2818361" y="4655806"/>
                  <a:pt x="2822681" y="4651126"/>
                  <a:pt x="2832042" y="4653286"/>
                </a:cubicBezTo>
                <a:cubicBezTo>
                  <a:pt x="2845363" y="4673807"/>
                  <a:pt x="2804679" y="4696488"/>
                  <a:pt x="2804679" y="4726010"/>
                </a:cubicBezTo>
                <a:cubicBezTo>
                  <a:pt x="2793158" y="4721689"/>
                  <a:pt x="2786317" y="4721689"/>
                  <a:pt x="2779477" y="4723850"/>
                </a:cubicBezTo>
                <a:cubicBezTo>
                  <a:pt x="2786317" y="4737530"/>
                  <a:pt x="2765795" y="4740050"/>
                  <a:pt x="2784157" y="4746891"/>
                </a:cubicBezTo>
                <a:cubicBezTo>
                  <a:pt x="2781637" y="4755891"/>
                  <a:pt x="2768315" y="4749051"/>
                  <a:pt x="2765795" y="4755891"/>
                </a:cubicBezTo>
                <a:cubicBezTo>
                  <a:pt x="2768315" y="4764892"/>
                  <a:pt x="2781637" y="4749051"/>
                  <a:pt x="2795318" y="4755891"/>
                </a:cubicBezTo>
                <a:cubicBezTo>
                  <a:pt x="2784157" y="4764892"/>
                  <a:pt x="2795318" y="4767052"/>
                  <a:pt x="2786317" y="4778572"/>
                </a:cubicBezTo>
                <a:cubicBezTo>
                  <a:pt x="2752114" y="4753371"/>
                  <a:pt x="2761475" y="4808094"/>
                  <a:pt x="2747793" y="4823934"/>
                </a:cubicBezTo>
                <a:cubicBezTo>
                  <a:pt x="2752114" y="4817094"/>
                  <a:pt x="2770476" y="4823934"/>
                  <a:pt x="2777316" y="4814934"/>
                </a:cubicBezTo>
                <a:cubicBezTo>
                  <a:pt x="2784157" y="4817094"/>
                  <a:pt x="2774796" y="4819614"/>
                  <a:pt x="2768315" y="4819614"/>
                </a:cubicBezTo>
                <a:cubicBezTo>
                  <a:pt x="2758954" y="4846976"/>
                  <a:pt x="2781637" y="4846976"/>
                  <a:pt x="2754634" y="4855976"/>
                </a:cubicBezTo>
                <a:cubicBezTo>
                  <a:pt x="2754634" y="4862816"/>
                  <a:pt x="2761475" y="4855976"/>
                  <a:pt x="2770476" y="4858136"/>
                </a:cubicBezTo>
                <a:cubicBezTo>
                  <a:pt x="2770476" y="4876497"/>
                  <a:pt x="2754634" y="4873977"/>
                  <a:pt x="2747793" y="4883337"/>
                </a:cubicBezTo>
                <a:cubicBezTo>
                  <a:pt x="2756794" y="4887657"/>
                  <a:pt x="2774796" y="4903498"/>
                  <a:pt x="2743113" y="4906018"/>
                </a:cubicBezTo>
                <a:cubicBezTo>
                  <a:pt x="2745273" y="4908178"/>
                  <a:pt x="2752114" y="4926539"/>
                  <a:pt x="2734112" y="4919699"/>
                </a:cubicBezTo>
                <a:cubicBezTo>
                  <a:pt x="2734112" y="4928699"/>
                  <a:pt x="2745273" y="4928699"/>
                  <a:pt x="2745273" y="4937700"/>
                </a:cubicBezTo>
                <a:cubicBezTo>
                  <a:pt x="2756794" y="4940220"/>
                  <a:pt x="2752114" y="4924019"/>
                  <a:pt x="2754634" y="4919699"/>
                </a:cubicBezTo>
                <a:cubicBezTo>
                  <a:pt x="2788477" y="4930859"/>
                  <a:pt x="2802159" y="4919699"/>
                  <a:pt x="2829522" y="4926539"/>
                </a:cubicBezTo>
                <a:cubicBezTo>
                  <a:pt x="2807920" y="4937879"/>
                  <a:pt x="2782897" y="4946340"/>
                  <a:pt x="2757874" y="4955116"/>
                </a:cubicBezTo>
                <a:lnTo>
                  <a:pt x="2691823" y="4983202"/>
                </a:lnTo>
                <a:lnTo>
                  <a:pt x="2691621" y="4988380"/>
                </a:lnTo>
                <a:lnTo>
                  <a:pt x="2693405" y="4989306"/>
                </a:lnTo>
                <a:cubicBezTo>
                  <a:pt x="2703261" y="4988057"/>
                  <a:pt x="2718180" y="4976581"/>
                  <a:pt x="2711429" y="4997102"/>
                </a:cubicBezTo>
                <a:cubicBezTo>
                  <a:pt x="2720430" y="4994582"/>
                  <a:pt x="2718270" y="4985582"/>
                  <a:pt x="2734112" y="4992422"/>
                </a:cubicBezTo>
                <a:cubicBezTo>
                  <a:pt x="2738432" y="4978742"/>
                  <a:pt x="2727271" y="4978742"/>
                  <a:pt x="2738432" y="4971901"/>
                </a:cubicBezTo>
                <a:cubicBezTo>
                  <a:pt x="2749953" y="4974062"/>
                  <a:pt x="2747793" y="4983422"/>
                  <a:pt x="2743113" y="4992422"/>
                </a:cubicBezTo>
                <a:cubicBezTo>
                  <a:pt x="2749953" y="4990262"/>
                  <a:pt x="2774796" y="4980902"/>
                  <a:pt x="2781637" y="4992422"/>
                </a:cubicBezTo>
                <a:cubicBezTo>
                  <a:pt x="2793158" y="4987742"/>
                  <a:pt x="2813680" y="4971901"/>
                  <a:pt x="2825201" y="4983422"/>
                </a:cubicBezTo>
                <a:cubicBezTo>
                  <a:pt x="2820521" y="4992422"/>
                  <a:pt x="2818361" y="5001423"/>
                  <a:pt x="2809000" y="5008263"/>
                </a:cubicBezTo>
                <a:cubicBezTo>
                  <a:pt x="2772636" y="5006103"/>
                  <a:pt x="2763635" y="5028784"/>
                  <a:pt x="2734112" y="5015103"/>
                </a:cubicBezTo>
                <a:cubicBezTo>
                  <a:pt x="2722591" y="5026624"/>
                  <a:pt x="2708909" y="5026624"/>
                  <a:pt x="2693067" y="5026624"/>
                </a:cubicBezTo>
                <a:cubicBezTo>
                  <a:pt x="2694778" y="5030044"/>
                  <a:pt x="2694778" y="5033734"/>
                  <a:pt x="2694063" y="5037486"/>
                </a:cubicBezTo>
                <a:lnTo>
                  <a:pt x="2693543" y="5039263"/>
                </a:lnTo>
                <a:lnTo>
                  <a:pt x="2695469" y="5066073"/>
                </a:lnTo>
                <a:lnTo>
                  <a:pt x="2694324" y="5066078"/>
                </a:lnTo>
                <a:lnTo>
                  <a:pt x="2695228" y="5067306"/>
                </a:lnTo>
                <a:cubicBezTo>
                  <a:pt x="2706749" y="5062986"/>
                  <a:pt x="2693067" y="5051465"/>
                  <a:pt x="2706749" y="5044625"/>
                </a:cubicBezTo>
                <a:cubicBezTo>
                  <a:pt x="2727271" y="5040304"/>
                  <a:pt x="2752114" y="5069826"/>
                  <a:pt x="2763635" y="5051465"/>
                </a:cubicBezTo>
                <a:cubicBezTo>
                  <a:pt x="2781637" y="5056145"/>
                  <a:pt x="2761475" y="5060466"/>
                  <a:pt x="2763635" y="5074146"/>
                </a:cubicBezTo>
                <a:cubicBezTo>
                  <a:pt x="2736272" y="5074146"/>
                  <a:pt x="2722591" y="5065146"/>
                  <a:pt x="2708909" y="5085667"/>
                </a:cubicBezTo>
                <a:cubicBezTo>
                  <a:pt x="2702068" y="5078826"/>
                  <a:pt x="2711429" y="5078826"/>
                  <a:pt x="2699908" y="5071986"/>
                </a:cubicBezTo>
                <a:cubicBezTo>
                  <a:pt x="2688387" y="5083506"/>
                  <a:pt x="2668225" y="5085667"/>
                  <a:pt x="2656704" y="5099347"/>
                </a:cubicBezTo>
                <a:cubicBezTo>
                  <a:pt x="2658864" y="5104028"/>
                  <a:pt x="2672545" y="5101508"/>
                  <a:pt x="2681546" y="5110868"/>
                </a:cubicBezTo>
                <a:cubicBezTo>
                  <a:pt x="2674706" y="5119868"/>
                  <a:pt x="2668225" y="5131029"/>
                  <a:pt x="2686227" y="5135709"/>
                </a:cubicBezTo>
                <a:cubicBezTo>
                  <a:pt x="2697748" y="5135709"/>
                  <a:pt x="2693067" y="5117348"/>
                  <a:pt x="2697748" y="5113028"/>
                </a:cubicBezTo>
                <a:cubicBezTo>
                  <a:pt x="2720430" y="5094667"/>
                  <a:pt x="2740952" y="5128869"/>
                  <a:pt x="2752114" y="5106188"/>
                </a:cubicBezTo>
                <a:cubicBezTo>
                  <a:pt x="2754634" y="5117348"/>
                  <a:pt x="2763635" y="5122028"/>
                  <a:pt x="2781637" y="5117348"/>
                </a:cubicBezTo>
                <a:cubicBezTo>
                  <a:pt x="2779477" y="5122028"/>
                  <a:pt x="2777316" y="5128869"/>
                  <a:pt x="2784157" y="5128869"/>
                </a:cubicBezTo>
                <a:cubicBezTo>
                  <a:pt x="2756794" y="5144710"/>
                  <a:pt x="2640862" y="5144710"/>
                  <a:pt x="2693067" y="5181071"/>
                </a:cubicBezTo>
                <a:cubicBezTo>
                  <a:pt x="2713590" y="5174591"/>
                  <a:pt x="2725111" y="5178911"/>
                  <a:pt x="2745273" y="5190432"/>
                </a:cubicBezTo>
                <a:cubicBezTo>
                  <a:pt x="2756794" y="5183591"/>
                  <a:pt x="2781637" y="5169911"/>
                  <a:pt x="2799999" y="5183591"/>
                </a:cubicBezTo>
                <a:cubicBezTo>
                  <a:pt x="2752114" y="5228954"/>
                  <a:pt x="2636181" y="5192592"/>
                  <a:pt x="2610979" y="5247314"/>
                </a:cubicBezTo>
                <a:cubicBezTo>
                  <a:pt x="2610979" y="5256315"/>
                  <a:pt x="2631501" y="5254155"/>
                  <a:pt x="2634021" y="5263155"/>
                </a:cubicBezTo>
                <a:cubicBezTo>
                  <a:pt x="2665705" y="5247314"/>
                  <a:pt x="2738432" y="5260995"/>
                  <a:pt x="2774796" y="5251634"/>
                </a:cubicBezTo>
                <a:cubicBezTo>
                  <a:pt x="2761475" y="5283676"/>
                  <a:pt x="2718270" y="5249474"/>
                  <a:pt x="2704589" y="5283676"/>
                </a:cubicBezTo>
                <a:cubicBezTo>
                  <a:pt x="2665705" y="5276836"/>
                  <a:pt x="2647703" y="5294837"/>
                  <a:pt x="2608819" y="5290516"/>
                </a:cubicBezTo>
                <a:cubicBezTo>
                  <a:pt x="2606658" y="5297357"/>
                  <a:pt x="2613499" y="5299517"/>
                  <a:pt x="2608819" y="5306357"/>
                </a:cubicBezTo>
                <a:cubicBezTo>
                  <a:pt x="2604498" y="5304197"/>
                  <a:pt x="2606658" y="5297357"/>
                  <a:pt x="2595137" y="5297357"/>
                </a:cubicBezTo>
                <a:cubicBezTo>
                  <a:pt x="2586136" y="5308517"/>
                  <a:pt x="2570295" y="5313198"/>
                  <a:pt x="2568134" y="5331198"/>
                </a:cubicBezTo>
                <a:cubicBezTo>
                  <a:pt x="2604498" y="5342719"/>
                  <a:pt x="2622500" y="5317518"/>
                  <a:pt x="2652023" y="5335878"/>
                </a:cubicBezTo>
                <a:cubicBezTo>
                  <a:pt x="2674706" y="5320038"/>
                  <a:pt x="2695228" y="5324358"/>
                  <a:pt x="2727271" y="5335878"/>
                </a:cubicBezTo>
                <a:cubicBezTo>
                  <a:pt x="2704589" y="5365400"/>
                  <a:pt x="2617820" y="5370080"/>
                  <a:pt x="2599818" y="5361080"/>
                </a:cubicBezTo>
                <a:cubicBezTo>
                  <a:pt x="2588296" y="5361080"/>
                  <a:pt x="2586136" y="5370080"/>
                  <a:pt x="2581456" y="5376920"/>
                </a:cubicBezTo>
                <a:cubicBezTo>
                  <a:pt x="2556613" y="5356400"/>
                  <a:pt x="2501887" y="5388081"/>
                  <a:pt x="2488206" y="5363240"/>
                </a:cubicBezTo>
                <a:cubicBezTo>
                  <a:pt x="2474525" y="5376920"/>
                  <a:pt x="2477045" y="5372240"/>
                  <a:pt x="2460843" y="5365400"/>
                </a:cubicBezTo>
                <a:lnTo>
                  <a:pt x="2449554" y="5374677"/>
                </a:lnTo>
                <a:lnTo>
                  <a:pt x="2433311" y="5421222"/>
                </a:lnTo>
                <a:lnTo>
                  <a:pt x="2449052" y="5417197"/>
                </a:lnTo>
                <a:cubicBezTo>
                  <a:pt x="2454722" y="5417242"/>
                  <a:pt x="2458683" y="5420123"/>
                  <a:pt x="2458683" y="5429123"/>
                </a:cubicBezTo>
                <a:cubicBezTo>
                  <a:pt x="2465524" y="5426963"/>
                  <a:pt x="2470204" y="5420122"/>
                  <a:pt x="2472364" y="5413282"/>
                </a:cubicBezTo>
                <a:cubicBezTo>
                  <a:pt x="2490726" y="5411122"/>
                  <a:pt x="2481365" y="5424443"/>
                  <a:pt x="2490726" y="5426963"/>
                </a:cubicBezTo>
                <a:cubicBezTo>
                  <a:pt x="2504408" y="5426963"/>
                  <a:pt x="2486046" y="5420122"/>
                  <a:pt x="2499727" y="5415442"/>
                </a:cubicBezTo>
                <a:cubicBezTo>
                  <a:pt x="2510888" y="5415442"/>
                  <a:pt x="2501887" y="5429123"/>
                  <a:pt x="2510888" y="5429123"/>
                </a:cubicBezTo>
                <a:cubicBezTo>
                  <a:pt x="2492886" y="5447484"/>
                  <a:pt x="2474525" y="5438484"/>
                  <a:pt x="2454002" y="5449644"/>
                </a:cubicBezTo>
                <a:cubicBezTo>
                  <a:pt x="2449682" y="5435963"/>
                  <a:pt x="2440681" y="5447484"/>
                  <a:pt x="2431320" y="5438484"/>
                </a:cubicBezTo>
                <a:cubicBezTo>
                  <a:pt x="2436000" y="5444964"/>
                  <a:pt x="2433840" y="5454324"/>
                  <a:pt x="2431320" y="5465485"/>
                </a:cubicBezTo>
                <a:cubicBezTo>
                  <a:pt x="2421059" y="5458644"/>
                  <a:pt x="2413138" y="5457564"/>
                  <a:pt x="2406072" y="5457024"/>
                </a:cubicBezTo>
                <a:lnTo>
                  <a:pt x="2401495" y="5455836"/>
                </a:lnTo>
                <a:lnTo>
                  <a:pt x="2384640" y="5472949"/>
                </a:lnTo>
                <a:lnTo>
                  <a:pt x="2356470" y="5491182"/>
                </a:lnTo>
                <a:lnTo>
                  <a:pt x="2357860" y="5491992"/>
                </a:lnTo>
                <a:cubicBezTo>
                  <a:pt x="2378361" y="5496214"/>
                  <a:pt x="2404076" y="5483549"/>
                  <a:pt x="2434853" y="5483549"/>
                </a:cubicBezTo>
                <a:cubicBezTo>
                  <a:pt x="2443853" y="5483549"/>
                  <a:pt x="2443853" y="5492484"/>
                  <a:pt x="2448172" y="5492484"/>
                </a:cubicBezTo>
                <a:cubicBezTo>
                  <a:pt x="2491728" y="5497130"/>
                  <a:pt x="2548603" y="5472112"/>
                  <a:pt x="2569121" y="5474614"/>
                </a:cubicBezTo>
                <a:cubicBezTo>
                  <a:pt x="2587120" y="5476758"/>
                  <a:pt x="2580281" y="5483549"/>
                  <a:pt x="2605478" y="5472112"/>
                </a:cubicBezTo>
                <a:cubicBezTo>
                  <a:pt x="2602958" y="5492484"/>
                  <a:pt x="2582440" y="5492484"/>
                  <a:pt x="2587120" y="5519646"/>
                </a:cubicBezTo>
                <a:cubicBezTo>
                  <a:pt x="2571281" y="5519646"/>
                  <a:pt x="2584960" y="5501419"/>
                  <a:pt x="2573441" y="5499274"/>
                </a:cubicBezTo>
                <a:cubicBezTo>
                  <a:pt x="2557603" y="5501419"/>
                  <a:pt x="2543924" y="5519646"/>
                  <a:pt x="2530245" y="5508209"/>
                </a:cubicBezTo>
                <a:cubicBezTo>
                  <a:pt x="2518726" y="5508209"/>
                  <a:pt x="2534925" y="5521790"/>
                  <a:pt x="2521246" y="5526436"/>
                </a:cubicBezTo>
                <a:cubicBezTo>
                  <a:pt x="2500728" y="5512855"/>
                  <a:pt x="2505407" y="5537873"/>
                  <a:pt x="2487049" y="5540018"/>
                </a:cubicBezTo>
                <a:cubicBezTo>
                  <a:pt x="2471210" y="5537873"/>
                  <a:pt x="2475530" y="5526436"/>
                  <a:pt x="2468690" y="5519646"/>
                </a:cubicBezTo>
                <a:cubicBezTo>
                  <a:pt x="2461851" y="5540018"/>
                  <a:pt x="2409656" y="5515000"/>
                  <a:pt x="2404976" y="5515000"/>
                </a:cubicBezTo>
                <a:cubicBezTo>
                  <a:pt x="2382838" y="5515000"/>
                  <a:pt x="2347944" y="5520227"/>
                  <a:pt x="2338562" y="5504596"/>
                </a:cubicBezTo>
                <a:lnTo>
                  <a:pt x="2338748" y="5496464"/>
                </a:lnTo>
                <a:lnTo>
                  <a:pt x="2318321" y="5502198"/>
                </a:lnTo>
                <a:cubicBezTo>
                  <a:pt x="2311482" y="5515878"/>
                  <a:pt x="2314001" y="5527397"/>
                  <a:pt x="2290965" y="5532077"/>
                </a:cubicBezTo>
                <a:cubicBezTo>
                  <a:pt x="2272968" y="5509038"/>
                  <a:pt x="2259290" y="5525237"/>
                  <a:pt x="2225096" y="5513718"/>
                </a:cubicBezTo>
                <a:lnTo>
                  <a:pt x="2225237" y="5510213"/>
                </a:lnTo>
                <a:lnTo>
                  <a:pt x="2224172" y="5509763"/>
                </a:lnTo>
                <a:cubicBezTo>
                  <a:pt x="2221105" y="5507249"/>
                  <a:pt x="2218828" y="5504028"/>
                  <a:pt x="2217415" y="5500661"/>
                </a:cubicBezTo>
                <a:lnTo>
                  <a:pt x="2219795" y="5483836"/>
                </a:lnTo>
                <a:lnTo>
                  <a:pt x="2199787" y="5474007"/>
                </a:lnTo>
                <a:cubicBezTo>
                  <a:pt x="2186290" y="5469619"/>
                  <a:pt x="2171285" y="5466109"/>
                  <a:pt x="2156077" y="5462239"/>
                </a:cubicBezTo>
                <a:lnTo>
                  <a:pt x="2116987" y="5450121"/>
                </a:lnTo>
                <a:lnTo>
                  <a:pt x="2106708" y="5451028"/>
                </a:lnTo>
                <a:lnTo>
                  <a:pt x="2106605" y="5451402"/>
                </a:lnTo>
                <a:cubicBezTo>
                  <a:pt x="2105205" y="5456161"/>
                  <a:pt x="2104867" y="5452313"/>
                  <a:pt x="2092987" y="5452313"/>
                </a:cubicBezTo>
                <a:cubicBezTo>
                  <a:pt x="2092987" y="5452313"/>
                  <a:pt x="2092987" y="5452313"/>
                  <a:pt x="2110987" y="5477515"/>
                </a:cubicBezTo>
                <a:cubicBezTo>
                  <a:pt x="2101987" y="5484356"/>
                  <a:pt x="2099827" y="5491196"/>
                  <a:pt x="2104147" y="5500196"/>
                </a:cubicBezTo>
                <a:cubicBezTo>
                  <a:pt x="2117827" y="5498036"/>
                  <a:pt x="2108827" y="5491196"/>
                  <a:pt x="2113507" y="5486516"/>
                </a:cubicBezTo>
                <a:cubicBezTo>
                  <a:pt x="2119987" y="5498036"/>
                  <a:pt x="2126827" y="5500196"/>
                  <a:pt x="2134027" y="5500196"/>
                </a:cubicBezTo>
                <a:cubicBezTo>
                  <a:pt x="2129347" y="5507037"/>
                  <a:pt x="2138347" y="5516038"/>
                  <a:pt x="2122507" y="5520718"/>
                </a:cubicBezTo>
                <a:cubicBezTo>
                  <a:pt x="2115667" y="5516038"/>
                  <a:pt x="2110987" y="5509197"/>
                  <a:pt x="2099827" y="5518558"/>
                </a:cubicBezTo>
                <a:cubicBezTo>
                  <a:pt x="2113507" y="5529718"/>
                  <a:pt x="2126827" y="5543400"/>
                  <a:pt x="2138347" y="5554920"/>
                </a:cubicBezTo>
                <a:cubicBezTo>
                  <a:pt x="2113507" y="5561760"/>
                  <a:pt x="2158868" y="5579762"/>
                  <a:pt x="2136187" y="5586602"/>
                </a:cubicBezTo>
                <a:cubicBezTo>
                  <a:pt x="2124667" y="5584442"/>
                  <a:pt x="2131507" y="5575442"/>
                  <a:pt x="2117827" y="5577602"/>
                </a:cubicBezTo>
                <a:cubicBezTo>
                  <a:pt x="2126827" y="5572922"/>
                  <a:pt x="2115667" y="5563921"/>
                  <a:pt x="2117827" y="5559240"/>
                </a:cubicBezTo>
                <a:cubicBezTo>
                  <a:pt x="2113507" y="5561760"/>
                  <a:pt x="2108827" y="5559240"/>
                  <a:pt x="2101987" y="5563921"/>
                </a:cubicBezTo>
                <a:cubicBezTo>
                  <a:pt x="2101987" y="5563921"/>
                  <a:pt x="2101987" y="5563921"/>
                  <a:pt x="2115667" y="5579762"/>
                </a:cubicBezTo>
                <a:cubicBezTo>
                  <a:pt x="2095147" y="5579762"/>
                  <a:pt x="2110987" y="5595603"/>
                  <a:pt x="2101987" y="5604964"/>
                </a:cubicBezTo>
                <a:cubicBezTo>
                  <a:pt x="2088307" y="5584442"/>
                  <a:pt x="2104147" y="5559240"/>
                  <a:pt x="2067787" y="5550240"/>
                </a:cubicBezTo>
                <a:cubicBezTo>
                  <a:pt x="2054107" y="5568601"/>
                  <a:pt x="2101987" y="5609284"/>
                  <a:pt x="2056627" y="5613964"/>
                </a:cubicBezTo>
                <a:cubicBezTo>
                  <a:pt x="2054107" y="5620804"/>
                  <a:pt x="2060947" y="5625485"/>
                  <a:pt x="2065627" y="5632326"/>
                </a:cubicBezTo>
                <a:cubicBezTo>
                  <a:pt x="2070307" y="5629806"/>
                  <a:pt x="2074627" y="5625485"/>
                  <a:pt x="2077147" y="5629806"/>
                </a:cubicBezTo>
                <a:cubicBezTo>
                  <a:pt x="2063467" y="5661848"/>
                  <a:pt x="2081467" y="5700370"/>
                  <a:pt x="2063467" y="5732412"/>
                </a:cubicBezTo>
                <a:cubicBezTo>
                  <a:pt x="2067787" y="5729892"/>
                  <a:pt x="2072467" y="5736732"/>
                  <a:pt x="2077147" y="5736732"/>
                </a:cubicBezTo>
                <a:cubicBezTo>
                  <a:pt x="2063467" y="5741413"/>
                  <a:pt x="2077147" y="5750414"/>
                  <a:pt x="2067787" y="5757254"/>
                </a:cubicBezTo>
                <a:cubicBezTo>
                  <a:pt x="2058787" y="5748254"/>
                  <a:pt x="2065627" y="5739253"/>
                  <a:pt x="2051947" y="5743573"/>
                </a:cubicBezTo>
                <a:cubicBezTo>
                  <a:pt x="2049787" y="5757254"/>
                  <a:pt x="2045107" y="5770935"/>
                  <a:pt x="2047267" y="5784616"/>
                </a:cubicBezTo>
                <a:cubicBezTo>
                  <a:pt x="2040427" y="5793616"/>
                  <a:pt x="2036107" y="5786776"/>
                  <a:pt x="2029267" y="5793616"/>
                </a:cubicBezTo>
                <a:cubicBezTo>
                  <a:pt x="2033587" y="5796136"/>
                  <a:pt x="2038267" y="5796136"/>
                  <a:pt x="2040427" y="5800457"/>
                </a:cubicBezTo>
                <a:cubicBezTo>
                  <a:pt x="2033587" y="5805138"/>
                  <a:pt x="2026747" y="5802977"/>
                  <a:pt x="2019907" y="5809458"/>
                </a:cubicBezTo>
                <a:cubicBezTo>
                  <a:pt x="2026747" y="5820978"/>
                  <a:pt x="2022427" y="5820978"/>
                  <a:pt x="2031427" y="5825658"/>
                </a:cubicBezTo>
                <a:cubicBezTo>
                  <a:pt x="2019907" y="5829979"/>
                  <a:pt x="2010906" y="5823138"/>
                  <a:pt x="1999746" y="5827819"/>
                </a:cubicBezTo>
                <a:cubicBezTo>
                  <a:pt x="2001906" y="5836820"/>
                  <a:pt x="2008746" y="5848340"/>
                  <a:pt x="1997226" y="5855181"/>
                </a:cubicBezTo>
                <a:cubicBezTo>
                  <a:pt x="1997226" y="5855181"/>
                  <a:pt x="1997226" y="5855181"/>
                  <a:pt x="1992906" y="5850500"/>
                </a:cubicBezTo>
                <a:cubicBezTo>
                  <a:pt x="1990386" y="5850500"/>
                  <a:pt x="1988226" y="5852660"/>
                  <a:pt x="1988226" y="5850500"/>
                </a:cubicBezTo>
                <a:cubicBezTo>
                  <a:pt x="1999746" y="5845820"/>
                  <a:pt x="1997226" y="5829979"/>
                  <a:pt x="1988226" y="5832499"/>
                </a:cubicBezTo>
                <a:cubicBezTo>
                  <a:pt x="1986066" y="5850500"/>
                  <a:pt x="1983546" y="5862021"/>
                  <a:pt x="1995066" y="5877862"/>
                </a:cubicBezTo>
                <a:cubicBezTo>
                  <a:pt x="1979226" y="5877862"/>
                  <a:pt x="1988226" y="5889383"/>
                  <a:pt x="1974546" y="5889383"/>
                </a:cubicBezTo>
                <a:cubicBezTo>
                  <a:pt x="1981386" y="5889383"/>
                  <a:pt x="1988226" y="5896224"/>
                  <a:pt x="1981386" y="5903064"/>
                </a:cubicBezTo>
                <a:cubicBezTo>
                  <a:pt x="1972386" y="5891544"/>
                  <a:pt x="1960866" y="5889383"/>
                  <a:pt x="1947186" y="5898384"/>
                </a:cubicBezTo>
                <a:cubicBezTo>
                  <a:pt x="1947186" y="5886863"/>
                  <a:pt x="1947186" y="5877862"/>
                  <a:pt x="1945026" y="5868862"/>
                </a:cubicBezTo>
                <a:cubicBezTo>
                  <a:pt x="1936026" y="5873182"/>
                  <a:pt x="1931346" y="5859501"/>
                  <a:pt x="1922346" y="5871022"/>
                </a:cubicBezTo>
                <a:cubicBezTo>
                  <a:pt x="1940346" y="5884703"/>
                  <a:pt x="1938186" y="5898384"/>
                  <a:pt x="1938186" y="5916385"/>
                </a:cubicBezTo>
                <a:cubicBezTo>
                  <a:pt x="1949706" y="5916385"/>
                  <a:pt x="1967706" y="5925746"/>
                  <a:pt x="1956546" y="5936906"/>
                </a:cubicBezTo>
                <a:cubicBezTo>
                  <a:pt x="1949706" y="5930066"/>
                  <a:pt x="1954026" y="5925746"/>
                  <a:pt x="1945026" y="5918905"/>
                </a:cubicBezTo>
                <a:cubicBezTo>
                  <a:pt x="1936026" y="5918905"/>
                  <a:pt x="1926666" y="5927906"/>
                  <a:pt x="1926666" y="5932586"/>
                </a:cubicBezTo>
                <a:cubicBezTo>
                  <a:pt x="1929186" y="5934746"/>
                  <a:pt x="1947186" y="5932586"/>
                  <a:pt x="1940346" y="5943747"/>
                </a:cubicBezTo>
                <a:cubicBezTo>
                  <a:pt x="1938186" y="5939426"/>
                  <a:pt x="1922346" y="5939426"/>
                  <a:pt x="1929186" y="5946267"/>
                </a:cubicBezTo>
                <a:cubicBezTo>
                  <a:pt x="1933506" y="5955268"/>
                  <a:pt x="1945026" y="5948427"/>
                  <a:pt x="1949706" y="5962108"/>
                </a:cubicBezTo>
                <a:cubicBezTo>
                  <a:pt x="1942866" y="5966788"/>
                  <a:pt x="1924506" y="5964268"/>
                  <a:pt x="1929186" y="5971108"/>
                </a:cubicBezTo>
                <a:cubicBezTo>
                  <a:pt x="1936026" y="5968948"/>
                  <a:pt x="1956546" y="5977949"/>
                  <a:pt x="1951866" y="5986950"/>
                </a:cubicBezTo>
                <a:cubicBezTo>
                  <a:pt x="1940346" y="5991630"/>
                  <a:pt x="1942866" y="5980110"/>
                  <a:pt x="1936026" y="5982630"/>
                </a:cubicBezTo>
                <a:cubicBezTo>
                  <a:pt x="1942866" y="5991630"/>
                  <a:pt x="1917666" y="5984790"/>
                  <a:pt x="1926666" y="5991630"/>
                </a:cubicBezTo>
                <a:cubicBezTo>
                  <a:pt x="1949706" y="5986950"/>
                  <a:pt x="1954026" y="6021152"/>
                  <a:pt x="1942866" y="6032673"/>
                </a:cubicBezTo>
                <a:cubicBezTo>
                  <a:pt x="1949706" y="6036993"/>
                  <a:pt x="1958706" y="6036993"/>
                  <a:pt x="1965546" y="6036993"/>
                </a:cubicBezTo>
                <a:cubicBezTo>
                  <a:pt x="1956546" y="6043834"/>
                  <a:pt x="1958706" y="6050674"/>
                  <a:pt x="1970226" y="6048514"/>
                </a:cubicBezTo>
                <a:cubicBezTo>
                  <a:pt x="1963386" y="6055354"/>
                  <a:pt x="1970226" y="6062195"/>
                  <a:pt x="1960866" y="6066876"/>
                </a:cubicBezTo>
                <a:cubicBezTo>
                  <a:pt x="1947186" y="6060035"/>
                  <a:pt x="1938186" y="6034833"/>
                  <a:pt x="1938186" y="6021152"/>
                </a:cubicBezTo>
                <a:cubicBezTo>
                  <a:pt x="1936026" y="6023312"/>
                  <a:pt x="1933506" y="6021152"/>
                  <a:pt x="1929186" y="6021152"/>
                </a:cubicBezTo>
                <a:cubicBezTo>
                  <a:pt x="1942866" y="6064355"/>
                  <a:pt x="1926666" y="6087036"/>
                  <a:pt x="1949706" y="6132760"/>
                </a:cubicBezTo>
                <a:cubicBezTo>
                  <a:pt x="1938186" y="6134920"/>
                  <a:pt x="1942866" y="6141760"/>
                  <a:pt x="1933506" y="6146440"/>
                </a:cubicBezTo>
                <a:cubicBezTo>
                  <a:pt x="1917666" y="6130600"/>
                  <a:pt x="1922346" y="6102878"/>
                  <a:pt x="1894986" y="6089557"/>
                </a:cubicBezTo>
                <a:cubicBezTo>
                  <a:pt x="1894986" y="6089557"/>
                  <a:pt x="1894986" y="6089557"/>
                  <a:pt x="1888145" y="6091717"/>
                </a:cubicBezTo>
                <a:cubicBezTo>
                  <a:pt x="1901826" y="6121239"/>
                  <a:pt x="1931346" y="6153281"/>
                  <a:pt x="1901826" y="6178123"/>
                </a:cubicBezTo>
                <a:cubicBezTo>
                  <a:pt x="1906506" y="6203324"/>
                  <a:pt x="1917666" y="6239687"/>
                  <a:pt x="1894986" y="6253368"/>
                </a:cubicBezTo>
                <a:cubicBezTo>
                  <a:pt x="1901826" y="6253368"/>
                  <a:pt x="1903986" y="6260208"/>
                  <a:pt x="1899666" y="6264529"/>
                </a:cubicBezTo>
                <a:cubicBezTo>
                  <a:pt x="1894986" y="6257688"/>
                  <a:pt x="1890306" y="6253368"/>
                  <a:pt x="1881305" y="6260208"/>
                </a:cubicBezTo>
                <a:cubicBezTo>
                  <a:pt x="1881305" y="6267049"/>
                  <a:pt x="1876625" y="6273530"/>
                  <a:pt x="1865465" y="6278210"/>
                </a:cubicBezTo>
                <a:cubicBezTo>
                  <a:pt x="1869785" y="6285050"/>
                  <a:pt x="1865465" y="6291890"/>
                  <a:pt x="1876625" y="6287210"/>
                </a:cubicBezTo>
                <a:cubicBezTo>
                  <a:pt x="1876625" y="6285050"/>
                  <a:pt x="1872305" y="6280370"/>
                  <a:pt x="1874465" y="6278210"/>
                </a:cubicBezTo>
                <a:cubicBezTo>
                  <a:pt x="1890306" y="6280370"/>
                  <a:pt x="1881305" y="6298731"/>
                  <a:pt x="1894986" y="6310252"/>
                </a:cubicBezTo>
                <a:cubicBezTo>
                  <a:pt x="1858625" y="6312412"/>
                  <a:pt x="1856105" y="6346614"/>
                  <a:pt x="1838105" y="6367136"/>
                </a:cubicBezTo>
                <a:cubicBezTo>
                  <a:pt x="1826585" y="6360296"/>
                  <a:pt x="1815425" y="6376136"/>
                  <a:pt x="1803905" y="6382977"/>
                </a:cubicBezTo>
                <a:cubicBezTo>
                  <a:pt x="1767545" y="6376136"/>
                  <a:pt x="1747024" y="6335094"/>
                  <a:pt x="1735864" y="6294051"/>
                </a:cubicBezTo>
                <a:cubicBezTo>
                  <a:pt x="1749544" y="6294051"/>
                  <a:pt x="1744864" y="6303412"/>
                  <a:pt x="1753864" y="6303412"/>
                </a:cubicBezTo>
                <a:cubicBezTo>
                  <a:pt x="1765385" y="6289730"/>
                  <a:pt x="1742704" y="6280370"/>
                  <a:pt x="1751704" y="6262368"/>
                </a:cubicBezTo>
                <a:cubicBezTo>
                  <a:pt x="1705984" y="6253368"/>
                  <a:pt x="1742704" y="6184964"/>
                  <a:pt x="1722184" y="6162282"/>
                </a:cubicBezTo>
                <a:cubicBezTo>
                  <a:pt x="1747024" y="6134920"/>
                  <a:pt x="1735864" y="6091717"/>
                  <a:pt x="1726504" y="6073356"/>
                </a:cubicBezTo>
                <a:cubicBezTo>
                  <a:pt x="1724344" y="6080196"/>
                  <a:pt x="1733344" y="6100718"/>
                  <a:pt x="1715344" y="6098558"/>
                </a:cubicBezTo>
                <a:cubicBezTo>
                  <a:pt x="1712824" y="6078036"/>
                  <a:pt x="1722184" y="6062195"/>
                  <a:pt x="1708504" y="6046354"/>
                </a:cubicBezTo>
                <a:cubicBezTo>
                  <a:pt x="1717504" y="6027992"/>
                  <a:pt x="1722184" y="5996310"/>
                  <a:pt x="1703824" y="5991630"/>
                </a:cubicBezTo>
                <a:cubicBezTo>
                  <a:pt x="1708504" y="5977949"/>
                  <a:pt x="1710664" y="5993790"/>
                  <a:pt x="1719664" y="5984790"/>
                </a:cubicBezTo>
                <a:cubicBezTo>
                  <a:pt x="1719664" y="5971108"/>
                  <a:pt x="1699144" y="5957428"/>
                  <a:pt x="1712824" y="5946267"/>
                </a:cubicBezTo>
                <a:cubicBezTo>
                  <a:pt x="1719664" y="5950588"/>
                  <a:pt x="1703824" y="5964268"/>
                  <a:pt x="1717504" y="5962108"/>
                </a:cubicBezTo>
                <a:cubicBezTo>
                  <a:pt x="1722184" y="5950588"/>
                  <a:pt x="1733344" y="5930066"/>
                  <a:pt x="1710664" y="5934746"/>
                </a:cubicBezTo>
                <a:cubicBezTo>
                  <a:pt x="1724344" y="5907384"/>
                  <a:pt x="1722184" y="5875702"/>
                  <a:pt x="1722184" y="5845820"/>
                </a:cubicBezTo>
                <a:cubicBezTo>
                  <a:pt x="1701664" y="5839340"/>
                  <a:pt x="1685823" y="5807298"/>
                  <a:pt x="1685823" y="5789296"/>
                </a:cubicBezTo>
                <a:cubicBezTo>
                  <a:pt x="1674303" y="5789296"/>
                  <a:pt x="1662783" y="5789296"/>
                  <a:pt x="1651623" y="5793616"/>
                </a:cubicBezTo>
                <a:cubicBezTo>
                  <a:pt x="1651623" y="5798297"/>
                  <a:pt x="1653783" y="5802977"/>
                  <a:pt x="1658463" y="5809458"/>
                </a:cubicBezTo>
                <a:cubicBezTo>
                  <a:pt x="1667463" y="5805138"/>
                  <a:pt x="1674303" y="5805138"/>
                  <a:pt x="1681143" y="5811978"/>
                </a:cubicBezTo>
                <a:cubicBezTo>
                  <a:pt x="1674303" y="5827819"/>
                  <a:pt x="1667463" y="5843660"/>
                  <a:pt x="1674303" y="5859501"/>
                </a:cubicBezTo>
                <a:cubicBezTo>
                  <a:pt x="1669623" y="5864182"/>
                  <a:pt x="1665303" y="5862021"/>
                  <a:pt x="1658463" y="5864182"/>
                </a:cubicBezTo>
                <a:cubicBezTo>
                  <a:pt x="1674303" y="5871022"/>
                  <a:pt x="1660623" y="5875702"/>
                  <a:pt x="1665303" y="5884703"/>
                </a:cubicBezTo>
                <a:cubicBezTo>
                  <a:pt x="1669623" y="5884703"/>
                  <a:pt x="1672143" y="5882542"/>
                  <a:pt x="1674303" y="5884703"/>
                </a:cubicBezTo>
                <a:cubicBezTo>
                  <a:pt x="1667463" y="5886863"/>
                  <a:pt x="1665303" y="5891544"/>
                  <a:pt x="1662783" y="5896224"/>
                </a:cubicBezTo>
                <a:cubicBezTo>
                  <a:pt x="1655943" y="5884703"/>
                  <a:pt x="1651623" y="5859501"/>
                  <a:pt x="1633263" y="5864182"/>
                </a:cubicBezTo>
                <a:cubicBezTo>
                  <a:pt x="1635783" y="5886863"/>
                  <a:pt x="1653783" y="5898384"/>
                  <a:pt x="1642623" y="5916385"/>
                </a:cubicBezTo>
                <a:cubicBezTo>
                  <a:pt x="1633263" y="5923226"/>
                  <a:pt x="1631103" y="5907384"/>
                  <a:pt x="1622103" y="5916385"/>
                </a:cubicBezTo>
                <a:cubicBezTo>
                  <a:pt x="1615263" y="5927906"/>
                  <a:pt x="1626423" y="5943747"/>
                  <a:pt x="1612743" y="5955268"/>
                </a:cubicBezTo>
                <a:cubicBezTo>
                  <a:pt x="1608423" y="5948427"/>
                  <a:pt x="1603743" y="5941586"/>
                  <a:pt x="1594743" y="5946267"/>
                </a:cubicBezTo>
                <a:cubicBezTo>
                  <a:pt x="1585743" y="5955268"/>
                  <a:pt x="1601583" y="5966788"/>
                  <a:pt x="1581063" y="5975789"/>
                </a:cubicBezTo>
                <a:cubicBezTo>
                  <a:pt x="1583223" y="5977949"/>
                  <a:pt x="1587903" y="5975789"/>
                  <a:pt x="1590063" y="5980110"/>
                </a:cubicBezTo>
                <a:cubicBezTo>
                  <a:pt x="1572063" y="5991630"/>
                  <a:pt x="1569543" y="6005311"/>
                  <a:pt x="1572063" y="6021152"/>
                </a:cubicBezTo>
                <a:cubicBezTo>
                  <a:pt x="1549382" y="6030153"/>
                  <a:pt x="1558383" y="6043834"/>
                  <a:pt x="1542182" y="6055354"/>
                </a:cubicBezTo>
                <a:cubicBezTo>
                  <a:pt x="1522022" y="5996310"/>
                  <a:pt x="1544702" y="5939426"/>
                  <a:pt x="1519502" y="5877862"/>
                </a:cubicBezTo>
                <a:cubicBezTo>
                  <a:pt x="1533182" y="5862021"/>
                  <a:pt x="1524182" y="5841500"/>
                  <a:pt x="1512662" y="5820978"/>
                </a:cubicBezTo>
                <a:cubicBezTo>
                  <a:pt x="1531022" y="5807298"/>
                  <a:pt x="1528502" y="5777776"/>
                  <a:pt x="1503662" y="5766254"/>
                </a:cubicBezTo>
                <a:cubicBezTo>
                  <a:pt x="1508342" y="5782456"/>
                  <a:pt x="1526342" y="5798297"/>
                  <a:pt x="1515182" y="5811978"/>
                </a:cubicBezTo>
                <a:cubicBezTo>
                  <a:pt x="1505822" y="5786776"/>
                  <a:pt x="1487822" y="5761934"/>
                  <a:pt x="1501502" y="5739253"/>
                </a:cubicBezTo>
                <a:cubicBezTo>
                  <a:pt x="1487822" y="5743573"/>
                  <a:pt x="1485662" y="5725572"/>
                  <a:pt x="1487822" y="5716211"/>
                </a:cubicBezTo>
                <a:cubicBezTo>
                  <a:pt x="1496822" y="5723052"/>
                  <a:pt x="1501502" y="5741413"/>
                  <a:pt x="1512662" y="5741413"/>
                </a:cubicBezTo>
                <a:cubicBezTo>
                  <a:pt x="1510502" y="5720892"/>
                  <a:pt x="1483142" y="5714051"/>
                  <a:pt x="1478822" y="5693530"/>
                </a:cubicBezTo>
                <a:cubicBezTo>
                  <a:pt x="1485662" y="5689210"/>
                  <a:pt x="1489982" y="5691370"/>
                  <a:pt x="1494662" y="5686689"/>
                </a:cubicBezTo>
                <a:cubicBezTo>
                  <a:pt x="1494662" y="5677688"/>
                  <a:pt x="1485662" y="5657167"/>
                  <a:pt x="1501502" y="5664008"/>
                </a:cubicBezTo>
                <a:cubicBezTo>
                  <a:pt x="1498982" y="5661848"/>
                  <a:pt x="1501502" y="5659328"/>
                  <a:pt x="1498982" y="5657167"/>
                </a:cubicBezTo>
                <a:cubicBezTo>
                  <a:pt x="1489982" y="5655007"/>
                  <a:pt x="1483142" y="5643486"/>
                  <a:pt x="1474142" y="5643486"/>
                </a:cubicBezTo>
                <a:cubicBezTo>
                  <a:pt x="1471982" y="5645646"/>
                  <a:pt x="1471982" y="5648166"/>
                  <a:pt x="1471982" y="5652487"/>
                </a:cubicBezTo>
                <a:cubicBezTo>
                  <a:pt x="1476302" y="5659328"/>
                  <a:pt x="1483142" y="5655007"/>
                  <a:pt x="1487822" y="5664008"/>
                </a:cubicBezTo>
                <a:cubicBezTo>
                  <a:pt x="1469462" y="5668688"/>
                  <a:pt x="1494662" y="5677688"/>
                  <a:pt x="1485662" y="5682369"/>
                </a:cubicBezTo>
                <a:cubicBezTo>
                  <a:pt x="1469462" y="5670848"/>
                  <a:pt x="1480982" y="5670848"/>
                  <a:pt x="1471982" y="5657167"/>
                </a:cubicBezTo>
                <a:cubicBezTo>
                  <a:pt x="1462622" y="5655007"/>
                  <a:pt x="1451462" y="5664008"/>
                  <a:pt x="1453622" y="5673008"/>
                </a:cubicBezTo>
                <a:cubicBezTo>
                  <a:pt x="1446782" y="5664008"/>
                  <a:pt x="1439942" y="5652487"/>
                  <a:pt x="1428422" y="5659328"/>
                </a:cubicBezTo>
                <a:cubicBezTo>
                  <a:pt x="1444622" y="5673008"/>
                  <a:pt x="1478822" y="5705050"/>
                  <a:pt x="1451462" y="5714051"/>
                </a:cubicBezTo>
                <a:cubicBezTo>
                  <a:pt x="1453622" y="5720892"/>
                  <a:pt x="1455782" y="5727732"/>
                  <a:pt x="1455782" y="5736732"/>
                </a:cubicBezTo>
                <a:cubicBezTo>
                  <a:pt x="1460462" y="5734572"/>
                  <a:pt x="1465142" y="5734572"/>
                  <a:pt x="1469462" y="5734572"/>
                </a:cubicBezTo>
                <a:cubicBezTo>
                  <a:pt x="1462622" y="5741413"/>
                  <a:pt x="1458302" y="5745734"/>
                  <a:pt x="1460462" y="5752574"/>
                </a:cubicBezTo>
                <a:cubicBezTo>
                  <a:pt x="1483142" y="5823138"/>
                  <a:pt x="1474142" y="5900544"/>
                  <a:pt x="1469462" y="5957428"/>
                </a:cubicBezTo>
                <a:cubicBezTo>
                  <a:pt x="1451462" y="5936906"/>
                  <a:pt x="1451462" y="5930066"/>
                  <a:pt x="1439942" y="5914225"/>
                </a:cubicBezTo>
                <a:cubicBezTo>
                  <a:pt x="1437782" y="5930066"/>
                  <a:pt x="1437782" y="5946267"/>
                  <a:pt x="1437782" y="5962108"/>
                </a:cubicBezTo>
                <a:cubicBezTo>
                  <a:pt x="1433102" y="5966788"/>
                  <a:pt x="1415101" y="5971108"/>
                  <a:pt x="1419421" y="5975789"/>
                </a:cubicBezTo>
                <a:cubicBezTo>
                  <a:pt x="1439942" y="5982630"/>
                  <a:pt x="1408261" y="6000630"/>
                  <a:pt x="1426261" y="6014312"/>
                </a:cubicBezTo>
                <a:cubicBezTo>
                  <a:pt x="1412581" y="6018992"/>
                  <a:pt x="1421941" y="6025832"/>
                  <a:pt x="1415101" y="6036993"/>
                </a:cubicBezTo>
                <a:cubicBezTo>
                  <a:pt x="1408261" y="6030153"/>
                  <a:pt x="1415101" y="6023312"/>
                  <a:pt x="1408261" y="6016472"/>
                </a:cubicBezTo>
                <a:cubicBezTo>
                  <a:pt x="1398901" y="6021152"/>
                  <a:pt x="1389901" y="6018992"/>
                  <a:pt x="1387741" y="6027992"/>
                </a:cubicBezTo>
                <a:cubicBezTo>
                  <a:pt x="1364701" y="6000630"/>
                  <a:pt x="1353541" y="5968948"/>
                  <a:pt x="1337701" y="5934746"/>
                </a:cubicBezTo>
                <a:cubicBezTo>
                  <a:pt x="1328341" y="5912064"/>
                  <a:pt x="1305661" y="5864182"/>
                  <a:pt x="1312501" y="5839340"/>
                </a:cubicBezTo>
                <a:cubicBezTo>
                  <a:pt x="1285140" y="5807298"/>
                  <a:pt x="1287660" y="5757254"/>
                  <a:pt x="1287660" y="5720892"/>
                </a:cubicBezTo>
                <a:cubicBezTo>
                  <a:pt x="1269300" y="5691370"/>
                  <a:pt x="1271460" y="5657167"/>
                  <a:pt x="1269300" y="5622965"/>
                </a:cubicBezTo>
                <a:cubicBezTo>
                  <a:pt x="1273980" y="5625485"/>
                  <a:pt x="1276140" y="5625485"/>
                  <a:pt x="1280820" y="5622965"/>
                </a:cubicBezTo>
                <a:cubicBezTo>
                  <a:pt x="1273980" y="5611804"/>
                  <a:pt x="1282980" y="5586602"/>
                  <a:pt x="1264620" y="5588762"/>
                </a:cubicBezTo>
                <a:cubicBezTo>
                  <a:pt x="1264620" y="5588762"/>
                  <a:pt x="1264620" y="5588762"/>
                  <a:pt x="1282980" y="5577602"/>
                </a:cubicBezTo>
                <a:cubicBezTo>
                  <a:pt x="1276140" y="5536559"/>
                  <a:pt x="1262460" y="5495516"/>
                  <a:pt x="1228260" y="5459154"/>
                </a:cubicBezTo>
                <a:cubicBezTo>
                  <a:pt x="1237620" y="5445472"/>
                  <a:pt x="1235100" y="5429632"/>
                  <a:pt x="1217100" y="5422791"/>
                </a:cubicBezTo>
                <a:cubicBezTo>
                  <a:pt x="1251300" y="5386428"/>
                  <a:pt x="1262460" y="5334225"/>
                  <a:pt x="1251300" y="5300022"/>
                </a:cubicBezTo>
                <a:cubicBezTo>
                  <a:pt x="1244460" y="5304703"/>
                  <a:pt x="1255620" y="5311544"/>
                  <a:pt x="1246620" y="5313704"/>
                </a:cubicBezTo>
                <a:cubicBezTo>
                  <a:pt x="1235100" y="5306863"/>
                  <a:pt x="1237620" y="5302183"/>
                  <a:pt x="1223940" y="5295342"/>
                </a:cubicBezTo>
                <a:cubicBezTo>
                  <a:pt x="1223940" y="5288502"/>
                  <a:pt x="1232940" y="5281662"/>
                  <a:pt x="1221780" y="5272661"/>
                </a:cubicBezTo>
                <a:cubicBezTo>
                  <a:pt x="1232940" y="5265820"/>
                  <a:pt x="1239780" y="5258980"/>
                  <a:pt x="1237620" y="5249979"/>
                </a:cubicBezTo>
                <a:cubicBezTo>
                  <a:pt x="1228260" y="5252140"/>
                  <a:pt x="1221780" y="5243139"/>
                  <a:pt x="1214940" y="5236298"/>
                </a:cubicBezTo>
                <a:cubicBezTo>
                  <a:pt x="1251300" y="5188415"/>
                  <a:pt x="1260300" y="5138372"/>
                  <a:pt x="1241940" y="5081488"/>
                </a:cubicBezTo>
                <a:cubicBezTo>
                  <a:pt x="1264620" y="5072487"/>
                  <a:pt x="1237620" y="5051966"/>
                  <a:pt x="1241940" y="5040805"/>
                </a:cubicBezTo>
                <a:cubicBezTo>
                  <a:pt x="1210260" y="5038285"/>
                  <a:pt x="1239780" y="4988241"/>
                  <a:pt x="1200900" y="4999762"/>
                </a:cubicBezTo>
                <a:cubicBezTo>
                  <a:pt x="1255620" y="4942878"/>
                  <a:pt x="1208100" y="4849632"/>
                  <a:pt x="1230780" y="4801748"/>
                </a:cubicBezTo>
                <a:cubicBezTo>
                  <a:pt x="1217100" y="4783747"/>
                  <a:pt x="1214940" y="4747385"/>
                  <a:pt x="1223940" y="4724343"/>
                </a:cubicBezTo>
                <a:cubicBezTo>
                  <a:pt x="1208100" y="4681140"/>
                  <a:pt x="1219260" y="4642618"/>
                  <a:pt x="1228260" y="4603735"/>
                </a:cubicBezTo>
                <a:cubicBezTo>
                  <a:pt x="1219260" y="4567372"/>
                  <a:pt x="1223940" y="4549371"/>
                  <a:pt x="1214940" y="4517329"/>
                </a:cubicBezTo>
                <a:cubicBezTo>
                  <a:pt x="1221780" y="4510488"/>
                  <a:pt x="1235100" y="4517329"/>
                  <a:pt x="1232940" y="4508328"/>
                </a:cubicBezTo>
                <a:cubicBezTo>
                  <a:pt x="1210260" y="4501488"/>
                  <a:pt x="1219260" y="4469446"/>
                  <a:pt x="1221780" y="4451444"/>
                </a:cubicBezTo>
                <a:cubicBezTo>
                  <a:pt x="1223940" y="4456125"/>
                  <a:pt x="1226100" y="4465126"/>
                  <a:pt x="1230780" y="4462605"/>
                </a:cubicBezTo>
                <a:cubicBezTo>
                  <a:pt x="1217100" y="4430923"/>
                  <a:pt x="1221780" y="4380880"/>
                  <a:pt x="1244460" y="4353518"/>
                </a:cubicBezTo>
                <a:cubicBezTo>
                  <a:pt x="1244460" y="4362518"/>
                  <a:pt x="1260300" y="4408242"/>
                  <a:pt x="1232940" y="4401401"/>
                </a:cubicBezTo>
                <a:cubicBezTo>
                  <a:pt x="1232940" y="4417242"/>
                  <a:pt x="1244460" y="4435603"/>
                  <a:pt x="1246620" y="4451444"/>
                </a:cubicBezTo>
                <a:cubicBezTo>
                  <a:pt x="1253460" y="4449284"/>
                  <a:pt x="1253460" y="4442444"/>
                  <a:pt x="1260300" y="4439924"/>
                </a:cubicBezTo>
                <a:cubicBezTo>
                  <a:pt x="1267140" y="4451444"/>
                  <a:pt x="1248780" y="4469446"/>
                  <a:pt x="1264620" y="4474126"/>
                </a:cubicBezTo>
                <a:cubicBezTo>
                  <a:pt x="1264620" y="4458285"/>
                  <a:pt x="1278300" y="4430923"/>
                  <a:pt x="1255620" y="4417242"/>
                </a:cubicBezTo>
                <a:cubicBezTo>
                  <a:pt x="1276140" y="4401401"/>
                  <a:pt x="1277310" y="4378090"/>
                  <a:pt x="1277625" y="4353608"/>
                </a:cubicBezTo>
                <a:lnTo>
                  <a:pt x="1279209" y="4326402"/>
                </a:lnTo>
                <a:lnTo>
                  <a:pt x="1278808" y="4325916"/>
                </a:lnTo>
                <a:lnTo>
                  <a:pt x="1279351" y="4323970"/>
                </a:lnTo>
                <a:lnTo>
                  <a:pt x="1279768" y="4316795"/>
                </a:lnTo>
                <a:lnTo>
                  <a:pt x="1292062" y="4288555"/>
                </a:lnTo>
                <a:lnTo>
                  <a:pt x="1258586" y="4280447"/>
                </a:lnTo>
                <a:lnTo>
                  <a:pt x="1259615" y="4290503"/>
                </a:lnTo>
                <a:lnTo>
                  <a:pt x="1257799" y="4299596"/>
                </a:lnTo>
                <a:lnTo>
                  <a:pt x="1268893" y="4298792"/>
                </a:lnTo>
                <a:cubicBezTo>
                  <a:pt x="1262063" y="4316504"/>
                  <a:pt x="1273565" y="4323235"/>
                  <a:pt x="1273565" y="4336696"/>
                </a:cubicBezTo>
                <a:cubicBezTo>
                  <a:pt x="1267814" y="4332268"/>
                  <a:pt x="1260985" y="4332268"/>
                  <a:pt x="1253617" y="4333109"/>
                </a:cubicBezTo>
                <a:lnTo>
                  <a:pt x="1248532" y="4333430"/>
                </a:lnTo>
                <a:lnTo>
                  <a:pt x="1245961" y="4347812"/>
                </a:lnTo>
                <a:lnTo>
                  <a:pt x="1241667" y="4333862"/>
                </a:lnTo>
                <a:lnTo>
                  <a:pt x="1230433" y="4334570"/>
                </a:lnTo>
                <a:cubicBezTo>
                  <a:pt x="1227917" y="4318984"/>
                  <a:pt x="1216775" y="4309774"/>
                  <a:pt x="1216775" y="4294187"/>
                </a:cubicBezTo>
                <a:cubicBezTo>
                  <a:pt x="1230433" y="4298792"/>
                  <a:pt x="1246248" y="4303043"/>
                  <a:pt x="1244092" y="4318984"/>
                </a:cubicBezTo>
                <a:cubicBezTo>
                  <a:pt x="1250292" y="4318364"/>
                  <a:pt x="1253235" y="4316504"/>
                  <a:pt x="1254589" y="4314135"/>
                </a:cubicBezTo>
                <a:lnTo>
                  <a:pt x="1255340" y="4307951"/>
                </a:lnTo>
                <a:lnTo>
                  <a:pt x="1244679" y="4316055"/>
                </a:lnTo>
                <a:cubicBezTo>
                  <a:pt x="1258273" y="4298218"/>
                  <a:pt x="1242175" y="4271106"/>
                  <a:pt x="1255769" y="4252912"/>
                </a:cubicBezTo>
                <a:lnTo>
                  <a:pt x="1258253" y="4277187"/>
                </a:lnTo>
                <a:lnTo>
                  <a:pt x="1260843" y="4258437"/>
                </a:lnTo>
                <a:cubicBezTo>
                  <a:pt x="1262239" y="4251372"/>
                  <a:pt x="1264489" y="4245162"/>
                  <a:pt x="1268990" y="4241742"/>
                </a:cubicBezTo>
                <a:cubicBezTo>
                  <a:pt x="1268990" y="4239222"/>
                  <a:pt x="1264309" y="4237061"/>
                  <a:pt x="1266830" y="4232381"/>
                </a:cubicBezTo>
                <a:cubicBezTo>
                  <a:pt x="1262149" y="4232381"/>
                  <a:pt x="1262149" y="4237061"/>
                  <a:pt x="1259988" y="4241742"/>
                </a:cubicBezTo>
                <a:cubicBezTo>
                  <a:pt x="1246306" y="4234901"/>
                  <a:pt x="1268990" y="4225541"/>
                  <a:pt x="1273671" y="4221220"/>
                </a:cubicBezTo>
                <a:cubicBezTo>
                  <a:pt x="1246306" y="4214380"/>
                  <a:pt x="1227943" y="4202860"/>
                  <a:pt x="1200578" y="4214380"/>
                </a:cubicBezTo>
                <a:cubicBezTo>
                  <a:pt x="1200578" y="4230221"/>
                  <a:pt x="1207779" y="4241742"/>
                  <a:pt x="1198417" y="4252902"/>
                </a:cubicBezTo>
                <a:cubicBezTo>
                  <a:pt x="1150889" y="4246062"/>
                  <a:pt x="1118843" y="4214380"/>
                  <a:pt x="1070954" y="4196019"/>
                </a:cubicBezTo>
                <a:cubicBezTo>
                  <a:pt x="1064113" y="4200700"/>
                  <a:pt x="1068794" y="4228061"/>
                  <a:pt x="1075635" y="4237061"/>
                </a:cubicBezTo>
                <a:cubicBezTo>
                  <a:pt x="1066633" y="4250742"/>
                  <a:pt x="1043949" y="4250742"/>
                  <a:pt x="1037108" y="4266583"/>
                </a:cubicBezTo>
                <a:cubicBezTo>
                  <a:pt x="1011903" y="4264422"/>
                  <a:pt x="1016584" y="4261902"/>
                  <a:pt x="996061" y="4264422"/>
                </a:cubicBezTo>
                <a:cubicBezTo>
                  <a:pt x="982378" y="4243902"/>
                  <a:pt x="957173" y="4230221"/>
                  <a:pt x="948172" y="4207540"/>
                </a:cubicBezTo>
                <a:cubicBezTo>
                  <a:pt x="950332" y="4198180"/>
                  <a:pt x="964015" y="4200700"/>
                  <a:pt x="966535" y="4191699"/>
                </a:cubicBezTo>
                <a:cubicBezTo>
                  <a:pt x="957173" y="4180178"/>
                  <a:pt x="952853" y="4152817"/>
                  <a:pt x="966535" y="4139137"/>
                </a:cubicBezTo>
                <a:cubicBezTo>
                  <a:pt x="943491" y="4145977"/>
                  <a:pt x="939170" y="4116456"/>
                  <a:pt x="950332" y="4102775"/>
                </a:cubicBezTo>
                <a:cubicBezTo>
                  <a:pt x="925488" y="4118616"/>
                  <a:pt x="895962" y="4104935"/>
                  <a:pt x="886961" y="4139137"/>
                </a:cubicBezTo>
                <a:cubicBezTo>
                  <a:pt x="904964" y="4127976"/>
                  <a:pt x="902804" y="4139137"/>
                  <a:pt x="884440" y="4143817"/>
                </a:cubicBezTo>
                <a:cubicBezTo>
                  <a:pt x="886961" y="4150657"/>
                  <a:pt x="891282" y="4143817"/>
                  <a:pt x="900283" y="4145977"/>
                </a:cubicBezTo>
                <a:cubicBezTo>
                  <a:pt x="900283" y="4152817"/>
                  <a:pt x="893442" y="4152817"/>
                  <a:pt x="893442" y="4157498"/>
                </a:cubicBezTo>
                <a:cubicBezTo>
                  <a:pt x="900283" y="4168658"/>
                  <a:pt x="916486" y="4175498"/>
                  <a:pt x="930169" y="4182339"/>
                </a:cubicBezTo>
                <a:cubicBezTo>
                  <a:pt x="920807" y="4189179"/>
                  <a:pt x="913966" y="4200700"/>
                  <a:pt x="913966" y="4216540"/>
                </a:cubicBezTo>
                <a:cubicBezTo>
                  <a:pt x="886961" y="4214380"/>
                  <a:pt x="898123" y="4182339"/>
                  <a:pt x="870758" y="4191699"/>
                </a:cubicBezTo>
                <a:cubicBezTo>
                  <a:pt x="870758" y="4180178"/>
                  <a:pt x="875439" y="4164338"/>
                  <a:pt x="859596" y="4164338"/>
                </a:cubicBezTo>
                <a:cubicBezTo>
                  <a:pt x="870758" y="4161818"/>
                  <a:pt x="863917" y="4139137"/>
                  <a:pt x="875439" y="4139137"/>
                </a:cubicBezTo>
                <a:cubicBezTo>
                  <a:pt x="866437" y="4134816"/>
                  <a:pt x="857075" y="4127976"/>
                  <a:pt x="845913" y="4123296"/>
                </a:cubicBezTo>
                <a:cubicBezTo>
                  <a:pt x="850234" y="4114296"/>
                  <a:pt x="873278" y="4123296"/>
                  <a:pt x="884440" y="4123296"/>
                </a:cubicBezTo>
                <a:cubicBezTo>
                  <a:pt x="891282" y="4118616"/>
                  <a:pt x="893442" y="4107455"/>
                  <a:pt x="902804" y="4107455"/>
                </a:cubicBezTo>
                <a:cubicBezTo>
                  <a:pt x="895962" y="4068573"/>
                  <a:pt x="845913" y="4075414"/>
                  <a:pt x="832231" y="4036892"/>
                </a:cubicBezTo>
                <a:cubicBezTo>
                  <a:pt x="818548" y="4039052"/>
                  <a:pt x="827550" y="4061733"/>
                  <a:pt x="816388" y="4061733"/>
                </a:cubicBezTo>
                <a:cubicBezTo>
                  <a:pt x="816388" y="4068573"/>
                  <a:pt x="825390" y="4064253"/>
                  <a:pt x="827550" y="4059573"/>
                </a:cubicBezTo>
                <a:cubicBezTo>
                  <a:pt x="843393" y="4059573"/>
                  <a:pt x="811707" y="4071094"/>
                  <a:pt x="829710" y="4073254"/>
                </a:cubicBezTo>
                <a:cubicBezTo>
                  <a:pt x="827550" y="4082254"/>
                  <a:pt x="809547" y="4075414"/>
                  <a:pt x="807026" y="4084774"/>
                </a:cubicBezTo>
                <a:cubicBezTo>
                  <a:pt x="800185" y="4066413"/>
                  <a:pt x="784342" y="4073254"/>
                  <a:pt x="756977" y="4066413"/>
                </a:cubicBezTo>
                <a:cubicBezTo>
                  <a:pt x="759498" y="4048412"/>
                  <a:pt x="750136" y="4039052"/>
                  <a:pt x="725291" y="4041572"/>
                </a:cubicBezTo>
                <a:cubicBezTo>
                  <a:pt x="725291" y="4021051"/>
                  <a:pt x="697926" y="4018531"/>
                  <a:pt x="706928" y="3993690"/>
                </a:cubicBezTo>
                <a:cubicBezTo>
                  <a:pt x="706928" y="3993690"/>
                  <a:pt x="706928" y="3993690"/>
                  <a:pt x="679563" y="3991530"/>
                </a:cubicBezTo>
                <a:cubicBezTo>
                  <a:pt x="677403" y="3980009"/>
                  <a:pt x="672722" y="3966328"/>
                  <a:pt x="679563" y="3945808"/>
                </a:cubicBezTo>
                <a:cubicBezTo>
                  <a:pt x="686404" y="3941127"/>
                  <a:pt x="697926" y="3943647"/>
                  <a:pt x="711609" y="3945808"/>
                </a:cubicBezTo>
                <a:cubicBezTo>
                  <a:pt x="706928" y="3954808"/>
                  <a:pt x="709449" y="3961648"/>
                  <a:pt x="711609" y="3968488"/>
                </a:cubicBezTo>
                <a:cubicBezTo>
                  <a:pt x="720611" y="3968488"/>
                  <a:pt x="732133" y="3950488"/>
                  <a:pt x="727452" y="3968488"/>
                </a:cubicBezTo>
                <a:cubicBezTo>
                  <a:pt x="736453" y="3966328"/>
                  <a:pt x="741134" y="3959488"/>
                  <a:pt x="743295" y="3947968"/>
                </a:cubicBezTo>
                <a:cubicBezTo>
                  <a:pt x="741134" y="3941127"/>
                  <a:pt x="736453" y="3950488"/>
                  <a:pt x="727452" y="3945808"/>
                </a:cubicBezTo>
                <a:cubicBezTo>
                  <a:pt x="754817" y="3929967"/>
                  <a:pt x="700087" y="3925286"/>
                  <a:pt x="723131" y="3909446"/>
                </a:cubicBezTo>
                <a:cubicBezTo>
                  <a:pt x="711609" y="3911786"/>
                  <a:pt x="705308" y="3911246"/>
                  <a:pt x="701617" y="3907826"/>
                </a:cubicBezTo>
                <a:lnTo>
                  <a:pt x="699646" y="3901458"/>
                </a:lnTo>
                <a:lnTo>
                  <a:pt x="687943" y="3904240"/>
                </a:lnTo>
                <a:lnTo>
                  <a:pt x="687035" y="3912866"/>
                </a:lnTo>
                <a:cubicBezTo>
                  <a:pt x="687035" y="3921416"/>
                  <a:pt x="687665" y="3929967"/>
                  <a:pt x="682084" y="3936807"/>
                </a:cubicBezTo>
                <a:cubicBezTo>
                  <a:pt x="674072" y="3931677"/>
                  <a:pt x="671349" y="3923284"/>
                  <a:pt x="671023" y="3913434"/>
                </a:cubicBezTo>
                <a:lnTo>
                  <a:pt x="671571" y="3908131"/>
                </a:lnTo>
                <a:lnTo>
                  <a:pt x="655291" y="3912000"/>
                </a:lnTo>
                <a:cubicBezTo>
                  <a:pt x="648450" y="3921359"/>
                  <a:pt x="666812" y="3914520"/>
                  <a:pt x="659971" y="3923518"/>
                </a:cubicBezTo>
                <a:cubicBezTo>
                  <a:pt x="632608" y="3937196"/>
                  <a:pt x="621087" y="3946195"/>
                  <a:pt x="586883" y="3939356"/>
                </a:cubicBezTo>
                <a:cubicBezTo>
                  <a:pt x="566361" y="3957714"/>
                  <a:pt x="557360" y="3985070"/>
                  <a:pt x="529997" y="3994068"/>
                </a:cubicBezTo>
                <a:cubicBezTo>
                  <a:pt x="536838" y="3962033"/>
                  <a:pt x="555200" y="3932517"/>
                  <a:pt x="568882" y="3909840"/>
                </a:cubicBezTo>
                <a:cubicBezTo>
                  <a:pt x="573202" y="3903002"/>
                  <a:pt x="562041" y="3903002"/>
                  <a:pt x="562041" y="3898322"/>
                </a:cubicBezTo>
                <a:cubicBezTo>
                  <a:pt x="546199" y="3898322"/>
                  <a:pt x="543679" y="3898322"/>
                  <a:pt x="541519" y="3889324"/>
                </a:cubicBezTo>
                <a:cubicBezTo>
                  <a:pt x="525677" y="3887164"/>
                  <a:pt x="523157" y="3907681"/>
                  <a:pt x="507315" y="3896162"/>
                </a:cubicBezTo>
                <a:cubicBezTo>
                  <a:pt x="509475" y="3907681"/>
                  <a:pt x="500474" y="3909840"/>
                  <a:pt x="493634" y="3914520"/>
                </a:cubicBezTo>
                <a:cubicBezTo>
                  <a:pt x="491473" y="3923518"/>
                  <a:pt x="500474" y="3930358"/>
                  <a:pt x="500474" y="3939356"/>
                </a:cubicBezTo>
                <a:cubicBezTo>
                  <a:pt x="491473" y="3941516"/>
                  <a:pt x="489313" y="3937196"/>
                  <a:pt x="484633" y="3937196"/>
                </a:cubicBezTo>
                <a:cubicBezTo>
                  <a:pt x="457270" y="3959873"/>
                  <a:pt x="427747" y="3980390"/>
                  <a:pt x="391383" y="3996228"/>
                </a:cubicBezTo>
                <a:cubicBezTo>
                  <a:pt x="391383" y="4003067"/>
                  <a:pt x="391383" y="4012066"/>
                  <a:pt x="384542" y="4014585"/>
                </a:cubicBezTo>
                <a:cubicBezTo>
                  <a:pt x="352499" y="3987229"/>
                  <a:pt x="429907" y="3968872"/>
                  <a:pt x="434587" y="3934677"/>
                </a:cubicBezTo>
                <a:cubicBezTo>
                  <a:pt x="423066" y="3925678"/>
                  <a:pt x="411905" y="3934677"/>
                  <a:pt x="405064" y="3925678"/>
                </a:cubicBezTo>
                <a:cubicBezTo>
                  <a:pt x="407224" y="3921359"/>
                  <a:pt x="432427" y="3912000"/>
                  <a:pt x="407224" y="3909840"/>
                </a:cubicBezTo>
                <a:cubicBezTo>
                  <a:pt x="409385" y="3900842"/>
                  <a:pt x="423066" y="3903002"/>
                  <a:pt x="425586" y="3894003"/>
                </a:cubicBezTo>
                <a:cubicBezTo>
                  <a:pt x="436748" y="3896162"/>
                  <a:pt x="420906" y="3903002"/>
                  <a:pt x="423066" y="3907681"/>
                </a:cubicBezTo>
                <a:cubicBezTo>
                  <a:pt x="441428" y="3907681"/>
                  <a:pt x="438908" y="3891843"/>
                  <a:pt x="438908" y="3882484"/>
                </a:cubicBezTo>
                <a:cubicBezTo>
                  <a:pt x="464110" y="3875646"/>
                  <a:pt x="482472" y="3880325"/>
                  <a:pt x="507315" y="3871326"/>
                </a:cubicBezTo>
                <a:cubicBezTo>
                  <a:pt x="514156" y="3875646"/>
                  <a:pt x="514156" y="3882484"/>
                  <a:pt x="520996" y="3885004"/>
                </a:cubicBezTo>
                <a:cubicBezTo>
                  <a:pt x="534678" y="3875646"/>
                  <a:pt x="525677" y="3857648"/>
                  <a:pt x="511996" y="3855128"/>
                </a:cubicBezTo>
                <a:cubicBezTo>
                  <a:pt x="527837" y="3846130"/>
                  <a:pt x="532518" y="3821294"/>
                  <a:pt x="553040" y="3816614"/>
                </a:cubicBezTo>
                <a:cubicBezTo>
                  <a:pt x="582563" y="3816614"/>
                  <a:pt x="591564" y="3828132"/>
                  <a:pt x="609566" y="3832452"/>
                </a:cubicBezTo>
                <a:cubicBezTo>
                  <a:pt x="625768" y="3828132"/>
                  <a:pt x="632608" y="3814454"/>
                  <a:pt x="639449" y="3800776"/>
                </a:cubicBezTo>
                <a:cubicBezTo>
                  <a:pt x="650790" y="3801316"/>
                  <a:pt x="659431" y="3797739"/>
                  <a:pt x="666761" y="3791963"/>
                </a:cubicBezTo>
                <a:lnTo>
                  <a:pt x="680352" y="3776584"/>
                </a:lnTo>
                <a:lnTo>
                  <a:pt x="670111" y="3744558"/>
                </a:lnTo>
                <a:cubicBezTo>
                  <a:pt x="664710" y="3702571"/>
                  <a:pt x="677943" y="3648433"/>
                  <a:pt x="700087" y="3595511"/>
                </a:cubicBezTo>
                <a:cubicBezTo>
                  <a:pt x="688925" y="3593351"/>
                  <a:pt x="697926" y="3618192"/>
                  <a:pt x="682084" y="3607031"/>
                </a:cubicBezTo>
                <a:cubicBezTo>
                  <a:pt x="688925" y="3577150"/>
                  <a:pt x="688925" y="3554469"/>
                  <a:pt x="688925" y="3515947"/>
                </a:cubicBezTo>
                <a:cubicBezTo>
                  <a:pt x="693246" y="3520267"/>
                  <a:pt x="700087" y="3524947"/>
                  <a:pt x="711609" y="3524947"/>
                </a:cubicBezTo>
                <a:cubicBezTo>
                  <a:pt x="711609" y="3524947"/>
                  <a:pt x="711609" y="3524947"/>
                  <a:pt x="713769" y="3515947"/>
                </a:cubicBezTo>
                <a:cubicBezTo>
                  <a:pt x="713769" y="3500106"/>
                  <a:pt x="702607" y="3518107"/>
                  <a:pt x="693246" y="3511267"/>
                </a:cubicBezTo>
                <a:cubicBezTo>
                  <a:pt x="697926" y="3497586"/>
                  <a:pt x="716290" y="3506586"/>
                  <a:pt x="725291" y="3497586"/>
                </a:cubicBezTo>
                <a:cubicBezTo>
                  <a:pt x="724751" y="3493086"/>
                  <a:pt x="723064" y="3490701"/>
                  <a:pt x="720763" y="3489367"/>
                </a:cubicBezTo>
                <a:lnTo>
                  <a:pt x="715509" y="3488147"/>
                </a:lnTo>
                <a:lnTo>
                  <a:pt x="698495" y="3498060"/>
                </a:lnTo>
                <a:cubicBezTo>
                  <a:pt x="600565" y="3509579"/>
                  <a:pt x="555200" y="3523257"/>
                  <a:pt x="466631" y="3525416"/>
                </a:cubicBezTo>
                <a:cubicBezTo>
                  <a:pt x="459790" y="3525416"/>
                  <a:pt x="461950" y="3534415"/>
                  <a:pt x="457270" y="3536935"/>
                </a:cubicBezTo>
                <a:cubicBezTo>
                  <a:pt x="450429" y="3530096"/>
                  <a:pt x="434587" y="3530096"/>
                  <a:pt x="436748" y="3520737"/>
                </a:cubicBezTo>
                <a:cubicBezTo>
                  <a:pt x="429907" y="3520737"/>
                  <a:pt x="432427" y="3530096"/>
                  <a:pt x="425586" y="3530096"/>
                </a:cubicBezTo>
                <a:cubicBezTo>
                  <a:pt x="409385" y="3511738"/>
                  <a:pt x="386702" y="3513898"/>
                  <a:pt x="355019" y="3513898"/>
                </a:cubicBezTo>
                <a:cubicBezTo>
                  <a:pt x="352499" y="3509579"/>
                  <a:pt x="352499" y="3504899"/>
                  <a:pt x="352499" y="3500580"/>
                </a:cubicBezTo>
                <a:cubicBezTo>
                  <a:pt x="316135" y="3511738"/>
                  <a:pt x="307134" y="3480063"/>
                  <a:pt x="270770" y="3486902"/>
                </a:cubicBezTo>
                <a:cubicBezTo>
                  <a:pt x="286612" y="3416352"/>
                  <a:pt x="202363" y="3375318"/>
                  <a:pt x="220725" y="3302609"/>
                </a:cubicBezTo>
                <a:cubicBezTo>
                  <a:pt x="241247" y="3304768"/>
                  <a:pt x="250248" y="3291090"/>
                  <a:pt x="261769" y="3284251"/>
                </a:cubicBezTo>
                <a:cubicBezTo>
                  <a:pt x="284451" y="3323126"/>
                  <a:pt x="293452" y="3370639"/>
                  <a:pt x="318655" y="3406993"/>
                </a:cubicBezTo>
                <a:cubicBezTo>
                  <a:pt x="329816" y="3411673"/>
                  <a:pt x="336657" y="3404834"/>
                  <a:pt x="341337" y="3400514"/>
                </a:cubicBezTo>
                <a:cubicBezTo>
                  <a:pt x="343498" y="3393675"/>
                  <a:pt x="322976" y="3400514"/>
                  <a:pt x="332337" y="3388996"/>
                </a:cubicBezTo>
                <a:cubicBezTo>
                  <a:pt x="375541" y="3397995"/>
                  <a:pt x="352499" y="3338963"/>
                  <a:pt x="357179" y="3313767"/>
                </a:cubicBezTo>
                <a:cubicBezTo>
                  <a:pt x="361860" y="3306928"/>
                  <a:pt x="373021" y="3306928"/>
                  <a:pt x="377701" y="3300449"/>
                </a:cubicBezTo>
                <a:cubicBezTo>
                  <a:pt x="368700" y="3279932"/>
                  <a:pt x="373021" y="3247897"/>
                  <a:pt x="386702" y="3234219"/>
                </a:cubicBezTo>
                <a:cubicBezTo>
                  <a:pt x="382382" y="3216221"/>
                  <a:pt x="379862" y="3195704"/>
                  <a:pt x="382382" y="3175187"/>
                </a:cubicBezTo>
                <a:cubicBezTo>
                  <a:pt x="384542" y="3156830"/>
                  <a:pt x="389223" y="3138832"/>
                  <a:pt x="405064" y="3127314"/>
                </a:cubicBezTo>
                <a:cubicBezTo>
                  <a:pt x="382382" y="3166188"/>
                  <a:pt x="384542" y="3213702"/>
                  <a:pt x="402904" y="3245737"/>
                </a:cubicBezTo>
                <a:cubicBezTo>
                  <a:pt x="425586" y="3238898"/>
                  <a:pt x="407224" y="3218381"/>
                  <a:pt x="409385" y="3204703"/>
                </a:cubicBezTo>
                <a:cubicBezTo>
                  <a:pt x="420906" y="3211542"/>
                  <a:pt x="423066" y="3223060"/>
                  <a:pt x="423066" y="3227380"/>
                </a:cubicBezTo>
                <a:cubicBezTo>
                  <a:pt x="452949" y="3220541"/>
                  <a:pt x="425586" y="3200383"/>
                  <a:pt x="423066" y="3186705"/>
                </a:cubicBezTo>
                <a:cubicBezTo>
                  <a:pt x="455110" y="3173027"/>
                  <a:pt x="455110" y="3131993"/>
                  <a:pt x="448269" y="3113636"/>
                </a:cubicBezTo>
                <a:cubicBezTo>
                  <a:pt x="438908" y="3118315"/>
                  <a:pt x="434587" y="3122995"/>
                  <a:pt x="425586" y="3125154"/>
                </a:cubicBezTo>
                <a:cubicBezTo>
                  <a:pt x="420906" y="3118315"/>
                  <a:pt x="418746" y="3113636"/>
                  <a:pt x="414065" y="3106797"/>
                </a:cubicBezTo>
                <a:cubicBezTo>
                  <a:pt x="405064" y="3109317"/>
                  <a:pt x="398223" y="3113636"/>
                  <a:pt x="396063" y="3125154"/>
                </a:cubicBezTo>
                <a:cubicBezTo>
                  <a:pt x="379862" y="3111476"/>
                  <a:pt x="366180" y="3131993"/>
                  <a:pt x="355019" y="3143152"/>
                </a:cubicBezTo>
                <a:cubicBezTo>
                  <a:pt x="339177" y="3136673"/>
                  <a:pt x="368700" y="3116156"/>
                  <a:pt x="373021" y="3125154"/>
                </a:cubicBezTo>
                <a:cubicBezTo>
                  <a:pt x="375541" y="3118315"/>
                  <a:pt x="373021" y="3111476"/>
                  <a:pt x="370861" y="3118315"/>
                </a:cubicBezTo>
                <a:cubicBezTo>
                  <a:pt x="366180" y="3116156"/>
                  <a:pt x="368700" y="3106797"/>
                  <a:pt x="373021" y="3106797"/>
                </a:cubicBezTo>
                <a:cubicBezTo>
                  <a:pt x="366180" y="3102478"/>
                  <a:pt x="357179" y="3093479"/>
                  <a:pt x="334497" y="3095639"/>
                </a:cubicBezTo>
                <a:cubicBezTo>
                  <a:pt x="348178" y="3072962"/>
                  <a:pt x="313975" y="3061444"/>
                  <a:pt x="318655" y="3036967"/>
                </a:cubicBezTo>
                <a:cubicBezTo>
                  <a:pt x="309294" y="3027608"/>
                  <a:pt x="300293" y="3045966"/>
                  <a:pt x="300293" y="3036967"/>
                </a:cubicBezTo>
                <a:cubicBezTo>
                  <a:pt x="300293" y="3030128"/>
                  <a:pt x="304974" y="3030128"/>
                  <a:pt x="309294" y="3030128"/>
                </a:cubicBezTo>
                <a:cubicBezTo>
                  <a:pt x="311814" y="3004932"/>
                  <a:pt x="318655" y="2993413"/>
                  <a:pt x="320815" y="2968577"/>
                </a:cubicBezTo>
                <a:cubicBezTo>
                  <a:pt x="311814" y="2952739"/>
                  <a:pt x="293452" y="2939061"/>
                  <a:pt x="309294" y="2907026"/>
                </a:cubicBezTo>
                <a:cubicBezTo>
                  <a:pt x="286612" y="2902707"/>
                  <a:pt x="282291" y="2911705"/>
                  <a:pt x="261769" y="2900187"/>
                </a:cubicBezTo>
                <a:cubicBezTo>
                  <a:pt x="257089" y="2870671"/>
                  <a:pt x="279771" y="2841156"/>
                  <a:pt x="302813" y="2806961"/>
                </a:cubicBezTo>
                <a:cubicBezTo>
                  <a:pt x="322976" y="2773125"/>
                  <a:pt x="336657" y="2743250"/>
                  <a:pt x="309294" y="2718413"/>
                </a:cubicBezTo>
                <a:cubicBezTo>
                  <a:pt x="325496" y="2706895"/>
                  <a:pt x="334497" y="2711574"/>
                  <a:pt x="343498" y="2725252"/>
                </a:cubicBezTo>
                <a:cubicBezTo>
                  <a:pt x="393543" y="2670540"/>
                  <a:pt x="448269" y="2584153"/>
                  <a:pt x="477792" y="2513603"/>
                </a:cubicBezTo>
                <a:cubicBezTo>
                  <a:pt x="468791" y="2515763"/>
                  <a:pt x="455110" y="2508924"/>
                  <a:pt x="445749" y="2522602"/>
                </a:cubicBezTo>
                <a:cubicBezTo>
                  <a:pt x="438908" y="2504604"/>
                  <a:pt x="425586" y="2513603"/>
                  <a:pt x="407224" y="2506764"/>
                </a:cubicBezTo>
                <a:cubicBezTo>
                  <a:pt x="418746" y="2499925"/>
                  <a:pt x="429907" y="2488767"/>
                  <a:pt x="438908" y="2475089"/>
                </a:cubicBezTo>
                <a:cubicBezTo>
                  <a:pt x="441428" y="2479408"/>
                  <a:pt x="445749" y="2490926"/>
                  <a:pt x="452949" y="2475089"/>
                </a:cubicBezTo>
                <a:cubicBezTo>
                  <a:pt x="455110" y="2479408"/>
                  <a:pt x="457270" y="2486247"/>
                  <a:pt x="455110" y="2493086"/>
                </a:cubicBezTo>
                <a:cubicBezTo>
                  <a:pt x="464110" y="2484087"/>
                  <a:pt x="464110" y="2479408"/>
                  <a:pt x="475632" y="2468250"/>
                </a:cubicBezTo>
                <a:cubicBezTo>
                  <a:pt x="479952" y="2458891"/>
                  <a:pt x="466631" y="2458891"/>
                  <a:pt x="466631" y="2452052"/>
                </a:cubicBezTo>
                <a:cubicBezTo>
                  <a:pt x="475632" y="2440894"/>
                  <a:pt x="484633" y="2438734"/>
                  <a:pt x="493634" y="2447733"/>
                </a:cubicBezTo>
                <a:cubicBezTo>
                  <a:pt x="498314" y="2427216"/>
                  <a:pt x="500474" y="2438734"/>
                  <a:pt x="511996" y="2431895"/>
                </a:cubicBezTo>
                <a:cubicBezTo>
                  <a:pt x="516316" y="2427216"/>
                  <a:pt x="498314" y="2418217"/>
                  <a:pt x="498314" y="2425056"/>
                </a:cubicBezTo>
                <a:cubicBezTo>
                  <a:pt x="509475" y="2415697"/>
                  <a:pt x="523157" y="2377183"/>
                  <a:pt x="525677" y="2351987"/>
                </a:cubicBezTo>
                <a:cubicBezTo>
                  <a:pt x="525677" y="2377183"/>
                  <a:pt x="555200" y="2318152"/>
                  <a:pt x="543679" y="2349827"/>
                </a:cubicBezTo>
                <a:cubicBezTo>
                  <a:pt x="586883" y="2292955"/>
                  <a:pt x="603085" y="2265599"/>
                  <a:pt x="643769" y="2229244"/>
                </a:cubicBezTo>
                <a:cubicBezTo>
                  <a:pt x="648450" y="2218086"/>
                  <a:pt x="636929" y="2231764"/>
                  <a:pt x="636929" y="2218086"/>
                </a:cubicBezTo>
                <a:cubicBezTo>
                  <a:pt x="659971" y="2206568"/>
                  <a:pt x="680133" y="2170213"/>
                  <a:pt x="705336" y="2181731"/>
                </a:cubicBezTo>
                <a:cubicBezTo>
                  <a:pt x="723698" y="2151856"/>
                  <a:pt x="732699" y="2138538"/>
                  <a:pt x="741700" y="2120180"/>
                </a:cubicBezTo>
                <a:cubicBezTo>
                  <a:pt x="737019" y="2113341"/>
                  <a:pt x="732699" y="2118021"/>
                  <a:pt x="728018" y="2124500"/>
                </a:cubicBezTo>
                <a:cubicBezTo>
                  <a:pt x="725858" y="2106502"/>
                  <a:pt x="748541" y="2111182"/>
                  <a:pt x="755381" y="2111182"/>
                </a:cubicBezTo>
                <a:cubicBezTo>
                  <a:pt x="771223" y="2076987"/>
                  <a:pt x="798586" y="2058629"/>
                  <a:pt x="805427" y="2026954"/>
                </a:cubicBezTo>
                <a:cubicBezTo>
                  <a:pt x="814428" y="2038112"/>
                  <a:pt x="823789" y="2024434"/>
                  <a:pt x="832790" y="2029113"/>
                </a:cubicBezTo>
                <a:cubicBezTo>
                  <a:pt x="832790" y="2022274"/>
                  <a:pt x="839630" y="2015435"/>
                  <a:pt x="834950" y="2011116"/>
                </a:cubicBezTo>
                <a:cubicBezTo>
                  <a:pt x="823789" y="2008596"/>
                  <a:pt x="832790" y="2024434"/>
                  <a:pt x="821268" y="2024434"/>
                </a:cubicBezTo>
                <a:cubicBezTo>
                  <a:pt x="841790" y="1990599"/>
                  <a:pt x="887515" y="1942726"/>
                  <a:pt x="889676" y="1904212"/>
                </a:cubicBezTo>
                <a:cubicBezTo>
                  <a:pt x="903357" y="1894853"/>
                  <a:pt x="898676" y="1904212"/>
                  <a:pt x="905517" y="1911051"/>
                </a:cubicBezTo>
                <a:cubicBezTo>
                  <a:pt x="921359" y="1890534"/>
                  <a:pt x="910198" y="1879015"/>
                  <a:pt x="930720" y="1858498"/>
                </a:cubicBezTo>
                <a:cubicBezTo>
                  <a:pt x="930720" y="1870017"/>
                  <a:pt x="919199" y="1888014"/>
                  <a:pt x="923879" y="1899532"/>
                </a:cubicBezTo>
                <a:cubicBezTo>
                  <a:pt x="939721" y="1883695"/>
                  <a:pt x="953402" y="1890534"/>
                  <a:pt x="967084" y="1870017"/>
                </a:cubicBezTo>
                <a:cubicBezTo>
                  <a:pt x="973924" y="1860658"/>
                  <a:pt x="955563" y="1870017"/>
                  <a:pt x="971404" y="1854179"/>
                </a:cubicBezTo>
                <a:cubicBezTo>
                  <a:pt x="964563" y="1844820"/>
                  <a:pt x="953402" y="1856339"/>
                  <a:pt x="946562" y="1844820"/>
                </a:cubicBezTo>
                <a:cubicBezTo>
                  <a:pt x="955563" y="1840501"/>
                  <a:pt x="976085" y="1835822"/>
                  <a:pt x="976085" y="1849500"/>
                </a:cubicBezTo>
                <a:cubicBezTo>
                  <a:pt x="980765" y="1842661"/>
                  <a:pt x="987606" y="1837981"/>
                  <a:pt x="991926" y="1842661"/>
                </a:cubicBezTo>
                <a:cubicBezTo>
                  <a:pt x="994447" y="1831142"/>
                  <a:pt x="998767" y="1817824"/>
                  <a:pt x="1007768" y="1804146"/>
                </a:cubicBezTo>
                <a:cubicBezTo>
                  <a:pt x="996607" y="1799467"/>
                  <a:pt x="996607" y="1817824"/>
                  <a:pt x="989766" y="1822144"/>
                </a:cubicBezTo>
                <a:cubicBezTo>
                  <a:pt x="982925" y="1804146"/>
                  <a:pt x="1010288" y="1781110"/>
                  <a:pt x="1021449" y="1760592"/>
                </a:cubicBezTo>
                <a:cubicBezTo>
                  <a:pt x="1021449" y="1772111"/>
                  <a:pt x="1017129" y="1785789"/>
                  <a:pt x="1010288" y="1799467"/>
                </a:cubicBezTo>
                <a:cubicBezTo>
                  <a:pt x="1023970" y="1797307"/>
                  <a:pt x="1030810" y="1787949"/>
                  <a:pt x="1037651" y="1776790"/>
                </a:cubicBezTo>
                <a:cubicBezTo>
                  <a:pt x="1037651" y="1781110"/>
                  <a:pt x="1037651" y="1783629"/>
                  <a:pt x="1041972" y="1787949"/>
                </a:cubicBezTo>
                <a:cubicBezTo>
                  <a:pt x="1060334" y="1763112"/>
                  <a:pt x="1071495" y="1754113"/>
                  <a:pt x="1089857" y="1726757"/>
                </a:cubicBezTo>
                <a:cubicBezTo>
                  <a:pt x="1096697" y="1726757"/>
                  <a:pt x="1101018" y="1726757"/>
                  <a:pt x="1107859" y="1724238"/>
                </a:cubicBezTo>
                <a:cubicBezTo>
                  <a:pt x="1114699" y="1710920"/>
                  <a:pt x="1112539" y="1706240"/>
                  <a:pt x="1130901" y="1704081"/>
                </a:cubicBezTo>
                <a:cubicBezTo>
                  <a:pt x="1130901" y="1699401"/>
                  <a:pt x="1133061" y="1694722"/>
                  <a:pt x="1133061" y="1690403"/>
                </a:cubicBezTo>
                <a:cubicBezTo>
                  <a:pt x="1126221" y="1685723"/>
                  <a:pt x="1114699" y="1706240"/>
                  <a:pt x="1107859" y="1704081"/>
                </a:cubicBezTo>
                <a:cubicBezTo>
                  <a:pt x="1105698" y="1697242"/>
                  <a:pt x="1130901" y="1683564"/>
                  <a:pt x="1137742" y="1681044"/>
                </a:cubicBezTo>
                <a:cubicBezTo>
                  <a:pt x="1128381" y="1674205"/>
                  <a:pt x="1160424" y="1663047"/>
                  <a:pt x="1155744" y="1642530"/>
                </a:cubicBezTo>
                <a:cubicBezTo>
                  <a:pt x="1160424" y="1644689"/>
                  <a:pt x="1158264" y="1647209"/>
                  <a:pt x="1155744" y="1649369"/>
                </a:cubicBezTo>
                <a:cubicBezTo>
                  <a:pt x="1183107" y="1631011"/>
                  <a:pt x="1205789" y="1601496"/>
                  <a:pt x="1230992" y="1569820"/>
                </a:cubicBezTo>
                <a:cubicBezTo>
                  <a:pt x="1258355" y="1540304"/>
                  <a:pt x="1285357" y="1512948"/>
                  <a:pt x="1317401" y="1499270"/>
                </a:cubicBezTo>
                <a:cubicBezTo>
                  <a:pt x="1324242" y="1490272"/>
                  <a:pt x="1328562" y="1480913"/>
                  <a:pt x="1340083" y="1471914"/>
                </a:cubicBezTo>
                <a:cubicBezTo>
                  <a:pt x="1346924" y="1471914"/>
                  <a:pt x="1351604" y="1474074"/>
                  <a:pt x="1353765" y="1480913"/>
                </a:cubicBezTo>
                <a:cubicBezTo>
                  <a:pt x="1360605" y="1476594"/>
                  <a:pt x="1367446" y="1467235"/>
                  <a:pt x="1371767" y="1471914"/>
                </a:cubicBezTo>
                <a:cubicBezTo>
                  <a:pt x="1376447" y="1467235"/>
                  <a:pt x="1385808" y="1447078"/>
                  <a:pt x="1371767" y="1453917"/>
                </a:cubicBezTo>
                <a:cubicBezTo>
                  <a:pt x="1369606" y="1444558"/>
                  <a:pt x="1394809" y="1442399"/>
                  <a:pt x="1387968" y="1456077"/>
                </a:cubicBezTo>
                <a:cubicBezTo>
                  <a:pt x="1394809" y="1465075"/>
                  <a:pt x="1410651" y="1447078"/>
                  <a:pt x="1424332" y="1439879"/>
                </a:cubicBezTo>
                <a:cubicBezTo>
                  <a:pt x="1422172" y="1426561"/>
                  <a:pt x="1408490" y="1444558"/>
                  <a:pt x="1401650" y="1442399"/>
                </a:cubicBezTo>
                <a:cubicBezTo>
                  <a:pt x="1431173" y="1419722"/>
                  <a:pt x="1442334" y="1415043"/>
                  <a:pt x="1467537" y="1383367"/>
                </a:cubicBezTo>
                <a:cubicBezTo>
                  <a:pt x="1483378" y="1378688"/>
                  <a:pt x="1451695" y="1396685"/>
                  <a:pt x="1453855" y="1401365"/>
                </a:cubicBezTo>
                <a:cubicBezTo>
                  <a:pt x="1472217" y="1410363"/>
                  <a:pt x="1497060" y="1403524"/>
                  <a:pt x="1522263" y="1394526"/>
                </a:cubicBezTo>
                <a:cubicBezTo>
                  <a:pt x="1508581" y="1412883"/>
                  <a:pt x="1479058" y="1403524"/>
                  <a:pt x="1458536" y="1415043"/>
                </a:cubicBezTo>
                <a:cubicBezTo>
                  <a:pt x="1465377" y="1433040"/>
                  <a:pt x="1412811" y="1453917"/>
                  <a:pt x="1385808" y="1471914"/>
                </a:cubicBezTo>
                <a:cubicBezTo>
                  <a:pt x="1381128" y="1474074"/>
                  <a:pt x="1383288" y="1476594"/>
                  <a:pt x="1378967" y="1480913"/>
                </a:cubicBezTo>
                <a:cubicBezTo>
                  <a:pt x="1381128" y="1485592"/>
                  <a:pt x="1385808" y="1483433"/>
                  <a:pt x="1392289" y="1480913"/>
                </a:cubicBezTo>
                <a:cubicBezTo>
                  <a:pt x="1378967" y="1501430"/>
                  <a:pt x="1328562" y="1501430"/>
                  <a:pt x="1335403" y="1533465"/>
                </a:cubicBezTo>
                <a:cubicBezTo>
                  <a:pt x="1351604" y="1533465"/>
                  <a:pt x="1349084" y="1506109"/>
                  <a:pt x="1367446" y="1521947"/>
                </a:cubicBezTo>
                <a:cubicBezTo>
                  <a:pt x="1371767" y="1517268"/>
                  <a:pt x="1378967" y="1496751"/>
                  <a:pt x="1387968" y="1501430"/>
                </a:cubicBezTo>
                <a:cubicBezTo>
                  <a:pt x="1353765" y="1565141"/>
                  <a:pt x="1262675" y="1596816"/>
                  <a:pt x="1237832" y="1642530"/>
                </a:cubicBezTo>
                <a:cubicBezTo>
                  <a:pt x="1260515" y="1628852"/>
                  <a:pt x="1281037" y="1617333"/>
                  <a:pt x="1303719" y="1613014"/>
                </a:cubicBezTo>
                <a:cubicBezTo>
                  <a:pt x="1310560" y="1617333"/>
                  <a:pt x="1283197" y="1624172"/>
                  <a:pt x="1299039" y="1631011"/>
                </a:cubicBezTo>
                <a:cubicBezTo>
                  <a:pt x="1308400" y="1633531"/>
                  <a:pt x="1326402" y="1603655"/>
                  <a:pt x="1340083" y="1610494"/>
                </a:cubicBezTo>
                <a:cubicBezTo>
                  <a:pt x="1349084" y="1599336"/>
                  <a:pt x="1328562" y="1613014"/>
                  <a:pt x="1326402" y="1601496"/>
                </a:cubicBezTo>
                <a:cubicBezTo>
                  <a:pt x="1335403" y="1606175"/>
                  <a:pt x="1353765" y="1580979"/>
                  <a:pt x="1340083" y="1587818"/>
                </a:cubicBezTo>
                <a:cubicBezTo>
                  <a:pt x="1364926" y="1571980"/>
                  <a:pt x="1444854" y="1542464"/>
                  <a:pt x="1460696" y="1508269"/>
                </a:cubicBezTo>
                <a:cubicBezTo>
                  <a:pt x="1476538" y="1506109"/>
                  <a:pt x="1458536" y="1524107"/>
                  <a:pt x="1462856" y="1530946"/>
                </a:cubicBezTo>
                <a:cubicBezTo>
                  <a:pt x="1474377" y="1512948"/>
                  <a:pt x="1497060" y="1494591"/>
                  <a:pt x="1515422" y="1476594"/>
                </a:cubicBezTo>
                <a:cubicBezTo>
                  <a:pt x="1526583" y="1471914"/>
                  <a:pt x="1512902" y="1483433"/>
                  <a:pt x="1526583" y="1483433"/>
                </a:cubicBezTo>
                <a:cubicBezTo>
                  <a:pt x="1535584" y="1476594"/>
                  <a:pt x="1538104" y="1471914"/>
                  <a:pt x="1531263" y="1465075"/>
                </a:cubicBezTo>
                <a:cubicBezTo>
                  <a:pt x="1540264" y="1471914"/>
                  <a:pt x="1562947" y="1460396"/>
                  <a:pt x="1560787" y="1471914"/>
                </a:cubicBezTo>
                <a:cubicBezTo>
                  <a:pt x="1569788" y="1458236"/>
                  <a:pt x="1581309" y="1444558"/>
                  <a:pt x="1597150" y="1430880"/>
                </a:cubicBezTo>
                <a:cubicBezTo>
                  <a:pt x="1599311" y="1437719"/>
                  <a:pt x="1592470" y="1442399"/>
                  <a:pt x="1594990" y="1447078"/>
                </a:cubicBezTo>
                <a:cubicBezTo>
                  <a:pt x="1617673" y="1412883"/>
                  <a:pt x="1654036" y="1408204"/>
                  <a:pt x="1676719" y="1383367"/>
                </a:cubicBezTo>
                <a:cubicBezTo>
                  <a:pt x="1679239" y="1387687"/>
                  <a:pt x="1674559" y="1390206"/>
                  <a:pt x="1676719" y="1392366"/>
                </a:cubicBezTo>
                <a:cubicBezTo>
                  <a:pt x="1715603" y="1367170"/>
                  <a:pt x="1749807" y="1353492"/>
                  <a:pt x="1781490" y="1339814"/>
                </a:cubicBezTo>
                <a:cubicBezTo>
                  <a:pt x="1811013" y="1326496"/>
                  <a:pt x="1840537" y="1312818"/>
                  <a:pt x="1876900" y="1290141"/>
                </a:cubicBezTo>
                <a:cubicBezTo>
                  <a:pt x="1876900" y="1299139"/>
                  <a:pt x="1870060" y="1308138"/>
                  <a:pt x="1854218" y="1312818"/>
                </a:cubicBezTo>
                <a:cubicBezTo>
                  <a:pt x="1879421" y="1326496"/>
                  <a:pt x="1915785" y="1290141"/>
                  <a:pt x="1945308" y="1280782"/>
                </a:cubicBezTo>
                <a:cubicBezTo>
                  <a:pt x="1952148" y="1278622"/>
                  <a:pt x="1961149" y="1285461"/>
                  <a:pt x="1967990" y="1285461"/>
                </a:cubicBezTo>
                <a:cubicBezTo>
                  <a:pt x="1974831" y="1283302"/>
                  <a:pt x="1972671" y="1269624"/>
                  <a:pt x="1972671" y="1269624"/>
                </a:cubicBezTo>
                <a:cubicBezTo>
                  <a:pt x="1986352" y="1264944"/>
                  <a:pt x="2024876" y="1249107"/>
                  <a:pt x="2033877" y="1255946"/>
                </a:cubicBezTo>
                <a:cubicBezTo>
                  <a:pt x="2018035" y="1264944"/>
                  <a:pt x="1995353" y="1269624"/>
                  <a:pt x="1988512" y="1280782"/>
                </a:cubicBezTo>
                <a:cubicBezTo>
                  <a:pt x="2004354" y="1290141"/>
                  <a:pt x="2038558" y="1273943"/>
                  <a:pt x="2052239" y="1290141"/>
                </a:cubicBezTo>
                <a:cubicBezTo>
                  <a:pt x="2018035" y="1296620"/>
                  <a:pt x="2018035" y="1294460"/>
                  <a:pt x="1997513" y="1305978"/>
                </a:cubicBezTo>
                <a:cubicBezTo>
                  <a:pt x="1990672" y="1296620"/>
                  <a:pt x="1993193" y="1292300"/>
                  <a:pt x="2006874" y="1290141"/>
                </a:cubicBezTo>
                <a:cubicBezTo>
                  <a:pt x="2004354" y="1285461"/>
                  <a:pt x="1997513" y="1290141"/>
                  <a:pt x="1995353" y="1285461"/>
                </a:cubicBezTo>
                <a:cubicBezTo>
                  <a:pt x="1979511" y="1314977"/>
                  <a:pt x="1940627" y="1319657"/>
                  <a:pt x="1902103" y="1328655"/>
                </a:cubicBezTo>
                <a:cubicBezTo>
                  <a:pt x="1865739" y="1335494"/>
                  <a:pt x="1826855" y="1349172"/>
                  <a:pt x="1811013" y="1390206"/>
                </a:cubicBezTo>
                <a:cubicBezTo>
                  <a:pt x="1781490" y="1383367"/>
                  <a:pt x="1726765" y="1424041"/>
                  <a:pt x="1695081" y="1444558"/>
                </a:cubicBezTo>
                <a:cubicBezTo>
                  <a:pt x="1692561" y="1435560"/>
                  <a:pt x="1701922" y="1430880"/>
                  <a:pt x="1699401" y="1424041"/>
                </a:cubicBezTo>
                <a:cubicBezTo>
                  <a:pt x="1674559" y="1435560"/>
                  <a:pt x="1686080" y="1439879"/>
                  <a:pt x="1686080" y="1449238"/>
                </a:cubicBezTo>
                <a:cubicBezTo>
                  <a:pt x="1669878" y="1449238"/>
                  <a:pt x="1672398" y="1451397"/>
                  <a:pt x="1651876" y="1465075"/>
                </a:cubicBezTo>
                <a:cubicBezTo>
                  <a:pt x="1636035" y="1451397"/>
                  <a:pt x="1617673" y="1483433"/>
                  <a:pt x="1597150" y="1476594"/>
                </a:cubicBezTo>
                <a:cubicBezTo>
                  <a:pt x="1592470" y="1478753"/>
                  <a:pt x="1594990" y="1480913"/>
                  <a:pt x="1590310" y="1485592"/>
                </a:cubicBezTo>
                <a:cubicBezTo>
                  <a:pt x="1594990" y="1494591"/>
                  <a:pt x="1606151" y="1487752"/>
                  <a:pt x="1615512" y="1487752"/>
                </a:cubicBezTo>
                <a:cubicBezTo>
                  <a:pt x="1579149" y="1501430"/>
                  <a:pt x="1519742" y="1547143"/>
                  <a:pt x="1476538" y="1549303"/>
                </a:cubicBezTo>
                <a:cubicBezTo>
                  <a:pt x="1469697" y="1556142"/>
                  <a:pt x="1474377" y="1565141"/>
                  <a:pt x="1469697" y="1571980"/>
                </a:cubicBezTo>
                <a:cubicBezTo>
                  <a:pt x="1451695" y="1558302"/>
                  <a:pt x="1440174" y="1596816"/>
                  <a:pt x="1438014" y="1578819"/>
                </a:cubicBezTo>
                <a:cubicBezTo>
                  <a:pt x="1428653" y="1594657"/>
                  <a:pt x="1417491" y="1606175"/>
                  <a:pt x="1415331" y="1628852"/>
                </a:cubicBezTo>
                <a:cubicBezTo>
                  <a:pt x="1394809" y="1647209"/>
                  <a:pt x="1419652" y="1606175"/>
                  <a:pt x="1399129" y="1624172"/>
                </a:cubicBezTo>
                <a:cubicBezTo>
                  <a:pt x="1394809" y="1619853"/>
                  <a:pt x="1412811" y="1613014"/>
                  <a:pt x="1417491" y="1606175"/>
                </a:cubicBezTo>
                <a:cubicBezTo>
                  <a:pt x="1390129" y="1608335"/>
                  <a:pt x="1369606" y="1619853"/>
                  <a:pt x="1349084" y="1651528"/>
                </a:cubicBezTo>
                <a:cubicBezTo>
                  <a:pt x="1360605" y="1656208"/>
                  <a:pt x="1374287" y="1642530"/>
                  <a:pt x="1387968" y="1640370"/>
                </a:cubicBezTo>
                <a:cubicBezTo>
                  <a:pt x="1394809" y="1649369"/>
                  <a:pt x="1378967" y="1658367"/>
                  <a:pt x="1390129" y="1667366"/>
                </a:cubicBezTo>
                <a:cubicBezTo>
                  <a:pt x="1355925" y="1685723"/>
                  <a:pt x="1383288" y="1692562"/>
                  <a:pt x="1360605" y="1699401"/>
                </a:cubicBezTo>
                <a:cubicBezTo>
                  <a:pt x="1367446" y="1701561"/>
                  <a:pt x="1374287" y="1699401"/>
                  <a:pt x="1381128" y="1692562"/>
                </a:cubicBezTo>
                <a:cubicBezTo>
                  <a:pt x="1378967" y="1708400"/>
                  <a:pt x="1355925" y="1722078"/>
                  <a:pt x="1337923" y="1737916"/>
                </a:cubicBezTo>
                <a:cubicBezTo>
                  <a:pt x="1355925" y="1754113"/>
                  <a:pt x="1349084" y="1724238"/>
                  <a:pt x="1374287" y="1713079"/>
                </a:cubicBezTo>
                <a:cubicBezTo>
                  <a:pt x="1374287" y="1717759"/>
                  <a:pt x="1369606" y="1724238"/>
                  <a:pt x="1374287" y="1728917"/>
                </a:cubicBezTo>
                <a:cubicBezTo>
                  <a:pt x="1419652" y="1708400"/>
                  <a:pt x="1451695" y="1699401"/>
                  <a:pt x="1494900" y="1678884"/>
                </a:cubicBezTo>
                <a:cubicBezTo>
                  <a:pt x="1488059" y="1649369"/>
                  <a:pt x="1526583" y="1672045"/>
                  <a:pt x="1551786" y="1656208"/>
                </a:cubicBezTo>
                <a:cubicBezTo>
                  <a:pt x="1543145" y="1662957"/>
                  <a:pt x="1529441" y="1672338"/>
                  <a:pt x="1529812" y="1681466"/>
                </a:cubicBezTo>
                <a:lnTo>
                  <a:pt x="1535431" y="1690166"/>
                </a:lnTo>
                <a:lnTo>
                  <a:pt x="1535227" y="1690630"/>
                </a:lnTo>
                <a:lnTo>
                  <a:pt x="1528687" y="1694789"/>
                </a:lnTo>
                <a:cubicBezTo>
                  <a:pt x="1523050" y="1695869"/>
                  <a:pt x="1520553" y="1689053"/>
                  <a:pt x="1515422" y="1692562"/>
                </a:cubicBezTo>
                <a:cubicBezTo>
                  <a:pt x="1517582" y="1704081"/>
                  <a:pt x="1526583" y="1697242"/>
                  <a:pt x="1533424" y="1694722"/>
                </a:cubicBezTo>
                <a:lnTo>
                  <a:pt x="1535227" y="1690630"/>
                </a:lnTo>
                <a:lnTo>
                  <a:pt x="1535584" y="1690403"/>
                </a:lnTo>
                <a:lnTo>
                  <a:pt x="1535431" y="1690166"/>
                </a:lnTo>
                <a:lnTo>
                  <a:pt x="1541030" y="1677461"/>
                </a:lnTo>
                <a:cubicBezTo>
                  <a:pt x="1544742" y="1673496"/>
                  <a:pt x="1549445" y="1670943"/>
                  <a:pt x="1554576" y="1668671"/>
                </a:cubicBezTo>
                <a:lnTo>
                  <a:pt x="1567593" y="1662932"/>
                </a:lnTo>
                <a:lnTo>
                  <a:pt x="1567627" y="1663047"/>
                </a:lnTo>
                <a:lnTo>
                  <a:pt x="1567846" y="1662821"/>
                </a:lnTo>
                <a:lnTo>
                  <a:pt x="1570688" y="1661568"/>
                </a:lnTo>
                <a:cubicBezTo>
                  <a:pt x="1576111" y="1658727"/>
                  <a:pt x="1581399" y="1655038"/>
                  <a:pt x="1585989" y="1649369"/>
                </a:cubicBezTo>
                <a:cubicBezTo>
                  <a:pt x="1581309" y="1645949"/>
                  <a:pt x="1579599" y="1648739"/>
                  <a:pt x="1577619" y="1652698"/>
                </a:cubicBezTo>
                <a:lnTo>
                  <a:pt x="1567846" y="1662821"/>
                </a:lnTo>
                <a:lnTo>
                  <a:pt x="1567593" y="1662932"/>
                </a:lnTo>
                <a:lnTo>
                  <a:pt x="1562947" y="1647209"/>
                </a:lnTo>
                <a:cubicBezTo>
                  <a:pt x="1583469" y="1631011"/>
                  <a:pt x="1588149" y="1642530"/>
                  <a:pt x="1597150" y="1651528"/>
                </a:cubicBezTo>
                <a:cubicBezTo>
                  <a:pt x="1615512" y="1626692"/>
                  <a:pt x="1629194" y="1619853"/>
                  <a:pt x="1663037" y="1601496"/>
                </a:cubicBezTo>
                <a:cubicBezTo>
                  <a:pt x="1674559" y="1592497"/>
                  <a:pt x="1654036" y="1596816"/>
                  <a:pt x="1656197" y="1590337"/>
                </a:cubicBezTo>
                <a:cubicBezTo>
                  <a:pt x="1667718" y="1587818"/>
                  <a:pt x="1681399" y="1578819"/>
                  <a:pt x="1688240" y="1592497"/>
                </a:cubicBezTo>
                <a:cubicBezTo>
                  <a:pt x="1701922" y="1585658"/>
                  <a:pt x="1697241" y="1578819"/>
                  <a:pt x="1708763" y="1574140"/>
                </a:cubicBezTo>
                <a:cubicBezTo>
                  <a:pt x="1704082" y="1569820"/>
                  <a:pt x="1699401" y="1569820"/>
                  <a:pt x="1692561" y="1571980"/>
                </a:cubicBezTo>
                <a:cubicBezTo>
                  <a:pt x="1701922" y="1556142"/>
                  <a:pt x="1749807" y="1569820"/>
                  <a:pt x="1747287" y="1537785"/>
                </a:cubicBezTo>
                <a:cubicBezTo>
                  <a:pt x="1779330" y="1535625"/>
                  <a:pt x="1826855" y="1517268"/>
                  <a:pt x="1856378" y="1483433"/>
                </a:cubicBezTo>
                <a:cubicBezTo>
                  <a:pt x="1854218" y="1496751"/>
                  <a:pt x="1854218" y="1496751"/>
                  <a:pt x="1865739" y="1501430"/>
                </a:cubicBezTo>
                <a:cubicBezTo>
                  <a:pt x="1881581" y="1483433"/>
                  <a:pt x="1911104" y="1467235"/>
                  <a:pt x="1926946" y="1483433"/>
                </a:cubicBezTo>
                <a:cubicBezTo>
                  <a:pt x="1938467" y="1469755"/>
                  <a:pt x="1956829" y="1458236"/>
                  <a:pt x="1970510" y="1447078"/>
                </a:cubicBezTo>
                <a:cubicBezTo>
                  <a:pt x="1963670" y="1439879"/>
                  <a:pt x="1945308" y="1458236"/>
                  <a:pt x="1943147" y="1442399"/>
                </a:cubicBezTo>
                <a:cubicBezTo>
                  <a:pt x="1952148" y="1447078"/>
                  <a:pt x="1974831" y="1439879"/>
                  <a:pt x="1977351" y="1428721"/>
                </a:cubicBezTo>
                <a:cubicBezTo>
                  <a:pt x="1988512" y="1433040"/>
                  <a:pt x="1995353" y="1433040"/>
                  <a:pt x="1993193" y="1444558"/>
                </a:cubicBezTo>
                <a:cubicBezTo>
                  <a:pt x="2006874" y="1437719"/>
                  <a:pt x="2018035" y="1428721"/>
                  <a:pt x="2031717" y="1421882"/>
                </a:cubicBezTo>
                <a:cubicBezTo>
                  <a:pt x="2020196" y="1410363"/>
                  <a:pt x="2009034" y="1430880"/>
                  <a:pt x="2004354" y="1412883"/>
                </a:cubicBezTo>
                <a:cubicBezTo>
                  <a:pt x="1961149" y="1435560"/>
                  <a:pt x="1908944" y="1421882"/>
                  <a:pt x="1890582" y="1458236"/>
                </a:cubicBezTo>
                <a:cubicBezTo>
                  <a:pt x="1879421" y="1453917"/>
                  <a:pt x="1845217" y="1469755"/>
                  <a:pt x="1845217" y="1480913"/>
                </a:cubicBezTo>
                <a:cubicBezTo>
                  <a:pt x="1829375" y="1462916"/>
                  <a:pt x="1813534" y="1476594"/>
                  <a:pt x="1795172" y="1494591"/>
                </a:cubicBezTo>
                <a:cubicBezTo>
                  <a:pt x="1781490" y="1471914"/>
                  <a:pt x="1788331" y="1462916"/>
                  <a:pt x="1769969" y="1433040"/>
                </a:cubicBezTo>
                <a:cubicBezTo>
                  <a:pt x="1779330" y="1424041"/>
                  <a:pt x="1781490" y="1412883"/>
                  <a:pt x="1786171" y="1403524"/>
                </a:cubicBezTo>
                <a:cubicBezTo>
                  <a:pt x="1813534" y="1410363"/>
                  <a:pt x="1822535" y="1394526"/>
                  <a:pt x="1849898" y="1383367"/>
                </a:cubicBezTo>
                <a:cubicBezTo>
                  <a:pt x="1843057" y="1415043"/>
                  <a:pt x="1908944" y="1374009"/>
                  <a:pt x="1890582" y="1367170"/>
                </a:cubicBezTo>
                <a:cubicBezTo>
                  <a:pt x="1906784" y="1367170"/>
                  <a:pt x="1920105" y="1378688"/>
                  <a:pt x="1936307" y="1380848"/>
                </a:cubicBezTo>
                <a:cubicBezTo>
                  <a:pt x="1949988" y="1376528"/>
                  <a:pt x="1938467" y="1365010"/>
                  <a:pt x="1947468" y="1358171"/>
                </a:cubicBezTo>
                <a:cubicBezTo>
                  <a:pt x="1954309" y="1371849"/>
                  <a:pt x="1977351" y="1358171"/>
                  <a:pt x="1995353" y="1351332"/>
                </a:cubicBezTo>
                <a:cubicBezTo>
                  <a:pt x="1993193" y="1344493"/>
                  <a:pt x="1988512" y="1346653"/>
                  <a:pt x="1983832" y="1346653"/>
                </a:cubicBezTo>
                <a:cubicBezTo>
                  <a:pt x="2011195" y="1335494"/>
                  <a:pt x="2061240" y="1305978"/>
                  <a:pt x="2095444" y="1312818"/>
                </a:cubicBezTo>
                <a:cubicBezTo>
                  <a:pt x="2100124" y="1310298"/>
                  <a:pt x="2095444" y="1303459"/>
                  <a:pt x="2095444" y="1299139"/>
                </a:cubicBezTo>
                <a:cubicBezTo>
                  <a:pt x="2152330" y="1305978"/>
                  <a:pt x="2190854" y="1287621"/>
                  <a:pt x="2257101" y="1269624"/>
                </a:cubicBezTo>
                <a:cubicBezTo>
                  <a:pt x="2254580" y="1273943"/>
                  <a:pt x="2254580" y="1278622"/>
                  <a:pt x="2254580" y="1283302"/>
                </a:cubicBezTo>
                <a:cubicBezTo>
                  <a:pt x="2275103" y="1278622"/>
                  <a:pt x="2286624" y="1269624"/>
                  <a:pt x="2309306" y="1276463"/>
                </a:cubicBezTo>
                <a:cubicBezTo>
                  <a:pt x="2275103" y="1287621"/>
                  <a:pt x="2261421" y="1305978"/>
                  <a:pt x="2213896" y="1319657"/>
                </a:cubicBezTo>
                <a:cubicBezTo>
                  <a:pt x="2234418" y="1332975"/>
                  <a:pt x="2263941" y="1303459"/>
                  <a:pt x="2284104" y="1321816"/>
                </a:cubicBezTo>
                <a:cubicBezTo>
                  <a:pt x="2259261" y="1305978"/>
                  <a:pt x="2297785" y="1305978"/>
                  <a:pt x="2311466" y="1314977"/>
                </a:cubicBezTo>
                <a:cubicBezTo>
                  <a:pt x="2325148" y="1299139"/>
                  <a:pt x="2343510" y="1305978"/>
                  <a:pt x="2361512" y="1290141"/>
                </a:cubicBezTo>
                <a:cubicBezTo>
                  <a:pt x="2368352" y="1296620"/>
                  <a:pt x="2352511" y="1308138"/>
                  <a:pt x="2364032" y="1305978"/>
                </a:cubicBezTo>
                <a:cubicBezTo>
                  <a:pt x="2354671" y="1317137"/>
                  <a:pt x="2293465" y="1314977"/>
                  <a:pt x="2295625" y="1342333"/>
                </a:cubicBezTo>
                <a:cubicBezTo>
                  <a:pt x="2277263" y="1349172"/>
                  <a:pt x="2293465" y="1337654"/>
                  <a:pt x="2286624" y="1328655"/>
                </a:cubicBezTo>
                <a:cubicBezTo>
                  <a:pt x="2272942" y="1335494"/>
                  <a:pt x="2279783" y="1349172"/>
                  <a:pt x="2270782" y="1358171"/>
                </a:cubicBezTo>
                <a:cubicBezTo>
                  <a:pt x="2290944" y="1342333"/>
                  <a:pt x="2325148" y="1353492"/>
                  <a:pt x="2334509" y="1332975"/>
                </a:cubicBezTo>
                <a:cubicBezTo>
                  <a:pt x="2388875" y="1332975"/>
                  <a:pt x="2454762" y="1321816"/>
                  <a:pt x="2484645" y="1294460"/>
                </a:cubicBezTo>
                <a:cubicBezTo>
                  <a:pt x="2482124" y="1305978"/>
                  <a:pt x="2493646" y="1301299"/>
                  <a:pt x="2495806" y="1308138"/>
                </a:cubicBezTo>
                <a:cubicBezTo>
                  <a:pt x="2530010" y="1287621"/>
                  <a:pt x="2586896" y="1299139"/>
                  <a:pt x="2598417" y="1262785"/>
                </a:cubicBezTo>
                <a:cubicBezTo>
                  <a:pt x="2607418" y="1260265"/>
                  <a:pt x="2600577" y="1273943"/>
                  <a:pt x="2605257" y="1280782"/>
                </a:cubicBezTo>
                <a:cubicBezTo>
                  <a:pt x="2555212" y="1310298"/>
                  <a:pt x="2511648" y="1294460"/>
                  <a:pt x="2477804" y="1326496"/>
                </a:cubicBezTo>
                <a:cubicBezTo>
                  <a:pt x="2479964" y="1335494"/>
                  <a:pt x="2507327" y="1323976"/>
                  <a:pt x="2498326" y="1337654"/>
                </a:cubicBezTo>
                <a:cubicBezTo>
                  <a:pt x="2552692" y="1317137"/>
                  <a:pt x="2636941" y="1314977"/>
                  <a:pt x="2682306" y="1301299"/>
                </a:cubicBezTo>
                <a:cubicBezTo>
                  <a:pt x="2689146" y="1314977"/>
                  <a:pt x="2664304" y="1303459"/>
                  <a:pt x="2666464" y="1314977"/>
                </a:cubicBezTo>
                <a:cubicBezTo>
                  <a:pt x="2728030" y="1296620"/>
                  <a:pt x="2802918" y="1314977"/>
                  <a:pt x="2848643" y="1278622"/>
                </a:cubicBezTo>
                <a:cubicBezTo>
                  <a:pt x="2850803" y="1292300"/>
                  <a:pt x="2832802" y="1285461"/>
                  <a:pt x="2834962" y="1296620"/>
                </a:cubicBezTo>
                <a:cubicBezTo>
                  <a:pt x="2866645" y="1283302"/>
                  <a:pt x="2889688" y="1323976"/>
                  <a:pt x="2921371" y="1294460"/>
                </a:cubicBezTo>
                <a:cubicBezTo>
                  <a:pt x="2928212" y="1299139"/>
                  <a:pt x="2930372" y="1305978"/>
                  <a:pt x="2935052" y="1310298"/>
                </a:cubicBezTo>
                <a:cubicBezTo>
                  <a:pt x="2950894" y="1308138"/>
                  <a:pt x="2978257" y="1294460"/>
                  <a:pt x="2989778" y="1301299"/>
                </a:cubicBezTo>
                <a:cubicBezTo>
                  <a:pt x="2989778" y="1305978"/>
                  <a:pt x="2982937" y="1303459"/>
                  <a:pt x="2978257" y="1305978"/>
                </a:cubicBezTo>
                <a:cubicBezTo>
                  <a:pt x="2978257" y="1308138"/>
                  <a:pt x="2982937" y="1308138"/>
                  <a:pt x="2985098" y="1308138"/>
                </a:cubicBezTo>
                <a:cubicBezTo>
                  <a:pt x="2971416" y="1332975"/>
                  <a:pt x="3000939" y="1330815"/>
                  <a:pt x="3037303" y="1326496"/>
                </a:cubicBezTo>
                <a:cubicBezTo>
                  <a:pt x="3041984" y="1323976"/>
                  <a:pt x="3048824" y="1323976"/>
                  <a:pt x="3053145" y="1321816"/>
                </a:cubicBezTo>
                <a:cubicBezTo>
                  <a:pt x="3053145" y="1321816"/>
                  <a:pt x="3053145" y="1321816"/>
                  <a:pt x="3064666" y="1319657"/>
                </a:cubicBezTo>
                <a:cubicBezTo>
                  <a:pt x="3073667" y="1319657"/>
                  <a:pt x="3080508" y="1317137"/>
                  <a:pt x="3089869" y="1314977"/>
                </a:cubicBezTo>
                <a:cubicBezTo>
                  <a:pt x="3103190" y="1310298"/>
                  <a:pt x="3116872" y="1308138"/>
                  <a:pt x="3123712" y="1308138"/>
                </a:cubicBezTo>
                <a:cubicBezTo>
                  <a:pt x="3128393" y="1308138"/>
                  <a:pt x="3121552" y="1310298"/>
                  <a:pt x="3121552" y="1314977"/>
                </a:cubicBezTo>
                <a:cubicBezTo>
                  <a:pt x="3148915" y="1314977"/>
                  <a:pt x="3176278" y="1314977"/>
                  <a:pt x="3201121" y="1314977"/>
                </a:cubicBezTo>
                <a:cubicBezTo>
                  <a:pt x="3214802" y="1312818"/>
                  <a:pt x="3228483" y="1312818"/>
                  <a:pt x="3242165" y="1314977"/>
                </a:cubicBezTo>
                <a:cubicBezTo>
                  <a:pt x="3255846" y="1314977"/>
                  <a:pt x="3267008" y="1317137"/>
                  <a:pt x="3280689" y="1319657"/>
                </a:cubicBezTo>
                <a:cubicBezTo>
                  <a:pt x="3285369" y="1319657"/>
                  <a:pt x="3283209" y="1312818"/>
                  <a:pt x="3278529" y="1312818"/>
                </a:cubicBezTo>
                <a:cubicBezTo>
                  <a:pt x="3290050" y="1312818"/>
                  <a:pt x="3323894" y="1346653"/>
                  <a:pt x="3346576" y="1319657"/>
                </a:cubicBezTo>
                <a:cubicBezTo>
                  <a:pt x="3344056" y="1323976"/>
                  <a:pt x="3339735" y="1326496"/>
                  <a:pt x="3337215" y="1330815"/>
                </a:cubicBezTo>
                <a:cubicBezTo>
                  <a:pt x="3348736" y="1330815"/>
                  <a:pt x="3350896" y="1312818"/>
                  <a:pt x="3364578" y="1312818"/>
                </a:cubicBezTo>
                <a:cubicBezTo>
                  <a:pt x="3364578" y="1321816"/>
                  <a:pt x="3360257" y="1323976"/>
                  <a:pt x="3357737" y="1328655"/>
                </a:cubicBezTo>
                <a:cubicBezTo>
                  <a:pt x="3378259" y="1344493"/>
                  <a:pt x="3403462" y="1321816"/>
                  <a:pt x="3414623" y="1335494"/>
                </a:cubicBezTo>
                <a:cubicBezTo>
                  <a:pt x="3421464" y="1335494"/>
                  <a:pt x="3423984" y="1328655"/>
                  <a:pt x="3432985" y="1330815"/>
                </a:cubicBezTo>
                <a:cubicBezTo>
                  <a:pt x="3439826" y="1314977"/>
                  <a:pt x="3423984" y="1321816"/>
                  <a:pt x="3428305" y="1310298"/>
                </a:cubicBezTo>
                <a:cubicBezTo>
                  <a:pt x="3430465" y="1312818"/>
                  <a:pt x="3432985" y="1312818"/>
                  <a:pt x="3435145" y="1314977"/>
                </a:cubicBezTo>
                <a:cubicBezTo>
                  <a:pt x="3437306" y="1314977"/>
                  <a:pt x="3439826" y="1314977"/>
                  <a:pt x="3441986" y="1314977"/>
                </a:cubicBezTo>
                <a:cubicBezTo>
                  <a:pt x="3439826" y="1317137"/>
                  <a:pt x="3437306" y="1326496"/>
                  <a:pt x="3435145" y="1326496"/>
                </a:cubicBezTo>
                <a:cubicBezTo>
                  <a:pt x="3435145" y="1332975"/>
                  <a:pt x="3441986" y="1319657"/>
                  <a:pt x="3439826" y="1332975"/>
                </a:cubicBezTo>
                <a:cubicBezTo>
                  <a:pt x="3444146" y="1328655"/>
                  <a:pt x="3448827" y="1328655"/>
                  <a:pt x="3453507" y="1319657"/>
                </a:cubicBezTo>
                <a:cubicBezTo>
                  <a:pt x="3455667" y="1319657"/>
                  <a:pt x="3453507" y="1328655"/>
                  <a:pt x="3453507" y="1335494"/>
                </a:cubicBezTo>
                <a:cubicBezTo>
                  <a:pt x="3476190" y="1344493"/>
                  <a:pt x="3496712" y="1335494"/>
                  <a:pt x="3524075" y="1326496"/>
                </a:cubicBezTo>
                <a:lnTo>
                  <a:pt x="3529599" y="1334780"/>
                </a:lnTo>
                <a:lnTo>
                  <a:pt x="3529620" y="1335394"/>
                </a:lnTo>
                <a:lnTo>
                  <a:pt x="3531989" y="1338364"/>
                </a:lnTo>
                <a:lnTo>
                  <a:pt x="3539016" y="1348902"/>
                </a:lnTo>
                <a:cubicBezTo>
                  <a:pt x="3546667" y="1352592"/>
                  <a:pt x="3555758" y="1352592"/>
                  <a:pt x="3562599" y="1349172"/>
                </a:cubicBezTo>
                <a:cubicBezTo>
                  <a:pt x="3555758" y="1362850"/>
                  <a:pt x="3574120" y="1356011"/>
                  <a:pt x="3576280" y="1367170"/>
                </a:cubicBezTo>
                <a:cubicBezTo>
                  <a:pt x="3578440" y="1367170"/>
                  <a:pt x="3578440" y="1362850"/>
                  <a:pt x="3580961" y="1362850"/>
                </a:cubicBezTo>
                <a:cubicBezTo>
                  <a:pt x="3585281" y="1349172"/>
                  <a:pt x="3576280" y="1356011"/>
                  <a:pt x="3578440" y="1344493"/>
                </a:cubicBezTo>
                <a:cubicBezTo>
                  <a:pt x="3585281" y="1349172"/>
                  <a:pt x="3589962" y="1360331"/>
                  <a:pt x="3592122" y="1371849"/>
                </a:cubicBezTo>
                <a:cubicBezTo>
                  <a:pt x="3587801" y="1358171"/>
                  <a:pt x="3587801" y="1374009"/>
                  <a:pt x="3578440" y="1371849"/>
                </a:cubicBezTo>
                <a:cubicBezTo>
                  <a:pt x="3580961" y="1380848"/>
                  <a:pt x="3592122" y="1371849"/>
                  <a:pt x="3598963" y="1371849"/>
                </a:cubicBezTo>
                <a:cubicBezTo>
                  <a:pt x="3601123" y="1360331"/>
                  <a:pt x="3596802" y="1360331"/>
                  <a:pt x="3592122" y="1360331"/>
                </a:cubicBezTo>
                <a:cubicBezTo>
                  <a:pt x="3601123" y="1365010"/>
                  <a:pt x="3633166" y="1349172"/>
                  <a:pt x="3637847" y="1371849"/>
                </a:cubicBezTo>
                <a:cubicBezTo>
                  <a:pt x="3646848" y="1362850"/>
                  <a:pt x="3635326" y="1360331"/>
                  <a:pt x="3644687" y="1344493"/>
                </a:cubicBezTo>
                <a:cubicBezTo>
                  <a:pt x="3630646" y="1349172"/>
                  <a:pt x="3610484" y="1356011"/>
                  <a:pt x="3603643" y="1328655"/>
                </a:cubicBezTo>
                <a:cubicBezTo>
                  <a:pt x="3612644" y="1332975"/>
                  <a:pt x="3617325" y="1323976"/>
                  <a:pt x="3619485" y="1312818"/>
                </a:cubicBezTo>
                <a:cubicBezTo>
                  <a:pt x="3628486" y="1312818"/>
                  <a:pt x="3640007" y="1310298"/>
                  <a:pt x="3642167" y="1321816"/>
                </a:cubicBezTo>
                <a:cubicBezTo>
                  <a:pt x="3646848" y="1317137"/>
                  <a:pt x="3651528" y="1314977"/>
                  <a:pt x="3655849" y="1310298"/>
                </a:cubicBezTo>
                <a:cubicBezTo>
                  <a:pt x="3674211" y="1317137"/>
                  <a:pt x="3696893" y="1294460"/>
                  <a:pt x="3708054" y="1321816"/>
                </a:cubicBezTo>
                <a:cubicBezTo>
                  <a:pt x="3701213" y="1323976"/>
                  <a:pt x="3703734" y="1310298"/>
                  <a:pt x="3699053" y="1319657"/>
                </a:cubicBezTo>
                <a:cubicBezTo>
                  <a:pt x="3701213" y="1328655"/>
                  <a:pt x="3705894" y="1323976"/>
                  <a:pt x="3712735" y="1321816"/>
                </a:cubicBezTo>
                <a:cubicBezTo>
                  <a:pt x="3712735" y="1317137"/>
                  <a:pt x="3712735" y="1314977"/>
                  <a:pt x="3712735" y="1314977"/>
                </a:cubicBezTo>
                <a:cubicBezTo>
                  <a:pt x="3724256" y="1317137"/>
                  <a:pt x="3751619" y="1290141"/>
                  <a:pt x="3760620" y="1312818"/>
                </a:cubicBezTo>
                <a:cubicBezTo>
                  <a:pt x="3771781" y="1292300"/>
                  <a:pt x="3792303" y="1319657"/>
                  <a:pt x="3799144" y="1292300"/>
                </a:cubicBezTo>
                <a:cubicBezTo>
                  <a:pt x="3801304" y="1301299"/>
                  <a:pt x="3803824" y="1310298"/>
                  <a:pt x="3810665" y="1314977"/>
                </a:cubicBezTo>
                <a:cubicBezTo>
                  <a:pt x="3810665" y="1305978"/>
                  <a:pt x="3817506" y="1294460"/>
                  <a:pt x="3817506" y="1314977"/>
                </a:cubicBezTo>
                <a:cubicBezTo>
                  <a:pt x="3833347" y="1303459"/>
                  <a:pt x="3842348" y="1305978"/>
                  <a:pt x="3853870" y="1303459"/>
                </a:cubicBezTo>
                <a:cubicBezTo>
                  <a:pt x="3865031" y="1303459"/>
                  <a:pt x="3874392" y="1301299"/>
                  <a:pt x="3881233" y="1280782"/>
                </a:cubicBezTo>
                <a:cubicBezTo>
                  <a:pt x="3883393" y="1283302"/>
                  <a:pt x="3883393" y="1292300"/>
                  <a:pt x="3885553" y="1292300"/>
                </a:cubicBezTo>
                <a:cubicBezTo>
                  <a:pt x="3885553" y="1285461"/>
                  <a:pt x="3883393" y="1285461"/>
                  <a:pt x="3883393" y="1276463"/>
                </a:cubicBezTo>
                <a:cubicBezTo>
                  <a:pt x="3888073" y="1292300"/>
                  <a:pt x="3890233" y="1280782"/>
                  <a:pt x="3892394" y="1287621"/>
                </a:cubicBezTo>
                <a:cubicBezTo>
                  <a:pt x="3894914" y="1287621"/>
                  <a:pt x="3888073" y="1301299"/>
                  <a:pt x="3894914" y="1301299"/>
                </a:cubicBezTo>
                <a:cubicBezTo>
                  <a:pt x="3892394" y="1308138"/>
                  <a:pt x="3888073" y="1290141"/>
                  <a:pt x="3883393" y="1296620"/>
                </a:cubicBezTo>
                <a:cubicBezTo>
                  <a:pt x="3883393" y="1303459"/>
                  <a:pt x="3888073" y="1301299"/>
                  <a:pt x="3890233" y="1303459"/>
                </a:cubicBezTo>
                <a:cubicBezTo>
                  <a:pt x="3890233" y="1314977"/>
                  <a:pt x="3885553" y="1303459"/>
                  <a:pt x="3883393" y="1303459"/>
                </a:cubicBezTo>
                <a:cubicBezTo>
                  <a:pt x="3888073" y="1317137"/>
                  <a:pt x="3894914" y="1314977"/>
                  <a:pt x="3899234" y="1317137"/>
                </a:cubicBezTo>
                <a:cubicBezTo>
                  <a:pt x="3888073" y="1323976"/>
                  <a:pt x="3871872" y="1319657"/>
                  <a:pt x="3858190" y="1317137"/>
                </a:cubicBezTo>
                <a:cubicBezTo>
                  <a:pt x="3851709" y="1317137"/>
                  <a:pt x="3844869" y="1317137"/>
                  <a:pt x="3838028" y="1319657"/>
                </a:cubicBezTo>
                <a:cubicBezTo>
                  <a:pt x="3831187" y="1321816"/>
                  <a:pt x="3817506" y="1326496"/>
                  <a:pt x="3808505" y="1335494"/>
                </a:cubicBezTo>
                <a:cubicBezTo>
                  <a:pt x="3803824" y="1332975"/>
                  <a:pt x="3801304" y="1323976"/>
                  <a:pt x="3796984" y="1319657"/>
                </a:cubicBezTo>
                <a:cubicBezTo>
                  <a:pt x="3792303" y="1321816"/>
                  <a:pt x="3794463" y="1335494"/>
                  <a:pt x="3790143" y="1332975"/>
                </a:cubicBezTo>
                <a:cubicBezTo>
                  <a:pt x="3787983" y="1308138"/>
                  <a:pt x="3776461" y="1349172"/>
                  <a:pt x="3778622" y="1321816"/>
                </a:cubicBezTo>
                <a:cubicBezTo>
                  <a:pt x="3774301" y="1335494"/>
                  <a:pt x="3767460" y="1339814"/>
                  <a:pt x="3764940" y="1346653"/>
                </a:cubicBezTo>
                <a:cubicBezTo>
                  <a:pt x="3760620" y="1349172"/>
                  <a:pt x="3758099" y="1342333"/>
                  <a:pt x="3758099" y="1335494"/>
                </a:cubicBezTo>
                <a:cubicBezTo>
                  <a:pt x="3760620" y="1360331"/>
                  <a:pt x="3724256" y="1339814"/>
                  <a:pt x="3721736" y="1353492"/>
                </a:cubicBezTo>
                <a:cubicBezTo>
                  <a:pt x="3714895" y="1346653"/>
                  <a:pt x="3703734" y="1351332"/>
                  <a:pt x="3690052" y="1353492"/>
                </a:cubicBezTo>
                <a:cubicBezTo>
                  <a:pt x="3690052" y="1378688"/>
                  <a:pt x="3714895" y="1369689"/>
                  <a:pt x="3719575" y="1360331"/>
                </a:cubicBezTo>
                <a:cubicBezTo>
                  <a:pt x="3728576" y="1378688"/>
                  <a:pt x="3746938" y="1371849"/>
                  <a:pt x="3753779" y="1371849"/>
                </a:cubicBezTo>
                <a:cubicBezTo>
                  <a:pt x="3755939" y="1383367"/>
                  <a:pt x="3749099" y="1376528"/>
                  <a:pt x="3749099" y="1387687"/>
                </a:cubicBezTo>
                <a:cubicBezTo>
                  <a:pt x="3749099" y="1390206"/>
                  <a:pt x="3749099" y="1394526"/>
                  <a:pt x="3749099" y="1399205"/>
                </a:cubicBezTo>
                <a:cubicBezTo>
                  <a:pt x="3758099" y="1396685"/>
                  <a:pt x="3769621" y="1399205"/>
                  <a:pt x="3771781" y="1385527"/>
                </a:cubicBezTo>
                <a:cubicBezTo>
                  <a:pt x="3790143" y="1392366"/>
                  <a:pt x="3803824" y="1380848"/>
                  <a:pt x="3821826" y="1408204"/>
                </a:cubicBezTo>
                <a:cubicBezTo>
                  <a:pt x="3826507" y="1403524"/>
                  <a:pt x="3831187" y="1394526"/>
                  <a:pt x="3838028" y="1396685"/>
                </a:cubicBezTo>
                <a:cubicBezTo>
                  <a:pt x="3842348" y="1401365"/>
                  <a:pt x="3835508" y="1403524"/>
                  <a:pt x="3831187" y="1403524"/>
                </a:cubicBezTo>
                <a:cubicBezTo>
                  <a:pt x="3838028" y="1410363"/>
                  <a:pt x="3844869" y="1415043"/>
                  <a:pt x="3853870" y="1406044"/>
                </a:cubicBezTo>
                <a:cubicBezTo>
                  <a:pt x="3853870" y="1396685"/>
                  <a:pt x="3849189" y="1406044"/>
                  <a:pt x="3844869" y="1403524"/>
                </a:cubicBezTo>
                <a:cubicBezTo>
                  <a:pt x="3847029" y="1380848"/>
                  <a:pt x="3856030" y="1399205"/>
                  <a:pt x="3862871" y="1392366"/>
                </a:cubicBezTo>
                <a:cubicBezTo>
                  <a:pt x="3860710" y="1399205"/>
                  <a:pt x="3860710" y="1401365"/>
                  <a:pt x="3858190" y="1401365"/>
                </a:cubicBezTo>
                <a:cubicBezTo>
                  <a:pt x="3867551" y="1412883"/>
                  <a:pt x="3876552" y="1417202"/>
                  <a:pt x="3885553" y="1408204"/>
                </a:cubicBezTo>
                <a:cubicBezTo>
                  <a:pt x="3885553" y="1396685"/>
                  <a:pt x="3881233" y="1406044"/>
                  <a:pt x="3881233" y="1394526"/>
                </a:cubicBezTo>
                <a:cubicBezTo>
                  <a:pt x="3883393" y="1396685"/>
                  <a:pt x="3890233" y="1410363"/>
                  <a:pt x="3888073" y="1392366"/>
                </a:cubicBezTo>
                <a:cubicBezTo>
                  <a:pt x="3894914" y="1403524"/>
                  <a:pt x="3901755" y="1403524"/>
                  <a:pt x="3903915" y="1390206"/>
                </a:cubicBezTo>
                <a:cubicBezTo>
                  <a:pt x="3906075" y="1399205"/>
                  <a:pt x="3910756" y="1399205"/>
                  <a:pt x="3915436" y="1396685"/>
                </a:cubicBezTo>
                <a:cubicBezTo>
                  <a:pt x="3908595" y="1406044"/>
                  <a:pt x="3901755" y="1401365"/>
                  <a:pt x="3890233" y="1412883"/>
                </a:cubicBezTo>
                <a:cubicBezTo>
                  <a:pt x="3897074" y="1426561"/>
                  <a:pt x="3903915" y="1426561"/>
                  <a:pt x="3908595" y="1417202"/>
                </a:cubicBezTo>
                <a:cubicBezTo>
                  <a:pt x="3908595" y="1437719"/>
                  <a:pt x="3928758" y="1401365"/>
                  <a:pt x="3938119" y="1437719"/>
                </a:cubicBezTo>
                <a:cubicBezTo>
                  <a:pt x="3953960" y="1424041"/>
                  <a:pt x="3965121" y="1449238"/>
                  <a:pt x="3983483" y="1430880"/>
                </a:cubicBezTo>
                <a:cubicBezTo>
                  <a:pt x="3974482" y="1449238"/>
                  <a:pt x="3995005" y="1437719"/>
                  <a:pt x="4001845" y="1435560"/>
                </a:cubicBezTo>
                <a:cubicBezTo>
                  <a:pt x="3999325" y="1421882"/>
                  <a:pt x="3997165" y="1426561"/>
                  <a:pt x="3992484" y="1421882"/>
                </a:cubicBezTo>
                <a:cubicBezTo>
                  <a:pt x="3995005" y="1428721"/>
                  <a:pt x="3992484" y="1433040"/>
                  <a:pt x="3988164" y="1433040"/>
                </a:cubicBezTo>
                <a:cubicBezTo>
                  <a:pt x="3983483" y="1415043"/>
                  <a:pt x="3997165" y="1410363"/>
                  <a:pt x="4004006" y="1428721"/>
                </a:cubicBezTo>
                <a:cubicBezTo>
                  <a:pt x="4022007" y="1421882"/>
                  <a:pt x="4033529" y="1415043"/>
                  <a:pt x="4056211" y="1433040"/>
                </a:cubicBezTo>
                <a:cubicBezTo>
                  <a:pt x="4058731" y="1428721"/>
                  <a:pt x="4049370" y="1426561"/>
                  <a:pt x="4047210" y="1424041"/>
                </a:cubicBezTo>
                <a:cubicBezTo>
                  <a:pt x="4056211" y="1424041"/>
                  <a:pt x="4079253" y="1410363"/>
                  <a:pt x="4095095" y="1410363"/>
                </a:cubicBezTo>
                <a:cubicBezTo>
                  <a:pt x="4104096" y="1396685"/>
                  <a:pt x="4117777" y="1403524"/>
                  <a:pt x="4135779" y="1399205"/>
                </a:cubicBezTo>
                <a:cubicBezTo>
                  <a:pt x="4133619" y="1396685"/>
                  <a:pt x="4133619" y="1396685"/>
                  <a:pt x="4131459" y="1396685"/>
                </a:cubicBezTo>
                <a:cubicBezTo>
                  <a:pt x="4165663" y="1376528"/>
                  <a:pt x="4202026" y="1365010"/>
                  <a:pt x="4226869" y="1339814"/>
                </a:cubicBezTo>
                <a:cubicBezTo>
                  <a:pt x="4231549" y="1346653"/>
                  <a:pt x="4226869" y="1346653"/>
                  <a:pt x="4233710" y="1353492"/>
                </a:cubicBezTo>
                <a:cubicBezTo>
                  <a:pt x="4245231" y="1362850"/>
                  <a:pt x="4243071" y="1344493"/>
                  <a:pt x="4236230" y="1337654"/>
                </a:cubicBezTo>
                <a:cubicBezTo>
                  <a:pt x="4247391" y="1344493"/>
                  <a:pt x="4256392" y="1332975"/>
                  <a:pt x="4265753" y="1319657"/>
                </a:cubicBezTo>
                <a:cubicBezTo>
                  <a:pt x="4274754" y="1308138"/>
                  <a:pt x="4283755" y="1292300"/>
                  <a:pt x="4297437" y="1294460"/>
                </a:cubicBezTo>
                <a:lnTo>
                  <a:pt x="4302117" y="1299139"/>
                </a:lnTo>
                <a:cubicBezTo>
                  <a:pt x="4302117" y="1299139"/>
                  <a:pt x="4302117" y="1285461"/>
                  <a:pt x="4308958" y="1299139"/>
                </a:cubicBezTo>
                <a:cubicBezTo>
                  <a:pt x="4306437" y="1278622"/>
                  <a:pt x="4322639" y="1276463"/>
                  <a:pt x="4326959" y="1262785"/>
                </a:cubicBezTo>
                <a:cubicBezTo>
                  <a:pt x="4331640" y="1262785"/>
                  <a:pt x="4338481" y="1267104"/>
                  <a:pt x="4340641" y="1273943"/>
                </a:cubicBezTo>
                <a:cubicBezTo>
                  <a:pt x="4343161" y="1271783"/>
                  <a:pt x="4343161" y="1269624"/>
                  <a:pt x="4345321" y="1267104"/>
                </a:cubicBezTo>
                <a:cubicBezTo>
                  <a:pt x="4347482" y="1262785"/>
                  <a:pt x="4340641" y="1262785"/>
                  <a:pt x="4333800" y="1255946"/>
                </a:cubicBezTo>
                <a:cubicBezTo>
                  <a:pt x="4347482" y="1253426"/>
                  <a:pt x="4365844" y="1255946"/>
                  <a:pt x="4365844" y="1242268"/>
                </a:cubicBezTo>
                <a:cubicBezTo>
                  <a:pt x="4372685" y="1249107"/>
                  <a:pt x="4374845" y="1249107"/>
                  <a:pt x="4379525" y="1251266"/>
                </a:cubicBezTo>
                <a:cubicBezTo>
                  <a:pt x="4379525" y="1244427"/>
                  <a:pt x="4390686" y="1239748"/>
                  <a:pt x="4393207" y="1235429"/>
                </a:cubicBezTo>
                <a:cubicBezTo>
                  <a:pt x="4402207" y="1244427"/>
                  <a:pt x="4393207" y="1244427"/>
                  <a:pt x="4400047" y="1251266"/>
                </a:cubicBezTo>
                <a:cubicBezTo>
                  <a:pt x="4409049" y="1237588"/>
                  <a:pt x="4445412" y="1242268"/>
                  <a:pt x="4445412" y="1214912"/>
                </a:cubicBezTo>
                <a:cubicBezTo>
                  <a:pt x="4463414" y="1223910"/>
                  <a:pt x="4440731" y="1223910"/>
                  <a:pt x="4452253" y="1232909"/>
                </a:cubicBezTo>
                <a:cubicBezTo>
                  <a:pt x="4468095" y="1228590"/>
                  <a:pt x="4452253" y="1192235"/>
                  <a:pt x="4477095" y="1194395"/>
                </a:cubicBezTo>
                <a:cubicBezTo>
                  <a:pt x="4481776" y="1192235"/>
                  <a:pt x="4470255" y="1187556"/>
                  <a:pt x="4470255" y="1185396"/>
                </a:cubicBezTo>
                <a:cubicBezTo>
                  <a:pt x="4493297" y="1185396"/>
                  <a:pt x="4497617" y="1171718"/>
                  <a:pt x="4495457" y="1155880"/>
                </a:cubicBezTo>
                <a:cubicBezTo>
                  <a:pt x="4540822" y="1180717"/>
                  <a:pt x="4520300" y="1132844"/>
                  <a:pt x="4554503" y="1135363"/>
                </a:cubicBezTo>
                <a:lnTo>
                  <a:pt x="4558539" y="1119306"/>
                </a:lnTo>
                <a:lnTo>
                  <a:pt x="4554193" y="1117418"/>
                </a:lnTo>
                <a:cubicBezTo>
                  <a:pt x="4549067" y="1116874"/>
                  <a:pt x="4544480" y="1116330"/>
                  <a:pt x="4544480" y="1111794"/>
                </a:cubicBezTo>
                <a:cubicBezTo>
                  <a:pt x="4526134" y="1109254"/>
                  <a:pt x="4523976" y="1123043"/>
                  <a:pt x="4526134" y="1129937"/>
                </a:cubicBezTo>
                <a:cubicBezTo>
                  <a:pt x="4501313" y="1120865"/>
                  <a:pt x="4523976" y="1088571"/>
                  <a:pt x="4542322" y="1079500"/>
                </a:cubicBezTo>
                <a:cubicBezTo>
                  <a:pt x="4548797" y="1081677"/>
                  <a:pt x="4555632" y="1086394"/>
                  <a:pt x="4558150" y="1081677"/>
                </a:cubicBezTo>
                <a:cubicBezTo>
                  <a:pt x="4573978" y="1093288"/>
                  <a:pt x="4558150" y="1095465"/>
                  <a:pt x="4560309" y="1100183"/>
                </a:cubicBezTo>
                <a:cubicBezTo>
                  <a:pt x="4548797" y="1102360"/>
                  <a:pt x="4544480" y="1093288"/>
                  <a:pt x="4553474" y="1091111"/>
                </a:cubicBezTo>
                <a:cubicBezTo>
                  <a:pt x="4548797" y="1088571"/>
                  <a:pt x="4546639" y="1093288"/>
                  <a:pt x="4537646" y="1088571"/>
                </a:cubicBezTo>
                <a:cubicBezTo>
                  <a:pt x="4532969" y="1095465"/>
                  <a:pt x="4542322" y="1100183"/>
                  <a:pt x="4542322" y="1104900"/>
                </a:cubicBezTo>
                <a:cubicBezTo>
                  <a:pt x="4548977" y="1101453"/>
                  <a:pt x="4554643" y="1103720"/>
                  <a:pt x="4558915" y="1107984"/>
                </a:cubicBezTo>
                <a:lnTo>
                  <a:pt x="4562676" y="1114869"/>
                </a:lnTo>
                <a:lnTo>
                  <a:pt x="4577186" y="1105848"/>
                </a:lnTo>
                <a:cubicBezTo>
                  <a:pt x="4577186" y="1101168"/>
                  <a:pt x="4572865" y="1099009"/>
                  <a:pt x="4570705" y="1094329"/>
                </a:cubicBezTo>
                <a:cubicBezTo>
                  <a:pt x="4572865" y="1087490"/>
                  <a:pt x="4572865" y="1094329"/>
                  <a:pt x="4581867" y="1096489"/>
                </a:cubicBezTo>
                <a:cubicBezTo>
                  <a:pt x="4584027" y="1094329"/>
                  <a:pt x="4575026" y="1089650"/>
                  <a:pt x="4577186" y="1085331"/>
                </a:cubicBezTo>
                <a:cubicBezTo>
                  <a:pt x="4572865" y="1082811"/>
                  <a:pt x="4572865" y="1087490"/>
                  <a:pt x="4572865" y="1087490"/>
                </a:cubicBezTo>
                <a:cubicBezTo>
                  <a:pt x="4570525" y="1080651"/>
                  <a:pt x="4572775" y="1074982"/>
                  <a:pt x="4576196" y="1069583"/>
                </a:cubicBezTo>
                <a:lnTo>
                  <a:pt x="4581096" y="1061873"/>
                </a:lnTo>
                <a:lnTo>
                  <a:pt x="4565466" y="1060420"/>
                </a:lnTo>
                <a:cubicBezTo>
                  <a:pt x="4557233" y="1059559"/>
                  <a:pt x="4550969" y="1057837"/>
                  <a:pt x="4554370" y="1053124"/>
                </a:cubicBezTo>
                <a:cubicBezTo>
                  <a:pt x="4540767" y="1053124"/>
                  <a:pt x="4545421" y="1071612"/>
                  <a:pt x="4545421" y="1075962"/>
                </a:cubicBezTo>
                <a:cubicBezTo>
                  <a:pt x="4520363" y="1064725"/>
                  <a:pt x="4543273" y="1055662"/>
                  <a:pt x="4549716" y="1046237"/>
                </a:cubicBezTo>
                <a:cubicBezTo>
                  <a:pt x="4556518" y="1048774"/>
                  <a:pt x="4559023" y="1050949"/>
                  <a:pt x="4559023" y="1053124"/>
                </a:cubicBezTo>
                <a:cubicBezTo>
                  <a:pt x="4567972" y="1053124"/>
                  <a:pt x="4572626" y="1050949"/>
                  <a:pt x="4574774" y="1044062"/>
                </a:cubicBezTo>
                <a:cubicBezTo>
                  <a:pt x="4556518" y="1034999"/>
                  <a:pt x="4567972" y="1053124"/>
                  <a:pt x="4552222" y="1044062"/>
                </a:cubicBezTo>
                <a:cubicBezTo>
                  <a:pt x="4559023" y="1037174"/>
                  <a:pt x="4565825" y="1030287"/>
                  <a:pt x="4583723" y="1034999"/>
                </a:cubicBezTo>
                <a:cubicBezTo>
                  <a:pt x="4590703" y="1041796"/>
                  <a:pt x="4575937" y="1047370"/>
                  <a:pt x="4578538" y="1054625"/>
                </a:cubicBezTo>
                <a:lnTo>
                  <a:pt x="4583276" y="1058442"/>
                </a:lnTo>
                <a:lnTo>
                  <a:pt x="4586547" y="1053295"/>
                </a:lnTo>
                <a:lnTo>
                  <a:pt x="4587511" y="1061853"/>
                </a:lnTo>
                <a:lnTo>
                  <a:pt x="4588376" y="1062550"/>
                </a:lnTo>
                <a:lnTo>
                  <a:pt x="4587581" y="1062476"/>
                </a:lnTo>
                <a:lnTo>
                  <a:pt x="4588482" y="1070483"/>
                </a:lnTo>
                <a:cubicBezTo>
                  <a:pt x="4586457" y="1076152"/>
                  <a:pt x="4581867" y="1080651"/>
                  <a:pt x="4575026" y="1080651"/>
                </a:cubicBezTo>
                <a:cubicBezTo>
                  <a:pt x="4575026" y="1082811"/>
                  <a:pt x="4581867" y="1085331"/>
                  <a:pt x="4581867" y="1087490"/>
                </a:cubicBezTo>
                <a:cubicBezTo>
                  <a:pt x="4595548" y="1092170"/>
                  <a:pt x="4604549" y="1085331"/>
                  <a:pt x="4593388" y="1075972"/>
                </a:cubicBezTo>
                <a:cubicBezTo>
                  <a:pt x="4600229" y="1071653"/>
                  <a:pt x="4611389" y="1071653"/>
                  <a:pt x="4618231" y="1069133"/>
                </a:cubicBezTo>
                <a:cubicBezTo>
                  <a:pt x="4622911" y="1062654"/>
                  <a:pt x="4600229" y="1057975"/>
                  <a:pt x="4602389" y="1053295"/>
                </a:cubicBezTo>
                <a:cubicBezTo>
                  <a:pt x="4643433" y="1064814"/>
                  <a:pt x="4618231" y="1026299"/>
                  <a:pt x="4647753" y="1030618"/>
                </a:cubicBezTo>
                <a:cubicBezTo>
                  <a:pt x="4645593" y="1016940"/>
                  <a:pt x="4657115" y="1001103"/>
                  <a:pt x="4668275" y="987425"/>
                </a:cubicBezTo>
                <a:cubicBezTo>
                  <a:pt x="4677277" y="996423"/>
                  <a:pt x="4684117" y="996423"/>
                  <a:pt x="4688798" y="989584"/>
                </a:cubicBezTo>
                <a:cubicBezTo>
                  <a:pt x="4688798" y="1003262"/>
                  <a:pt x="4668275" y="994264"/>
                  <a:pt x="4681957" y="1010101"/>
                </a:cubicBezTo>
                <a:cubicBezTo>
                  <a:pt x="4690958" y="1010101"/>
                  <a:pt x="4700319" y="1012621"/>
                  <a:pt x="4700319" y="1005782"/>
                </a:cubicBezTo>
                <a:cubicBezTo>
                  <a:pt x="4688798" y="1010101"/>
                  <a:pt x="4690958" y="1003262"/>
                  <a:pt x="4695639" y="996423"/>
                </a:cubicBezTo>
                <a:cubicBezTo>
                  <a:pt x="4697799" y="998943"/>
                  <a:pt x="4704639" y="1003262"/>
                  <a:pt x="4711481" y="1005782"/>
                </a:cubicBezTo>
                <a:cubicBezTo>
                  <a:pt x="4704639" y="1019460"/>
                  <a:pt x="4695639" y="1046456"/>
                  <a:pt x="4711481" y="1066973"/>
                </a:cubicBezTo>
                <a:cubicBezTo>
                  <a:pt x="4716161" y="1060134"/>
                  <a:pt x="4720481" y="1051135"/>
                  <a:pt x="4723001" y="1046456"/>
                </a:cubicBezTo>
                <a:cubicBezTo>
                  <a:pt x="4716161" y="1044296"/>
                  <a:pt x="4711481" y="1044296"/>
                  <a:pt x="4709320" y="1048976"/>
                </a:cubicBezTo>
                <a:cubicBezTo>
                  <a:pt x="4702479" y="1046456"/>
                  <a:pt x="4711481" y="1042137"/>
                  <a:pt x="4709320" y="1039617"/>
                </a:cubicBezTo>
                <a:cubicBezTo>
                  <a:pt x="4718321" y="1048976"/>
                  <a:pt x="4720481" y="1039617"/>
                  <a:pt x="4732003" y="1042137"/>
                </a:cubicBezTo>
                <a:cubicBezTo>
                  <a:pt x="4732003" y="1042137"/>
                  <a:pt x="4732003" y="1042137"/>
                  <a:pt x="4729842" y="1053295"/>
                </a:cubicBezTo>
                <a:lnTo>
                  <a:pt x="4737887" y="1053625"/>
                </a:lnTo>
                <a:lnTo>
                  <a:pt x="4744856" y="1036845"/>
                </a:lnTo>
                <a:cubicBezTo>
                  <a:pt x="4746549" y="1029764"/>
                  <a:pt x="4746549" y="1023540"/>
                  <a:pt x="4744232" y="1019030"/>
                </a:cubicBezTo>
                <a:cubicBezTo>
                  <a:pt x="4757775" y="1014340"/>
                  <a:pt x="4757775" y="1009650"/>
                  <a:pt x="4769179" y="1009650"/>
                </a:cubicBezTo>
                <a:cubicBezTo>
                  <a:pt x="4755636" y="1012175"/>
                  <a:pt x="4775594" y="1034905"/>
                  <a:pt x="4751004" y="1032380"/>
                </a:cubicBezTo>
                <a:lnTo>
                  <a:pt x="4750899" y="1035591"/>
                </a:lnTo>
                <a:lnTo>
                  <a:pt x="4755175" y="1037941"/>
                </a:lnTo>
                <a:cubicBezTo>
                  <a:pt x="4755281" y="1038695"/>
                  <a:pt x="4754212" y="1039392"/>
                  <a:pt x="4752930" y="1040247"/>
                </a:cubicBezTo>
                <a:lnTo>
                  <a:pt x="4750474" y="1048606"/>
                </a:lnTo>
                <a:lnTo>
                  <a:pt x="4750462" y="1048978"/>
                </a:lnTo>
                <a:lnTo>
                  <a:pt x="4761824" y="1049268"/>
                </a:lnTo>
                <a:cubicBezTo>
                  <a:pt x="4768591" y="1047041"/>
                  <a:pt x="4763866" y="1038537"/>
                  <a:pt x="4770887" y="1035298"/>
                </a:cubicBezTo>
                <a:cubicBezTo>
                  <a:pt x="4791049" y="1046456"/>
                  <a:pt x="4773047" y="1057975"/>
                  <a:pt x="4773047" y="1066973"/>
                </a:cubicBezTo>
                <a:cubicBezTo>
                  <a:pt x="4773047" y="1073812"/>
                  <a:pt x="4784208" y="1075972"/>
                  <a:pt x="4770887" y="1080651"/>
                </a:cubicBezTo>
                <a:cubicBezTo>
                  <a:pt x="4777367" y="1085331"/>
                  <a:pt x="4782048" y="1099009"/>
                  <a:pt x="4782048" y="1110167"/>
                </a:cubicBezTo>
                <a:cubicBezTo>
                  <a:pt x="4777367" y="1108007"/>
                  <a:pt x="4777367" y="1105848"/>
                  <a:pt x="4773047" y="1103328"/>
                </a:cubicBezTo>
                <a:cubicBezTo>
                  <a:pt x="4769626" y="1109087"/>
                  <a:pt x="4771877" y="1114846"/>
                  <a:pt x="4776962" y="1120291"/>
                </a:cubicBezTo>
                <a:lnTo>
                  <a:pt x="4785899" y="1126727"/>
                </a:lnTo>
                <a:lnTo>
                  <a:pt x="4788468" y="1120865"/>
                </a:lnTo>
                <a:cubicBezTo>
                  <a:pt x="4792732" y="1115423"/>
                  <a:pt x="4800170" y="1109163"/>
                  <a:pt x="4802529" y="1108075"/>
                </a:cubicBezTo>
                <a:cubicBezTo>
                  <a:pt x="4823212" y="1119686"/>
                  <a:pt x="4786564" y="1121863"/>
                  <a:pt x="4793458" y="1128758"/>
                </a:cubicBezTo>
                <a:lnTo>
                  <a:pt x="4787609" y="1127959"/>
                </a:lnTo>
                <a:lnTo>
                  <a:pt x="4797889" y="1135363"/>
                </a:lnTo>
                <a:cubicBezTo>
                  <a:pt x="4804730" y="1135363"/>
                  <a:pt x="4795729" y="1128524"/>
                  <a:pt x="4804730" y="1126365"/>
                </a:cubicBezTo>
                <a:cubicBezTo>
                  <a:pt x="4802570" y="1142202"/>
                  <a:pt x="4816251" y="1135363"/>
                  <a:pt x="4827773" y="1151201"/>
                </a:cubicBezTo>
                <a:cubicBezTo>
                  <a:pt x="4823092" y="1164879"/>
                  <a:pt x="4809411" y="1180717"/>
                  <a:pt x="4829933" y="1185396"/>
                </a:cubicBezTo>
                <a:cubicBezTo>
                  <a:pt x="4827773" y="1205913"/>
                  <a:pt x="4814091" y="1214912"/>
                  <a:pt x="4827773" y="1230749"/>
                </a:cubicBezTo>
                <a:cubicBezTo>
                  <a:pt x="4800409" y="1235429"/>
                  <a:pt x="4814091" y="1260265"/>
                  <a:pt x="4816251" y="1276463"/>
                </a:cubicBezTo>
                <a:lnTo>
                  <a:pt x="4821104" y="1273483"/>
                </a:lnTo>
                <a:lnTo>
                  <a:pt x="4820420" y="1271903"/>
                </a:lnTo>
                <a:cubicBezTo>
                  <a:pt x="4820889" y="1268172"/>
                  <a:pt x="4823326" y="1264868"/>
                  <a:pt x="4827713" y="1264030"/>
                </a:cubicBezTo>
                <a:lnTo>
                  <a:pt x="4831952" y="1264855"/>
                </a:lnTo>
                <a:lnTo>
                  <a:pt x="4836773" y="1253426"/>
                </a:lnTo>
                <a:cubicBezTo>
                  <a:pt x="4847935" y="1258105"/>
                  <a:pt x="4847935" y="1271783"/>
                  <a:pt x="4841094" y="1271783"/>
                </a:cubicBezTo>
                <a:cubicBezTo>
                  <a:pt x="4841094" y="1276463"/>
                  <a:pt x="4847935" y="1280782"/>
                  <a:pt x="4854775" y="1285461"/>
                </a:cubicBezTo>
                <a:cubicBezTo>
                  <a:pt x="4870977" y="1278622"/>
                  <a:pt x="4854775" y="1255946"/>
                  <a:pt x="4875297" y="1255946"/>
                </a:cubicBezTo>
                <a:cubicBezTo>
                  <a:pt x="4875297" y="1267104"/>
                  <a:pt x="4875297" y="1294460"/>
                  <a:pt x="4866297" y="1312818"/>
                </a:cubicBezTo>
                <a:cubicBezTo>
                  <a:pt x="4864137" y="1321816"/>
                  <a:pt x="4836773" y="1339814"/>
                  <a:pt x="4857295" y="1339814"/>
                </a:cubicBezTo>
                <a:cubicBezTo>
                  <a:pt x="4861616" y="1351332"/>
                  <a:pt x="4823092" y="1358171"/>
                  <a:pt x="4854775" y="1376528"/>
                </a:cubicBezTo>
                <a:cubicBezTo>
                  <a:pt x="4834613" y="1417202"/>
                  <a:pt x="4820932" y="1453917"/>
                  <a:pt x="4795729" y="1501430"/>
                </a:cubicBezTo>
                <a:cubicBezTo>
                  <a:pt x="4802570" y="1506109"/>
                  <a:pt x="4802570" y="1494591"/>
                  <a:pt x="4807251" y="1492431"/>
                </a:cubicBezTo>
                <a:cubicBezTo>
                  <a:pt x="4811571" y="1503590"/>
                  <a:pt x="4811571" y="1490272"/>
                  <a:pt x="4820932" y="1499270"/>
                </a:cubicBezTo>
                <a:cubicBezTo>
                  <a:pt x="4811571" y="1501430"/>
                  <a:pt x="4804730" y="1506109"/>
                  <a:pt x="4793569" y="1506109"/>
                </a:cubicBezTo>
                <a:cubicBezTo>
                  <a:pt x="4795729" y="1533465"/>
                  <a:pt x="4750365" y="1542464"/>
                  <a:pt x="4766206" y="1571980"/>
                </a:cubicBezTo>
                <a:cubicBezTo>
                  <a:pt x="4754685" y="1576659"/>
                  <a:pt x="4750365" y="1578819"/>
                  <a:pt x="4761525" y="1587818"/>
                </a:cubicBezTo>
                <a:cubicBezTo>
                  <a:pt x="4741003" y="1592497"/>
                  <a:pt x="4750365" y="1617333"/>
                  <a:pt x="4734523" y="1624172"/>
                </a:cubicBezTo>
                <a:cubicBezTo>
                  <a:pt x="4761525" y="1647209"/>
                  <a:pt x="4766206" y="1606175"/>
                  <a:pt x="4784208" y="1601496"/>
                </a:cubicBezTo>
                <a:cubicBezTo>
                  <a:pt x="4780967" y="1620393"/>
                  <a:pt x="4760918" y="1635241"/>
                  <a:pt x="4749121" y="1653935"/>
                </a:cubicBezTo>
                <a:lnTo>
                  <a:pt x="4744285" y="1666011"/>
                </a:lnTo>
                <a:lnTo>
                  <a:pt x="4748827" y="1670769"/>
                </a:lnTo>
                <a:cubicBezTo>
                  <a:pt x="4750703" y="1679393"/>
                  <a:pt x="4736106" y="1687149"/>
                  <a:pt x="4729285" y="1687149"/>
                </a:cubicBezTo>
                <a:lnTo>
                  <a:pt x="4731410" y="1680267"/>
                </a:lnTo>
                <a:lnTo>
                  <a:pt x="4709320" y="1694227"/>
                </a:lnTo>
                <a:cubicBezTo>
                  <a:pt x="4698519" y="1702821"/>
                  <a:pt x="4688798" y="1712000"/>
                  <a:pt x="4684117" y="1717759"/>
                </a:cubicBezTo>
                <a:cubicBezTo>
                  <a:pt x="4693479" y="1726757"/>
                  <a:pt x="4702479" y="1726757"/>
                  <a:pt x="4711481" y="1717759"/>
                </a:cubicBezTo>
                <a:cubicBezTo>
                  <a:pt x="4716161" y="1724238"/>
                  <a:pt x="4702479" y="1726757"/>
                  <a:pt x="4702479" y="1731077"/>
                </a:cubicBezTo>
                <a:lnTo>
                  <a:pt x="4696137" y="1728970"/>
                </a:lnTo>
                <a:lnTo>
                  <a:pt x="4684673" y="1744540"/>
                </a:lnTo>
                <a:cubicBezTo>
                  <a:pt x="4682167" y="1749978"/>
                  <a:pt x="4679393" y="1755144"/>
                  <a:pt x="4671518" y="1758587"/>
                </a:cubicBezTo>
                <a:lnTo>
                  <a:pt x="4666572" y="1747872"/>
                </a:lnTo>
                <a:lnTo>
                  <a:pt x="4659185" y="1753124"/>
                </a:lnTo>
                <a:cubicBezTo>
                  <a:pt x="4649554" y="1758523"/>
                  <a:pt x="4638752" y="1764192"/>
                  <a:pt x="4634072" y="1778950"/>
                </a:cubicBezTo>
                <a:cubicBezTo>
                  <a:pt x="4634072" y="1778950"/>
                  <a:pt x="4634072" y="1778950"/>
                  <a:pt x="4629751" y="1772111"/>
                </a:cubicBezTo>
                <a:cubicBezTo>
                  <a:pt x="4602389" y="1792628"/>
                  <a:pt x="4575026" y="1806306"/>
                  <a:pt x="4547663" y="1819984"/>
                </a:cubicBezTo>
                <a:cubicBezTo>
                  <a:pt x="4522821" y="1835822"/>
                  <a:pt x="4495457" y="1847340"/>
                  <a:pt x="4468095" y="1860658"/>
                </a:cubicBezTo>
                <a:cubicBezTo>
                  <a:pt x="4433891" y="1881175"/>
                  <a:pt x="4388526" y="1915370"/>
                  <a:pt x="4340641" y="1920049"/>
                </a:cubicBezTo>
                <a:cubicBezTo>
                  <a:pt x="4336321" y="1931208"/>
                  <a:pt x="4352162" y="1935887"/>
                  <a:pt x="4356483" y="1933727"/>
                </a:cubicBezTo>
                <a:cubicBezTo>
                  <a:pt x="4349642" y="1940566"/>
                  <a:pt x="4329480" y="1951725"/>
                  <a:pt x="4317959" y="1954244"/>
                </a:cubicBezTo>
                <a:cubicBezTo>
                  <a:pt x="4311118" y="1940566"/>
                  <a:pt x="4324799" y="1954244"/>
                  <a:pt x="4322639" y="1944886"/>
                </a:cubicBezTo>
                <a:cubicBezTo>
                  <a:pt x="4320119" y="1935887"/>
                  <a:pt x="4313278" y="1947405"/>
                  <a:pt x="4308958" y="1947405"/>
                </a:cubicBezTo>
                <a:cubicBezTo>
                  <a:pt x="4304277" y="1949565"/>
                  <a:pt x="4311118" y="1951725"/>
                  <a:pt x="4311118" y="1956404"/>
                </a:cubicBezTo>
                <a:cubicBezTo>
                  <a:pt x="4256392" y="1979081"/>
                  <a:pt x="4213187" y="1985920"/>
                  <a:pt x="4160982" y="2008596"/>
                </a:cubicBezTo>
                <a:cubicBezTo>
                  <a:pt x="4176824" y="2033793"/>
                  <a:pt x="4213187" y="1981600"/>
                  <a:pt x="4224709" y="2011116"/>
                </a:cubicBezTo>
                <a:cubicBezTo>
                  <a:pt x="4206347" y="2001757"/>
                  <a:pt x="4202026" y="2024434"/>
                  <a:pt x="4188345" y="2022274"/>
                </a:cubicBezTo>
                <a:cubicBezTo>
                  <a:pt x="4197346" y="2040632"/>
                  <a:pt x="4213187" y="2017955"/>
                  <a:pt x="4215708" y="2013276"/>
                </a:cubicBezTo>
                <a:cubicBezTo>
                  <a:pt x="4215708" y="2013276"/>
                  <a:pt x="4215708" y="2013276"/>
                  <a:pt x="4220028" y="2024434"/>
                </a:cubicBezTo>
                <a:cubicBezTo>
                  <a:pt x="4220028" y="2013276"/>
                  <a:pt x="4224709" y="2015435"/>
                  <a:pt x="4233710" y="2015435"/>
                </a:cubicBezTo>
                <a:cubicBezTo>
                  <a:pt x="4229389" y="2008596"/>
                  <a:pt x="4231549" y="2008596"/>
                  <a:pt x="4231549" y="1992759"/>
                </a:cubicBezTo>
                <a:cubicBezTo>
                  <a:pt x="4243071" y="1999598"/>
                  <a:pt x="4252072" y="1983760"/>
                  <a:pt x="4256392" y="1999598"/>
                </a:cubicBezTo>
                <a:cubicBezTo>
                  <a:pt x="4270073" y="2001757"/>
                  <a:pt x="4261073" y="1985920"/>
                  <a:pt x="4272594" y="1985920"/>
                </a:cubicBezTo>
                <a:cubicBezTo>
                  <a:pt x="4279435" y="1994918"/>
                  <a:pt x="4270073" y="1994918"/>
                  <a:pt x="4272594" y="2001757"/>
                </a:cubicBezTo>
                <a:cubicBezTo>
                  <a:pt x="4281595" y="2001757"/>
                  <a:pt x="4276914" y="1994918"/>
                  <a:pt x="4283755" y="1992759"/>
                </a:cubicBezTo>
                <a:cubicBezTo>
                  <a:pt x="4281595" y="1988079"/>
                  <a:pt x="4274754" y="1992759"/>
                  <a:pt x="4274754" y="1981600"/>
                </a:cubicBezTo>
                <a:cubicBezTo>
                  <a:pt x="4285915" y="1979081"/>
                  <a:pt x="4304277" y="1981600"/>
                  <a:pt x="4313278" y="1967922"/>
                </a:cubicBezTo>
                <a:cubicBezTo>
                  <a:pt x="4313278" y="1976921"/>
                  <a:pt x="4315799" y="1972242"/>
                  <a:pt x="4320119" y="1983760"/>
                </a:cubicBezTo>
                <a:cubicBezTo>
                  <a:pt x="4324799" y="1983760"/>
                  <a:pt x="4324799" y="1980881"/>
                  <a:pt x="4324799" y="1977731"/>
                </a:cubicBezTo>
                <a:lnTo>
                  <a:pt x="4325405" y="1976741"/>
                </a:lnTo>
                <a:lnTo>
                  <a:pt x="4377410" y="1961308"/>
                </a:lnTo>
                <a:cubicBezTo>
                  <a:pt x="4393657" y="1954784"/>
                  <a:pt x="4409049" y="1947405"/>
                  <a:pt x="4424890" y="1940566"/>
                </a:cubicBezTo>
                <a:cubicBezTo>
                  <a:pt x="4456573" y="1926888"/>
                  <a:pt x="4483936" y="1908531"/>
                  <a:pt x="4515979" y="1894853"/>
                </a:cubicBezTo>
                <a:cubicBezTo>
                  <a:pt x="4520300" y="1890534"/>
                  <a:pt x="4511299" y="1892693"/>
                  <a:pt x="4513459" y="1883695"/>
                </a:cubicBezTo>
                <a:cubicBezTo>
                  <a:pt x="4524981" y="1876856"/>
                  <a:pt x="4531821" y="1860658"/>
                  <a:pt x="4545503" y="1876856"/>
                </a:cubicBezTo>
                <a:cubicBezTo>
                  <a:pt x="4554503" y="1865337"/>
                  <a:pt x="4570705" y="1867497"/>
                  <a:pt x="4568185" y="1847340"/>
                </a:cubicBezTo>
                <a:cubicBezTo>
                  <a:pt x="4579707" y="1856339"/>
                  <a:pt x="4579707" y="1835822"/>
                  <a:pt x="4588707" y="1847340"/>
                </a:cubicBezTo>
                <a:cubicBezTo>
                  <a:pt x="4593388" y="1842661"/>
                  <a:pt x="4588707" y="1835822"/>
                  <a:pt x="4586547" y="1828983"/>
                </a:cubicBezTo>
                <a:cubicBezTo>
                  <a:pt x="4595548" y="1828983"/>
                  <a:pt x="4631912" y="1824303"/>
                  <a:pt x="4622911" y="1808466"/>
                </a:cubicBezTo>
                <a:cubicBezTo>
                  <a:pt x="4645593" y="1815305"/>
                  <a:pt x="4650274" y="1790468"/>
                  <a:pt x="4663955" y="1799467"/>
                </a:cubicBezTo>
                <a:cubicBezTo>
                  <a:pt x="4666115" y="1792628"/>
                  <a:pt x="4672956" y="1787949"/>
                  <a:pt x="4661435" y="1776790"/>
                </a:cubicBezTo>
                <a:cubicBezTo>
                  <a:pt x="4663955" y="1776790"/>
                  <a:pt x="4666115" y="1781110"/>
                  <a:pt x="4670796" y="1785789"/>
                </a:cubicBezTo>
                <a:cubicBezTo>
                  <a:pt x="4684117" y="1763112"/>
                  <a:pt x="4707160" y="1744755"/>
                  <a:pt x="4729842" y="1728917"/>
                </a:cubicBezTo>
                <a:cubicBezTo>
                  <a:pt x="4743523" y="1719918"/>
                  <a:pt x="4754685" y="1710920"/>
                  <a:pt x="4766206" y="1701561"/>
                </a:cubicBezTo>
                <a:lnTo>
                  <a:pt x="4768118" y="1698929"/>
                </a:lnTo>
                <a:lnTo>
                  <a:pt x="4766408" y="1696857"/>
                </a:lnTo>
                <a:cubicBezTo>
                  <a:pt x="4762216" y="1693790"/>
                  <a:pt x="4759986" y="1690460"/>
                  <a:pt x="4767835" y="1682750"/>
                </a:cubicBezTo>
                <a:lnTo>
                  <a:pt x="4774711" y="1689855"/>
                </a:lnTo>
                <a:lnTo>
                  <a:pt x="4791049" y="1667366"/>
                </a:lnTo>
                <a:cubicBezTo>
                  <a:pt x="4800409" y="1683564"/>
                  <a:pt x="4800409" y="1658367"/>
                  <a:pt x="4809411" y="1667366"/>
                </a:cubicBezTo>
                <a:cubicBezTo>
                  <a:pt x="4861616" y="1585658"/>
                  <a:pt x="4923183" y="1517268"/>
                  <a:pt x="4971068" y="1439879"/>
                </a:cubicBezTo>
                <a:cubicBezTo>
                  <a:pt x="4948025" y="1492431"/>
                  <a:pt x="4916342" y="1547143"/>
                  <a:pt x="4877458" y="1596816"/>
                </a:cubicBezTo>
                <a:cubicBezTo>
                  <a:pt x="4859276" y="1620753"/>
                  <a:pt x="4838844" y="1643519"/>
                  <a:pt x="4817826" y="1664036"/>
                </a:cubicBezTo>
                <a:lnTo>
                  <a:pt x="4777761" y="1698125"/>
                </a:lnTo>
                <a:lnTo>
                  <a:pt x="4776753" y="1709386"/>
                </a:lnTo>
                <a:lnTo>
                  <a:pt x="4771708" y="1703276"/>
                </a:lnTo>
                <a:lnTo>
                  <a:pt x="4762374" y="1711217"/>
                </a:lnTo>
                <a:lnTo>
                  <a:pt x="4763233" y="1720481"/>
                </a:lnTo>
                <a:cubicBezTo>
                  <a:pt x="4764330" y="1724951"/>
                  <a:pt x="4765638" y="1728506"/>
                  <a:pt x="4765933" y="1730502"/>
                </a:cubicBezTo>
                <a:lnTo>
                  <a:pt x="4762947" y="1731094"/>
                </a:lnTo>
                <a:lnTo>
                  <a:pt x="4766206" y="1737916"/>
                </a:lnTo>
                <a:cubicBezTo>
                  <a:pt x="4754685" y="1733596"/>
                  <a:pt x="4745684" y="1737916"/>
                  <a:pt x="4743523" y="1744755"/>
                </a:cubicBezTo>
                <a:cubicBezTo>
                  <a:pt x="4734523" y="1737916"/>
                  <a:pt x="4725161" y="1747274"/>
                  <a:pt x="4718321" y="1758433"/>
                </a:cubicBezTo>
                <a:cubicBezTo>
                  <a:pt x="4720481" y="1763112"/>
                  <a:pt x="4725161" y="1767431"/>
                  <a:pt x="4727322" y="1765272"/>
                </a:cubicBezTo>
                <a:cubicBezTo>
                  <a:pt x="4718321" y="1765272"/>
                  <a:pt x="4709320" y="1769951"/>
                  <a:pt x="4704639" y="1778950"/>
                </a:cubicBezTo>
                <a:cubicBezTo>
                  <a:pt x="4697799" y="1785789"/>
                  <a:pt x="4693479" y="1794788"/>
                  <a:pt x="4690958" y="1806306"/>
                </a:cubicBezTo>
                <a:cubicBezTo>
                  <a:pt x="4690958" y="1806306"/>
                  <a:pt x="4690958" y="1806306"/>
                  <a:pt x="4684117" y="1797307"/>
                </a:cubicBezTo>
                <a:cubicBezTo>
                  <a:pt x="4672956" y="1817824"/>
                  <a:pt x="4650274" y="1837981"/>
                  <a:pt x="4622911" y="1837981"/>
                </a:cubicBezTo>
                <a:cubicBezTo>
                  <a:pt x="4634072" y="1851659"/>
                  <a:pt x="4634072" y="1842661"/>
                  <a:pt x="4643433" y="1856339"/>
                </a:cubicBezTo>
                <a:cubicBezTo>
                  <a:pt x="4634072" y="1854179"/>
                  <a:pt x="4627231" y="1847340"/>
                  <a:pt x="4618231" y="1844820"/>
                </a:cubicBezTo>
                <a:cubicBezTo>
                  <a:pt x="4600229" y="1858498"/>
                  <a:pt x="4581867" y="1874336"/>
                  <a:pt x="4563865" y="1888014"/>
                </a:cubicBezTo>
                <a:cubicBezTo>
                  <a:pt x="4545503" y="1899532"/>
                  <a:pt x="4522821" y="1908531"/>
                  <a:pt x="4495457" y="1913210"/>
                </a:cubicBezTo>
                <a:cubicBezTo>
                  <a:pt x="4497617" y="1920049"/>
                  <a:pt x="4502298" y="1917890"/>
                  <a:pt x="4506979" y="1915370"/>
                </a:cubicBezTo>
                <a:cubicBezTo>
                  <a:pt x="4481776" y="1926888"/>
                  <a:pt x="4456573" y="1940566"/>
                  <a:pt x="4429571" y="1954244"/>
                </a:cubicBezTo>
                <a:cubicBezTo>
                  <a:pt x="4404368" y="1970082"/>
                  <a:pt x="4379525" y="1988079"/>
                  <a:pt x="4349642" y="2001757"/>
                </a:cubicBezTo>
                <a:cubicBezTo>
                  <a:pt x="4322639" y="2015435"/>
                  <a:pt x="4295276" y="2033793"/>
                  <a:pt x="4267913" y="2044951"/>
                </a:cubicBezTo>
                <a:cubicBezTo>
                  <a:pt x="4238390" y="2056470"/>
                  <a:pt x="4208867" y="2067988"/>
                  <a:pt x="4181504" y="2074827"/>
                </a:cubicBezTo>
                <a:cubicBezTo>
                  <a:pt x="4174663" y="2074827"/>
                  <a:pt x="4174663" y="2079146"/>
                  <a:pt x="4176824" y="2088145"/>
                </a:cubicBezTo>
                <a:cubicBezTo>
                  <a:pt x="4124618" y="2079146"/>
                  <a:pt x="4069892" y="2113341"/>
                  <a:pt x="4031368" y="2136018"/>
                </a:cubicBezTo>
                <a:cubicBezTo>
                  <a:pt x="4031368" y="2136018"/>
                  <a:pt x="4031368" y="2136018"/>
                  <a:pt x="4031053" y="2134038"/>
                </a:cubicBezTo>
                <a:lnTo>
                  <a:pt x="4029177" y="2122249"/>
                </a:lnTo>
                <a:lnTo>
                  <a:pt x="4028391" y="2123711"/>
                </a:lnTo>
                <a:lnTo>
                  <a:pt x="4026927" y="2121351"/>
                </a:lnTo>
                <a:lnTo>
                  <a:pt x="3998875" y="2138448"/>
                </a:lnTo>
                <a:cubicBezTo>
                  <a:pt x="3988074" y="2143577"/>
                  <a:pt x="3976643" y="2147536"/>
                  <a:pt x="3965121" y="2149696"/>
                </a:cubicBezTo>
                <a:lnTo>
                  <a:pt x="3953971" y="2151539"/>
                </a:lnTo>
                <a:lnTo>
                  <a:pt x="3957655" y="2152844"/>
                </a:lnTo>
                <a:cubicBezTo>
                  <a:pt x="3962954" y="2153024"/>
                  <a:pt x="3968286" y="2151967"/>
                  <a:pt x="3973552" y="2150977"/>
                </a:cubicBezTo>
                <a:lnTo>
                  <a:pt x="3977365" y="2150616"/>
                </a:lnTo>
                <a:lnTo>
                  <a:pt x="3978842" y="2148962"/>
                </a:lnTo>
                <a:lnTo>
                  <a:pt x="3978092" y="2150548"/>
                </a:lnTo>
                <a:lnTo>
                  <a:pt x="3989043" y="2149514"/>
                </a:lnTo>
                <a:cubicBezTo>
                  <a:pt x="3994072" y="2149964"/>
                  <a:pt x="3998932" y="2151787"/>
                  <a:pt x="4003522" y="2156287"/>
                </a:cubicBezTo>
                <a:cubicBezTo>
                  <a:pt x="4048882" y="2133605"/>
                  <a:pt x="4094602" y="2158447"/>
                  <a:pt x="4135283" y="2135765"/>
                </a:cubicBezTo>
                <a:cubicBezTo>
                  <a:pt x="4135283" y="2135765"/>
                  <a:pt x="4135283" y="2135765"/>
                  <a:pt x="4142123" y="2147286"/>
                </a:cubicBezTo>
                <a:cubicBezTo>
                  <a:pt x="4159223" y="2138106"/>
                  <a:pt x="4177493" y="2138106"/>
                  <a:pt x="4194593" y="2137521"/>
                </a:cubicBezTo>
                <a:lnTo>
                  <a:pt x="4215963" y="2135306"/>
                </a:lnTo>
                <a:lnTo>
                  <a:pt x="4216723" y="2132623"/>
                </a:lnTo>
                <a:lnTo>
                  <a:pt x="4226729" y="2131063"/>
                </a:lnTo>
                <a:lnTo>
                  <a:pt x="4240043" y="2124245"/>
                </a:lnTo>
                <a:cubicBezTo>
                  <a:pt x="4253723" y="2142606"/>
                  <a:pt x="4262723" y="2113084"/>
                  <a:pt x="4272083" y="2133605"/>
                </a:cubicBezTo>
                <a:cubicBezTo>
                  <a:pt x="4272083" y="2133605"/>
                  <a:pt x="4272083" y="2133605"/>
                  <a:pt x="4276403" y="2119924"/>
                </a:cubicBezTo>
                <a:cubicBezTo>
                  <a:pt x="4287924" y="2133605"/>
                  <a:pt x="4294764" y="2119924"/>
                  <a:pt x="4308444" y="2117764"/>
                </a:cubicBezTo>
                <a:cubicBezTo>
                  <a:pt x="4319604" y="2117764"/>
                  <a:pt x="4333284" y="2117764"/>
                  <a:pt x="4346964" y="2115244"/>
                </a:cubicBezTo>
                <a:cubicBezTo>
                  <a:pt x="4358484" y="2115244"/>
                  <a:pt x="4369644" y="2113084"/>
                  <a:pt x="4369644" y="2104083"/>
                </a:cubicBezTo>
                <a:cubicBezTo>
                  <a:pt x="4383325" y="2104083"/>
                  <a:pt x="4394845" y="2099403"/>
                  <a:pt x="4406365" y="2097243"/>
                </a:cubicBezTo>
                <a:cubicBezTo>
                  <a:pt x="4406365" y="2097243"/>
                  <a:pt x="4406365" y="2097243"/>
                  <a:pt x="4440205" y="2085722"/>
                </a:cubicBezTo>
                <a:cubicBezTo>
                  <a:pt x="4451725" y="2081402"/>
                  <a:pt x="4460725" y="2076721"/>
                  <a:pt x="4472245" y="2074561"/>
                </a:cubicBezTo>
                <a:cubicBezTo>
                  <a:pt x="4483405" y="2069881"/>
                  <a:pt x="4494925" y="2069881"/>
                  <a:pt x="4506445" y="2067721"/>
                </a:cubicBezTo>
                <a:cubicBezTo>
                  <a:pt x="4506445" y="2063040"/>
                  <a:pt x="4503925" y="2060880"/>
                  <a:pt x="4503925" y="2058360"/>
                </a:cubicBezTo>
                <a:cubicBezTo>
                  <a:pt x="4515445" y="2056200"/>
                  <a:pt x="4529125" y="2056200"/>
                  <a:pt x="4542806" y="2051520"/>
                </a:cubicBezTo>
                <a:cubicBezTo>
                  <a:pt x="4553966" y="2047199"/>
                  <a:pt x="4563326" y="2040359"/>
                  <a:pt x="4570166" y="2028838"/>
                </a:cubicBezTo>
                <a:cubicBezTo>
                  <a:pt x="4570166" y="2028838"/>
                  <a:pt x="4570166" y="2028838"/>
                  <a:pt x="4586006" y="2040359"/>
                </a:cubicBezTo>
                <a:cubicBezTo>
                  <a:pt x="4588166" y="2024158"/>
                  <a:pt x="4599686" y="2024158"/>
                  <a:pt x="4608686" y="2026678"/>
                </a:cubicBezTo>
                <a:cubicBezTo>
                  <a:pt x="4606526" y="2021998"/>
                  <a:pt x="4604006" y="2019837"/>
                  <a:pt x="4601846" y="2017677"/>
                </a:cubicBezTo>
                <a:cubicBezTo>
                  <a:pt x="4604006" y="2012997"/>
                  <a:pt x="4622366" y="2024158"/>
                  <a:pt x="4622366" y="2017677"/>
                </a:cubicBezTo>
                <a:cubicBezTo>
                  <a:pt x="4629206" y="2008317"/>
                  <a:pt x="4636047" y="1999316"/>
                  <a:pt x="4647207" y="1992476"/>
                </a:cubicBezTo>
                <a:cubicBezTo>
                  <a:pt x="4658727" y="1987795"/>
                  <a:pt x="4670247" y="1983475"/>
                  <a:pt x="4683567" y="1978795"/>
                </a:cubicBezTo>
                <a:cubicBezTo>
                  <a:pt x="4679247" y="1983475"/>
                  <a:pt x="4676727" y="1976634"/>
                  <a:pt x="4672407" y="1969794"/>
                </a:cubicBezTo>
                <a:cubicBezTo>
                  <a:pt x="4688247" y="1967634"/>
                  <a:pt x="4701927" y="1960793"/>
                  <a:pt x="4713087" y="1949273"/>
                </a:cubicBezTo>
                <a:cubicBezTo>
                  <a:pt x="4724607" y="1940272"/>
                  <a:pt x="4733967" y="1928751"/>
                  <a:pt x="4745127" y="1917590"/>
                </a:cubicBezTo>
                <a:cubicBezTo>
                  <a:pt x="4751967" y="1917590"/>
                  <a:pt x="4754127" y="1921911"/>
                  <a:pt x="4760967" y="1921911"/>
                </a:cubicBezTo>
                <a:cubicBezTo>
                  <a:pt x="4751967" y="1908230"/>
                  <a:pt x="4765647" y="1910750"/>
                  <a:pt x="4756647" y="1899229"/>
                </a:cubicBezTo>
                <a:cubicBezTo>
                  <a:pt x="4779327" y="1903909"/>
                  <a:pt x="4772487" y="1887708"/>
                  <a:pt x="4790487" y="1887708"/>
                </a:cubicBezTo>
                <a:cubicBezTo>
                  <a:pt x="4783647" y="1869707"/>
                  <a:pt x="4813528" y="1858186"/>
                  <a:pt x="4822528" y="1842345"/>
                </a:cubicBezTo>
                <a:cubicBezTo>
                  <a:pt x="4845208" y="1851346"/>
                  <a:pt x="4834048" y="1814983"/>
                  <a:pt x="4856728" y="1812823"/>
                </a:cubicBezTo>
                <a:cubicBezTo>
                  <a:pt x="4854208" y="1805983"/>
                  <a:pt x="4847368" y="1808143"/>
                  <a:pt x="4843048" y="1803823"/>
                </a:cubicBezTo>
                <a:cubicBezTo>
                  <a:pt x="4847368" y="1801302"/>
                  <a:pt x="4865728" y="1803823"/>
                  <a:pt x="4854208" y="1790142"/>
                </a:cubicBezTo>
                <a:cubicBezTo>
                  <a:pt x="4874728" y="1780781"/>
                  <a:pt x="4881568" y="1762780"/>
                  <a:pt x="4888408" y="1749099"/>
                </a:cubicBezTo>
                <a:cubicBezTo>
                  <a:pt x="4899929" y="1744418"/>
                  <a:pt x="4899929" y="1760260"/>
                  <a:pt x="4911089" y="1755939"/>
                </a:cubicBezTo>
                <a:cubicBezTo>
                  <a:pt x="4906769" y="1735418"/>
                  <a:pt x="4904249" y="1719577"/>
                  <a:pt x="4915769" y="1699055"/>
                </a:cubicBezTo>
                <a:cubicBezTo>
                  <a:pt x="4927289" y="1703736"/>
                  <a:pt x="4915769" y="1708056"/>
                  <a:pt x="4922609" y="1714896"/>
                </a:cubicBezTo>
                <a:cubicBezTo>
                  <a:pt x="4931609" y="1710576"/>
                  <a:pt x="4934129" y="1719577"/>
                  <a:pt x="4943129" y="1717417"/>
                </a:cubicBezTo>
                <a:cubicBezTo>
                  <a:pt x="4936289" y="1703736"/>
                  <a:pt x="4934129" y="1690055"/>
                  <a:pt x="4947449" y="1687535"/>
                </a:cubicBezTo>
                <a:cubicBezTo>
                  <a:pt x="4947449" y="1690055"/>
                  <a:pt x="4938449" y="1699055"/>
                  <a:pt x="4949969" y="1701216"/>
                </a:cubicBezTo>
                <a:cubicBezTo>
                  <a:pt x="4956809" y="1692215"/>
                  <a:pt x="4963649" y="1680694"/>
                  <a:pt x="4956809" y="1667013"/>
                </a:cubicBezTo>
                <a:cubicBezTo>
                  <a:pt x="4963649" y="1664853"/>
                  <a:pt x="4965809" y="1669533"/>
                  <a:pt x="4974809" y="1664853"/>
                </a:cubicBezTo>
                <a:cubicBezTo>
                  <a:pt x="4972649" y="1655852"/>
                  <a:pt x="4984169" y="1651172"/>
                  <a:pt x="4965809" y="1642171"/>
                </a:cubicBezTo>
                <a:cubicBezTo>
                  <a:pt x="4991009" y="1633171"/>
                  <a:pt x="4979489" y="1614810"/>
                  <a:pt x="4986329" y="1601129"/>
                </a:cubicBezTo>
                <a:cubicBezTo>
                  <a:pt x="4981649" y="1594288"/>
                  <a:pt x="4970489" y="1607969"/>
                  <a:pt x="4965809" y="1598968"/>
                </a:cubicBezTo>
                <a:cubicBezTo>
                  <a:pt x="4974809" y="1589968"/>
                  <a:pt x="4991009" y="1603289"/>
                  <a:pt x="4991009" y="1592128"/>
                </a:cubicBezTo>
                <a:cubicBezTo>
                  <a:pt x="4984169" y="1592128"/>
                  <a:pt x="4965809" y="1580607"/>
                  <a:pt x="4981649" y="1576287"/>
                </a:cubicBezTo>
                <a:cubicBezTo>
                  <a:pt x="4986329" y="1580607"/>
                  <a:pt x="4988489" y="1585288"/>
                  <a:pt x="4993169" y="1585288"/>
                </a:cubicBezTo>
                <a:cubicBezTo>
                  <a:pt x="5002169" y="1573947"/>
                  <a:pt x="5008379" y="1562606"/>
                  <a:pt x="5012654" y="1550680"/>
                </a:cubicBezTo>
                <a:lnTo>
                  <a:pt x="5018238" y="1523652"/>
                </a:lnTo>
                <a:lnTo>
                  <a:pt x="5022689" y="1523723"/>
                </a:lnTo>
                <a:cubicBezTo>
                  <a:pt x="5031689" y="1510042"/>
                  <a:pt x="5052209" y="1480520"/>
                  <a:pt x="5034209" y="1476200"/>
                </a:cubicBezTo>
                <a:cubicBezTo>
                  <a:pt x="5040689" y="1473680"/>
                  <a:pt x="5038529" y="1469360"/>
                  <a:pt x="5040689" y="1466839"/>
                </a:cubicBezTo>
                <a:cubicBezTo>
                  <a:pt x="5043209" y="1469360"/>
                  <a:pt x="5047529" y="1473680"/>
                  <a:pt x="5052209" y="1469360"/>
                </a:cubicBezTo>
                <a:cubicBezTo>
                  <a:pt x="5040689" y="1462519"/>
                  <a:pt x="5059050" y="1459999"/>
                  <a:pt x="5045369" y="1453519"/>
                </a:cubicBezTo>
                <a:cubicBezTo>
                  <a:pt x="5043209" y="1457839"/>
                  <a:pt x="5040689" y="1459999"/>
                  <a:pt x="5038529" y="1464679"/>
                </a:cubicBezTo>
                <a:cubicBezTo>
                  <a:pt x="5024849" y="1450998"/>
                  <a:pt x="5063730" y="1455679"/>
                  <a:pt x="5052209" y="1439478"/>
                </a:cubicBezTo>
                <a:cubicBezTo>
                  <a:pt x="5065890" y="1437317"/>
                  <a:pt x="5054369" y="1428317"/>
                  <a:pt x="5063730" y="1423636"/>
                </a:cubicBezTo>
                <a:cubicBezTo>
                  <a:pt x="5072730" y="1428317"/>
                  <a:pt x="5063730" y="1437317"/>
                  <a:pt x="5072730" y="1432637"/>
                </a:cubicBezTo>
                <a:cubicBezTo>
                  <a:pt x="5081730" y="1416796"/>
                  <a:pt x="5086410" y="1400955"/>
                  <a:pt x="5079570" y="1382954"/>
                </a:cubicBezTo>
                <a:cubicBezTo>
                  <a:pt x="5084250" y="1385114"/>
                  <a:pt x="5088570" y="1385114"/>
                  <a:pt x="5093250" y="1385114"/>
                </a:cubicBezTo>
                <a:cubicBezTo>
                  <a:pt x="5088570" y="1380433"/>
                  <a:pt x="5097930" y="1378273"/>
                  <a:pt x="5093250" y="1371433"/>
                </a:cubicBezTo>
                <a:cubicBezTo>
                  <a:pt x="5088570" y="1369273"/>
                  <a:pt x="5084250" y="1371433"/>
                  <a:pt x="5079570" y="1369273"/>
                </a:cubicBezTo>
                <a:cubicBezTo>
                  <a:pt x="5088570" y="1362432"/>
                  <a:pt x="5091090" y="1355592"/>
                  <a:pt x="5093250" y="1348751"/>
                </a:cubicBezTo>
                <a:cubicBezTo>
                  <a:pt x="5090910" y="1349831"/>
                  <a:pt x="5086320" y="1349831"/>
                  <a:pt x="5083170" y="1348976"/>
                </a:cubicBezTo>
                <a:lnTo>
                  <a:pt x="5082085" y="1348330"/>
                </a:lnTo>
                <a:lnTo>
                  <a:pt x="5076844" y="1358537"/>
                </a:lnTo>
                <a:cubicBezTo>
                  <a:pt x="5070066" y="1352731"/>
                  <a:pt x="5072296" y="1344113"/>
                  <a:pt x="5076800" y="1334951"/>
                </a:cubicBezTo>
                <a:lnTo>
                  <a:pt x="5078858" y="1330887"/>
                </a:lnTo>
                <a:lnTo>
                  <a:pt x="5075423" y="1328560"/>
                </a:lnTo>
                <a:cubicBezTo>
                  <a:pt x="5075103" y="1325209"/>
                  <a:pt x="5077392" y="1321329"/>
                  <a:pt x="5081971" y="1319212"/>
                </a:cubicBezTo>
                <a:lnTo>
                  <a:pt x="5083132" y="1322449"/>
                </a:lnTo>
                <a:lnTo>
                  <a:pt x="5090400" y="1308100"/>
                </a:lnTo>
                <a:cubicBezTo>
                  <a:pt x="5092540" y="1316083"/>
                  <a:pt x="5091916" y="1325245"/>
                  <a:pt x="5089375" y="1334135"/>
                </a:cubicBezTo>
                <a:lnTo>
                  <a:pt x="5084232" y="1344149"/>
                </a:lnTo>
                <a:lnTo>
                  <a:pt x="5092547" y="1344408"/>
                </a:lnTo>
                <a:cubicBezTo>
                  <a:pt x="5098200" y="1340696"/>
                  <a:pt x="5091450" y="1327060"/>
                  <a:pt x="5100090" y="1323550"/>
                </a:cubicBezTo>
                <a:cubicBezTo>
                  <a:pt x="5106930" y="1321389"/>
                  <a:pt x="5111250" y="1332550"/>
                  <a:pt x="5118090" y="1330390"/>
                </a:cubicBezTo>
                <a:cubicBezTo>
                  <a:pt x="5104410" y="1319229"/>
                  <a:pt x="5118090" y="1312389"/>
                  <a:pt x="5115930" y="1303028"/>
                </a:cubicBezTo>
                <a:cubicBezTo>
                  <a:pt x="5100090" y="1309869"/>
                  <a:pt x="5104410" y="1291867"/>
                  <a:pt x="5106930" y="1287187"/>
                </a:cubicBezTo>
                <a:cubicBezTo>
                  <a:pt x="5111250" y="1294028"/>
                  <a:pt x="5118090" y="1300868"/>
                  <a:pt x="5131770" y="1294028"/>
                </a:cubicBezTo>
                <a:cubicBezTo>
                  <a:pt x="5129610" y="1289707"/>
                  <a:pt x="5115930" y="1285027"/>
                  <a:pt x="5122770" y="1280347"/>
                </a:cubicBezTo>
                <a:cubicBezTo>
                  <a:pt x="5147970" y="1289707"/>
                  <a:pt x="5147970" y="1250825"/>
                  <a:pt x="5150130" y="1237144"/>
                </a:cubicBezTo>
                <a:cubicBezTo>
                  <a:pt x="5147970" y="1239304"/>
                  <a:pt x="5143290" y="1241824"/>
                  <a:pt x="5138610" y="1237144"/>
                </a:cubicBezTo>
                <a:cubicBezTo>
                  <a:pt x="5154810" y="1228143"/>
                  <a:pt x="5141130" y="1232463"/>
                  <a:pt x="5141130" y="1223463"/>
                </a:cubicBezTo>
                <a:cubicBezTo>
                  <a:pt x="5141130" y="1223463"/>
                  <a:pt x="5141130" y="1223463"/>
                  <a:pt x="5156971" y="1214462"/>
                </a:cubicBezTo>
                <a:cubicBezTo>
                  <a:pt x="5163811" y="1223463"/>
                  <a:pt x="5170651" y="1216622"/>
                  <a:pt x="5179651" y="1219142"/>
                </a:cubicBezTo>
                <a:cubicBezTo>
                  <a:pt x="5170651" y="1232463"/>
                  <a:pt x="5165971" y="1234984"/>
                  <a:pt x="5174971" y="1248664"/>
                </a:cubicBezTo>
                <a:cubicBezTo>
                  <a:pt x="5152290" y="1257665"/>
                  <a:pt x="5168131" y="1257665"/>
                  <a:pt x="5147970" y="1271346"/>
                </a:cubicBezTo>
                <a:cubicBezTo>
                  <a:pt x="5159131" y="1269186"/>
                  <a:pt x="5163811" y="1280347"/>
                  <a:pt x="5159131" y="1287187"/>
                </a:cubicBezTo>
                <a:cubicBezTo>
                  <a:pt x="5154810" y="1285027"/>
                  <a:pt x="5152290" y="1278186"/>
                  <a:pt x="5147970" y="1280347"/>
                </a:cubicBezTo>
                <a:cubicBezTo>
                  <a:pt x="5152290" y="1285027"/>
                  <a:pt x="5131770" y="1285027"/>
                  <a:pt x="5138610" y="1291867"/>
                </a:cubicBezTo>
                <a:cubicBezTo>
                  <a:pt x="5150130" y="1296188"/>
                  <a:pt x="5159131" y="1291867"/>
                  <a:pt x="5168131" y="1300868"/>
                </a:cubicBezTo>
                <a:cubicBezTo>
                  <a:pt x="5156971" y="1307708"/>
                  <a:pt x="5150130" y="1289707"/>
                  <a:pt x="5138610" y="1300868"/>
                </a:cubicBezTo>
                <a:cubicBezTo>
                  <a:pt x="5154810" y="1312389"/>
                  <a:pt x="5115930" y="1321389"/>
                  <a:pt x="5136450" y="1332550"/>
                </a:cubicBezTo>
                <a:cubicBezTo>
                  <a:pt x="5145450" y="1330390"/>
                  <a:pt x="5156971" y="1321389"/>
                  <a:pt x="5163811" y="1328230"/>
                </a:cubicBezTo>
                <a:cubicBezTo>
                  <a:pt x="5147970" y="1335070"/>
                  <a:pt x="5150130" y="1337231"/>
                  <a:pt x="5134290" y="1335070"/>
                </a:cubicBezTo>
                <a:cubicBezTo>
                  <a:pt x="5152290" y="1355592"/>
                  <a:pt x="5134290" y="1376113"/>
                  <a:pt x="5127450" y="1396275"/>
                </a:cubicBezTo>
                <a:cubicBezTo>
                  <a:pt x="5129610" y="1394114"/>
                  <a:pt x="5131770" y="1394114"/>
                  <a:pt x="5134290" y="1398795"/>
                </a:cubicBezTo>
                <a:cubicBezTo>
                  <a:pt x="5141130" y="1394114"/>
                  <a:pt x="5131770" y="1389794"/>
                  <a:pt x="5143290" y="1387274"/>
                </a:cubicBezTo>
                <a:cubicBezTo>
                  <a:pt x="5152290" y="1398795"/>
                  <a:pt x="5124930" y="1398795"/>
                  <a:pt x="5124930" y="1407795"/>
                </a:cubicBezTo>
                <a:cubicBezTo>
                  <a:pt x="5134290" y="1407795"/>
                  <a:pt x="5141130" y="1409956"/>
                  <a:pt x="5136450" y="1419316"/>
                </a:cubicBezTo>
                <a:cubicBezTo>
                  <a:pt x="5127450" y="1405635"/>
                  <a:pt x="5127450" y="1421476"/>
                  <a:pt x="5111250" y="1423636"/>
                </a:cubicBezTo>
                <a:cubicBezTo>
                  <a:pt x="5120610" y="1439478"/>
                  <a:pt x="5093250" y="1478360"/>
                  <a:pt x="5118090" y="1489881"/>
                </a:cubicBezTo>
                <a:cubicBezTo>
                  <a:pt x="5109090" y="1496361"/>
                  <a:pt x="5106930" y="1489881"/>
                  <a:pt x="5100090" y="1489881"/>
                </a:cubicBezTo>
                <a:cubicBezTo>
                  <a:pt x="5097930" y="1503202"/>
                  <a:pt x="5084250" y="1516883"/>
                  <a:pt x="5091090" y="1530564"/>
                </a:cubicBezTo>
                <a:cubicBezTo>
                  <a:pt x="5086410" y="1526244"/>
                  <a:pt x="5081730" y="1521563"/>
                  <a:pt x="5077410" y="1523723"/>
                </a:cubicBezTo>
                <a:cubicBezTo>
                  <a:pt x="5077410" y="1530564"/>
                  <a:pt x="5072730" y="1535244"/>
                  <a:pt x="5081730" y="1542085"/>
                </a:cubicBezTo>
                <a:cubicBezTo>
                  <a:pt x="5088570" y="1539924"/>
                  <a:pt x="5093250" y="1535244"/>
                  <a:pt x="5097930" y="1537404"/>
                </a:cubicBezTo>
                <a:cubicBezTo>
                  <a:pt x="5091090" y="1542085"/>
                  <a:pt x="5100090" y="1548925"/>
                  <a:pt x="5088570" y="1553605"/>
                </a:cubicBezTo>
                <a:cubicBezTo>
                  <a:pt x="5081730" y="1544245"/>
                  <a:pt x="5074890" y="1542085"/>
                  <a:pt x="5065890" y="1548925"/>
                </a:cubicBezTo>
                <a:cubicBezTo>
                  <a:pt x="5081730" y="1566926"/>
                  <a:pt x="5034209" y="1578447"/>
                  <a:pt x="5061210" y="1594288"/>
                </a:cubicBezTo>
                <a:cubicBezTo>
                  <a:pt x="5059050" y="1598968"/>
                  <a:pt x="5056889" y="1601129"/>
                  <a:pt x="5050049" y="1598968"/>
                </a:cubicBezTo>
                <a:cubicBezTo>
                  <a:pt x="5061210" y="1605809"/>
                  <a:pt x="5045369" y="1612649"/>
                  <a:pt x="5056889" y="1612649"/>
                </a:cubicBezTo>
                <a:cubicBezTo>
                  <a:pt x="5059050" y="1610129"/>
                  <a:pt x="5059050" y="1605809"/>
                  <a:pt x="5065890" y="1607969"/>
                </a:cubicBezTo>
                <a:cubicBezTo>
                  <a:pt x="5061210" y="1619490"/>
                  <a:pt x="5045369" y="1628491"/>
                  <a:pt x="5038529" y="1637491"/>
                </a:cubicBezTo>
                <a:cubicBezTo>
                  <a:pt x="5043209" y="1635331"/>
                  <a:pt x="5045369" y="1640011"/>
                  <a:pt x="5047529" y="1640011"/>
                </a:cubicBezTo>
                <a:cubicBezTo>
                  <a:pt x="5054369" y="1637491"/>
                  <a:pt x="5054369" y="1635331"/>
                  <a:pt x="5059050" y="1633171"/>
                </a:cubicBezTo>
                <a:cubicBezTo>
                  <a:pt x="5065890" y="1660173"/>
                  <a:pt x="5022689" y="1673854"/>
                  <a:pt x="5036369" y="1705896"/>
                </a:cubicBezTo>
                <a:cubicBezTo>
                  <a:pt x="5022689" y="1710576"/>
                  <a:pt x="5036369" y="1699055"/>
                  <a:pt x="5027369" y="1701216"/>
                </a:cubicBezTo>
                <a:cubicBezTo>
                  <a:pt x="5011169" y="1712736"/>
                  <a:pt x="5011169" y="1728577"/>
                  <a:pt x="5000009" y="1740098"/>
                </a:cubicBezTo>
                <a:cubicBezTo>
                  <a:pt x="5015849" y="1762780"/>
                  <a:pt x="4958969" y="1769620"/>
                  <a:pt x="4984169" y="1787621"/>
                </a:cubicBezTo>
                <a:cubicBezTo>
                  <a:pt x="4963649" y="1783301"/>
                  <a:pt x="4981649" y="1805983"/>
                  <a:pt x="4956809" y="1805983"/>
                </a:cubicBezTo>
                <a:cubicBezTo>
                  <a:pt x="4967969" y="1819664"/>
                  <a:pt x="4954289" y="1821824"/>
                  <a:pt x="4952129" y="1828664"/>
                </a:cubicBezTo>
                <a:cubicBezTo>
                  <a:pt x="4934129" y="1821824"/>
                  <a:pt x="4924769" y="1844505"/>
                  <a:pt x="4938449" y="1860346"/>
                </a:cubicBezTo>
                <a:cubicBezTo>
                  <a:pt x="4929449" y="1865027"/>
                  <a:pt x="4929449" y="1858186"/>
                  <a:pt x="4922609" y="1856026"/>
                </a:cubicBezTo>
                <a:cubicBezTo>
                  <a:pt x="4927289" y="1865027"/>
                  <a:pt x="4906769" y="1860346"/>
                  <a:pt x="4913609" y="1867187"/>
                </a:cubicBezTo>
                <a:cubicBezTo>
                  <a:pt x="4920449" y="1869707"/>
                  <a:pt x="4929449" y="1880868"/>
                  <a:pt x="4920449" y="1880868"/>
                </a:cubicBezTo>
                <a:cubicBezTo>
                  <a:pt x="4915769" y="1878708"/>
                  <a:pt x="4915769" y="1867187"/>
                  <a:pt x="4908929" y="1867187"/>
                </a:cubicBezTo>
                <a:cubicBezTo>
                  <a:pt x="4897409" y="1869707"/>
                  <a:pt x="4913609" y="1887708"/>
                  <a:pt x="4908929" y="1892389"/>
                </a:cubicBezTo>
                <a:cubicBezTo>
                  <a:pt x="4899929" y="1887708"/>
                  <a:pt x="4899929" y="1887708"/>
                  <a:pt x="4890568" y="1890228"/>
                </a:cubicBezTo>
                <a:cubicBezTo>
                  <a:pt x="4899929" y="1903909"/>
                  <a:pt x="4888408" y="1908230"/>
                  <a:pt x="4897409" y="1921911"/>
                </a:cubicBezTo>
                <a:cubicBezTo>
                  <a:pt x="4899929" y="1919751"/>
                  <a:pt x="4904249" y="1919751"/>
                  <a:pt x="4908929" y="1924071"/>
                </a:cubicBezTo>
                <a:cubicBezTo>
                  <a:pt x="4906769" y="1924071"/>
                  <a:pt x="4902089" y="1924071"/>
                  <a:pt x="4902089" y="1926591"/>
                </a:cubicBezTo>
                <a:cubicBezTo>
                  <a:pt x="4906769" y="1930911"/>
                  <a:pt x="4915769" y="1928751"/>
                  <a:pt x="4917929" y="1933431"/>
                </a:cubicBezTo>
                <a:cubicBezTo>
                  <a:pt x="4897409" y="1937752"/>
                  <a:pt x="4917929" y="1949273"/>
                  <a:pt x="4893088" y="1951433"/>
                </a:cubicBezTo>
                <a:cubicBezTo>
                  <a:pt x="4888408" y="1944592"/>
                  <a:pt x="4906769" y="1937752"/>
                  <a:pt x="4886248" y="1937752"/>
                </a:cubicBezTo>
                <a:cubicBezTo>
                  <a:pt x="4879408" y="1928751"/>
                  <a:pt x="4899929" y="1926591"/>
                  <a:pt x="4888408" y="1921911"/>
                </a:cubicBezTo>
                <a:cubicBezTo>
                  <a:pt x="4881568" y="1924071"/>
                  <a:pt x="4886248" y="1933431"/>
                  <a:pt x="4867888" y="1928751"/>
                </a:cubicBezTo>
                <a:cubicBezTo>
                  <a:pt x="4876888" y="1942432"/>
                  <a:pt x="4861048" y="1937752"/>
                  <a:pt x="4867888" y="1947112"/>
                </a:cubicBezTo>
                <a:cubicBezTo>
                  <a:pt x="4876888" y="1949273"/>
                  <a:pt x="4872568" y="1942432"/>
                  <a:pt x="4879408" y="1942432"/>
                </a:cubicBezTo>
                <a:cubicBezTo>
                  <a:pt x="4879408" y="1949273"/>
                  <a:pt x="4888408" y="1949273"/>
                  <a:pt x="4893088" y="1951433"/>
                </a:cubicBezTo>
                <a:cubicBezTo>
                  <a:pt x="4897409" y="1960793"/>
                  <a:pt x="4893088" y="1965114"/>
                  <a:pt x="4883728" y="1965114"/>
                </a:cubicBezTo>
                <a:cubicBezTo>
                  <a:pt x="4881568" y="1960793"/>
                  <a:pt x="4881568" y="1953953"/>
                  <a:pt x="4876888" y="1953953"/>
                </a:cubicBezTo>
                <a:cubicBezTo>
                  <a:pt x="4876888" y="1956113"/>
                  <a:pt x="4872568" y="1956113"/>
                  <a:pt x="4872568" y="1958273"/>
                </a:cubicBezTo>
                <a:cubicBezTo>
                  <a:pt x="4872568" y="1962954"/>
                  <a:pt x="4875358" y="1964664"/>
                  <a:pt x="4878148" y="1966059"/>
                </a:cubicBezTo>
                <a:lnTo>
                  <a:pt x="4882006" y="1970135"/>
                </a:lnTo>
                <a:lnTo>
                  <a:pt x="4916342" y="1951725"/>
                </a:lnTo>
                <a:cubicBezTo>
                  <a:pt x="4918682" y="1946146"/>
                  <a:pt x="4922643" y="1942186"/>
                  <a:pt x="4927458" y="1941061"/>
                </a:cubicBezTo>
                <a:lnTo>
                  <a:pt x="4943071" y="1947158"/>
                </a:lnTo>
                <a:lnTo>
                  <a:pt x="4944434" y="1945582"/>
                </a:lnTo>
                <a:cubicBezTo>
                  <a:pt x="4949789" y="1941892"/>
                  <a:pt x="4957709" y="1939012"/>
                  <a:pt x="4961129" y="1937752"/>
                </a:cubicBezTo>
                <a:cubicBezTo>
                  <a:pt x="4974809" y="1928751"/>
                  <a:pt x="4965809" y="1903909"/>
                  <a:pt x="4981649" y="1908230"/>
                </a:cubicBezTo>
                <a:cubicBezTo>
                  <a:pt x="4979489" y="1912910"/>
                  <a:pt x="4981649" y="1919751"/>
                  <a:pt x="4974809" y="1921911"/>
                </a:cubicBezTo>
                <a:cubicBezTo>
                  <a:pt x="5000459" y="1925421"/>
                  <a:pt x="4990266" y="1899364"/>
                  <a:pt x="4998906" y="1886116"/>
                </a:cubicBezTo>
                <a:lnTo>
                  <a:pt x="5015305" y="1878946"/>
                </a:lnTo>
                <a:lnTo>
                  <a:pt x="5015949" y="1877475"/>
                </a:lnTo>
                <a:lnTo>
                  <a:pt x="5017419" y="1859401"/>
                </a:lnTo>
                <a:cubicBezTo>
                  <a:pt x="5026987" y="1841243"/>
                  <a:pt x="5053920" y="1826324"/>
                  <a:pt x="5038529" y="1812823"/>
                </a:cubicBezTo>
                <a:cubicBezTo>
                  <a:pt x="5047529" y="1812823"/>
                  <a:pt x="5043209" y="1805983"/>
                  <a:pt x="5052209" y="1805983"/>
                </a:cubicBezTo>
                <a:cubicBezTo>
                  <a:pt x="5043209" y="1799142"/>
                  <a:pt x="5054369" y="1778621"/>
                  <a:pt x="5072730" y="1787621"/>
                </a:cubicBezTo>
                <a:cubicBezTo>
                  <a:pt x="5079570" y="1769620"/>
                  <a:pt x="5070570" y="1746939"/>
                  <a:pt x="5091090" y="1735418"/>
                </a:cubicBezTo>
                <a:cubicBezTo>
                  <a:pt x="5097930" y="1735418"/>
                  <a:pt x="5097930" y="1746939"/>
                  <a:pt x="5104410" y="1746939"/>
                </a:cubicBezTo>
                <a:cubicBezTo>
                  <a:pt x="5104410" y="1742258"/>
                  <a:pt x="5104410" y="1730738"/>
                  <a:pt x="5093250" y="1735418"/>
                </a:cubicBezTo>
                <a:cubicBezTo>
                  <a:pt x="5093250" y="1712736"/>
                  <a:pt x="5122770" y="1699055"/>
                  <a:pt x="5115930" y="1673854"/>
                </a:cubicBezTo>
                <a:cubicBezTo>
                  <a:pt x="5127450" y="1676374"/>
                  <a:pt x="5131770" y="1664853"/>
                  <a:pt x="5118090" y="1660173"/>
                </a:cubicBezTo>
                <a:cubicBezTo>
                  <a:pt x="5124930" y="1655852"/>
                  <a:pt x="5127450" y="1660173"/>
                  <a:pt x="5131770" y="1660173"/>
                </a:cubicBezTo>
                <a:cubicBezTo>
                  <a:pt x="5131770" y="1651172"/>
                  <a:pt x="5150130" y="1640011"/>
                  <a:pt x="5131770" y="1633171"/>
                </a:cubicBezTo>
                <a:cubicBezTo>
                  <a:pt x="5138610" y="1626330"/>
                  <a:pt x="5141130" y="1616970"/>
                  <a:pt x="5145450" y="1610129"/>
                </a:cubicBezTo>
                <a:cubicBezTo>
                  <a:pt x="5177491" y="1605809"/>
                  <a:pt x="5163811" y="1553605"/>
                  <a:pt x="5198011" y="1533084"/>
                </a:cubicBezTo>
                <a:cubicBezTo>
                  <a:pt x="5179651" y="1503202"/>
                  <a:pt x="5236531" y="1483041"/>
                  <a:pt x="5211331" y="1453519"/>
                </a:cubicBezTo>
                <a:cubicBezTo>
                  <a:pt x="5227531" y="1448838"/>
                  <a:pt x="5211331" y="1441998"/>
                  <a:pt x="5222851" y="1439478"/>
                </a:cubicBezTo>
                <a:cubicBezTo>
                  <a:pt x="5231851" y="1455679"/>
                  <a:pt x="5218171" y="1476200"/>
                  <a:pt x="5220691" y="1498882"/>
                </a:cubicBezTo>
                <a:cubicBezTo>
                  <a:pt x="5225011" y="1498882"/>
                  <a:pt x="5231851" y="1503202"/>
                  <a:pt x="5238691" y="1503202"/>
                </a:cubicBezTo>
                <a:cubicBezTo>
                  <a:pt x="5243371" y="1496361"/>
                  <a:pt x="5243371" y="1492041"/>
                  <a:pt x="5234371" y="1483041"/>
                </a:cubicBezTo>
                <a:cubicBezTo>
                  <a:pt x="5245531" y="1473680"/>
                  <a:pt x="5248051" y="1498882"/>
                  <a:pt x="5259211" y="1485201"/>
                </a:cubicBezTo>
                <a:cubicBezTo>
                  <a:pt x="5245531" y="1483041"/>
                  <a:pt x="5263891" y="1459999"/>
                  <a:pt x="5241211" y="1464679"/>
                </a:cubicBezTo>
                <a:cubicBezTo>
                  <a:pt x="5257051" y="1455679"/>
                  <a:pt x="5241211" y="1444158"/>
                  <a:pt x="5252371" y="1439478"/>
                </a:cubicBezTo>
                <a:cubicBezTo>
                  <a:pt x="5236531" y="1444158"/>
                  <a:pt x="5241211" y="1435157"/>
                  <a:pt x="5227531" y="1432637"/>
                </a:cubicBezTo>
                <a:cubicBezTo>
                  <a:pt x="5245531" y="1421476"/>
                  <a:pt x="5238691" y="1409956"/>
                  <a:pt x="5231851" y="1400955"/>
                </a:cubicBezTo>
                <a:cubicBezTo>
                  <a:pt x="5238691" y="1394114"/>
                  <a:pt x="5243371" y="1403115"/>
                  <a:pt x="5250211" y="1398795"/>
                </a:cubicBezTo>
                <a:cubicBezTo>
                  <a:pt x="5248051" y="1385114"/>
                  <a:pt x="5252371" y="1359912"/>
                  <a:pt x="5266051" y="1355592"/>
                </a:cubicBezTo>
                <a:cubicBezTo>
                  <a:pt x="5259211" y="1364592"/>
                  <a:pt x="5268211" y="1376113"/>
                  <a:pt x="5263891" y="1387274"/>
                </a:cubicBezTo>
                <a:cubicBezTo>
                  <a:pt x="5272891" y="1380433"/>
                  <a:pt x="5279731" y="1389794"/>
                  <a:pt x="5288731" y="1378273"/>
                </a:cubicBezTo>
                <a:cubicBezTo>
                  <a:pt x="5277571" y="1378273"/>
                  <a:pt x="5284411" y="1371433"/>
                  <a:pt x="5275051" y="1364592"/>
                </a:cubicBezTo>
                <a:cubicBezTo>
                  <a:pt x="5295571" y="1369273"/>
                  <a:pt x="5318611" y="1319229"/>
                  <a:pt x="5302411" y="1309869"/>
                </a:cubicBezTo>
                <a:cubicBezTo>
                  <a:pt x="5311771" y="1300868"/>
                  <a:pt x="5313931" y="1314549"/>
                  <a:pt x="5320772" y="1305548"/>
                </a:cubicBezTo>
                <a:cubicBezTo>
                  <a:pt x="5318611" y="1303028"/>
                  <a:pt x="5320772" y="1300868"/>
                  <a:pt x="5318611" y="1298708"/>
                </a:cubicBezTo>
                <a:cubicBezTo>
                  <a:pt x="5307091" y="1296188"/>
                  <a:pt x="5300251" y="1291867"/>
                  <a:pt x="5288731" y="1300868"/>
                </a:cubicBezTo>
                <a:cubicBezTo>
                  <a:pt x="5293411" y="1294028"/>
                  <a:pt x="5293411" y="1287187"/>
                  <a:pt x="5293411" y="1280347"/>
                </a:cubicBezTo>
                <a:cubicBezTo>
                  <a:pt x="5281891" y="1282867"/>
                  <a:pt x="5284411" y="1296188"/>
                  <a:pt x="5275051" y="1291867"/>
                </a:cubicBezTo>
                <a:cubicBezTo>
                  <a:pt x="5291251" y="1285027"/>
                  <a:pt x="5270731" y="1276026"/>
                  <a:pt x="5286571" y="1269186"/>
                </a:cubicBezTo>
                <a:cubicBezTo>
                  <a:pt x="5300251" y="1273506"/>
                  <a:pt x="5295571" y="1282867"/>
                  <a:pt x="5307091" y="1282867"/>
                </a:cubicBezTo>
                <a:cubicBezTo>
                  <a:pt x="5316091" y="1276026"/>
                  <a:pt x="5304571" y="1266666"/>
                  <a:pt x="5313931" y="1259825"/>
                </a:cubicBezTo>
                <a:lnTo>
                  <a:pt x="5316222" y="1259853"/>
                </a:lnTo>
                <a:lnTo>
                  <a:pt x="5316893" y="1257959"/>
                </a:lnTo>
                <a:cubicBezTo>
                  <a:pt x="5319755" y="1252236"/>
                  <a:pt x="5323752" y="1245967"/>
                  <a:pt x="5323752" y="1241425"/>
                </a:cubicBezTo>
                <a:cubicBezTo>
                  <a:pt x="5327205" y="1242515"/>
                  <a:pt x="5329090" y="1244627"/>
                  <a:pt x="5329828" y="1247256"/>
                </a:cubicBezTo>
                <a:lnTo>
                  <a:pt x="5329726" y="1248385"/>
                </a:lnTo>
                <a:lnTo>
                  <a:pt x="5335307" y="1245199"/>
                </a:lnTo>
                <a:cubicBezTo>
                  <a:pt x="5340122" y="1244614"/>
                  <a:pt x="5345792" y="1243984"/>
                  <a:pt x="5350292" y="1239304"/>
                </a:cubicBezTo>
                <a:cubicBezTo>
                  <a:pt x="5348132" y="1234984"/>
                  <a:pt x="5350292" y="1230303"/>
                  <a:pt x="5343452" y="1228143"/>
                </a:cubicBezTo>
                <a:cubicBezTo>
                  <a:pt x="5336612" y="1228143"/>
                  <a:pt x="5341292" y="1241824"/>
                  <a:pt x="5331932" y="1234984"/>
                </a:cubicBezTo>
                <a:lnTo>
                  <a:pt x="5335681" y="1219274"/>
                </a:lnTo>
                <a:lnTo>
                  <a:pt x="5331417" y="1207937"/>
                </a:lnTo>
                <a:cubicBezTo>
                  <a:pt x="5329115" y="1191223"/>
                  <a:pt x="5334347" y="1166422"/>
                  <a:pt x="5350253" y="1174779"/>
                </a:cubicBezTo>
                <a:lnTo>
                  <a:pt x="5345637" y="1189682"/>
                </a:lnTo>
                <a:lnTo>
                  <a:pt x="5354522" y="1211357"/>
                </a:lnTo>
                <a:cubicBezTo>
                  <a:pt x="5357672" y="1217883"/>
                  <a:pt x="5360552" y="1224723"/>
                  <a:pt x="5361812" y="1234984"/>
                </a:cubicBezTo>
                <a:cubicBezTo>
                  <a:pt x="5366132" y="1232463"/>
                  <a:pt x="5368292" y="1232463"/>
                  <a:pt x="5370812" y="1232463"/>
                </a:cubicBezTo>
                <a:cubicBezTo>
                  <a:pt x="5370812" y="1214462"/>
                  <a:pt x="5361812" y="1193941"/>
                  <a:pt x="5363972" y="1175579"/>
                </a:cubicBezTo>
                <a:cubicBezTo>
                  <a:pt x="5370812" y="1171259"/>
                  <a:pt x="5372972" y="1175579"/>
                  <a:pt x="5377652" y="1173419"/>
                </a:cubicBezTo>
                <a:cubicBezTo>
                  <a:pt x="5375132" y="1171259"/>
                  <a:pt x="5377652" y="1168739"/>
                  <a:pt x="5377652" y="1166579"/>
                </a:cubicBezTo>
                <a:cubicBezTo>
                  <a:pt x="5372972" y="1164419"/>
                  <a:pt x="5368292" y="1168739"/>
                  <a:pt x="5366132" y="1166579"/>
                </a:cubicBezTo>
                <a:cubicBezTo>
                  <a:pt x="5363972" y="1159738"/>
                  <a:pt x="5361812" y="1143897"/>
                  <a:pt x="5377652" y="1141737"/>
                </a:cubicBezTo>
                <a:cubicBezTo>
                  <a:pt x="5372972" y="1128056"/>
                  <a:pt x="5348132" y="1102854"/>
                  <a:pt x="5368292" y="1096014"/>
                </a:cubicBezTo>
                <a:cubicBezTo>
                  <a:pt x="5368292" y="1100694"/>
                  <a:pt x="5379812" y="1112215"/>
                  <a:pt x="5388812" y="1132376"/>
                </a:cubicBezTo>
                <a:cubicBezTo>
                  <a:pt x="5393492" y="1116535"/>
                  <a:pt x="5375132" y="1100694"/>
                  <a:pt x="5391332" y="1084853"/>
                </a:cubicBezTo>
                <a:cubicBezTo>
                  <a:pt x="5379812" y="1096014"/>
                  <a:pt x="5372972" y="1082333"/>
                  <a:pt x="5363972" y="1087013"/>
                </a:cubicBezTo>
                <a:cubicBezTo>
                  <a:pt x="5368292" y="1082333"/>
                  <a:pt x="5359292" y="1078013"/>
                  <a:pt x="5366132" y="1075493"/>
                </a:cubicBezTo>
                <a:cubicBezTo>
                  <a:pt x="5370812" y="1084853"/>
                  <a:pt x="5384492" y="1087013"/>
                  <a:pt x="5398172" y="1080173"/>
                </a:cubicBezTo>
                <a:cubicBezTo>
                  <a:pt x="5379812" y="1071172"/>
                  <a:pt x="5391332" y="1064332"/>
                  <a:pt x="5405013" y="1057491"/>
                </a:cubicBezTo>
                <a:cubicBezTo>
                  <a:pt x="5394752" y="1043810"/>
                  <a:pt x="5394752" y="1033010"/>
                  <a:pt x="5396462" y="1022479"/>
                </a:cubicBezTo>
                <a:lnTo>
                  <a:pt x="5398408" y="1011333"/>
                </a:lnTo>
                <a:lnTo>
                  <a:pt x="5397457" y="1014052"/>
                </a:lnTo>
                <a:cubicBezTo>
                  <a:pt x="5381348" y="1011896"/>
                  <a:pt x="5381348" y="1011896"/>
                  <a:pt x="5381348" y="1011896"/>
                </a:cubicBezTo>
                <a:cubicBezTo>
                  <a:pt x="5379200" y="986735"/>
                  <a:pt x="5379200" y="979906"/>
                  <a:pt x="5390655" y="957262"/>
                </a:cubicBezTo>
                <a:cubicBezTo>
                  <a:pt x="5396830" y="960047"/>
                  <a:pt x="5401327" y="963417"/>
                  <a:pt x="5404353" y="967298"/>
                </a:cubicBezTo>
                <a:lnTo>
                  <a:pt x="5408294" y="977897"/>
                </a:lnTo>
                <a:lnTo>
                  <a:pt x="5416134" y="971550"/>
                </a:lnTo>
                <a:cubicBezTo>
                  <a:pt x="5428041" y="973791"/>
                  <a:pt x="5420971" y="990226"/>
                  <a:pt x="5411669" y="987985"/>
                </a:cubicBezTo>
                <a:cubicBezTo>
                  <a:pt x="5413902" y="985557"/>
                  <a:pt x="5413251" y="983783"/>
                  <a:pt x="5411483" y="982616"/>
                </a:cubicBezTo>
                <a:lnTo>
                  <a:pt x="5408695" y="981916"/>
                </a:lnTo>
                <a:lnTo>
                  <a:pt x="5404888" y="992801"/>
                </a:lnTo>
                <a:lnTo>
                  <a:pt x="5407825" y="994425"/>
                </a:lnTo>
                <a:cubicBezTo>
                  <a:pt x="5411200" y="999792"/>
                  <a:pt x="5409985" y="1007791"/>
                  <a:pt x="5413360" y="1012527"/>
                </a:cubicBezTo>
                <a:lnTo>
                  <a:pt x="5422438" y="1016215"/>
                </a:lnTo>
                <a:lnTo>
                  <a:pt x="5423399" y="1014041"/>
                </a:lnTo>
                <a:lnTo>
                  <a:pt x="5425134" y="1003229"/>
                </a:lnTo>
                <a:cubicBezTo>
                  <a:pt x="5423936" y="990234"/>
                  <a:pt x="5416713" y="977746"/>
                  <a:pt x="5438853" y="964245"/>
                </a:cubicBezTo>
                <a:cubicBezTo>
                  <a:pt x="5427693" y="950564"/>
                  <a:pt x="5434533" y="936883"/>
                  <a:pt x="5434533" y="923202"/>
                </a:cubicBezTo>
                <a:cubicBezTo>
                  <a:pt x="5431113" y="920862"/>
                  <a:pt x="5427693" y="920322"/>
                  <a:pt x="5424543" y="919512"/>
                </a:cubicBezTo>
                <a:lnTo>
                  <a:pt x="5417599" y="915106"/>
                </a:lnTo>
                <a:lnTo>
                  <a:pt x="5416246" y="917500"/>
                </a:lnTo>
                <a:cubicBezTo>
                  <a:pt x="5413111" y="920683"/>
                  <a:pt x="5409659" y="923594"/>
                  <a:pt x="5407297" y="928323"/>
                </a:cubicBezTo>
                <a:cubicBezTo>
                  <a:pt x="5393488" y="921411"/>
                  <a:pt x="5402573" y="918864"/>
                  <a:pt x="5407297" y="907586"/>
                </a:cubicBezTo>
                <a:cubicBezTo>
                  <a:pt x="5405117" y="902857"/>
                  <a:pt x="5395668" y="902857"/>
                  <a:pt x="5398212" y="893762"/>
                </a:cubicBezTo>
                <a:cubicBezTo>
                  <a:pt x="5405117" y="893762"/>
                  <a:pt x="5409114" y="896036"/>
                  <a:pt x="5412521" y="898582"/>
                </a:cubicBezTo>
                <a:lnTo>
                  <a:pt x="5413089" y="898923"/>
                </a:lnTo>
                <a:lnTo>
                  <a:pt x="5415560" y="897354"/>
                </a:lnTo>
                <a:cubicBezTo>
                  <a:pt x="5422361" y="896358"/>
                  <a:pt x="5425263" y="906551"/>
                  <a:pt x="5432013" y="911681"/>
                </a:cubicBezTo>
                <a:cubicBezTo>
                  <a:pt x="5432013" y="908351"/>
                  <a:pt x="5432598" y="907114"/>
                  <a:pt x="5433582" y="906956"/>
                </a:cubicBezTo>
                <a:lnTo>
                  <a:pt x="5437467" y="908675"/>
                </a:lnTo>
                <a:lnTo>
                  <a:pt x="5439501" y="904277"/>
                </a:lnTo>
                <a:lnTo>
                  <a:pt x="5444043" y="903859"/>
                </a:lnTo>
                <a:lnTo>
                  <a:pt x="5436693" y="897685"/>
                </a:lnTo>
                <a:cubicBezTo>
                  <a:pt x="5435523" y="894310"/>
                  <a:pt x="5437773" y="891520"/>
                  <a:pt x="5445693" y="891520"/>
                </a:cubicBezTo>
                <a:close/>
                <a:moveTo>
                  <a:pt x="4785894" y="890587"/>
                </a:moveTo>
                <a:cubicBezTo>
                  <a:pt x="4820041" y="894911"/>
                  <a:pt x="4772236" y="920133"/>
                  <a:pt x="4797037" y="931303"/>
                </a:cubicBezTo>
                <a:cubicBezTo>
                  <a:pt x="4788051" y="929141"/>
                  <a:pt x="4779065" y="942833"/>
                  <a:pt x="4792724" y="949680"/>
                </a:cubicBezTo>
                <a:cubicBezTo>
                  <a:pt x="4785894" y="949680"/>
                  <a:pt x="4774392" y="951842"/>
                  <a:pt x="4790208" y="961210"/>
                </a:cubicBezTo>
                <a:cubicBezTo>
                  <a:pt x="4767563" y="967696"/>
                  <a:pt x="4781222" y="988234"/>
                  <a:pt x="4767563" y="999764"/>
                </a:cubicBezTo>
                <a:cubicBezTo>
                  <a:pt x="4763250" y="981388"/>
                  <a:pt x="4765407" y="963372"/>
                  <a:pt x="4770079" y="944995"/>
                </a:cubicBezTo>
                <a:cubicBezTo>
                  <a:pt x="4776549" y="929141"/>
                  <a:pt x="4785894" y="910765"/>
                  <a:pt x="4785894" y="890587"/>
                </a:cubicBezTo>
                <a:close/>
                <a:moveTo>
                  <a:pt x="4864158" y="884237"/>
                </a:moveTo>
                <a:cubicBezTo>
                  <a:pt x="4884316" y="895474"/>
                  <a:pt x="4893675" y="891124"/>
                  <a:pt x="4907353" y="904537"/>
                </a:cubicBezTo>
                <a:cubicBezTo>
                  <a:pt x="4897994" y="913962"/>
                  <a:pt x="4884316" y="916137"/>
                  <a:pt x="4891155" y="929912"/>
                </a:cubicBezTo>
                <a:cubicBezTo>
                  <a:pt x="4873157" y="927737"/>
                  <a:pt x="4891155" y="916137"/>
                  <a:pt x="4879996" y="904537"/>
                </a:cubicBezTo>
                <a:cubicBezTo>
                  <a:pt x="4870997" y="909250"/>
                  <a:pt x="4868477" y="923025"/>
                  <a:pt x="4859478" y="927737"/>
                </a:cubicBezTo>
                <a:cubicBezTo>
                  <a:pt x="4845800" y="913962"/>
                  <a:pt x="4873157" y="895474"/>
                  <a:pt x="4864158" y="884237"/>
                </a:cubicBezTo>
                <a:close/>
                <a:moveTo>
                  <a:pt x="5591887" y="881624"/>
                </a:moveTo>
                <a:cubicBezTo>
                  <a:pt x="5598792" y="874712"/>
                  <a:pt x="5596248" y="886353"/>
                  <a:pt x="5596248" y="893266"/>
                </a:cubicBezTo>
                <a:cubicBezTo>
                  <a:pt x="5610057" y="895448"/>
                  <a:pt x="5607877" y="886353"/>
                  <a:pt x="5616962" y="895448"/>
                </a:cubicBezTo>
                <a:cubicBezTo>
                  <a:pt x="5610057" y="902361"/>
                  <a:pt x="5605696" y="909273"/>
                  <a:pt x="5591887" y="907090"/>
                </a:cubicBezTo>
                <a:cubicBezTo>
                  <a:pt x="5587163" y="895448"/>
                  <a:pt x="5596248" y="897995"/>
                  <a:pt x="5591887" y="881624"/>
                </a:cubicBezTo>
                <a:close/>
                <a:moveTo>
                  <a:pt x="4594975" y="863600"/>
                </a:moveTo>
                <a:cubicBezTo>
                  <a:pt x="4606617" y="867954"/>
                  <a:pt x="4617895" y="872671"/>
                  <a:pt x="4629536" y="877388"/>
                </a:cubicBezTo>
                <a:lnTo>
                  <a:pt x="4626990" y="888637"/>
                </a:lnTo>
                <a:cubicBezTo>
                  <a:pt x="4615712" y="879565"/>
                  <a:pt x="4597158" y="874848"/>
                  <a:pt x="4594975" y="863600"/>
                </a:cubicBezTo>
                <a:close/>
                <a:moveTo>
                  <a:pt x="5654814" y="853016"/>
                </a:moveTo>
                <a:cubicBezTo>
                  <a:pt x="5675697" y="850900"/>
                  <a:pt x="5657013" y="877711"/>
                  <a:pt x="5659211" y="888647"/>
                </a:cubicBezTo>
                <a:cubicBezTo>
                  <a:pt x="5652250" y="881944"/>
                  <a:pt x="5652250" y="868539"/>
                  <a:pt x="5654814" y="853016"/>
                </a:cubicBezTo>
                <a:close/>
                <a:moveTo>
                  <a:pt x="5351331" y="852487"/>
                </a:moveTo>
                <a:cubicBezTo>
                  <a:pt x="5369322" y="866043"/>
                  <a:pt x="5355917" y="895296"/>
                  <a:pt x="5349214" y="915630"/>
                </a:cubicBezTo>
                <a:cubicBezTo>
                  <a:pt x="5337925" y="902074"/>
                  <a:pt x="5349214" y="874961"/>
                  <a:pt x="5351331" y="852487"/>
                </a:cubicBezTo>
                <a:close/>
                <a:moveTo>
                  <a:pt x="5411669" y="846137"/>
                </a:moveTo>
                <a:cubicBezTo>
                  <a:pt x="5420971" y="855444"/>
                  <a:pt x="5404600" y="868689"/>
                  <a:pt x="5428041" y="871195"/>
                </a:cubicBezTo>
                <a:cubicBezTo>
                  <a:pt x="5423204" y="877996"/>
                  <a:pt x="5416134" y="873343"/>
                  <a:pt x="5411669" y="882292"/>
                </a:cubicBezTo>
                <a:cubicBezTo>
                  <a:pt x="5406832" y="871195"/>
                  <a:pt x="5404600" y="857592"/>
                  <a:pt x="5411669" y="846137"/>
                </a:cubicBezTo>
                <a:close/>
                <a:moveTo>
                  <a:pt x="5407664" y="820066"/>
                </a:moveTo>
                <a:cubicBezTo>
                  <a:pt x="5428055" y="817562"/>
                  <a:pt x="5423405" y="842604"/>
                  <a:pt x="5403013" y="837953"/>
                </a:cubicBezTo>
                <a:cubicBezTo>
                  <a:pt x="5407664" y="820066"/>
                  <a:pt x="5407664" y="820066"/>
                  <a:pt x="5407664" y="820066"/>
                </a:cubicBezTo>
                <a:close/>
                <a:moveTo>
                  <a:pt x="4599372" y="817995"/>
                </a:moveTo>
                <a:lnTo>
                  <a:pt x="4599372" y="826750"/>
                </a:lnTo>
                <a:cubicBezTo>
                  <a:pt x="4575925" y="824393"/>
                  <a:pt x="4575925" y="824393"/>
                  <a:pt x="4575925" y="824393"/>
                </a:cubicBezTo>
                <a:cubicBezTo>
                  <a:pt x="4578489" y="815975"/>
                  <a:pt x="4589846" y="817995"/>
                  <a:pt x="4599372" y="817995"/>
                </a:cubicBezTo>
                <a:close/>
                <a:moveTo>
                  <a:pt x="5451808" y="815975"/>
                </a:moveTo>
                <a:cubicBezTo>
                  <a:pt x="5458687" y="820737"/>
                  <a:pt x="5463393" y="815975"/>
                  <a:pt x="5467738" y="820737"/>
                </a:cubicBezTo>
                <a:cubicBezTo>
                  <a:pt x="5463393" y="825133"/>
                  <a:pt x="5465566" y="829896"/>
                  <a:pt x="5458687" y="834658"/>
                </a:cubicBezTo>
                <a:cubicBezTo>
                  <a:pt x="5456514" y="822935"/>
                  <a:pt x="5447463" y="822935"/>
                  <a:pt x="5451808" y="815975"/>
                </a:cubicBezTo>
                <a:close/>
                <a:moveTo>
                  <a:pt x="4804663" y="809625"/>
                </a:moveTo>
                <a:cubicBezTo>
                  <a:pt x="4839088" y="837021"/>
                  <a:pt x="4793430" y="846033"/>
                  <a:pt x="4797778" y="891814"/>
                </a:cubicBezTo>
                <a:cubicBezTo>
                  <a:pt x="4772775" y="873430"/>
                  <a:pt x="4802489" y="832335"/>
                  <a:pt x="4804663" y="809625"/>
                </a:cubicBezTo>
                <a:close/>
                <a:moveTo>
                  <a:pt x="4002838" y="803885"/>
                </a:moveTo>
                <a:cubicBezTo>
                  <a:pt x="4016759" y="808647"/>
                  <a:pt x="4009798" y="806449"/>
                  <a:pt x="4007600" y="806449"/>
                </a:cubicBezTo>
                <a:cubicBezTo>
                  <a:pt x="4007600" y="810845"/>
                  <a:pt x="3998075" y="801687"/>
                  <a:pt x="4002838" y="803885"/>
                </a:cubicBezTo>
                <a:close/>
                <a:moveTo>
                  <a:pt x="5500346" y="792747"/>
                </a:moveTo>
                <a:cubicBezTo>
                  <a:pt x="5498114" y="797454"/>
                  <a:pt x="5502579" y="797454"/>
                  <a:pt x="5507416" y="797454"/>
                </a:cubicBezTo>
                <a:cubicBezTo>
                  <a:pt x="5495509" y="803971"/>
                  <a:pt x="5502579" y="808677"/>
                  <a:pt x="5493277" y="810850"/>
                </a:cubicBezTo>
                <a:cubicBezTo>
                  <a:pt x="5483975" y="806505"/>
                  <a:pt x="5493277" y="790575"/>
                  <a:pt x="5500346" y="792747"/>
                </a:cubicBezTo>
                <a:close/>
                <a:moveTo>
                  <a:pt x="4977132" y="758825"/>
                </a:moveTo>
                <a:cubicBezTo>
                  <a:pt x="4993076" y="797811"/>
                  <a:pt x="4963362" y="850153"/>
                  <a:pt x="4960825" y="898164"/>
                </a:cubicBezTo>
                <a:cubicBezTo>
                  <a:pt x="4949592" y="893471"/>
                  <a:pt x="4937996" y="886612"/>
                  <a:pt x="4926763" y="881920"/>
                </a:cubicBezTo>
                <a:cubicBezTo>
                  <a:pt x="4928937" y="866036"/>
                  <a:pt x="4940170" y="884446"/>
                  <a:pt x="4953940" y="881920"/>
                </a:cubicBezTo>
                <a:cubicBezTo>
                  <a:pt x="4956477" y="829577"/>
                  <a:pt x="4960825" y="793118"/>
                  <a:pt x="4977132" y="758825"/>
                </a:cubicBezTo>
                <a:close/>
                <a:moveTo>
                  <a:pt x="5566847" y="755786"/>
                </a:moveTo>
                <a:lnTo>
                  <a:pt x="5566444" y="757378"/>
                </a:lnTo>
                <a:cubicBezTo>
                  <a:pt x="5565707" y="760284"/>
                  <a:pt x="5564697" y="764269"/>
                  <a:pt x="5563350" y="769583"/>
                </a:cubicBezTo>
                <a:cubicBezTo>
                  <a:pt x="5563350" y="769583"/>
                  <a:pt x="5564023" y="766926"/>
                  <a:pt x="5564865" y="763605"/>
                </a:cubicBezTo>
                <a:close/>
                <a:moveTo>
                  <a:pt x="5505231" y="755650"/>
                </a:moveTo>
                <a:cubicBezTo>
                  <a:pt x="5518550" y="759994"/>
                  <a:pt x="5505231" y="769046"/>
                  <a:pt x="5500675" y="775925"/>
                </a:cubicBezTo>
                <a:cubicBezTo>
                  <a:pt x="5491913" y="769046"/>
                  <a:pt x="5507334" y="762167"/>
                  <a:pt x="5505231" y="755650"/>
                </a:cubicBezTo>
                <a:close/>
                <a:moveTo>
                  <a:pt x="5567896" y="751650"/>
                </a:moveTo>
                <a:cubicBezTo>
                  <a:pt x="5568401" y="749657"/>
                  <a:pt x="5568064" y="750986"/>
                  <a:pt x="5567391" y="753642"/>
                </a:cubicBezTo>
                <a:lnTo>
                  <a:pt x="5566847" y="755786"/>
                </a:lnTo>
                <a:close/>
                <a:moveTo>
                  <a:pt x="5418991" y="747712"/>
                </a:moveTo>
                <a:cubicBezTo>
                  <a:pt x="5434413" y="763656"/>
                  <a:pt x="5407775" y="786485"/>
                  <a:pt x="5431959" y="800255"/>
                </a:cubicBezTo>
                <a:cubicBezTo>
                  <a:pt x="5427753" y="814024"/>
                  <a:pt x="5416537" y="798080"/>
                  <a:pt x="5414434" y="807139"/>
                </a:cubicBezTo>
                <a:cubicBezTo>
                  <a:pt x="5412331" y="798080"/>
                  <a:pt x="5414434" y="772715"/>
                  <a:pt x="5418991" y="747712"/>
                </a:cubicBezTo>
                <a:close/>
                <a:moveTo>
                  <a:pt x="5720277" y="746273"/>
                </a:moveTo>
                <a:cubicBezTo>
                  <a:pt x="5724668" y="748043"/>
                  <a:pt x="5725476" y="763851"/>
                  <a:pt x="5739204" y="757237"/>
                </a:cubicBezTo>
                <a:lnTo>
                  <a:pt x="5736692" y="772759"/>
                </a:lnTo>
                <a:cubicBezTo>
                  <a:pt x="5716234" y="761470"/>
                  <a:pt x="5698288" y="772759"/>
                  <a:pt x="5698288" y="750534"/>
                </a:cubicBezTo>
                <a:cubicBezTo>
                  <a:pt x="5698288" y="757237"/>
                  <a:pt x="5727719" y="759353"/>
                  <a:pt x="5714080" y="750534"/>
                </a:cubicBezTo>
                <a:cubicBezTo>
                  <a:pt x="5716951" y="746653"/>
                  <a:pt x="5718813" y="745683"/>
                  <a:pt x="5720277" y="746273"/>
                </a:cubicBezTo>
                <a:close/>
                <a:moveTo>
                  <a:pt x="4752138" y="741362"/>
                </a:moveTo>
                <a:cubicBezTo>
                  <a:pt x="4776321" y="741362"/>
                  <a:pt x="4778775" y="759509"/>
                  <a:pt x="4760900" y="761644"/>
                </a:cubicBezTo>
                <a:cubicBezTo>
                  <a:pt x="4770013" y="743853"/>
                  <a:pt x="4760900" y="752748"/>
                  <a:pt x="4752138" y="741362"/>
                </a:cubicBezTo>
                <a:close/>
                <a:moveTo>
                  <a:pt x="4565350" y="740419"/>
                </a:moveTo>
                <a:cubicBezTo>
                  <a:pt x="4589793" y="743024"/>
                  <a:pt x="4563225" y="750093"/>
                  <a:pt x="4574206" y="754930"/>
                </a:cubicBezTo>
                <a:cubicBezTo>
                  <a:pt x="4599003" y="738187"/>
                  <a:pt x="4578812" y="745256"/>
                  <a:pt x="4605734" y="757163"/>
                </a:cubicBezTo>
                <a:cubicBezTo>
                  <a:pt x="4596524" y="761628"/>
                  <a:pt x="4583062" y="761628"/>
                  <a:pt x="4567476" y="759395"/>
                </a:cubicBezTo>
                <a:cubicBezTo>
                  <a:pt x="4563225" y="757163"/>
                  <a:pt x="4565350" y="750093"/>
                  <a:pt x="4565350" y="740419"/>
                </a:cubicBezTo>
                <a:close/>
                <a:moveTo>
                  <a:pt x="5475408" y="738187"/>
                </a:moveTo>
                <a:cubicBezTo>
                  <a:pt x="5486794" y="742813"/>
                  <a:pt x="5473273" y="751708"/>
                  <a:pt x="5473273" y="758469"/>
                </a:cubicBezTo>
                <a:cubicBezTo>
                  <a:pt x="5466513" y="751708"/>
                  <a:pt x="5466513" y="744947"/>
                  <a:pt x="5475408" y="738187"/>
                </a:cubicBezTo>
                <a:close/>
                <a:moveTo>
                  <a:pt x="4810094" y="736600"/>
                </a:moveTo>
                <a:cubicBezTo>
                  <a:pt x="4843858" y="736600"/>
                  <a:pt x="4816846" y="748054"/>
                  <a:pt x="4826087" y="761299"/>
                </a:cubicBezTo>
                <a:cubicBezTo>
                  <a:pt x="4814714" y="763805"/>
                  <a:pt x="4807961" y="768100"/>
                  <a:pt x="4799076" y="772754"/>
                </a:cubicBezTo>
                <a:cubicBezTo>
                  <a:pt x="4796588" y="765953"/>
                  <a:pt x="4807961" y="754856"/>
                  <a:pt x="4810094" y="736600"/>
                </a:cubicBezTo>
                <a:close/>
                <a:moveTo>
                  <a:pt x="4661870" y="734511"/>
                </a:moveTo>
                <a:cubicBezTo>
                  <a:pt x="4665917" y="733659"/>
                  <a:pt x="4669373" y="733659"/>
                  <a:pt x="4672829" y="737067"/>
                </a:cubicBezTo>
                <a:cubicBezTo>
                  <a:pt x="4675012" y="743885"/>
                  <a:pt x="4670646" y="748549"/>
                  <a:pt x="4656822" y="743885"/>
                </a:cubicBezTo>
                <a:cubicBezTo>
                  <a:pt x="4681924" y="755367"/>
                  <a:pt x="4659005" y="773308"/>
                  <a:pt x="4654275" y="782278"/>
                </a:cubicBezTo>
                <a:cubicBezTo>
                  <a:pt x="4647363" y="764337"/>
                  <a:pt x="4652092" y="757520"/>
                  <a:pt x="4647363" y="737067"/>
                </a:cubicBezTo>
                <a:cubicBezTo>
                  <a:pt x="4653184" y="737067"/>
                  <a:pt x="4657822" y="735363"/>
                  <a:pt x="4661870" y="734511"/>
                </a:cubicBezTo>
                <a:close/>
                <a:moveTo>
                  <a:pt x="5383605" y="725487"/>
                </a:moveTo>
                <a:cubicBezTo>
                  <a:pt x="5370011" y="748553"/>
                  <a:pt x="5381101" y="761888"/>
                  <a:pt x="5374304" y="791801"/>
                </a:cubicBezTo>
                <a:cubicBezTo>
                  <a:pt x="5358563" y="778106"/>
                  <a:pt x="5365360" y="743867"/>
                  <a:pt x="5383605" y="725487"/>
                </a:cubicBezTo>
                <a:close/>
                <a:moveTo>
                  <a:pt x="4737369" y="725487"/>
                </a:moveTo>
                <a:cubicBezTo>
                  <a:pt x="4746287" y="730249"/>
                  <a:pt x="4764481" y="728051"/>
                  <a:pt x="4762341" y="737210"/>
                </a:cubicBezTo>
                <a:cubicBezTo>
                  <a:pt x="4753066" y="737210"/>
                  <a:pt x="4742007" y="735012"/>
                  <a:pt x="4739509" y="739408"/>
                </a:cubicBezTo>
                <a:cubicBezTo>
                  <a:pt x="4733088" y="739408"/>
                  <a:pt x="4737369" y="730249"/>
                  <a:pt x="4737369" y="725487"/>
                </a:cubicBezTo>
                <a:close/>
                <a:moveTo>
                  <a:pt x="4919213" y="715491"/>
                </a:moveTo>
                <a:cubicBezTo>
                  <a:pt x="4923063" y="714687"/>
                  <a:pt x="4927920" y="714709"/>
                  <a:pt x="4934215" y="715879"/>
                </a:cubicBezTo>
                <a:cubicBezTo>
                  <a:pt x="4931697" y="729556"/>
                  <a:pt x="4931697" y="743233"/>
                  <a:pt x="4940690" y="750071"/>
                </a:cubicBezTo>
                <a:cubicBezTo>
                  <a:pt x="4931697" y="756909"/>
                  <a:pt x="4918027" y="756909"/>
                  <a:pt x="4911192" y="765907"/>
                </a:cubicBezTo>
                <a:cubicBezTo>
                  <a:pt x="4904358" y="784263"/>
                  <a:pt x="4931697" y="802259"/>
                  <a:pt x="4904358" y="809098"/>
                </a:cubicBezTo>
                <a:cubicBezTo>
                  <a:pt x="4906876" y="815936"/>
                  <a:pt x="4911192" y="809098"/>
                  <a:pt x="4920545" y="811257"/>
                </a:cubicBezTo>
                <a:cubicBezTo>
                  <a:pt x="4897523" y="836452"/>
                  <a:pt x="4920545" y="861646"/>
                  <a:pt x="4900041" y="888640"/>
                </a:cubicBezTo>
                <a:cubicBezTo>
                  <a:pt x="4888530" y="877482"/>
                  <a:pt x="4895364" y="861646"/>
                  <a:pt x="4870543" y="854807"/>
                </a:cubicBezTo>
                <a:lnTo>
                  <a:pt x="4874983" y="831503"/>
                </a:lnTo>
                <a:lnTo>
                  <a:pt x="4869340" y="826326"/>
                </a:lnTo>
                <a:cubicBezTo>
                  <a:pt x="4867277" y="818295"/>
                  <a:pt x="4878054" y="807059"/>
                  <a:pt x="4874507" y="798512"/>
                </a:cubicBezTo>
                <a:cubicBezTo>
                  <a:pt x="4879145" y="800810"/>
                  <a:pt x="4882033" y="803245"/>
                  <a:pt x="4883648" y="805824"/>
                </a:cubicBezTo>
                <a:lnTo>
                  <a:pt x="4884387" y="809854"/>
                </a:lnTo>
                <a:lnTo>
                  <a:pt x="4887990" y="802889"/>
                </a:lnTo>
                <a:cubicBezTo>
                  <a:pt x="4895364" y="788672"/>
                  <a:pt x="4898782" y="776165"/>
                  <a:pt x="4881695" y="761228"/>
                </a:cubicBezTo>
                <a:cubicBezTo>
                  <a:pt x="4897523" y="772746"/>
                  <a:pt x="4897523" y="747911"/>
                  <a:pt x="4911192" y="743233"/>
                </a:cubicBezTo>
                <a:cubicBezTo>
                  <a:pt x="4909034" y="740713"/>
                  <a:pt x="4900041" y="740713"/>
                  <a:pt x="4900041" y="736394"/>
                </a:cubicBezTo>
                <a:cubicBezTo>
                  <a:pt x="4905167" y="727756"/>
                  <a:pt x="4907663" y="717903"/>
                  <a:pt x="4919213" y="715491"/>
                </a:cubicBezTo>
                <a:close/>
                <a:moveTo>
                  <a:pt x="4989116" y="695261"/>
                </a:moveTo>
                <a:cubicBezTo>
                  <a:pt x="4990263" y="699221"/>
                  <a:pt x="4989734" y="713817"/>
                  <a:pt x="4986382" y="736244"/>
                </a:cubicBezTo>
                <a:cubicBezTo>
                  <a:pt x="4961688" y="734108"/>
                  <a:pt x="4981796" y="720580"/>
                  <a:pt x="4981796" y="718088"/>
                </a:cubicBezTo>
                <a:cubicBezTo>
                  <a:pt x="4985147" y="697975"/>
                  <a:pt x="4987970" y="691300"/>
                  <a:pt x="4989116" y="695261"/>
                </a:cubicBezTo>
                <a:close/>
                <a:moveTo>
                  <a:pt x="5673366" y="691512"/>
                </a:moveTo>
                <a:cubicBezTo>
                  <a:pt x="5707454" y="688975"/>
                  <a:pt x="5671213" y="762200"/>
                  <a:pt x="5666548" y="780687"/>
                </a:cubicBezTo>
                <a:cubicBezTo>
                  <a:pt x="5655425" y="757850"/>
                  <a:pt x="5687001" y="721237"/>
                  <a:pt x="5673366" y="691512"/>
                </a:cubicBezTo>
                <a:close/>
                <a:moveTo>
                  <a:pt x="4814985" y="690428"/>
                </a:moveTo>
                <a:cubicBezTo>
                  <a:pt x="4837591" y="685800"/>
                  <a:pt x="4830773" y="708227"/>
                  <a:pt x="4823956" y="714990"/>
                </a:cubicBezTo>
                <a:cubicBezTo>
                  <a:pt x="4821803" y="723890"/>
                  <a:pt x="4839744" y="721754"/>
                  <a:pt x="4853379" y="721754"/>
                </a:cubicBezTo>
                <a:cubicBezTo>
                  <a:pt x="4844409" y="744181"/>
                  <a:pt x="4823956" y="717126"/>
                  <a:pt x="4806015" y="730653"/>
                </a:cubicBezTo>
                <a:cubicBezTo>
                  <a:pt x="4803503" y="728518"/>
                  <a:pt x="4808168" y="728518"/>
                  <a:pt x="4810321" y="728518"/>
                </a:cubicBezTo>
                <a:cubicBezTo>
                  <a:pt x="4814985" y="714990"/>
                  <a:pt x="4801350" y="703599"/>
                  <a:pt x="4814985" y="690428"/>
                </a:cubicBezTo>
                <a:close/>
                <a:moveTo>
                  <a:pt x="4922274" y="682625"/>
                </a:moveTo>
                <a:cubicBezTo>
                  <a:pt x="4924498" y="683251"/>
                  <a:pt x="4926032" y="685824"/>
                  <a:pt x="4926799" y="689331"/>
                </a:cubicBezTo>
                <a:lnTo>
                  <a:pt x="4926735" y="699482"/>
                </a:lnTo>
                <a:lnTo>
                  <a:pt x="4935925" y="700672"/>
                </a:lnTo>
                <a:cubicBezTo>
                  <a:pt x="4935380" y="703478"/>
                  <a:pt x="4933245" y="706013"/>
                  <a:pt x="4930417" y="707953"/>
                </a:cubicBezTo>
                <a:lnTo>
                  <a:pt x="4922684" y="710927"/>
                </a:lnTo>
                <a:lnTo>
                  <a:pt x="4921573" y="713482"/>
                </a:lnTo>
                <a:cubicBezTo>
                  <a:pt x="4918960" y="716676"/>
                  <a:pt x="4915424" y="718779"/>
                  <a:pt x="4910888" y="718779"/>
                </a:cubicBezTo>
                <a:lnTo>
                  <a:pt x="4913602" y="710160"/>
                </a:lnTo>
                <a:lnTo>
                  <a:pt x="4912314" y="709888"/>
                </a:lnTo>
                <a:cubicBezTo>
                  <a:pt x="4910304" y="708162"/>
                  <a:pt x="4909396" y="705198"/>
                  <a:pt x="4910486" y="700672"/>
                </a:cubicBezTo>
                <a:lnTo>
                  <a:pt x="4916844" y="699866"/>
                </a:lnTo>
                <a:close/>
                <a:moveTo>
                  <a:pt x="5638815" y="674687"/>
                </a:moveTo>
                <a:cubicBezTo>
                  <a:pt x="5638815" y="686196"/>
                  <a:pt x="5627834" y="681521"/>
                  <a:pt x="5625709" y="688354"/>
                </a:cubicBezTo>
                <a:cubicBezTo>
                  <a:pt x="5629960" y="702022"/>
                  <a:pt x="5641295" y="681521"/>
                  <a:pt x="5645546" y="695188"/>
                </a:cubicBezTo>
                <a:cubicBezTo>
                  <a:pt x="5632085" y="720365"/>
                  <a:pt x="5603038" y="674687"/>
                  <a:pt x="5638815" y="674687"/>
                </a:cubicBezTo>
                <a:close/>
                <a:moveTo>
                  <a:pt x="4666434" y="674687"/>
                </a:moveTo>
                <a:cubicBezTo>
                  <a:pt x="4696212" y="683994"/>
                  <a:pt x="4661713" y="692943"/>
                  <a:pt x="4671154" y="710842"/>
                </a:cubicBezTo>
                <a:cubicBezTo>
                  <a:pt x="4654813" y="708694"/>
                  <a:pt x="4671154" y="690795"/>
                  <a:pt x="4641013" y="695091"/>
                </a:cubicBezTo>
                <a:cubicBezTo>
                  <a:pt x="4654813" y="686142"/>
                  <a:pt x="4675512" y="692943"/>
                  <a:pt x="4666434" y="674687"/>
                </a:cubicBezTo>
                <a:close/>
                <a:moveTo>
                  <a:pt x="4852601" y="669925"/>
                </a:moveTo>
                <a:cubicBezTo>
                  <a:pt x="4881955" y="669925"/>
                  <a:pt x="4881955" y="669925"/>
                  <a:pt x="4881955" y="669925"/>
                </a:cubicBezTo>
                <a:cubicBezTo>
                  <a:pt x="4881955" y="674321"/>
                  <a:pt x="4845800" y="683845"/>
                  <a:pt x="4852601" y="669925"/>
                </a:cubicBezTo>
                <a:close/>
                <a:moveTo>
                  <a:pt x="4576651" y="669925"/>
                </a:moveTo>
                <a:cubicBezTo>
                  <a:pt x="4588262" y="672102"/>
                  <a:pt x="4574474" y="688068"/>
                  <a:pt x="4576651" y="694962"/>
                </a:cubicBezTo>
                <a:cubicBezTo>
                  <a:pt x="4563225" y="690608"/>
                  <a:pt x="4570119" y="678996"/>
                  <a:pt x="4576651" y="669925"/>
                </a:cubicBezTo>
                <a:close/>
                <a:moveTo>
                  <a:pt x="4948616" y="667844"/>
                </a:moveTo>
                <a:lnTo>
                  <a:pt x="4946383" y="681365"/>
                </a:lnTo>
                <a:cubicBezTo>
                  <a:pt x="4925175" y="683856"/>
                  <a:pt x="4927780" y="663575"/>
                  <a:pt x="4948616" y="667844"/>
                </a:cubicBezTo>
                <a:close/>
                <a:moveTo>
                  <a:pt x="4585147" y="627571"/>
                </a:moveTo>
                <a:cubicBezTo>
                  <a:pt x="4595086" y="629190"/>
                  <a:pt x="4602295" y="640840"/>
                  <a:pt x="4605735" y="646078"/>
                </a:cubicBezTo>
                <a:cubicBezTo>
                  <a:pt x="4599032" y="648284"/>
                  <a:pt x="4596563" y="653063"/>
                  <a:pt x="4594446" y="655269"/>
                </a:cubicBezTo>
                <a:cubicBezTo>
                  <a:pt x="4583157" y="650858"/>
                  <a:pt x="4594446" y="629903"/>
                  <a:pt x="4574338" y="629903"/>
                </a:cubicBezTo>
                <a:cubicBezTo>
                  <a:pt x="4578218" y="627605"/>
                  <a:pt x="4581834" y="627031"/>
                  <a:pt x="4585147" y="627571"/>
                </a:cubicBezTo>
                <a:close/>
                <a:moveTo>
                  <a:pt x="5522541" y="614362"/>
                </a:moveTo>
                <a:cubicBezTo>
                  <a:pt x="5529331" y="616516"/>
                  <a:pt x="5527187" y="621184"/>
                  <a:pt x="5531475" y="625493"/>
                </a:cubicBezTo>
                <a:cubicBezTo>
                  <a:pt x="5525042" y="634829"/>
                  <a:pt x="5518252" y="625493"/>
                  <a:pt x="5511461" y="630161"/>
                </a:cubicBezTo>
                <a:cubicBezTo>
                  <a:pt x="5527187" y="636984"/>
                  <a:pt x="5504671" y="650629"/>
                  <a:pt x="5518252" y="657451"/>
                </a:cubicBezTo>
                <a:cubicBezTo>
                  <a:pt x="5518252" y="652783"/>
                  <a:pt x="5525042" y="630161"/>
                  <a:pt x="5538266" y="639138"/>
                </a:cubicBezTo>
                <a:cubicBezTo>
                  <a:pt x="5527187" y="648115"/>
                  <a:pt x="5540768" y="671096"/>
                  <a:pt x="5515750" y="689050"/>
                </a:cubicBezTo>
                <a:cubicBezTo>
                  <a:pt x="5518252" y="695872"/>
                  <a:pt x="5529331" y="700540"/>
                  <a:pt x="5513606" y="709517"/>
                </a:cubicBezTo>
                <a:cubicBezTo>
                  <a:pt x="5520396" y="718494"/>
                  <a:pt x="5533977" y="725317"/>
                  <a:pt x="5529331" y="734653"/>
                </a:cubicBezTo>
                <a:cubicBezTo>
                  <a:pt x="5506815" y="725317"/>
                  <a:pt x="5508960" y="721008"/>
                  <a:pt x="5495379" y="721008"/>
                </a:cubicBezTo>
                <a:cubicBezTo>
                  <a:pt x="5497880" y="709517"/>
                  <a:pt x="5513606" y="714185"/>
                  <a:pt x="5508960" y="707363"/>
                </a:cubicBezTo>
                <a:cubicBezTo>
                  <a:pt x="5504671" y="702695"/>
                  <a:pt x="5502169" y="709517"/>
                  <a:pt x="5497880" y="707363"/>
                </a:cubicBezTo>
                <a:cubicBezTo>
                  <a:pt x="5508960" y="702695"/>
                  <a:pt x="5511461" y="698386"/>
                  <a:pt x="5500025" y="691563"/>
                </a:cubicBezTo>
                <a:cubicBezTo>
                  <a:pt x="5513606" y="668582"/>
                  <a:pt x="5506815" y="648115"/>
                  <a:pt x="5508960" y="628007"/>
                </a:cubicBezTo>
                <a:cubicBezTo>
                  <a:pt x="5472863" y="614362"/>
                  <a:pt x="5522541" y="634829"/>
                  <a:pt x="5522541" y="614362"/>
                </a:cubicBezTo>
                <a:close/>
                <a:moveTo>
                  <a:pt x="4968188" y="609600"/>
                </a:moveTo>
                <a:cubicBezTo>
                  <a:pt x="4972900" y="616401"/>
                  <a:pt x="4975075" y="625350"/>
                  <a:pt x="4981963" y="630004"/>
                </a:cubicBezTo>
                <a:cubicBezTo>
                  <a:pt x="4966013" y="627856"/>
                  <a:pt x="4950063" y="638953"/>
                  <a:pt x="4952238" y="625350"/>
                </a:cubicBezTo>
                <a:cubicBezTo>
                  <a:pt x="4938463" y="627856"/>
                  <a:pt x="4945350" y="632151"/>
                  <a:pt x="4945350" y="636805"/>
                </a:cubicBezTo>
                <a:cubicBezTo>
                  <a:pt x="4940638" y="645754"/>
                  <a:pt x="4945350" y="627856"/>
                  <a:pt x="4936288" y="630004"/>
                </a:cubicBezTo>
                <a:cubicBezTo>
                  <a:pt x="4938463" y="625350"/>
                  <a:pt x="4945350" y="623202"/>
                  <a:pt x="4943175" y="616401"/>
                </a:cubicBezTo>
                <a:cubicBezTo>
                  <a:pt x="4954413" y="618549"/>
                  <a:pt x="4970725" y="621054"/>
                  <a:pt x="4968188" y="609600"/>
                </a:cubicBezTo>
                <a:close/>
                <a:moveTo>
                  <a:pt x="5538397" y="601662"/>
                </a:moveTo>
                <a:cubicBezTo>
                  <a:pt x="5549845" y="601662"/>
                  <a:pt x="5549845" y="601662"/>
                  <a:pt x="5549845" y="601662"/>
                </a:cubicBezTo>
                <a:cubicBezTo>
                  <a:pt x="5551992" y="606248"/>
                  <a:pt x="5554496" y="610481"/>
                  <a:pt x="5554496" y="617184"/>
                </a:cubicBezTo>
                <a:cubicBezTo>
                  <a:pt x="5531600" y="612951"/>
                  <a:pt x="5556642" y="633059"/>
                  <a:pt x="5540901" y="639409"/>
                </a:cubicBezTo>
                <a:cubicBezTo>
                  <a:pt x="5534104" y="630590"/>
                  <a:pt x="5534104" y="606248"/>
                  <a:pt x="5538397" y="601662"/>
                </a:cubicBezTo>
                <a:close/>
                <a:moveTo>
                  <a:pt x="5493277" y="595312"/>
                </a:moveTo>
                <a:cubicBezTo>
                  <a:pt x="5507416" y="595312"/>
                  <a:pt x="5502579" y="615290"/>
                  <a:pt x="5495509" y="621949"/>
                </a:cubicBezTo>
                <a:cubicBezTo>
                  <a:pt x="5483975" y="619846"/>
                  <a:pt x="5495509" y="601971"/>
                  <a:pt x="5493277" y="595312"/>
                </a:cubicBezTo>
                <a:close/>
                <a:moveTo>
                  <a:pt x="5656926" y="587948"/>
                </a:moveTo>
                <a:cubicBezTo>
                  <a:pt x="5688860" y="587948"/>
                  <a:pt x="5688860" y="587948"/>
                  <a:pt x="5688860" y="587948"/>
                </a:cubicBezTo>
                <a:cubicBezTo>
                  <a:pt x="5693166" y="592631"/>
                  <a:pt x="5693166" y="599476"/>
                  <a:pt x="5691013" y="610643"/>
                </a:cubicBezTo>
                <a:cubicBezTo>
                  <a:pt x="5682043" y="606321"/>
                  <a:pt x="5691013" y="585787"/>
                  <a:pt x="5665896" y="592631"/>
                </a:cubicBezTo>
                <a:cubicBezTo>
                  <a:pt x="5688860" y="633699"/>
                  <a:pt x="5641138" y="642705"/>
                  <a:pt x="5675225" y="670083"/>
                </a:cubicBezTo>
                <a:cubicBezTo>
                  <a:pt x="5670561" y="670083"/>
                  <a:pt x="5670561" y="676928"/>
                  <a:pt x="5668408" y="679090"/>
                </a:cubicBezTo>
                <a:cubicBezTo>
                  <a:pt x="5663743" y="676928"/>
                  <a:pt x="5656926" y="674406"/>
                  <a:pt x="5647955" y="674406"/>
                </a:cubicBezTo>
                <a:cubicBezTo>
                  <a:pt x="5645444" y="633699"/>
                  <a:pt x="5659079" y="631177"/>
                  <a:pt x="5656926" y="587948"/>
                </a:cubicBezTo>
                <a:close/>
                <a:moveTo>
                  <a:pt x="5621403" y="584200"/>
                </a:moveTo>
                <a:cubicBezTo>
                  <a:pt x="5639301" y="600130"/>
                  <a:pt x="5619255" y="622940"/>
                  <a:pt x="5637154" y="641043"/>
                </a:cubicBezTo>
                <a:cubicBezTo>
                  <a:pt x="5612454" y="641043"/>
                  <a:pt x="5643955" y="650457"/>
                  <a:pt x="5635006" y="666388"/>
                </a:cubicBezTo>
                <a:cubicBezTo>
                  <a:pt x="5609948" y="657336"/>
                  <a:pt x="5623551" y="629819"/>
                  <a:pt x="5607800" y="607010"/>
                </a:cubicBezTo>
                <a:cubicBezTo>
                  <a:pt x="5632500" y="609182"/>
                  <a:pt x="5607800" y="588544"/>
                  <a:pt x="5621403" y="584200"/>
                </a:cubicBezTo>
                <a:close/>
                <a:moveTo>
                  <a:pt x="5588477" y="569912"/>
                </a:moveTo>
                <a:cubicBezTo>
                  <a:pt x="5594881" y="578861"/>
                  <a:pt x="5599507" y="599265"/>
                  <a:pt x="5590611" y="606067"/>
                </a:cubicBezTo>
                <a:cubicBezTo>
                  <a:pt x="5585986" y="599265"/>
                  <a:pt x="5579225" y="578861"/>
                  <a:pt x="5588477" y="569912"/>
                </a:cubicBezTo>
                <a:close/>
                <a:moveTo>
                  <a:pt x="4951653" y="556883"/>
                </a:moveTo>
                <a:cubicBezTo>
                  <a:pt x="4953728" y="559735"/>
                  <a:pt x="4951619" y="571144"/>
                  <a:pt x="4948081" y="571144"/>
                </a:cubicBezTo>
                <a:cubicBezTo>
                  <a:pt x="4929938" y="568653"/>
                  <a:pt x="4952798" y="566518"/>
                  <a:pt x="4948081" y="557622"/>
                </a:cubicBezTo>
                <a:cubicBezTo>
                  <a:pt x="4949804" y="555932"/>
                  <a:pt x="4950961" y="555932"/>
                  <a:pt x="4951653" y="556883"/>
                </a:cubicBezTo>
                <a:close/>
                <a:moveTo>
                  <a:pt x="4985997" y="554037"/>
                </a:moveTo>
                <a:cubicBezTo>
                  <a:pt x="4992594" y="556518"/>
                  <a:pt x="4988080" y="563254"/>
                  <a:pt x="4994678" y="563254"/>
                </a:cubicBezTo>
                <a:cubicBezTo>
                  <a:pt x="4985997" y="565381"/>
                  <a:pt x="4992594" y="590195"/>
                  <a:pt x="4983913" y="585587"/>
                </a:cubicBezTo>
                <a:cubicBezTo>
                  <a:pt x="4985997" y="576724"/>
                  <a:pt x="4985997" y="565381"/>
                  <a:pt x="4985997" y="554037"/>
                </a:cubicBezTo>
                <a:close/>
                <a:moveTo>
                  <a:pt x="5008960" y="546005"/>
                </a:moveTo>
                <a:lnTo>
                  <a:pt x="5008960" y="566473"/>
                </a:lnTo>
                <a:cubicBezTo>
                  <a:pt x="4993438" y="571141"/>
                  <a:pt x="4993438" y="541337"/>
                  <a:pt x="5008960" y="546005"/>
                </a:cubicBezTo>
                <a:close/>
                <a:moveTo>
                  <a:pt x="5586238" y="537135"/>
                </a:moveTo>
                <a:cubicBezTo>
                  <a:pt x="5613788" y="534987"/>
                  <a:pt x="5595300" y="564340"/>
                  <a:pt x="5584063" y="571142"/>
                </a:cubicBezTo>
                <a:cubicBezTo>
                  <a:pt x="5568113" y="564340"/>
                  <a:pt x="5590950" y="550737"/>
                  <a:pt x="5586238" y="537135"/>
                </a:cubicBezTo>
                <a:close/>
                <a:moveTo>
                  <a:pt x="4939191" y="535561"/>
                </a:moveTo>
                <a:cubicBezTo>
                  <a:pt x="4950621" y="535869"/>
                  <a:pt x="4963230" y="539221"/>
                  <a:pt x="4964500" y="543630"/>
                </a:cubicBezTo>
                <a:cubicBezTo>
                  <a:pt x="4920957" y="545747"/>
                  <a:pt x="4920957" y="545747"/>
                  <a:pt x="4920957" y="545747"/>
                </a:cubicBezTo>
                <a:cubicBezTo>
                  <a:pt x="4917510" y="537986"/>
                  <a:pt x="4927761" y="535252"/>
                  <a:pt x="4939191" y="535561"/>
                </a:cubicBezTo>
                <a:close/>
                <a:moveTo>
                  <a:pt x="4882812" y="527050"/>
                </a:moveTo>
                <a:cubicBezTo>
                  <a:pt x="4901006" y="529282"/>
                  <a:pt x="4889591" y="540816"/>
                  <a:pt x="4887450" y="550490"/>
                </a:cubicBezTo>
                <a:cubicBezTo>
                  <a:pt x="4869613" y="547885"/>
                  <a:pt x="4887450" y="540816"/>
                  <a:pt x="4882812" y="527050"/>
                </a:cubicBezTo>
                <a:close/>
                <a:moveTo>
                  <a:pt x="5366922" y="525462"/>
                </a:moveTo>
                <a:cubicBezTo>
                  <a:pt x="5378828" y="545842"/>
                  <a:pt x="5373991" y="575161"/>
                  <a:pt x="5371759" y="604479"/>
                </a:cubicBezTo>
                <a:cubicBezTo>
                  <a:pt x="5355388" y="604479"/>
                  <a:pt x="5355388" y="604479"/>
                  <a:pt x="5355388" y="604479"/>
                </a:cubicBezTo>
                <a:cubicBezTo>
                  <a:pt x="5366922" y="579809"/>
                  <a:pt x="5357620" y="545842"/>
                  <a:pt x="5366922" y="525462"/>
                </a:cubicBezTo>
                <a:close/>
                <a:moveTo>
                  <a:pt x="4874188" y="511175"/>
                </a:moveTo>
                <a:cubicBezTo>
                  <a:pt x="4883526" y="520482"/>
                  <a:pt x="4876429" y="543033"/>
                  <a:pt x="4864850" y="547329"/>
                </a:cubicBezTo>
                <a:cubicBezTo>
                  <a:pt x="4867091" y="540528"/>
                  <a:pt x="4869706" y="524777"/>
                  <a:pt x="4874188" y="511175"/>
                </a:cubicBezTo>
                <a:close/>
                <a:moveTo>
                  <a:pt x="5688763" y="490537"/>
                </a:moveTo>
                <a:cubicBezTo>
                  <a:pt x="5693117" y="495205"/>
                  <a:pt x="5702189" y="495205"/>
                  <a:pt x="5711623" y="495205"/>
                </a:cubicBezTo>
                <a:cubicBezTo>
                  <a:pt x="5713800" y="508850"/>
                  <a:pt x="5702189" y="508850"/>
                  <a:pt x="5697834" y="520341"/>
                </a:cubicBezTo>
                <a:cubicBezTo>
                  <a:pt x="5688763" y="515673"/>
                  <a:pt x="5688763" y="504182"/>
                  <a:pt x="5688763" y="490537"/>
                </a:cubicBezTo>
                <a:close/>
                <a:moveTo>
                  <a:pt x="4944931" y="460375"/>
                </a:moveTo>
                <a:cubicBezTo>
                  <a:pt x="4947047" y="473780"/>
                  <a:pt x="4918119" y="475897"/>
                  <a:pt x="4909300" y="469547"/>
                </a:cubicBezTo>
                <a:cubicBezTo>
                  <a:pt x="4913886" y="462844"/>
                  <a:pt x="4936111" y="464961"/>
                  <a:pt x="4944931" y="460375"/>
                </a:cubicBezTo>
                <a:close/>
                <a:moveTo>
                  <a:pt x="5663010" y="458787"/>
                </a:moveTo>
                <a:cubicBezTo>
                  <a:pt x="5674299" y="470398"/>
                  <a:pt x="5685235" y="488541"/>
                  <a:pt x="5676416" y="504507"/>
                </a:cubicBezTo>
                <a:cubicBezTo>
                  <a:pt x="5654191" y="509224"/>
                  <a:pt x="5671830" y="472575"/>
                  <a:pt x="5647488" y="476930"/>
                </a:cubicBezTo>
                <a:cubicBezTo>
                  <a:pt x="5647488" y="472575"/>
                  <a:pt x="5654191" y="474752"/>
                  <a:pt x="5658424" y="472575"/>
                </a:cubicBezTo>
                <a:cubicBezTo>
                  <a:pt x="5665127" y="472575"/>
                  <a:pt x="5663010" y="463504"/>
                  <a:pt x="5663010" y="458787"/>
                </a:cubicBezTo>
                <a:close/>
                <a:moveTo>
                  <a:pt x="5126578" y="442912"/>
                </a:moveTo>
                <a:cubicBezTo>
                  <a:pt x="5128734" y="445037"/>
                  <a:pt x="5135564" y="445037"/>
                  <a:pt x="5142393" y="445037"/>
                </a:cubicBezTo>
                <a:cubicBezTo>
                  <a:pt x="5140236" y="456373"/>
                  <a:pt x="5147066" y="458498"/>
                  <a:pt x="5144550" y="469834"/>
                </a:cubicBezTo>
                <a:cubicBezTo>
                  <a:pt x="5135564" y="467354"/>
                  <a:pt x="5119749" y="474085"/>
                  <a:pt x="5128734" y="476210"/>
                </a:cubicBezTo>
                <a:cubicBezTo>
                  <a:pt x="5124062" y="482941"/>
                  <a:pt x="5110403" y="467354"/>
                  <a:pt x="5112919" y="485421"/>
                </a:cubicBezTo>
                <a:cubicBezTo>
                  <a:pt x="5099261" y="485421"/>
                  <a:pt x="5108247" y="469834"/>
                  <a:pt x="5090275" y="471959"/>
                </a:cubicBezTo>
                <a:cubicBezTo>
                  <a:pt x="5112919" y="463103"/>
                  <a:pt x="5117233" y="458498"/>
                  <a:pt x="5126578" y="442912"/>
                </a:cubicBezTo>
                <a:close/>
                <a:moveTo>
                  <a:pt x="4949781" y="415925"/>
                </a:moveTo>
                <a:cubicBezTo>
                  <a:pt x="4967680" y="415925"/>
                  <a:pt x="4951929" y="429330"/>
                  <a:pt x="4945128" y="431447"/>
                </a:cubicBezTo>
                <a:cubicBezTo>
                  <a:pt x="4931525" y="427214"/>
                  <a:pt x="4954077" y="424744"/>
                  <a:pt x="4949781" y="415925"/>
                </a:cubicBezTo>
                <a:close/>
                <a:moveTo>
                  <a:pt x="5127012" y="388937"/>
                </a:moveTo>
                <a:cubicBezTo>
                  <a:pt x="5135955" y="395842"/>
                  <a:pt x="5135955" y="402746"/>
                  <a:pt x="5131305" y="414375"/>
                </a:cubicBezTo>
                <a:cubicBezTo>
                  <a:pt x="5110913" y="418736"/>
                  <a:pt x="5122361" y="393661"/>
                  <a:pt x="5127012" y="388937"/>
                </a:cubicBezTo>
                <a:close/>
                <a:moveTo>
                  <a:pt x="5651721" y="344487"/>
                </a:moveTo>
                <a:cubicBezTo>
                  <a:pt x="5658424" y="346622"/>
                  <a:pt x="5663010" y="358008"/>
                  <a:pt x="5656307" y="364769"/>
                </a:cubicBezTo>
                <a:cubicBezTo>
                  <a:pt x="5647488" y="362634"/>
                  <a:pt x="5654191" y="349113"/>
                  <a:pt x="5651721" y="344487"/>
                </a:cubicBezTo>
                <a:close/>
                <a:moveTo>
                  <a:pt x="4897825" y="325437"/>
                </a:moveTo>
                <a:cubicBezTo>
                  <a:pt x="4897825" y="335111"/>
                  <a:pt x="4888739" y="339576"/>
                  <a:pt x="4893464" y="348878"/>
                </a:cubicBezTo>
                <a:cubicBezTo>
                  <a:pt x="4877110" y="337343"/>
                  <a:pt x="4868025" y="337343"/>
                  <a:pt x="4897825" y="325437"/>
                </a:cubicBezTo>
                <a:close/>
                <a:moveTo>
                  <a:pt x="5705420" y="287933"/>
                </a:moveTo>
                <a:cubicBezTo>
                  <a:pt x="5707567" y="294845"/>
                  <a:pt x="5700769" y="297028"/>
                  <a:pt x="5700769" y="303940"/>
                </a:cubicBezTo>
                <a:cubicBezTo>
                  <a:pt x="5709713" y="301757"/>
                  <a:pt x="5709713" y="306486"/>
                  <a:pt x="5712217" y="310852"/>
                </a:cubicBezTo>
                <a:cubicBezTo>
                  <a:pt x="5693972" y="320311"/>
                  <a:pt x="5687175" y="285750"/>
                  <a:pt x="5705420" y="287933"/>
                </a:cubicBezTo>
                <a:close/>
                <a:moveTo>
                  <a:pt x="4972903" y="284162"/>
                </a:moveTo>
                <a:cubicBezTo>
                  <a:pt x="4988325" y="290984"/>
                  <a:pt x="4975006" y="307143"/>
                  <a:pt x="4970800" y="313966"/>
                </a:cubicBezTo>
                <a:cubicBezTo>
                  <a:pt x="4961688" y="309298"/>
                  <a:pt x="4977460" y="295652"/>
                  <a:pt x="4972903" y="284162"/>
                </a:cubicBezTo>
                <a:close/>
                <a:moveTo>
                  <a:pt x="5561763" y="279400"/>
                </a:moveTo>
                <a:cubicBezTo>
                  <a:pt x="5575684" y="279400"/>
                  <a:pt x="5573119" y="292956"/>
                  <a:pt x="5573119" y="306512"/>
                </a:cubicBezTo>
                <a:cubicBezTo>
                  <a:pt x="5552238" y="310793"/>
                  <a:pt x="5554802" y="288318"/>
                  <a:pt x="5561763" y="279400"/>
                </a:cubicBezTo>
                <a:close/>
                <a:moveTo>
                  <a:pt x="5562135" y="228600"/>
                </a:moveTo>
                <a:cubicBezTo>
                  <a:pt x="5591566" y="235401"/>
                  <a:pt x="5562135" y="251151"/>
                  <a:pt x="5573262" y="264754"/>
                </a:cubicBezTo>
                <a:cubicBezTo>
                  <a:pt x="5557469" y="264754"/>
                  <a:pt x="5557469" y="264754"/>
                  <a:pt x="5557469" y="264754"/>
                </a:cubicBezTo>
                <a:cubicBezTo>
                  <a:pt x="5559623" y="255805"/>
                  <a:pt x="5550650" y="232895"/>
                  <a:pt x="5562135" y="228600"/>
                </a:cubicBezTo>
                <a:close/>
                <a:moveTo>
                  <a:pt x="5634066" y="226545"/>
                </a:moveTo>
                <a:cubicBezTo>
                  <a:pt x="5644931" y="222250"/>
                  <a:pt x="5642828" y="244801"/>
                  <a:pt x="5649488" y="235852"/>
                </a:cubicBezTo>
                <a:cubicBezTo>
                  <a:pt x="5658250" y="235852"/>
                  <a:pt x="5651590" y="251603"/>
                  <a:pt x="5654044" y="258404"/>
                </a:cubicBezTo>
                <a:cubicBezTo>
                  <a:pt x="5647385" y="253750"/>
                  <a:pt x="5647385" y="244801"/>
                  <a:pt x="5634066" y="244801"/>
                </a:cubicBezTo>
                <a:cubicBezTo>
                  <a:pt x="5642828" y="238000"/>
                  <a:pt x="5631613" y="235852"/>
                  <a:pt x="5634066" y="226545"/>
                </a:cubicBezTo>
                <a:close/>
                <a:moveTo>
                  <a:pt x="4993301" y="220662"/>
                </a:moveTo>
                <a:cubicBezTo>
                  <a:pt x="5002196" y="227484"/>
                  <a:pt x="5008957" y="241130"/>
                  <a:pt x="5000061" y="250466"/>
                </a:cubicBezTo>
                <a:cubicBezTo>
                  <a:pt x="4988675" y="247952"/>
                  <a:pt x="5000061" y="234307"/>
                  <a:pt x="4993301" y="220662"/>
                </a:cubicBezTo>
                <a:close/>
                <a:moveTo>
                  <a:pt x="5682060" y="215900"/>
                </a:moveTo>
                <a:cubicBezTo>
                  <a:pt x="5677474" y="238459"/>
                  <a:pt x="5677474" y="270328"/>
                  <a:pt x="5679591" y="310792"/>
                </a:cubicBezTo>
                <a:cubicBezTo>
                  <a:pt x="5675357" y="308643"/>
                  <a:pt x="5650663" y="224852"/>
                  <a:pt x="5682060" y="215900"/>
                </a:cubicBezTo>
                <a:close/>
                <a:moveTo>
                  <a:pt x="4653581" y="210719"/>
                </a:moveTo>
                <a:cubicBezTo>
                  <a:pt x="4671648" y="206375"/>
                  <a:pt x="4662792" y="224477"/>
                  <a:pt x="4685109" y="215426"/>
                </a:cubicBezTo>
                <a:cubicBezTo>
                  <a:pt x="4680504" y="222305"/>
                  <a:pt x="4671648" y="226650"/>
                  <a:pt x="4660312" y="226650"/>
                </a:cubicBezTo>
                <a:cubicBezTo>
                  <a:pt x="4653581" y="222305"/>
                  <a:pt x="4642600" y="219771"/>
                  <a:pt x="4653581" y="210719"/>
                </a:cubicBezTo>
                <a:close/>
                <a:moveTo>
                  <a:pt x="6080169" y="208429"/>
                </a:moveTo>
                <a:cubicBezTo>
                  <a:pt x="6084403" y="201612"/>
                  <a:pt x="6093222" y="251488"/>
                  <a:pt x="6077700" y="253641"/>
                </a:cubicBezTo>
                <a:cubicBezTo>
                  <a:pt x="6080169" y="242517"/>
                  <a:pt x="6080169" y="228882"/>
                  <a:pt x="6080169" y="208429"/>
                </a:cubicBezTo>
                <a:close/>
                <a:moveTo>
                  <a:pt x="4995025" y="207351"/>
                </a:moveTo>
                <a:cubicBezTo>
                  <a:pt x="5008947" y="204787"/>
                  <a:pt x="5006748" y="213945"/>
                  <a:pt x="5008947" y="223470"/>
                </a:cubicBezTo>
                <a:cubicBezTo>
                  <a:pt x="5001986" y="218708"/>
                  <a:pt x="4997590" y="213945"/>
                  <a:pt x="4995025" y="207351"/>
                </a:cubicBezTo>
                <a:close/>
                <a:moveTo>
                  <a:pt x="4975318" y="206090"/>
                </a:moveTo>
                <a:cubicBezTo>
                  <a:pt x="4976920" y="208988"/>
                  <a:pt x="4976783" y="220782"/>
                  <a:pt x="4981962" y="222669"/>
                </a:cubicBezTo>
                <a:cubicBezTo>
                  <a:pt x="4968152" y="222669"/>
                  <a:pt x="4968152" y="222669"/>
                  <a:pt x="4968152" y="222669"/>
                </a:cubicBezTo>
                <a:cubicBezTo>
                  <a:pt x="4965972" y="240641"/>
                  <a:pt x="4981962" y="240641"/>
                  <a:pt x="4979781" y="256815"/>
                </a:cubicBezTo>
                <a:cubicBezTo>
                  <a:pt x="4952163" y="249986"/>
                  <a:pt x="4965972" y="222669"/>
                  <a:pt x="4972877" y="206854"/>
                </a:cubicBezTo>
                <a:cubicBezTo>
                  <a:pt x="4974058" y="205147"/>
                  <a:pt x="4974785" y="205124"/>
                  <a:pt x="4975318" y="206090"/>
                </a:cubicBezTo>
                <a:close/>
                <a:moveTo>
                  <a:pt x="4832750" y="201612"/>
                </a:moveTo>
                <a:cubicBezTo>
                  <a:pt x="4830296" y="208573"/>
                  <a:pt x="4819431" y="212969"/>
                  <a:pt x="4808216" y="215533"/>
                </a:cubicBezTo>
                <a:cubicBezTo>
                  <a:pt x="4806113" y="206374"/>
                  <a:pt x="4819431" y="203810"/>
                  <a:pt x="4832750" y="201612"/>
                </a:cubicBezTo>
                <a:close/>
                <a:moveTo>
                  <a:pt x="4991010" y="186714"/>
                </a:moveTo>
                <a:cubicBezTo>
                  <a:pt x="5002589" y="184150"/>
                  <a:pt x="4998107" y="198071"/>
                  <a:pt x="5000348" y="205031"/>
                </a:cubicBezTo>
                <a:cubicBezTo>
                  <a:pt x="4983913" y="207595"/>
                  <a:pt x="4991010" y="191110"/>
                  <a:pt x="4991010" y="186714"/>
                </a:cubicBezTo>
                <a:close/>
                <a:moveTo>
                  <a:pt x="5745879" y="179387"/>
                </a:moveTo>
                <a:cubicBezTo>
                  <a:pt x="5775711" y="179387"/>
                  <a:pt x="5748062" y="190652"/>
                  <a:pt x="5752792" y="207006"/>
                </a:cubicBezTo>
                <a:cubicBezTo>
                  <a:pt x="5741150" y="209186"/>
                  <a:pt x="5750245" y="188472"/>
                  <a:pt x="5745879" y="179387"/>
                </a:cubicBezTo>
                <a:close/>
                <a:moveTo>
                  <a:pt x="5623675" y="163512"/>
                </a:moveTo>
                <a:cubicBezTo>
                  <a:pt x="5632834" y="165628"/>
                  <a:pt x="5637597" y="170215"/>
                  <a:pt x="5637597" y="179034"/>
                </a:cubicBezTo>
                <a:cubicBezTo>
                  <a:pt x="5628438" y="176565"/>
                  <a:pt x="5626240" y="172331"/>
                  <a:pt x="5623675" y="163512"/>
                </a:cubicBezTo>
                <a:close/>
                <a:moveTo>
                  <a:pt x="4896247" y="160747"/>
                </a:moveTo>
                <a:cubicBezTo>
                  <a:pt x="4894131" y="174269"/>
                  <a:pt x="4871906" y="167508"/>
                  <a:pt x="4858500" y="167508"/>
                </a:cubicBezTo>
                <a:cubicBezTo>
                  <a:pt x="4867319" y="153987"/>
                  <a:pt x="4882842" y="167508"/>
                  <a:pt x="4896247" y="160747"/>
                </a:cubicBezTo>
                <a:close/>
                <a:moveTo>
                  <a:pt x="5596286" y="157162"/>
                </a:moveTo>
                <a:cubicBezTo>
                  <a:pt x="5619544" y="166087"/>
                  <a:pt x="5612639" y="206785"/>
                  <a:pt x="5621725" y="231418"/>
                </a:cubicBezTo>
                <a:cubicBezTo>
                  <a:pt x="5591925" y="229276"/>
                  <a:pt x="5610095" y="177154"/>
                  <a:pt x="5596286" y="157162"/>
                </a:cubicBezTo>
                <a:close/>
                <a:moveTo>
                  <a:pt x="4958786" y="152400"/>
                </a:moveTo>
                <a:cubicBezTo>
                  <a:pt x="4967682" y="152400"/>
                  <a:pt x="4960921" y="165921"/>
                  <a:pt x="4965547" y="172681"/>
                </a:cubicBezTo>
                <a:cubicBezTo>
                  <a:pt x="4958786" y="165921"/>
                  <a:pt x="4947400" y="159160"/>
                  <a:pt x="4958786" y="152400"/>
                </a:cubicBezTo>
                <a:close/>
                <a:moveTo>
                  <a:pt x="4710863" y="125412"/>
                </a:moveTo>
                <a:cubicBezTo>
                  <a:pt x="4719958" y="130175"/>
                  <a:pt x="4745424" y="120650"/>
                  <a:pt x="4745424" y="134571"/>
                </a:cubicBezTo>
                <a:cubicBezTo>
                  <a:pt x="4731600" y="134571"/>
                  <a:pt x="4710863" y="139333"/>
                  <a:pt x="4710863" y="125412"/>
                </a:cubicBezTo>
                <a:close/>
                <a:moveTo>
                  <a:pt x="5644313" y="122237"/>
                </a:moveTo>
                <a:cubicBezTo>
                  <a:pt x="5656036" y="122237"/>
                  <a:pt x="5649075" y="136431"/>
                  <a:pt x="5662997" y="131575"/>
                </a:cubicBezTo>
                <a:cubicBezTo>
                  <a:pt x="5662997" y="133816"/>
                  <a:pt x="5660432" y="133816"/>
                  <a:pt x="5658234" y="133816"/>
                </a:cubicBezTo>
                <a:cubicBezTo>
                  <a:pt x="5658234" y="140913"/>
                  <a:pt x="5658234" y="140913"/>
                  <a:pt x="5658234" y="140913"/>
                </a:cubicBezTo>
                <a:cubicBezTo>
                  <a:pt x="5649075" y="138672"/>
                  <a:pt x="5646511" y="131575"/>
                  <a:pt x="5644313" y="122237"/>
                </a:cubicBezTo>
                <a:close/>
                <a:moveTo>
                  <a:pt x="6085387" y="106362"/>
                </a:moveTo>
                <a:cubicBezTo>
                  <a:pt x="6094787" y="115311"/>
                  <a:pt x="6090275" y="131062"/>
                  <a:pt x="6090275" y="142517"/>
                </a:cubicBezTo>
                <a:cubicBezTo>
                  <a:pt x="6080875" y="137863"/>
                  <a:pt x="6087643" y="117459"/>
                  <a:pt x="6085387" y="106362"/>
                </a:cubicBezTo>
                <a:close/>
                <a:moveTo>
                  <a:pt x="4654928" y="95250"/>
                </a:moveTo>
                <a:cubicBezTo>
                  <a:pt x="4645626" y="102162"/>
                  <a:pt x="4645626" y="115986"/>
                  <a:pt x="4647859" y="129811"/>
                </a:cubicBezTo>
                <a:cubicBezTo>
                  <a:pt x="4643394" y="129811"/>
                  <a:pt x="4638557" y="127264"/>
                  <a:pt x="4631488" y="129811"/>
                </a:cubicBezTo>
                <a:cubicBezTo>
                  <a:pt x="4640790" y="115986"/>
                  <a:pt x="4640790" y="113440"/>
                  <a:pt x="4633720" y="99979"/>
                </a:cubicBezTo>
                <a:cubicBezTo>
                  <a:pt x="4654928" y="95250"/>
                  <a:pt x="4654928" y="95250"/>
                  <a:pt x="4654928" y="95250"/>
                </a:cubicBezTo>
                <a:close/>
                <a:moveTo>
                  <a:pt x="5537070" y="42862"/>
                </a:moveTo>
                <a:cubicBezTo>
                  <a:pt x="5543975" y="42862"/>
                  <a:pt x="5543975" y="49171"/>
                  <a:pt x="5537070" y="51624"/>
                </a:cubicBezTo>
                <a:cubicBezTo>
                  <a:pt x="5539251" y="53727"/>
                  <a:pt x="5543975" y="58283"/>
                  <a:pt x="5548700" y="58283"/>
                </a:cubicBezTo>
                <a:cubicBezTo>
                  <a:pt x="5546156" y="64943"/>
                  <a:pt x="5537070" y="67046"/>
                  <a:pt x="5527985" y="69499"/>
                </a:cubicBezTo>
                <a:cubicBezTo>
                  <a:pt x="5518900" y="53727"/>
                  <a:pt x="5539251" y="53727"/>
                  <a:pt x="5537070" y="42862"/>
                </a:cubicBezTo>
                <a:close/>
                <a:moveTo>
                  <a:pt x="5664004" y="36512"/>
                </a:moveTo>
                <a:cubicBezTo>
                  <a:pt x="5666176" y="59431"/>
                  <a:pt x="5666176" y="59431"/>
                  <a:pt x="5666176" y="59431"/>
                </a:cubicBezTo>
                <a:cubicBezTo>
                  <a:pt x="5661831" y="57248"/>
                  <a:pt x="5657124" y="54702"/>
                  <a:pt x="5650245" y="57248"/>
                </a:cubicBezTo>
                <a:lnTo>
                  <a:pt x="5650245" y="71073"/>
                </a:lnTo>
                <a:cubicBezTo>
                  <a:pt x="5625263" y="71073"/>
                  <a:pt x="5652418" y="38695"/>
                  <a:pt x="5664004" y="36512"/>
                </a:cubicBezTo>
                <a:close/>
                <a:moveTo>
                  <a:pt x="5589727" y="33337"/>
                </a:moveTo>
                <a:cubicBezTo>
                  <a:pt x="5603282" y="51596"/>
                  <a:pt x="5603282" y="83103"/>
                  <a:pt x="5605847" y="117117"/>
                </a:cubicBezTo>
                <a:cubicBezTo>
                  <a:pt x="5591925" y="92412"/>
                  <a:pt x="5587163" y="69856"/>
                  <a:pt x="5589727" y="33337"/>
                </a:cubicBezTo>
                <a:close/>
                <a:moveTo>
                  <a:pt x="5217443" y="31750"/>
                </a:moveTo>
                <a:cubicBezTo>
                  <a:pt x="5219977" y="33933"/>
                  <a:pt x="5231201" y="31750"/>
                  <a:pt x="5231201" y="38662"/>
                </a:cubicBezTo>
                <a:cubicBezTo>
                  <a:pt x="5213098" y="40845"/>
                  <a:pt x="5199340" y="66311"/>
                  <a:pt x="5190288" y="49940"/>
                </a:cubicBezTo>
                <a:cubicBezTo>
                  <a:pt x="5194633" y="49940"/>
                  <a:pt x="5201512" y="49940"/>
                  <a:pt x="5208391" y="47757"/>
                </a:cubicBezTo>
                <a:cubicBezTo>
                  <a:pt x="5206219" y="36479"/>
                  <a:pt x="5206219" y="36479"/>
                  <a:pt x="5206219" y="36479"/>
                </a:cubicBezTo>
                <a:cubicBezTo>
                  <a:pt x="5210563" y="33933"/>
                  <a:pt x="5217443" y="33933"/>
                  <a:pt x="5217443" y="31750"/>
                </a:cubicBezTo>
                <a:close/>
                <a:moveTo>
                  <a:pt x="5677271" y="0"/>
                </a:moveTo>
                <a:cubicBezTo>
                  <a:pt x="5704283" y="20028"/>
                  <a:pt x="5677271" y="63305"/>
                  <a:pt x="5699662" y="90129"/>
                </a:cubicBezTo>
                <a:cubicBezTo>
                  <a:pt x="5657013" y="76538"/>
                  <a:pt x="5692909" y="36123"/>
                  <a:pt x="5677271" y="0"/>
                </a:cubicBezTo>
                <a:close/>
                <a:moveTo>
                  <a:pt x="5158538" y="0"/>
                </a:moveTo>
                <a:cubicBezTo>
                  <a:pt x="5163094" y="0"/>
                  <a:pt x="5160991" y="2140"/>
                  <a:pt x="5163094" y="4281"/>
                </a:cubicBezTo>
                <a:cubicBezTo>
                  <a:pt x="5171856" y="4281"/>
                  <a:pt x="5185175" y="15696"/>
                  <a:pt x="5185175" y="31393"/>
                </a:cubicBezTo>
                <a:cubicBezTo>
                  <a:pt x="5178515" y="17837"/>
                  <a:pt x="5160991" y="15696"/>
                  <a:pt x="5158538" y="0"/>
                </a:cubicBezTo>
                <a:close/>
              </a:path>
            </a:pathLst>
          </a:custGeom>
          <a:blipFill dpi="0" rotWithShape="1">
            <a:blip r:embed="rId2"/>
            <a:srcRect/>
            <a:stretch>
              <a:fillRect/>
            </a:stretch>
          </a:blipFill>
          <a:ln>
            <a:noFill/>
          </a:ln>
          <a:effectLst/>
        </p:spPr>
        <p:txBody>
          <a:bodyPr wrap="square" anchor="ctr">
            <a:noAutofit/>
          </a:bodyPr>
          <a:lstStyle/>
          <a:p>
            <a:endParaRPr lang="en-US" dirty="0">
              <a:latin typeface="微软雅黑 Light" panose="020B0502040204020203" pitchFamily="34" charset="-122"/>
            </a:endParaRPr>
          </a:p>
        </p:txBody>
      </p:sp>
      <p:sp>
        <p:nvSpPr>
          <p:cNvPr id="10" name="TextBox 1214">
            <a:extLst>
              <a:ext uri="{FF2B5EF4-FFF2-40B4-BE49-F238E27FC236}">
                <a16:creationId xmlns:a16="http://schemas.microsoft.com/office/drawing/2014/main" id="{5873958F-BDE0-40E1-B738-9108CFD977CB}"/>
              </a:ext>
            </a:extLst>
          </p:cNvPr>
          <p:cNvSpPr txBox="1"/>
          <p:nvPr/>
        </p:nvSpPr>
        <p:spPr>
          <a:xfrm>
            <a:off x="1686463" y="2629625"/>
            <a:ext cx="3877985" cy="830997"/>
          </a:xfrm>
          <a:prstGeom prst="rect">
            <a:avLst/>
          </a:prstGeom>
          <a:noFill/>
        </p:spPr>
        <p:txBody>
          <a:bodyPr wrap="none" rtlCol="0" anchor="ctr" anchorCtr="0">
            <a:spAutoFit/>
          </a:bodyPr>
          <a:lstStyle/>
          <a:p>
            <a:pPr algn="r"/>
            <a:r>
              <a:rPr lang="zh-CN" altLang="en-US" sz="4800" dirty="0">
                <a:latin typeface="微软雅黑" panose="020B0503020204020204" pitchFamily="34" charset="-122"/>
                <a:ea typeface="微软雅黑" panose="020B0503020204020204" pitchFamily="34" charset="-122"/>
                <a:cs typeface="Montserrat Semi" charset="0"/>
              </a:rPr>
              <a:t>链路层的寻址</a:t>
            </a:r>
            <a:endParaRPr lang="en-US" sz="4800" dirty="0">
              <a:latin typeface="微软雅黑" panose="020B0503020204020204" pitchFamily="34" charset="-122"/>
              <a:ea typeface="微软雅黑" panose="020B0503020204020204" pitchFamily="34" charset="-122"/>
              <a:cs typeface="Montserrat Semi" charset="0"/>
            </a:endParaRPr>
          </a:p>
        </p:txBody>
      </p:sp>
      <p:cxnSp>
        <p:nvCxnSpPr>
          <p:cNvPr id="12" name="Straight Connector 3">
            <a:extLst>
              <a:ext uri="{FF2B5EF4-FFF2-40B4-BE49-F238E27FC236}">
                <a16:creationId xmlns:a16="http://schemas.microsoft.com/office/drawing/2014/main" id="{3FA805CC-3C1C-4322-AC3A-286FE34DC5D1}"/>
              </a:ext>
            </a:extLst>
          </p:cNvPr>
          <p:cNvCxnSpPr>
            <a:cxnSpLocks/>
          </p:cNvCxnSpPr>
          <p:nvPr/>
        </p:nvCxnSpPr>
        <p:spPr>
          <a:xfrm>
            <a:off x="1052093" y="3460622"/>
            <a:ext cx="4512354" cy="0"/>
          </a:xfrm>
          <a:prstGeom prst="line">
            <a:avLst/>
          </a:prstGeom>
          <a:ln w="317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578BEADA-9383-433A-8DC4-1ED9AE451833}"/>
              </a:ext>
            </a:extLst>
          </p:cNvPr>
          <p:cNvSpPr txBox="1"/>
          <p:nvPr/>
        </p:nvSpPr>
        <p:spPr>
          <a:xfrm>
            <a:off x="2868581" y="3460622"/>
            <a:ext cx="2695866" cy="965329"/>
          </a:xfrm>
          <a:prstGeom prst="rect">
            <a:avLst/>
          </a:prstGeom>
          <a:noFill/>
        </p:spPr>
        <p:txBody>
          <a:bodyPr wrap="none" lIns="91440" tIns="45720" rIns="91440" bIns="45720" rtlCol="0">
            <a:spAutoFit/>
          </a:bodyPr>
          <a:lstStyle/>
          <a:p>
            <a:pPr algn="r">
              <a:lnSpc>
                <a:spcPct val="150000"/>
              </a:lnSpc>
            </a:pPr>
            <a:r>
              <a:rPr lang="en-US" altLang="zh-CN" sz="2000" dirty="0">
                <a:solidFill>
                  <a:schemeClr val="tx1"/>
                </a:solidFill>
                <a:latin typeface="微软雅黑 Light" panose="020B0502040204020203" pitchFamily="34" charset="-122"/>
                <a:ea typeface="微软雅黑 Light" panose="020B0502040204020203" pitchFamily="34" charset="-122"/>
              </a:rPr>
              <a:t>Link Layer Addressing</a:t>
            </a:r>
          </a:p>
          <a:p>
            <a:pPr algn="r">
              <a:lnSpc>
                <a:spcPct val="150000"/>
              </a:lnSpc>
            </a:pPr>
            <a:r>
              <a:rPr lang="en-US" altLang="zh-CN" sz="2000" dirty="0">
                <a:latin typeface="微软雅黑 Light" panose="020B0502040204020203" pitchFamily="34" charset="-122"/>
                <a:ea typeface="微软雅黑 Light" panose="020B0502040204020203" pitchFamily="34" charset="-122"/>
              </a:rPr>
              <a:t>MAC</a:t>
            </a:r>
          </a:p>
        </p:txBody>
      </p:sp>
    </p:spTree>
    <p:extLst>
      <p:ext uri="{BB962C8B-B14F-4D97-AF65-F5344CB8AC3E}">
        <p14:creationId xmlns:p14="http://schemas.microsoft.com/office/powerpoint/2010/main" val="16639898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Char"/>
      </p:transition>
    </mc:Choice>
    <mc:Fallback xmlns="">
      <p:transition>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D2A3BF69-52C2-481D-ABDB-3BD604746E2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574" t="6084" r="11481" b="11902"/>
          <a:stretch/>
        </p:blipFill>
        <p:spPr bwMode="auto">
          <a:xfrm>
            <a:off x="7782350" y="4270152"/>
            <a:ext cx="4320000" cy="2498198"/>
          </a:xfrm>
          <a:prstGeom prst="rect">
            <a:avLst/>
          </a:prstGeom>
          <a:noFill/>
          <a:extLst>
            <a:ext uri="{909E8E84-426E-40DD-AFC4-6F175D3DCCD1}">
              <a14:hiddenFill xmlns:a14="http://schemas.microsoft.com/office/drawing/2010/main">
                <a:solidFill>
                  <a:srgbClr val="FFFFFF"/>
                </a:solidFill>
              </a14:hiddenFill>
            </a:ext>
          </a:extLst>
        </p:spPr>
      </p:pic>
      <p:sp>
        <p:nvSpPr>
          <p:cNvPr id="10" name="文本占位符 9">
            <a:extLst>
              <a:ext uri="{FF2B5EF4-FFF2-40B4-BE49-F238E27FC236}">
                <a16:creationId xmlns:a16="http://schemas.microsoft.com/office/drawing/2014/main" id="{446C0D45-B385-4ADC-B915-A40BC867CF85}"/>
              </a:ext>
            </a:extLst>
          </p:cNvPr>
          <p:cNvSpPr>
            <a:spLocks noGrp="1"/>
          </p:cNvSpPr>
          <p:nvPr>
            <p:ph type="body" sz="quarter" idx="15"/>
          </p:nvPr>
        </p:nvSpPr>
        <p:spPr/>
        <p:txBody>
          <a:bodyPr/>
          <a:lstStyle/>
          <a:p>
            <a:r>
              <a:rPr lang="zh-CN" altLang="en-US" dirty="0">
                <a:solidFill>
                  <a:srgbClr val="954F72"/>
                </a:solidFill>
                <a:hlinkClick r:id="rId3" action="ppaction://hlinkfile">
                  <a:extLst>
                    <a:ext uri="{A12FA001-AC4F-418D-AE19-62706E023703}">
                      <ahyp:hlinkClr xmlns:ahyp="http://schemas.microsoft.com/office/drawing/2018/hyperlinkcolor" val="tx"/>
                    </a:ext>
                  </a:extLst>
                </a:hlinkClick>
              </a:rPr>
              <a:t>更多 </a:t>
            </a:r>
            <a:r>
              <a:rPr lang="en-US" altLang="zh-CN" dirty="0">
                <a:solidFill>
                  <a:srgbClr val="954F72"/>
                </a:solidFill>
                <a:hlinkClick r:id="rId3" action="ppaction://hlinkfile">
                  <a:extLst>
                    <a:ext uri="{A12FA001-AC4F-418D-AE19-62706E023703}">
                      <ahyp:hlinkClr xmlns:ahyp="http://schemas.microsoft.com/office/drawing/2018/hyperlinkcolor" val="tx"/>
                    </a:ext>
                  </a:extLst>
                </a:hlinkClick>
              </a:rPr>
              <a:t>NIC </a:t>
            </a:r>
            <a:r>
              <a:rPr lang="zh-CN" altLang="en-US" dirty="0">
                <a:solidFill>
                  <a:srgbClr val="954F72"/>
                </a:solidFill>
                <a:hlinkClick r:id="rId3" action="ppaction://hlinkfile">
                  <a:extLst>
                    <a:ext uri="{A12FA001-AC4F-418D-AE19-62706E023703}">
                      <ahyp:hlinkClr xmlns:ahyp="http://schemas.microsoft.com/office/drawing/2018/hyperlinkcolor" val="tx"/>
                    </a:ext>
                  </a:extLst>
                </a:hlinkClick>
              </a:rPr>
              <a:t>信息</a:t>
            </a:r>
            <a:endParaRPr lang="zh-CN" altLang="en-US" dirty="0">
              <a:solidFill>
                <a:srgbClr val="FF0000"/>
              </a:solidFill>
              <a:hlinkClick r:id="rId3" action="ppaction://hlinkfile">
                <a:extLst>
                  <a:ext uri="{A12FA001-AC4F-418D-AE19-62706E023703}">
                    <ahyp:hlinkClr xmlns:ahyp="http://schemas.microsoft.com/office/drawing/2018/hyperlinkcolor" val="tx"/>
                  </a:ext>
                </a:extLst>
              </a:hlinkClick>
            </a:endParaRPr>
          </a:p>
        </p:txBody>
      </p:sp>
      <p:sp>
        <p:nvSpPr>
          <p:cNvPr id="56" name="文本占位符 55">
            <a:extLst>
              <a:ext uri="{FF2B5EF4-FFF2-40B4-BE49-F238E27FC236}">
                <a16:creationId xmlns:a16="http://schemas.microsoft.com/office/drawing/2014/main" id="{42DFFF02-DC08-448A-BBF3-32E38F764334}"/>
              </a:ext>
            </a:extLst>
          </p:cNvPr>
          <p:cNvSpPr>
            <a:spLocks noGrp="1"/>
          </p:cNvSpPr>
          <p:nvPr>
            <p:ph type="body" sz="quarter" idx="16"/>
          </p:nvPr>
        </p:nvSpPr>
        <p:spPr/>
        <p:txBody>
          <a:bodyPr/>
          <a:lstStyle/>
          <a:p>
            <a:r>
              <a:rPr lang="zh-CN" altLang="en-US" dirty="0"/>
              <a:t>早期：网卡 </a:t>
            </a:r>
            <a:r>
              <a:rPr lang="en-US" altLang="zh-CN" dirty="0"/>
              <a:t>NIC - Network Interface Card</a:t>
            </a:r>
          </a:p>
          <a:p>
            <a:r>
              <a:rPr lang="zh-CN" altLang="en-US" dirty="0"/>
              <a:t>现在：已经集成化，适配器</a:t>
            </a:r>
            <a:r>
              <a:rPr lang="en-US" altLang="zh-CN" dirty="0"/>
              <a:t>adapter</a:t>
            </a:r>
          </a:p>
          <a:p>
            <a:r>
              <a:rPr lang="zh-CN" altLang="en-US" dirty="0"/>
              <a:t>功能：</a:t>
            </a:r>
            <a:endParaRPr lang="en-US" altLang="zh-CN" dirty="0"/>
          </a:p>
          <a:p>
            <a:pPr lvl="1"/>
            <a:r>
              <a:rPr lang="zh-CN" altLang="en-US" dirty="0"/>
              <a:t>串并转换：适配器和局域网之间是串行通信，而适配器和计算机之间是并行通信</a:t>
            </a:r>
            <a:endParaRPr lang="en-US" altLang="zh-CN" dirty="0"/>
          </a:p>
          <a:p>
            <a:pPr lvl="1"/>
            <a:r>
              <a:rPr lang="zh-CN" altLang="en-US" dirty="0"/>
              <a:t>数据缓存：网络的速率和计算机的速率不匹配，须要缓存</a:t>
            </a:r>
            <a:endParaRPr lang="en-US" altLang="zh-CN" dirty="0"/>
          </a:p>
          <a:p>
            <a:pPr lvl="1"/>
            <a:r>
              <a:rPr lang="zh-CN" altLang="en-US" dirty="0"/>
              <a:t>过滤：是发给自己的就接收；否则丢弃</a:t>
            </a:r>
            <a:r>
              <a:rPr lang="en-US" altLang="zh-CN" dirty="0">
                <a:solidFill>
                  <a:srgbClr val="FF0000"/>
                </a:solidFill>
              </a:rPr>
              <a:t>(</a:t>
            </a:r>
            <a:r>
              <a:rPr lang="zh-CN" altLang="en-US" dirty="0">
                <a:solidFill>
                  <a:srgbClr val="FF0000"/>
                </a:solidFill>
              </a:rPr>
              <a:t>安全</a:t>
            </a:r>
            <a:r>
              <a:rPr lang="en-US" altLang="zh-CN" dirty="0">
                <a:solidFill>
                  <a:srgbClr val="FF0000"/>
                </a:solidFill>
              </a:rPr>
              <a:t>)</a:t>
            </a:r>
          </a:p>
          <a:p>
            <a:r>
              <a:rPr lang="zh-CN" altLang="en-US" dirty="0"/>
              <a:t>适配器有自己的存储器和缓存器，工作时不占用计算机的</a:t>
            </a:r>
            <a:r>
              <a:rPr lang="en-US" altLang="zh-CN" dirty="0"/>
              <a:t>CPU</a:t>
            </a:r>
            <a:endParaRPr lang="zh-CN" altLang="en-US" dirty="0"/>
          </a:p>
        </p:txBody>
      </p:sp>
      <p:sp>
        <p:nvSpPr>
          <p:cNvPr id="58" name="文本占位符 57">
            <a:extLst>
              <a:ext uri="{FF2B5EF4-FFF2-40B4-BE49-F238E27FC236}">
                <a16:creationId xmlns:a16="http://schemas.microsoft.com/office/drawing/2014/main" id="{ADD077C0-BB93-45EC-8EB5-78309D7C76B3}"/>
              </a:ext>
            </a:extLst>
          </p:cNvPr>
          <p:cNvSpPr>
            <a:spLocks noGrp="1"/>
          </p:cNvSpPr>
          <p:nvPr>
            <p:ph type="body" sz="quarter" idx="13"/>
          </p:nvPr>
        </p:nvSpPr>
        <p:spPr/>
        <p:txBody>
          <a:bodyPr/>
          <a:lstStyle/>
          <a:p>
            <a:r>
              <a:rPr lang="zh-CN" altLang="en-US" dirty="0"/>
              <a:t>网络适配器</a:t>
            </a:r>
          </a:p>
        </p:txBody>
      </p:sp>
      <p:cxnSp>
        <p:nvCxnSpPr>
          <p:cNvPr id="3" name="直接箭头连接符 2">
            <a:extLst>
              <a:ext uri="{FF2B5EF4-FFF2-40B4-BE49-F238E27FC236}">
                <a16:creationId xmlns:a16="http://schemas.microsoft.com/office/drawing/2014/main" id="{4E035003-98B7-43C8-99DD-273C55855C9F}"/>
              </a:ext>
            </a:extLst>
          </p:cNvPr>
          <p:cNvCxnSpPr>
            <a:cxnSpLocks/>
          </p:cNvCxnSpPr>
          <p:nvPr/>
        </p:nvCxnSpPr>
        <p:spPr>
          <a:xfrm>
            <a:off x="4410634" y="4742326"/>
            <a:ext cx="3600000" cy="0"/>
          </a:xfrm>
          <a:prstGeom prst="straightConnector1">
            <a:avLst/>
          </a:prstGeom>
          <a:ln w="12700">
            <a:solidFill>
              <a:schemeClr val="bg1">
                <a:lumMod val="50000"/>
              </a:schemeClr>
            </a:solidFill>
            <a:tailEnd type="none"/>
          </a:ln>
        </p:spPr>
        <p:style>
          <a:lnRef idx="1">
            <a:schemeClr val="dk1"/>
          </a:lnRef>
          <a:fillRef idx="0">
            <a:schemeClr val="dk1"/>
          </a:fillRef>
          <a:effectRef idx="0">
            <a:schemeClr val="dk1"/>
          </a:effectRef>
          <a:fontRef idx="minor">
            <a:schemeClr val="tx1"/>
          </a:fontRef>
        </p:style>
      </p:cxnSp>
      <p:cxnSp>
        <p:nvCxnSpPr>
          <p:cNvPr id="8" name="直接箭头连接符 7">
            <a:extLst>
              <a:ext uri="{FF2B5EF4-FFF2-40B4-BE49-F238E27FC236}">
                <a16:creationId xmlns:a16="http://schemas.microsoft.com/office/drawing/2014/main" id="{A7996BCA-DF8D-4205-B63F-78511C217849}"/>
              </a:ext>
            </a:extLst>
          </p:cNvPr>
          <p:cNvCxnSpPr>
            <a:cxnSpLocks/>
          </p:cNvCxnSpPr>
          <p:nvPr/>
        </p:nvCxnSpPr>
        <p:spPr>
          <a:xfrm>
            <a:off x="4410634" y="5280211"/>
            <a:ext cx="3600000" cy="0"/>
          </a:xfrm>
          <a:prstGeom prst="straightConnector1">
            <a:avLst/>
          </a:prstGeom>
          <a:ln w="12700">
            <a:solidFill>
              <a:schemeClr val="bg1">
                <a:lumMod val="50000"/>
              </a:schemeClr>
            </a:solidFill>
            <a:tailEnd type="none"/>
          </a:ln>
        </p:spPr>
        <p:style>
          <a:lnRef idx="1">
            <a:schemeClr val="dk1"/>
          </a:lnRef>
          <a:fillRef idx="0">
            <a:schemeClr val="dk1"/>
          </a:fillRef>
          <a:effectRef idx="0">
            <a:schemeClr val="dk1"/>
          </a:effectRef>
          <a:fontRef idx="minor">
            <a:schemeClr val="tx1"/>
          </a:fontRef>
        </p:style>
      </p:cxnSp>
      <p:cxnSp>
        <p:nvCxnSpPr>
          <p:cNvPr id="5" name="直接连接符 4">
            <a:extLst>
              <a:ext uri="{FF2B5EF4-FFF2-40B4-BE49-F238E27FC236}">
                <a16:creationId xmlns:a16="http://schemas.microsoft.com/office/drawing/2014/main" id="{530BC223-0DD7-4E52-8F51-6E04B95E3FC7}"/>
              </a:ext>
            </a:extLst>
          </p:cNvPr>
          <p:cNvCxnSpPr>
            <a:cxnSpLocks/>
          </p:cNvCxnSpPr>
          <p:nvPr/>
        </p:nvCxnSpPr>
        <p:spPr>
          <a:xfrm>
            <a:off x="4410634" y="4141691"/>
            <a:ext cx="0" cy="600635"/>
          </a:xfrm>
          <a:prstGeom prst="line">
            <a:avLst/>
          </a:prstGeom>
          <a:ln w="12700">
            <a:solidFill>
              <a:schemeClr val="bg1">
                <a:lumMod val="50000"/>
              </a:schemeClr>
            </a:solidFill>
            <a:tailEnd type="none"/>
          </a:ln>
        </p:spPr>
        <p:style>
          <a:lnRef idx="1">
            <a:schemeClr val="dk1"/>
          </a:lnRef>
          <a:fillRef idx="0">
            <a:schemeClr val="dk1"/>
          </a:fillRef>
          <a:effectRef idx="0">
            <a:schemeClr val="dk1"/>
          </a:effectRef>
          <a:fontRef idx="minor">
            <a:schemeClr val="tx1"/>
          </a:fontRef>
        </p:style>
      </p:cxnSp>
      <p:cxnSp>
        <p:nvCxnSpPr>
          <p:cNvPr id="11" name="直接连接符 10">
            <a:extLst>
              <a:ext uri="{FF2B5EF4-FFF2-40B4-BE49-F238E27FC236}">
                <a16:creationId xmlns:a16="http://schemas.microsoft.com/office/drawing/2014/main" id="{4809B1D6-BC33-4C6C-8ED7-875C7BDEC684}"/>
              </a:ext>
            </a:extLst>
          </p:cNvPr>
          <p:cNvCxnSpPr>
            <a:cxnSpLocks/>
          </p:cNvCxnSpPr>
          <p:nvPr/>
        </p:nvCxnSpPr>
        <p:spPr>
          <a:xfrm>
            <a:off x="4410634" y="5280211"/>
            <a:ext cx="0" cy="600635"/>
          </a:xfrm>
          <a:prstGeom prst="line">
            <a:avLst/>
          </a:prstGeom>
          <a:ln w="12700">
            <a:solidFill>
              <a:schemeClr val="bg1">
                <a:lumMod val="50000"/>
              </a:schemeClr>
            </a:solidFill>
            <a:tailEnd type="none"/>
          </a:ln>
        </p:spPr>
        <p:style>
          <a:lnRef idx="1">
            <a:schemeClr val="dk1"/>
          </a:lnRef>
          <a:fillRef idx="0">
            <a:schemeClr val="dk1"/>
          </a:fillRef>
          <a:effectRef idx="0">
            <a:schemeClr val="dk1"/>
          </a:effectRef>
          <a:fontRef idx="minor">
            <a:schemeClr val="tx1"/>
          </a:fontRef>
        </p:style>
      </p:cxnSp>
      <p:pic>
        <p:nvPicPr>
          <p:cNvPr id="7" name="图形 6" descr="摩托车">
            <a:extLst>
              <a:ext uri="{FF2B5EF4-FFF2-40B4-BE49-F238E27FC236}">
                <a16:creationId xmlns:a16="http://schemas.microsoft.com/office/drawing/2014/main" id="{465FB4BB-9D22-4117-9C06-488D6466C73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362375" y="3882294"/>
            <a:ext cx="504000" cy="504000"/>
          </a:xfrm>
          <a:prstGeom prst="rect">
            <a:avLst/>
          </a:prstGeom>
        </p:spPr>
      </p:pic>
      <p:pic>
        <p:nvPicPr>
          <p:cNvPr id="12" name="图形 11" descr="汽车">
            <a:extLst>
              <a:ext uri="{FF2B5EF4-FFF2-40B4-BE49-F238E27FC236}">
                <a16:creationId xmlns:a16="http://schemas.microsoft.com/office/drawing/2014/main" id="{A7939325-2C25-423A-9A60-A7ACA99D1C8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614375" y="5151479"/>
            <a:ext cx="504000" cy="504000"/>
          </a:xfrm>
          <a:prstGeom prst="rect">
            <a:avLst/>
          </a:prstGeom>
        </p:spPr>
      </p:pic>
      <p:pic>
        <p:nvPicPr>
          <p:cNvPr id="14" name="图形 13" descr="纸飞机">
            <a:extLst>
              <a:ext uri="{FF2B5EF4-FFF2-40B4-BE49-F238E27FC236}">
                <a16:creationId xmlns:a16="http://schemas.microsoft.com/office/drawing/2014/main" id="{136DA8BA-BC52-4D7B-8B01-3A77AB5AFFE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5157446">
            <a:off x="3521650" y="4403433"/>
            <a:ext cx="504000" cy="504000"/>
          </a:xfrm>
          <a:prstGeom prst="rect">
            <a:avLst/>
          </a:prstGeom>
        </p:spPr>
      </p:pic>
      <p:pic>
        <p:nvPicPr>
          <p:cNvPr id="16" name="图形 15" descr="溜冰板">
            <a:extLst>
              <a:ext uri="{FF2B5EF4-FFF2-40B4-BE49-F238E27FC236}">
                <a16:creationId xmlns:a16="http://schemas.microsoft.com/office/drawing/2014/main" id="{C5B0F0A7-4965-41B4-9BFD-D5925A57C04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19212" y="5584022"/>
            <a:ext cx="504000" cy="504000"/>
          </a:xfrm>
          <a:prstGeom prst="rect">
            <a:avLst/>
          </a:prstGeom>
        </p:spPr>
      </p:pic>
      <p:pic>
        <p:nvPicPr>
          <p:cNvPr id="18" name="图形 17" descr="舞步">
            <a:extLst>
              <a:ext uri="{FF2B5EF4-FFF2-40B4-BE49-F238E27FC236}">
                <a16:creationId xmlns:a16="http://schemas.microsoft.com/office/drawing/2014/main" id="{5DD84FA2-A638-49BD-9789-016DD8BB578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171212" y="4473388"/>
            <a:ext cx="504000" cy="504000"/>
          </a:xfrm>
          <a:prstGeom prst="rect">
            <a:avLst/>
          </a:prstGeom>
        </p:spPr>
      </p:pic>
      <p:pic>
        <p:nvPicPr>
          <p:cNvPr id="22" name="图形 21" descr="摩托车">
            <a:extLst>
              <a:ext uri="{FF2B5EF4-FFF2-40B4-BE49-F238E27FC236}">
                <a16:creationId xmlns:a16="http://schemas.microsoft.com/office/drawing/2014/main" id="{10C1D5CD-0AD8-4913-B135-7B94D74BB13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944811" y="4761375"/>
            <a:ext cx="504000" cy="504000"/>
          </a:xfrm>
          <a:prstGeom prst="rect">
            <a:avLst/>
          </a:prstGeom>
        </p:spPr>
      </p:pic>
      <p:pic>
        <p:nvPicPr>
          <p:cNvPr id="23" name="图形 22" descr="汽车">
            <a:extLst>
              <a:ext uri="{FF2B5EF4-FFF2-40B4-BE49-F238E27FC236}">
                <a16:creationId xmlns:a16="http://schemas.microsoft.com/office/drawing/2014/main" id="{8310E23A-B55D-4BF9-8CFC-6D74A5AFB7F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595421" y="4761375"/>
            <a:ext cx="504000" cy="504000"/>
          </a:xfrm>
          <a:prstGeom prst="rect">
            <a:avLst/>
          </a:prstGeom>
        </p:spPr>
      </p:pic>
      <p:pic>
        <p:nvPicPr>
          <p:cNvPr id="24" name="图形 23" descr="纸飞机">
            <a:extLst>
              <a:ext uri="{FF2B5EF4-FFF2-40B4-BE49-F238E27FC236}">
                <a16:creationId xmlns:a16="http://schemas.microsoft.com/office/drawing/2014/main" id="{2C44981C-2810-4AA0-90BB-41DB4A53CD9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5157446">
            <a:off x="7246030" y="4761375"/>
            <a:ext cx="504000" cy="504000"/>
          </a:xfrm>
          <a:prstGeom prst="rect">
            <a:avLst/>
          </a:prstGeom>
        </p:spPr>
      </p:pic>
      <p:pic>
        <p:nvPicPr>
          <p:cNvPr id="25" name="图形 24" descr="溜冰板">
            <a:extLst>
              <a:ext uri="{FF2B5EF4-FFF2-40B4-BE49-F238E27FC236}">
                <a16:creationId xmlns:a16="http://schemas.microsoft.com/office/drawing/2014/main" id="{5873B980-E970-4C0E-A6CC-F5EC2998A1F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4643592" y="4761375"/>
            <a:ext cx="504000" cy="504000"/>
          </a:xfrm>
          <a:prstGeom prst="rect">
            <a:avLst/>
          </a:prstGeom>
        </p:spPr>
      </p:pic>
      <p:pic>
        <p:nvPicPr>
          <p:cNvPr id="26" name="图形 25" descr="舞步">
            <a:extLst>
              <a:ext uri="{FF2B5EF4-FFF2-40B4-BE49-F238E27FC236}">
                <a16:creationId xmlns:a16="http://schemas.microsoft.com/office/drawing/2014/main" id="{61835B95-BBCB-410D-942D-1A87AC82D57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5294202" y="4761375"/>
            <a:ext cx="504000" cy="504000"/>
          </a:xfrm>
          <a:prstGeom prst="rect">
            <a:avLst/>
          </a:prstGeom>
        </p:spPr>
      </p:pic>
      <p:cxnSp>
        <p:nvCxnSpPr>
          <p:cNvPr id="27" name="直接箭头连接符 26">
            <a:extLst>
              <a:ext uri="{FF2B5EF4-FFF2-40B4-BE49-F238E27FC236}">
                <a16:creationId xmlns:a16="http://schemas.microsoft.com/office/drawing/2014/main" id="{B2A44DBB-A484-48CE-B7BE-9F9E6280D716}"/>
              </a:ext>
            </a:extLst>
          </p:cNvPr>
          <p:cNvCxnSpPr>
            <a:cxnSpLocks/>
          </p:cNvCxnSpPr>
          <p:nvPr/>
        </p:nvCxnSpPr>
        <p:spPr>
          <a:xfrm>
            <a:off x="3968240" y="5011269"/>
            <a:ext cx="720000" cy="0"/>
          </a:xfrm>
          <a:prstGeom prst="straightConnector1">
            <a:avLst/>
          </a:prstGeom>
          <a:ln w="76200">
            <a:solidFill>
              <a:schemeClr val="bg1">
                <a:lumMod val="85000"/>
              </a:schemeClr>
            </a:solidFill>
            <a:prstDash val="sysDot"/>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06334994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Char"/>
      </p:transition>
    </mc:Choice>
    <mc:Fallback xmlns="">
      <p:transition>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文本占位符 98">
            <a:extLst>
              <a:ext uri="{FF2B5EF4-FFF2-40B4-BE49-F238E27FC236}">
                <a16:creationId xmlns:a16="http://schemas.microsoft.com/office/drawing/2014/main" id="{13826DF4-AA6C-412C-9124-19A337372D78}"/>
              </a:ext>
            </a:extLst>
          </p:cNvPr>
          <p:cNvSpPr>
            <a:spLocks noGrp="1"/>
          </p:cNvSpPr>
          <p:nvPr>
            <p:ph type="body" sz="quarter" idx="15"/>
          </p:nvPr>
        </p:nvSpPr>
        <p:spPr/>
        <p:txBody>
          <a:bodyPr/>
          <a:lstStyle/>
          <a:p>
            <a:endParaRPr lang="zh-CN" altLang="en-US"/>
          </a:p>
        </p:txBody>
      </p:sp>
      <p:sp>
        <p:nvSpPr>
          <p:cNvPr id="56" name="文本占位符 55">
            <a:extLst>
              <a:ext uri="{FF2B5EF4-FFF2-40B4-BE49-F238E27FC236}">
                <a16:creationId xmlns:a16="http://schemas.microsoft.com/office/drawing/2014/main" id="{42DFFF02-DC08-448A-BBF3-32E38F764334}"/>
              </a:ext>
            </a:extLst>
          </p:cNvPr>
          <p:cNvSpPr>
            <a:spLocks noGrp="1"/>
          </p:cNvSpPr>
          <p:nvPr>
            <p:ph type="body" sz="quarter" idx="16"/>
          </p:nvPr>
        </p:nvSpPr>
        <p:spPr/>
        <p:txBody>
          <a:bodyPr/>
          <a:lstStyle/>
          <a:p>
            <a:r>
              <a:rPr lang="zh-CN" altLang="en-US" dirty="0"/>
              <a:t>物理地址</a:t>
            </a:r>
            <a:r>
              <a:rPr lang="en-US" altLang="zh-CN" dirty="0"/>
              <a:t>MAC</a:t>
            </a:r>
          </a:p>
          <a:p>
            <a:pPr lvl="1"/>
            <a:r>
              <a:rPr lang="en-US" altLang="zh-CN" dirty="0"/>
              <a:t>Medium Access Control</a:t>
            </a:r>
            <a:r>
              <a:rPr lang="zh-CN" altLang="en-US" dirty="0"/>
              <a:t>，也称硬件地址，是适配器的地址，固化在适配器的</a:t>
            </a:r>
            <a:r>
              <a:rPr lang="en-US" altLang="zh-CN" dirty="0"/>
              <a:t>ROM</a:t>
            </a:r>
            <a:r>
              <a:rPr lang="zh-CN" altLang="en-US" dirty="0"/>
              <a:t>中</a:t>
            </a:r>
            <a:endParaRPr lang="en-US" altLang="zh-CN" dirty="0"/>
          </a:p>
          <a:p>
            <a:r>
              <a:rPr lang="en-US" altLang="zh-CN" dirty="0"/>
              <a:t>IEEE802.3</a:t>
            </a:r>
            <a:r>
              <a:rPr lang="zh-CN" altLang="en-US" dirty="0"/>
              <a:t>规定</a:t>
            </a:r>
            <a:r>
              <a:rPr lang="en-US" altLang="zh-CN" dirty="0"/>
              <a:t>MAC</a:t>
            </a:r>
            <a:r>
              <a:rPr lang="zh-CN" altLang="en-US" dirty="0"/>
              <a:t>地址为长度</a:t>
            </a:r>
            <a:r>
              <a:rPr lang="en-US" altLang="zh-CN" dirty="0"/>
              <a:t>6</a:t>
            </a:r>
            <a:r>
              <a:rPr lang="zh-CN" altLang="en-US" dirty="0"/>
              <a:t>个字节，共</a:t>
            </a:r>
            <a:r>
              <a:rPr lang="en-US" altLang="zh-CN" dirty="0"/>
              <a:t>48</a:t>
            </a:r>
            <a:r>
              <a:rPr lang="zh-CN" altLang="en-US" dirty="0"/>
              <a:t>位</a:t>
            </a:r>
            <a:endParaRPr lang="en-US" altLang="zh-CN" dirty="0"/>
          </a:p>
          <a:p>
            <a:pPr lvl="1"/>
            <a:r>
              <a:rPr lang="zh-CN" altLang="en-US" dirty="0"/>
              <a:t>高</a:t>
            </a:r>
            <a:r>
              <a:rPr lang="en-US" altLang="zh-CN" dirty="0"/>
              <a:t>24</a:t>
            </a:r>
            <a:r>
              <a:rPr lang="zh-CN" altLang="en-US" dirty="0"/>
              <a:t>位</a:t>
            </a:r>
            <a:r>
              <a:rPr lang="en-US" altLang="zh-CN" dirty="0"/>
              <a:t>(</a:t>
            </a:r>
            <a:r>
              <a:rPr lang="zh-CN" altLang="en-US" dirty="0"/>
              <a:t>前</a:t>
            </a:r>
            <a:r>
              <a:rPr lang="en-US" altLang="zh-CN" dirty="0"/>
              <a:t>3</a:t>
            </a:r>
            <a:r>
              <a:rPr lang="zh-CN" altLang="en-US" dirty="0"/>
              <a:t>个字节</a:t>
            </a:r>
            <a:r>
              <a:rPr lang="en-US" altLang="zh-CN" dirty="0"/>
              <a:t>)</a:t>
            </a:r>
            <a:r>
              <a:rPr lang="zh-CN" altLang="en-US" dirty="0"/>
              <a:t>是</a:t>
            </a:r>
            <a:r>
              <a:rPr lang="en-US" altLang="zh-CN" dirty="0"/>
              <a:t>OUI - Organization Unique Identifier</a:t>
            </a:r>
            <a:r>
              <a:rPr lang="zh-CN" altLang="en-US" dirty="0"/>
              <a:t>，由注册机构</a:t>
            </a:r>
            <a:r>
              <a:rPr lang="en-US" altLang="zh-CN" dirty="0"/>
              <a:t>RA</a:t>
            </a:r>
            <a:r>
              <a:rPr lang="zh-CN" altLang="en-US" dirty="0"/>
              <a:t>分配</a:t>
            </a:r>
            <a:endParaRPr lang="en-US" altLang="zh-CN" dirty="0"/>
          </a:p>
          <a:p>
            <a:pPr lvl="1"/>
            <a:r>
              <a:rPr lang="zh-CN" altLang="en-US" dirty="0"/>
              <a:t>低</a:t>
            </a:r>
            <a:r>
              <a:rPr lang="en-US" altLang="zh-CN" dirty="0"/>
              <a:t>24</a:t>
            </a:r>
            <a:r>
              <a:rPr lang="zh-CN" altLang="en-US" dirty="0"/>
              <a:t>位</a:t>
            </a:r>
            <a:r>
              <a:rPr lang="en-US" altLang="zh-CN" dirty="0"/>
              <a:t>(</a:t>
            </a:r>
            <a:r>
              <a:rPr lang="zh-CN" altLang="en-US" dirty="0"/>
              <a:t>后</a:t>
            </a:r>
            <a:r>
              <a:rPr lang="en-US" altLang="zh-CN" dirty="0"/>
              <a:t>3</a:t>
            </a:r>
            <a:r>
              <a:rPr lang="zh-CN" altLang="en-US" dirty="0"/>
              <a:t>个字节</a:t>
            </a:r>
            <a:r>
              <a:rPr lang="en-US" altLang="zh-CN" dirty="0"/>
              <a:t>)</a:t>
            </a:r>
            <a:r>
              <a:rPr lang="zh-CN" altLang="en-US" dirty="0"/>
              <a:t>是</a:t>
            </a:r>
            <a:r>
              <a:rPr lang="en-US" altLang="zh-CN" dirty="0"/>
              <a:t>EUI - Extended Unique Identifier</a:t>
            </a:r>
            <a:r>
              <a:rPr lang="zh-CN" altLang="en-US" dirty="0"/>
              <a:t>，由公司指定</a:t>
            </a:r>
            <a:endParaRPr lang="en-US" altLang="zh-CN" dirty="0"/>
          </a:p>
          <a:p>
            <a:pPr lvl="1"/>
            <a:r>
              <a:rPr lang="zh-CN" altLang="en-US" dirty="0"/>
              <a:t>每</a:t>
            </a:r>
            <a:r>
              <a:rPr lang="en-US" altLang="zh-CN" dirty="0"/>
              <a:t>4</a:t>
            </a:r>
            <a:r>
              <a:rPr lang="zh-CN" altLang="en-US" dirty="0"/>
              <a:t>个比特写成一个</a:t>
            </a:r>
            <a:r>
              <a:rPr lang="en-US" altLang="zh-CN" dirty="0"/>
              <a:t>16</a:t>
            </a:r>
            <a:r>
              <a:rPr lang="zh-CN" altLang="en-US" dirty="0"/>
              <a:t>进制，共</a:t>
            </a:r>
            <a:r>
              <a:rPr lang="en-US" altLang="zh-CN" dirty="0"/>
              <a:t>12</a:t>
            </a:r>
            <a:r>
              <a:rPr lang="zh-CN" altLang="en-US" dirty="0"/>
              <a:t>个</a:t>
            </a:r>
            <a:r>
              <a:rPr lang="en-US" altLang="zh-CN" dirty="0"/>
              <a:t>16</a:t>
            </a:r>
            <a:r>
              <a:rPr lang="zh-CN" altLang="en-US" dirty="0"/>
              <a:t>进制数，每</a:t>
            </a:r>
            <a:r>
              <a:rPr lang="en-US" altLang="zh-CN" dirty="0"/>
              <a:t>2</a:t>
            </a:r>
            <a:r>
              <a:rPr lang="zh-CN" altLang="en-US" dirty="0"/>
              <a:t>个</a:t>
            </a:r>
            <a:r>
              <a:rPr lang="en-US" altLang="zh-CN" dirty="0"/>
              <a:t>16</a:t>
            </a:r>
            <a:r>
              <a:rPr lang="zh-CN" altLang="en-US" dirty="0"/>
              <a:t>进制数之间用冒号隔开</a:t>
            </a:r>
            <a:endParaRPr lang="en-US" altLang="zh-CN" dirty="0"/>
          </a:p>
          <a:p>
            <a:pPr lvl="1"/>
            <a:r>
              <a:rPr lang="en-US" altLang="zh-CN" dirty="0"/>
              <a:t>48</a:t>
            </a:r>
            <a:r>
              <a:rPr lang="zh-CN" altLang="en-US" dirty="0"/>
              <a:t>位</a:t>
            </a:r>
            <a:r>
              <a:rPr lang="en-US" altLang="zh-CN" dirty="0"/>
              <a:t>=24</a:t>
            </a:r>
            <a:r>
              <a:rPr lang="zh-CN" altLang="en-US" dirty="0"/>
              <a:t>位</a:t>
            </a:r>
            <a:r>
              <a:rPr lang="en-US" altLang="zh-CN" dirty="0"/>
              <a:t>OUI+24</a:t>
            </a:r>
            <a:r>
              <a:rPr lang="zh-CN" altLang="en-US" dirty="0"/>
              <a:t>位</a:t>
            </a:r>
            <a:r>
              <a:rPr lang="en-US" altLang="zh-CN" dirty="0"/>
              <a:t>EUI</a:t>
            </a:r>
          </a:p>
        </p:txBody>
      </p:sp>
      <p:sp>
        <p:nvSpPr>
          <p:cNvPr id="58" name="文本占位符 57">
            <a:extLst>
              <a:ext uri="{FF2B5EF4-FFF2-40B4-BE49-F238E27FC236}">
                <a16:creationId xmlns:a16="http://schemas.microsoft.com/office/drawing/2014/main" id="{ADD077C0-BB93-45EC-8EB5-78309D7C76B3}"/>
              </a:ext>
            </a:extLst>
          </p:cNvPr>
          <p:cNvSpPr>
            <a:spLocks noGrp="1"/>
          </p:cNvSpPr>
          <p:nvPr>
            <p:ph type="body" sz="quarter" idx="13"/>
          </p:nvPr>
        </p:nvSpPr>
        <p:spPr/>
        <p:txBody>
          <a:bodyPr/>
          <a:lstStyle/>
          <a:p>
            <a:r>
              <a:rPr lang="en-US" altLang="zh-CN" dirty="0"/>
              <a:t>MAC</a:t>
            </a:r>
            <a:r>
              <a:rPr lang="zh-CN" altLang="en-US" dirty="0"/>
              <a:t>地址</a:t>
            </a:r>
          </a:p>
        </p:txBody>
      </p:sp>
      <p:graphicFrame>
        <p:nvGraphicFramePr>
          <p:cNvPr id="45" name="表格 3">
            <a:extLst>
              <a:ext uri="{FF2B5EF4-FFF2-40B4-BE49-F238E27FC236}">
                <a16:creationId xmlns:a16="http://schemas.microsoft.com/office/drawing/2014/main" id="{0F04CC80-0EA8-4B10-8378-068C3A376CED}"/>
              </a:ext>
            </a:extLst>
          </p:cNvPr>
          <p:cNvGraphicFramePr>
            <a:graphicFrameLocks noGrp="1"/>
          </p:cNvGraphicFramePr>
          <p:nvPr>
            <p:extLst>
              <p:ext uri="{D42A27DB-BD31-4B8C-83A1-F6EECF244321}">
                <p14:modId xmlns:p14="http://schemas.microsoft.com/office/powerpoint/2010/main" val="3492950151"/>
              </p:ext>
            </p:extLst>
          </p:nvPr>
        </p:nvGraphicFramePr>
        <p:xfrm>
          <a:off x="736795" y="3591653"/>
          <a:ext cx="8128002" cy="741680"/>
        </p:xfrm>
        <a:graphic>
          <a:graphicData uri="http://schemas.openxmlformats.org/drawingml/2006/table">
            <a:tbl>
              <a:tblPr firstRow="1" bandRow="1">
                <a:tableStyleId>{5C22544A-7EE6-4342-B048-85BDC9FD1C3A}</a:tableStyleId>
              </a:tblPr>
              <a:tblGrid>
                <a:gridCol w="1354667">
                  <a:extLst>
                    <a:ext uri="{9D8B030D-6E8A-4147-A177-3AD203B41FA5}">
                      <a16:colId xmlns:a16="http://schemas.microsoft.com/office/drawing/2014/main" val="1823227545"/>
                    </a:ext>
                  </a:extLst>
                </a:gridCol>
                <a:gridCol w="1354667">
                  <a:extLst>
                    <a:ext uri="{9D8B030D-6E8A-4147-A177-3AD203B41FA5}">
                      <a16:colId xmlns:a16="http://schemas.microsoft.com/office/drawing/2014/main" val="3534235243"/>
                    </a:ext>
                  </a:extLst>
                </a:gridCol>
                <a:gridCol w="1354667">
                  <a:extLst>
                    <a:ext uri="{9D8B030D-6E8A-4147-A177-3AD203B41FA5}">
                      <a16:colId xmlns:a16="http://schemas.microsoft.com/office/drawing/2014/main" val="75341418"/>
                    </a:ext>
                  </a:extLst>
                </a:gridCol>
                <a:gridCol w="1354667">
                  <a:extLst>
                    <a:ext uri="{9D8B030D-6E8A-4147-A177-3AD203B41FA5}">
                      <a16:colId xmlns:a16="http://schemas.microsoft.com/office/drawing/2014/main" val="3371756490"/>
                    </a:ext>
                  </a:extLst>
                </a:gridCol>
                <a:gridCol w="1354667">
                  <a:extLst>
                    <a:ext uri="{9D8B030D-6E8A-4147-A177-3AD203B41FA5}">
                      <a16:colId xmlns:a16="http://schemas.microsoft.com/office/drawing/2014/main" val="1849303493"/>
                    </a:ext>
                  </a:extLst>
                </a:gridCol>
                <a:gridCol w="1354667">
                  <a:extLst>
                    <a:ext uri="{9D8B030D-6E8A-4147-A177-3AD203B41FA5}">
                      <a16:colId xmlns:a16="http://schemas.microsoft.com/office/drawing/2014/main" val="1839698458"/>
                    </a:ext>
                  </a:extLst>
                </a:gridCol>
              </a:tblGrid>
              <a:tr h="370840">
                <a:tc gridSpan="3">
                  <a:txBody>
                    <a:bodyPr/>
                    <a:lstStyle/>
                    <a:p>
                      <a:pPr algn="ctr"/>
                      <a:r>
                        <a:rPr lang="en-US" altLang="zh-CN" sz="1600" b="0" baseline="0" dirty="0">
                          <a:solidFill>
                            <a:schemeClr val="tx1"/>
                          </a:solidFill>
                          <a:latin typeface="微软雅黑 Light" panose="020B0502040204020203" pitchFamily="34" charset="-122"/>
                          <a:ea typeface="微软雅黑 Light" panose="020B0502040204020203" pitchFamily="34" charset="-122"/>
                        </a:rPr>
                        <a:t>OUI</a:t>
                      </a:r>
                      <a:endParaRPr lang="zh-CN" altLang="en-US" sz="1600" b="0" baseline="0" dirty="0">
                        <a:solidFill>
                          <a:schemeClr val="tx1"/>
                        </a:solidFill>
                        <a:latin typeface="微软雅黑 Light" panose="020B0502040204020203" pitchFamily="34" charset="-122"/>
                        <a:ea typeface="微软雅黑 Light" panose="020B0502040204020203" pitchFamily="34" charset="-122"/>
                      </a:endParaRPr>
                    </a:p>
                  </a:txBody>
                  <a:tcPr anchor="ctr">
                    <a:lnL w="12700" cmpd="sng">
                      <a:noFill/>
                    </a:lnL>
                    <a:lnR w="12700" cmpd="sng">
                      <a:noFill/>
                    </a:lnR>
                    <a:lnT w="38100" cmpd="sng">
                      <a:noFill/>
                    </a:lnT>
                    <a:lnB w="127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zh-CN" altLang="en-US" sz="1600" b="0" baseline="0" dirty="0">
                        <a:solidFill>
                          <a:schemeClr val="tx1"/>
                        </a:solidFill>
                        <a:latin typeface="Cuprum" panose="00000500000000000000" pitchFamily="2" charset="0"/>
                        <a:ea typeface="微软雅黑 Light" panose="020B0502040204020203" pitchFamily="34" charset="-122"/>
                      </a:endParaRPr>
                    </a:p>
                  </a:txBody>
                  <a:tcPr anchor="ctr">
                    <a:lnL w="12700" cmpd="sng">
                      <a:noFill/>
                    </a:lnL>
                    <a:lnR w="12700" cmpd="sng">
                      <a:noFill/>
                    </a:lnR>
                    <a:lnT w="38100" cmpd="sng">
                      <a:noFill/>
                    </a:lnT>
                    <a:lnB w="127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zh-CN" altLang="en-US" sz="1600" b="0" baseline="0" dirty="0">
                        <a:solidFill>
                          <a:schemeClr val="tx1"/>
                        </a:solidFill>
                        <a:latin typeface="Cuprum" panose="00000500000000000000" pitchFamily="2" charset="0"/>
                        <a:ea typeface="微软雅黑 Light" panose="020B0502040204020203" pitchFamily="34" charset="-122"/>
                      </a:endParaRPr>
                    </a:p>
                  </a:txBody>
                  <a:tcPr anchor="ctr">
                    <a:lnL w="12700" cmpd="sng">
                      <a:noFill/>
                    </a:lnL>
                    <a:lnR w="12700" cmpd="sng">
                      <a:noFill/>
                    </a:lnR>
                    <a:lnT w="38100" cmpd="sng">
                      <a:noFill/>
                    </a:lnT>
                    <a:lnB w="127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algn="ctr"/>
                      <a:r>
                        <a:rPr lang="en-US" altLang="zh-CN" sz="1600" b="0" baseline="0" dirty="0">
                          <a:solidFill>
                            <a:schemeClr val="tx1"/>
                          </a:solidFill>
                          <a:latin typeface="微软雅黑 Light" panose="020B0502040204020203" pitchFamily="34" charset="-122"/>
                          <a:ea typeface="微软雅黑 Light" panose="020B0502040204020203" pitchFamily="34" charset="-122"/>
                        </a:rPr>
                        <a:t>EUI</a:t>
                      </a:r>
                      <a:endParaRPr lang="zh-CN" altLang="en-US" sz="1600" b="0" baseline="0" dirty="0">
                        <a:solidFill>
                          <a:schemeClr val="tx1"/>
                        </a:solidFill>
                        <a:latin typeface="微软雅黑 Light" panose="020B0502040204020203" pitchFamily="34" charset="-122"/>
                        <a:ea typeface="微软雅黑 Light" panose="020B0502040204020203" pitchFamily="34" charset="-122"/>
                      </a:endParaRPr>
                    </a:p>
                  </a:txBody>
                  <a:tcPr anchor="ctr">
                    <a:lnL w="12700" cmpd="sng">
                      <a:noFill/>
                    </a:lnL>
                    <a:lnR w="12700" cmpd="sng">
                      <a:noFill/>
                    </a:lnR>
                    <a:lnT w="38100" cmpd="sng">
                      <a:noFill/>
                    </a:lnT>
                    <a:lnB w="127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zh-CN" altLang="en-US" sz="1600" b="0" baseline="0" dirty="0">
                        <a:solidFill>
                          <a:schemeClr val="tx1"/>
                        </a:solidFill>
                        <a:latin typeface="Cuprum" panose="00000500000000000000" pitchFamily="2" charset="0"/>
                        <a:ea typeface="微软雅黑 Light" panose="020B0502040204020203" pitchFamily="34" charset="-122"/>
                      </a:endParaRPr>
                    </a:p>
                  </a:txBody>
                  <a:tcPr anchor="ctr">
                    <a:lnL w="12700" cmpd="sng">
                      <a:noFill/>
                    </a:lnL>
                    <a:lnR w="12700" cmpd="sng">
                      <a:noFill/>
                    </a:lnR>
                    <a:lnT w="38100" cmpd="sng">
                      <a:noFill/>
                    </a:lnT>
                    <a:lnB w="127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zh-CN" altLang="en-US" sz="1600" b="0" baseline="0" dirty="0">
                        <a:solidFill>
                          <a:schemeClr val="tx1"/>
                        </a:solidFill>
                        <a:latin typeface="Cuprum" panose="00000500000000000000" pitchFamily="2" charset="0"/>
                        <a:ea typeface="微软雅黑 Light" panose="020B0502040204020203" pitchFamily="34" charset="-122"/>
                      </a:endParaRPr>
                    </a:p>
                  </a:txBody>
                  <a:tcPr anchor="ctr">
                    <a:lnL w="12700" cmpd="sng">
                      <a:noFill/>
                    </a:lnL>
                    <a:lnR w="12700" cmpd="sng">
                      <a:noFill/>
                    </a:lnR>
                    <a:lnT w="38100" cmpd="sng">
                      <a:noFill/>
                    </a:lnT>
                    <a:lnB w="127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83962703"/>
                  </a:ext>
                </a:extLst>
              </a:tr>
              <a:tr h="370840">
                <a:tc>
                  <a:txBody>
                    <a:bodyPr/>
                    <a:lstStyle/>
                    <a:p>
                      <a:pPr algn="ctr"/>
                      <a:r>
                        <a:rPr lang="zh-CN" altLang="en-US" sz="1600" b="0" baseline="0" dirty="0">
                          <a:solidFill>
                            <a:schemeClr val="tx1"/>
                          </a:solidFill>
                          <a:latin typeface="微软雅黑 Light" panose="020B0502040204020203" pitchFamily="34" charset="-122"/>
                          <a:ea typeface="微软雅黑 Light" panose="020B0502040204020203" pitchFamily="34" charset="-122"/>
                        </a:rPr>
                        <a:t>第</a:t>
                      </a:r>
                      <a:r>
                        <a:rPr lang="en-US" altLang="zh-CN" sz="1600" b="0" baseline="0" dirty="0">
                          <a:solidFill>
                            <a:schemeClr val="tx1"/>
                          </a:solidFill>
                          <a:latin typeface="微软雅黑 Light" panose="020B0502040204020203" pitchFamily="34" charset="-122"/>
                          <a:ea typeface="微软雅黑 Light" panose="020B0502040204020203" pitchFamily="34" charset="-122"/>
                        </a:rPr>
                        <a:t>1</a:t>
                      </a:r>
                      <a:r>
                        <a:rPr lang="zh-CN" altLang="en-US" sz="1600" b="0" baseline="0" dirty="0">
                          <a:solidFill>
                            <a:schemeClr val="tx1"/>
                          </a:solidFill>
                          <a:latin typeface="微软雅黑 Light" panose="020B0502040204020203" pitchFamily="34" charset="-122"/>
                          <a:ea typeface="微软雅黑 Light" panose="020B0502040204020203" pitchFamily="34" charset="-122"/>
                        </a:rPr>
                        <a:t>字节</a:t>
                      </a:r>
                    </a:p>
                  </a:txBody>
                  <a:tcPr anchor="ct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zh-CN" altLang="en-US" sz="1600" b="0" baseline="0" dirty="0">
                          <a:solidFill>
                            <a:schemeClr val="tx1"/>
                          </a:solidFill>
                          <a:latin typeface="微软雅黑 Light" panose="020B0502040204020203" pitchFamily="34" charset="-122"/>
                          <a:ea typeface="微软雅黑 Light" panose="020B0502040204020203" pitchFamily="34" charset="-122"/>
                        </a:rPr>
                        <a:t>第</a:t>
                      </a:r>
                      <a:r>
                        <a:rPr lang="en-US" altLang="zh-CN" sz="1600" b="0" baseline="0" dirty="0">
                          <a:solidFill>
                            <a:schemeClr val="tx1"/>
                          </a:solidFill>
                          <a:latin typeface="微软雅黑 Light" panose="020B0502040204020203" pitchFamily="34" charset="-122"/>
                          <a:ea typeface="微软雅黑 Light" panose="020B0502040204020203" pitchFamily="34" charset="-122"/>
                        </a:rPr>
                        <a:t>2</a:t>
                      </a:r>
                      <a:r>
                        <a:rPr lang="zh-CN" altLang="en-US" sz="1600" b="0" baseline="0" dirty="0">
                          <a:solidFill>
                            <a:schemeClr val="tx1"/>
                          </a:solidFill>
                          <a:latin typeface="微软雅黑 Light" panose="020B0502040204020203" pitchFamily="34" charset="-122"/>
                          <a:ea typeface="微软雅黑 Light" panose="020B0502040204020203" pitchFamily="34" charset="-122"/>
                        </a:rPr>
                        <a:t>字节</a:t>
                      </a:r>
                    </a:p>
                  </a:txBody>
                  <a:tcPr anchor="ct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solidFill>
                      <a:srgbClr val="C5E0B4"/>
                    </a:solidFill>
                  </a:tcPr>
                </a:tc>
                <a:tc>
                  <a:txBody>
                    <a:bodyPr/>
                    <a:lstStyle/>
                    <a:p>
                      <a:pPr algn="ctr"/>
                      <a:r>
                        <a:rPr lang="zh-CN" altLang="en-US" sz="1600" b="0" baseline="0" dirty="0">
                          <a:solidFill>
                            <a:schemeClr val="tx1"/>
                          </a:solidFill>
                          <a:latin typeface="微软雅黑 Light" panose="020B0502040204020203" pitchFamily="34" charset="-122"/>
                          <a:ea typeface="微软雅黑 Light" panose="020B0502040204020203" pitchFamily="34" charset="-122"/>
                        </a:rPr>
                        <a:t>第</a:t>
                      </a:r>
                      <a:r>
                        <a:rPr lang="en-US" altLang="zh-CN" sz="1600" b="0" baseline="0" dirty="0">
                          <a:solidFill>
                            <a:schemeClr val="tx1"/>
                          </a:solidFill>
                          <a:latin typeface="微软雅黑 Light" panose="020B0502040204020203" pitchFamily="34" charset="-122"/>
                          <a:ea typeface="微软雅黑 Light" panose="020B0502040204020203" pitchFamily="34" charset="-122"/>
                        </a:rPr>
                        <a:t>3</a:t>
                      </a:r>
                      <a:r>
                        <a:rPr lang="zh-CN" altLang="en-US" sz="1600" b="0" baseline="0" dirty="0">
                          <a:solidFill>
                            <a:schemeClr val="tx1"/>
                          </a:solidFill>
                          <a:latin typeface="微软雅黑 Light" panose="020B0502040204020203" pitchFamily="34" charset="-122"/>
                          <a:ea typeface="微软雅黑 Light" panose="020B0502040204020203" pitchFamily="34" charset="-122"/>
                        </a:rPr>
                        <a:t>字节</a:t>
                      </a:r>
                    </a:p>
                  </a:txBody>
                  <a:tcPr anchor="ct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solidFill>
                      <a:srgbClr val="C5E0B4"/>
                    </a:solidFill>
                  </a:tcPr>
                </a:tc>
                <a:tc>
                  <a:txBody>
                    <a:bodyPr/>
                    <a:lstStyle/>
                    <a:p>
                      <a:pPr algn="ctr"/>
                      <a:r>
                        <a:rPr lang="zh-CN" altLang="en-US" sz="1600" b="0" baseline="0" dirty="0">
                          <a:solidFill>
                            <a:schemeClr val="tx1"/>
                          </a:solidFill>
                          <a:latin typeface="微软雅黑 Light" panose="020B0502040204020203" pitchFamily="34" charset="-122"/>
                          <a:ea typeface="微软雅黑 Light" panose="020B0502040204020203" pitchFamily="34" charset="-122"/>
                        </a:rPr>
                        <a:t>第</a:t>
                      </a:r>
                      <a:r>
                        <a:rPr lang="en-US" altLang="zh-CN" sz="1600" b="0" baseline="0" dirty="0">
                          <a:solidFill>
                            <a:schemeClr val="tx1"/>
                          </a:solidFill>
                          <a:latin typeface="微软雅黑 Light" panose="020B0502040204020203" pitchFamily="34" charset="-122"/>
                          <a:ea typeface="微软雅黑 Light" panose="020B0502040204020203" pitchFamily="34" charset="-122"/>
                        </a:rPr>
                        <a:t>4</a:t>
                      </a:r>
                      <a:r>
                        <a:rPr lang="zh-CN" altLang="en-US" sz="1600" b="0" baseline="0" dirty="0">
                          <a:solidFill>
                            <a:schemeClr val="tx1"/>
                          </a:solidFill>
                          <a:latin typeface="微软雅黑 Light" panose="020B0502040204020203" pitchFamily="34" charset="-122"/>
                          <a:ea typeface="微软雅黑 Light" panose="020B0502040204020203" pitchFamily="34" charset="-122"/>
                        </a:rPr>
                        <a:t>字节</a:t>
                      </a:r>
                    </a:p>
                  </a:txBody>
                  <a:tcPr anchor="ct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600" b="0" baseline="0" dirty="0">
                          <a:solidFill>
                            <a:schemeClr val="tx1"/>
                          </a:solidFill>
                          <a:latin typeface="微软雅黑 Light" panose="020B0502040204020203" pitchFamily="34" charset="-122"/>
                          <a:ea typeface="微软雅黑 Light" panose="020B0502040204020203" pitchFamily="34" charset="-122"/>
                        </a:rPr>
                        <a:t>第</a:t>
                      </a:r>
                      <a:r>
                        <a:rPr lang="en-US" altLang="zh-CN" sz="1600" b="0" baseline="0" dirty="0">
                          <a:solidFill>
                            <a:schemeClr val="tx1"/>
                          </a:solidFill>
                          <a:latin typeface="微软雅黑 Light" panose="020B0502040204020203" pitchFamily="34" charset="-122"/>
                          <a:ea typeface="微软雅黑 Light" panose="020B0502040204020203" pitchFamily="34" charset="-122"/>
                        </a:rPr>
                        <a:t>5</a:t>
                      </a:r>
                      <a:r>
                        <a:rPr lang="zh-CN" altLang="en-US" sz="1600" b="0" baseline="0" dirty="0">
                          <a:solidFill>
                            <a:schemeClr val="tx1"/>
                          </a:solidFill>
                          <a:latin typeface="微软雅黑 Light" panose="020B0502040204020203" pitchFamily="34" charset="-122"/>
                          <a:ea typeface="微软雅黑 Light" panose="020B0502040204020203" pitchFamily="34" charset="-122"/>
                        </a:rPr>
                        <a:t>字节</a:t>
                      </a:r>
                    </a:p>
                  </a:txBody>
                  <a:tcPr anchor="ct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600" b="0" baseline="0" dirty="0">
                          <a:solidFill>
                            <a:schemeClr val="tx1"/>
                          </a:solidFill>
                          <a:latin typeface="微软雅黑 Light" panose="020B0502040204020203" pitchFamily="34" charset="-122"/>
                          <a:ea typeface="微软雅黑 Light" panose="020B0502040204020203" pitchFamily="34" charset="-122"/>
                        </a:rPr>
                        <a:t>第</a:t>
                      </a:r>
                      <a:r>
                        <a:rPr lang="en-US" altLang="zh-CN" sz="1600" b="0" baseline="0" dirty="0">
                          <a:solidFill>
                            <a:schemeClr val="tx1"/>
                          </a:solidFill>
                          <a:latin typeface="微软雅黑 Light" panose="020B0502040204020203" pitchFamily="34" charset="-122"/>
                          <a:ea typeface="微软雅黑 Light" panose="020B0502040204020203" pitchFamily="34" charset="-122"/>
                        </a:rPr>
                        <a:t>6</a:t>
                      </a:r>
                      <a:r>
                        <a:rPr lang="zh-CN" altLang="en-US" sz="1600" b="0" baseline="0" dirty="0">
                          <a:solidFill>
                            <a:schemeClr val="tx1"/>
                          </a:solidFill>
                          <a:latin typeface="微软雅黑 Light" panose="020B0502040204020203" pitchFamily="34" charset="-122"/>
                          <a:ea typeface="微软雅黑 Light" panose="020B0502040204020203" pitchFamily="34" charset="-122"/>
                        </a:rPr>
                        <a:t>字节</a:t>
                      </a:r>
                    </a:p>
                  </a:txBody>
                  <a:tcPr anchor="ct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44984829"/>
                  </a:ext>
                </a:extLst>
              </a:tr>
            </a:tbl>
          </a:graphicData>
        </a:graphic>
      </p:graphicFrame>
      <p:graphicFrame>
        <p:nvGraphicFramePr>
          <p:cNvPr id="46" name="表格 3">
            <a:extLst>
              <a:ext uri="{FF2B5EF4-FFF2-40B4-BE49-F238E27FC236}">
                <a16:creationId xmlns:a16="http://schemas.microsoft.com/office/drawing/2014/main" id="{C059DABE-9BCF-426A-AD14-88FB27E6ADCD}"/>
              </a:ext>
            </a:extLst>
          </p:cNvPr>
          <p:cNvGraphicFramePr>
            <a:graphicFrameLocks noGrp="1"/>
          </p:cNvGraphicFramePr>
          <p:nvPr>
            <p:extLst>
              <p:ext uri="{D42A27DB-BD31-4B8C-83A1-F6EECF244321}">
                <p14:modId xmlns:p14="http://schemas.microsoft.com/office/powerpoint/2010/main" val="2572585997"/>
              </p:ext>
            </p:extLst>
          </p:nvPr>
        </p:nvGraphicFramePr>
        <p:xfrm>
          <a:off x="736794" y="5161752"/>
          <a:ext cx="8128000" cy="741680"/>
        </p:xfrm>
        <a:graphic>
          <a:graphicData uri="http://schemas.openxmlformats.org/drawingml/2006/table">
            <a:tbl>
              <a:tblPr firstRow="1" bandRow="1">
                <a:tableStyleId>{5C22544A-7EE6-4342-B048-85BDC9FD1C3A}</a:tableStyleId>
              </a:tblPr>
              <a:tblGrid>
                <a:gridCol w="1016000">
                  <a:extLst>
                    <a:ext uri="{9D8B030D-6E8A-4147-A177-3AD203B41FA5}">
                      <a16:colId xmlns:a16="http://schemas.microsoft.com/office/drawing/2014/main" val="1823227545"/>
                    </a:ext>
                  </a:extLst>
                </a:gridCol>
                <a:gridCol w="1016000">
                  <a:extLst>
                    <a:ext uri="{9D8B030D-6E8A-4147-A177-3AD203B41FA5}">
                      <a16:colId xmlns:a16="http://schemas.microsoft.com/office/drawing/2014/main" val="3534235243"/>
                    </a:ext>
                  </a:extLst>
                </a:gridCol>
                <a:gridCol w="1016000">
                  <a:extLst>
                    <a:ext uri="{9D8B030D-6E8A-4147-A177-3AD203B41FA5}">
                      <a16:colId xmlns:a16="http://schemas.microsoft.com/office/drawing/2014/main" val="75341418"/>
                    </a:ext>
                  </a:extLst>
                </a:gridCol>
                <a:gridCol w="1016000">
                  <a:extLst>
                    <a:ext uri="{9D8B030D-6E8A-4147-A177-3AD203B41FA5}">
                      <a16:colId xmlns:a16="http://schemas.microsoft.com/office/drawing/2014/main" val="3371756490"/>
                    </a:ext>
                  </a:extLst>
                </a:gridCol>
                <a:gridCol w="1016000">
                  <a:extLst>
                    <a:ext uri="{9D8B030D-6E8A-4147-A177-3AD203B41FA5}">
                      <a16:colId xmlns:a16="http://schemas.microsoft.com/office/drawing/2014/main" val="1849303493"/>
                    </a:ext>
                  </a:extLst>
                </a:gridCol>
                <a:gridCol w="1016000">
                  <a:extLst>
                    <a:ext uri="{9D8B030D-6E8A-4147-A177-3AD203B41FA5}">
                      <a16:colId xmlns:a16="http://schemas.microsoft.com/office/drawing/2014/main" val="1839698458"/>
                    </a:ext>
                  </a:extLst>
                </a:gridCol>
                <a:gridCol w="1016000">
                  <a:extLst>
                    <a:ext uri="{9D8B030D-6E8A-4147-A177-3AD203B41FA5}">
                      <a16:colId xmlns:a16="http://schemas.microsoft.com/office/drawing/2014/main" val="3703376589"/>
                    </a:ext>
                  </a:extLst>
                </a:gridCol>
                <a:gridCol w="1016000">
                  <a:extLst>
                    <a:ext uri="{9D8B030D-6E8A-4147-A177-3AD203B41FA5}">
                      <a16:colId xmlns:a16="http://schemas.microsoft.com/office/drawing/2014/main" val="421086447"/>
                    </a:ext>
                  </a:extLst>
                </a:gridCol>
              </a:tblGrid>
              <a:tr h="370840">
                <a:tc>
                  <a:txBody>
                    <a:bodyPr/>
                    <a:lstStyle/>
                    <a:p>
                      <a:pPr algn="ctr"/>
                      <a:r>
                        <a:rPr lang="zh-CN" altLang="en-US" sz="1400" b="0" baseline="0" dirty="0">
                          <a:solidFill>
                            <a:schemeClr val="tx1"/>
                          </a:solidFill>
                          <a:latin typeface="微软雅黑 Light" panose="020B0502040204020203" pitchFamily="34" charset="-122"/>
                          <a:ea typeface="微软雅黑 Light" panose="020B0502040204020203" pitchFamily="34" charset="-122"/>
                        </a:rPr>
                        <a:t>第</a:t>
                      </a:r>
                      <a:r>
                        <a:rPr lang="en-US" altLang="zh-CN" sz="1400" b="0" baseline="0" dirty="0">
                          <a:solidFill>
                            <a:schemeClr val="tx1"/>
                          </a:solidFill>
                          <a:latin typeface="微软雅黑 Light" panose="020B0502040204020203" pitchFamily="34" charset="-122"/>
                          <a:ea typeface="微软雅黑 Light" panose="020B0502040204020203" pitchFamily="34" charset="-122"/>
                        </a:rPr>
                        <a:t>8</a:t>
                      </a:r>
                      <a:r>
                        <a:rPr lang="zh-CN" altLang="en-US" sz="1400" b="0" baseline="0" dirty="0">
                          <a:solidFill>
                            <a:schemeClr val="tx1"/>
                          </a:solidFill>
                          <a:latin typeface="微软雅黑 Light" panose="020B0502040204020203" pitchFamily="34" charset="-122"/>
                          <a:ea typeface="微软雅黑 Light" panose="020B0502040204020203" pitchFamily="34" charset="-122"/>
                        </a:rPr>
                        <a:t>位</a:t>
                      </a:r>
                    </a:p>
                  </a:txBody>
                  <a:tcPr anchor="ctr">
                    <a:lnL w="12700" cmpd="sng">
                      <a:noFill/>
                    </a:lnL>
                    <a:lnR w="12700" cmpd="sng">
                      <a:noFill/>
                    </a:lnR>
                    <a:lnT w="38100" cmpd="sng">
                      <a:noFill/>
                    </a:lnT>
                    <a:lnB w="127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400" b="0" baseline="0" dirty="0">
                          <a:solidFill>
                            <a:schemeClr val="tx1"/>
                          </a:solidFill>
                          <a:latin typeface="微软雅黑 Light" panose="020B0502040204020203" pitchFamily="34" charset="-122"/>
                          <a:ea typeface="微软雅黑 Light" panose="020B0502040204020203" pitchFamily="34" charset="-122"/>
                        </a:rPr>
                        <a:t>第</a:t>
                      </a:r>
                      <a:r>
                        <a:rPr lang="en-US" altLang="zh-CN" sz="1400" b="0" baseline="0" dirty="0">
                          <a:solidFill>
                            <a:schemeClr val="tx1"/>
                          </a:solidFill>
                          <a:latin typeface="微软雅黑 Light" panose="020B0502040204020203" pitchFamily="34" charset="-122"/>
                          <a:ea typeface="微软雅黑 Light" panose="020B0502040204020203" pitchFamily="34" charset="-122"/>
                        </a:rPr>
                        <a:t>7</a:t>
                      </a:r>
                      <a:r>
                        <a:rPr lang="zh-CN" altLang="en-US" sz="1400" b="0" baseline="0" dirty="0">
                          <a:solidFill>
                            <a:schemeClr val="tx1"/>
                          </a:solidFill>
                          <a:latin typeface="微软雅黑 Light" panose="020B0502040204020203" pitchFamily="34" charset="-122"/>
                          <a:ea typeface="微软雅黑 Light" panose="020B0502040204020203" pitchFamily="34" charset="-122"/>
                        </a:rPr>
                        <a:t>位</a:t>
                      </a:r>
                    </a:p>
                  </a:txBody>
                  <a:tcPr anchor="ctr">
                    <a:lnL w="12700" cmpd="sng">
                      <a:noFill/>
                    </a:lnL>
                    <a:lnR w="12700" cmpd="sng">
                      <a:noFill/>
                    </a:lnR>
                    <a:lnT w="38100" cmpd="sng">
                      <a:noFill/>
                    </a:lnT>
                    <a:lnB w="127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400" b="0" baseline="0" dirty="0">
                          <a:solidFill>
                            <a:schemeClr val="tx1"/>
                          </a:solidFill>
                          <a:latin typeface="微软雅黑 Light" panose="020B0502040204020203" pitchFamily="34" charset="-122"/>
                          <a:ea typeface="微软雅黑 Light" panose="020B0502040204020203" pitchFamily="34" charset="-122"/>
                        </a:rPr>
                        <a:t>第</a:t>
                      </a:r>
                      <a:r>
                        <a:rPr lang="en-US" altLang="zh-CN" sz="1400" b="0" baseline="0" dirty="0">
                          <a:solidFill>
                            <a:schemeClr val="tx1"/>
                          </a:solidFill>
                          <a:latin typeface="微软雅黑 Light" panose="020B0502040204020203" pitchFamily="34" charset="-122"/>
                          <a:ea typeface="微软雅黑 Light" panose="020B0502040204020203" pitchFamily="34" charset="-122"/>
                        </a:rPr>
                        <a:t>6</a:t>
                      </a:r>
                      <a:r>
                        <a:rPr lang="zh-CN" altLang="en-US" sz="1400" b="0" baseline="0" dirty="0">
                          <a:solidFill>
                            <a:schemeClr val="tx1"/>
                          </a:solidFill>
                          <a:latin typeface="微软雅黑 Light" panose="020B0502040204020203" pitchFamily="34" charset="-122"/>
                          <a:ea typeface="微软雅黑 Light" panose="020B0502040204020203" pitchFamily="34" charset="-122"/>
                        </a:rPr>
                        <a:t>位</a:t>
                      </a:r>
                    </a:p>
                  </a:txBody>
                  <a:tcPr anchor="ctr">
                    <a:lnL w="12700" cmpd="sng">
                      <a:noFill/>
                    </a:lnL>
                    <a:lnR w="12700" cmpd="sng">
                      <a:noFill/>
                    </a:lnR>
                    <a:lnT w="38100" cmpd="sng">
                      <a:noFill/>
                    </a:lnT>
                    <a:lnB w="127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400" b="0" baseline="0" dirty="0">
                          <a:solidFill>
                            <a:schemeClr val="tx1"/>
                          </a:solidFill>
                          <a:latin typeface="微软雅黑 Light" panose="020B0502040204020203" pitchFamily="34" charset="-122"/>
                          <a:ea typeface="微软雅黑 Light" panose="020B0502040204020203" pitchFamily="34" charset="-122"/>
                        </a:rPr>
                        <a:t>第</a:t>
                      </a:r>
                      <a:r>
                        <a:rPr lang="en-US" altLang="zh-CN" sz="1400" b="0" baseline="0" dirty="0">
                          <a:solidFill>
                            <a:schemeClr val="tx1"/>
                          </a:solidFill>
                          <a:latin typeface="微软雅黑 Light" panose="020B0502040204020203" pitchFamily="34" charset="-122"/>
                          <a:ea typeface="微软雅黑 Light" panose="020B0502040204020203" pitchFamily="34" charset="-122"/>
                        </a:rPr>
                        <a:t>5</a:t>
                      </a:r>
                      <a:r>
                        <a:rPr lang="zh-CN" altLang="en-US" sz="1400" b="0" baseline="0" dirty="0">
                          <a:solidFill>
                            <a:schemeClr val="tx1"/>
                          </a:solidFill>
                          <a:latin typeface="微软雅黑 Light" panose="020B0502040204020203" pitchFamily="34" charset="-122"/>
                          <a:ea typeface="微软雅黑 Light" panose="020B0502040204020203" pitchFamily="34" charset="-122"/>
                        </a:rPr>
                        <a:t>位</a:t>
                      </a:r>
                    </a:p>
                  </a:txBody>
                  <a:tcPr anchor="ctr">
                    <a:lnL w="12700" cmpd="sng">
                      <a:noFill/>
                    </a:lnL>
                    <a:lnR w="12700" cmpd="sng">
                      <a:noFill/>
                    </a:lnR>
                    <a:lnT w="38100" cmpd="sng">
                      <a:noFill/>
                    </a:lnT>
                    <a:lnB w="127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400" b="0" baseline="0" dirty="0">
                          <a:solidFill>
                            <a:schemeClr val="tx1"/>
                          </a:solidFill>
                          <a:latin typeface="微软雅黑 Light" panose="020B0502040204020203" pitchFamily="34" charset="-122"/>
                          <a:ea typeface="微软雅黑 Light" panose="020B0502040204020203" pitchFamily="34" charset="-122"/>
                        </a:rPr>
                        <a:t>第</a:t>
                      </a:r>
                      <a:r>
                        <a:rPr lang="en-US" altLang="zh-CN" sz="1400" b="0" baseline="0" dirty="0">
                          <a:solidFill>
                            <a:schemeClr val="tx1"/>
                          </a:solidFill>
                          <a:latin typeface="微软雅黑 Light" panose="020B0502040204020203" pitchFamily="34" charset="-122"/>
                          <a:ea typeface="微软雅黑 Light" panose="020B0502040204020203" pitchFamily="34" charset="-122"/>
                        </a:rPr>
                        <a:t>4</a:t>
                      </a:r>
                      <a:r>
                        <a:rPr lang="zh-CN" altLang="en-US" sz="1400" b="0" baseline="0" dirty="0">
                          <a:solidFill>
                            <a:schemeClr val="tx1"/>
                          </a:solidFill>
                          <a:latin typeface="微软雅黑 Light" panose="020B0502040204020203" pitchFamily="34" charset="-122"/>
                          <a:ea typeface="微软雅黑 Light" panose="020B0502040204020203" pitchFamily="34" charset="-122"/>
                        </a:rPr>
                        <a:t>位</a:t>
                      </a:r>
                    </a:p>
                  </a:txBody>
                  <a:tcPr anchor="ctr">
                    <a:lnL w="12700" cmpd="sng">
                      <a:noFill/>
                    </a:lnL>
                    <a:lnR w="12700" cmpd="sng">
                      <a:noFill/>
                    </a:lnR>
                    <a:lnT w="38100" cmpd="sng">
                      <a:noFill/>
                    </a:lnT>
                    <a:lnB w="127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400" b="0" baseline="0" dirty="0">
                          <a:solidFill>
                            <a:schemeClr val="tx1"/>
                          </a:solidFill>
                          <a:latin typeface="微软雅黑 Light" panose="020B0502040204020203" pitchFamily="34" charset="-122"/>
                          <a:ea typeface="微软雅黑 Light" panose="020B0502040204020203" pitchFamily="34" charset="-122"/>
                        </a:rPr>
                        <a:t>第</a:t>
                      </a:r>
                      <a:r>
                        <a:rPr lang="en-US" altLang="zh-CN" sz="1400" b="0" baseline="0" dirty="0">
                          <a:solidFill>
                            <a:schemeClr val="tx1"/>
                          </a:solidFill>
                          <a:latin typeface="微软雅黑 Light" panose="020B0502040204020203" pitchFamily="34" charset="-122"/>
                          <a:ea typeface="微软雅黑 Light" panose="020B0502040204020203" pitchFamily="34" charset="-122"/>
                        </a:rPr>
                        <a:t>3</a:t>
                      </a:r>
                      <a:r>
                        <a:rPr lang="zh-CN" altLang="en-US" sz="1400" b="0" baseline="0" dirty="0">
                          <a:solidFill>
                            <a:schemeClr val="tx1"/>
                          </a:solidFill>
                          <a:latin typeface="微软雅黑 Light" panose="020B0502040204020203" pitchFamily="34" charset="-122"/>
                          <a:ea typeface="微软雅黑 Light" panose="020B0502040204020203" pitchFamily="34" charset="-122"/>
                        </a:rPr>
                        <a:t>位</a:t>
                      </a:r>
                    </a:p>
                  </a:txBody>
                  <a:tcPr anchor="ctr">
                    <a:lnL w="12700" cmpd="sng">
                      <a:noFill/>
                    </a:lnL>
                    <a:lnR w="12700" cmpd="sng">
                      <a:noFill/>
                    </a:lnR>
                    <a:lnT w="38100" cmpd="sng">
                      <a:noFill/>
                    </a:lnT>
                    <a:lnB w="127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400" b="0" baseline="0" dirty="0">
                          <a:solidFill>
                            <a:schemeClr val="tx1"/>
                          </a:solidFill>
                          <a:latin typeface="微软雅黑 Light" panose="020B0502040204020203" pitchFamily="34" charset="-122"/>
                          <a:ea typeface="微软雅黑 Light" panose="020B0502040204020203" pitchFamily="34" charset="-122"/>
                        </a:rPr>
                        <a:t>第</a:t>
                      </a:r>
                      <a:r>
                        <a:rPr lang="en-US" altLang="zh-CN" sz="1400" b="0" baseline="0" dirty="0">
                          <a:solidFill>
                            <a:schemeClr val="tx1"/>
                          </a:solidFill>
                          <a:latin typeface="微软雅黑 Light" panose="020B0502040204020203" pitchFamily="34" charset="-122"/>
                          <a:ea typeface="微软雅黑 Light" panose="020B0502040204020203" pitchFamily="34" charset="-122"/>
                        </a:rPr>
                        <a:t>2</a:t>
                      </a:r>
                      <a:r>
                        <a:rPr lang="zh-CN" altLang="en-US" sz="1400" b="0" baseline="0" dirty="0">
                          <a:solidFill>
                            <a:schemeClr val="tx1"/>
                          </a:solidFill>
                          <a:latin typeface="微软雅黑 Light" panose="020B0502040204020203" pitchFamily="34" charset="-122"/>
                          <a:ea typeface="微软雅黑 Light" panose="020B0502040204020203" pitchFamily="34" charset="-122"/>
                        </a:rPr>
                        <a:t>位</a:t>
                      </a:r>
                      <a:r>
                        <a:rPr lang="en-US" altLang="zh-CN" sz="1400" b="0" baseline="0" dirty="0">
                          <a:solidFill>
                            <a:schemeClr val="tx1"/>
                          </a:solidFill>
                          <a:latin typeface="微软雅黑 Light" panose="020B0502040204020203" pitchFamily="34" charset="-122"/>
                          <a:ea typeface="微软雅黑 Light" panose="020B0502040204020203" pitchFamily="34" charset="-122"/>
                        </a:rPr>
                        <a:t>G/L</a:t>
                      </a:r>
                      <a:endParaRPr lang="zh-CN" altLang="en-US" sz="1400" b="0" baseline="0" dirty="0">
                        <a:solidFill>
                          <a:schemeClr val="tx1"/>
                        </a:solidFill>
                        <a:latin typeface="微软雅黑 Light" panose="020B0502040204020203" pitchFamily="34" charset="-122"/>
                        <a:ea typeface="微软雅黑 Light" panose="020B0502040204020203" pitchFamily="34" charset="-122"/>
                      </a:endParaRPr>
                    </a:p>
                  </a:txBody>
                  <a:tcPr anchor="ctr">
                    <a:lnL w="12700" cmpd="sng">
                      <a:noFill/>
                    </a:lnL>
                    <a:lnR w="12700" cmpd="sng">
                      <a:noFill/>
                    </a:lnR>
                    <a:lnT w="38100" cmpd="sng">
                      <a:noFill/>
                    </a:lnT>
                    <a:lnB w="127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400" b="0" baseline="0" dirty="0">
                          <a:solidFill>
                            <a:schemeClr val="tx1"/>
                          </a:solidFill>
                          <a:latin typeface="微软雅黑 Light" panose="020B0502040204020203" pitchFamily="34" charset="-122"/>
                          <a:ea typeface="微软雅黑 Light" panose="020B0502040204020203" pitchFamily="34" charset="-122"/>
                        </a:rPr>
                        <a:t>第</a:t>
                      </a:r>
                      <a:r>
                        <a:rPr lang="en-US" altLang="zh-CN" sz="1400" b="0" baseline="0" dirty="0">
                          <a:solidFill>
                            <a:schemeClr val="tx1"/>
                          </a:solidFill>
                          <a:latin typeface="微软雅黑 Light" panose="020B0502040204020203" pitchFamily="34" charset="-122"/>
                          <a:ea typeface="微软雅黑 Light" panose="020B0502040204020203" pitchFamily="34" charset="-122"/>
                        </a:rPr>
                        <a:t>1</a:t>
                      </a:r>
                      <a:r>
                        <a:rPr lang="zh-CN" altLang="en-US" sz="1400" b="0" baseline="0" dirty="0">
                          <a:solidFill>
                            <a:schemeClr val="tx1"/>
                          </a:solidFill>
                          <a:latin typeface="微软雅黑 Light" panose="020B0502040204020203" pitchFamily="34" charset="-122"/>
                          <a:ea typeface="微软雅黑 Light" panose="020B0502040204020203" pitchFamily="34" charset="-122"/>
                        </a:rPr>
                        <a:t>位</a:t>
                      </a:r>
                      <a:r>
                        <a:rPr lang="en-US" altLang="zh-CN" sz="1400" b="0" baseline="0" dirty="0">
                          <a:solidFill>
                            <a:schemeClr val="tx1"/>
                          </a:solidFill>
                          <a:latin typeface="微软雅黑 Light" panose="020B0502040204020203" pitchFamily="34" charset="-122"/>
                          <a:ea typeface="微软雅黑 Light" panose="020B0502040204020203" pitchFamily="34" charset="-122"/>
                        </a:rPr>
                        <a:t>I/G</a:t>
                      </a:r>
                      <a:endParaRPr lang="zh-CN" altLang="en-US" sz="1400" b="0" baseline="0" dirty="0">
                        <a:solidFill>
                          <a:schemeClr val="tx1"/>
                        </a:solidFill>
                        <a:latin typeface="微软雅黑 Light" panose="020B0502040204020203" pitchFamily="34" charset="-122"/>
                        <a:ea typeface="微软雅黑 Light" panose="020B0502040204020203" pitchFamily="34" charset="-122"/>
                      </a:endParaRPr>
                    </a:p>
                  </a:txBody>
                  <a:tcPr anchor="ctr">
                    <a:lnL w="12700" cmpd="sng">
                      <a:noFill/>
                    </a:lnL>
                    <a:lnR w="12700" cmpd="sng">
                      <a:noFill/>
                    </a:lnR>
                    <a:lnT w="38100" cmpd="sng">
                      <a:noFill/>
                    </a:lnT>
                    <a:lnB w="127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83962703"/>
                  </a:ext>
                </a:extLst>
              </a:tr>
              <a:tr h="370840">
                <a:tc>
                  <a:txBody>
                    <a:bodyPr/>
                    <a:lstStyle/>
                    <a:p>
                      <a:pPr algn="ctr"/>
                      <a:r>
                        <a:rPr lang="en-US" altLang="zh-CN" sz="1600" baseline="0" dirty="0">
                          <a:solidFill>
                            <a:schemeClr val="tx1"/>
                          </a:solidFill>
                          <a:latin typeface="微软雅黑 Light" panose="020B0502040204020203" pitchFamily="34" charset="-122"/>
                          <a:ea typeface="微软雅黑 Light" panose="020B0502040204020203" pitchFamily="34" charset="-122"/>
                        </a:rPr>
                        <a:t>b7</a:t>
                      </a:r>
                      <a:endParaRPr lang="zh-CN" altLang="en-US" sz="1600" baseline="0" dirty="0">
                        <a:solidFill>
                          <a:schemeClr val="tx1"/>
                        </a:solidFill>
                        <a:latin typeface="微软雅黑 Light" panose="020B0502040204020203" pitchFamily="34" charset="-122"/>
                        <a:ea typeface="微软雅黑 Light" panose="020B0502040204020203" pitchFamily="34" charset="-122"/>
                      </a:endParaRPr>
                    </a:p>
                  </a:txBody>
                  <a:tcPr anchor="ct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baseline="0" dirty="0">
                          <a:solidFill>
                            <a:schemeClr val="tx1"/>
                          </a:solidFill>
                          <a:latin typeface="微软雅黑 Light" panose="020B0502040204020203" pitchFamily="34" charset="-122"/>
                          <a:ea typeface="微软雅黑 Light" panose="020B0502040204020203" pitchFamily="34" charset="-122"/>
                        </a:rPr>
                        <a:t>b6</a:t>
                      </a:r>
                      <a:endParaRPr lang="zh-CN" altLang="en-US" sz="1600" baseline="0" dirty="0">
                        <a:solidFill>
                          <a:schemeClr val="tx1"/>
                        </a:solidFill>
                        <a:latin typeface="微软雅黑 Light" panose="020B0502040204020203" pitchFamily="34" charset="-122"/>
                        <a:ea typeface="微软雅黑 Light" panose="020B0502040204020203" pitchFamily="34" charset="-122"/>
                      </a:endParaRPr>
                    </a:p>
                  </a:txBody>
                  <a:tcPr anchor="ct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baseline="0" dirty="0">
                          <a:solidFill>
                            <a:schemeClr val="tx1"/>
                          </a:solidFill>
                          <a:latin typeface="微软雅黑 Light" panose="020B0502040204020203" pitchFamily="34" charset="-122"/>
                          <a:ea typeface="微软雅黑 Light" panose="020B0502040204020203" pitchFamily="34" charset="-122"/>
                        </a:rPr>
                        <a:t>b5</a:t>
                      </a:r>
                      <a:endParaRPr lang="zh-CN" altLang="en-US" sz="1600" baseline="0" dirty="0">
                        <a:solidFill>
                          <a:schemeClr val="tx1"/>
                        </a:solidFill>
                        <a:latin typeface="微软雅黑 Light" panose="020B0502040204020203" pitchFamily="34" charset="-122"/>
                        <a:ea typeface="微软雅黑 Light" panose="020B0502040204020203" pitchFamily="34" charset="-122"/>
                      </a:endParaRPr>
                    </a:p>
                  </a:txBody>
                  <a:tcPr anchor="ct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baseline="0" dirty="0">
                          <a:solidFill>
                            <a:schemeClr val="tx1"/>
                          </a:solidFill>
                          <a:latin typeface="微软雅黑 Light" panose="020B0502040204020203" pitchFamily="34" charset="-122"/>
                          <a:ea typeface="微软雅黑 Light" panose="020B0502040204020203" pitchFamily="34" charset="-122"/>
                        </a:rPr>
                        <a:t>b4</a:t>
                      </a:r>
                      <a:endParaRPr lang="zh-CN" altLang="en-US" sz="1600" baseline="0" dirty="0">
                        <a:solidFill>
                          <a:schemeClr val="tx1"/>
                        </a:solidFill>
                        <a:latin typeface="微软雅黑 Light" panose="020B0502040204020203" pitchFamily="34" charset="-122"/>
                        <a:ea typeface="微软雅黑 Light" panose="020B0502040204020203" pitchFamily="34" charset="-122"/>
                      </a:endParaRPr>
                    </a:p>
                  </a:txBody>
                  <a:tcPr anchor="ct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baseline="0" dirty="0">
                          <a:solidFill>
                            <a:schemeClr val="tx1"/>
                          </a:solidFill>
                          <a:latin typeface="微软雅黑 Light" panose="020B0502040204020203" pitchFamily="34" charset="-122"/>
                          <a:ea typeface="微软雅黑 Light" panose="020B0502040204020203" pitchFamily="34" charset="-122"/>
                        </a:rPr>
                        <a:t>b3</a:t>
                      </a:r>
                      <a:endParaRPr lang="zh-CN" altLang="en-US" sz="1600" baseline="0" dirty="0">
                        <a:solidFill>
                          <a:schemeClr val="tx1"/>
                        </a:solidFill>
                        <a:latin typeface="微软雅黑 Light" panose="020B0502040204020203" pitchFamily="34" charset="-122"/>
                        <a:ea typeface="微软雅黑 Light" panose="020B0502040204020203" pitchFamily="34" charset="-122"/>
                      </a:endParaRPr>
                    </a:p>
                  </a:txBody>
                  <a:tcPr anchor="ct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baseline="0" dirty="0">
                          <a:solidFill>
                            <a:schemeClr val="tx1"/>
                          </a:solidFill>
                          <a:latin typeface="微软雅黑 Light" panose="020B0502040204020203" pitchFamily="34" charset="-122"/>
                          <a:ea typeface="微软雅黑 Light" panose="020B0502040204020203" pitchFamily="34" charset="-122"/>
                        </a:rPr>
                        <a:t>b2</a:t>
                      </a:r>
                      <a:endParaRPr lang="zh-CN" altLang="en-US" sz="1600" baseline="0" dirty="0">
                        <a:solidFill>
                          <a:schemeClr val="tx1"/>
                        </a:solidFill>
                        <a:latin typeface="微软雅黑 Light" panose="020B0502040204020203" pitchFamily="34" charset="-122"/>
                        <a:ea typeface="微软雅黑 Light" panose="020B0502040204020203" pitchFamily="34" charset="-122"/>
                      </a:endParaRPr>
                    </a:p>
                  </a:txBody>
                  <a:tcPr anchor="ct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baseline="0" dirty="0">
                          <a:solidFill>
                            <a:schemeClr val="accent1"/>
                          </a:solidFill>
                          <a:latin typeface="微软雅黑 Light" panose="020B0502040204020203" pitchFamily="34" charset="-122"/>
                          <a:ea typeface="微软雅黑 Light" panose="020B0502040204020203" pitchFamily="34" charset="-122"/>
                        </a:rPr>
                        <a:t>b1</a:t>
                      </a:r>
                      <a:endParaRPr lang="zh-CN" altLang="en-US" sz="1600" baseline="0" dirty="0">
                        <a:solidFill>
                          <a:schemeClr val="accent1"/>
                        </a:solidFill>
                        <a:latin typeface="微软雅黑 Light" panose="020B0502040204020203" pitchFamily="34" charset="-122"/>
                        <a:ea typeface="微软雅黑 Light" panose="020B0502040204020203" pitchFamily="34" charset="-122"/>
                      </a:endParaRPr>
                    </a:p>
                  </a:txBody>
                  <a:tcPr anchor="ct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baseline="0" dirty="0">
                          <a:solidFill>
                            <a:srgbClr val="FF0000"/>
                          </a:solidFill>
                          <a:latin typeface="微软雅黑 Light" panose="020B0502040204020203" pitchFamily="34" charset="-122"/>
                          <a:ea typeface="微软雅黑 Light" panose="020B0502040204020203" pitchFamily="34" charset="-122"/>
                        </a:rPr>
                        <a:t>b0</a:t>
                      </a:r>
                      <a:endParaRPr lang="zh-CN" altLang="en-US" sz="1600" baseline="0" dirty="0">
                        <a:solidFill>
                          <a:srgbClr val="FF0000"/>
                        </a:solidFill>
                        <a:latin typeface="微软雅黑 Light" panose="020B0502040204020203" pitchFamily="34" charset="-122"/>
                        <a:ea typeface="微软雅黑 Light" panose="020B0502040204020203" pitchFamily="34" charset="-122"/>
                      </a:endParaRPr>
                    </a:p>
                  </a:txBody>
                  <a:tcPr anchor="ct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44984829"/>
                  </a:ext>
                </a:extLst>
              </a:tr>
            </a:tbl>
          </a:graphicData>
        </a:graphic>
      </p:graphicFrame>
      <p:sp>
        <p:nvSpPr>
          <p:cNvPr id="47" name="等腰三角形 10">
            <a:extLst>
              <a:ext uri="{FF2B5EF4-FFF2-40B4-BE49-F238E27FC236}">
                <a16:creationId xmlns:a16="http://schemas.microsoft.com/office/drawing/2014/main" id="{D837348C-D630-4023-910C-5BFC6666108A}"/>
              </a:ext>
            </a:extLst>
          </p:cNvPr>
          <p:cNvSpPr/>
          <p:nvPr/>
        </p:nvSpPr>
        <p:spPr>
          <a:xfrm>
            <a:off x="1182523" y="4396178"/>
            <a:ext cx="7428271" cy="720000"/>
          </a:xfrm>
          <a:custGeom>
            <a:avLst/>
            <a:gdLst>
              <a:gd name="connsiteX0" fmla="*/ 0 w 7236542"/>
              <a:gd name="connsiteY0" fmla="*/ 535754 h 535754"/>
              <a:gd name="connsiteX1" fmla="*/ 3618271 w 7236542"/>
              <a:gd name="connsiteY1" fmla="*/ 0 h 535754"/>
              <a:gd name="connsiteX2" fmla="*/ 7236542 w 7236542"/>
              <a:gd name="connsiteY2" fmla="*/ 535754 h 535754"/>
              <a:gd name="connsiteX3" fmla="*/ 0 w 7236542"/>
              <a:gd name="connsiteY3" fmla="*/ 535754 h 535754"/>
              <a:gd name="connsiteX0" fmla="*/ 0 w 7236542"/>
              <a:gd name="connsiteY0" fmla="*/ 643909 h 643909"/>
              <a:gd name="connsiteX1" fmla="*/ 294968 w 7236542"/>
              <a:gd name="connsiteY1" fmla="*/ 0 h 643909"/>
              <a:gd name="connsiteX2" fmla="*/ 7236542 w 7236542"/>
              <a:gd name="connsiteY2" fmla="*/ 643909 h 643909"/>
              <a:gd name="connsiteX3" fmla="*/ 0 w 7236542"/>
              <a:gd name="connsiteY3" fmla="*/ 643909 h 643909"/>
            </a:gdLst>
            <a:ahLst/>
            <a:cxnLst>
              <a:cxn ang="0">
                <a:pos x="connsiteX0" y="connsiteY0"/>
              </a:cxn>
              <a:cxn ang="0">
                <a:pos x="connsiteX1" y="connsiteY1"/>
              </a:cxn>
              <a:cxn ang="0">
                <a:pos x="connsiteX2" y="connsiteY2"/>
              </a:cxn>
              <a:cxn ang="0">
                <a:pos x="connsiteX3" y="connsiteY3"/>
              </a:cxn>
            </a:cxnLst>
            <a:rect l="l" t="t" r="r" b="b"/>
            <a:pathLst>
              <a:path w="7236542" h="643909">
                <a:moveTo>
                  <a:pt x="0" y="643909"/>
                </a:moveTo>
                <a:lnTo>
                  <a:pt x="294968" y="0"/>
                </a:lnTo>
                <a:lnTo>
                  <a:pt x="7236542" y="643909"/>
                </a:lnTo>
                <a:lnTo>
                  <a:pt x="0" y="643909"/>
                </a:lnTo>
                <a:close/>
              </a:path>
            </a:pathLst>
          </a:custGeom>
          <a:gradFill flip="none" rotWithShape="1">
            <a:gsLst>
              <a:gs pos="0">
                <a:schemeClr val="bg1">
                  <a:lumMod val="50000"/>
                </a:schemeClr>
              </a:gs>
              <a:gs pos="100000">
                <a:schemeClr val="bg1"/>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文本框 47">
            <a:extLst>
              <a:ext uri="{FF2B5EF4-FFF2-40B4-BE49-F238E27FC236}">
                <a16:creationId xmlns:a16="http://schemas.microsoft.com/office/drawing/2014/main" id="{A0E596CF-A2DF-490E-9D39-909A273BCB7A}"/>
              </a:ext>
            </a:extLst>
          </p:cNvPr>
          <p:cNvSpPr txBox="1"/>
          <p:nvPr/>
        </p:nvSpPr>
        <p:spPr>
          <a:xfrm>
            <a:off x="9154575" y="6110382"/>
            <a:ext cx="1632178" cy="307777"/>
          </a:xfrm>
          <a:prstGeom prst="rect">
            <a:avLst/>
          </a:prstGeom>
          <a:noFill/>
        </p:spPr>
        <p:txBody>
          <a:bodyPr wrap="none" rtlCol="0">
            <a:spAutoFit/>
          </a:bodyPr>
          <a:lstStyle/>
          <a:p>
            <a:pPr algn="l">
              <a:spcBef>
                <a:spcPts val="600"/>
              </a:spcBef>
              <a:spcAft>
                <a:spcPts val="600"/>
              </a:spcAft>
            </a:pPr>
            <a:r>
              <a:rPr lang="en-US" altLang="zh-CN" sz="1400" kern="100" dirty="0">
                <a:solidFill>
                  <a:srgbClr val="FF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0</a:t>
            </a:r>
            <a:r>
              <a:rPr lang="zh-CN" altLang="en-US" sz="1400" kern="100" dirty="0">
                <a:solidFill>
                  <a:srgbClr val="FF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：单播</a:t>
            </a:r>
            <a:r>
              <a:rPr lang="zh-CN" altLang="en-US" sz="1400" kern="100" dirty="0">
                <a:solidFill>
                  <a:srgbClr val="FF0000"/>
                </a:solidFill>
                <a:latin typeface="微软雅黑 Light" panose="020B0502040204020203" pitchFamily="34" charset="-122"/>
                <a:ea typeface="微软雅黑 Light" panose="020B0502040204020203" pitchFamily="34" charset="-122"/>
                <a:cs typeface="Times New Roman" panose="02020603050405020304" pitchFamily="18" charset="0"/>
              </a:rPr>
              <a:t>；</a:t>
            </a:r>
            <a:r>
              <a:rPr lang="en-US" altLang="zh-CN" sz="1400" kern="100" dirty="0">
                <a:solidFill>
                  <a:srgbClr val="FF0000"/>
                </a:solidFill>
                <a:latin typeface="微软雅黑 Light" panose="020B0502040204020203" pitchFamily="34" charset="-122"/>
                <a:ea typeface="微软雅黑 Light" panose="020B0502040204020203" pitchFamily="34" charset="-122"/>
                <a:cs typeface="Times New Roman" panose="02020603050405020304" pitchFamily="18" charset="0"/>
              </a:rPr>
              <a:t>1</a:t>
            </a:r>
            <a:r>
              <a:rPr lang="zh-CN" altLang="en-US" sz="1400" kern="100" dirty="0">
                <a:solidFill>
                  <a:srgbClr val="FF0000"/>
                </a:solidFill>
                <a:latin typeface="微软雅黑 Light" panose="020B0502040204020203" pitchFamily="34" charset="-122"/>
                <a:ea typeface="微软雅黑 Light" panose="020B0502040204020203" pitchFamily="34" charset="-122"/>
                <a:cs typeface="Times New Roman" panose="02020603050405020304" pitchFamily="18" charset="0"/>
              </a:rPr>
              <a:t>：组播</a:t>
            </a:r>
            <a:endParaRPr lang="zh-CN" altLang="en-US" sz="1400" kern="100" dirty="0">
              <a:solidFill>
                <a:srgbClr val="FF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p:txBody>
      </p:sp>
      <p:sp>
        <p:nvSpPr>
          <p:cNvPr id="49" name="文本框 48">
            <a:extLst>
              <a:ext uri="{FF2B5EF4-FFF2-40B4-BE49-F238E27FC236}">
                <a16:creationId xmlns:a16="http://schemas.microsoft.com/office/drawing/2014/main" id="{3DBAF4DF-9234-4CFB-BD09-63B1F61C743E}"/>
              </a:ext>
            </a:extLst>
          </p:cNvPr>
          <p:cNvSpPr txBox="1"/>
          <p:nvPr/>
        </p:nvSpPr>
        <p:spPr>
          <a:xfrm>
            <a:off x="9154575" y="5778434"/>
            <a:ext cx="2350323" cy="307777"/>
          </a:xfrm>
          <a:prstGeom prst="rect">
            <a:avLst/>
          </a:prstGeom>
          <a:noFill/>
        </p:spPr>
        <p:txBody>
          <a:bodyPr wrap="none" rtlCol="0">
            <a:spAutoFit/>
          </a:bodyPr>
          <a:lstStyle/>
          <a:p>
            <a:pPr algn="l">
              <a:spcBef>
                <a:spcPts val="600"/>
              </a:spcBef>
              <a:spcAft>
                <a:spcPts val="600"/>
              </a:spcAft>
            </a:pPr>
            <a:r>
              <a:rPr lang="en-US" altLang="zh-CN" sz="1400" kern="100" dirty="0">
                <a:solidFill>
                  <a:schemeClr val="accent1"/>
                </a:solidFill>
                <a:effectLst/>
                <a:latin typeface="微软雅黑 Light" panose="020B0502040204020203" pitchFamily="34" charset="-122"/>
                <a:ea typeface="微软雅黑 Light" panose="020B0502040204020203" pitchFamily="34" charset="-122"/>
                <a:cs typeface="Times New Roman" panose="02020603050405020304" pitchFamily="18" charset="0"/>
              </a:rPr>
              <a:t>0</a:t>
            </a:r>
            <a:r>
              <a:rPr lang="zh-CN" altLang="en-US" sz="1400" kern="100" dirty="0">
                <a:solidFill>
                  <a:schemeClr val="accent1"/>
                </a:solidFill>
                <a:effectLst/>
                <a:latin typeface="微软雅黑 Light" panose="020B0502040204020203" pitchFamily="34" charset="-122"/>
                <a:ea typeface="微软雅黑 Light" panose="020B0502040204020203" pitchFamily="34" charset="-122"/>
                <a:cs typeface="Times New Roman" panose="02020603050405020304" pitchFamily="18" charset="0"/>
              </a:rPr>
              <a:t>：全球管理；</a:t>
            </a:r>
            <a:r>
              <a:rPr lang="en-US" altLang="zh-CN" sz="1400" kern="100" dirty="0">
                <a:solidFill>
                  <a:schemeClr val="accent1"/>
                </a:solidFill>
                <a:latin typeface="微软雅黑 Light" panose="020B0502040204020203" pitchFamily="34" charset="-122"/>
                <a:ea typeface="微软雅黑 Light" panose="020B0502040204020203" pitchFamily="34" charset="-122"/>
                <a:cs typeface="Times New Roman" panose="02020603050405020304" pitchFamily="18" charset="0"/>
              </a:rPr>
              <a:t>1</a:t>
            </a:r>
            <a:r>
              <a:rPr lang="zh-CN" altLang="en-US" sz="1400" kern="100" dirty="0">
                <a:solidFill>
                  <a:schemeClr val="accent1"/>
                </a:solidFill>
                <a:latin typeface="微软雅黑 Light" panose="020B0502040204020203" pitchFamily="34" charset="-122"/>
                <a:ea typeface="微软雅黑 Light" panose="020B0502040204020203" pitchFamily="34" charset="-122"/>
                <a:cs typeface="Times New Roman" panose="02020603050405020304" pitchFamily="18" charset="0"/>
              </a:rPr>
              <a:t>：本地管理</a:t>
            </a:r>
            <a:endParaRPr lang="zh-CN" altLang="en-US" sz="1400" kern="100" dirty="0">
              <a:solidFill>
                <a:schemeClr val="accent1"/>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p:txBody>
      </p:sp>
      <p:grpSp>
        <p:nvGrpSpPr>
          <p:cNvPr id="64" name="组合 63">
            <a:extLst>
              <a:ext uri="{FF2B5EF4-FFF2-40B4-BE49-F238E27FC236}">
                <a16:creationId xmlns:a16="http://schemas.microsoft.com/office/drawing/2014/main" id="{B071178C-A550-4CD5-B82E-61CC8947D368}"/>
              </a:ext>
            </a:extLst>
          </p:cNvPr>
          <p:cNvGrpSpPr>
            <a:grpSpLocks noChangeAspect="1"/>
          </p:cNvGrpSpPr>
          <p:nvPr/>
        </p:nvGrpSpPr>
        <p:grpSpPr>
          <a:xfrm flipH="1">
            <a:off x="11673088" y="5688350"/>
            <a:ext cx="429262" cy="1080000"/>
            <a:chOff x="2502883" y="745871"/>
            <a:chExt cx="1886020" cy="4745130"/>
          </a:xfrm>
        </p:grpSpPr>
        <p:sp>
          <p:nvSpPr>
            <p:cNvPr id="65" name="任意多边形: 形状 64">
              <a:extLst>
                <a:ext uri="{FF2B5EF4-FFF2-40B4-BE49-F238E27FC236}">
                  <a16:creationId xmlns:a16="http://schemas.microsoft.com/office/drawing/2014/main" id="{4F125111-A6F2-4567-845D-97E1E682D33B}"/>
                </a:ext>
              </a:extLst>
            </p:cNvPr>
            <p:cNvSpPr/>
            <p:nvPr/>
          </p:nvSpPr>
          <p:spPr>
            <a:xfrm>
              <a:off x="2502883" y="745871"/>
              <a:ext cx="1886020" cy="4734469"/>
            </a:xfrm>
            <a:custGeom>
              <a:avLst/>
              <a:gdLst>
                <a:gd name="connsiteX0" fmla="*/ 1884245 w 1886020"/>
                <a:gd name="connsiteY0" fmla="*/ 523393 h 4734469"/>
                <a:gd name="connsiteX1" fmla="*/ 1874265 w 1886020"/>
                <a:gd name="connsiteY1" fmla="*/ 495786 h 4734469"/>
                <a:gd name="connsiteX2" fmla="*/ 1867783 w 1886020"/>
                <a:gd name="connsiteY2" fmla="*/ 465103 h 4734469"/>
                <a:gd name="connsiteX3" fmla="*/ 1850007 w 1886020"/>
                <a:gd name="connsiteY3" fmla="*/ 460490 h 4734469"/>
                <a:gd name="connsiteX4" fmla="*/ 1844762 w 1886020"/>
                <a:gd name="connsiteY4" fmla="*/ 448260 h 4734469"/>
                <a:gd name="connsiteX5" fmla="*/ 1805863 w 1886020"/>
                <a:gd name="connsiteY5" fmla="*/ 417944 h 4734469"/>
                <a:gd name="connsiteX6" fmla="*/ 1870331 w 1886020"/>
                <a:gd name="connsiteY6" fmla="*/ 358921 h 4734469"/>
                <a:gd name="connsiteX7" fmla="*/ 1861299 w 1886020"/>
                <a:gd name="connsiteY7" fmla="*/ 324137 h 4734469"/>
                <a:gd name="connsiteX8" fmla="*/ 1851393 w 1886020"/>
                <a:gd name="connsiteY8" fmla="*/ 326774 h 4734469"/>
                <a:gd name="connsiteX9" fmla="*/ 1796830 w 1886020"/>
                <a:gd name="connsiteY9" fmla="*/ 349255 h 4734469"/>
                <a:gd name="connsiteX10" fmla="*/ 1765943 w 1886020"/>
                <a:gd name="connsiteY10" fmla="*/ 363534 h 4734469"/>
                <a:gd name="connsiteX11" fmla="*/ 1693315 w 1886020"/>
                <a:gd name="connsiteY11" fmla="*/ 436543 h 4734469"/>
                <a:gd name="connsiteX12" fmla="*/ 1648150 w 1886020"/>
                <a:gd name="connsiteY12" fmla="*/ 518706 h 4734469"/>
                <a:gd name="connsiteX13" fmla="*/ 1638535 w 1886020"/>
                <a:gd name="connsiteY13" fmla="*/ 574946 h 4734469"/>
                <a:gd name="connsiteX14" fmla="*/ 1638663 w 1886020"/>
                <a:gd name="connsiteY14" fmla="*/ 580662 h 4734469"/>
                <a:gd name="connsiteX15" fmla="*/ 1613134 w 1886020"/>
                <a:gd name="connsiteY15" fmla="*/ 587941 h 4734469"/>
                <a:gd name="connsiteX16" fmla="*/ 1591981 w 1886020"/>
                <a:gd name="connsiteY16" fmla="*/ 643937 h 4734469"/>
                <a:gd name="connsiteX17" fmla="*/ 1578159 w 1886020"/>
                <a:gd name="connsiteY17" fmla="*/ 669479 h 4734469"/>
                <a:gd name="connsiteX18" fmla="*/ 1563141 w 1886020"/>
                <a:gd name="connsiteY18" fmla="*/ 681284 h 4734469"/>
                <a:gd name="connsiteX19" fmla="*/ 1533375 w 1886020"/>
                <a:gd name="connsiteY19" fmla="*/ 756751 h 4734469"/>
                <a:gd name="connsiteX20" fmla="*/ 1485671 w 1886020"/>
                <a:gd name="connsiteY20" fmla="*/ 856861 h 4734469"/>
                <a:gd name="connsiteX21" fmla="*/ 1415921 w 1886020"/>
                <a:gd name="connsiteY21" fmla="*/ 918590 h 4734469"/>
                <a:gd name="connsiteX22" fmla="*/ 1406812 w 1886020"/>
                <a:gd name="connsiteY22" fmla="*/ 937801 h 4734469"/>
                <a:gd name="connsiteX23" fmla="*/ 1382456 w 1886020"/>
                <a:gd name="connsiteY23" fmla="*/ 945325 h 4734469"/>
                <a:gd name="connsiteX24" fmla="*/ 1315988 w 1886020"/>
                <a:gd name="connsiteY24" fmla="*/ 955470 h 4734469"/>
                <a:gd name="connsiteX25" fmla="*/ 1237040 w 1886020"/>
                <a:gd name="connsiteY25" fmla="*/ 944378 h 4734469"/>
                <a:gd name="connsiteX26" fmla="*/ 1220194 w 1886020"/>
                <a:gd name="connsiteY26" fmla="*/ 945880 h 4734469"/>
                <a:gd name="connsiteX27" fmla="*/ 1206377 w 1886020"/>
                <a:gd name="connsiteY27" fmla="*/ 941040 h 4734469"/>
                <a:gd name="connsiteX28" fmla="*/ 1175042 w 1886020"/>
                <a:gd name="connsiteY28" fmla="*/ 928647 h 4734469"/>
                <a:gd name="connsiteX29" fmla="*/ 1145313 w 1886020"/>
                <a:gd name="connsiteY29" fmla="*/ 940191 h 4734469"/>
                <a:gd name="connsiteX30" fmla="*/ 1126295 w 1886020"/>
                <a:gd name="connsiteY30" fmla="*/ 912187 h 4734469"/>
                <a:gd name="connsiteX31" fmla="*/ 1097455 w 1886020"/>
                <a:gd name="connsiteY31" fmla="*/ 898352 h 4734469"/>
                <a:gd name="connsiteX32" fmla="*/ 1087927 w 1886020"/>
                <a:gd name="connsiteY32" fmla="*/ 876721 h 4734469"/>
                <a:gd name="connsiteX33" fmla="*/ 1059155 w 1886020"/>
                <a:gd name="connsiteY33" fmla="*/ 877769 h 4734469"/>
                <a:gd name="connsiteX34" fmla="*/ 990638 w 1886020"/>
                <a:gd name="connsiteY34" fmla="*/ 848823 h 4734469"/>
                <a:gd name="connsiteX35" fmla="*/ 927078 w 1886020"/>
                <a:gd name="connsiteY35" fmla="*/ 829834 h 4734469"/>
                <a:gd name="connsiteX36" fmla="*/ 917154 w 1886020"/>
                <a:gd name="connsiteY36" fmla="*/ 810211 h 4734469"/>
                <a:gd name="connsiteX37" fmla="*/ 909914 w 1886020"/>
                <a:gd name="connsiteY37" fmla="*/ 795381 h 4734469"/>
                <a:gd name="connsiteX38" fmla="*/ 871407 w 1886020"/>
                <a:gd name="connsiteY38" fmla="*/ 783885 h 4734469"/>
                <a:gd name="connsiteX39" fmla="*/ 826658 w 1886020"/>
                <a:gd name="connsiteY39" fmla="*/ 791587 h 4734469"/>
                <a:gd name="connsiteX40" fmla="*/ 825164 w 1886020"/>
                <a:gd name="connsiteY40" fmla="*/ 785828 h 4734469"/>
                <a:gd name="connsiteX41" fmla="*/ 775558 w 1886020"/>
                <a:gd name="connsiteY41" fmla="*/ 724921 h 4734469"/>
                <a:gd name="connsiteX42" fmla="*/ 716782 w 1886020"/>
                <a:gd name="connsiteY42" fmla="*/ 701026 h 4734469"/>
                <a:gd name="connsiteX43" fmla="*/ 716446 w 1886020"/>
                <a:gd name="connsiteY43" fmla="*/ 695553 h 4734469"/>
                <a:gd name="connsiteX44" fmla="*/ 728319 w 1886020"/>
                <a:gd name="connsiteY44" fmla="*/ 619469 h 4734469"/>
                <a:gd name="connsiteX45" fmla="*/ 731107 w 1886020"/>
                <a:gd name="connsiteY45" fmla="*/ 611455 h 4734469"/>
                <a:gd name="connsiteX46" fmla="*/ 925349 w 1886020"/>
                <a:gd name="connsiteY46" fmla="*/ 278594 h 4734469"/>
                <a:gd name="connsiteX47" fmla="*/ 853616 w 1886020"/>
                <a:gd name="connsiteY47" fmla="*/ 154334 h 4734469"/>
                <a:gd name="connsiteX48" fmla="*/ 851478 w 1886020"/>
                <a:gd name="connsiteY48" fmla="*/ 137960 h 4734469"/>
                <a:gd name="connsiteX49" fmla="*/ 835001 w 1886020"/>
                <a:gd name="connsiteY49" fmla="*/ 106065 h 4734469"/>
                <a:gd name="connsiteX50" fmla="*/ 778219 w 1886020"/>
                <a:gd name="connsiteY50" fmla="*/ 54216 h 4734469"/>
                <a:gd name="connsiteX51" fmla="*/ 755492 w 1886020"/>
                <a:gd name="connsiteY51" fmla="*/ 43891 h 4734469"/>
                <a:gd name="connsiteX52" fmla="*/ 632527 w 1886020"/>
                <a:gd name="connsiteY52" fmla="*/ -120 h 4734469"/>
                <a:gd name="connsiteX53" fmla="*/ 511529 w 1886020"/>
                <a:gd name="connsiteY53" fmla="*/ 21702 h 4734469"/>
                <a:gd name="connsiteX54" fmla="*/ 508469 w 1886020"/>
                <a:gd name="connsiteY54" fmla="*/ 21555 h 4734469"/>
                <a:gd name="connsiteX55" fmla="*/ 505410 w 1886020"/>
                <a:gd name="connsiteY55" fmla="*/ 21409 h 4734469"/>
                <a:gd name="connsiteX56" fmla="*/ 501768 w 1886020"/>
                <a:gd name="connsiteY56" fmla="*/ 21043 h 4734469"/>
                <a:gd name="connsiteX57" fmla="*/ 469278 w 1886020"/>
                <a:gd name="connsiteY57" fmla="*/ 25730 h 4734469"/>
                <a:gd name="connsiteX58" fmla="*/ 463524 w 1886020"/>
                <a:gd name="connsiteY58" fmla="*/ 36933 h 4734469"/>
                <a:gd name="connsiteX59" fmla="*/ 461484 w 1886020"/>
                <a:gd name="connsiteY59" fmla="*/ 40668 h 4734469"/>
                <a:gd name="connsiteX60" fmla="*/ 461484 w 1886020"/>
                <a:gd name="connsiteY60" fmla="*/ 40668 h 4734469"/>
                <a:gd name="connsiteX61" fmla="*/ 456312 w 1886020"/>
                <a:gd name="connsiteY61" fmla="*/ 47698 h 4734469"/>
                <a:gd name="connsiteX62" fmla="*/ 456312 w 1886020"/>
                <a:gd name="connsiteY62" fmla="*/ 47698 h 4734469"/>
                <a:gd name="connsiteX63" fmla="*/ 403061 w 1886020"/>
                <a:gd name="connsiteY63" fmla="*/ 77869 h 4734469"/>
                <a:gd name="connsiteX64" fmla="*/ 324532 w 1886020"/>
                <a:gd name="connsiteY64" fmla="*/ 186540 h 4734469"/>
                <a:gd name="connsiteX65" fmla="*/ 325625 w 1886020"/>
                <a:gd name="connsiteY65" fmla="*/ 324210 h 4734469"/>
                <a:gd name="connsiteX66" fmla="*/ 354726 w 1886020"/>
                <a:gd name="connsiteY66" fmla="*/ 387041 h 4734469"/>
                <a:gd name="connsiteX67" fmla="*/ 354729 w 1886020"/>
                <a:gd name="connsiteY67" fmla="*/ 387125 h 4734469"/>
                <a:gd name="connsiteX68" fmla="*/ 354368 w 1886020"/>
                <a:gd name="connsiteY68" fmla="*/ 386850 h 4734469"/>
                <a:gd name="connsiteX69" fmla="*/ 242435 w 1886020"/>
                <a:gd name="connsiteY69" fmla="*/ 498129 h 4734469"/>
                <a:gd name="connsiteX70" fmla="*/ 361648 w 1886020"/>
                <a:gd name="connsiteY70" fmla="*/ 435424 h 4734469"/>
                <a:gd name="connsiteX71" fmla="*/ 363141 w 1886020"/>
                <a:gd name="connsiteY71" fmla="*/ 441669 h 4734469"/>
                <a:gd name="connsiteX72" fmla="*/ 385505 w 1886020"/>
                <a:gd name="connsiteY72" fmla="*/ 505671 h 4734469"/>
                <a:gd name="connsiteX73" fmla="*/ 435987 w 1886020"/>
                <a:gd name="connsiteY73" fmla="*/ 563961 h 4734469"/>
                <a:gd name="connsiteX74" fmla="*/ 453319 w 1886020"/>
                <a:gd name="connsiteY74" fmla="*/ 565943 h 4734469"/>
                <a:gd name="connsiteX75" fmla="*/ 457839 w 1886020"/>
                <a:gd name="connsiteY75" fmla="*/ 565708 h 4734469"/>
                <a:gd name="connsiteX76" fmla="*/ 446055 w 1886020"/>
                <a:gd name="connsiteY76" fmla="*/ 677019 h 4734469"/>
                <a:gd name="connsiteX77" fmla="*/ 404147 w 1886020"/>
                <a:gd name="connsiteY77" fmla="*/ 688604 h 4734469"/>
                <a:gd name="connsiteX78" fmla="*/ 387200 w 1886020"/>
                <a:gd name="connsiteY78" fmla="*/ 697652 h 4734469"/>
                <a:gd name="connsiteX79" fmla="*/ 369682 w 1886020"/>
                <a:gd name="connsiteY79" fmla="*/ 689015 h 4734469"/>
                <a:gd name="connsiteX80" fmla="*/ 245299 w 1886020"/>
                <a:gd name="connsiteY80" fmla="*/ 695605 h 4734469"/>
                <a:gd name="connsiteX81" fmla="*/ 143191 w 1886020"/>
                <a:gd name="connsiteY81" fmla="*/ 869154 h 4734469"/>
                <a:gd name="connsiteX82" fmla="*/ 97334 w 1886020"/>
                <a:gd name="connsiteY82" fmla="*/ 900423 h 4734469"/>
                <a:gd name="connsiteX83" fmla="*/ 89426 w 1886020"/>
                <a:gd name="connsiteY83" fmla="*/ 915458 h 4734469"/>
                <a:gd name="connsiteX84" fmla="*/ 75452 w 1886020"/>
                <a:gd name="connsiteY84" fmla="*/ 925468 h 4734469"/>
                <a:gd name="connsiteX85" fmla="*/ 27541 w 1886020"/>
                <a:gd name="connsiteY85" fmla="*/ 953154 h 4734469"/>
                <a:gd name="connsiteX86" fmla="*/ -34 w 1886020"/>
                <a:gd name="connsiteY86" fmla="*/ 999620 h 4734469"/>
                <a:gd name="connsiteX87" fmla="*/ 8434 w 1886020"/>
                <a:gd name="connsiteY87" fmla="*/ 1038698 h 4734469"/>
                <a:gd name="connsiteX88" fmla="*/ 40317 w 1886020"/>
                <a:gd name="connsiteY88" fmla="*/ 1099798 h 4734469"/>
                <a:gd name="connsiteX89" fmla="*/ 27433 w 1886020"/>
                <a:gd name="connsiteY89" fmla="*/ 1130006 h 4734469"/>
                <a:gd name="connsiteX90" fmla="*/ 38612 w 1886020"/>
                <a:gd name="connsiteY90" fmla="*/ 1216252 h 4734469"/>
                <a:gd name="connsiteX91" fmla="*/ 27292 w 1886020"/>
                <a:gd name="connsiteY91" fmla="*/ 1291511 h 4734469"/>
                <a:gd name="connsiteX92" fmla="*/ 78979 w 1886020"/>
                <a:gd name="connsiteY92" fmla="*/ 1580927 h 4734469"/>
                <a:gd name="connsiteX93" fmla="*/ 91251 w 1886020"/>
                <a:gd name="connsiteY93" fmla="*/ 1628525 h 4734469"/>
                <a:gd name="connsiteX94" fmla="*/ 70077 w 1886020"/>
                <a:gd name="connsiteY94" fmla="*/ 1716517 h 4734469"/>
                <a:gd name="connsiteX95" fmla="*/ 107198 w 1886020"/>
                <a:gd name="connsiteY95" fmla="*/ 1902274 h 4734469"/>
                <a:gd name="connsiteX96" fmla="*/ 105750 w 1886020"/>
                <a:gd name="connsiteY96" fmla="*/ 1989837 h 4734469"/>
                <a:gd name="connsiteX97" fmla="*/ 130737 w 1886020"/>
                <a:gd name="connsiteY97" fmla="*/ 2042751 h 4734469"/>
                <a:gd name="connsiteX98" fmla="*/ 163624 w 1886020"/>
                <a:gd name="connsiteY98" fmla="*/ 2141265 h 4734469"/>
                <a:gd name="connsiteX99" fmla="*/ 236572 w 1886020"/>
                <a:gd name="connsiteY99" fmla="*/ 2228163 h 4734469"/>
                <a:gd name="connsiteX100" fmla="*/ 236300 w 1886020"/>
                <a:gd name="connsiteY100" fmla="*/ 2412053 h 4734469"/>
                <a:gd name="connsiteX101" fmla="*/ 265444 w 1886020"/>
                <a:gd name="connsiteY101" fmla="*/ 2401299 h 4734469"/>
                <a:gd name="connsiteX102" fmla="*/ 330016 w 1886020"/>
                <a:gd name="connsiteY102" fmla="*/ 2655748 h 4734469"/>
                <a:gd name="connsiteX103" fmla="*/ 376474 w 1886020"/>
                <a:gd name="connsiteY103" fmla="*/ 2730632 h 4734469"/>
                <a:gd name="connsiteX104" fmla="*/ 394604 w 1886020"/>
                <a:gd name="connsiteY104" fmla="*/ 2789975 h 4734469"/>
                <a:gd name="connsiteX105" fmla="*/ 446089 w 1886020"/>
                <a:gd name="connsiteY105" fmla="*/ 3004200 h 4734469"/>
                <a:gd name="connsiteX106" fmla="*/ 469814 w 1886020"/>
                <a:gd name="connsiteY106" fmla="*/ 3180333 h 4734469"/>
                <a:gd name="connsiteX107" fmla="*/ 481889 w 1886020"/>
                <a:gd name="connsiteY107" fmla="*/ 3300881 h 4734469"/>
                <a:gd name="connsiteX108" fmla="*/ 497206 w 1886020"/>
                <a:gd name="connsiteY108" fmla="*/ 3322008 h 4734469"/>
                <a:gd name="connsiteX109" fmla="*/ 497458 w 1886020"/>
                <a:gd name="connsiteY109" fmla="*/ 3349846 h 4734469"/>
                <a:gd name="connsiteX110" fmla="*/ 472035 w 1886020"/>
                <a:gd name="connsiteY110" fmla="*/ 3558699 h 4734469"/>
                <a:gd name="connsiteX111" fmla="*/ 455363 w 1886020"/>
                <a:gd name="connsiteY111" fmla="*/ 3581867 h 4734469"/>
                <a:gd name="connsiteX112" fmla="*/ 376617 w 1886020"/>
                <a:gd name="connsiteY112" fmla="*/ 3789983 h 4734469"/>
                <a:gd name="connsiteX113" fmla="*/ 323803 w 1886020"/>
                <a:gd name="connsiteY113" fmla="*/ 4224670 h 4734469"/>
                <a:gd name="connsiteX114" fmla="*/ 269897 w 1886020"/>
                <a:gd name="connsiteY114" fmla="*/ 4290356 h 4734469"/>
                <a:gd name="connsiteX115" fmla="*/ 242653 w 1886020"/>
                <a:gd name="connsiteY115" fmla="*/ 4425902 h 4734469"/>
                <a:gd name="connsiteX116" fmla="*/ 245130 w 1886020"/>
                <a:gd name="connsiteY116" fmla="*/ 4448237 h 4734469"/>
                <a:gd name="connsiteX117" fmla="*/ 268367 w 1886020"/>
                <a:gd name="connsiteY117" fmla="*/ 4467643 h 4734469"/>
                <a:gd name="connsiteX118" fmla="*/ 281062 w 1886020"/>
                <a:gd name="connsiteY118" fmla="*/ 4473643 h 4734469"/>
                <a:gd name="connsiteX119" fmla="*/ 273678 w 1886020"/>
                <a:gd name="connsiteY119" fmla="*/ 4504884 h 4734469"/>
                <a:gd name="connsiteX120" fmla="*/ 223785 w 1886020"/>
                <a:gd name="connsiteY120" fmla="*/ 4478920 h 4734469"/>
                <a:gd name="connsiteX121" fmla="*/ 197562 w 1886020"/>
                <a:gd name="connsiteY121" fmla="*/ 4694067 h 4734469"/>
                <a:gd name="connsiteX122" fmla="*/ 200110 w 1886020"/>
                <a:gd name="connsiteY122" fmla="*/ 4707613 h 4734469"/>
                <a:gd name="connsiteX123" fmla="*/ 217011 w 1886020"/>
                <a:gd name="connsiteY123" fmla="*/ 4715815 h 4734469"/>
                <a:gd name="connsiteX124" fmla="*/ 430232 w 1886020"/>
                <a:gd name="connsiteY124" fmla="*/ 4734343 h 4734469"/>
                <a:gd name="connsiteX125" fmla="*/ 603607 w 1886020"/>
                <a:gd name="connsiteY125" fmla="*/ 4725262 h 4734469"/>
                <a:gd name="connsiteX126" fmla="*/ 662684 w 1886020"/>
                <a:gd name="connsiteY126" fmla="*/ 4720722 h 4734469"/>
                <a:gd name="connsiteX127" fmla="*/ 843635 w 1886020"/>
                <a:gd name="connsiteY127" fmla="*/ 4698241 h 4734469"/>
                <a:gd name="connsiteX128" fmla="*/ 916335 w 1886020"/>
                <a:gd name="connsiteY128" fmla="*/ 4666093 h 4734469"/>
                <a:gd name="connsiteX129" fmla="*/ 932144 w 1886020"/>
                <a:gd name="connsiteY129" fmla="*/ 4593231 h 4734469"/>
                <a:gd name="connsiteX130" fmla="*/ 932070 w 1886020"/>
                <a:gd name="connsiteY130" fmla="*/ 4593011 h 4734469"/>
                <a:gd name="connsiteX131" fmla="*/ 844873 w 1886020"/>
                <a:gd name="connsiteY131" fmla="*/ 4558374 h 4734469"/>
                <a:gd name="connsiteX132" fmla="*/ 753524 w 1886020"/>
                <a:gd name="connsiteY132" fmla="*/ 4529302 h 4734469"/>
                <a:gd name="connsiteX133" fmla="*/ 734593 w 1886020"/>
                <a:gd name="connsiteY133" fmla="*/ 4518606 h 4734469"/>
                <a:gd name="connsiteX134" fmla="*/ 739537 w 1886020"/>
                <a:gd name="connsiteY134" fmla="*/ 4517219 h 4734469"/>
                <a:gd name="connsiteX135" fmla="*/ 815225 w 1886020"/>
                <a:gd name="connsiteY135" fmla="*/ 4473721 h 4734469"/>
                <a:gd name="connsiteX136" fmla="*/ 913204 w 1886020"/>
                <a:gd name="connsiteY136" fmla="*/ 4451240 h 4734469"/>
                <a:gd name="connsiteX137" fmla="*/ 1008777 w 1886020"/>
                <a:gd name="connsiteY137" fmla="*/ 4421948 h 4734469"/>
                <a:gd name="connsiteX138" fmla="*/ 1047167 w 1886020"/>
                <a:gd name="connsiteY138" fmla="*/ 4341177 h 4734469"/>
                <a:gd name="connsiteX139" fmla="*/ 1045565 w 1886020"/>
                <a:gd name="connsiteY139" fmla="*/ 4334806 h 4734469"/>
                <a:gd name="connsiteX140" fmla="*/ 966018 w 1886020"/>
                <a:gd name="connsiteY140" fmla="*/ 4275418 h 4734469"/>
                <a:gd name="connsiteX141" fmla="*/ 869350 w 1886020"/>
                <a:gd name="connsiteY141" fmla="*/ 4240780 h 4734469"/>
                <a:gd name="connsiteX142" fmla="*/ 865416 w 1886020"/>
                <a:gd name="connsiteY142" fmla="*/ 4237558 h 4734469"/>
                <a:gd name="connsiteX143" fmla="*/ 858312 w 1886020"/>
                <a:gd name="connsiteY143" fmla="*/ 4231890 h 4734469"/>
                <a:gd name="connsiteX144" fmla="*/ 866202 w 1886020"/>
                <a:gd name="connsiteY144" fmla="*/ 4198483 h 4734469"/>
                <a:gd name="connsiteX145" fmla="*/ 846828 w 1886020"/>
                <a:gd name="connsiteY145" fmla="*/ 4146993 h 4734469"/>
                <a:gd name="connsiteX146" fmla="*/ 827606 w 1886020"/>
                <a:gd name="connsiteY146" fmla="*/ 4040589 h 4734469"/>
                <a:gd name="connsiteX147" fmla="*/ 769290 w 1886020"/>
                <a:gd name="connsiteY147" fmla="*/ 3774485 h 4734469"/>
                <a:gd name="connsiteX148" fmla="*/ 762475 w 1886020"/>
                <a:gd name="connsiteY148" fmla="*/ 3744253 h 4734469"/>
                <a:gd name="connsiteX149" fmla="*/ 836934 w 1886020"/>
                <a:gd name="connsiteY149" fmla="*/ 3624999 h 4734469"/>
                <a:gd name="connsiteX150" fmla="*/ 908250 w 1886020"/>
                <a:gd name="connsiteY150" fmla="*/ 3483961 h 4734469"/>
                <a:gd name="connsiteX151" fmla="*/ 919032 w 1886020"/>
                <a:gd name="connsiteY151" fmla="*/ 3436142 h 4734469"/>
                <a:gd name="connsiteX152" fmla="*/ 1024295 w 1886020"/>
                <a:gd name="connsiteY152" fmla="*/ 2880409 h 4734469"/>
                <a:gd name="connsiteX153" fmla="*/ 1033661 w 1886020"/>
                <a:gd name="connsiteY153" fmla="*/ 2800068 h 4734469"/>
                <a:gd name="connsiteX154" fmla="*/ 1047473 w 1886020"/>
                <a:gd name="connsiteY154" fmla="*/ 2724013 h 4734469"/>
                <a:gd name="connsiteX155" fmla="*/ 1058970 w 1886020"/>
                <a:gd name="connsiteY155" fmla="*/ 2622350 h 4734469"/>
                <a:gd name="connsiteX156" fmla="*/ 1047617 w 1886020"/>
                <a:gd name="connsiteY156" fmla="*/ 2488368 h 4734469"/>
                <a:gd name="connsiteX157" fmla="*/ 1042031 w 1886020"/>
                <a:gd name="connsiteY157" fmla="*/ 2396930 h 4734469"/>
                <a:gd name="connsiteX158" fmla="*/ 1038963 w 1886020"/>
                <a:gd name="connsiteY158" fmla="*/ 2381416 h 4734469"/>
                <a:gd name="connsiteX159" fmla="*/ 1037129 w 1886020"/>
                <a:gd name="connsiteY159" fmla="*/ 2373822 h 4734469"/>
                <a:gd name="connsiteX160" fmla="*/ 1019095 w 1886020"/>
                <a:gd name="connsiteY160" fmla="*/ 2324047 h 4734469"/>
                <a:gd name="connsiteX161" fmla="*/ 1005573 w 1886020"/>
                <a:gd name="connsiteY161" fmla="*/ 2296263 h 4734469"/>
                <a:gd name="connsiteX162" fmla="*/ 995240 w 1886020"/>
                <a:gd name="connsiteY162" fmla="*/ 2281142 h 4734469"/>
                <a:gd name="connsiteX163" fmla="*/ 1058914 w 1886020"/>
                <a:gd name="connsiteY163" fmla="*/ 2287002 h 4734469"/>
                <a:gd name="connsiteX164" fmla="*/ 1073548 w 1886020"/>
                <a:gd name="connsiteY164" fmla="*/ 2283943 h 4734469"/>
                <a:gd name="connsiteX165" fmla="*/ 1075497 w 1886020"/>
                <a:gd name="connsiteY165" fmla="*/ 2276255 h 4734469"/>
                <a:gd name="connsiteX166" fmla="*/ 1058910 w 1886020"/>
                <a:gd name="connsiteY166" fmla="*/ 2207029 h 4734469"/>
                <a:gd name="connsiteX167" fmla="*/ 1039680 w 1886020"/>
                <a:gd name="connsiteY167" fmla="*/ 2161643 h 4734469"/>
                <a:gd name="connsiteX168" fmla="*/ 1045298 w 1886020"/>
                <a:gd name="connsiteY168" fmla="*/ 2139108 h 4734469"/>
                <a:gd name="connsiteX169" fmla="*/ 1073729 w 1886020"/>
                <a:gd name="connsiteY169" fmla="*/ 2062887 h 4734469"/>
                <a:gd name="connsiteX170" fmla="*/ 1098774 w 1886020"/>
                <a:gd name="connsiteY170" fmla="*/ 1856238 h 4734469"/>
                <a:gd name="connsiteX171" fmla="*/ 1117459 w 1886020"/>
                <a:gd name="connsiteY171" fmla="*/ 1696376 h 4734469"/>
                <a:gd name="connsiteX172" fmla="*/ 1090811 w 1886020"/>
                <a:gd name="connsiteY172" fmla="*/ 1564235 h 4734469"/>
                <a:gd name="connsiteX173" fmla="*/ 1070016 w 1886020"/>
                <a:gd name="connsiteY173" fmla="*/ 1535166 h 4734469"/>
                <a:gd name="connsiteX174" fmla="*/ 1065064 w 1886020"/>
                <a:gd name="connsiteY174" fmla="*/ 1500401 h 4734469"/>
                <a:gd name="connsiteX175" fmla="*/ 1069409 w 1886020"/>
                <a:gd name="connsiteY175" fmla="*/ 1285230 h 4734469"/>
                <a:gd name="connsiteX176" fmla="*/ 1428401 w 1886020"/>
                <a:gd name="connsiteY176" fmla="*/ 1244648 h 4734469"/>
                <a:gd name="connsiteX177" fmla="*/ 1469267 w 1886020"/>
                <a:gd name="connsiteY177" fmla="*/ 1233637 h 4734469"/>
                <a:gd name="connsiteX178" fmla="*/ 1510569 w 1886020"/>
                <a:gd name="connsiteY178" fmla="*/ 1207741 h 4734469"/>
                <a:gd name="connsiteX179" fmla="*/ 1622232 w 1886020"/>
                <a:gd name="connsiteY179" fmla="*/ 1109831 h 4734469"/>
                <a:gd name="connsiteX180" fmla="*/ 1688425 w 1886020"/>
                <a:gd name="connsiteY180" fmla="*/ 946642 h 4734469"/>
                <a:gd name="connsiteX181" fmla="*/ 1747562 w 1886020"/>
                <a:gd name="connsiteY181" fmla="*/ 844368 h 4734469"/>
                <a:gd name="connsiteX182" fmla="*/ 1761043 w 1886020"/>
                <a:gd name="connsiteY182" fmla="*/ 794696 h 4734469"/>
                <a:gd name="connsiteX183" fmla="*/ 1753437 w 1886020"/>
                <a:gd name="connsiteY183" fmla="*/ 741358 h 4734469"/>
                <a:gd name="connsiteX184" fmla="*/ 1796361 w 1886020"/>
                <a:gd name="connsiteY184" fmla="*/ 663739 h 4734469"/>
                <a:gd name="connsiteX185" fmla="*/ 1806570 w 1886020"/>
                <a:gd name="connsiteY185" fmla="*/ 650101 h 4734469"/>
                <a:gd name="connsiteX186" fmla="*/ 1804140 w 1886020"/>
                <a:gd name="connsiteY186" fmla="*/ 636808 h 4734469"/>
                <a:gd name="connsiteX187" fmla="*/ 1803307 w 1886020"/>
                <a:gd name="connsiteY187" fmla="*/ 635266 h 4734469"/>
                <a:gd name="connsiteX188" fmla="*/ 1811545 w 1886020"/>
                <a:gd name="connsiteY188" fmla="*/ 629796 h 4734469"/>
                <a:gd name="connsiteX189" fmla="*/ 1839081 w 1886020"/>
                <a:gd name="connsiteY189" fmla="*/ 608266 h 4734469"/>
                <a:gd name="connsiteX190" fmla="*/ 1874848 w 1886020"/>
                <a:gd name="connsiteY190" fmla="*/ 572018 h 4734469"/>
                <a:gd name="connsiteX191" fmla="*/ 1884245 w 1886020"/>
                <a:gd name="connsiteY191" fmla="*/ 523393 h 4734469"/>
                <a:gd name="connsiteX192" fmla="*/ 570346 w 1886020"/>
                <a:gd name="connsiteY192" fmla="*/ 4449227 h 4734469"/>
                <a:gd name="connsiteX193" fmla="*/ 563104 w 1886020"/>
                <a:gd name="connsiteY193" fmla="*/ 4449848 h 4734469"/>
                <a:gd name="connsiteX194" fmla="*/ 537097 w 1886020"/>
                <a:gd name="connsiteY194" fmla="*/ 4457317 h 4734469"/>
                <a:gd name="connsiteX195" fmla="*/ 535135 w 1886020"/>
                <a:gd name="connsiteY195" fmla="*/ 4458333 h 4734469"/>
                <a:gd name="connsiteX196" fmla="*/ 566672 w 1886020"/>
                <a:gd name="connsiteY196" fmla="*/ 4383942 h 4734469"/>
                <a:gd name="connsiteX197" fmla="*/ 570026 w 1886020"/>
                <a:gd name="connsiteY197" fmla="*/ 4374975 h 4734469"/>
                <a:gd name="connsiteX198" fmla="*/ 568786 w 1886020"/>
                <a:gd name="connsiteY198" fmla="*/ 4391777 h 4734469"/>
                <a:gd name="connsiteX199" fmla="*/ 570346 w 1886020"/>
                <a:gd name="connsiteY199" fmla="*/ 4449227 h 4734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1886020" h="4734469">
                  <a:moveTo>
                    <a:pt x="1884245" y="523393"/>
                  </a:moveTo>
                  <a:cubicBezTo>
                    <a:pt x="1879987" y="514554"/>
                    <a:pt x="1876643" y="505304"/>
                    <a:pt x="1874265" y="495786"/>
                  </a:cubicBezTo>
                  <a:cubicBezTo>
                    <a:pt x="1873246" y="484801"/>
                    <a:pt x="1877470" y="470302"/>
                    <a:pt x="1867783" y="465103"/>
                  </a:cubicBezTo>
                  <a:cubicBezTo>
                    <a:pt x="1862319" y="462173"/>
                    <a:pt x="1854816" y="464370"/>
                    <a:pt x="1850007" y="460490"/>
                  </a:cubicBezTo>
                  <a:cubicBezTo>
                    <a:pt x="1847008" y="457071"/>
                    <a:pt x="1845172" y="452789"/>
                    <a:pt x="1844762" y="448260"/>
                  </a:cubicBezTo>
                  <a:cubicBezTo>
                    <a:pt x="1839748" y="430784"/>
                    <a:pt x="1824034" y="418538"/>
                    <a:pt x="1805863" y="417944"/>
                  </a:cubicBezTo>
                  <a:cubicBezTo>
                    <a:pt x="1816353" y="390189"/>
                    <a:pt x="1853722" y="383379"/>
                    <a:pt x="1870331" y="358921"/>
                  </a:cubicBezTo>
                  <a:cubicBezTo>
                    <a:pt x="1878637" y="346765"/>
                    <a:pt x="1875941" y="324284"/>
                    <a:pt x="1861299" y="324137"/>
                  </a:cubicBezTo>
                  <a:cubicBezTo>
                    <a:pt x="1857855" y="324356"/>
                    <a:pt x="1854489" y="325252"/>
                    <a:pt x="1851393" y="326774"/>
                  </a:cubicBezTo>
                  <a:cubicBezTo>
                    <a:pt x="1833181" y="334243"/>
                    <a:pt x="1815041" y="341785"/>
                    <a:pt x="1796830" y="349255"/>
                  </a:cubicBezTo>
                  <a:cubicBezTo>
                    <a:pt x="1786256" y="353386"/>
                    <a:pt x="1775941" y="358155"/>
                    <a:pt x="1765943" y="363534"/>
                  </a:cubicBezTo>
                  <a:cubicBezTo>
                    <a:pt x="1735930" y="380596"/>
                    <a:pt x="1713493" y="408351"/>
                    <a:pt x="1693315" y="436543"/>
                  </a:cubicBezTo>
                  <a:cubicBezTo>
                    <a:pt x="1674232" y="461516"/>
                    <a:pt x="1659007" y="489212"/>
                    <a:pt x="1648150" y="518706"/>
                  </a:cubicBezTo>
                  <a:cubicBezTo>
                    <a:pt x="1642068" y="536846"/>
                    <a:pt x="1638825" y="555816"/>
                    <a:pt x="1638535" y="574946"/>
                  </a:cubicBezTo>
                  <a:cubicBezTo>
                    <a:pt x="1638535" y="576864"/>
                    <a:pt x="1638578" y="578769"/>
                    <a:pt x="1638663" y="580662"/>
                  </a:cubicBezTo>
                  <a:cubicBezTo>
                    <a:pt x="1629777" y="582164"/>
                    <a:pt x="1622481" y="586062"/>
                    <a:pt x="1613134" y="587941"/>
                  </a:cubicBezTo>
                  <a:cubicBezTo>
                    <a:pt x="1606083" y="606606"/>
                    <a:pt x="1599032" y="625271"/>
                    <a:pt x="1591981" y="643937"/>
                  </a:cubicBezTo>
                  <a:cubicBezTo>
                    <a:pt x="1589143" y="653296"/>
                    <a:pt x="1584441" y="661984"/>
                    <a:pt x="1578159" y="669479"/>
                  </a:cubicBezTo>
                  <a:cubicBezTo>
                    <a:pt x="1573450" y="673778"/>
                    <a:pt x="1568430" y="677724"/>
                    <a:pt x="1563141" y="681284"/>
                  </a:cubicBezTo>
                  <a:cubicBezTo>
                    <a:pt x="1541319" y="699947"/>
                    <a:pt x="1530169" y="728216"/>
                    <a:pt x="1533375" y="756751"/>
                  </a:cubicBezTo>
                  <a:cubicBezTo>
                    <a:pt x="1493619" y="772381"/>
                    <a:pt x="1472768" y="816138"/>
                    <a:pt x="1485671" y="856861"/>
                  </a:cubicBezTo>
                  <a:cubicBezTo>
                    <a:pt x="1453258" y="863888"/>
                    <a:pt x="1426836" y="887272"/>
                    <a:pt x="1415921" y="918590"/>
                  </a:cubicBezTo>
                  <a:cubicBezTo>
                    <a:pt x="1414418" y="925614"/>
                    <a:pt x="1411299" y="932192"/>
                    <a:pt x="1406812" y="937801"/>
                  </a:cubicBezTo>
                  <a:cubicBezTo>
                    <a:pt x="1399842" y="943118"/>
                    <a:pt x="1391210" y="945785"/>
                    <a:pt x="1382456" y="945325"/>
                  </a:cubicBezTo>
                  <a:cubicBezTo>
                    <a:pt x="1358552" y="946811"/>
                    <a:pt x="1337650" y="965736"/>
                    <a:pt x="1315988" y="955470"/>
                  </a:cubicBezTo>
                  <a:cubicBezTo>
                    <a:pt x="1291397" y="943879"/>
                    <a:pt x="1263872" y="940012"/>
                    <a:pt x="1237040" y="944378"/>
                  </a:cubicBezTo>
                  <a:cubicBezTo>
                    <a:pt x="1231525" y="945684"/>
                    <a:pt x="1225852" y="946189"/>
                    <a:pt x="1220194" y="945880"/>
                  </a:cubicBezTo>
                  <a:cubicBezTo>
                    <a:pt x="1215352" y="945044"/>
                    <a:pt x="1210682" y="943408"/>
                    <a:pt x="1206377" y="941040"/>
                  </a:cubicBezTo>
                  <a:cubicBezTo>
                    <a:pt x="1196629" y="935328"/>
                    <a:pt x="1186061" y="931148"/>
                    <a:pt x="1175042" y="928647"/>
                  </a:cubicBezTo>
                  <a:cubicBezTo>
                    <a:pt x="1163722" y="926283"/>
                    <a:pt x="1152072" y="930807"/>
                    <a:pt x="1145313" y="940191"/>
                  </a:cubicBezTo>
                  <a:cubicBezTo>
                    <a:pt x="1137727" y="931829"/>
                    <a:pt x="1133206" y="921120"/>
                    <a:pt x="1126295" y="912187"/>
                  </a:cubicBezTo>
                  <a:cubicBezTo>
                    <a:pt x="1120075" y="902489"/>
                    <a:pt x="1108911" y="897134"/>
                    <a:pt x="1097455" y="898352"/>
                  </a:cubicBezTo>
                  <a:cubicBezTo>
                    <a:pt x="1104657" y="891903"/>
                    <a:pt x="1097285" y="879067"/>
                    <a:pt x="1087927" y="876721"/>
                  </a:cubicBezTo>
                  <a:cubicBezTo>
                    <a:pt x="1078328" y="875928"/>
                    <a:pt x="1068670" y="876280"/>
                    <a:pt x="1059155" y="877769"/>
                  </a:cubicBezTo>
                  <a:cubicBezTo>
                    <a:pt x="1034136" y="877636"/>
                    <a:pt x="1014940" y="854801"/>
                    <a:pt x="990638" y="848823"/>
                  </a:cubicBezTo>
                  <a:cubicBezTo>
                    <a:pt x="968301" y="843330"/>
                    <a:pt x="938529" y="849881"/>
                    <a:pt x="927078" y="829834"/>
                  </a:cubicBezTo>
                  <a:cubicBezTo>
                    <a:pt x="923420" y="823430"/>
                    <a:pt x="922372" y="815007"/>
                    <a:pt x="917154" y="810211"/>
                  </a:cubicBezTo>
                  <a:cubicBezTo>
                    <a:pt x="915923" y="804773"/>
                    <a:pt x="913444" y="799696"/>
                    <a:pt x="909914" y="795381"/>
                  </a:cubicBezTo>
                  <a:cubicBezTo>
                    <a:pt x="900747" y="784944"/>
                    <a:pt x="885250" y="783451"/>
                    <a:pt x="871407" y="783885"/>
                  </a:cubicBezTo>
                  <a:cubicBezTo>
                    <a:pt x="856196" y="784264"/>
                    <a:pt x="841121" y="786859"/>
                    <a:pt x="826658" y="791587"/>
                  </a:cubicBezTo>
                  <a:cubicBezTo>
                    <a:pt x="826254" y="789776"/>
                    <a:pt x="825774" y="787879"/>
                    <a:pt x="825164" y="785828"/>
                  </a:cubicBezTo>
                  <a:cubicBezTo>
                    <a:pt x="816394" y="760275"/>
                    <a:pt x="798807" y="738682"/>
                    <a:pt x="775558" y="724921"/>
                  </a:cubicBezTo>
                  <a:cubicBezTo>
                    <a:pt x="757304" y="713996"/>
                    <a:pt x="737481" y="705937"/>
                    <a:pt x="716782" y="701026"/>
                  </a:cubicBezTo>
                  <a:cubicBezTo>
                    <a:pt x="716686" y="699200"/>
                    <a:pt x="716492" y="697384"/>
                    <a:pt x="716446" y="695553"/>
                  </a:cubicBezTo>
                  <a:cubicBezTo>
                    <a:pt x="716110" y="669706"/>
                    <a:pt x="720123" y="643985"/>
                    <a:pt x="728319" y="619469"/>
                  </a:cubicBezTo>
                  <a:cubicBezTo>
                    <a:pt x="729178" y="616782"/>
                    <a:pt x="730174" y="614126"/>
                    <a:pt x="731107" y="611455"/>
                  </a:cubicBezTo>
                  <a:cubicBezTo>
                    <a:pt x="876662" y="573177"/>
                    <a:pt x="963628" y="424150"/>
                    <a:pt x="925349" y="278594"/>
                  </a:cubicBezTo>
                  <a:cubicBezTo>
                    <a:pt x="912967" y="231510"/>
                    <a:pt x="888197" y="188603"/>
                    <a:pt x="853616" y="154334"/>
                  </a:cubicBezTo>
                  <a:cubicBezTo>
                    <a:pt x="853487" y="148816"/>
                    <a:pt x="852771" y="143327"/>
                    <a:pt x="851478" y="137960"/>
                  </a:cubicBezTo>
                  <a:cubicBezTo>
                    <a:pt x="848482" y="126214"/>
                    <a:pt x="842847" y="115306"/>
                    <a:pt x="835001" y="106065"/>
                  </a:cubicBezTo>
                  <a:cubicBezTo>
                    <a:pt x="822561" y="78154"/>
                    <a:pt x="803054" y="65842"/>
                    <a:pt x="778219" y="54216"/>
                  </a:cubicBezTo>
                  <a:cubicBezTo>
                    <a:pt x="771081" y="50848"/>
                    <a:pt x="763505" y="47552"/>
                    <a:pt x="755492" y="43891"/>
                  </a:cubicBezTo>
                  <a:cubicBezTo>
                    <a:pt x="715863" y="26023"/>
                    <a:pt x="677545" y="-193"/>
                    <a:pt x="632527" y="-120"/>
                  </a:cubicBezTo>
                  <a:cubicBezTo>
                    <a:pt x="591441" y="-120"/>
                    <a:pt x="552104" y="22581"/>
                    <a:pt x="511529" y="21702"/>
                  </a:cubicBezTo>
                  <a:lnTo>
                    <a:pt x="508469" y="21555"/>
                  </a:lnTo>
                  <a:cubicBezTo>
                    <a:pt x="507449" y="21510"/>
                    <a:pt x="506430" y="21519"/>
                    <a:pt x="505410" y="21409"/>
                  </a:cubicBezTo>
                  <a:cubicBezTo>
                    <a:pt x="504172" y="21336"/>
                    <a:pt x="503006" y="21189"/>
                    <a:pt x="501768" y="21043"/>
                  </a:cubicBezTo>
                  <a:cubicBezTo>
                    <a:pt x="490404" y="19652"/>
                    <a:pt x="476781" y="17016"/>
                    <a:pt x="469278" y="25730"/>
                  </a:cubicBezTo>
                  <a:cubicBezTo>
                    <a:pt x="466903" y="29211"/>
                    <a:pt x="464970" y="32975"/>
                    <a:pt x="463524" y="36933"/>
                  </a:cubicBezTo>
                  <a:cubicBezTo>
                    <a:pt x="462960" y="38238"/>
                    <a:pt x="462278" y="39488"/>
                    <a:pt x="461484" y="40668"/>
                  </a:cubicBezTo>
                  <a:lnTo>
                    <a:pt x="461484" y="40668"/>
                  </a:lnTo>
                  <a:cubicBezTo>
                    <a:pt x="460036" y="43203"/>
                    <a:pt x="458300" y="45562"/>
                    <a:pt x="456312" y="47698"/>
                  </a:cubicBezTo>
                  <a:lnTo>
                    <a:pt x="456312" y="47698"/>
                  </a:lnTo>
                  <a:cubicBezTo>
                    <a:pt x="443200" y="62124"/>
                    <a:pt x="421200" y="68495"/>
                    <a:pt x="403061" y="77869"/>
                  </a:cubicBezTo>
                  <a:cubicBezTo>
                    <a:pt x="362121" y="98885"/>
                    <a:pt x="335241" y="141651"/>
                    <a:pt x="324532" y="186540"/>
                  </a:cubicBezTo>
                  <a:cubicBezTo>
                    <a:pt x="313824" y="231503"/>
                    <a:pt x="317613" y="278735"/>
                    <a:pt x="325625" y="324210"/>
                  </a:cubicBezTo>
                  <a:cubicBezTo>
                    <a:pt x="329668" y="346953"/>
                    <a:pt x="338554" y="372769"/>
                    <a:pt x="354726" y="387041"/>
                  </a:cubicBezTo>
                  <a:lnTo>
                    <a:pt x="354729" y="387125"/>
                  </a:lnTo>
                  <a:lnTo>
                    <a:pt x="354368" y="386850"/>
                  </a:lnTo>
                  <a:cubicBezTo>
                    <a:pt x="354368" y="386850"/>
                    <a:pt x="217449" y="484288"/>
                    <a:pt x="242435" y="498129"/>
                  </a:cubicBezTo>
                  <a:cubicBezTo>
                    <a:pt x="256026" y="505640"/>
                    <a:pt x="312750" y="469721"/>
                    <a:pt x="361648" y="435424"/>
                  </a:cubicBezTo>
                  <a:cubicBezTo>
                    <a:pt x="362144" y="437506"/>
                    <a:pt x="362603" y="439595"/>
                    <a:pt x="363141" y="441669"/>
                  </a:cubicBezTo>
                  <a:cubicBezTo>
                    <a:pt x="369008" y="463526"/>
                    <a:pt x="376482" y="484918"/>
                    <a:pt x="385505" y="505671"/>
                  </a:cubicBezTo>
                  <a:cubicBezTo>
                    <a:pt x="395922" y="530203"/>
                    <a:pt x="410492" y="556639"/>
                    <a:pt x="435987" y="563961"/>
                  </a:cubicBezTo>
                  <a:cubicBezTo>
                    <a:pt x="441630" y="565500"/>
                    <a:pt x="447474" y="566168"/>
                    <a:pt x="453319" y="565943"/>
                  </a:cubicBezTo>
                  <a:cubicBezTo>
                    <a:pt x="454827" y="565930"/>
                    <a:pt x="456330" y="565808"/>
                    <a:pt x="457839" y="565708"/>
                  </a:cubicBezTo>
                  <a:cubicBezTo>
                    <a:pt x="459132" y="603180"/>
                    <a:pt x="455165" y="640648"/>
                    <a:pt x="446055" y="677019"/>
                  </a:cubicBezTo>
                  <a:cubicBezTo>
                    <a:pt x="431197" y="676210"/>
                    <a:pt x="416481" y="680278"/>
                    <a:pt x="404147" y="688604"/>
                  </a:cubicBezTo>
                  <a:cubicBezTo>
                    <a:pt x="399500" y="693206"/>
                    <a:pt x="393610" y="696350"/>
                    <a:pt x="387200" y="697652"/>
                  </a:cubicBezTo>
                  <a:cubicBezTo>
                    <a:pt x="380552" y="696839"/>
                    <a:pt x="374375" y="693794"/>
                    <a:pt x="369682" y="689015"/>
                  </a:cubicBezTo>
                  <a:cubicBezTo>
                    <a:pt x="331815" y="661741"/>
                    <a:pt x="280072" y="664482"/>
                    <a:pt x="245299" y="695605"/>
                  </a:cubicBezTo>
                  <a:cubicBezTo>
                    <a:pt x="195703" y="742353"/>
                    <a:pt x="201316" y="833697"/>
                    <a:pt x="143191" y="869154"/>
                  </a:cubicBezTo>
                  <a:cubicBezTo>
                    <a:pt x="127169" y="878928"/>
                    <a:pt x="106687" y="884098"/>
                    <a:pt x="97334" y="900423"/>
                  </a:cubicBezTo>
                  <a:cubicBezTo>
                    <a:pt x="95070" y="905622"/>
                    <a:pt x="92427" y="910647"/>
                    <a:pt x="89426" y="915458"/>
                  </a:cubicBezTo>
                  <a:cubicBezTo>
                    <a:pt x="85537" y="919756"/>
                    <a:pt x="80772" y="923169"/>
                    <a:pt x="75452" y="925468"/>
                  </a:cubicBezTo>
                  <a:cubicBezTo>
                    <a:pt x="58580" y="933039"/>
                    <a:pt x="42526" y="942316"/>
                    <a:pt x="27541" y="953154"/>
                  </a:cubicBezTo>
                  <a:cubicBezTo>
                    <a:pt x="12411" y="964246"/>
                    <a:pt x="2454" y="981025"/>
                    <a:pt x="-34" y="999620"/>
                  </a:cubicBezTo>
                  <a:cubicBezTo>
                    <a:pt x="-249" y="1013123"/>
                    <a:pt x="2648" y="1026495"/>
                    <a:pt x="8434" y="1038698"/>
                  </a:cubicBezTo>
                  <a:cubicBezTo>
                    <a:pt x="17108" y="1060026"/>
                    <a:pt x="27783" y="1080484"/>
                    <a:pt x="40317" y="1099798"/>
                  </a:cubicBezTo>
                  <a:cubicBezTo>
                    <a:pt x="33548" y="1108622"/>
                    <a:pt x="29116" y="1119012"/>
                    <a:pt x="27433" y="1130006"/>
                  </a:cubicBezTo>
                  <a:cubicBezTo>
                    <a:pt x="23297" y="1158835"/>
                    <a:pt x="37087" y="1187166"/>
                    <a:pt x="38612" y="1216252"/>
                  </a:cubicBezTo>
                  <a:cubicBezTo>
                    <a:pt x="39943" y="1241665"/>
                    <a:pt x="31896" y="1266487"/>
                    <a:pt x="27292" y="1291511"/>
                  </a:cubicBezTo>
                  <a:cubicBezTo>
                    <a:pt x="9324" y="1389174"/>
                    <a:pt x="43846" y="1488100"/>
                    <a:pt x="78979" y="1580927"/>
                  </a:cubicBezTo>
                  <a:cubicBezTo>
                    <a:pt x="85663" y="1596009"/>
                    <a:pt x="89810" y="1612092"/>
                    <a:pt x="91251" y="1628525"/>
                  </a:cubicBezTo>
                  <a:cubicBezTo>
                    <a:pt x="92190" y="1658823"/>
                    <a:pt x="74830" y="1686583"/>
                    <a:pt x="70077" y="1716517"/>
                  </a:cubicBezTo>
                  <a:cubicBezTo>
                    <a:pt x="60087" y="1779417"/>
                    <a:pt x="106242" y="1838585"/>
                    <a:pt x="107198" y="1902274"/>
                  </a:cubicBezTo>
                  <a:cubicBezTo>
                    <a:pt x="107638" y="1931597"/>
                    <a:pt x="98452" y="1961442"/>
                    <a:pt x="105750" y="1989837"/>
                  </a:cubicBezTo>
                  <a:cubicBezTo>
                    <a:pt x="110621" y="2008787"/>
                    <a:pt x="122387" y="2025071"/>
                    <a:pt x="130737" y="2042751"/>
                  </a:cubicBezTo>
                  <a:cubicBezTo>
                    <a:pt x="145532" y="2074080"/>
                    <a:pt x="149501" y="2109624"/>
                    <a:pt x="163624" y="2141265"/>
                  </a:cubicBezTo>
                  <a:cubicBezTo>
                    <a:pt x="180520" y="2175727"/>
                    <a:pt x="205558" y="2205553"/>
                    <a:pt x="236572" y="2228163"/>
                  </a:cubicBezTo>
                  <a:cubicBezTo>
                    <a:pt x="254350" y="2284370"/>
                    <a:pt x="229127" y="2352240"/>
                    <a:pt x="236300" y="2412053"/>
                  </a:cubicBezTo>
                  <a:cubicBezTo>
                    <a:pt x="245952" y="2408302"/>
                    <a:pt x="255679" y="2404746"/>
                    <a:pt x="265444" y="2401299"/>
                  </a:cubicBezTo>
                  <a:cubicBezTo>
                    <a:pt x="259340" y="2490826"/>
                    <a:pt x="281961" y="2579965"/>
                    <a:pt x="330016" y="2655748"/>
                  </a:cubicBezTo>
                  <a:cubicBezTo>
                    <a:pt x="345907" y="2680498"/>
                    <a:pt x="364528" y="2703733"/>
                    <a:pt x="376474" y="2730632"/>
                  </a:cubicBezTo>
                  <a:cubicBezTo>
                    <a:pt x="384304" y="2749822"/>
                    <a:pt x="390373" y="2769685"/>
                    <a:pt x="394604" y="2789975"/>
                  </a:cubicBezTo>
                  <a:cubicBezTo>
                    <a:pt x="411766" y="2861384"/>
                    <a:pt x="428928" y="2932792"/>
                    <a:pt x="446089" y="3004200"/>
                  </a:cubicBezTo>
                  <a:cubicBezTo>
                    <a:pt x="459988" y="3062033"/>
                    <a:pt x="473988" y="3120985"/>
                    <a:pt x="469814" y="3180333"/>
                  </a:cubicBezTo>
                  <a:cubicBezTo>
                    <a:pt x="466905" y="3221687"/>
                    <a:pt x="456536" y="3268184"/>
                    <a:pt x="481889" y="3300881"/>
                  </a:cubicBezTo>
                  <a:cubicBezTo>
                    <a:pt x="488006" y="3307131"/>
                    <a:pt x="493168" y="3314250"/>
                    <a:pt x="497206" y="3322008"/>
                  </a:cubicBezTo>
                  <a:cubicBezTo>
                    <a:pt x="499734" y="3331104"/>
                    <a:pt x="499821" y="3340705"/>
                    <a:pt x="497458" y="3349846"/>
                  </a:cubicBezTo>
                  <a:cubicBezTo>
                    <a:pt x="485085" y="3418933"/>
                    <a:pt x="476597" y="3488660"/>
                    <a:pt x="472035" y="3558699"/>
                  </a:cubicBezTo>
                  <a:cubicBezTo>
                    <a:pt x="466299" y="3566438"/>
                    <a:pt x="460633" y="3574145"/>
                    <a:pt x="455363" y="3581867"/>
                  </a:cubicBezTo>
                  <a:cubicBezTo>
                    <a:pt x="413258" y="3643453"/>
                    <a:pt x="393008" y="3717121"/>
                    <a:pt x="376617" y="3789983"/>
                  </a:cubicBezTo>
                  <a:cubicBezTo>
                    <a:pt x="344710" y="3932487"/>
                    <a:pt x="330360" y="4078724"/>
                    <a:pt x="323803" y="4224670"/>
                  </a:cubicBezTo>
                  <a:cubicBezTo>
                    <a:pt x="302695" y="4243788"/>
                    <a:pt x="284530" y="4265923"/>
                    <a:pt x="269897" y="4290356"/>
                  </a:cubicBezTo>
                  <a:cubicBezTo>
                    <a:pt x="247824" y="4331217"/>
                    <a:pt x="244984" y="4379402"/>
                    <a:pt x="242653" y="4425902"/>
                  </a:cubicBezTo>
                  <a:cubicBezTo>
                    <a:pt x="241667" y="4433438"/>
                    <a:pt x="242517" y="4441101"/>
                    <a:pt x="245130" y="4448237"/>
                  </a:cubicBezTo>
                  <a:cubicBezTo>
                    <a:pt x="250425" y="4457176"/>
                    <a:pt x="258628" y="4464027"/>
                    <a:pt x="268367" y="4467643"/>
                  </a:cubicBezTo>
                  <a:cubicBezTo>
                    <a:pt x="272570" y="4469705"/>
                    <a:pt x="276802" y="4471705"/>
                    <a:pt x="281062" y="4473643"/>
                  </a:cubicBezTo>
                  <a:cubicBezTo>
                    <a:pt x="278285" y="4483867"/>
                    <a:pt x="275855" y="4494348"/>
                    <a:pt x="273678" y="4504884"/>
                  </a:cubicBezTo>
                  <a:cubicBezTo>
                    <a:pt x="257530" y="4486659"/>
                    <a:pt x="228677" y="4457757"/>
                    <a:pt x="223785" y="4478920"/>
                  </a:cubicBezTo>
                  <a:cubicBezTo>
                    <a:pt x="207600" y="4549531"/>
                    <a:pt x="198812" y="4621636"/>
                    <a:pt x="197562" y="4694067"/>
                  </a:cubicBezTo>
                  <a:cubicBezTo>
                    <a:pt x="197053" y="4698735"/>
                    <a:pt x="197940" y="4703449"/>
                    <a:pt x="200110" y="4707613"/>
                  </a:cubicBezTo>
                  <a:cubicBezTo>
                    <a:pt x="204357" y="4712580"/>
                    <a:pt x="210482" y="4715552"/>
                    <a:pt x="217011" y="4715815"/>
                  </a:cubicBezTo>
                  <a:cubicBezTo>
                    <a:pt x="287384" y="4728385"/>
                    <a:pt x="358747" y="4734586"/>
                    <a:pt x="430232" y="4734343"/>
                  </a:cubicBezTo>
                  <a:cubicBezTo>
                    <a:pt x="488145" y="4734123"/>
                    <a:pt x="545912" y="4729656"/>
                    <a:pt x="603607" y="4725262"/>
                  </a:cubicBezTo>
                  <a:cubicBezTo>
                    <a:pt x="623275" y="4723724"/>
                    <a:pt x="643016" y="4722186"/>
                    <a:pt x="662684" y="4720722"/>
                  </a:cubicBezTo>
                  <a:cubicBezTo>
                    <a:pt x="723452" y="4717460"/>
                    <a:pt x="783917" y="4709948"/>
                    <a:pt x="843635" y="4698241"/>
                  </a:cubicBezTo>
                  <a:cubicBezTo>
                    <a:pt x="869788" y="4692529"/>
                    <a:pt x="896740" y="4684474"/>
                    <a:pt x="916335" y="4666093"/>
                  </a:cubicBezTo>
                  <a:cubicBezTo>
                    <a:pt x="935858" y="4647786"/>
                    <a:pt x="945693" y="4616444"/>
                    <a:pt x="932144" y="4593231"/>
                  </a:cubicBezTo>
                  <a:cubicBezTo>
                    <a:pt x="932154" y="4593150"/>
                    <a:pt x="932127" y="4593070"/>
                    <a:pt x="932070" y="4593011"/>
                  </a:cubicBezTo>
                  <a:cubicBezTo>
                    <a:pt x="915534" y="4564965"/>
                    <a:pt x="877072" y="4562840"/>
                    <a:pt x="844873" y="4558374"/>
                  </a:cubicBezTo>
                  <a:cubicBezTo>
                    <a:pt x="813002" y="4553903"/>
                    <a:pt x="782117" y="4544074"/>
                    <a:pt x="753524" y="4529302"/>
                  </a:cubicBezTo>
                  <a:cubicBezTo>
                    <a:pt x="747087" y="4525966"/>
                    <a:pt x="740813" y="4522336"/>
                    <a:pt x="734593" y="4518606"/>
                  </a:cubicBezTo>
                  <a:cubicBezTo>
                    <a:pt x="736242" y="4518148"/>
                    <a:pt x="737907" y="4517766"/>
                    <a:pt x="739537" y="4517219"/>
                  </a:cubicBezTo>
                  <a:cubicBezTo>
                    <a:pt x="767146" y="4507919"/>
                    <a:pt x="789146" y="4486683"/>
                    <a:pt x="815225" y="4473721"/>
                  </a:cubicBezTo>
                  <a:cubicBezTo>
                    <a:pt x="845456" y="4458783"/>
                    <a:pt x="879766" y="4455488"/>
                    <a:pt x="913204" y="4451240"/>
                  </a:cubicBezTo>
                  <a:cubicBezTo>
                    <a:pt x="946567" y="4446919"/>
                    <a:pt x="981023" y="4440988"/>
                    <a:pt x="1008777" y="4421948"/>
                  </a:cubicBezTo>
                  <a:cubicBezTo>
                    <a:pt x="1034784" y="4404081"/>
                    <a:pt x="1053214" y="4371640"/>
                    <a:pt x="1047167" y="4341177"/>
                  </a:cubicBezTo>
                  <a:cubicBezTo>
                    <a:pt x="1046772" y="4339021"/>
                    <a:pt x="1046236" y="4336893"/>
                    <a:pt x="1045565" y="4334806"/>
                  </a:cubicBezTo>
                  <a:cubicBezTo>
                    <a:pt x="1035222" y="4301707"/>
                    <a:pt x="999454" y="4284132"/>
                    <a:pt x="966018" y="4275418"/>
                  </a:cubicBezTo>
                  <a:cubicBezTo>
                    <a:pt x="932654" y="4266703"/>
                    <a:pt x="896376" y="4262310"/>
                    <a:pt x="869350" y="4240780"/>
                  </a:cubicBezTo>
                  <a:cubicBezTo>
                    <a:pt x="868039" y="4239755"/>
                    <a:pt x="866727" y="4238657"/>
                    <a:pt x="865416" y="4237558"/>
                  </a:cubicBezTo>
                  <a:cubicBezTo>
                    <a:pt x="863105" y="4235668"/>
                    <a:pt x="860725" y="4233748"/>
                    <a:pt x="858312" y="4231890"/>
                  </a:cubicBezTo>
                  <a:cubicBezTo>
                    <a:pt x="864279" y="4221816"/>
                    <a:pt x="867032" y="4210162"/>
                    <a:pt x="866202" y="4198483"/>
                  </a:cubicBezTo>
                  <a:cubicBezTo>
                    <a:pt x="864780" y="4180079"/>
                    <a:pt x="854086" y="4163949"/>
                    <a:pt x="846828" y="4146993"/>
                  </a:cubicBezTo>
                  <a:cubicBezTo>
                    <a:pt x="832591" y="4113737"/>
                    <a:pt x="831447" y="4076588"/>
                    <a:pt x="827606" y="4040589"/>
                  </a:cubicBezTo>
                  <a:cubicBezTo>
                    <a:pt x="817962" y="3950199"/>
                    <a:pt x="790241" y="3862921"/>
                    <a:pt x="769290" y="3774485"/>
                  </a:cubicBezTo>
                  <a:cubicBezTo>
                    <a:pt x="766914" y="3764457"/>
                    <a:pt x="764642" y="3754380"/>
                    <a:pt x="762475" y="3744253"/>
                  </a:cubicBezTo>
                  <a:cubicBezTo>
                    <a:pt x="782857" y="3701898"/>
                    <a:pt x="807827" y="3661907"/>
                    <a:pt x="836934" y="3624999"/>
                  </a:cubicBezTo>
                  <a:cubicBezTo>
                    <a:pt x="870118" y="3583369"/>
                    <a:pt x="894392" y="3535363"/>
                    <a:pt x="908250" y="3483961"/>
                  </a:cubicBezTo>
                  <a:cubicBezTo>
                    <a:pt x="912548" y="3468216"/>
                    <a:pt x="915754" y="3452179"/>
                    <a:pt x="919032" y="3436142"/>
                  </a:cubicBezTo>
                  <a:cubicBezTo>
                    <a:pt x="956256" y="3251313"/>
                    <a:pt x="991344" y="3066068"/>
                    <a:pt x="1024295" y="2880409"/>
                  </a:cubicBezTo>
                  <a:cubicBezTo>
                    <a:pt x="1029738" y="2853950"/>
                    <a:pt x="1032871" y="2827069"/>
                    <a:pt x="1033661" y="2800068"/>
                  </a:cubicBezTo>
                  <a:cubicBezTo>
                    <a:pt x="1042279" y="2775612"/>
                    <a:pt x="1046942" y="2749937"/>
                    <a:pt x="1047473" y="2724013"/>
                  </a:cubicBezTo>
                  <a:cubicBezTo>
                    <a:pt x="1057058" y="2686426"/>
                    <a:pt x="1066821" y="2647000"/>
                    <a:pt x="1058970" y="2622350"/>
                  </a:cubicBezTo>
                  <a:cubicBezTo>
                    <a:pt x="1053417" y="2604945"/>
                    <a:pt x="1050620" y="2545408"/>
                    <a:pt x="1047617" y="2488368"/>
                  </a:cubicBezTo>
                  <a:cubicBezTo>
                    <a:pt x="1048457" y="2457784"/>
                    <a:pt x="1046588" y="2427185"/>
                    <a:pt x="1042031" y="2396930"/>
                  </a:cubicBezTo>
                  <a:cubicBezTo>
                    <a:pt x="1041176" y="2391759"/>
                    <a:pt x="1040122" y="2386584"/>
                    <a:pt x="1038963" y="2381416"/>
                  </a:cubicBezTo>
                  <a:cubicBezTo>
                    <a:pt x="1038502" y="2378851"/>
                    <a:pt x="1037890" y="2376315"/>
                    <a:pt x="1037129" y="2373822"/>
                  </a:cubicBezTo>
                  <a:cubicBezTo>
                    <a:pt x="1032796" y="2356670"/>
                    <a:pt x="1026755" y="2339994"/>
                    <a:pt x="1019095" y="2324047"/>
                  </a:cubicBezTo>
                  <a:cubicBezTo>
                    <a:pt x="1015187" y="2314505"/>
                    <a:pt x="1010671" y="2305225"/>
                    <a:pt x="1005573" y="2296263"/>
                  </a:cubicBezTo>
                  <a:cubicBezTo>
                    <a:pt x="1002505" y="2290975"/>
                    <a:pt x="999051" y="2285921"/>
                    <a:pt x="995240" y="2281142"/>
                  </a:cubicBezTo>
                  <a:cubicBezTo>
                    <a:pt x="1016552" y="2281989"/>
                    <a:pt x="1037805" y="2283945"/>
                    <a:pt x="1058914" y="2287002"/>
                  </a:cubicBezTo>
                  <a:cubicBezTo>
                    <a:pt x="1064109" y="2287780"/>
                    <a:pt x="1070438" y="2288199"/>
                    <a:pt x="1073548" y="2283943"/>
                  </a:cubicBezTo>
                  <a:cubicBezTo>
                    <a:pt x="1074935" y="2281626"/>
                    <a:pt x="1075613" y="2278953"/>
                    <a:pt x="1075497" y="2276255"/>
                  </a:cubicBezTo>
                  <a:cubicBezTo>
                    <a:pt x="1076487" y="2252089"/>
                    <a:pt x="1070744" y="2228123"/>
                    <a:pt x="1058910" y="2207029"/>
                  </a:cubicBezTo>
                  <a:cubicBezTo>
                    <a:pt x="1050730" y="2192516"/>
                    <a:pt x="1039366" y="2178321"/>
                    <a:pt x="1039680" y="2161643"/>
                  </a:cubicBezTo>
                  <a:cubicBezTo>
                    <a:pt x="1040270" y="2153869"/>
                    <a:pt x="1042170" y="2146250"/>
                    <a:pt x="1045298" y="2139108"/>
                  </a:cubicBezTo>
                  <a:cubicBezTo>
                    <a:pt x="1054776" y="2113701"/>
                    <a:pt x="1064253" y="2088294"/>
                    <a:pt x="1073729" y="2062887"/>
                  </a:cubicBezTo>
                  <a:cubicBezTo>
                    <a:pt x="1097730" y="1998543"/>
                    <a:pt x="1086309" y="1923804"/>
                    <a:pt x="1098774" y="1856238"/>
                  </a:cubicBezTo>
                  <a:cubicBezTo>
                    <a:pt x="1108515" y="1803420"/>
                    <a:pt x="1114758" y="1750016"/>
                    <a:pt x="1117459" y="1696376"/>
                  </a:cubicBezTo>
                  <a:cubicBezTo>
                    <a:pt x="1119767" y="1650525"/>
                    <a:pt x="1118332" y="1600871"/>
                    <a:pt x="1090811" y="1564235"/>
                  </a:cubicBezTo>
                  <a:cubicBezTo>
                    <a:pt x="1082759" y="1555397"/>
                    <a:pt x="1075779" y="1545640"/>
                    <a:pt x="1070016" y="1535166"/>
                  </a:cubicBezTo>
                  <a:cubicBezTo>
                    <a:pt x="1066065" y="1524024"/>
                    <a:pt x="1064381" y="1512204"/>
                    <a:pt x="1065064" y="1500401"/>
                  </a:cubicBezTo>
                  <a:cubicBezTo>
                    <a:pt x="1064584" y="1428655"/>
                    <a:pt x="1066033" y="1356931"/>
                    <a:pt x="1069409" y="1285230"/>
                  </a:cubicBezTo>
                  <a:cubicBezTo>
                    <a:pt x="1190013" y="1281985"/>
                    <a:pt x="1310117" y="1268408"/>
                    <a:pt x="1428401" y="1244648"/>
                  </a:cubicBezTo>
                  <a:cubicBezTo>
                    <a:pt x="1442332" y="1242237"/>
                    <a:pt x="1456011" y="1238551"/>
                    <a:pt x="1469267" y="1233637"/>
                  </a:cubicBezTo>
                  <a:cubicBezTo>
                    <a:pt x="1483972" y="1226598"/>
                    <a:pt x="1497828" y="1217910"/>
                    <a:pt x="1510569" y="1207741"/>
                  </a:cubicBezTo>
                  <a:cubicBezTo>
                    <a:pt x="1550814" y="1178656"/>
                    <a:pt x="1591632" y="1149028"/>
                    <a:pt x="1622232" y="1109831"/>
                  </a:cubicBezTo>
                  <a:cubicBezTo>
                    <a:pt x="1658666" y="1062432"/>
                    <a:pt x="1681545" y="1006028"/>
                    <a:pt x="1688425" y="946642"/>
                  </a:cubicBezTo>
                  <a:cubicBezTo>
                    <a:pt x="1717534" y="919682"/>
                    <a:pt x="1732990" y="881361"/>
                    <a:pt x="1747562" y="844368"/>
                  </a:cubicBezTo>
                  <a:cubicBezTo>
                    <a:pt x="1754761" y="828666"/>
                    <a:pt x="1759316" y="811883"/>
                    <a:pt x="1761043" y="794696"/>
                  </a:cubicBezTo>
                  <a:cubicBezTo>
                    <a:pt x="1761825" y="777107"/>
                    <a:pt x="1750231" y="758668"/>
                    <a:pt x="1753437" y="741358"/>
                  </a:cubicBezTo>
                  <a:cubicBezTo>
                    <a:pt x="1759034" y="711546"/>
                    <a:pt x="1774085" y="684329"/>
                    <a:pt x="1796361" y="663739"/>
                  </a:cubicBezTo>
                  <a:cubicBezTo>
                    <a:pt x="1801084" y="660350"/>
                    <a:pt x="1804649" y="655588"/>
                    <a:pt x="1806570" y="650101"/>
                  </a:cubicBezTo>
                  <a:cubicBezTo>
                    <a:pt x="1807169" y="645525"/>
                    <a:pt x="1806319" y="640877"/>
                    <a:pt x="1804140" y="636808"/>
                  </a:cubicBezTo>
                  <a:cubicBezTo>
                    <a:pt x="1803900" y="636270"/>
                    <a:pt x="1803559" y="635797"/>
                    <a:pt x="1803307" y="635266"/>
                  </a:cubicBezTo>
                  <a:cubicBezTo>
                    <a:pt x="1806083" y="633507"/>
                    <a:pt x="1808835" y="631696"/>
                    <a:pt x="1811545" y="629796"/>
                  </a:cubicBezTo>
                  <a:cubicBezTo>
                    <a:pt x="1821087" y="623058"/>
                    <a:pt x="1830193" y="615589"/>
                    <a:pt x="1839081" y="608266"/>
                  </a:cubicBezTo>
                  <a:cubicBezTo>
                    <a:pt x="1852739" y="598028"/>
                    <a:pt x="1864794" y="585811"/>
                    <a:pt x="1874848" y="572018"/>
                  </a:cubicBezTo>
                  <a:cubicBezTo>
                    <a:pt x="1884973" y="557978"/>
                    <a:pt x="1888409" y="540195"/>
                    <a:pt x="1884245" y="523393"/>
                  </a:cubicBezTo>
                  <a:close/>
                  <a:moveTo>
                    <a:pt x="570346" y="4449227"/>
                  </a:moveTo>
                  <a:cubicBezTo>
                    <a:pt x="567928" y="4449397"/>
                    <a:pt x="565501" y="4449516"/>
                    <a:pt x="563104" y="4449848"/>
                  </a:cubicBezTo>
                  <a:cubicBezTo>
                    <a:pt x="554121" y="4451073"/>
                    <a:pt x="545361" y="4453589"/>
                    <a:pt x="537097" y="4457317"/>
                  </a:cubicBezTo>
                  <a:cubicBezTo>
                    <a:pt x="536428" y="4457626"/>
                    <a:pt x="535797" y="4458009"/>
                    <a:pt x="535135" y="4458333"/>
                  </a:cubicBezTo>
                  <a:cubicBezTo>
                    <a:pt x="546450" y="4433898"/>
                    <a:pt x="557033" y="4409119"/>
                    <a:pt x="566672" y="4383942"/>
                  </a:cubicBezTo>
                  <a:cubicBezTo>
                    <a:pt x="567820" y="4380970"/>
                    <a:pt x="568903" y="4377961"/>
                    <a:pt x="570026" y="4374975"/>
                  </a:cubicBezTo>
                  <a:cubicBezTo>
                    <a:pt x="569608" y="4380572"/>
                    <a:pt x="569207" y="4386185"/>
                    <a:pt x="568786" y="4391777"/>
                  </a:cubicBezTo>
                  <a:cubicBezTo>
                    <a:pt x="566614" y="4410906"/>
                    <a:pt x="567139" y="4430245"/>
                    <a:pt x="570346" y="4449227"/>
                  </a:cubicBezTo>
                  <a:close/>
                </a:path>
              </a:pathLst>
            </a:custGeom>
            <a:solidFill>
              <a:srgbClr val="808080"/>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66" name="任意多边形: 形状 65">
              <a:extLst>
                <a:ext uri="{FF2B5EF4-FFF2-40B4-BE49-F238E27FC236}">
                  <a16:creationId xmlns:a16="http://schemas.microsoft.com/office/drawing/2014/main" id="{89C2C994-7B76-4B4C-A915-0049D10985D9}"/>
                </a:ext>
              </a:extLst>
            </p:cNvPr>
            <p:cNvSpPr/>
            <p:nvPr/>
          </p:nvSpPr>
          <p:spPr>
            <a:xfrm>
              <a:off x="2887339" y="1216911"/>
              <a:ext cx="400727" cy="364159"/>
            </a:xfrm>
            <a:custGeom>
              <a:avLst/>
              <a:gdLst>
                <a:gd name="connsiteX0" fmla="*/ 331989 w 400727"/>
                <a:gd name="connsiteY0" fmla="*/ 245607 h 364159"/>
                <a:gd name="connsiteX1" fmla="*/ 348598 w 400727"/>
                <a:gd name="connsiteY1" fmla="*/ 363618 h 364159"/>
                <a:gd name="connsiteX2" fmla="*/ -45 w 400727"/>
                <a:gd name="connsiteY2" fmla="*/ 330036 h 364159"/>
                <a:gd name="connsiteX3" fmla="*/ 59907 w 400727"/>
                <a:gd name="connsiteY3" fmla="*/ 234024 h 364159"/>
                <a:gd name="connsiteX4" fmla="*/ 71344 w 400727"/>
                <a:gd name="connsiteY4" fmla="*/ 86511 h 364159"/>
                <a:gd name="connsiteX5" fmla="*/ 69888 w 400727"/>
                <a:gd name="connsiteY5" fmla="*/ 78352 h 364159"/>
                <a:gd name="connsiteX6" fmla="*/ 57431 w 400727"/>
                <a:gd name="connsiteY6" fmla="*/ 16068 h 364159"/>
                <a:gd name="connsiteX7" fmla="*/ 97642 w 400727"/>
                <a:gd name="connsiteY7" fmla="*/ 989 h 364159"/>
                <a:gd name="connsiteX8" fmla="*/ 253971 w 400727"/>
                <a:gd name="connsiteY8" fmla="*/ 21167 h 364159"/>
                <a:gd name="connsiteX9" fmla="*/ 400683 w 400727"/>
                <a:gd name="connsiteY9" fmla="*/ 52856 h 364159"/>
                <a:gd name="connsiteX10" fmla="*/ 343863 w 400727"/>
                <a:gd name="connsiteY10" fmla="*/ 169920 h 364159"/>
                <a:gd name="connsiteX11" fmla="*/ 331989 w 400727"/>
                <a:gd name="connsiteY11" fmla="*/ 245607 h 364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0727" h="364159">
                  <a:moveTo>
                    <a:pt x="331989" y="245607"/>
                  </a:moveTo>
                  <a:cubicBezTo>
                    <a:pt x="333009" y="285382"/>
                    <a:pt x="346486" y="323917"/>
                    <a:pt x="348598" y="363618"/>
                  </a:cubicBezTo>
                  <a:cubicBezTo>
                    <a:pt x="231461" y="369446"/>
                    <a:pt x="115927" y="312626"/>
                    <a:pt x="-45" y="330036"/>
                  </a:cubicBezTo>
                  <a:cubicBezTo>
                    <a:pt x="32371" y="309057"/>
                    <a:pt x="49710" y="271249"/>
                    <a:pt x="59907" y="234024"/>
                  </a:cubicBezTo>
                  <a:cubicBezTo>
                    <a:pt x="72902" y="186000"/>
                    <a:pt x="76782" y="135964"/>
                    <a:pt x="71344" y="86511"/>
                  </a:cubicBezTo>
                  <a:cubicBezTo>
                    <a:pt x="71033" y="83763"/>
                    <a:pt x="70547" y="81038"/>
                    <a:pt x="69888" y="78352"/>
                  </a:cubicBezTo>
                  <a:cubicBezTo>
                    <a:pt x="65589" y="58902"/>
                    <a:pt x="54444" y="31366"/>
                    <a:pt x="57431" y="16068"/>
                  </a:cubicBezTo>
                  <a:cubicBezTo>
                    <a:pt x="61365" y="-4183"/>
                    <a:pt x="80451" y="-176"/>
                    <a:pt x="97642" y="989"/>
                  </a:cubicBezTo>
                  <a:cubicBezTo>
                    <a:pt x="150068" y="4982"/>
                    <a:pt x="202249" y="11718"/>
                    <a:pt x="253971" y="21167"/>
                  </a:cubicBezTo>
                  <a:cubicBezTo>
                    <a:pt x="267447" y="23499"/>
                    <a:pt x="398716" y="56280"/>
                    <a:pt x="400683" y="52856"/>
                  </a:cubicBezTo>
                  <a:cubicBezTo>
                    <a:pt x="377674" y="89768"/>
                    <a:pt x="358628" y="129007"/>
                    <a:pt x="343863" y="169920"/>
                  </a:cubicBezTo>
                  <a:cubicBezTo>
                    <a:pt x="335668" y="194300"/>
                    <a:pt x="331654" y="219889"/>
                    <a:pt x="331989" y="245607"/>
                  </a:cubicBezTo>
                  <a:close/>
                </a:path>
              </a:pathLst>
            </a:custGeom>
            <a:solidFill>
              <a:srgbClr val="A0616A"/>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67" name="任意多边形: 形状 66">
              <a:extLst>
                <a:ext uri="{FF2B5EF4-FFF2-40B4-BE49-F238E27FC236}">
                  <a16:creationId xmlns:a16="http://schemas.microsoft.com/office/drawing/2014/main" id="{1DDBC3DB-4E18-49EB-9EEC-7C3B09A2A96C}"/>
                </a:ext>
              </a:extLst>
            </p:cNvPr>
            <p:cNvSpPr/>
            <p:nvPr/>
          </p:nvSpPr>
          <p:spPr>
            <a:xfrm>
              <a:off x="4141347" y="1093162"/>
              <a:ext cx="247553" cy="328030"/>
            </a:xfrm>
            <a:custGeom>
              <a:avLst/>
              <a:gdLst>
                <a:gd name="connsiteX0" fmla="*/ 236384 w 247553"/>
                <a:gd name="connsiteY0" fmla="*/ 246465 h 328030"/>
                <a:gd name="connsiteX1" fmla="*/ 200617 w 247553"/>
                <a:gd name="connsiteY1" fmla="*/ 282524 h 328030"/>
                <a:gd name="connsiteX2" fmla="*/ 173080 w 247553"/>
                <a:gd name="connsiteY2" fmla="*/ 303941 h 328030"/>
                <a:gd name="connsiteX3" fmla="*/ 114512 w 247553"/>
                <a:gd name="connsiteY3" fmla="*/ 327761 h 328030"/>
                <a:gd name="connsiteX4" fmla="*/ 10050 w 247553"/>
                <a:gd name="connsiteY4" fmla="*/ 289371 h 328030"/>
                <a:gd name="connsiteX5" fmla="*/ 70 w 247553"/>
                <a:gd name="connsiteY5" fmla="*/ 249379 h 328030"/>
                <a:gd name="connsiteX6" fmla="*/ 9685 w 247553"/>
                <a:gd name="connsiteY6" fmla="*/ 193432 h 328030"/>
                <a:gd name="connsiteX7" fmla="*/ 54850 w 247553"/>
                <a:gd name="connsiteY7" fmla="*/ 111699 h 328030"/>
                <a:gd name="connsiteX8" fmla="*/ 127478 w 247553"/>
                <a:gd name="connsiteY8" fmla="*/ 39071 h 328030"/>
                <a:gd name="connsiteX9" fmla="*/ 158364 w 247553"/>
                <a:gd name="connsiteY9" fmla="*/ 24866 h 328030"/>
                <a:gd name="connsiteX10" fmla="*/ 212927 w 247553"/>
                <a:gd name="connsiteY10" fmla="*/ 2503 h 328030"/>
                <a:gd name="connsiteX11" fmla="*/ 222833 w 247553"/>
                <a:gd name="connsiteY11" fmla="*/ -120 h 328030"/>
                <a:gd name="connsiteX12" fmla="*/ 231866 w 247553"/>
                <a:gd name="connsiteY12" fmla="*/ 34482 h 328030"/>
                <a:gd name="connsiteX13" fmla="*/ 167398 w 247553"/>
                <a:gd name="connsiteY13" fmla="*/ 93196 h 328030"/>
                <a:gd name="connsiteX14" fmla="*/ 206297 w 247553"/>
                <a:gd name="connsiteY14" fmla="*/ 123354 h 328030"/>
                <a:gd name="connsiteX15" fmla="*/ 211543 w 247553"/>
                <a:gd name="connsiteY15" fmla="*/ 135520 h 328030"/>
                <a:gd name="connsiteX16" fmla="*/ 229318 w 247553"/>
                <a:gd name="connsiteY16" fmla="*/ 140109 h 328030"/>
                <a:gd name="connsiteX17" fmla="*/ 235800 w 247553"/>
                <a:gd name="connsiteY17" fmla="*/ 170632 h 328030"/>
                <a:gd name="connsiteX18" fmla="*/ 245780 w 247553"/>
                <a:gd name="connsiteY18" fmla="*/ 198095 h 328030"/>
                <a:gd name="connsiteX19" fmla="*/ 236384 w 247553"/>
                <a:gd name="connsiteY19" fmla="*/ 246465 h 328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47553" h="328030">
                  <a:moveTo>
                    <a:pt x="236384" y="246465"/>
                  </a:moveTo>
                  <a:cubicBezTo>
                    <a:pt x="226320" y="260196"/>
                    <a:pt x="214265" y="272349"/>
                    <a:pt x="200617" y="282524"/>
                  </a:cubicBezTo>
                  <a:cubicBezTo>
                    <a:pt x="191728" y="289809"/>
                    <a:pt x="182622" y="297239"/>
                    <a:pt x="173080" y="303941"/>
                  </a:cubicBezTo>
                  <a:cubicBezTo>
                    <a:pt x="156086" y="317057"/>
                    <a:pt x="135837" y="325293"/>
                    <a:pt x="114512" y="327761"/>
                  </a:cubicBezTo>
                  <a:cubicBezTo>
                    <a:pt x="86611" y="329655"/>
                    <a:pt x="27387" y="313265"/>
                    <a:pt x="10050" y="289371"/>
                  </a:cubicBezTo>
                  <a:cubicBezTo>
                    <a:pt x="2741" y="277362"/>
                    <a:pt x="-740" y="263414"/>
                    <a:pt x="70" y="249379"/>
                  </a:cubicBezTo>
                  <a:cubicBezTo>
                    <a:pt x="361" y="230345"/>
                    <a:pt x="3605" y="211471"/>
                    <a:pt x="9685" y="193432"/>
                  </a:cubicBezTo>
                  <a:cubicBezTo>
                    <a:pt x="20552" y="164075"/>
                    <a:pt x="35778" y="136522"/>
                    <a:pt x="54850" y="111699"/>
                  </a:cubicBezTo>
                  <a:cubicBezTo>
                    <a:pt x="75028" y="83653"/>
                    <a:pt x="97465" y="56045"/>
                    <a:pt x="127478" y="39071"/>
                  </a:cubicBezTo>
                  <a:cubicBezTo>
                    <a:pt x="137478" y="33719"/>
                    <a:pt x="147792" y="28975"/>
                    <a:pt x="158364" y="24866"/>
                  </a:cubicBezTo>
                  <a:cubicBezTo>
                    <a:pt x="176577" y="17436"/>
                    <a:pt x="194716" y="9932"/>
                    <a:pt x="212927" y="2503"/>
                  </a:cubicBezTo>
                  <a:cubicBezTo>
                    <a:pt x="216026" y="988"/>
                    <a:pt x="219392" y="97"/>
                    <a:pt x="222833" y="-120"/>
                  </a:cubicBezTo>
                  <a:cubicBezTo>
                    <a:pt x="237476" y="25"/>
                    <a:pt x="240172" y="22389"/>
                    <a:pt x="231866" y="34482"/>
                  </a:cubicBezTo>
                  <a:cubicBezTo>
                    <a:pt x="215257" y="58812"/>
                    <a:pt x="177888" y="65587"/>
                    <a:pt x="167398" y="93196"/>
                  </a:cubicBezTo>
                  <a:cubicBezTo>
                    <a:pt x="185530" y="93757"/>
                    <a:pt x="201236" y="105934"/>
                    <a:pt x="206297" y="123354"/>
                  </a:cubicBezTo>
                  <a:cubicBezTo>
                    <a:pt x="206709" y="127864"/>
                    <a:pt x="208546" y="132125"/>
                    <a:pt x="211543" y="135520"/>
                  </a:cubicBezTo>
                  <a:cubicBezTo>
                    <a:pt x="216351" y="139381"/>
                    <a:pt x="223854" y="137195"/>
                    <a:pt x="229318" y="140109"/>
                  </a:cubicBezTo>
                  <a:cubicBezTo>
                    <a:pt x="239005" y="145281"/>
                    <a:pt x="234781" y="159705"/>
                    <a:pt x="235800" y="170632"/>
                  </a:cubicBezTo>
                  <a:cubicBezTo>
                    <a:pt x="238179" y="180103"/>
                    <a:pt x="241523" y="189306"/>
                    <a:pt x="245780" y="198095"/>
                  </a:cubicBezTo>
                  <a:cubicBezTo>
                    <a:pt x="249943" y="214815"/>
                    <a:pt x="246503" y="232519"/>
                    <a:pt x="236384" y="246465"/>
                  </a:cubicBezTo>
                  <a:close/>
                </a:path>
              </a:pathLst>
            </a:custGeom>
            <a:solidFill>
              <a:srgbClr val="A0616A"/>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68" name="任意多边形: 形状 67">
              <a:extLst>
                <a:ext uri="{FF2B5EF4-FFF2-40B4-BE49-F238E27FC236}">
                  <a16:creationId xmlns:a16="http://schemas.microsoft.com/office/drawing/2014/main" id="{9C1FB5D5-4BBF-4C81-9C61-5E6D4D416A4A}"/>
                </a:ext>
              </a:extLst>
            </p:cNvPr>
            <p:cNvSpPr/>
            <p:nvPr/>
          </p:nvSpPr>
          <p:spPr>
            <a:xfrm>
              <a:off x="2763102" y="5142476"/>
              <a:ext cx="242428" cy="196149"/>
            </a:xfrm>
            <a:custGeom>
              <a:avLst/>
              <a:gdLst>
                <a:gd name="connsiteX0" fmla="*/ -45 w 242428"/>
                <a:gd name="connsiteY0" fmla="*/ 184990 h 196149"/>
                <a:gd name="connsiteX1" fmla="*/ 36294 w 242428"/>
                <a:gd name="connsiteY1" fmla="*/ 179502 h 196149"/>
                <a:gd name="connsiteX2" fmla="*/ 240613 w 242428"/>
                <a:gd name="connsiteY2" fmla="*/ 196030 h 196149"/>
                <a:gd name="connsiteX3" fmla="*/ 216299 w 242428"/>
                <a:gd name="connsiteY3" fmla="*/ 71594 h 196149"/>
                <a:gd name="connsiteX4" fmla="*/ 208206 w 242428"/>
                <a:gd name="connsiteY4" fmla="*/ 40131 h 196149"/>
                <a:gd name="connsiteX5" fmla="*/ 156434 w 242428"/>
                <a:gd name="connsiteY5" fmla="*/ 8883 h 196149"/>
                <a:gd name="connsiteX6" fmla="*/ 41493 w 242428"/>
                <a:gd name="connsiteY6" fmla="*/ 24640 h 196149"/>
                <a:gd name="connsiteX7" fmla="*/ -45 w 242428"/>
                <a:gd name="connsiteY7" fmla="*/ 184990 h 196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2428" h="196149">
                  <a:moveTo>
                    <a:pt x="-45" y="184990"/>
                  </a:moveTo>
                  <a:cubicBezTo>
                    <a:pt x="8972" y="175980"/>
                    <a:pt x="23703" y="177511"/>
                    <a:pt x="36294" y="179502"/>
                  </a:cubicBezTo>
                  <a:cubicBezTo>
                    <a:pt x="103882" y="190188"/>
                    <a:pt x="172186" y="195713"/>
                    <a:pt x="240613" y="196030"/>
                  </a:cubicBezTo>
                  <a:cubicBezTo>
                    <a:pt x="249179" y="154196"/>
                    <a:pt x="224310" y="113537"/>
                    <a:pt x="216299" y="71594"/>
                  </a:cubicBezTo>
                  <a:cubicBezTo>
                    <a:pt x="215141" y="60769"/>
                    <a:pt x="212415" y="50171"/>
                    <a:pt x="208206" y="40131"/>
                  </a:cubicBezTo>
                  <a:cubicBezTo>
                    <a:pt x="198571" y="21643"/>
                    <a:pt x="176834" y="13186"/>
                    <a:pt x="156434" y="8883"/>
                  </a:cubicBezTo>
                  <a:cubicBezTo>
                    <a:pt x="119614" y="1117"/>
                    <a:pt x="62057" y="-12587"/>
                    <a:pt x="41493" y="24640"/>
                  </a:cubicBezTo>
                  <a:cubicBezTo>
                    <a:pt x="16818" y="69307"/>
                    <a:pt x="8924" y="135279"/>
                    <a:pt x="-45" y="184990"/>
                  </a:cubicBezTo>
                  <a:close/>
                </a:path>
              </a:pathLst>
            </a:custGeom>
            <a:solidFill>
              <a:srgbClr val="65617D"/>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69" name="任意多边形: 形状 68">
              <a:extLst>
                <a:ext uri="{FF2B5EF4-FFF2-40B4-BE49-F238E27FC236}">
                  <a16:creationId xmlns:a16="http://schemas.microsoft.com/office/drawing/2014/main" id="{98BD33C9-6CAD-4181-8003-9507C4C8550F}"/>
                </a:ext>
              </a:extLst>
            </p:cNvPr>
            <p:cNvSpPr/>
            <p:nvPr/>
          </p:nvSpPr>
          <p:spPr>
            <a:xfrm>
              <a:off x="3070415" y="4969907"/>
              <a:ext cx="480833" cy="300051"/>
            </a:xfrm>
            <a:custGeom>
              <a:avLst/>
              <a:gdLst>
                <a:gd name="connsiteX0" fmla="*/ 441245 w 480833"/>
                <a:gd name="connsiteY0" fmla="*/ 199544 h 300051"/>
                <a:gd name="connsiteX1" fmla="*/ 345671 w 480833"/>
                <a:gd name="connsiteY1" fmla="*/ 228682 h 300051"/>
                <a:gd name="connsiteX2" fmla="*/ 247692 w 480833"/>
                <a:gd name="connsiteY2" fmla="*/ 251046 h 300051"/>
                <a:gd name="connsiteX3" fmla="*/ 172004 w 480833"/>
                <a:gd name="connsiteY3" fmla="*/ 294317 h 300051"/>
                <a:gd name="connsiteX4" fmla="*/ 93403 w 480833"/>
                <a:gd name="connsiteY4" fmla="*/ 295555 h 300051"/>
                <a:gd name="connsiteX5" fmla="*/ 12545 w 480833"/>
                <a:gd name="connsiteY5" fmla="*/ 251629 h 300051"/>
                <a:gd name="connsiteX6" fmla="*/ 1253 w 480833"/>
                <a:gd name="connsiteY6" fmla="*/ 169531 h 300051"/>
                <a:gd name="connsiteX7" fmla="*/ 8319 w 480833"/>
                <a:gd name="connsiteY7" fmla="*/ 74321 h 300051"/>
                <a:gd name="connsiteX8" fmla="*/ 14220 w 480833"/>
                <a:gd name="connsiteY8" fmla="*/ 51301 h 300051"/>
                <a:gd name="connsiteX9" fmla="*/ 120429 w 480833"/>
                <a:gd name="connsiteY9" fmla="*/ 64924 h 300051"/>
                <a:gd name="connsiteX10" fmla="*/ 249731 w 480833"/>
                <a:gd name="connsiteY10" fmla="*/ 9123 h 300051"/>
                <a:gd name="connsiteX11" fmla="*/ 259784 w 480833"/>
                <a:gd name="connsiteY11" fmla="*/ 1547 h 300051"/>
                <a:gd name="connsiteX12" fmla="*/ 297883 w 480833"/>
                <a:gd name="connsiteY12" fmla="*/ 16117 h 300051"/>
                <a:gd name="connsiteX13" fmla="*/ 301817 w 480833"/>
                <a:gd name="connsiteY13" fmla="*/ 19322 h 300051"/>
                <a:gd name="connsiteX14" fmla="*/ 398484 w 480833"/>
                <a:gd name="connsiteY14" fmla="*/ 53778 h 300051"/>
                <a:gd name="connsiteX15" fmla="*/ 478032 w 480833"/>
                <a:gd name="connsiteY15" fmla="*/ 112857 h 300051"/>
                <a:gd name="connsiteX16" fmla="*/ 479634 w 480833"/>
                <a:gd name="connsiteY16" fmla="*/ 119194 h 300051"/>
                <a:gd name="connsiteX17" fmla="*/ 441245 w 480833"/>
                <a:gd name="connsiteY17" fmla="*/ 199544 h 3000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80833" h="300051">
                  <a:moveTo>
                    <a:pt x="441245" y="199544"/>
                  </a:moveTo>
                  <a:cubicBezTo>
                    <a:pt x="413491" y="218484"/>
                    <a:pt x="379035" y="224385"/>
                    <a:pt x="345671" y="228682"/>
                  </a:cubicBezTo>
                  <a:cubicBezTo>
                    <a:pt x="312233" y="232907"/>
                    <a:pt x="277923" y="236186"/>
                    <a:pt x="247692" y="251046"/>
                  </a:cubicBezTo>
                  <a:cubicBezTo>
                    <a:pt x="221613" y="263940"/>
                    <a:pt x="199614" y="285065"/>
                    <a:pt x="172004" y="294317"/>
                  </a:cubicBezTo>
                  <a:cubicBezTo>
                    <a:pt x="146329" y="301358"/>
                    <a:pt x="119288" y="301784"/>
                    <a:pt x="93403" y="295555"/>
                  </a:cubicBezTo>
                  <a:cubicBezTo>
                    <a:pt x="62371" y="289727"/>
                    <a:pt x="29299" y="278436"/>
                    <a:pt x="12545" y="251629"/>
                  </a:cubicBezTo>
                  <a:cubicBezTo>
                    <a:pt x="-2389" y="227808"/>
                    <a:pt x="-787" y="197577"/>
                    <a:pt x="1253" y="169531"/>
                  </a:cubicBezTo>
                  <a:cubicBezTo>
                    <a:pt x="3656" y="137843"/>
                    <a:pt x="6012" y="106107"/>
                    <a:pt x="8319" y="74321"/>
                  </a:cubicBezTo>
                  <a:cubicBezTo>
                    <a:pt x="8204" y="66260"/>
                    <a:pt x="10241" y="58313"/>
                    <a:pt x="14220" y="51301"/>
                  </a:cubicBezTo>
                  <a:cubicBezTo>
                    <a:pt x="36656" y="18594"/>
                    <a:pt x="91218" y="64997"/>
                    <a:pt x="120429" y="64924"/>
                  </a:cubicBezTo>
                  <a:cubicBezTo>
                    <a:pt x="166687" y="64851"/>
                    <a:pt x="216368" y="39792"/>
                    <a:pt x="249731" y="9123"/>
                  </a:cubicBezTo>
                  <a:cubicBezTo>
                    <a:pt x="252653" y="6073"/>
                    <a:pt x="256047" y="3515"/>
                    <a:pt x="259784" y="1547"/>
                  </a:cubicBezTo>
                  <a:cubicBezTo>
                    <a:pt x="272970" y="-4353"/>
                    <a:pt x="286155" y="6574"/>
                    <a:pt x="297883" y="16117"/>
                  </a:cubicBezTo>
                  <a:cubicBezTo>
                    <a:pt x="299194" y="17210"/>
                    <a:pt x="300505" y="18302"/>
                    <a:pt x="301817" y="19322"/>
                  </a:cubicBezTo>
                  <a:cubicBezTo>
                    <a:pt x="328842" y="40739"/>
                    <a:pt x="365120" y="45109"/>
                    <a:pt x="398484" y="53778"/>
                  </a:cubicBezTo>
                  <a:cubicBezTo>
                    <a:pt x="431920" y="62447"/>
                    <a:pt x="467688" y="79930"/>
                    <a:pt x="478032" y="112857"/>
                  </a:cubicBezTo>
                  <a:cubicBezTo>
                    <a:pt x="478702" y="114932"/>
                    <a:pt x="479238" y="117049"/>
                    <a:pt x="479634" y="119194"/>
                  </a:cubicBezTo>
                  <a:cubicBezTo>
                    <a:pt x="485682" y="149498"/>
                    <a:pt x="467251" y="181769"/>
                    <a:pt x="441245" y="199544"/>
                  </a:cubicBezTo>
                  <a:close/>
                </a:path>
              </a:pathLst>
            </a:custGeom>
            <a:solidFill>
              <a:srgbClr val="3F3D56"/>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70" name="任意多边形: 形状 69">
              <a:extLst>
                <a:ext uri="{FF2B5EF4-FFF2-40B4-BE49-F238E27FC236}">
                  <a16:creationId xmlns:a16="http://schemas.microsoft.com/office/drawing/2014/main" id="{35E8D719-9102-4787-917D-69F9FD392F3A}"/>
                </a:ext>
              </a:extLst>
            </p:cNvPr>
            <p:cNvSpPr/>
            <p:nvPr/>
          </p:nvSpPr>
          <p:spPr>
            <a:xfrm>
              <a:off x="3070415" y="4969907"/>
              <a:ext cx="480833" cy="300051"/>
            </a:xfrm>
            <a:custGeom>
              <a:avLst/>
              <a:gdLst>
                <a:gd name="connsiteX0" fmla="*/ 441245 w 480833"/>
                <a:gd name="connsiteY0" fmla="*/ 199544 h 300051"/>
                <a:gd name="connsiteX1" fmla="*/ 345671 w 480833"/>
                <a:gd name="connsiteY1" fmla="*/ 228682 h 300051"/>
                <a:gd name="connsiteX2" fmla="*/ 247692 w 480833"/>
                <a:gd name="connsiteY2" fmla="*/ 251046 h 300051"/>
                <a:gd name="connsiteX3" fmla="*/ 172004 w 480833"/>
                <a:gd name="connsiteY3" fmla="*/ 294317 h 300051"/>
                <a:gd name="connsiteX4" fmla="*/ 93403 w 480833"/>
                <a:gd name="connsiteY4" fmla="*/ 295555 h 300051"/>
                <a:gd name="connsiteX5" fmla="*/ 12545 w 480833"/>
                <a:gd name="connsiteY5" fmla="*/ 251629 h 300051"/>
                <a:gd name="connsiteX6" fmla="*/ 1253 w 480833"/>
                <a:gd name="connsiteY6" fmla="*/ 169531 h 300051"/>
                <a:gd name="connsiteX7" fmla="*/ 8319 w 480833"/>
                <a:gd name="connsiteY7" fmla="*/ 74321 h 300051"/>
                <a:gd name="connsiteX8" fmla="*/ 14220 w 480833"/>
                <a:gd name="connsiteY8" fmla="*/ 51301 h 300051"/>
                <a:gd name="connsiteX9" fmla="*/ 120429 w 480833"/>
                <a:gd name="connsiteY9" fmla="*/ 64924 h 300051"/>
                <a:gd name="connsiteX10" fmla="*/ 249731 w 480833"/>
                <a:gd name="connsiteY10" fmla="*/ 9123 h 300051"/>
                <a:gd name="connsiteX11" fmla="*/ 259784 w 480833"/>
                <a:gd name="connsiteY11" fmla="*/ 1547 h 300051"/>
                <a:gd name="connsiteX12" fmla="*/ 297883 w 480833"/>
                <a:gd name="connsiteY12" fmla="*/ 16117 h 300051"/>
                <a:gd name="connsiteX13" fmla="*/ 301817 w 480833"/>
                <a:gd name="connsiteY13" fmla="*/ 19322 h 300051"/>
                <a:gd name="connsiteX14" fmla="*/ 398484 w 480833"/>
                <a:gd name="connsiteY14" fmla="*/ 53778 h 300051"/>
                <a:gd name="connsiteX15" fmla="*/ 478032 w 480833"/>
                <a:gd name="connsiteY15" fmla="*/ 112857 h 300051"/>
                <a:gd name="connsiteX16" fmla="*/ 479634 w 480833"/>
                <a:gd name="connsiteY16" fmla="*/ 119194 h 300051"/>
                <a:gd name="connsiteX17" fmla="*/ 441245 w 480833"/>
                <a:gd name="connsiteY17" fmla="*/ 199544 h 3000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80833" h="300051">
                  <a:moveTo>
                    <a:pt x="441245" y="199544"/>
                  </a:moveTo>
                  <a:cubicBezTo>
                    <a:pt x="413491" y="218484"/>
                    <a:pt x="379035" y="224385"/>
                    <a:pt x="345671" y="228682"/>
                  </a:cubicBezTo>
                  <a:cubicBezTo>
                    <a:pt x="312233" y="232907"/>
                    <a:pt x="277923" y="236186"/>
                    <a:pt x="247692" y="251046"/>
                  </a:cubicBezTo>
                  <a:cubicBezTo>
                    <a:pt x="221613" y="263940"/>
                    <a:pt x="199614" y="285065"/>
                    <a:pt x="172004" y="294317"/>
                  </a:cubicBezTo>
                  <a:cubicBezTo>
                    <a:pt x="146329" y="301358"/>
                    <a:pt x="119288" y="301784"/>
                    <a:pt x="93403" y="295555"/>
                  </a:cubicBezTo>
                  <a:cubicBezTo>
                    <a:pt x="62371" y="289727"/>
                    <a:pt x="29299" y="278436"/>
                    <a:pt x="12545" y="251629"/>
                  </a:cubicBezTo>
                  <a:cubicBezTo>
                    <a:pt x="-2389" y="227808"/>
                    <a:pt x="-787" y="197577"/>
                    <a:pt x="1253" y="169531"/>
                  </a:cubicBezTo>
                  <a:cubicBezTo>
                    <a:pt x="3656" y="137843"/>
                    <a:pt x="6012" y="106107"/>
                    <a:pt x="8319" y="74321"/>
                  </a:cubicBezTo>
                  <a:cubicBezTo>
                    <a:pt x="8204" y="66260"/>
                    <a:pt x="10241" y="58313"/>
                    <a:pt x="14220" y="51301"/>
                  </a:cubicBezTo>
                  <a:cubicBezTo>
                    <a:pt x="36656" y="18594"/>
                    <a:pt x="91218" y="64997"/>
                    <a:pt x="120429" y="64924"/>
                  </a:cubicBezTo>
                  <a:cubicBezTo>
                    <a:pt x="166687" y="64851"/>
                    <a:pt x="216368" y="39792"/>
                    <a:pt x="249731" y="9123"/>
                  </a:cubicBezTo>
                  <a:cubicBezTo>
                    <a:pt x="252653" y="6073"/>
                    <a:pt x="256047" y="3515"/>
                    <a:pt x="259784" y="1547"/>
                  </a:cubicBezTo>
                  <a:cubicBezTo>
                    <a:pt x="272970" y="-4353"/>
                    <a:pt x="286155" y="6574"/>
                    <a:pt x="297883" y="16117"/>
                  </a:cubicBezTo>
                  <a:cubicBezTo>
                    <a:pt x="299194" y="17210"/>
                    <a:pt x="300505" y="18302"/>
                    <a:pt x="301817" y="19322"/>
                  </a:cubicBezTo>
                  <a:cubicBezTo>
                    <a:pt x="328842" y="40739"/>
                    <a:pt x="365120" y="45109"/>
                    <a:pt x="398484" y="53778"/>
                  </a:cubicBezTo>
                  <a:cubicBezTo>
                    <a:pt x="431920" y="62447"/>
                    <a:pt x="467688" y="79930"/>
                    <a:pt x="478032" y="112857"/>
                  </a:cubicBezTo>
                  <a:cubicBezTo>
                    <a:pt x="478702" y="114932"/>
                    <a:pt x="479238" y="117049"/>
                    <a:pt x="479634" y="119194"/>
                  </a:cubicBezTo>
                  <a:cubicBezTo>
                    <a:pt x="485682" y="149498"/>
                    <a:pt x="467251" y="181769"/>
                    <a:pt x="441245" y="199544"/>
                  </a:cubicBezTo>
                  <a:close/>
                </a:path>
              </a:pathLst>
            </a:custGeom>
            <a:solidFill>
              <a:srgbClr val="2F2E41"/>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71" name="任意多边形: 形状 70">
              <a:extLst>
                <a:ext uri="{FF2B5EF4-FFF2-40B4-BE49-F238E27FC236}">
                  <a16:creationId xmlns:a16="http://schemas.microsoft.com/office/drawing/2014/main" id="{3944B659-C85C-46EA-9BF7-8AF62DCC224A}"/>
                </a:ext>
              </a:extLst>
            </p:cNvPr>
            <p:cNvSpPr/>
            <p:nvPr/>
          </p:nvSpPr>
          <p:spPr>
            <a:xfrm>
              <a:off x="3070415" y="4969907"/>
              <a:ext cx="483817" cy="310713"/>
            </a:xfrm>
            <a:custGeom>
              <a:avLst/>
              <a:gdLst>
                <a:gd name="connsiteX0" fmla="*/ 441245 w 483817"/>
                <a:gd name="connsiteY0" fmla="*/ 210205 h 310713"/>
                <a:gd name="connsiteX1" fmla="*/ 345671 w 483817"/>
                <a:gd name="connsiteY1" fmla="*/ 239344 h 310713"/>
                <a:gd name="connsiteX2" fmla="*/ 247692 w 483817"/>
                <a:gd name="connsiteY2" fmla="*/ 261708 h 310713"/>
                <a:gd name="connsiteX3" fmla="*/ 172004 w 483817"/>
                <a:gd name="connsiteY3" fmla="*/ 304978 h 310713"/>
                <a:gd name="connsiteX4" fmla="*/ 93403 w 483817"/>
                <a:gd name="connsiteY4" fmla="*/ 306217 h 310713"/>
                <a:gd name="connsiteX5" fmla="*/ 12544 w 483817"/>
                <a:gd name="connsiteY5" fmla="*/ 251629 h 310713"/>
                <a:gd name="connsiteX6" fmla="*/ 1253 w 483817"/>
                <a:gd name="connsiteY6" fmla="*/ 169531 h 310713"/>
                <a:gd name="connsiteX7" fmla="*/ 8319 w 483817"/>
                <a:gd name="connsiteY7" fmla="*/ 74321 h 310713"/>
                <a:gd name="connsiteX8" fmla="*/ 14220 w 483817"/>
                <a:gd name="connsiteY8" fmla="*/ 51301 h 310713"/>
                <a:gd name="connsiteX9" fmla="*/ 120430 w 483817"/>
                <a:gd name="connsiteY9" fmla="*/ 64924 h 310713"/>
                <a:gd name="connsiteX10" fmla="*/ 249732 w 483817"/>
                <a:gd name="connsiteY10" fmla="*/ 9123 h 310713"/>
                <a:gd name="connsiteX11" fmla="*/ 259784 w 483817"/>
                <a:gd name="connsiteY11" fmla="*/ 1547 h 310713"/>
                <a:gd name="connsiteX12" fmla="*/ 297883 w 483817"/>
                <a:gd name="connsiteY12" fmla="*/ 16116 h 310713"/>
                <a:gd name="connsiteX13" fmla="*/ 265393 w 483817"/>
                <a:gd name="connsiteY13" fmla="*/ 83280 h 310713"/>
                <a:gd name="connsiteX14" fmla="*/ 163482 w 483817"/>
                <a:gd name="connsiteY14" fmla="*/ 147021 h 310713"/>
                <a:gd name="connsiteX15" fmla="*/ 101562 w 483817"/>
                <a:gd name="connsiteY15" fmla="*/ 149790 h 310713"/>
                <a:gd name="connsiteX16" fmla="*/ 70019 w 483817"/>
                <a:gd name="connsiteY16" fmla="*/ 195027 h 310713"/>
                <a:gd name="connsiteX17" fmla="*/ 121595 w 483817"/>
                <a:gd name="connsiteY17" fmla="*/ 219212 h 310713"/>
                <a:gd name="connsiteX18" fmla="*/ 205660 w 483817"/>
                <a:gd name="connsiteY18" fmla="*/ 213312 h 310713"/>
                <a:gd name="connsiteX19" fmla="*/ 253010 w 483817"/>
                <a:gd name="connsiteY19" fmla="*/ 192186 h 310713"/>
                <a:gd name="connsiteX20" fmla="*/ 462516 w 483817"/>
                <a:gd name="connsiteY20" fmla="*/ 132307 h 310713"/>
                <a:gd name="connsiteX21" fmla="*/ 479634 w 483817"/>
                <a:gd name="connsiteY21" fmla="*/ 119194 h 310713"/>
                <a:gd name="connsiteX22" fmla="*/ 441245 w 483817"/>
                <a:gd name="connsiteY22" fmla="*/ 210205 h 310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83817" h="310713">
                  <a:moveTo>
                    <a:pt x="441245" y="210205"/>
                  </a:moveTo>
                  <a:cubicBezTo>
                    <a:pt x="413491" y="229146"/>
                    <a:pt x="379035" y="235047"/>
                    <a:pt x="345671" y="239344"/>
                  </a:cubicBezTo>
                  <a:cubicBezTo>
                    <a:pt x="312234" y="243569"/>
                    <a:pt x="277923" y="246847"/>
                    <a:pt x="247692" y="261708"/>
                  </a:cubicBezTo>
                  <a:cubicBezTo>
                    <a:pt x="221613" y="274602"/>
                    <a:pt x="199614" y="295727"/>
                    <a:pt x="172004" y="304978"/>
                  </a:cubicBezTo>
                  <a:cubicBezTo>
                    <a:pt x="146329" y="312020"/>
                    <a:pt x="119288" y="312446"/>
                    <a:pt x="93403" y="306217"/>
                  </a:cubicBezTo>
                  <a:cubicBezTo>
                    <a:pt x="60376" y="299230"/>
                    <a:pt x="31372" y="279649"/>
                    <a:pt x="12544" y="251629"/>
                  </a:cubicBezTo>
                  <a:cubicBezTo>
                    <a:pt x="-2389" y="227808"/>
                    <a:pt x="-787" y="197577"/>
                    <a:pt x="1253" y="169531"/>
                  </a:cubicBezTo>
                  <a:cubicBezTo>
                    <a:pt x="3656" y="137843"/>
                    <a:pt x="6012" y="106106"/>
                    <a:pt x="8319" y="74321"/>
                  </a:cubicBezTo>
                  <a:cubicBezTo>
                    <a:pt x="8204" y="66260"/>
                    <a:pt x="10241" y="58314"/>
                    <a:pt x="14220" y="51301"/>
                  </a:cubicBezTo>
                  <a:cubicBezTo>
                    <a:pt x="36656" y="18593"/>
                    <a:pt x="91219" y="64996"/>
                    <a:pt x="120430" y="64924"/>
                  </a:cubicBezTo>
                  <a:cubicBezTo>
                    <a:pt x="166687" y="64851"/>
                    <a:pt x="216368" y="39792"/>
                    <a:pt x="249732" y="9123"/>
                  </a:cubicBezTo>
                  <a:cubicBezTo>
                    <a:pt x="252653" y="6073"/>
                    <a:pt x="256047" y="3515"/>
                    <a:pt x="259784" y="1547"/>
                  </a:cubicBezTo>
                  <a:cubicBezTo>
                    <a:pt x="272970" y="-4353"/>
                    <a:pt x="286155" y="6574"/>
                    <a:pt x="297883" y="16116"/>
                  </a:cubicBezTo>
                  <a:cubicBezTo>
                    <a:pt x="290170" y="39882"/>
                    <a:pt x="279238" y="62480"/>
                    <a:pt x="265393" y="83280"/>
                  </a:cubicBezTo>
                  <a:cubicBezTo>
                    <a:pt x="242759" y="118795"/>
                    <a:pt x="205320" y="142212"/>
                    <a:pt x="163482" y="147021"/>
                  </a:cubicBezTo>
                  <a:cubicBezTo>
                    <a:pt x="142793" y="148551"/>
                    <a:pt x="121595" y="144472"/>
                    <a:pt x="101562" y="149790"/>
                  </a:cubicBezTo>
                  <a:cubicBezTo>
                    <a:pt x="81602" y="155108"/>
                    <a:pt x="62953" y="175577"/>
                    <a:pt x="70019" y="195027"/>
                  </a:cubicBezTo>
                  <a:cubicBezTo>
                    <a:pt x="76939" y="213967"/>
                    <a:pt x="101417" y="218119"/>
                    <a:pt x="121595" y="219212"/>
                  </a:cubicBezTo>
                  <a:cubicBezTo>
                    <a:pt x="149859" y="220742"/>
                    <a:pt x="178852" y="222126"/>
                    <a:pt x="205660" y="213312"/>
                  </a:cubicBezTo>
                  <a:cubicBezTo>
                    <a:pt x="222051" y="207848"/>
                    <a:pt x="237056" y="198815"/>
                    <a:pt x="253010" y="192186"/>
                  </a:cubicBezTo>
                  <a:cubicBezTo>
                    <a:pt x="320830" y="164067"/>
                    <a:pt x="406497" y="179802"/>
                    <a:pt x="462516" y="132307"/>
                  </a:cubicBezTo>
                  <a:cubicBezTo>
                    <a:pt x="467830" y="127447"/>
                    <a:pt x="473558" y="123060"/>
                    <a:pt x="479634" y="119194"/>
                  </a:cubicBezTo>
                  <a:cubicBezTo>
                    <a:pt x="494301" y="149898"/>
                    <a:pt x="467251" y="192431"/>
                    <a:pt x="441245" y="210205"/>
                  </a:cubicBezTo>
                  <a:close/>
                </a:path>
              </a:pathLst>
            </a:custGeom>
            <a:solidFill>
              <a:srgbClr val="E8EAF2"/>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72" name="任意多边形: 形状 71">
              <a:extLst>
                <a:ext uri="{FF2B5EF4-FFF2-40B4-BE49-F238E27FC236}">
                  <a16:creationId xmlns:a16="http://schemas.microsoft.com/office/drawing/2014/main" id="{0C652073-D0C8-469D-8B49-08E4952441D6}"/>
                </a:ext>
              </a:extLst>
            </p:cNvPr>
            <p:cNvSpPr/>
            <p:nvPr/>
          </p:nvSpPr>
          <p:spPr>
            <a:xfrm>
              <a:off x="3070415" y="4969907"/>
              <a:ext cx="483817" cy="310713"/>
            </a:xfrm>
            <a:custGeom>
              <a:avLst/>
              <a:gdLst>
                <a:gd name="connsiteX0" fmla="*/ 441245 w 483817"/>
                <a:gd name="connsiteY0" fmla="*/ 210205 h 310713"/>
                <a:gd name="connsiteX1" fmla="*/ 345671 w 483817"/>
                <a:gd name="connsiteY1" fmla="*/ 239344 h 310713"/>
                <a:gd name="connsiteX2" fmla="*/ 247692 w 483817"/>
                <a:gd name="connsiteY2" fmla="*/ 261708 h 310713"/>
                <a:gd name="connsiteX3" fmla="*/ 172004 w 483817"/>
                <a:gd name="connsiteY3" fmla="*/ 304978 h 310713"/>
                <a:gd name="connsiteX4" fmla="*/ 93403 w 483817"/>
                <a:gd name="connsiteY4" fmla="*/ 306217 h 310713"/>
                <a:gd name="connsiteX5" fmla="*/ 12544 w 483817"/>
                <a:gd name="connsiteY5" fmla="*/ 251629 h 310713"/>
                <a:gd name="connsiteX6" fmla="*/ 1253 w 483817"/>
                <a:gd name="connsiteY6" fmla="*/ 169531 h 310713"/>
                <a:gd name="connsiteX7" fmla="*/ 8319 w 483817"/>
                <a:gd name="connsiteY7" fmla="*/ 74321 h 310713"/>
                <a:gd name="connsiteX8" fmla="*/ 14220 w 483817"/>
                <a:gd name="connsiteY8" fmla="*/ 51301 h 310713"/>
                <a:gd name="connsiteX9" fmla="*/ 120430 w 483817"/>
                <a:gd name="connsiteY9" fmla="*/ 64924 h 310713"/>
                <a:gd name="connsiteX10" fmla="*/ 249732 w 483817"/>
                <a:gd name="connsiteY10" fmla="*/ 9123 h 310713"/>
                <a:gd name="connsiteX11" fmla="*/ 259784 w 483817"/>
                <a:gd name="connsiteY11" fmla="*/ 1547 h 310713"/>
                <a:gd name="connsiteX12" fmla="*/ 297883 w 483817"/>
                <a:gd name="connsiteY12" fmla="*/ 16116 h 310713"/>
                <a:gd name="connsiteX13" fmla="*/ 265393 w 483817"/>
                <a:gd name="connsiteY13" fmla="*/ 83280 h 310713"/>
                <a:gd name="connsiteX14" fmla="*/ 163482 w 483817"/>
                <a:gd name="connsiteY14" fmla="*/ 147021 h 310713"/>
                <a:gd name="connsiteX15" fmla="*/ 101562 w 483817"/>
                <a:gd name="connsiteY15" fmla="*/ 149790 h 310713"/>
                <a:gd name="connsiteX16" fmla="*/ 70019 w 483817"/>
                <a:gd name="connsiteY16" fmla="*/ 195027 h 310713"/>
                <a:gd name="connsiteX17" fmla="*/ 121595 w 483817"/>
                <a:gd name="connsiteY17" fmla="*/ 219212 h 310713"/>
                <a:gd name="connsiteX18" fmla="*/ 205660 w 483817"/>
                <a:gd name="connsiteY18" fmla="*/ 213312 h 310713"/>
                <a:gd name="connsiteX19" fmla="*/ 253010 w 483817"/>
                <a:gd name="connsiteY19" fmla="*/ 192186 h 310713"/>
                <a:gd name="connsiteX20" fmla="*/ 462516 w 483817"/>
                <a:gd name="connsiteY20" fmla="*/ 132307 h 310713"/>
                <a:gd name="connsiteX21" fmla="*/ 479634 w 483817"/>
                <a:gd name="connsiteY21" fmla="*/ 119194 h 310713"/>
                <a:gd name="connsiteX22" fmla="*/ 441245 w 483817"/>
                <a:gd name="connsiteY22" fmla="*/ 210205 h 310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83817" h="310713">
                  <a:moveTo>
                    <a:pt x="441245" y="210205"/>
                  </a:moveTo>
                  <a:cubicBezTo>
                    <a:pt x="413491" y="229146"/>
                    <a:pt x="379035" y="235047"/>
                    <a:pt x="345671" y="239344"/>
                  </a:cubicBezTo>
                  <a:cubicBezTo>
                    <a:pt x="312234" y="243569"/>
                    <a:pt x="277923" y="246847"/>
                    <a:pt x="247692" y="261708"/>
                  </a:cubicBezTo>
                  <a:cubicBezTo>
                    <a:pt x="221613" y="274602"/>
                    <a:pt x="199614" y="295727"/>
                    <a:pt x="172004" y="304978"/>
                  </a:cubicBezTo>
                  <a:cubicBezTo>
                    <a:pt x="146329" y="312020"/>
                    <a:pt x="119288" y="312446"/>
                    <a:pt x="93403" y="306217"/>
                  </a:cubicBezTo>
                  <a:cubicBezTo>
                    <a:pt x="60376" y="299230"/>
                    <a:pt x="31372" y="279649"/>
                    <a:pt x="12544" y="251629"/>
                  </a:cubicBezTo>
                  <a:cubicBezTo>
                    <a:pt x="-2389" y="227808"/>
                    <a:pt x="-787" y="197577"/>
                    <a:pt x="1253" y="169531"/>
                  </a:cubicBezTo>
                  <a:cubicBezTo>
                    <a:pt x="3656" y="137843"/>
                    <a:pt x="6012" y="106106"/>
                    <a:pt x="8319" y="74321"/>
                  </a:cubicBezTo>
                  <a:cubicBezTo>
                    <a:pt x="8204" y="66260"/>
                    <a:pt x="10241" y="58314"/>
                    <a:pt x="14220" y="51301"/>
                  </a:cubicBezTo>
                  <a:cubicBezTo>
                    <a:pt x="36656" y="18593"/>
                    <a:pt x="91219" y="64996"/>
                    <a:pt x="120430" y="64924"/>
                  </a:cubicBezTo>
                  <a:cubicBezTo>
                    <a:pt x="166687" y="64851"/>
                    <a:pt x="216368" y="39792"/>
                    <a:pt x="249732" y="9123"/>
                  </a:cubicBezTo>
                  <a:cubicBezTo>
                    <a:pt x="252653" y="6073"/>
                    <a:pt x="256047" y="3515"/>
                    <a:pt x="259784" y="1547"/>
                  </a:cubicBezTo>
                  <a:cubicBezTo>
                    <a:pt x="272970" y="-4353"/>
                    <a:pt x="286155" y="6574"/>
                    <a:pt x="297883" y="16116"/>
                  </a:cubicBezTo>
                  <a:cubicBezTo>
                    <a:pt x="290170" y="39882"/>
                    <a:pt x="279238" y="62480"/>
                    <a:pt x="265393" y="83280"/>
                  </a:cubicBezTo>
                  <a:cubicBezTo>
                    <a:pt x="242759" y="118795"/>
                    <a:pt x="205320" y="142212"/>
                    <a:pt x="163482" y="147021"/>
                  </a:cubicBezTo>
                  <a:cubicBezTo>
                    <a:pt x="142793" y="148551"/>
                    <a:pt x="121595" y="144472"/>
                    <a:pt x="101562" y="149790"/>
                  </a:cubicBezTo>
                  <a:cubicBezTo>
                    <a:pt x="81602" y="155108"/>
                    <a:pt x="62953" y="175577"/>
                    <a:pt x="70019" y="195027"/>
                  </a:cubicBezTo>
                  <a:cubicBezTo>
                    <a:pt x="76939" y="213967"/>
                    <a:pt x="101417" y="218119"/>
                    <a:pt x="121595" y="219212"/>
                  </a:cubicBezTo>
                  <a:cubicBezTo>
                    <a:pt x="149859" y="220742"/>
                    <a:pt x="178852" y="222126"/>
                    <a:pt x="205660" y="213312"/>
                  </a:cubicBezTo>
                  <a:cubicBezTo>
                    <a:pt x="222051" y="207848"/>
                    <a:pt x="237056" y="198815"/>
                    <a:pt x="253010" y="192186"/>
                  </a:cubicBezTo>
                  <a:cubicBezTo>
                    <a:pt x="320830" y="164067"/>
                    <a:pt x="406497" y="179802"/>
                    <a:pt x="462516" y="132307"/>
                  </a:cubicBezTo>
                  <a:cubicBezTo>
                    <a:pt x="467830" y="127447"/>
                    <a:pt x="473558" y="123060"/>
                    <a:pt x="479634" y="119194"/>
                  </a:cubicBezTo>
                  <a:cubicBezTo>
                    <a:pt x="494301" y="149898"/>
                    <a:pt x="467251" y="192431"/>
                    <a:pt x="441245" y="210205"/>
                  </a:cubicBezTo>
                  <a:close/>
                </a:path>
              </a:pathLst>
            </a:custGeom>
            <a:solidFill>
              <a:srgbClr val="000000">
                <a:alpha val="5000"/>
              </a:srgbClr>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73" name="任意多边形: 形状 72">
              <a:extLst>
                <a:ext uri="{FF2B5EF4-FFF2-40B4-BE49-F238E27FC236}">
                  <a16:creationId xmlns:a16="http://schemas.microsoft.com/office/drawing/2014/main" id="{2BC150E9-E595-4C46-844C-DAB9606BE515}"/>
                </a:ext>
              </a:extLst>
            </p:cNvPr>
            <p:cNvSpPr/>
            <p:nvPr/>
          </p:nvSpPr>
          <p:spPr>
            <a:xfrm>
              <a:off x="2767389" y="2982388"/>
              <a:ext cx="783410" cy="2077996"/>
            </a:xfrm>
            <a:custGeom>
              <a:avLst/>
              <a:gdLst>
                <a:gd name="connsiteX0" fmla="*/ 8352 w 783410"/>
                <a:gd name="connsiteY0" fmla="*/ 122376 h 2077996"/>
                <a:gd name="connsiteX1" fmla="*/ 65510 w 783410"/>
                <a:gd name="connsiteY1" fmla="*/ 430087 h 2077996"/>
                <a:gd name="connsiteX2" fmla="*/ 111968 w 783410"/>
                <a:gd name="connsiteY2" fmla="*/ 504580 h 2077996"/>
                <a:gd name="connsiteX3" fmla="*/ 130098 w 783410"/>
                <a:gd name="connsiteY3" fmla="*/ 563613 h 2077996"/>
                <a:gd name="connsiteX4" fmla="*/ 181583 w 783410"/>
                <a:gd name="connsiteY4" fmla="*/ 776720 h 2077996"/>
                <a:gd name="connsiteX5" fmla="*/ 205308 w 783410"/>
                <a:gd name="connsiteY5" fmla="*/ 951933 h 2077996"/>
                <a:gd name="connsiteX6" fmla="*/ 217383 w 783410"/>
                <a:gd name="connsiteY6" fmla="*/ 1071851 h 2077996"/>
                <a:gd name="connsiteX7" fmla="*/ 232700 w 783410"/>
                <a:gd name="connsiteY7" fmla="*/ 1092867 h 2077996"/>
                <a:gd name="connsiteX8" fmla="*/ 232952 w 783410"/>
                <a:gd name="connsiteY8" fmla="*/ 1120560 h 2077996"/>
                <a:gd name="connsiteX9" fmla="*/ 234639 w 783410"/>
                <a:gd name="connsiteY9" fmla="*/ 1586713 h 2077996"/>
                <a:gd name="connsiteX10" fmla="*/ 315977 w 783410"/>
                <a:gd name="connsiteY10" fmla="*/ 2010202 h 2077996"/>
                <a:gd name="connsiteX11" fmla="*/ 338500 w 783410"/>
                <a:gd name="connsiteY11" fmla="*/ 2057167 h 2077996"/>
                <a:gd name="connsiteX12" fmla="*/ 372270 w 783410"/>
                <a:gd name="connsiteY12" fmla="*/ 2073214 h 2077996"/>
                <a:gd name="connsiteX13" fmla="*/ 531966 w 783410"/>
                <a:gd name="connsiteY13" fmla="*/ 2047940 h 2077996"/>
                <a:gd name="connsiteX14" fmla="*/ 601698 w 783410"/>
                <a:gd name="connsiteY14" fmla="*/ 1964765 h 2077996"/>
                <a:gd name="connsiteX15" fmla="*/ 582321 w 783410"/>
                <a:gd name="connsiteY15" fmla="*/ 1913544 h 2077996"/>
                <a:gd name="connsiteX16" fmla="*/ 563101 w 783410"/>
                <a:gd name="connsiteY16" fmla="*/ 1807696 h 2077996"/>
                <a:gd name="connsiteX17" fmla="*/ 504784 w 783410"/>
                <a:gd name="connsiteY17" fmla="*/ 1542981 h 2077996"/>
                <a:gd name="connsiteX18" fmla="*/ 487319 w 783410"/>
                <a:gd name="connsiteY18" fmla="*/ 1274398 h 2077996"/>
                <a:gd name="connsiteX19" fmla="*/ 660111 w 783410"/>
                <a:gd name="connsiteY19" fmla="*/ 742829 h 2077996"/>
                <a:gd name="connsiteX20" fmla="*/ 675937 w 783410"/>
                <a:gd name="connsiteY20" fmla="*/ 719025 h 2077996"/>
                <a:gd name="connsiteX21" fmla="*/ 698339 w 783410"/>
                <a:gd name="connsiteY21" fmla="*/ 703733 h 2077996"/>
                <a:gd name="connsiteX22" fmla="*/ 708587 w 783410"/>
                <a:gd name="connsiteY22" fmla="*/ 675866 h 2077996"/>
                <a:gd name="connsiteX23" fmla="*/ 755048 w 783410"/>
                <a:gd name="connsiteY23" fmla="*/ 602438 h 2077996"/>
                <a:gd name="connsiteX24" fmla="*/ 780362 w 783410"/>
                <a:gd name="connsiteY24" fmla="*/ 386863 h 2077996"/>
                <a:gd name="connsiteX25" fmla="*/ 777525 w 783410"/>
                <a:gd name="connsiteY25" fmla="*/ 172621 h 2077996"/>
                <a:gd name="connsiteX26" fmla="*/ 657355 w 783410"/>
                <a:gd name="connsiteY26" fmla="*/ 7826 h 2077996"/>
                <a:gd name="connsiteX27" fmla="*/ 551970 w 783410"/>
                <a:gd name="connsiteY27" fmla="*/ 2848 h 2077996"/>
                <a:gd name="connsiteX28" fmla="*/ 8352 w 783410"/>
                <a:gd name="connsiteY28" fmla="*/ 122376 h 2077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783410" h="2077996">
                  <a:moveTo>
                    <a:pt x="8352" y="122376"/>
                  </a:moveTo>
                  <a:cubicBezTo>
                    <a:pt x="-13266" y="228477"/>
                    <a:pt x="7232" y="338827"/>
                    <a:pt x="65510" y="430087"/>
                  </a:cubicBezTo>
                  <a:cubicBezTo>
                    <a:pt x="81401" y="454708"/>
                    <a:pt x="100022" y="477822"/>
                    <a:pt x="111968" y="504580"/>
                  </a:cubicBezTo>
                  <a:cubicBezTo>
                    <a:pt x="119797" y="523664"/>
                    <a:pt x="125866" y="543424"/>
                    <a:pt x="130098" y="563613"/>
                  </a:cubicBezTo>
                  <a:lnTo>
                    <a:pt x="181583" y="776720"/>
                  </a:lnTo>
                  <a:cubicBezTo>
                    <a:pt x="195482" y="834250"/>
                    <a:pt x="209483" y="892894"/>
                    <a:pt x="205308" y="951933"/>
                  </a:cubicBezTo>
                  <a:cubicBezTo>
                    <a:pt x="202399" y="993070"/>
                    <a:pt x="192030" y="1039324"/>
                    <a:pt x="217383" y="1071851"/>
                  </a:cubicBezTo>
                  <a:cubicBezTo>
                    <a:pt x="223497" y="1078063"/>
                    <a:pt x="228658" y="1085145"/>
                    <a:pt x="232700" y="1092867"/>
                  </a:cubicBezTo>
                  <a:cubicBezTo>
                    <a:pt x="235227" y="1101914"/>
                    <a:pt x="235315" y="1111468"/>
                    <a:pt x="232952" y="1120560"/>
                  </a:cubicBezTo>
                  <a:cubicBezTo>
                    <a:pt x="206905" y="1275281"/>
                    <a:pt x="187588" y="1437034"/>
                    <a:pt x="234639" y="1586713"/>
                  </a:cubicBezTo>
                  <a:cubicBezTo>
                    <a:pt x="277283" y="1722375"/>
                    <a:pt x="279717" y="1872696"/>
                    <a:pt x="315977" y="2010202"/>
                  </a:cubicBezTo>
                  <a:cubicBezTo>
                    <a:pt x="320467" y="2027229"/>
                    <a:pt x="325602" y="2045178"/>
                    <a:pt x="338500" y="2057167"/>
                  </a:cubicBezTo>
                  <a:cubicBezTo>
                    <a:pt x="348193" y="2065325"/>
                    <a:pt x="359823" y="2070852"/>
                    <a:pt x="372270" y="2073214"/>
                  </a:cubicBezTo>
                  <a:cubicBezTo>
                    <a:pt x="425704" y="2085927"/>
                    <a:pt x="482130" y="2071033"/>
                    <a:pt x="531966" y="2047940"/>
                  </a:cubicBezTo>
                  <a:cubicBezTo>
                    <a:pt x="566990" y="2031711"/>
                    <a:pt x="604689" y="2003251"/>
                    <a:pt x="601698" y="1964765"/>
                  </a:cubicBezTo>
                  <a:cubicBezTo>
                    <a:pt x="600274" y="1946457"/>
                    <a:pt x="589580" y="1930412"/>
                    <a:pt x="582321" y="1913544"/>
                  </a:cubicBezTo>
                  <a:cubicBezTo>
                    <a:pt x="568086" y="1880462"/>
                    <a:pt x="566942" y="1843506"/>
                    <a:pt x="563101" y="1807696"/>
                  </a:cubicBezTo>
                  <a:cubicBezTo>
                    <a:pt x="553456" y="1717777"/>
                    <a:pt x="525735" y="1630955"/>
                    <a:pt x="504784" y="1542981"/>
                  </a:cubicBezTo>
                  <a:cubicBezTo>
                    <a:pt x="483832" y="1455007"/>
                    <a:pt x="469599" y="1363080"/>
                    <a:pt x="487319" y="1274398"/>
                  </a:cubicBezTo>
                  <a:cubicBezTo>
                    <a:pt x="523559" y="1090964"/>
                    <a:pt x="581567" y="912511"/>
                    <a:pt x="660111" y="742829"/>
                  </a:cubicBezTo>
                  <a:cubicBezTo>
                    <a:pt x="663528" y="733804"/>
                    <a:pt x="668938" y="725667"/>
                    <a:pt x="675937" y="719025"/>
                  </a:cubicBezTo>
                  <a:cubicBezTo>
                    <a:pt x="683815" y="714557"/>
                    <a:pt x="691308" y="709442"/>
                    <a:pt x="698339" y="703733"/>
                  </a:cubicBezTo>
                  <a:cubicBezTo>
                    <a:pt x="703778" y="695319"/>
                    <a:pt x="707278" y="685800"/>
                    <a:pt x="708587" y="675866"/>
                  </a:cubicBezTo>
                  <a:cubicBezTo>
                    <a:pt x="716380" y="647799"/>
                    <a:pt x="739529" y="627090"/>
                    <a:pt x="755048" y="602438"/>
                  </a:cubicBezTo>
                  <a:cubicBezTo>
                    <a:pt x="794231" y="540191"/>
                    <a:pt x="781814" y="460401"/>
                    <a:pt x="780362" y="386863"/>
                  </a:cubicBezTo>
                  <a:cubicBezTo>
                    <a:pt x="778951" y="315349"/>
                    <a:pt x="789248" y="243181"/>
                    <a:pt x="777525" y="172621"/>
                  </a:cubicBezTo>
                  <a:cubicBezTo>
                    <a:pt x="765802" y="102061"/>
                    <a:pt x="725379" y="29935"/>
                    <a:pt x="657355" y="7826"/>
                  </a:cubicBezTo>
                  <a:cubicBezTo>
                    <a:pt x="623658" y="-3126"/>
                    <a:pt x="587229" y="-642"/>
                    <a:pt x="551970" y="2848"/>
                  </a:cubicBezTo>
                  <a:cubicBezTo>
                    <a:pt x="365171" y="21338"/>
                    <a:pt x="183659" y="55270"/>
                    <a:pt x="8352" y="122376"/>
                  </a:cubicBezTo>
                  <a:close/>
                </a:path>
              </a:pathLst>
            </a:custGeom>
            <a:solidFill>
              <a:srgbClr val="2F2E41"/>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74" name="任意多边形: 形状 73">
              <a:extLst>
                <a:ext uri="{FF2B5EF4-FFF2-40B4-BE49-F238E27FC236}">
                  <a16:creationId xmlns:a16="http://schemas.microsoft.com/office/drawing/2014/main" id="{9B9ED302-9976-488F-A8D7-983CB369D28F}"/>
                </a:ext>
              </a:extLst>
            </p:cNvPr>
            <p:cNvSpPr/>
            <p:nvPr/>
          </p:nvSpPr>
          <p:spPr>
            <a:xfrm>
              <a:off x="2767389" y="2982388"/>
              <a:ext cx="783410" cy="2077996"/>
            </a:xfrm>
            <a:custGeom>
              <a:avLst/>
              <a:gdLst>
                <a:gd name="connsiteX0" fmla="*/ 8352 w 783410"/>
                <a:gd name="connsiteY0" fmla="*/ 122376 h 2077996"/>
                <a:gd name="connsiteX1" fmla="*/ 65510 w 783410"/>
                <a:gd name="connsiteY1" fmla="*/ 430087 h 2077996"/>
                <a:gd name="connsiteX2" fmla="*/ 111968 w 783410"/>
                <a:gd name="connsiteY2" fmla="*/ 504580 h 2077996"/>
                <a:gd name="connsiteX3" fmla="*/ 130098 w 783410"/>
                <a:gd name="connsiteY3" fmla="*/ 563613 h 2077996"/>
                <a:gd name="connsiteX4" fmla="*/ 181583 w 783410"/>
                <a:gd name="connsiteY4" fmla="*/ 776720 h 2077996"/>
                <a:gd name="connsiteX5" fmla="*/ 205308 w 783410"/>
                <a:gd name="connsiteY5" fmla="*/ 951933 h 2077996"/>
                <a:gd name="connsiteX6" fmla="*/ 217383 w 783410"/>
                <a:gd name="connsiteY6" fmla="*/ 1071851 h 2077996"/>
                <a:gd name="connsiteX7" fmla="*/ 232700 w 783410"/>
                <a:gd name="connsiteY7" fmla="*/ 1092867 h 2077996"/>
                <a:gd name="connsiteX8" fmla="*/ 232952 w 783410"/>
                <a:gd name="connsiteY8" fmla="*/ 1120560 h 2077996"/>
                <a:gd name="connsiteX9" fmla="*/ 234639 w 783410"/>
                <a:gd name="connsiteY9" fmla="*/ 1586713 h 2077996"/>
                <a:gd name="connsiteX10" fmla="*/ 315977 w 783410"/>
                <a:gd name="connsiteY10" fmla="*/ 2010202 h 2077996"/>
                <a:gd name="connsiteX11" fmla="*/ 338500 w 783410"/>
                <a:gd name="connsiteY11" fmla="*/ 2057167 h 2077996"/>
                <a:gd name="connsiteX12" fmla="*/ 372270 w 783410"/>
                <a:gd name="connsiteY12" fmla="*/ 2073214 h 2077996"/>
                <a:gd name="connsiteX13" fmla="*/ 531966 w 783410"/>
                <a:gd name="connsiteY13" fmla="*/ 2047940 h 2077996"/>
                <a:gd name="connsiteX14" fmla="*/ 601698 w 783410"/>
                <a:gd name="connsiteY14" fmla="*/ 1964765 h 2077996"/>
                <a:gd name="connsiteX15" fmla="*/ 582321 w 783410"/>
                <a:gd name="connsiteY15" fmla="*/ 1913544 h 2077996"/>
                <a:gd name="connsiteX16" fmla="*/ 563101 w 783410"/>
                <a:gd name="connsiteY16" fmla="*/ 1807696 h 2077996"/>
                <a:gd name="connsiteX17" fmla="*/ 504784 w 783410"/>
                <a:gd name="connsiteY17" fmla="*/ 1542981 h 2077996"/>
                <a:gd name="connsiteX18" fmla="*/ 487319 w 783410"/>
                <a:gd name="connsiteY18" fmla="*/ 1274398 h 2077996"/>
                <a:gd name="connsiteX19" fmla="*/ 660111 w 783410"/>
                <a:gd name="connsiteY19" fmla="*/ 742829 h 2077996"/>
                <a:gd name="connsiteX20" fmla="*/ 675937 w 783410"/>
                <a:gd name="connsiteY20" fmla="*/ 719025 h 2077996"/>
                <a:gd name="connsiteX21" fmla="*/ 698339 w 783410"/>
                <a:gd name="connsiteY21" fmla="*/ 703733 h 2077996"/>
                <a:gd name="connsiteX22" fmla="*/ 708587 w 783410"/>
                <a:gd name="connsiteY22" fmla="*/ 675866 h 2077996"/>
                <a:gd name="connsiteX23" fmla="*/ 755048 w 783410"/>
                <a:gd name="connsiteY23" fmla="*/ 602438 h 2077996"/>
                <a:gd name="connsiteX24" fmla="*/ 780362 w 783410"/>
                <a:gd name="connsiteY24" fmla="*/ 386863 h 2077996"/>
                <a:gd name="connsiteX25" fmla="*/ 777525 w 783410"/>
                <a:gd name="connsiteY25" fmla="*/ 172621 h 2077996"/>
                <a:gd name="connsiteX26" fmla="*/ 657355 w 783410"/>
                <a:gd name="connsiteY26" fmla="*/ 7826 h 2077996"/>
                <a:gd name="connsiteX27" fmla="*/ 551970 w 783410"/>
                <a:gd name="connsiteY27" fmla="*/ 2848 h 2077996"/>
                <a:gd name="connsiteX28" fmla="*/ 8352 w 783410"/>
                <a:gd name="connsiteY28" fmla="*/ 122376 h 2077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783410" h="2077996">
                  <a:moveTo>
                    <a:pt x="8352" y="122376"/>
                  </a:moveTo>
                  <a:cubicBezTo>
                    <a:pt x="-13266" y="228477"/>
                    <a:pt x="7232" y="338827"/>
                    <a:pt x="65510" y="430087"/>
                  </a:cubicBezTo>
                  <a:cubicBezTo>
                    <a:pt x="81401" y="454708"/>
                    <a:pt x="100022" y="477822"/>
                    <a:pt x="111968" y="504580"/>
                  </a:cubicBezTo>
                  <a:cubicBezTo>
                    <a:pt x="119797" y="523664"/>
                    <a:pt x="125866" y="543424"/>
                    <a:pt x="130098" y="563613"/>
                  </a:cubicBezTo>
                  <a:lnTo>
                    <a:pt x="181583" y="776720"/>
                  </a:lnTo>
                  <a:cubicBezTo>
                    <a:pt x="195482" y="834250"/>
                    <a:pt x="209483" y="892894"/>
                    <a:pt x="205308" y="951933"/>
                  </a:cubicBezTo>
                  <a:cubicBezTo>
                    <a:pt x="202399" y="993070"/>
                    <a:pt x="192030" y="1039324"/>
                    <a:pt x="217383" y="1071851"/>
                  </a:cubicBezTo>
                  <a:cubicBezTo>
                    <a:pt x="223497" y="1078063"/>
                    <a:pt x="228658" y="1085145"/>
                    <a:pt x="232700" y="1092867"/>
                  </a:cubicBezTo>
                  <a:cubicBezTo>
                    <a:pt x="235227" y="1101914"/>
                    <a:pt x="235315" y="1111468"/>
                    <a:pt x="232952" y="1120560"/>
                  </a:cubicBezTo>
                  <a:cubicBezTo>
                    <a:pt x="206905" y="1275281"/>
                    <a:pt x="187588" y="1437034"/>
                    <a:pt x="234639" y="1586713"/>
                  </a:cubicBezTo>
                  <a:cubicBezTo>
                    <a:pt x="277283" y="1722375"/>
                    <a:pt x="279717" y="1872696"/>
                    <a:pt x="315977" y="2010202"/>
                  </a:cubicBezTo>
                  <a:cubicBezTo>
                    <a:pt x="320467" y="2027229"/>
                    <a:pt x="325602" y="2045178"/>
                    <a:pt x="338500" y="2057167"/>
                  </a:cubicBezTo>
                  <a:cubicBezTo>
                    <a:pt x="348193" y="2065325"/>
                    <a:pt x="359823" y="2070852"/>
                    <a:pt x="372270" y="2073214"/>
                  </a:cubicBezTo>
                  <a:cubicBezTo>
                    <a:pt x="425704" y="2085927"/>
                    <a:pt x="482130" y="2071033"/>
                    <a:pt x="531966" y="2047940"/>
                  </a:cubicBezTo>
                  <a:cubicBezTo>
                    <a:pt x="566990" y="2031711"/>
                    <a:pt x="604689" y="2003251"/>
                    <a:pt x="601698" y="1964765"/>
                  </a:cubicBezTo>
                  <a:cubicBezTo>
                    <a:pt x="600274" y="1946457"/>
                    <a:pt x="589580" y="1930412"/>
                    <a:pt x="582321" y="1913544"/>
                  </a:cubicBezTo>
                  <a:cubicBezTo>
                    <a:pt x="568086" y="1880462"/>
                    <a:pt x="566942" y="1843506"/>
                    <a:pt x="563101" y="1807696"/>
                  </a:cubicBezTo>
                  <a:cubicBezTo>
                    <a:pt x="553456" y="1717777"/>
                    <a:pt x="525735" y="1630955"/>
                    <a:pt x="504784" y="1542981"/>
                  </a:cubicBezTo>
                  <a:cubicBezTo>
                    <a:pt x="483832" y="1455007"/>
                    <a:pt x="469599" y="1363080"/>
                    <a:pt x="487319" y="1274398"/>
                  </a:cubicBezTo>
                  <a:cubicBezTo>
                    <a:pt x="523559" y="1090964"/>
                    <a:pt x="581567" y="912511"/>
                    <a:pt x="660111" y="742829"/>
                  </a:cubicBezTo>
                  <a:cubicBezTo>
                    <a:pt x="663528" y="733804"/>
                    <a:pt x="668938" y="725667"/>
                    <a:pt x="675937" y="719025"/>
                  </a:cubicBezTo>
                  <a:cubicBezTo>
                    <a:pt x="683815" y="714557"/>
                    <a:pt x="691308" y="709442"/>
                    <a:pt x="698339" y="703733"/>
                  </a:cubicBezTo>
                  <a:cubicBezTo>
                    <a:pt x="703778" y="695319"/>
                    <a:pt x="707278" y="685800"/>
                    <a:pt x="708587" y="675866"/>
                  </a:cubicBezTo>
                  <a:cubicBezTo>
                    <a:pt x="716380" y="647799"/>
                    <a:pt x="739529" y="627090"/>
                    <a:pt x="755048" y="602438"/>
                  </a:cubicBezTo>
                  <a:cubicBezTo>
                    <a:pt x="794231" y="540191"/>
                    <a:pt x="781814" y="460401"/>
                    <a:pt x="780362" y="386863"/>
                  </a:cubicBezTo>
                  <a:cubicBezTo>
                    <a:pt x="778951" y="315349"/>
                    <a:pt x="789248" y="243181"/>
                    <a:pt x="777525" y="172621"/>
                  </a:cubicBezTo>
                  <a:cubicBezTo>
                    <a:pt x="765802" y="102061"/>
                    <a:pt x="725379" y="29935"/>
                    <a:pt x="657355" y="7826"/>
                  </a:cubicBezTo>
                  <a:cubicBezTo>
                    <a:pt x="623658" y="-3126"/>
                    <a:pt x="587229" y="-642"/>
                    <a:pt x="551970" y="2848"/>
                  </a:cubicBezTo>
                  <a:cubicBezTo>
                    <a:pt x="365171" y="21338"/>
                    <a:pt x="183659" y="55270"/>
                    <a:pt x="8352" y="122376"/>
                  </a:cubicBezTo>
                  <a:close/>
                </a:path>
              </a:pathLst>
            </a:custGeom>
            <a:solidFill>
              <a:srgbClr val="000000">
                <a:alpha val="10000"/>
              </a:srgbClr>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75" name="任意多边形: 形状 74">
              <a:extLst>
                <a:ext uri="{FF2B5EF4-FFF2-40B4-BE49-F238E27FC236}">
                  <a16:creationId xmlns:a16="http://schemas.microsoft.com/office/drawing/2014/main" id="{94A48EDC-CCF7-4819-BF91-BB67EFCD0758}"/>
                </a:ext>
              </a:extLst>
            </p:cNvPr>
            <p:cNvSpPr/>
            <p:nvPr/>
          </p:nvSpPr>
          <p:spPr>
            <a:xfrm>
              <a:off x="2745182" y="3016810"/>
              <a:ext cx="819579" cy="2248079"/>
            </a:xfrm>
            <a:custGeom>
              <a:avLst/>
              <a:gdLst>
                <a:gd name="connsiteX0" fmla="*/ 791393 w 819579"/>
                <a:gd name="connsiteY0" fmla="*/ 536471 h 2248079"/>
                <a:gd name="connsiteX1" fmla="*/ 781995 w 819579"/>
                <a:gd name="connsiteY1" fmla="*/ 619152 h 2248079"/>
                <a:gd name="connsiteX2" fmla="*/ 676732 w 819579"/>
                <a:gd name="connsiteY2" fmla="*/ 1171983 h 2248079"/>
                <a:gd name="connsiteX3" fmla="*/ 665951 w 819579"/>
                <a:gd name="connsiteY3" fmla="*/ 1219552 h 2248079"/>
                <a:gd name="connsiteX4" fmla="*/ 594635 w 819579"/>
                <a:gd name="connsiteY4" fmla="*/ 1359854 h 2248079"/>
                <a:gd name="connsiteX5" fmla="*/ 341784 w 819579"/>
                <a:gd name="connsiteY5" fmla="*/ 2067629 h 2248079"/>
                <a:gd name="connsiteX6" fmla="*/ 324374 w 819579"/>
                <a:gd name="connsiteY6" fmla="*/ 2114833 h 2248079"/>
                <a:gd name="connsiteX7" fmla="*/ 272434 w 819579"/>
                <a:gd name="connsiteY7" fmla="*/ 2230732 h 2248079"/>
                <a:gd name="connsiteX8" fmla="*/ 261726 w 819579"/>
                <a:gd name="connsiteY8" fmla="*/ 2244572 h 2248079"/>
                <a:gd name="connsiteX9" fmla="*/ 244826 w 819579"/>
                <a:gd name="connsiteY9" fmla="*/ 2247851 h 2248079"/>
                <a:gd name="connsiteX10" fmla="*/ 26068 w 819579"/>
                <a:gd name="connsiteY10" fmla="*/ 2198097 h 2248079"/>
                <a:gd name="connsiteX11" fmla="*/ 2831 w 819579"/>
                <a:gd name="connsiteY11" fmla="*/ 2178793 h 2248079"/>
                <a:gd name="connsiteX12" fmla="*/ 354 w 819579"/>
                <a:gd name="connsiteY12" fmla="*/ 2156574 h 2248079"/>
                <a:gd name="connsiteX13" fmla="*/ 27598 w 819579"/>
                <a:gd name="connsiteY13" fmla="*/ 2021736 h 2248079"/>
                <a:gd name="connsiteX14" fmla="*/ 81504 w 819579"/>
                <a:gd name="connsiteY14" fmla="*/ 1956392 h 2248079"/>
                <a:gd name="connsiteX15" fmla="*/ 134317 w 819579"/>
                <a:gd name="connsiteY15" fmla="*/ 1523976 h 2248079"/>
                <a:gd name="connsiteX16" fmla="*/ 213064 w 819579"/>
                <a:gd name="connsiteY16" fmla="*/ 1316947 h 2248079"/>
                <a:gd name="connsiteX17" fmla="*/ 283143 w 819579"/>
                <a:gd name="connsiteY17" fmla="*/ 1172493 h 2248079"/>
                <a:gd name="connsiteX18" fmla="*/ 290209 w 819579"/>
                <a:gd name="connsiteY18" fmla="*/ 1104600 h 2248079"/>
                <a:gd name="connsiteX19" fmla="*/ 317088 w 819579"/>
                <a:gd name="connsiteY19" fmla="*/ 1088792 h 2248079"/>
                <a:gd name="connsiteX20" fmla="*/ 320876 w 819579"/>
                <a:gd name="connsiteY20" fmla="*/ 1075243 h 2248079"/>
                <a:gd name="connsiteX21" fmla="*/ 313957 w 819579"/>
                <a:gd name="connsiteY21" fmla="*/ 963278 h 2248079"/>
                <a:gd name="connsiteX22" fmla="*/ 297274 w 819579"/>
                <a:gd name="connsiteY22" fmla="*/ 890286 h 2248079"/>
                <a:gd name="connsiteX23" fmla="*/ 315632 w 819579"/>
                <a:gd name="connsiteY23" fmla="*/ 819771 h 2248079"/>
                <a:gd name="connsiteX24" fmla="*/ 316287 w 819579"/>
                <a:gd name="connsiteY24" fmla="*/ 668469 h 2248079"/>
                <a:gd name="connsiteX25" fmla="*/ 309293 w 819579"/>
                <a:gd name="connsiteY25" fmla="*/ 583967 h 2248079"/>
                <a:gd name="connsiteX26" fmla="*/ 296837 w 819579"/>
                <a:gd name="connsiteY26" fmla="*/ 545140 h 2248079"/>
                <a:gd name="connsiteX27" fmla="*/ 281467 w 819579"/>
                <a:gd name="connsiteY27" fmla="*/ 401997 h 2248079"/>
                <a:gd name="connsiteX28" fmla="*/ 231786 w 819579"/>
                <a:gd name="connsiteY28" fmla="*/ 367030 h 2248079"/>
                <a:gd name="connsiteX29" fmla="*/ 163601 w 819579"/>
                <a:gd name="connsiteY29" fmla="*/ 268979 h 2248079"/>
                <a:gd name="connsiteX30" fmla="*/ 144297 w 819579"/>
                <a:gd name="connsiteY30" fmla="*/ 148929 h 2248079"/>
                <a:gd name="connsiteX31" fmla="*/ 144005 w 819579"/>
                <a:gd name="connsiteY31" fmla="*/ 122995 h 2248079"/>
                <a:gd name="connsiteX32" fmla="*/ 147502 w 819579"/>
                <a:gd name="connsiteY32" fmla="*/ 110029 h 2248079"/>
                <a:gd name="connsiteX33" fmla="*/ 205998 w 819579"/>
                <a:gd name="connsiteY33" fmla="*/ 74480 h 2248079"/>
                <a:gd name="connsiteX34" fmla="*/ 652692 w 819579"/>
                <a:gd name="connsiteY34" fmla="*/ 22249 h 2248079"/>
                <a:gd name="connsiteX35" fmla="*/ 763272 w 819579"/>
                <a:gd name="connsiteY35" fmla="*/ 38057 h 2248079"/>
                <a:gd name="connsiteX36" fmla="*/ 794743 w 819579"/>
                <a:gd name="connsiteY36" fmla="*/ 114910 h 2248079"/>
                <a:gd name="connsiteX37" fmla="*/ 816669 w 819579"/>
                <a:gd name="connsiteY37" fmla="*/ 362441 h 2248079"/>
                <a:gd name="connsiteX38" fmla="*/ 791393 w 819579"/>
                <a:gd name="connsiteY38" fmla="*/ 536471 h 2248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819579" h="2248079">
                  <a:moveTo>
                    <a:pt x="791393" y="536471"/>
                  </a:moveTo>
                  <a:cubicBezTo>
                    <a:pt x="790840" y="564264"/>
                    <a:pt x="787694" y="591944"/>
                    <a:pt x="781995" y="619152"/>
                  </a:cubicBezTo>
                  <a:cubicBezTo>
                    <a:pt x="749069" y="803818"/>
                    <a:pt x="713981" y="988095"/>
                    <a:pt x="676732" y="1171983"/>
                  </a:cubicBezTo>
                  <a:cubicBezTo>
                    <a:pt x="673454" y="1187936"/>
                    <a:pt x="670249" y="1203890"/>
                    <a:pt x="665951" y="1219552"/>
                  </a:cubicBezTo>
                  <a:cubicBezTo>
                    <a:pt x="652073" y="1270723"/>
                    <a:pt x="627796" y="1318484"/>
                    <a:pt x="594635" y="1359854"/>
                  </a:cubicBezTo>
                  <a:cubicBezTo>
                    <a:pt x="439399" y="1553334"/>
                    <a:pt x="425994" y="1834302"/>
                    <a:pt x="341784" y="2067629"/>
                  </a:cubicBezTo>
                  <a:cubicBezTo>
                    <a:pt x="336103" y="2083436"/>
                    <a:pt x="330421" y="2099244"/>
                    <a:pt x="324374" y="2114833"/>
                  </a:cubicBezTo>
                  <a:cubicBezTo>
                    <a:pt x="309156" y="2154372"/>
                    <a:pt x="291817" y="2193060"/>
                    <a:pt x="272434" y="2230732"/>
                  </a:cubicBezTo>
                  <a:cubicBezTo>
                    <a:pt x="270170" y="2236222"/>
                    <a:pt x="266472" y="2241002"/>
                    <a:pt x="261726" y="2244572"/>
                  </a:cubicBezTo>
                  <a:cubicBezTo>
                    <a:pt x="256502" y="2247200"/>
                    <a:pt x="250654" y="2248335"/>
                    <a:pt x="244826" y="2247851"/>
                  </a:cubicBezTo>
                  <a:cubicBezTo>
                    <a:pt x="169053" y="2248286"/>
                    <a:pt x="94198" y="2231262"/>
                    <a:pt x="26068" y="2198097"/>
                  </a:cubicBezTo>
                  <a:cubicBezTo>
                    <a:pt x="16342" y="2194510"/>
                    <a:pt x="8140" y="2187697"/>
                    <a:pt x="2831" y="2178793"/>
                  </a:cubicBezTo>
                  <a:cubicBezTo>
                    <a:pt x="218" y="2171697"/>
                    <a:pt x="-632" y="2164071"/>
                    <a:pt x="354" y="2156574"/>
                  </a:cubicBezTo>
                  <a:cubicBezTo>
                    <a:pt x="2685" y="2110317"/>
                    <a:pt x="5525" y="2062384"/>
                    <a:pt x="27598" y="2021736"/>
                  </a:cubicBezTo>
                  <a:cubicBezTo>
                    <a:pt x="42245" y="1997415"/>
                    <a:pt x="60410" y="1975395"/>
                    <a:pt x="81504" y="1956392"/>
                  </a:cubicBezTo>
                  <a:cubicBezTo>
                    <a:pt x="88060" y="1811210"/>
                    <a:pt x="102411" y="1665736"/>
                    <a:pt x="134317" y="1523976"/>
                  </a:cubicBezTo>
                  <a:cubicBezTo>
                    <a:pt x="150708" y="1451494"/>
                    <a:pt x="170959" y="1378211"/>
                    <a:pt x="213064" y="1316947"/>
                  </a:cubicBezTo>
                  <a:cubicBezTo>
                    <a:pt x="244097" y="1271710"/>
                    <a:pt x="288607" y="1227055"/>
                    <a:pt x="283143" y="1172493"/>
                  </a:cubicBezTo>
                  <a:cubicBezTo>
                    <a:pt x="280739" y="1148526"/>
                    <a:pt x="270686" y="1118659"/>
                    <a:pt x="290209" y="1104600"/>
                  </a:cubicBezTo>
                  <a:cubicBezTo>
                    <a:pt x="298731" y="1098409"/>
                    <a:pt x="311334" y="1097607"/>
                    <a:pt x="317088" y="1088792"/>
                  </a:cubicBezTo>
                  <a:cubicBezTo>
                    <a:pt x="319407" y="1084640"/>
                    <a:pt x="320706" y="1079996"/>
                    <a:pt x="320876" y="1075243"/>
                  </a:cubicBezTo>
                  <a:cubicBezTo>
                    <a:pt x="324888" y="1037798"/>
                    <a:pt x="322548" y="999944"/>
                    <a:pt x="313957" y="963278"/>
                  </a:cubicBezTo>
                  <a:cubicBezTo>
                    <a:pt x="306858" y="939325"/>
                    <a:pt x="301286" y="914945"/>
                    <a:pt x="297274" y="890286"/>
                  </a:cubicBezTo>
                  <a:cubicBezTo>
                    <a:pt x="294797" y="865372"/>
                    <a:pt x="299023" y="838420"/>
                    <a:pt x="315632" y="819771"/>
                  </a:cubicBezTo>
                  <a:cubicBezTo>
                    <a:pt x="316651" y="769944"/>
                    <a:pt x="315267" y="718223"/>
                    <a:pt x="316287" y="668469"/>
                  </a:cubicBezTo>
                  <a:cubicBezTo>
                    <a:pt x="318250" y="640110"/>
                    <a:pt x="315892" y="611618"/>
                    <a:pt x="309293" y="583967"/>
                  </a:cubicBezTo>
                  <a:cubicBezTo>
                    <a:pt x="305506" y="570927"/>
                    <a:pt x="299751" y="558471"/>
                    <a:pt x="296837" y="545140"/>
                  </a:cubicBezTo>
                  <a:cubicBezTo>
                    <a:pt x="286420" y="497280"/>
                    <a:pt x="312427" y="439950"/>
                    <a:pt x="281467" y="401997"/>
                  </a:cubicBezTo>
                  <a:cubicBezTo>
                    <a:pt x="268573" y="386262"/>
                    <a:pt x="248687" y="378395"/>
                    <a:pt x="231786" y="367030"/>
                  </a:cubicBezTo>
                  <a:cubicBezTo>
                    <a:pt x="198058" y="344521"/>
                    <a:pt x="175912" y="307661"/>
                    <a:pt x="163601" y="268979"/>
                  </a:cubicBezTo>
                  <a:cubicBezTo>
                    <a:pt x="152677" y="229815"/>
                    <a:pt x="146201" y="189544"/>
                    <a:pt x="144297" y="148929"/>
                  </a:cubicBezTo>
                  <a:cubicBezTo>
                    <a:pt x="143290" y="140318"/>
                    <a:pt x="143193" y="131626"/>
                    <a:pt x="144005" y="122995"/>
                  </a:cubicBezTo>
                  <a:cubicBezTo>
                    <a:pt x="144551" y="118529"/>
                    <a:pt x="145728" y="114164"/>
                    <a:pt x="147502" y="110029"/>
                  </a:cubicBezTo>
                  <a:cubicBezTo>
                    <a:pt x="157118" y="88393"/>
                    <a:pt x="182979" y="80015"/>
                    <a:pt x="205998" y="74480"/>
                  </a:cubicBezTo>
                  <a:cubicBezTo>
                    <a:pt x="352294" y="39393"/>
                    <a:pt x="502248" y="21859"/>
                    <a:pt x="652692" y="22249"/>
                  </a:cubicBezTo>
                  <a:cubicBezTo>
                    <a:pt x="708346" y="-15631"/>
                    <a:pt x="739670" y="-2082"/>
                    <a:pt x="763272" y="38057"/>
                  </a:cubicBezTo>
                  <a:cubicBezTo>
                    <a:pt x="776307" y="62557"/>
                    <a:pt x="786850" y="88304"/>
                    <a:pt x="794743" y="114910"/>
                  </a:cubicBezTo>
                  <a:cubicBezTo>
                    <a:pt x="805524" y="147472"/>
                    <a:pt x="806179" y="329733"/>
                    <a:pt x="816669" y="362441"/>
                  </a:cubicBezTo>
                  <a:cubicBezTo>
                    <a:pt x="830292" y="404984"/>
                    <a:pt x="790883" y="491816"/>
                    <a:pt x="791393" y="536471"/>
                  </a:cubicBezTo>
                  <a:close/>
                </a:path>
              </a:pathLst>
            </a:custGeom>
            <a:solidFill>
              <a:srgbClr val="2F2E41"/>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76" name="任意多边形: 形状 75">
              <a:extLst>
                <a:ext uri="{FF2B5EF4-FFF2-40B4-BE49-F238E27FC236}">
                  <a16:creationId xmlns:a16="http://schemas.microsoft.com/office/drawing/2014/main" id="{7384B757-CC27-480B-AF40-2B4C3B8F6EFA}"/>
                </a:ext>
              </a:extLst>
            </p:cNvPr>
            <p:cNvSpPr/>
            <p:nvPr/>
          </p:nvSpPr>
          <p:spPr>
            <a:xfrm>
              <a:off x="2525307" y="1835495"/>
              <a:ext cx="376115" cy="1193453"/>
            </a:xfrm>
            <a:custGeom>
              <a:avLst/>
              <a:gdLst>
                <a:gd name="connsiteX0" fmla="*/ 5009 w 376115"/>
                <a:gd name="connsiteY0" fmla="*/ 59208 h 1193453"/>
                <a:gd name="connsiteX1" fmla="*/ 16187 w 376115"/>
                <a:gd name="connsiteY1" fmla="*/ 145003 h 1193453"/>
                <a:gd name="connsiteX2" fmla="*/ 4868 w 376115"/>
                <a:gd name="connsiteY2" fmla="*/ 219869 h 1193453"/>
                <a:gd name="connsiteX3" fmla="*/ 56556 w 376115"/>
                <a:gd name="connsiteY3" fmla="*/ 507773 h 1193453"/>
                <a:gd name="connsiteX4" fmla="*/ 68827 w 376115"/>
                <a:gd name="connsiteY4" fmla="*/ 555123 h 1193453"/>
                <a:gd name="connsiteX5" fmla="*/ 47653 w 376115"/>
                <a:gd name="connsiteY5" fmla="*/ 642655 h 1193453"/>
                <a:gd name="connsiteX6" fmla="*/ 84774 w 376115"/>
                <a:gd name="connsiteY6" fmla="*/ 827442 h 1193453"/>
                <a:gd name="connsiteX7" fmla="*/ 83326 w 376115"/>
                <a:gd name="connsiteY7" fmla="*/ 914547 h 1193453"/>
                <a:gd name="connsiteX8" fmla="*/ 108313 w 376115"/>
                <a:gd name="connsiteY8" fmla="*/ 967186 h 1193453"/>
                <a:gd name="connsiteX9" fmla="*/ 141200 w 376115"/>
                <a:gd name="connsiteY9" fmla="*/ 1065185 h 1193453"/>
                <a:gd name="connsiteX10" fmla="*/ 273728 w 376115"/>
                <a:gd name="connsiteY10" fmla="*/ 1193333 h 1193453"/>
                <a:gd name="connsiteX11" fmla="*/ 351803 w 376115"/>
                <a:gd name="connsiteY11" fmla="*/ 1144973 h 1193453"/>
                <a:gd name="connsiteX12" fmla="*/ 365431 w 376115"/>
                <a:gd name="connsiteY12" fmla="*/ 1102565 h 1193453"/>
                <a:gd name="connsiteX13" fmla="*/ 375899 w 376115"/>
                <a:gd name="connsiteY13" fmla="*/ 905799 h 1193453"/>
                <a:gd name="connsiteX14" fmla="*/ 366896 w 376115"/>
                <a:gd name="connsiteY14" fmla="*/ 736426 h 1193453"/>
                <a:gd name="connsiteX15" fmla="*/ 316536 w 376115"/>
                <a:gd name="connsiteY15" fmla="*/ 525764 h 1193453"/>
                <a:gd name="connsiteX16" fmla="*/ 252131 w 376115"/>
                <a:gd name="connsiteY16" fmla="*/ 260461 h 1193453"/>
                <a:gd name="connsiteX17" fmla="*/ 131615 w 376115"/>
                <a:gd name="connsiteY17" fmla="*/ 54389 h 1193453"/>
                <a:gd name="connsiteX18" fmla="*/ 64611 w 376115"/>
                <a:gd name="connsiteY18" fmla="*/ 489 h 1193453"/>
                <a:gd name="connsiteX19" fmla="*/ 5010 w 376115"/>
                <a:gd name="connsiteY19" fmla="*/ 59208 h 1193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76115" h="1193453">
                  <a:moveTo>
                    <a:pt x="5009" y="59208"/>
                  </a:moveTo>
                  <a:cubicBezTo>
                    <a:pt x="874" y="87886"/>
                    <a:pt x="14663" y="116069"/>
                    <a:pt x="16187" y="145003"/>
                  </a:cubicBezTo>
                  <a:cubicBezTo>
                    <a:pt x="17519" y="170284"/>
                    <a:pt x="9472" y="194976"/>
                    <a:pt x="4868" y="219869"/>
                  </a:cubicBezTo>
                  <a:cubicBezTo>
                    <a:pt x="-13100" y="317022"/>
                    <a:pt x="21423" y="415431"/>
                    <a:pt x="56556" y="507773"/>
                  </a:cubicBezTo>
                  <a:cubicBezTo>
                    <a:pt x="63237" y="522769"/>
                    <a:pt x="67384" y="538769"/>
                    <a:pt x="68827" y="555123"/>
                  </a:cubicBezTo>
                  <a:cubicBezTo>
                    <a:pt x="69766" y="585263"/>
                    <a:pt x="52407" y="612878"/>
                    <a:pt x="47653" y="642655"/>
                  </a:cubicBezTo>
                  <a:cubicBezTo>
                    <a:pt x="37663" y="705227"/>
                    <a:pt x="83818" y="764085"/>
                    <a:pt x="84774" y="827442"/>
                  </a:cubicBezTo>
                  <a:cubicBezTo>
                    <a:pt x="85215" y="856612"/>
                    <a:pt x="76028" y="886301"/>
                    <a:pt x="83326" y="914547"/>
                  </a:cubicBezTo>
                  <a:cubicBezTo>
                    <a:pt x="88196" y="933398"/>
                    <a:pt x="99963" y="949597"/>
                    <a:pt x="108313" y="967186"/>
                  </a:cubicBezTo>
                  <a:cubicBezTo>
                    <a:pt x="123108" y="998350"/>
                    <a:pt x="127078" y="1033709"/>
                    <a:pt x="141200" y="1065185"/>
                  </a:cubicBezTo>
                  <a:cubicBezTo>
                    <a:pt x="166721" y="1122068"/>
                    <a:pt x="221549" y="1159210"/>
                    <a:pt x="273728" y="1193333"/>
                  </a:cubicBezTo>
                  <a:cubicBezTo>
                    <a:pt x="303413" y="1183437"/>
                    <a:pt x="335507" y="1171687"/>
                    <a:pt x="351803" y="1144973"/>
                  </a:cubicBezTo>
                  <a:cubicBezTo>
                    <a:pt x="358957" y="1131813"/>
                    <a:pt x="363579" y="1117428"/>
                    <a:pt x="365431" y="1102565"/>
                  </a:cubicBezTo>
                  <a:cubicBezTo>
                    <a:pt x="376714" y="1037765"/>
                    <a:pt x="376322" y="971572"/>
                    <a:pt x="375899" y="905799"/>
                  </a:cubicBezTo>
                  <a:cubicBezTo>
                    <a:pt x="376853" y="849200"/>
                    <a:pt x="373844" y="792604"/>
                    <a:pt x="366896" y="736426"/>
                  </a:cubicBezTo>
                  <a:cubicBezTo>
                    <a:pt x="356356" y="664963"/>
                    <a:pt x="333170" y="596059"/>
                    <a:pt x="316536" y="525764"/>
                  </a:cubicBezTo>
                  <a:cubicBezTo>
                    <a:pt x="295556" y="437107"/>
                    <a:pt x="284806" y="345506"/>
                    <a:pt x="252131" y="260461"/>
                  </a:cubicBezTo>
                  <a:cubicBezTo>
                    <a:pt x="223417" y="185727"/>
                    <a:pt x="178691" y="118644"/>
                    <a:pt x="131615" y="54389"/>
                  </a:cubicBezTo>
                  <a:cubicBezTo>
                    <a:pt x="113653" y="29873"/>
                    <a:pt x="99473" y="-5172"/>
                    <a:pt x="64611" y="489"/>
                  </a:cubicBezTo>
                  <a:cubicBezTo>
                    <a:pt x="34399" y="5632"/>
                    <a:pt x="10603" y="29076"/>
                    <a:pt x="5010" y="59208"/>
                  </a:cubicBezTo>
                  <a:close/>
                </a:path>
              </a:pathLst>
            </a:custGeom>
            <a:solidFill>
              <a:srgbClr val="3F3D56"/>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77" name="任意多边形: 形状 76">
              <a:extLst>
                <a:ext uri="{FF2B5EF4-FFF2-40B4-BE49-F238E27FC236}">
                  <a16:creationId xmlns:a16="http://schemas.microsoft.com/office/drawing/2014/main" id="{48BAFC38-A079-4018-85FC-4979C8D810D0}"/>
                </a:ext>
              </a:extLst>
            </p:cNvPr>
            <p:cNvSpPr/>
            <p:nvPr/>
          </p:nvSpPr>
          <p:spPr>
            <a:xfrm>
              <a:off x="2525307" y="1835495"/>
              <a:ext cx="376115" cy="1193453"/>
            </a:xfrm>
            <a:custGeom>
              <a:avLst/>
              <a:gdLst>
                <a:gd name="connsiteX0" fmla="*/ 5009 w 376115"/>
                <a:gd name="connsiteY0" fmla="*/ 59208 h 1193453"/>
                <a:gd name="connsiteX1" fmla="*/ 16187 w 376115"/>
                <a:gd name="connsiteY1" fmla="*/ 145003 h 1193453"/>
                <a:gd name="connsiteX2" fmla="*/ 4868 w 376115"/>
                <a:gd name="connsiteY2" fmla="*/ 219869 h 1193453"/>
                <a:gd name="connsiteX3" fmla="*/ 56556 w 376115"/>
                <a:gd name="connsiteY3" fmla="*/ 507773 h 1193453"/>
                <a:gd name="connsiteX4" fmla="*/ 68827 w 376115"/>
                <a:gd name="connsiteY4" fmla="*/ 555123 h 1193453"/>
                <a:gd name="connsiteX5" fmla="*/ 47653 w 376115"/>
                <a:gd name="connsiteY5" fmla="*/ 642655 h 1193453"/>
                <a:gd name="connsiteX6" fmla="*/ 84774 w 376115"/>
                <a:gd name="connsiteY6" fmla="*/ 827442 h 1193453"/>
                <a:gd name="connsiteX7" fmla="*/ 83326 w 376115"/>
                <a:gd name="connsiteY7" fmla="*/ 914547 h 1193453"/>
                <a:gd name="connsiteX8" fmla="*/ 108313 w 376115"/>
                <a:gd name="connsiteY8" fmla="*/ 967186 h 1193453"/>
                <a:gd name="connsiteX9" fmla="*/ 141200 w 376115"/>
                <a:gd name="connsiteY9" fmla="*/ 1065185 h 1193453"/>
                <a:gd name="connsiteX10" fmla="*/ 273728 w 376115"/>
                <a:gd name="connsiteY10" fmla="*/ 1193333 h 1193453"/>
                <a:gd name="connsiteX11" fmla="*/ 351803 w 376115"/>
                <a:gd name="connsiteY11" fmla="*/ 1144973 h 1193453"/>
                <a:gd name="connsiteX12" fmla="*/ 365431 w 376115"/>
                <a:gd name="connsiteY12" fmla="*/ 1102565 h 1193453"/>
                <a:gd name="connsiteX13" fmla="*/ 375899 w 376115"/>
                <a:gd name="connsiteY13" fmla="*/ 905799 h 1193453"/>
                <a:gd name="connsiteX14" fmla="*/ 366896 w 376115"/>
                <a:gd name="connsiteY14" fmla="*/ 736426 h 1193453"/>
                <a:gd name="connsiteX15" fmla="*/ 316536 w 376115"/>
                <a:gd name="connsiteY15" fmla="*/ 525764 h 1193453"/>
                <a:gd name="connsiteX16" fmla="*/ 252131 w 376115"/>
                <a:gd name="connsiteY16" fmla="*/ 260461 h 1193453"/>
                <a:gd name="connsiteX17" fmla="*/ 131615 w 376115"/>
                <a:gd name="connsiteY17" fmla="*/ 54389 h 1193453"/>
                <a:gd name="connsiteX18" fmla="*/ 64611 w 376115"/>
                <a:gd name="connsiteY18" fmla="*/ 489 h 1193453"/>
                <a:gd name="connsiteX19" fmla="*/ 5010 w 376115"/>
                <a:gd name="connsiteY19" fmla="*/ 59208 h 1193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76115" h="1193453">
                  <a:moveTo>
                    <a:pt x="5009" y="59208"/>
                  </a:moveTo>
                  <a:cubicBezTo>
                    <a:pt x="874" y="87886"/>
                    <a:pt x="14663" y="116069"/>
                    <a:pt x="16187" y="145003"/>
                  </a:cubicBezTo>
                  <a:cubicBezTo>
                    <a:pt x="17519" y="170284"/>
                    <a:pt x="9472" y="194976"/>
                    <a:pt x="4868" y="219869"/>
                  </a:cubicBezTo>
                  <a:cubicBezTo>
                    <a:pt x="-13100" y="317022"/>
                    <a:pt x="21423" y="415431"/>
                    <a:pt x="56556" y="507773"/>
                  </a:cubicBezTo>
                  <a:cubicBezTo>
                    <a:pt x="63237" y="522769"/>
                    <a:pt x="67384" y="538769"/>
                    <a:pt x="68827" y="555123"/>
                  </a:cubicBezTo>
                  <a:cubicBezTo>
                    <a:pt x="69766" y="585263"/>
                    <a:pt x="52407" y="612878"/>
                    <a:pt x="47653" y="642655"/>
                  </a:cubicBezTo>
                  <a:cubicBezTo>
                    <a:pt x="37663" y="705227"/>
                    <a:pt x="83818" y="764085"/>
                    <a:pt x="84774" y="827442"/>
                  </a:cubicBezTo>
                  <a:cubicBezTo>
                    <a:pt x="85215" y="856612"/>
                    <a:pt x="76028" y="886301"/>
                    <a:pt x="83326" y="914547"/>
                  </a:cubicBezTo>
                  <a:cubicBezTo>
                    <a:pt x="88196" y="933398"/>
                    <a:pt x="99963" y="949597"/>
                    <a:pt x="108313" y="967186"/>
                  </a:cubicBezTo>
                  <a:cubicBezTo>
                    <a:pt x="123108" y="998350"/>
                    <a:pt x="127078" y="1033709"/>
                    <a:pt x="141200" y="1065185"/>
                  </a:cubicBezTo>
                  <a:cubicBezTo>
                    <a:pt x="166721" y="1122068"/>
                    <a:pt x="221549" y="1159210"/>
                    <a:pt x="273728" y="1193333"/>
                  </a:cubicBezTo>
                  <a:cubicBezTo>
                    <a:pt x="303413" y="1183437"/>
                    <a:pt x="335507" y="1171687"/>
                    <a:pt x="351803" y="1144973"/>
                  </a:cubicBezTo>
                  <a:cubicBezTo>
                    <a:pt x="358957" y="1131813"/>
                    <a:pt x="363579" y="1117428"/>
                    <a:pt x="365431" y="1102565"/>
                  </a:cubicBezTo>
                  <a:cubicBezTo>
                    <a:pt x="376714" y="1037765"/>
                    <a:pt x="376322" y="971572"/>
                    <a:pt x="375899" y="905799"/>
                  </a:cubicBezTo>
                  <a:cubicBezTo>
                    <a:pt x="376853" y="849200"/>
                    <a:pt x="373844" y="792604"/>
                    <a:pt x="366896" y="736426"/>
                  </a:cubicBezTo>
                  <a:cubicBezTo>
                    <a:pt x="356356" y="664963"/>
                    <a:pt x="333170" y="596059"/>
                    <a:pt x="316536" y="525764"/>
                  </a:cubicBezTo>
                  <a:cubicBezTo>
                    <a:pt x="295556" y="437107"/>
                    <a:pt x="284806" y="345506"/>
                    <a:pt x="252131" y="260461"/>
                  </a:cubicBezTo>
                  <a:cubicBezTo>
                    <a:pt x="223417" y="185727"/>
                    <a:pt x="178691" y="118644"/>
                    <a:pt x="131615" y="54389"/>
                  </a:cubicBezTo>
                  <a:cubicBezTo>
                    <a:pt x="113653" y="29873"/>
                    <a:pt x="99473" y="-5172"/>
                    <a:pt x="64611" y="489"/>
                  </a:cubicBezTo>
                  <a:cubicBezTo>
                    <a:pt x="34399" y="5632"/>
                    <a:pt x="10603" y="29076"/>
                    <a:pt x="5010" y="59208"/>
                  </a:cubicBezTo>
                  <a:close/>
                </a:path>
              </a:pathLst>
            </a:custGeom>
            <a:solidFill>
              <a:srgbClr val="000000">
                <a:alpha val="5000"/>
              </a:srgbClr>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78" name="任意多边形: 形状 77">
              <a:extLst>
                <a:ext uri="{FF2B5EF4-FFF2-40B4-BE49-F238E27FC236}">
                  <a16:creationId xmlns:a16="http://schemas.microsoft.com/office/drawing/2014/main" id="{BB7FEBE2-180C-4515-9DC6-1E9F224F7811}"/>
                </a:ext>
              </a:extLst>
            </p:cNvPr>
            <p:cNvSpPr/>
            <p:nvPr/>
          </p:nvSpPr>
          <p:spPr>
            <a:xfrm>
              <a:off x="2944583" y="1216911"/>
              <a:ext cx="343483" cy="177834"/>
            </a:xfrm>
            <a:custGeom>
              <a:avLst/>
              <a:gdLst>
                <a:gd name="connsiteX0" fmla="*/ 343439 w 343483"/>
                <a:gd name="connsiteY0" fmla="*/ 52856 h 177834"/>
                <a:gd name="connsiteX1" fmla="*/ 286619 w 343483"/>
                <a:gd name="connsiteY1" fmla="*/ 169920 h 177834"/>
                <a:gd name="connsiteX2" fmla="*/ 222078 w 343483"/>
                <a:gd name="connsiteY2" fmla="*/ 177714 h 177834"/>
                <a:gd name="connsiteX3" fmla="*/ 28239 w 343483"/>
                <a:gd name="connsiteY3" fmla="*/ 68993 h 177834"/>
                <a:gd name="connsiteX4" fmla="*/ 187 w 343483"/>
                <a:gd name="connsiteY4" fmla="*/ 16068 h 177834"/>
                <a:gd name="connsiteX5" fmla="*/ 40399 w 343483"/>
                <a:gd name="connsiteY5" fmla="*/ 989 h 177834"/>
                <a:gd name="connsiteX6" fmla="*/ 196728 w 343483"/>
                <a:gd name="connsiteY6" fmla="*/ 21167 h 177834"/>
                <a:gd name="connsiteX7" fmla="*/ 343439 w 343483"/>
                <a:gd name="connsiteY7" fmla="*/ 52856 h 177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483" h="177834">
                  <a:moveTo>
                    <a:pt x="343439" y="52856"/>
                  </a:moveTo>
                  <a:cubicBezTo>
                    <a:pt x="320430" y="89768"/>
                    <a:pt x="301385" y="129007"/>
                    <a:pt x="286619" y="169920"/>
                  </a:cubicBezTo>
                  <a:cubicBezTo>
                    <a:pt x="265498" y="175113"/>
                    <a:pt x="243827" y="177730"/>
                    <a:pt x="222078" y="177714"/>
                  </a:cubicBezTo>
                  <a:cubicBezTo>
                    <a:pt x="137648" y="177714"/>
                    <a:pt x="77847" y="129674"/>
                    <a:pt x="28239" y="68993"/>
                  </a:cubicBezTo>
                  <a:cubicBezTo>
                    <a:pt x="23940" y="49543"/>
                    <a:pt x="-2800" y="31366"/>
                    <a:pt x="187" y="16068"/>
                  </a:cubicBezTo>
                  <a:cubicBezTo>
                    <a:pt x="4121" y="-4183"/>
                    <a:pt x="23207" y="-176"/>
                    <a:pt x="40399" y="989"/>
                  </a:cubicBezTo>
                  <a:cubicBezTo>
                    <a:pt x="92825" y="4982"/>
                    <a:pt x="145006" y="11718"/>
                    <a:pt x="196728" y="21167"/>
                  </a:cubicBezTo>
                  <a:cubicBezTo>
                    <a:pt x="210203" y="23499"/>
                    <a:pt x="341472" y="56280"/>
                    <a:pt x="343439" y="52856"/>
                  </a:cubicBezTo>
                  <a:close/>
                </a:path>
              </a:pathLst>
            </a:custGeom>
            <a:solidFill>
              <a:srgbClr val="000000">
                <a:alpha val="10000"/>
              </a:srgbClr>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79" name="任意多边形: 形状 78">
              <a:extLst>
                <a:ext uri="{FF2B5EF4-FFF2-40B4-BE49-F238E27FC236}">
                  <a16:creationId xmlns:a16="http://schemas.microsoft.com/office/drawing/2014/main" id="{CCDA6AB9-672F-496B-A64B-4C4B940D1B29}"/>
                </a:ext>
              </a:extLst>
            </p:cNvPr>
            <p:cNvSpPr/>
            <p:nvPr/>
          </p:nvSpPr>
          <p:spPr>
            <a:xfrm>
              <a:off x="2896225" y="846413"/>
              <a:ext cx="541013" cy="541013"/>
            </a:xfrm>
            <a:custGeom>
              <a:avLst/>
              <a:gdLst>
                <a:gd name="connsiteX0" fmla="*/ 541013 w 541013"/>
                <a:gd name="connsiteY0" fmla="*/ 270507 h 541013"/>
                <a:gd name="connsiteX1" fmla="*/ 270507 w 541013"/>
                <a:gd name="connsiteY1" fmla="*/ 541013 h 541013"/>
                <a:gd name="connsiteX2" fmla="*/ 0 w 541013"/>
                <a:gd name="connsiteY2" fmla="*/ 270507 h 541013"/>
                <a:gd name="connsiteX3" fmla="*/ 270507 w 541013"/>
                <a:gd name="connsiteY3" fmla="*/ 0 h 541013"/>
                <a:gd name="connsiteX4" fmla="*/ 541013 w 541013"/>
                <a:gd name="connsiteY4" fmla="*/ 270507 h 5410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1013" h="541013">
                  <a:moveTo>
                    <a:pt x="541013" y="270507"/>
                  </a:moveTo>
                  <a:cubicBezTo>
                    <a:pt x="541013" y="419903"/>
                    <a:pt x="419903" y="541013"/>
                    <a:pt x="270507" y="541013"/>
                  </a:cubicBezTo>
                  <a:cubicBezTo>
                    <a:pt x="121110" y="541013"/>
                    <a:pt x="0" y="419903"/>
                    <a:pt x="0" y="270507"/>
                  </a:cubicBezTo>
                  <a:cubicBezTo>
                    <a:pt x="0" y="121110"/>
                    <a:pt x="121110" y="0"/>
                    <a:pt x="270507" y="0"/>
                  </a:cubicBezTo>
                  <a:cubicBezTo>
                    <a:pt x="419903" y="0"/>
                    <a:pt x="541013" y="121110"/>
                    <a:pt x="541013" y="270507"/>
                  </a:cubicBezTo>
                  <a:close/>
                </a:path>
              </a:pathLst>
            </a:custGeom>
            <a:solidFill>
              <a:srgbClr val="A0616A"/>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80" name="任意多边形: 形状 79">
              <a:extLst>
                <a:ext uri="{FF2B5EF4-FFF2-40B4-BE49-F238E27FC236}">
                  <a16:creationId xmlns:a16="http://schemas.microsoft.com/office/drawing/2014/main" id="{60352DBC-AD46-4A3A-9F04-FDC8EF9A0A65}"/>
                </a:ext>
              </a:extLst>
            </p:cNvPr>
            <p:cNvSpPr/>
            <p:nvPr/>
          </p:nvSpPr>
          <p:spPr>
            <a:xfrm>
              <a:off x="2889233" y="3016810"/>
              <a:ext cx="619266" cy="123114"/>
            </a:xfrm>
            <a:custGeom>
              <a:avLst/>
              <a:gdLst>
                <a:gd name="connsiteX0" fmla="*/ 619222 w 619266"/>
                <a:gd name="connsiteY0" fmla="*/ 38057 h 123114"/>
                <a:gd name="connsiteX1" fmla="*/ 478265 w 619266"/>
                <a:gd name="connsiteY1" fmla="*/ 39076 h 123114"/>
                <a:gd name="connsiteX2" fmla="*/ 390777 w 619266"/>
                <a:gd name="connsiteY2" fmla="*/ 48036 h 123114"/>
                <a:gd name="connsiteX3" fmla="*/ 286970 w 619266"/>
                <a:gd name="connsiteY3" fmla="*/ 82420 h 123114"/>
                <a:gd name="connsiteX4" fmla="*/ 113523 w 619266"/>
                <a:gd name="connsiteY4" fmla="*/ 105220 h 123114"/>
                <a:gd name="connsiteX5" fmla="*/ -45 w 619266"/>
                <a:gd name="connsiteY5" fmla="*/ 122995 h 123114"/>
                <a:gd name="connsiteX6" fmla="*/ 3451 w 619266"/>
                <a:gd name="connsiteY6" fmla="*/ 110028 h 123114"/>
                <a:gd name="connsiteX7" fmla="*/ 61947 w 619266"/>
                <a:gd name="connsiteY7" fmla="*/ 74479 h 123114"/>
                <a:gd name="connsiteX8" fmla="*/ 508641 w 619266"/>
                <a:gd name="connsiteY8" fmla="*/ 22248 h 123114"/>
                <a:gd name="connsiteX9" fmla="*/ 619222 w 619266"/>
                <a:gd name="connsiteY9" fmla="*/ 38057 h 123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9266" h="123114">
                  <a:moveTo>
                    <a:pt x="619222" y="38057"/>
                  </a:moveTo>
                  <a:cubicBezTo>
                    <a:pt x="572382" y="35288"/>
                    <a:pt x="525251" y="37182"/>
                    <a:pt x="478265" y="39076"/>
                  </a:cubicBezTo>
                  <a:cubicBezTo>
                    <a:pt x="448888" y="39355"/>
                    <a:pt x="419600" y="42355"/>
                    <a:pt x="390777" y="48036"/>
                  </a:cubicBezTo>
                  <a:cubicBezTo>
                    <a:pt x="355227" y="56122"/>
                    <a:pt x="322009" y="72293"/>
                    <a:pt x="286970" y="82420"/>
                  </a:cubicBezTo>
                  <a:cubicBezTo>
                    <a:pt x="230877" y="98737"/>
                    <a:pt x="171654" y="99466"/>
                    <a:pt x="113523" y="105220"/>
                  </a:cubicBezTo>
                  <a:cubicBezTo>
                    <a:pt x="75352" y="108921"/>
                    <a:pt x="37431" y="114856"/>
                    <a:pt x="-45" y="122995"/>
                  </a:cubicBezTo>
                  <a:cubicBezTo>
                    <a:pt x="501" y="118529"/>
                    <a:pt x="1678" y="114164"/>
                    <a:pt x="3451" y="110028"/>
                  </a:cubicBezTo>
                  <a:cubicBezTo>
                    <a:pt x="13068" y="88393"/>
                    <a:pt x="38929" y="80015"/>
                    <a:pt x="61947" y="74479"/>
                  </a:cubicBezTo>
                  <a:cubicBezTo>
                    <a:pt x="208243" y="39392"/>
                    <a:pt x="358197" y="21859"/>
                    <a:pt x="508641" y="22248"/>
                  </a:cubicBezTo>
                  <a:cubicBezTo>
                    <a:pt x="564296" y="-15631"/>
                    <a:pt x="595620" y="-2082"/>
                    <a:pt x="619222" y="38057"/>
                  </a:cubicBezTo>
                  <a:close/>
                </a:path>
              </a:pathLst>
            </a:custGeom>
            <a:solidFill>
              <a:srgbClr val="000000">
                <a:alpha val="10000"/>
              </a:srgbClr>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81" name="任意多边形: 形状 80">
              <a:extLst>
                <a:ext uri="{FF2B5EF4-FFF2-40B4-BE49-F238E27FC236}">
                  <a16:creationId xmlns:a16="http://schemas.microsoft.com/office/drawing/2014/main" id="{9D77CF2D-4AC7-4DD7-856C-98F4312209AE}"/>
                </a:ext>
              </a:extLst>
            </p:cNvPr>
            <p:cNvSpPr/>
            <p:nvPr/>
          </p:nvSpPr>
          <p:spPr>
            <a:xfrm>
              <a:off x="2566790" y="1481999"/>
              <a:ext cx="1054353" cy="1688174"/>
            </a:xfrm>
            <a:custGeom>
              <a:avLst/>
              <a:gdLst>
                <a:gd name="connsiteX0" fmla="*/ 757318 w 1054353"/>
                <a:gd name="connsiteY0" fmla="*/ 77622 h 1688174"/>
                <a:gd name="connsiteX1" fmla="*/ 712210 w 1054353"/>
                <a:gd name="connsiteY1" fmla="*/ 101906 h 1688174"/>
                <a:gd name="connsiteX2" fmla="*/ 694656 w 1054353"/>
                <a:gd name="connsiteY2" fmla="*/ 92510 h 1688174"/>
                <a:gd name="connsiteX3" fmla="*/ 588514 w 1054353"/>
                <a:gd name="connsiteY3" fmla="*/ 62170 h 1688174"/>
                <a:gd name="connsiteX4" fmla="*/ 369922 w 1054353"/>
                <a:gd name="connsiteY4" fmla="*/ 13026 h 1688174"/>
                <a:gd name="connsiteX5" fmla="*/ 305267 w 1054353"/>
                <a:gd name="connsiteY5" fmla="*/ -120 h 1688174"/>
                <a:gd name="connsiteX6" fmla="*/ 190055 w 1054353"/>
                <a:gd name="connsiteY6" fmla="*/ 66323 h 1688174"/>
                <a:gd name="connsiteX7" fmla="*/ 112774 w 1054353"/>
                <a:gd name="connsiteY7" fmla="*/ 180016 h 1688174"/>
                <a:gd name="connsiteX8" fmla="*/ 50006 w 1054353"/>
                <a:gd name="connsiteY8" fmla="*/ 255218 h 1688174"/>
                <a:gd name="connsiteX9" fmla="*/ 4693 w 1054353"/>
                <a:gd name="connsiteY9" fmla="*/ 492376 h 1688174"/>
                <a:gd name="connsiteX10" fmla="*/ 81795 w 1054353"/>
                <a:gd name="connsiteY10" fmla="*/ 726721 h 1688174"/>
                <a:gd name="connsiteX11" fmla="*/ 144747 w 1054353"/>
                <a:gd name="connsiteY11" fmla="*/ 853648 h 1688174"/>
                <a:gd name="connsiteX12" fmla="*/ 169069 w 1054353"/>
                <a:gd name="connsiteY12" fmla="*/ 1042073 h 1688174"/>
                <a:gd name="connsiteX13" fmla="*/ 193599 w 1054353"/>
                <a:gd name="connsiteY13" fmla="*/ 1098076 h 1688174"/>
                <a:gd name="connsiteX14" fmla="*/ 191899 w 1054353"/>
                <a:gd name="connsiteY14" fmla="*/ 1139148 h 1688174"/>
                <a:gd name="connsiteX15" fmla="*/ 178131 w 1054353"/>
                <a:gd name="connsiteY15" fmla="*/ 1237082 h 1688174"/>
                <a:gd name="connsiteX16" fmla="*/ 164316 w 1054353"/>
                <a:gd name="connsiteY16" fmla="*/ 1326355 h 1688174"/>
                <a:gd name="connsiteX17" fmla="*/ 166004 w 1054353"/>
                <a:gd name="connsiteY17" fmla="*/ 1488469 h 1688174"/>
                <a:gd name="connsiteX18" fmla="*/ 172392 w 1054353"/>
                <a:gd name="connsiteY18" fmla="*/ 1688054 h 1688174"/>
                <a:gd name="connsiteX19" fmla="*/ 435986 w 1054353"/>
                <a:gd name="connsiteY19" fmla="*/ 1625429 h 1688174"/>
                <a:gd name="connsiteX20" fmla="*/ 609413 w 1054353"/>
                <a:gd name="connsiteY20" fmla="*/ 1602692 h 1688174"/>
                <a:gd name="connsiteX21" fmla="*/ 713216 w 1054353"/>
                <a:gd name="connsiteY21" fmla="*/ 1568243 h 1688174"/>
                <a:gd name="connsiteX22" fmla="*/ 800744 w 1054353"/>
                <a:gd name="connsiteY22" fmla="*/ 1559308 h 1688174"/>
                <a:gd name="connsiteX23" fmla="*/ 995006 w 1054353"/>
                <a:gd name="connsiteY23" fmla="*/ 1563656 h 1688174"/>
                <a:gd name="connsiteX24" fmla="*/ 1009640 w 1054353"/>
                <a:gd name="connsiteY24" fmla="*/ 1560613 h 1688174"/>
                <a:gd name="connsiteX25" fmla="*/ 1011589 w 1054353"/>
                <a:gd name="connsiteY25" fmla="*/ 1552965 h 1688174"/>
                <a:gd name="connsiteX26" fmla="*/ 995002 w 1054353"/>
                <a:gd name="connsiteY26" fmla="*/ 1484101 h 1688174"/>
                <a:gd name="connsiteX27" fmla="*/ 975772 w 1054353"/>
                <a:gd name="connsiteY27" fmla="*/ 1438952 h 1688174"/>
                <a:gd name="connsiteX28" fmla="*/ 981391 w 1054353"/>
                <a:gd name="connsiteY28" fmla="*/ 1416534 h 1688174"/>
                <a:gd name="connsiteX29" fmla="*/ 1009822 w 1054353"/>
                <a:gd name="connsiteY29" fmla="*/ 1340712 h 1688174"/>
                <a:gd name="connsiteX30" fmla="*/ 1034865 w 1054353"/>
                <a:gd name="connsiteY30" fmla="*/ 1135142 h 1688174"/>
                <a:gd name="connsiteX31" fmla="*/ 1053551 w 1054353"/>
                <a:gd name="connsiteY31" fmla="*/ 976114 h 1688174"/>
                <a:gd name="connsiteX32" fmla="*/ 1026902 w 1054353"/>
                <a:gd name="connsiteY32" fmla="*/ 844663 h 1688174"/>
                <a:gd name="connsiteX33" fmla="*/ 1006107 w 1054353"/>
                <a:gd name="connsiteY33" fmla="*/ 815745 h 1688174"/>
                <a:gd name="connsiteX34" fmla="*/ 1001155 w 1054353"/>
                <a:gd name="connsiteY34" fmla="*/ 781163 h 1688174"/>
                <a:gd name="connsiteX35" fmla="*/ 1008667 w 1054353"/>
                <a:gd name="connsiteY35" fmla="*/ 507496 h 1688174"/>
                <a:gd name="connsiteX36" fmla="*/ 935645 w 1054353"/>
                <a:gd name="connsiteY36" fmla="*/ 377204 h 1688174"/>
                <a:gd name="connsiteX37" fmla="*/ 868116 w 1054353"/>
                <a:gd name="connsiteY37" fmla="*/ 219544 h 1688174"/>
                <a:gd name="connsiteX38" fmla="*/ 855570 w 1054353"/>
                <a:gd name="connsiteY38" fmla="*/ 106277 h 1688174"/>
                <a:gd name="connsiteX39" fmla="*/ 846005 w 1054353"/>
                <a:gd name="connsiteY39" fmla="*/ 79826 h 1688174"/>
                <a:gd name="connsiteX40" fmla="*/ 807500 w 1054353"/>
                <a:gd name="connsiteY40" fmla="*/ 68390 h 1688174"/>
                <a:gd name="connsiteX41" fmla="*/ 757318 w 1054353"/>
                <a:gd name="connsiteY41" fmla="*/ 77622 h 16881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054353" h="1688174">
                  <a:moveTo>
                    <a:pt x="757318" y="77622"/>
                  </a:moveTo>
                  <a:cubicBezTo>
                    <a:pt x="745525" y="91268"/>
                    <a:pt x="729701" y="106306"/>
                    <a:pt x="712210" y="101906"/>
                  </a:cubicBezTo>
                  <a:cubicBezTo>
                    <a:pt x="705888" y="99746"/>
                    <a:pt x="699960" y="96573"/>
                    <a:pt x="694656" y="92510"/>
                  </a:cubicBezTo>
                  <a:cubicBezTo>
                    <a:pt x="663473" y="72413"/>
                    <a:pt x="625198" y="67697"/>
                    <a:pt x="588514" y="62170"/>
                  </a:cubicBezTo>
                  <a:cubicBezTo>
                    <a:pt x="514570" y="51028"/>
                    <a:pt x="441519" y="34605"/>
                    <a:pt x="369922" y="13026"/>
                  </a:cubicBezTo>
                  <a:cubicBezTo>
                    <a:pt x="349141" y="5462"/>
                    <a:pt x="327351" y="1031"/>
                    <a:pt x="305267" y="-120"/>
                  </a:cubicBezTo>
                  <a:cubicBezTo>
                    <a:pt x="259418" y="117"/>
                    <a:pt x="218786" y="30594"/>
                    <a:pt x="190055" y="66323"/>
                  </a:cubicBezTo>
                  <a:cubicBezTo>
                    <a:pt x="161323" y="102052"/>
                    <a:pt x="140968" y="143860"/>
                    <a:pt x="112774" y="180016"/>
                  </a:cubicBezTo>
                  <a:cubicBezTo>
                    <a:pt x="92686" y="205776"/>
                    <a:pt x="68765" y="228475"/>
                    <a:pt x="50006" y="255218"/>
                  </a:cubicBezTo>
                  <a:cubicBezTo>
                    <a:pt x="2646" y="322734"/>
                    <a:pt x="-7533" y="410817"/>
                    <a:pt x="4693" y="492376"/>
                  </a:cubicBezTo>
                  <a:cubicBezTo>
                    <a:pt x="16920" y="573934"/>
                    <a:pt x="49505" y="650836"/>
                    <a:pt x="81795" y="726721"/>
                  </a:cubicBezTo>
                  <a:cubicBezTo>
                    <a:pt x="99052" y="770778"/>
                    <a:pt x="120115" y="813248"/>
                    <a:pt x="144747" y="853648"/>
                  </a:cubicBezTo>
                  <a:cubicBezTo>
                    <a:pt x="133854" y="915615"/>
                    <a:pt x="139603" y="986481"/>
                    <a:pt x="169069" y="1042073"/>
                  </a:cubicBezTo>
                  <a:cubicBezTo>
                    <a:pt x="178666" y="1060178"/>
                    <a:pt x="190426" y="1077833"/>
                    <a:pt x="193599" y="1098076"/>
                  </a:cubicBezTo>
                  <a:cubicBezTo>
                    <a:pt x="195053" y="1111776"/>
                    <a:pt x="194481" y="1125615"/>
                    <a:pt x="191899" y="1139148"/>
                  </a:cubicBezTo>
                  <a:lnTo>
                    <a:pt x="178131" y="1237082"/>
                  </a:lnTo>
                  <a:cubicBezTo>
                    <a:pt x="173939" y="1266903"/>
                    <a:pt x="169745" y="1296735"/>
                    <a:pt x="164316" y="1326355"/>
                  </a:cubicBezTo>
                  <a:cubicBezTo>
                    <a:pt x="154379" y="1380568"/>
                    <a:pt x="140898" y="1439404"/>
                    <a:pt x="166004" y="1488469"/>
                  </a:cubicBezTo>
                  <a:cubicBezTo>
                    <a:pt x="196071" y="1547226"/>
                    <a:pt x="164492" y="1622526"/>
                    <a:pt x="172392" y="1688054"/>
                  </a:cubicBezTo>
                  <a:cubicBezTo>
                    <a:pt x="257023" y="1655365"/>
                    <a:pt x="345695" y="1634298"/>
                    <a:pt x="435986" y="1625429"/>
                  </a:cubicBezTo>
                  <a:cubicBezTo>
                    <a:pt x="494116" y="1619730"/>
                    <a:pt x="553331" y="1619010"/>
                    <a:pt x="609413" y="1602692"/>
                  </a:cubicBezTo>
                  <a:cubicBezTo>
                    <a:pt x="644439" y="1592501"/>
                    <a:pt x="677654" y="1576368"/>
                    <a:pt x="713216" y="1568243"/>
                  </a:cubicBezTo>
                  <a:cubicBezTo>
                    <a:pt x="742055" y="1562583"/>
                    <a:pt x="771355" y="1559592"/>
                    <a:pt x="800744" y="1559308"/>
                  </a:cubicBezTo>
                  <a:cubicBezTo>
                    <a:pt x="865563" y="1556693"/>
                    <a:pt x="930841" y="1554101"/>
                    <a:pt x="995006" y="1563656"/>
                  </a:cubicBezTo>
                  <a:cubicBezTo>
                    <a:pt x="1000202" y="1564429"/>
                    <a:pt x="1006531" y="1564847"/>
                    <a:pt x="1009640" y="1560613"/>
                  </a:cubicBezTo>
                  <a:cubicBezTo>
                    <a:pt x="1011027" y="1558311"/>
                    <a:pt x="1011705" y="1555651"/>
                    <a:pt x="1011589" y="1552965"/>
                  </a:cubicBezTo>
                  <a:cubicBezTo>
                    <a:pt x="1012575" y="1528914"/>
                    <a:pt x="1006831" y="1505065"/>
                    <a:pt x="995002" y="1484101"/>
                  </a:cubicBezTo>
                  <a:cubicBezTo>
                    <a:pt x="986822" y="1469664"/>
                    <a:pt x="975457" y="1455542"/>
                    <a:pt x="975772" y="1438952"/>
                  </a:cubicBezTo>
                  <a:cubicBezTo>
                    <a:pt x="976364" y="1431215"/>
                    <a:pt x="978264" y="1423635"/>
                    <a:pt x="981391" y="1416534"/>
                  </a:cubicBezTo>
                  <a:lnTo>
                    <a:pt x="1009822" y="1340712"/>
                  </a:lnTo>
                  <a:cubicBezTo>
                    <a:pt x="1033822" y="1276704"/>
                    <a:pt x="1022401" y="1202355"/>
                    <a:pt x="1034865" y="1135142"/>
                  </a:cubicBezTo>
                  <a:cubicBezTo>
                    <a:pt x="1044607" y="1082605"/>
                    <a:pt x="1050849" y="1029479"/>
                    <a:pt x="1053551" y="976114"/>
                  </a:cubicBezTo>
                  <a:cubicBezTo>
                    <a:pt x="1055859" y="930503"/>
                    <a:pt x="1054425" y="881109"/>
                    <a:pt x="1026902" y="844663"/>
                  </a:cubicBezTo>
                  <a:cubicBezTo>
                    <a:pt x="1018855" y="835878"/>
                    <a:pt x="1011875" y="826171"/>
                    <a:pt x="1006107" y="815745"/>
                  </a:cubicBezTo>
                  <a:cubicBezTo>
                    <a:pt x="1002156" y="804666"/>
                    <a:pt x="1000472" y="792906"/>
                    <a:pt x="1001155" y="781163"/>
                  </a:cubicBezTo>
                  <a:cubicBezTo>
                    <a:pt x="1000542" y="689891"/>
                    <a:pt x="1003046" y="598668"/>
                    <a:pt x="1008667" y="507496"/>
                  </a:cubicBezTo>
                  <a:cubicBezTo>
                    <a:pt x="984667" y="464392"/>
                    <a:pt x="959644" y="420309"/>
                    <a:pt x="935645" y="377204"/>
                  </a:cubicBezTo>
                  <a:cubicBezTo>
                    <a:pt x="907713" y="327040"/>
                    <a:pt x="879393" y="275842"/>
                    <a:pt x="868116" y="219544"/>
                  </a:cubicBezTo>
                  <a:cubicBezTo>
                    <a:pt x="860651" y="182279"/>
                    <a:pt x="860910" y="143905"/>
                    <a:pt x="855570" y="106277"/>
                  </a:cubicBezTo>
                  <a:cubicBezTo>
                    <a:pt x="855009" y="96720"/>
                    <a:pt x="851686" y="87532"/>
                    <a:pt x="846005" y="79826"/>
                  </a:cubicBezTo>
                  <a:cubicBezTo>
                    <a:pt x="836840" y="69444"/>
                    <a:pt x="821342" y="67958"/>
                    <a:pt x="807500" y="68390"/>
                  </a:cubicBezTo>
                  <a:cubicBezTo>
                    <a:pt x="790404" y="68932"/>
                    <a:pt x="773487" y="72044"/>
                    <a:pt x="757318" y="77622"/>
                  </a:cubicBezTo>
                  <a:close/>
                </a:path>
              </a:pathLst>
            </a:custGeom>
            <a:solidFill>
              <a:srgbClr val="3F3D56"/>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82" name="任意多边形: 形状 81">
              <a:extLst>
                <a:ext uri="{FF2B5EF4-FFF2-40B4-BE49-F238E27FC236}">
                  <a16:creationId xmlns:a16="http://schemas.microsoft.com/office/drawing/2014/main" id="{F1B4C3FA-3C15-456B-9C56-5403E0001ABF}"/>
                </a:ext>
              </a:extLst>
            </p:cNvPr>
            <p:cNvSpPr/>
            <p:nvPr/>
          </p:nvSpPr>
          <p:spPr>
            <a:xfrm>
              <a:off x="4141347" y="1338559"/>
              <a:ext cx="173124" cy="82633"/>
            </a:xfrm>
            <a:custGeom>
              <a:avLst/>
              <a:gdLst>
                <a:gd name="connsiteX0" fmla="*/ 173080 w 173124"/>
                <a:gd name="connsiteY0" fmla="*/ 58544 h 82633"/>
                <a:gd name="connsiteX1" fmla="*/ 114512 w 173124"/>
                <a:gd name="connsiteY1" fmla="*/ 82364 h 82633"/>
                <a:gd name="connsiteX2" fmla="*/ 10050 w 173124"/>
                <a:gd name="connsiteY2" fmla="*/ 43975 h 82633"/>
                <a:gd name="connsiteX3" fmla="*/ 70 w 173124"/>
                <a:gd name="connsiteY3" fmla="*/ 3982 h 82633"/>
                <a:gd name="connsiteX4" fmla="*/ 11725 w 173124"/>
                <a:gd name="connsiteY4" fmla="*/ 1724 h 82633"/>
                <a:gd name="connsiteX5" fmla="*/ 102491 w 173124"/>
                <a:gd name="connsiteY5" fmla="*/ 5366 h 82633"/>
                <a:gd name="connsiteX6" fmla="*/ 172934 w 173124"/>
                <a:gd name="connsiteY6" fmla="*/ 58252 h 82633"/>
                <a:gd name="connsiteX7" fmla="*/ 173080 w 173124"/>
                <a:gd name="connsiteY7" fmla="*/ 58544 h 82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124" h="82633">
                  <a:moveTo>
                    <a:pt x="173080" y="58544"/>
                  </a:moveTo>
                  <a:cubicBezTo>
                    <a:pt x="156086" y="71660"/>
                    <a:pt x="135837" y="79896"/>
                    <a:pt x="114512" y="82364"/>
                  </a:cubicBezTo>
                  <a:cubicBezTo>
                    <a:pt x="86611" y="84259"/>
                    <a:pt x="27386" y="67868"/>
                    <a:pt x="10050" y="43975"/>
                  </a:cubicBezTo>
                  <a:cubicBezTo>
                    <a:pt x="2741" y="31966"/>
                    <a:pt x="-740" y="18017"/>
                    <a:pt x="70" y="3982"/>
                  </a:cubicBezTo>
                  <a:cubicBezTo>
                    <a:pt x="3848" y="2756"/>
                    <a:pt x="7763" y="1998"/>
                    <a:pt x="11725" y="1724"/>
                  </a:cubicBezTo>
                  <a:cubicBezTo>
                    <a:pt x="41992" y="-1631"/>
                    <a:pt x="72591" y="-403"/>
                    <a:pt x="102491" y="5366"/>
                  </a:cubicBezTo>
                  <a:cubicBezTo>
                    <a:pt x="131994" y="12578"/>
                    <a:pt x="160478" y="30498"/>
                    <a:pt x="172934" y="58252"/>
                  </a:cubicBezTo>
                  <a:cubicBezTo>
                    <a:pt x="173007" y="58325"/>
                    <a:pt x="173007" y="58471"/>
                    <a:pt x="173080" y="58544"/>
                  </a:cubicBezTo>
                  <a:close/>
                </a:path>
              </a:pathLst>
            </a:custGeom>
            <a:solidFill>
              <a:srgbClr val="000000">
                <a:alpha val="10000"/>
              </a:srgbClr>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83" name="任意多边形: 形状 82">
              <a:extLst>
                <a:ext uri="{FF2B5EF4-FFF2-40B4-BE49-F238E27FC236}">
                  <a16:creationId xmlns:a16="http://schemas.microsoft.com/office/drawing/2014/main" id="{ED682B86-1675-4C66-B21F-FCDBE84B981A}"/>
                </a:ext>
              </a:extLst>
            </p:cNvPr>
            <p:cNvSpPr/>
            <p:nvPr/>
          </p:nvSpPr>
          <p:spPr>
            <a:xfrm>
              <a:off x="3344611" y="1345824"/>
              <a:ext cx="965073" cy="703983"/>
            </a:xfrm>
            <a:custGeom>
              <a:avLst/>
              <a:gdLst>
                <a:gd name="connsiteX0" fmla="*/ 69846 w 965073"/>
                <a:gd name="connsiteY0" fmla="*/ 636299 h 703983"/>
                <a:gd name="connsiteX1" fmla="*/ 126827 w 965073"/>
                <a:gd name="connsiteY1" fmla="*/ 690058 h 703983"/>
                <a:gd name="connsiteX2" fmla="*/ 215622 w 965073"/>
                <a:gd name="connsiteY2" fmla="*/ 703680 h 703983"/>
                <a:gd name="connsiteX3" fmla="*/ 586674 w 965073"/>
                <a:gd name="connsiteY3" fmla="*/ 662920 h 703983"/>
                <a:gd name="connsiteX4" fmla="*/ 627540 w 965073"/>
                <a:gd name="connsiteY4" fmla="*/ 651966 h 703983"/>
                <a:gd name="connsiteX5" fmla="*/ 668842 w 965073"/>
                <a:gd name="connsiteY5" fmla="*/ 626206 h 703983"/>
                <a:gd name="connsiteX6" fmla="*/ 780505 w 965073"/>
                <a:gd name="connsiteY6" fmla="*/ 528808 h 703983"/>
                <a:gd name="connsiteX7" fmla="*/ 846698 w 965073"/>
                <a:gd name="connsiteY7" fmla="*/ 366471 h 703983"/>
                <a:gd name="connsiteX8" fmla="*/ 905835 w 965073"/>
                <a:gd name="connsiteY8" fmla="*/ 264731 h 703983"/>
                <a:gd name="connsiteX9" fmla="*/ 919315 w 965073"/>
                <a:gd name="connsiteY9" fmla="*/ 215319 h 703983"/>
                <a:gd name="connsiteX10" fmla="*/ 911710 w 965073"/>
                <a:gd name="connsiteY10" fmla="*/ 162260 h 703983"/>
                <a:gd name="connsiteX11" fmla="*/ 954633 w 965073"/>
                <a:gd name="connsiteY11" fmla="*/ 85046 h 703983"/>
                <a:gd name="connsiteX12" fmla="*/ 964842 w 965073"/>
                <a:gd name="connsiteY12" fmla="*/ 71479 h 703983"/>
                <a:gd name="connsiteX13" fmla="*/ 962411 w 965073"/>
                <a:gd name="connsiteY13" fmla="*/ 58255 h 703983"/>
                <a:gd name="connsiteX14" fmla="*/ 891942 w 965073"/>
                <a:gd name="connsiteY14" fmla="*/ 5350 h 703983"/>
                <a:gd name="connsiteX15" fmla="*/ 801146 w 965073"/>
                <a:gd name="connsiteY15" fmla="*/ 1745 h 703983"/>
                <a:gd name="connsiteX16" fmla="*/ 771406 w 965073"/>
                <a:gd name="connsiteY16" fmla="*/ 9644 h 703983"/>
                <a:gd name="connsiteX17" fmla="*/ 750252 w 965073"/>
                <a:gd name="connsiteY17" fmla="*/ 65347 h 703983"/>
                <a:gd name="connsiteX18" fmla="*/ 736430 w 965073"/>
                <a:gd name="connsiteY18" fmla="*/ 90757 h 703983"/>
                <a:gd name="connsiteX19" fmla="*/ 721412 w 965073"/>
                <a:gd name="connsiteY19" fmla="*/ 102500 h 703983"/>
                <a:gd name="connsiteX20" fmla="*/ 691646 w 965073"/>
                <a:gd name="connsiteY20" fmla="*/ 177573 h 703983"/>
                <a:gd name="connsiteX21" fmla="*/ 643943 w 965073"/>
                <a:gd name="connsiteY21" fmla="*/ 277160 h 703983"/>
                <a:gd name="connsiteX22" fmla="*/ 574192 w 965073"/>
                <a:gd name="connsiteY22" fmla="*/ 338566 h 703983"/>
                <a:gd name="connsiteX23" fmla="*/ 565082 w 965073"/>
                <a:gd name="connsiteY23" fmla="*/ 357678 h 703983"/>
                <a:gd name="connsiteX24" fmla="*/ 540727 w 965073"/>
                <a:gd name="connsiteY24" fmla="*/ 365162 h 703983"/>
                <a:gd name="connsiteX25" fmla="*/ 474259 w 965073"/>
                <a:gd name="connsiteY25" fmla="*/ 375254 h 703983"/>
                <a:gd name="connsiteX26" fmla="*/ 395312 w 965073"/>
                <a:gd name="connsiteY26" fmla="*/ 364220 h 703983"/>
                <a:gd name="connsiteX27" fmla="*/ 378466 w 965073"/>
                <a:gd name="connsiteY27" fmla="*/ 365714 h 703983"/>
                <a:gd name="connsiteX28" fmla="*/ 364650 w 965073"/>
                <a:gd name="connsiteY28" fmla="*/ 360899 h 703983"/>
                <a:gd name="connsiteX29" fmla="*/ 333314 w 965073"/>
                <a:gd name="connsiteY29" fmla="*/ 348571 h 703983"/>
                <a:gd name="connsiteX30" fmla="*/ 303585 w 965073"/>
                <a:gd name="connsiteY30" fmla="*/ 360054 h 703983"/>
                <a:gd name="connsiteX31" fmla="*/ 284567 w 965073"/>
                <a:gd name="connsiteY31" fmla="*/ 332197 h 703983"/>
                <a:gd name="connsiteX32" fmla="*/ 255727 w 965073"/>
                <a:gd name="connsiteY32" fmla="*/ 318435 h 703983"/>
                <a:gd name="connsiteX33" fmla="*/ 246199 w 965073"/>
                <a:gd name="connsiteY33" fmla="*/ 296916 h 703983"/>
                <a:gd name="connsiteX34" fmla="*/ 217426 w 965073"/>
                <a:gd name="connsiteY34" fmla="*/ 297958 h 703983"/>
                <a:gd name="connsiteX35" fmla="*/ 148910 w 965073"/>
                <a:gd name="connsiteY35" fmla="*/ 269165 h 703983"/>
                <a:gd name="connsiteX36" fmla="*/ 85350 w 965073"/>
                <a:gd name="connsiteY36" fmla="*/ 250274 h 703983"/>
                <a:gd name="connsiteX37" fmla="*/ 73587 w 965073"/>
                <a:gd name="connsiteY37" fmla="*/ 229286 h 703983"/>
                <a:gd name="connsiteX38" fmla="*/ 58495 w 965073"/>
                <a:gd name="connsiteY38" fmla="*/ 227537 h 703983"/>
                <a:gd name="connsiteX39" fmla="*/ 12854 w 965073"/>
                <a:gd name="connsiteY39" fmla="*/ 241389 h 703983"/>
                <a:gd name="connsiteX40" fmla="*/ 19568 w 965073"/>
                <a:gd name="connsiteY40" fmla="*/ 521032 h 703983"/>
                <a:gd name="connsiteX41" fmla="*/ 69846 w 965073"/>
                <a:gd name="connsiteY41" fmla="*/ 636299 h 703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965073" h="703983">
                  <a:moveTo>
                    <a:pt x="69846" y="636299"/>
                  </a:moveTo>
                  <a:cubicBezTo>
                    <a:pt x="86311" y="656826"/>
                    <a:pt x="103471" y="677935"/>
                    <a:pt x="126827" y="690058"/>
                  </a:cubicBezTo>
                  <a:cubicBezTo>
                    <a:pt x="153699" y="704006"/>
                    <a:pt x="185352" y="704324"/>
                    <a:pt x="215622" y="703680"/>
                  </a:cubicBezTo>
                  <a:cubicBezTo>
                    <a:pt x="340263" y="701021"/>
                    <a:pt x="464427" y="687381"/>
                    <a:pt x="586674" y="662920"/>
                  </a:cubicBezTo>
                  <a:cubicBezTo>
                    <a:pt x="600602" y="660522"/>
                    <a:pt x="614280" y="656856"/>
                    <a:pt x="627540" y="651966"/>
                  </a:cubicBezTo>
                  <a:cubicBezTo>
                    <a:pt x="642237" y="644969"/>
                    <a:pt x="656093" y="636327"/>
                    <a:pt x="668842" y="626206"/>
                  </a:cubicBezTo>
                  <a:cubicBezTo>
                    <a:pt x="709086" y="597273"/>
                    <a:pt x="749903" y="567799"/>
                    <a:pt x="780505" y="528808"/>
                  </a:cubicBezTo>
                  <a:cubicBezTo>
                    <a:pt x="816913" y="481717"/>
                    <a:pt x="839797" y="425593"/>
                    <a:pt x="846698" y="366471"/>
                  </a:cubicBezTo>
                  <a:cubicBezTo>
                    <a:pt x="875806" y="339652"/>
                    <a:pt x="891263" y="301531"/>
                    <a:pt x="905835" y="264731"/>
                  </a:cubicBezTo>
                  <a:cubicBezTo>
                    <a:pt x="913031" y="249120"/>
                    <a:pt x="917586" y="232422"/>
                    <a:pt x="919315" y="215319"/>
                  </a:cubicBezTo>
                  <a:cubicBezTo>
                    <a:pt x="920098" y="197822"/>
                    <a:pt x="908503" y="179479"/>
                    <a:pt x="911710" y="162260"/>
                  </a:cubicBezTo>
                  <a:cubicBezTo>
                    <a:pt x="917325" y="132569"/>
                    <a:pt x="932380" y="105487"/>
                    <a:pt x="954633" y="85046"/>
                  </a:cubicBezTo>
                  <a:cubicBezTo>
                    <a:pt x="959351" y="81681"/>
                    <a:pt x="962917" y="76944"/>
                    <a:pt x="964842" y="71479"/>
                  </a:cubicBezTo>
                  <a:cubicBezTo>
                    <a:pt x="965441" y="66925"/>
                    <a:pt x="964590" y="62298"/>
                    <a:pt x="962411" y="58255"/>
                  </a:cubicBezTo>
                  <a:cubicBezTo>
                    <a:pt x="949955" y="30510"/>
                    <a:pt x="921473" y="12621"/>
                    <a:pt x="891942" y="5350"/>
                  </a:cubicBezTo>
                  <a:cubicBezTo>
                    <a:pt x="862031" y="-418"/>
                    <a:pt x="831420" y="-1633"/>
                    <a:pt x="801146" y="1745"/>
                  </a:cubicBezTo>
                  <a:cubicBezTo>
                    <a:pt x="791054" y="3655"/>
                    <a:pt x="781116" y="6295"/>
                    <a:pt x="771406" y="9644"/>
                  </a:cubicBezTo>
                  <a:lnTo>
                    <a:pt x="750252" y="65347"/>
                  </a:lnTo>
                  <a:cubicBezTo>
                    <a:pt x="747410" y="74664"/>
                    <a:pt x="742708" y="83308"/>
                    <a:pt x="736430" y="90757"/>
                  </a:cubicBezTo>
                  <a:cubicBezTo>
                    <a:pt x="731719" y="95034"/>
                    <a:pt x="726700" y="98959"/>
                    <a:pt x="721412" y="102500"/>
                  </a:cubicBezTo>
                  <a:cubicBezTo>
                    <a:pt x="699612" y="121010"/>
                    <a:pt x="688453" y="149154"/>
                    <a:pt x="691646" y="177573"/>
                  </a:cubicBezTo>
                  <a:cubicBezTo>
                    <a:pt x="651958" y="192980"/>
                    <a:pt x="631074" y="236577"/>
                    <a:pt x="643943" y="277160"/>
                  </a:cubicBezTo>
                  <a:cubicBezTo>
                    <a:pt x="611591" y="284096"/>
                    <a:pt x="585173" y="307354"/>
                    <a:pt x="574192" y="338566"/>
                  </a:cubicBezTo>
                  <a:cubicBezTo>
                    <a:pt x="572686" y="345559"/>
                    <a:pt x="569566" y="352104"/>
                    <a:pt x="565082" y="357678"/>
                  </a:cubicBezTo>
                  <a:cubicBezTo>
                    <a:pt x="558102" y="362970"/>
                    <a:pt x="549474" y="365621"/>
                    <a:pt x="540727" y="365162"/>
                  </a:cubicBezTo>
                  <a:cubicBezTo>
                    <a:pt x="516823" y="366641"/>
                    <a:pt x="495922" y="385466"/>
                    <a:pt x="474259" y="375254"/>
                  </a:cubicBezTo>
                  <a:cubicBezTo>
                    <a:pt x="449651" y="363721"/>
                    <a:pt x="422139" y="359876"/>
                    <a:pt x="395312" y="364220"/>
                  </a:cubicBezTo>
                  <a:cubicBezTo>
                    <a:pt x="389796" y="365518"/>
                    <a:pt x="384123" y="366021"/>
                    <a:pt x="378466" y="365714"/>
                  </a:cubicBezTo>
                  <a:cubicBezTo>
                    <a:pt x="373626" y="364883"/>
                    <a:pt x="368958" y="363256"/>
                    <a:pt x="364650" y="360899"/>
                  </a:cubicBezTo>
                  <a:cubicBezTo>
                    <a:pt x="354895" y="355214"/>
                    <a:pt x="344327" y="351056"/>
                    <a:pt x="333314" y="348571"/>
                  </a:cubicBezTo>
                  <a:cubicBezTo>
                    <a:pt x="322007" y="346213"/>
                    <a:pt x="310370" y="350708"/>
                    <a:pt x="303585" y="360054"/>
                  </a:cubicBezTo>
                  <a:cubicBezTo>
                    <a:pt x="295999" y="351736"/>
                    <a:pt x="291479" y="341083"/>
                    <a:pt x="284567" y="332197"/>
                  </a:cubicBezTo>
                  <a:cubicBezTo>
                    <a:pt x="278319" y="322537"/>
                    <a:pt x="267167" y="317215"/>
                    <a:pt x="255727" y="318435"/>
                  </a:cubicBezTo>
                  <a:cubicBezTo>
                    <a:pt x="262928" y="312019"/>
                    <a:pt x="255557" y="299250"/>
                    <a:pt x="246199" y="296916"/>
                  </a:cubicBezTo>
                  <a:cubicBezTo>
                    <a:pt x="236600" y="296127"/>
                    <a:pt x="226942" y="296477"/>
                    <a:pt x="217426" y="297958"/>
                  </a:cubicBezTo>
                  <a:cubicBezTo>
                    <a:pt x="192408" y="297827"/>
                    <a:pt x="173212" y="275111"/>
                    <a:pt x="148910" y="269165"/>
                  </a:cubicBezTo>
                  <a:cubicBezTo>
                    <a:pt x="126573" y="263699"/>
                    <a:pt x="96801" y="270217"/>
                    <a:pt x="85350" y="250274"/>
                  </a:cubicBezTo>
                  <a:cubicBezTo>
                    <a:pt x="81291" y="243204"/>
                    <a:pt x="80497" y="233615"/>
                    <a:pt x="73587" y="229286"/>
                  </a:cubicBezTo>
                  <a:cubicBezTo>
                    <a:pt x="68907" y="226987"/>
                    <a:pt x="63577" y="226369"/>
                    <a:pt x="58495" y="227537"/>
                  </a:cubicBezTo>
                  <a:cubicBezTo>
                    <a:pt x="42631" y="229648"/>
                    <a:pt x="27216" y="234327"/>
                    <a:pt x="12854" y="241389"/>
                  </a:cubicBezTo>
                  <a:cubicBezTo>
                    <a:pt x="-10569" y="333011"/>
                    <a:pt x="1720" y="428162"/>
                    <a:pt x="19568" y="521032"/>
                  </a:cubicBezTo>
                  <a:cubicBezTo>
                    <a:pt x="26089" y="563152"/>
                    <a:pt x="43411" y="602865"/>
                    <a:pt x="69846" y="636299"/>
                  </a:cubicBezTo>
                  <a:close/>
                </a:path>
              </a:pathLst>
            </a:custGeom>
            <a:solidFill>
              <a:srgbClr val="3F3D56"/>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84" name="任意多边形: 形状 83">
              <a:extLst>
                <a:ext uri="{FF2B5EF4-FFF2-40B4-BE49-F238E27FC236}">
                  <a16:creationId xmlns:a16="http://schemas.microsoft.com/office/drawing/2014/main" id="{871C7184-3AC9-403D-A77A-9CE7020C8649}"/>
                </a:ext>
              </a:extLst>
            </p:cNvPr>
            <p:cNvSpPr/>
            <p:nvPr/>
          </p:nvSpPr>
          <p:spPr>
            <a:xfrm>
              <a:off x="3297316" y="2279710"/>
              <a:ext cx="143431" cy="265743"/>
            </a:xfrm>
            <a:custGeom>
              <a:avLst/>
              <a:gdLst>
                <a:gd name="connsiteX0" fmla="*/ 116437 w 143431"/>
                <a:gd name="connsiteY0" fmla="*/ 30743 h 265743"/>
                <a:gd name="connsiteX1" fmla="*/ -45 w 143431"/>
                <a:gd name="connsiteY1" fmla="*/ 265623 h 265743"/>
                <a:gd name="connsiteX2" fmla="*/ 60036 w 143431"/>
                <a:gd name="connsiteY2" fmla="*/ 221538 h 265743"/>
                <a:gd name="connsiteX3" fmla="*/ 117520 w 143431"/>
                <a:gd name="connsiteY3" fmla="*/ 144315 h 265743"/>
                <a:gd name="connsiteX4" fmla="*/ 139516 w 143431"/>
                <a:gd name="connsiteY4" fmla="*/ 49171 h 265743"/>
                <a:gd name="connsiteX5" fmla="*/ 139630 w 143431"/>
                <a:gd name="connsiteY5" fmla="*/ -120 h 265743"/>
                <a:gd name="connsiteX6" fmla="*/ 116437 w 143431"/>
                <a:gd name="connsiteY6" fmla="*/ 30743 h 265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3431" h="265743">
                  <a:moveTo>
                    <a:pt x="116437" y="30743"/>
                  </a:moveTo>
                  <a:lnTo>
                    <a:pt x="-45" y="265623"/>
                  </a:lnTo>
                  <a:cubicBezTo>
                    <a:pt x="12544" y="243859"/>
                    <a:pt x="39095" y="235455"/>
                    <a:pt x="60036" y="221538"/>
                  </a:cubicBezTo>
                  <a:cubicBezTo>
                    <a:pt x="86706" y="202345"/>
                    <a:pt x="106785" y="175371"/>
                    <a:pt x="117520" y="144315"/>
                  </a:cubicBezTo>
                  <a:cubicBezTo>
                    <a:pt x="128105" y="113442"/>
                    <a:pt x="135476" y="81558"/>
                    <a:pt x="139516" y="49171"/>
                  </a:cubicBezTo>
                  <a:cubicBezTo>
                    <a:pt x="141897" y="34264"/>
                    <a:pt x="146825" y="13378"/>
                    <a:pt x="139630" y="-120"/>
                  </a:cubicBezTo>
                  <a:cubicBezTo>
                    <a:pt x="126240" y="2634"/>
                    <a:pt x="121910" y="19708"/>
                    <a:pt x="116437" y="30743"/>
                  </a:cubicBezTo>
                  <a:close/>
                </a:path>
              </a:pathLst>
            </a:custGeom>
            <a:solidFill>
              <a:srgbClr val="000000">
                <a:alpha val="10000"/>
              </a:srgbClr>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85" name="任意多边形: 形状 84">
              <a:extLst>
                <a:ext uri="{FF2B5EF4-FFF2-40B4-BE49-F238E27FC236}">
                  <a16:creationId xmlns:a16="http://schemas.microsoft.com/office/drawing/2014/main" id="{8D7CD228-36EC-4989-9701-4C66E34AB5AF}"/>
                </a:ext>
              </a:extLst>
            </p:cNvPr>
            <p:cNvSpPr/>
            <p:nvPr/>
          </p:nvSpPr>
          <p:spPr>
            <a:xfrm>
              <a:off x="2795254" y="2464108"/>
              <a:ext cx="331780" cy="376626"/>
            </a:xfrm>
            <a:custGeom>
              <a:avLst/>
              <a:gdLst>
                <a:gd name="connsiteX0" fmla="*/ 283330 w 331780"/>
                <a:gd name="connsiteY0" fmla="*/ 45739 h 376626"/>
                <a:gd name="connsiteX1" fmla="*/ 195944 w 331780"/>
                <a:gd name="connsiteY1" fmla="*/ 113931 h 376626"/>
                <a:gd name="connsiteX2" fmla="*/ 33208 w 331780"/>
                <a:gd name="connsiteY2" fmla="*/ 314007 h 376626"/>
                <a:gd name="connsiteX3" fmla="*/ -45 w 331780"/>
                <a:gd name="connsiteY3" fmla="*/ 374593 h 376626"/>
                <a:gd name="connsiteX4" fmla="*/ 19143 w 331780"/>
                <a:gd name="connsiteY4" fmla="*/ 369628 h 376626"/>
                <a:gd name="connsiteX5" fmla="*/ 110616 w 331780"/>
                <a:gd name="connsiteY5" fmla="*/ 289238 h 376626"/>
                <a:gd name="connsiteX6" fmla="*/ 141123 w 331780"/>
                <a:gd name="connsiteY6" fmla="*/ 258364 h 376626"/>
                <a:gd name="connsiteX7" fmla="*/ 178461 w 331780"/>
                <a:gd name="connsiteY7" fmla="*/ 187884 h 376626"/>
                <a:gd name="connsiteX8" fmla="*/ 234049 w 331780"/>
                <a:gd name="connsiteY8" fmla="*/ 131233 h 376626"/>
                <a:gd name="connsiteX9" fmla="*/ 328064 w 331780"/>
                <a:gd name="connsiteY9" fmla="*/ -120 h 376626"/>
                <a:gd name="connsiteX10" fmla="*/ 283330 w 331780"/>
                <a:gd name="connsiteY10" fmla="*/ 45739 h 376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31780" h="376626">
                  <a:moveTo>
                    <a:pt x="283330" y="45739"/>
                  </a:moveTo>
                  <a:cubicBezTo>
                    <a:pt x="257049" y="71756"/>
                    <a:pt x="224865" y="90883"/>
                    <a:pt x="195944" y="113931"/>
                  </a:cubicBezTo>
                  <a:cubicBezTo>
                    <a:pt x="128403" y="167757"/>
                    <a:pt x="80209" y="241550"/>
                    <a:pt x="33208" y="314007"/>
                  </a:cubicBezTo>
                  <a:cubicBezTo>
                    <a:pt x="19932" y="332919"/>
                    <a:pt x="8780" y="353238"/>
                    <a:pt x="-45" y="374593"/>
                  </a:cubicBezTo>
                  <a:cubicBezTo>
                    <a:pt x="5456" y="379306"/>
                    <a:pt x="13703" y="374410"/>
                    <a:pt x="19143" y="369628"/>
                  </a:cubicBezTo>
                  <a:lnTo>
                    <a:pt x="110616" y="289238"/>
                  </a:lnTo>
                  <a:cubicBezTo>
                    <a:pt x="121843" y="280049"/>
                    <a:pt x="132069" y="269700"/>
                    <a:pt x="141123" y="258364"/>
                  </a:cubicBezTo>
                  <a:cubicBezTo>
                    <a:pt x="156995" y="236983"/>
                    <a:pt x="164037" y="210267"/>
                    <a:pt x="178461" y="187884"/>
                  </a:cubicBezTo>
                  <a:cubicBezTo>
                    <a:pt x="194167" y="166423"/>
                    <a:pt x="212889" y="147343"/>
                    <a:pt x="234049" y="131233"/>
                  </a:cubicBezTo>
                  <a:cubicBezTo>
                    <a:pt x="255037" y="113224"/>
                    <a:pt x="351609" y="31576"/>
                    <a:pt x="328064" y="-120"/>
                  </a:cubicBezTo>
                  <a:cubicBezTo>
                    <a:pt x="311090" y="8432"/>
                    <a:pt x="297217" y="31992"/>
                    <a:pt x="283330" y="45739"/>
                  </a:cubicBezTo>
                  <a:close/>
                </a:path>
              </a:pathLst>
            </a:custGeom>
            <a:solidFill>
              <a:srgbClr val="000000">
                <a:alpha val="10000"/>
              </a:srgbClr>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86" name="任意多边形: 形状 85">
              <a:extLst>
                <a:ext uri="{FF2B5EF4-FFF2-40B4-BE49-F238E27FC236}">
                  <a16:creationId xmlns:a16="http://schemas.microsoft.com/office/drawing/2014/main" id="{C4593343-5A0C-4C9C-8FFF-988BE92EFB8E}"/>
                </a:ext>
              </a:extLst>
            </p:cNvPr>
            <p:cNvSpPr/>
            <p:nvPr/>
          </p:nvSpPr>
          <p:spPr>
            <a:xfrm>
              <a:off x="2502883" y="1437489"/>
              <a:ext cx="827987" cy="593550"/>
            </a:xfrm>
            <a:custGeom>
              <a:avLst/>
              <a:gdLst>
                <a:gd name="connsiteX0" fmla="*/ 775558 w 827987"/>
                <a:gd name="connsiteY0" fmla="*/ 54245 h 593550"/>
                <a:gd name="connsiteX1" fmla="*/ 678746 w 827987"/>
                <a:gd name="connsiteY1" fmla="*/ 22378 h 593550"/>
                <a:gd name="connsiteX2" fmla="*/ 617146 w 827987"/>
                <a:gd name="connsiteY2" fmla="*/ 17948 h 593550"/>
                <a:gd name="connsiteX3" fmla="*/ 560666 w 827987"/>
                <a:gd name="connsiteY3" fmla="*/ 28744 h 593550"/>
                <a:gd name="connsiteX4" fmla="*/ 482009 w 827987"/>
                <a:gd name="connsiteY4" fmla="*/ 12224 h 593550"/>
                <a:gd name="connsiteX5" fmla="*/ 404147 w 827987"/>
                <a:gd name="connsiteY5" fmla="*/ 18116 h 593550"/>
                <a:gd name="connsiteX6" fmla="*/ 387199 w 827987"/>
                <a:gd name="connsiteY6" fmla="*/ 27118 h 593550"/>
                <a:gd name="connsiteX7" fmla="*/ 369681 w 827987"/>
                <a:gd name="connsiteY7" fmla="*/ 18526 h 593550"/>
                <a:gd name="connsiteX8" fmla="*/ 245299 w 827987"/>
                <a:gd name="connsiteY8" fmla="*/ 25081 h 593550"/>
                <a:gd name="connsiteX9" fmla="*/ 143191 w 827987"/>
                <a:gd name="connsiteY9" fmla="*/ 197725 h 593550"/>
                <a:gd name="connsiteX10" fmla="*/ 97333 w 827987"/>
                <a:gd name="connsiteY10" fmla="*/ 228830 h 593550"/>
                <a:gd name="connsiteX11" fmla="*/ 89426 w 827987"/>
                <a:gd name="connsiteY11" fmla="*/ 243787 h 593550"/>
                <a:gd name="connsiteX12" fmla="*/ 75452 w 827987"/>
                <a:gd name="connsiteY12" fmla="*/ 253745 h 593550"/>
                <a:gd name="connsiteX13" fmla="*/ 27541 w 827987"/>
                <a:gd name="connsiteY13" fmla="*/ 281286 h 593550"/>
                <a:gd name="connsiteX14" fmla="*/ -34 w 827987"/>
                <a:gd name="connsiteY14" fmla="*/ 327509 h 593550"/>
                <a:gd name="connsiteX15" fmla="*/ 8434 w 827987"/>
                <a:gd name="connsiteY15" fmla="*/ 366383 h 593550"/>
                <a:gd name="connsiteX16" fmla="*/ 362899 w 827987"/>
                <a:gd name="connsiteY16" fmla="*/ 593045 h 593550"/>
                <a:gd name="connsiteX17" fmla="*/ 400031 w 827987"/>
                <a:gd name="connsiteY17" fmla="*/ 581456 h 593550"/>
                <a:gd name="connsiteX18" fmla="*/ 413046 w 827987"/>
                <a:gd name="connsiteY18" fmla="*/ 560020 h 593550"/>
                <a:gd name="connsiteX19" fmla="*/ 524281 w 827987"/>
                <a:gd name="connsiteY19" fmla="*/ 405958 h 593550"/>
                <a:gd name="connsiteX20" fmla="*/ 576390 w 827987"/>
                <a:gd name="connsiteY20" fmla="*/ 305207 h 593550"/>
                <a:gd name="connsiteX21" fmla="*/ 699275 w 827987"/>
                <a:gd name="connsiteY21" fmla="*/ 186177 h 593550"/>
                <a:gd name="connsiteX22" fmla="*/ 785966 w 827987"/>
                <a:gd name="connsiteY22" fmla="*/ 147391 h 593550"/>
                <a:gd name="connsiteX23" fmla="*/ 825165 w 827987"/>
                <a:gd name="connsiteY23" fmla="*/ 114834 h 593550"/>
                <a:gd name="connsiteX24" fmla="*/ 775558 w 827987"/>
                <a:gd name="connsiteY24" fmla="*/ 54245 h 593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827987" h="593550">
                  <a:moveTo>
                    <a:pt x="775558" y="54245"/>
                  </a:moveTo>
                  <a:cubicBezTo>
                    <a:pt x="746537" y="36180"/>
                    <a:pt x="712373" y="28520"/>
                    <a:pt x="678746" y="22378"/>
                  </a:cubicBezTo>
                  <a:cubicBezTo>
                    <a:pt x="658557" y="17783"/>
                    <a:pt x="637785" y="16290"/>
                    <a:pt x="617146" y="17948"/>
                  </a:cubicBezTo>
                  <a:cubicBezTo>
                    <a:pt x="598104" y="20324"/>
                    <a:pt x="579827" y="27677"/>
                    <a:pt x="560666" y="28744"/>
                  </a:cubicBezTo>
                  <a:cubicBezTo>
                    <a:pt x="533772" y="30243"/>
                    <a:pt x="507989" y="19334"/>
                    <a:pt x="482009" y="12224"/>
                  </a:cubicBezTo>
                  <a:cubicBezTo>
                    <a:pt x="456030" y="5114"/>
                    <a:pt x="426019" y="2397"/>
                    <a:pt x="404147" y="18116"/>
                  </a:cubicBezTo>
                  <a:cubicBezTo>
                    <a:pt x="399492" y="22699"/>
                    <a:pt x="393603" y="25827"/>
                    <a:pt x="387199" y="27118"/>
                  </a:cubicBezTo>
                  <a:cubicBezTo>
                    <a:pt x="380557" y="26312"/>
                    <a:pt x="374384" y="23284"/>
                    <a:pt x="369681" y="18526"/>
                  </a:cubicBezTo>
                  <a:cubicBezTo>
                    <a:pt x="331777" y="-8604"/>
                    <a:pt x="280141" y="-5882"/>
                    <a:pt x="245299" y="25081"/>
                  </a:cubicBezTo>
                  <a:cubicBezTo>
                    <a:pt x="195702" y="71586"/>
                    <a:pt x="201315" y="162453"/>
                    <a:pt x="143191" y="197725"/>
                  </a:cubicBezTo>
                  <a:cubicBezTo>
                    <a:pt x="127169" y="207447"/>
                    <a:pt x="106687" y="212591"/>
                    <a:pt x="97333" y="228830"/>
                  </a:cubicBezTo>
                  <a:cubicBezTo>
                    <a:pt x="95068" y="234004"/>
                    <a:pt x="92426" y="239003"/>
                    <a:pt x="89426" y="243787"/>
                  </a:cubicBezTo>
                  <a:cubicBezTo>
                    <a:pt x="85532" y="248066"/>
                    <a:pt x="80767" y="251461"/>
                    <a:pt x="75452" y="253745"/>
                  </a:cubicBezTo>
                  <a:cubicBezTo>
                    <a:pt x="58586" y="261272"/>
                    <a:pt x="42533" y="270500"/>
                    <a:pt x="27541" y="281286"/>
                  </a:cubicBezTo>
                  <a:cubicBezTo>
                    <a:pt x="12429" y="292288"/>
                    <a:pt x="2468" y="308985"/>
                    <a:pt x="-34" y="327509"/>
                  </a:cubicBezTo>
                  <a:cubicBezTo>
                    <a:pt x="-248" y="340947"/>
                    <a:pt x="2650" y="354252"/>
                    <a:pt x="8434" y="366383"/>
                  </a:cubicBezTo>
                  <a:cubicBezTo>
                    <a:pt x="66717" y="509337"/>
                    <a:pt x="208684" y="600116"/>
                    <a:pt x="362899" y="593045"/>
                  </a:cubicBezTo>
                  <a:cubicBezTo>
                    <a:pt x="376262" y="593733"/>
                    <a:pt x="389431" y="589623"/>
                    <a:pt x="400031" y="581456"/>
                  </a:cubicBezTo>
                  <a:cubicBezTo>
                    <a:pt x="405623" y="575152"/>
                    <a:pt x="410032" y="567890"/>
                    <a:pt x="413046" y="560020"/>
                  </a:cubicBezTo>
                  <a:cubicBezTo>
                    <a:pt x="440371" y="502726"/>
                    <a:pt x="491692" y="460431"/>
                    <a:pt x="524281" y="405958"/>
                  </a:cubicBezTo>
                  <a:cubicBezTo>
                    <a:pt x="543703" y="373493"/>
                    <a:pt x="556171" y="337182"/>
                    <a:pt x="576390" y="305207"/>
                  </a:cubicBezTo>
                  <a:cubicBezTo>
                    <a:pt x="607039" y="256734"/>
                    <a:pt x="653651" y="220926"/>
                    <a:pt x="699275" y="186177"/>
                  </a:cubicBezTo>
                  <a:cubicBezTo>
                    <a:pt x="725002" y="166582"/>
                    <a:pt x="753645" y="146018"/>
                    <a:pt x="785966" y="147391"/>
                  </a:cubicBezTo>
                  <a:cubicBezTo>
                    <a:pt x="814773" y="148618"/>
                    <a:pt x="835725" y="150164"/>
                    <a:pt x="825165" y="114834"/>
                  </a:cubicBezTo>
                  <a:cubicBezTo>
                    <a:pt x="816365" y="89379"/>
                    <a:pt x="798776" y="67896"/>
                    <a:pt x="775558" y="54245"/>
                  </a:cubicBezTo>
                  <a:close/>
                </a:path>
              </a:pathLst>
            </a:custGeom>
            <a:solidFill>
              <a:srgbClr val="3F3D56"/>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87" name="任意多边形: 形状 86">
              <a:extLst>
                <a:ext uri="{FF2B5EF4-FFF2-40B4-BE49-F238E27FC236}">
                  <a16:creationId xmlns:a16="http://schemas.microsoft.com/office/drawing/2014/main" id="{205CF16B-06A1-4AF3-B3BE-1B00DCAD26FE}"/>
                </a:ext>
              </a:extLst>
            </p:cNvPr>
            <p:cNvSpPr/>
            <p:nvPr/>
          </p:nvSpPr>
          <p:spPr>
            <a:xfrm>
              <a:off x="2502883" y="1437487"/>
              <a:ext cx="827989" cy="593550"/>
            </a:xfrm>
            <a:custGeom>
              <a:avLst/>
              <a:gdLst>
                <a:gd name="connsiteX0" fmla="*/ 775558 w 827987"/>
                <a:gd name="connsiteY0" fmla="*/ 54245 h 593550"/>
                <a:gd name="connsiteX1" fmla="*/ 678746 w 827987"/>
                <a:gd name="connsiteY1" fmla="*/ 22378 h 593550"/>
                <a:gd name="connsiteX2" fmla="*/ 617146 w 827987"/>
                <a:gd name="connsiteY2" fmla="*/ 17948 h 593550"/>
                <a:gd name="connsiteX3" fmla="*/ 560666 w 827987"/>
                <a:gd name="connsiteY3" fmla="*/ 28744 h 593550"/>
                <a:gd name="connsiteX4" fmla="*/ 482009 w 827987"/>
                <a:gd name="connsiteY4" fmla="*/ 12224 h 593550"/>
                <a:gd name="connsiteX5" fmla="*/ 404147 w 827987"/>
                <a:gd name="connsiteY5" fmla="*/ 18116 h 593550"/>
                <a:gd name="connsiteX6" fmla="*/ 387199 w 827987"/>
                <a:gd name="connsiteY6" fmla="*/ 27118 h 593550"/>
                <a:gd name="connsiteX7" fmla="*/ 369681 w 827987"/>
                <a:gd name="connsiteY7" fmla="*/ 18526 h 593550"/>
                <a:gd name="connsiteX8" fmla="*/ 245299 w 827987"/>
                <a:gd name="connsiteY8" fmla="*/ 25081 h 593550"/>
                <a:gd name="connsiteX9" fmla="*/ 143191 w 827987"/>
                <a:gd name="connsiteY9" fmla="*/ 197725 h 593550"/>
                <a:gd name="connsiteX10" fmla="*/ 97333 w 827987"/>
                <a:gd name="connsiteY10" fmla="*/ 228830 h 593550"/>
                <a:gd name="connsiteX11" fmla="*/ 89426 w 827987"/>
                <a:gd name="connsiteY11" fmla="*/ 243787 h 593550"/>
                <a:gd name="connsiteX12" fmla="*/ 75452 w 827987"/>
                <a:gd name="connsiteY12" fmla="*/ 253745 h 593550"/>
                <a:gd name="connsiteX13" fmla="*/ 27541 w 827987"/>
                <a:gd name="connsiteY13" fmla="*/ 281286 h 593550"/>
                <a:gd name="connsiteX14" fmla="*/ -34 w 827987"/>
                <a:gd name="connsiteY14" fmla="*/ 327509 h 593550"/>
                <a:gd name="connsiteX15" fmla="*/ 8434 w 827987"/>
                <a:gd name="connsiteY15" fmla="*/ 366383 h 593550"/>
                <a:gd name="connsiteX16" fmla="*/ 362899 w 827987"/>
                <a:gd name="connsiteY16" fmla="*/ 593045 h 593550"/>
                <a:gd name="connsiteX17" fmla="*/ 400031 w 827987"/>
                <a:gd name="connsiteY17" fmla="*/ 581456 h 593550"/>
                <a:gd name="connsiteX18" fmla="*/ 413046 w 827987"/>
                <a:gd name="connsiteY18" fmla="*/ 560020 h 593550"/>
                <a:gd name="connsiteX19" fmla="*/ 524281 w 827987"/>
                <a:gd name="connsiteY19" fmla="*/ 405958 h 593550"/>
                <a:gd name="connsiteX20" fmla="*/ 576390 w 827987"/>
                <a:gd name="connsiteY20" fmla="*/ 305207 h 593550"/>
                <a:gd name="connsiteX21" fmla="*/ 699275 w 827987"/>
                <a:gd name="connsiteY21" fmla="*/ 186177 h 593550"/>
                <a:gd name="connsiteX22" fmla="*/ 785966 w 827987"/>
                <a:gd name="connsiteY22" fmla="*/ 147391 h 593550"/>
                <a:gd name="connsiteX23" fmla="*/ 825165 w 827987"/>
                <a:gd name="connsiteY23" fmla="*/ 114834 h 593550"/>
                <a:gd name="connsiteX24" fmla="*/ 775558 w 827987"/>
                <a:gd name="connsiteY24" fmla="*/ 54245 h 593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827987" h="593550">
                  <a:moveTo>
                    <a:pt x="775558" y="54245"/>
                  </a:moveTo>
                  <a:cubicBezTo>
                    <a:pt x="746537" y="36180"/>
                    <a:pt x="712373" y="28520"/>
                    <a:pt x="678746" y="22378"/>
                  </a:cubicBezTo>
                  <a:cubicBezTo>
                    <a:pt x="658557" y="17783"/>
                    <a:pt x="637785" y="16290"/>
                    <a:pt x="617146" y="17948"/>
                  </a:cubicBezTo>
                  <a:cubicBezTo>
                    <a:pt x="598104" y="20324"/>
                    <a:pt x="579827" y="27677"/>
                    <a:pt x="560666" y="28744"/>
                  </a:cubicBezTo>
                  <a:cubicBezTo>
                    <a:pt x="533772" y="30243"/>
                    <a:pt x="507989" y="19334"/>
                    <a:pt x="482009" y="12224"/>
                  </a:cubicBezTo>
                  <a:cubicBezTo>
                    <a:pt x="456030" y="5114"/>
                    <a:pt x="426019" y="2397"/>
                    <a:pt x="404147" y="18116"/>
                  </a:cubicBezTo>
                  <a:cubicBezTo>
                    <a:pt x="399492" y="22699"/>
                    <a:pt x="393603" y="25827"/>
                    <a:pt x="387199" y="27118"/>
                  </a:cubicBezTo>
                  <a:cubicBezTo>
                    <a:pt x="380557" y="26312"/>
                    <a:pt x="374384" y="23284"/>
                    <a:pt x="369681" y="18526"/>
                  </a:cubicBezTo>
                  <a:cubicBezTo>
                    <a:pt x="331777" y="-8604"/>
                    <a:pt x="280141" y="-5882"/>
                    <a:pt x="245299" y="25081"/>
                  </a:cubicBezTo>
                  <a:cubicBezTo>
                    <a:pt x="195702" y="71586"/>
                    <a:pt x="201315" y="162453"/>
                    <a:pt x="143191" y="197725"/>
                  </a:cubicBezTo>
                  <a:cubicBezTo>
                    <a:pt x="127169" y="207447"/>
                    <a:pt x="106687" y="212591"/>
                    <a:pt x="97333" y="228830"/>
                  </a:cubicBezTo>
                  <a:cubicBezTo>
                    <a:pt x="95068" y="234004"/>
                    <a:pt x="92426" y="239003"/>
                    <a:pt x="89426" y="243787"/>
                  </a:cubicBezTo>
                  <a:cubicBezTo>
                    <a:pt x="85532" y="248066"/>
                    <a:pt x="80767" y="251461"/>
                    <a:pt x="75452" y="253745"/>
                  </a:cubicBezTo>
                  <a:cubicBezTo>
                    <a:pt x="58586" y="261272"/>
                    <a:pt x="42533" y="270500"/>
                    <a:pt x="27541" y="281286"/>
                  </a:cubicBezTo>
                  <a:cubicBezTo>
                    <a:pt x="12429" y="292288"/>
                    <a:pt x="2468" y="308985"/>
                    <a:pt x="-34" y="327509"/>
                  </a:cubicBezTo>
                  <a:cubicBezTo>
                    <a:pt x="-248" y="340947"/>
                    <a:pt x="2650" y="354252"/>
                    <a:pt x="8434" y="366383"/>
                  </a:cubicBezTo>
                  <a:cubicBezTo>
                    <a:pt x="66717" y="509337"/>
                    <a:pt x="208684" y="600116"/>
                    <a:pt x="362899" y="593045"/>
                  </a:cubicBezTo>
                  <a:cubicBezTo>
                    <a:pt x="376262" y="593733"/>
                    <a:pt x="389431" y="589623"/>
                    <a:pt x="400031" y="581456"/>
                  </a:cubicBezTo>
                  <a:cubicBezTo>
                    <a:pt x="405623" y="575152"/>
                    <a:pt x="410032" y="567890"/>
                    <a:pt x="413046" y="560020"/>
                  </a:cubicBezTo>
                  <a:cubicBezTo>
                    <a:pt x="440371" y="502726"/>
                    <a:pt x="491692" y="460431"/>
                    <a:pt x="524281" y="405958"/>
                  </a:cubicBezTo>
                  <a:cubicBezTo>
                    <a:pt x="543703" y="373493"/>
                    <a:pt x="556171" y="337182"/>
                    <a:pt x="576390" y="305207"/>
                  </a:cubicBezTo>
                  <a:cubicBezTo>
                    <a:pt x="607039" y="256734"/>
                    <a:pt x="653651" y="220926"/>
                    <a:pt x="699275" y="186177"/>
                  </a:cubicBezTo>
                  <a:cubicBezTo>
                    <a:pt x="725002" y="166582"/>
                    <a:pt x="753645" y="146018"/>
                    <a:pt x="785966" y="147391"/>
                  </a:cubicBezTo>
                  <a:cubicBezTo>
                    <a:pt x="814773" y="148618"/>
                    <a:pt x="835725" y="150164"/>
                    <a:pt x="825165" y="114834"/>
                  </a:cubicBezTo>
                  <a:cubicBezTo>
                    <a:pt x="816365" y="89379"/>
                    <a:pt x="798776" y="67896"/>
                    <a:pt x="775558" y="54245"/>
                  </a:cubicBezTo>
                  <a:close/>
                </a:path>
              </a:pathLst>
            </a:custGeom>
            <a:solidFill>
              <a:srgbClr val="000000">
                <a:alpha val="5000"/>
              </a:srgbClr>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88" name="任意多边形: 形状 87">
              <a:extLst>
                <a:ext uri="{FF2B5EF4-FFF2-40B4-BE49-F238E27FC236}">
                  <a16:creationId xmlns:a16="http://schemas.microsoft.com/office/drawing/2014/main" id="{4D073F9F-7837-45C7-B076-9A5C0D3A64C8}"/>
                </a:ext>
              </a:extLst>
            </p:cNvPr>
            <p:cNvSpPr/>
            <p:nvPr/>
          </p:nvSpPr>
          <p:spPr>
            <a:xfrm>
              <a:off x="2700122" y="5196663"/>
              <a:ext cx="741221" cy="283677"/>
            </a:xfrm>
            <a:custGeom>
              <a:avLst/>
              <a:gdLst>
                <a:gd name="connsiteX0" fmla="*/ 719097 w 741221"/>
                <a:gd name="connsiteY0" fmla="*/ 215658 h 283677"/>
                <a:gd name="connsiteX1" fmla="*/ 646396 w 741221"/>
                <a:gd name="connsiteY1" fmla="*/ 247637 h 283677"/>
                <a:gd name="connsiteX2" fmla="*/ 465445 w 741221"/>
                <a:gd name="connsiteY2" fmla="*/ 270001 h 283677"/>
                <a:gd name="connsiteX3" fmla="*/ 406367 w 741221"/>
                <a:gd name="connsiteY3" fmla="*/ 274517 h 283677"/>
                <a:gd name="connsiteX4" fmla="*/ 232993 w 741221"/>
                <a:gd name="connsiteY4" fmla="*/ 283551 h 283677"/>
                <a:gd name="connsiteX5" fmla="*/ 19772 w 741221"/>
                <a:gd name="connsiteY5" fmla="*/ 265120 h 283677"/>
                <a:gd name="connsiteX6" fmla="*/ 38 w 741221"/>
                <a:gd name="connsiteY6" fmla="*/ 248840 h 283677"/>
                <a:gd name="connsiteX7" fmla="*/ 322 w 741221"/>
                <a:gd name="connsiteY7" fmla="*/ 243486 h 283677"/>
                <a:gd name="connsiteX8" fmla="*/ 26546 w 741221"/>
                <a:gd name="connsiteY8" fmla="*/ 29463 h 283677"/>
                <a:gd name="connsiteX9" fmla="*/ 87300 w 741221"/>
                <a:gd name="connsiteY9" fmla="*/ 67998 h 283677"/>
                <a:gd name="connsiteX10" fmla="*/ 134286 w 741221"/>
                <a:gd name="connsiteY10" fmla="*/ 92984 h 283677"/>
                <a:gd name="connsiteX11" fmla="*/ 307733 w 741221"/>
                <a:gd name="connsiteY11" fmla="*/ 27860 h 283677"/>
                <a:gd name="connsiteX12" fmla="*/ 339858 w 741221"/>
                <a:gd name="connsiteY12" fmla="*/ 7973 h 283677"/>
                <a:gd name="connsiteX13" fmla="*/ 365865 w 741221"/>
                <a:gd name="connsiteY13" fmla="*/ 543 h 283677"/>
                <a:gd name="connsiteX14" fmla="*/ 454373 w 741221"/>
                <a:gd name="connsiteY14" fmla="*/ 18463 h 283677"/>
                <a:gd name="connsiteX15" fmla="*/ 556285 w 741221"/>
                <a:gd name="connsiteY15" fmla="*/ 79581 h 283677"/>
                <a:gd name="connsiteX16" fmla="*/ 647634 w 741221"/>
                <a:gd name="connsiteY16" fmla="*/ 108501 h 283677"/>
                <a:gd name="connsiteX17" fmla="*/ 734832 w 741221"/>
                <a:gd name="connsiteY17" fmla="*/ 142957 h 283677"/>
                <a:gd name="connsiteX18" fmla="*/ 734905 w 741221"/>
                <a:gd name="connsiteY18" fmla="*/ 143176 h 283677"/>
                <a:gd name="connsiteX19" fmla="*/ 719097 w 741221"/>
                <a:gd name="connsiteY19" fmla="*/ 215658 h 283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41221" h="283677">
                  <a:moveTo>
                    <a:pt x="719097" y="215658"/>
                  </a:moveTo>
                  <a:cubicBezTo>
                    <a:pt x="699501" y="233943"/>
                    <a:pt x="672548" y="241955"/>
                    <a:pt x="646396" y="247637"/>
                  </a:cubicBezTo>
                  <a:cubicBezTo>
                    <a:pt x="586671" y="259284"/>
                    <a:pt x="526208" y="266757"/>
                    <a:pt x="465445" y="270001"/>
                  </a:cubicBezTo>
                  <a:cubicBezTo>
                    <a:pt x="445777" y="271458"/>
                    <a:pt x="426035" y="272988"/>
                    <a:pt x="406367" y="274517"/>
                  </a:cubicBezTo>
                  <a:cubicBezTo>
                    <a:pt x="348673" y="278889"/>
                    <a:pt x="290905" y="283332"/>
                    <a:pt x="232993" y="283551"/>
                  </a:cubicBezTo>
                  <a:cubicBezTo>
                    <a:pt x="161511" y="283793"/>
                    <a:pt x="90152" y="277625"/>
                    <a:pt x="19772" y="265120"/>
                  </a:cubicBezTo>
                  <a:cubicBezTo>
                    <a:pt x="9827" y="266074"/>
                    <a:pt x="991" y="258785"/>
                    <a:pt x="38" y="248840"/>
                  </a:cubicBezTo>
                  <a:cubicBezTo>
                    <a:pt x="-134" y="247051"/>
                    <a:pt x="-38" y="245246"/>
                    <a:pt x="322" y="243486"/>
                  </a:cubicBezTo>
                  <a:cubicBezTo>
                    <a:pt x="1574" y="171425"/>
                    <a:pt x="10363" y="99694"/>
                    <a:pt x="26546" y="29463"/>
                  </a:cubicBezTo>
                  <a:cubicBezTo>
                    <a:pt x="33249" y="616"/>
                    <a:pt x="84968" y="65303"/>
                    <a:pt x="87300" y="67998"/>
                  </a:cubicBezTo>
                  <a:cubicBezTo>
                    <a:pt x="101651" y="84316"/>
                    <a:pt x="112505" y="91819"/>
                    <a:pt x="134286" y="92984"/>
                  </a:cubicBezTo>
                  <a:cubicBezTo>
                    <a:pt x="193801" y="96263"/>
                    <a:pt x="260456" y="60058"/>
                    <a:pt x="307733" y="27860"/>
                  </a:cubicBezTo>
                  <a:cubicBezTo>
                    <a:pt x="317857" y="20330"/>
                    <a:pt x="328604" y="13677"/>
                    <a:pt x="339858" y="7973"/>
                  </a:cubicBezTo>
                  <a:cubicBezTo>
                    <a:pt x="348126" y="4263"/>
                    <a:pt x="356884" y="1761"/>
                    <a:pt x="365865" y="543"/>
                  </a:cubicBezTo>
                  <a:cubicBezTo>
                    <a:pt x="396486" y="-2280"/>
                    <a:pt x="427262" y="3952"/>
                    <a:pt x="454373" y="18463"/>
                  </a:cubicBezTo>
                  <a:cubicBezTo>
                    <a:pt x="489922" y="36091"/>
                    <a:pt x="521101" y="61442"/>
                    <a:pt x="556285" y="79581"/>
                  </a:cubicBezTo>
                  <a:cubicBezTo>
                    <a:pt x="584895" y="94281"/>
                    <a:pt x="615776" y="104058"/>
                    <a:pt x="647634" y="108501"/>
                  </a:cubicBezTo>
                  <a:cubicBezTo>
                    <a:pt x="679833" y="112944"/>
                    <a:pt x="718295" y="115057"/>
                    <a:pt x="734832" y="142957"/>
                  </a:cubicBezTo>
                  <a:cubicBezTo>
                    <a:pt x="734888" y="143015"/>
                    <a:pt x="734915" y="143096"/>
                    <a:pt x="734905" y="143176"/>
                  </a:cubicBezTo>
                  <a:cubicBezTo>
                    <a:pt x="748454" y="166268"/>
                    <a:pt x="738619" y="197446"/>
                    <a:pt x="719097" y="215658"/>
                  </a:cubicBezTo>
                  <a:close/>
                </a:path>
              </a:pathLst>
            </a:custGeom>
            <a:solidFill>
              <a:srgbClr val="2F2E41"/>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89" name="任意多边形: 形状 88">
              <a:extLst>
                <a:ext uri="{FF2B5EF4-FFF2-40B4-BE49-F238E27FC236}">
                  <a16:creationId xmlns:a16="http://schemas.microsoft.com/office/drawing/2014/main" id="{319BDA30-BD92-49E1-B0A4-CC36423F0233}"/>
                </a:ext>
              </a:extLst>
            </p:cNvPr>
            <p:cNvSpPr/>
            <p:nvPr/>
          </p:nvSpPr>
          <p:spPr>
            <a:xfrm>
              <a:off x="2689828" y="5197325"/>
              <a:ext cx="755498" cy="293676"/>
            </a:xfrm>
            <a:custGeom>
              <a:avLst/>
              <a:gdLst>
                <a:gd name="connsiteX0" fmla="*/ 729391 w 755498"/>
                <a:gd name="connsiteY0" fmla="*/ 225656 h 293676"/>
                <a:gd name="connsiteX1" fmla="*/ 656690 w 755498"/>
                <a:gd name="connsiteY1" fmla="*/ 257636 h 293676"/>
                <a:gd name="connsiteX2" fmla="*/ 475739 w 755498"/>
                <a:gd name="connsiteY2" fmla="*/ 280000 h 293676"/>
                <a:gd name="connsiteX3" fmla="*/ 416662 w 755498"/>
                <a:gd name="connsiteY3" fmla="*/ 284516 h 293676"/>
                <a:gd name="connsiteX4" fmla="*/ 243287 w 755498"/>
                <a:gd name="connsiteY4" fmla="*/ 293549 h 293676"/>
                <a:gd name="connsiteX5" fmla="*/ 30066 w 755498"/>
                <a:gd name="connsiteY5" fmla="*/ 275119 h 293676"/>
                <a:gd name="connsiteX6" fmla="*/ 13165 w 755498"/>
                <a:gd name="connsiteY6" fmla="*/ 266960 h 293676"/>
                <a:gd name="connsiteX7" fmla="*/ -45 w 755498"/>
                <a:gd name="connsiteY7" fmla="*/ 242822 h 293676"/>
                <a:gd name="connsiteX8" fmla="*/ 36840 w 755498"/>
                <a:gd name="connsiteY8" fmla="*/ 28800 h 293676"/>
                <a:gd name="connsiteX9" fmla="*/ 97594 w 755498"/>
                <a:gd name="connsiteY9" fmla="*/ 67335 h 293676"/>
                <a:gd name="connsiteX10" fmla="*/ 144580 w 755498"/>
                <a:gd name="connsiteY10" fmla="*/ 92321 h 293676"/>
                <a:gd name="connsiteX11" fmla="*/ 318027 w 755498"/>
                <a:gd name="connsiteY11" fmla="*/ 27197 h 293676"/>
                <a:gd name="connsiteX12" fmla="*/ 350152 w 755498"/>
                <a:gd name="connsiteY12" fmla="*/ 7310 h 293676"/>
                <a:gd name="connsiteX13" fmla="*/ 376159 w 755498"/>
                <a:gd name="connsiteY13" fmla="*/ -120 h 293676"/>
                <a:gd name="connsiteX14" fmla="*/ 275411 w 755498"/>
                <a:gd name="connsiteY14" fmla="*/ 110169 h 293676"/>
                <a:gd name="connsiteX15" fmla="*/ 63576 w 755498"/>
                <a:gd name="connsiteY15" fmla="*/ 129838 h 293676"/>
                <a:gd name="connsiteX16" fmla="*/ 48569 w 755498"/>
                <a:gd name="connsiteY16" fmla="*/ 133480 h 293676"/>
                <a:gd name="connsiteX17" fmla="*/ 39755 w 755498"/>
                <a:gd name="connsiteY17" fmla="*/ 161599 h 293676"/>
                <a:gd name="connsiteX18" fmla="*/ 57310 w 755498"/>
                <a:gd name="connsiteY18" fmla="*/ 207346 h 293676"/>
                <a:gd name="connsiteX19" fmla="*/ 81058 w 755498"/>
                <a:gd name="connsiteY19" fmla="*/ 212300 h 293676"/>
                <a:gd name="connsiteX20" fmla="*/ 609267 w 755498"/>
                <a:gd name="connsiteY20" fmla="*/ 193796 h 293676"/>
                <a:gd name="connsiteX21" fmla="*/ 695299 w 755498"/>
                <a:gd name="connsiteY21" fmla="*/ 174637 h 293676"/>
                <a:gd name="connsiteX22" fmla="*/ 745198 w 755498"/>
                <a:gd name="connsiteY22" fmla="*/ 142513 h 293676"/>
                <a:gd name="connsiteX23" fmla="*/ 729391 w 755498"/>
                <a:gd name="connsiteY23" fmla="*/ 225656 h 293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755498" h="293676">
                  <a:moveTo>
                    <a:pt x="729391" y="225656"/>
                  </a:moveTo>
                  <a:cubicBezTo>
                    <a:pt x="709795" y="243941"/>
                    <a:pt x="682842" y="251954"/>
                    <a:pt x="656690" y="257636"/>
                  </a:cubicBezTo>
                  <a:cubicBezTo>
                    <a:pt x="596965" y="269283"/>
                    <a:pt x="536502" y="276756"/>
                    <a:pt x="475739" y="280000"/>
                  </a:cubicBezTo>
                  <a:cubicBezTo>
                    <a:pt x="456071" y="281457"/>
                    <a:pt x="436330" y="282987"/>
                    <a:pt x="416662" y="284516"/>
                  </a:cubicBezTo>
                  <a:cubicBezTo>
                    <a:pt x="358967" y="288887"/>
                    <a:pt x="301199" y="293331"/>
                    <a:pt x="243287" y="293549"/>
                  </a:cubicBezTo>
                  <a:cubicBezTo>
                    <a:pt x="171806" y="293792"/>
                    <a:pt x="100446" y="287623"/>
                    <a:pt x="30066" y="275119"/>
                  </a:cubicBezTo>
                  <a:cubicBezTo>
                    <a:pt x="23544" y="274861"/>
                    <a:pt x="17423" y="271906"/>
                    <a:pt x="13165" y="266960"/>
                  </a:cubicBezTo>
                  <a:cubicBezTo>
                    <a:pt x="7608" y="259602"/>
                    <a:pt x="3158" y="251469"/>
                    <a:pt x="-45" y="242822"/>
                  </a:cubicBezTo>
                  <a:cubicBezTo>
                    <a:pt x="1193" y="170850"/>
                    <a:pt x="20668" y="98951"/>
                    <a:pt x="36840" y="28800"/>
                  </a:cubicBezTo>
                  <a:cubicBezTo>
                    <a:pt x="43543" y="-47"/>
                    <a:pt x="95263" y="64640"/>
                    <a:pt x="97594" y="67335"/>
                  </a:cubicBezTo>
                  <a:cubicBezTo>
                    <a:pt x="111945" y="83653"/>
                    <a:pt x="122799" y="91156"/>
                    <a:pt x="144580" y="92321"/>
                  </a:cubicBezTo>
                  <a:cubicBezTo>
                    <a:pt x="204095" y="95600"/>
                    <a:pt x="270750" y="59395"/>
                    <a:pt x="318027" y="27197"/>
                  </a:cubicBezTo>
                  <a:cubicBezTo>
                    <a:pt x="328151" y="19667"/>
                    <a:pt x="338898" y="13014"/>
                    <a:pt x="350152" y="7310"/>
                  </a:cubicBezTo>
                  <a:cubicBezTo>
                    <a:pt x="358420" y="3600"/>
                    <a:pt x="367179" y="1098"/>
                    <a:pt x="376159" y="-120"/>
                  </a:cubicBezTo>
                  <a:cubicBezTo>
                    <a:pt x="368509" y="42713"/>
                    <a:pt x="307100" y="94434"/>
                    <a:pt x="275411" y="110169"/>
                  </a:cubicBezTo>
                  <a:cubicBezTo>
                    <a:pt x="211307" y="142003"/>
                    <a:pt x="135110" y="126122"/>
                    <a:pt x="63576" y="129838"/>
                  </a:cubicBezTo>
                  <a:cubicBezTo>
                    <a:pt x="58339" y="129700"/>
                    <a:pt x="53160" y="130957"/>
                    <a:pt x="48569" y="133480"/>
                  </a:cubicBezTo>
                  <a:cubicBezTo>
                    <a:pt x="39973" y="139162"/>
                    <a:pt x="39463" y="151327"/>
                    <a:pt x="39755" y="161599"/>
                  </a:cubicBezTo>
                  <a:cubicBezTo>
                    <a:pt x="40337" y="178645"/>
                    <a:pt x="42522" y="198677"/>
                    <a:pt x="57310" y="207346"/>
                  </a:cubicBezTo>
                  <a:cubicBezTo>
                    <a:pt x="64708" y="210897"/>
                    <a:pt x="72858" y="212597"/>
                    <a:pt x="81058" y="212300"/>
                  </a:cubicBezTo>
                  <a:cubicBezTo>
                    <a:pt x="257340" y="220017"/>
                    <a:pt x="433957" y="213830"/>
                    <a:pt x="609267" y="193796"/>
                  </a:cubicBezTo>
                  <a:cubicBezTo>
                    <a:pt x="638752" y="191824"/>
                    <a:pt x="667764" y="185363"/>
                    <a:pt x="695299" y="174637"/>
                  </a:cubicBezTo>
                  <a:cubicBezTo>
                    <a:pt x="713291" y="166204"/>
                    <a:pt x="730073" y="155399"/>
                    <a:pt x="745198" y="142513"/>
                  </a:cubicBezTo>
                  <a:cubicBezTo>
                    <a:pt x="767717" y="160206"/>
                    <a:pt x="748913" y="207445"/>
                    <a:pt x="729391" y="225656"/>
                  </a:cubicBezTo>
                  <a:close/>
                </a:path>
              </a:pathLst>
            </a:custGeom>
            <a:solidFill>
              <a:srgbClr val="E8EAF2"/>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90" name="任意多边形: 形状 89">
              <a:extLst>
                <a:ext uri="{FF2B5EF4-FFF2-40B4-BE49-F238E27FC236}">
                  <a16:creationId xmlns:a16="http://schemas.microsoft.com/office/drawing/2014/main" id="{D52914A1-42B2-4DB0-9BCF-387627157A36}"/>
                </a:ext>
              </a:extLst>
            </p:cNvPr>
            <p:cNvSpPr/>
            <p:nvPr/>
          </p:nvSpPr>
          <p:spPr>
            <a:xfrm>
              <a:off x="2857280" y="828932"/>
              <a:ext cx="498126" cy="504805"/>
            </a:xfrm>
            <a:custGeom>
              <a:avLst/>
              <a:gdLst>
                <a:gd name="connsiteX0" fmla="*/ 414644 w 498126"/>
                <a:gd name="connsiteY0" fmla="*/ 284945 h 504805"/>
                <a:gd name="connsiteX1" fmla="*/ 380406 w 498126"/>
                <a:gd name="connsiteY1" fmla="*/ 352036 h 504805"/>
                <a:gd name="connsiteX2" fmla="*/ 300857 w 498126"/>
                <a:gd name="connsiteY2" fmla="*/ 314301 h 504805"/>
                <a:gd name="connsiteX3" fmla="*/ 238793 w 498126"/>
                <a:gd name="connsiteY3" fmla="*/ 403174 h 504805"/>
                <a:gd name="connsiteX4" fmla="*/ 115536 w 498126"/>
                <a:gd name="connsiteY4" fmla="*/ 502755 h 504805"/>
                <a:gd name="connsiteX5" fmla="*/ 81591 w 498126"/>
                <a:gd name="connsiteY5" fmla="*/ 502682 h 504805"/>
                <a:gd name="connsiteX6" fmla="*/ 31108 w 498126"/>
                <a:gd name="connsiteY6" fmla="*/ 444696 h 504805"/>
                <a:gd name="connsiteX7" fmla="*/ 8744 w 498126"/>
                <a:gd name="connsiteY7" fmla="*/ 381029 h 504805"/>
                <a:gd name="connsiteX8" fmla="*/ 657 w 498126"/>
                <a:gd name="connsiteY8" fmla="*/ 334334 h 504805"/>
                <a:gd name="connsiteX9" fmla="*/ 658 w 498126"/>
                <a:gd name="connsiteY9" fmla="*/ 334261 h 504805"/>
                <a:gd name="connsiteX10" fmla="*/ 512 w 498126"/>
                <a:gd name="connsiteY10" fmla="*/ 301990 h 504805"/>
                <a:gd name="connsiteX11" fmla="*/ 87783 w 498126"/>
                <a:gd name="connsiteY11" fmla="*/ 136557 h 504805"/>
                <a:gd name="connsiteX12" fmla="*/ 246004 w 498126"/>
                <a:gd name="connsiteY12" fmla="*/ 29764 h 504805"/>
                <a:gd name="connsiteX13" fmla="*/ 304354 w 498126"/>
                <a:gd name="connsiteY13" fmla="*/ 3757 h 504805"/>
                <a:gd name="connsiteX14" fmla="*/ 365983 w 498126"/>
                <a:gd name="connsiteY14" fmla="*/ 1208 h 504805"/>
                <a:gd name="connsiteX15" fmla="*/ 444366 w 498126"/>
                <a:gd name="connsiteY15" fmla="*/ 19638 h 504805"/>
                <a:gd name="connsiteX16" fmla="*/ 471974 w 498126"/>
                <a:gd name="connsiteY16" fmla="*/ 39015 h 504805"/>
                <a:gd name="connsiteX17" fmla="*/ 495867 w 498126"/>
                <a:gd name="connsiteY17" fmla="*/ 78935 h 504805"/>
                <a:gd name="connsiteX18" fmla="*/ 458425 w 498126"/>
                <a:gd name="connsiteY18" fmla="*/ 189515 h 504805"/>
                <a:gd name="connsiteX19" fmla="*/ 414644 w 498126"/>
                <a:gd name="connsiteY19" fmla="*/ 284945 h 504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98126" h="504805">
                  <a:moveTo>
                    <a:pt x="414644" y="284945"/>
                  </a:moveTo>
                  <a:cubicBezTo>
                    <a:pt x="413623" y="312917"/>
                    <a:pt x="432709" y="367188"/>
                    <a:pt x="380406" y="352036"/>
                  </a:cubicBezTo>
                  <a:cubicBezTo>
                    <a:pt x="349227" y="343003"/>
                    <a:pt x="340413" y="306070"/>
                    <a:pt x="300857" y="314301"/>
                  </a:cubicBezTo>
                  <a:cubicBezTo>
                    <a:pt x="260937" y="322679"/>
                    <a:pt x="252196" y="371267"/>
                    <a:pt x="238793" y="403174"/>
                  </a:cubicBezTo>
                  <a:cubicBezTo>
                    <a:pt x="216626" y="454650"/>
                    <a:pt x="170521" y="491899"/>
                    <a:pt x="115536" y="502755"/>
                  </a:cubicBezTo>
                  <a:cubicBezTo>
                    <a:pt x="104367" y="505354"/>
                    <a:pt x="92748" y="505329"/>
                    <a:pt x="81591" y="502682"/>
                  </a:cubicBezTo>
                  <a:cubicBezTo>
                    <a:pt x="56094" y="495398"/>
                    <a:pt x="41525" y="469100"/>
                    <a:pt x="31108" y="444696"/>
                  </a:cubicBezTo>
                  <a:cubicBezTo>
                    <a:pt x="22087" y="424057"/>
                    <a:pt x="14612" y="402776"/>
                    <a:pt x="8744" y="381029"/>
                  </a:cubicBezTo>
                  <a:cubicBezTo>
                    <a:pt x="4679" y="365732"/>
                    <a:pt x="1973" y="350107"/>
                    <a:pt x="657" y="334334"/>
                  </a:cubicBezTo>
                  <a:lnTo>
                    <a:pt x="658" y="334261"/>
                  </a:lnTo>
                  <a:cubicBezTo>
                    <a:pt x="-228" y="323524"/>
                    <a:pt x="-277" y="312735"/>
                    <a:pt x="512" y="301990"/>
                  </a:cubicBezTo>
                  <a:cubicBezTo>
                    <a:pt x="5248" y="238396"/>
                    <a:pt x="41452" y="180410"/>
                    <a:pt x="87783" y="136557"/>
                  </a:cubicBezTo>
                  <a:cubicBezTo>
                    <a:pt x="134112" y="92703"/>
                    <a:pt x="190423" y="61015"/>
                    <a:pt x="246004" y="29764"/>
                  </a:cubicBezTo>
                  <a:cubicBezTo>
                    <a:pt x="264156" y="18435"/>
                    <a:pt x="283794" y="9682"/>
                    <a:pt x="304354" y="3757"/>
                  </a:cubicBezTo>
                  <a:cubicBezTo>
                    <a:pt x="324634" y="-334"/>
                    <a:pt x="345434" y="-1194"/>
                    <a:pt x="365983" y="1208"/>
                  </a:cubicBezTo>
                  <a:cubicBezTo>
                    <a:pt x="393038" y="2363"/>
                    <a:pt x="419631" y="8616"/>
                    <a:pt x="444366" y="19638"/>
                  </a:cubicBezTo>
                  <a:cubicBezTo>
                    <a:pt x="454507" y="24645"/>
                    <a:pt x="463818" y="31180"/>
                    <a:pt x="471974" y="39015"/>
                  </a:cubicBezTo>
                  <a:cubicBezTo>
                    <a:pt x="483581" y="49772"/>
                    <a:pt x="491871" y="63623"/>
                    <a:pt x="495867" y="78935"/>
                  </a:cubicBezTo>
                  <a:cubicBezTo>
                    <a:pt x="505921" y="120020"/>
                    <a:pt x="479695" y="157026"/>
                    <a:pt x="458425" y="189515"/>
                  </a:cubicBezTo>
                  <a:cubicBezTo>
                    <a:pt x="439483" y="218363"/>
                    <a:pt x="416027" y="248958"/>
                    <a:pt x="414644" y="284945"/>
                  </a:cubicBezTo>
                  <a:close/>
                </a:path>
              </a:pathLst>
            </a:custGeom>
            <a:solidFill>
              <a:srgbClr val="2F2E41"/>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91" name="任意多边形: 形状 90">
              <a:extLst>
                <a:ext uri="{FF2B5EF4-FFF2-40B4-BE49-F238E27FC236}">
                  <a16:creationId xmlns:a16="http://schemas.microsoft.com/office/drawing/2014/main" id="{91FEEA98-75D5-4674-8220-6449D5FD1CF7}"/>
                </a:ext>
              </a:extLst>
            </p:cNvPr>
            <p:cNvSpPr/>
            <p:nvPr/>
          </p:nvSpPr>
          <p:spPr>
            <a:xfrm>
              <a:off x="4105167" y="1581430"/>
              <a:ext cx="47026" cy="132906"/>
            </a:xfrm>
            <a:custGeom>
              <a:avLst/>
              <a:gdLst>
                <a:gd name="connsiteX0" fmla="*/ 46981 w 47026"/>
                <a:gd name="connsiteY0" fmla="*/ 132786 h 132906"/>
                <a:gd name="connsiteX1" fmla="*/ 2402 w 47026"/>
                <a:gd name="connsiteY1" fmla="*/ -120 h 132906"/>
                <a:gd name="connsiteX2" fmla="*/ 38146 w 47026"/>
                <a:gd name="connsiteY2" fmla="*/ 63809 h 132906"/>
                <a:gd name="connsiteX3" fmla="*/ 46981 w 47026"/>
                <a:gd name="connsiteY3" fmla="*/ 132786 h 132906"/>
              </a:gdLst>
              <a:ahLst/>
              <a:cxnLst>
                <a:cxn ang="0">
                  <a:pos x="connsiteX0" y="connsiteY0"/>
                </a:cxn>
                <a:cxn ang="0">
                  <a:pos x="connsiteX1" y="connsiteY1"/>
                </a:cxn>
                <a:cxn ang="0">
                  <a:pos x="connsiteX2" y="connsiteY2"/>
                </a:cxn>
                <a:cxn ang="0">
                  <a:pos x="connsiteX3" y="connsiteY3"/>
                </a:cxn>
              </a:cxnLst>
              <a:rect l="l" t="t" r="r" b="b"/>
              <a:pathLst>
                <a:path w="47026" h="132906">
                  <a:moveTo>
                    <a:pt x="46981" y="132786"/>
                  </a:moveTo>
                  <a:cubicBezTo>
                    <a:pt x="35786" y="104594"/>
                    <a:pt x="-11194" y="26680"/>
                    <a:pt x="2402" y="-120"/>
                  </a:cubicBezTo>
                  <a:cubicBezTo>
                    <a:pt x="16515" y="19884"/>
                    <a:pt x="28495" y="41310"/>
                    <a:pt x="38146" y="63809"/>
                  </a:cubicBezTo>
                  <a:cubicBezTo>
                    <a:pt x="47024" y="85604"/>
                    <a:pt x="39772" y="114826"/>
                    <a:pt x="46981" y="132786"/>
                  </a:cubicBezTo>
                  <a:close/>
                </a:path>
              </a:pathLst>
            </a:custGeom>
            <a:solidFill>
              <a:srgbClr val="000000">
                <a:alpha val="10000"/>
              </a:srgbClr>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92" name="任意多边形: 形状 91">
              <a:extLst>
                <a:ext uri="{FF2B5EF4-FFF2-40B4-BE49-F238E27FC236}">
                  <a16:creationId xmlns:a16="http://schemas.microsoft.com/office/drawing/2014/main" id="{B1707B9B-D2A6-4856-9523-3B5D8F80D5F4}"/>
                </a:ext>
              </a:extLst>
            </p:cNvPr>
            <p:cNvSpPr/>
            <p:nvPr/>
          </p:nvSpPr>
          <p:spPr>
            <a:xfrm>
              <a:off x="2901409" y="862431"/>
              <a:ext cx="455206" cy="471307"/>
            </a:xfrm>
            <a:custGeom>
              <a:avLst/>
              <a:gdLst>
                <a:gd name="connsiteX0" fmla="*/ 415455 w 455206"/>
                <a:gd name="connsiteY0" fmla="*/ 156005 h 471307"/>
                <a:gd name="connsiteX1" fmla="*/ 452952 w 455206"/>
                <a:gd name="connsiteY1" fmla="*/ 45406 h 471307"/>
                <a:gd name="connsiteX2" fmla="*/ 422529 w 455206"/>
                <a:gd name="connsiteY2" fmla="*/ -120 h 471307"/>
                <a:gd name="connsiteX3" fmla="*/ 430238 w 455206"/>
                <a:gd name="connsiteY3" fmla="*/ 19073 h 471307"/>
                <a:gd name="connsiteX4" fmla="*/ 392740 w 455206"/>
                <a:gd name="connsiteY4" fmla="*/ 129671 h 471307"/>
                <a:gd name="connsiteX5" fmla="*/ 349002 w 455206"/>
                <a:gd name="connsiteY5" fmla="*/ 225110 h 471307"/>
                <a:gd name="connsiteX6" fmla="*/ 314720 w 455206"/>
                <a:gd name="connsiteY6" fmla="*/ 292210 h 471307"/>
                <a:gd name="connsiteX7" fmla="*/ 235189 w 455206"/>
                <a:gd name="connsiteY7" fmla="*/ 254483 h 471307"/>
                <a:gd name="connsiteX8" fmla="*/ 173143 w 455206"/>
                <a:gd name="connsiteY8" fmla="*/ 343349 h 471307"/>
                <a:gd name="connsiteX9" fmla="*/ 49860 w 455206"/>
                <a:gd name="connsiteY9" fmla="*/ 442937 h 471307"/>
                <a:gd name="connsiteX10" fmla="*/ 15938 w 455206"/>
                <a:gd name="connsiteY10" fmla="*/ 442853 h 471307"/>
                <a:gd name="connsiteX11" fmla="*/ -45 w 455206"/>
                <a:gd name="connsiteY11" fmla="*/ 435005 h 471307"/>
                <a:gd name="connsiteX12" fmla="*/ 38652 w 455206"/>
                <a:gd name="connsiteY12" fmla="*/ 469187 h 471307"/>
                <a:gd name="connsiteX13" fmla="*/ 72574 w 455206"/>
                <a:gd name="connsiteY13" fmla="*/ 469271 h 471307"/>
                <a:gd name="connsiteX14" fmla="*/ 195859 w 455206"/>
                <a:gd name="connsiteY14" fmla="*/ 369683 h 471307"/>
                <a:gd name="connsiteX15" fmla="*/ 257904 w 455206"/>
                <a:gd name="connsiteY15" fmla="*/ 280817 h 471307"/>
                <a:gd name="connsiteX16" fmla="*/ 337434 w 455206"/>
                <a:gd name="connsiteY16" fmla="*/ 318544 h 471307"/>
                <a:gd name="connsiteX17" fmla="*/ 371717 w 455206"/>
                <a:gd name="connsiteY17" fmla="*/ 251443 h 471307"/>
                <a:gd name="connsiteX18" fmla="*/ 415455 w 455206"/>
                <a:gd name="connsiteY18" fmla="*/ 156005 h 4713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55206" h="471307">
                  <a:moveTo>
                    <a:pt x="415455" y="156005"/>
                  </a:moveTo>
                  <a:cubicBezTo>
                    <a:pt x="436766" y="123497"/>
                    <a:pt x="462992" y="86495"/>
                    <a:pt x="452952" y="45406"/>
                  </a:cubicBezTo>
                  <a:cubicBezTo>
                    <a:pt x="448026" y="27329"/>
                    <a:pt x="437346" y="11348"/>
                    <a:pt x="422529" y="-120"/>
                  </a:cubicBezTo>
                  <a:cubicBezTo>
                    <a:pt x="425969" y="5893"/>
                    <a:pt x="428563" y="12351"/>
                    <a:pt x="430238" y="19073"/>
                  </a:cubicBezTo>
                  <a:cubicBezTo>
                    <a:pt x="440278" y="60161"/>
                    <a:pt x="414052" y="97164"/>
                    <a:pt x="392740" y="129671"/>
                  </a:cubicBezTo>
                  <a:cubicBezTo>
                    <a:pt x="373828" y="158519"/>
                    <a:pt x="350352" y="189147"/>
                    <a:pt x="349002" y="225110"/>
                  </a:cubicBezTo>
                  <a:cubicBezTo>
                    <a:pt x="347953" y="253061"/>
                    <a:pt x="367073" y="307371"/>
                    <a:pt x="314720" y="292210"/>
                  </a:cubicBezTo>
                  <a:cubicBezTo>
                    <a:pt x="283575" y="283192"/>
                    <a:pt x="274765" y="246230"/>
                    <a:pt x="235189" y="254483"/>
                  </a:cubicBezTo>
                  <a:cubicBezTo>
                    <a:pt x="195265" y="262810"/>
                    <a:pt x="186549" y="311412"/>
                    <a:pt x="173143" y="343349"/>
                  </a:cubicBezTo>
                  <a:cubicBezTo>
                    <a:pt x="150950" y="394817"/>
                    <a:pt x="104843" y="432062"/>
                    <a:pt x="49860" y="442937"/>
                  </a:cubicBezTo>
                  <a:cubicBezTo>
                    <a:pt x="38697" y="445521"/>
                    <a:pt x="27088" y="445492"/>
                    <a:pt x="15938" y="442853"/>
                  </a:cubicBezTo>
                  <a:cubicBezTo>
                    <a:pt x="10194" y="441187"/>
                    <a:pt x="4786" y="438531"/>
                    <a:pt x="-45" y="435005"/>
                  </a:cubicBezTo>
                  <a:cubicBezTo>
                    <a:pt x="7942" y="450980"/>
                    <a:pt x="21814" y="463233"/>
                    <a:pt x="38652" y="469187"/>
                  </a:cubicBezTo>
                  <a:cubicBezTo>
                    <a:pt x="49802" y="471826"/>
                    <a:pt x="61411" y="471855"/>
                    <a:pt x="72574" y="469271"/>
                  </a:cubicBezTo>
                  <a:cubicBezTo>
                    <a:pt x="127558" y="458396"/>
                    <a:pt x="173665" y="421151"/>
                    <a:pt x="195859" y="369683"/>
                  </a:cubicBezTo>
                  <a:cubicBezTo>
                    <a:pt x="209263" y="337746"/>
                    <a:pt x="217978" y="289144"/>
                    <a:pt x="257904" y="280817"/>
                  </a:cubicBezTo>
                  <a:cubicBezTo>
                    <a:pt x="297480" y="272563"/>
                    <a:pt x="306291" y="309526"/>
                    <a:pt x="337434" y="318544"/>
                  </a:cubicBezTo>
                  <a:cubicBezTo>
                    <a:pt x="389788" y="333704"/>
                    <a:pt x="370668" y="279395"/>
                    <a:pt x="371717" y="251443"/>
                  </a:cubicBezTo>
                  <a:cubicBezTo>
                    <a:pt x="373067" y="215481"/>
                    <a:pt x="396543" y="184853"/>
                    <a:pt x="415455" y="156005"/>
                  </a:cubicBezTo>
                  <a:close/>
                </a:path>
              </a:pathLst>
            </a:custGeom>
            <a:solidFill>
              <a:srgbClr val="000000">
                <a:alpha val="10000"/>
              </a:srgbClr>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93" name="任意多边形: 形状 92">
              <a:extLst>
                <a:ext uri="{FF2B5EF4-FFF2-40B4-BE49-F238E27FC236}">
                  <a16:creationId xmlns:a16="http://schemas.microsoft.com/office/drawing/2014/main" id="{313ED198-67F4-4C62-B57D-753A405CEFED}"/>
                </a:ext>
              </a:extLst>
            </p:cNvPr>
            <p:cNvSpPr/>
            <p:nvPr/>
          </p:nvSpPr>
          <p:spPr>
            <a:xfrm>
              <a:off x="2857279" y="828932"/>
              <a:ext cx="488172" cy="381148"/>
            </a:xfrm>
            <a:custGeom>
              <a:avLst/>
              <a:gdLst>
                <a:gd name="connsiteX0" fmla="*/ 471173 w 488172"/>
                <a:gd name="connsiteY0" fmla="*/ 133934 h 381148"/>
                <a:gd name="connsiteX1" fmla="*/ 455147 w 488172"/>
                <a:gd name="connsiteY1" fmla="*/ 156808 h 381148"/>
                <a:gd name="connsiteX2" fmla="*/ 418140 w 488172"/>
                <a:gd name="connsiteY2" fmla="*/ 195125 h 381148"/>
                <a:gd name="connsiteX3" fmla="*/ 393155 w 488172"/>
                <a:gd name="connsiteY3" fmla="*/ 214720 h 381148"/>
                <a:gd name="connsiteX4" fmla="*/ 342672 w 488172"/>
                <a:gd name="connsiteY4" fmla="*/ 244879 h 381148"/>
                <a:gd name="connsiteX5" fmla="*/ 181098 w 488172"/>
                <a:gd name="connsiteY5" fmla="*/ 302792 h 381148"/>
                <a:gd name="connsiteX6" fmla="*/ 73068 w 488172"/>
                <a:gd name="connsiteY6" fmla="*/ 334189 h 381148"/>
                <a:gd name="connsiteX7" fmla="*/ 8744 w 488172"/>
                <a:gd name="connsiteY7" fmla="*/ 381029 h 381148"/>
                <a:gd name="connsiteX8" fmla="*/ 658 w 488172"/>
                <a:gd name="connsiteY8" fmla="*/ 334334 h 381148"/>
                <a:gd name="connsiteX9" fmla="*/ 658 w 488172"/>
                <a:gd name="connsiteY9" fmla="*/ 334261 h 381148"/>
                <a:gd name="connsiteX10" fmla="*/ 512 w 488172"/>
                <a:gd name="connsiteY10" fmla="*/ 301990 h 381148"/>
                <a:gd name="connsiteX11" fmla="*/ 87783 w 488172"/>
                <a:gd name="connsiteY11" fmla="*/ 136557 h 381148"/>
                <a:gd name="connsiteX12" fmla="*/ 246005 w 488172"/>
                <a:gd name="connsiteY12" fmla="*/ 29764 h 381148"/>
                <a:gd name="connsiteX13" fmla="*/ 304355 w 488172"/>
                <a:gd name="connsiteY13" fmla="*/ 3757 h 381148"/>
                <a:gd name="connsiteX14" fmla="*/ 365984 w 488172"/>
                <a:gd name="connsiteY14" fmla="*/ 1208 h 381148"/>
                <a:gd name="connsiteX15" fmla="*/ 444367 w 488172"/>
                <a:gd name="connsiteY15" fmla="*/ 19638 h 381148"/>
                <a:gd name="connsiteX16" fmla="*/ 471975 w 488172"/>
                <a:gd name="connsiteY16" fmla="*/ 39015 h 381148"/>
                <a:gd name="connsiteX17" fmla="*/ 485816 w 488172"/>
                <a:gd name="connsiteY17" fmla="*/ 68300 h 381148"/>
                <a:gd name="connsiteX18" fmla="*/ 471173 w 488172"/>
                <a:gd name="connsiteY18" fmla="*/ 133934 h 381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88172" h="381148">
                  <a:moveTo>
                    <a:pt x="471173" y="133934"/>
                  </a:moveTo>
                  <a:cubicBezTo>
                    <a:pt x="466282" y="141865"/>
                    <a:pt x="460931" y="149503"/>
                    <a:pt x="455147" y="156808"/>
                  </a:cubicBezTo>
                  <a:cubicBezTo>
                    <a:pt x="444102" y="170766"/>
                    <a:pt x="431706" y="183601"/>
                    <a:pt x="418140" y="195125"/>
                  </a:cubicBezTo>
                  <a:cubicBezTo>
                    <a:pt x="410154" y="202082"/>
                    <a:pt x="401815" y="208623"/>
                    <a:pt x="393155" y="214720"/>
                  </a:cubicBezTo>
                  <a:cubicBezTo>
                    <a:pt x="377103" y="226019"/>
                    <a:pt x="360229" y="236100"/>
                    <a:pt x="342672" y="244879"/>
                  </a:cubicBezTo>
                  <a:cubicBezTo>
                    <a:pt x="291534" y="270666"/>
                    <a:pt x="236171" y="286839"/>
                    <a:pt x="181098" y="302792"/>
                  </a:cubicBezTo>
                  <a:cubicBezTo>
                    <a:pt x="145113" y="313282"/>
                    <a:pt x="109103" y="323747"/>
                    <a:pt x="73068" y="334189"/>
                  </a:cubicBezTo>
                  <a:cubicBezTo>
                    <a:pt x="59810" y="344242"/>
                    <a:pt x="35552" y="362307"/>
                    <a:pt x="8744" y="381029"/>
                  </a:cubicBezTo>
                  <a:cubicBezTo>
                    <a:pt x="4680" y="365732"/>
                    <a:pt x="1973" y="350107"/>
                    <a:pt x="658" y="334334"/>
                  </a:cubicBezTo>
                  <a:lnTo>
                    <a:pt x="658" y="334261"/>
                  </a:lnTo>
                  <a:cubicBezTo>
                    <a:pt x="-228" y="323524"/>
                    <a:pt x="-277" y="312735"/>
                    <a:pt x="512" y="301990"/>
                  </a:cubicBezTo>
                  <a:cubicBezTo>
                    <a:pt x="5248" y="238396"/>
                    <a:pt x="41452" y="180410"/>
                    <a:pt x="87783" y="136557"/>
                  </a:cubicBezTo>
                  <a:cubicBezTo>
                    <a:pt x="134113" y="92703"/>
                    <a:pt x="190423" y="61015"/>
                    <a:pt x="246005" y="29764"/>
                  </a:cubicBezTo>
                  <a:cubicBezTo>
                    <a:pt x="264157" y="18435"/>
                    <a:pt x="283795" y="9682"/>
                    <a:pt x="304355" y="3757"/>
                  </a:cubicBezTo>
                  <a:cubicBezTo>
                    <a:pt x="324635" y="-334"/>
                    <a:pt x="345434" y="-1194"/>
                    <a:pt x="365984" y="1208"/>
                  </a:cubicBezTo>
                  <a:cubicBezTo>
                    <a:pt x="393038" y="2363"/>
                    <a:pt x="419632" y="8616"/>
                    <a:pt x="444367" y="19638"/>
                  </a:cubicBezTo>
                  <a:cubicBezTo>
                    <a:pt x="454507" y="24645"/>
                    <a:pt x="463819" y="31180"/>
                    <a:pt x="471975" y="39015"/>
                  </a:cubicBezTo>
                  <a:cubicBezTo>
                    <a:pt x="478071" y="48005"/>
                    <a:pt x="482740" y="57883"/>
                    <a:pt x="485816" y="68300"/>
                  </a:cubicBezTo>
                  <a:cubicBezTo>
                    <a:pt x="492662" y="90445"/>
                    <a:pt x="483264" y="114265"/>
                    <a:pt x="471173" y="133934"/>
                  </a:cubicBezTo>
                  <a:close/>
                </a:path>
              </a:pathLst>
            </a:custGeom>
            <a:solidFill>
              <a:srgbClr val="000000">
                <a:alpha val="10000"/>
              </a:srgbClr>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94" name="任意多边形: 形状 93">
              <a:extLst>
                <a:ext uri="{FF2B5EF4-FFF2-40B4-BE49-F238E27FC236}">
                  <a16:creationId xmlns:a16="http://schemas.microsoft.com/office/drawing/2014/main" id="{094999E0-36BB-459F-A09B-2011E9F434E3}"/>
                </a:ext>
              </a:extLst>
            </p:cNvPr>
            <p:cNvSpPr/>
            <p:nvPr/>
          </p:nvSpPr>
          <p:spPr>
            <a:xfrm>
              <a:off x="2742316" y="770599"/>
              <a:ext cx="603135" cy="496646"/>
            </a:xfrm>
            <a:custGeom>
              <a:avLst/>
              <a:gdLst>
                <a:gd name="connsiteX0" fmla="*/ 586136 w 603135"/>
                <a:gd name="connsiteY0" fmla="*/ 184982 h 496646"/>
                <a:gd name="connsiteX1" fmla="*/ 570110 w 603135"/>
                <a:gd name="connsiteY1" fmla="*/ 207856 h 496646"/>
                <a:gd name="connsiteX2" fmla="*/ 533104 w 603135"/>
                <a:gd name="connsiteY2" fmla="*/ 246173 h 496646"/>
                <a:gd name="connsiteX3" fmla="*/ 508118 w 603135"/>
                <a:gd name="connsiteY3" fmla="*/ 265769 h 496646"/>
                <a:gd name="connsiteX4" fmla="*/ 457636 w 603135"/>
                <a:gd name="connsiteY4" fmla="*/ 295927 h 496646"/>
                <a:gd name="connsiteX5" fmla="*/ 296062 w 603135"/>
                <a:gd name="connsiteY5" fmla="*/ 353840 h 496646"/>
                <a:gd name="connsiteX6" fmla="*/ 188031 w 603135"/>
                <a:gd name="connsiteY6" fmla="*/ 385237 h 496646"/>
                <a:gd name="connsiteX7" fmla="*/ 3001 w 603135"/>
                <a:gd name="connsiteY7" fmla="*/ 495526 h 496646"/>
                <a:gd name="connsiteX8" fmla="*/ 114935 w 603135"/>
                <a:gd name="connsiteY8" fmla="*/ 384829 h 496646"/>
                <a:gd name="connsiteX9" fmla="*/ 121231 w 603135"/>
                <a:gd name="connsiteY9" fmla="*/ 389608 h 496646"/>
                <a:gd name="connsiteX10" fmla="*/ 86192 w 603135"/>
                <a:gd name="connsiteY10" fmla="*/ 322516 h 496646"/>
                <a:gd name="connsiteX11" fmla="*/ 85099 w 603135"/>
                <a:gd name="connsiteY11" fmla="*/ 185565 h 496646"/>
                <a:gd name="connsiteX12" fmla="*/ 163628 w 603135"/>
                <a:gd name="connsiteY12" fmla="*/ 77461 h 496646"/>
                <a:gd name="connsiteX13" fmla="*/ 216879 w 603135"/>
                <a:gd name="connsiteY13" fmla="*/ 47448 h 496646"/>
                <a:gd name="connsiteX14" fmla="*/ 222051 w 603135"/>
                <a:gd name="connsiteY14" fmla="*/ 40455 h 496646"/>
                <a:gd name="connsiteX15" fmla="*/ 224091 w 603135"/>
                <a:gd name="connsiteY15" fmla="*/ 36740 h 496646"/>
                <a:gd name="connsiteX16" fmla="*/ 229846 w 603135"/>
                <a:gd name="connsiteY16" fmla="*/ 25595 h 496646"/>
                <a:gd name="connsiteX17" fmla="*/ 262335 w 603135"/>
                <a:gd name="connsiteY17" fmla="*/ 20933 h 496646"/>
                <a:gd name="connsiteX18" fmla="*/ 265977 w 603135"/>
                <a:gd name="connsiteY18" fmla="*/ 21297 h 496646"/>
                <a:gd name="connsiteX19" fmla="*/ 272095 w 603135"/>
                <a:gd name="connsiteY19" fmla="*/ 21588 h 496646"/>
                <a:gd name="connsiteX20" fmla="*/ 393094 w 603135"/>
                <a:gd name="connsiteY20" fmla="*/ -120 h 496646"/>
                <a:gd name="connsiteX21" fmla="*/ 516058 w 603135"/>
                <a:gd name="connsiteY21" fmla="*/ 43661 h 496646"/>
                <a:gd name="connsiteX22" fmla="*/ 538787 w 603135"/>
                <a:gd name="connsiteY22" fmla="*/ 53932 h 496646"/>
                <a:gd name="connsiteX23" fmla="*/ 600779 w 603135"/>
                <a:gd name="connsiteY23" fmla="*/ 119348 h 496646"/>
                <a:gd name="connsiteX24" fmla="*/ 586136 w 603135"/>
                <a:gd name="connsiteY24" fmla="*/ 184982 h 4966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03135" h="496646">
                  <a:moveTo>
                    <a:pt x="586136" y="184982"/>
                  </a:moveTo>
                  <a:cubicBezTo>
                    <a:pt x="581246" y="192913"/>
                    <a:pt x="575895" y="200551"/>
                    <a:pt x="570110" y="207856"/>
                  </a:cubicBezTo>
                  <a:cubicBezTo>
                    <a:pt x="559065" y="221814"/>
                    <a:pt x="546669" y="234649"/>
                    <a:pt x="533104" y="246173"/>
                  </a:cubicBezTo>
                  <a:cubicBezTo>
                    <a:pt x="525118" y="253130"/>
                    <a:pt x="516778" y="259671"/>
                    <a:pt x="508118" y="265769"/>
                  </a:cubicBezTo>
                  <a:cubicBezTo>
                    <a:pt x="492067" y="277067"/>
                    <a:pt x="475192" y="287148"/>
                    <a:pt x="457636" y="295927"/>
                  </a:cubicBezTo>
                  <a:cubicBezTo>
                    <a:pt x="406497" y="321715"/>
                    <a:pt x="351134" y="337887"/>
                    <a:pt x="296062" y="353840"/>
                  </a:cubicBezTo>
                  <a:cubicBezTo>
                    <a:pt x="260076" y="364330"/>
                    <a:pt x="224066" y="374796"/>
                    <a:pt x="188031" y="385237"/>
                  </a:cubicBezTo>
                  <a:cubicBezTo>
                    <a:pt x="150369" y="413720"/>
                    <a:pt x="24199" y="507182"/>
                    <a:pt x="3001" y="495526"/>
                  </a:cubicBezTo>
                  <a:cubicBezTo>
                    <a:pt x="-21984" y="481758"/>
                    <a:pt x="114935" y="384829"/>
                    <a:pt x="114935" y="384829"/>
                  </a:cubicBezTo>
                  <a:lnTo>
                    <a:pt x="121231" y="389608"/>
                  </a:lnTo>
                  <a:cubicBezTo>
                    <a:pt x="101198" y="377005"/>
                    <a:pt x="90709" y="347794"/>
                    <a:pt x="86192" y="322516"/>
                  </a:cubicBezTo>
                  <a:cubicBezTo>
                    <a:pt x="78179" y="277279"/>
                    <a:pt x="74391" y="230293"/>
                    <a:pt x="85099" y="185565"/>
                  </a:cubicBezTo>
                  <a:cubicBezTo>
                    <a:pt x="95807" y="140910"/>
                    <a:pt x="122688" y="98368"/>
                    <a:pt x="163628" y="77461"/>
                  </a:cubicBezTo>
                  <a:cubicBezTo>
                    <a:pt x="181767" y="68136"/>
                    <a:pt x="203766" y="61799"/>
                    <a:pt x="216879" y="47448"/>
                  </a:cubicBezTo>
                  <a:cubicBezTo>
                    <a:pt x="218866" y="45324"/>
                    <a:pt x="220602" y="42978"/>
                    <a:pt x="222051" y="40455"/>
                  </a:cubicBezTo>
                  <a:cubicBezTo>
                    <a:pt x="222844" y="39282"/>
                    <a:pt x="223527" y="38039"/>
                    <a:pt x="224091" y="36740"/>
                  </a:cubicBezTo>
                  <a:cubicBezTo>
                    <a:pt x="225538" y="32800"/>
                    <a:pt x="227471" y="29056"/>
                    <a:pt x="229846" y="25595"/>
                  </a:cubicBezTo>
                  <a:cubicBezTo>
                    <a:pt x="237349" y="16926"/>
                    <a:pt x="250971" y="19549"/>
                    <a:pt x="262335" y="20933"/>
                  </a:cubicBezTo>
                  <a:cubicBezTo>
                    <a:pt x="263573" y="21078"/>
                    <a:pt x="264738" y="21224"/>
                    <a:pt x="265977" y="21297"/>
                  </a:cubicBezTo>
                  <a:cubicBezTo>
                    <a:pt x="268010" y="21503"/>
                    <a:pt x="270052" y="21600"/>
                    <a:pt x="272095" y="21588"/>
                  </a:cubicBezTo>
                  <a:cubicBezTo>
                    <a:pt x="312671" y="22462"/>
                    <a:pt x="352009" y="-120"/>
                    <a:pt x="393094" y="-120"/>
                  </a:cubicBezTo>
                  <a:cubicBezTo>
                    <a:pt x="438113" y="-193"/>
                    <a:pt x="476429" y="25886"/>
                    <a:pt x="516058" y="43661"/>
                  </a:cubicBezTo>
                  <a:cubicBezTo>
                    <a:pt x="524071" y="47303"/>
                    <a:pt x="531648" y="50581"/>
                    <a:pt x="538787" y="53932"/>
                  </a:cubicBezTo>
                  <a:cubicBezTo>
                    <a:pt x="567415" y="67263"/>
                    <a:pt x="588977" y="81468"/>
                    <a:pt x="600779" y="119348"/>
                  </a:cubicBezTo>
                  <a:cubicBezTo>
                    <a:pt x="607626" y="141493"/>
                    <a:pt x="598228" y="165314"/>
                    <a:pt x="586136" y="184982"/>
                  </a:cubicBezTo>
                  <a:close/>
                </a:path>
              </a:pathLst>
            </a:custGeom>
            <a:solidFill>
              <a:srgbClr val="3F3D56"/>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95" name="任意多边形: 形状 94">
              <a:extLst>
                <a:ext uri="{FF2B5EF4-FFF2-40B4-BE49-F238E27FC236}">
                  <a16:creationId xmlns:a16="http://schemas.microsoft.com/office/drawing/2014/main" id="{09954362-2806-45B0-9277-18029C65FFAD}"/>
                </a:ext>
              </a:extLst>
            </p:cNvPr>
            <p:cNvSpPr/>
            <p:nvPr/>
          </p:nvSpPr>
          <p:spPr>
            <a:xfrm>
              <a:off x="2959239" y="792015"/>
              <a:ext cx="57769" cy="31222"/>
            </a:xfrm>
            <a:custGeom>
              <a:avLst/>
              <a:gdLst>
                <a:gd name="connsiteX0" fmla="*/ 55173 w 57769"/>
                <a:gd name="connsiteY0" fmla="*/ 172 h 31222"/>
                <a:gd name="connsiteX1" fmla="*/ 50875 w 57769"/>
                <a:gd name="connsiteY1" fmla="*/ 23920 h 31222"/>
                <a:gd name="connsiteX2" fmla="*/ 33829 w 57769"/>
                <a:gd name="connsiteY2" fmla="*/ 29966 h 31222"/>
                <a:gd name="connsiteX3" fmla="*/ 20571 w 57769"/>
                <a:gd name="connsiteY3" fmla="*/ 30986 h 31222"/>
                <a:gd name="connsiteX4" fmla="*/ 3015 w 57769"/>
                <a:gd name="connsiteY4" fmla="*/ 27999 h 31222"/>
                <a:gd name="connsiteX5" fmla="*/ -45 w 57769"/>
                <a:gd name="connsiteY5" fmla="*/ 26032 h 31222"/>
                <a:gd name="connsiteX6" fmla="*/ 5127 w 57769"/>
                <a:gd name="connsiteY6" fmla="*/ 19039 h 31222"/>
                <a:gd name="connsiteX7" fmla="*/ 11246 w 57769"/>
                <a:gd name="connsiteY7" fmla="*/ 19330 h 31222"/>
                <a:gd name="connsiteX8" fmla="*/ 33100 w 57769"/>
                <a:gd name="connsiteY8" fmla="*/ 15615 h 31222"/>
                <a:gd name="connsiteX9" fmla="*/ 41332 w 57769"/>
                <a:gd name="connsiteY9" fmla="*/ 11682 h 31222"/>
                <a:gd name="connsiteX10" fmla="*/ 49053 w 57769"/>
                <a:gd name="connsiteY10" fmla="*/ -120 h 312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769" h="31222">
                  <a:moveTo>
                    <a:pt x="55173" y="172"/>
                  </a:moveTo>
                  <a:cubicBezTo>
                    <a:pt x="59809" y="8062"/>
                    <a:pt x="57982" y="18155"/>
                    <a:pt x="50875" y="23920"/>
                  </a:cubicBezTo>
                  <a:cubicBezTo>
                    <a:pt x="45862" y="27473"/>
                    <a:pt x="39961" y="29567"/>
                    <a:pt x="33829" y="29966"/>
                  </a:cubicBezTo>
                  <a:cubicBezTo>
                    <a:pt x="29433" y="30562"/>
                    <a:pt x="25006" y="30902"/>
                    <a:pt x="20571" y="30986"/>
                  </a:cubicBezTo>
                  <a:cubicBezTo>
                    <a:pt x="14561" y="31470"/>
                    <a:pt x="8526" y="30443"/>
                    <a:pt x="3015" y="27999"/>
                  </a:cubicBezTo>
                  <a:cubicBezTo>
                    <a:pt x="1942" y="27429"/>
                    <a:pt x="919" y="26771"/>
                    <a:pt x="-45" y="26032"/>
                  </a:cubicBezTo>
                  <a:cubicBezTo>
                    <a:pt x="1943" y="23908"/>
                    <a:pt x="3678" y="21561"/>
                    <a:pt x="5127" y="19039"/>
                  </a:cubicBezTo>
                  <a:cubicBezTo>
                    <a:pt x="6147" y="19840"/>
                    <a:pt x="7167" y="19622"/>
                    <a:pt x="11246" y="19330"/>
                  </a:cubicBezTo>
                  <a:cubicBezTo>
                    <a:pt x="18653" y="18970"/>
                    <a:pt x="25990" y="17723"/>
                    <a:pt x="33100" y="15615"/>
                  </a:cubicBezTo>
                  <a:cubicBezTo>
                    <a:pt x="36066" y="14830"/>
                    <a:pt x="38858" y="13496"/>
                    <a:pt x="41332" y="11682"/>
                  </a:cubicBezTo>
                  <a:cubicBezTo>
                    <a:pt x="44977" y="8563"/>
                    <a:pt x="47656" y="4469"/>
                    <a:pt x="49053" y="-120"/>
                  </a:cubicBezTo>
                  <a:close/>
                </a:path>
              </a:pathLst>
            </a:custGeom>
            <a:solidFill>
              <a:srgbClr val="000000">
                <a:alpha val="10000"/>
              </a:srgbClr>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96" name="任意多边形: 形状 95">
              <a:extLst>
                <a:ext uri="{FF2B5EF4-FFF2-40B4-BE49-F238E27FC236}">
                  <a16:creationId xmlns:a16="http://schemas.microsoft.com/office/drawing/2014/main" id="{D63E8538-177D-49DB-9055-13DC0A510E93}"/>
                </a:ext>
              </a:extLst>
            </p:cNvPr>
            <p:cNvSpPr/>
            <p:nvPr/>
          </p:nvSpPr>
          <p:spPr>
            <a:xfrm>
              <a:off x="2859995" y="1153962"/>
              <a:ext cx="68540" cy="9864"/>
            </a:xfrm>
            <a:custGeom>
              <a:avLst/>
              <a:gdLst>
                <a:gd name="connsiteX0" fmla="*/ -45 w 68540"/>
                <a:gd name="connsiteY0" fmla="*/ 393 h 9864"/>
                <a:gd name="connsiteX1" fmla="*/ 18643 w 68540"/>
                <a:gd name="connsiteY1" fmla="*/ 7350 h 9864"/>
                <a:gd name="connsiteX2" fmla="*/ 68495 w 68540"/>
                <a:gd name="connsiteY2" fmla="*/ -120 h 9864"/>
              </a:gdLst>
              <a:ahLst/>
              <a:cxnLst>
                <a:cxn ang="0">
                  <a:pos x="connsiteX0" y="connsiteY0"/>
                </a:cxn>
                <a:cxn ang="0">
                  <a:pos x="connsiteX1" y="connsiteY1"/>
                </a:cxn>
                <a:cxn ang="0">
                  <a:pos x="connsiteX2" y="connsiteY2"/>
                </a:cxn>
              </a:cxnLst>
              <a:rect l="l" t="t" r="r" b="b"/>
              <a:pathLst>
                <a:path w="68540" h="9864">
                  <a:moveTo>
                    <a:pt x="-45" y="393"/>
                  </a:moveTo>
                  <a:cubicBezTo>
                    <a:pt x="5654" y="3944"/>
                    <a:pt x="12009" y="6310"/>
                    <a:pt x="18643" y="7350"/>
                  </a:cubicBezTo>
                  <a:cubicBezTo>
                    <a:pt x="35553" y="12266"/>
                    <a:pt x="53768" y="9536"/>
                    <a:pt x="68495" y="-120"/>
                  </a:cubicBezTo>
                </a:path>
              </a:pathLst>
            </a:custGeom>
            <a:solidFill>
              <a:srgbClr val="000000">
                <a:alpha val="10000"/>
              </a:srgbClr>
            </a:solidFill>
            <a:ln w="9525" cap="flat">
              <a:noFill/>
              <a:prstDash val="solid"/>
              <a:miter/>
            </a:ln>
          </p:spPr>
          <p:txBody>
            <a:bodyPr rtlCol="0" anchor="ctr"/>
            <a:lstStyle/>
            <a:p>
              <a:endParaRPr lang="zh-CN" altLang="en-US" dirty="0">
                <a:latin typeface="微软雅黑 Light" panose="020B0502040204020203" pitchFamily="34" charset="-122"/>
                <a:ea typeface="微软雅黑 Light" panose="020B0502040204020203" pitchFamily="34" charset="-122"/>
              </a:endParaRPr>
            </a:p>
          </p:txBody>
        </p:sp>
      </p:grpSp>
    </p:spTree>
    <p:extLst>
      <p:ext uri="{BB962C8B-B14F-4D97-AF65-F5344CB8AC3E}">
        <p14:creationId xmlns:p14="http://schemas.microsoft.com/office/powerpoint/2010/main" val="21059566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Char"/>
      </p:transition>
    </mc:Choice>
    <mc:Fallback xmlns="">
      <p:transition>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文本占位符 45">
            <a:extLst>
              <a:ext uri="{FF2B5EF4-FFF2-40B4-BE49-F238E27FC236}">
                <a16:creationId xmlns:a16="http://schemas.microsoft.com/office/drawing/2014/main" id="{8E91741A-DA23-4C14-9341-404F0E95337A}"/>
              </a:ext>
            </a:extLst>
          </p:cNvPr>
          <p:cNvSpPr>
            <a:spLocks noGrp="1"/>
          </p:cNvSpPr>
          <p:nvPr>
            <p:ph type="body" sz="quarter" idx="15"/>
          </p:nvPr>
        </p:nvSpPr>
        <p:spPr/>
        <p:txBody>
          <a:bodyPr/>
          <a:lstStyle/>
          <a:p>
            <a:r>
              <a:rPr lang="zh-CN" altLang="en-US" dirty="0">
                <a:hlinkClick r:id="rId2"/>
              </a:rPr>
              <a:t>点击查看更多适配器信息</a:t>
            </a:r>
          </a:p>
        </p:txBody>
      </p:sp>
      <p:sp>
        <p:nvSpPr>
          <p:cNvPr id="14" name="文本占位符 13">
            <a:extLst>
              <a:ext uri="{FF2B5EF4-FFF2-40B4-BE49-F238E27FC236}">
                <a16:creationId xmlns:a16="http://schemas.microsoft.com/office/drawing/2014/main" id="{96949C0A-A596-4EDE-84EC-2FF1E0D2F05C}"/>
              </a:ext>
            </a:extLst>
          </p:cNvPr>
          <p:cNvSpPr>
            <a:spLocks noGrp="1"/>
          </p:cNvSpPr>
          <p:nvPr>
            <p:ph type="body" sz="quarter" idx="16"/>
          </p:nvPr>
        </p:nvSpPr>
        <p:spPr>
          <a:xfrm>
            <a:off x="318409" y="1208478"/>
            <a:ext cx="11555183" cy="5025967"/>
          </a:xfrm>
        </p:spPr>
        <p:txBody>
          <a:bodyPr/>
          <a:lstStyle/>
          <a:p>
            <a:endParaRPr lang="zh-CN" altLang="en-US"/>
          </a:p>
        </p:txBody>
      </p:sp>
      <p:sp>
        <p:nvSpPr>
          <p:cNvPr id="58" name="文本占位符 57">
            <a:extLst>
              <a:ext uri="{FF2B5EF4-FFF2-40B4-BE49-F238E27FC236}">
                <a16:creationId xmlns:a16="http://schemas.microsoft.com/office/drawing/2014/main" id="{ADD077C0-BB93-45EC-8EB5-78309D7C76B3}"/>
              </a:ext>
            </a:extLst>
          </p:cNvPr>
          <p:cNvSpPr>
            <a:spLocks noGrp="1"/>
          </p:cNvSpPr>
          <p:nvPr>
            <p:ph type="body" sz="quarter" idx="13"/>
          </p:nvPr>
        </p:nvSpPr>
        <p:spPr/>
        <p:txBody>
          <a:bodyPr/>
          <a:lstStyle/>
          <a:p>
            <a:r>
              <a:rPr lang="en-US" altLang="zh-CN" dirty="0"/>
              <a:t>MAC</a:t>
            </a:r>
            <a:r>
              <a:rPr lang="zh-CN" altLang="en-US" dirty="0"/>
              <a:t>地址</a:t>
            </a:r>
          </a:p>
        </p:txBody>
      </p:sp>
      <p:pic>
        <p:nvPicPr>
          <p:cNvPr id="7" name="图形 6" descr="放大镜">
            <a:extLst>
              <a:ext uri="{FF2B5EF4-FFF2-40B4-BE49-F238E27FC236}">
                <a16:creationId xmlns:a16="http://schemas.microsoft.com/office/drawing/2014/main" id="{828DDB75-DBFC-4469-AAA9-BFB1FCD6D89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228166" y="1591236"/>
            <a:ext cx="914400" cy="914400"/>
          </a:xfrm>
          <a:prstGeom prst="rect">
            <a:avLst/>
          </a:prstGeom>
          <a:effectLst>
            <a:outerShdw blurRad="50800" dist="38100" dir="2700000" algn="tl" rotWithShape="0">
              <a:prstClr val="black">
                <a:alpha val="40000"/>
              </a:prstClr>
            </a:outerShdw>
          </a:effectLst>
        </p:spPr>
      </p:pic>
      <p:sp>
        <p:nvSpPr>
          <p:cNvPr id="8" name="文本框 7">
            <a:extLst>
              <a:ext uri="{FF2B5EF4-FFF2-40B4-BE49-F238E27FC236}">
                <a16:creationId xmlns:a16="http://schemas.microsoft.com/office/drawing/2014/main" id="{CA0C1FC8-66C7-463B-857E-23588547CDD2}"/>
              </a:ext>
            </a:extLst>
          </p:cNvPr>
          <p:cNvSpPr txBox="1"/>
          <p:nvPr/>
        </p:nvSpPr>
        <p:spPr>
          <a:xfrm>
            <a:off x="1845986" y="1848381"/>
            <a:ext cx="2295115" cy="400110"/>
          </a:xfrm>
          <a:prstGeom prst="rect">
            <a:avLst/>
          </a:prstGeom>
          <a:noFill/>
        </p:spPr>
        <p:txBody>
          <a:bodyPr wrap="none" lIns="91440" tIns="45720" rIns="91440" bIns="45720" rtlCol="0">
            <a:spAutoFit/>
          </a:bodyPr>
          <a:lstStyle/>
          <a:p>
            <a:pPr algn="l"/>
            <a:r>
              <a:rPr lang="zh-CN" altLang="en-US" sz="2000" dirty="0">
                <a:solidFill>
                  <a:schemeClr val="tx1"/>
                </a:solidFill>
                <a:latin typeface="微软雅黑 Light" panose="020B0502040204020203" pitchFamily="34" charset="-122"/>
                <a:ea typeface="微软雅黑 Light" panose="020B0502040204020203" pitchFamily="34" charset="-122"/>
              </a:rPr>
              <a:t>查询专属您的</a:t>
            </a:r>
            <a:r>
              <a:rPr lang="en-US" altLang="zh-CN" sz="2000" dirty="0">
                <a:solidFill>
                  <a:schemeClr val="tx1"/>
                </a:solidFill>
                <a:latin typeface="微软雅黑 Light" panose="020B0502040204020203" pitchFamily="34" charset="-122"/>
                <a:ea typeface="微软雅黑 Light" panose="020B0502040204020203" pitchFamily="34" charset="-122"/>
              </a:rPr>
              <a:t>MAC</a:t>
            </a:r>
            <a:endParaRPr lang="zh-CN" altLang="en-US" sz="2000" dirty="0">
              <a:solidFill>
                <a:schemeClr val="tx1"/>
              </a:solidFill>
              <a:latin typeface="微软雅黑 Light" panose="020B0502040204020203" pitchFamily="34" charset="-122"/>
              <a:ea typeface="微软雅黑 Light" panose="020B0502040204020203" pitchFamily="34" charset="-122"/>
            </a:endParaRPr>
          </a:p>
        </p:txBody>
      </p:sp>
      <p:pic>
        <p:nvPicPr>
          <p:cNvPr id="3" name="图片 2">
            <a:extLst>
              <a:ext uri="{FF2B5EF4-FFF2-40B4-BE49-F238E27FC236}">
                <a16:creationId xmlns:a16="http://schemas.microsoft.com/office/drawing/2014/main" id="{5319C185-3BB2-4D4A-9F3C-6775179F04A5}"/>
              </a:ext>
            </a:extLst>
          </p:cNvPr>
          <p:cNvPicPr>
            <a:picLocks noChangeAspect="1"/>
          </p:cNvPicPr>
          <p:nvPr/>
        </p:nvPicPr>
        <p:blipFill>
          <a:blip r:embed="rId4"/>
          <a:stretch>
            <a:fillRect/>
          </a:stretch>
        </p:blipFill>
        <p:spPr>
          <a:xfrm>
            <a:off x="4388532" y="834445"/>
            <a:ext cx="7803468" cy="5400000"/>
          </a:xfrm>
          <a:prstGeom prst="rect">
            <a:avLst/>
          </a:prstGeom>
        </p:spPr>
      </p:pic>
    </p:spTree>
    <p:extLst>
      <p:ext uri="{BB962C8B-B14F-4D97-AF65-F5344CB8AC3E}">
        <p14:creationId xmlns:p14="http://schemas.microsoft.com/office/powerpoint/2010/main" val="189817076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Char"/>
      </p:transition>
    </mc:Choice>
    <mc:Fallback xmlns="">
      <p:transition>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占位符 7">
            <a:extLst>
              <a:ext uri="{FF2B5EF4-FFF2-40B4-BE49-F238E27FC236}">
                <a16:creationId xmlns:a16="http://schemas.microsoft.com/office/drawing/2014/main" id="{D15C3847-116E-40E6-B26F-409591E03754}"/>
              </a:ext>
            </a:extLst>
          </p:cNvPr>
          <p:cNvSpPr>
            <a:spLocks noGrp="1"/>
          </p:cNvSpPr>
          <p:nvPr>
            <p:ph type="body" sz="quarter" idx="15"/>
          </p:nvPr>
        </p:nvSpPr>
        <p:spPr/>
        <p:txBody>
          <a:bodyPr/>
          <a:lstStyle/>
          <a:p>
            <a:endParaRPr lang="zh-CN" altLang="en-US"/>
          </a:p>
        </p:txBody>
      </p:sp>
      <p:sp>
        <p:nvSpPr>
          <p:cNvPr id="56" name="文本占位符 55">
            <a:extLst>
              <a:ext uri="{FF2B5EF4-FFF2-40B4-BE49-F238E27FC236}">
                <a16:creationId xmlns:a16="http://schemas.microsoft.com/office/drawing/2014/main" id="{42DFFF02-DC08-448A-BBF3-32E38F764334}"/>
              </a:ext>
            </a:extLst>
          </p:cNvPr>
          <p:cNvSpPr>
            <a:spLocks noGrp="1"/>
          </p:cNvSpPr>
          <p:nvPr>
            <p:ph type="body" sz="quarter" idx="16"/>
          </p:nvPr>
        </p:nvSpPr>
        <p:spPr/>
        <p:txBody>
          <a:bodyPr/>
          <a:lstStyle/>
          <a:p>
            <a:r>
              <a:rPr lang="zh-CN" altLang="en-US" dirty="0"/>
              <a:t>除了传统的广播通信，还可以借助</a:t>
            </a:r>
            <a:r>
              <a:rPr lang="en-US" altLang="zh-CN" dirty="0"/>
              <a:t>MAC</a:t>
            </a:r>
            <a:r>
              <a:rPr lang="zh-CN" altLang="en-US" dirty="0"/>
              <a:t>实现点到点的通信，所以：</a:t>
            </a:r>
            <a:endParaRPr lang="en-US" altLang="zh-CN" dirty="0"/>
          </a:p>
          <a:p>
            <a:pPr lvl="1"/>
            <a:r>
              <a:rPr lang="zh-CN" altLang="zh-CN" dirty="0"/>
              <a:t>单播</a:t>
            </a:r>
            <a:r>
              <a:rPr lang="en-US" altLang="zh-CN" dirty="0"/>
              <a:t> </a:t>
            </a:r>
            <a:r>
              <a:rPr lang="zh-CN" altLang="zh-CN" dirty="0"/>
              <a:t>帧</a:t>
            </a:r>
            <a:r>
              <a:rPr lang="en-US" altLang="zh-CN" dirty="0"/>
              <a:t>unicast</a:t>
            </a:r>
            <a:r>
              <a:rPr lang="zh-CN" altLang="zh-CN" dirty="0"/>
              <a:t>：一对一</a:t>
            </a:r>
          </a:p>
          <a:p>
            <a:pPr lvl="1"/>
            <a:r>
              <a:rPr lang="zh-CN" altLang="zh-CN" dirty="0"/>
              <a:t>广播</a:t>
            </a:r>
            <a:r>
              <a:rPr lang="en-US" altLang="zh-CN" dirty="0"/>
              <a:t> </a:t>
            </a:r>
            <a:r>
              <a:rPr lang="zh-CN" altLang="zh-CN" dirty="0"/>
              <a:t>帧</a:t>
            </a:r>
            <a:r>
              <a:rPr lang="en-US" altLang="zh-CN" dirty="0"/>
              <a:t>broadcast</a:t>
            </a:r>
            <a:r>
              <a:rPr lang="zh-CN" altLang="zh-CN" dirty="0"/>
              <a:t>：一对全体</a:t>
            </a:r>
          </a:p>
          <a:p>
            <a:pPr lvl="1"/>
            <a:r>
              <a:rPr lang="zh-CN" altLang="zh-CN" dirty="0"/>
              <a:t>多播</a:t>
            </a:r>
            <a:r>
              <a:rPr lang="en-US" altLang="zh-CN" dirty="0"/>
              <a:t> </a:t>
            </a:r>
            <a:r>
              <a:rPr lang="zh-CN" altLang="zh-CN" dirty="0"/>
              <a:t>帧</a:t>
            </a:r>
            <a:r>
              <a:rPr lang="en-US" altLang="zh-CN" dirty="0"/>
              <a:t>multicast</a:t>
            </a:r>
            <a:r>
              <a:rPr lang="zh-CN" altLang="zh-CN" dirty="0"/>
              <a:t>：一对多</a:t>
            </a:r>
            <a:endParaRPr lang="en-US" altLang="zh-CN" dirty="0"/>
          </a:p>
          <a:p>
            <a:endParaRPr lang="zh-CN" altLang="en-US" dirty="0"/>
          </a:p>
        </p:txBody>
      </p:sp>
      <p:sp>
        <p:nvSpPr>
          <p:cNvPr id="58" name="文本占位符 57">
            <a:extLst>
              <a:ext uri="{FF2B5EF4-FFF2-40B4-BE49-F238E27FC236}">
                <a16:creationId xmlns:a16="http://schemas.microsoft.com/office/drawing/2014/main" id="{ADD077C0-BB93-45EC-8EB5-78309D7C76B3}"/>
              </a:ext>
            </a:extLst>
          </p:cNvPr>
          <p:cNvSpPr>
            <a:spLocks noGrp="1"/>
          </p:cNvSpPr>
          <p:nvPr>
            <p:ph type="body" sz="quarter" idx="13"/>
          </p:nvPr>
        </p:nvSpPr>
        <p:spPr/>
        <p:txBody>
          <a:bodyPr/>
          <a:lstStyle/>
          <a:p>
            <a:r>
              <a:rPr lang="en-US" altLang="zh-CN" dirty="0"/>
              <a:t>MAC</a:t>
            </a:r>
            <a:r>
              <a:rPr lang="zh-CN" altLang="en-US" dirty="0"/>
              <a:t>地址的分类</a:t>
            </a:r>
          </a:p>
        </p:txBody>
      </p:sp>
    </p:spTree>
    <p:extLst>
      <p:ext uri="{BB962C8B-B14F-4D97-AF65-F5344CB8AC3E}">
        <p14:creationId xmlns:p14="http://schemas.microsoft.com/office/powerpoint/2010/main" val="15738313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Char"/>
      </p:transition>
    </mc:Choice>
    <mc:Fallback xmlns="">
      <p:transition>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4F48DB80-8D1A-47D2-8E36-8AA5A143B9CA}"/>
              </a:ext>
            </a:extLst>
          </p:cNvPr>
          <p:cNvSpPr>
            <a:spLocks noGrp="1"/>
          </p:cNvSpPr>
          <p:nvPr>
            <p:ph type="body" sz="quarter" idx="15"/>
          </p:nvPr>
        </p:nvSpPr>
        <p:spPr/>
        <p:txBody>
          <a:bodyPr/>
          <a:lstStyle/>
          <a:p>
            <a:endParaRPr lang="zh-CN" altLang="en-US"/>
          </a:p>
        </p:txBody>
      </p:sp>
      <p:sp>
        <p:nvSpPr>
          <p:cNvPr id="9" name="文本占位符 8">
            <a:extLst>
              <a:ext uri="{FF2B5EF4-FFF2-40B4-BE49-F238E27FC236}">
                <a16:creationId xmlns:a16="http://schemas.microsoft.com/office/drawing/2014/main" id="{B52302F1-CA86-4F12-94C2-767DA34B6DDB}"/>
              </a:ext>
            </a:extLst>
          </p:cNvPr>
          <p:cNvSpPr>
            <a:spLocks noGrp="1"/>
          </p:cNvSpPr>
          <p:nvPr>
            <p:ph type="body" sz="quarter" idx="16"/>
          </p:nvPr>
        </p:nvSpPr>
        <p:spPr/>
        <p:txBody>
          <a:bodyPr/>
          <a:lstStyle/>
          <a:p>
            <a:r>
              <a:rPr lang="zh-CN" altLang="en-US" dirty="0"/>
              <a:t>标准</a:t>
            </a:r>
            <a:endParaRPr lang="en-US" altLang="zh-CN" dirty="0"/>
          </a:p>
          <a:p>
            <a:pPr lvl="1"/>
            <a:r>
              <a:rPr lang="zh-CN" altLang="en-US" dirty="0"/>
              <a:t>以太网</a:t>
            </a:r>
            <a:r>
              <a:rPr lang="en-US" altLang="zh-CN" dirty="0"/>
              <a:t>V2</a:t>
            </a:r>
            <a:r>
              <a:rPr lang="zh-CN" altLang="en-US" dirty="0"/>
              <a:t>标准，使用最广泛</a:t>
            </a:r>
            <a:endParaRPr lang="en-US" altLang="zh-CN" dirty="0"/>
          </a:p>
          <a:p>
            <a:pPr lvl="1"/>
            <a:r>
              <a:rPr lang="en-US" altLang="zh-CN" dirty="0"/>
              <a:t>IEEE 802.3</a:t>
            </a:r>
            <a:r>
              <a:rPr lang="zh-CN" altLang="en-US" dirty="0"/>
              <a:t>标准</a:t>
            </a:r>
            <a:endParaRPr lang="en-US" altLang="zh-CN" dirty="0"/>
          </a:p>
          <a:p>
            <a:r>
              <a:rPr lang="zh-CN" altLang="en-US" dirty="0"/>
              <a:t>长度</a:t>
            </a:r>
            <a:endParaRPr lang="en-US" altLang="zh-CN" dirty="0"/>
          </a:p>
          <a:p>
            <a:pPr lvl="1"/>
            <a:r>
              <a:rPr lang="zh-CN" altLang="en-US" dirty="0"/>
              <a:t>最小</a:t>
            </a:r>
            <a:r>
              <a:rPr lang="en-US" altLang="zh-CN" dirty="0"/>
              <a:t>64</a:t>
            </a:r>
            <a:r>
              <a:rPr lang="zh-CN" altLang="en-US" dirty="0"/>
              <a:t>字节</a:t>
            </a:r>
            <a:r>
              <a:rPr lang="en-US" altLang="zh-CN" dirty="0">
                <a:solidFill>
                  <a:srgbClr val="FF0000"/>
                </a:solidFill>
              </a:rPr>
              <a:t>(</a:t>
            </a:r>
            <a:r>
              <a:rPr lang="zh-CN" altLang="en-US" dirty="0">
                <a:solidFill>
                  <a:srgbClr val="FF0000"/>
                </a:solidFill>
              </a:rPr>
              <a:t>怎么来的？</a:t>
            </a:r>
            <a:r>
              <a:rPr lang="en-US" altLang="zh-CN" dirty="0">
                <a:solidFill>
                  <a:srgbClr val="FF0000"/>
                </a:solidFill>
              </a:rPr>
              <a:t>51.2us)</a:t>
            </a:r>
          </a:p>
          <a:p>
            <a:r>
              <a:rPr lang="zh-CN" altLang="en-US" dirty="0"/>
              <a:t>说明</a:t>
            </a:r>
            <a:endParaRPr lang="en-US" altLang="zh-CN" dirty="0"/>
          </a:p>
          <a:p>
            <a:pPr lvl="1"/>
            <a:r>
              <a:rPr lang="zh-CN" altLang="en-US" dirty="0"/>
              <a:t>实际的帧要比</a:t>
            </a:r>
            <a:r>
              <a:rPr lang="en-US" altLang="zh-CN" dirty="0"/>
              <a:t>MAC</a:t>
            </a:r>
            <a:r>
              <a:rPr lang="zh-CN" altLang="en-US" dirty="0"/>
              <a:t>帧多</a:t>
            </a:r>
            <a:r>
              <a:rPr lang="en-US" altLang="zh-CN" dirty="0"/>
              <a:t>8</a:t>
            </a:r>
            <a:r>
              <a:rPr lang="zh-CN" altLang="en-US" dirty="0"/>
              <a:t>个字节</a:t>
            </a:r>
            <a:endParaRPr lang="en-US" altLang="zh-CN" dirty="0"/>
          </a:p>
          <a:p>
            <a:pPr lvl="1"/>
            <a:r>
              <a:rPr lang="zh-CN" altLang="en-US" dirty="0"/>
              <a:t>因为帧之间有传输间隙，所以不需要帧结束的界定</a:t>
            </a:r>
          </a:p>
        </p:txBody>
      </p:sp>
      <p:sp>
        <p:nvSpPr>
          <p:cNvPr id="6" name="文本占位符 5">
            <a:extLst>
              <a:ext uri="{FF2B5EF4-FFF2-40B4-BE49-F238E27FC236}">
                <a16:creationId xmlns:a16="http://schemas.microsoft.com/office/drawing/2014/main" id="{C1BDBB8A-346E-4A0A-92C2-1F83FEE44BFE}"/>
              </a:ext>
            </a:extLst>
          </p:cNvPr>
          <p:cNvSpPr>
            <a:spLocks noGrp="1"/>
          </p:cNvSpPr>
          <p:nvPr>
            <p:ph type="body" sz="quarter" idx="13"/>
          </p:nvPr>
        </p:nvSpPr>
        <p:spPr/>
        <p:txBody>
          <a:bodyPr/>
          <a:lstStyle/>
          <a:p>
            <a:r>
              <a:rPr lang="en-US" altLang="zh-CN" dirty="0"/>
              <a:t>MAC</a:t>
            </a:r>
            <a:r>
              <a:rPr lang="zh-CN" altLang="en-US" dirty="0"/>
              <a:t>帧</a:t>
            </a:r>
          </a:p>
        </p:txBody>
      </p:sp>
      <p:graphicFrame>
        <p:nvGraphicFramePr>
          <p:cNvPr id="11" name="表格 3">
            <a:extLst>
              <a:ext uri="{FF2B5EF4-FFF2-40B4-BE49-F238E27FC236}">
                <a16:creationId xmlns:a16="http://schemas.microsoft.com/office/drawing/2014/main" id="{272D4CFF-5925-4991-A561-6D3F0D7AD914}"/>
              </a:ext>
            </a:extLst>
          </p:cNvPr>
          <p:cNvGraphicFramePr>
            <a:graphicFrameLocks noGrp="1"/>
          </p:cNvGraphicFramePr>
          <p:nvPr>
            <p:extLst>
              <p:ext uri="{D42A27DB-BD31-4B8C-83A1-F6EECF244321}">
                <p14:modId xmlns:p14="http://schemas.microsoft.com/office/powerpoint/2010/main" val="2885327516"/>
              </p:ext>
            </p:extLst>
          </p:nvPr>
        </p:nvGraphicFramePr>
        <p:xfrm>
          <a:off x="1611485" y="4396740"/>
          <a:ext cx="8969030" cy="1112520"/>
        </p:xfrm>
        <a:graphic>
          <a:graphicData uri="http://schemas.openxmlformats.org/drawingml/2006/table">
            <a:tbl>
              <a:tblPr firstRow="1" bandRow="1">
                <a:tableStyleId>{5C22544A-7EE6-4342-B048-85BDC9FD1C3A}</a:tableStyleId>
              </a:tblPr>
              <a:tblGrid>
                <a:gridCol w="1281290">
                  <a:extLst>
                    <a:ext uri="{9D8B030D-6E8A-4147-A177-3AD203B41FA5}">
                      <a16:colId xmlns:a16="http://schemas.microsoft.com/office/drawing/2014/main" val="66066758"/>
                    </a:ext>
                  </a:extLst>
                </a:gridCol>
                <a:gridCol w="1281290">
                  <a:extLst>
                    <a:ext uri="{9D8B030D-6E8A-4147-A177-3AD203B41FA5}">
                      <a16:colId xmlns:a16="http://schemas.microsoft.com/office/drawing/2014/main" val="681621932"/>
                    </a:ext>
                  </a:extLst>
                </a:gridCol>
                <a:gridCol w="1281290">
                  <a:extLst>
                    <a:ext uri="{9D8B030D-6E8A-4147-A177-3AD203B41FA5}">
                      <a16:colId xmlns:a16="http://schemas.microsoft.com/office/drawing/2014/main" val="1823227545"/>
                    </a:ext>
                  </a:extLst>
                </a:gridCol>
                <a:gridCol w="1281290">
                  <a:extLst>
                    <a:ext uri="{9D8B030D-6E8A-4147-A177-3AD203B41FA5}">
                      <a16:colId xmlns:a16="http://schemas.microsoft.com/office/drawing/2014/main" val="3534235243"/>
                    </a:ext>
                  </a:extLst>
                </a:gridCol>
                <a:gridCol w="1281290">
                  <a:extLst>
                    <a:ext uri="{9D8B030D-6E8A-4147-A177-3AD203B41FA5}">
                      <a16:colId xmlns:a16="http://schemas.microsoft.com/office/drawing/2014/main" val="75341418"/>
                    </a:ext>
                  </a:extLst>
                </a:gridCol>
                <a:gridCol w="1281290">
                  <a:extLst>
                    <a:ext uri="{9D8B030D-6E8A-4147-A177-3AD203B41FA5}">
                      <a16:colId xmlns:a16="http://schemas.microsoft.com/office/drawing/2014/main" val="3371756490"/>
                    </a:ext>
                  </a:extLst>
                </a:gridCol>
                <a:gridCol w="1281290">
                  <a:extLst>
                    <a:ext uri="{9D8B030D-6E8A-4147-A177-3AD203B41FA5}">
                      <a16:colId xmlns:a16="http://schemas.microsoft.com/office/drawing/2014/main" val="1849303493"/>
                    </a:ext>
                  </a:extLst>
                </a:gridCol>
              </a:tblGrid>
              <a:tr h="370840">
                <a:tc>
                  <a:txBody>
                    <a:bodyPr/>
                    <a:lstStyle/>
                    <a:p>
                      <a:pPr algn="ctr"/>
                      <a:r>
                        <a:rPr lang="en-US" altLang="zh-CN" sz="1400" b="0" baseline="0" dirty="0">
                          <a:solidFill>
                            <a:schemeClr val="tx1"/>
                          </a:solidFill>
                          <a:latin typeface="微软雅黑 Light" panose="020B0502040204020203" pitchFamily="34" charset="-122"/>
                          <a:ea typeface="微软雅黑 Light" panose="020B0502040204020203" pitchFamily="34" charset="-122"/>
                        </a:rPr>
                        <a:t>7</a:t>
                      </a:r>
                      <a:r>
                        <a:rPr lang="zh-CN" altLang="en-US" sz="1400" b="0" baseline="0" dirty="0">
                          <a:solidFill>
                            <a:schemeClr val="tx1"/>
                          </a:solidFill>
                          <a:latin typeface="微软雅黑 Light" panose="020B0502040204020203" pitchFamily="34" charset="-122"/>
                          <a:ea typeface="微软雅黑 Light" panose="020B0502040204020203" pitchFamily="34" charset="-122"/>
                        </a:rPr>
                        <a:t>字节</a:t>
                      </a:r>
                    </a:p>
                  </a:txBody>
                  <a:tcPr anchor="ctr">
                    <a:lnL w="12700" cmpd="sng">
                      <a:noFill/>
                    </a:lnL>
                    <a:lnR w="12700" cmpd="sng">
                      <a:noFill/>
                    </a:lnR>
                    <a:lnT w="38100" cmpd="sng">
                      <a:noFill/>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baseline="0" dirty="0">
                          <a:solidFill>
                            <a:schemeClr val="tx1"/>
                          </a:solidFill>
                          <a:latin typeface="微软雅黑 Light" panose="020B0502040204020203" pitchFamily="34" charset="-122"/>
                          <a:ea typeface="微软雅黑 Light" panose="020B0502040204020203" pitchFamily="34" charset="-122"/>
                        </a:rPr>
                        <a:t>1</a:t>
                      </a:r>
                      <a:r>
                        <a:rPr lang="zh-CN" altLang="en-US" sz="1400" b="0" baseline="0" dirty="0">
                          <a:solidFill>
                            <a:schemeClr val="tx1"/>
                          </a:solidFill>
                          <a:latin typeface="微软雅黑 Light" panose="020B0502040204020203" pitchFamily="34" charset="-122"/>
                          <a:ea typeface="微软雅黑 Light" panose="020B0502040204020203" pitchFamily="34" charset="-122"/>
                        </a:rPr>
                        <a:t>字节</a:t>
                      </a:r>
                    </a:p>
                  </a:txBody>
                  <a:tcPr anchor="ctr">
                    <a:lnL w="12700" cmpd="sng">
                      <a:noFill/>
                    </a:lnL>
                    <a:lnR w="12700" cmpd="sng">
                      <a:noFill/>
                    </a:lnR>
                    <a:lnT w="38100" cmpd="sng">
                      <a:noFill/>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baseline="0" dirty="0">
                          <a:solidFill>
                            <a:schemeClr val="tx1"/>
                          </a:solidFill>
                          <a:latin typeface="微软雅黑 Light" panose="020B0502040204020203" pitchFamily="34" charset="-122"/>
                          <a:ea typeface="微软雅黑 Light" panose="020B0502040204020203" pitchFamily="34" charset="-122"/>
                        </a:rPr>
                        <a:t>6</a:t>
                      </a:r>
                      <a:r>
                        <a:rPr lang="zh-CN" altLang="en-US" sz="1400" b="0" baseline="0" dirty="0">
                          <a:solidFill>
                            <a:schemeClr val="tx1"/>
                          </a:solidFill>
                          <a:latin typeface="微软雅黑 Light" panose="020B0502040204020203" pitchFamily="34" charset="-122"/>
                          <a:ea typeface="微软雅黑 Light" panose="020B0502040204020203" pitchFamily="34" charset="-122"/>
                        </a:rPr>
                        <a:t>字节</a:t>
                      </a:r>
                    </a:p>
                  </a:txBody>
                  <a:tcPr anchor="ctr">
                    <a:lnL w="12700" cmpd="sng">
                      <a:noFill/>
                    </a:lnL>
                    <a:lnR w="12700" cmpd="sng">
                      <a:noFill/>
                    </a:lnR>
                    <a:lnT w="38100" cmpd="sng">
                      <a:noFill/>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baseline="0" dirty="0">
                          <a:solidFill>
                            <a:schemeClr val="tx1"/>
                          </a:solidFill>
                          <a:latin typeface="微软雅黑 Light" panose="020B0502040204020203" pitchFamily="34" charset="-122"/>
                          <a:ea typeface="微软雅黑 Light" panose="020B0502040204020203" pitchFamily="34" charset="-122"/>
                        </a:rPr>
                        <a:t>6</a:t>
                      </a:r>
                      <a:r>
                        <a:rPr lang="zh-CN" altLang="en-US" sz="1400" b="0" baseline="0" dirty="0">
                          <a:solidFill>
                            <a:schemeClr val="tx1"/>
                          </a:solidFill>
                          <a:latin typeface="微软雅黑 Light" panose="020B0502040204020203" pitchFamily="34" charset="-122"/>
                          <a:ea typeface="微软雅黑 Light" panose="020B0502040204020203" pitchFamily="34" charset="-122"/>
                        </a:rPr>
                        <a:t>字节</a:t>
                      </a:r>
                    </a:p>
                  </a:txBody>
                  <a:tcPr anchor="ctr">
                    <a:lnL w="12700" cmpd="sng">
                      <a:noFill/>
                    </a:lnL>
                    <a:lnR w="12700" cmpd="sng">
                      <a:noFill/>
                    </a:lnR>
                    <a:lnT w="38100" cmpd="sng">
                      <a:noFill/>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baseline="0" dirty="0">
                          <a:solidFill>
                            <a:schemeClr val="tx1"/>
                          </a:solidFill>
                          <a:latin typeface="微软雅黑 Light" panose="020B0502040204020203" pitchFamily="34" charset="-122"/>
                          <a:ea typeface="微软雅黑 Light" panose="020B0502040204020203" pitchFamily="34" charset="-122"/>
                        </a:rPr>
                        <a:t>2</a:t>
                      </a:r>
                      <a:r>
                        <a:rPr lang="zh-CN" altLang="en-US" sz="1400" b="0" baseline="0" dirty="0">
                          <a:solidFill>
                            <a:schemeClr val="tx1"/>
                          </a:solidFill>
                          <a:latin typeface="微软雅黑 Light" panose="020B0502040204020203" pitchFamily="34" charset="-122"/>
                          <a:ea typeface="微软雅黑 Light" panose="020B0502040204020203" pitchFamily="34" charset="-122"/>
                        </a:rPr>
                        <a:t>字节</a:t>
                      </a:r>
                    </a:p>
                  </a:txBody>
                  <a:tcPr anchor="ctr">
                    <a:lnL w="12700" cmpd="sng">
                      <a:noFill/>
                    </a:lnL>
                    <a:lnR w="12700" cmpd="sng">
                      <a:noFill/>
                    </a:lnR>
                    <a:lnT w="38100" cmpd="sng">
                      <a:noFill/>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baseline="0" dirty="0">
                          <a:solidFill>
                            <a:srgbClr val="FF0000"/>
                          </a:solidFill>
                          <a:latin typeface="微软雅黑 Light" panose="020B0502040204020203" pitchFamily="34" charset="-122"/>
                          <a:ea typeface="微软雅黑 Light" panose="020B0502040204020203" pitchFamily="34" charset="-122"/>
                        </a:rPr>
                        <a:t>46-1500</a:t>
                      </a:r>
                      <a:r>
                        <a:rPr lang="zh-CN" altLang="en-US" sz="1400" b="0" baseline="0" dirty="0">
                          <a:solidFill>
                            <a:srgbClr val="FF0000"/>
                          </a:solidFill>
                          <a:latin typeface="微软雅黑 Light" panose="020B0502040204020203" pitchFamily="34" charset="-122"/>
                          <a:ea typeface="微软雅黑 Light" panose="020B0502040204020203" pitchFamily="34" charset="-122"/>
                        </a:rPr>
                        <a:t>字节</a:t>
                      </a:r>
                    </a:p>
                  </a:txBody>
                  <a:tcPr anchor="ctr">
                    <a:lnL w="12700" cmpd="sng">
                      <a:noFill/>
                    </a:lnL>
                    <a:lnR w="12700" cmpd="sng">
                      <a:noFill/>
                    </a:lnR>
                    <a:lnT w="38100" cmpd="sng">
                      <a:noFill/>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baseline="0" dirty="0">
                          <a:solidFill>
                            <a:schemeClr val="tx1"/>
                          </a:solidFill>
                          <a:latin typeface="微软雅黑 Light" panose="020B0502040204020203" pitchFamily="34" charset="-122"/>
                          <a:ea typeface="微软雅黑 Light" panose="020B0502040204020203" pitchFamily="34" charset="-122"/>
                        </a:rPr>
                        <a:t>4</a:t>
                      </a:r>
                      <a:r>
                        <a:rPr lang="zh-CN" altLang="en-US" sz="1400" b="0" baseline="0" dirty="0">
                          <a:solidFill>
                            <a:schemeClr val="tx1"/>
                          </a:solidFill>
                          <a:latin typeface="微软雅黑 Light" panose="020B0502040204020203" pitchFamily="34" charset="-122"/>
                          <a:ea typeface="微软雅黑 Light" panose="020B0502040204020203" pitchFamily="34" charset="-122"/>
                        </a:rPr>
                        <a:t>字节</a:t>
                      </a:r>
                    </a:p>
                  </a:txBody>
                  <a:tcPr anchor="ctr">
                    <a:lnL w="12700" cmpd="sng">
                      <a:noFill/>
                    </a:lnL>
                    <a:lnR w="12700" cmpd="sng">
                      <a:noFill/>
                    </a:lnR>
                    <a:lnT w="38100" cmpd="sng">
                      <a:noFill/>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83962703"/>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b="0" baseline="0" dirty="0">
                          <a:solidFill>
                            <a:schemeClr val="tx1"/>
                          </a:solidFill>
                          <a:latin typeface="微软雅黑 Light" panose="020B0502040204020203" pitchFamily="34" charset="-122"/>
                          <a:ea typeface="微软雅黑 Light" panose="020B0502040204020203" pitchFamily="34" charset="-122"/>
                        </a:rPr>
                        <a:t>1010…1010</a:t>
                      </a:r>
                      <a:endParaRPr lang="zh-CN" altLang="en-US" sz="1600" b="0" baseline="0" dirty="0">
                        <a:solidFill>
                          <a:schemeClr val="tx1"/>
                        </a:solidFill>
                        <a:latin typeface="微软雅黑 Light" panose="020B0502040204020203" pitchFamily="34" charset="-122"/>
                        <a:ea typeface="微软雅黑 Light" panose="020B0502040204020203" pitchFamily="34" charset="-122"/>
                      </a:endParaRP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baseline="0" dirty="0">
                          <a:solidFill>
                            <a:schemeClr val="tx1"/>
                          </a:solidFill>
                          <a:latin typeface="微软雅黑 Light" panose="020B0502040204020203" pitchFamily="34" charset="-122"/>
                          <a:ea typeface="微软雅黑 Light" panose="020B0502040204020203" pitchFamily="34" charset="-122"/>
                        </a:rPr>
                        <a:t>10101011</a:t>
                      </a:r>
                      <a:endParaRPr lang="zh-CN" altLang="en-US" sz="1600" baseline="0" dirty="0">
                        <a:solidFill>
                          <a:schemeClr val="tx1"/>
                        </a:solidFill>
                        <a:latin typeface="微软雅黑 Light" panose="020B0502040204020203" pitchFamily="34" charset="-122"/>
                        <a:ea typeface="微软雅黑 Light" panose="020B0502040204020203" pitchFamily="34" charset="-122"/>
                      </a:endParaRP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zh-CN" altLang="en-US" sz="1600" baseline="0" dirty="0">
                          <a:solidFill>
                            <a:schemeClr val="bg1"/>
                          </a:solidFill>
                          <a:latin typeface="微软雅黑 Light" panose="020B0502040204020203" pitchFamily="34" charset="-122"/>
                          <a:ea typeface="微软雅黑 Light" panose="020B0502040204020203" pitchFamily="34" charset="-122"/>
                        </a:rPr>
                        <a:t>目的地址</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r>
                        <a:rPr lang="zh-CN" altLang="en-US" sz="1600" baseline="0" dirty="0">
                          <a:solidFill>
                            <a:schemeClr val="bg1"/>
                          </a:solidFill>
                          <a:latin typeface="微软雅黑 Light" panose="020B0502040204020203" pitchFamily="34" charset="-122"/>
                          <a:ea typeface="微软雅黑 Light" panose="020B0502040204020203" pitchFamily="34" charset="-122"/>
                        </a:rPr>
                        <a:t>源地址</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tc>
                  <a:txBody>
                    <a:bodyPr/>
                    <a:lstStyle/>
                    <a:p>
                      <a:pPr algn="ctr"/>
                      <a:r>
                        <a:rPr lang="zh-CN" altLang="en-US" sz="1600" baseline="0" dirty="0">
                          <a:solidFill>
                            <a:schemeClr val="tx1"/>
                          </a:solidFill>
                          <a:latin typeface="微软雅黑 Light" panose="020B0502040204020203" pitchFamily="34" charset="-122"/>
                          <a:ea typeface="微软雅黑 Light" panose="020B0502040204020203" pitchFamily="34" charset="-122"/>
                        </a:rPr>
                        <a:t>类型</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baseline="0" dirty="0">
                          <a:solidFill>
                            <a:schemeClr val="tx1"/>
                          </a:solidFill>
                          <a:latin typeface="微软雅黑 Light" panose="020B0502040204020203" pitchFamily="34" charset="-122"/>
                          <a:ea typeface="微软雅黑 Light" panose="020B0502040204020203" pitchFamily="34" charset="-122"/>
                        </a:rPr>
                        <a:t>IP</a:t>
                      </a:r>
                      <a:r>
                        <a:rPr lang="zh-CN" altLang="en-US" sz="1600" baseline="0" dirty="0">
                          <a:solidFill>
                            <a:schemeClr val="tx1"/>
                          </a:solidFill>
                          <a:latin typeface="微软雅黑 Light" panose="020B0502040204020203" pitchFamily="34" charset="-122"/>
                          <a:ea typeface="微软雅黑 Light" panose="020B0502040204020203" pitchFamily="34" charset="-122"/>
                        </a:rPr>
                        <a:t>数据报</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baseline="0" dirty="0">
                          <a:solidFill>
                            <a:schemeClr val="tx1"/>
                          </a:solidFill>
                          <a:latin typeface="微软雅黑 Light" panose="020B0502040204020203" pitchFamily="34" charset="-122"/>
                          <a:ea typeface="微软雅黑 Light" panose="020B0502040204020203" pitchFamily="34" charset="-122"/>
                        </a:rPr>
                        <a:t>FCS</a:t>
                      </a:r>
                      <a:endParaRPr lang="zh-CN" altLang="en-US" sz="1600" baseline="0" dirty="0">
                        <a:solidFill>
                          <a:schemeClr val="tx1"/>
                        </a:solidFill>
                        <a:latin typeface="微软雅黑 Light" panose="020B0502040204020203" pitchFamily="34" charset="-122"/>
                        <a:ea typeface="微软雅黑 Light" panose="020B0502040204020203" pitchFamily="34" charset="-122"/>
                      </a:endParaRP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44984829"/>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600" b="0" baseline="0" dirty="0">
                          <a:solidFill>
                            <a:schemeClr val="tx1"/>
                          </a:solidFill>
                          <a:latin typeface="微软雅黑 Light" panose="020B0502040204020203" pitchFamily="34" charset="-122"/>
                          <a:ea typeface="微软雅黑 Light" panose="020B0502040204020203" pitchFamily="34" charset="-122"/>
                        </a:rPr>
                        <a:t>帧同步码</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600" b="0" baseline="0" dirty="0">
                          <a:solidFill>
                            <a:schemeClr val="tx1"/>
                          </a:solidFill>
                          <a:latin typeface="微软雅黑 Light" panose="020B0502040204020203" pitchFamily="34" charset="-122"/>
                          <a:ea typeface="微软雅黑 Light" panose="020B0502040204020203" pitchFamily="34" charset="-122"/>
                        </a:rPr>
                        <a:t>帧界定符</a:t>
                      </a:r>
                      <a:endParaRPr lang="zh-CN" altLang="en-US" sz="1600" baseline="0" dirty="0">
                        <a:solidFill>
                          <a:schemeClr val="bg1"/>
                        </a:solidFill>
                        <a:latin typeface="微软雅黑 Light" panose="020B0502040204020203" pitchFamily="34" charset="-122"/>
                        <a:ea typeface="微软雅黑 Light" panose="020B0502040204020203" pitchFamily="34"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600" baseline="0" dirty="0">
                        <a:solidFill>
                          <a:schemeClr val="bg1"/>
                        </a:solidFill>
                        <a:latin typeface="微软雅黑 Light" panose="020B0502040204020203" pitchFamily="34" charset="-122"/>
                        <a:ea typeface="微软雅黑 Light" panose="020B0502040204020203" pitchFamily="34"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600" baseline="0" dirty="0">
                        <a:solidFill>
                          <a:schemeClr val="bg1"/>
                        </a:solidFill>
                        <a:latin typeface="微软雅黑 Light" panose="020B0502040204020203" pitchFamily="34" charset="-122"/>
                        <a:ea typeface="微软雅黑 Light" panose="020B0502040204020203" pitchFamily="34"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600" baseline="0" dirty="0">
                        <a:solidFill>
                          <a:schemeClr val="tx1"/>
                        </a:solidFill>
                        <a:latin typeface="微软雅黑 Light" panose="020B0502040204020203" pitchFamily="34" charset="-122"/>
                        <a:ea typeface="微软雅黑 Light" panose="020B0502040204020203" pitchFamily="34"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600" baseline="0" dirty="0">
                        <a:solidFill>
                          <a:schemeClr val="tx1"/>
                        </a:solidFill>
                        <a:latin typeface="微软雅黑 Light" panose="020B0502040204020203" pitchFamily="34" charset="-122"/>
                        <a:ea typeface="微软雅黑 Light" panose="020B0502040204020203" pitchFamily="34"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600" baseline="0" dirty="0">
                        <a:solidFill>
                          <a:schemeClr val="tx1"/>
                        </a:solidFill>
                        <a:latin typeface="微软雅黑 Light" panose="020B0502040204020203" pitchFamily="34" charset="-122"/>
                        <a:ea typeface="微软雅黑 Light" panose="020B0502040204020203" pitchFamily="34"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84573938"/>
                  </a:ext>
                </a:extLst>
              </a:tr>
            </a:tbl>
          </a:graphicData>
        </a:graphic>
      </p:graphicFrame>
    </p:spTree>
    <p:extLst>
      <p:ext uri="{BB962C8B-B14F-4D97-AF65-F5344CB8AC3E}">
        <p14:creationId xmlns:p14="http://schemas.microsoft.com/office/powerpoint/2010/main" val="6655072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Char"/>
      </p:transition>
    </mc:Choice>
    <mc:Fallback xmlns="">
      <p:transition>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reeform 1213">
            <a:extLst>
              <a:ext uri="{FF2B5EF4-FFF2-40B4-BE49-F238E27FC236}">
                <a16:creationId xmlns:a16="http://schemas.microsoft.com/office/drawing/2014/main" id="{1295A84E-0FDB-4B65-8716-3682E693F4E4}"/>
              </a:ext>
            </a:extLst>
          </p:cNvPr>
          <p:cNvSpPr>
            <a:spLocks noChangeAspect="1" noChangeArrowheads="1"/>
          </p:cNvSpPr>
          <p:nvPr/>
        </p:nvSpPr>
        <p:spPr bwMode="auto">
          <a:xfrm>
            <a:off x="5933379" y="1066981"/>
            <a:ext cx="6074982" cy="4550534"/>
          </a:xfrm>
          <a:custGeom>
            <a:avLst/>
            <a:gdLst>
              <a:gd name="connsiteX0" fmla="*/ 1776545 w 6501199"/>
              <a:gd name="connsiteY0" fmla="*/ 6193964 h 6382977"/>
              <a:gd name="connsiteX1" fmla="*/ 1788065 w 6501199"/>
              <a:gd name="connsiteY1" fmla="*/ 6217006 h 6382977"/>
              <a:gd name="connsiteX2" fmla="*/ 1776545 w 6501199"/>
              <a:gd name="connsiteY2" fmla="*/ 6193964 h 6382977"/>
              <a:gd name="connsiteX3" fmla="*/ 1428422 w 6501199"/>
              <a:gd name="connsiteY3" fmla="*/ 5800457 h 6382977"/>
              <a:gd name="connsiteX4" fmla="*/ 1417261 w 6501199"/>
              <a:gd name="connsiteY4" fmla="*/ 5816298 h 6382977"/>
              <a:gd name="connsiteX5" fmla="*/ 1437782 w 6501199"/>
              <a:gd name="connsiteY5" fmla="*/ 5818818 h 6382977"/>
              <a:gd name="connsiteX6" fmla="*/ 1428422 w 6501199"/>
              <a:gd name="connsiteY6" fmla="*/ 5800457 h 6382977"/>
              <a:gd name="connsiteX7" fmla="*/ 1974546 w 6501199"/>
              <a:gd name="connsiteY7" fmla="*/ 5798297 h 6382977"/>
              <a:gd name="connsiteX8" fmla="*/ 1981386 w 6501199"/>
              <a:gd name="connsiteY8" fmla="*/ 5811978 h 6382977"/>
              <a:gd name="connsiteX9" fmla="*/ 1983546 w 6501199"/>
              <a:gd name="connsiteY9" fmla="*/ 5802977 h 6382977"/>
              <a:gd name="connsiteX10" fmla="*/ 1974546 w 6501199"/>
              <a:gd name="connsiteY10" fmla="*/ 5798297 h 6382977"/>
              <a:gd name="connsiteX11" fmla="*/ 1951866 w 6501199"/>
              <a:gd name="connsiteY11" fmla="*/ 5791456 h 6382977"/>
              <a:gd name="connsiteX12" fmla="*/ 1942866 w 6501199"/>
              <a:gd name="connsiteY12" fmla="*/ 5811978 h 6382977"/>
              <a:gd name="connsiteX13" fmla="*/ 1929186 w 6501199"/>
              <a:gd name="connsiteY13" fmla="*/ 5805138 h 6382977"/>
              <a:gd name="connsiteX14" fmla="*/ 1924506 w 6501199"/>
              <a:gd name="connsiteY14" fmla="*/ 5855181 h 6382977"/>
              <a:gd name="connsiteX15" fmla="*/ 1972386 w 6501199"/>
              <a:gd name="connsiteY15" fmla="*/ 5855181 h 6382977"/>
              <a:gd name="connsiteX16" fmla="*/ 1940346 w 6501199"/>
              <a:gd name="connsiteY16" fmla="*/ 5850500 h 6382977"/>
              <a:gd name="connsiteX17" fmla="*/ 1970226 w 6501199"/>
              <a:gd name="connsiteY17" fmla="*/ 5839340 h 6382977"/>
              <a:gd name="connsiteX18" fmla="*/ 1972386 w 6501199"/>
              <a:gd name="connsiteY18" fmla="*/ 5823138 h 6382977"/>
              <a:gd name="connsiteX19" fmla="*/ 1951866 w 6501199"/>
              <a:gd name="connsiteY19" fmla="*/ 5791456 h 6382977"/>
              <a:gd name="connsiteX20" fmla="*/ 1933506 w 6501199"/>
              <a:gd name="connsiteY20" fmla="*/ 5782456 h 6382977"/>
              <a:gd name="connsiteX21" fmla="*/ 1929186 w 6501199"/>
              <a:gd name="connsiteY21" fmla="*/ 5800457 h 6382977"/>
              <a:gd name="connsiteX22" fmla="*/ 1933506 w 6501199"/>
              <a:gd name="connsiteY22" fmla="*/ 5782456 h 6382977"/>
              <a:gd name="connsiteX23" fmla="*/ 1653783 w 6501199"/>
              <a:gd name="connsiteY23" fmla="*/ 5770935 h 6382977"/>
              <a:gd name="connsiteX24" fmla="*/ 1658463 w 6501199"/>
              <a:gd name="connsiteY24" fmla="*/ 5789296 h 6382977"/>
              <a:gd name="connsiteX25" fmla="*/ 1653783 w 6501199"/>
              <a:gd name="connsiteY25" fmla="*/ 5770935 h 6382977"/>
              <a:gd name="connsiteX26" fmla="*/ 1681143 w 6501199"/>
              <a:gd name="connsiteY26" fmla="*/ 5750414 h 6382977"/>
              <a:gd name="connsiteX27" fmla="*/ 1662783 w 6501199"/>
              <a:gd name="connsiteY27" fmla="*/ 5759414 h 6382977"/>
              <a:gd name="connsiteX28" fmla="*/ 1676463 w 6501199"/>
              <a:gd name="connsiteY28" fmla="*/ 5777776 h 6382977"/>
              <a:gd name="connsiteX29" fmla="*/ 1681143 w 6501199"/>
              <a:gd name="connsiteY29" fmla="*/ 5770935 h 6382977"/>
              <a:gd name="connsiteX30" fmla="*/ 1699144 w 6501199"/>
              <a:gd name="connsiteY30" fmla="*/ 5768775 h 6382977"/>
              <a:gd name="connsiteX31" fmla="*/ 1681143 w 6501199"/>
              <a:gd name="connsiteY31" fmla="*/ 5750414 h 6382977"/>
              <a:gd name="connsiteX32" fmla="*/ 1947186 w 6501199"/>
              <a:gd name="connsiteY32" fmla="*/ 5718732 h 6382977"/>
              <a:gd name="connsiteX33" fmla="*/ 1945026 w 6501199"/>
              <a:gd name="connsiteY33" fmla="*/ 5755094 h 6382977"/>
              <a:gd name="connsiteX34" fmla="*/ 1947186 w 6501199"/>
              <a:gd name="connsiteY34" fmla="*/ 5718732 h 6382977"/>
              <a:gd name="connsiteX35" fmla="*/ 1967706 w 6501199"/>
              <a:gd name="connsiteY35" fmla="*/ 5673008 h 6382977"/>
              <a:gd name="connsiteX36" fmla="*/ 1963386 w 6501199"/>
              <a:gd name="connsiteY36" fmla="*/ 5689210 h 6382977"/>
              <a:gd name="connsiteX37" fmla="*/ 1967706 w 6501199"/>
              <a:gd name="connsiteY37" fmla="*/ 5673008 h 6382977"/>
              <a:gd name="connsiteX38" fmla="*/ 1467302 w 6501199"/>
              <a:gd name="connsiteY38" fmla="*/ 5581922 h 6382977"/>
              <a:gd name="connsiteX39" fmla="*/ 1453622 w 6501199"/>
              <a:gd name="connsiteY39" fmla="*/ 5591282 h 6382977"/>
              <a:gd name="connsiteX40" fmla="*/ 1485662 w 6501199"/>
              <a:gd name="connsiteY40" fmla="*/ 5643486 h 6382977"/>
              <a:gd name="connsiteX41" fmla="*/ 1467302 w 6501199"/>
              <a:gd name="connsiteY41" fmla="*/ 5581922 h 6382977"/>
              <a:gd name="connsiteX42" fmla="*/ 2454663 w 6501199"/>
              <a:gd name="connsiteY42" fmla="*/ 5568266 h 6382977"/>
              <a:gd name="connsiteX43" fmla="*/ 2434388 w 6501199"/>
              <a:gd name="connsiteY43" fmla="*/ 5583921 h 6382977"/>
              <a:gd name="connsiteX44" fmla="*/ 2454663 w 6501199"/>
              <a:gd name="connsiteY44" fmla="*/ 5568266 h 6382977"/>
              <a:gd name="connsiteX45" fmla="*/ 2549669 w 6501199"/>
              <a:gd name="connsiteY45" fmla="*/ 5543550 h 6382977"/>
              <a:gd name="connsiteX46" fmla="*/ 2558587 w 6501199"/>
              <a:gd name="connsiteY46" fmla="*/ 5572478 h 6382977"/>
              <a:gd name="connsiteX47" fmla="*/ 2513638 w 6501199"/>
              <a:gd name="connsiteY47" fmla="*/ 5556956 h 6382977"/>
              <a:gd name="connsiteX48" fmla="*/ 2545031 w 6501199"/>
              <a:gd name="connsiteY48" fmla="*/ 5563658 h 6382977"/>
              <a:gd name="connsiteX49" fmla="*/ 2549669 w 6501199"/>
              <a:gd name="connsiteY49" fmla="*/ 5543550 h 6382977"/>
              <a:gd name="connsiteX50" fmla="*/ 1460462 w 6501199"/>
              <a:gd name="connsiteY50" fmla="*/ 5522878 h 6382977"/>
              <a:gd name="connsiteX51" fmla="*/ 1458302 w 6501199"/>
              <a:gd name="connsiteY51" fmla="*/ 5572922 h 6382977"/>
              <a:gd name="connsiteX52" fmla="*/ 1476302 w 6501199"/>
              <a:gd name="connsiteY52" fmla="*/ 5568601 h 6382977"/>
              <a:gd name="connsiteX53" fmla="*/ 1460462 w 6501199"/>
              <a:gd name="connsiteY53" fmla="*/ 5522878 h 6382977"/>
              <a:gd name="connsiteX54" fmla="*/ 2191815 w 6501199"/>
              <a:gd name="connsiteY54" fmla="*/ 5490491 h 6382977"/>
              <a:gd name="connsiteX55" fmla="*/ 2200671 w 6501199"/>
              <a:gd name="connsiteY55" fmla="*/ 5499435 h 6382977"/>
              <a:gd name="connsiteX56" fmla="*/ 2158163 w 6501199"/>
              <a:gd name="connsiteY56" fmla="*/ 5499435 h 6382977"/>
              <a:gd name="connsiteX57" fmla="*/ 2191815 w 6501199"/>
              <a:gd name="connsiteY57" fmla="*/ 5490491 h 6382977"/>
              <a:gd name="connsiteX58" fmla="*/ 2223615 w 6501199"/>
              <a:gd name="connsiteY58" fmla="*/ 5485713 h 6382977"/>
              <a:gd name="connsiteX59" fmla="*/ 2233422 w 6501199"/>
              <a:gd name="connsiteY59" fmla="*/ 5492248 h 6382977"/>
              <a:gd name="connsiteX60" fmla="*/ 2234454 w 6501199"/>
              <a:gd name="connsiteY60" fmla="*/ 5491038 h 6382977"/>
              <a:gd name="connsiteX61" fmla="*/ 2648288 w 6501199"/>
              <a:gd name="connsiteY61" fmla="*/ 5462587 h 6382977"/>
              <a:gd name="connsiteX62" fmla="*/ 2661607 w 6501199"/>
              <a:gd name="connsiteY62" fmla="*/ 5485447 h 6382977"/>
              <a:gd name="connsiteX63" fmla="*/ 2648288 w 6501199"/>
              <a:gd name="connsiteY63" fmla="*/ 5462587 h 6382977"/>
              <a:gd name="connsiteX64" fmla="*/ 1469462 w 6501199"/>
              <a:gd name="connsiteY64" fmla="*/ 5445472 h 6382977"/>
              <a:gd name="connsiteX65" fmla="*/ 1455782 w 6501199"/>
              <a:gd name="connsiteY65" fmla="*/ 5447993 h 6382977"/>
              <a:gd name="connsiteX66" fmla="*/ 1465142 w 6501199"/>
              <a:gd name="connsiteY66" fmla="*/ 5495516 h 6382977"/>
              <a:gd name="connsiteX67" fmla="*/ 1489982 w 6501199"/>
              <a:gd name="connsiteY67" fmla="*/ 5504876 h 6382977"/>
              <a:gd name="connsiteX68" fmla="*/ 1469462 w 6501199"/>
              <a:gd name="connsiteY68" fmla="*/ 5445472 h 6382977"/>
              <a:gd name="connsiteX69" fmla="*/ 2559622 w 6501199"/>
              <a:gd name="connsiteY69" fmla="*/ 5434012 h 6382977"/>
              <a:gd name="connsiteX70" fmla="*/ 2543925 w 6501199"/>
              <a:gd name="connsiteY70" fmla="*/ 5458196 h 6382977"/>
              <a:gd name="connsiteX71" fmla="*/ 2559622 w 6501199"/>
              <a:gd name="connsiteY71" fmla="*/ 5434012 h 6382977"/>
              <a:gd name="connsiteX72" fmla="*/ 2553087 w 6501199"/>
              <a:gd name="connsiteY72" fmla="*/ 5413341 h 6382977"/>
              <a:gd name="connsiteX73" fmla="*/ 2548726 w 6501199"/>
              <a:gd name="connsiteY73" fmla="*/ 5443173 h 6382977"/>
              <a:gd name="connsiteX74" fmla="*/ 2528012 w 6501199"/>
              <a:gd name="connsiteY74" fmla="*/ 5436261 h 6382977"/>
              <a:gd name="connsiteX75" fmla="*/ 2523288 w 6501199"/>
              <a:gd name="connsiteY75" fmla="*/ 5431895 h 6382977"/>
              <a:gd name="connsiteX76" fmla="*/ 2553087 w 6501199"/>
              <a:gd name="connsiteY76" fmla="*/ 5413341 h 6382977"/>
              <a:gd name="connsiteX77" fmla="*/ 2613743 w 6501199"/>
              <a:gd name="connsiteY77" fmla="*/ 5395731 h 6382977"/>
              <a:gd name="connsiteX78" fmla="*/ 2697554 w 6501199"/>
              <a:gd name="connsiteY78" fmla="*/ 5404848 h 6382977"/>
              <a:gd name="connsiteX79" fmla="*/ 2640751 w 6501199"/>
              <a:gd name="connsiteY79" fmla="*/ 5448391 h 6382977"/>
              <a:gd name="connsiteX80" fmla="*/ 2558782 w 6501199"/>
              <a:gd name="connsiteY80" fmla="*/ 5429885 h 6382977"/>
              <a:gd name="connsiteX81" fmla="*/ 2613743 w 6501199"/>
              <a:gd name="connsiteY81" fmla="*/ 5395731 h 6382977"/>
              <a:gd name="connsiteX82" fmla="*/ 2488206 w 6501199"/>
              <a:gd name="connsiteY82" fmla="*/ 5304197 h 6382977"/>
              <a:gd name="connsiteX83" fmla="*/ 2484143 w 6501199"/>
              <a:gd name="connsiteY83" fmla="*/ 5306138 h 6382977"/>
              <a:gd name="connsiteX84" fmla="*/ 2458972 w 6501199"/>
              <a:gd name="connsiteY84" fmla="*/ 5350103 h 6382977"/>
              <a:gd name="connsiteX85" fmla="*/ 2465524 w 6501199"/>
              <a:gd name="connsiteY85" fmla="*/ 5361080 h 6382977"/>
              <a:gd name="connsiteX86" fmla="*/ 2477045 w 6501199"/>
              <a:gd name="connsiteY86" fmla="*/ 5335878 h 6382977"/>
              <a:gd name="connsiteX87" fmla="*/ 2499727 w 6501199"/>
              <a:gd name="connsiteY87" fmla="*/ 5356400 h 6382977"/>
              <a:gd name="connsiteX88" fmla="*/ 2529250 w 6501199"/>
              <a:gd name="connsiteY88" fmla="*/ 5335878 h 6382977"/>
              <a:gd name="connsiteX89" fmla="*/ 2547612 w 6501199"/>
              <a:gd name="connsiteY89" fmla="*/ 5304197 h 6382977"/>
              <a:gd name="connsiteX90" fmla="*/ 2515569 w 6501199"/>
              <a:gd name="connsiteY90" fmla="*/ 5306357 h 6382977"/>
              <a:gd name="connsiteX91" fmla="*/ 2520249 w 6501199"/>
              <a:gd name="connsiteY91" fmla="*/ 5326878 h 6382977"/>
              <a:gd name="connsiteX92" fmla="*/ 2497567 w 6501199"/>
              <a:gd name="connsiteY92" fmla="*/ 5333718 h 6382977"/>
              <a:gd name="connsiteX93" fmla="*/ 2488206 w 6501199"/>
              <a:gd name="connsiteY93" fmla="*/ 5304197 h 6382977"/>
              <a:gd name="connsiteX94" fmla="*/ 2586136 w 6501199"/>
              <a:gd name="connsiteY94" fmla="*/ 5294837 h 6382977"/>
              <a:gd name="connsiteX95" fmla="*/ 2558773 w 6501199"/>
              <a:gd name="connsiteY95" fmla="*/ 5301677 h 6382977"/>
              <a:gd name="connsiteX96" fmla="*/ 2570295 w 6501199"/>
              <a:gd name="connsiteY96" fmla="*/ 5315358 h 6382977"/>
              <a:gd name="connsiteX97" fmla="*/ 2586136 w 6501199"/>
              <a:gd name="connsiteY97" fmla="*/ 5294837 h 6382977"/>
              <a:gd name="connsiteX98" fmla="*/ 2795926 w 6501199"/>
              <a:gd name="connsiteY98" fmla="*/ 5115905 h 6382977"/>
              <a:gd name="connsiteX99" fmla="*/ 2813450 w 6501199"/>
              <a:gd name="connsiteY99" fmla="*/ 5117819 h 6382977"/>
              <a:gd name="connsiteX100" fmla="*/ 2800132 w 6501199"/>
              <a:gd name="connsiteY100" fmla="*/ 5132013 h 6382977"/>
              <a:gd name="connsiteX101" fmla="*/ 2786813 w 6501199"/>
              <a:gd name="connsiteY101" fmla="*/ 5122675 h 6382977"/>
              <a:gd name="connsiteX102" fmla="*/ 2795926 w 6501199"/>
              <a:gd name="connsiteY102" fmla="*/ 5115905 h 6382977"/>
              <a:gd name="connsiteX103" fmla="*/ 2805134 w 6501199"/>
              <a:gd name="connsiteY103" fmla="*/ 5051425 h 6382977"/>
              <a:gd name="connsiteX104" fmla="*/ 2777777 w 6501199"/>
              <a:gd name="connsiteY104" fmla="*/ 5060374 h 6382977"/>
              <a:gd name="connsiteX105" fmla="*/ 2805134 w 6501199"/>
              <a:gd name="connsiteY105" fmla="*/ 5051425 h 6382977"/>
              <a:gd name="connsiteX106" fmla="*/ 2691234 w 6501199"/>
              <a:gd name="connsiteY106" fmla="*/ 4998292 h 6382977"/>
              <a:gd name="connsiteX107" fmla="*/ 2691133 w 6501199"/>
              <a:gd name="connsiteY107" fmla="*/ 5000874 h 6382977"/>
              <a:gd name="connsiteX108" fmla="*/ 2695228 w 6501199"/>
              <a:gd name="connsiteY108" fmla="*/ 4999262 h 6382977"/>
              <a:gd name="connsiteX109" fmla="*/ 2622500 w 6501199"/>
              <a:gd name="connsiteY109" fmla="*/ 4871816 h 6382977"/>
              <a:gd name="connsiteX110" fmla="*/ 2604498 w 6501199"/>
              <a:gd name="connsiteY110" fmla="*/ 4885497 h 6382977"/>
              <a:gd name="connsiteX111" fmla="*/ 2622500 w 6501199"/>
              <a:gd name="connsiteY111" fmla="*/ 4871816 h 6382977"/>
              <a:gd name="connsiteX112" fmla="*/ 2734112 w 6501199"/>
              <a:gd name="connsiteY112" fmla="*/ 4858136 h 6382977"/>
              <a:gd name="connsiteX113" fmla="*/ 2727271 w 6501199"/>
              <a:gd name="connsiteY113" fmla="*/ 4883337 h 6382977"/>
              <a:gd name="connsiteX114" fmla="*/ 2734112 w 6501199"/>
              <a:gd name="connsiteY114" fmla="*/ 4858136 h 6382977"/>
              <a:gd name="connsiteX115" fmla="*/ 2643976 w 6501199"/>
              <a:gd name="connsiteY115" fmla="*/ 4840208 h 6382977"/>
              <a:gd name="connsiteX116" fmla="*/ 2638342 w 6501199"/>
              <a:gd name="connsiteY116" fmla="*/ 4846976 h 6382977"/>
              <a:gd name="connsiteX117" fmla="*/ 2644706 w 6501199"/>
              <a:gd name="connsiteY117" fmla="*/ 4846976 h 6382977"/>
              <a:gd name="connsiteX118" fmla="*/ 2701570 w 6501199"/>
              <a:gd name="connsiteY118" fmla="*/ 4836655 h 6382977"/>
              <a:gd name="connsiteX119" fmla="*/ 2701288 w 6501199"/>
              <a:gd name="connsiteY119" fmla="*/ 4840353 h 6382977"/>
              <a:gd name="connsiteX120" fmla="*/ 2704589 w 6501199"/>
              <a:gd name="connsiteY120" fmla="*/ 4840135 h 6382977"/>
              <a:gd name="connsiteX121" fmla="*/ 2720430 w 6501199"/>
              <a:gd name="connsiteY121" fmla="*/ 4867136 h 6382977"/>
              <a:gd name="connsiteX122" fmla="*/ 2713590 w 6501199"/>
              <a:gd name="connsiteY122" fmla="*/ 4853456 h 6382977"/>
              <a:gd name="connsiteX123" fmla="*/ 2720430 w 6501199"/>
              <a:gd name="connsiteY123" fmla="*/ 4844455 h 6382977"/>
              <a:gd name="connsiteX124" fmla="*/ 2708099 w 6501199"/>
              <a:gd name="connsiteY124" fmla="*/ 4837390 h 6382977"/>
              <a:gd name="connsiteX125" fmla="*/ 2734112 w 6501199"/>
              <a:gd name="connsiteY125" fmla="*/ 4833295 h 6382977"/>
              <a:gd name="connsiteX126" fmla="*/ 2758954 w 6501199"/>
              <a:gd name="connsiteY126" fmla="*/ 4842295 h 6382977"/>
              <a:gd name="connsiteX127" fmla="*/ 2734112 w 6501199"/>
              <a:gd name="connsiteY127" fmla="*/ 4833295 h 6382977"/>
              <a:gd name="connsiteX128" fmla="*/ 2641267 w 6501199"/>
              <a:gd name="connsiteY128" fmla="*/ 4797518 h 6382977"/>
              <a:gd name="connsiteX129" fmla="*/ 2629341 w 6501199"/>
              <a:gd name="connsiteY129" fmla="*/ 4805933 h 6382977"/>
              <a:gd name="connsiteX130" fmla="*/ 2656704 w 6501199"/>
              <a:gd name="connsiteY130" fmla="*/ 4801253 h 6382977"/>
              <a:gd name="connsiteX131" fmla="*/ 2641267 w 6501199"/>
              <a:gd name="connsiteY131" fmla="*/ 4797518 h 6382977"/>
              <a:gd name="connsiteX132" fmla="*/ 2778352 w 6501199"/>
              <a:gd name="connsiteY132" fmla="*/ 4792753 h 6382977"/>
              <a:gd name="connsiteX133" fmla="*/ 2785302 w 6501199"/>
              <a:gd name="connsiteY133" fmla="*/ 4808174 h 6382977"/>
              <a:gd name="connsiteX134" fmla="*/ 2764588 w 6501199"/>
              <a:gd name="connsiteY134" fmla="*/ 4801280 h 6382977"/>
              <a:gd name="connsiteX135" fmla="*/ 2778352 w 6501199"/>
              <a:gd name="connsiteY135" fmla="*/ 4792753 h 6382977"/>
              <a:gd name="connsiteX136" fmla="*/ 2786317 w 6501199"/>
              <a:gd name="connsiteY136" fmla="*/ 4694328 h 6382977"/>
              <a:gd name="connsiteX137" fmla="*/ 2754634 w 6501199"/>
              <a:gd name="connsiteY137" fmla="*/ 4730690 h 6382977"/>
              <a:gd name="connsiteX138" fmla="*/ 2786317 w 6501199"/>
              <a:gd name="connsiteY138" fmla="*/ 4714849 h 6382977"/>
              <a:gd name="connsiteX139" fmla="*/ 2793158 w 6501199"/>
              <a:gd name="connsiteY139" fmla="*/ 4714849 h 6382977"/>
              <a:gd name="connsiteX140" fmla="*/ 2786317 w 6501199"/>
              <a:gd name="connsiteY140" fmla="*/ 4694328 h 6382977"/>
              <a:gd name="connsiteX141" fmla="*/ 2813680 w 6501199"/>
              <a:gd name="connsiteY141" fmla="*/ 4657966 h 6382977"/>
              <a:gd name="connsiteX142" fmla="*/ 2795318 w 6501199"/>
              <a:gd name="connsiteY142" fmla="*/ 4664807 h 6382977"/>
              <a:gd name="connsiteX143" fmla="*/ 2802159 w 6501199"/>
              <a:gd name="connsiteY143" fmla="*/ 4676327 h 6382977"/>
              <a:gd name="connsiteX144" fmla="*/ 2813680 w 6501199"/>
              <a:gd name="connsiteY144" fmla="*/ 4657966 h 6382977"/>
              <a:gd name="connsiteX145" fmla="*/ 1253460 w 6501199"/>
              <a:gd name="connsiteY145" fmla="*/ 4581053 h 6382977"/>
              <a:gd name="connsiteX146" fmla="*/ 1241940 w 6501199"/>
              <a:gd name="connsiteY146" fmla="*/ 4585734 h 6382977"/>
              <a:gd name="connsiteX147" fmla="*/ 1248780 w 6501199"/>
              <a:gd name="connsiteY147" fmla="*/ 4596894 h 6382977"/>
              <a:gd name="connsiteX148" fmla="*/ 1253460 w 6501199"/>
              <a:gd name="connsiteY148" fmla="*/ 4581053 h 6382977"/>
              <a:gd name="connsiteX149" fmla="*/ 1237620 w 6501199"/>
              <a:gd name="connsiteY149" fmla="*/ 4553692 h 6382977"/>
              <a:gd name="connsiteX150" fmla="*/ 1230780 w 6501199"/>
              <a:gd name="connsiteY150" fmla="*/ 4574213 h 6382977"/>
              <a:gd name="connsiteX151" fmla="*/ 1258140 w 6501199"/>
              <a:gd name="connsiteY151" fmla="*/ 4576733 h 6382977"/>
              <a:gd name="connsiteX152" fmla="*/ 1237620 w 6501199"/>
              <a:gd name="connsiteY152" fmla="*/ 4553692 h 6382977"/>
              <a:gd name="connsiteX153" fmla="*/ 1255620 w 6501199"/>
              <a:gd name="connsiteY153" fmla="*/ 4515169 h 6382977"/>
              <a:gd name="connsiteX154" fmla="*/ 1237620 w 6501199"/>
              <a:gd name="connsiteY154" fmla="*/ 4528850 h 6382977"/>
              <a:gd name="connsiteX155" fmla="*/ 1269300 w 6501199"/>
              <a:gd name="connsiteY155" fmla="*/ 4537850 h 6382977"/>
              <a:gd name="connsiteX156" fmla="*/ 1255620 w 6501199"/>
              <a:gd name="connsiteY156" fmla="*/ 4515169 h 6382977"/>
              <a:gd name="connsiteX157" fmla="*/ 1237620 w 6501199"/>
              <a:gd name="connsiteY157" fmla="*/ 4480966 h 6382977"/>
              <a:gd name="connsiteX158" fmla="*/ 1253460 w 6501199"/>
              <a:gd name="connsiteY158" fmla="*/ 4496808 h 6382977"/>
              <a:gd name="connsiteX159" fmla="*/ 1246620 w 6501199"/>
              <a:gd name="connsiteY159" fmla="*/ 4506168 h 6382977"/>
              <a:gd name="connsiteX160" fmla="*/ 1273980 w 6501199"/>
              <a:gd name="connsiteY160" fmla="*/ 4515169 h 6382977"/>
              <a:gd name="connsiteX161" fmla="*/ 1255620 w 6501199"/>
              <a:gd name="connsiteY161" fmla="*/ 4483487 h 6382977"/>
              <a:gd name="connsiteX162" fmla="*/ 1237620 w 6501199"/>
              <a:gd name="connsiteY162" fmla="*/ 4480966 h 6382977"/>
              <a:gd name="connsiteX163" fmla="*/ 2928150 w 6501199"/>
              <a:gd name="connsiteY163" fmla="*/ 4465086 h 6382977"/>
              <a:gd name="connsiteX164" fmla="*/ 2912225 w 6501199"/>
              <a:gd name="connsiteY164" fmla="*/ 4471634 h 6382977"/>
              <a:gd name="connsiteX165" fmla="*/ 2928150 w 6501199"/>
              <a:gd name="connsiteY165" fmla="*/ 4465086 h 6382977"/>
              <a:gd name="connsiteX166" fmla="*/ 2971294 w 6501199"/>
              <a:gd name="connsiteY166" fmla="*/ 4314555 h 6382977"/>
              <a:gd name="connsiteX167" fmla="*/ 2975313 w 6501199"/>
              <a:gd name="connsiteY167" fmla="*/ 4318794 h 6382977"/>
              <a:gd name="connsiteX168" fmla="*/ 2992838 w 6501199"/>
              <a:gd name="connsiteY168" fmla="*/ 4320924 h 6382977"/>
              <a:gd name="connsiteX169" fmla="*/ 2986178 w 6501199"/>
              <a:gd name="connsiteY169" fmla="*/ 4331932 h 6382977"/>
              <a:gd name="connsiteX170" fmla="*/ 2971294 w 6501199"/>
              <a:gd name="connsiteY170" fmla="*/ 4314555 h 6382977"/>
              <a:gd name="connsiteX171" fmla="*/ 2909090 w 6501199"/>
              <a:gd name="connsiteY171" fmla="*/ 4312350 h 6382977"/>
              <a:gd name="connsiteX172" fmla="*/ 2922772 w 6501199"/>
              <a:gd name="connsiteY172" fmla="*/ 4330351 h 6382977"/>
              <a:gd name="connsiteX173" fmla="*/ 2909090 w 6501199"/>
              <a:gd name="connsiteY173" fmla="*/ 4312350 h 6382977"/>
              <a:gd name="connsiteX174" fmla="*/ 933197 w 6501199"/>
              <a:gd name="connsiteY174" fmla="*/ 4310062 h 6382977"/>
              <a:gd name="connsiteX175" fmla="*/ 971938 w 6501199"/>
              <a:gd name="connsiteY175" fmla="*/ 4330344 h 6382977"/>
              <a:gd name="connsiteX176" fmla="*/ 933197 w 6501199"/>
              <a:gd name="connsiteY176" fmla="*/ 4310062 h 6382977"/>
              <a:gd name="connsiteX177" fmla="*/ 297727 w 6501199"/>
              <a:gd name="connsiteY177" fmla="*/ 4273550 h 6382977"/>
              <a:gd name="connsiteX178" fmla="*/ 311536 w 6501199"/>
              <a:gd name="connsiteY178" fmla="*/ 4280619 h 6382977"/>
              <a:gd name="connsiteX179" fmla="*/ 281738 w 6501199"/>
              <a:gd name="connsiteY179" fmla="*/ 4289921 h 6382977"/>
              <a:gd name="connsiteX180" fmla="*/ 297727 w 6501199"/>
              <a:gd name="connsiteY180" fmla="*/ 4273550 h 6382977"/>
              <a:gd name="connsiteX181" fmla="*/ 838950 w 6501199"/>
              <a:gd name="connsiteY181" fmla="*/ 4219575 h 6382977"/>
              <a:gd name="connsiteX182" fmla="*/ 862391 w 6501199"/>
              <a:gd name="connsiteY182" fmla="*/ 4238259 h 6382977"/>
              <a:gd name="connsiteX183" fmla="*/ 838950 w 6501199"/>
              <a:gd name="connsiteY183" fmla="*/ 4219575 h 6382977"/>
              <a:gd name="connsiteX184" fmla="*/ 3063649 w 6501199"/>
              <a:gd name="connsiteY184" fmla="*/ 4203700 h 6382977"/>
              <a:gd name="connsiteX185" fmla="*/ 3075372 w 6501199"/>
              <a:gd name="connsiteY185" fmla="*/ 4215423 h 6382977"/>
              <a:gd name="connsiteX186" fmla="*/ 3068411 w 6501199"/>
              <a:gd name="connsiteY186" fmla="*/ 4222384 h 6382977"/>
              <a:gd name="connsiteX187" fmla="*/ 3063649 w 6501199"/>
              <a:gd name="connsiteY187" fmla="*/ 4203700 h 6382977"/>
              <a:gd name="connsiteX188" fmla="*/ 2917287 w 6501199"/>
              <a:gd name="connsiteY188" fmla="*/ 4202047 h 6382977"/>
              <a:gd name="connsiteX189" fmla="*/ 2915641 w 6501199"/>
              <a:gd name="connsiteY189" fmla="*/ 4205166 h 6382977"/>
              <a:gd name="connsiteX190" fmla="*/ 2920656 w 6501199"/>
              <a:gd name="connsiteY190" fmla="*/ 4211230 h 6382977"/>
              <a:gd name="connsiteX191" fmla="*/ 2913771 w 6501199"/>
              <a:gd name="connsiteY191" fmla="*/ 4214425 h 6382977"/>
              <a:gd name="connsiteX192" fmla="*/ 2929612 w 6501199"/>
              <a:gd name="connsiteY192" fmla="*/ 4207585 h 6382977"/>
              <a:gd name="connsiteX193" fmla="*/ 2922828 w 6501199"/>
              <a:gd name="connsiteY193" fmla="*/ 4208256 h 6382977"/>
              <a:gd name="connsiteX194" fmla="*/ 3034046 w 6501199"/>
              <a:gd name="connsiteY194" fmla="*/ 4201602 h 6382977"/>
              <a:gd name="connsiteX195" fmla="*/ 3045213 w 6501199"/>
              <a:gd name="connsiteY195" fmla="*/ 4208553 h 6382977"/>
              <a:gd name="connsiteX196" fmla="*/ 3040869 w 6501199"/>
              <a:gd name="connsiteY196" fmla="*/ 4217624 h 6382977"/>
              <a:gd name="connsiteX197" fmla="*/ 3034046 w 6501199"/>
              <a:gd name="connsiteY197" fmla="*/ 4201602 h 6382977"/>
              <a:gd name="connsiteX198" fmla="*/ 2945454 w 6501199"/>
              <a:gd name="connsiteY198" fmla="*/ 4200745 h 6382977"/>
              <a:gd name="connsiteX199" fmla="*/ 2963816 w 6501199"/>
              <a:gd name="connsiteY199" fmla="*/ 4218746 h 6382977"/>
              <a:gd name="connsiteX200" fmla="*/ 2947974 w 6501199"/>
              <a:gd name="connsiteY200" fmla="*/ 4218746 h 6382977"/>
              <a:gd name="connsiteX201" fmla="*/ 2965976 w 6501199"/>
              <a:gd name="connsiteY201" fmla="*/ 4218746 h 6382977"/>
              <a:gd name="connsiteX202" fmla="*/ 2945454 w 6501199"/>
              <a:gd name="connsiteY202" fmla="*/ 4200745 h 6382977"/>
              <a:gd name="connsiteX203" fmla="*/ 1175120 w 6501199"/>
              <a:gd name="connsiteY203" fmla="*/ 4194394 h 6382977"/>
              <a:gd name="connsiteX204" fmla="*/ 1166731 w 6501199"/>
              <a:gd name="connsiteY204" fmla="*/ 4198180 h 6382977"/>
              <a:gd name="connsiteX205" fmla="*/ 1180414 w 6501199"/>
              <a:gd name="connsiteY205" fmla="*/ 4216540 h 6382977"/>
              <a:gd name="connsiteX206" fmla="*/ 1168892 w 6501199"/>
              <a:gd name="connsiteY206" fmla="*/ 4218700 h 6382977"/>
              <a:gd name="connsiteX207" fmla="*/ 1191576 w 6501199"/>
              <a:gd name="connsiteY207" fmla="*/ 4211860 h 6382977"/>
              <a:gd name="connsiteX208" fmla="*/ 1175120 w 6501199"/>
              <a:gd name="connsiteY208" fmla="*/ 4194394 h 6382977"/>
              <a:gd name="connsiteX209" fmla="*/ 3072053 w 6501199"/>
              <a:gd name="connsiteY209" fmla="*/ 4190684 h 6382977"/>
              <a:gd name="connsiteX210" fmla="*/ 3081732 w 6501199"/>
              <a:gd name="connsiteY210" fmla="*/ 4196583 h 6382977"/>
              <a:gd name="connsiteX211" fmla="*/ 3077107 w 6501199"/>
              <a:gd name="connsiteY211" fmla="*/ 4203344 h 6382977"/>
              <a:gd name="connsiteX212" fmla="*/ 3072053 w 6501199"/>
              <a:gd name="connsiteY212" fmla="*/ 4190684 h 6382977"/>
              <a:gd name="connsiteX213" fmla="*/ 3057099 w 6501199"/>
              <a:gd name="connsiteY213" fmla="*/ 4158307 h 6382977"/>
              <a:gd name="connsiteX214" fmla="*/ 3070619 w 6501199"/>
              <a:gd name="connsiteY214" fmla="*/ 4172446 h 6382977"/>
              <a:gd name="connsiteX215" fmla="*/ 3059234 w 6501199"/>
              <a:gd name="connsiteY215" fmla="*/ 4176910 h 6382977"/>
              <a:gd name="connsiteX216" fmla="*/ 3057099 w 6501199"/>
              <a:gd name="connsiteY216" fmla="*/ 4158307 h 6382977"/>
              <a:gd name="connsiteX217" fmla="*/ 3089320 w 6501199"/>
              <a:gd name="connsiteY217" fmla="*/ 4125912 h 6382977"/>
              <a:gd name="connsiteX218" fmla="*/ 3093553 w 6501199"/>
              <a:gd name="connsiteY218" fmla="*/ 4141924 h 6382977"/>
              <a:gd name="connsiteX219" fmla="*/ 3089320 w 6501199"/>
              <a:gd name="connsiteY219" fmla="*/ 4125912 h 6382977"/>
              <a:gd name="connsiteX220" fmla="*/ 3078871 w 6501199"/>
              <a:gd name="connsiteY220" fmla="*/ 4105495 h 6382977"/>
              <a:gd name="connsiteX221" fmla="*/ 3086484 w 6501199"/>
              <a:gd name="connsiteY221" fmla="*/ 4108261 h 6382977"/>
              <a:gd name="connsiteX222" fmla="*/ 3077326 w 6501199"/>
              <a:gd name="connsiteY222" fmla="*/ 4121906 h 6382977"/>
              <a:gd name="connsiteX223" fmla="*/ 3078871 w 6501199"/>
              <a:gd name="connsiteY223" fmla="*/ 4105495 h 6382977"/>
              <a:gd name="connsiteX224" fmla="*/ 870815 w 6501199"/>
              <a:gd name="connsiteY224" fmla="*/ 4083050 h 6382977"/>
              <a:gd name="connsiteX225" fmla="*/ 884624 w 6501199"/>
              <a:gd name="connsiteY225" fmla="*/ 4087701 h 6382977"/>
              <a:gd name="connsiteX226" fmla="*/ 875539 w 6501199"/>
              <a:gd name="connsiteY226" fmla="*/ 4108092 h 6382977"/>
              <a:gd name="connsiteX227" fmla="*/ 857005 w 6501199"/>
              <a:gd name="connsiteY227" fmla="*/ 4094498 h 6382977"/>
              <a:gd name="connsiteX228" fmla="*/ 870815 w 6501199"/>
              <a:gd name="connsiteY228" fmla="*/ 4083050 h 6382977"/>
              <a:gd name="connsiteX229" fmla="*/ 3022840 w 6501199"/>
              <a:gd name="connsiteY229" fmla="*/ 4062104 h 6382977"/>
              <a:gd name="connsiteX230" fmla="*/ 3020702 w 6501199"/>
              <a:gd name="connsiteY230" fmla="*/ 4064298 h 6382977"/>
              <a:gd name="connsiteX231" fmla="*/ 3034383 w 6501199"/>
              <a:gd name="connsiteY231" fmla="*/ 4080139 h 6382977"/>
              <a:gd name="connsiteX232" fmla="*/ 3034383 w 6501199"/>
              <a:gd name="connsiteY232" fmla="*/ 4066458 h 6382977"/>
              <a:gd name="connsiteX233" fmla="*/ 3022840 w 6501199"/>
              <a:gd name="connsiteY233" fmla="*/ 4062104 h 6382977"/>
              <a:gd name="connsiteX234" fmla="*/ 958236 w 6501199"/>
              <a:gd name="connsiteY234" fmla="*/ 4046646 h 6382977"/>
              <a:gd name="connsiteX235" fmla="*/ 955587 w 6501199"/>
              <a:gd name="connsiteY235" fmla="*/ 4052001 h 6382977"/>
              <a:gd name="connsiteX236" fmla="*/ 952853 w 6501199"/>
              <a:gd name="connsiteY236" fmla="*/ 4064253 h 6382977"/>
              <a:gd name="connsiteX237" fmla="*/ 950332 w 6501199"/>
              <a:gd name="connsiteY237" fmla="*/ 4084774 h 6382977"/>
              <a:gd name="connsiteX238" fmla="*/ 982378 w 6501199"/>
              <a:gd name="connsiteY238" fmla="*/ 4084774 h 6382977"/>
              <a:gd name="connsiteX239" fmla="*/ 966985 w 6501199"/>
              <a:gd name="connsiteY239" fmla="*/ 4058701 h 6382977"/>
              <a:gd name="connsiteX240" fmla="*/ 968257 w 6501199"/>
              <a:gd name="connsiteY240" fmla="*/ 4047574 h 6382977"/>
              <a:gd name="connsiteX241" fmla="*/ 960243 w 6501199"/>
              <a:gd name="connsiteY241" fmla="*/ 4050940 h 6382977"/>
              <a:gd name="connsiteX242" fmla="*/ 3093102 w 6501199"/>
              <a:gd name="connsiteY242" fmla="*/ 4039061 h 6382977"/>
              <a:gd name="connsiteX243" fmla="*/ 3107565 w 6501199"/>
              <a:gd name="connsiteY243" fmla="*/ 4048124 h 6382977"/>
              <a:gd name="connsiteX244" fmla="*/ 3100660 w 6501199"/>
              <a:gd name="connsiteY244" fmla="*/ 4068400 h 6382977"/>
              <a:gd name="connsiteX245" fmla="*/ 3096299 w 6501199"/>
              <a:gd name="connsiteY245" fmla="*/ 4057176 h 6382977"/>
              <a:gd name="connsiteX246" fmla="*/ 3102840 w 6501199"/>
              <a:gd name="connsiteY246" fmla="*/ 4048124 h 6382977"/>
              <a:gd name="connsiteX247" fmla="*/ 3096299 w 6501199"/>
              <a:gd name="connsiteY247" fmla="*/ 4048124 h 6382977"/>
              <a:gd name="connsiteX248" fmla="*/ 3093102 w 6501199"/>
              <a:gd name="connsiteY248" fmla="*/ 4039061 h 6382977"/>
              <a:gd name="connsiteX249" fmla="*/ 1034432 w 6501199"/>
              <a:gd name="connsiteY249" fmla="*/ 4034878 h 6382977"/>
              <a:gd name="connsiteX250" fmla="*/ 1030361 w 6501199"/>
              <a:gd name="connsiteY250" fmla="*/ 4036992 h 6382977"/>
              <a:gd name="connsiteX251" fmla="*/ 1026494 w 6501199"/>
              <a:gd name="connsiteY251" fmla="*/ 4038699 h 6382977"/>
              <a:gd name="connsiteX252" fmla="*/ 1050655 w 6501199"/>
              <a:gd name="connsiteY252" fmla="*/ 4052193 h 6382977"/>
              <a:gd name="connsiteX253" fmla="*/ 1089317 w 6501199"/>
              <a:gd name="connsiteY253" fmla="*/ 4073254 h 6382977"/>
              <a:gd name="connsiteX254" fmla="*/ 1093998 w 6501199"/>
              <a:gd name="connsiteY254" fmla="*/ 4050572 h 6382977"/>
              <a:gd name="connsiteX255" fmla="*/ 1040731 w 6501199"/>
              <a:gd name="connsiteY255" fmla="*/ 4035081 h 6382977"/>
              <a:gd name="connsiteX256" fmla="*/ 3004860 w 6501199"/>
              <a:gd name="connsiteY256" fmla="*/ 4032257 h 6382977"/>
              <a:gd name="connsiteX257" fmla="*/ 3002340 w 6501199"/>
              <a:gd name="connsiteY257" fmla="*/ 4041617 h 6382977"/>
              <a:gd name="connsiteX258" fmla="*/ 3027543 w 6501199"/>
              <a:gd name="connsiteY258" fmla="*/ 4052778 h 6382977"/>
              <a:gd name="connsiteX259" fmla="*/ 3004860 w 6501199"/>
              <a:gd name="connsiteY259" fmla="*/ 4032257 h 6382977"/>
              <a:gd name="connsiteX260" fmla="*/ 2943294 w 6501199"/>
              <a:gd name="connsiteY260" fmla="*/ 4027936 h 6382977"/>
              <a:gd name="connsiteX261" fmla="*/ 2936453 w 6501199"/>
              <a:gd name="connsiteY261" fmla="*/ 4048458 h 6382977"/>
              <a:gd name="connsiteX262" fmla="*/ 2943294 w 6501199"/>
              <a:gd name="connsiteY262" fmla="*/ 4027936 h 6382977"/>
              <a:gd name="connsiteX263" fmla="*/ 3082909 w 6501199"/>
              <a:gd name="connsiteY263" fmla="*/ 4016449 h 6382977"/>
              <a:gd name="connsiteX264" fmla="*/ 3080418 w 6501199"/>
              <a:gd name="connsiteY264" fmla="*/ 4035053 h 6382977"/>
              <a:gd name="connsiteX265" fmla="*/ 3082909 w 6501199"/>
              <a:gd name="connsiteY265" fmla="*/ 4016449 h 6382977"/>
              <a:gd name="connsiteX266" fmla="*/ 3000180 w 6501199"/>
              <a:gd name="connsiteY266" fmla="*/ 4016416 h 6382977"/>
              <a:gd name="connsiteX267" fmla="*/ 3018542 w 6501199"/>
              <a:gd name="connsiteY267" fmla="*/ 4039097 h 6382977"/>
              <a:gd name="connsiteX268" fmla="*/ 3000180 w 6501199"/>
              <a:gd name="connsiteY268" fmla="*/ 4016416 h 6382977"/>
              <a:gd name="connsiteX269" fmla="*/ 786503 w 6501199"/>
              <a:gd name="connsiteY269" fmla="*/ 3998010 h 6382977"/>
              <a:gd name="connsiteX270" fmla="*/ 765979 w 6501199"/>
              <a:gd name="connsiteY270" fmla="*/ 4014211 h 6382977"/>
              <a:gd name="connsiteX271" fmla="*/ 782182 w 6501199"/>
              <a:gd name="connsiteY271" fmla="*/ 4014211 h 6382977"/>
              <a:gd name="connsiteX272" fmla="*/ 786503 w 6501199"/>
              <a:gd name="connsiteY272" fmla="*/ 3998010 h 6382977"/>
              <a:gd name="connsiteX273" fmla="*/ 477862 w 6501199"/>
              <a:gd name="connsiteY273" fmla="*/ 3973512 h 6382977"/>
              <a:gd name="connsiteX274" fmla="*/ 436832 w 6501199"/>
              <a:gd name="connsiteY274" fmla="*/ 4078026 h 6382977"/>
              <a:gd name="connsiteX275" fmla="*/ 407319 w 6501199"/>
              <a:gd name="connsiteY275" fmla="*/ 4104962 h 6382977"/>
              <a:gd name="connsiteX276" fmla="*/ 384645 w 6501199"/>
              <a:gd name="connsiteY276" fmla="*/ 4109631 h 6382977"/>
              <a:gd name="connsiteX277" fmla="*/ 375647 w 6501199"/>
              <a:gd name="connsiteY277" fmla="*/ 4134772 h 6382977"/>
              <a:gd name="connsiteX278" fmla="*/ 423155 w 6501199"/>
              <a:gd name="connsiteY278" fmla="*/ 4227793 h 6382977"/>
              <a:gd name="connsiteX279" fmla="*/ 409479 w 6501199"/>
              <a:gd name="connsiteY279" fmla="*/ 4238927 h 6382977"/>
              <a:gd name="connsiteX280" fmla="*/ 370968 w 6501199"/>
              <a:gd name="connsiteY280" fmla="*/ 4207321 h 6382977"/>
              <a:gd name="connsiteX281" fmla="*/ 343615 w 6501199"/>
              <a:gd name="connsiteY281" fmla="*/ 4207321 h 6382977"/>
              <a:gd name="connsiteX282" fmla="*/ 332458 w 6501199"/>
              <a:gd name="connsiteY282" fmla="*/ 4204807 h 6382977"/>
              <a:gd name="connsiteX283" fmla="*/ 339296 w 6501199"/>
              <a:gd name="connsiteY283" fmla="*/ 4236772 h 6382977"/>
              <a:gd name="connsiteX284" fmla="*/ 314102 w 6501199"/>
              <a:gd name="connsiteY284" fmla="*/ 4238927 h 6382977"/>
              <a:gd name="connsiteX285" fmla="*/ 305105 w 6501199"/>
              <a:gd name="connsiteY285" fmla="*/ 4211631 h 6382977"/>
              <a:gd name="connsiteX286" fmla="*/ 289269 w 6501199"/>
              <a:gd name="connsiteY286" fmla="*/ 4139082 h 6382977"/>
              <a:gd name="connsiteX287" fmla="*/ 273073 w 6501199"/>
              <a:gd name="connsiteY287" fmla="*/ 4189004 h 6382977"/>
              <a:gd name="connsiteX288" fmla="*/ 252558 w 6501199"/>
              <a:gd name="connsiteY288" fmla="*/ 4195828 h 6382977"/>
              <a:gd name="connsiteX289" fmla="*/ 264075 w 6501199"/>
              <a:gd name="connsiteY289" fmla="*/ 4127948 h 6382977"/>
              <a:gd name="connsiteX290" fmla="*/ 282430 w 6501199"/>
              <a:gd name="connsiteY290" fmla="*/ 4132258 h 6382977"/>
              <a:gd name="connsiteX291" fmla="*/ 357292 w 6501199"/>
              <a:gd name="connsiteY291" fmla="*/ 4087005 h 6382977"/>
              <a:gd name="connsiteX292" fmla="*/ 355132 w 6501199"/>
              <a:gd name="connsiteY292" fmla="*/ 4073357 h 6382977"/>
              <a:gd name="connsiteX293" fmla="*/ 375647 w 6501199"/>
              <a:gd name="connsiteY293" fmla="*/ 4073357 h 6382977"/>
              <a:gd name="connsiteX294" fmla="*/ 389324 w 6501199"/>
              <a:gd name="connsiteY294" fmla="*/ 4057554 h 6382977"/>
              <a:gd name="connsiteX295" fmla="*/ 382485 w 6501199"/>
              <a:gd name="connsiteY295" fmla="*/ 4046061 h 6382977"/>
              <a:gd name="connsiteX296" fmla="*/ 405160 w 6501199"/>
              <a:gd name="connsiteY296" fmla="*/ 4037082 h 6382977"/>
              <a:gd name="connsiteX297" fmla="*/ 398321 w 6501199"/>
              <a:gd name="connsiteY297" fmla="*/ 4023434 h 6382977"/>
              <a:gd name="connsiteX298" fmla="*/ 436832 w 6501199"/>
              <a:gd name="connsiteY298" fmla="*/ 4005118 h 6382977"/>
              <a:gd name="connsiteX299" fmla="*/ 477862 w 6501199"/>
              <a:gd name="connsiteY299" fmla="*/ 3973512 h 6382977"/>
              <a:gd name="connsiteX300" fmla="*/ 3197641 w 6501199"/>
              <a:gd name="connsiteY300" fmla="*/ 3949049 h 6382977"/>
              <a:gd name="connsiteX301" fmla="*/ 3211906 w 6501199"/>
              <a:gd name="connsiteY301" fmla="*/ 3955381 h 6382977"/>
              <a:gd name="connsiteX302" fmla="*/ 3205108 w 6501199"/>
              <a:gd name="connsiteY302" fmla="*/ 3984782 h 6382977"/>
              <a:gd name="connsiteX303" fmla="*/ 3193660 w 6501199"/>
              <a:gd name="connsiteY303" fmla="*/ 3982302 h 6382977"/>
              <a:gd name="connsiteX304" fmla="*/ 3196165 w 6501199"/>
              <a:gd name="connsiteY304" fmla="*/ 3964591 h 6382977"/>
              <a:gd name="connsiteX305" fmla="*/ 3186863 w 6501199"/>
              <a:gd name="connsiteY305" fmla="*/ 3957860 h 6382977"/>
              <a:gd name="connsiteX306" fmla="*/ 3197641 w 6501199"/>
              <a:gd name="connsiteY306" fmla="*/ 3949049 h 6382977"/>
              <a:gd name="connsiteX307" fmla="*/ 3149995 w 6501199"/>
              <a:gd name="connsiteY307" fmla="*/ 3940664 h 6382977"/>
              <a:gd name="connsiteX308" fmla="*/ 3143242 w 6501199"/>
              <a:gd name="connsiteY308" fmla="*/ 3995377 h 6382977"/>
              <a:gd name="connsiteX309" fmla="*/ 3141110 w 6501199"/>
              <a:gd name="connsiteY309" fmla="*/ 3961181 h 6382977"/>
              <a:gd name="connsiteX310" fmla="*/ 3132224 w 6501199"/>
              <a:gd name="connsiteY310" fmla="*/ 3954342 h 6382977"/>
              <a:gd name="connsiteX311" fmla="*/ 3127604 w 6501199"/>
              <a:gd name="connsiteY311" fmla="*/ 3974860 h 6382977"/>
              <a:gd name="connsiteX312" fmla="*/ 3109478 w 6501199"/>
              <a:gd name="connsiteY312" fmla="*/ 3968021 h 6382977"/>
              <a:gd name="connsiteX313" fmla="*/ 3107346 w 6501199"/>
              <a:gd name="connsiteY313" fmla="*/ 3952183 h 6382977"/>
              <a:gd name="connsiteX314" fmla="*/ 3129736 w 6501199"/>
              <a:gd name="connsiteY314" fmla="*/ 3950023 h 6382977"/>
              <a:gd name="connsiteX315" fmla="*/ 3122984 w 6501199"/>
              <a:gd name="connsiteY315" fmla="*/ 3947503 h 6382977"/>
              <a:gd name="connsiteX316" fmla="*/ 3149995 w 6501199"/>
              <a:gd name="connsiteY316" fmla="*/ 3940664 h 6382977"/>
              <a:gd name="connsiteX317" fmla="*/ 3086589 w 6501199"/>
              <a:gd name="connsiteY317" fmla="*/ 3900490 h 6382977"/>
              <a:gd name="connsiteX318" fmla="*/ 3079748 w 6501199"/>
              <a:gd name="connsiteY318" fmla="*/ 3909491 h 6382977"/>
              <a:gd name="connsiteX319" fmla="*/ 3091269 w 6501199"/>
              <a:gd name="connsiteY319" fmla="*/ 3925332 h 6382977"/>
              <a:gd name="connsiteX320" fmla="*/ 3086589 w 6501199"/>
              <a:gd name="connsiteY320" fmla="*/ 3900490 h 6382977"/>
              <a:gd name="connsiteX321" fmla="*/ 283987 w 6501199"/>
              <a:gd name="connsiteY321" fmla="*/ 3894137 h 6382977"/>
              <a:gd name="connsiteX322" fmla="*/ 263250 w 6501199"/>
              <a:gd name="connsiteY322" fmla="*/ 3936646 h 6382977"/>
              <a:gd name="connsiteX323" fmla="*/ 283987 w 6501199"/>
              <a:gd name="connsiteY323" fmla="*/ 3894137 h 6382977"/>
              <a:gd name="connsiteX324" fmla="*/ 3250186 w 6501199"/>
              <a:gd name="connsiteY324" fmla="*/ 3890962 h 6382977"/>
              <a:gd name="connsiteX325" fmla="*/ 3241367 w 6501199"/>
              <a:gd name="connsiteY325" fmla="*/ 3904359 h 6382977"/>
              <a:gd name="connsiteX326" fmla="*/ 3250186 w 6501199"/>
              <a:gd name="connsiteY326" fmla="*/ 3890962 h 6382977"/>
              <a:gd name="connsiteX327" fmla="*/ 336840 w 6501199"/>
              <a:gd name="connsiteY327" fmla="*/ 3886200 h 6382977"/>
              <a:gd name="connsiteX328" fmla="*/ 369115 w 6501199"/>
              <a:gd name="connsiteY328" fmla="*/ 3886200 h 6382977"/>
              <a:gd name="connsiteX329" fmla="*/ 398850 w 6501199"/>
              <a:gd name="connsiteY329" fmla="*/ 3897136 h 6382977"/>
              <a:gd name="connsiteX330" fmla="*/ 369115 w 6501199"/>
              <a:gd name="connsiteY330" fmla="*/ 3923947 h 6382977"/>
              <a:gd name="connsiteX331" fmla="*/ 341555 w 6501199"/>
              <a:gd name="connsiteY331" fmla="*/ 3901722 h 6382977"/>
              <a:gd name="connsiteX332" fmla="*/ 343730 w 6501199"/>
              <a:gd name="connsiteY332" fmla="*/ 3913011 h 6382977"/>
              <a:gd name="connsiteX333" fmla="*/ 336840 w 6501199"/>
              <a:gd name="connsiteY333" fmla="*/ 3886200 h 6382977"/>
              <a:gd name="connsiteX334" fmla="*/ 3209495 w 6501199"/>
              <a:gd name="connsiteY334" fmla="*/ 3884432 h 6382977"/>
              <a:gd name="connsiteX335" fmla="*/ 3218705 w 6501199"/>
              <a:gd name="connsiteY335" fmla="*/ 3891262 h 6382977"/>
              <a:gd name="connsiteX336" fmla="*/ 3218705 w 6501199"/>
              <a:gd name="connsiteY336" fmla="*/ 3907077 h 6382977"/>
              <a:gd name="connsiteX337" fmla="*/ 3238896 w 6501199"/>
              <a:gd name="connsiteY337" fmla="*/ 3931878 h 6382977"/>
              <a:gd name="connsiteX338" fmla="*/ 3216225 w 6501199"/>
              <a:gd name="connsiteY338" fmla="*/ 3920735 h 6382977"/>
              <a:gd name="connsiteX339" fmla="*/ 3198514 w 6501199"/>
              <a:gd name="connsiteY339" fmla="*/ 3893418 h 6382977"/>
              <a:gd name="connsiteX340" fmla="*/ 3209495 w 6501199"/>
              <a:gd name="connsiteY340" fmla="*/ 3884432 h 6382977"/>
              <a:gd name="connsiteX341" fmla="*/ 3143475 w 6501199"/>
              <a:gd name="connsiteY341" fmla="*/ 3882130 h 6382977"/>
              <a:gd name="connsiteX342" fmla="*/ 3163997 w 6501199"/>
              <a:gd name="connsiteY342" fmla="*/ 3900490 h 6382977"/>
              <a:gd name="connsiteX343" fmla="*/ 3163997 w 6501199"/>
              <a:gd name="connsiteY343" fmla="*/ 3884650 h 6382977"/>
              <a:gd name="connsiteX344" fmla="*/ 3143475 w 6501199"/>
              <a:gd name="connsiteY344" fmla="*/ 3882130 h 6382977"/>
              <a:gd name="connsiteX345" fmla="*/ 3102430 w 6501199"/>
              <a:gd name="connsiteY345" fmla="*/ 3873129 h 6382977"/>
              <a:gd name="connsiteX346" fmla="*/ 3091269 w 6501199"/>
              <a:gd name="connsiteY346" fmla="*/ 3879970 h 6382977"/>
              <a:gd name="connsiteX347" fmla="*/ 3102430 w 6501199"/>
              <a:gd name="connsiteY347" fmla="*/ 3902650 h 6382977"/>
              <a:gd name="connsiteX348" fmla="*/ 3116112 w 6501199"/>
              <a:gd name="connsiteY348" fmla="*/ 3900490 h 6382977"/>
              <a:gd name="connsiteX349" fmla="*/ 3102430 w 6501199"/>
              <a:gd name="connsiteY349" fmla="*/ 3873129 h 6382977"/>
              <a:gd name="connsiteX350" fmla="*/ 3223830 w 6501199"/>
              <a:gd name="connsiteY350" fmla="*/ 3872518 h 6382977"/>
              <a:gd name="connsiteX351" fmla="*/ 3237307 w 6501199"/>
              <a:gd name="connsiteY351" fmla="*/ 3874840 h 6382977"/>
              <a:gd name="connsiteX352" fmla="*/ 3221651 w 6501199"/>
              <a:gd name="connsiteY352" fmla="*/ 3890612 h 6382977"/>
              <a:gd name="connsiteX353" fmla="*/ 3217025 w 6501199"/>
              <a:gd name="connsiteY353" fmla="*/ 3881499 h 6382977"/>
              <a:gd name="connsiteX354" fmla="*/ 3223830 w 6501199"/>
              <a:gd name="connsiteY354" fmla="*/ 3872518 h 6382977"/>
              <a:gd name="connsiteX355" fmla="*/ 3163997 w 6501199"/>
              <a:gd name="connsiteY355" fmla="*/ 3857288 h 6382977"/>
              <a:gd name="connsiteX356" fmla="*/ 3159676 w 6501199"/>
              <a:gd name="connsiteY356" fmla="*/ 3870969 h 6382977"/>
              <a:gd name="connsiteX357" fmla="*/ 3168677 w 6501199"/>
              <a:gd name="connsiteY357" fmla="*/ 3893650 h 6382977"/>
              <a:gd name="connsiteX358" fmla="*/ 3163997 w 6501199"/>
              <a:gd name="connsiteY358" fmla="*/ 3857288 h 6382977"/>
              <a:gd name="connsiteX359" fmla="*/ 3134474 w 6501199"/>
              <a:gd name="connsiteY359" fmla="*/ 3825247 h 6382977"/>
              <a:gd name="connsiteX360" fmla="*/ 3132314 w 6501199"/>
              <a:gd name="connsiteY360" fmla="*/ 3836767 h 6382977"/>
              <a:gd name="connsiteX361" fmla="*/ 3132314 w 6501199"/>
              <a:gd name="connsiteY361" fmla="*/ 3850448 h 6382977"/>
              <a:gd name="connsiteX362" fmla="*/ 3148155 w 6501199"/>
              <a:gd name="connsiteY362" fmla="*/ 3870969 h 6382977"/>
              <a:gd name="connsiteX363" fmla="*/ 3154996 w 6501199"/>
              <a:gd name="connsiteY363" fmla="*/ 3854768 h 6382977"/>
              <a:gd name="connsiteX364" fmla="*/ 3134474 w 6501199"/>
              <a:gd name="connsiteY364" fmla="*/ 3825247 h 6382977"/>
              <a:gd name="connsiteX365" fmla="*/ 3112208 w 6501199"/>
              <a:gd name="connsiteY365" fmla="*/ 3818277 h 6382977"/>
              <a:gd name="connsiteX366" fmla="*/ 3109271 w 6501199"/>
              <a:gd name="connsiteY366" fmla="*/ 3825247 h 6382977"/>
              <a:gd name="connsiteX367" fmla="*/ 3125473 w 6501199"/>
              <a:gd name="connsiteY367" fmla="*/ 3845768 h 6382977"/>
              <a:gd name="connsiteX368" fmla="*/ 3112208 w 6501199"/>
              <a:gd name="connsiteY368" fmla="*/ 3818277 h 6382977"/>
              <a:gd name="connsiteX369" fmla="*/ 3214485 w 6501199"/>
              <a:gd name="connsiteY369" fmla="*/ 3816350 h 6382977"/>
              <a:gd name="connsiteX370" fmla="*/ 3242062 w 6501199"/>
              <a:gd name="connsiteY370" fmla="*/ 3825320 h 6382977"/>
              <a:gd name="connsiteX371" fmla="*/ 3205414 w 6501199"/>
              <a:gd name="connsiteY371" fmla="*/ 3868378 h 6382977"/>
              <a:gd name="connsiteX372" fmla="*/ 3196342 w 6501199"/>
              <a:gd name="connsiteY372" fmla="*/ 3845773 h 6382977"/>
              <a:gd name="connsiteX373" fmla="*/ 3191625 w 6501199"/>
              <a:gd name="connsiteY373" fmla="*/ 3847926 h 6382977"/>
              <a:gd name="connsiteX374" fmla="*/ 3214485 w 6501199"/>
              <a:gd name="connsiteY374" fmla="*/ 3816350 h 6382977"/>
              <a:gd name="connsiteX375" fmla="*/ 3389293 w 6501199"/>
              <a:gd name="connsiteY375" fmla="*/ 3814091 h 6382977"/>
              <a:gd name="connsiteX376" fmla="*/ 3382895 w 6501199"/>
              <a:gd name="connsiteY376" fmla="*/ 3834125 h 6382977"/>
              <a:gd name="connsiteX377" fmla="*/ 3389293 w 6501199"/>
              <a:gd name="connsiteY377" fmla="*/ 3814091 h 6382977"/>
              <a:gd name="connsiteX378" fmla="*/ 3435242 w 6501199"/>
              <a:gd name="connsiteY378" fmla="*/ 3811331 h 6382977"/>
              <a:gd name="connsiteX379" fmla="*/ 3445275 w 6501199"/>
              <a:gd name="connsiteY379" fmla="*/ 3823369 h 6382977"/>
              <a:gd name="connsiteX380" fmla="*/ 3423194 w 6501199"/>
              <a:gd name="connsiteY380" fmla="*/ 3830274 h 6382977"/>
              <a:gd name="connsiteX381" fmla="*/ 3418638 w 6501199"/>
              <a:gd name="connsiteY381" fmla="*/ 3816464 h 6382977"/>
              <a:gd name="connsiteX382" fmla="*/ 3435242 w 6501199"/>
              <a:gd name="connsiteY382" fmla="*/ 3811331 h 6382977"/>
              <a:gd name="connsiteX383" fmla="*/ 3344611 w 6501199"/>
              <a:gd name="connsiteY383" fmla="*/ 3806825 h 6382977"/>
              <a:gd name="connsiteX384" fmla="*/ 3344611 w 6501199"/>
              <a:gd name="connsiteY384" fmla="*/ 3811086 h 6382977"/>
              <a:gd name="connsiteX385" fmla="*/ 3351596 w 6501199"/>
              <a:gd name="connsiteY385" fmla="*/ 3820318 h 6382977"/>
              <a:gd name="connsiteX386" fmla="*/ 3317038 w 6501199"/>
              <a:gd name="connsiteY386" fmla="*/ 3831326 h 6382977"/>
              <a:gd name="connsiteX387" fmla="*/ 3344611 w 6501199"/>
              <a:gd name="connsiteY387" fmla="*/ 3806825 h 6382977"/>
              <a:gd name="connsiteX388" fmla="*/ 3285972 w 6501199"/>
              <a:gd name="connsiteY388" fmla="*/ 3802590 h 6382977"/>
              <a:gd name="connsiteX389" fmla="*/ 3296036 w 6501199"/>
              <a:gd name="connsiteY389" fmla="*/ 3811753 h 6382977"/>
              <a:gd name="connsiteX390" fmla="*/ 3277467 w 6501199"/>
              <a:gd name="connsiteY390" fmla="*/ 3832011 h 6382977"/>
              <a:gd name="connsiteX391" fmla="*/ 3261447 w 6501199"/>
              <a:gd name="connsiteY391" fmla="*/ 3829879 h 6382977"/>
              <a:gd name="connsiteX392" fmla="*/ 3285972 w 6501199"/>
              <a:gd name="connsiteY392" fmla="*/ 3802590 h 6382977"/>
              <a:gd name="connsiteX393" fmla="*/ 3136634 w 6501199"/>
              <a:gd name="connsiteY393" fmla="*/ 3795726 h 6382977"/>
              <a:gd name="connsiteX394" fmla="*/ 3163997 w 6501199"/>
              <a:gd name="connsiteY394" fmla="*/ 3845768 h 6382977"/>
              <a:gd name="connsiteX395" fmla="*/ 3175518 w 6501199"/>
              <a:gd name="connsiteY395" fmla="*/ 3843608 h 6382977"/>
              <a:gd name="connsiteX396" fmla="*/ 3157156 w 6501199"/>
              <a:gd name="connsiteY396" fmla="*/ 3800406 h 6382977"/>
              <a:gd name="connsiteX397" fmla="*/ 3136634 w 6501199"/>
              <a:gd name="connsiteY397" fmla="*/ 3795726 h 6382977"/>
              <a:gd name="connsiteX398" fmla="*/ 3345766 w 6501199"/>
              <a:gd name="connsiteY398" fmla="*/ 3792420 h 6382977"/>
              <a:gd name="connsiteX399" fmla="*/ 3344025 w 6501199"/>
              <a:gd name="connsiteY399" fmla="*/ 3796593 h 6382977"/>
              <a:gd name="connsiteX400" fmla="*/ 3344341 w 6501199"/>
              <a:gd name="connsiteY400" fmla="*/ 3792682 h 6382977"/>
              <a:gd name="connsiteX401" fmla="*/ 3184519 w 6501199"/>
              <a:gd name="connsiteY401" fmla="*/ 3779885 h 6382977"/>
              <a:gd name="connsiteX402" fmla="*/ 3186679 w 6501199"/>
              <a:gd name="connsiteY402" fmla="*/ 3793565 h 6382977"/>
              <a:gd name="connsiteX403" fmla="*/ 3202521 w 6501199"/>
              <a:gd name="connsiteY403" fmla="*/ 3782045 h 6382977"/>
              <a:gd name="connsiteX404" fmla="*/ 3184519 w 6501199"/>
              <a:gd name="connsiteY404" fmla="*/ 3779885 h 6382977"/>
              <a:gd name="connsiteX405" fmla="*/ 3389806 w 6501199"/>
              <a:gd name="connsiteY405" fmla="*/ 3778250 h 6382977"/>
              <a:gd name="connsiteX406" fmla="*/ 3385120 w 6501199"/>
              <a:gd name="connsiteY406" fmla="*/ 3801268 h 6382977"/>
              <a:gd name="connsiteX407" fmla="*/ 3391969 w 6501199"/>
              <a:gd name="connsiteY407" fmla="*/ 3782926 h 6382977"/>
              <a:gd name="connsiteX408" fmla="*/ 3426215 w 6501199"/>
              <a:gd name="connsiteY408" fmla="*/ 3794435 h 6382977"/>
              <a:gd name="connsiteX409" fmla="*/ 3389806 w 6501199"/>
              <a:gd name="connsiteY409" fmla="*/ 3798751 h 6382977"/>
              <a:gd name="connsiteX410" fmla="*/ 3396655 w 6501199"/>
              <a:gd name="connsiteY410" fmla="*/ 3808102 h 6382977"/>
              <a:gd name="connsiteX411" fmla="*/ 3369259 w 6501199"/>
              <a:gd name="connsiteY411" fmla="*/ 3796593 h 6382977"/>
              <a:gd name="connsiteX412" fmla="*/ 3357724 w 6501199"/>
              <a:gd name="connsiteY412" fmla="*/ 3810260 h 6382977"/>
              <a:gd name="connsiteX413" fmla="*/ 3344025 w 6501199"/>
              <a:gd name="connsiteY413" fmla="*/ 3801268 h 6382977"/>
              <a:gd name="connsiteX414" fmla="*/ 3346549 w 6501199"/>
              <a:gd name="connsiteY414" fmla="*/ 3792277 h 6382977"/>
              <a:gd name="connsiteX415" fmla="*/ 3345766 w 6501199"/>
              <a:gd name="connsiteY415" fmla="*/ 3792420 h 6382977"/>
              <a:gd name="connsiteX416" fmla="*/ 3348621 w 6501199"/>
              <a:gd name="connsiteY416" fmla="*/ 3785578 h 6382977"/>
              <a:gd name="connsiteX417" fmla="*/ 3360247 w 6501199"/>
              <a:gd name="connsiteY417" fmla="*/ 3782926 h 6382977"/>
              <a:gd name="connsiteX418" fmla="*/ 3389806 w 6501199"/>
              <a:gd name="connsiteY418" fmla="*/ 3778250 h 6382977"/>
              <a:gd name="connsiteX419" fmla="*/ 3429387 w 6501199"/>
              <a:gd name="connsiteY419" fmla="*/ 3750072 h 6382977"/>
              <a:gd name="connsiteX420" fmla="*/ 3404350 w 6501199"/>
              <a:gd name="connsiteY420" fmla="*/ 3769957 h 6382977"/>
              <a:gd name="connsiteX421" fmla="*/ 3429387 w 6501199"/>
              <a:gd name="connsiteY421" fmla="*/ 3750072 h 6382977"/>
              <a:gd name="connsiteX422" fmla="*/ 3447952 w 6501199"/>
              <a:gd name="connsiteY422" fmla="*/ 3748432 h 6382977"/>
              <a:gd name="connsiteX423" fmla="*/ 3472260 w 6501199"/>
              <a:gd name="connsiteY423" fmla="*/ 3757846 h 6382977"/>
              <a:gd name="connsiteX424" fmla="*/ 3447566 w 6501199"/>
              <a:gd name="connsiteY424" fmla="*/ 3753192 h 6382977"/>
              <a:gd name="connsiteX425" fmla="*/ 3447952 w 6501199"/>
              <a:gd name="connsiteY425" fmla="*/ 3748432 h 6382977"/>
              <a:gd name="connsiteX426" fmla="*/ 4356488 w 6501199"/>
              <a:gd name="connsiteY426" fmla="*/ 3736304 h 6382977"/>
              <a:gd name="connsiteX427" fmla="*/ 4310813 w 6501199"/>
              <a:gd name="connsiteY427" fmla="*/ 3752045 h 6382977"/>
              <a:gd name="connsiteX428" fmla="*/ 4356488 w 6501199"/>
              <a:gd name="connsiteY428" fmla="*/ 3736304 h 6382977"/>
              <a:gd name="connsiteX429" fmla="*/ 4426341 w 6501199"/>
              <a:gd name="connsiteY429" fmla="*/ 3729581 h 6382977"/>
              <a:gd name="connsiteX430" fmla="*/ 4369550 w 6501199"/>
              <a:gd name="connsiteY430" fmla="*/ 3747724 h 6382977"/>
              <a:gd name="connsiteX431" fmla="*/ 4426341 w 6501199"/>
              <a:gd name="connsiteY431" fmla="*/ 3729581 h 6382977"/>
              <a:gd name="connsiteX432" fmla="*/ 3909785 w 6501199"/>
              <a:gd name="connsiteY432" fmla="*/ 3704880 h 6382977"/>
              <a:gd name="connsiteX433" fmla="*/ 3932634 w 6501199"/>
              <a:gd name="connsiteY433" fmla="*/ 3714601 h 6382977"/>
              <a:gd name="connsiteX434" fmla="*/ 3914922 w 6501199"/>
              <a:gd name="connsiteY434" fmla="*/ 3719066 h 6382977"/>
              <a:gd name="connsiteX435" fmla="*/ 3890125 w 6501199"/>
              <a:gd name="connsiteY435" fmla="*/ 3721670 h 6382977"/>
              <a:gd name="connsiteX436" fmla="*/ 3909785 w 6501199"/>
              <a:gd name="connsiteY436" fmla="*/ 3704880 h 6382977"/>
              <a:gd name="connsiteX437" fmla="*/ 110597 w 6501199"/>
              <a:gd name="connsiteY437" fmla="*/ 3681412 h 6382977"/>
              <a:gd name="connsiteX438" fmla="*/ 130574 w 6501199"/>
              <a:gd name="connsiteY438" fmla="*/ 3700096 h 6382977"/>
              <a:gd name="connsiteX439" fmla="*/ 103938 w 6501199"/>
              <a:gd name="connsiteY439" fmla="*/ 3693135 h 6382977"/>
              <a:gd name="connsiteX440" fmla="*/ 110597 w 6501199"/>
              <a:gd name="connsiteY440" fmla="*/ 3681412 h 6382977"/>
              <a:gd name="connsiteX441" fmla="*/ 4488713 w 6501199"/>
              <a:gd name="connsiteY441" fmla="*/ 3680970 h 6382977"/>
              <a:gd name="connsiteX442" fmla="*/ 4486301 w 6501199"/>
              <a:gd name="connsiteY442" fmla="*/ 3682688 h 6382977"/>
              <a:gd name="connsiteX443" fmla="*/ 4488406 w 6501199"/>
              <a:gd name="connsiteY443" fmla="*/ 3685009 h 6382977"/>
              <a:gd name="connsiteX444" fmla="*/ 4491195 w 6501199"/>
              <a:gd name="connsiteY444" fmla="*/ 3681126 h 6382977"/>
              <a:gd name="connsiteX445" fmla="*/ 4962922 w 6501199"/>
              <a:gd name="connsiteY445" fmla="*/ 3652837 h 6382977"/>
              <a:gd name="connsiteX446" fmla="*/ 4933994 w 6501199"/>
              <a:gd name="connsiteY446" fmla="*/ 3680043 h 6382977"/>
              <a:gd name="connsiteX447" fmla="*/ 4962922 w 6501199"/>
              <a:gd name="connsiteY447" fmla="*/ 3652837 h 6382977"/>
              <a:gd name="connsiteX448" fmla="*/ 589713 w 6501199"/>
              <a:gd name="connsiteY448" fmla="*/ 3652837 h 6382977"/>
              <a:gd name="connsiteX449" fmla="*/ 605678 w 6501199"/>
              <a:gd name="connsiteY449" fmla="*/ 3654953 h 6382977"/>
              <a:gd name="connsiteX450" fmla="*/ 598784 w 6501199"/>
              <a:gd name="connsiteY450" fmla="*/ 3668359 h 6382977"/>
              <a:gd name="connsiteX451" fmla="*/ 589713 w 6501199"/>
              <a:gd name="connsiteY451" fmla="*/ 3652837 h 6382977"/>
              <a:gd name="connsiteX452" fmla="*/ 3518747 w 6501199"/>
              <a:gd name="connsiteY452" fmla="*/ 3652365 h 6382977"/>
              <a:gd name="connsiteX453" fmla="*/ 3509633 w 6501199"/>
              <a:gd name="connsiteY453" fmla="*/ 3670440 h 6382977"/>
              <a:gd name="connsiteX454" fmla="*/ 3500272 w 6501199"/>
              <a:gd name="connsiteY454" fmla="*/ 3677280 h 6382977"/>
              <a:gd name="connsiteX455" fmla="*/ 3527635 w 6501199"/>
              <a:gd name="connsiteY455" fmla="*/ 3652438 h 6382977"/>
              <a:gd name="connsiteX456" fmla="*/ 3518747 w 6501199"/>
              <a:gd name="connsiteY456" fmla="*/ 3652365 h 6382977"/>
              <a:gd name="connsiteX457" fmla="*/ 3450227 w 6501199"/>
              <a:gd name="connsiteY457" fmla="*/ 3647758 h 6382977"/>
              <a:gd name="connsiteX458" fmla="*/ 3450902 w 6501199"/>
              <a:gd name="connsiteY458" fmla="*/ 3665534 h 6382977"/>
              <a:gd name="connsiteX459" fmla="*/ 3450366 w 6501199"/>
              <a:gd name="connsiteY459" fmla="*/ 3668232 h 6382977"/>
              <a:gd name="connsiteX460" fmla="*/ 3455888 w 6501199"/>
              <a:gd name="connsiteY460" fmla="*/ 3675867 h 6382977"/>
              <a:gd name="connsiteX461" fmla="*/ 3456663 w 6501199"/>
              <a:gd name="connsiteY461" fmla="*/ 3674310 h 6382977"/>
              <a:gd name="connsiteX462" fmla="*/ 3461748 w 6501199"/>
              <a:gd name="connsiteY462" fmla="*/ 3663959 h 6382977"/>
              <a:gd name="connsiteX463" fmla="*/ 3466429 w 6501199"/>
              <a:gd name="connsiteY463" fmla="*/ 3663959 h 6382977"/>
              <a:gd name="connsiteX464" fmla="*/ 3450227 w 6501199"/>
              <a:gd name="connsiteY464" fmla="*/ 3647758 h 6382977"/>
              <a:gd name="connsiteX465" fmla="*/ 15732 w 6501199"/>
              <a:gd name="connsiteY465" fmla="*/ 3643312 h 6382977"/>
              <a:gd name="connsiteX466" fmla="*/ 4454 w 6501199"/>
              <a:gd name="connsiteY466" fmla="*/ 3660951 h 6382977"/>
              <a:gd name="connsiteX467" fmla="*/ 15732 w 6501199"/>
              <a:gd name="connsiteY467" fmla="*/ 3643312 h 6382977"/>
              <a:gd name="connsiteX468" fmla="*/ 4713676 w 6501199"/>
              <a:gd name="connsiteY468" fmla="*/ 3641725 h 6382977"/>
              <a:gd name="connsiteX469" fmla="*/ 4693400 w 6501199"/>
              <a:gd name="connsiteY469" fmla="*/ 3665171 h 6382977"/>
              <a:gd name="connsiteX470" fmla="*/ 4693400 w 6501199"/>
              <a:gd name="connsiteY470" fmla="*/ 3644289 h 6382977"/>
              <a:gd name="connsiteX471" fmla="*/ 4713676 w 6501199"/>
              <a:gd name="connsiteY471" fmla="*/ 3641725 h 6382977"/>
              <a:gd name="connsiteX472" fmla="*/ 3866283 w 6501199"/>
              <a:gd name="connsiteY472" fmla="*/ 3638734 h 6382977"/>
              <a:gd name="connsiteX473" fmla="*/ 3865514 w 6501199"/>
              <a:gd name="connsiteY473" fmla="*/ 3645784 h 6382977"/>
              <a:gd name="connsiteX474" fmla="*/ 3853109 w 6501199"/>
              <a:gd name="connsiteY474" fmla="*/ 3663959 h 6382977"/>
              <a:gd name="connsiteX475" fmla="*/ 3887313 w 6501199"/>
              <a:gd name="connsiteY475" fmla="*/ 3657119 h 6382977"/>
              <a:gd name="connsiteX476" fmla="*/ 3874082 w 6501199"/>
              <a:gd name="connsiteY476" fmla="*/ 3642808 h 6382977"/>
              <a:gd name="connsiteX477" fmla="*/ 3873702 w 6501199"/>
              <a:gd name="connsiteY477" fmla="*/ 3639666 h 6382977"/>
              <a:gd name="connsiteX478" fmla="*/ 57528 w 6501199"/>
              <a:gd name="connsiteY478" fmla="*/ 3638550 h 6382977"/>
              <a:gd name="connsiteX479" fmla="*/ 34088 w 6501199"/>
              <a:gd name="connsiteY479" fmla="*/ 3665187 h 6382977"/>
              <a:gd name="connsiteX480" fmla="*/ 57528 w 6501199"/>
              <a:gd name="connsiteY480" fmla="*/ 3638550 h 6382977"/>
              <a:gd name="connsiteX481" fmla="*/ 3757295 w 6501199"/>
              <a:gd name="connsiteY481" fmla="*/ 3627393 h 6382977"/>
              <a:gd name="connsiteX482" fmla="*/ 3757339 w 6501199"/>
              <a:gd name="connsiteY482" fmla="*/ 3627597 h 6382977"/>
              <a:gd name="connsiteX483" fmla="*/ 3759464 w 6501199"/>
              <a:gd name="connsiteY483" fmla="*/ 3627543 h 6382977"/>
              <a:gd name="connsiteX484" fmla="*/ 3737419 w 6501199"/>
              <a:gd name="connsiteY484" fmla="*/ 3623937 h 6382977"/>
              <a:gd name="connsiteX485" fmla="*/ 3737177 w 6501199"/>
              <a:gd name="connsiteY485" fmla="*/ 3625077 h 6382977"/>
              <a:gd name="connsiteX486" fmla="*/ 3741065 w 6501199"/>
              <a:gd name="connsiteY486" fmla="*/ 3624634 h 6382977"/>
              <a:gd name="connsiteX487" fmla="*/ 3712143 w 6501199"/>
              <a:gd name="connsiteY487" fmla="*/ 3619108 h 6382977"/>
              <a:gd name="connsiteX488" fmla="*/ 3711974 w 6501199"/>
              <a:gd name="connsiteY488" fmla="*/ 3620757 h 6382977"/>
              <a:gd name="connsiteX489" fmla="*/ 3725656 w 6501199"/>
              <a:gd name="connsiteY489" fmla="*/ 3625077 h 6382977"/>
              <a:gd name="connsiteX490" fmla="*/ 3726465 w 6501199"/>
              <a:gd name="connsiteY490" fmla="*/ 3621844 h 6382977"/>
              <a:gd name="connsiteX491" fmla="*/ 4663092 w 6501199"/>
              <a:gd name="connsiteY491" fmla="*/ 3617429 h 6382977"/>
              <a:gd name="connsiteX492" fmla="*/ 4702565 w 6501199"/>
              <a:gd name="connsiteY492" fmla="*/ 3621566 h 6382977"/>
              <a:gd name="connsiteX493" fmla="*/ 4605899 w 6501199"/>
              <a:gd name="connsiteY493" fmla="*/ 3683731 h 6382977"/>
              <a:gd name="connsiteX494" fmla="*/ 4596660 w 6501199"/>
              <a:gd name="connsiteY494" fmla="*/ 3683843 h 6382977"/>
              <a:gd name="connsiteX495" fmla="*/ 4595002 w 6501199"/>
              <a:gd name="connsiteY495" fmla="*/ 3684234 h 6382977"/>
              <a:gd name="connsiteX496" fmla="*/ 4542588 w 6501199"/>
              <a:gd name="connsiteY496" fmla="*/ 3690584 h 6382977"/>
              <a:gd name="connsiteX497" fmla="*/ 4542588 w 6501199"/>
              <a:gd name="connsiteY497" fmla="*/ 3684353 h 6382977"/>
              <a:gd name="connsiteX498" fmla="*/ 4505490 w 6501199"/>
              <a:gd name="connsiteY498" fmla="*/ 3682023 h 6382977"/>
              <a:gd name="connsiteX499" fmla="*/ 4505537 w 6501199"/>
              <a:gd name="connsiteY499" fmla="*/ 3682265 h 6382977"/>
              <a:gd name="connsiteX500" fmla="*/ 4503828 w 6501199"/>
              <a:gd name="connsiteY500" fmla="*/ 3694683 h 6382977"/>
              <a:gd name="connsiteX501" fmla="*/ 4488406 w 6501199"/>
              <a:gd name="connsiteY501" fmla="*/ 3696915 h 6382977"/>
              <a:gd name="connsiteX502" fmla="*/ 4483850 w 6501199"/>
              <a:gd name="connsiteY502" fmla="*/ 3685009 h 6382977"/>
              <a:gd name="connsiteX503" fmla="*/ 4485326 w 6501199"/>
              <a:gd name="connsiteY503" fmla="*/ 3683382 h 6382977"/>
              <a:gd name="connsiteX504" fmla="*/ 4456671 w 6501199"/>
              <a:gd name="connsiteY504" fmla="*/ 3703789 h 6382977"/>
              <a:gd name="connsiteX505" fmla="*/ 4331743 w 6501199"/>
              <a:gd name="connsiteY505" fmla="*/ 3708498 h 6382977"/>
              <a:gd name="connsiteX506" fmla="*/ 4220137 w 6501199"/>
              <a:gd name="connsiteY506" fmla="*/ 3726609 h 6382977"/>
              <a:gd name="connsiteX507" fmla="*/ 4015645 w 6501199"/>
              <a:gd name="connsiteY507" fmla="*/ 3694734 h 6382977"/>
              <a:gd name="connsiteX508" fmla="*/ 3942561 w 6501199"/>
              <a:gd name="connsiteY508" fmla="*/ 3703789 h 6382977"/>
              <a:gd name="connsiteX509" fmla="*/ 3935721 w 6501199"/>
              <a:gd name="connsiteY509" fmla="*/ 3692198 h 6382977"/>
              <a:gd name="connsiteX510" fmla="*/ 3947241 w 6501199"/>
              <a:gd name="connsiteY510" fmla="*/ 3655614 h 6382977"/>
              <a:gd name="connsiteX511" fmla="*/ 3983603 w 6501199"/>
              <a:gd name="connsiteY511" fmla="*/ 3671552 h 6382977"/>
              <a:gd name="connsiteX512" fmla="*/ 4105160 w 6501199"/>
              <a:gd name="connsiteY512" fmla="*/ 3675882 h 6382977"/>
              <a:gd name="connsiteX513" fmla="*/ 4119537 w 6501199"/>
              <a:gd name="connsiteY513" fmla="*/ 3676018 h 6382977"/>
              <a:gd name="connsiteX514" fmla="*/ 4119505 w 6501199"/>
              <a:gd name="connsiteY514" fmla="*/ 3674963 h 6382977"/>
              <a:gd name="connsiteX515" fmla="*/ 4156463 w 6501199"/>
              <a:gd name="connsiteY515" fmla="*/ 3670300 h 6382977"/>
              <a:gd name="connsiteX516" fmla="*/ 4155331 w 6501199"/>
              <a:gd name="connsiteY516" fmla="*/ 3673285 h 6382977"/>
              <a:gd name="connsiteX517" fmla="*/ 4180670 w 6501199"/>
              <a:gd name="connsiteY517" fmla="*/ 3665802 h 6382977"/>
              <a:gd name="connsiteX518" fmla="*/ 4217977 w 6501199"/>
              <a:gd name="connsiteY518" fmla="*/ 3653441 h 6382977"/>
              <a:gd name="connsiteX519" fmla="*/ 4295787 w 6501199"/>
              <a:gd name="connsiteY519" fmla="*/ 3642438 h 6382977"/>
              <a:gd name="connsiteX520" fmla="*/ 4308531 w 6501199"/>
              <a:gd name="connsiteY520" fmla="*/ 3641673 h 6382977"/>
              <a:gd name="connsiteX521" fmla="*/ 4308821 w 6501199"/>
              <a:gd name="connsiteY521" fmla="*/ 3641596 h 6382977"/>
              <a:gd name="connsiteX522" fmla="*/ 4379313 w 6501199"/>
              <a:gd name="connsiteY522" fmla="*/ 3632200 h 6382977"/>
              <a:gd name="connsiteX523" fmla="*/ 4380579 w 6501199"/>
              <a:gd name="connsiteY523" fmla="*/ 3637431 h 6382977"/>
              <a:gd name="connsiteX524" fmla="*/ 4531915 w 6501199"/>
              <a:gd name="connsiteY524" fmla="*/ 3630621 h 6382977"/>
              <a:gd name="connsiteX525" fmla="*/ 4663092 w 6501199"/>
              <a:gd name="connsiteY525" fmla="*/ 3617429 h 6382977"/>
              <a:gd name="connsiteX526" fmla="*/ 3690114 w 6501199"/>
              <a:gd name="connsiteY526" fmla="*/ 3612038 h 6382977"/>
              <a:gd name="connsiteX527" fmla="*/ 3689292 w 6501199"/>
              <a:gd name="connsiteY527" fmla="*/ 3613917 h 6382977"/>
              <a:gd name="connsiteX528" fmla="*/ 3691452 w 6501199"/>
              <a:gd name="connsiteY528" fmla="*/ 3625077 h 6382977"/>
              <a:gd name="connsiteX529" fmla="*/ 3703586 w 6501199"/>
              <a:gd name="connsiteY529" fmla="*/ 3616529 h 6382977"/>
              <a:gd name="connsiteX530" fmla="*/ 4858141 w 6501199"/>
              <a:gd name="connsiteY530" fmla="*/ 3608924 h 6382977"/>
              <a:gd name="connsiteX531" fmla="*/ 4737850 w 6501199"/>
              <a:gd name="connsiteY531" fmla="*/ 3640825 h 6382977"/>
              <a:gd name="connsiteX532" fmla="*/ 4858141 w 6501199"/>
              <a:gd name="connsiteY532" fmla="*/ 3608924 h 6382977"/>
              <a:gd name="connsiteX533" fmla="*/ 3616991 w 6501199"/>
              <a:gd name="connsiteY533" fmla="*/ 3602900 h 6382977"/>
              <a:gd name="connsiteX534" fmla="*/ 3606663 w 6501199"/>
              <a:gd name="connsiteY534" fmla="*/ 3609381 h 6382977"/>
              <a:gd name="connsiteX535" fmla="*/ 3606281 w 6501199"/>
              <a:gd name="connsiteY535" fmla="*/ 3614316 h 6382977"/>
              <a:gd name="connsiteX536" fmla="*/ 3609724 w 6501199"/>
              <a:gd name="connsiteY536" fmla="*/ 3629757 h 6382977"/>
              <a:gd name="connsiteX537" fmla="*/ 3639247 w 6501199"/>
              <a:gd name="connsiteY537" fmla="*/ 3629757 h 6382977"/>
              <a:gd name="connsiteX538" fmla="*/ 3648248 w 6501199"/>
              <a:gd name="connsiteY538" fmla="*/ 3607076 h 6382977"/>
              <a:gd name="connsiteX539" fmla="*/ 3616564 w 6501199"/>
              <a:gd name="connsiteY539" fmla="*/ 3625077 h 6382977"/>
              <a:gd name="connsiteX540" fmla="*/ 3625374 w 6501199"/>
              <a:gd name="connsiteY540" fmla="*/ 3611053 h 6382977"/>
              <a:gd name="connsiteX541" fmla="*/ 3625546 w 6501199"/>
              <a:gd name="connsiteY541" fmla="*/ 3603254 h 6382977"/>
              <a:gd name="connsiteX542" fmla="*/ 3857430 w 6501199"/>
              <a:gd name="connsiteY542" fmla="*/ 3595556 h 6382977"/>
              <a:gd name="connsiteX543" fmla="*/ 3846268 w 6501199"/>
              <a:gd name="connsiteY543" fmla="*/ 3620757 h 6382977"/>
              <a:gd name="connsiteX544" fmla="*/ 3839428 w 6501199"/>
              <a:gd name="connsiteY544" fmla="*/ 3609236 h 6382977"/>
              <a:gd name="connsiteX545" fmla="*/ 3837267 w 6501199"/>
              <a:gd name="connsiteY545" fmla="*/ 3625077 h 6382977"/>
              <a:gd name="connsiteX546" fmla="*/ 3856215 w 6501199"/>
              <a:gd name="connsiteY546" fmla="*/ 3627147 h 6382977"/>
              <a:gd name="connsiteX547" fmla="*/ 3861385 w 6501199"/>
              <a:gd name="connsiteY547" fmla="*/ 3630535 h 6382977"/>
              <a:gd name="connsiteX548" fmla="*/ 3872614 w 6501199"/>
              <a:gd name="connsiteY548" fmla="*/ 3630666 h 6382977"/>
              <a:gd name="connsiteX549" fmla="*/ 3871111 w 6501199"/>
              <a:gd name="connsiteY549" fmla="*/ 3618237 h 6382977"/>
              <a:gd name="connsiteX550" fmla="*/ 3887313 w 6501199"/>
              <a:gd name="connsiteY550" fmla="*/ 3629757 h 6382977"/>
              <a:gd name="connsiteX551" fmla="*/ 3857430 w 6501199"/>
              <a:gd name="connsiteY551" fmla="*/ 3595556 h 6382977"/>
              <a:gd name="connsiteX552" fmla="*/ 3718815 w 6501199"/>
              <a:gd name="connsiteY552" fmla="*/ 3593396 h 6382977"/>
              <a:gd name="connsiteX553" fmla="*/ 3716294 w 6501199"/>
              <a:gd name="connsiteY553" fmla="*/ 3598810 h 6382977"/>
              <a:gd name="connsiteX554" fmla="*/ 3731841 w 6501199"/>
              <a:gd name="connsiteY554" fmla="*/ 3601150 h 6382977"/>
              <a:gd name="connsiteX555" fmla="*/ 3729886 w 6501199"/>
              <a:gd name="connsiteY555" fmla="*/ 3598166 h 6382977"/>
              <a:gd name="connsiteX556" fmla="*/ 3718815 w 6501199"/>
              <a:gd name="connsiteY556" fmla="*/ 3593396 h 6382977"/>
              <a:gd name="connsiteX557" fmla="*/ 3750858 w 6501199"/>
              <a:gd name="connsiteY557" fmla="*/ 3584035 h 6382977"/>
              <a:gd name="connsiteX558" fmla="*/ 3745908 w 6501199"/>
              <a:gd name="connsiteY558" fmla="*/ 3595241 h 6382977"/>
              <a:gd name="connsiteX559" fmla="*/ 3740789 w 6501199"/>
              <a:gd name="connsiteY559" fmla="*/ 3602498 h 6382977"/>
              <a:gd name="connsiteX560" fmla="*/ 3758967 w 6501199"/>
              <a:gd name="connsiteY560" fmla="*/ 3605235 h 6382977"/>
              <a:gd name="connsiteX561" fmla="*/ 3759859 w 6501199"/>
              <a:gd name="connsiteY561" fmla="*/ 3604556 h 6382977"/>
              <a:gd name="connsiteX562" fmla="*/ 3759649 w 6501199"/>
              <a:gd name="connsiteY562" fmla="*/ 3605337 h 6382977"/>
              <a:gd name="connsiteX563" fmla="*/ 3767275 w 6501199"/>
              <a:gd name="connsiteY563" fmla="*/ 3606485 h 6382977"/>
              <a:gd name="connsiteX564" fmla="*/ 3767555 w 6501199"/>
              <a:gd name="connsiteY564" fmla="*/ 3601811 h 6382977"/>
              <a:gd name="connsiteX565" fmla="*/ 3773541 w 6501199"/>
              <a:gd name="connsiteY565" fmla="*/ 3584035 h 6382977"/>
              <a:gd name="connsiteX566" fmla="*/ 3753019 w 6501199"/>
              <a:gd name="connsiteY566" fmla="*/ 3600236 h 6382977"/>
              <a:gd name="connsiteX567" fmla="*/ 3750858 w 6501199"/>
              <a:gd name="connsiteY567" fmla="*/ 3584035 h 6382977"/>
              <a:gd name="connsiteX568" fmla="*/ 59130 w 6501199"/>
              <a:gd name="connsiteY568" fmla="*/ 3581400 h 6382977"/>
              <a:gd name="connsiteX569" fmla="*/ 11863 w 6501199"/>
              <a:gd name="connsiteY569" fmla="*/ 3642952 h 6382977"/>
              <a:gd name="connsiteX570" fmla="*/ 59130 w 6501199"/>
              <a:gd name="connsiteY570" fmla="*/ 3581400 h 6382977"/>
              <a:gd name="connsiteX571" fmla="*/ 3800544 w 6501199"/>
              <a:gd name="connsiteY571" fmla="*/ 3579715 h 6382977"/>
              <a:gd name="connsiteX572" fmla="*/ 3796223 w 6501199"/>
              <a:gd name="connsiteY572" fmla="*/ 3611396 h 6382977"/>
              <a:gd name="connsiteX573" fmla="*/ 3782272 w 6501199"/>
              <a:gd name="connsiteY573" fmla="*/ 3604286 h 6382977"/>
              <a:gd name="connsiteX574" fmla="*/ 3777362 w 6501199"/>
              <a:gd name="connsiteY574" fmla="*/ 3608004 h 6382977"/>
              <a:gd name="connsiteX575" fmla="*/ 3779325 w 6501199"/>
              <a:gd name="connsiteY575" fmla="*/ 3608300 h 6382977"/>
              <a:gd name="connsiteX576" fmla="*/ 3811382 w 6501199"/>
              <a:gd name="connsiteY576" fmla="*/ 3617254 h 6382977"/>
              <a:gd name="connsiteX577" fmla="*/ 3811861 w 6501199"/>
              <a:gd name="connsiteY577" fmla="*/ 3617492 h 6382977"/>
              <a:gd name="connsiteX578" fmla="*/ 3812813 w 6501199"/>
              <a:gd name="connsiteY578" fmla="*/ 3614850 h 6382977"/>
              <a:gd name="connsiteX579" fmla="*/ 3814585 w 6501199"/>
              <a:gd name="connsiteY579" fmla="*/ 3602396 h 6382977"/>
              <a:gd name="connsiteX580" fmla="*/ 3820166 w 6501199"/>
              <a:gd name="connsiteY580" fmla="*/ 3613736 h 6382977"/>
              <a:gd name="connsiteX581" fmla="*/ 3819231 w 6501199"/>
              <a:gd name="connsiteY581" fmla="*/ 3621143 h 6382977"/>
              <a:gd name="connsiteX582" fmla="*/ 3825745 w 6501199"/>
              <a:gd name="connsiteY582" fmla="*/ 3624369 h 6382977"/>
              <a:gd name="connsiteX583" fmla="*/ 3825701 w 6501199"/>
              <a:gd name="connsiteY583" fmla="*/ 3605861 h 6382977"/>
              <a:gd name="connsiteX584" fmla="*/ 3818906 w 6501199"/>
              <a:gd name="connsiteY584" fmla="*/ 3593396 h 6382977"/>
              <a:gd name="connsiteX585" fmla="*/ 3800544 w 6501199"/>
              <a:gd name="connsiteY585" fmla="*/ 3579715 h 6382977"/>
              <a:gd name="connsiteX586" fmla="*/ 79218 w 6501199"/>
              <a:gd name="connsiteY586" fmla="*/ 3576637 h 6382977"/>
              <a:gd name="connsiteX587" fmla="*/ 74863 w 6501199"/>
              <a:gd name="connsiteY587" fmla="*/ 3608034 h 6382977"/>
              <a:gd name="connsiteX588" fmla="*/ 74863 w 6501199"/>
              <a:gd name="connsiteY588" fmla="*/ 3599215 h 6382977"/>
              <a:gd name="connsiteX589" fmla="*/ 61075 w 6501199"/>
              <a:gd name="connsiteY589" fmla="*/ 3587926 h 6382977"/>
              <a:gd name="connsiteX590" fmla="*/ 79218 w 6501199"/>
              <a:gd name="connsiteY590" fmla="*/ 3576637 h 6382977"/>
              <a:gd name="connsiteX591" fmla="*/ 4430970 w 6501199"/>
              <a:gd name="connsiteY591" fmla="*/ 3568194 h 6382977"/>
              <a:gd name="connsiteX592" fmla="*/ 4401447 w 6501199"/>
              <a:gd name="connsiteY592" fmla="*/ 3579715 h 6382977"/>
              <a:gd name="connsiteX593" fmla="*/ 4430970 w 6501199"/>
              <a:gd name="connsiteY593" fmla="*/ 3568194 h 6382977"/>
              <a:gd name="connsiteX594" fmla="*/ 4953239 w 6501199"/>
              <a:gd name="connsiteY594" fmla="*/ 3565966 h 6382977"/>
              <a:gd name="connsiteX595" fmla="*/ 4937473 w 6501199"/>
              <a:gd name="connsiteY595" fmla="*/ 3568177 h 6382977"/>
              <a:gd name="connsiteX596" fmla="*/ 4906686 w 6501199"/>
              <a:gd name="connsiteY596" fmla="*/ 3583651 h 6382977"/>
              <a:gd name="connsiteX597" fmla="*/ 4892302 w 6501199"/>
              <a:gd name="connsiteY597" fmla="*/ 3587255 h 6382977"/>
              <a:gd name="connsiteX598" fmla="*/ 4899824 w 6501199"/>
              <a:gd name="connsiteY598" fmla="*/ 3586835 h 6382977"/>
              <a:gd name="connsiteX599" fmla="*/ 4941192 w 6501199"/>
              <a:gd name="connsiteY599" fmla="*/ 3569546 h 6382977"/>
              <a:gd name="connsiteX600" fmla="*/ 4462653 w 6501199"/>
              <a:gd name="connsiteY600" fmla="*/ 3559194 h 6382977"/>
              <a:gd name="connsiteX601" fmla="*/ 4448971 w 6501199"/>
              <a:gd name="connsiteY601" fmla="*/ 3581875 h 6382977"/>
              <a:gd name="connsiteX602" fmla="*/ 4462653 w 6501199"/>
              <a:gd name="connsiteY602" fmla="*/ 3559194 h 6382977"/>
              <a:gd name="connsiteX603" fmla="*/ 114686 w 6501199"/>
              <a:gd name="connsiteY603" fmla="*/ 3547085 h 6382977"/>
              <a:gd name="connsiteX604" fmla="*/ 87068 w 6501199"/>
              <a:gd name="connsiteY604" fmla="*/ 3563570 h 6382977"/>
              <a:gd name="connsiteX605" fmla="*/ 114686 w 6501199"/>
              <a:gd name="connsiteY605" fmla="*/ 3547085 h 6382977"/>
              <a:gd name="connsiteX606" fmla="*/ 4547685 w 6501199"/>
              <a:gd name="connsiteY606" fmla="*/ 3537100 h 6382977"/>
              <a:gd name="connsiteX607" fmla="*/ 4544741 w 6501199"/>
              <a:gd name="connsiteY607" fmla="*/ 3538673 h 6382977"/>
              <a:gd name="connsiteX608" fmla="*/ 4547086 w 6501199"/>
              <a:gd name="connsiteY608" fmla="*/ 3544706 h 6382977"/>
              <a:gd name="connsiteX609" fmla="*/ 4547458 w 6501199"/>
              <a:gd name="connsiteY609" fmla="*/ 3538077 h 6382977"/>
              <a:gd name="connsiteX610" fmla="*/ 4119881 w 6501199"/>
              <a:gd name="connsiteY610" fmla="*/ 3529194 h 6382977"/>
              <a:gd name="connsiteX611" fmla="*/ 4114857 w 6501199"/>
              <a:gd name="connsiteY611" fmla="*/ 3531833 h 6382977"/>
              <a:gd name="connsiteX612" fmla="*/ 4114857 w 6501199"/>
              <a:gd name="connsiteY612" fmla="*/ 3552354 h 6382977"/>
              <a:gd name="connsiteX613" fmla="*/ 4135019 w 6501199"/>
              <a:gd name="connsiteY613" fmla="*/ 3547673 h 6382977"/>
              <a:gd name="connsiteX614" fmla="*/ 4128313 w 6501199"/>
              <a:gd name="connsiteY614" fmla="*/ 3531248 h 6382977"/>
              <a:gd name="connsiteX615" fmla="*/ 4119881 w 6501199"/>
              <a:gd name="connsiteY615" fmla="*/ 3529194 h 6382977"/>
              <a:gd name="connsiteX616" fmla="*/ 4652146 w 6501199"/>
              <a:gd name="connsiteY616" fmla="*/ 3511662 h 6382977"/>
              <a:gd name="connsiteX617" fmla="*/ 4649286 w 6501199"/>
              <a:gd name="connsiteY617" fmla="*/ 3516513 h 6382977"/>
              <a:gd name="connsiteX618" fmla="*/ 4649335 w 6501199"/>
              <a:gd name="connsiteY618" fmla="*/ 3516996 h 6382977"/>
              <a:gd name="connsiteX619" fmla="*/ 4655723 w 6501199"/>
              <a:gd name="connsiteY619" fmla="*/ 3515986 h 6382977"/>
              <a:gd name="connsiteX620" fmla="*/ 4658476 w 6501199"/>
              <a:gd name="connsiteY620" fmla="*/ 3516600 h 6382977"/>
              <a:gd name="connsiteX621" fmla="*/ 4169222 w 6501199"/>
              <a:gd name="connsiteY621" fmla="*/ 3506631 h 6382977"/>
              <a:gd name="connsiteX622" fmla="*/ 4144379 w 6501199"/>
              <a:gd name="connsiteY622" fmla="*/ 3518152 h 6382977"/>
              <a:gd name="connsiteX623" fmla="*/ 4171743 w 6501199"/>
              <a:gd name="connsiteY623" fmla="*/ 3545513 h 6382977"/>
              <a:gd name="connsiteX624" fmla="*/ 4169222 w 6501199"/>
              <a:gd name="connsiteY624" fmla="*/ 3506631 h 6382977"/>
              <a:gd name="connsiteX625" fmla="*/ 4064811 w 6501199"/>
              <a:gd name="connsiteY625" fmla="*/ 3502311 h 6382977"/>
              <a:gd name="connsiteX626" fmla="*/ 4064811 w 6501199"/>
              <a:gd name="connsiteY626" fmla="*/ 3533993 h 6382977"/>
              <a:gd name="connsiteX627" fmla="*/ 4064811 w 6501199"/>
              <a:gd name="connsiteY627" fmla="*/ 3502311 h 6382977"/>
              <a:gd name="connsiteX628" fmla="*/ 4005405 w 6501199"/>
              <a:gd name="connsiteY628" fmla="*/ 3502311 h 6382977"/>
              <a:gd name="connsiteX629" fmla="*/ 3987403 w 6501199"/>
              <a:gd name="connsiteY629" fmla="*/ 3531833 h 6382977"/>
              <a:gd name="connsiteX630" fmla="*/ 3975882 w 6501199"/>
              <a:gd name="connsiteY630" fmla="*/ 3515992 h 6382977"/>
              <a:gd name="connsiteX631" fmla="*/ 3998564 w 6501199"/>
              <a:gd name="connsiteY631" fmla="*/ 3538673 h 6382977"/>
              <a:gd name="connsiteX632" fmla="*/ 4005405 w 6501199"/>
              <a:gd name="connsiteY632" fmla="*/ 3502311 h 6382977"/>
              <a:gd name="connsiteX633" fmla="*/ 4255631 w 6501199"/>
              <a:gd name="connsiteY633" fmla="*/ 3500151 h 6382977"/>
              <a:gd name="connsiteX634" fmla="*/ 4258151 w 6501199"/>
              <a:gd name="connsiteY634" fmla="*/ 3527152 h 6382977"/>
              <a:gd name="connsiteX635" fmla="*/ 4271833 w 6501199"/>
              <a:gd name="connsiteY635" fmla="*/ 3511312 h 6382977"/>
              <a:gd name="connsiteX636" fmla="*/ 4298836 w 6501199"/>
              <a:gd name="connsiteY636" fmla="*/ 3531833 h 6382977"/>
              <a:gd name="connsiteX637" fmla="*/ 4255631 w 6501199"/>
              <a:gd name="connsiteY637" fmla="*/ 3500151 h 6382977"/>
              <a:gd name="connsiteX638" fmla="*/ 4319358 w 6501199"/>
              <a:gd name="connsiteY638" fmla="*/ 3495471 h 6382977"/>
              <a:gd name="connsiteX639" fmla="*/ 4326199 w 6501199"/>
              <a:gd name="connsiteY639" fmla="*/ 3527152 h 6382977"/>
              <a:gd name="connsiteX640" fmla="*/ 4335560 w 6501199"/>
              <a:gd name="connsiteY640" fmla="*/ 3538673 h 6382977"/>
              <a:gd name="connsiteX641" fmla="*/ 4342400 w 6501199"/>
              <a:gd name="connsiteY641" fmla="*/ 3506631 h 6382977"/>
              <a:gd name="connsiteX642" fmla="*/ 4360402 w 6501199"/>
              <a:gd name="connsiteY642" fmla="*/ 3495471 h 6382977"/>
              <a:gd name="connsiteX643" fmla="*/ 4319358 w 6501199"/>
              <a:gd name="connsiteY643" fmla="*/ 3495471 h 6382977"/>
              <a:gd name="connsiteX644" fmla="*/ 4108016 w 6501199"/>
              <a:gd name="connsiteY644" fmla="*/ 3493311 h 6382977"/>
              <a:gd name="connsiteX645" fmla="*/ 4089654 w 6501199"/>
              <a:gd name="connsiteY645" fmla="*/ 3520312 h 6382977"/>
              <a:gd name="connsiteX646" fmla="*/ 4108016 w 6501199"/>
              <a:gd name="connsiteY646" fmla="*/ 3493311 h 6382977"/>
              <a:gd name="connsiteX647" fmla="*/ 4226028 w 6501199"/>
              <a:gd name="connsiteY647" fmla="*/ 3493131 h 6382977"/>
              <a:gd name="connsiteX648" fmla="*/ 4237429 w 6501199"/>
              <a:gd name="connsiteY648" fmla="*/ 3496017 h 6382977"/>
              <a:gd name="connsiteX649" fmla="*/ 4203282 w 6501199"/>
              <a:gd name="connsiteY649" fmla="*/ 3520717 h 6382977"/>
              <a:gd name="connsiteX650" fmla="*/ 4226028 w 6501199"/>
              <a:gd name="connsiteY650" fmla="*/ 3493131 h 6382977"/>
              <a:gd name="connsiteX651" fmla="*/ 4610629 w 6501199"/>
              <a:gd name="connsiteY651" fmla="*/ 3490791 h 6382977"/>
              <a:gd name="connsiteX652" fmla="*/ 4615309 w 6501199"/>
              <a:gd name="connsiteY652" fmla="*/ 3515992 h 6382977"/>
              <a:gd name="connsiteX653" fmla="*/ 4610629 w 6501199"/>
              <a:gd name="connsiteY653" fmla="*/ 3490791 h 6382977"/>
              <a:gd name="connsiteX654" fmla="*/ 4558423 w 6501199"/>
              <a:gd name="connsiteY654" fmla="*/ 3490791 h 6382977"/>
              <a:gd name="connsiteX655" fmla="*/ 4540061 w 6501199"/>
              <a:gd name="connsiteY655" fmla="*/ 3524992 h 6382977"/>
              <a:gd name="connsiteX656" fmla="*/ 4551013 w 6501199"/>
              <a:gd name="connsiteY656" fmla="*/ 3522763 h 6382977"/>
              <a:gd name="connsiteX657" fmla="*/ 4553171 w 6501199"/>
              <a:gd name="connsiteY657" fmla="*/ 3513467 h 6382977"/>
              <a:gd name="connsiteX658" fmla="*/ 4558709 w 6501199"/>
              <a:gd name="connsiteY658" fmla="*/ 3511752 h 6382977"/>
              <a:gd name="connsiteX659" fmla="*/ 4556983 w 6501199"/>
              <a:gd name="connsiteY659" fmla="*/ 3511638 h 6382977"/>
              <a:gd name="connsiteX660" fmla="*/ 4553743 w 6501199"/>
              <a:gd name="connsiteY660" fmla="*/ 3506631 h 6382977"/>
              <a:gd name="connsiteX661" fmla="*/ 4558423 w 6501199"/>
              <a:gd name="connsiteY661" fmla="*/ 3490791 h 6382977"/>
              <a:gd name="connsiteX662" fmla="*/ 4589481 w 6501199"/>
              <a:gd name="connsiteY662" fmla="*/ 3487163 h 6382977"/>
              <a:gd name="connsiteX663" fmla="*/ 4583479 w 6501199"/>
              <a:gd name="connsiteY663" fmla="*/ 3488767 h 6382977"/>
              <a:gd name="connsiteX664" fmla="*/ 4580284 w 6501199"/>
              <a:gd name="connsiteY664" fmla="*/ 3488574 h 6382977"/>
              <a:gd name="connsiteX665" fmla="*/ 4580284 w 6501199"/>
              <a:gd name="connsiteY665" fmla="*/ 3488580 h 6382977"/>
              <a:gd name="connsiteX666" fmla="*/ 4576425 w 6501199"/>
              <a:gd name="connsiteY666" fmla="*/ 3495471 h 6382977"/>
              <a:gd name="connsiteX667" fmla="*/ 4760064 w 6501199"/>
              <a:gd name="connsiteY667" fmla="*/ 3484562 h 6382977"/>
              <a:gd name="connsiteX668" fmla="*/ 4794081 w 6501199"/>
              <a:gd name="connsiteY668" fmla="*/ 3484562 h 6382977"/>
              <a:gd name="connsiteX669" fmla="*/ 4748963 w 6501199"/>
              <a:gd name="connsiteY669" fmla="*/ 3519123 h 6382977"/>
              <a:gd name="connsiteX670" fmla="*/ 4760064 w 6501199"/>
              <a:gd name="connsiteY670" fmla="*/ 3484562 h 6382977"/>
              <a:gd name="connsiteX671" fmla="*/ 4126018 w 6501199"/>
              <a:gd name="connsiteY671" fmla="*/ 3483950 h 6382977"/>
              <a:gd name="connsiteX672" fmla="*/ 4121337 w 6501199"/>
              <a:gd name="connsiteY672" fmla="*/ 3515992 h 6382977"/>
              <a:gd name="connsiteX673" fmla="*/ 4141859 w 6501199"/>
              <a:gd name="connsiteY673" fmla="*/ 3502311 h 6382977"/>
              <a:gd name="connsiteX674" fmla="*/ 4128178 w 6501199"/>
              <a:gd name="connsiteY674" fmla="*/ 3495471 h 6382977"/>
              <a:gd name="connsiteX675" fmla="*/ 4126018 w 6501199"/>
              <a:gd name="connsiteY675" fmla="*/ 3483950 h 6382977"/>
              <a:gd name="connsiteX676" fmla="*/ 5228024 w 6501199"/>
              <a:gd name="connsiteY676" fmla="*/ 3477656 h 6382977"/>
              <a:gd name="connsiteX677" fmla="*/ 5193463 w 6501199"/>
              <a:gd name="connsiteY677" fmla="*/ 3495530 h 6382977"/>
              <a:gd name="connsiteX678" fmla="*/ 5228024 w 6501199"/>
              <a:gd name="connsiteY678" fmla="*/ 3477656 h 6382977"/>
              <a:gd name="connsiteX679" fmla="*/ 4467333 w 6501199"/>
              <a:gd name="connsiteY679" fmla="*/ 3477110 h 6382977"/>
              <a:gd name="connsiteX680" fmla="*/ 4465173 w 6501199"/>
              <a:gd name="connsiteY680" fmla="*/ 3497631 h 6382977"/>
              <a:gd name="connsiteX681" fmla="*/ 4476335 w 6501199"/>
              <a:gd name="connsiteY681" fmla="*/ 3486471 h 6382977"/>
              <a:gd name="connsiteX682" fmla="*/ 4490016 w 6501199"/>
              <a:gd name="connsiteY682" fmla="*/ 3490791 h 6382977"/>
              <a:gd name="connsiteX683" fmla="*/ 4467333 w 6501199"/>
              <a:gd name="connsiteY683" fmla="*/ 3477110 h 6382977"/>
              <a:gd name="connsiteX684" fmla="*/ 4399286 w 6501199"/>
              <a:gd name="connsiteY684" fmla="*/ 3474950 h 6382977"/>
              <a:gd name="connsiteX685" fmla="*/ 4371923 w 6501199"/>
              <a:gd name="connsiteY685" fmla="*/ 3483950 h 6382977"/>
              <a:gd name="connsiteX686" fmla="*/ 4362563 w 6501199"/>
              <a:gd name="connsiteY686" fmla="*/ 3527152 h 6382977"/>
              <a:gd name="connsiteX687" fmla="*/ 4383085 w 6501199"/>
              <a:gd name="connsiteY687" fmla="*/ 3500151 h 6382977"/>
              <a:gd name="connsiteX688" fmla="*/ 4380925 w 6501199"/>
              <a:gd name="connsiteY688" fmla="*/ 3520312 h 6382977"/>
              <a:gd name="connsiteX689" fmla="*/ 4399286 w 6501199"/>
              <a:gd name="connsiteY689" fmla="*/ 3474950 h 6382977"/>
              <a:gd name="connsiteX690" fmla="*/ 4164423 w 6501199"/>
              <a:gd name="connsiteY690" fmla="*/ 3473111 h 6382977"/>
              <a:gd name="connsiteX691" fmla="*/ 4160221 w 6501199"/>
              <a:gd name="connsiteY691" fmla="*/ 3474950 h 6382977"/>
              <a:gd name="connsiteX692" fmla="*/ 4155541 w 6501199"/>
              <a:gd name="connsiteY692" fmla="*/ 3506631 h 6382977"/>
              <a:gd name="connsiteX693" fmla="*/ 4182903 w 6501199"/>
              <a:gd name="connsiteY693" fmla="*/ 3477110 h 6382977"/>
              <a:gd name="connsiteX694" fmla="*/ 4164423 w 6501199"/>
              <a:gd name="connsiteY694" fmla="*/ 3473111 h 6382977"/>
              <a:gd name="connsiteX695" fmla="*/ 4519113 w 6501199"/>
              <a:gd name="connsiteY695" fmla="*/ 3469494 h 6382977"/>
              <a:gd name="connsiteX696" fmla="*/ 4519342 w 6501199"/>
              <a:gd name="connsiteY696" fmla="*/ 3471153 h 6382977"/>
              <a:gd name="connsiteX697" fmla="*/ 4503697 w 6501199"/>
              <a:gd name="connsiteY697" fmla="*/ 3474950 h 6382977"/>
              <a:gd name="connsiteX698" fmla="*/ 4535741 w 6501199"/>
              <a:gd name="connsiteY698" fmla="*/ 3497631 h 6382977"/>
              <a:gd name="connsiteX699" fmla="*/ 4535741 w 6501199"/>
              <a:gd name="connsiteY699" fmla="*/ 3481790 h 6382977"/>
              <a:gd name="connsiteX700" fmla="*/ 4548882 w 6501199"/>
              <a:gd name="connsiteY700" fmla="*/ 3489216 h 6382977"/>
              <a:gd name="connsiteX701" fmla="*/ 4553503 w 6501199"/>
              <a:gd name="connsiteY701" fmla="*/ 3486827 h 6382977"/>
              <a:gd name="connsiteX702" fmla="*/ 4536338 w 6501199"/>
              <a:gd name="connsiteY702" fmla="*/ 3480358 h 6382977"/>
              <a:gd name="connsiteX703" fmla="*/ 4520175 w 6501199"/>
              <a:gd name="connsiteY703" fmla="*/ 3470154 h 6382977"/>
              <a:gd name="connsiteX704" fmla="*/ 4237629 w 6501199"/>
              <a:gd name="connsiteY704" fmla="*/ 3468110 h 6382977"/>
              <a:gd name="connsiteX705" fmla="*/ 4182903 w 6501199"/>
              <a:gd name="connsiteY705" fmla="*/ 3502311 h 6382977"/>
              <a:gd name="connsiteX706" fmla="*/ 4196585 w 6501199"/>
              <a:gd name="connsiteY706" fmla="*/ 3536513 h 6382977"/>
              <a:gd name="connsiteX707" fmla="*/ 4232949 w 6501199"/>
              <a:gd name="connsiteY707" fmla="*/ 3511312 h 6382977"/>
              <a:gd name="connsiteX708" fmla="*/ 4228629 w 6501199"/>
              <a:gd name="connsiteY708" fmla="*/ 3531833 h 6382977"/>
              <a:gd name="connsiteX709" fmla="*/ 4258151 w 6501199"/>
              <a:gd name="connsiteY709" fmla="*/ 3490791 h 6382977"/>
              <a:gd name="connsiteX710" fmla="*/ 4237629 w 6501199"/>
              <a:gd name="connsiteY710" fmla="*/ 3468110 h 6382977"/>
              <a:gd name="connsiteX711" fmla="*/ 4448769 w 6501199"/>
              <a:gd name="connsiteY711" fmla="*/ 3462794 h 6382977"/>
              <a:gd name="connsiteX712" fmla="*/ 4426289 w 6501199"/>
              <a:gd name="connsiteY712" fmla="*/ 3468110 h 6382977"/>
              <a:gd name="connsiteX713" fmla="*/ 4424129 w 6501199"/>
              <a:gd name="connsiteY713" fmla="*/ 3488631 h 6382977"/>
              <a:gd name="connsiteX714" fmla="*/ 4412608 w 6501199"/>
              <a:gd name="connsiteY714" fmla="*/ 3479630 h 6382977"/>
              <a:gd name="connsiteX715" fmla="*/ 4406127 w 6501199"/>
              <a:gd name="connsiteY715" fmla="*/ 3500151 h 6382977"/>
              <a:gd name="connsiteX716" fmla="*/ 4451492 w 6501199"/>
              <a:gd name="connsiteY716" fmla="*/ 3493311 h 6382977"/>
              <a:gd name="connsiteX717" fmla="*/ 4453652 w 6501199"/>
              <a:gd name="connsiteY717" fmla="*/ 3465950 h 6382977"/>
              <a:gd name="connsiteX718" fmla="*/ 4448769 w 6501199"/>
              <a:gd name="connsiteY718" fmla="*/ 3462794 h 6382977"/>
              <a:gd name="connsiteX719" fmla="*/ 4845390 w 6501199"/>
              <a:gd name="connsiteY719" fmla="*/ 3459697 h 6382977"/>
              <a:gd name="connsiteX720" fmla="*/ 4852201 w 6501199"/>
              <a:gd name="connsiteY720" fmla="*/ 3482526 h 6382977"/>
              <a:gd name="connsiteX721" fmla="*/ 4863672 w 6501199"/>
              <a:gd name="connsiteY721" fmla="*/ 3480351 h 6382977"/>
              <a:gd name="connsiteX722" fmla="*/ 4865823 w 6501199"/>
              <a:gd name="connsiteY722" fmla="*/ 3464407 h 6382977"/>
              <a:gd name="connsiteX723" fmla="*/ 4870483 w 6501199"/>
              <a:gd name="connsiteY723" fmla="*/ 3501006 h 6382977"/>
              <a:gd name="connsiteX724" fmla="*/ 4822807 w 6501199"/>
              <a:gd name="connsiteY724" fmla="*/ 3516950 h 6382977"/>
              <a:gd name="connsiteX725" fmla="*/ 4804525 w 6501199"/>
              <a:gd name="connsiteY725" fmla="*/ 3482526 h 6382977"/>
              <a:gd name="connsiteX726" fmla="*/ 4836429 w 6501199"/>
              <a:gd name="connsiteY726" fmla="*/ 3475641 h 6382977"/>
              <a:gd name="connsiteX727" fmla="*/ 4827467 w 6501199"/>
              <a:gd name="connsiteY727" fmla="*/ 3473467 h 6382977"/>
              <a:gd name="connsiteX728" fmla="*/ 4845390 w 6501199"/>
              <a:gd name="connsiteY728" fmla="*/ 3459697 h 6382977"/>
              <a:gd name="connsiteX729" fmla="*/ 4473929 w 6501199"/>
              <a:gd name="connsiteY729" fmla="*/ 3456325 h 6382977"/>
              <a:gd name="connsiteX730" fmla="*/ 4455724 w 6501199"/>
              <a:gd name="connsiteY730" fmla="*/ 3458104 h 6382977"/>
              <a:gd name="connsiteX731" fmla="*/ 4453652 w 6501199"/>
              <a:gd name="connsiteY731" fmla="*/ 3461269 h 6382977"/>
              <a:gd name="connsiteX732" fmla="*/ 4476335 w 6501199"/>
              <a:gd name="connsiteY732" fmla="*/ 3470270 h 6382977"/>
              <a:gd name="connsiteX733" fmla="*/ 4475119 w 6501199"/>
              <a:gd name="connsiteY733" fmla="*/ 3460189 h 6382977"/>
              <a:gd name="connsiteX734" fmla="*/ 4488050 w 6501199"/>
              <a:gd name="connsiteY734" fmla="*/ 3454945 h 6382977"/>
              <a:gd name="connsiteX735" fmla="*/ 4481267 w 6501199"/>
              <a:gd name="connsiteY735" fmla="*/ 3455608 h 6382977"/>
              <a:gd name="connsiteX736" fmla="*/ 4481251 w 6501199"/>
              <a:gd name="connsiteY736" fmla="*/ 3456904 h 6382977"/>
              <a:gd name="connsiteX737" fmla="*/ 4490016 w 6501199"/>
              <a:gd name="connsiteY737" fmla="*/ 3470270 h 6382977"/>
              <a:gd name="connsiteX738" fmla="*/ 4490944 w 6501199"/>
              <a:gd name="connsiteY738" fmla="*/ 3455901 h 6382977"/>
              <a:gd name="connsiteX739" fmla="*/ 4771866 w 6501199"/>
              <a:gd name="connsiteY739" fmla="*/ 3451814 h 6382977"/>
              <a:gd name="connsiteX740" fmla="*/ 4774006 w 6501199"/>
              <a:gd name="connsiteY740" fmla="*/ 3465602 h 6382977"/>
              <a:gd name="connsiteX741" fmla="*/ 4753672 w 6501199"/>
              <a:gd name="connsiteY741" fmla="*/ 3474674 h 6382977"/>
              <a:gd name="connsiteX742" fmla="*/ 4744753 w 6501199"/>
              <a:gd name="connsiteY742" fmla="*/ 3472497 h 6382977"/>
              <a:gd name="connsiteX743" fmla="*/ 4749391 w 6501199"/>
              <a:gd name="connsiteY743" fmla="*/ 3453991 h 6382977"/>
              <a:gd name="connsiteX744" fmla="*/ 4753672 w 6501199"/>
              <a:gd name="connsiteY744" fmla="*/ 3465602 h 6382977"/>
              <a:gd name="connsiteX745" fmla="*/ 4771866 w 6501199"/>
              <a:gd name="connsiteY745" fmla="*/ 3451814 h 6382977"/>
              <a:gd name="connsiteX746" fmla="*/ 4422635 w 6501199"/>
              <a:gd name="connsiteY746" fmla="*/ 3450793 h 6382977"/>
              <a:gd name="connsiteX747" fmla="*/ 4420945 w 6501199"/>
              <a:gd name="connsiteY747" fmla="*/ 3451505 h 6382977"/>
              <a:gd name="connsiteX748" fmla="*/ 4421969 w 6501199"/>
              <a:gd name="connsiteY748" fmla="*/ 3452269 h 6382977"/>
              <a:gd name="connsiteX749" fmla="*/ 4389447 w 6501199"/>
              <a:gd name="connsiteY749" fmla="*/ 3450421 h 6382977"/>
              <a:gd name="connsiteX750" fmla="*/ 4394606 w 6501199"/>
              <a:gd name="connsiteY750" fmla="*/ 3459109 h 6382977"/>
              <a:gd name="connsiteX751" fmla="*/ 4398986 w 6501199"/>
              <a:gd name="connsiteY751" fmla="*/ 3457608 h 6382977"/>
              <a:gd name="connsiteX752" fmla="*/ 5193107 w 6501199"/>
              <a:gd name="connsiteY752" fmla="*/ 3449637 h 6382977"/>
              <a:gd name="connsiteX753" fmla="*/ 5145761 w 6501199"/>
              <a:gd name="connsiteY753" fmla="*/ 3481030 h 6382977"/>
              <a:gd name="connsiteX754" fmla="*/ 5193107 w 6501199"/>
              <a:gd name="connsiteY754" fmla="*/ 3449637 h 6382977"/>
              <a:gd name="connsiteX755" fmla="*/ 4066026 w 6501199"/>
              <a:gd name="connsiteY755" fmla="*/ 3449434 h 6382977"/>
              <a:gd name="connsiteX756" fmla="*/ 4060131 w 6501199"/>
              <a:gd name="connsiteY756" fmla="*/ 3452269 h 6382977"/>
              <a:gd name="connsiteX757" fmla="*/ 4055450 w 6501199"/>
              <a:gd name="connsiteY757" fmla="*/ 3479630 h 6382977"/>
              <a:gd name="connsiteX758" fmla="*/ 4078493 w 6501199"/>
              <a:gd name="connsiteY758" fmla="*/ 3454429 h 6382977"/>
              <a:gd name="connsiteX759" fmla="*/ 4073812 w 6501199"/>
              <a:gd name="connsiteY759" fmla="*/ 3450109 h 6382977"/>
              <a:gd name="connsiteX760" fmla="*/ 4066026 w 6501199"/>
              <a:gd name="connsiteY760" fmla="*/ 3449434 h 6382977"/>
              <a:gd name="connsiteX761" fmla="*/ 5292556 w 6501199"/>
              <a:gd name="connsiteY761" fmla="*/ 3438525 h 6382977"/>
              <a:gd name="connsiteX762" fmla="*/ 5258539 w 6501199"/>
              <a:gd name="connsiteY762" fmla="*/ 3468357 h 6382977"/>
              <a:gd name="connsiteX763" fmla="*/ 5292556 w 6501199"/>
              <a:gd name="connsiteY763" fmla="*/ 3438525 h 6382977"/>
              <a:gd name="connsiteX764" fmla="*/ 4369674 w 6501199"/>
              <a:gd name="connsiteY764" fmla="*/ 3438464 h 6382977"/>
              <a:gd name="connsiteX765" fmla="*/ 4363208 w 6501199"/>
              <a:gd name="connsiteY765" fmla="*/ 3438725 h 6382977"/>
              <a:gd name="connsiteX766" fmla="*/ 4366928 w 6501199"/>
              <a:gd name="connsiteY766" fmla="*/ 3438768 h 6382977"/>
              <a:gd name="connsiteX767" fmla="*/ 4374084 w 6501199"/>
              <a:gd name="connsiteY767" fmla="*/ 3447589 h 6382977"/>
              <a:gd name="connsiteX768" fmla="*/ 4375838 w 6501199"/>
              <a:gd name="connsiteY768" fmla="*/ 3441541 h 6382977"/>
              <a:gd name="connsiteX769" fmla="*/ 4352276 w 6501199"/>
              <a:gd name="connsiteY769" fmla="*/ 3436255 h 6382977"/>
              <a:gd name="connsiteX770" fmla="*/ 4351401 w 6501199"/>
              <a:gd name="connsiteY770" fmla="*/ 3438588 h 6382977"/>
              <a:gd name="connsiteX771" fmla="*/ 4353529 w 6501199"/>
              <a:gd name="connsiteY771" fmla="*/ 3438613 h 6382977"/>
              <a:gd name="connsiteX772" fmla="*/ 4988317 w 6501199"/>
              <a:gd name="connsiteY772" fmla="*/ 3432175 h 6382977"/>
              <a:gd name="connsiteX773" fmla="*/ 4956772 w 6501199"/>
              <a:gd name="connsiteY773" fmla="*/ 3447900 h 6382977"/>
              <a:gd name="connsiteX774" fmla="*/ 4949961 w 6501199"/>
              <a:gd name="connsiteY774" fmla="*/ 3470416 h 6382977"/>
              <a:gd name="connsiteX775" fmla="*/ 4888663 w 6501199"/>
              <a:gd name="connsiteY775" fmla="*/ 3490787 h 6382977"/>
              <a:gd name="connsiteX776" fmla="*/ 4888663 w 6501199"/>
              <a:gd name="connsiteY776" fmla="*/ 3463983 h 6382977"/>
              <a:gd name="connsiteX777" fmla="*/ 4988317 w 6501199"/>
              <a:gd name="connsiteY777" fmla="*/ 3432175 h 6382977"/>
              <a:gd name="connsiteX778" fmla="*/ 4324573 w 6501199"/>
              <a:gd name="connsiteY778" fmla="*/ 3423091 h 6382977"/>
              <a:gd name="connsiteX779" fmla="*/ 4317198 w 6501199"/>
              <a:gd name="connsiteY779" fmla="*/ 3427068 h 6382977"/>
              <a:gd name="connsiteX780" fmla="*/ 4321878 w 6501199"/>
              <a:gd name="connsiteY780" fmla="*/ 3438588 h 6382977"/>
              <a:gd name="connsiteX781" fmla="*/ 4303516 w 6501199"/>
              <a:gd name="connsiteY781" fmla="*/ 3443268 h 6382977"/>
              <a:gd name="connsiteX782" fmla="*/ 4298836 w 6501199"/>
              <a:gd name="connsiteY782" fmla="*/ 3431748 h 6382977"/>
              <a:gd name="connsiteX783" fmla="*/ 4296675 w 6501199"/>
              <a:gd name="connsiteY783" fmla="*/ 3454429 h 6382977"/>
              <a:gd name="connsiteX784" fmla="*/ 4319358 w 6501199"/>
              <a:gd name="connsiteY784" fmla="*/ 3454429 h 6382977"/>
              <a:gd name="connsiteX785" fmla="*/ 4324573 w 6501199"/>
              <a:gd name="connsiteY785" fmla="*/ 3423091 h 6382977"/>
              <a:gd name="connsiteX786" fmla="*/ 4185064 w 6501199"/>
              <a:gd name="connsiteY786" fmla="*/ 3418067 h 6382977"/>
              <a:gd name="connsiteX787" fmla="*/ 4167062 w 6501199"/>
              <a:gd name="connsiteY787" fmla="*/ 3454429 h 6382977"/>
              <a:gd name="connsiteX788" fmla="*/ 4169222 w 6501199"/>
              <a:gd name="connsiteY788" fmla="*/ 3465950 h 6382977"/>
              <a:gd name="connsiteX789" fmla="*/ 4194425 w 6501199"/>
              <a:gd name="connsiteY789" fmla="*/ 3424908 h 6382977"/>
              <a:gd name="connsiteX790" fmla="*/ 4185064 w 6501199"/>
              <a:gd name="connsiteY790" fmla="*/ 3418067 h 6382977"/>
              <a:gd name="connsiteX791" fmla="*/ 4519539 w 6501199"/>
              <a:gd name="connsiteY791" fmla="*/ 3415907 h 6382977"/>
              <a:gd name="connsiteX792" fmla="*/ 4518731 w 6501199"/>
              <a:gd name="connsiteY792" fmla="*/ 3417383 h 6382977"/>
              <a:gd name="connsiteX793" fmla="*/ 4531243 w 6501199"/>
              <a:gd name="connsiteY793" fmla="*/ 3416426 h 6382977"/>
              <a:gd name="connsiteX794" fmla="*/ 4530973 w 6501199"/>
              <a:gd name="connsiteY794" fmla="*/ 3418406 h 6382977"/>
              <a:gd name="connsiteX795" fmla="*/ 4529869 w 6501199"/>
              <a:gd name="connsiteY795" fmla="*/ 3426499 h 6382977"/>
              <a:gd name="connsiteX796" fmla="*/ 4539071 w 6501199"/>
              <a:gd name="connsiteY796" fmla="*/ 3428373 h 6382977"/>
              <a:gd name="connsiteX797" fmla="*/ 4549062 w 6501199"/>
              <a:gd name="connsiteY797" fmla="*/ 3418067 h 6382977"/>
              <a:gd name="connsiteX798" fmla="*/ 4519539 w 6501199"/>
              <a:gd name="connsiteY798" fmla="*/ 3415907 h 6382977"/>
              <a:gd name="connsiteX799" fmla="*/ 518836 w 6501199"/>
              <a:gd name="connsiteY799" fmla="*/ 3413832 h 6382977"/>
              <a:gd name="connsiteX800" fmla="*/ 493634 w 6501199"/>
              <a:gd name="connsiteY800" fmla="*/ 3420671 h 6382977"/>
              <a:gd name="connsiteX801" fmla="*/ 511996 w 6501199"/>
              <a:gd name="connsiteY801" fmla="*/ 3425351 h 6382977"/>
              <a:gd name="connsiteX802" fmla="*/ 518836 w 6501199"/>
              <a:gd name="connsiteY802" fmla="*/ 3413832 h 6382977"/>
              <a:gd name="connsiteX803" fmla="*/ 5203774 w 6501199"/>
              <a:gd name="connsiteY803" fmla="*/ 3413125 h 6382977"/>
              <a:gd name="connsiteX804" fmla="*/ 5210567 w 6501199"/>
              <a:gd name="connsiteY804" fmla="*/ 3433661 h 6382977"/>
              <a:gd name="connsiteX805" fmla="*/ 5131550 w 6501199"/>
              <a:gd name="connsiteY805" fmla="*/ 3463564 h 6382977"/>
              <a:gd name="connsiteX806" fmla="*/ 5203774 w 6501199"/>
              <a:gd name="connsiteY806" fmla="*/ 3413125 h 6382977"/>
              <a:gd name="connsiteX807" fmla="*/ 5395854 w 6501199"/>
              <a:gd name="connsiteY807" fmla="*/ 3409228 h 6382977"/>
              <a:gd name="connsiteX808" fmla="*/ 5371154 w 6501199"/>
              <a:gd name="connsiteY808" fmla="*/ 3433411 h 6382977"/>
              <a:gd name="connsiteX809" fmla="*/ 5395854 w 6501199"/>
              <a:gd name="connsiteY809" fmla="*/ 3409228 h 6382977"/>
              <a:gd name="connsiteX810" fmla="*/ 5344314 w 6501199"/>
              <a:gd name="connsiteY810" fmla="*/ 3408962 h 6382977"/>
              <a:gd name="connsiteX811" fmla="*/ 5351860 w 6501199"/>
              <a:gd name="connsiteY811" fmla="*/ 3422910 h 6382977"/>
              <a:gd name="connsiteX812" fmla="*/ 5322932 w 6501199"/>
              <a:gd name="connsiteY812" fmla="*/ 3436577 h 6382977"/>
              <a:gd name="connsiteX813" fmla="*/ 5344314 w 6501199"/>
              <a:gd name="connsiteY813" fmla="*/ 3408962 h 6382977"/>
              <a:gd name="connsiteX814" fmla="*/ 4861312 w 6501199"/>
              <a:gd name="connsiteY814" fmla="*/ 3406775 h 6382977"/>
              <a:gd name="connsiteX815" fmla="*/ 4836275 w 6501199"/>
              <a:gd name="connsiteY815" fmla="*/ 3422786 h 6382977"/>
              <a:gd name="connsiteX816" fmla="*/ 4861312 w 6501199"/>
              <a:gd name="connsiteY816" fmla="*/ 3406775 h 6382977"/>
              <a:gd name="connsiteX817" fmla="*/ 4483175 w 6501199"/>
              <a:gd name="connsiteY817" fmla="*/ 3402227 h 6382977"/>
              <a:gd name="connsiteX818" fmla="*/ 4484244 w 6501199"/>
              <a:gd name="connsiteY818" fmla="*/ 3419643 h 6382977"/>
              <a:gd name="connsiteX819" fmla="*/ 4484233 w 6501199"/>
              <a:gd name="connsiteY819" fmla="*/ 3419718 h 6382977"/>
              <a:gd name="connsiteX820" fmla="*/ 4485344 w 6501199"/>
              <a:gd name="connsiteY820" fmla="*/ 3419936 h 6382977"/>
              <a:gd name="connsiteX821" fmla="*/ 4503021 w 6501199"/>
              <a:gd name="connsiteY821" fmla="*/ 3418584 h 6382977"/>
              <a:gd name="connsiteX822" fmla="*/ 4506217 w 6501199"/>
              <a:gd name="connsiteY822" fmla="*/ 3415907 h 6382977"/>
              <a:gd name="connsiteX823" fmla="*/ 4506217 w 6501199"/>
              <a:gd name="connsiteY823" fmla="*/ 3406547 h 6382977"/>
              <a:gd name="connsiteX824" fmla="*/ 4487855 w 6501199"/>
              <a:gd name="connsiteY824" fmla="*/ 3411227 h 6382977"/>
              <a:gd name="connsiteX825" fmla="*/ 4483175 w 6501199"/>
              <a:gd name="connsiteY825" fmla="*/ 3402227 h 6382977"/>
              <a:gd name="connsiteX826" fmla="*/ 5456641 w 6501199"/>
              <a:gd name="connsiteY826" fmla="*/ 3390900 h 6382977"/>
              <a:gd name="connsiteX827" fmla="*/ 5467742 w 6501199"/>
              <a:gd name="connsiteY827" fmla="*/ 3409243 h 6382977"/>
              <a:gd name="connsiteX828" fmla="*/ 5422623 w 6501199"/>
              <a:gd name="connsiteY828" fmla="*/ 3434059 h 6382977"/>
              <a:gd name="connsiteX829" fmla="*/ 5456641 w 6501199"/>
              <a:gd name="connsiteY829" fmla="*/ 3390900 h 6382977"/>
              <a:gd name="connsiteX830" fmla="*/ 5155701 w 6501199"/>
              <a:gd name="connsiteY830" fmla="*/ 3387620 h 6382977"/>
              <a:gd name="connsiteX831" fmla="*/ 5166799 w 6501199"/>
              <a:gd name="connsiteY831" fmla="*/ 3388078 h 6382977"/>
              <a:gd name="connsiteX832" fmla="*/ 5117263 w 6501199"/>
              <a:gd name="connsiteY832" fmla="*/ 3419122 h 6382977"/>
              <a:gd name="connsiteX833" fmla="*/ 5155701 w 6501199"/>
              <a:gd name="connsiteY833" fmla="*/ 3387620 h 6382977"/>
              <a:gd name="connsiteX834" fmla="*/ 4553743 w 6501199"/>
              <a:gd name="connsiteY834" fmla="*/ 3386386 h 6382977"/>
              <a:gd name="connsiteX835" fmla="*/ 4576425 w 6501199"/>
              <a:gd name="connsiteY835" fmla="*/ 3411227 h 6382977"/>
              <a:gd name="connsiteX836" fmla="*/ 4553743 w 6501199"/>
              <a:gd name="connsiteY836" fmla="*/ 3386386 h 6382977"/>
              <a:gd name="connsiteX837" fmla="*/ 4836335 w 6501199"/>
              <a:gd name="connsiteY837" fmla="*/ 3386137 h 6382977"/>
              <a:gd name="connsiteX838" fmla="*/ 4763250 w 6501199"/>
              <a:gd name="connsiteY838" fmla="*/ 3404078 h 6382977"/>
              <a:gd name="connsiteX839" fmla="*/ 4781340 w 6501199"/>
              <a:gd name="connsiteY839" fmla="*/ 3397260 h 6382977"/>
              <a:gd name="connsiteX840" fmla="*/ 4795089 w 6501199"/>
              <a:gd name="connsiteY840" fmla="*/ 3410895 h 6382977"/>
              <a:gd name="connsiteX841" fmla="*/ 4836335 w 6501199"/>
              <a:gd name="connsiteY841" fmla="*/ 3386137 h 6382977"/>
              <a:gd name="connsiteX842" fmla="*/ 5475584 w 6501199"/>
              <a:gd name="connsiteY842" fmla="*/ 3385887 h 6382977"/>
              <a:gd name="connsiteX843" fmla="*/ 5476023 w 6501199"/>
              <a:gd name="connsiteY843" fmla="*/ 3385908 h 6382977"/>
              <a:gd name="connsiteX844" fmla="*/ 5473407 w 6501199"/>
              <a:gd name="connsiteY844" fmla="*/ 3394764 h 6382977"/>
              <a:gd name="connsiteX845" fmla="*/ 5475584 w 6501199"/>
              <a:gd name="connsiteY845" fmla="*/ 3385887 h 6382977"/>
              <a:gd name="connsiteX846" fmla="*/ 5089913 w 6501199"/>
              <a:gd name="connsiteY846" fmla="*/ 3357562 h 6382977"/>
              <a:gd name="connsiteX847" fmla="*/ 5060208 w 6501199"/>
              <a:gd name="connsiteY847" fmla="*/ 3409657 h 6382977"/>
              <a:gd name="connsiteX848" fmla="*/ 4984861 w 6501199"/>
              <a:gd name="connsiteY848" fmla="*/ 3411813 h 6382977"/>
              <a:gd name="connsiteX849" fmla="*/ 4982325 w 6501199"/>
              <a:gd name="connsiteY849" fmla="*/ 3398160 h 6382977"/>
              <a:gd name="connsiteX850" fmla="*/ 5089913 w 6501199"/>
              <a:gd name="connsiteY850" fmla="*/ 3357562 h 6382977"/>
              <a:gd name="connsiteX851" fmla="*/ 5320102 w 6501199"/>
              <a:gd name="connsiteY851" fmla="*/ 3352800 h 6382977"/>
              <a:gd name="connsiteX852" fmla="*/ 5228888 w 6501199"/>
              <a:gd name="connsiteY852" fmla="*/ 3420702 h 6382977"/>
              <a:gd name="connsiteX853" fmla="*/ 5222038 w 6501199"/>
              <a:gd name="connsiteY853" fmla="*/ 3404894 h 6382977"/>
              <a:gd name="connsiteX854" fmla="*/ 5320102 w 6501199"/>
              <a:gd name="connsiteY854" fmla="*/ 3352800 h 6382977"/>
              <a:gd name="connsiteX855" fmla="*/ 4166262 w 6501199"/>
              <a:gd name="connsiteY855" fmla="*/ 3350709 h 6382977"/>
              <a:gd name="connsiteX856" fmla="*/ 4156354 w 6501199"/>
              <a:gd name="connsiteY856" fmla="*/ 3351203 h 6382977"/>
              <a:gd name="connsiteX857" fmla="*/ 4148557 w 6501199"/>
              <a:gd name="connsiteY857" fmla="*/ 3357644 h 6382977"/>
              <a:gd name="connsiteX858" fmla="*/ 4137688 w 6501199"/>
              <a:gd name="connsiteY858" fmla="*/ 3357295 h 6382977"/>
              <a:gd name="connsiteX859" fmla="*/ 4134132 w 6501199"/>
              <a:gd name="connsiteY859" fmla="*/ 3352311 h 6382977"/>
              <a:gd name="connsiteX860" fmla="*/ 4111866 w 6501199"/>
              <a:gd name="connsiteY860" fmla="*/ 3353420 h 6382977"/>
              <a:gd name="connsiteX861" fmla="*/ 4110311 w 6501199"/>
              <a:gd name="connsiteY861" fmla="*/ 3357157 h 6382977"/>
              <a:gd name="connsiteX862" fmla="*/ 4103335 w 6501199"/>
              <a:gd name="connsiteY862" fmla="*/ 3377025 h 6382977"/>
              <a:gd name="connsiteX863" fmla="*/ 4130698 w 6501199"/>
              <a:gd name="connsiteY863" fmla="*/ 3379545 h 6382977"/>
              <a:gd name="connsiteX864" fmla="*/ 4137539 w 6501199"/>
              <a:gd name="connsiteY864" fmla="*/ 3363705 h 6382977"/>
              <a:gd name="connsiteX865" fmla="*/ 4154730 w 6501199"/>
              <a:gd name="connsiteY865" fmla="*/ 3370281 h 6382977"/>
              <a:gd name="connsiteX866" fmla="*/ 4172256 w 6501199"/>
              <a:gd name="connsiteY866" fmla="*/ 3368851 h 6382977"/>
              <a:gd name="connsiteX867" fmla="*/ 4171616 w 6501199"/>
              <a:gd name="connsiteY867" fmla="*/ 3364317 h 6382977"/>
              <a:gd name="connsiteX868" fmla="*/ 4170174 w 6501199"/>
              <a:gd name="connsiteY868" fmla="*/ 3354931 h 6382977"/>
              <a:gd name="connsiteX869" fmla="*/ 4165217 w 6501199"/>
              <a:gd name="connsiteY869" fmla="*/ 3354532 h 6382977"/>
              <a:gd name="connsiteX870" fmla="*/ 5542350 w 6501199"/>
              <a:gd name="connsiteY870" fmla="*/ 3350022 h 6382977"/>
              <a:gd name="connsiteX871" fmla="*/ 5495048 w 6501199"/>
              <a:gd name="connsiteY871" fmla="*/ 3386824 h 6382977"/>
              <a:gd name="connsiteX872" fmla="*/ 5476023 w 6501199"/>
              <a:gd name="connsiteY872" fmla="*/ 3385908 h 6382977"/>
              <a:gd name="connsiteX873" fmla="*/ 5477699 w 6501199"/>
              <a:gd name="connsiteY873" fmla="*/ 3380233 h 6382977"/>
              <a:gd name="connsiteX874" fmla="*/ 5542350 w 6501199"/>
              <a:gd name="connsiteY874" fmla="*/ 3350022 h 6382977"/>
              <a:gd name="connsiteX875" fmla="*/ 5220150 w 6501199"/>
              <a:gd name="connsiteY875" fmla="*/ 3349625 h 6382977"/>
              <a:gd name="connsiteX876" fmla="*/ 5229136 w 6501199"/>
              <a:gd name="connsiteY876" fmla="*/ 3351773 h 6382977"/>
              <a:gd name="connsiteX877" fmla="*/ 5235966 w 6501199"/>
              <a:gd name="connsiteY877" fmla="*/ 3353920 h 6382977"/>
              <a:gd name="connsiteX878" fmla="*/ 5186004 w 6501199"/>
              <a:gd name="connsiteY878" fmla="*/ 3381125 h 6382977"/>
              <a:gd name="connsiteX879" fmla="*/ 5220150 w 6501199"/>
              <a:gd name="connsiteY879" fmla="*/ 3349625 h 6382977"/>
              <a:gd name="connsiteX880" fmla="*/ 486793 w 6501199"/>
              <a:gd name="connsiteY880" fmla="*/ 3347962 h 6382977"/>
              <a:gd name="connsiteX881" fmla="*/ 475632 w 6501199"/>
              <a:gd name="connsiteY881" fmla="*/ 3361640 h 6382977"/>
              <a:gd name="connsiteX882" fmla="*/ 486793 w 6501199"/>
              <a:gd name="connsiteY882" fmla="*/ 3386836 h 6382977"/>
              <a:gd name="connsiteX883" fmla="*/ 546199 w 6501199"/>
              <a:gd name="connsiteY883" fmla="*/ 3402674 h 6382977"/>
              <a:gd name="connsiteX884" fmla="*/ 562041 w 6501199"/>
              <a:gd name="connsiteY884" fmla="*/ 3382157 h 6382977"/>
              <a:gd name="connsiteX885" fmla="*/ 507315 w 6501199"/>
              <a:gd name="connsiteY885" fmla="*/ 3370639 h 6382977"/>
              <a:gd name="connsiteX886" fmla="*/ 486793 w 6501199"/>
              <a:gd name="connsiteY886" fmla="*/ 3347962 h 6382977"/>
              <a:gd name="connsiteX887" fmla="*/ 4034470 w 6501199"/>
              <a:gd name="connsiteY887" fmla="*/ 3347780 h 6382977"/>
              <a:gd name="connsiteX888" fmla="*/ 4034073 w 6501199"/>
              <a:gd name="connsiteY888" fmla="*/ 3349889 h 6382977"/>
              <a:gd name="connsiteX889" fmla="*/ 4028087 w 6501199"/>
              <a:gd name="connsiteY889" fmla="*/ 3381706 h 6382977"/>
              <a:gd name="connsiteX890" fmla="*/ 4055450 w 6501199"/>
              <a:gd name="connsiteY890" fmla="*/ 3383866 h 6382977"/>
              <a:gd name="connsiteX891" fmla="*/ 4069132 w 6501199"/>
              <a:gd name="connsiteY891" fmla="*/ 3356864 h 6382977"/>
              <a:gd name="connsiteX892" fmla="*/ 4069132 w 6501199"/>
              <a:gd name="connsiteY892" fmla="*/ 3379545 h 6382977"/>
              <a:gd name="connsiteX893" fmla="*/ 4103335 w 6501199"/>
              <a:gd name="connsiteY893" fmla="*/ 3361185 h 6382977"/>
              <a:gd name="connsiteX894" fmla="*/ 4096686 w 6501199"/>
              <a:gd name="connsiteY894" fmla="*/ 3356105 h 6382977"/>
              <a:gd name="connsiteX895" fmla="*/ 4095682 w 6501199"/>
              <a:gd name="connsiteY895" fmla="*/ 3354037 h 6382977"/>
              <a:gd name="connsiteX896" fmla="*/ 3947979 w 6501199"/>
              <a:gd name="connsiteY896" fmla="*/ 3339194 h 6382977"/>
              <a:gd name="connsiteX897" fmla="*/ 3953200 w 6501199"/>
              <a:gd name="connsiteY897" fmla="*/ 3370185 h 6382977"/>
              <a:gd name="connsiteX898" fmla="*/ 3971202 w 6501199"/>
              <a:gd name="connsiteY898" fmla="*/ 3365865 h 6382977"/>
              <a:gd name="connsiteX899" fmla="*/ 3962201 w 6501199"/>
              <a:gd name="connsiteY899" fmla="*/ 3386386 h 6382977"/>
              <a:gd name="connsiteX900" fmla="*/ 3994244 w 6501199"/>
              <a:gd name="connsiteY900" fmla="*/ 3361185 h 6382977"/>
              <a:gd name="connsiteX901" fmla="*/ 3978402 w 6501199"/>
              <a:gd name="connsiteY901" fmla="*/ 3393226 h 6382977"/>
              <a:gd name="connsiteX902" fmla="*/ 4020071 w 6501199"/>
              <a:gd name="connsiteY902" fmla="*/ 3355357 h 6382977"/>
              <a:gd name="connsiteX903" fmla="*/ 4031729 w 6501199"/>
              <a:gd name="connsiteY903" fmla="*/ 3347500 h 6382977"/>
              <a:gd name="connsiteX904" fmla="*/ 4030294 w 6501199"/>
              <a:gd name="connsiteY904" fmla="*/ 3347353 h 6382977"/>
              <a:gd name="connsiteX905" fmla="*/ 3998480 w 6501199"/>
              <a:gd name="connsiteY905" fmla="*/ 3343334 h 6382977"/>
              <a:gd name="connsiteX906" fmla="*/ 3997101 w 6501199"/>
              <a:gd name="connsiteY906" fmla="*/ 3344505 h 6382977"/>
              <a:gd name="connsiteX907" fmla="*/ 3996352 w 6501199"/>
              <a:gd name="connsiteY907" fmla="*/ 3343065 h 6382977"/>
              <a:gd name="connsiteX908" fmla="*/ 3966224 w 6501199"/>
              <a:gd name="connsiteY908" fmla="*/ 3339259 h 6382977"/>
              <a:gd name="connsiteX909" fmla="*/ 3926085 w 6501199"/>
              <a:gd name="connsiteY909" fmla="*/ 3339117 h 6382977"/>
              <a:gd name="connsiteX910" fmla="*/ 3927277 w 6501199"/>
              <a:gd name="connsiteY910" fmla="*/ 3352454 h 6382977"/>
              <a:gd name="connsiteX911" fmla="*/ 3937358 w 6501199"/>
              <a:gd name="connsiteY911" fmla="*/ 3363705 h 6382977"/>
              <a:gd name="connsiteX912" fmla="*/ 3941678 w 6501199"/>
              <a:gd name="connsiteY912" fmla="*/ 3340664 h 6382977"/>
              <a:gd name="connsiteX913" fmla="*/ 3936137 w 6501199"/>
              <a:gd name="connsiteY913" fmla="*/ 3339152 h 6382977"/>
              <a:gd name="connsiteX914" fmla="*/ 3916700 w 6501199"/>
              <a:gd name="connsiteY914" fmla="*/ 3339083 h 6382977"/>
              <a:gd name="connsiteX915" fmla="*/ 3913776 w 6501199"/>
              <a:gd name="connsiteY915" fmla="*/ 3351554 h 6382977"/>
              <a:gd name="connsiteX916" fmla="*/ 3905315 w 6501199"/>
              <a:gd name="connsiteY916" fmla="*/ 3354344 h 6382977"/>
              <a:gd name="connsiteX917" fmla="*/ 3909995 w 6501199"/>
              <a:gd name="connsiteY917" fmla="*/ 3345344 h 6382977"/>
              <a:gd name="connsiteX918" fmla="*/ 3900243 w 6501199"/>
              <a:gd name="connsiteY918" fmla="*/ 3342445 h 6382977"/>
              <a:gd name="connsiteX919" fmla="*/ 3896854 w 6501199"/>
              <a:gd name="connsiteY919" fmla="*/ 3339701 h 6382977"/>
              <a:gd name="connsiteX920" fmla="*/ 3891531 w 6501199"/>
              <a:gd name="connsiteY920" fmla="*/ 3340497 h 6382977"/>
              <a:gd name="connsiteX921" fmla="*/ 3889473 w 6501199"/>
              <a:gd name="connsiteY921" fmla="*/ 3343184 h 6382977"/>
              <a:gd name="connsiteX922" fmla="*/ 3891633 w 6501199"/>
              <a:gd name="connsiteY922" fmla="*/ 3359024 h 6382977"/>
              <a:gd name="connsiteX923" fmla="*/ 3918996 w 6501199"/>
              <a:gd name="connsiteY923" fmla="*/ 3365865 h 6382977"/>
              <a:gd name="connsiteX924" fmla="*/ 3923047 w 6501199"/>
              <a:gd name="connsiteY924" fmla="*/ 3352184 h 6382977"/>
              <a:gd name="connsiteX925" fmla="*/ 3917100 w 6501199"/>
              <a:gd name="connsiteY925" fmla="*/ 3339085 h 6382977"/>
              <a:gd name="connsiteX926" fmla="*/ 5460913 w 6501199"/>
              <a:gd name="connsiteY926" fmla="*/ 3328987 h 6382977"/>
              <a:gd name="connsiteX927" fmla="*/ 5478854 w 6501199"/>
              <a:gd name="connsiteY927" fmla="*/ 3360898 h 6382977"/>
              <a:gd name="connsiteX928" fmla="*/ 5460913 w 6501199"/>
              <a:gd name="connsiteY928" fmla="*/ 3383744 h 6382977"/>
              <a:gd name="connsiteX929" fmla="*/ 5435796 w 6501199"/>
              <a:gd name="connsiteY929" fmla="*/ 3363437 h 6382977"/>
              <a:gd name="connsiteX930" fmla="*/ 5374438 w 6501199"/>
              <a:gd name="connsiteY930" fmla="*/ 3390634 h 6382977"/>
              <a:gd name="connsiteX931" fmla="*/ 5460913 w 6501199"/>
              <a:gd name="connsiteY931" fmla="*/ 3328987 h 6382977"/>
              <a:gd name="connsiteX932" fmla="*/ 4539656 w 6501199"/>
              <a:gd name="connsiteY932" fmla="*/ 3328918 h 6382977"/>
              <a:gd name="connsiteX933" fmla="*/ 4533221 w 6501199"/>
              <a:gd name="connsiteY933" fmla="*/ 3345344 h 6382977"/>
              <a:gd name="connsiteX934" fmla="*/ 4558423 w 6501199"/>
              <a:gd name="connsiteY934" fmla="*/ 3354344 h 6382977"/>
              <a:gd name="connsiteX935" fmla="*/ 4563103 w 6501199"/>
              <a:gd name="connsiteY935" fmla="*/ 3329503 h 6382977"/>
              <a:gd name="connsiteX936" fmla="*/ 4539656 w 6501199"/>
              <a:gd name="connsiteY936" fmla="*/ 3328918 h 6382977"/>
              <a:gd name="connsiteX937" fmla="*/ 4766807 w 6501199"/>
              <a:gd name="connsiteY937" fmla="*/ 3327850 h 6382977"/>
              <a:gd name="connsiteX938" fmla="*/ 4778759 w 6501199"/>
              <a:gd name="connsiteY938" fmla="*/ 3329296 h 6382977"/>
              <a:gd name="connsiteX939" fmla="*/ 4778759 w 6501199"/>
              <a:gd name="connsiteY939" fmla="*/ 3338058 h 6382977"/>
              <a:gd name="connsiteX940" fmla="*/ 4760075 w 6501199"/>
              <a:gd name="connsiteY940" fmla="*/ 3342615 h 6382977"/>
              <a:gd name="connsiteX941" fmla="*/ 4760075 w 6501199"/>
              <a:gd name="connsiteY941" fmla="*/ 3331399 h 6382977"/>
              <a:gd name="connsiteX942" fmla="*/ 4766807 w 6501199"/>
              <a:gd name="connsiteY942" fmla="*/ 3327850 h 6382977"/>
              <a:gd name="connsiteX943" fmla="*/ 4637991 w 6501199"/>
              <a:gd name="connsiteY943" fmla="*/ 3324823 h 6382977"/>
              <a:gd name="connsiteX944" fmla="*/ 4642672 w 6501199"/>
              <a:gd name="connsiteY944" fmla="*/ 3345344 h 6382977"/>
              <a:gd name="connsiteX945" fmla="*/ 4663194 w 6501199"/>
              <a:gd name="connsiteY945" fmla="*/ 3331663 h 6382977"/>
              <a:gd name="connsiteX946" fmla="*/ 4642672 w 6501199"/>
              <a:gd name="connsiteY946" fmla="*/ 3329503 h 6382977"/>
              <a:gd name="connsiteX947" fmla="*/ 4637991 w 6501199"/>
              <a:gd name="connsiteY947" fmla="*/ 3324823 h 6382977"/>
              <a:gd name="connsiteX948" fmla="*/ 5524897 w 6501199"/>
              <a:gd name="connsiteY948" fmla="*/ 3324817 h 6382977"/>
              <a:gd name="connsiteX949" fmla="*/ 5493500 w 6501199"/>
              <a:gd name="connsiteY949" fmla="*/ 3350256 h 6382977"/>
              <a:gd name="connsiteX950" fmla="*/ 5524897 w 6501199"/>
              <a:gd name="connsiteY950" fmla="*/ 3324817 h 6382977"/>
              <a:gd name="connsiteX951" fmla="*/ 4484076 w 6501199"/>
              <a:gd name="connsiteY951" fmla="*/ 3316633 h 6382977"/>
              <a:gd name="connsiteX952" fmla="*/ 4474174 w 6501199"/>
              <a:gd name="connsiteY952" fmla="*/ 3329503 h 6382977"/>
              <a:gd name="connsiteX953" fmla="*/ 4494696 w 6501199"/>
              <a:gd name="connsiteY953" fmla="*/ 3333823 h 6382977"/>
              <a:gd name="connsiteX954" fmla="*/ 4476335 w 6501199"/>
              <a:gd name="connsiteY954" fmla="*/ 3345344 h 6382977"/>
              <a:gd name="connsiteX955" fmla="*/ 4446811 w 6501199"/>
              <a:gd name="connsiteY955" fmla="*/ 3340664 h 6382977"/>
              <a:gd name="connsiteX956" fmla="*/ 4433130 w 6501199"/>
              <a:gd name="connsiteY956" fmla="*/ 3352184 h 6382977"/>
              <a:gd name="connsiteX957" fmla="*/ 4444651 w 6501199"/>
              <a:gd name="connsiteY957" fmla="*/ 3377025 h 6382977"/>
              <a:gd name="connsiteX958" fmla="*/ 4453652 w 6501199"/>
              <a:gd name="connsiteY958" fmla="*/ 3361185 h 6382977"/>
              <a:gd name="connsiteX959" fmla="*/ 4481015 w 6501199"/>
              <a:gd name="connsiteY959" fmla="*/ 3374865 h 6382977"/>
              <a:gd name="connsiteX960" fmla="*/ 4506217 w 6501199"/>
              <a:gd name="connsiteY960" fmla="*/ 3374865 h 6382977"/>
              <a:gd name="connsiteX961" fmla="*/ 4515219 w 6501199"/>
              <a:gd name="connsiteY961" fmla="*/ 3336343 h 6382977"/>
              <a:gd name="connsiteX962" fmla="*/ 4499377 w 6501199"/>
              <a:gd name="connsiteY962" fmla="*/ 3322663 h 6382977"/>
              <a:gd name="connsiteX963" fmla="*/ 4484076 w 6501199"/>
              <a:gd name="connsiteY963" fmla="*/ 3316633 h 6382977"/>
              <a:gd name="connsiteX964" fmla="*/ 5384073 w 6501199"/>
              <a:gd name="connsiteY964" fmla="*/ 3312512 h 6382977"/>
              <a:gd name="connsiteX965" fmla="*/ 5399479 w 6501199"/>
              <a:gd name="connsiteY965" fmla="*/ 3319639 h 6382977"/>
              <a:gd name="connsiteX966" fmla="*/ 5351674 w 6501199"/>
              <a:gd name="connsiteY966" fmla="*/ 3339747 h 6382977"/>
              <a:gd name="connsiteX967" fmla="*/ 5384073 w 6501199"/>
              <a:gd name="connsiteY967" fmla="*/ 3312512 h 6382977"/>
              <a:gd name="connsiteX968" fmla="*/ 4774918 w 6501199"/>
              <a:gd name="connsiteY968" fmla="*/ 3307453 h 6382977"/>
              <a:gd name="connsiteX969" fmla="*/ 4785116 w 6501199"/>
              <a:gd name="connsiteY969" fmla="*/ 3318164 h 6382977"/>
              <a:gd name="connsiteX970" fmla="*/ 4733088 w 6501199"/>
              <a:gd name="connsiteY970" fmla="*/ 3327137 h 6382977"/>
              <a:gd name="connsiteX971" fmla="*/ 4774918 w 6501199"/>
              <a:gd name="connsiteY971" fmla="*/ 3307453 h 6382977"/>
              <a:gd name="connsiteX972" fmla="*/ 4264743 w 6501199"/>
              <a:gd name="connsiteY972" fmla="*/ 3304985 h 6382977"/>
              <a:gd name="connsiteX973" fmla="*/ 4259667 w 6501199"/>
              <a:gd name="connsiteY973" fmla="*/ 3309839 h 6382977"/>
              <a:gd name="connsiteX974" fmla="*/ 4269313 w 6501199"/>
              <a:gd name="connsiteY974" fmla="*/ 3311142 h 6382977"/>
              <a:gd name="connsiteX975" fmla="*/ 4263919 w 6501199"/>
              <a:gd name="connsiteY975" fmla="*/ 3322722 h 6382977"/>
              <a:gd name="connsiteX976" fmla="*/ 4272298 w 6501199"/>
              <a:gd name="connsiteY976" fmla="*/ 3323245 h 6382977"/>
              <a:gd name="connsiteX977" fmla="*/ 4272690 w 6501199"/>
              <a:gd name="connsiteY977" fmla="*/ 3323375 h 6382977"/>
              <a:gd name="connsiteX978" fmla="*/ 4273099 w 6501199"/>
              <a:gd name="connsiteY978" fmla="*/ 3321279 h 6382977"/>
              <a:gd name="connsiteX979" fmla="*/ 4278674 w 6501199"/>
              <a:gd name="connsiteY979" fmla="*/ 3311142 h 6382977"/>
              <a:gd name="connsiteX980" fmla="*/ 4271113 w 6501199"/>
              <a:gd name="connsiteY980" fmla="*/ 3305967 h 6382977"/>
              <a:gd name="connsiteX981" fmla="*/ 5497747 w 6501199"/>
              <a:gd name="connsiteY981" fmla="*/ 3302625 h 6382977"/>
              <a:gd name="connsiteX982" fmla="*/ 5509231 w 6501199"/>
              <a:gd name="connsiteY982" fmla="*/ 3323415 h 6382977"/>
              <a:gd name="connsiteX983" fmla="*/ 5487150 w 6501199"/>
              <a:gd name="connsiteY983" fmla="*/ 3307307 h 6382977"/>
              <a:gd name="connsiteX984" fmla="*/ 5497747 w 6501199"/>
              <a:gd name="connsiteY984" fmla="*/ 3302625 h 6382977"/>
              <a:gd name="connsiteX985" fmla="*/ 4239375 w 6501199"/>
              <a:gd name="connsiteY985" fmla="*/ 3300412 h 6382977"/>
              <a:gd name="connsiteX986" fmla="*/ 4244905 w 6501199"/>
              <a:gd name="connsiteY986" fmla="*/ 3301926 h 6382977"/>
              <a:gd name="connsiteX987" fmla="*/ 4246873 w 6501199"/>
              <a:gd name="connsiteY987" fmla="*/ 3302465 h 6382977"/>
              <a:gd name="connsiteX988" fmla="*/ 4635831 w 6501199"/>
              <a:gd name="connsiteY988" fmla="*/ 3288461 h 6382977"/>
              <a:gd name="connsiteX989" fmla="*/ 4596947 w 6501199"/>
              <a:gd name="connsiteY989" fmla="*/ 3324823 h 6382977"/>
              <a:gd name="connsiteX990" fmla="*/ 4610629 w 6501199"/>
              <a:gd name="connsiteY990" fmla="*/ 3338504 h 6382977"/>
              <a:gd name="connsiteX991" fmla="*/ 4635831 w 6501199"/>
              <a:gd name="connsiteY991" fmla="*/ 3288461 h 6382977"/>
              <a:gd name="connsiteX992" fmla="*/ 4459654 w 6501199"/>
              <a:gd name="connsiteY992" fmla="*/ 3286717 h 6382977"/>
              <a:gd name="connsiteX993" fmla="*/ 4448971 w 6501199"/>
              <a:gd name="connsiteY993" fmla="*/ 3299982 h 6382977"/>
              <a:gd name="connsiteX994" fmla="*/ 4439971 w 6501199"/>
              <a:gd name="connsiteY994" fmla="*/ 3295301 h 6382977"/>
              <a:gd name="connsiteX995" fmla="*/ 4448971 w 6501199"/>
              <a:gd name="connsiteY995" fmla="*/ 3315822 h 6382977"/>
              <a:gd name="connsiteX996" fmla="*/ 4460493 w 6501199"/>
              <a:gd name="connsiteY996" fmla="*/ 3313302 h 6382977"/>
              <a:gd name="connsiteX997" fmla="*/ 4467333 w 6501199"/>
              <a:gd name="connsiteY997" fmla="*/ 3288461 h 6382977"/>
              <a:gd name="connsiteX998" fmla="*/ 4459654 w 6501199"/>
              <a:gd name="connsiteY998" fmla="*/ 3286717 h 6382977"/>
              <a:gd name="connsiteX999" fmla="*/ 4474174 w 6501199"/>
              <a:gd name="connsiteY999" fmla="*/ 3286301 h 6382977"/>
              <a:gd name="connsiteX1000" fmla="*/ 4478855 w 6501199"/>
              <a:gd name="connsiteY1000" fmla="*/ 3313302 h 6382977"/>
              <a:gd name="connsiteX1001" fmla="*/ 4485020 w 6501199"/>
              <a:gd name="connsiteY1001" fmla="*/ 3298181 h 6382977"/>
              <a:gd name="connsiteX1002" fmla="*/ 4477860 w 6501199"/>
              <a:gd name="connsiteY1002" fmla="*/ 3290339 h 6382977"/>
              <a:gd name="connsiteX1003" fmla="*/ 4474325 w 6501199"/>
              <a:gd name="connsiteY1003" fmla="*/ 3290660 h 6382977"/>
              <a:gd name="connsiteX1004" fmla="*/ 4476610 w 6501199"/>
              <a:gd name="connsiteY1004" fmla="*/ 3288969 h 6382977"/>
              <a:gd name="connsiteX1005" fmla="*/ 4963307 w 6501199"/>
              <a:gd name="connsiteY1005" fmla="*/ 3284590 h 6382977"/>
              <a:gd name="connsiteX1006" fmla="*/ 4970253 w 6501199"/>
              <a:gd name="connsiteY1006" fmla="*/ 3286124 h 6382977"/>
              <a:gd name="connsiteX1007" fmla="*/ 4944787 w 6501199"/>
              <a:gd name="connsiteY1007" fmla="*/ 3300045 h 6382977"/>
              <a:gd name="connsiteX1008" fmla="*/ 4963307 w 6501199"/>
              <a:gd name="connsiteY1008" fmla="*/ 3284590 h 6382977"/>
              <a:gd name="connsiteX1009" fmla="*/ 4523497 w 6501199"/>
              <a:gd name="connsiteY1009" fmla="*/ 3281828 h 6382977"/>
              <a:gd name="connsiteX1010" fmla="*/ 4508378 w 6501199"/>
              <a:gd name="connsiteY1010" fmla="*/ 3295301 h 6382977"/>
              <a:gd name="connsiteX1011" fmla="*/ 4529665 w 6501199"/>
              <a:gd name="connsiteY1011" fmla="*/ 3291251 h 6382977"/>
              <a:gd name="connsiteX1012" fmla="*/ 4535529 w 6501199"/>
              <a:gd name="connsiteY1012" fmla="*/ 3284754 h 6382977"/>
              <a:gd name="connsiteX1013" fmla="*/ 4542581 w 6501199"/>
              <a:gd name="connsiteY1013" fmla="*/ 3276941 h 6382977"/>
              <a:gd name="connsiteX1014" fmla="*/ 4538738 w 6501199"/>
              <a:gd name="connsiteY1014" fmla="*/ 3277663 h 6382977"/>
              <a:gd name="connsiteX1015" fmla="*/ 4539719 w 6501199"/>
              <a:gd name="connsiteY1015" fmla="*/ 3280112 h 6382977"/>
              <a:gd name="connsiteX1016" fmla="*/ 4506768 w 6501199"/>
              <a:gd name="connsiteY1016" fmla="*/ 3267169 h 6382977"/>
              <a:gd name="connsiteX1017" fmla="*/ 4506217 w 6501199"/>
              <a:gd name="connsiteY1017" fmla="*/ 3270100 h 6382977"/>
              <a:gd name="connsiteX1018" fmla="*/ 4510990 w 6501199"/>
              <a:gd name="connsiteY1018" fmla="*/ 3268465 h 6382977"/>
              <a:gd name="connsiteX1019" fmla="*/ 4510690 w 6501199"/>
              <a:gd name="connsiteY1019" fmla="*/ 3267986 h 6382977"/>
              <a:gd name="connsiteX1020" fmla="*/ 4598938 w 6501199"/>
              <a:gd name="connsiteY1020" fmla="*/ 3265718 h 6382977"/>
              <a:gd name="connsiteX1021" fmla="*/ 4572105 w 6501199"/>
              <a:gd name="connsiteY1021" fmla="*/ 3274780 h 6382977"/>
              <a:gd name="connsiteX1022" fmla="*/ 4572105 w 6501199"/>
              <a:gd name="connsiteY1022" fmla="*/ 3290621 h 6382977"/>
              <a:gd name="connsiteX1023" fmla="*/ 4606308 w 6501199"/>
              <a:gd name="connsiteY1023" fmla="*/ 3270100 h 6382977"/>
              <a:gd name="connsiteX1024" fmla="*/ 4598938 w 6501199"/>
              <a:gd name="connsiteY1024" fmla="*/ 3265718 h 6382977"/>
              <a:gd name="connsiteX1025" fmla="*/ 4572105 w 6501199"/>
              <a:gd name="connsiteY1025" fmla="*/ 3258940 h 6382977"/>
              <a:gd name="connsiteX1026" fmla="*/ 4571947 w 6501199"/>
              <a:gd name="connsiteY1026" fmla="*/ 3259446 h 6382977"/>
              <a:gd name="connsiteX1027" fmla="*/ 4563103 w 6501199"/>
              <a:gd name="connsiteY1027" fmla="*/ 3261100 h 6382977"/>
              <a:gd name="connsiteX1028" fmla="*/ 4572105 w 6501199"/>
              <a:gd name="connsiteY1028" fmla="*/ 3258940 h 6382977"/>
              <a:gd name="connsiteX1029" fmla="*/ 4388005 w 6501199"/>
              <a:gd name="connsiteY1029" fmla="*/ 3252562 h 6382977"/>
              <a:gd name="connsiteX1030" fmla="*/ 4319604 w 6501199"/>
              <a:gd name="connsiteY1030" fmla="*/ 3270563 h 6382977"/>
              <a:gd name="connsiteX1031" fmla="*/ 4290084 w 6501199"/>
              <a:gd name="connsiteY1031" fmla="*/ 3273083 h 6382977"/>
              <a:gd name="connsiteX1032" fmla="*/ 4269563 w 6501199"/>
              <a:gd name="connsiteY1032" fmla="*/ 3254722 h 6382977"/>
              <a:gd name="connsiteX1033" fmla="*/ 4240043 w 6501199"/>
              <a:gd name="connsiteY1033" fmla="*/ 3293605 h 6382977"/>
              <a:gd name="connsiteX1034" fmla="*/ 4222043 w 6501199"/>
              <a:gd name="connsiteY1034" fmla="*/ 3277404 h 6382977"/>
              <a:gd name="connsiteX1035" fmla="*/ 4235723 w 6501199"/>
              <a:gd name="connsiteY1035" fmla="*/ 3261563 h 6382977"/>
              <a:gd name="connsiteX1036" fmla="*/ 4195223 w 6501199"/>
              <a:gd name="connsiteY1036" fmla="*/ 3268549 h 6382977"/>
              <a:gd name="connsiteX1037" fmla="*/ 4189006 w 6501199"/>
              <a:gd name="connsiteY1037" fmla="*/ 3276008 h 6382977"/>
              <a:gd name="connsiteX1038" fmla="*/ 4189964 w 6501199"/>
              <a:gd name="connsiteY1038" fmla="*/ 3277410 h 6382977"/>
              <a:gd name="connsiteX1039" fmla="*/ 4202558 w 6501199"/>
              <a:gd name="connsiteY1039" fmla="*/ 3277449 h 6382977"/>
              <a:gd name="connsiteX1040" fmla="*/ 4210523 w 6501199"/>
              <a:gd name="connsiteY1040" fmla="*/ 3284244 h 6382977"/>
              <a:gd name="connsiteX1041" fmla="*/ 4198426 w 6501199"/>
              <a:gd name="connsiteY1041" fmla="*/ 3287166 h 6382977"/>
              <a:gd name="connsiteX1042" fmla="*/ 4213088 w 6501199"/>
              <a:gd name="connsiteY1042" fmla="*/ 3302223 h 6382977"/>
              <a:gd name="connsiteX1043" fmla="*/ 4214947 w 6501199"/>
              <a:gd name="connsiteY1043" fmla="*/ 3297462 h 6382977"/>
              <a:gd name="connsiteX1044" fmla="*/ 4235351 w 6501199"/>
              <a:gd name="connsiteY1044" fmla="*/ 3308346 h 6382977"/>
              <a:gd name="connsiteX1045" fmla="*/ 4236772 w 6501199"/>
              <a:gd name="connsiteY1045" fmla="*/ 3315704 h 6382977"/>
              <a:gd name="connsiteX1046" fmla="*/ 4237523 w 6501199"/>
              <a:gd name="connsiteY1046" fmla="*/ 3315840 h 6382977"/>
              <a:gd name="connsiteX1047" fmla="*/ 4240761 w 6501199"/>
              <a:gd name="connsiteY1047" fmla="*/ 3317798 h 6382977"/>
              <a:gd name="connsiteX1048" fmla="*/ 4252661 w 6501199"/>
              <a:gd name="connsiteY1048" fmla="*/ 3308892 h 6382977"/>
              <a:gd name="connsiteX1049" fmla="*/ 4255483 w 6501199"/>
              <a:gd name="connsiteY1049" fmla="*/ 3309273 h 6382977"/>
              <a:gd name="connsiteX1050" fmla="*/ 4249952 w 6501199"/>
              <a:gd name="connsiteY1050" fmla="*/ 3305520 h 6382977"/>
              <a:gd name="connsiteX1051" fmla="*/ 4249356 w 6501199"/>
              <a:gd name="connsiteY1051" fmla="*/ 3303144 h 6382977"/>
              <a:gd name="connsiteX1052" fmla="*/ 4248603 w 6501199"/>
              <a:gd name="connsiteY1052" fmla="*/ 3300138 h 6382977"/>
              <a:gd name="connsiteX1053" fmla="*/ 4258276 w 6501199"/>
              <a:gd name="connsiteY1053" fmla="*/ 3290887 h 6382977"/>
              <a:gd name="connsiteX1054" fmla="*/ 4262927 w 6501199"/>
              <a:gd name="connsiteY1054" fmla="*/ 3295779 h 6382977"/>
              <a:gd name="connsiteX1055" fmla="*/ 4265712 w 6501199"/>
              <a:gd name="connsiteY1055" fmla="*/ 3299667 h 6382977"/>
              <a:gd name="connsiteX1056" fmla="*/ 4276829 w 6501199"/>
              <a:gd name="connsiteY1056" fmla="*/ 3290126 h 6382977"/>
              <a:gd name="connsiteX1057" fmla="*/ 4269313 w 6501199"/>
              <a:gd name="connsiteY1057" fmla="*/ 3279461 h 6382977"/>
              <a:gd name="connsiteX1058" fmla="*/ 4295505 w 6501199"/>
              <a:gd name="connsiteY1058" fmla="*/ 3281666 h 6382977"/>
              <a:gd name="connsiteX1059" fmla="*/ 4300366 w 6501199"/>
              <a:gd name="connsiteY1059" fmla="*/ 3287858 h 6382977"/>
              <a:gd name="connsiteX1060" fmla="*/ 4309800 w 6501199"/>
              <a:gd name="connsiteY1060" fmla="*/ 3282973 h 6382977"/>
              <a:gd name="connsiteX1061" fmla="*/ 4324663 w 6501199"/>
              <a:gd name="connsiteY1061" fmla="*/ 3275012 h 6382977"/>
              <a:gd name="connsiteX1062" fmla="*/ 4336263 w 6501199"/>
              <a:gd name="connsiteY1062" fmla="*/ 3293159 h 6382977"/>
              <a:gd name="connsiteX1063" fmla="*/ 4305269 w 6501199"/>
              <a:gd name="connsiteY1063" fmla="*/ 3291107 h 6382977"/>
              <a:gd name="connsiteX1064" fmla="*/ 4302836 w 6501199"/>
              <a:gd name="connsiteY1064" fmla="*/ 3291004 h 6382977"/>
              <a:gd name="connsiteX1065" fmla="*/ 4305260 w 6501199"/>
              <a:gd name="connsiteY1065" fmla="*/ 3294092 h 6382977"/>
              <a:gd name="connsiteX1066" fmla="*/ 4308197 w 6501199"/>
              <a:gd name="connsiteY1066" fmla="*/ 3311142 h 6382977"/>
              <a:gd name="connsiteX1067" fmla="*/ 4290735 w 6501199"/>
              <a:gd name="connsiteY1067" fmla="*/ 3323968 h 6382977"/>
              <a:gd name="connsiteX1068" fmla="*/ 4288527 w 6501199"/>
              <a:gd name="connsiteY1068" fmla="*/ 3328609 h 6382977"/>
              <a:gd name="connsiteX1069" fmla="*/ 4308889 w 6501199"/>
              <a:gd name="connsiteY1069" fmla="*/ 3335339 h 6382977"/>
              <a:gd name="connsiteX1070" fmla="*/ 4342944 w 6501199"/>
              <a:gd name="connsiteY1070" fmla="*/ 3355520 h 6382977"/>
              <a:gd name="connsiteX1071" fmla="*/ 4351401 w 6501199"/>
              <a:gd name="connsiteY1071" fmla="*/ 3354344 h 6382977"/>
              <a:gd name="connsiteX1072" fmla="*/ 4352890 w 6501199"/>
              <a:gd name="connsiteY1072" fmla="*/ 3361414 h 6382977"/>
              <a:gd name="connsiteX1073" fmla="*/ 4365069 w 6501199"/>
              <a:gd name="connsiteY1073" fmla="*/ 3368632 h 6382977"/>
              <a:gd name="connsiteX1074" fmla="*/ 4367243 w 6501199"/>
              <a:gd name="connsiteY1074" fmla="*/ 3368025 h 6382977"/>
              <a:gd name="connsiteX1075" fmla="*/ 4369403 w 6501199"/>
              <a:gd name="connsiteY1075" fmla="*/ 3338504 h 6382977"/>
              <a:gd name="connsiteX1076" fmla="*/ 4385605 w 6501199"/>
              <a:gd name="connsiteY1076" fmla="*/ 3352184 h 6382977"/>
              <a:gd name="connsiteX1077" fmla="*/ 4376244 w 6501199"/>
              <a:gd name="connsiteY1077" fmla="*/ 3363705 h 6382977"/>
              <a:gd name="connsiteX1078" fmla="*/ 4383085 w 6501199"/>
              <a:gd name="connsiteY1078" fmla="*/ 3374865 h 6382977"/>
              <a:gd name="connsiteX1079" fmla="*/ 4394606 w 6501199"/>
              <a:gd name="connsiteY1079" fmla="*/ 3352184 h 6382977"/>
              <a:gd name="connsiteX1080" fmla="*/ 4394606 w 6501199"/>
              <a:gd name="connsiteY1080" fmla="*/ 3331663 h 6382977"/>
              <a:gd name="connsiteX1081" fmla="*/ 4374084 w 6501199"/>
              <a:gd name="connsiteY1081" fmla="*/ 3331663 h 6382977"/>
              <a:gd name="connsiteX1082" fmla="*/ 4370933 w 6501199"/>
              <a:gd name="connsiteY1082" fmla="*/ 3309387 h 6382977"/>
              <a:gd name="connsiteX1083" fmla="*/ 4370918 w 6501199"/>
              <a:gd name="connsiteY1083" fmla="*/ 3309200 h 6382977"/>
              <a:gd name="connsiteX1084" fmla="*/ 4367200 w 6501199"/>
              <a:gd name="connsiteY1084" fmla="*/ 3311168 h 6382977"/>
              <a:gd name="connsiteX1085" fmla="*/ 4358438 w 6501199"/>
              <a:gd name="connsiteY1085" fmla="*/ 3304390 h 6382977"/>
              <a:gd name="connsiteX1086" fmla="*/ 4369434 w 6501199"/>
              <a:gd name="connsiteY1086" fmla="*/ 3291280 h 6382977"/>
              <a:gd name="connsiteX1087" fmla="*/ 4369453 w 6501199"/>
              <a:gd name="connsiteY1087" fmla="*/ 3291231 h 6382977"/>
              <a:gd name="connsiteX1088" fmla="*/ 4369403 w 6501199"/>
              <a:gd name="connsiteY1088" fmla="*/ 3290621 h 6382977"/>
              <a:gd name="connsiteX1089" fmla="*/ 4369654 w 6501199"/>
              <a:gd name="connsiteY1089" fmla="*/ 3290707 h 6382977"/>
              <a:gd name="connsiteX1090" fmla="*/ 4373859 w 6501199"/>
              <a:gd name="connsiteY1090" fmla="*/ 3279775 h 6382977"/>
              <a:gd name="connsiteX1091" fmla="*/ 4385075 w 6501199"/>
              <a:gd name="connsiteY1091" fmla="*/ 3290834 h 6382977"/>
              <a:gd name="connsiteX1092" fmla="*/ 4377488 w 6501199"/>
              <a:gd name="connsiteY1092" fmla="*/ 3296537 h 6382977"/>
              <a:gd name="connsiteX1093" fmla="*/ 4378809 w 6501199"/>
              <a:gd name="connsiteY1093" fmla="*/ 3300657 h 6382977"/>
              <a:gd name="connsiteX1094" fmla="*/ 4383085 w 6501199"/>
              <a:gd name="connsiteY1094" fmla="*/ 3315822 h 6382977"/>
              <a:gd name="connsiteX1095" fmla="*/ 4415128 w 6501199"/>
              <a:gd name="connsiteY1095" fmla="*/ 3299982 h 6382977"/>
              <a:gd name="connsiteX1096" fmla="*/ 4387765 w 6501199"/>
              <a:gd name="connsiteY1096" fmla="*/ 3279461 h 6382977"/>
              <a:gd name="connsiteX1097" fmla="*/ 4399151 w 6501199"/>
              <a:gd name="connsiteY1097" fmla="*/ 3276895 h 6382977"/>
              <a:gd name="connsiteX1098" fmla="*/ 4398840 w 6501199"/>
              <a:gd name="connsiteY1098" fmla="*/ 3270712 h 6382977"/>
              <a:gd name="connsiteX1099" fmla="*/ 4392685 w 6501199"/>
              <a:gd name="connsiteY1099" fmla="*/ 3277404 h 6382977"/>
              <a:gd name="connsiteX1100" fmla="*/ 4388410 w 6501199"/>
              <a:gd name="connsiteY1100" fmla="*/ 3271598 h 6382977"/>
              <a:gd name="connsiteX1101" fmla="*/ 4390153 w 6501199"/>
              <a:gd name="connsiteY1101" fmla="*/ 3267397 h 6382977"/>
              <a:gd name="connsiteX1102" fmla="*/ 4384911 w 6501199"/>
              <a:gd name="connsiteY1102" fmla="*/ 3275228 h 6382977"/>
              <a:gd name="connsiteX1103" fmla="*/ 4370109 w 6501199"/>
              <a:gd name="connsiteY1103" fmla="*/ 3278908 h 6382977"/>
              <a:gd name="connsiteX1104" fmla="*/ 4371211 w 6501199"/>
              <a:gd name="connsiteY1104" fmla="*/ 3271124 h 6382977"/>
              <a:gd name="connsiteX1105" fmla="*/ 4368384 w 6501199"/>
              <a:gd name="connsiteY1105" fmla="*/ 3273667 h 6382977"/>
              <a:gd name="connsiteX1106" fmla="*/ 4348483 w 6501199"/>
              <a:gd name="connsiteY1106" fmla="*/ 3284184 h 6382977"/>
              <a:gd name="connsiteX1107" fmla="*/ 4339388 w 6501199"/>
              <a:gd name="connsiteY1107" fmla="*/ 3277481 h 6382977"/>
              <a:gd name="connsiteX1108" fmla="*/ 4359261 w 6501199"/>
              <a:gd name="connsiteY1108" fmla="*/ 3271484 h 6382977"/>
              <a:gd name="connsiteX1109" fmla="*/ 4371493 w 6501199"/>
              <a:gd name="connsiteY1109" fmla="*/ 3269134 h 6382977"/>
              <a:gd name="connsiteX1110" fmla="*/ 4371825 w 6501199"/>
              <a:gd name="connsiteY1110" fmla="*/ 3266784 h 6382977"/>
              <a:gd name="connsiteX1111" fmla="*/ 4378203 w 6501199"/>
              <a:gd name="connsiteY1111" fmla="*/ 3260245 h 6382977"/>
              <a:gd name="connsiteX1112" fmla="*/ 4391885 w 6501199"/>
              <a:gd name="connsiteY1112" fmla="*/ 3262918 h 6382977"/>
              <a:gd name="connsiteX1113" fmla="*/ 4393495 w 6501199"/>
              <a:gd name="connsiteY1113" fmla="*/ 3258367 h 6382977"/>
              <a:gd name="connsiteX1114" fmla="*/ 4388005 w 6501199"/>
              <a:gd name="connsiteY1114" fmla="*/ 3252562 h 6382977"/>
              <a:gd name="connsiteX1115" fmla="*/ 4522059 w 6501199"/>
              <a:gd name="connsiteY1115" fmla="*/ 3252099 h 6382977"/>
              <a:gd name="connsiteX1116" fmla="*/ 4520644 w 6501199"/>
              <a:gd name="connsiteY1116" fmla="*/ 3252515 h 6382977"/>
              <a:gd name="connsiteX1117" fmla="*/ 4516453 w 6501199"/>
              <a:gd name="connsiteY1117" fmla="*/ 3254933 h 6382977"/>
              <a:gd name="connsiteX1118" fmla="*/ 4512567 w 6501199"/>
              <a:gd name="connsiteY1118" fmla="*/ 3263575 h 6382977"/>
              <a:gd name="connsiteX1119" fmla="*/ 4518091 w 6501199"/>
              <a:gd name="connsiteY1119" fmla="*/ 3264434 h 6382977"/>
              <a:gd name="connsiteX1120" fmla="*/ 4778762 w 6501199"/>
              <a:gd name="connsiteY1120" fmla="*/ 3249612 h 6382977"/>
              <a:gd name="connsiteX1121" fmla="*/ 4760228 w 6501199"/>
              <a:gd name="connsiteY1121" fmla="*/ 3279416 h 6382977"/>
              <a:gd name="connsiteX1122" fmla="*/ 4748963 w 6501199"/>
              <a:gd name="connsiteY1122" fmla="*/ 3261102 h 6382977"/>
              <a:gd name="connsiteX1123" fmla="*/ 4778762 w 6501199"/>
              <a:gd name="connsiteY1123" fmla="*/ 3249612 h 6382977"/>
              <a:gd name="connsiteX1124" fmla="*/ 4551738 w 6501199"/>
              <a:gd name="connsiteY1124" fmla="*/ 3249209 h 6382977"/>
              <a:gd name="connsiteX1125" fmla="*/ 4552438 w 6501199"/>
              <a:gd name="connsiteY1125" fmla="*/ 3255430 h 6382977"/>
              <a:gd name="connsiteX1126" fmla="*/ 4555903 w 6501199"/>
              <a:gd name="connsiteY1126" fmla="*/ 3293141 h 6382977"/>
              <a:gd name="connsiteX1127" fmla="*/ 4563103 w 6501199"/>
              <a:gd name="connsiteY1127" fmla="*/ 3290621 h 6382977"/>
              <a:gd name="connsiteX1128" fmla="*/ 4566659 w 6501199"/>
              <a:gd name="connsiteY1128" fmla="*/ 3276401 h 6382977"/>
              <a:gd name="connsiteX1129" fmla="*/ 4571947 w 6501199"/>
              <a:gd name="connsiteY1129" fmla="*/ 3259446 h 6382977"/>
              <a:gd name="connsiteX1130" fmla="*/ 4595430 w 6501199"/>
              <a:gd name="connsiteY1130" fmla="*/ 3255055 h 6382977"/>
              <a:gd name="connsiteX1131" fmla="*/ 4588166 w 6501199"/>
              <a:gd name="connsiteY1131" fmla="*/ 3250042 h 6382977"/>
              <a:gd name="connsiteX1132" fmla="*/ 4564226 w 6501199"/>
              <a:gd name="connsiteY1132" fmla="*/ 3253012 h 6382977"/>
              <a:gd name="connsiteX1133" fmla="*/ 4410072 w 6501199"/>
              <a:gd name="connsiteY1133" fmla="*/ 3248152 h 6382977"/>
              <a:gd name="connsiteX1134" fmla="*/ 4401685 w 6501199"/>
              <a:gd name="connsiteY1134" fmla="*/ 3250042 h 6382977"/>
              <a:gd name="connsiteX1135" fmla="*/ 4396128 w 6501199"/>
              <a:gd name="connsiteY1135" fmla="*/ 3257608 h 6382977"/>
              <a:gd name="connsiteX1136" fmla="*/ 4397653 w 6501199"/>
              <a:gd name="connsiteY1136" fmla="*/ 3262715 h 6382977"/>
              <a:gd name="connsiteX1137" fmla="*/ 4396766 w 6501199"/>
              <a:gd name="connsiteY1137" fmla="*/ 3258940 h 6382977"/>
              <a:gd name="connsiteX1138" fmla="*/ 4401447 w 6501199"/>
              <a:gd name="connsiteY1138" fmla="*/ 3258940 h 6382977"/>
              <a:gd name="connsiteX1139" fmla="*/ 4406127 w 6501199"/>
              <a:gd name="connsiteY1139" fmla="*/ 3252099 h 6382977"/>
              <a:gd name="connsiteX1140" fmla="*/ 4404001 w 6501199"/>
              <a:gd name="connsiteY1140" fmla="*/ 3279489 h 6382977"/>
              <a:gd name="connsiteX1141" fmla="*/ 4405290 w 6501199"/>
              <a:gd name="connsiteY1141" fmla="*/ 3279986 h 6382977"/>
              <a:gd name="connsiteX1142" fmla="*/ 4409352 w 6501199"/>
              <a:gd name="connsiteY1142" fmla="*/ 3276600 h 6382977"/>
              <a:gd name="connsiteX1143" fmla="*/ 4411078 w 6501199"/>
              <a:gd name="connsiteY1143" fmla="*/ 3277432 h 6382977"/>
              <a:gd name="connsiteX1144" fmla="*/ 4416525 w 6501199"/>
              <a:gd name="connsiteY1144" fmla="*/ 3280058 h 6382977"/>
              <a:gd name="connsiteX1145" fmla="*/ 4422853 w 6501199"/>
              <a:gd name="connsiteY1145" fmla="*/ 3263197 h 6382977"/>
              <a:gd name="connsiteX1146" fmla="*/ 4415860 w 6501199"/>
              <a:gd name="connsiteY1146" fmla="*/ 3253282 h 6382977"/>
              <a:gd name="connsiteX1147" fmla="*/ 4410072 w 6501199"/>
              <a:gd name="connsiteY1147" fmla="*/ 3248152 h 6382977"/>
              <a:gd name="connsiteX1148" fmla="*/ 5340940 w 6501199"/>
              <a:gd name="connsiteY1148" fmla="*/ 3247180 h 6382977"/>
              <a:gd name="connsiteX1149" fmla="*/ 5350253 w 6501199"/>
              <a:gd name="connsiteY1149" fmla="*/ 3256676 h 6382977"/>
              <a:gd name="connsiteX1150" fmla="*/ 5326813 w 6501199"/>
              <a:gd name="connsiteY1150" fmla="*/ 3268327 h 6382977"/>
              <a:gd name="connsiteX1151" fmla="*/ 5340940 w 6501199"/>
              <a:gd name="connsiteY1151" fmla="*/ 3247180 h 6382977"/>
              <a:gd name="connsiteX1152" fmla="*/ 4207868 w 6501199"/>
              <a:gd name="connsiteY1152" fmla="*/ 3241401 h 6382977"/>
              <a:gd name="connsiteX1153" fmla="*/ 4192163 w 6501199"/>
              <a:gd name="connsiteY1153" fmla="*/ 3247882 h 6382977"/>
              <a:gd name="connsiteX1154" fmla="*/ 4215203 w 6501199"/>
              <a:gd name="connsiteY1154" fmla="*/ 3250042 h 6382977"/>
              <a:gd name="connsiteX1155" fmla="*/ 4207868 w 6501199"/>
              <a:gd name="connsiteY1155" fmla="*/ 3241401 h 6382977"/>
              <a:gd name="connsiteX1156" fmla="*/ 4178865 w 6501199"/>
              <a:gd name="connsiteY1156" fmla="*/ 3233854 h 6382977"/>
              <a:gd name="connsiteX1157" fmla="*/ 4172540 w 6501199"/>
              <a:gd name="connsiteY1157" fmla="*/ 3233998 h 6382977"/>
              <a:gd name="connsiteX1158" fmla="*/ 4173981 w 6501199"/>
              <a:gd name="connsiteY1158" fmla="*/ 3241233 h 6382977"/>
              <a:gd name="connsiteX1159" fmla="*/ 4489454 w 6501199"/>
              <a:gd name="connsiteY1159" fmla="*/ 3227209 h 6382977"/>
              <a:gd name="connsiteX1160" fmla="*/ 4487179 w 6501199"/>
              <a:gd name="connsiteY1160" fmla="*/ 3232986 h 6382977"/>
              <a:gd name="connsiteX1161" fmla="*/ 4472245 w 6501199"/>
              <a:gd name="connsiteY1161" fmla="*/ 3234201 h 6382977"/>
              <a:gd name="connsiteX1162" fmla="*/ 4472245 w 6501199"/>
              <a:gd name="connsiteY1162" fmla="*/ 3254722 h 6382977"/>
              <a:gd name="connsiteX1163" fmla="*/ 4488085 w 6501199"/>
              <a:gd name="connsiteY1163" fmla="*/ 3259403 h 6382977"/>
              <a:gd name="connsiteX1164" fmla="*/ 4479389 w 6501199"/>
              <a:gd name="connsiteY1164" fmla="*/ 3258089 h 6382977"/>
              <a:gd name="connsiteX1165" fmla="*/ 4487855 w 6501199"/>
              <a:gd name="connsiteY1165" fmla="*/ 3270100 h 6382977"/>
              <a:gd name="connsiteX1166" fmla="*/ 4506217 w 6501199"/>
              <a:gd name="connsiteY1166" fmla="*/ 3231578 h 6382977"/>
              <a:gd name="connsiteX1167" fmla="*/ 4503124 w 6501199"/>
              <a:gd name="connsiteY1167" fmla="*/ 3230728 h 6382977"/>
              <a:gd name="connsiteX1168" fmla="*/ 4500595 w 6501199"/>
              <a:gd name="connsiteY1168" fmla="*/ 3241356 h 6382977"/>
              <a:gd name="connsiteX1169" fmla="*/ 4490245 w 6501199"/>
              <a:gd name="connsiteY1169" fmla="*/ 3243201 h 6382977"/>
              <a:gd name="connsiteX1170" fmla="*/ 4496776 w 6501199"/>
              <a:gd name="connsiteY1170" fmla="*/ 3230544 h 6382977"/>
              <a:gd name="connsiteX1171" fmla="*/ 4493904 w 6501199"/>
              <a:gd name="connsiteY1171" fmla="*/ 3228194 h 6382977"/>
              <a:gd name="connsiteX1172" fmla="*/ 4490826 w 6501199"/>
              <a:gd name="connsiteY1172" fmla="*/ 3227348 h 6382977"/>
              <a:gd name="connsiteX1173" fmla="*/ 4204452 w 6501199"/>
              <a:gd name="connsiteY1173" fmla="*/ 3227018 h 6382977"/>
              <a:gd name="connsiteX1174" fmla="*/ 4189813 w 6501199"/>
              <a:gd name="connsiteY1174" fmla="*/ 3232378 h 6382977"/>
              <a:gd name="connsiteX1175" fmla="*/ 4185323 w 6501199"/>
              <a:gd name="connsiteY1175" fmla="*/ 3236721 h 6382977"/>
              <a:gd name="connsiteX1176" fmla="*/ 4215203 w 6501199"/>
              <a:gd name="connsiteY1176" fmla="*/ 3227360 h 6382977"/>
              <a:gd name="connsiteX1177" fmla="*/ 4547126 w 6501199"/>
              <a:gd name="connsiteY1177" fmla="*/ 3218360 h 6382977"/>
              <a:gd name="connsiteX1178" fmla="*/ 4541760 w 6501199"/>
              <a:gd name="connsiteY1178" fmla="*/ 3219478 h 6382977"/>
              <a:gd name="connsiteX1179" fmla="*/ 4540061 w 6501199"/>
              <a:gd name="connsiteY1179" fmla="*/ 3236259 h 6382977"/>
              <a:gd name="connsiteX1180" fmla="*/ 4543285 w 6501199"/>
              <a:gd name="connsiteY1180" fmla="*/ 3235447 h 6382977"/>
              <a:gd name="connsiteX1181" fmla="*/ 4544516 w 6501199"/>
              <a:gd name="connsiteY1181" fmla="*/ 3231230 h 6382977"/>
              <a:gd name="connsiteX1182" fmla="*/ 4547126 w 6501199"/>
              <a:gd name="connsiteY1182" fmla="*/ 3218360 h 6382977"/>
              <a:gd name="connsiteX1183" fmla="*/ 5648500 w 6501199"/>
              <a:gd name="connsiteY1183" fmla="*/ 3213687 h 6382977"/>
              <a:gd name="connsiteX1184" fmla="*/ 5614493 w 6501199"/>
              <a:gd name="connsiteY1184" fmla="*/ 3255012 h 6382977"/>
              <a:gd name="connsiteX1185" fmla="*/ 5648500 w 6501199"/>
              <a:gd name="connsiteY1185" fmla="*/ 3213687 h 6382977"/>
              <a:gd name="connsiteX1186" fmla="*/ 4595554 w 6501199"/>
              <a:gd name="connsiteY1186" fmla="*/ 3213435 h 6382977"/>
              <a:gd name="connsiteX1187" fmla="*/ 4585516 w 6501199"/>
              <a:gd name="connsiteY1187" fmla="*/ 3217673 h 6382977"/>
              <a:gd name="connsiteX1188" fmla="*/ 4584652 w 6501199"/>
              <a:gd name="connsiteY1188" fmla="*/ 3217707 h 6382977"/>
              <a:gd name="connsiteX1189" fmla="*/ 4584476 w 6501199"/>
              <a:gd name="connsiteY1189" fmla="*/ 3218045 h 6382977"/>
              <a:gd name="connsiteX1190" fmla="*/ 4583486 w 6501199"/>
              <a:gd name="connsiteY1190" fmla="*/ 3227360 h 6382977"/>
              <a:gd name="connsiteX1191" fmla="*/ 4578266 w 6501199"/>
              <a:gd name="connsiteY1191" fmla="*/ 3221735 h 6382977"/>
              <a:gd name="connsiteX1192" fmla="*/ 4577310 w 6501199"/>
              <a:gd name="connsiteY1192" fmla="*/ 3218000 h 6382977"/>
              <a:gd name="connsiteX1193" fmla="*/ 4563373 w 6501199"/>
              <a:gd name="connsiteY1193" fmla="*/ 3218556 h 6382977"/>
              <a:gd name="connsiteX1194" fmla="*/ 4560550 w 6501199"/>
              <a:gd name="connsiteY1194" fmla="*/ 3216098 h 6382977"/>
              <a:gd name="connsiteX1195" fmla="*/ 4558331 w 6501199"/>
              <a:gd name="connsiteY1195" fmla="*/ 3223175 h 6382977"/>
              <a:gd name="connsiteX1196" fmla="*/ 4557766 w 6501199"/>
              <a:gd name="connsiteY1196" fmla="*/ 3224788 h 6382977"/>
              <a:gd name="connsiteX1197" fmla="*/ 4560583 w 6501199"/>
              <a:gd name="connsiteY1197" fmla="*/ 3224738 h 6382977"/>
              <a:gd name="connsiteX1198" fmla="*/ 4550850 w 6501199"/>
              <a:gd name="connsiteY1198" fmla="*/ 3239633 h 6382977"/>
              <a:gd name="connsiteX1199" fmla="*/ 4560463 w 6501199"/>
              <a:gd name="connsiteY1199" fmla="*/ 3241575 h 6382977"/>
              <a:gd name="connsiteX1200" fmla="*/ 4573091 w 6501199"/>
              <a:gd name="connsiteY1200" fmla="*/ 3238566 h 6382977"/>
              <a:gd name="connsiteX1201" fmla="*/ 4578485 w 6501199"/>
              <a:gd name="connsiteY1201" fmla="*/ 3236620 h 6382977"/>
              <a:gd name="connsiteX1202" fmla="*/ 4567988 w 6501199"/>
              <a:gd name="connsiteY1202" fmla="*/ 3234112 h 6382977"/>
              <a:gd name="connsiteX1203" fmla="*/ 4581812 w 6501199"/>
              <a:gd name="connsiteY1203" fmla="*/ 3231971 h 6382977"/>
              <a:gd name="connsiteX1204" fmla="*/ 4587224 w 6501199"/>
              <a:gd name="connsiteY1204" fmla="*/ 3223855 h 6382977"/>
              <a:gd name="connsiteX1205" fmla="*/ 4597798 w 6501199"/>
              <a:gd name="connsiteY1205" fmla="*/ 3220563 h 6382977"/>
              <a:gd name="connsiteX1206" fmla="*/ 4598066 w 6501199"/>
              <a:gd name="connsiteY1206" fmla="*/ 3216604 h 6382977"/>
              <a:gd name="connsiteX1207" fmla="*/ 4718444 w 6501199"/>
              <a:gd name="connsiteY1207" fmla="*/ 3208337 h 6382977"/>
              <a:gd name="connsiteX1208" fmla="*/ 4648950 w 6501199"/>
              <a:gd name="connsiteY1208" fmla="*/ 3219561 h 6382977"/>
              <a:gd name="connsiteX1209" fmla="*/ 4718444 w 6501199"/>
              <a:gd name="connsiteY1209" fmla="*/ 3208337 h 6382977"/>
              <a:gd name="connsiteX1210" fmla="*/ 4546902 w 6501199"/>
              <a:gd name="connsiteY1210" fmla="*/ 3204217 h 6382977"/>
              <a:gd name="connsiteX1211" fmla="*/ 4546791 w 6501199"/>
              <a:gd name="connsiteY1211" fmla="*/ 3204531 h 6382977"/>
              <a:gd name="connsiteX1212" fmla="*/ 4547126 w 6501199"/>
              <a:gd name="connsiteY1212" fmla="*/ 3204679 h 6382977"/>
              <a:gd name="connsiteX1213" fmla="*/ 4547269 w 6501199"/>
              <a:gd name="connsiteY1213" fmla="*/ 3204536 h 6382977"/>
              <a:gd name="connsiteX1214" fmla="*/ 5365205 w 6501199"/>
              <a:gd name="connsiteY1214" fmla="*/ 3203575 h 6382977"/>
              <a:gd name="connsiteX1215" fmla="*/ 5371952 w 6501199"/>
              <a:gd name="connsiteY1215" fmla="*/ 3224288 h 6382977"/>
              <a:gd name="connsiteX1216" fmla="*/ 5347450 w 6501199"/>
              <a:gd name="connsiteY1216" fmla="*/ 3222108 h 6382977"/>
              <a:gd name="connsiteX1217" fmla="*/ 5365205 w 6501199"/>
              <a:gd name="connsiteY1217" fmla="*/ 3203575 h 6382977"/>
              <a:gd name="connsiteX1218" fmla="*/ 4913134 w 6501199"/>
              <a:gd name="connsiteY1218" fmla="*/ 3201513 h 6382977"/>
              <a:gd name="connsiteX1219" fmla="*/ 4870002 w 6501199"/>
              <a:gd name="connsiteY1219" fmla="*/ 3233375 h 6382977"/>
              <a:gd name="connsiteX1220" fmla="*/ 4863173 w 6501199"/>
              <a:gd name="connsiteY1220" fmla="*/ 3215272 h 6382977"/>
              <a:gd name="connsiteX1221" fmla="*/ 4896959 w 6501199"/>
              <a:gd name="connsiteY1221" fmla="*/ 3217444 h 6382977"/>
              <a:gd name="connsiteX1222" fmla="*/ 4913134 w 6501199"/>
              <a:gd name="connsiteY1222" fmla="*/ 3201513 h 6382977"/>
              <a:gd name="connsiteX1223" fmla="*/ 4523653 w 6501199"/>
              <a:gd name="connsiteY1223" fmla="*/ 3199423 h 6382977"/>
              <a:gd name="connsiteX1224" fmla="*/ 4520691 w 6501199"/>
              <a:gd name="connsiteY1224" fmla="*/ 3205346 h 6382977"/>
              <a:gd name="connsiteX1225" fmla="*/ 4524219 w 6501199"/>
              <a:gd name="connsiteY1225" fmla="*/ 3199897 h 6382977"/>
              <a:gd name="connsiteX1226" fmla="*/ 4835505 w 6501199"/>
              <a:gd name="connsiteY1226" fmla="*/ 3198393 h 6382977"/>
              <a:gd name="connsiteX1227" fmla="*/ 4842265 w 6501199"/>
              <a:gd name="connsiteY1227" fmla="*/ 3203111 h 6382977"/>
              <a:gd name="connsiteX1228" fmla="*/ 4828643 w 6501199"/>
              <a:gd name="connsiteY1228" fmla="*/ 3205112 h 6382977"/>
              <a:gd name="connsiteX1229" fmla="*/ 4822487 w 6501199"/>
              <a:gd name="connsiteY1229" fmla="*/ 3217647 h 6382977"/>
              <a:gd name="connsiteX1230" fmla="*/ 4827972 w 6501199"/>
              <a:gd name="connsiteY1230" fmla="*/ 3219853 h 6382977"/>
              <a:gd name="connsiteX1231" fmla="*/ 4827972 w 6501199"/>
              <a:gd name="connsiteY1231" fmla="*/ 3248996 h 6382977"/>
              <a:gd name="connsiteX1232" fmla="*/ 4809288 w 6501199"/>
              <a:gd name="connsiteY1232" fmla="*/ 3222340 h 6382977"/>
              <a:gd name="connsiteX1233" fmla="*/ 4814050 w 6501199"/>
              <a:gd name="connsiteY1233" fmla="*/ 3217720 h 6382977"/>
              <a:gd name="connsiteX1234" fmla="*/ 4818093 w 6501199"/>
              <a:gd name="connsiteY1234" fmla="*/ 3217333 h 6382977"/>
              <a:gd name="connsiteX1235" fmla="*/ 4815021 w 6501199"/>
              <a:gd name="connsiteY1235" fmla="*/ 3215839 h 6382977"/>
              <a:gd name="connsiteX1236" fmla="*/ 4801264 w 6501199"/>
              <a:gd name="connsiteY1236" fmla="*/ 3212206 h 6382977"/>
              <a:gd name="connsiteX1237" fmla="*/ 4835505 w 6501199"/>
              <a:gd name="connsiteY1237" fmla="*/ 3198393 h 6382977"/>
              <a:gd name="connsiteX1238" fmla="*/ 4625264 w 6501199"/>
              <a:gd name="connsiteY1238" fmla="*/ 3182161 h 6382977"/>
              <a:gd name="connsiteX1239" fmla="*/ 4619371 w 6501199"/>
              <a:gd name="connsiteY1239" fmla="*/ 3186261 h 6382977"/>
              <a:gd name="connsiteX1240" fmla="*/ 4619621 w 6501199"/>
              <a:gd name="connsiteY1240" fmla="*/ 3186678 h 6382977"/>
              <a:gd name="connsiteX1241" fmla="*/ 4622366 w 6501199"/>
              <a:gd name="connsiteY1241" fmla="*/ 3193518 h 6382977"/>
              <a:gd name="connsiteX1242" fmla="*/ 4632627 w 6501199"/>
              <a:gd name="connsiteY1242" fmla="*/ 3190053 h 6382977"/>
              <a:gd name="connsiteX1243" fmla="*/ 4639150 w 6501199"/>
              <a:gd name="connsiteY1243" fmla="*/ 3183558 h 6382977"/>
              <a:gd name="connsiteX1244" fmla="*/ 457270 w 6501199"/>
              <a:gd name="connsiteY1244" fmla="*/ 3182026 h 6382977"/>
              <a:gd name="connsiteX1245" fmla="*/ 441428 w 6501199"/>
              <a:gd name="connsiteY1245" fmla="*/ 3220541 h 6382977"/>
              <a:gd name="connsiteX1246" fmla="*/ 457270 w 6501199"/>
              <a:gd name="connsiteY1246" fmla="*/ 3182026 h 6382977"/>
              <a:gd name="connsiteX1247" fmla="*/ 4829564 w 6501199"/>
              <a:gd name="connsiteY1247" fmla="*/ 3179666 h 6382977"/>
              <a:gd name="connsiteX1248" fmla="*/ 4813689 w 6501199"/>
              <a:gd name="connsiteY1248" fmla="*/ 3200124 h 6382977"/>
              <a:gd name="connsiteX1249" fmla="*/ 4799979 w 6501199"/>
              <a:gd name="connsiteY1249" fmla="*/ 3186485 h 6382977"/>
              <a:gd name="connsiteX1250" fmla="*/ 4763539 w 6501199"/>
              <a:gd name="connsiteY1250" fmla="*/ 3211250 h 6382977"/>
              <a:gd name="connsiteX1251" fmla="*/ 4726738 w 6501199"/>
              <a:gd name="connsiteY1251" fmla="*/ 3206584 h 6382977"/>
              <a:gd name="connsiteX1252" fmla="*/ 4829564 w 6501199"/>
              <a:gd name="connsiteY1252" fmla="*/ 3179666 h 6382977"/>
              <a:gd name="connsiteX1253" fmla="*/ 4618098 w 6501199"/>
              <a:gd name="connsiteY1253" fmla="*/ 3179455 h 6382977"/>
              <a:gd name="connsiteX1254" fmla="*/ 4615526 w 6501199"/>
              <a:gd name="connsiteY1254" fmla="*/ 3179837 h 6382977"/>
              <a:gd name="connsiteX1255" fmla="*/ 4616282 w 6501199"/>
              <a:gd name="connsiteY1255" fmla="*/ 3181101 h 6382977"/>
              <a:gd name="connsiteX1256" fmla="*/ 4617919 w 6501199"/>
              <a:gd name="connsiteY1256" fmla="*/ 3179670 h 6382977"/>
              <a:gd name="connsiteX1257" fmla="*/ 4701927 w 6501199"/>
              <a:gd name="connsiteY1257" fmla="*/ 3163636 h 6382977"/>
              <a:gd name="connsiteX1258" fmla="*/ 4673487 w 6501199"/>
              <a:gd name="connsiteY1258" fmla="*/ 3169981 h 6382977"/>
              <a:gd name="connsiteX1259" fmla="*/ 4658345 w 6501199"/>
              <a:gd name="connsiteY1259" fmla="*/ 3175229 h 6382977"/>
              <a:gd name="connsiteX1260" fmla="*/ 4656300 w 6501199"/>
              <a:gd name="connsiteY1260" fmla="*/ 3178784 h 6382977"/>
              <a:gd name="connsiteX1261" fmla="*/ 4670067 w 6501199"/>
              <a:gd name="connsiteY1261" fmla="*/ 3177497 h 6382977"/>
              <a:gd name="connsiteX1262" fmla="*/ 4695087 w 6501199"/>
              <a:gd name="connsiteY1262" fmla="*/ 3175157 h 6382977"/>
              <a:gd name="connsiteX1263" fmla="*/ 4701927 w 6501199"/>
              <a:gd name="connsiteY1263" fmla="*/ 3163636 h 6382977"/>
              <a:gd name="connsiteX1264" fmla="*/ 4856705 w 6501199"/>
              <a:gd name="connsiteY1264" fmla="*/ 3157405 h 6382977"/>
              <a:gd name="connsiteX1265" fmla="*/ 4869263 w 6501199"/>
              <a:gd name="connsiteY1265" fmla="*/ 3159059 h 6382977"/>
              <a:gd name="connsiteX1266" fmla="*/ 4844728 w 6501199"/>
              <a:gd name="connsiteY1266" fmla="*/ 3184161 h 6382977"/>
              <a:gd name="connsiteX1267" fmla="*/ 4856705 w 6501199"/>
              <a:gd name="connsiteY1267" fmla="*/ 3157405 h 6382977"/>
              <a:gd name="connsiteX1268" fmla="*/ 4741437 w 6501199"/>
              <a:gd name="connsiteY1268" fmla="*/ 3152019 h 6382977"/>
              <a:gd name="connsiteX1269" fmla="*/ 4713087 w 6501199"/>
              <a:gd name="connsiteY1269" fmla="*/ 3152475 h 6382977"/>
              <a:gd name="connsiteX1270" fmla="*/ 4710927 w 6501199"/>
              <a:gd name="connsiteY1270" fmla="*/ 3166156 h 6382977"/>
              <a:gd name="connsiteX1271" fmla="*/ 4745127 w 6501199"/>
              <a:gd name="connsiteY1271" fmla="*/ 3156795 h 6382977"/>
              <a:gd name="connsiteX1272" fmla="*/ 4741437 w 6501199"/>
              <a:gd name="connsiteY1272" fmla="*/ 3152019 h 6382977"/>
              <a:gd name="connsiteX1273" fmla="*/ 5809050 w 6501199"/>
              <a:gd name="connsiteY1273" fmla="*/ 3140075 h 6382977"/>
              <a:gd name="connsiteX1274" fmla="*/ 5790907 w 6501199"/>
              <a:gd name="connsiteY1274" fmla="*/ 3171472 h 6382977"/>
              <a:gd name="connsiteX1275" fmla="*/ 5809050 w 6501199"/>
              <a:gd name="connsiteY1275" fmla="*/ 3140075 h 6382977"/>
              <a:gd name="connsiteX1276" fmla="*/ 4785211 w 6501199"/>
              <a:gd name="connsiteY1276" fmla="*/ 3139863 h 6382977"/>
              <a:gd name="connsiteX1277" fmla="*/ 4754127 w 6501199"/>
              <a:gd name="connsiteY1277" fmla="*/ 3145635 h 6382977"/>
              <a:gd name="connsiteX1278" fmla="*/ 4765647 w 6501199"/>
              <a:gd name="connsiteY1278" fmla="*/ 3154635 h 6382977"/>
              <a:gd name="connsiteX1279" fmla="*/ 4747287 w 6501199"/>
              <a:gd name="connsiteY1279" fmla="*/ 3175157 h 6382977"/>
              <a:gd name="connsiteX1280" fmla="*/ 4773342 w 6501199"/>
              <a:gd name="connsiteY1280" fmla="*/ 3166336 h 6382977"/>
              <a:gd name="connsiteX1281" fmla="*/ 4788476 w 6501199"/>
              <a:gd name="connsiteY1281" fmla="*/ 3148062 h 6382977"/>
              <a:gd name="connsiteX1282" fmla="*/ 4783447 w 6501199"/>
              <a:gd name="connsiteY1282" fmla="*/ 3145174 h 6382977"/>
              <a:gd name="connsiteX1283" fmla="*/ 4785213 w 6501199"/>
              <a:gd name="connsiteY1283" fmla="*/ 3140708 h 6382977"/>
              <a:gd name="connsiteX1284" fmla="*/ 4785994 w 6501199"/>
              <a:gd name="connsiteY1284" fmla="*/ 3140720 h 6382977"/>
              <a:gd name="connsiteX1285" fmla="*/ 4865656 w 6501199"/>
              <a:gd name="connsiteY1285" fmla="*/ 3139353 h 6382977"/>
              <a:gd name="connsiteX1286" fmla="*/ 4868608 w 6501199"/>
              <a:gd name="connsiteY1286" fmla="*/ 3140144 h 6382977"/>
              <a:gd name="connsiteX1287" fmla="*/ 4870408 w 6501199"/>
              <a:gd name="connsiteY1287" fmla="*/ 3143115 h 6382977"/>
              <a:gd name="connsiteX1288" fmla="*/ 4864177 w 6501199"/>
              <a:gd name="connsiteY1288" fmla="*/ 3138183 h 6382977"/>
              <a:gd name="connsiteX1289" fmla="*/ 4865656 w 6501199"/>
              <a:gd name="connsiteY1289" fmla="*/ 3139353 h 6382977"/>
              <a:gd name="connsiteX1290" fmla="*/ 4863568 w 6501199"/>
              <a:gd name="connsiteY1290" fmla="*/ 3138794 h 6382977"/>
              <a:gd name="connsiteX1291" fmla="*/ 307698 w 6501199"/>
              <a:gd name="connsiteY1291" fmla="*/ 3133323 h 6382977"/>
              <a:gd name="connsiteX1292" fmla="*/ 341705 w 6501199"/>
              <a:gd name="connsiteY1292" fmla="*/ 3133323 h 6382977"/>
              <a:gd name="connsiteX1293" fmla="*/ 312351 w 6501199"/>
              <a:gd name="connsiteY1293" fmla="*/ 3154037 h 6382977"/>
              <a:gd name="connsiteX1294" fmla="*/ 307698 w 6501199"/>
              <a:gd name="connsiteY1294" fmla="*/ 3133323 h 6382977"/>
              <a:gd name="connsiteX1295" fmla="*/ 5251836 w 6501199"/>
              <a:gd name="connsiteY1295" fmla="*/ 3124200 h 6382977"/>
              <a:gd name="connsiteX1296" fmla="*/ 5217275 w 6501199"/>
              <a:gd name="connsiteY1296" fmla="*/ 3149274 h 6382977"/>
              <a:gd name="connsiteX1297" fmla="*/ 5251836 w 6501199"/>
              <a:gd name="connsiteY1297" fmla="*/ 3124200 h 6382977"/>
              <a:gd name="connsiteX1298" fmla="*/ 4829368 w 6501199"/>
              <a:gd name="connsiteY1298" fmla="*/ 3118273 h 6382977"/>
              <a:gd name="connsiteX1299" fmla="*/ 4821943 w 6501199"/>
              <a:gd name="connsiteY1299" fmla="*/ 3129974 h 6382977"/>
              <a:gd name="connsiteX1300" fmla="*/ 4819751 w 6501199"/>
              <a:gd name="connsiteY1300" fmla="*/ 3131249 h 6382977"/>
              <a:gd name="connsiteX1301" fmla="*/ 4819546 w 6501199"/>
              <a:gd name="connsiteY1301" fmla="*/ 3136770 h 6382977"/>
              <a:gd name="connsiteX1302" fmla="*/ 4808694 w 6501199"/>
              <a:gd name="connsiteY1302" fmla="*/ 3147965 h 6382977"/>
              <a:gd name="connsiteX1303" fmla="*/ 4800899 w 6501199"/>
              <a:gd name="connsiteY1303" fmla="*/ 3149873 h 6382977"/>
              <a:gd name="connsiteX1304" fmla="*/ 4799313 w 6501199"/>
              <a:gd name="connsiteY1304" fmla="*/ 3155260 h 6382977"/>
              <a:gd name="connsiteX1305" fmla="*/ 4806688 w 6501199"/>
              <a:gd name="connsiteY1305" fmla="*/ 3161476 h 6382977"/>
              <a:gd name="connsiteX1306" fmla="*/ 4840528 w 6501199"/>
              <a:gd name="connsiteY1306" fmla="*/ 3129794 h 6382977"/>
              <a:gd name="connsiteX1307" fmla="*/ 4839623 w 6501199"/>
              <a:gd name="connsiteY1307" fmla="*/ 3124398 h 6382977"/>
              <a:gd name="connsiteX1308" fmla="*/ 4836450 w 6501199"/>
              <a:gd name="connsiteY1308" fmla="*/ 3123947 h 6382977"/>
              <a:gd name="connsiteX1309" fmla="*/ 4830628 w 6501199"/>
              <a:gd name="connsiteY1309" fmla="*/ 3118783 h 6382977"/>
              <a:gd name="connsiteX1310" fmla="*/ 5750351 w 6501199"/>
              <a:gd name="connsiteY1310" fmla="*/ 3106737 h 6382977"/>
              <a:gd name="connsiteX1311" fmla="*/ 5750351 w 6501199"/>
              <a:gd name="connsiteY1311" fmla="*/ 3122730 h 6382977"/>
              <a:gd name="connsiteX1312" fmla="*/ 5772803 w 6501199"/>
              <a:gd name="connsiteY1312" fmla="*/ 3120242 h 6382977"/>
              <a:gd name="connsiteX1313" fmla="*/ 5770665 w 6501199"/>
              <a:gd name="connsiteY1313" fmla="*/ 3145121 h 6382977"/>
              <a:gd name="connsiteX1314" fmla="*/ 5736809 w 6501199"/>
              <a:gd name="connsiteY1314" fmla="*/ 3142633 h 6382977"/>
              <a:gd name="connsiteX1315" fmla="*/ 5750351 w 6501199"/>
              <a:gd name="connsiteY1315" fmla="*/ 3106737 h 6382977"/>
              <a:gd name="connsiteX1316" fmla="*/ 5484769 w 6501199"/>
              <a:gd name="connsiteY1316" fmla="*/ 3106737 h 6382977"/>
              <a:gd name="connsiteX1317" fmla="*/ 5484769 w 6501199"/>
              <a:gd name="connsiteY1317" fmla="*/ 3131779 h 6382977"/>
              <a:gd name="connsiteX1318" fmla="*/ 5484769 w 6501199"/>
              <a:gd name="connsiteY1318" fmla="*/ 3106737 h 6382977"/>
              <a:gd name="connsiteX1319" fmla="*/ 4924008 w 6501199"/>
              <a:gd name="connsiteY1319" fmla="*/ 3097051 h 6382977"/>
              <a:gd name="connsiteX1320" fmla="*/ 4910710 w 6501199"/>
              <a:gd name="connsiteY1320" fmla="*/ 3097739 h 6382977"/>
              <a:gd name="connsiteX1321" fmla="*/ 4902350 w 6501199"/>
              <a:gd name="connsiteY1321" fmla="*/ 3103403 h 6382977"/>
              <a:gd name="connsiteX1322" fmla="*/ 4902135 w 6501199"/>
              <a:gd name="connsiteY1322" fmla="*/ 3105321 h 6382977"/>
              <a:gd name="connsiteX1323" fmla="*/ 4912776 w 6501199"/>
              <a:gd name="connsiteY1323" fmla="*/ 3102100 h 6382977"/>
              <a:gd name="connsiteX1324" fmla="*/ 5508494 w 6501199"/>
              <a:gd name="connsiteY1324" fmla="*/ 3087687 h 6382977"/>
              <a:gd name="connsiteX1325" fmla="*/ 5513080 w 6501199"/>
              <a:gd name="connsiteY1325" fmla="*/ 3101826 h 6382977"/>
              <a:gd name="connsiteX1326" fmla="*/ 5519782 w 6501199"/>
              <a:gd name="connsiteY1326" fmla="*/ 3094756 h 6382977"/>
              <a:gd name="connsiteX1327" fmla="*/ 5504260 w 6501199"/>
              <a:gd name="connsiteY1327" fmla="*/ 3108895 h 6382977"/>
              <a:gd name="connsiteX1328" fmla="*/ 5495088 w 6501199"/>
              <a:gd name="connsiteY1328" fmla="*/ 3096989 h 6382977"/>
              <a:gd name="connsiteX1329" fmla="*/ 5508494 w 6501199"/>
              <a:gd name="connsiteY1329" fmla="*/ 3087687 h 6382977"/>
              <a:gd name="connsiteX1330" fmla="*/ 236622 w 6501199"/>
              <a:gd name="connsiteY1330" fmla="*/ 3068637 h 6382977"/>
              <a:gd name="connsiteX1331" fmla="*/ 257055 w 6501199"/>
              <a:gd name="connsiteY1331" fmla="*/ 3125043 h 6382977"/>
              <a:gd name="connsiteX1332" fmla="*/ 268526 w 6501199"/>
              <a:gd name="connsiteY1332" fmla="*/ 3122901 h 6382977"/>
              <a:gd name="connsiteX1333" fmla="*/ 266016 w 6501199"/>
              <a:gd name="connsiteY1333" fmla="*/ 3093627 h 6382977"/>
              <a:gd name="connsiteX1334" fmla="*/ 306882 w 6501199"/>
              <a:gd name="connsiteY1334" fmla="*/ 3086844 h 6382977"/>
              <a:gd name="connsiteX1335" fmla="*/ 270676 w 6501199"/>
              <a:gd name="connsiteY1335" fmla="*/ 3133968 h 6382977"/>
              <a:gd name="connsiteX1336" fmla="*/ 232320 w 6501199"/>
              <a:gd name="connsiteY1336" fmla="*/ 3142893 h 6382977"/>
              <a:gd name="connsiteX1337" fmla="*/ 211888 w 6501199"/>
              <a:gd name="connsiteY1337" fmla="*/ 3111477 h 6382977"/>
              <a:gd name="connsiteX1338" fmla="*/ 234471 w 6501199"/>
              <a:gd name="connsiteY1338" fmla="*/ 3093627 h 6382977"/>
              <a:gd name="connsiteX1339" fmla="*/ 236622 w 6501199"/>
              <a:gd name="connsiteY1339" fmla="*/ 3068637 h 6382977"/>
              <a:gd name="connsiteX1340" fmla="*/ 272159 w 6501199"/>
              <a:gd name="connsiteY1340" fmla="*/ 3056008 h 6382977"/>
              <a:gd name="connsiteX1341" fmla="*/ 288212 w 6501199"/>
              <a:gd name="connsiteY1341" fmla="*/ 3080980 h 6382977"/>
              <a:gd name="connsiteX1342" fmla="*/ 270018 w 6501199"/>
              <a:gd name="connsiteY1342" fmla="*/ 3076342 h 6382977"/>
              <a:gd name="connsiteX1343" fmla="*/ 272159 w 6501199"/>
              <a:gd name="connsiteY1343" fmla="*/ 3056008 h 6382977"/>
              <a:gd name="connsiteX1344" fmla="*/ 4215383 w 6501199"/>
              <a:gd name="connsiteY1344" fmla="*/ 3048428 h 6382977"/>
              <a:gd name="connsiteX1345" fmla="*/ 4196573 w 6501199"/>
              <a:gd name="connsiteY1345" fmla="*/ 3051972 h 6382977"/>
              <a:gd name="connsiteX1346" fmla="*/ 4192107 w 6501199"/>
              <a:gd name="connsiteY1346" fmla="*/ 3052195 h 6382977"/>
              <a:gd name="connsiteX1347" fmla="*/ 4192450 w 6501199"/>
              <a:gd name="connsiteY1347" fmla="*/ 3054006 h 6382977"/>
              <a:gd name="connsiteX1348" fmla="*/ 4201265 w 6501199"/>
              <a:gd name="connsiteY1348" fmla="*/ 3054090 h 6382977"/>
              <a:gd name="connsiteX1349" fmla="*/ 4199927 w 6501199"/>
              <a:gd name="connsiteY1349" fmla="*/ 3058818 h 6382977"/>
              <a:gd name="connsiteX1350" fmla="*/ 4205123 w 6501199"/>
              <a:gd name="connsiteY1350" fmla="*/ 3058689 h 6382977"/>
              <a:gd name="connsiteX1351" fmla="*/ 4237883 w 6501199"/>
              <a:gd name="connsiteY1351" fmla="*/ 3061389 h 6382977"/>
              <a:gd name="connsiteX1352" fmla="*/ 4215383 w 6501199"/>
              <a:gd name="connsiteY1352" fmla="*/ 3048428 h 6382977"/>
              <a:gd name="connsiteX1353" fmla="*/ 4388844 w 6501199"/>
              <a:gd name="connsiteY1353" fmla="*/ 3045528 h 6382977"/>
              <a:gd name="connsiteX1354" fmla="*/ 4383325 w 6501199"/>
              <a:gd name="connsiteY1354" fmla="*/ 3048068 h 6382977"/>
              <a:gd name="connsiteX1355" fmla="*/ 4388506 w 6501199"/>
              <a:gd name="connsiteY1355" fmla="*/ 3047689 h 6382977"/>
              <a:gd name="connsiteX1356" fmla="*/ 4306351 w 6501199"/>
              <a:gd name="connsiteY1356" fmla="*/ 3042775 h 6382977"/>
              <a:gd name="connsiteX1357" fmla="*/ 4293955 w 6501199"/>
              <a:gd name="connsiteY1357" fmla="*/ 3045572 h 6382977"/>
              <a:gd name="connsiteX1358" fmla="*/ 4292058 w 6501199"/>
              <a:gd name="connsiteY1358" fmla="*/ 3047264 h 6382977"/>
              <a:gd name="connsiteX1359" fmla="*/ 4288455 w 6501199"/>
              <a:gd name="connsiteY1359" fmla="*/ 3048398 h 6382977"/>
              <a:gd name="connsiteX1360" fmla="*/ 4278406 w 6501199"/>
              <a:gd name="connsiteY1360" fmla="*/ 3053609 h 6382977"/>
              <a:gd name="connsiteX1361" fmla="*/ 4265243 w 6501199"/>
              <a:gd name="connsiteY1361" fmla="*/ 3059229 h 6382977"/>
              <a:gd name="connsiteX1362" fmla="*/ 4310604 w 6501199"/>
              <a:gd name="connsiteY1362" fmla="*/ 3052748 h 6382977"/>
              <a:gd name="connsiteX1363" fmla="*/ 4308468 w 6501199"/>
              <a:gd name="connsiteY1363" fmla="*/ 3047738 h 6382977"/>
              <a:gd name="connsiteX1364" fmla="*/ 4308197 w 6501199"/>
              <a:gd name="connsiteY1364" fmla="*/ 3047610 h 6382977"/>
              <a:gd name="connsiteX1365" fmla="*/ 4308331 w 6501199"/>
              <a:gd name="connsiteY1365" fmla="*/ 3047416 h 6382977"/>
              <a:gd name="connsiteX1366" fmla="*/ 5868122 w 6501199"/>
              <a:gd name="connsiteY1366" fmla="*/ 3040271 h 6382977"/>
              <a:gd name="connsiteX1367" fmla="*/ 5877321 w 6501199"/>
              <a:gd name="connsiteY1367" fmla="*/ 3045827 h 6382977"/>
              <a:gd name="connsiteX1368" fmla="*/ 5852879 w 6501199"/>
              <a:gd name="connsiteY1368" fmla="*/ 3068275 h 6382977"/>
              <a:gd name="connsiteX1369" fmla="*/ 5868122 w 6501199"/>
              <a:gd name="connsiteY1369" fmla="*/ 3040271 h 6382977"/>
              <a:gd name="connsiteX1370" fmla="*/ 4407815 w 6501199"/>
              <a:gd name="connsiteY1370" fmla="*/ 3036798 h 6382977"/>
              <a:gd name="connsiteX1371" fmla="*/ 4405764 w 6501199"/>
              <a:gd name="connsiteY1371" fmla="*/ 3037741 h 6382977"/>
              <a:gd name="connsiteX1372" fmla="*/ 4408287 w 6501199"/>
              <a:gd name="connsiteY1372" fmla="*/ 3038609 h 6382977"/>
              <a:gd name="connsiteX1373" fmla="*/ 4095727 w 6501199"/>
              <a:gd name="connsiteY1373" fmla="*/ 3030787 h 6382977"/>
              <a:gd name="connsiteX1374" fmla="*/ 4078762 w 6501199"/>
              <a:gd name="connsiteY1374" fmla="*/ 3032227 h 6382977"/>
              <a:gd name="connsiteX1375" fmla="*/ 4078350 w 6501199"/>
              <a:gd name="connsiteY1375" fmla="*/ 3033432 h 6382977"/>
              <a:gd name="connsiteX1376" fmla="*/ 4078493 w 6501199"/>
              <a:gd name="connsiteY1376" fmla="*/ 3033929 h 6382977"/>
              <a:gd name="connsiteX1377" fmla="*/ 4078252 w 6501199"/>
              <a:gd name="connsiteY1377" fmla="*/ 3033717 h 6382977"/>
              <a:gd name="connsiteX1378" fmla="*/ 4075297 w 6501199"/>
              <a:gd name="connsiteY1378" fmla="*/ 3042353 h 6382977"/>
              <a:gd name="connsiteX1379" fmla="*/ 4072940 w 6501199"/>
              <a:gd name="connsiteY1379" fmla="*/ 3046251 h 6382977"/>
              <a:gd name="connsiteX1380" fmla="*/ 4071466 w 6501199"/>
              <a:gd name="connsiteY1380" fmla="*/ 3047470 h 6382977"/>
              <a:gd name="connsiteX1381" fmla="*/ 4070645 w 6501199"/>
              <a:gd name="connsiteY1381" fmla="*/ 3052611 h 6382977"/>
              <a:gd name="connsiteX1382" fmla="*/ 4067967 w 6501199"/>
              <a:gd name="connsiteY1382" fmla="*/ 3052987 h 6382977"/>
              <a:gd name="connsiteX1383" fmla="*/ 4075128 w 6501199"/>
              <a:gd name="connsiteY1383" fmla="*/ 3053581 h 6382977"/>
              <a:gd name="connsiteX1384" fmla="*/ 4098922 w 6501199"/>
              <a:gd name="connsiteY1384" fmla="*/ 3041228 h 6382977"/>
              <a:gd name="connsiteX1385" fmla="*/ 4100954 w 6501199"/>
              <a:gd name="connsiteY1385" fmla="*/ 3033265 h 6382977"/>
              <a:gd name="connsiteX1386" fmla="*/ 4100871 w 6501199"/>
              <a:gd name="connsiteY1386" fmla="*/ 3033087 h 6382977"/>
              <a:gd name="connsiteX1387" fmla="*/ 4032443 w 6501199"/>
              <a:gd name="connsiteY1387" fmla="*/ 3029717 h 6382977"/>
              <a:gd name="connsiteX1388" fmla="*/ 4031748 w 6501199"/>
              <a:gd name="connsiteY1388" fmla="*/ 3034279 h 6382977"/>
              <a:gd name="connsiteX1389" fmla="*/ 4035202 w 6501199"/>
              <a:gd name="connsiteY1389" fmla="*/ 3030067 h 6382977"/>
              <a:gd name="connsiteX1390" fmla="*/ 4335804 w 6501199"/>
              <a:gd name="connsiteY1390" fmla="*/ 3027547 h 6382977"/>
              <a:gd name="connsiteX1391" fmla="*/ 4335394 w 6501199"/>
              <a:gd name="connsiteY1391" fmla="*/ 3028367 h 6382977"/>
              <a:gd name="connsiteX1392" fmla="*/ 4336572 w 6501199"/>
              <a:gd name="connsiteY1392" fmla="*/ 3028072 h 6382977"/>
              <a:gd name="connsiteX1393" fmla="*/ 5916912 w 6501199"/>
              <a:gd name="connsiteY1393" fmla="*/ 3025775 h 6382977"/>
              <a:gd name="connsiteX1394" fmla="*/ 5894001 w 6501199"/>
              <a:gd name="connsiteY1394" fmla="*/ 3060332 h 6382977"/>
              <a:gd name="connsiteX1395" fmla="*/ 5916912 w 6501199"/>
              <a:gd name="connsiteY1395" fmla="*/ 3025775 h 6382977"/>
              <a:gd name="connsiteX1396" fmla="*/ 4193693 w 6501199"/>
              <a:gd name="connsiteY1396" fmla="*/ 3015486 h 6382977"/>
              <a:gd name="connsiteX1397" fmla="*/ 4183163 w 6501199"/>
              <a:gd name="connsiteY1397" fmla="*/ 3023226 h 6382977"/>
              <a:gd name="connsiteX1398" fmla="*/ 4192937 w 6501199"/>
              <a:gd name="connsiteY1398" fmla="*/ 3024900 h 6382977"/>
              <a:gd name="connsiteX1399" fmla="*/ 4194425 w 6501199"/>
              <a:gd name="connsiteY1399" fmla="*/ 3022768 h 6382977"/>
              <a:gd name="connsiteX1400" fmla="*/ 4194080 w 6501199"/>
              <a:gd name="connsiteY1400" fmla="*/ 3025096 h 6382977"/>
              <a:gd name="connsiteX1401" fmla="*/ 4197878 w 6501199"/>
              <a:gd name="connsiteY1401" fmla="*/ 3025746 h 6382977"/>
              <a:gd name="connsiteX1402" fmla="*/ 4205843 w 6501199"/>
              <a:gd name="connsiteY1402" fmla="*/ 3016386 h 6382977"/>
              <a:gd name="connsiteX1403" fmla="*/ 4193693 w 6501199"/>
              <a:gd name="connsiteY1403" fmla="*/ 3015486 h 6382977"/>
              <a:gd name="connsiteX1404" fmla="*/ 4361576 w 6501199"/>
              <a:gd name="connsiteY1404" fmla="*/ 3011879 h 6382977"/>
              <a:gd name="connsiteX1405" fmla="*/ 4357928 w 6501199"/>
              <a:gd name="connsiteY1405" fmla="*/ 3015297 h 6382977"/>
              <a:gd name="connsiteX1406" fmla="*/ 4360644 w 6501199"/>
              <a:gd name="connsiteY1406" fmla="*/ 3016386 h 6382977"/>
              <a:gd name="connsiteX1407" fmla="*/ 4072727 w 6501199"/>
              <a:gd name="connsiteY1407" fmla="*/ 3011063 h 6382977"/>
              <a:gd name="connsiteX1408" fmla="*/ 4071568 w 6501199"/>
              <a:gd name="connsiteY1408" fmla="*/ 3011132 h 6382977"/>
              <a:gd name="connsiteX1409" fmla="*/ 4071111 w 6501199"/>
              <a:gd name="connsiteY1409" fmla="*/ 3011435 h 6382977"/>
              <a:gd name="connsiteX1410" fmla="*/ 4072102 w 6501199"/>
              <a:gd name="connsiteY1410" fmla="*/ 3011743 h 6382977"/>
              <a:gd name="connsiteX1411" fmla="*/ 4074764 w 6501199"/>
              <a:gd name="connsiteY1411" fmla="*/ 3020983 h 6382977"/>
              <a:gd name="connsiteX1412" fmla="*/ 4083892 w 6501199"/>
              <a:gd name="connsiteY1412" fmla="*/ 3019986 h 6382977"/>
              <a:gd name="connsiteX1413" fmla="*/ 4095131 w 6501199"/>
              <a:gd name="connsiteY1413" fmla="*/ 3020875 h 6382977"/>
              <a:gd name="connsiteX1414" fmla="*/ 4095170 w 6501199"/>
              <a:gd name="connsiteY1414" fmla="*/ 3020909 h 6382977"/>
              <a:gd name="connsiteX1415" fmla="*/ 4094913 w 6501199"/>
              <a:gd name="connsiteY1415" fmla="*/ 3020360 h 6382977"/>
              <a:gd name="connsiteX1416" fmla="*/ 4110618 w 6501199"/>
              <a:gd name="connsiteY1416" fmla="*/ 3016099 h 6382977"/>
              <a:gd name="connsiteX1417" fmla="*/ 4116136 w 6501199"/>
              <a:gd name="connsiteY1417" fmla="*/ 3015796 h 6382977"/>
              <a:gd name="connsiteX1418" fmla="*/ 4117283 w 6501199"/>
              <a:gd name="connsiteY1418" fmla="*/ 3013866 h 6382977"/>
              <a:gd name="connsiteX1419" fmla="*/ 4093482 w 6501199"/>
              <a:gd name="connsiteY1419" fmla="*/ 3011102 h 6382977"/>
              <a:gd name="connsiteX1420" fmla="*/ 4091641 w 6501199"/>
              <a:gd name="connsiteY1420" fmla="*/ 3011720 h 6382977"/>
              <a:gd name="connsiteX1421" fmla="*/ 4076380 w 6501199"/>
              <a:gd name="connsiteY1421" fmla="*/ 3012563 h 6382977"/>
              <a:gd name="connsiteX1422" fmla="*/ 4367008 w 6501199"/>
              <a:gd name="connsiteY1422" fmla="*/ 3006788 h 6382977"/>
              <a:gd name="connsiteX1423" fmla="*/ 4366487 w 6501199"/>
              <a:gd name="connsiteY1423" fmla="*/ 3007276 h 6382977"/>
              <a:gd name="connsiteX1424" fmla="*/ 4367461 w 6501199"/>
              <a:gd name="connsiteY1424" fmla="*/ 3007031 h 6382977"/>
              <a:gd name="connsiteX1425" fmla="*/ 4367450 w 6501199"/>
              <a:gd name="connsiteY1425" fmla="*/ 3007008 h 6382977"/>
              <a:gd name="connsiteX1426" fmla="*/ 4324238 w 6501199"/>
              <a:gd name="connsiteY1426" fmla="*/ 3006301 h 6382977"/>
              <a:gd name="connsiteX1427" fmla="*/ 4315284 w 6501199"/>
              <a:gd name="connsiteY1427" fmla="*/ 3011706 h 6382977"/>
              <a:gd name="connsiteX1428" fmla="*/ 4337964 w 6501199"/>
              <a:gd name="connsiteY1428" fmla="*/ 3012290 h 6382977"/>
              <a:gd name="connsiteX1429" fmla="*/ 4338159 w 6501199"/>
              <a:gd name="connsiteY1429" fmla="*/ 3012281 h 6382977"/>
              <a:gd name="connsiteX1430" fmla="*/ 4324039 w 6501199"/>
              <a:gd name="connsiteY1430" fmla="*/ 3006568 h 6382977"/>
              <a:gd name="connsiteX1431" fmla="*/ 5786830 w 6501199"/>
              <a:gd name="connsiteY1431" fmla="*/ 2997200 h 6382977"/>
              <a:gd name="connsiteX1432" fmla="*/ 5739563 w 6501199"/>
              <a:gd name="connsiteY1432" fmla="*/ 3055579 h 6382977"/>
              <a:gd name="connsiteX1433" fmla="*/ 5786830 w 6501199"/>
              <a:gd name="connsiteY1433" fmla="*/ 2997200 h 6382977"/>
              <a:gd name="connsiteX1434" fmla="*/ 3630322 w 6501199"/>
              <a:gd name="connsiteY1434" fmla="*/ 2994339 h 6382977"/>
              <a:gd name="connsiteX1435" fmla="*/ 3621390 w 6501199"/>
              <a:gd name="connsiteY1435" fmla="*/ 3001287 h 6382977"/>
              <a:gd name="connsiteX1436" fmla="*/ 3621348 w 6501199"/>
              <a:gd name="connsiteY1436" fmla="*/ 3004042 h 6382977"/>
              <a:gd name="connsiteX1437" fmla="*/ 3627725 w 6501199"/>
              <a:gd name="connsiteY1437" fmla="*/ 3009088 h 6382977"/>
              <a:gd name="connsiteX1438" fmla="*/ 4547065 w 6501199"/>
              <a:gd name="connsiteY1438" fmla="*/ 2992982 h 6382977"/>
              <a:gd name="connsiteX1439" fmla="*/ 4537162 w 6501199"/>
              <a:gd name="connsiteY1439" fmla="*/ 2993210 h 6382977"/>
              <a:gd name="connsiteX1440" fmla="*/ 4540466 w 6501199"/>
              <a:gd name="connsiteY1440" fmla="*/ 3003373 h 6382977"/>
              <a:gd name="connsiteX1441" fmla="*/ 4544423 w 6501199"/>
              <a:gd name="connsiteY1441" fmla="*/ 3006464 h 6382977"/>
              <a:gd name="connsiteX1442" fmla="*/ 4545360 w 6501199"/>
              <a:gd name="connsiteY1442" fmla="*/ 3005810 h 6382977"/>
              <a:gd name="connsiteX1443" fmla="*/ 4547126 w 6501199"/>
              <a:gd name="connsiteY1443" fmla="*/ 2998025 h 6382977"/>
              <a:gd name="connsiteX1444" fmla="*/ 4547711 w 6501199"/>
              <a:gd name="connsiteY1444" fmla="*/ 3004865 h 6382977"/>
              <a:gd name="connsiteX1445" fmla="*/ 4550589 w 6501199"/>
              <a:gd name="connsiteY1445" fmla="*/ 3009673 h 6382977"/>
              <a:gd name="connsiteX1446" fmla="*/ 4560583 w 6501199"/>
              <a:gd name="connsiteY1446" fmla="*/ 3004408 h 6382977"/>
              <a:gd name="connsiteX1447" fmla="*/ 4551447 w 6501199"/>
              <a:gd name="connsiteY1447" fmla="*/ 2997297 h 6382977"/>
              <a:gd name="connsiteX1448" fmla="*/ 4603788 w 6501199"/>
              <a:gd name="connsiteY1448" fmla="*/ 2992887 h 6382977"/>
              <a:gd name="connsiteX1449" fmla="*/ 4603654 w 6501199"/>
              <a:gd name="connsiteY1449" fmla="*/ 2993581 h 6382977"/>
              <a:gd name="connsiteX1450" fmla="*/ 4605583 w 6501199"/>
              <a:gd name="connsiteY1450" fmla="*/ 2993342 h 6382977"/>
              <a:gd name="connsiteX1451" fmla="*/ 538976 w 6501199"/>
              <a:gd name="connsiteY1451" fmla="*/ 2991057 h 6382977"/>
              <a:gd name="connsiteX1452" fmla="*/ 505155 w 6501199"/>
              <a:gd name="connsiteY1452" fmla="*/ 3020769 h 6382977"/>
              <a:gd name="connsiteX1453" fmla="*/ 566361 w 6501199"/>
              <a:gd name="connsiteY1453" fmla="*/ 3018610 h 6382977"/>
              <a:gd name="connsiteX1454" fmla="*/ 555200 w 6501199"/>
              <a:gd name="connsiteY1454" fmla="*/ 2991254 h 6382977"/>
              <a:gd name="connsiteX1455" fmla="*/ 538976 w 6501199"/>
              <a:gd name="connsiteY1455" fmla="*/ 2991057 h 6382977"/>
              <a:gd name="connsiteX1456" fmla="*/ 5461339 w 6501199"/>
              <a:gd name="connsiteY1456" fmla="*/ 2990762 h 6382977"/>
              <a:gd name="connsiteX1457" fmla="*/ 5415602 w 6501199"/>
              <a:gd name="connsiteY1457" fmla="*/ 3031765 h 6382977"/>
              <a:gd name="connsiteX1458" fmla="*/ 5408760 w 6501199"/>
              <a:gd name="connsiteY1458" fmla="*/ 3018098 h 6382977"/>
              <a:gd name="connsiteX1459" fmla="*/ 5395075 w 6501199"/>
              <a:gd name="connsiteY1459" fmla="*/ 3022773 h 6382977"/>
              <a:gd name="connsiteX1460" fmla="*/ 5461339 w 6501199"/>
              <a:gd name="connsiteY1460" fmla="*/ 2990762 h 6382977"/>
              <a:gd name="connsiteX1461" fmla="*/ 4622150 w 6501199"/>
              <a:gd name="connsiteY1461" fmla="*/ 2990727 h 6382977"/>
              <a:gd name="connsiteX1462" fmla="*/ 4622069 w 6501199"/>
              <a:gd name="connsiteY1462" fmla="*/ 2991295 h 6382977"/>
              <a:gd name="connsiteX1463" fmla="*/ 4622890 w 6501199"/>
              <a:gd name="connsiteY1463" fmla="*/ 2991193 h 6382977"/>
              <a:gd name="connsiteX1464" fmla="*/ 3933222 w 6501199"/>
              <a:gd name="connsiteY1464" fmla="*/ 2990008 h 6382977"/>
              <a:gd name="connsiteX1465" fmla="*/ 3933123 w 6501199"/>
              <a:gd name="connsiteY1465" fmla="*/ 2990039 h 6382977"/>
              <a:gd name="connsiteX1466" fmla="*/ 3921218 w 6501199"/>
              <a:gd name="connsiteY1466" fmla="*/ 2993671 h 6382977"/>
              <a:gd name="connsiteX1467" fmla="*/ 3923123 w 6501199"/>
              <a:gd name="connsiteY1467" fmla="*/ 2996117 h 6382977"/>
              <a:gd name="connsiteX1468" fmla="*/ 3927336 w 6501199"/>
              <a:gd name="connsiteY1468" fmla="*/ 2996089 h 6382977"/>
              <a:gd name="connsiteX1469" fmla="*/ 3932141 w 6501199"/>
              <a:gd name="connsiteY1469" fmla="*/ 2995950 h 6382977"/>
              <a:gd name="connsiteX1470" fmla="*/ 3933578 w 6501199"/>
              <a:gd name="connsiteY1470" fmla="*/ 2991132 h 6382977"/>
              <a:gd name="connsiteX1471" fmla="*/ 4691017 w 6501199"/>
              <a:gd name="connsiteY1471" fmla="*/ 2986554 h 6382977"/>
              <a:gd name="connsiteX1472" fmla="*/ 4673534 w 6501199"/>
              <a:gd name="connsiteY1472" fmla="*/ 2992381 h 6382977"/>
              <a:gd name="connsiteX1473" fmla="*/ 4672894 w 6501199"/>
              <a:gd name="connsiteY1473" fmla="*/ 2992111 h 6382977"/>
              <a:gd name="connsiteX1474" fmla="*/ 4668329 w 6501199"/>
              <a:gd name="connsiteY1474" fmla="*/ 2994998 h 6382977"/>
              <a:gd name="connsiteX1475" fmla="*/ 4658727 w 6501199"/>
              <a:gd name="connsiteY1475" fmla="*/ 2998025 h 6382977"/>
              <a:gd name="connsiteX1476" fmla="*/ 4670247 w 6501199"/>
              <a:gd name="connsiteY1476" fmla="*/ 3007025 h 6382977"/>
              <a:gd name="connsiteX1477" fmla="*/ 4672623 w 6501199"/>
              <a:gd name="connsiteY1477" fmla="*/ 3004262 h 6382977"/>
              <a:gd name="connsiteX1478" fmla="*/ 4672837 w 6501199"/>
              <a:gd name="connsiteY1478" fmla="*/ 3001962 h 6382977"/>
              <a:gd name="connsiteX1479" fmla="*/ 4673723 w 6501199"/>
              <a:gd name="connsiteY1479" fmla="*/ 3002982 h 6382977"/>
              <a:gd name="connsiteX1480" fmla="*/ 4675973 w 6501199"/>
              <a:gd name="connsiteY1480" fmla="*/ 3000365 h 6382977"/>
              <a:gd name="connsiteX1481" fmla="*/ 4699767 w 6501199"/>
              <a:gd name="connsiteY1481" fmla="*/ 2989024 h 6382977"/>
              <a:gd name="connsiteX1482" fmla="*/ 4711900 w 6501199"/>
              <a:gd name="connsiteY1482" fmla="*/ 2983694 h 6382977"/>
              <a:gd name="connsiteX1483" fmla="*/ 4710927 w 6501199"/>
              <a:gd name="connsiteY1483" fmla="*/ 2984344 h 6382977"/>
              <a:gd name="connsiteX1484" fmla="*/ 4712850 w 6501199"/>
              <a:gd name="connsiteY1484" fmla="*/ 2984539 h 6382977"/>
              <a:gd name="connsiteX1485" fmla="*/ 4607966 w 6501199"/>
              <a:gd name="connsiteY1485" fmla="*/ 2978493 h 6382977"/>
              <a:gd name="connsiteX1486" fmla="*/ 4596786 w 6501199"/>
              <a:gd name="connsiteY1486" fmla="*/ 2983152 h 6382977"/>
              <a:gd name="connsiteX1487" fmla="*/ 4612789 w 6501199"/>
              <a:gd name="connsiteY1487" fmla="*/ 2988567 h 6382977"/>
              <a:gd name="connsiteX1488" fmla="*/ 4622363 w 6501199"/>
              <a:gd name="connsiteY1488" fmla="*/ 2980040 h 6382977"/>
              <a:gd name="connsiteX1489" fmla="*/ 5805651 w 6501199"/>
              <a:gd name="connsiteY1489" fmla="*/ 2971949 h 6382977"/>
              <a:gd name="connsiteX1490" fmla="*/ 5812230 w 6501199"/>
              <a:gd name="connsiteY1490" fmla="*/ 2976509 h 6382977"/>
              <a:gd name="connsiteX1491" fmla="*/ 5793985 w 6501199"/>
              <a:gd name="connsiteY1491" fmla="*/ 2996843 h 6382977"/>
              <a:gd name="connsiteX1492" fmla="*/ 5787188 w 6501199"/>
              <a:gd name="connsiteY1492" fmla="*/ 2983287 h 6382977"/>
              <a:gd name="connsiteX1493" fmla="*/ 5805651 w 6501199"/>
              <a:gd name="connsiteY1493" fmla="*/ 2971949 h 6382977"/>
              <a:gd name="connsiteX1494" fmla="*/ 4783185 w 6501199"/>
              <a:gd name="connsiteY1494" fmla="*/ 2971087 h 6382977"/>
              <a:gd name="connsiteX1495" fmla="*/ 4765025 w 6501199"/>
              <a:gd name="connsiteY1495" fmla="*/ 2971576 h 6382977"/>
              <a:gd name="connsiteX1496" fmla="*/ 4762734 w 6501199"/>
              <a:gd name="connsiteY1496" fmla="*/ 2971131 h 6382977"/>
              <a:gd name="connsiteX1497" fmla="*/ 4756512 w 6501199"/>
              <a:gd name="connsiteY1497" fmla="*/ 2978713 h 6382977"/>
              <a:gd name="connsiteX1498" fmla="*/ 4745127 w 6501199"/>
              <a:gd name="connsiteY1498" fmla="*/ 2982183 h 6382977"/>
              <a:gd name="connsiteX1499" fmla="*/ 4774945 w 6501199"/>
              <a:gd name="connsiteY1499" fmla="*/ 2976665 h 6382977"/>
              <a:gd name="connsiteX1500" fmla="*/ 4778028 w 6501199"/>
              <a:gd name="connsiteY1500" fmla="*/ 2976302 h 6382977"/>
              <a:gd name="connsiteX1501" fmla="*/ 4783666 w 6501199"/>
              <a:gd name="connsiteY1501" fmla="*/ 2971773 h 6382977"/>
              <a:gd name="connsiteX1502" fmla="*/ 4743012 w 6501199"/>
              <a:gd name="connsiteY1502" fmla="*/ 2969355 h 6382977"/>
              <a:gd name="connsiteX1503" fmla="*/ 4737297 w 6501199"/>
              <a:gd name="connsiteY1503" fmla="*/ 2970496 h 6382977"/>
              <a:gd name="connsiteX1504" fmla="*/ 4735607 w 6501199"/>
              <a:gd name="connsiteY1504" fmla="*/ 2975775 h 6382977"/>
              <a:gd name="connsiteX1505" fmla="*/ 4724715 w 6501199"/>
              <a:gd name="connsiteY1505" fmla="*/ 2982728 h 6382977"/>
              <a:gd name="connsiteX1506" fmla="*/ 4723999 w 6501199"/>
              <a:gd name="connsiteY1506" fmla="*/ 2985668 h 6382977"/>
              <a:gd name="connsiteX1507" fmla="*/ 4724697 w 6501199"/>
              <a:gd name="connsiteY1507" fmla="*/ 2985739 h 6382977"/>
              <a:gd name="connsiteX1508" fmla="*/ 4731447 w 6501199"/>
              <a:gd name="connsiteY1508" fmla="*/ 2989024 h 6382977"/>
              <a:gd name="connsiteX1509" fmla="*/ 4743687 w 6501199"/>
              <a:gd name="connsiteY1509" fmla="*/ 2980383 h 6382977"/>
              <a:gd name="connsiteX1510" fmla="*/ 4746729 w 6501199"/>
              <a:gd name="connsiteY1510" fmla="*/ 2970342 h 6382977"/>
              <a:gd name="connsiteX1511" fmla="*/ 6013275 w 6501199"/>
              <a:gd name="connsiteY1511" fmla="*/ 2966567 h 6382977"/>
              <a:gd name="connsiteX1512" fmla="*/ 6023371 w 6501199"/>
              <a:gd name="connsiteY1512" fmla="*/ 2970365 h 6382977"/>
              <a:gd name="connsiteX1513" fmla="*/ 5998929 w 6501199"/>
              <a:gd name="connsiteY1513" fmla="*/ 2988898 h 6382977"/>
              <a:gd name="connsiteX1514" fmla="*/ 6013275 w 6501199"/>
              <a:gd name="connsiteY1514" fmla="*/ 2966567 h 6382977"/>
              <a:gd name="connsiteX1515" fmla="*/ 4686087 w 6501199"/>
              <a:gd name="connsiteY1515" fmla="*/ 2959502 h 6382977"/>
              <a:gd name="connsiteX1516" fmla="*/ 4674342 w 6501199"/>
              <a:gd name="connsiteY1516" fmla="*/ 2967332 h 6382977"/>
              <a:gd name="connsiteX1517" fmla="*/ 4672135 w 6501199"/>
              <a:gd name="connsiteY1517" fmla="*/ 2972286 h 6382977"/>
              <a:gd name="connsiteX1518" fmla="*/ 4691039 w 6501199"/>
              <a:gd name="connsiteY1518" fmla="*/ 2970486 h 6382977"/>
              <a:gd name="connsiteX1519" fmla="*/ 4691951 w 6501199"/>
              <a:gd name="connsiteY1519" fmla="*/ 2970023 h 6382977"/>
              <a:gd name="connsiteX1520" fmla="*/ 4689057 w 6501199"/>
              <a:gd name="connsiteY1520" fmla="*/ 2966612 h 6382977"/>
              <a:gd name="connsiteX1521" fmla="*/ 4686087 w 6501199"/>
              <a:gd name="connsiteY1521" fmla="*/ 2959502 h 6382977"/>
              <a:gd name="connsiteX1522" fmla="*/ 5443824 w 6501199"/>
              <a:gd name="connsiteY1522" fmla="*/ 2959100 h 6382977"/>
              <a:gd name="connsiteX1523" fmla="*/ 5464561 w 6501199"/>
              <a:gd name="connsiteY1523" fmla="*/ 2970348 h 6382977"/>
              <a:gd name="connsiteX1524" fmla="*/ 5439095 w 6501199"/>
              <a:gd name="connsiteY1524" fmla="*/ 2981960 h 6382977"/>
              <a:gd name="connsiteX1525" fmla="*/ 5443824 w 6501199"/>
              <a:gd name="connsiteY1525" fmla="*/ 2959100 h 6382977"/>
              <a:gd name="connsiteX1526" fmla="*/ 5499752 w 6501199"/>
              <a:gd name="connsiteY1526" fmla="*/ 2943378 h 6382977"/>
              <a:gd name="connsiteX1527" fmla="*/ 5481725 w 6501199"/>
              <a:gd name="connsiteY1527" fmla="*/ 2966320 h 6382977"/>
              <a:gd name="connsiteX1528" fmla="*/ 5499752 w 6501199"/>
              <a:gd name="connsiteY1528" fmla="*/ 2943378 h 6382977"/>
              <a:gd name="connsiteX1529" fmla="*/ 5832167 w 6501199"/>
              <a:gd name="connsiteY1529" fmla="*/ 2936875 h 6382977"/>
              <a:gd name="connsiteX1530" fmla="*/ 5815825 w 6501199"/>
              <a:gd name="connsiteY1530" fmla="*/ 2973029 h 6382977"/>
              <a:gd name="connsiteX1531" fmla="*/ 5832167 w 6501199"/>
              <a:gd name="connsiteY1531" fmla="*/ 2936875 h 6382977"/>
              <a:gd name="connsiteX1532" fmla="*/ 4636269 w 6501199"/>
              <a:gd name="connsiteY1532" fmla="*/ 2936119 h 6382977"/>
              <a:gd name="connsiteX1533" fmla="*/ 4632906 w 6501199"/>
              <a:gd name="connsiteY1533" fmla="*/ 2944780 h 6382977"/>
              <a:gd name="connsiteX1534" fmla="*/ 4624310 w 6501199"/>
              <a:gd name="connsiteY1534" fmla="*/ 2954365 h 6382977"/>
              <a:gd name="connsiteX1535" fmla="*/ 4621790 w 6501199"/>
              <a:gd name="connsiteY1535" fmla="*/ 2938255 h 6382977"/>
              <a:gd name="connsiteX1536" fmla="*/ 4622524 w 6501199"/>
              <a:gd name="connsiteY1536" fmla="*/ 2936362 h 6382977"/>
              <a:gd name="connsiteX1537" fmla="*/ 4619846 w 6501199"/>
              <a:gd name="connsiteY1537" fmla="*/ 2936820 h 6382977"/>
              <a:gd name="connsiteX1538" fmla="*/ 4613006 w 6501199"/>
              <a:gd name="connsiteY1538" fmla="*/ 2954822 h 6382977"/>
              <a:gd name="connsiteX1539" fmla="*/ 4613006 w 6501199"/>
              <a:gd name="connsiteY1539" fmla="*/ 2961662 h 6382977"/>
              <a:gd name="connsiteX1540" fmla="*/ 4608686 w 6501199"/>
              <a:gd name="connsiteY1540" fmla="*/ 2968502 h 6382977"/>
              <a:gd name="connsiteX1541" fmla="*/ 4624526 w 6501199"/>
              <a:gd name="connsiteY1541" fmla="*/ 2970663 h 6382977"/>
              <a:gd name="connsiteX1542" fmla="*/ 4640367 w 6501199"/>
              <a:gd name="connsiteY1542" fmla="*/ 2936820 h 6382977"/>
              <a:gd name="connsiteX1543" fmla="*/ 252025 w 6501199"/>
              <a:gd name="connsiteY1543" fmla="*/ 2928937 h 6382977"/>
              <a:gd name="connsiteX1544" fmla="*/ 258854 w 6501199"/>
              <a:gd name="connsiteY1544" fmla="*/ 2958290 h 6382977"/>
              <a:gd name="connsiteX1545" fmla="*/ 227224 w 6501199"/>
              <a:gd name="connsiteY1545" fmla="*/ 2955785 h 6382977"/>
              <a:gd name="connsiteX1546" fmla="*/ 252025 w 6501199"/>
              <a:gd name="connsiteY1546" fmla="*/ 2928937 h 6382977"/>
              <a:gd name="connsiteX1547" fmla="*/ 5626997 w 6501199"/>
              <a:gd name="connsiteY1547" fmla="*/ 2925762 h 6382977"/>
              <a:gd name="connsiteX1548" fmla="*/ 5624866 w 6501199"/>
              <a:gd name="connsiteY1548" fmla="*/ 2934847 h 6382977"/>
              <a:gd name="connsiteX1549" fmla="*/ 5631258 w 6501199"/>
              <a:gd name="connsiteY1549" fmla="*/ 2948657 h 6382977"/>
              <a:gd name="connsiteX1550" fmla="*/ 5618119 w 6501199"/>
              <a:gd name="connsiteY1550" fmla="*/ 2955561 h 6382977"/>
              <a:gd name="connsiteX1551" fmla="*/ 5626997 w 6501199"/>
              <a:gd name="connsiteY1551" fmla="*/ 2925762 h 6382977"/>
              <a:gd name="connsiteX1552" fmla="*/ 5569016 w 6501199"/>
              <a:gd name="connsiteY1552" fmla="*/ 2913062 h 6382977"/>
              <a:gd name="connsiteX1553" fmla="*/ 5557561 w 6501199"/>
              <a:gd name="connsiteY1553" fmla="*/ 2938104 h 6382977"/>
              <a:gd name="connsiteX1554" fmla="*/ 5569016 w 6501199"/>
              <a:gd name="connsiteY1554" fmla="*/ 2913062 h 6382977"/>
              <a:gd name="connsiteX1555" fmla="*/ 4963533 w 6501199"/>
              <a:gd name="connsiteY1555" fmla="*/ 2909563 h 6382977"/>
              <a:gd name="connsiteX1556" fmla="*/ 4956803 w 6501199"/>
              <a:gd name="connsiteY1556" fmla="*/ 2913035 h 6382977"/>
              <a:gd name="connsiteX1557" fmla="*/ 4961344 w 6501199"/>
              <a:gd name="connsiteY1557" fmla="*/ 2914170 h 6382977"/>
              <a:gd name="connsiteX1558" fmla="*/ 5951087 w 6501199"/>
              <a:gd name="connsiteY1558" fmla="*/ 2906294 h 6382977"/>
              <a:gd name="connsiteX1559" fmla="*/ 5955752 w 6501199"/>
              <a:gd name="connsiteY1559" fmla="*/ 2942863 h 6382977"/>
              <a:gd name="connsiteX1560" fmla="*/ 5951087 w 6501199"/>
              <a:gd name="connsiteY1560" fmla="*/ 2906294 h 6382977"/>
              <a:gd name="connsiteX1561" fmla="*/ 5529315 w 6501199"/>
              <a:gd name="connsiteY1561" fmla="*/ 2889250 h 6382977"/>
              <a:gd name="connsiteX1562" fmla="*/ 5495065 w 6501199"/>
              <a:gd name="connsiteY1562" fmla="*/ 2934416 h 6382977"/>
              <a:gd name="connsiteX1563" fmla="*/ 5556716 w 6501199"/>
              <a:gd name="connsiteY1563" fmla="*/ 2889250 h 6382977"/>
              <a:gd name="connsiteX1564" fmla="*/ 5554552 w 6501199"/>
              <a:gd name="connsiteY1564" fmla="*/ 2900362 h 6382977"/>
              <a:gd name="connsiteX1565" fmla="*/ 5558879 w 6501199"/>
              <a:gd name="connsiteY1565" fmla="*/ 2916493 h 6382977"/>
              <a:gd name="connsiteX1566" fmla="*/ 5472351 w 6501199"/>
              <a:gd name="connsiteY1566" fmla="*/ 2988903 h 6382977"/>
              <a:gd name="connsiteX1567" fmla="*/ 5463338 w 6501199"/>
              <a:gd name="connsiteY1567" fmla="*/ 2963811 h 6382977"/>
              <a:gd name="connsiteX1568" fmla="*/ 5529315 w 6501199"/>
              <a:gd name="connsiteY1568" fmla="*/ 2889250 h 6382977"/>
              <a:gd name="connsiteX1569" fmla="*/ 5027369 w 6501199"/>
              <a:gd name="connsiteY1569" fmla="*/ 2856895 h 6382977"/>
              <a:gd name="connsiteX1570" fmla="*/ 5026514 w 6501199"/>
              <a:gd name="connsiteY1570" fmla="*/ 2858920 h 6382977"/>
              <a:gd name="connsiteX1571" fmla="*/ 5024078 w 6501199"/>
              <a:gd name="connsiteY1571" fmla="*/ 2864691 h 6382977"/>
              <a:gd name="connsiteX1572" fmla="*/ 5024153 w 6501199"/>
              <a:gd name="connsiteY1572" fmla="*/ 2865133 h 6382977"/>
              <a:gd name="connsiteX1573" fmla="*/ 5025260 w 6501199"/>
              <a:gd name="connsiteY1573" fmla="*/ 2871928 h 6382977"/>
              <a:gd name="connsiteX1574" fmla="*/ 5031284 w 6501199"/>
              <a:gd name="connsiteY1574" fmla="*/ 2870441 h 6382977"/>
              <a:gd name="connsiteX1575" fmla="*/ 5038529 w 6501199"/>
              <a:gd name="connsiteY1575" fmla="*/ 2859415 h 6382977"/>
              <a:gd name="connsiteX1576" fmla="*/ 5027369 w 6501199"/>
              <a:gd name="connsiteY1576" fmla="*/ 2856895 h 6382977"/>
              <a:gd name="connsiteX1577" fmla="*/ 5886913 w 6501199"/>
              <a:gd name="connsiteY1577" fmla="*/ 2855912 h 6382977"/>
              <a:gd name="connsiteX1578" fmla="*/ 5850209 w 6501199"/>
              <a:gd name="connsiteY1578" fmla="*/ 2928579 h 6382977"/>
              <a:gd name="connsiteX1579" fmla="*/ 5836400 w 6501199"/>
              <a:gd name="connsiteY1579" fmla="*/ 2912470 h 6382977"/>
              <a:gd name="connsiteX1580" fmla="*/ 5886913 w 6501199"/>
              <a:gd name="connsiteY1580" fmla="*/ 2855912 h 6382977"/>
              <a:gd name="connsiteX1581" fmla="*/ 6090037 w 6501199"/>
              <a:gd name="connsiteY1581" fmla="*/ 2844800 h 6382977"/>
              <a:gd name="connsiteX1582" fmla="*/ 6071503 w 6501199"/>
              <a:gd name="connsiteY1582" fmla="*/ 2890150 h 6382977"/>
              <a:gd name="connsiteX1583" fmla="*/ 6043884 w 6501199"/>
              <a:gd name="connsiteY1583" fmla="*/ 2933340 h 6382977"/>
              <a:gd name="connsiteX1584" fmla="*/ 6030075 w 6501199"/>
              <a:gd name="connsiteY1584" fmla="*/ 2924342 h 6382977"/>
              <a:gd name="connsiteX1585" fmla="*/ 6090037 w 6501199"/>
              <a:gd name="connsiteY1585" fmla="*/ 2844800 h 6382977"/>
              <a:gd name="connsiteX1586" fmla="*/ 4907326 w 6501199"/>
              <a:gd name="connsiteY1586" fmla="*/ 2837622 h 6382977"/>
              <a:gd name="connsiteX1587" fmla="*/ 4900963 w 6501199"/>
              <a:gd name="connsiteY1587" fmla="*/ 2839524 h 6382977"/>
              <a:gd name="connsiteX1588" fmla="*/ 4892787 w 6501199"/>
              <a:gd name="connsiteY1588" fmla="*/ 2851488 h 6382977"/>
              <a:gd name="connsiteX1589" fmla="*/ 4910108 w 6501199"/>
              <a:gd name="connsiteY1589" fmla="*/ 2841756 h 6382977"/>
              <a:gd name="connsiteX1590" fmla="*/ 5011169 w 6501199"/>
              <a:gd name="connsiteY1590" fmla="*/ 2834213 h 6382977"/>
              <a:gd name="connsiteX1591" fmla="*/ 5008857 w 6501199"/>
              <a:gd name="connsiteY1591" fmla="*/ 2834951 h 6382977"/>
              <a:gd name="connsiteX1592" fmla="*/ 5006753 w 6501199"/>
              <a:gd name="connsiteY1592" fmla="*/ 2840377 h 6382977"/>
              <a:gd name="connsiteX1593" fmla="*/ 5011494 w 6501199"/>
              <a:gd name="connsiteY1593" fmla="*/ 2834925 h 6382977"/>
              <a:gd name="connsiteX1594" fmla="*/ 5045369 w 6501199"/>
              <a:gd name="connsiteY1594" fmla="*/ 2829533 h 6382977"/>
              <a:gd name="connsiteX1595" fmla="*/ 5036369 w 6501199"/>
              <a:gd name="connsiteY1595" fmla="*/ 2841054 h 6382977"/>
              <a:gd name="connsiteX1596" fmla="*/ 5045369 w 6501199"/>
              <a:gd name="connsiteY1596" fmla="*/ 2861575 h 6382977"/>
              <a:gd name="connsiteX1597" fmla="*/ 5063280 w 6501199"/>
              <a:gd name="connsiteY1597" fmla="*/ 2848434 h 6382977"/>
              <a:gd name="connsiteX1598" fmla="*/ 5067179 w 6501199"/>
              <a:gd name="connsiteY1598" fmla="*/ 2845884 h 6382977"/>
              <a:gd name="connsiteX1599" fmla="*/ 5060844 w 6501199"/>
              <a:gd name="connsiteY1599" fmla="*/ 2837060 h 6382977"/>
              <a:gd name="connsiteX1600" fmla="*/ 5060472 w 6501199"/>
              <a:gd name="connsiteY1600" fmla="*/ 2836427 h 6382977"/>
              <a:gd name="connsiteX1601" fmla="*/ 5052209 w 6501199"/>
              <a:gd name="connsiteY1601" fmla="*/ 2845734 h 6382977"/>
              <a:gd name="connsiteX1602" fmla="*/ 5045369 w 6501199"/>
              <a:gd name="connsiteY1602" fmla="*/ 2829533 h 6382977"/>
              <a:gd name="connsiteX1603" fmla="*/ 4822528 w 6501199"/>
              <a:gd name="connsiteY1603" fmla="*/ 2829533 h 6382977"/>
              <a:gd name="connsiteX1604" fmla="*/ 4813528 w 6501199"/>
              <a:gd name="connsiteY1604" fmla="*/ 2843214 h 6382977"/>
              <a:gd name="connsiteX1605" fmla="*/ 4825093 w 6501199"/>
              <a:gd name="connsiteY1605" fmla="*/ 2843574 h 6382977"/>
              <a:gd name="connsiteX1606" fmla="*/ 4827313 w 6501199"/>
              <a:gd name="connsiteY1606" fmla="*/ 2839600 h 6382977"/>
              <a:gd name="connsiteX1607" fmla="*/ 4824325 w 6501199"/>
              <a:gd name="connsiteY1607" fmla="*/ 2834394 h 6382977"/>
              <a:gd name="connsiteX1608" fmla="*/ 4822687 w 6501199"/>
              <a:gd name="connsiteY1608" fmla="*/ 2829577 h 6382977"/>
              <a:gd name="connsiteX1609" fmla="*/ 5698288 w 6501199"/>
              <a:gd name="connsiteY1609" fmla="*/ 2828925 h 6382977"/>
              <a:gd name="connsiteX1610" fmla="*/ 5725210 w 6501199"/>
              <a:gd name="connsiteY1610" fmla="*/ 2868248 h 6382977"/>
              <a:gd name="connsiteX1611" fmla="*/ 5698288 w 6501199"/>
              <a:gd name="connsiteY1611" fmla="*/ 2828925 h 6382977"/>
              <a:gd name="connsiteX1612" fmla="*/ 5051945 w 6501199"/>
              <a:gd name="connsiteY1612" fmla="*/ 2821928 h 6382977"/>
              <a:gd name="connsiteX1613" fmla="*/ 5051669 w 6501199"/>
              <a:gd name="connsiteY1613" fmla="*/ 2822288 h 6382977"/>
              <a:gd name="connsiteX1614" fmla="*/ 5050049 w 6501199"/>
              <a:gd name="connsiteY1614" fmla="*/ 2827373 h 6382977"/>
              <a:gd name="connsiteX1615" fmla="*/ 5053874 w 6501199"/>
              <a:gd name="connsiteY1615" fmla="*/ 2825208 h 6382977"/>
              <a:gd name="connsiteX1616" fmla="*/ 5027369 w 6501199"/>
              <a:gd name="connsiteY1616" fmla="*/ 2818372 h 6382977"/>
              <a:gd name="connsiteX1617" fmla="*/ 5016394 w 6501199"/>
              <a:gd name="connsiteY1617" fmla="*/ 2820268 h 6382977"/>
              <a:gd name="connsiteX1618" fmla="*/ 5013565 w 6501199"/>
              <a:gd name="connsiteY1618" fmla="*/ 2822805 h 6382977"/>
              <a:gd name="connsiteX1619" fmla="*/ 5010575 w 6501199"/>
              <a:gd name="connsiteY1619" fmla="*/ 2830519 h 6382977"/>
              <a:gd name="connsiteX1620" fmla="*/ 5013314 w 6501199"/>
              <a:gd name="connsiteY1620" fmla="*/ 2832832 h 6382977"/>
              <a:gd name="connsiteX1621" fmla="*/ 5013951 w 6501199"/>
              <a:gd name="connsiteY1621" fmla="*/ 2832100 h 6382977"/>
              <a:gd name="connsiteX1622" fmla="*/ 5014416 w 6501199"/>
              <a:gd name="connsiteY1622" fmla="*/ 2833762 h 6382977"/>
              <a:gd name="connsiteX1623" fmla="*/ 5016389 w 6501199"/>
              <a:gd name="connsiteY1623" fmla="*/ 2835428 h 6382977"/>
              <a:gd name="connsiteX1624" fmla="*/ 5022689 w 6501199"/>
              <a:gd name="connsiteY1624" fmla="*/ 2843214 h 6382977"/>
              <a:gd name="connsiteX1625" fmla="*/ 5027369 w 6501199"/>
              <a:gd name="connsiteY1625" fmla="*/ 2818372 h 6382977"/>
              <a:gd name="connsiteX1626" fmla="*/ 6101820 w 6501199"/>
              <a:gd name="connsiteY1626" fmla="*/ 2814889 h 6382977"/>
              <a:gd name="connsiteX1627" fmla="*/ 6112267 w 6501199"/>
              <a:gd name="connsiteY1627" fmla="*/ 2818715 h 6382977"/>
              <a:gd name="connsiteX1628" fmla="*/ 6094022 w 6501199"/>
              <a:gd name="connsiteY1628" fmla="*/ 2841267 h 6382977"/>
              <a:gd name="connsiteX1629" fmla="*/ 6101820 w 6501199"/>
              <a:gd name="connsiteY1629" fmla="*/ 2814889 h 6382977"/>
              <a:gd name="connsiteX1630" fmla="*/ 5026984 w 6501199"/>
              <a:gd name="connsiteY1630" fmla="*/ 2810769 h 6382977"/>
              <a:gd name="connsiteX1631" fmla="*/ 5026115 w 6501199"/>
              <a:gd name="connsiteY1631" fmla="*/ 2811549 h 6382977"/>
              <a:gd name="connsiteX1632" fmla="*/ 5027369 w 6501199"/>
              <a:gd name="connsiteY1632" fmla="*/ 2811532 h 6382977"/>
              <a:gd name="connsiteX1633" fmla="*/ 5073081 w 6501199"/>
              <a:gd name="connsiteY1633" fmla="*/ 2809378 h 6382977"/>
              <a:gd name="connsiteX1634" fmla="*/ 5068419 w 6501199"/>
              <a:gd name="connsiteY1634" fmla="*/ 2815828 h 6382977"/>
              <a:gd name="connsiteX1635" fmla="*/ 5068875 w 6501199"/>
              <a:gd name="connsiteY1635" fmla="*/ 2816738 h 6382977"/>
              <a:gd name="connsiteX1636" fmla="*/ 5079066 w 6501199"/>
              <a:gd name="connsiteY1636" fmla="*/ 2814350 h 6382977"/>
              <a:gd name="connsiteX1637" fmla="*/ 5104636 w 6501199"/>
              <a:gd name="connsiteY1637" fmla="*/ 2806870 h 6382977"/>
              <a:gd name="connsiteX1638" fmla="*/ 5107146 w 6501199"/>
              <a:gd name="connsiteY1638" fmla="*/ 2825145 h 6382977"/>
              <a:gd name="connsiteX1639" fmla="*/ 5082538 w 6501199"/>
              <a:gd name="connsiteY1639" fmla="*/ 2817234 h 6382977"/>
              <a:gd name="connsiteX1640" fmla="*/ 5081692 w 6501199"/>
              <a:gd name="connsiteY1640" fmla="*/ 2816531 h 6382977"/>
              <a:gd name="connsiteX1641" fmla="*/ 5077522 w 6501199"/>
              <a:gd name="connsiteY1641" fmla="*/ 2818749 h 6382977"/>
              <a:gd name="connsiteX1642" fmla="*/ 5072346 w 6501199"/>
              <a:gd name="connsiteY1642" fmla="*/ 2823658 h 6382977"/>
              <a:gd name="connsiteX1643" fmla="*/ 5073053 w 6501199"/>
              <a:gd name="connsiteY1643" fmla="*/ 2825067 h 6382977"/>
              <a:gd name="connsiteX1644" fmla="*/ 5070487 w 6501199"/>
              <a:gd name="connsiteY1644" fmla="*/ 2841931 h 6382977"/>
              <a:gd name="connsiteX1645" fmla="*/ 5071342 w 6501199"/>
              <a:gd name="connsiteY1645" fmla="*/ 2843163 h 6382977"/>
              <a:gd name="connsiteX1646" fmla="*/ 5072606 w 6501199"/>
              <a:gd name="connsiteY1646" fmla="*/ 2842336 h 6382977"/>
              <a:gd name="connsiteX1647" fmla="*/ 5079570 w 6501199"/>
              <a:gd name="connsiteY1647" fmla="*/ 2832053 h 6382977"/>
              <a:gd name="connsiteX1648" fmla="*/ 5102250 w 6501199"/>
              <a:gd name="connsiteY1648" fmla="*/ 2838894 h 6382977"/>
              <a:gd name="connsiteX1649" fmla="*/ 5113916 w 6501199"/>
              <a:gd name="connsiteY1649" fmla="*/ 2823092 h 6382977"/>
              <a:gd name="connsiteX1650" fmla="*/ 5115415 w 6501199"/>
              <a:gd name="connsiteY1650" fmla="*/ 2820404 h 6382977"/>
              <a:gd name="connsiteX1651" fmla="*/ 5108625 w 6501199"/>
              <a:gd name="connsiteY1651" fmla="*/ 2819591 h 6382977"/>
              <a:gd name="connsiteX1652" fmla="*/ 5104636 w 6501199"/>
              <a:gd name="connsiteY1652" fmla="*/ 2806870 h 6382977"/>
              <a:gd name="connsiteX1653" fmla="*/ 5922755 w 6501199"/>
              <a:gd name="connsiteY1653" fmla="*/ 2806700 h 6382977"/>
              <a:gd name="connsiteX1654" fmla="*/ 5907169 w 6501199"/>
              <a:gd name="connsiteY1654" fmla="*/ 2846023 h 6382977"/>
              <a:gd name="connsiteX1655" fmla="*/ 5922755 w 6501199"/>
              <a:gd name="connsiteY1655" fmla="*/ 2806700 h 6382977"/>
              <a:gd name="connsiteX1656" fmla="*/ 5090882 w 6501199"/>
              <a:gd name="connsiteY1656" fmla="*/ 2782623 h 6382977"/>
              <a:gd name="connsiteX1657" fmla="*/ 5089062 w 6501199"/>
              <a:gd name="connsiteY1657" fmla="*/ 2784132 h 6382977"/>
              <a:gd name="connsiteX1658" fmla="*/ 5091368 w 6501199"/>
              <a:gd name="connsiteY1658" fmla="*/ 2793253 h 6382977"/>
              <a:gd name="connsiteX1659" fmla="*/ 5099372 w 6501199"/>
              <a:gd name="connsiteY1659" fmla="*/ 2788369 h 6382977"/>
              <a:gd name="connsiteX1660" fmla="*/ 5094915 w 6501199"/>
              <a:gd name="connsiteY1660" fmla="*/ 2785025 h 6382977"/>
              <a:gd name="connsiteX1661" fmla="*/ 5090882 w 6501199"/>
              <a:gd name="connsiteY1661" fmla="*/ 2782623 h 6382977"/>
              <a:gd name="connsiteX1662" fmla="*/ 4145654 w 6501199"/>
              <a:gd name="connsiteY1662" fmla="*/ 2779378 h 6382977"/>
              <a:gd name="connsiteX1663" fmla="*/ 4139110 w 6501199"/>
              <a:gd name="connsiteY1663" fmla="*/ 2787143 h 6382977"/>
              <a:gd name="connsiteX1664" fmla="*/ 4138936 w 6501199"/>
              <a:gd name="connsiteY1664" fmla="*/ 2787586 h 6382977"/>
              <a:gd name="connsiteX1665" fmla="*/ 4144643 w 6501199"/>
              <a:gd name="connsiteY1665" fmla="*/ 2791010 h 6382977"/>
              <a:gd name="connsiteX1666" fmla="*/ 4145968 w 6501199"/>
              <a:gd name="connsiteY1666" fmla="*/ 2779784 h 6382977"/>
              <a:gd name="connsiteX1667" fmla="*/ 4147508 w 6501199"/>
              <a:gd name="connsiteY1667" fmla="*/ 2762344 h 6382977"/>
              <a:gd name="connsiteX1668" fmla="*/ 4144282 w 6501199"/>
              <a:gd name="connsiteY1668" fmla="*/ 2763601 h 6382977"/>
              <a:gd name="connsiteX1669" fmla="*/ 4134878 w 6501199"/>
              <a:gd name="connsiteY1669" fmla="*/ 2769094 h 6382977"/>
              <a:gd name="connsiteX1670" fmla="*/ 4134345 w 6501199"/>
              <a:gd name="connsiteY1670" fmla="*/ 2769913 h 6382977"/>
              <a:gd name="connsiteX1671" fmla="*/ 4143502 w 6501199"/>
              <a:gd name="connsiteY1671" fmla="*/ 2772952 h 6382977"/>
              <a:gd name="connsiteX1672" fmla="*/ 4149060 w 6501199"/>
              <a:gd name="connsiteY1672" fmla="*/ 2762911 h 6382977"/>
              <a:gd name="connsiteX1673" fmla="*/ 4149124 w 6501199"/>
              <a:gd name="connsiteY1673" fmla="*/ 2762539 h 6382977"/>
              <a:gd name="connsiteX1674" fmla="*/ 6156896 w 6501199"/>
              <a:gd name="connsiteY1674" fmla="*/ 2749550 h 6382977"/>
              <a:gd name="connsiteX1675" fmla="*/ 6177354 w 6501199"/>
              <a:gd name="connsiteY1675" fmla="*/ 2765921 h 6382977"/>
              <a:gd name="connsiteX1676" fmla="*/ 6138950 w 6501199"/>
              <a:gd name="connsiteY1676" fmla="*/ 2784111 h 6382977"/>
              <a:gd name="connsiteX1677" fmla="*/ 6156896 w 6501199"/>
              <a:gd name="connsiteY1677" fmla="*/ 2749550 h 6382977"/>
              <a:gd name="connsiteX1678" fmla="*/ 4302588 w 6501199"/>
              <a:gd name="connsiteY1678" fmla="*/ 2745985 h 6382977"/>
              <a:gd name="connsiteX1679" fmla="*/ 4297779 w 6501199"/>
              <a:gd name="connsiteY1679" fmla="*/ 2751588 h 6382977"/>
              <a:gd name="connsiteX1680" fmla="*/ 4290880 w 6501199"/>
              <a:gd name="connsiteY1680" fmla="*/ 2768533 h 6382977"/>
              <a:gd name="connsiteX1681" fmla="*/ 4305181 w 6501199"/>
              <a:gd name="connsiteY1681" fmla="*/ 2773097 h 6382977"/>
              <a:gd name="connsiteX1682" fmla="*/ 4301418 w 6501199"/>
              <a:gd name="connsiteY1682" fmla="*/ 2775776 h 6382977"/>
              <a:gd name="connsiteX1683" fmla="*/ 4303494 w 6501199"/>
              <a:gd name="connsiteY1683" fmla="*/ 2776744 h 6382977"/>
              <a:gd name="connsiteX1684" fmla="*/ 4315284 w 6501199"/>
              <a:gd name="connsiteY1684" fmla="*/ 2773009 h 6382977"/>
              <a:gd name="connsiteX1685" fmla="*/ 4310604 w 6501199"/>
              <a:gd name="connsiteY1685" fmla="*/ 2747807 h 6382977"/>
              <a:gd name="connsiteX1686" fmla="*/ 4302588 w 6501199"/>
              <a:gd name="connsiteY1686" fmla="*/ 2745985 h 6382977"/>
              <a:gd name="connsiteX1687" fmla="*/ 5120174 w 6501199"/>
              <a:gd name="connsiteY1687" fmla="*/ 2743881 h 6382977"/>
              <a:gd name="connsiteX1688" fmla="*/ 5120610 w 6501199"/>
              <a:gd name="connsiteY1688" fmla="*/ 2747807 h 6382977"/>
              <a:gd name="connsiteX1689" fmla="*/ 5125554 w 6501199"/>
              <a:gd name="connsiteY1689" fmla="*/ 2745782 h 6382977"/>
              <a:gd name="connsiteX1690" fmla="*/ 5152290 w 6501199"/>
              <a:gd name="connsiteY1690" fmla="*/ 2738807 h 6382977"/>
              <a:gd name="connsiteX1691" fmla="*/ 5116144 w 6501199"/>
              <a:gd name="connsiteY1691" fmla="*/ 2763615 h 6382977"/>
              <a:gd name="connsiteX1692" fmla="*/ 5118040 w 6501199"/>
              <a:gd name="connsiteY1692" fmla="*/ 2776978 h 6382977"/>
              <a:gd name="connsiteX1693" fmla="*/ 5131888 w 6501199"/>
              <a:gd name="connsiteY1693" fmla="*/ 2768528 h 6382977"/>
              <a:gd name="connsiteX1694" fmla="*/ 5168406 w 6501199"/>
              <a:gd name="connsiteY1694" fmla="*/ 2744200 h 6382977"/>
              <a:gd name="connsiteX1695" fmla="*/ 5164542 w 6501199"/>
              <a:gd name="connsiteY1695" fmla="*/ 2746047 h 6382977"/>
              <a:gd name="connsiteX1696" fmla="*/ 5152290 w 6501199"/>
              <a:gd name="connsiteY1696" fmla="*/ 2738807 h 6382977"/>
              <a:gd name="connsiteX1697" fmla="*/ 5178063 w 6501199"/>
              <a:gd name="connsiteY1697" fmla="*/ 2724707 h 6382977"/>
              <a:gd name="connsiteX1698" fmla="*/ 5169869 w 6501199"/>
              <a:gd name="connsiteY1698" fmla="*/ 2729479 h 6382977"/>
              <a:gd name="connsiteX1699" fmla="*/ 5166045 w 6501199"/>
              <a:gd name="connsiteY1699" fmla="*/ 2731324 h 6382977"/>
              <a:gd name="connsiteX1700" fmla="*/ 5170520 w 6501199"/>
              <a:gd name="connsiteY1700" fmla="*/ 2742792 h 6382977"/>
              <a:gd name="connsiteX1701" fmla="*/ 5172766 w 6501199"/>
              <a:gd name="connsiteY1701" fmla="*/ 2741295 h 6382977"/>
              <a:gd name="connsiteX1702" fmla="*/ 5177307 w 6501199"/>
              <a:gd name="connsiteY1702" fmla="*/ 2736081 h 6382977"/>
              <a:gd name="connsiteX1703" fmla="*/ 5176904 w 6501199"/>
              <a:gd name="connsiteY1703" fmla="*/ 2736482 h 6382977"/>
              <a:gd name="connsiteX1704" fmla="*/ 4438045 w 6501199"/>
              <a:gd name="connsiteY1704" fmla="*/ 2720445 h 6382977"/>
              <a:gd name="connsiteX1705" fmla="*/ 4422205 w 6501199"/>
              <a:gd name="connsiteY1705" fmla="*/ 2745647 h 6382977"/>
              <a:gd name="connsiteX1706" fmla="*/ 4424640 w 6501199"/>
              <a:gd name="connsiteY1706" fmla="*/ 2744875 h 6382977"/>
              <a:gd name="connsiteX1707" fmla="*/ 4424776 w 6501199"/>
              <a:gd name="connsiteY1707" fmla="*/ 2743195 h 6382977"/>
              <a:gd name="connsiteX1708" fmla="*/ 4430124 w 6501199"/>
              <a:gd name="connsiteY1708" fmla="*/ 2743134 h 6382977"/>
              <a:gd name="connsiteX1709" fmla="*/ 4436245 w 6501199"/>
              <a:gd name="connsiteY1709" fmla="*/ 2741192 h 6382977"/>
              <a:gd name="connsiteX1710" fmla="*/ 4442387 w 6501199"/>
              <a:gd name="connsiteY1710" fmla="*/ 2732055 h 6382977"/>
              <a:gd name="connsiteX1711" fmla="*/ 4442510 w 6501199"/>
              <a:gd name="connsiteY1711" fmla="*/ 2727325 h 6382977"/>
              <a:gd name="connsiteX1712" fmla="*/ 4445567 w 6501199"/>
              <a:gd name="connsiteY1712" fmla="*/ 2727325 h 6382977"/>
              <a:gd name="connsiteX1713" fmla="*/ 4447045 w 6501199"/>
              <a:gd name="connsiteY1713" fmla="*/ 2725126 h 6382977"/>
              <a:gd name="connsiteX1714" fmla="*/ 4438045 w 6501199"/>
              <a:gd name="connsiteY1714" fmla="*/ 2720445 h 6382977"/>
              <a:gd name="connsiteX1715" fmla="*/ 4456045 w 6501199"/>
              <a:gd name="connsiteY1715" fmla="*/ 2715765 h 6382977"/>
              <a:gd name="connsiteX1716" fmla="*/ 4457862 w 6501199"/>
              <a:gd name="connsiteY1716" fmla="*/ 2724237 h 6382977"/>
              <a:gd name="connsiteX1717" fmla="*/ 4455619 w 6501199"/>
              <a:gd name="connsiteY1717" fmla="*/ 2727325 h 6382977"/>
              <a:gd name="connsiteX1718" fmla="*/ 4456148 w 6501199"/>
              <a:gd name="connsiteY1718" fmla="*/ 2727325 h 6382977"/>
              <a:gd name="connsiteX1719" fmla="*/ 4458096 w 6501199"/>
              <a:gd name="connsiteY1719" fmla="*/ 2727325 h 6382977"/>
              <a:gd name="connsiteX1720" fmla="*/ 4456883 w 6501199"/>
              <a:gd name="connsiteY1720" fmla="*/ 2733989 h 6382977"/>
              <a:gd name="connsiteX1721" fmla="*/ 4460320 w 6501199"/>
              <a:gd name="connsiteY1721" fmla="*/ 2729536 h 6382977"/>
              <a:gd name="connsiteX1722" fmla="*/ 4456045 w 6501199"/>
              <a:gd name="connsiteY1722" fmla="*/ 2715765 h 6382977"/>
              <a:gd name="connsiteX1723" fmla="*/ 4629542 w 6501199"/>
              <a:gd name="connsiteY1723" fmla="*/ 2709558 h 6382977"/>
              <a:gd name="connsiteX1724" fmla="*/ 4626478 w 6501199"/>
              <a:gd name="connsiteY1724" fmla="*/ 2709798 h 6382977"/>
              <a:gd name="connsiteX1725" fmla="*/ 4626729 w 6501199"/>
              <a:gd name="connsiteY1725" fmla="*/ 2713865 h 6382977"/>
              <a:gd name="connsiteX1726" fmla="*/ 4629656 w 6501199"/>
              <a:gd name="connsiteY1726" fmla="*/ 2711985 h 6382977"/>
              <a:gd name="connsiteX1727" fmla="*/ 5220553 w 6501199"/>
              <a:gd name="connsiteY1727" fmla="*/ 2700337 h 6382977"/>
              <a:gd name="connsiteX1728" fmla="*/ 5222727 w 6501199"/>
              <a:gd name="connsiteY1728" fmla="*/ 2709574 h 6382977"/>
              <a:gd name="connsiteX1729" fmla="*/ 5224507 w 6501199"/>
              <a:gd name="connsiteY1729" fmla="*/ 2709291 h 6382977"/>
              <a:gd name="connsiteX1730" fmla="*/ 5224713 w 6501199"/>
              <a:gd name="connsiteY1730" fmla="*/ 2718017 h 6382977"/>
              <a:gd name="connsiteX1731" fmla="*/ 5224759 w 6501199"/>
              <a:gd name="connsiteY1731" fmla="*/ 2718212 h 6382977"/>
              <a:gd name="connsiteX1732" fmla="*/ 5227213 w 6501199"/>
              <a:gd name="connsiteY1732" fmla="*/ 2718212 h 6382977"/>
              <a:gd name="connsiteX1733" fmla="*/ 5222656 w 6501199"/>
              <a:gd name="connsiteY1733" fmla="*/ 2724871 h 6382977"/>
              <a:gd name="connsiteX1734" fmla="*/ 5217566 w 6501199"/>
              <a:gd name="connsiteY1734" fmla="*/ 2723312 h 6382977"/>
              <a:gd name="connsiteX1735" fmla="*/ 5198049 w 6501199"/>
              <a:gd name="connsiteY1735" fmla="*/ 2730128 h 6382977"/>
              <a:gd name="connsiteX1736" fmla="*/ 5203738 w 6501199"/>
              <a:gd name="connsiteY1736" fmla="*/ 2712594 h 6382977"/>
              <a:gd name="connsiteX1737" fmla="*/ 5214755 w 6501199"/>
              <a:gd name="connsiteY1737" fmla="*/ 2710842 h 6382977"/>
              <a:gd name="connsiteX1738" fmla="*/ 4544966 w 6501199"/>
              <a:gd name="connsiteY1738" fmla="*/ 2686243 h 6382977"/>
              <a:gd name="connsiteX1739" fmla="*/ 4547126 w 6501199"/>
              <a:gd name="connsiteY1739" fmla="*/ 2704604 h 6382977"/>
              <a:gd name="connsiteX1740" fmla="*/ 4533445 w 6501199"/>
              <a:gd name="connsiteY1740" fmla="*/ 2693084 h 6382977"/>
              <a:gd name="connsiteX1741" fmla="*/ 4522285 w 6501199"/>
              <a:gd name="connsiteY1741" fmla="*/ 2706765 h 6382977"/>
              <a:gd name="connsiteX1742" fmla="*/ 4542806 w 6501199"/>
              <a:gd name="connsiteY1742" fmla="*/ 2711445 h 6382977"/>
              <a:gd name="connsiteX1743" fmla="*/ 4515445 w 6501199"/>
              <a:gd name="connsiteY1743" fmla="*/ 2727286 h 6382977"/>
              <a:gd name="connsiteX1744" fmla="*/ 4494925 w 6501199"/>
              <a:gd name="connsiteY1744" fmla="*/ 2713605 h 6382977"/>
              <a:gd name="connsiteX1745" fmla="*/ 4503925 w 6501199"/>
              <a:gd name="connsiteY1745" fmla="*/ 2725126 h 6382977"/>
              <a:gd name="connsiteX1746" fmla="*/ 4476565 w 6501199"/>
              <a:gd name="connsiteY1746" fmla="*/ 2738807 h 6382977"/>
              <a:gd name="connsiteX1747" fmla="*/ 4478403 w 6501199"/>
              <a:gd name="connsiteY1747" fmla="*/ 2738640 h 6382977"/>
              <a:gd name="connsiteX1748" fmla="*/ 4480320 w 6501199"/>
              <a:gd name="connsiteY1748" fmla="*/ 2736427 h 6382977"/>
              <a:gd name="connsiteX1749" fmla="*/ 4486945 w 6501199"/>
              <a:gd name="connsiteY1749" fmla="*/ 2737702 h 6382977"/>
              <a:gd name="connsiteX1750" fmla="*/ 4487022 w 6501199"/>
              <a:gd name="connsiteY1750" fmla="*/ 2737856 h 6382977"/>
              <a:gd name="connsiteX1751" fmla="*/ 4527551 w 6501199"/>
              <a:gd name="connsiteY1751" fmla="*/ 2734171 h 6382977"/>
              <a:gd name="connsiteX1752" fmla="*/ 4576646 w 6501199"/>
              <a:gd name="connsiteY1752" fmla="*/ 2715765 h 6382977"/>
              <a:gd name="connsiteX1753" fmla="*/ 4558646 w 6501199"/>
              <a:gd name="connsiteY1753" fmla="*/ 2713605 h 6382977"/>
              <a:gd name="connsiteX1754" fmla="*/ 4560806 w 6501199"/>
              <a:gd name="connsiteY1754" fmla="*/ 2686243 h 6382977"/>
              <a:gd name="connsiteX1755" fmla="*/ 4544966 w 6501199"/>
              <a:gd name="connsiteY1755" fmla="*/ 2686243 h 6382977"/>
              <a:gd name="connsiteX1756" fmla="*/ 4638207 w 6501199"/>
              <a:gd name="connsiteY1756" fmla="*/ 2663562 h 6382977"/>
              <a:gd name="connsiteX1757" fmla="*/ 4633526 w 6501199"/>
              <a:gd name="connsiteY1757" fmla="*/ 2684083 h 6382977"/>
              <a:gd name="connsiteX1758" fmla="*/ 4638207 w 6501199"/>
              <a:gd name="connsiteY1758" fmla="*/ 2663562 h 6382977"/>
              <a:gd name="connsiteX1759" fmla="*/ 4623581 w 6501199"/>
              <a:gd name="connsiteY1759" fmla="*/ 2647901 h 6382977"/>
              <a:gd name="connsiteX1760" fmla="*/ 4613006 w 6501199"/>
              <a:gd name="connsiteY1760" fmla="*/ 2654561 h 6382977"/>
              <a:gd name="connsiteX1761" fmla="*/ 4599686 w 6501199"/>
              <a:gd name="connsiteY1761" fmla="*/ 2672562 h 6382977"/>
              <a:gd name="connsiteX1762" fmla="*/ 4597166 w 6501199"/>
              <a:gd name="connsiteY1762" fmla="*/ 2652401 h 6382977"/>
              <a:gd name="connsiteX1763" fmla="*/ 4588166 w 6501199"/>
              <a:gd name="connsiteY1763" fmla="*/ 2672562 h 6382977"/>
              <a:gd name="connsiteX1764" fmla="*/ 4606526 w 6501199"/>
              <a:gd name="connsiteY1764" fmla="*/ 2679403 h 6382977"/>
              <a:gd name="connsiteX1765" fmla="*/ 4581326 w 6501199"/>
              <a:gd name="connsiteY1765" fmla="*/ 2686243 h 6382977"/>
              <a:gd name="connsiteX1766" fmla="*/ 4576646 w 6501199"/>
              <a:gd name="connsiteY1766" fmla="*/ 2702444 h 6382977"/>
              <a:gd name="connsiteX1767" fmla="*/ 4599686 w 6501199"/>
              <a:gd name="connsiteY1767" fmla="*/ 2697764 h 6382977"/>
              <a:gd name="connsiteX1768" fmla="*/ 4586006 w 6501199"/>
              <a:gd name="connsiteY1768" fmla="*/ 2715765 h 6382977"/>
              <a:gd name="connsiteX1769" fmla="*/ 4603241 w 6501199"/>
              <a:gd name="connsiteY1769" fmla="*/ 2711265 h 6382977"/>
              <a:gd name="connsiteX1770" fmla="*/ 4621790 w 6501199"/>
              <a:gd name="connsiteY1770" fmla="*/ 2706900 h 6382977"/>
              <a:gd name="connsiteX1771" fmla="*/ 4623158 w 6501199"/>
              <a:gd name="connsiteY1771" fmla="*/ 2698283 h 6382977"/>
              <a:gd name="connsiteX1772" fmla="*/ 4621190 w 6501199"/>
              <a:gd name="connsiteY1772" fmla="*/ 2699086 h 6382977"/>
              <a:gd name="connsiteX1773" fmla="*/ 4608686 w 6501199"/>
              <a:gd name="connsiteY1773" fmla="*/ 2699924 h 6382977"/>
              <a:gd name="connsiteX1774" fmla="*/ 4619846 w 6501199"/>
              <a:gd name="connsiteY1774" fmla="*/ 2695604 h 6382977"/>
              <a:gd name="connsiteX1775" fmla="*/ 4610846 w 6501199"/>
              <a:gd name="connsiteY1775" fmla="*/ 2681923 h 6382977"/>
              <a:gd name="connsiteX1776" fmla="*/ 4619846 w 6501199"/>
              <a:gd name="connsiteY1776" fmla="*/ 2688763 h 6382977"/>
              <a:gd name="connsiteX1777" fmla="*/ 4615526 w 6501199"/>
              <a:gd name="connsiteY1777" fmla="*/ 2672562 h 6382977"/>
              <a:gd name="connsiteX1778" fmla="*/ 4636047 w 6501199"/>
              <a:gd name="connsiteY1778" fmla="*/ 2649881 h 6382977"/>
              <a:gd name="connsiteX1779" fmla="*/ 4623581 w 6501199"/>
              <a:gd name="connsiteY1779" fmla="*/ 2647901 h 6382977"/>
              <a:gd name="connsiteX1780" fmla="*/ 4747084 w 6501199"/>
              <a:gd name="connsiteY1780" fmla="*/ 2646790 h 6382977"/>
              <a:gd name="connsiteX1781" fmla="*/ 4762900 w 6501199"/>
              <a:gd name="connsiteY1781" fmla="*/ 2646973 h 6382977"/>
              <a:gd name="connsiteX1782" fmla="*/ 4758343 w 6501199"/>
              <a:gd name="connsiteY1782" fmla="*/ 2658695 h 6382977"/>
              <a:gd name="connsiteX1783" fmla="*/ 4736263 w 6501199"/>
              <a:gd name="connsiteY1783" fmla="*/ 2658695 h 6382977"/>
              <a:gd name="connsiteX1784" fmla="*/ 4747084 w 6501199"/>
              <a:gd name="connsiteY1784" fmla="*/ 2646790 h 6382977"/>
              <a:gd name="connsiteX1785" fmla="*/ 5285941 w 6501199"/>
              <a:gd name="connsiteY1785" fmla="*/ 2635750 h 6382977"/>
              <a:gd name="connsiteX1786" fmla="*/ 5277571 w 6501199"/>
              <a:gd name="connsiteY1786" fmla="*/ 2645560 h 6382977"/>
              <a:gd name="connsiteX1787" fmla="*/ 5304571 w 6501199"/>
              <a:gd name="connsiteY1787" fmla="*/ 2636200 h 6382977"/>
              <a:gd name="connsiteX1788" fmla="*/ 5285941 w 6501199"/>
              <a:gd name="connsiteY1788" fmla="*/ 2635750 h 6382977"/>
              <a:gd name="connsiteX1789" fmla="*/ 5383618 w 6501199"/>
              <a:gd name="connsiteY1789" fmla="*/ 2622550 h 6382977"/>
              <a:gd name="connsiteX1790" fmla="*/ 5368088 w 6501199"/>
              <a:gd name="connsiteY1790" fmla="*/ 2649186 h 6382977"/>
              <a:gd name="connsiteX1791" fmla="*/ 5383618 w 6501199"/>
              <a:gd name="connsiteY1791" fmla="*/ 2622550 h 6382977"/>
              <a:gd name="connsiteX1792" fmla="*/ 4780467 w 6501199"/>
              <a:gd name="connsiteY1792" fmla="*/ 2613540 h 6382977"/>
              <a:gd name="connsiteX1793" fmla="*/ 4782613 w 6501199"/>
              <a:gd name="connsiteY1793" fmla="*/ 2622302 h 6382977"/>
              <a:gd name="connsiteX1794" fmla="*/ 4760075 w 6501199"/>
              <a:gd name="connsiteY1794" fmla="*/ 2628961 h 6382977"/>
              <a:gd name="connsiteX1795" fmla="*/ 4778320 w 6501199"/>
              <a:gd name="connsiteY1795" fmla="*/ 2615643 h 6382977"/>
              <a:gd name="connsiteX1796" fmla="*/ 4780467 w 6501199"/>
              <a:gd name="connsiteY1796" fmla="*/ 2613540 h 6382977"/>
              <a:gd name="connsiteX1797" fmla="*/ 5326870 w 6501199"/>
              <a:gd name="connsiteY1797" fmla="*/ 2612231 h 6382977"/>
              <a:gd name="connsiteX1798" fmla="*/ 5327264 w 6501199"/>
              <a:gd name="connsiteY1798" fmla="*/ 2613476 h 6382977"/>
              <a:gd name="connsiteX1799" fmla="*/ 5329833 w 6501199"/>
              <a:gd name="connsiteY1799" fmla="*/ 2612887 h 6382977"/>
              <a:gd name="connsiteX1800" fmla="*/ 5459373 w 6501199"/>
              <a:gd name="connsiteY1800" fmla="*/ 2604518 h 6382977"/>
              <a:gd name="connsiteX1801" fmla="*/ 5445693 w 6501199"/>
              <a:gd name="connsiteY1801" fmla="*/ 2611358 h 6382977"/>
              <a:gd name="connsiteX1802" fmla="*/ 5446053 w 6501199"/>
              <a:gd name="connsiteY1802" fmla="*/ 2622384 h 6382977"/>
              <a:gd name="connsiteX1803" fmla="*/ 5454847 w 6501199"/>
              <a:gd name="connsiteY1803" fmla="*/ 2624978 h 6382977"/>
              <a:gd name="connsiteX1804" fmla="*/ 5455183 w 6501199"/>
              <a:gd name="connsiteY1804" fmla="*/ 2624420 h 6382977"/>
              <a:gd name="connsiteX1805" fmla="*/ 5390725 w 6501199"/>
              <a:gd name="connsiteY1805" fmla="*/ 2603500 h 6382977"/>
              <a:gd name="connsiteX1806" fmla="*/ 5388272 w 6501199"/>
              <a:gd name="connsiteY1806" fmla="*/ 2624236 h 6382977"/>
              <a:gd name="connsiteX1807" fmla="*/ 5390725 w 6501199"/>
              <a:gd name="connsiteY1807" fmla="*/ 2603500 h 6382977"/>
              <a:gd name="connsiteX1808" fmla="*/ 4790767 w 6501199"/>
              <a:gd name="connsiteY1808" fmla="*/ 2603500 h 6382977"/>
              <a:gd name="connsiteX1809" fmla="*/ 4804172 w 6501199"/>
              <a:gd name="connsiteY1809" fmla="*/ 2608086 h 6382977"/>
              <a:gd name="connsiteX1810" fmla="*/ 4788650 w 6501199"/>
              <a:gd name="connsiteY1810" fmla="*/ 2619022 h 6382977"/>
              <a:gd name="connsiteX1811" fmla="*/ 4790767 w 6501199"/>
              <a:gd name="connsiteY1811" fmla="*/ 2603500 h 6382977"/>
              <a:gd name="connsiteX1812" fmla="*/ 5327655 w 6501199"/>
              <a:gd name="connsiteY1812" fmla="*/ 2586160 h 6382977"/>
              <a:gd name="connsiteX1813" fmla="*/ 5327613 w 6501199"/>
              <a:gd name="connsiteY1813" fmla="*/ 2586185 h 6382977"/>
              <a:gd name="connsiteX1814" fmla="*/ 5327724 w 6501199"/>
              <a:gd name="connsiteY1814" fmla="*/ 2589899 h 6382977"/>
              <a:gd name="connsiteX1815" fmla="*/ 5330806 w 6501199"/>
              <a:gd name="connsiteY1815" fmla="*/ 2587321 h 6382977"/>
              <a:gd name="connsiteX1816" fmla="*/ 5331571 w 6501199"/>
              <a:gd name="connsiteY1816" fmla="*/ 2586486 h 6382977"/>
              <a:gd name="connsiteX1817" fmla="*/ 5395212 w 6501199"/>
              <a:gd name="connsiteY1817" fmla="*/ 2579687 h 6382977"/>
              <a:gd name="connsiteX1818" fmla="*/ 5406823 w 6501199"/>
              <a:gd name="connsiteY1818" fmla="*/ 2579687 h 6382977"/>
              <a:gd name="connsiteX1819" fmla="*/ 5397752 w 6501199"/>
              <a:gd name="connsiteY1819" fmla="*/ 2598370 h 6382977"/>
              <a:gd name="connsiteX1820" fmla="*/ 5383963 w 6501199"/>
              <a:gd name="connsiteY1820" fmla="*/ 2589212 h 6382977"/>
              <a:gd name="connsiteX1821" fmla="*/ 5395212 w 6501199"/>
              <a:gd name="connsiteY1821" fmla="*/ 2579687 h 6382977"/>
              <a:gd name="connsiteX1822" fmla="*/ 5356394 w 6501199"/>
              <a:gd name="connsiteY1822" fmla="*/ 2569242 h 6382977"/>
              <a:gd name="connsiteX1823" fmla="*/ 5352919 w 6501199"/>
              <a:gd name="connsiteY1823" fmla="*/ 2571173 h 6382977"/>
              <a:gd name="connsiteX1824" fmla="*/ 5350205 w 6501199"/>
              <a:gd name="connsiteY1824" fmla="*/ 2583548 h 6382977"/>
              <a:gd name="connsiteX1825" fmla="*/ 5353196 w 6501199"/>
              <a:gd name="connsiteY1825" fmla="*/ 2584172 h 6382977"/>
              <a:gd name="connsiteX1826" fmla="*/ 5355543 w 6501199"/>
              <a:gd name="connsiteY1826" fmla="*/ 2573647 h 6382977"/>
              <a:gd name="connsiteX1827" fmla="*/ 5451949 w 6501199"/>
              <a:gd name="connsiteY1827" fmla="*/ 2555069 h 6382977"/>
              <a:gd name="connsiteX1828" fmla="*/ 5440827 w 6501199"/>
              <a:gd name="connsiteY1828" fmla="*/ 2559400 h 6382977"/>
              <a:gd name="connsiteX1829" fmla="*/ 5445805 w 6501199"/>
              <a:gd name="connsiteY1829" fmla="*/ 2567251 h 6382977"/>
              <a:gd name="connsiteX1830" fmla="*/ 5446081 w 6501199"/>
              <a:gd name="connsiteY1830" fmla="*/ 2567841 h 6382977"/>
              <a:gd name="connsiteX1831" fmla="*/ 5457842 w 6501199"/>
              <a:gd name="connsiteY1831" fmla="*/ 2558326 h 6382977"/>
              <a:gd name="connsiteX1832" fmla="*/ 4943920 w 6501199"/>
              <a:gd name="connsiteY1832" fmla="*/ 2548497 h 6382977"/>
              <a:gd name="connsiteX1833" fmla="*/ 4953994 w 6501199"/>
              <a:gd name="connsiteY1833" fmla="*/ 2551485 h 6382977"/>
              <a:gd name="connsiteX1834" fmla="*/ 4942637 w 6501199"/>
              <a:gd name="connsiteY1834" fmla="*/ 2561197 h 6382977"/>
              <a:gd name="connsiteX1835" fmla="*/ 4943920 w 6501199"/>
              <a:gd name="connsiteY1835" fmla="*/ 2548497 h 6382977"/>
              <a:gd name="connsiteX1836" fmla="*/ 4895084 w 6501199"/>
              <a:gd name="connsiteY1836" fmla="*/ 2533650 h 6382977"/>
              <a:gd name="connsiteX1837" fmla="*/ 4909384 w 6501199"/>
              <a:gd name="connsiteY1837" fmla="*/ 2547141 h 6382977"/>
              <a:gd name="connsiteX1838" fmla="*/ 4919673 w 6501199"/>
              <a:gd name="connsiteY1838" fmla="*/ 2540000 h 6382977"/>
              <a:gd name="connsiteX1839" fmla="*/ 4890250 w 6501199"/>
              <a:gd name="connsiteY1839" fmla="*/ 2558170 h 6382977"/>
              <a:gd name="connsiteX1840" fmla="*/ 4902060 w 6501199"/>
              <a:gd name="connsiteY1840" fmla="*/ 2551902 h 6382977"/>
              <a:gd name="connsiteX1841" fmla="*/ 4899722 w 6501199"/>
              <a:gd name="connsiteY1841" fmla="*/ 2547285 h 6382977"/>
              <a:gd name="connsiteX1842" fmla="*/ 4856913 w 6501199"/>
              <a:gd name="connsiteY1842" fmla="*/ 2585678 h 6382977"/>
              <a:gd name="connsiteX1843" fmla="*/ 4857138 w 6501199"/>
              <a:gd name="connsiteY1843" fmla="*/ 2584945 h 6382977"/>
              <a:gd name="connsiteX1844" fmla="*/ 4855897 w 6501199"/>
              <a:gd name="connsiteY1844" fmla="*/ 2586908 h 6382977"/>
              <a:gd name="connsiteX1845" fmla="*/ 4837863 w 6501199"/>
              <a:gd name="connsiteY1845" fmla="*/ 2598386 h 6382977"/>
              <a:gd name="connsiteX1846" fmla="*/ 4849901 w 6501199"/>
              <a:gd name="connsiteY1846" fmla="*/ 2584411 h 6382977"/>
              <a:gd name="connsiteX1847" fmla="*/ 4859764 w 6501199"/>
              <a:gd name="connsiteY1847" fmla="*/ 2576396 h 6382977"/>
              <a:gd name="connsiteX1848" fmla="*/ 4861874 w 6501199"/>
              <a:gd name="connsiteY1848" fmla="*/ 2569526 h 6382977"/>
              <a:gd name="connsiteX1849" fmla="*/ 4895084 w 6501199"/>
              <a:gd name="connsiteY1849" fmla="*/ 2533650 h 6382977"/>
              <a:gd name="connsiteX1850" fmla="*/ 264714 w 6501199"/>
              <a:gd name="connsiteY1850" fmla="*/ 2532062 h 6382977"/>
              <a:gd name="connsiteX1851" fmla="*/ 278208 w 6501199"/>
              <a:gd name="connsiteY1851" fmla="*/ 2543070 h 6382977"/>
              <a:gd name="connsiteX1852" fmla="*/ 249090 w 6501199"/>
              <a:gd name="connsiteY1852" fmla="*/ 2578935 h 6382977"/>
              <a:gd name="connsiteX1853" fmla="*/ 235596 w 6501199"/>
              <a:gd name="connsiteY1853" fmla="*/ 2585682 h 6382977"/>
              <a:gd name="connsiteX1854" fmla="*/ 244473 w 6501199"/>
              <a:gd name="connsiteY1854" fmla="*/ 2554433 h 6382977"/>
              <a:gd name="connsiteX1855" fmla="*/ 264714 w 6501199"/>
              <a:gd name="connsiteY1855" fmla="*/ 2532062 h 6382977"/>
              <a:gd name="connsiteX1856" fmla="*/ 518836 w 6501199"/>
              <a:gd name="connsiteY1856" fmla="*/ 2525121 h 6382977"/>
              <a:gd name="connsiteX1857" fmla="*/ 486793 w 6501199"/>
              <a:gd name="connsiteY1857" fmla="*/ 2561476 h 6382977"/>
              <a:gd name="connsiteX1858" fmla="*/ 468791 w 6501199"/>
              <a:gd name="connsiteY1858" fmla="*/ 2554637 h 6382977"/>
              <a:gd name="connsiteX1859" fmla="*/ 450429 w 6501199"/>
              <a:gd name="connsiteY1859" fmla="*/ 2625187 h 6382977"/>
              <a:gd name="connsiteX1860" fmla="*/ 464110 w 6501199"/>
              <a:gd name="connsiteY1860" fmla="*/ 2629506 h 6382977"/>
              <a:gd name="connsiteX1861" fmla="*/ 491473 w 6501199"/>
              <a:gd name="connsiteY1861" fmla="*/ 2606830 h 6382977"/>
              <a:gd name="connsiteX1862" fmla="*/ 518836 w 6501199"/>
              <a:gd name="connsiteY1862" fmla="*/ 2525121 h 6382977"/>
              <a:gd name="connsiteX1863" fmla="*/ 4944402 w 6501199"/>
              <a:gd name="connsiteY1863" fmla="*/ 2523999 h 6382977"/>
              <a:gd name="connsiteX1864" fmla="*/ 4926763 w 6501199"/>
              <a:gd name="connsiteY1864" fmla="*/ 2535058 h 6382977"/>
              <a:gd name="connsiteX1865" fmla="*/ 4944402 w 6501199"/>
              <a:gd name="connsiteY1865" fmla="*/ 2523999 h 6382977"/>
              <a:gd name="connsiteX1866" fmla="*/ 5006822 w 6501199"/>
              <a:gd name="connsiteY1866" fmla="*/ 2513012 h 6382977"/>
              <a:gd name="connsiteX1867" fmla="*/ 5000061 w 6501199"/>
              <a:gd name="connsiteY1867" fmla="*/ 2528534 h 6382977"/>
              <a:gd name="connsiteX1868" fmla="*/ 5006822 w 6501199"/>
              <a:gd name="connsiteY1868" fmla="*/ 2513012 h 6382977"/>
              <a:gd name="connsiteX1869" fmla="*/ 6100714 w 6501199"/>
              <a:gd name="connsiteY1869" fmla="*/ 2503487 h 6382977"/>
              <a:gd name="connsiteX1870" fmla="*/ 6087044 w 6501199"/>
              <a:gd name="connsiteY1870" fmla="*/ 2524018 h 6382977"/>
              <a:gd name="connsiteX1871" fmla="*/ 6082727 w 6501199"/>
              <a:gd name="connsiteY1871" fmla="*/ 2544550 h 6382977"/>
              <a:gd name="connsiteX1872" fmla="*/ 6116903 w 6501199"/>
              <a:gd name="connsiteY1872" fmla="*/ 2530862 h 6382977"/>
              <a:gd name="connsiteX1873" fmla="*/ 6121220 w 6501199"/>
              <a:gd name="connsiteY1873" fmla="*/ 2546711 h 6382977"/>
              <a:gd name="connsiteX1874" fmla="*/ 6091721 w 6501199"/>
              <a:gd name="connsiteY1874" fmla="*/ 2551034 h 6382977"/>
              <a:gd name="connsiteX1875" fmla="*/ 6089562 w 6501199"/>
              <a:gd name="connsiteY1875" fmla="*/ 2614790 h 6382977"/>
              <a:gd name="connsiteX1876" fmla="*/ 6046393 w 6501199"/>
              <a:gd name="connsiteY1876" fmla="*/ 2687911 h 6382977"/>
              <a:gd name="connsiteX1877" fmla="*/ 6014375 w 6501199"/>
              <a:gd name="connsiteY1877" fmla="*/ 2762833 h 6382977"/>
              <a:gd name="connsiteX1878" fmla="*/ 5980199 w 6501199"/>
              <a:gd name="connsiteY1878" fmla="*/ 2853965 h 6382977"/>
              <a:gd name="connsiteX1879" fmla="*/ 5987034 w 6501199"/>
              <a:gd name="connsiteY1879" fmla="*/ 2788047 h 6382977"/>
              <a:gd name="connsiteX1880" fmla="*/ 6007540 w 6501199"/>
              <a:gd name="connsiteY1880" fmla="*/ 2708442 h 6382977"/>
              <a:gd name="connsiteX1881" fmla="*/ 6024493 w 6501199"/>
              <a:gd name="connsiteY1881" fmla="*/ 2667920 h 6382977"/>
              <a:gd name="connsiteX1882" fmla="*/ 6031927 w 6501199"/>
              <a:gd name="connsiteY1882" fmla="*/ 2646322 h 6382977"/>
              <a:gd name="connsiteX1883" fmla="*/ 6032010 w 6501199"/>
              <a:gd name="connsiteY1883" fmla="*/ 2638643 h 6382977"/>
              <a:gd name="connsiteX1884" fmla="*/ 6043470 w 6501199"/>
              <a:gd name="connsiteY1884" fmla="*/ 2614612 h 6382977"/>
              <a:gd name="connsiteX1885" fmla="*/ 6048771 w 6501199"/>
              <a:gd name="connsiteY1885" fmla="*/ 2626550 h 6382977"/>
              <a:gd name="connsiteX1886" fmla="*/ 6051682 w 6501199"/>
              <a:gd name="connsiteY1886" fmla="*/ 2627307 h 6382977"/>
              <a:gd name="connsiteX1887" fmla="*/ 6064380 w 6501199"/>
              <a:gd name="connsiteY1887" fmla="*/ 2598941 h 6382977"/>
              <a:gd name="connsiteX1888" fmla="*/ 6048551 w 6501199"/>
              <a:gd name="connsiteY1888" fmla="*/ 2608306 h 6382977"/>
              <a:gd name="connsiteX1889" fmla="*/ 6078050 w 6501199"/>
              <a:gd name="connsiteY1889" fmla="*/ 2505648 h 6382977"/>
              <a:gd name="connsiteX1890" fmla="*/ 6091721 w 6501199"/>
              <a:gd name="connsiteY1890" fmla="*/ 2514653 h 6382977"/>
              <a:gd name="connsiteX1891" fmla="*/ 6100714 w 6501199"/>
              <a:gd name="connsiteY1891" fmla="*/ 2503487 h 6382977"/>
              <a:gd name="connsiteX1892" fmla="*/ 5026516 w 6501199"/>
              <a:gd name="connsiteY1892" fmla="*/ 2502944 h 6382977"/>
              <a:gd name="connsiteX1893" fmla="*/ 5031212 w 6501199"/>
              <a:gd name="connsiteY1893" fmla="*/ 2503350 h 6382977"/>
              <a:gd name="connsiteX1894" fmla="*/ 5015223 w 6501199"/>
              <a:gd name="connsiteY1894" fmla="*/ 2519006 h 6382977"/>
              <a:gd name="connsiteX1895" fmla="*/ 5026516 w 6501199"/>
              <a:gd name="connsiteY1895" fmla="*/ 2502944 h 6382977"/>
              <a:gd name="connsiteX1896" fmla="*/ 5010538 w 6501199"/>
              <a:gd name="connsiteY1896" fmla="*/ 2482850 h 6382977"/>
              <a:gd name="connsiteX1897" fmla="*/ 4990263 w 6501199"/>
              <a:gd name="connsiteY1897" fmla="*/ 2498372 h 6382977"/>
              <a:gd name="connsiteX1898" fmla="*/ 5010538 w 6501199"/>
              <a:gd name="connsiteY1898" fmla="*/ 2482850 h 6382977"/>
              <a:gd name="connsiteX1899" fmla="*/ 6100537 w 6501199"/>
              <a:gd name="connsiteY1899" fmla="*/ 2481081 h 6382977"/>
              <a:gd name="connsiteX1900" fmla="*/ 6115437 w 6501199"/>
              <a:gd name="connsiteY1900" fmla="*/ 2487886 h 6382977"/>
              <a:gd name="connsiteX1901" fmla="*/ 6085638 w 6501199"/>
              <a:gd name="connsiteY1901" fmla="*/ 2487886 h 6382977"/>
              <a:gd name="connsiteX1902" fmla="*/ 6100537 w 6501199"/>
              <a:gd name="connsiteY1902" fmla="*/ 2481081 h 6382977"/>
              <a:gd name="connsiteX1903" fmla="*/ 5540857 w 6501199"/>
              <a:gd name="connsiteY1903" fmla="*/ 2478548 h 6382977"/>
              <a:gd name="connsiteX1904" fmla="*/ 5533750 w 6501199"/>
              <a:gd name="connsiteY1904" fmla="*/ 2486489 h 6382977"/>
              <a:gd name="connsiteX1905" fmla="*/ 5508635 w 6501199"/>
              <a:gd name="connsiteY1905" fmla="*/ 2495873 h 6382977"/>
              <a:gd name="connsiteX1906" fmla="*/ 5488544 w 6501199"/>
              <a:gd name="connsiteY1906" fmla="*/ 2516086 h 6382977"/>
              <a:gd name="connsiteX1907" fmla="*/ 5495002 w 6501199"/>
              <a:gd name="connsiteY1907" fmla="*/ 2529802 h 6382977"/>
              <a:gd name="connsiteX1908" fmla="*/ 5481512 w 6501199"/>
              <a:gd name="connsiteY1908" fmla="*/ 2537874 h 6382977"/>
              <a:gd name="connsiteX1909" fmla="*/ 5484573 w 6501199"/>
              <a:gd name="connsiteY1909" fmla="*/ 2545473 h 6382977"/>
              <a:gd name="connsiteX1910" fmla="*/ 5511933 w 6501199"/>
              <a:gd name="connsiteY1910" fmla="*/ 2531793 h 6382977"/>
              <a:gd name="connsiteX1911" fmla="*/ 5498253 w 6501199"/>
              <a:gd name="connsiteY1911" fmla="*/ 2549794 h 6382977"/>
              <a:gd name="connsiteX1912" fmla="*/ 5527773 w 6501199"/>
              <a:gd name="connsiteY1912" fmla="*/ 2527112 h 6382977"/>
              <a:gd name="connsiteX1913" fmla="*/ 5527773 w 6501199"/>
              <a:gd name="connsiteY1913" fmla="*/ 2536113 h 6382977"/>
              <a:gd name="connsiteX1914" fmla="*/ 5532093 w 6501199"/>
              <a:gd name="connsiteY1914" fmla="*/ 2542953 h 6382977"/>
              <a:gd name="connsiteX1915" fmla="*/ 5514093 w 6501199"/>
              <a:gd name="connsiteY1915" fmla="*/ 2551954 h 6382977"/>
              <a:gd name="connsiteX1916" fmla="*/ 5516253 w 6501199"/>
              <a:gd name="connsiteY1916" fmla="*/ 2563475 h 6382977"/>
              <a:gd name="connsiteX1917" fmla="*/ 5537189 w 6501199"/>
              <a:gd name="connsiteY1917" fmla="*/ 2545289 h 6382977"/>
              <a:gd name="connsiteX1918" fmla="*/ 5537730 w 6501199"/>
              <a:gd name="connsiteY1918" fmla="*/ 2540575 h 6382977"/>
              <a:gd name="connsiteX1919" fmla="*/ 5536560 w 6501199"/>
              <a:gd name="connsiteY1919" fmla="*/ 2502416 h 6382977"/>
              <a:gd name="connsiteX1920" fmla="*/ 5725775 w 6501199"/>
              <a:gd name="connsiteY1920" fmla="*/ 2474909 h 6382977"/>
              <a:gd name="connsiteX1921" fmla="*/ 5706920 w 6501199"/>
              <a:gd name="connsiteY1921" fmla="*/ 2494440 h 6382977"/>
              <a:gd name="connsiteX1922" fmla="*/ 5695005 w 6501199"/>
              <a:gd name="connsiteY1922" fmla="*/ 2510863 h 6382977"/>
              <a:gd name="connsiteX1923" fmla="*/ 5695199 w 6501199"/>
              <a:gd name="connsiteY1923" fmla="*/ 2511241 h 6382977"/>
              <a:gd name="connsiteX1924" fmla="*/ 5695190 w 6501199"/>
              <a:gd name="connsiteY1924" fmla="*/ 2513057 h 6382977"/>
              <a:gd name="connsiteX1925" fmla="*/ 5714615 w 6501199"/>
              <a:gd name="connsiteY1925" fmla="*/ 2499435 h 6382977"/>
              <a:gd name="connsiteX1926" fmla="*/ 5725775 w 6501199"/>
              <a:gd name="connsiteY1926" fmla="*/ 2474909 h 6382977"/>
              <a:gd name="connsiteX1927" fmla="*/ 5100090 w 6501199"/>
              <a:gd name="connsiteY1927" fmla="*/ 2472388 h 6382977"/>
              <a:gd name="connsiteX1928" fmla="*/ 5084250 w 6501199"/>
              <a:gd name="connsiteY1928" fmla="*/ 2499750 h 6382977"/>
              <a:gd name="connsiteX1929" fmla="*/ 5089503 w 6501199"/>
              <a:gd name="connsiteY1929" fmla="*/ 2499466 h 6382977"/>
              <a:gd name="connsiteX1930" fmla="*/ 5091367 w 6501199"/>
              <a:gd name="connsiteY1930" fmla="*/ 2492375 h 6382977"/>
              <a:gd name="connsiteX1931" fmla="*/ 5094809 w 6501199"/>
              <a:gd name="connsiteY1931" fmla="*/ 2499178 h 6382977"/>
              <a:gd name="connsiteX1932" fmla="*/ 5094836 w 6501199"/>
              <a:gd name="connsiteY1932" fmla="*/ 2499177 h 6382977"/>
              <a:gd name="connsiteX1933" fmla="*/ 5113770 w 6501199"/>
              <a:gd name="connsiteY1933" fmla="*/ 2479229 h 6382977"/>
              <a:gd name="connsiteX1934" fmla="*/ 5100090 w 6501199"/>
              <a:gd name="connsiteY1934" fmla="*/ 2472388 h 6382977"/>
              <a:gd name="connsiteX1935" fmla="*/ 5821936 w 6501199"/>
              <a:gd name="connsiteY1935" fmla="*/ 2463800 h 6382977"/>
              <a:gd name="connsiteX1936" fmla="*/ 5811000 w 6501199"/>
              <a:gd name="connsiteY1936" fmla="*/ 2514237 h 6382977"/>
              <a:gd name="connsiteX1937" fmla="*/ 5821936 w 6501199"/>
              <a:gd name="connsiteY1937" fmla="*/ 2463800 h 6382977"/>
              <a:gd name="connsiteX1938" fmla="*/ 5504270 w 6501199"/>
              <a:gd name="connsiteY1938" fmla="*/ 2438400 h 6382977"/>
              <a:gd name="connsiteX1939" fmla="*/ 5513219 w 6501199"/>
              <a:gd name="connsiteY1939" fmla="*/ 2468198 h 6382977"/>
              <a:gd name="connsiteX1940" fmla="*/ 5504270 w 6501199"/>
              <a:gd name="connsiteY1940" fmla="*/ 2438400 h 6382977"/>
              <a:gd name="connsiteX1941" fmla="*/ 5015849 w 6501199"/>
              <a:gd name="connsiteY1941" fmla="*/ 2436026 h 6382977"/>
              <a:gd name="connsiteX1942" fmla="*/ 4993169 w 6501199"/>
              <a:gd name="connsiteY1942" fmla="*/ 2456547 h 6382977"/>
              <a:gd name="connsiteX1943" fmla="*/ 5015849 w 6501199"/>
              <a:gd name="connsiteY1943" fmla="*/ 2436026 h 6382977"/>
              <a:gd name="connsiteX1944" fmla="*/ 6105383 w 6501199"/>
              <a:gd name="connsiteY1944" fmla="*/ 2435225 h 6382977"/>
              <a:gd name="connsiteX1945" fmla="*/ 6082463 w 6501199"/>
              <a:gd name="connsiteY1945" fmla="*/ 2453470 h 6382977"/>
              <a:gd name="connsiteX1946" fmla="*/ 6105383 w 6501199"/>
              <a:gd name="connsiteY1946" fmla="*/ 2435225 h 6382977"/>
              <a:gd name="connsiteX1947" fmla="*/ 5067703 w 6501199"/>
              <a:gd name="connsiteY1947" fmla="*/ 2432050 h 6382977"/>
              <a:gd name="connsiteX1948" fmla="*/ 5056938 w 6501199"/>
              <a:gd name="connsiteY1948" fmla="*/ 2450152 h 6382977"/>
              <a:gd name="connsiteX1949" fmla="*/ 5067703 w 6501199"/>
              <a:gd name="connsiteY1949" fmla="*/ 2432050 h 6382977"/>
              <a:gd name="connsiteX1950" fmla="*/ 5147067 w 6501199"/>
              <a:gd name="connsiteY1950" fmla="*/ 2429422 h 6382977"/>
              <a:gd name="connsiteX1951" fmla="*/ 5142417 w 6501199"/>
              <a:gd name="connsiteY1951" fmla="*/ 2447569 h 6382977"/>
              <a:gd name="connsiteX1952" fmla="*/ 5124171 w 6501199"/>
              <a:gd name="connsiteY1952" fmla="*/ 2447569 h 6382977"/>
              <a:gd name="connsiteX1953" fmla="*/ 5128822 w 6501199"/>
              <a:gd name="connsiteY1953" fmla="*/ 2431913 h 6382977"/>
              <a:gd name="connsiteX1954" fmla="*/ 5140270 w 6501199"/>
              <a:gd name="connsiteY1954" fmla="*/ 2436182 h 6382977"/>
              <a:gd name="connsiteX1955" fmla="*/ 5147067 w 6501199"/>
              <a:gd name="connsiteY1955" fmla="*/ 2429422 h 6382977"/>
              <a:gd name="connsiteX1956" fmla="*/ 462355 w 6501199"/>
              <a:gd name="connsiteY1956" fmla="*/ 2426237 h 6382977"/>
              <a:gd name="connsiteX1957" fmla="*/ 448761 w 6501199"/>
              <a:gd name="connsiteY1957" fmla="*/ 2465024 h 6382977"/>
              <a:gd name="connsiteX1958" fmla="*/ 462355 w 6501199"/>
              <a:gd name="connsiteY1958" fmla="*/ 2426237 h 6382977"/>
              <a:gd name="connsiteX1959" fmla="*/ 6136018 w 6501199"/>
              <a:gd name="connsiteY1959" fmla="*/ 2411412 h 6382977"/>
              <a:gd name="connsiteX1960" fmla="*/ 6125037 w 6501199"/>
              <a:gd name="connsiteY1960" fmla="*/ 2526941 h 6382977"/>
              <a:gd name="connsiteX1961" fmla="*/ 6136018 w 6501199"/>
              <a:gd name="connsiteY1961" fmla="*/ 2411412 h 6382977"/>
              <a:gd name="connsiteX1962" fmla="*/ 6250376 w 6501199"/>
              <a:gd name="connsiteY1962" fmla="*/ 2403475 h 6382977"/>
              <a:gd name="connsiteX1963" fmla="*/ 6209463 w 6501199"/>
              <a:gd name="connsiteY1963" fmla="*/ 2477730 h 6382977"/>
              <a:gd name="connsiteX1964" fmla="*/ 6250376 w 6501199"/>
              <a:gd name="connsiteY1964" fmla="*/ 2403475 h 6382977"/>
              <a:gd name="connsiteX1965" fmla="*/ 5191627 w 6501199"/>
              <a:gd name="connsiteY1965" fmla="*/ 2401613 h 6382977"/>
              <a:gd name="connsiteX1966" fmla="*/ 5190496 w 6501199"/>
              <a:gd name="connsiteY1966" fmla="*/ 2402724 h 6382977"/>
              <a:gd name="connsiteX1967" fmla="*/ 5188389 w 6501199"/>
              <a:gd name="connsiteY1967" fmla="*/ 2408310 h 6382977"/>
              <a:gd name="connsiteX1968" fmla="*/ 5190882 w 6501199"/>
              <a:gd name="connsiteY1968" fmla="*/ 2410985 h 6382977"/>
              <a:gd name="connsiteX1969" fmla="*/ 5193470 w 6501199"/>
              <a:gd name="connsiteY1969" fmla="*/ 2409595 h 6382977"/>
              <a:gd name="connsiteX1970" fmla="*/ 6055590 w 6501199"/>
              <a:gd name="connsiteY1970" fmla="*/ 2397125 h 6382977"/>
              <a:gd name="connsiteX1971" fmla="*/ 6050866 w 6501199"/>
              <a:gd name="connsiteY1971" fmla="*/ 2426923 h 6382977"/>
              <a:gd name="connsiteX1972" fmla="*/ 6055590 w 6501199"/>
              <a:gd name="connsiteY1972" fmla="*/ 2397125 h 6382977"/>
              <a:gd name="connsiteX1973" fmla="*/ 5157467 w 6501199"/>
              <a:gd name="connsiteY1973" fmla="*/ 2394874 h 6382977"/>
              <a:gd name="connsiteX1974" fmla="*/ 5159647 w 6501199"/>
              <a:gd name="connsiteY1974" fmla="*/ 2424305 h 6382977"/>
              <a:gd name="connsiteX1975" fmla="*/ 5148382 w 6501199"/>
              <a:gd name="connsiteY1975" fmla="*/ 2419639 h 6382977"/>
              <a:gd name="connsiteX1976" fmla="*/ 5148382 w 6501199"/>
              <a:gd name="connsiteY1976" fmla="*/ 2401693 h 6382977"/>
              <a:gd name="connsiteX1977" fmla="*/ 5159647 w 6501199"/>
              <a:gd name="connsiteY1977" fmla="*/ 2399181 h 6382977"/>
              <a:gd name="connsiteX1978" fmla="*/ 5157467 w 6501199"/>
              <a:gd name="connsiteY1978" fmla="*/ 2394874 h 6382977"/>
              <a:gd name="connsiteX1979" fmla="*/ 5520933 w 6501199"/>
              <a:gd name="connsiteY1979" fmla="*/ 2392823 h 6382977"/>
              <a:gd name="connsiteX1980" fmla="*/ 5514093 w 6501199"/>
              <a:gd name="connsiteY1980" fmla="*/ 2404344 h 6382977"/>
              <a:gd name="connsiteX1981" fmla="*/ 5518773 w 6501199"/>
              <a:gd name="connsiteY1981" fmla="*/ 2429185 h 6382977"/>
              <a:gd name="connsiteX1982" fmla="*/ 5514844 w 6501199"/>
              <a:gd name="connsiteY1982" fmla="*/ 2428778 h 6382977"/>
              <a:gd name="connsiteX1983" fmla="*/ 5513771 w 6501199"/>
              <a:gd name="connsiteY1983" fmla="*/ 2433270 h 6382977"/>
              <a:gd name="connsiteX1984" fmla="*/ 5504613 w 6501199"/>
              <a:gd name="connsiteY1984" fmla="*/ 2414587 h 6382977"/>
              <a:gd name="connsiteX1985" fmla="*/ 5506152 w 6501199"/>
              <a:gd name="connsiteY1985" fmla="*/ 2415718 h 6382977"/>
              <a:gd name="connsiteX1986" fmla="*/ 5505864 w 6501199"/>
              <a:gd name="connsiteY1986" fmla="*/ 2414655 h 6382977"/>
              <a:gd name="connsiteX1987" fmla="*/ 5500895 w 6501199"/>
              <a:gd name="connsiteY1987" fmla="*/ 2411491 h 6382977"/>
              <a:gd name="connsiteX1988" fmla="*/ 5498047 w 6501199"/>
              <a:gd name="connsiteY1988" fmla="*/ 2447698 h 6382977"/>
              <a:gd name="connsiteX1989" fmla="*/ 5472356 w 6501199"/>
              <a:gd name="connsiteY1989" fmla="*/ 2467272 h 6382977"/>
              <a:gd name="connsiteX1990" fmla="*/ 5450404 w 6501199"/>
              <a:gd name="connsiteY1990" fmla="*/ 2488514 h 6382977"/>
              <a:gd name="connsiteX1991" fmla="*/ 5450373 w 6501199"/>
              <a:gd name="connsiteY1991" fmla="*/ 2490750 h 6382977"/>
              <a:gd name="connsiteX1992" fmla="*/ 5479893 w 6501199"/>
              <a:gd name="connsiteY1992" fmla="*/ 2490750 h 6382977"/>
              <a:gd name="connsiteX1993" fmla="*/ 5427693 w 6501199"/>
              <a:gd name="connsiteY1993" fmla="*/ 2545473 h 6382977"/>
              <a:gd name="connsiteX1994" fmla="*/ 5434533 w 6501199"/>
              <a:gd name="connsiteY1994" fmla="*/ 2549794 h 6382977"/>
              <a:gd name="connsiteX1995" fmla="*/ 5420043 w 6501199"/>
              <a:gd name="connsiteY1995" fmla="*/ 2541603 h 6382977"/>
              <a:gd name="connsiteX1996" fmla="*/ 5416662 w 6501199"/>
              <a:gd name="connsiteY1996" fmla="*/ 2534352 h 6382977"/>
              <a:gd name="connsiteX1997" fmla="*/ 5410253 w 6501199"/>
              <a:gd name="connsiteY1997" fmla="*/ 2549986 h 6382977"/>
              <a:gd name="connsiteX1998" fmla="*/ 5410253 w 6501199"/>
              <a:gd name="connsiteY1998" fmla="*/ 2534152 h 6382977"/>
              <a:gd name="connsiteX1999" fmla="*/ 5406528 w 6501199"/>
              <a:gd name="connsiteY1999" fmla="*/ 2535076 h 6382977"/>
              <a:gd name="connsiteX2000" fmla="*/ 5405176 w 6501199"/>
              <a:gd name="connsiteY2000" fmla="*/ 2541952 h 6382977"/>
              <a:gd name="connsiteX2001" fmla="*/ 5402308 w 6501199"/>
              <a:gd name="connsiteY2001" fmla="*/ 2543173 h 6382977"/>
              <a:gd name="connsiteX2002" fmla="*/ 5402579 w 6501199"/>
              <a:gd name="connsiteY2002" fmla="*/ 2545218 h 6382977"/>
              <a:gd name="connsiteX2003" fmla="*/ 5404159 w 6501199"/>
              <a:gd name="connsiteY2003" fmla="*/ 2553686 h 6382977"/>
              <a:gd name="connsiteX2004" fmla="*/ 5400608 w 6501199"/>
              <a:gd name="connsiteY2004" fmla="*/ 2554141 h 6382977"/>
              <a:gd name="connsiteX2005" fmla="*/ 5404518 w 6501199"/>
              <a:gd name="connsiteY2005" fmla="*/ 2554964 h 6382977"/>
              <a:gd name="connsiteX2006" fmla="*/ 5407122 w 6501199"/>
              <a:gd name="connsiteY2006" fmla="*/ 2560735 h 6382977"/>
              <a:gd name="connsiteX2007" fmla="*/ 5408871 w 6501199"/>
              <a:gd name="connsiteY2007" fmla="*/ 2560939 h 6382977"/>
              <a:gd name="connsiteX2008" fmla="*/ 5412781 w 6501199"/>
              <a:gd name="connsiteY2008" fmla="*/ 2565820 h 6382977"/>
              <a:gd name="connsiteX2009" fmla="*/ 5390166 w 6501199"/>
              <a:gd name="connsiteY2009" fmla="*/ 2570852 h 6382977"/>
              <a:gd name="connsiteX2010" fmla="*/ 5377427 w 6501199"/>
              <a:gd name="connsiteY2010" fmla="*/ 2578519 h 6382977"/>
              <a:gd name="connsiteX2011" fmla="*/ 5375132 w 6501199"/>
              <a:gd name="connsiteY2011" fmla="*/ 2592997 h 6382977"/>
              <a:gd name="connsiteX2012" fmla="*/ 5358855 w 6501199"/>
              <a:gd name="connsiteY2012" fmla="*/ 2604646 h 6382977"/>
              <a:gd name="connsiteX2013" fmla="*/ 5353196 w 6501199"/>
              <a:gd name="connsiteY2013" fmla="*/ 2615840 h 6382977"/>
              <a:gd name="connsiteX2014" fmla="*/ 5348309 w 6501199"/>
              <a:gd name="connsiteY2014" fmla="*/ 2612040 h 6382977"/>
              <a:gd name="connsiteX2015" fmla="*/ 5342991 w 6501199"/>
              <a:gd name="connsiteY2015" fmla="*/ 2615567 h 6382977"/>
              <a:gd name="connsiteX2016" fmla="*/ 5346661 w 6501199"/>
              <a:gd name="connsiteY2016" fmla="*/ 2619181 h 6382977"/>
              <a:gd name="connsiteX2017" fmla="*/ 5347668 w 6501199"/>
              <a:gd name="connsiteY2017" fmla="*/ 2633880 h 6382977"/>
              <a:gd name="connsiteX2018" fmla="*/ 5336258 w 6501199"/>
              <a:gd name="connsiteY2018" fmla="*/ 2628958 h 6382977"/>
              <a:gd name="connsiteX2019" fmla="*/ 5330838 w 6501199"/>
              <a:gd name="connsiteY2019" fmla="*/ 2623627 h 6382977"/>
              <a:gd name="connsiteX2020" fmla="*/ 5325452 w 6501199"/>
              <a:gd name="connsiteY2020" fmla="*/ 2627199 h 6382977"/>
              <a:gd name="connsiteX2021" fmla="*/ 5326346 w 6501199"/>
              <a:gd name="connsiteY2021" fmla="*/ 2622472 h 6382977"/>
              <a:gd name="connsiteX2022" fmla="*/ 5325116 w 6501199"/>
              <a:gd name="connsiteY2022" fmla="*/ 2622425 h 6382977"/>
              <a:gd name="connsiteX2023" fmla="*/ 5322432 w 6501199"/>
              <a:gd name="connsiteY2023" fmla="*/ 2613745 h 6382977"/>
              <a:gd name="connsiteX2024" fmla="*/ 5322846 w 6501199"/>
              <a:gd name="connsiteY2024" fmla="*/ 2612655 h 6382977"/>
              <a:gd name="connsiteX2025" fmla="*/ 5322217 w 6501199"/>
              <a:gd name="connsiteY2025" fmla="*/ 2613149 h 6382977"/>
              <a:gd name="connsiteX2026" fmla="*/ 5311367 w 6501199"/>
              <a:gd name="connsiteY2026" fmla="*/ 2640340 h 6382977"/>
              <a:gd name="connsiteX2027" fmla="*/ 5284411 w 6501199"/>
              <a:gd name="connsiteY2027" fmla="*/ 2666082 h 6382977"/>
              <a:gd name="connsiteX2028" fmla="*/ 5266051 w 6501199"/>
              <a:gd name="connsiteY2028" fmla="*/ 2659241 h 6382977"/>
              <a:gd name="connsiteX2029" fmla="*/ 5248051 w 6501199"/>
              <a:gd name="connsiteY2029" fmla="*/ 2684083 h 6382977"/>
              <a:gd name="connsiteX2030" fmla="*/ 5235361 w 6501199"/>
              <a:gd name="connsiteY2030" fmla="*/ 2680753 h 6382977"/>
              <a:gd name="connsiteX2031" fmla="*/ 5234338 w 6501199"/>
              <a:gd name="connsiteY2031" fmla="*/ 2678886 h 6382977"/>
              <a:gd name="connsiteX2032" fmla="*/ 5204334 w 6501199"/>
              <a:gd name="connsiteY2032" fmla="*/ 2709409 h 6382977"/>
              <a:gd name="connsiteX2033" fmla="*/ 5188157 w 6501199"/>
              <a:gd name="connsiteY2033" fmla="*/ 2718829 h 6382977"/>
              <a:gd name="connsiteX2034" fmla="*/ 5185071 w 6501199"/>
              <a:gd name="connsiteY2034" fmla="*/ 2728348 h 6382977"/>
              <a:gd name="connsiteX2035" fmla="*/ 5180074 w 6501199"/>
              <a:gd name="connsiteY2035" fmla="*/ 2733325 h 6382977"/>
              <a:gd name="connsiteX2036" fmla="*/ 5188095 w 6501199"/>
              <a:gd name="connsiteY2036" fmla="*/ 2729504 h 6382977"/>
              <a:gd name="connsiteX2037" fmla="*/ 5197866 w 6501199"/>
              <a:gd name="connsiteY2037" fmla="*/ 2739145 h 6382977"/>
              <a:gd name="connsiteX2038" fmla="*/ 5129439 w 6501199"/>
              <a:gd name="connsiteY2038" fmla="*/ 2790644 h 6382977"/>
              <a:gd name="connsiteX2039" fmla="*/ 5119104 w 6501199"/>
              <a:gd name="connsiteY2039" fmla="*/ 2813785 h 6382977"/>
              <a:gd name="connsiteX2040" fmla="*/ 5122140 w 6501199"/>
              <a:gd name="connsiteY2040" fmla="*/ 2808337 h 6382977"/>
              <a:gd name="connsiteX2041" fmla="*/ 5152290 w 6501199"/>
              <a:gd name="connsiteY2041" fmla="*/ 2793170 h 6382977"/>
              <a:gd name="connsiteX2042" fmla="*/ 5154810 w 6501199"/>
              <a:gd name="connsiteY2042" fmla="*/ 2811532 h 6382977"/>
              <a:gd name="connsiteX2043" fmla="*/ 5172811 w 6501199"/>
              <a:gd name="connsiteY2043" fmla="*/ 2782010 h 6382977"/>
              <a:gd name="connsiteX2044" fmla="*/ 5172811 w 6501199"/>
              <a:gd name="connsiteY2044" fmla="*/ 2806851 h 6382977"/>
              <a:gd name="connsiteX2045" fmla="*/ 5179651 w 6501199"/>
              <a:gd name="connsiteY2045" fmla="*/ 2770489 h 6382977"/>
              <a:gd name="connsiteX2046" fmla="*/ 5195491 w 6501199"/>
              <a:gd name="connsiteY2046" fmla="*/ 2791010 h 6382977"/>
              <a:gd name="connsiteX2047" fmla="*/ 5200171 w 6501199"/>
              <a:gd name="connsiteY2047" fmla="*/ 2761488 h 6382977"/>
              <a:gd name="connsiteX2048" fmla="*/ 5227531 w 6501199"/>
              <a:gd name="connsiteY2048" fmla="*/ 2743127 h 6382977"/>
              <a:gd name="connsiteX2049" fmla="*/ 5236531 w 6501199"/>
              <a:gd name="connsiteY2049" fmla="*/ 2734126 h 6382977"/>
              <a:gd name="connsiteX2050" fmla="*/ 5261731 w 6501199"/>
              <a:gd name="connsiteY2050" fmla="*/ 2738807 h 6382977"/>
              <a:gd name="connsiteX2051" fmla="*/ 5252371 w 6501199"/>
              <a:gd name="connsiteY2051" fmla="*/ 2718285 h 6382977"/>
              <a:gd name="connsiteX2052" fmla="*/ 5286571 w 6501199"/>
              <a:gd name="connsiteY2052" fmla="*/ 2699924 h 6382977"/>
              <a:gd name="connsiteX2053" fmla="*/ 5261731 w 6501199"/>
              <a:gd name="connsiteY2053" fmla="*/ 2718285 h 6382977"/>
              <a:gd name="connsiteX2054" fmla="*/ 5329772 w 6501199"/>
              <a:gd name="connsiteY2054" fmla="*/ 2697764 h 6382977"/>
              <a:gd name="connsiteX2055" fmla="*/ 5361812 w 6501199"/>
              <a:gd name="connsiteY2055" fmla="*/ 2661401 h 6382977"/>
              <a:gd name="connsiteX2056" fmla="*/ 5331932 w 6501199"/>
              <a:gd name="connsiteY2056" fmla="*/ 2686243 h 6382977"/>
              <a:gd name="connsiteX2057" fmla="*/ 5313931 w 6501199"/>
              <a:gd name="connsiteY2057" fmla="*/ 2686243 h 6382977"/>
              <a:gd name="connsiteX2058" fmla="*/ 5318611 w 6501199"/>
              <a:gd name="connsiteY2058" fmla="*/ 2670402 h 6382977"/>
              <a:gd name="connsiteX2059" fmla="*/ 5363972 w 6501199"/>
              <a:gd name="connsiteY2059" fmla="*/ 2649881 h 6382977"/>
              <a:gd name="connsiteX2060" fmla="*/ 5377652 w 6501199"/>
              <a:gd name="connsiteY2060" fmla="*/ 2666082 h 6382977"/>
              <a:gd name="connsiteX2061" fmla="*/ 5420853 w 6501199"/>
              <a:gd name="connsiteY2061" fmla="*/ 2627199 h 6382977"/>
              <a:gd name="connsiteX2062" fmla="*/ 5418693 w 6501199"/>
              <a:gd name="connsiteY2062" fmla="*/ 2592997 h 6382977"/>
              <a:gd name="connsiteX2063" fmla="*/ 5423013 w 6501199"/>
              <a:gd name="connsiteY2063" fmla="*/ 2583996 h 6382977"/>
              <a:gd name="connsiteX2064" fmla="*/ 5450373 w 6501199"/>
              <a:gd name="connsiteY2064" fmla="*/ 2597677 h 6382977"/>
              <a:gd name="connsiteX2065" fmla="*/ 5454918 w 6501199"/>
              <a:gd name="connsiteY2065" fmla="*/ 2580216 h 6382977"/>
              <a:gd name="connsiteX2066" fmla="*/ 5447075 w 6501199"/>
              <a:gd name="connsiteY2066" fmla="*/ 2569962 h 6382977"/>
              <a:gd name="connsiteX2067" fmla="*/ 5447739 w 6501199"/>
              <a:gd name="connsiteY2067" fmla="*/ 2571379 h 6382977"/>
              <a:gd name="connsiteX2068" fmla="*/ 5440827 w 6501199"/>
              <a:gd name="connsiteY2068" fmla="*/ 2579974 h 6382977"/>
              <a:gd name="connsiteX2069" fmla="*/ 5415713 w 6501199"/>
              <a:gd name="connsiteY2069" fmla="*/ 2582501 h 6382977"/>
              <a:gd name="connsiteX2070" fmla="*/ 5495002 w 6501199"/>
              <a:gd name="connsiteY2070" fmla="*/ 2489015 h 6382977"/>
              <a:gd name="connsiteX2071" fmla="*/ 5515452 w 6501199"/>
              <a:gd name="connsiteY2071" fmla="*/ 2489015 h 6382977"/>
              <a:gd name="connsiteX2072" fmla="*/ 5511147 w 6501199"/>
              <a:gd name="connsiteY2072" fmla="*/ 2477465 h 6382977"/>
              <a:gd name="connsiteX2073" fmla="*/ 5528267 w 6501199"/>
              <a:gd name="connsiteY2073" fmla="*/ 2464161 h 6382977"/>
              <a:gd name="connsiteX2074" fmla="*/ 5544975 w 6501199"/>
              <a:gd name="connsiteY2074" fmla="*/ 2455796 h 6382977"/>
              <a:gd name="connsiteX2075" fmla="*/ 5548079 w 6501199"/>
              <a:gd name="connsiteY2075" fmla="*/ 2438698 h 6382977"/>
              <a:gd name="connsiteX2076" fmla="*/ 5544851 w 6501199"/>
              <a:gd name="connsiteY2076" fmla="*/ 2417717 h 6382977"/>
              <a:gd name="connsiteX2077" fmla="*/ 5542509 w 6501199"/>
              <a:gd name="connsiteY2077" fmla="*/ 2407883 h 6382977"/>
              <a:gd name="connsiteX2078" fmla="*/ 5536188 w 6501199"/>
              <a:gd name="connsiteY2078" fmla="*/ 2410166 h 6382977"/>
              <a:gd name="connsiteX2079" fmla="*/ 5529933 w 6501199"/>
              <a:gd name="connsiteY2079" fmla="*/ 2418025 h 6382977"/>
              <a:gd name="connsiteX2080" fmla="*/ 5520933 w 6501199"/>
              <a:gd name="connsiteY2080" fmla="*/ 2392823 h 6382977"/>
              <a:gd name="connsiteX2081" fmla="*/ 4899929 w 6501199"/>
              <a:gd name="connsiteY2081" fmla="*/ 2388143 h 6382977"/>
              <a:gd name="connsiteX2082" fmla="*/ 4897409 w 6501199"/>
              <a:gd name="connsiteY2082" fmla="*/ 2413344 h 6382977"/>
              <a:gd name="connsiteX2083" fmla="*/ 4911089 w 6501199"/>
              <a:gd name="connsiteY2083" fmla="*/ 2388143 h 6382977"/>
              <a:gd name="connsiteX2084" fmla="*/ 4906769 w 6501199"/>
              <a:gd name="connsiteY2084" fmla="*/ 2390663 h 6382977"/>
              <a:gd name="connsiteX2085" fmla="*/ 4899929 w 6501199"/>
              <a:gd name="connsiteY2085" fmla="*/ 2388143 h 6382977"/>
              <a:gd name="connsiteX2086" fmla="*/ 5864190 w 6501199"/>
              <a:gd name="connsiteY2086" fmla="*/ 2379662 h 6382977"/>
              <a:gd name="connsiteX2087" fmla="*/ 5862050 w 6501199"/>
              <a:gd name="connsiteY2087" fmla="*/ 2411521 h 6382977"/>
              <a:gd name="connsiteX2088" fmla="*/ 5839575 w 6501199"/>
              <a:gd name="connsiteY2088" fmla="*/ 2404720 h 6382977"/>
              <a:gd name="connsiteX2089" fmla="*/ 5864190 w 6501199"/>
              <a:gd name="connsiteY2089" fmla="*/ 2379662 h 6382977"/>
              <a:gd name="connsiteX2090" fmla="*/ 5243371 w 6501199"/>
              <a:gd name="connsiteY2090" fmla="*/ 2376982 h 6382977"/>
              <a:gd name="connsiteX2091" fmla="*/ 5220691 w 6501199"/>
              <a:gd name="connsiteY2091" fmla="*/ 2413344 h 6382977"/>
              <a:gd name="connsiteX2092" fmla="*/ 5243371 w 6501199"/>
              <a:gd name="connsiteY2092" fmla="*/ 2376982 h 6382977"/>
              <a:gd name="connsiteX2093" fmla="*/ 5123178 w 6501199"/>
              <a:gd name="connsiteY2093" fmla="*/ 2375380 h 6382977"/>
              <a:gd name="connsiteX2094" fmla="*/ 5137544 w 6501199"/>
              <a:gd name="connsiteY2094" fmla="*/ 2383333 h 6382977"/>
              <a:gd name="connsiteX2095" fmla="*/ 5124023 w 6501199"/>
              <a:gd name="connsiteY2095" fmla="*/ 2383333 h 6382977"/>
              <a:gd name="connsiteX2096" fmla="*/ 5123178 w 6501199"/>
              <a:gd name="connsiteY2096" fmla="*/ 2375380 h 6382977"/>
              <a:gd name="connsiteX2097" fmla="*/ 553040 w 6501199"/>
              <a:gd name="connsiteY2097" fmla="*/ 2361345 h 6382977"/>
              <a:gd name="connsiteX2098" fmla="*/ 532518 w 6501199"/>
              <a:gd name="connsiteY2098" fmla="*/ 2372504 h 6382977"/>
              <a:gd name="connsiteX2099" fmla="*/ 527837 w 6501199"/>
              <a:gd name="connsiteY2099" fmla="*/ 2399860 h 6382977"/>
              <a:gd name="connsiteX2100" fmla="*/ 553040 w 6501199"/>
              <a:gd name="connsiteY2100" fmla="*/ 2361345 h 6382977"/>
              <a:gd name="connsiteX2101" fmla="*/ 5739455 w 6501199"/>
              <a:gd name="connsiteY2101" fmla="*/ 2358621 h 6382977"/>
              <a:gd name="connsiteX2102" fmla="*/ 5709575 w 6501199"/>
              <a:gd name="connsiteY2102" fmla="*/ 2372302 h 6382977"/>
              <a:gd name="connsiteX2103" fmla="*/ 5732615 w 6501199"/>
              <a:gd name="connsiteY2103" fmla="*/ 2374822 h 6382977"/>
              <a:gd name="connsiteX2104" fmla="*/ 5707415 w 6501199"/>
              <a:gd name="connsiteY2104" fmla="*/ 2399663 h 6382977"/>
              <a:gd name="connsiteX2105" fmla="*/ 5707415 w 6501199"/>
              <a:gd name="connsiteY2105" fmla="*/ 2413344 h 6382977"/>
              <a:gd name="connsiteX2106" fmla="*/ 5739455 w 6501199"/>
              <a:gd name="connsiteY2106" fmla="*/ 2358621 h 6382977"/>
              <a:gd name="connsiteX2107" fmla="*/ 6312121 w 6501199"/>
              <a:gd name="connsiteY2107" fmla="*/ 2347912 h 6382977"/>
              <a:gd name="connsiteX2108" fmla="*/ 6312121 w 6501199"/>
              <a:gd name="connsiteY2108" fmla="*/ 2382469 h 6382977"/>
              <a:gd name="connsiteX2109" fmla="*/ 6312121 w 6501199"/>
              <a:gd name="connsiteY2109" fmla="*/ 2347912 h 6382977"/>
              <a:gd name="connsiteX2110" fmla="*/ 6164649 w 6501199"/>
              <a:gd name="connsiteY2110" fmla="*/ 2335212 h 6382977"/>
              <a:gd name="connsiteX2111" fmla="*/ 6157555 w 6501199"/>
              <a:gd name="connsiteY2111" fmla="*/ 2364855 h 6382977"/>
              <a:gd name="connsiteX2112" fmla="*/ 6142086 w 6501199"/>
              <a:gd name="connsiteY2112" fmla="*/ 2400701 h 6382977"/>
              <a:gd name="connsiteX2113" fmla="*/ 6141817 w 6501199"/>
              <a:gd name="connsiteY2113" fmla="*/ 2401528 h 6382977"/>
              <a:gd name="connsiteX2114" fmla="*/ 6141758 w 6501199"/>
              <a:gd name="connsiteY2114" fmla="*/ 2401462 h 6382977"/>
              <a:gd name="connsiteX2115" fmla="*/ 6141730 w 6501199"/>
              <a:gd name="connsiteY2115" fmla="*/ 2401526 h 6382977"/>
              <a:gd name="connsiteX2116" fmla="*/ 6141724 w 6501199"/>
              <a:gd name="connsiteY2116" fmla="*/ 2401425 h 6382977"/>
              <a:gd name="connsiteX2117" fmla="*/ 6135469 w 6501199"/>
              <a:gd name="connsiteY2117" fmla="*/ 2394478 h 6382977"/>
              <a:gd name="connsiteX2118" fmla="*/ 6138627 w 6501199"/>
              <a:gd name="connsiteY2118" fmla="*/ 2384435 h 6382977"/>
              <a:gd name="connsiteX2119" fmla="*/ 6140477 w 6501199"/>
              <a:gd name="connsiteY2119" fmla="*/ 2380328 h 6382977"/>
              <a:gd name="connsiteX2120" fmla="*/ 6139411 w 6501199"/>
              <a:gd name="connsiteY2120" fmla="*/ 2362287 h 6382977"/>
              <a:gd name="connsiteX2121" fmla="*/ 6164649 w 6501199"/>
              <a:gd name="connsiteY2121" fmla="*/ 2335212 h 6382977"/>
              <a:gd name="connsiteX2122" fmla="*/ 6085280 w 6501199"/>
              <a:gd name="connsiteY2122" fmla="*/ 2330839 h 6382977"/>
              <a:gd name="connsiteX2123" fmla="*/ 6069539 w 6501199"/>
              <a:gd name="connsiteY2123" fmla="*/ 2376127 h 6382977"/>
              <a:gd name="connsiteX2124" fmla="*/ 6085280 w 6501199"/>
              <a:gd name="connsiteY2124" fmla="*/ 2330839 h 6382977"/>
              <a:gd name="connsiteX2125" fmla="*/ 5232290 w 6501199"/>
              <a:gd name="connsiteY2125" fmla="*/ 2324100 h 6382977"/>
              <a:gd name="connsiteX2126" fmla="*/ 5214100 w 6501199"/>
              <a:gd name="connsiteY2126" fmla="*/ 2361847 h 6382977"/>
              <a:gd name="connsiteX2127" fmla="*/ 5232290 w 6501199"/>
              <a:gd name="connsiteY2127" fmla="*/ 2324100 h 6382977"/>
              <a:gd name="connsiteX2128" fmla="*/ 3777806 w 6501199"/>
              <a:gd name="connsiteY2128" fmla="*/ 2318660 h 6382977"/>
              <a:gd name="connsiteX2129" fmla="*/ 3777885 w 6501199"/>
              <a:gd name="connsiteY2129" fmla="*/ 2319422 h 6382977"/>
              <a:gd name="connsiteX2130" fmla="*/ 3783336 w 6501199"/>
              <a:gd name="connsiteY2130" fmla="*/ 2319715 h 6382977"/>
              <a:gd name="connsiteX2131" fmla="*/ 3783152 w 6501199"/>
              <a:gd name="connsiteY2131" fmla="*/ 2319677 h 6382977"/>
              <a:gd name="connsiteX2132" fmla="*/ 5529933 w 6501199"/>
              <a:gd name="connsiteY2132" fmla="*/ 2317938 h 6382977"/>
              <a:gd name="connsiteX2133" fmla="*/ 5525613 w 6501199"/>
              <a:gd name="connsiteY2133" fmla="*/ 2326938 h 6382977"/>
              <a:gd name="connsiteX2134" fmla="*/ 5505093 w 6501199"/>
              <a:gd name="connsiteY2134" fmla="*/ 2376982 h 6382977"/>
              <a:gd name="connsiteX2135" fmla="*/ 5534613 w 6501199"/>
              <a:gd name="connsiteY2135" fmla="*/ 2335939 h 6382977"/>
              <a:gd name="connsiteX2136" fmla="*/ 5529933 w 6501199"/>
              <a:gd name="connsiteY2136" fmla="*/ 2317938 h 6382977"/>
              <a:gd name="connsiteX2137" fmla="*/ 3786078 w 6501199"/>
              <a:gd name="connsiteY2137" fmla="*/ 2314247 h 6382977"/>
              <a:gd name="connsiteX2138" fmla="*/ 3786179 w 6501199"/>
              <a:gd name="connsiteY2138" fmla="*/ 2315627 h 6382977"/>
              <a:gd name="connsiteX2139" fmla="*/ 3786725 w 6501199"/>
              <a:gd name="connsiteY2139" fmla="*/ 2319897 h 6382977"/>
              <a:gd name="connsiteX2140" fmla="*/ 3800850 w 6501199"/>
              <a:gd name="connsiteY2140" fmla="*/ 2320655 h 6382977"/>
              <a:gd name="connsiteX2141" fmla="*/ 3800764 w 6501199"/>
              <a:gd name="connsiteY2141" fmla="*/ 2319016 h 6382977"/>
              <a:gd name="connsiteX2142" fmla="*/ 3787381 w 6501199"/>
              <a:gd name="connsiteY2142" fmla="*/ 2316807 h 6382977"/>
              <a:gd name="connsiteX2143" fmla="*/ 5713309 w 6501199"/>
              <a:gd name="connsiteY2143" fmla="*/ 2313143 h 6382977"/>
              <a:gd name="connsiteX2144" fmla="*/ 5708208 w 6501199"/>
              <a:gd name="connsiteY2144" fmla="*/ 2318325 h 6382977"/>
              <a:gd name="connsiteX2145" fmla="*/ 5692864 w 6501199"/>
              <a:gd name="connsiteY2145" fmla="*/ 2342787 h 6382977"/>
              <a:gd name="connsiteX2146" fmla="*/ 5685201 w 6501199"/>
              <a:gd name="connsiteY2146" fmla="*/ 2341919 h 6382977"/>
              <a:gd name="connsiteX2147" fmla="*/ 5686794 w 6501199"/>
              <a:gd name="connsiteY2147" fmla="*/ 2361573 h 6382977"/>
              <a:gd name="connsiteX2148" fmla="*/ 5701430 w 6501199"/>
              <a:gd name="connsiteY2148" fmla="*/ 2344928 h 6382977"/>
              <a:gd name="connsiteX2149" fmla="*/ 5715355 w 6501199"/>
              <a:gd name="connsiteY2149" fmla="*/ 2336059 h 6382977"/>
              <a:gd name="connsiteX2150" fmla="*/ 5708266 w 6501199"/>
              <a:gd name="connsiteY2150" fmla="*/ 2332576 h 6382977"/>
              <a:gd name="connsiteX2151" fmla="*/ 5709959 w 6501199"/>
              <a:gd name="connsiteY2151" fmla="*/ 2321778 h 6382977"/>
              <a:gd name="connsiteX2152" fmla="*/ 3857860 w 6501199"/>
              <a:gd name="connsiteY2152" fmla="*/ 2310610 h 6382977"/>
              <a:gd name="connsiteX2153" fmla="*/ 3850361 w 6501199"/>
              <a:gd name="connsiteY2153" fmla="*/ 2313501 h 6382977"/>
              <a:gd name="connsiteX2154" fmla="*/ 3849086 w 6501199"/>
              <a:gd name="connsiteY2154" fmla="*/ 2320269 h 6382977"/>
              <a:gd name="connsiteX2155" fmla="*/ 3849189 w 6501199"/>
              <a:gd name="connsiteY2155" fmla="*/ 2320311 h 6382977"/>
              <a:gd name="connsiteX2156" fmla="*/ 3849070 w 6501199"/>
              <a:gd name="connsiteY2156" fmla="*/ 2320355 h 6382977"/>
              <a:gd name="connsiteX2157" fmla="*/ 3848772 w 6501199"/>
              <a:gd name="connsiteY2157" fmla="*/ 2321934 h 6382977"/>
              <a:gd name="connsiteX2158" fmla="*/ 3857673 w 6501199"/>
              <a:gd name="connsiteY2158" fmla="*/ 2315978 h 6382977"/>
              <a:gd name="connsiteX2159" fmla="*/ 6141201 w 6501199"/>
              <a:gd name="connsiteY2159" fmla="*/ 2301875 h 6382977"/>
              <a:gd name="connsiteX2160" fmla="*/ 6152924 w 6501199"/>
              <a:gd name="connsiteY2160" fmla="*/ 2333272 h 6382977"/>
              <a:gd name="connsiteX2161" fmla="*/ 6141201 w 6501199"/>
              <a:gd name="connsiteY2161" fmla="*/ 2301875 h 6382977"/>
              <a:gd name="connsiteX2162" fmla="*/ 3921795 w 6501199"/>
              <a:gd name="connsiteY2162" fmla="*/ 2296189 h 6382977"/>
              <a:gd name="connsiteX2163" fmla="*/ 3921532 w 6501199"/>
              <a:gd name="connsiteY2163" fmla="*/ 2299589 h 6382977"/>
              <a:gd name="connsiteX2164" fmla="*/ 3930507 w 6501199"/>
              <a:gd name="connsiteY2164" fmla="*/ 2296940 h 6382977"/>
              <a:gd name="connsiteX2165" fmla="*/ 3838715 w 6501199"/>
              <a:gd name="connsiteY2165" fmla="*/ 2295193 h 6382977"/>
              <a:gd name="connsiteX2166" fmla="*/ 3838548 w 6501199"/>
              <a:gd name="connsiteY2166" fmla="*/ 2295215 h 6382977"/>
              <a:gd name="connsiteX2167" fmla="*/ 3830720 w 6501199"/>
              <a:gd name="connsiteY2167" fmla="*/ 2299577 h 6382977"/>
              <a:gd name="connsiteX2168" fmla="*/ 3831365 w 6501199"/>
              <a:gd name="connsiteY2168" fmla="*/ 2296135 h 6382977"/>
              <a:gd name="connsiteX2169" fmla="*/ 3819666 w 6501199"/>
              <a:gd name="connsiteY2169" fmla="*/ 2297635 h 6382977"/>
              <a:gd name="connsiteX2170" fmla="*/ 3819666 w 6501199"/>
              <a:gd name="connsiteY2170" fmla="*/ 2301954 h 6382977"/>
              <a:gd name="connsiteX2171" fmla="*/ 3805917 w 6501199"/>
              <a:gd name="connsiteY2171" fmla="*/ 2299417 h 6382977"/>
              <a:gd name="connsiteX2172" fmla="*/ 3804159 w 6501199"/>
              <a:gd name="connsiteY2172" fmla="*/ 2298074 h 6382977"/>
              <a:gd name="connsiteX2173" fmla="*/ 3797740 w 6501199"/>
              <a:gd name="connsiteY2173" fmla="*/ 2302993 h 6382977"/>
              <a:gd name="connsiteX2174" fmla="*/ 3785127 w 6501199"/>
              <a:gd name="connsiteY2174" fmla="*/ 2301249 h 6382977"/>
              <a:gd name="connsiteX2175" fmla="*/ 3785325 w 6501199"/>
              <a:gd name="connsiteY2175" fmla="*/ 2303953 h 6382977"/>
              <a:gd name="connsiteX2176" fmla="*/ 3789867 w 6501199"/>
              <a:gd name="connsiteY2176" fmla="*/ 2303619 h 6382977"/>
              <a:gd name="connsiteX2177" fmla="*/ 3801304 w 6501199"/>
              <a:gd name="connsiteY2177" fmla="*/ 2306633 h 6382977"/>
              <a:gd name="connsiteX2178" fmla="*/ 3804935 w 6501199"/>
              <a:gd name="connsiteY2178" fmla="*/ 2320874 h 6382977"/>
              <a:gd name="connsiteX2179" fmla="*/ 3824106 w 6501199"/>
              <a:gd name="connsiteY2179" fmla="*/ 2321903 h 6382977"/>
              <a:gd name="connsiteX2180" fmla="*/ 3829342 w 6501199"/>
              <a:gd name="connsiteY2180" fmla="*/ 2319951 h 6382977"/>
              <a:gd name="connsiteX2181" fmla="*/ 3833799 w 6501199"/>
              <a:gd name="connsiteY2181" fmla="*/ 2318696 h 6382977"/>
              <a:gd name="connsiteX2182" fmla="*/ 3831575 w 6501199"/>
              <a:gd name="connsiteY2182" fmla="*/ 2309665 h 6382977"/>
              <a:gd name="connsiteX2183" fmla="*/ 3839857 w 6501199"/>
              <a:gd name="connsiteY2183" fmla="*/ 2296929 h 6382977"/>
              <a:gd name="connsiteX2184" fmla="*/ 3908217 w 6501199"/>
              <a:gd name="connsiteY2184" fmla="*/ 2294334 h 6382977"/>
              <a:gd name="connsiteX2185" fmla="*/ 3898761 w 6501199"/>
              <a:gd name="connsiteY2185" fmla="*/ 2301737 h 6382977"/>
              <a:gd name="connsiteX2186" fmla="*/ 3897551 w 6501199"/>
              <a:gd name="connsiteY2186" fmla="*/ 2297904 h 6382977"/>
              <a:gd name="connsiteX2187" fmla="*/ 3890228 w 6501199"/>
              <a:gd name="connsiteY2187" fmla="*/ 2307751 h 6382977"/>
              <a:gd name="connsiteX2188" fmla="*/ 3912151 w 6501199"/>
              <a:gd name="connsiteY2188" fmla="*/ 2302359 h 6382977"/>
              <a:gd name="connsiteX2189" fmla="*/ 3918957 w 6501199"/>
              <a:gd name="connsiteY2189" fmla="*/ 2300349 h 6382977"/>
              <a:gd name="connsiteX2190" fmla="*/ 3914737 w 6501199"/>
              <a:gd name="connsiteY2190" fmla="*/ 2295298 h 6382977"/>
              <a:gd name="connsiteX2191" fmla="*/ 5163811 w 6501199"/>
              <a:gd name="connsiteY2191" fmla="*/ 2292736 h 6382977"/>
              <a:gd name="connsiteX2192" fmla="*/ 5138610 w 6501199"/>
              <a:gd name="connsiteY2192" fmla="*/ 2299577 h 6382977"/>
              <a:gd name="connsiteX2193" fmla="*/ 5159131 w 6501199"/>
              <a:gd name="connsiteY2193" fmla="*/ 2315418 h 6382977"/>
              <a:gd name="connsiteX2194" fmla="*/ 5163811 w 6501199"/>
              <a:gd name="connsiteY2194" fmla="*/ 2292736 h 6382977"/>
              <a:gd name="connsiteX2195" fmla="*/ 3869118 w 6501199"/>
              <a:gd name="connsiteY2195" fmla="*/ 2291003 h 6382977"/>
              <a:gd name="connsiteX2196" fmla="*/ 3865060 w 6501199"/>
              <a:gd name="connsiteY2196" fmla="*/ 2291365 h 6382977"/>
              <a:gd name="connsiteX2197" fmla="*/ 3869652 w 6501199"/>
              <a:gd name="connsiteY2197" fmla="*/ 2297919 h 6382977"/>
              <a:gd name="connsiteX2198" fmla="*/ 3864860 w 6501199"/>
              <a:gd name="connsiteY2198" fmla="*/ 2313991 h 6382977"/>
              <a:gd name="connsiteX2199" fmla="*/ 3888685 w 6501199"/>
              <a:gd name="connsiteY2199" fmla="*/ 2308131 h 6382977"/>
              <a:gd name="connsiteX2200" fmla="*/ 3883967 w 6501199"/>
              <a:gd name="connsiteY2200" fmla="*/ 2306431 h 6382977"/>
              <a:gd name="connsiteX2201" fmla="*/ 3881965 w 6501199"/>
              <a:gd name="connsiteY2201" fmla="*/ 2301280 h 6382977"/>
              <a:gd name="connsiteX2202" fmla="*/ 3877363 w 6501199"/>
              <a:gd name="connsiteY2202" fmla="*/ 2299082 h 6382977"/>
              <a:gd name="connsiteX2203" fmla="*/ 3872998 w 6501199"/>
              <a:gd name="connsiteY2203" fmla="*/ 2299712 h 6382977"/>
              <a:gd name="connsiteX2204" fmla="*/ 3873519 w 6501199"/>
              <a:gd name="connsiteY2204" fmla="*/ 2294555 h 6382977"/>
              <a:gd name="connsiteX2205" fmla="*/ 3871614 w 6501199"/>
              <a:gd name="connsiteY2205" fmla="*/ 2294665 h 6382977"/>
              <a:gd name="connsiteX2206" fmla="*/ 3871919 w 6501199"/>
              <a:gd name="connsiteY2206" fmla="*/ 2292873 h 6382977"/>
              <a:gd name="connsiteX2207" fmla="*/ 3789107 w 6501199"/>
              <a:gd name="connsiteY2207" fmla="*/ 2290129 h 6382977"/>
              <a:gd name="connsiteX2208" fmla="*/ 3789260 w 6501199"/>
              <a:gd name="connsiteY2208" fmla="*/ 2290956 h 6382977"/>
              <a:gd name="connsiteX2209" fmla="*/ 3791240 w 6501199"/>
              <a:gd name="connsiteY2209" fmla="*/ 2290818 h 6382977"/>
              <a:gd name="connsiteX2210" fmla="*/ 3815780 w 6501199"/>
              <a:gd name="connsiteY2210" fmla="*/ 2289046 h 6382977"/>
              <a:gd name="connsiteX2211" fmla="*/ 3814512 w 6501199"/>
              <a:gd name="connsiteY2211" fmla="*/ 2289066 h 6382977"/>
              <a:gd name="connsiteX2212" fmla="*/ 3811171 w 6501199"/>
              <a:gd name="connsiteY2212" fmla="*/ 2292116 h 6382977"/>
              <a:gd name="connsiteX2213" fmla="*/ 3817675 w 6501199"/>
              <a:gd name="connsiteY2213" fmla="*/ 2293771 h 6382977"/>
              <a:gd name="connsiteX2214" fmla="*/ 3825172 w 6501199"/>
              <a:gd name="connsiteY2214" fmla="*/ 2289801 h 6382977"/>
              <a:gd name="connsiteX2215" fmla="*/ 3823689 w 6501199"/>
              <a:gd name="connsiteY2215" fmla="*/ 2290137 h 6382977"/>
              <a:gd name="connsiteX2216" fmla="*/ 3815780 w 6501199"/>
              <a:gd name="connsiteY2216" fmla="*/ 2289046 h 6382977"/>
              <a:gd name="connsiteX2217" fmla="*/ 5263688 w 6501199"/>
              <a:gd name="connsiteY2217" fmla="*/ 2288656 h 6382977"/>
              <a:gd name="connsiteX2218" fmla="*/ 5268319 w 6501199"/>
              <a:gd name="connsiteY2218" fmla="*/ 2292296 h 6382977"/>
              <a:gd name="connsiteX2219" fmla="*/ 5263923 w 6501199"/>
              <a:gd name="connsiteY2219" fmla="*/ 2301214 h 6382977"/>
              <a:gd name="connsiteX2220" fmla="*/ 5263923 w 6501199"/>
              <a:gd name="connsiteY2220" fmla="*/ 2310490 h 6382977"/>
              <a:gd name="connsiteX2221" fmla="*/ 5256963 w 6501199"/>
              <a:gd name="connsiteY2221" fmla="*/ 2312630 h 6382977"/>
              <a:gd name="connsiteX2222" fmla="*/ 5252200 w 6501199"/>
              <a:gd name="connsiteY2222" fmla="*/ 2307992 h 6382977"/>
              <a:gd name="connsiteX2223" fmla="*/ 5252200 w 6501199"/>
              <a:gd name="connsiteY2223" fmla="*/ 2296933 h 6382977"/>
              <a:gd name="connsiteX2224" fmla="*/ 5263688 w 6501199"/>
              <a:gd name="connsiteY2224" fmla="*/ 2288656 h 6382977"/>
              <a:gd name="connsiteX2225" fmla="*/ 3946641 w 6501199"/>
              <a:gd name="connsiteY2225" fmla="*/ 2288056 h 6382977"/>
              <a:gd name="connsiteX2226" fmla="*/ 3934012 w 6501199"/>
              <a:gd name="connsiteY2226" fmla="*/ 2295905 h 6382977"/>
              <a:gd name="connsiteX2227" fmla="*/ 3947263 w 6501199"/>
              <a:gd name="connsiteY2227" fmla="*/ 2291993 h 6382977"/>
              <a:gd name="connsiteX2228" fmla="*/ 3894441 w 6501199"/>
              <a:gd name="connsiteY2228" fmla="*/ 2288056 h 6382977"/>
              <a:gd name="connsiteX2229" fmla="*/ 3894326 w 6501199"/>
              <a:gd name="connsiteY2229" fmla="*/ 2288129 h 6382977"/>
              <a:gd name="connsiteX2230" fmla="*/ 3893869 w 6501199"/>
              <a:gd name="connsiteY2230" fmla="*/ 2290782 h 6382977"/>
              <a:gd name="connsiteX2231" fmla="*/ 3897184 w 6501199"/>
              <a:gd name="connsiteY2231" fmla="*/ 2296742 h 6382977"/>
              <a:gd name="connsiteX2232" fmla="*/ 5823335 w 6501199"/>
              <a:gd name="connsiteY2232" fmla="*/ 2285896 h 6382977"/>
              <a:gd name="connsiteX2233" fmla="*/ 5798495 w 6501199"/>
              <a:gd name="connsiteY2233" fmla="*/ 2308577 h 6382977"/>
              <a:gd name="connsiteX2234" fmla="*/ 5823335 w 6501199"/>
              <a:gd name="connsiteY2234" fmla="*/ 2285896 h 6382977"/>
              <a:gd name="connsiteX2235" fmla="*/ 3940263 w 6501199"/>
              <a:gd name="connsiteY2235" fmla="*/ 2269509 h 6382977"/>
              <a:gd name="connsiteX2236" fmla="*/ 3938901 w 6501199"/>
              <a:gd name="connsiteY2236" fmla="*/ 2271315 h 6382977"/>
              <a:gd name="connsiteX2237" fmla="*/ 3939801 w 6501199"/>
              <a:gd name="connsiteY2237" fmla="*/ 2281575 h 6382977"/>
              <a:gd name="connsiteX2238" fmla="*/ 3949206 w 6501199"/>
              <a:gd name="connsiteY2238" fmla="*/ 2278110 h 6382977"/>
              <a:gd name="connsiteX2239" fmla="*/ 3950995 w 6501199"/>
              <a:gd name="connsiteY2239" fmla="*/ 2273835 h 6382977"/>
              <a:gd name="connsiteX2240" fmla="*/ 3943252 w 6501199"/>
              <a:gd name="connsiteY2240" fmla="*/ 2271610 h 6382977"/>
              <a:gd name="connsiteX2241" fmla="*/ 5720925 w 6501199"/>
              <a:gd name="connsiteY2241" fmla="*/ 2266950 h 6382977"/>
              <a:gd name="connsiteX2242" fmla="*/ 5703050 w 6501199"/>
              <a:gd name="connsiteY2242" fmla="*/ 2286835 h 6382977"/>
              <a:gd name="connsiteX2243" fmla="*/ 5720925 w 6501199"/>
              <a:gd name="connsiteY2243" fmla="*/ 2266950 h 6382977"/>
              <a:gd name="connsiteX2244" fmla="*/ 5834855 w 6501199"/>
              <a:gd name="connsiteY2244" fmla="*/ 2256374 h 6382977"/>
              <a:gd name="connsiteX2245" fmla="*/ 5825855 w 6501199"/>
              <a:gd name="connsiteY2245" fmla="*/ 2283736 h 6382977"/>
              <a:gd name="connsiteX2246" fmla="*/ 5855375 w 6501199"/>
              <a:gd name="connsiteY2246" fmla="*/ 2274735 h 6382977"/>
              <a:gd name="connsiteX2247" fmla="*/ 5834855 w 6501199"/>
              <a:gd name="connsiteY2247" fmla="*/ 2256374 h 6382977"/>
              <a:gd name="connsiteX2248" fmla="*/ 5254891 w 6501199"/>
              <a:gd name="connsiteY2248" fmla="*/ 2256374 h 6382977"/>
              <a:gd name="connsiteX2249" fmla="*/ 5254647 w 6501199"/>
              <a:gd name="connsiteY2249" fmla="*/ 2256827 h 6382977"/>
              <a:gd name="connsiteX2250" fmla="*/ 5254969 w 6501199"/>
              <a:gd name="connsiteY2250" fmla="*/ 2256374 h 6382977"/>
              <a:gd name="connsiteX2251" fmla="*/ 5800655 w 6501199"/>
              <a:gd name="connsiteY2251" fmla="*/ 2249533 h 6382977"/>
              <a:gd name="connsiteX2252" fmla="*/ 5786975 w 6501199"/>
              <a:gd name="connsiteY2252" fmla="*/ 2281575 h 6382977"/>
              <a:gd name="connsiteX2253" fmla="*/ 5800655 w 6501199"/>
              <a:gd name="connsiteY2253" fmla="*/ 2285896 h 6382977"/>
              <a:gd name="connsiteX2254" fmla="*/ 5828015 w 6501199"/>
              <a:gd name="connsiteY2254" fmla="*/ 2256374 h 6382977"/>
              <a:gd name="connsiteX2255" fmla="*/ 5802815 w 6501199"/>
              <a:gd name="connsiteY2255" fmla="*/ 2274735 h 6382977"/>
              <a:gd name="connsiteX2256" fmla="*/ 5800655 w 6501199"/>
              <a:gd name="connsiteY2256" fmla="*/ 2249533 h 6382977"/>
              <a:gd name="connsiteX2257" fmla="*/ 6293228 w 6501199"/>
              <a:gd name="connsiteY2257" fmla="*/ 2247900 h 6382977"/>
              <a:gd name="connsiteX2258" fmla="*/ 6276857 w 6501199"/>
              <a:gd name="connsiteY2258" fmla="*/ 2285647 h 6382977"/>
              <a:gd name="connsiteX2259" fmla="*/ 6293228 w 6501199"/>
              <a:gd name="connsiteY2259" fmla="*/ 2247900 h 6382977"/>
              <a:gd name="connsiteX2260" fmla="*/ 5225011 w 6501199"/>
              <a:gd name="connsiteY2260" fmla="*/ 2231532 h 6382977"/>
              <a:gd name="connsiteX2261" fmla="*/ 5222851 w 6501199"/>
              <a:gd name="connsiteY2261" fmla="*/ 2261054 h 6382977"/>
              <a:gd name="connsiteX2262" fmla="*/ 5200171 w 6501199"/>
              <a:gd name="connsiteY2262" fmla="*/ 2306417 h 6382977"/>
              <a:gd name="connsiteX2263" fmla="*/ 5174971 w 6501199"/>
              <a:gd name="connsiteY2263" fmla="*/ 2285896 h 6382977"/>
              <a:gd name="connsiteX2264" fmla="*/ 5184331 w 6501199"/>
              <a:gd name="connsiteY2264" fmla="*/ 2313258 h 6382977"/>
              <a:gd name="connsiteX2265" fmla="*/ 5163811 w 6501199"/>
              <a:gd name="connsiteY2265" fmla="*/ 2340619 h 6382977"/>
              <a:gd name="connsiteX2266" fmla="*/ 5141130 w 6501199"/>
              <a:gd name="connsiteY2266" fmla="*/ 2326938 h 6382977"/>
              <a:gd name="connsiteX2267" fmla="*/ 5141130 w 6501199"/>
              <a:gd name="connsiteY2267" fmla="*/ 2351780 h 6382977"/>
              <a:gd name="connsiteX2268" fmla="*/ 5109090 w 6501199"/>
              <a:gd name="connsiteY2268" fmla="*/ 2356461 h 6382977"/>
              <a:gd name="connsiteX2269" fmla="*/ 5111250 w 6501199"/>
              <a:gd name="connsiteY2269" fmla="*/ 2367981 h 6382977"/>
              <a:gd name="connsiteX2270" fmla="*/ 5086410 w 6501199"/>
              <a:gd name="connsiteY2270" fmla="*/ 2411184 h 6382977"/>
              <a:gd name="connsiteX2271" fmla="*/ 5065890 w 6501199"/>
              <a:gd name="connsiteY2271" fmla="*/ 2427025 h 6382977"/>
              <a:gd name="connsiteX2272" fmla="*/ 5027369 w 6501199"/>
              <a:gd name="connsiteY2272" fmla="*/ 2449707 h 6382977"/>
              <a:gd name="connsiteX2273" fmla="*/ 5022689 w 6501199"/>
              <a:gd name="connsiteY2273" fmla="*/ 2458708 h 6382977"/>
              <a:gd name="connsiteX2274" fmla="*/ 5031689 w 6501199"/>
              <a:gd name="connsiteY2274" fmla="*/ 2465548 h 6382977"/>
              <a:gd name="connsiteX2275" fmla="*/ 5015849 w 6501199"/>
              <a:gd name="connsiteY2275" fmla="*/ 2486069 h 6382977"/>
              <a:gd name="connsiteX2276" fmla="*/ 5018009 w 6501199"/>
              <a:gd name="connsiteY2276" fmla="*/ 2463388 h 6382977"/>
              <a:gd name="connsiteX2277" fmla="*/ 4963649 w 6501199"/>
              <a:gd name="connsiteY2277" fmla="*/ 2486069 h 6382977"/>
              <a:gd name="connsiteX2278" fmla="*/ 4965809 w 6501199"/>
              <a:gd name="connsiteY2278" fmla="*/ 2508751 h 6382977"/>
              <a:gd name="connsiteX2279" fmla="*/ 4981649 w 6501199"/>
              <a:gd name="connsiteY2279" fmla="*/ 2486069 h 6382977"/>
              <a:gd name="connsiteX2280" fmla="*/ 4995329 w 6501199"/>
              <a:gd name="connsiteY2280" fmla="*/ 2515591 h 6382977"/>
              <a:gd name="connsiteX2281" fmla="*/ 4961129 w 6501199"/>
              <a:gd name="connsiteY2281" fmla="*/ 2520272 h 6382977"/>
              <a:gd name="connsiteX2282" fmla="*/ 4947449 w 6501199"/>
              <a:gd name="connsiteY2282" fmla="*/ 2497590 h 6382977"/>
              <a:gd name="connsiteX2283" fmla="*/ 4943129 w 6501199"/>
              <a:gd name="connsiteY2283" fmla="*/ 2515591 h 6382977"/>
              <a:gd name="connsiteX2284" fmla="*/ 4938449 w 6501199"/>
              <a:gd name="connsiteY2284" fmla="*/ 2504431 h 6382977"/>
              <a:gd name="connsiteX2285" fmla="*/ 4915769 w 6501199"/>
              <a:gd name="connsiteY2285" fmla="*/ 2529272 h 6382977"/>
              <a:gd name="connsiteX2286" fmla="*/ 4858888 w 6501199"/>
              <a:gd name="connsiteY2286" fmla="*/ 2549794 h 6382977"/>
              <a:gd name="connsiteX2287" fmla="*/ 4863568 w 6501199"/>
              <a:gd name="connsiteY2287" fmla="*/ 2563475 h 6382977"/>
              <a:gd name="connsiteX2288" fmla="*/ 4849888 w 6501199"/>
              <a:gd name="connsiteY2288" fmla="*/ 2574995 h 6382977"/>
              <a:gd name="connsiteX2289" fmla="*/ 4813528 w 6501199"/>
              <a:gd name="connsiteY2289" fmla="*/ 2592997 h 6382977"/>
              <a:gd name="connsiteX2290" fmla="*/ 4799848 w 6501199"/>
              <a:gd name="connsiteY2290" fmla="*/ 2583996 h 6382977"/>
              <a:gd name="connsiteX2291" fmla="*/ 4813528 w 6501199"/>
              <a:gd name="connsiteY2291" fmla="*/ 2565635 h 6382977"/>
              <a:gd name="connsiteX2292" fmla="*/ 4772487 w 6501199"/>
              <a:gd name="connsiteY2292" fmla="*/ 2581836 h 6382977"/>
              <a:gd name="connsiteX2293" fmla="*/ 4795167 w 6501199"/>
              <a:gd name="connsiteY2293" fmla="*/ 2579316 h 6382977"/>
              <a:gd name="connsiteX2294" fmla="*/ 4738287 w 6501199"/>
              <a:gd name="connsiteY2294" fmla="*/ 2625039 h 6382977"/>
              <a:gd name="connsiteX2295" fmla="*/ 4747287 w 6501199"/>
              <a:gd name="connsiteY2295" fmla="*/ 2631879 h 6382977"/>
              <a:gd name="connsiteX2296" fmla="*/ 4740447 w 6501199"/>
              <a:gd name="connsiteY2296" fmla="*/ 2649881 h 6382977"/>
              <a:gd name="connsiteX2297" fmla="*/ 4724607 w 6501199"/>
              <a:gd name="connsiteY2297" fmla="*/ 2629359 h 6382977"/>
              <a:gd name="connsiteX2298" fmla="*/ 4695087 w 6501199"/>
              <a:gd name="connsiteY2298" fmla="*/ 2638720 h 6382977"/>
              <a:gd name="connsiteX2299" fmla="*/ 4722447 w 6501199"/>
              <a:gd name="connsiteY2299" fmla="*/ 2647720 h 6382977"/>
              <a:gd name="connsiteX2300" fmla="*/ 4701927 w 6501199"/>
              <a:gd name="connsiteY2300" fmla="*/ 2668242 h 6382977"/>
              <a:gd name="connsiteX2301" fmla="*/ 4676727 w 6501199"/>
              <a:gd name="connsiteY2301" fmla="*/ 2634040 h 6382977"/>
              <a:gd name="connsiteX2302" fmla="*/ 4645047 w 6501199"/>
              <a:gd name="connsiteY2302" fmla="*/ 2684083 h 6382977"/>
              <a:gd name="connsiteX2303" fmla="*/ 4674567 w 6501199"/>
              <a:gd name="connsiteY2303" fmla="*/ 2661401 h 6382977"/>
              <a:gd name="connsiteX2304" fmla="*/ 4670247 w 6501199"/>
              <a:gd name="connsiteY2304" fmla="*/ 2681923 h 6382977"/>
              <a:gd name="connsiteX2305" fmla="*/ 4636901 w 6501199"/>
              <a:gd name="connsiteY2305" fmla="*/ 2692678 h 6382977"/>
              <a:gd name="connsiteX2306" fmla="*/ 4628304 w 6501199"/>
              <a:gd name="connsiteY2306" fmla="*/ 2696185 h 6382977"/>
              <a:gd name="connsiteX2307" fmla="*/ 4629977 w 6501199"/>
              <a:gd name="connsiteY2307" fmla="*/ 2698664 h 6382977"/>
              <a:gd name="connsiteX2308" fmla="*/ 4635284 w 6501199"/>
              <a:gd name="connsiteY2308" fmla="*/ 2700143 h 6382977"/>
              <a:gd name="connsiteX2309" fmla="*/ 4637518 w 6501199"/>
              <a:gd name="connsiteY2309" fmla="*/ 2701420 h 6382977"/>
              <a:gd name="connsiteX2310" fmla="*/ 4648557 w 6501199"/>
              <a:gd name="connsiteY2310" fmla="*/ 2700059 h 6382977"/>
              <a:gd name="connsiteX2311" fmla="*/ 4660887 w 6501199"/>
              <a:gd name="connsiteY2311" fmla="*/ 2690923 h 6382977"/>
              <a:gd name="connsiteX2312" fmla="*/ 4670247 w 6501199"/>
              <a:gd name="connsiteY2312" fmla="*/ 2686243 h 6382977"/>
              <a:gd name="connsiteX2313" fmla="*/ 4679247 w 6501199"/>
              <a:gd name="connsiteY2313" fmla="*/ 2695604 h 6382977"/>
              <a:gd name="connsiteX2314" fmla="*/ 4690407 w 6501199"/>
              <a:gd name="connsiteY2314" fmla="*/ 2679403 h 6382977"/>
              <a:gd name="connsiteX2315" fmla="*/ 4726767 w 6501199"/>
              <a:gd name="connsiteY2315" fmla="*/ 2666082 h 6382977"/>
              <a:gd name="connsiteX2316" fmla="*/ 4736127 w 6501199"/>
              <a:gd name="connsiteY2316" fmla="*/ 2679403 h 6382977"/>
              <a:gd name="connsiteX2317" fmla="*/ 4767807 w 6501199"/>
              <a:gd name="connsiteY2317" fmla="*/ 2663562 h 6382977"/>
              <a:gd name="connsiteX2318" fmla="*/ 4790487 w 6501199"/>
              <a:gd name="connsiteY2318" fmla="*/ 2640880 h 6382977"/>
              <a:gd name="connsiteX2319" fmla="*/ 4808848 w 6501199"/>
              <a:gd name="connsiteY2319" fmla="*/ 2627199 h 6382977"/>
              <a:gd name="connsiteX2320" fmla="*/ 4818574 w 6501199"/>
              <a:gd name="connsiteY2320" fmla="*/ 2632082 h 6382977"/>
              <a:gd name="connsiteX2321" fmla="*/ 4817225 w 6501199"/>
              <a:gd name="connsiteY2321" fmla="*/ 2627535 h 6382977"/>
              <a:gd name="connsiteX2322" fmla="*/ 4867662 w 6501199"/>
              <a:gd name="connsiteY2322" fmla="*/ 2600325 h 6382977"/>
              <a:gd name="connsiteX2323" fmla="*/ 4861431 w 6501199"/>
              <a:gd name="connsiteY2323" fmla="*/ 2620335 h 6382977"/>
              <a:gd name="connsiteX2324" fmla="*/ 4860096 w 6501199"/>
              <a:gd name="connsiteY2324" fmla="*/ 2621942 h 6382977"/>
              <a:gd name="connsiteX2325" fmla="*/ 4865514 w 6501199"/>
              <a:gd name="connsiteY2325" fmla="*/ 2621506 h 6382977"/>
              <a:gd name="connsiteX2326" fmla="*/ 4879408 w 6501199"/>
              <a:gd name="connsiteY2326" fmla="*/ 2615678 h 6382977"/>
              <a:gd name="connsiteX2327" fmla="*/ 4874728 w 6501199"/>
              <a:gd name="connsiteY2327" fmla="*/ 2602357 h 6382977"/>
              <a:gd name="connsiteX2328" fmla="*/ 4904249 w 6501199"/>
              <a:gd name="connsiteY2328" fmla="*/ 2586156 h 6382977"/>
              <a:gd name="connsiteX2329" fmla="*/ 4906769 w 6501199"/>
              <a:gd name="connsiteY2329" fmla="*/ 2606678 h 6382977"/>
              <a:gd name="connsiteX2330" fmla="*/ 4916123 w 6501199"/>
              <a:gd name="connsiteY2330" fmla="*/ 2582702 h 6382977"/>
              <a:gd name="connsiteX2331" fmla="*/ 4916553 w 6501199"/>
              <a:gd name="connsiteY2331" fmla="*/ 2582401 h 6382977"/>
              <a:gd name="connsiteX2332" fmla="*/ 4916926 w 6501199"/>
              <a:gd name="connsiteY2332" fmla="*/ 2574036 h 6382977"/>
              <a:gd name="connsiteX2333" fmla="*/ 4940695 w 6501199"/>
              <a:gd name="connsiteY2333" fmla="*/ 2555875 h 6382977"/>
              <a:gd name="connsiteX2334" fmla="*/ 4938110 w 6501199"/>
              <a:gd name="connsiteY2334" fmla="*/ 2567927 h 6382977"/>
              <a:gd name="connsiteX2335" fmla="*/ 4958862 w 6501199"/>
              <a:gd name="connsiteY2335" fmla="*/ 2559593 h 6382977"/>
              <a:gd name="connsiteX2336" fmla="*/ 4966610 w 6501199"/>
              <a:gd name="connsiteY2336" fmla="*/ 2555482 h 6382977"/>
              <a:gd name="connsiteX2337" fmla="*/ 4958513 w 6501199"/>
              <a:gd name="connsiteY2337" fmla="*/ 2547013 h 6382977"/>
              <a:gd name="connsiteX2338" fmla="*/ 4967332 w 6501199"/>
              <a:gd name="connsiteY2338" fmla="*/ 2538127 h 6382977"/>
              <a:gd name="connsiteX2339" fmla="*/ 4971093 w 6501199"/>
              <a:gd name="connsiteY2339" fmla="*/ 2542074 h 6382977"/>
              <a:gd name="connsiteX2340" fmla="*/ 4970489 w 6501199"/>
              <a:gd name="connsiteY2340" fmla="*/ 2533953 h 6382977"/>
              <a:gd name="connsiteX2341" fmla="*/ 4995329 w 6501199"/>
              <a:gd name="connsiteY2341" fmla="*/ 2518112 h 6382977"/>
              <a:gd name="connsiteX2342" fmla="*/ 4997849 w 6501199"/>
              <a:gd name="connsiteY2342" fmla="*/ 2542953 h 6382977"/>
              <a:gd name="connsiteX2343" fmla="*/ 5059364 w 6501199"/>
              <a:gd name="connsiteY2343" fmla="*/ 2492730 h 6382977"/>
              <a:gd name="connsiteX2344" fmla="*/ 5085382 w 6501199"/>
              <a:gd name="connsiteY2344" fmla="*/ 2471262 h 6382977"/>
              <a:gd name="connsiteX2345" fmla="*/ 5080515 w 6501199"/>
              <a:gd name="connsiteY2345" fmla="*/ 2465113 h 6382977"/>
              <a:gd name="connsiteX2346" fmla="*/ 5074385 w 6501199"/>
              <a:gd name="connsiteY2346" fmla="*/ 2467753 h 6382977"/>
              <a:gd name="connsiteX2347" fmla="*/ 5097294 w 6501199"/>
              <a:gd name="connsiteY2347" fmla="*/ 2438400 h 6382977"/>
              <a:gd name="connsiteX2348" fmla="*/ 5090493 w 6501199"/>
              <a:gd name="connsiteY2348" fmla="*/ 2456298 h 6382977"/>
              <a:gd name="connsiteX2349" fmla="*/ 5086690 w 6501199"/>
              <a:gd name="connsiteY2349" fmla="*/ 2463681 h 6382977"/>
              <a:gd name="connsiteX2350" fmla="*/ 5087396 w 6501199"/>
              <a:gd name="connsiteY2350" fmla="*/ 2469601 h 6382977"/>
              <a:gd name="connsiteX2351" fmla="*/ 5089430 w 6501199"/>
              <a:gd name="connsiteY2351" fmla="*/ 2467922 h 6382977"/>
              <a:gd name="connsiteX2352" fmla="*/ 5122770 w 6501199"/>
              <a:gd name="connsiteY2352" fmla="*/ 2454387 h 6382977"/>
              <a:gd name="connsiteX2353" fmla="*/ 5111250 w 6501199"/>
              <a:gd name="connsiteY2353" fmla="*/ 2468068 h 6382977"/>
              <a:gd name="connsiteX2354" fmla="*/ 5129610 w 6501199"/>
              <a:gd name="connsiteY2354" fmla="*/ 2472388 h 6382977"/>
              <a:gd name="connsiteX2355" fmla="*/ 5139645 w 6501199"/>
              <a:gd name="connsiteY2355" fmla="*/ 2458528 h 6382977"/>
              <a:gd name="connsiteX2356" fmla="*/ 5147964 w 6501199"/>
              <a:gd name="connsiteY2356" fmla="*/ 2458705 h 6382977"/>
              <a:gd name="connsiteX2357" fmla="*/ 5151722 w 6501199"/>
              <a:gd name="connsiteY2357" fmla="*/ 2451292 h 6382977"/>
              <a:gd name="connsiteX2358" fmla="*/ 5153522 w 6501199"/>
              <a:gd name="connsiteY2358" fmla="*/ 2448734 h 6382977"/>
              <a:gd name="connsiteX2359" fmla="*/ 5152740 w 6501199"/>
              <a:gd name="connsiteY2359" fmla="*/ 2443992 h 6382977"/>
              <a:gd name="connsiteX2360" fmla="*/ 5152290 w 6501199"/>
              <a:gd name="connsiteY2360" fmla="*/ 2431706 h 6382977"/>
              <a:gd name="connsiteX2361" fmla="*/ 5156567 w 6501199"/>
              <a:gd name="connsiteY2361" fmla="*/ 2432383 h 6382977"/>
              <a:gd name="connsiteX2362" fmla="*/ 5156433 w 6501199"/>
              <a:gd name="connsiteY2362" fmla="*/ 2431030 h 6382977"/>
              <a:gd name="connsiteX2363" fmla="*/ 5168768 w 6501199"/>
              <a:gd name="connsiteY2363" fmla="*/ 2432975 h 6382977"/>
              <a:gd name="connsiteX2364" fmla="*/ 5176405 w 6501199"/>
              <a:gd name="connsiteY2364" fmla="*/ 2429657 h 6382977"/>
              <a:gd name="connsiteX2365" fmla="*/ 5170203 w 6501199"/>
              <a:gd name="connsiteY2365" fmla="*/ 2424156 h 6382977"/>
              <a:gd name="connsiteX2366" fmla="*/ 5175016 w 6501199"/>
              <a:gd name="connsiteY2366" fmla="*/ 2422039 h 6382977"/>
              <a:gd name="connsiteX2367" fmla="*/ 5170651 w 6501199"/>
              <a:gd name="connsiteY2367" fmla="*/ 2418025 h 6382977"/>
              <a:gd name="connsiteX2368" fmla="*/ 5191357 w 6501199"/>
              <a:gd name="connsiteY2368" fmla="*/ 2394280 h 6382977"/>
              <a:gd name="connsiteX2369" fmla="*/ 5194116 w 6501199"/>
              <a:gd name="connsiteY2369" fmla="*/ 2394721 h 6382977"/>
              <a:gd name="connsiteX2370" fmla="*/ 5195998 w 6501199"/>
              <a:gd name="connsiteY2370" fmla="*/ 2391994 h 6382977"/>
              <a:gd name="connsiteX2371" fmla="*/ 5204902 w 6501199"/>
              <a:gd name="connsiteY2371" fmla="*/ 2376487 h 6382977"/>
              <a:gd name="connsiteX2372" fmla="*/ 5207005 w 6501199"/>
              <a:gd name="connsiteY2372" fmla="*/ 2396360 h 6382977"/>
              <a:gd name="connsiteX2373" fmla="*/ 5196538 w 6501199"/>
              <a:gd name="connsiteY2373" fmla="*/ 2408007 h 6382977"/>
              <a:gd name="connsiteX2374" fmla="*/ 5202061 w 6501199"/>
              <a:gd name="connsiteY2374" fmla="*/ 2409879 h 6382977"/>
              <a:gd name="connsiteX2375" fmla="*/ 5216011 w 6501199"/>
              <a:gd name="connsiteY2375" fmla="*/ 2420185 h 6382977"/>
              <a:gd name="connsiteX2376" fmla="*/ 5209171 w 6501199"/>
              <a:gd name="connsiteY2376" fmla="*/ 2402184 h 6382977"/>
              <a:gd name="connsiteX2377" fmla="*/ 5259211 w 6501199"/>
              <a:gd name="connsiteY2377" fmla="*/ 2356461 h 6382977"/>
              <a:gd name="connsiteX2378" fmla="*/ 5257051 w 6501199"/>
              <a:gd name="connsiteY2378" fmla="*/ 2326938 h 6382977"/>
              <a:gd name="connsiteX2379" fmla="*/ 5277571 w 6501199"/>
              <a:gd name="connsiteY2379" fmla="*/ 2335939 h 6382977"/>
              <a:gd name="connsiteX2380" fmla="*/ 5284411 w 6501199"/>
              <a:gd name="connsiteY2380" fmla="*/ 2299577 h 6382977"/>
              <a:gd name="connsiteX2381" fmla="*/ 5272891 w 6501199"/>
              <a:gd name="connsiteY2381" fmla="*/ 2299577 h 6382977"/>
              <a:gd name="connsiteX2382" fmla="*/ 5270731 w 6501199"/>
              <a:gd name="connsiteY2382" fmla="*/ 2281575 h 6382977"/>
              <a:gd name="connsiteX2383" fmla="*/ 5279236 w 6501199"/>
              <a:gd name="connsiteY2383" fmla="*/ 2272260 h 6382977"/>
              <a:gd name="connsiteX2384" fmla="*/ 5282361 w 6501199"/>
              <a:gd name="connsiteY2384" fmla="*/ 2269907 h 6382977"/>
              <a:gd name="connsiteX2385" fmla="*/ 5277905 w 6501199"/>
              <a:gd name="connsiteY2385" fmla="*/ 2267494 h 6382977"/>
              <a:gd name="connsiteX2386" fmla="*/ 5259559 w 6501199"/>
              <a:gd name="connsiteY2386" fmla="*/ 2285637 h 6382977"/>
              <a:gd name="connsiteX2387" fmla="*/ 5251420 w 6501199"/>
              <a:gd name="connsiteY2387" fmla="*/ 2261371 h 6382977"/>
              <a:gd name="connsiteX2388" fmla="*/ 5252212 w 6501199"/>
              <a:gd name="connsiteY2388" fmla="*/ 2260256 h 6382977"/>
              <a:gd name="connsiteX2389" fmla="*/ 5249356 w 6501199"/>
              <a:gd name="connsiteY2389" fmla="*/ 2245888 h 6382977"/>
              <a:gd name="connsiteX2390" fmla="*/ 5241211 w 6501199"/>
              <a:gd name="connsiteY2390" fmla="*/ 2235852 h 6382977"/>
              <a:gd name="connsiteX2391" fmla="*/ 5225011 w 6501199"/>
              <a:gd name="connsiteY2391" fmla="*/ 2231532 h 6382977"/>
              <a:gd name="connsiteX2392" fmla="*/ 5864315 w 6501199"/>
              <a:gd name="connsiteY2392" fmla="*/ 2222500 h 6382977"/>
              <a:gd name="connsiteX2393" fmla="*/ 5864315 w 6501199"/>
              <a:gd name="connsiteY2393" fmla="*/ 2257061 h 6382977"/>
              <a:gd name="connsiteX2394" fmla="*/ 5864315 w 6501199"/>
              <a:gd name="connsiteY2394" fmla="*/ 2222500 h 6382977"/>
              <a:gd name="connsiteX2395" fmla="*/ 5738681 w 6501199"/>
              <a:gd name="connsiteY2395" fmla="*/ 2222500 h 6382977"/>
              <a:gd name="connsiteX2396" fmla="*/ 5740797 w 6501199"/>
              <a:gd name="connsiteY2396" fmla="*/ 2238985 h 6382977"/>
              <a:gd name="connsiteX2397" fmla="*/ 5725275 w 6501199"/>
              <a:gd name="connsiteY2397" fmla="*/ 2241183 h 6382977"/>
              <a:gd name="connsiteX2398" fmla="*/ 5738681 w 6501199"/>
              <a:gd name="connsiteY2398" fmla="*/ 2222500 h 6382977"/>
              <a:gd name="connsiteX2399" fmla="*/ 5873376 w 6501199"/>
              <a:gd name="connsiteY2399" fmla="*/ 2213171 h 6382977"/>
              <a:gd name="connsiteX2400" fmla="*/ 5843855 w 6501199"/>
              <a:gd name="connsiteY2400" fmla="*/ 2231532 h 6382977"/>
              <a:gd name="connsiteX2401" fmla="*/ 5855375 w 6501199"/>
              <a:gd name="connsiteY2401" fmla="*/ 2267894 h 6382977"/>
              <a:gd name="connsiteX2402" fmla="*/ 5873376 w 6501199"/>
              <a:gd name="connsiteY2402" fmla="*/ 2213171 h 6382977"/>
              <a:gd name="connsiteX2403" fmla="*/ 5282057 w 6501199"/>
              <a:gd name="connsiteY2403" fmla="*/ 2212875 h 6382977"/>
              <a:gd name="connsiteX2404" fmla="*/ 5276631 w 6501199"/>
              <a:gd name="connsiteY2404" fmla="*/ 2218402 h 6382977"/>
              <a:gd name="connsiteX2405" fmla="*/ 5276929 w 6501199"/>
              <a:gd name="connsiteY2405" fmla="*/ 2224691 h 6382977"/>
              <a:gd name="connsiteX2406" fmla="*/ 5277571 w 6501199"/>
              <a:gd name="connsiteY2406" fmla="*/ 2224691 h 6382977"/>
              <a:gd name="connsiteX2407" fmla="*/ 5286207 w 6501199"/>
              <a:gd name="connsiteY2407" fmla="*/ 2208646 h 6382977"/>
              <a:gd name="connsiteX2408" fmla="*/ 5285490 w 6501199"/>
              <a:gd name="connsiteY2408" fmla="*/ 2209377 h 6382977"/>
              <a:gd name="connsiteX2409" fmla="*/ 5286319 w 6501199"/>
              <a:gd name="connsiteY2409" fmla="*/ 2209122 h 6382977"/>
              <a:gd name="connsiteX2410" fmla="*/ 6354040 w 6501199"/>
              <a:gd name="connsiteY2410" fmla="*/ 2198687 h 6382977"/>
              <a:gd name="connsiteX2411" fmla="*/ 6358401 w 6501199"/>
              <a:gd name="connsiteY2411" fmla="*/ 2226306 h 6382977"/>
              <a:gd name="connsiteX2412" fmla="*/ 6354040 w 6501199"/>
              <a:gd name="connsiteY2412" fmla="*/ 2198687 h 6382977"/>
              <a:gd name="connsiteX2413" fmla="*/ 5136450 w 6501199"/>
              <a:gd name="connsiteY2413" fmla="*/ 2185809 h 6382977"/>
              <a:gd name="connsiteX2414" fmla="*/ 5138610 w 6501199"/>
              <a:gd name="connsiteY2414" fmla="*/ 2199490 h 6382977"/>
              <a:gd name="connsiteX2415" fmla="*/ 5136450 w 6501199"/>
              <a:gd name="connsiteY2415" fmla="*/ 2185809 h 6382977"/>
              <a:gd name="connsiteX2416" fmla="*/ 5259211 w 6501199"/>
              <a:gd name="connsiteY2416" fmla="*/ 2183649 h 6382977"/>
              <a:gd name="connsiteX2417" fmla="*/ 5242111 w 6501199"/>
              <a:gd name="connsiteY2417" fmla="*/ 2202415 h 6382977"/>
              <a:gd name="connsiteX2418" fmla="*/ 5234310 w 6501199"/>
              <a:gd name="connsiteY2418" fmla="*/ 2212577 h 6382977"/>
              <a:gd name="connsiteX2419" fmla="*/ 5239790 w 6501199"/>
              <a:gd name="connsiteY2419" fmla="*/ 2213896 h 6382977"/>
              <a:gd name="connsiteX2420" fmla="*/ 5247376 w 6501199"/>
              <a:gd name="connsiteY2420" fmla="*/ 2208355 h 6382977"/>
              <a:gd name="connsiteX2421" fmla="*/ 5259211 w 6501199"/>
              <a:gd name="connsiteY2421" fmla="*/ 2183649 h 6382977"/>
              <a:gd name="connsiteX2422" fmla="*/ 6112501 w 6501199"/>
              <a:gd name="connsiteY2422" fmla="*/ 2176462 h 6382977"/>
              <a:gd name="connsiteX2423" fmla="*/ 6110353 w 6501199"/>
              <a:gd name="connsiteY2423" fmla="*/ 2223731 h 6382977"/>
              <a:gd name="connsiteX2424" fmla="*/ 6112501 w 6501199"/>
              <a:gd name="connsiteY2424" fmla="*/ 2176462 h 6382977"/>
              <a:gd name="connsiteX2425" fmla="*/ 5425527 w 6501199"/>
              <a:gd name="connsiteY2425" fmla="*/ 2170204 h 6382977"/>
              <a:gd name="connsiteX2426" fmla="*/ 5418693 w 6501199"/>
              <a:gd name="connsiteY2426" fmla="*/ 2172128 h 6382977"/>
              <a:gd name="connsiteX2427" fmla="*/ 5400332 w 6501199"/>
              <a:gd name="connsiteY2427" fmla="*/ 2201650 h 6382977"/>
              <a:gd name="connsiteX2428" fmla="*/ 5429853 w 6501199"/>
              <a:gd name="connsiteY2428" fmla="*/ 2172128 h 6382977"/>
              <a:gd name="connsiteX2429" fmla="*/ 5425527 w 6501199"/>
              <a:gd name="connsiteY2429" fmla="*/ 2170204 h 6382977"/>
              <a:gd name="connsiteX2430" fmla="*/ 6159281 w 6501199"/>
              <a:gd name="connsiteY2430" fmla="*/ 2165350 h 6382977"/>
              <a:gd name="connsiteX2431" fmla="*/ 6156828 w 6501199"/>
              <a:gd name="connsiteY2431" fmla="*/ 2195148 h 6382977"/>
              <a:gd name="connsiteX2432" fmla="*/ 6159281 w 6501199"/>
              <a:gd name="connsiteY2432" fmla="*/ 2165350 h 6382977"/>
              <a:gd name="connsiteX2433" fmla="*/ 5850695 w 6501199"/>
              <a:gd name="connsiteY2433" fmla="*/ 2165287 h 6382977"/>
              <a:gd name="connsiteX2434" fmla="*/ 5846375 w 6501199"/>
              <a:gd name="connsiteY2434" fmla="*/ 2204170 h 6382977"/>
              <a:gd name="connsiteX2435" fmla="*/ 5850695 w 6501199"/>
              <a:gd name="connsiteY2435" fmla="*/ 2165287 h 6382977"/>
              <a:gd name="connsiteX2436" fmla="*/ 5705255 w 6501199"/>
              <a:gd name="connsiteY2436" fmla="*/ 2154127 h 6382977"/>
              <a:gd name="connsiteX2437" fmla="*/ 5700505 w 6501199"/>
              <a:gd name="connsiteY2437" fmla="*/ 2156365 h 6382977"/>
              <a:gd name="connsiteX2438" fmla="*/ 5691245 w 6501199"/>
              <a:gd name="connsiteY2438" fmla="*/ 2181216 h 6382977"/>
              <a:gd name="connsiteX2439" fmla="*/ 5688196 w 6501199"/>
              <a:gd name="connsiteY2439" fmla="*/ 2195294 h 6382977"/>
              <a:gd name="connsiteX2440" fmla="*/ 5694005 w 6501199"/>
              <a:gd name="connsiteY2440" fmla="*/ 2190759 h 6382977"/>
              <a:gd name="connsiteX2441" fmla="*/ 5709575 w 6501199"/>
              <a:gd name="connsiteY2441" fmla="*/ 2181488 h 6382977"/>
              <a:gd name="connsiteX2442" fmla="*/ 5705255 w 6501199"/>
              <a:gd name="connsiteY2442" fmla="*/ 2154127 h 6382977"/>
              <a:gd name="connsiteX2443" fmla="*/ 3203455 w 6501199"/>
              <a:gd name="connsiteY2443" fmla="*/ 2146445 h 6382977"/>
              <a:gd name="connsiteX2444" fmla="*/ 3201514 w 6501199"/>
              <a:gd name="connsiteY2444" fmla="*/ 2150944 h 6382977"/>
              <a:gd name="connsiteX2445" fmla="*/ 3204174 w 6501199"/>
              <a:gd name="connsiteY2445" fmla="*/ 2148737 h 6382977"/>
              <a:gd name="connsiteX2446" fmla="*/ 6346164 w 6501199"/>
              <a:gd name="connsiteY2446" fmla="*/ 2143125 h 6382977"/>
              <a:gd name="connsiteX2447" fmla="*/ 6341578 w 6501199"/>
              <a:gd name="connsiteY2447" fmla="*/ 2184041 h 6382977"/>
              <a:gd name="connsiteX2448" fmla="*/ 6346164 w 6501199"/>
              <a:gd name="connsiteY2448" fmla="*/ 2143125 h 6382977"/>
              <a:gd name="connsiteX2449" fmla="*/ 6304064 w 6501199"/>
              <a:gd name="connsiteY2449" fmla="*/ 2143125 h 6382977"/>
              <a:gd name="connsiteX2450" fmla="*/ 6313037 w 6501199"/>
              <a:gd name="connsiteY2450" fmla="*/ 2195782 h 6382977"/>
              <a:gd name="connsiteX2451" fmla="*/ 6290425 w 6501199"/>
              <a:gd name="connsiteY2451" fmla="*/ 2195782 h 6382977"/>
              <a:gd name="connsiteX2452" fmla="*/ 6304064 w 6501199"/>
              <a:gd name="connsiteY2452" fmla="*/ 2143125 h 6382977"/>
              <a:gd name="connsiteX2453" fmla="*/ 3200741 w 6501199"/>
              <a:gd name="connsiteY2453" fmla="*/ 2137801 h 6382977"/>
              <a:gd name="connsiteX2454" fmla="*/ 3200615 w 6501199"/>
              <a:gd name="connsiteY2454" fmla="*/ 2139580 h 6382977"/>
              <a:gd name="connsiteX2455" fmla="*/ 3201207 w 6501199"/>
              <a:gd name="connsiteY2455" fmla="*/ 2139285 h 6382977"/>
              <a:gd name="connsiteX2456" fmla="*/ 3726543 w 6501199"/>
              <a:gd name="connsiteY2456" fmla="*/ 2131377 h 6382977"/>
              <a:gd name="connsiteX2457" fmla="*/ 3722056 w 6501199"/>
              <a:gd name="connsiteY2457" fmla="*/ 2137136 h 6382977"/>
              <a:gd name="connsiteX2458" fmla="*/ 3721736 w 6501199"/>
              <a:gd name="connsiteY2458" fmla="*/ 2137618 h 6382977"/>
              <a:gd name="connsiteX2459" fmla="*/ 3721736 w 6501199"/>
              <a:gd name="connsiteY2459" fmla="*/ 2142857 h 6382977"/>
              <a:gd name="connsiteX2460" fmla="*/ 3730062 w 6501199"/>
              <a:gd name="connsiteY2460" fmla="*/ 2140337 h 6382977"/>
              <a:gd name="connsiteX2461" fmla="*/ 3732186 w 6501199"/>
              <a:gd name="connsiteY2461" fmla="*/ 2132921 h 6382977"/>
              <a:gd name="connsiteX2462" fmla="*/ 5325889 w 6501199"/>
              <a:gd name="connsiteY2462" fmla="*/ 2128837 h 6382977"/>
              <a:gd name="connsiteX2463" fmla="*/ 5330154 w 6501199"/>
              <a:gd name="connsiteY2463" fmla="*/ 2152278 h 6382977"/>
              <a:gd name="connsiteX2464" fmla="*/ 5325889 w 6501199"/>
              <a:gd name="connsiteY2464" fmla="*/ 2128837 h 6382977"/>
              <a:gd name="connsiteX2465" fmla="*/ 3188159 w 6501199"/>
              <a:gd name="connsiteY2465" fmla="*/ 2127514 h 6382977"/>
              <a:gd name="connsiteX2466" fmla="*/ 3179473 w 6501199"/>
              <a:gd name="connsiteY2466" fmla="*/ 2131760 h 6382977"/>
              <a:gd name="connsiteX2467" fmla="*/ 3179083 w 6501199"/>
              <a:gd name="connsiteY2467" fmla="*/ 2132519 h 6382977"/>
              <a:gd name="connsiteX2468" fmla="*/ 3192234 w 6501199"/>
              <a:gd name="connsiteY2468" fmla="*/ 2129386 h 6382977"/>
              <a:gd name="connsiteX2469" fmla="*/ 3196071 w 6501199"/>
              <a:gd name="connsiteY2469" fmla="*/ 2128261 h 6382977"/>
              <a:gd name="connsiteX2470" fmla="*/ 5815407 w 6501199"/>
              <a:gd name="connsiteY2470" fmla="*/ 2127250 h 6382977"/>
              <a:gd name="connsiteX2471" fmla="*/ 5799751 w 6501199"/>
              <a:gd name="connsiteY2471" fmla="*/ 2157048 h 6382977"/>
              <a:gd name="connsiteX2472" fmla="*/ 5815407 w 6501199"/>
              <a:gd name="connsiteY2472" fmla="*/ 2127250 h 6382977"/>
              <a:gd name="connsiteX2473" fmla="*/ 713719 w 6501199"/>
              <a:gd name="connsiteY2473" fmla="*/ 2127250 h 6382977"/>
              <a:gd name="connsiteX2474" fmla="*/ 697753 w 6501199"/>
              <a:gd name="connsiteY2474" fmla="*/ 2163404 h 6382977"/>
              <a:gd name="connsiteX2475" fmla="*/ 713719 w 6501199"/>
              <a:gd name="connsiteY2475" fmla="*/ 2127250 h 6382977"/>
              <a:gd name="connsiteX2476" fmla="*/ 3603945 w 6501199"/>
              <a:gd name="connsiteY2476" fmla="*/ 2126439 h 6382977"/>
              <a:gd name="connsiteX2477" fmla="*/ 3612244 w 6501199"/>
              <a:gd name="connsiteY2477" fmla="*/ 2126796 h 6382977"/>
              <a:gd name="connsiteX2478" fmla="*/ 3614314 w 6501199"/>
              <a:gd name="connsiteY2478" fmla="*/ 2138408 h 6382977"/>
              <a:gd name="connsiteX2479" fmla="*/ 3601200 w 6501199"/>
              <a:gd name="connsiteY2479" fmla="*/ 2131150 h 6382977"/>
              <a:gd name="connsiteX2480" fmla="*/ 3603945 w 6501199"/>
              <a:gd name="connsiteY2480" fmla="*/ 2126439 h 6382977"/>
              <a:gd name="connsiteX2481" fmla="*/ 3335721 w 6501199"/>
              <a:gd name="connsiteY2481" fmla="*/ 2124685 h 6382977"/>
              <a:gd name="connsiteX2482" fmla="*/ 3301163 w 6501199"/>
              <a:gd name="connsiteY2482" fmla="*/ 2127249 h 6382977"/>
              <a:gd name="connsiteX2483" fmla="*/ 3335721 w 6501199"/>
              <a:gd name="connsiteY2483" fmla="*/ 2124685 h 6382977"/>
              <a:gd name="connsiteX2484" fmla="*/ 5735582 w 6501199"/>
              <a:gd name="connsiteY2484" fmla="*/ 2124475 h 6382977"/>
              <a:gd name="connsiteX2485" fmla="*/ 5722199 w 6501199"/>
              <a:gd name="connsiteY2485" fmla="*/ 2131067 h 6382977"/>
              <a:gd name="connsiteX2486" fmla="*/ 5722518 w 6501199"/>
              <a:gd name="connsiteY2486" fmla="*/ 2133246 h 6382977"/>
              <a:gd name="connsiteX2487" fmla="*/ 5728094 w 6501199"/>
              <a:gd name="connsiteY2487" fmla="*/ 2131557 h 6382977"/>
              <a:gd name="connsiteX2488" fmla="*/ 5727162 w 6501199"/>
              <a:gd name="connsiteY2488" fmla="*/ 2134894 h 6382977"/>
              <a:gd name="connsiteX2489" fmla="*/ 5733695 w 6501199"/>
              <a:gd name="connsiteY2489" fmla="*/ 2129223 h 6382977"/>
              <a:gd name="connsiteX2490" fmla="*/ 3805978 w 6501199"/>
              <a:gd name="connsiteY2490" fmla="*/ 2122425 h 6382977"/>
              <a:gd name="connsiteX2491" fmla="*/ 3793228 w 6501199"/>
              <a:gd name="connsiteY2491" fmla="*/ 2124841 h 6382977"/>
              <a:gd name="connsiteX2492" fmla="*/ 3790187 w 6501199"/>
              <a:gd name="connsiteY2492" fmla="*/ 2127530 h 6382977"/>
              <a:gd name="connsiteX2493" fmla="*/ 3802744 w 6501199"/>
              <a:gd name="connsiteY2493" fmla="*/ 2123510 h 6382977"/>
              <a:gd name="connsiteX2494" fmla="*/ 5479893 w 6501199"/>
              <a:gd name="connsiteY2494" fmla="*/ 2122084 h 6382977"/>
              <a:gd name="connsiteX2495" fmla="*/ 5479165 w 6501199"/>
              <a:gd name="connsiteY2495" fmla="*/ 2122413 h 6382977"/>
              <a:gd name="connsiteX2496" fmla="*/ 5477145 w 6501199"/>
              <a:gd name="connsiteY2496" fmla="*/ 2125311 h 6382977"/>
              <a:gd name="connsiteX2497" fmla="*/ 5475605 w 6501199"/>
              <a:gd name="connsiteY2497" fmla="*/ 2124019 h 6382977"/>
              <a:gd name="connsiteX2498" fmla="*/ 5467923 w 6501199"/>
              <a:gd name="connsiteY2498" fmla="*/ 2127485 h 6382977"/>
              <a:gd name="connsiteX2499" fmla="*/ 5466213 w 6501199"/>
              <a:gd name="connsiteY2499" fmla="*/ 2138286 h 6382977"/>
              <a:gd name="connsiteX2500" fmla="*/ 5479893 w 6501199"/>
              <a:gd name="connsiteY2500" fmla="*/ 2122084 h 6382977"/>
              <a:gd name="connsiteX2501" fmla="*/ 4619621 w 6501199"/>
              <a:gd name="connsiteY2501" fmla="*/ 2121319 h 6382977"/>
              <a:gd name="connsiteX2502" fmla="*/ 4613006 w 6501199"/>
              <a:gd name="connsiteY2502" fmla="*/ 2128925 h 6382977"/>
              <a:gd name="connsiteX2503" fmla="*/ 4631366 w 6501199"/>
              <a:gd name="connsiteY2503" fmla="*/ 2122084 h 6382977"/>
              <a:gd name="connsiteX2504" fmla="*/ 4619621 w 6501199"/>
              <a:gd name="connsiteY2504" fmla="*/ 2121319 h 6382977"/>
              <a:gd name="connsiteX2505" fmla="*/ 6123722 w 6501199"/>
              <a:gd name="connsiteY2505" fmla="*/ 2112962 h 6382977"/>
              <a:gd name="connsiteX2506" fmla="*/ 6130524 w 6501199"/>
              <a:gd name="connsiteY2506" fmla="*/ 2171344 h 6382977"/>
              <a:gd name="connsiteX2507" fmla="*/ 6114773 w 6501199"/>
              <a:gd name="connsiteY2507" fmla="*/ 2167072 h 6382977"/>
              <a:gd name="connsiteX2508" fmla="*/ 6123722 w 6501199"/>
              <a:gd name="connsiteY2508" fmla="*/ 2112962 h 6382977"/>
              <a:gd name="connsiteX2509" fmla="*/ 3438292 w 6501199"/>
              <a:gd name="connsiteY2509" fmla="*/ 2111497 h 6382977"/>
              <a:gd name="connsiteX2510" fmla="*/ 3445280 w 6501199"/>
              <a:gd name="connsiteY2510" fmla="*/ 2115160 h 6382977"/>
              <a:gd name="connsiteX2511" fmla="*/ 3434237 w 6501199"/>
              <a:gd name="connsiteY2511" fmla="*/ 2126883 h 6382977"/>
              <a:gd name="connsiteX2512" fmla="*/ 3432213 w 6501199"/>
              <a:gd name="connsiteY2512" fmla="*/ 2122230 h 6382977"/>
              <a:gd name="connsiteX2513" fmla="*/ 3402763 w 6501199"/>
              <a:gd name="connsiteY2513" fmla="*/ 2133244 h 6382977"/>
              <a:gd name="connsiteX2514" fmla="*/ 3430701 w 6501199"/>
              <a:gd name="connsiteY2514" fmla="*/ 2116131 h 6382977"/>
              <a:gd name="connsiteX2515" fmla="*/ 3432706 w 6501199"/>
              <a:gd name="connsiteY2515" fmla="*/ 2117007 h 6382977"/>
              <a:gd name="connsiteX2516" fmla="*/ 5416134 w 6501199"/>
              <a:gd name="connsiteY2516" fmla="*/ 2111375 h 6382977"/>
              <a:gd name="connsiteX2517" fmla="*/ 5428041 w 6501199"/>
              <a:gd name="connsiteY2517" fmla="*/ 2122598 h 6382977"/>
              <a:gd name="connsiteX2518" fmla="*/ 5406832 w 6501199"/>
              <a:gd name="connsiteY2518" fmla="*/ 2120426 h 6382977"/>
              <a:gd name="connsiteX2519" fmla="*/ 5416134 w 6501199"/>
              <a:gd name="connsiteY2519" fmla="*/ 2111375 h 6382977"/>
              <a:gd name="connsiteX2520" fmla="*/ 3351014 w 6501199"/>
              <a:gd name="connsiteY2520" fmla="*/ 2107543 h 6382977"/>
              <a:gd name="connsiteX2521" fmla="*/ 3359555 w 6501199"/>
              <a:gd name="connsiteY2521" fmla="*/ 2111101 h 6382977"/>
              <a:gd name="connsiteX2522" fmla="*/ 3357139 w 6501199"/>
              <a:gd name="connsiteY2522" fmla="*/ 2111101 h 6382977"/>
              <a:gd name="connsiteX2523" fmla="*/ 3344025 w 6501199"/>
              <a:gd name="connsiteY2523" fmla="*/ 2117861 h 6382977"/>
              <a:gd name="connsiteX2524" fmla="*/ 3351014 w 6501199"/>
              <a:gd name="connsiteY2524" fmla="*/ 2107543 h 6382977"/>
              <a:gd name="connsiteX2525" fmla="*/ 3644823 w 6501199"/>
              <a:gd name="connsiteY2525" fmla="*/ 2104501 h 6382977"/>
              <a:gd name="connsiteX2526" fmla="*/ 3659581 w 6501199"/>
              <a:gd name="connsiteY2526" fmla="*/ 2107437 h 6382977"/>
              <a:gd name="connsiteX2527" fmla="*/ 3637042 w 6501199"/>
              <a:gd name="connsiteY2527" fmla="*/ 2122858 h 6382977"/>
              <a:gd name="connsiteX2528" fmla="*/ 3644823 w 6501199"/>
              <a:gd name="connsiteY2528" fmla="*/ 2104501 h 6382977"/>
              <a:gd name="connsiteX2529" fmla="*/ 3839857 w 6501199"/>
              <a:gd name="connsiteY2529" fmla="*/ 2103600 h 6382977"/>
              <a:gd name="connsiteX2530" fmla="*/ 3839457 w 6501199"/>
              <a:gd name="connsiteY2530" fmla="*/ 2104159 h 6382977"/>
              <a:gd name="connsiteX2531" fmla="*/ 3830855 w 6501199"/>
              <a:gd name="connsiteY2531" fmla="*/ 2105760 h 6382977"/>
              <a:gd name="connsiteX2532" fmla="*/ 3839857 w 6501199"/>
              <a:gd name="connsiteY2532" fmla="*/ 2103600 h 6382977"/>
              <a:gd name="connsiteX2533" fmla="*/ 4725786 w 6501199"/>
              <a:gd name="connsiteY2533" fmla="*/ 2101577 h 6382977"/>
              <a:gd name="connsiteX2534" fmla="*/ 4722987 w 6501199"/>
              <a:gd name="connsiteY2534" fmla="*/ 2103363 h 6382977"/>
              <a:gd name="connsiteX2535" fmla="*/ 4688821 w 6501199"/>
              <a:gd name="connsiteY2535" fmla="*/ 2123900 h 6382977"/>
              <a:gd name="connsiteX2536" fmla="*/ 4694435 w 6501199"/>
              <a:gd name="connsiteY2536" fmla="*/ 2123752 h 6382977"/>
              <a:gd name="connsiteX2537" fmla="*/ 4718231 w 6501199"/>
              <a:gd name="connsiteY2537" fmla="*/ 2109337 h 6382977"/>
              <a:gd name="connsiteX2538" fmla="*/ 6406442 w 6501199"/>
              <a:gd name="connsiteY2538" fmla="*/ 2099311 h 6382977"/>
              <a:gd name="connsiteX2539" fmla="*/ 6423900 w 6501199"/>
              <a:gd name="connsiteY2539" fmla="*/ 2126886 h 6382977"/>
              <a:gd name="connsiteX2540" fmla="*/ 6408204 w 6501199"/>
              <a:gd name="connsiteY2540" fmla="*/ 2124339 h 6382977"/>
              <a:gd name="connsiteX2541" fmla="*/ 6396788 w 6501199"/>
              <a:gd name="connsiteY2541" fmla="*/ 2101420 h 6382977"/>
              <a:gd name="connsiteX2542" fmla="*/ 6406442 w 6501199"/>
              <a:gd name="connsiteY2542" fmla="*/ 2099311 h 6382977"/>
              <a:gd name="connsiteX2543" fmla="*/ 3789808 w 6501199"/>
              <a:gd name="connsiteY2543" fmla="*/ 2096759 h 6382977"/>
              <a:gd name="connsiteX2544" fmla="*/ 3771444 w 6501199"/>
              <a:gd name="connsiteY2544" fmla="*/ 2114760 h 6382977"/>
              <a:gd name="connsiteX2545" fmla="*/ 3789808 w 6501199"/>
              <a:gd name="connsiteY2545" fmla="*/ 2096759 h 6382977"/>
              <a:gd name="connsiteX2546" fmla="*/ 4686492 w 6501199"/>
              <a:gd name="connsiteY2546" fmla="*/ 2096028 h 6382977"/>
              <a:gd name="connsiteX2547" fmla="*/ 4683567 w 6501199"/>
              <a:gd name="connsiteY2547" fmla="*/ 2101563 h 6382977"/>
              <a:gd name="connsiteX2548" fmla="*/ 4692927 w 6501199"/>
              <a:gd name="connsiteY2548" fmla="*/ 2097243 h 6382977"/>
              <a:gd name="connsiteX2549" fmla="*/ 4686492 w 6501199"/>
              <a:gd name="connsiteY2549" fmla="*/ 2096028 h 6382977"/>
              <a:gd name="connsiteX2550" fmla="*/ 3717415 w 6501199"/>
              <a:gd name="connsiteY2550" fmla="*/ 2094984 h 6382977"/>
              <a:gd name="connsiteX2551" fmla="*/ 3718428 w 6501199"/>
              <a:gd name="connsiteY2551" fmla="*/ 2102491 h 6382977"/>
              <a:gd name="connsiteX2552" fmla="*/ 3723120 w 6501199"/>
              <a:gd name="connsiteY2552" fmla="*/ 2101845 h 6382977"/>
              <a:gd name="connsiteX2553" fmla="*/ 3722456 w 6501199"/>
              <a:gd name="connsiteY2553" fmla="*/ 2099123 h 6382977"/>
              <a:gd name="connsiteX2554" fmla="*/ 3717415 w 6501199"/>
              <a:gd name="connsiteY2554" fmla="*/ 2094984 h 6382977"/>
              <a:gd name="connsiteX2555" fmla="*/ 6378962 w 6501199"/>
              <a:gd name="connsiteY2555" fmla="*/ 2090737 h 6382977"/>
              <a:gd name="connsiteX2556" fmla="*/ 6360792 w 6501199"/>
              <a:gd name="connsiteY2556" fmla="*/ 2198325 h 6382977"/>
              <a:gd name="connsiteX2557" fmla="*/ 6378962 w 6501199"/>
              <a:gd name="connsiteY2557" fmla="*/ 2090737 h 6382977"/>
              <a:gd name="connsiteX2558" fmla="*/ 3676371 w 6501199"/>
              <a:gd name="connsiteY2558" fmla="*/ 2090665 h 6382977"/>
              <a:gd name="connsiteX2559" fmla="*/ 3674346 w 6501199"/>
              <a:gd name="connsiteY2559" fmla="*/ 2097999 h 6382977"/>
              <a:gd name="connsiteX2560" fmla="*/ 3674229 w 6501199"/>
              <a:gd name="connsiteY2560" fmla="*/ 2101295 h 6382977"/>
              <a:gd name="connsiteX2561" fmla="*/ 3674615 w 6501199"/>
              <a:gd name="connsiteY2561" fmla="*/ 2106114 h 6382977"/>
              <a:gd name="connsiteX2562" fmla="*/ 3682868 w 6501199"/>
              <a:gd name="connsiteY2562" fmla="*/ 2128441 h 6382977"/>
              <a:gd name="connsiteX2563" fmla="*/ 3694821 w 6501199"/>
              <a:gd name="connsiteY2563" fmla="*/ 2094846 h 6382977"/>
              <a:gd name="connsiteX2564" fmla="*/ 3694373 w 6501199"/>
              <a:gd name="connsiteY2564" fmla="*/ 2092824 h 6382977"/>
              <a:gd name="connsiteX2565" fmla="*/ 3676371 w 6501199"/>
              <a:gd name="connsiteY2565" fmla="*/ 2090665 h 6382977"/>
              <a:gd name="connsiteX2566" fmla="*/ 3486544 w 6501199"/>
              <a:gd name="connsiteY2566" fmla="*/ 2087562 h 6382977"/>
              <a:gd name="connsiteX2567" fmla="*/ 3466263 w 6501199"/>
              <a:gd name="connsiteY2567" fmla="*/ 2108444 h 6382977"/>
              <a:gd name="connsiteX2568" fmla="*/ 3486544 w 6501199"/>
              <a:gd name="connsiteY2568" fmla="*/ 2087562 h 6382977"/>
              <a:gd name="connsiteX2569" fmla="*/ 6135461 w 6501199"/>
              <a:gd name="connsiteY2569" fmla="*/ 2085975 h 6382977"/>
              <a:gd name="connsiteX2570" fmla="*/ 6147184 w 6501199"/>
              <a:gd name="connsiteY2570" fmla="*/ 2101716 h 6382977"/>
              <a:gd name="connsiteX2571" fmla="*/ 6123738 w 6501199"/>
              <a:gd name="connsiteY2571" fmla="*/ 2108513 h 6382977"/>
              <a:gd name="connsiteX2572" fmla="*/ 6135461 w 6501199"/>
              <a:gd name="connsiteY2572" fmla="*/ 2085975 h 6382977"/>
              <a:gd name="connsiteX2573" fmla="*/ 5333340 w 6501199"/>
              <a:gd name="connsiteY2573" fmla="*/ 2081487 h 6382977"/>
              <a:gd name="connsiteX2574" fmla="*/ 5332534 w 6501199"/>
              <a:gd name="connsiteY2574" fmla="*/ 2087348 h 6382977"/>
              <a:gd name="connsiteX2575" fmla="*/ 5327612 w 6501199"/>
              <a:gd name="connsiteY2575" fmla="*/ 2092562 h 6382977"/>
              <a:gd name="connsiteX2576" fmla="*/ 5340257 w 6501199"/>
              <a:gd name="connsiteY2576" fmla="*/ 2088107 h 6382977"/>
              <a:gd name="connsiteX2577" fmla="*/ 5340588 w 6501199"/>
              <a:gd name="connsiteY2577" fmla="*/ 2082283 h 6382977"/>
              <a:gd name="connsiteX2578" fmla="*/ 5340190 w 6501199"/>
              <a:gd name="connsiteY2578" fmla="*/ 2082240 h 6382977"/>
              <a:gd name="connsiteX2579" fmla="*/ 3553575 w 6501199"/>
              <a:gd name="connsiteY2579" fmla="*/ 2081212 h 6382977"/>
              <a:gd name="connsiteX2580" fmla="*/ 3567497 w 6501199"/>
              <a:gd name="connsiteY2580" fmla="*/ 2085557 h 6382977"/>
              <a:gd name="connsiteX2581" fmla="*/ 3553575 w 6501199"/>
              <a:gd name="connsiteY2581" fmla="*/ 2092436 h 6382977"/>
              <a:gd name="connsiteX2582" fmla="*/ 3553575 w 6501199"/>
              <a:gd name="connsiteY2582" fmla="*/ 2081212 h 6382977"/>
              <a:gd name="connsiteX2583" fmla="*/ 3441362 w 6501199"/>
              <a:gd name="connsiteY2583" fmla="*/ 2076199 h 6382977"/>
              <a:gd name="connsiteX2584" fmla="*/ 3439233 w 6501199"/>
              <a:gd name="connsiteY2584" fmla="*/ 2076613 h 6382977"/>
              <a:gd name="connsiteX2585" fmla="*/ 3441512 w 6501199"/>
              <a:gd name="connsiteY2585" fmla="*/ 2086374 h 6382977"/>
              <a:gd name="connsiteX2586" fmla="*/ 3441671 w 6501199"/>
              <a:gd name="connsiteY2586" fmla="*/ 2080946 h 6382977"/>
              <a:gd name="connsiteX2587" fmla="*/ 3441362 w 6501199"/>
              <a:gd name="connsiteY2587" fmla="*/ 2076199 h 6382977"/>
              <a:gd name="connsiteX2588" fmla="*/ 3844323 w 6501199"/>
              <a:gd name="connsiteY2588" fmla="*/ 2074304 h 6382977"/>
              <a:gd name="connsiteX2589" fmla="*/ 3841854 w 6501199"/>
              <a:gd name="connsiteY2589" fmla="*/ 2074794 h 6382977"/>
              <a:gd name="connsiteX2590" fmla="*/ 3848388 w 6501199"/>
              <a:gd name="connsiteY2590" fmla="*/ 2076564 h 6382977"/>
              <a:gd name="connsiteX2591" fmla="*/ 3848476 w 6501199"/>
              <a:gd name="connsiteY2591" fmla="*/ 2076410 h 6382977"/>
              <a:gd name="connsiteX2592" fmla="*/ 3726416 w 6501199"/>
              <a:gd name="connsiteY2592" fmla="*/ 2072307 h 6382977"/>
              <a:gd name="connsiteX2593" fmla="*/ 3727129 w 6501199"/>
              <a:gd name="connsiteY2593" fmla="*/ 2072427 h 6382977"/>
              <a:gd name="connsiteX2594" fmla="*/ 3726804 w 6501199"/>
              <a:gd name="connsiteY2594" fmla="*/ 2072791 h 6382977"/>
              <a:gd name="connsiteX2595" fmla="*/ 5341292 w 6501199"/>
              <a:gd name="connsiteY2595" fmla="*/ 2069881 h 6382977"/>
              <a:gd name="connsiteX2596" fmla="*/ 5334953 w 6501199"/>
              <a:gd name="connsiteY2596" fmla="*/ 2073678 h 6382977"/>
              <a:gd name="connsiteX2597" fmla="*/ 5333922 w 6501199"/>
              <a:gd name="connsiteY2597" fmla="*/ 2078382 h 6382977"/>
              <a:gd name="connsiteX2598" fmla="*/ 5338982 w 6501199"/>
              <a:gd name="connsiteY2598" fmla="*/ 2074862 h 6382977"/>
              <a:gd name="connsiteX2599" fmla="*/ 5341113 w 6501199"/>
              <a:gd name="connsiteY2599" fmla="*/ 2073036 h 6382977"/>
              <a:gd name="connsiteX2600" fmla="*/ 3735800 w 6501199"/>
              <a:gd name="connsiteY2600" fmla="*/ 2069692 h 6382977"/>
              <a:gd name="connsiteX2601" fmla="*/ 3755939 w 6501199"/>
              <a:gd name="connsiteY2601" fmla="*/ 2076987 h 6382977"/>
              <a:gd name="connsiteX2602" fmla="*/ 3741178 w 6501199"/>
              <a:gd name="connsiteY2602" fmla="*/ 2074782 h 6382977"/>
              <a:gd name="connsiteX2603" fmla="*/ 3732917 w 6501199"/>
              <a:gd name="connsiteY2603" fmla="*/ 2073397 h 6382977"/>
              <a:gd name="connsiteX2604" fmla="*/ 3732917 w 6501199"/>
              <a:gd name="connsiteY2604" fmla="*/ 2080428 h 6382977"/>
              <a:gd name="connsiteX2605" fmla="*/ 3733342 w 6501199"/>
              <a:gd name="connsiteY2605" fmla="*/ 2080957 h 6382977"/>
              <a:gd name="connsiteX2606" fmla="*/ 3758099 w 6501199"/>
              <a:gd name="connsiteY2606" fmla="*/ 2088145 h 6382977"/>
              <a:gd name="connsiteX2607" fmla="*/ 3746938 w 6501199"/>
              <a:gd name="connsiteY2607" fmla="*/ 2101823 h 6382977"/>
              <a:gd name="connsiteX2608" fmla="*/ 3735417 w 6501199"/>
              <a:gd name="connsiteY2608" fmla="*/ 2085985 h 6382977"/>
              <a:gd name="connsiteX2609" fmla="*/ 3727087 w 6501199"/>
              <a:gd name="connsiteY2609" fmla="*/ 2101298 h 6382977"/>
              <a:gd name="connsiteX2610" fmla="*/ 3730307 w 6501199"/>
              <a:gd name="connsiteY2610" fmla="*/ 2100855 h 6382977"/>
              <a:gd name="connsiteX2611" fmla="*/ 3755601 w 6501199"/>
              <a:gd name="connsiteY2611" fmla="*/ 2114760 h 6382977"/>
              <a:gd name="connsiteX2612" fmla="*/ 3773965 w 6501199"/>
              <a:gd name="connsiteY2612" fmla="*/ 2076238 h 6382977"/>
              <a:gd name="connsiteX2613" fmla="*/ 3762122 w 6501199"/>
              <a:gd name="connsiteY2613" fmla="*/ 2072984 h 6382977"/>
              <a:gd name="connsiteX2614" fmla="*/ 3758099 w 6501199"/>
              <a:gd name="connsiteY2614" fmla="*/ 2072307 h 6382977"/>
              <a:gd name="connsiteX2615" fmla="*/ 3758516 w 6501199"/>
              <a:gd name="connsiteY2615" fmla="*/ 2072002 h 6382977"/>
              <a:gd name="connsiteX2616" fmla="*/ 3687892 w 6501199"/>
              <a:gd name="connsiteY2616" fmla="*/ 2063309 h 6382977"/>
              <a:gd name="connsiteX2617" fmla="*/ 3690052 w 6501199"/>
              <a:gd name="connsiteY2617" fmla="*/ 2081666 h 6382977"/>
              <a:gd name="connsiteX2618" fmla="*/ 3696893 w 6501199"/>
              <a:gd name="connsiteY2618" fmla="*/ 2079146 h 6382977"/>
              <a:gd name="connsiteX2619" fmla="*/ 3687892 w 6501199"/>
              <a:gd name="connsiteY2619" fmla="*/ 2063309 h 6382977"/>
              <a:gd name="connsiteX2620" fmla="*/ 3707555 w 6501199"/>
              <a:gd name="connsiteY2620" fmla="*/ 2063032 h 6382977"/>
              <a:gd name="connsiteX2621" fmla="*/ 3707921 w 6501199"/>
              <a:gd name="connsiteY2621" fmla="*/ 2066486 h 6382977"/>
              <a:gd name="connsiteX2622" fmla="*/ 3708189 w 6501199"/>
              <a:gd name="connsiteY2622" fmla="*/ 2064479 h 6382977"/>
              <a:gd name="connsiteX2623" fmla="*/ 3660529 w 6501199"/>
              <a:gd name="connsiteY2623" fmla="*/ 2061149 h 6382977"/>
              <a:gd name="connsiteX2624" fmla="*/ 3658009 w 6501199"/>
              <a:gd name="connsiteY2624" fmla="*/ 2094984 h 6382977"/>
              <a:gd name="connsiteX2625" fmla="*/ 3646642 w 6501199"/>
              <a:gd name="connsiteY2625" fmla="*/ 2089150 h 6382977"/>
              <a:gd name="connsiteX2626" fmla="*/ 3646222 w 6501199"/>
              <a:gd name="connsiteY2626" fmla="*/ 2089473 h 6382977"/>
              <a:gd name="connsiteX2627" fmla="*/ 3641371 w 6501199"/>
              <a:gd name="connsiteY2627" fmla="*/ 2087955 h 6382977"/>
              <a:gd name="connsiteX2628" fmla="*/ 3638972 w 6501199"/>
              <a:gd name="connsiteY2628" fmla="*/ 2087847 h 6382977"/>
              <a:gd name="connsiteX2629" fmla="*/ 3630646 w 6501199"/>
              <a:gd name="connsiteY2629" fmla="*/ 2092824 h 6382977"/>
              <a:gd name="connsiteX2630" fmla="*/ 3634607 w 6501199"/>
              <a:gd name="connsiteY2630" fmla="*/ 2082701 h 6382977"/>
              <a:gd name="connsiteX2631" fmla="*/ 3633227 w 6501199"/>
              <a:gd name="connsiteY2631" fmla="*/ 2072747 h 6382977"/>
              <a:gd name="connsiteX2632" fmla="*/ 3633366 w 6501199"/>
              <a:gd name="connsiteY2632" fmla="*/ 2072501 h 6382977"/>
              <a:gd name="connsiteX2633" fmla="*/ 3639467 w 6501199"/>
              <a:gd name="connsiteY2633" fmla="*/ 2078426 h 6382977"/>
              <a:gd name="connsiteX2634" fmla="*/ 3641461 w 6501199"/>
              <a:gd name="connsiteY2634" fmla="*/ 2078577 h 6382977"/>
              <a:gd name="connsiteX2635" fmla="*/ 3644581 w 6501199"/>
              <a:gd name="connsiteY2635" fmla="*/ 2071722 h 6382977"/>
              <a:gd name="connsiteX2636" fmla="*/ 3642274 w 6501199"/>
              <a:gd name="connsiteY2636" fmla="*/ 2067853 h 6382977"/>
              <a:gd name="connsiteX2637" fmla="*/ 3634291 w 6501199"/>
              <a:gd name="connsiteY2637" fmla="*/ 2070868 h 6382977"/>
              <a:gd name="connsiteX2638" fmla="*/ 3633366 w 6501199"/>
              <a:gd name="connsiteY2638" fmla="*/ 2072501 h 6382977"/>
              <a:gd name="connsiteX2639" fmla="*/ 3633166 w 6501199"/>
              <a:gd name="connsiteY2639" fmla="*/ 2072307 h 6382977"/>
              <a:gd name="connsiteX2640" fmla="*/ 3633227 w 6501199"/>
              <a:gd name="connsiteY2640" fmla="*/ 2072747 h 6382977"/>
              <a:gd name="connsiteX2641" fmla="*/ 3627996 w 6501199"/>
              <a:gd name="connsiteY2641" fmla="*/ 2081981 h 6382977"/>
              <a:gd name="connsiteX2642" fmla="*/ 3626326 w 6501199"/>
              <a:gd name="connsiteY2642" fmla="*/ 2094984 h 6382977"/>
              <a:gd name="connsiteX2643" fmla="*/ 3607964 w 6501199"/>
              <a:gd name="connsiteY2643" fmla="*/ 2085985 h 6382977"/>
              <a:gd name="connsiteX2644" fmla="*/ 3603643 w 6501199"/>
              <a:gd name="connsiteY2644" fmla="*/ 2108662 h 6382977"/>
              <a:gd name="connsiteX2645" fmla="*/ 3610484 w 6501199"/>
              <a:gd name="connsiteY2645" fmla="*/ 2072307 h 6382977"/>
              <a:gd name="connsiteX2646" fmla="*/ 3587801 w 6501199"/>
              <a:gd name="connsiteY2646" fmla="*/ 2085985 h 6382977"/>
              <a:gd name="connsiteX2647" fmla="*/ 3585281 w 6501199"/>
              <a:gd name="connsiteY2647" fmla="*/ 2076987 h 6382977"/>
              <a:gd name="connsiteX2648" fmla="*/ 3583121 w 6501199"/>
              <a:gd name="connsiteY2648" fmla="*/ 2090665 h 6382977"/>
              <a:gd name="connsiteX2649" fmla="*/ 3544237 w 6501199"/>
              <a:gd name="connsiteY2649" fmla="*/ 2085985 h 6382977"/>
              <a:gd name="connsiteX2650" fmla="*/ 3528395 w 6501199"/>
              <a:gd name="connsiteY2650" fmla="*/ 2074827 h 6382977"/>
              <a:gd name="connsiteX2651" fmla="*/ 3521554 w 6501199"/>
              <a:gd name="connsiteY2651" fmla="*/ 2092824 h 6382977"/>
              <a:gd name="connsiteX2652" fmla="*/ 3444146 w 6501199"/>
              <a:gd name="connsiteY2652" fmla="*/ 2088145 h 6382977"/>
              <a:gd name="connsiteX2653" fmla="*/ 3441548 w 6501199"/>
              <a:gd name="connsiteY2653" fmla="*/ 2086527 h 6382977"/>
              <a:gd name="connsiteX2654" fmla="*/ 3443676 w 6501199"/>
              <a:gd name="connsiteY2654" fmla="*/ 2095644 h 6382977"/>
              <a:gd name="connsiteX2655" fmla="*/ 3432452 w 6501199"/>
              <a:gd name="connsiteY2655" fmla="*/ 2109424 h 6382977"/>
              <a:gd name="connsiteX2656" fmla="*/ 3430144 w 6501199"/>
              <a:gd name="connsiteY2656" fmla="*/ 2097458 h 6382977"/>
              <a:gd name="connsiteX2657" fmla="*/ 3414922 w 6501199"/>
              <a:gd name="connsiteY2657" fmla="*/ 2089258 h 6382977"/>
              <a:gd name="connsiteX2658" fmla="*/ 3413588 w 6501199"/>
              <a:gd name="connsiteY2658" fmla="*/ 2089990 h 6382977"/>
              <a:gd name="connsiteX2659" fmla="*/ 3412672 w 6501199"/>
              <a:gd name="connsiteY2659" fmla="*/ 2090182 h 6382977"/>
              <a:gd name="connsiteX2660" fmla="*/ 3409642 w 6501199"/>
              <a:gd name="connsiteY2660" fmla="*/ 2093469 h 6382977"/>
              <a:gd name="connsiteX2661" fmla="*/ 3409284 w 6501199"/>
              <a:gd name="connsiteY2661" fmla="*/ 2090891 h 6382977"/>
              <a:gd name="connsiteX2662" fmla="*/ 3402928 w 6501199"/>
              <a:gd name="connsiteY2662" fmla="*/ 2092222 h 6382977"/>
              <a:gd name="connsiteX2663" fmla="*/ 3396621 w 6501199"/>
              <a:gd name="connsiteY2663" fmla="*/ 2085985 h 6382977"/>
              <a:gd name="connsiteX2664" fmla="*/ 3410303 w 6501199"/>
              <a:gd name="connsiteY2664" fmla="*/ 2079146 h 6382977"/>
              <a:gd name="connsiteX2665" fmla="*/ 3387260 w 6501199"/>
              <a:gd name="connsiteY2665" fmla="*/ 2081666 h 6382977"/>
              <a:gd name="connsiteX2666" fmla="*/ 3373579 w 6501199"/>
              <a:gd name="connsiteY2666" fmla="*/ 2094984 h 6382977"/>
              <a:gd name="connsiteX2667" fmla="*/ 3382940 w 6501199"/>
              <a:gd name="connsiteY2667" fmla="*/ 2088145 h 6382977"/>
              <a:gd name="connsiteX2668" fmla="*/ 3382940 w 6501199"/>
              <a:gd name="connsiteY2668" fmla="*/ 2081666 h 6382977"/>
              <a:gd name="connsiteX2669" fmla="*/ 3317053 w 6501199"/>
              <a:gd name="connsiteY2669" fmla="*/ 2085985 h 6382977"/>
              <a:gd name="connsiteX2670" fmla="*/ 3330374 w 6501199"/>
              <a:gd name="connsiteY2670" fmla="*/ 2113341 h 6382977"/>
              <a:gd name="connsiteX2671" fmla="*/ 3277089 w 6501199"/>
              <a:gd name="connsiteY2671" fmla="*/ 2106772 h 6382977"/>
              <a:gd name="connsiteX2672" fmla="*/ 3221783 w 6501199"/>
              <a:gd name="connsiteY2672" fmla="*/ 2122300 h 6382977"/>
              <a:gd name="connsiteX2673" fmla="*/ 3221797 w 6501199"/>
              <a:gd name="connsiteY2673" fmla="*/ 2122372 h 6382977"/>
              <a:gd name="connsiteX2674" fmla="*/ 3241850 w 6501199"/>
              <a:gd name="connsiteY2674" fmla="*/ 2126614 h 6382977"/>
              <a:gd name="connsiteX2675" fmla="*/ 3253686 w 6501199"/>
              <a:gd name="connsiteY2675" fmla="*/ 2136018 h 6382977"/>
              <a:gd name="connsiteX2676" fmla="*/ 3231094 w 6501199"/>
              <a:gd name="connsiteY2676" fmla="*/ 2131204 h 6382977"/>
              <a:gd name="connsiteX2677" fmla="*/ 3222957 w 6501199"/>
              <a:gd name="connsiteY2677" fmla="*/ 2128603 h 6382977"/>
              <a:gd name="connsiteX2678" fmla="*/ 3225578 w 6501199"/>
              <a:gd name="connsiteY2678" fmla="*/ 2142672 h 6382977"/>
              <a:gd name="connsiteX2679" fmla="*/ 3228076 w 6501199"/>
              <a:gd name="connsiteY2679" fmla="*/ 2142606 h 6382977"/>
              <a:gd name="connsiteX2680" fmla="*/ 3225783 w 6501199"/>
              <a:gd name="connsiteY2680" fmla="*/ 2143769 h 6382977"/>
              <a:gd name="connsiteX2681" fmla="*/ 3225945 w 6501199"/>
              <a:gd name="connsiteY2681" fmla="*/ 2144642 h 6382977"/>
              <a:gd name="connsiteX2682" fmla="*/ 3220611 w 6501199"/>
              <a:gd name="connsiteY2682" fmla="*/ 2151977 h 6382977"/>
              <a:gd name="connsiteX2683" fmla="*/ 3228666 w 6501199"/>
              <a:gd name="connsiteY2683" fmla="*/ 2152715 h 6382977"/>
              <a:gd name="connsiteX2684" fmla="*/ 3246436 w 6501199"/>
              <a:gd name="connsiteY2684" fmla="*/ 2138286 h 6382977"/>
              <a:gd name="connsiteX2685" fmla="*/ 3260116 w 6501199"/>
              <a:gd name="connsiteY2685" fmla="*/ 2149446 h 6382977"/>
              <a:gd name="connsiteX2686" fmla="*/ 3269096 w 6501199"/>
              <a:gd name="connsiteY2686" fmla="*/ 2148525 h 6382977"/>
              <a:gd name="connsiteX2687" fmla="*/ 3269944 w 6501199"/>
              <a:gd name="connsiteY2687" fmla="*/ 2147761 h 6382977"/>
              <a:gd name="connsiteX2688" fmla="*/ 3275204 w 6501199"/>
              <a:gd name="connsiteY2688" fmla="*/ 2147300 h 6382977"/>
              <a:gd name="connsiteX2689" fmla="*/ 3275389 w 6501199"/>
              <a:gd name="connsiteY2689" fmla="*/ 2147879 h 6382977"/>
              <a:gd name="connsiteX2690" fmla="*/ 3368837 w 6501199"/>
              <a:gd name="connsiteY2690" fmla="*/ 2138286 h 6382977"/>
              <a:gd name="connsiteX2691" fmla="*/ 3454919 w 6501199"/>
              <a:gd name="connsiteY2691" fmla="*/ 2130594 h 6382977"/>
              <a:gd name="connsiteX2692" fmla="*/ 3452844 w 6501199"/>
              <a:gd name="connsiteY2692" fmla="*/ 2124106 h 6382977"/>
              <a:gd name="connsiteX2693" fmla="*/ 3448594 w 6501199"/>
              <a:gd name="connsiteY2693" fmla="*/ 2127175 h 6382977"/>
              <a:gd name="connsiteX2694" fmla="*/ 3450697 w 6501199"/>
              <a:gd name="connsiteY2694" fmla="*/ 2115269 h 6382977"/>
              <a:gd name="connsiteX2695" fmla="*/ 3455254 w 6501199"/>
              <a:gd name="connsiteY2695" fmla="*/ 2110804 h 6382977"/>
              <a:gd name="connsiteX2696" fmla="*/ 3466031 w 6501199"/>
              <a:gd name="connsiteY2696" fmla="*/ 2115920 h 6382977"/>
              <a:gd name="connsiteX2697" fmla="*/ 3456040 w 6501199"/>
              <a:gd name="connsiteY2697" fmla="*/ 2130494 h 6382977"/>
              <a:gd name="connsiteX2698" fmla="*/ 3473598 w 6501199"/>
              <a:gd name="connsiteY2698" fmla="*/ 2128925 h 6382977"/>
              <a:gd name="connsiteX2699" fmla="*/ 3475758 w 6501199"/>
              <a:gd name="connsiteY2699" fmla="*/ 2138286 h 6382977"/>
              <a:gd name="connsiteX2700" fmla="*/ 3491598 w 6501199"/>
              <a:gd name="connsiteY2700" fmla="*/ 2128925 h 6382977"/>
              <a:gd name="connsiteX2701" fmla="*/ 3544999 w 6501199"/>
              <a:gd name="connsiteY2701" fmla="*/ 2133697 h 6382977"/>
              <a:gd name="connsiteX2702" fmla="*/ 3547230 w 6501199"/>
              <a:gd name="connsiteY2702" fmla="*/ 2128407 h 6382977"/>
              <a:gd name="connsiteX2703" fmla="*/ 3537042 w 6501199"/>
              <a:gd name="connsiteY2703" fmla="*/ 2123761 h 6382977"/>
              <a:gd name="connsiteX2704" fmla="*/ 3563372 w 6501199"/>
              <a:gd name="connsiteY2704" fmla="*/ 2126146 h 6382977"/>
              <a:gd name="connsiteX2705" fmla="*/ 3567417 w 6501199"/>
              <a:gd name="connsiteY2705" fmla="*/ 2135700 h 6382977"/>
              <a:gd name="connsiteX2706" fmla="*/ 3596359 w 6501199"/>
              <a:gd name="connsiteY2706" fmla="*/ 2138286 h 6382977"/>
              <a:gd name="connsiteX2707" fmla="*/ 3619444 w 6501199"/>
              <a:gd name="connsiteY2707" fmla="*/ 2139197 h 6382977"/>
              <a:gd name="connsiteX2708" fmla="*/ 3637834 w 6501199"/>
              <a:gd name="connsiteY2708" fmla="*/ 2139923 h 6382977"/>
              <a:gd name="connsiteX2709" fmla="*/ 3637500 w 6501199"/>
              <a:gd name="connsiteY2709" fmla="*/ 2135281 h 6382977"/>
              <a:gd name="connsiteX2710" fmla="*/ 3644094 w 6501199"/>
              <a:gd name="connsiteY2710" fmla="*/ 2137650 h 6382977"/>
              <a:gd name="connsiteX2711" fmla="*/ 3644714 w 6501199"/>
              <a:gd name="connsiteY2711" fmla="*/ 2140195 h 6382977"/>
              <a:gd name="connsiteX2712" fmla="*/ 3651079 w 6501199"/>
              <a:gd name="connsiteY2712" fmla="*/ 2140446 h 6382977"/>
              <a:gd name="connsiteX2713" fmla="*/ 3655039 w 6501199"/>
              <a:gd name="connsiteY2713" fmla="*/ 2140446 h 6382977"/>
              <a:gd name="connsiteX2714" fmla="*/ 3663056 w 6501199"/>
              <a:gd name="connsiteY2714" fmla="*/ 2140446 h 6382977"/>
              <a:gd name="connsiteX2715" fmla="*/ 3656691 w 6501199"/>
              <a:gd name="connsiteY2715" fmla="*/ 2138010 h 6382977"/>
              <a:gd name="connsiteX2716" fmla="*/ 3653343 w 6501199"/>
              <a:gd name="connsiteY2716" fmla="*/ 2123761 h 6382977"/>
              <a:gd name="connsiteX2717" fmla="*/ 3664505 w 6501199"/>
              <a:gd name="connsiteY2717" fmla="*/ 2103600 h 6382977"/>
              <a:gd name="connsiteX2718" fmla="*/ 3669186 w 6501199"/>
              <a:gd name="connsiteY2718" fmla="*/ 2103600 h 6382977"/>
              <a:gd name="connsiteX2719" fmla="*/ 3672651 w 6501199"/>
              <a:gd name="connsiteY2719" fmla="*/ 2098536 h 6382977"/>
              <a:gd name="connsiteX2720" fmla="*/ 3669170 w 6501199"/>
              <a:gd name="connsiteY2720" fmla="*/ 2091205 h 6382977"/>
              <a:gd name="connsiteX2721" fmla="*/ 3669530 w 6501199"/>
              <a:gd name="connsiteY2721" fmla="*/ 2083826 h 6382977"/>
              <a:gd name="connsiteX2722" fmla="*/ 3685372 w 6501199"/>
              <a:gd name="connsiteY2722" fmla="*/ 2074827 h 6382977"/>
              <a:gd name="connsiteX2723" fmla="*/ 3660529 w 6501199"/>
              <a:gd name="connsiteY2723" fmla="*/ 2061149 h 6382977"/>
              <a:gd name="connsiteX2724" fmla="*/ 5277571 w 6501199"/>
              <a:gd name="connsiteY2724" fmla="*/ 2058360 h 6382977"/>
              <a:gd name="connsiteX2725" fmla="*/ 5270731 w 6501199"/>
              <a:gd name="connsiteY2725" fmla="*/ 2083562 h 6382977"/>
              <a:gd name="connsiteX2726" fmla="*/ 5275051 w 6501199"/>
              <a:gd name="connsiteY2726" fmla="*/ 2072041 h 6382977"/>
              <a:gd name="connsiteX2727" fmla="*/ 5279731 w 6501199"/>
              <a:gd name="connsiteY2727" fmla="*/ 2074561 h 6382977"/>
              <a:gd name="connsiteX2728" fmla="*/ 5277571 w 6501199"/>
              <a:gd name="connsiteY2728" fmla="*/ 2058360 h 6382977"/>
              <a:gd name="connsiteX2729" fmla="*/ 3731964 w 6501199"/>
              <a:gd name="connsiteY2729" fmla="*/ 2054861 h 6382977"/>
              <a:gd name="connsiteX2730" fmla="*/ 3714895 w 6501199"/>
              <a:gd name="connsiteY2730" fmla="*/ 2065468 h 6382977"/>
              <a:gd name="connsiteX2731" fmla="*/ 3721736 w 6501199"/>
              <a:gd name="connsiteY2731" fmla="*/ 2072307 h 6382977"/>
              <a:gd name="connsiteX2732" fmla="*/ 3707379 w 6501199"/>
              <a:gd name="connsiteY2732" fmla="*/ 2085491 h 6382977"/>
              <a:gd name="connsiteX2733" fmla="*/ 3703581 w 6501199"/>
              <a:gd name="connsiteY2733" fmla="*/ 2092257 h 6382977"/>
              <a:gd name="connsiteX2734" fmla="*/ 3710118 w 6501199"/>
              <a:gd name="connsiteY2734" fmla="*/ 2098390 h 6382977"/>
              <a:gd name="connsiteX2735" fmla="*/ 3717775 w 6501199"/>
              <a:gd name="connsiteY2735" fmla="*/ 2082892 h 6382977"/>
              <a:gd name="connsiteX2736" fmla="*/ 3726804 w 6501199"/>
              <a:gd name="connsiteY2736" fmla="*/ 2072791 h 6382977"/>
              <a:gd name="connsiteX2737" fmla="*/ 3730906 w 6501199"/>
              <a:gd name="connsiteY2737" fmla="*/ 2077915 h 6382977"/>
              <a:gd name="connsiteX2738" fmla="*/ 3729018 w 6501199"/>
              <a:gd name="connsiteY2738" fmla="*/ 2075097 h 6382977"/>
              <a:gd name="connsiteX2739" fmla="*/ 3729533 w 6501199"/>
              <a:gd name="connsiteY2739" fmla="*/ 2072830 h 6382977"/>
              <a:gd name="connsiteX2740" fmla="*/ 3727129 w 6501199"/>
              <a:gd name="connsiteY2740" fmla="*/ 2072427 h 6382977"/>
              <a:gd name="connsiteX2741" fmla="*/ 3730476 w 6501199"/>
              <a:gd name="connsiteY2741" fmla="*/ 2068682 h 6382977"/>
              <a:gd name="connsiteX2742" fmla="*/ 3731162 w 6501199"/>
              <a:gd name="connsiteY2742" fmla="*/ 2065663 h 6382977"/>
              <a:gd name="connsiteX2743" fmla="*/ 4745127 w 6501199"/>
              <a:gd name="connsiteY2743" fmla="*/ 2051520 h 6382977"/>
              <a:gd name="connsiteX2744" fmla="*/ 4724607 w 6501199"/>
              <a:gd name="connsiteY2744" fmla="*/ 2063040 h 6382977"/>
              <a:gd name="connsiteX2745" fmla="*/ 4731447 w 6501199"/>
              <a:gd name="connsiteY2745" fmla="*/ 2081402 h 6382977"/>
              <a:gd name="connsiteX2746" fmla="*/ 4738771 w 6501199"/>
              <a:gd name="connsiteY2746" fmla="*/ 2085716 h 6382977"/>
              <a:gd name="connsiteX2747" fmla="*/ 4742119 w 6501199"/>
              <a:gd name="connsiteY2747" fmla="*/ 2084378 h 6382977"/>
              <a:gd name="connsiteX2748" fmla="*/ 4748274 w 6501199"/>
              <a:gd name="connsiteY2748" fmla="*/ 2077408 h 6382977"/>
              <a:gd name="connsiteX2749" fmla="*/ 4740447 w 6501199"/>
              <a:gd name="connsiteY2749" fmla="*/ 2069881 h 6382977"/>
              <a:gd name="connsiteX2750" fmla="*/ 4751967 w 6501199"/>
              <a:gd name="connsiteY2750" fmla="*/ 2072041 h 6382977"/>
              <a:gd name="connsiteX2751" fmla="*/ 4745127 w 6501199"/>
              <a:gd name="connsiteY2751" fmla="*/ 2051520 h 6382977"/>
              <a:gd name="connsiteX2752" fmla="*/ 3817487 w 6501199"/>
              <a:gd name="connsiteY2752" fmla="*/ 2051108 h 6382977"/>
              <a:gd name="connsiteX2753" fmla="*/ 3812978 w 6501199"/>
              <a:gd name="connsiteY2753" fmla="*/ 2054163 h 6382977"/>
              <a:gd name="connsiteX2754" fmla="*/ 3809521 w 6501199"/>
              <a:gd name="connsiteY2754" fmla="*/ 2063143 h 6382977"/>
              <a:gd name="connsiteX2755" fmla="*/ 3805650 w 6501199"/>
              <a:gd name="connsiteY2755" fmla="*/ 2080919 h 6382977"/>
              <a:gd name="connsiteX2756" fmla="*/ 3808619 w 6501199"/>
              <a:gd name="connsiteY2756" fmla="*/ 2080299 h 6382977"/>
              <a:gd name="connsiteX2757" fmla="*/ 3816876 w 6501199"/>
              <a:gd name="connsiteY2757" fmla="*/ 2070507 h 6382977"/>
              <a:gd name="connsiteX2758" fmla="*/ 3819256 w 6501199"/>
              <a:gd name="connsiteY2758" fmla="*/ 2052702 h 6382977"/>
              <a:gd name="connsiteX2759" fmla="*/ 3738545 w 6501199"/>
              <a:gd name="connsiteY2759" fmla="*/ 2050772 h 6382977"/>
              <a:gd name="connsiteX2760" fmla="*/ 3734454 w 6501199"/>
              <a:gd name="connsiteY2760" fmla="*/ 2053315 h 6382977"/>
              <a:gd name="connsiteX2761" fmla="*/ 3737834 w 6501199"/>
              <a:gd name="connsiteY2761" fmla="*/ 2058176 h 6382977"/>
              <a:gd name="connsiteX2762" fmla="*/ 3762443 w 6501199"/>
              <a:gd name="connsiteY2762" fmla="*/ 2067238 h 6382977"/>
              <a:gd name="connsiteX2763" fmla="*/ 3767486 w 6501199"/>
              <a:gd name="connsiteY2763" fmla="*/ 2065434 h 6382977"/>
              <a:gd name="connsiteX2764" fmla="*/ 3770796 w 6501199"/>
              <a:gd name="connsiteY2764" fmla="*/ 2063011 h 6382977"/>
              <a:gd name="connsiteX2765" fmla="*/ 3774491 w 6501199"/>
              <a:gd name="connsiteY2765" fmla="*/ 2062929 h 6382977"/>
              <a:gd name="connsiteX2766" fmla="*/ 3780311 w 6501199"/>
              <a:gd name="connsiteY2766" fmla="*/ 2060848 h 6382977"/>
              <a:gd name="connsiteX2767" fmla="*/ 3784041 w 6501199"/>
              <a:gd name="connsiteY2767" fmla="*/ 2054308 h 6382977"/>
              <a:gd name="connsiteX2768" fmla="*/ 3763140 w 6501199"/>
              <a:gd name="connsiteY2768" fmla="*/ 2051835 h 6382977"/>
              <a:gd name="connsiteX2769" fmla="*/ 3738545 w 6501199"/>
              <a:gd name="connsiteY2769" fmla="*/ 2050772 h 6382977"/>
              <a:gd name="connsiteX2770" fmla="*/ 6132230 w 6501199"/>
              <a:gd name="connsiteY2770" fmla="*/ 2049462 h 6382977"/>
              <a:gd name="connsiteX2771" fmla="*/ 6155125 w 6501199"/>
              <a:gd name="connsiteY2771" fmla="*/ 2061103 h 6382977"/>
              <a:gd name="connsiteX2772" fmla="*/ 6139135 w 6501199"/>
              <a:gd name="connsiteY2772" fmla="*/ 2084023 h 6382977"/>
              <a:gd name="connsiteX2773" fmla="*/ 6139135 w 6501199"/>
              <a:gd name="connsiteY2773" fmla="*/ 2063286 h 6382977"/>
              <a:gd name="connsiteX2774" fmla="*/ 6132230 w 6501199"/>
              <a:gd name="connsiteY2774" fmla="*/ 2049462 h 6382977"/>
              <a:gd name="connsiteX2775" fmla="*/ 4074573 w 6501199"/>
              <a:gd name="connsiteY2775" fmla="*/ 2042792 h 6382977"/>
              <a:gd name="connsiteX2776" fmla="*/ 4004006 w 6501199"/>
              <a:gd name="connsiteY2776" fmla="*/ 2065468 h 6382977"/>
              <a:gd name="connsiteX2777" fmla="*/ 4004006 w 6501199"/>
              <a:gd name="connsiteY2777" fmla="*/ 2054310 h 6382977"/>
              <a:gd name="connsiteX2778" fmla="*/ 3951800 w 6501199"/>
              <a:gd name="connsiteY2778" fmla="*/ 2063309 h 6382977"/>
              <a:gd name="connsiteX2779" fmla="*/ 3897074 w 6501199"/>
              <a:gd name="connsiteY2779" fmla="*/ 2054310 h 6382977"/>
              <a:gd name="connsiteX2780" fmla="*/ 3881233 w 6501199"/>
              <a:gd name="connsiteY2780" fmla="*/ 2051790 h 6382977"/>
              <a:gd name="connsiteX2781" fmla="*/ 3865031 w 6501199"/>
              <a:gd name="connsiteY2781" fmla="*/ 2065468 h 6382977"/>
              <a:gd name="connsiteX2782" fmla="*/ 3871872 w 6501199"/>
              <a:gd name="connsiteY2782" fmla="*/ 2070148 h 6382977"/>
              <a:gd name="connsiteX2783" fmla="*/ 3865481 w 6501199"/>
              <a:gd name="connsiteY2783" fmla="*/ 2067583 h 6382977"/>
              <a:gd name="connsiteX2784" fmla="*/ 3864726 w 6501199"/>
              <a:gd name="connsiteY2784" fmla="*/ 2067129 h 6382977"/>
              <a:gd name="connsiteX2785" fmla="*/ 3865758 w 6501199"/>
              <a:gd name="connsiteY2785" fmla="*/ 2073983 h 6382977"/>
              <a:gd name="connsiteX2786" fmla="*/ 3869711 w 6501199"/>
              <a:gd name="connsiteY2786" fmla="*/ 2076987 h 6382977"/>
              <a:gd name="connsiteX2787" fmla="*/ 3866183 w 6501199"/>
              <a:gd name="connsiteY2787" fmla="*/ 2076804 h 6382977"/>
              <a:gd name="connsiteX2788" fmla="*/ 3866578 w 6501199"/>
              <a:gd name="connsiteY2788" fmla="*/ 2079426 h 6382977"/>
              <a:gd name="connsiteX2789" fmla="*/ 3860029 w 6501199"/>
              <a:gd name="connsiteY2789" fmla="*/ 2090373 h 6382977"/>
              <a:gd name="connsiteX2790" fmla="*/ 3834563 w 6501199"/>
              <a:gd name="connsiteY2790" fmla="*/ 2078745 h 6382977"/>
              <a:gd name="connsiteX2791" fmla="*/ 3838392 w 6501199"/>
              <a:gd name="connsiteY2791" fmla="*/ 2075481 h 6382977"/>
              <a:gd name="connsiteX2792" fmla="*/ 3834203 w 6501199"/>
              <a:gd name="connsiteY2792" fmla="*/ 2076312 h 6382977"/>
              <a:gd name="connsiteX2793" fmla="*/ 3825365 w 6501199"/>
              <a:gd name="connsiteY2793" fmla="*/ 2079197 h 6382977"/>
              <a:gd name="connsiteX2794" fmla="*/ 3821352 w 6501199"/>
              <a:gd name="connsiteY2794" fmla="*/ 2077641 h 6382977"/>
              <a:gd name="connsiteX2795" fmla="*/ 3819343 w 6501199"/>
              <a:gd name="connsiteY2795" fmla="*/ 2081075 h 6382977"/>
              <a:gd name="connsiteX2796" fmla="*/ 3818586 w 6501199"/>
              <a:gd name="connsiteY2796" fmla="*/ 2090665 h 6382977"/>
              <a:gd name="connsiteX2797" fmla="*/ 3818525 w 6501199"/>
              <a:gd name="connsiteY2797" fmla="*/ 2091439 h 6382977"/>
              <a:gd name="connsiteX2798" fmla="*/ 3819648 w 6501199"/>
              <a:gd name="connsiteY2798" fmla="*/ 2099280 h 6382977"/>
              <a:gd name="connsiteX2799" fmla="*/ 3823881 w 6501199"/>
              <a:gd name="connsiteY2799" fmla="*/ 2116423 h 6382977"/>
              <a:gd name="connsiteX2800" fmla="*/ 3833604 w 6501199"/>
              <a:gd name="connsiteY2800" fmla="*/ 2113163 h 6382977"/>
              <a:gd name="connsiteX2801" fmla="*/ 3833640 w 6501199"/>
              <a:gd name="connsiteY2801" fmla="*/ 2112296 h 6382977"/>
              <a:gd name="connsiteX2802" fmla="*/ 3839457 w 6501199"/>
              <a:gd name="connsiteY2802" fmla="*/ 2104159 h 6382977"/>
              <a:gd name="connsiteX2803" fmla="*/ 3871227 w 6501199"/>
              <a:gd name="connsiteY2803" fmla="*/ 2098245 h 6382977"/>
              <a:gd name="connsiteX2804" fmla="*/ 3915110 w 6501199"/>
              <a:gd name="connsiteY2804" fmla="*/ 2094239 h 6382977"/>
              <a:gd name="connsiteX2805" fmla="*/ 3917802 w 6501199"/>
              <a:gd name="connsiteY2805" fmla="*/ 2102792 h 6382977"/>
              <a:gd name="connsiteX2806" fmla="*/ 3923748 w 6501199"/>
              <a:gd name="connsiteY2806" fmla="*/ 2101258 h 6382977"/>
              <a:gd name="connsiteX2807" fmla="*/ 3919431 w 6501199"/>
              <a:gd name="connsiteY2807" fmla="*/ 2094239 h 6382977"/>
              <a:gd name="connsiteX2808" fmla="*/ 3925327 w 6501199"/>
              <a:gd name="connsiteY2808" fmla="*/ 2095274 h 6382977"/>
              <a:gd name="connsiteX2809" fmla="*/ 3927862 w 6501199"/>
              <a:gd name="connsiteY2809" fmla="*/ 2100196 h 6382977"/>
              <a:gd name="connsiteX2810" fmla="*/ 3936442 w 6501199"/>
              <a:gd name="connsiteY2810" fmla="*/ 2097982 h 6382977"/>
              <a:gd name="connsiteX2811" fmla="*/ 3958281 w 6501199"/>
              <a:gd name="connsiteY2811" fmla="*/ 2074827 h 6382977"/>
              <a:gd name="connsiteX2812" fmla="*/ 3971962 w 6501199"/>
              <a:gd name="connsiteY2812" fmla="*/ 2076987 h 6382977"/>
              <a:gd name="connsiteX2813" fmla="*/ 3958281 w 6501199"/>
              <a:gd name="connsiteY2813" fmla="*/ 2090665 h 6382977"/>
              <a:gd name="connsiteX2814" fmla="*/ 3999325 w 6501199"/>
              <a:gd name="connsiteY2814" fmla="*/ 2070148 h 6382977"/>
              <a:gd name="connsiteX2815" fmla="*/ 4074573 w 6501199"/>
              <a:gd name="connsiteY2815" fmla="*/ 2042792 h 6382977"/>
              <a:gd name="connsiteX2816" fmla="*/ 5268211 w 6501199"/>
              <a:gd name="connsiteY2816" fmla="*/ 2042519 h 6382977"/>
              <a:gd name="connsiteX2817" fmla="*/ 5257051 w 6501199"/>
              <a:gd name="connsiteY2817" fmla="*/ 2054040 h 6382977"/>
              <a:gd name="connsiteX2818" fmla="*/ 5272891 w 6501199"/>
              <a:gd name="connsiteY2818" fmla="*/ 2054040 h 6382977"/>
              <a:gd name="connsiteX2819" fmla="*/ 4807907 w 6501199"/>
              <a:gd name="connsiteY2819" fmla="*/ 2041313 h 6382977"/>
              <a:gd name="connsiteX2820" fmla="*/ 4786167 w 6501199"/>
              <a:gd name="connsiteY2820" fmla="*/ 2058360 h 6382977"/>
              <a:gd name="connsiteX2821" fmla="*/ 4786120 w 6501199"/>
              <a:gd name="connsiteY2821" fmla="*/ 2058410 h 6382977"/>
              <a:gd name="connsiteX2822" fmla="*/ 4806800 w 6501199"/>
              <a:gd name="connsiteY2822" fmla="*/ 2042477 h 6382977"/>
              <a:gd name="connsiteX2823" fmla="*/ 5386371 w 6501199"/>
              <a:gd name="connsiteY2823" fmla="*/ 2039937 h 6382977"/>
              <a:gd name="connsiteX2824" fmla="*/ 5372850 w 6501199"/>
              <a:gd name="connsiteY2824" fmla="*/ 2049275 h 6382977"/>
              <a:gd name="connsiteX2825" fmla="*/ 5372850 w 6501199"/>
              <a:gd name="connsiteY2825" fmla="*/ 2042178 h 6382977"/>
              <a:gd name="connsiteX2826" fmla="*/ 5386371 w 6501199"/>
              <a:gd name="connsiteY2826" fmla="*/ 2039937 h 6382977"/>
              <a:gd name="connsiteX2827" fmla="*/ 6328440 w 6501199"/>
              <a:gd name="connsiteY2827" fmla="*/ 2036329 h 6382977"/>
              <a:gd name="connsiteX2828" fmla="*/ 6328834 w 6501199"/>
              <a:gd name="connsiteY2828" fmla="*/ 2048966 h 6382977"/>
              <a:gd name="connsiteX2829" fmla="*/ 6348813 w 6501199"/>
              <a:gd name="connsiteY2829" fmla="*/ 2051148 h 6382977"/>
              <a:gd name="connsiteX2830" fmla="*/ 6326731 w 6501199"/>
              <a:gd name="connsiteY2830" fmla="*/ 2062790 h 6382977"/>
              <a:gd name="connsiteX2831" fmla="*/ 6324628 w 6501199"/>
              <a:gd name="connsiteY2831" fmla="*/ 2039871 h 6382977"/>
              <a:gd name="connsiteX2832" fmla="*/ 6328440 w 6501199"/>
              <a:gd name="connsiteY2832" fmla="*/ 2036329 h 6382977"/>
              <a:gd name="connsiteX2833" fmla="*/ 5915058 w 6501199"/>
              <a:gd name="connsiteY2833" fmla="*/ 2028494 h 6382977"/>
              <a:gd name="connsiteX2834" fmla="*/ 5908965 w 6501199"/>
              <a:gd name="connsiteY2834" fmla="*/ 2031347 h 6382977"/>
              <a:gd name="connsiteX2835" fmla="*/ 5907970 w 6501199"/>
              <a:gd name="connsiteY2835" fmla="*/ 2036399 h 6382977"/>
              <a:gd name="connsiteX2836" fmla="*/ 5905874 w 6501199"/>
              <a:gd name="connsiteY2836" fmla="*/ 2032793 h 6382977"/>
              <a:gd name="connsiteX2837" fmla="*/ 5889303 w 6501199"/>
              <a:gd name="connsiteY2837" fmla="*/ 2040551 h 6382977"/>
              <a:gd name="connsiteX2838" fmla="*/ 5799993 w 6501199"/>
              <a:gd name="connsiteY2838" fmla="*/ 2092749 h 6382977"/>
              <a:gd name="connsiteX2839" fmla="*/ 5797510 w 6501199"/>
              <a:gd name="connsiteY2839" fmla="*/ 2093972 h 6382977"/>
              <a:gd name="connsiteX2840" fmla="*/ 5798495 w 6501199"/>
              <a:gd name="connsiteY2840" fmla="*/ 2094723 h 6382977"/>
              <a:gd name="connsiteX2841" fmla="*/ 5796760 w 6501199"/>
              <a:gd name="connsiteY2841" fmla="*/ 2094342 h 6382977"/>
              <a:gd name="connsiteX2842" fmla="*/ 5747678 w 6501199"/>
              <a:gd name="connsiteY2842" fmla="*/ 2118517 h 6382977"/>
              <a:gd name="connsiteX2843" fmla="*/ 5746295 w 6501199"/>
              <a:gd name="connsiteY2843" fmla="*/ 2124245 h 6382977"/>
              <a:gd name="connsiteX2844" fmla="*/ 5759615 w 6501199"/>
              <a:gd name="connsiteY2844" fmla="*/ 2117764 h 6382977"/>
              <a:gd name="connsiteX2845" fmla="*/ 5741615 w 6501199"/>
              <a:gd name="connsiteY2845" fmla="*/ 2185809 h 6382977"/>
              <a:gd name="connsiteX2846" fmla="*/ 5686895 w 6501199"/>
              <a:gd name="connsiteY2846" fmla="*/ 2238372 h 6382977"/>
              <a:gd name="connsiteX2847" fmla="*/ 5683925 w 6501199"/>
              <a:gd name="connsiteY2847" fmla="*/ 2250928 h 6382977"/>
              <a:gd name="connsiteX2848" fmla="*/ 5682337 w 6501199"/>
              <a:gd name="connsiteY2848" fmla="*/ 2254225 h 6382977"/>
              <a:gd name="connsiteX2849" fmla="*/ 5682337 w 6501199"/>
              <a:gd name="connsiteY2849" fmla="*/ 2264083 h 6382977"/>
              <a:gd name="connsiteX2850" fmla="*/ 5682575 w 6501199"/>
              <a:gd name="connsiteY2850" fmla="*/ 2265374 h 6382977"/>
              <a:gd name="connsiteX2851" fmla="*/ 5695895 w 6501199"/>
              <a:gd name="connsiteY2851" fmla="*/ 2265374 h 6382977"/>
              <a:gd name="connsiteX2852" fmla="*/ 5682552 w 6501199"/>
              <a:gd name="connsiteY2852" fmla="*/ 2274921 h 6382977"/>
              <a:gd name="connsiteX2853" fmla="*/ 5682337 w 6501199"/>
              <a:gd name="connsiteY2853" fmla="*/ 2275399 h 6382977"/>
              <a:gd name="connsiteX2854" fmla="*/ 5682337 w 6501199"/>
              <a:gd name="connsiteY2854" fmla="*/ 2306582 h 6382977"/>
              <a:gd name="connsiteX2855" fmla="*/ 5683307 w 6501199"/>
              <a:gd name="connsiteY2855" fmla="*/ 2318545 h 6382977"/>
              <a:gd name="connsiteX2856" fmla="*/ 5692864 w 6501199"/>
              <a:gd name="connsiteY2856" fmla="*/ 2322087 h 6382977"/>
              <a:gd name="connsiteX2857" fmla="*/ 5724915 w 6501199"/>
              <a:gd name="connsiteY2857" fmla="*/ 2292308 h 6382977"/>
              <a:gd name="connsiteX2858" fmla="*/ 5720233 w 6501199"/>
              <a:gd name="connsiteY2858" fmla="*/ 2306108 h 6382977"/>
              <a:gd name="connsiteX2859" fmla="*/ 5714589 w 6501199"/>
              <a:gd name="connsiteY2859" fmla="*/ 2311842 h 6382977"/>
              <a:gd name="connsiteX2860" fmla="*/ 5721894 w 6501199"/>
              <a:gd name="connsiteY2860" fmla="*/ 2317200 h 6382977"/>
              <a:gd name="connsiteX2861" fmla="*/ 5723483 w 6501199"/>
              <a:gd name="connsiteY2861" fmla="*/ 2322149 h 6382977"/>
              <a:gd name="connsiteX2862" fmla="*/ 5716790 w 6501199"/>
              <a:gd name="connsiteY2862" fmla="*/ 2335145 h 6382977"/>
              <a:gd name="connsiteX2863" fmla="*/ 5718935 w 6501199"/>
              <a:gd name="connsiteY2863" fmla="*/ 2333779 h 6382977"/>
              <a:gd name="connsiteX2864" fmla="*/ 5721095 w 6501199"/>
              <a:gd name="connsiteY2864" fmla="*/ 2347460 h 6382977"/>
              <a:gd name="connsiteX2865" fmla="*/ 5746295 w 6501199"/>
              <a:gd name="connsiteY2865" fmla="*/ 2342780 h 6382977"/>
              <a:gd name="connsiteX2866" fmla="*/ 5727935 w 6501199"/>
              <a:gd name="connsiteY2866" fmla="*/ 2331619 h 6382977"/>
              <a:gd name="connsiteX2867" fmla="*/ 5753135 w 6501199"/>
              <a:gd name="connsiteY2867" fmla="*/ 2279055 h 6382977"/>
              <a:gd name="connsiteX2868" fmla="*/ 5727935 w 6501199"/>
              <a:gd name="connsiteY2868" fmla="*/ 2279055 h 6382977"/>
              <a:gd name="connsiteX2869" fmla="*/ 5748455 w 6501199"/>
              <a:gd name="connsiteY2869" fmla="*/ 2249533 h 6382977"/>
              <a:gd name="connsiteX2870" fmla="*/ 5762135 w 6501199"/>
              <a:gd name="connsiteY2870" fmla="*/ 2256374 h 6382977"/>
              <a:gd name="connsiteX2871" fmla="*/ 5734775 w 6501199"/>
              <a:gd name="connsiteY2871" fmla="*/ 2281575 h 6382977"/>
              <a:gd name="connsiteX2872" fmla="*/ 5757455 w 6501199"/>
              <a:gd name="connsiteY2872" fmla="*/ 2276895 h 6382977"/>
              <a:gd name="connsiteX2873" fmla="*/ 5777263 w 6501199"/>
              <a:gd name="connsiteY2873" fmla="*/ 2250051 h 6382977"/>
              <a:gd name="connsiteX2874" fmla="*/ 5770732 w 6501199"/>
              <a:gd name="connsiteY2874" fmla="*/ 2233433 h 6382977"/>
              <a:gd name="connsiteX2875" fmla="*/ 5776592 w 6501199"/>
              <a:gd name="connsiteY2875" fmla="*/ 2212975 h 6382977"/>
              <a:gd name="connsiteX2876" fmla="*/ 5785677 w 6501199"/>
              <a:gd name="connsiteY2876" fmla="*/ 2233433 h 6382977"/>
              <a:gd name="connsiteX2877" fmla="*/ 5782433 w 6501199"/>
              <a:gd name="connsiteY2877" fmla="*/ 2243044 h 6382977"/>
              <a:gd name="connsiteX2878" fmla="*/ 5795975 w 6501199"/>
              <a:gd name="connsiteY2878" fmla="*/ 2224691 h 6382977"/>
              <a:gd name="connsiteX2879" fmla="*/ 5823335 w 6501199"/>
              <a:gd name="connsiteY2879" fmla="*/ 2226852 h 6382977"/>
              <a:gd name="connsiteX2880" fmla="*/ 5809655 w 6501199"/>
              <a:gd name="connsiteY2880" fmla="*/ 2249533 h 6382977"/>
              <a:gd name="connsiteX2881" fmla="*/ 5837015 w 6501199"/>
              <a:gd name="connsiteY2881" fmla="*/ 2211011 h 6382977"/>
              <a:gd name="connsiteX2882" fmla="*/ 5819015 w 6501199"/>
              <a:gd name="connsiteY2882" fmla="*/ 2206330 h 6382977"/>
              <a:gd name="connsiteX2883" fmla="*/ 5805335 w 6501199"/>
              <a:gd name="connsiteY2883" fmla="*/ 2233692 h 6382977"/>
              <a:gd name="connsiteX2884" fmla="*/ 5805335 w 6501199"/>
              <a:gd name="connsiteY2884" fmla="*/ 2206330 h 6382977"/>
              <a:gd name="connsiteX2885" fmla="*/ 5853215 w 6501199"/>
              <a:gd name="connsiteY2885" fmla="*/ 2122084 h 6382977"/>
              <a:gd name="connsiteX2886" fmla="*/ 5878056 w 6501199"/>
              <a:gd name="connsiteY2886" fmla="*/ 2115244 h 6382977"/>
              <a:gd name="connsiteX2887" fmla="*/ 5880216 w 6501199"/>
              <a:gd name="connsiteY2887" fmla="*/ 2104083 h 6382977"/>
              <a:gd name="connsiteX2888" fmla="*/ 5875896 w 6501199"/>
              <a:gd name="connsiteY2888" fmla="*/ 2087882 h 6382977"/>
              <a:gd name="connsiteX2889" fmla="*/ 5916143 w 6501199"/>
              <a:gd name="connsiteY2889" fmla="*/ 2033659 h 6382977"/>
              <a:gd name="connsiteX2890" fmla="*/ 4149461 w 6501199"/>
              <a:gd name="connsiteY2890" fmla="*/ 2022274 h 6382977"/>
              <a:gd name="connsiteX2891" fmla="*/ 4076733 w 6501199"/>
              <a:gd name="connsiteY2891" fmla="*/ 2054310 h 6382977"/>
              <a:gd name="connsiteX2892" fmla="*/ 4149461 w 6501199"/>
              <a:gd name="connsiteY2892" fmla="*/ 2022274 h 6382977"/>
              <a:gd name="connsiteX2893" fmla="*/ 4742967 w 6501199"/>
              <a:gd name="connsiteY2893" fmla="*/ 2021998 h 6382977"/>
              <a:gd name="connsiteX2894" fmla="*/ 4760967 w 6501199"/>
              <a:gd name="connsiteY2894" fmla="*/ 2060880 h 6382977"/>
              <a:gd name="connsiteX2895" fmla="*/ 4772487 w 6501199"/>
              <a:gd name="connsiteY2895" fmla="*/ 2060880 h 6382977"/>
              <a:gd name="connsiteX2896" fmla="*/ 4760967 w 6501199"/>
              <a:gd name="connsiteY2896" fmla="*/ 2040359 h 6382977"/>
              <a:gd name="connsiteX2897" fmla="*/ 4772487 w 6501199"/>
              <a:gd name="connsiteY2897" fmla="*/ 2054040 h 6382977"/>
              <a:gd name="connsiteX2898" fmla="*/ 4779327 w 6501199"/>
              <a:gd name="connsiteY2898" fmla="*/ 2024158 h 6382977"/>
              <a:gd name="connsiteX2899" fmla="*/ 4742967 w 6501199"/>
              <a:gd name="connsiteY2899" fmla="*/ 2021998 h 6382977"/>
              <a:gd name="connsiteX2900" fmla="*/ 5291251 w 6501199"/>
              <a:gd name="connsiteY2900" fmla="*/ 2017677 h 6382977"/>
              <a:gd name="connsiteX2901" fmla="*/ 5286571 w 6501199"/>
              <a:gd name="connsiteY2901" fmla="*/ 2040359 h 6382977"/>
              <a:gd name="connsiteX2902" fmla="*/ 5291251 w 6501199"/>
              <a:gd name="connsiteY2902" fmla="*/ 2017677 h 6382977"/>
              <a:gd name="connsiteX2903" fmla="*/ 4811008 w 6501199"/>
              <a:gd name="connsiteY2903" fmla="*/ 2012997 h 6382977"/>
              <a:gd name="connsiteX2904" fmla="*/ 4808848 w 6501199"/>
              <a:gd name="connsiteY2904" fmla="*/ 2017677 h 6382977"/>
              <a:gd name="connsiteX2905" fmla="*/ 4813348 w 6501199"/>
              <a:gd name="connsiteY2905" fmla="*/ 2025463 h 6382977"/>
              <a:gd name="connsiteX2906" fmla="*/ 4816914 w 6501199"/>
              <a:gd name="connsiteY2906" fmla="*/ 2031847 h 6382977"/>
              <a:gd name="connsiteX2907" fmla="*/ 4828071 w 6501199"/>
              <a:gd name="connsiteY2907" fmla="*/ 2020123 h 6382977"/>
              <a:gd name="connsiteX2908" fmla="*/ 4822866 w 6501199"/>
              <a:gd name="connsiteY2908" fmla="*/ 2021801 h 6382977"/>
              <a:gd name="connsiteX2909" fmla="*/ 4811008 w 6501199"/>
              <a:gd name="connsiteY2909" fmla="*/ 2012997 h 6382977"/>
              <a:gd name="connsiteX2910" fmla="*/ 6387873 w 6501199"/>
              <a:gd name="connsiteY2910" fmla="*/ 2011186 h 6382977"/>
              <a:gd name="connsiteX2911" fmla="*/ 6392636 w 6501199"/>
              <a:gd name="connsiteY2911" fmla="*/ 2044347 h 6382977"/>
              <a:gd name="connsiteX2912" fmla="*/ 6387873 w 6501199"/>
              <a:gd name="connsiteY2912" fmla="*/ 2011186 h 6382977"/>
              <a:gd name="connsiteX2913" fmla="*/ 6085174 w 6501199"/>
              <a:gd name="connsiteY2913" fmla="*/ 2008187 h 6382977"/>
              <a:gd name="connsiteX2914" fmla="*/ 6085174 w 6501199"/>
              <a:gd name="connsiteY2914" fmla="*/ 2071330 h 6382977"/>
              <a:gd name="connsiteX2915" fmla="*/ 6085174 w 6501199"/>
              <a:gd name="connsiteY2915" fmla="*/ 2008187 h 6382977"/>
              <a:gd name="connsiteX2916" fmla="*/ 4240911 w 6501199"/>
              <a:gd name="connsiteY2916" fmla="*/ 2001308 h 6382977"/>
              <a:gd name="connsiteX2917" fmla="*/ 4238390 w 6501199"/>
              <a:gd name="connsiteY2917" fmla="*/ 2011116 h 6382977"/>
              <a:gd name="connsiteX2918" fmla="*/ 4252072 w 6501199"/>
              <a:gd name="connsiteY2918" fmla="*/ 2001757 h 6382977"/>
              <a:gd name="connsiteX2919" fmla="*/ 4240911 w 6501199"/>
              <a:gd name="connsiteY2919" fmla="*/ 2001308 h 6382977"/>
              <a:gd name="connsiteX2920" fmla="*/ 4804168 w 6501199"/>
              <a:gd name="connsiteY2920" fmla="*/ 1999316 h 6382977"/>
              <a:gd name="connsiteX2921" fmla="*/ 4799848 w 6501199"/>
              <a:gd name="connsiteY2921" fmla="*/ 2008317 h 6382977"/>
              <a:gd name="connsiteX2922" fmla="*/ 4804168 w 6501199"/>
              <a:gd name="connsiteY2922" fmla="*/ 1999316 h 6382977"/>
              <a:gd name="connsiteX2923" fmla="*/ 6026019 w 6501199"/>
              <a:gd name="connsiteY2923" fmla="*/ 1997075 h 6382977"/>
              <a:gd name="connsiteX2924" fmla="*/ 6017199 w 6501199"/>
              <a:gd name="connsiteY2924" fmla="*/ 2031632 h 6382977"/>
              <a:gd name="connsiteX2925" fmla="*/ 6026019 w 6501199"/>
              <a:gd name="connsiteY2925" fmla="*/ 1997075 h 6382977"/>
              <a:gd name="connsiteX2926" fmla="*/ 4831528 w 6501199"/>
              <a:gd name="connsiteY2926" fmla="*/ 1992476 h 6382977"/>
              <a:gd name="connsiteX2927" fmla="*/ 4834048 w 6501199"/>
              <a:gd name="connsiteY2927" fmla="*/ 2006156 h 6382977"/>
              <a:gd name="connsiteX2928" fmla="*/ 4842401 w 6501199"/>
              <a:gd name="connsiteY2928" fmla="*/ 2001954 h 6382977"/>
              <a:gd name="connsiteX2929" fmla="*/ 4844247 w 6501199"/>
              <a:gd name="connsiteY2929" fmla="*/ 2003516 h 6382977"/>
              <a:gd name="connsiteX2930" fmla="*/ 4854916 w 6501199"/>
              <a:gd name="connsiteY2930" fmla="*/ 1993632 h 6382977"/>
              <a:gd name="connsiteX2931" fmla="*/ 4851277 w 6501199"/>
              <a:gd name="connsiteY2931" fmla="*/ 1995699 h 6382977"/>
              <a:gd name="connsiteX2932" fmla="*/ 4831528 w 6501199"/>
              <a:gd name="connsiteY2932" fmla="*/ 1992476 h 6382977"/>
              <a:gd name="connsiteX2933" fmla="*/ 5307569 w 6501199"/>
              <a:gd name="connsiteY2933" fmla="*/ 1986501 h 6382977"/>
              <a:gd name="connsiteX2934" fmla="*/ 5295571 w 6501199"/>
              <a:gd name="connsiteY2934" fmla="*/ 2015157 h 6382977"/>
              <a:gd name="connsiteX2935" fmla="*/ 5318611 w 6501199"/>
              <a:gd name="connsiteY2935" fmla="*/ 1990315 h 6382977"/>
              <a:gd name="connsiteX2936" fmla="*/ 5307569 w 6501199"/>
              <a:gd name="connsiteY2936" fmla="*/ 1986501 h 6382977"/>
              <a:gd name="connsiteX2937" fmla="*/ 6139501 w 6501199"/>
              <a:gd name="connsiteY2937" fmla="*/ 1977027 h 6382977"/>
              <a:gd name="connsiteX2938" fmla="*/ 6134850 w 6501199"/>
              <a:gd name="connsiteY2938" fmla="*/ 1995170 h 6382977"/>
              <a:gd name="connsiteX2939" fmla="*/ 6139501 w 6501199"/>
              <a:gd name="connsiteY2939" fmla="*/ 1977027 h 6382977"/>
              <a:gd name="connsiteX2940" fmla="*/ 4329480 w 6501199"/>
              <a:gd name="connsiteY2940" fmla="*/ 1970082 h 6382977"/>
              <a:gd name="connsiteX2941" fmla="*/ 4325405 w 6501199"/>
              <a:gd name="connsiteY2941" fmla="*/ 1976741 h 6382977"/>
              <a:gd name="connsiteX2942" fmla="*/ 4324799 w 6501199"/>
              <a:gd name="connsiteY2942" fmla="*/ 1976921 h 6382977"/>
              <a:gd name="connsiteX2943" fmla="*/ 4329480 w 6501199"/>
              <a:gd name="connsiteY2943" fmla="*/ 1970082 h 6382977"/>
              <a:gd name="connsiteX2944" fmla="*/ 4941684 w 6501199"/>
              <a:gd name="connsiteY2944" fmla="*/ 1955823 h 6382977"/>
              <a:gd name="connsiteX2945" fmla="*/ 4940894 w 6501199"/>
              <a:gd name="connsiteY2945" fmla="*/ 1959116 h 6382977"/>
              <a:gd name="connsiteX2946" fmla="*/ 4943129 w 6501199"/>
              <a:gd name="connsiteY2946" fmla="*/ 1958273 h 6382977"/>
              <a:gd name="connsiteX2947" fmla="*/ 4858888 w 6501199"/>
              <a:gd name="connsiteY2947" fmla="*/ 1953953 h 6382977"/>
              <a:gd name="connsiteX2948" fmla="*/ 4854208 w 6501199"/>
              <a:gd name="connsiteY2948" fmla="*/ 1967634 h 6382977"/>
              <a:gd name="connsiteX2949" fmla="*/ 4858888 w 6501199"/>
              <a:gd name="connsiteY2949" fmla="*/ 1953953 h 6382977"/>
              <a:gd name="connsiteX2950" fmla="*/ 4539631 w 6501199"/>
              <a:gd name="connsiteY2950" fmla="*/ 1946275 h 6382977"/>
              <a:gd name="connsiteX2951" fmla="*/ 4532829 w 6501199"/>
              <a:gd name="connsiteY2951" fmla="*/ 1973893 h 6382977"/>
              <a:gd name="connsiteX2952" fmla="*/ 4522627 w 6501199"/>
              <a:gd name="connsiteY2952" fmla="*/ 1973847 h 6382977"/>
              <a:gd name="connsiteX2953" fmla="*/ 4517684 w 6501199"/>
              <a:gd name="connsiteY2953" fmla="*/ 1970524 h 6382977"/>
              <a:gd name="connsiteX2954" fmla="*/ 4515268 w 6501199"/>
              <a:gd name="connsiteY2954" fmla="*/ 1980495 h 6382977"/>
              <a:gd name="connsiteX2955" fmla="*/ 4485438 w 6501199"/>
              <a:gd name="connsiteY2955" fmla="*/ 1995162 h 6382977"/>
              <a:gd name="connsiteX2956" fmla="*/ 4498167 w 6501199"/>
              <a:gd name="connsiteY2956" fmla="*/ 1981807 h 6382977"/>
              <a:gd name="connsiteX2957" fmla="*/ 4517389 w 6501199"/>
              <a:gd name="connsiteY2957" fmla="*/ 1970326 h 6382977"/>
              <a:gd name="connsiteX2958" fmla="*/ 4512425 w 6501199"/>
              <a:gd name="connsiteY2958" fmla="*/ 1966988 h 6382977"/>
              <a:gd name="connsiteX2959" fmla="*/ 4539631 w 6501199"/>
              <a:gd name="connsiteY2959" fmla="*/ 1946275 h 6382977"/>
              <a:gd name="connsiteX2960" fmla="*/ 4977329 w 6501199"/>
              <a:gd name="connsiteY2960" fmla="*/ 1926591 h 6382977"/>
              <a:gd name="connsiteX2961" fmla="*/ 4958969 w 6501199"/>
              <a:gd name="connsiteY2961" fmla="*/ 1949273 h 6382977"/>
              <a:gd name="connsiteX2962" fmla="*/ 4977329 w 6501199"/>
              <a:gd name="connsiteY2962" fmla="*/ 1926591 h 6382977"/>
              <a:gd name="connsiteX2963" fmla="*/ 5350292 w 6501199"/>
              <a:gd name="connsiteY2963" fmla="*/ 1921911 h 6382977"/>
              <a:gd name="connsiteX2964" fmla="*/ 5343452 w 6501199"/>
              <a:gd name="connsiteY2964" fmla="*/ 1942432 h 6382977"/>
              <a:gd name="connsiteX2965" fmla="*/ 5350292 w 6501199"/>
              <a:gd name="connsiteY2965" fmla="*/ 1921911 h 6382977"/>
              <a:gd name="connsiteX2966" fmla="*/ 6150478 w 6501199"/>
              <a:gd name="connsiteY2966" fmla="*/ 1903412 h 6382977"/>
              <a:gd name="connsiteX2967" fmla="*/ 6163796 w 6501199"/>
              <a:gd name="connsiteY2967" fmla="*/ 1955507 h 6382977"/>
              <a:gd name="connsiteX2968" fmla="*/ 6146272 w 6501199"/>
              <a:gd name="connsiteY2968" fmla="*/ 1962333 h 6382977"/>
              <a:gd name="connsiteX2969" fmla="*/ 6150478 w 6501199"/>
              <a:gd name="connsiteY2969" fmla="*/ 1903412 h 6382977"/>
              <a:gd name="connsiteX2970" fmla="*/ 6452149 w 6501199"/>
              <a:gd name="connsiteY2970" fmla="*/ 1901973 h 6382977"/>
              <a:gd name="connsiteX2971" fmla="*/ 6471038 w 6501199"/>
              <a:gd name="connsiteY2971" fmla="*/ 1912937 h 6382977"/>
              <a:gd name="connsiteX2972" fmla="*/ 6468866 w 6501199"/>
              <a:gd name="connsiteY2972" fmla="*/ 1928459 h 6382977"/>
              <a:gd name="connsiteX2973" fmla="*/ 6430125 w 6501199"/>
              <a:gd name="connsiteY2973" fmla="*/ 1906234 h 6382977"/>
              <a:gd name="connsiteX2974" fmla="*/ 6446056 w 6501199"/>
              <a:gd name="connsiteY2974" fmla="*/ 1906234 h 6382977"/>
              <a:gd name="connsiteX2975" fmla="*/ 6452149 w 6501199"/>
              <a:gd name="connsiteY2975" fmla="*/ 1901973 h 6382977"/>
              <a:gd name="connsiteX2976" fmla="*/ 4648593 w 6501199"/>
              <a:gd name="connsiteY2976" fmla="*/ 1892300 h 6382977"/>
              <a:gd name="connsiteX2977" fmla="*/ 4548938 w 6501199"/>
              <a:gd name="connsiteY2977" fmla="*/ 1955443 h 6382977"/>
              <a:gd name="connsiteX2978" fmla="*/ 4648593 w 6501199"/>
              <a:gd name="connsiteY2978" fmla="*/ 1892300 h 6382977"/>
              <a:gd name="connsiteX2979" fmla="*/ 6117030 w 6501199"/>
              <a:gd name="connsiteY2979" fmla="*/ 1881187 h 6382977"/>
              <a:gd name="connsiteX2980" fmla="*/ 6107729 w 6501199"/>
              <a:gd name="connsiteY2980" fmla="*/ 1947501 h 6382977"/>
              <a:gd name="connsiteX2981" fmla="*/ 6117030 w 6501199"/>
              <a:gd name="connsiteY2981" fmla="*/ 1881187 h 6382977"/>
              <a:gd name="connsiteX2982" fmla="*/ 5470614 w 6501199"/>
              <a:gd name="connsiteY2982" fmla="*/ 1881187 h 6382977"/>
              <a:gd name="connsiteX2983" fmla="*/ 5495390 w 6501199"/>
              <a:gd name="connsiteY2983" fmla="*/ 1892910 h 6382977"/>
              <a:gd name="connsiteX2984" fmla="*/ 5474923 w 6501199"/>
              <a:gd name="connsiteY2984" fmla="*/ 1895108 h 6382977"/>
              <a:gd name="connsiteX2985" fmla="*/ 5470614 w 6501199"/>
              <a:gd name="connsiteY2985" fmla="*/ 1881187 h 6382977"/>
              <a:gd name="connsiteX2986" fmla="*/ 4951916 w 6501199"/>
              <a:gd name="connsiteY2986" fmla="*/ 1879033 h 6382977"/>
              <a:gd name="connsiteX2987" fmla="*/ 4962919 w 6501199"/>
              <a:gd name="connsiteY2987" fmla="*/ 1880741 h 6382977"/>
              <a:gd name="connsiteX2988" fmla="*/ 4959549 w 6501199"/>
              <a:gd name="connsiteY2988" fmla="*/ 1883087 h 6382977"/>
              <a:gd name="connsiteX2989" fmla="*/ 4962767 w 6501199"/>
              <a:gd name="connsiteY2989" fmla="*/ 1890140 h 6382977"/>
              <a:gd name="connsiteX2990" fmla="*/ 4951509 w 6501199"/>
              <a:gd name="connsiteY2990" fmla="*/ 1897896 h 6382977"/>
              <a:gd name="connsiteX2991" fmla="*/ 4948216 w 6501199"/>
              <a:gd name="connsiteY2991" fmla="*/ 1894531 h 6382977"/>
              <a:gd name="connsiteX2992" fmla="*/ 4944744 w 6501199"/>
              <a:gd name="connsiteY2992" fmla="*/ 1906162 h 6382977"/>
              <a:gd name="connsiteX2993" fmla="*/ 4931201 w 6501199"/>
              <a:gd name="connsiteY2993" fmla="*/ 1903983 h 6382977"/>
              <a:gd name="connsiteX2994" fmla="*/ 4935834 w 6501199"/>
              <a:gd name="connsiteY2994" fmla="*/ 1913062 h 6382977"/>
              <a:gd name="connsiteX2995" fmla="*/ 4920154 w 6501199"/>
              <a:gd name="connsiteY2995" fmla="*/ 1908341 h 6382977"/>
              <a:gd name="connsiteX2996" fmla="*/ 4920154 w 6501199"/>
              <a:gd name="connsiteY2996" fmla="*/ 1913062 h 6382977"/>
              <a:gd name="connsiteX2997" fmla="*/ 4929063 w 6501199"/>
              <a:gd name="connsiteY2997" fmla="*/ 1922141 h 6382977"/>
              <a:gd name="connsiteX2998" fmla="*/ 4920154 w 6501199"/>
              <a:gd name="connsiteY2998" fmla="*/ 1926862 h 6382977"/>
              <a:gd name="connsiteX2999" fmla="*/ 4913383 w 6501199"/>
              <a:gd name="connsiteY2999" fmla="*/ 1903983 h 6382977"/>
              <a:gd name="connsiteX3000" fmla="*/ 4929063 w 6501199"/>
              <a:gd name="connsiteY3000" fmla="*/ 1892362 h 6382977"/>
              <a:gd name="connsiteX3001" fmla="*/ 4951916 w 6501199"/>
              <a:gd name="connsiteY3001" fmla="*/ 1879033 h 6382977"/>
              <a:gd name="connsiteX3002" fmla="*/ 4938516 w 6501199"/>
              <a:gd name="connsiteY3002" fmla="*/ 1866900 h 6382977"/>
              <a:gd name="connsiteX3003" fmla="*/ 4934171 w 6501199"/>
              <a:gd name="connsiteY3003" fmla="*/ 1887291 h 6382977"/>
              <a:gd name="connsiteX3004" fmla="*/ 4920413 w 6501199"/>
              <a:gd name="connsiteY3004" fmla="*/ 1882998 h 6382977"/>
              <a:gd name="connsiteX3005" fmla="*/ 4938516 w 6501199"/>
              <a:gd name="connsiteY3005" fmla="*/ 1866900 h 6382977"/>
              <a:gd name="connsiteX3006" fmla="*/ 5366132 w 6501199"/>
              <a:gd name="connsiteY3006" fmla="*/ 1858186 h 6382977"/>
              <a:gd name="connsiteX3007" fmla="*/ 5345612 w 6501199"/>
              <a:gd name="connsiteY3007" fmla="*/ 1874027 h 6382977"/>
              <a:gd name="connsiteX3008" fmla="*/ 5368292 w 6501199"/>
              <a:gd name="connsiteY3008" fmla="*/ 1887708 h 6382977"/>
              <a:gd name="connsiteX3009" fmla="*/ 5354972 w 6501199"/>
              <a:gd name="connsiteY3009" fmla="*/ 1912910 h 6382977"/>
              <a:gd name="connsiteX3010" fmla="*/ 5368292 w 6501199"/>
              <a:gd name="connsiteY3010" fmla="*/ 1924071 h 6382977"/>
              <a:gd name="connsiteX3011" fmla="*/ 5375132 w 6501199"/>
              <a:gd name="connsiteY3011" fmla="*/ 1885548 h 6382977"/>
              <a:gd name="connsiteX3012" fmla="*/ 5393492 w 6501199"/>
              <a:gd name="connsiteY3012" fmla="*/ 1878708 h 6382977"/>
              <a:gd name="connsiteX3013" fmla="*/ 5395652 w 6501199"/>
              <a:gd name="connsiteY3013" fmla="*/ 1865027 h 6382977"/>
              <a:gd name="connsiteX3014" fmla="*/ 5370812 w 6501199"/>
              <a:gd name="connsiteY3014" fmla="*/ 1883388 h 6382977"/>
              <a:gd name="connsiteX3015" fmla="*/ 5366132 w 6501199"/>
              <a:gd name="connsiteY3015" fmla="*/ 1858186 h 6382977"/>
              <a:gd name="connsiteX3016" fmla="*/ 1221991 w 6501199"/>
              <a:gd name="connsiteY3016" fmla="*/ 1854179 h 6382977"/>
              <a:gd name="connsiteX3017" fmla="*/ 1198948 w 6501199"/>
              <a:gd name="connsiteY3017" fmla="*/ 1879015 h 6382977"/>
              <a:gd name="connsiteX3018" fmla="*/ 1205789 w 6501199"/>
              <a:gd name="connsiteY3018" fmla="*/ 1892693 h 6382977"/>
              <a:gd name="connsiteX3019" fmla="*/ 1221991 w 6501199"/>
              <a:gd name="connsiteY3019" fmla="*/ 1854179 h 6382977"/>
              <a:gd name="connsiteX3020" fmla="*/ 4822528 w 6501199"/>
              <a:gd name="connsiteY3020" fmla="*/ 1853866 h 6382977"/>
              <a:gd name="connsiteX3021" fmla="*/ 4822528 w 6501199"/>
              <a:gd name="connsiteY3021" fmla="*/ 1867187 h 6382977"/>
              <a:gd name="connsiteX3022" fmla="*/ 4822528 w 6501199"/>
              <a:gd name="connsiteY3022" fmla="*/ 1853866 h 6382977"/>
              <a:gd name="connsiteX3023" fmla="*/ 5385863 w 6501199"/>
              <a:gd name="connsiteY3023" fmla="*/ 1852245 h 6382977"/>
              <a:gd name="connsiteX3024" fmla="*/ 5380037 w 6501199"/>
              <a:gd name="connsiteY3024" fmla="*/ 1855351 h 6382977"/>
              <a:gd name="connsiteX3025" fmla="*/ 5379812 w 6501199"/>
              <a:gd name="connsiteY3025" fmla="*/ 1867187 h 6382977"/>
              <a:gd name="connsiteX3026" fmla="*/ 5391242 w 6501199"/>
              <a:gd name="connsiteY3026" fmla="*/ 1859672 h 6382977"/>
              <a:gd name="connsiteX3027" fmla="*/ 5392148 w 6501199"/>
              <a:gd name="connsiteY3027" fmla="*/ 1857074 h 6382977"/>
              <a:gd name="connsiteX3028" fmla="*/ 5387930 w 6501199"/>
              <a:gd name="connsiteY3028" fmla="*/ 1852300 h 6382977"/>
              <a:gd name="connsiteX3029" fmla="*/ 6405438 w 6501199"/>
              <a:gd name="connsiteY3029" fmla="*/ 1847212 h 6382977"/>
              <a:gd name="connsiteX3030" fmla="*/ 6400805 w 6501199"/>
              <a:gd name="connsiteY3030" fmla="*/ 1936387 h 6382977"/>
              <a:gd name="connsiteX3031" fmla="*/ 6405438 w 6501199"/>
              <a:gd name="connsiteY3031" fmla="*/ 1847212 h 6382977"/>
              <a:gd name="connsiteX3032" fmla="*/ 5771135 w 6501199"/>
              <a:gd name="connsiteY3032" fmla="*/ 1840185 h 6382977"/>
              <a:gd name="connsiteX3033" fmla="*/ 5762135 w 6501199"/>
              <a:gd name="connsiteY3033" fmla="*/ 1851346 h 6382977"/>
              <a:gd name="connsiteX3034" fmla="*/ 5775815 w 6501199"/>
              <a:gd name="connsiteY3034" fmla="*/ 1878708 h 6382977"/>
              <a:gd name="connsiteX3035" fmla="*/ 5771135 w 6501199"/>
              <a:gd name="connsiteY3035" fmla="*/ 1840185 h 6382977"/>
              <a:gd name="connsiteX3036" fmla="*/ 6501199 w 6501199"/>
              <a:gd name="connsiteY3036" fmla="*/ 1836737 h 6382977"/>
              <a:gd name="connsiteX3037" fmla="*/ 6466638 w 6501199"/>
              <a:gd name="connsiteY3037" fmla="*/ 1866536 h 6382977"/>
              <a:gd name="connsiteX3038" fmla="*/ 6501199 w 6501199"/>
              <a:gd name="connsiteY3038" fmla="*/ 1836737 h 6382977"/>
              <a:gd name="connsiteX3039" fmla="*/ 4956892 w 6501199"/>
              <a:gd name="connsiteY3039" fmla="*/ 1835739 h 6382977"/>
              <a:gd name="connsiteX3040" fmla="*/ 4984541 w 6501199"/>
              <a:gd name="connsiteY3040" fmla="*/ 1847350 h 6382977"/>
              <a:gd name="connsiteX3041" fmla="*/ 4975083 w 6501199"/>
              <a:gd name="connsiteY3041" fmla="*/ 1858599 h 6382977"/>
              <a:gd name="connsiteX3042" fmla="*/ 4965987 w 6501199"/>
              <a:gd name="connsiteY3042" fmla="*/ 1844810 h 6382977"/>
              <a:gd name="connsiteX3043" fmla="*/ 4952163 w 6501199"/>
              <a:gd name="connsiteY3043" fmla="*/ 1849527 h 6382977"/>
              <a:gd name="connsiteX3044" fmla="*/ 4956892 w 6501199"/>
              <a:gd name="connsiteY3044" fmla="*/ 1835739 h 6382977"/>
              <a:gd name="connsiteX3045" fmla="*/ 4729447 w 6501199"/>
              <a:gd name="connsiteY3045" fmla="*/ 1835062 h 6382977"/>
              <a:gd name="connsiteX3046" fmla="*/ 4681328 w 6501199"/>
              <a:gd name="connsiteY3046" fmla="*/ 1876065 h 6382977"/>
              <a:gd name="connsiteX3047" fmla="*/ 4676625 w 6501199"/>
              <a:gd name="connsiteY3047" fmla="*/ 1862398 h 6382977"/>
              <a:gd name="connsiteX3048" fmla="*/ 4663238 w 6501199"/>
              <a:gd name="connsiteY3048" fmla="*/ 1866714 h 6382977"/>
              <a:gd name="connsiteX3049" fmla="*/ 4729447 w 6501199"/>
              <a:gd name="connsiteY3049" fmla="*/ 1835062 h 6382977"/>
              <a:gd name="connsiteX3050" fmla="*/ 5601998 w 6501199"/>
              <a:gd name="connsiteY3050" fmla="*/ 1831222 h 6382977"/>
              <a:gd name="connsiteX3051" fmla="*/ 5597079 w 6501199"/>
              <a:gd name="connsiteY3051" fmla="*/ 1832494 h 6382977"/>
              <a:gd name="connsiteX3052" fmla="*/ 5594654 w 6501199"/>
              <a:gd name="connsiteY3052" fmla="*/ 1832407 h 6382977"/>
              <a:gd name="connsiteX3053" fmla="*/ 5596459 w 6501199"/>
              <a:gd name="connsiteY3053" fmla="*/ 1847106 h 6382977"/>
              <a:gd name="connsiteX3054" fmla="*/ 5599503 w 6501199"/>
              <a:gd name="connsiteY3054" fmla="*/ 1838610 h 6382977"/>
              <a:gd name="connsiteX3055" fmla="*/ 6370653 w 6501199"/>
              <a:gd name="connsiteY3055" fmla="*/ 1830387 h 6382977"/>
              <a:gd name="connsiteX3056" fmla="*/ 6357192 w 6501199"/>
              <a:gd name="connsiteY3056" fmla="*/ 1844054 h 6382977"/>
              <a:gd name="connsiteX3057" fmla="*/ 6377384 w 6501199"/>
              <a:gd name="connsiteY3057" fmla="*/ 1850888 h 6382977"/>
              <a:gd name="connsiteX3058" fmla="*/ 6370653 w 6501199"/>
              <a:gd name="connsiteY3058" fmla="*/ 1830387 h 6382977"/>
              <a:gd name="connsiteX3059" fmla="*/ 5955241 w 6501199"/>
              <a:gd name="connsiteY3059" fmla="*/ 1827540 h 6382977"/>
              <a:gd name="connsiteX3060" fmla="*/ 5945737 w 6501199"/>
              <a:gd name="connsiteY3060" fmla="*/ 1835662 h 6382977"/>
              <a:gd name="connsiteX3061" fmla="*/ 5910096 w 6501199"/>
              <a:gd name="connsiteY3061" fmla="*/ 1887708 h 6382977"/>
              <a:gd name="connsiteX3062" fmla="*/ 5907576 w 6501199"/>
              <a:gd name="connsiteY3062" fmla="*/ 1908230 h 6382977"/>
              <a:gd name="connsiteX3063" fmla="*/ 5889576 w 6501199"/>
              <a:gd name="connsiteY3063" fmla="*/ 1917590 h 6382977"/>
              <a:gd name="connsiteX3064" fmla="*/ 5866400 w 6501199"/>
              <a:gd name="connsiteY3064" fmla="*/ 1967814 h 6382977"/>
              <a:gd name="connsiteX3065" fmla="*/ 5848183 w 6501199"/>
              <a:gd name="connsiteY3065" fmla="*/ 1987437 h 6382977"/>
              <a:gd name="connsiteX3066" fmla="*/ 5888718 w 6501199"/>
              <a:gd name="connsiteY3066" fmla="*/ 1971028 h 6382977"/>
              <a:gd name="connsiteX3067" fmla="*/ 5969682 w 6501199"/>
              <a:gd name="connsiteY3067" fmla="*/ 1931682 h 6382977"/>
              <a:gd name="connsiteX3068" fmla="*/ 5969137 w 6501199"/>
              <a:gd name="connsiteY3068" fmla="*/ 1926591 h 6382977"/>
              <a:gd name="connsiteX3069" fmla="*/ 5974993 w 6501199"/>
              <a:gd name="connsiteY3069" fmla="*/ 1929101 h 6382977"/>
              <a:gd name="connsiteX3070" fmla="*/ 5980108 w 6501199"/>
              <a:gd name="connsiteY3070" fmla="*/ 1926615 h 6382977"/>
              <a:gd name="connsiteX3071" fmla="*/ 5983357 w 6501199"/>
              <a:gd name="connsiteY3071" fmla="*/ 1922541 h 6382977"/>
              <a:gd name="connsiteX3072" fmla="*/ 5990197 w 6501199"/>
              <a:gd name="connsiteY3072" fmla="*/ 1912415 h 6382977"/>
              <a:gd name="connsiteX3073" fmla="*/ 5991205 w 6501199"/>
              <a:gd name="connsiteY3073" fmla="*/ 1912018 h 6382977"/>
              <a:gd name="connsiteX3074" fmla="*/ 5993343 w 6501199"/>
              <a:gd name="connsiteY3074" fmla="*/ 1900274 h 6382977"/>
              <a:gd name="connsiteX3075" fmla="*/ 5984688 w 6501199"/>
              <a:gd name="connsiteY3075" fmla="*/ 1849397 h 6382977"/>
              <a:gd name="connsiteX3076" fmla="*/ 5979850 w 6501199"/>
              <a:gd name="connsiteY3076" fmla="*/ 1845612 h 6382977"/>
              <a:gd name="connsiteX3077" fmla="*/ 5979173 w 6501199"/>
              <a:gd name="connsiteY3077" fmla="*/ 1849713 h 6382977"/>
              <a:gd name="connsiteX3078" fmla="*/ 5985295 w 6501199"/>
              <a:gd name="connsiteY3078" fmla="*/ 1858600 h 6382977"/>
              <a:gd name="connsiteX3079" fmla="*/ 5973653 w 6501199"/>
              <a:gd name="connsiteY3079" fmla="*/ 1879238 h 6382977"/>
              <a:gd name="connsiteX3080" fmla="*/ 5973653 w 6501199"/>
              <a:gd name="connsiteY3080" fmla="*/ 1854255 h 6382977"/>
              <a:gd name="connsiteX3081" fmla="*/ 5955463 w 6501199"/>
              <a:gd name="connsiteY3081" fmla="*/ 1851721 h 6382977"/>
              <a:gd name="connsiteX3082" fmla="*/ 5969634 w 6501199"/>
              <a:gd name="connsiteY3082" fmla="*/ 1837617 h 6382977"/>
              <a:gd name="connsiteX3083" fmla="*/ 5959897 w 6501199"/>
              <a:gd name="connsiteY3083" fmla="*/ 1829997 h 6382977"/>
              <a:gd name="connsiteX3084" fmla="*/ 6050857 w 6501199"/>
              <a:gd name="connsiteY3084" fmla="*/ 1826504 h 6382977"/>
              <a:gd name="connsiteX3085" fmla="*/ 6037307 w 6501199"/>
              <a:gd name="connsiteY3085" fmla="*/ 1849305 h 6382977"/>
              <a:gd name="connsiteX3086" fmla="*/ 6044636 w 6501199"/>
              <a:gd name="connsiteY3086" fmla="*/ 1857037 h 6382977"/>
              <a:gd name="connsiteX3087" fmla="*/ 6057427 w 6501199"/>
              <a:gd name="connsiteY3087" fmla="*/ 1841805 h 6382977"/>
              <a:gd name="connsiteX3088" fmla="*/ 6050857 w 6501199"/>
              <a:gd name="connsiteY3088" fmla="*/ 1826504 h 6382977"/>
              <a:gd name="connsiteX3089" fmla="*/ 5707415 w 6501199"/>
              <a:gd name="connsiteY3089" fmla="*/ 1819664 h 6382977"/>
              <a:gd name="connsiteX3090" fmla="*/ 5689415 w 6501199"/>
              <a:gd name="connsiteY3090" fmla="*/ 1847026 h 6382977"/>
              <a:gd name="connsiteX3091" fmla="*/ 5707415 w 6501199"/>
              <a:gd name="connsiteY3091" fmla="*/ 1819664 h 6382977"/>
              <a:gd name="connsiteX3092" fmla="*/ 5782655 w 6501199"/>
              <a:gd name="connsiteY3092" fmla="*/ 1812823 h 6382977"/>
              <a:gd name="connsiteX3093" fmla="*/ 5805335 w 6501199"/>
              <a:gd name="connsiteY3093" fmla="*/ 1862867 h 6382977"/>
              <a:gd name="connsiteX3094" fmla="*/ 5786975 w 6501199"/>
              <a:gd name="connsiteY3094" fmla="*/ 1899229 h 6382977"/>
              <a:gd name="connsiteX3095" fmla="*/ 5809655 w 6501199"/>
              <a:gd name="connsiteY3095" fmla="*/ 1885548 h 6382977"/>
              <a:gd name="connsiteX3096" fmla="*/ 5832695 w 6501199"/>
              <a:gd name="connsiteY3096" fmla="*/ 1856026 h 6382977"/>
              <a:gd name="connsiteX3097" fmla="*/ 5828015 w 6501199"/>
              <a:gd name="connsiteY3097" fmla="*/ 1835505 h 6382977"/>
              <a:gd name="connsiteX3098" fmla="*/ 5782655 w 6501199"/>
              <a:gd name="connsiteY3098" fmla="*/ 1812823 h 6382977"/>
              <a:gd name="connsiteX3099" fmla="*/ 5009099 w 6501199"/>
              <a:gd name="connsiteY3099" fmla="*/ 1803400 h 6382977"/>
              <a:gd name="connsiteX3100" fmla="*/ 4986708 w 6501199"/>
              <a:gd name="connsiteY3100" fmla="*/ 1834444 h 6382977"/>
              <a:gd name="connsiteX3101" fmla="*/ 5000214 w 6501199"/>
              <a:gd name="connsiteY3101" fmla="*/ 1834444 h 6382977"/>
              <a:gd name="connsiteX3102" fmla="*/ 4979956 w 6501199"/>
              <a:gd name="connsiteY3102" fmla="*/ 1839030 h 6382977"/>
              <a:gd name="connsiteX3103" fmla="*/ 4979956 w 6501199"/>
              <a:gd name="connsiteY3103" fmla="*/ 1807633 h 6382977"/>
              <a:gd name="connsiteX3104" fmla="*/ 4993461 w 6501199"/>
              <a:gd name="connsiteY3104" fmla="*/ 1818922 h 6382977"/>
              <a:gd name="connsiteX3105" fmla="*/ 5009099 w 6501199"/>
              <a:gd name="connsiteY3105" fmla="*/ 1803400 h 6382977"/>
              <a:gd name="connsiteX3106" fmla="*/ 4710995 w 6501199"/>
              <a:gd name="connsiteY3106" fmla="*/ 1803400 h 6382977"/>
              <a:gd name="connsiteX3107" fmla="*/ 4729549 w 6501199"/>
              <a:gd name="connsiteY3107" fmla="*/ 1814648 h 6382977"/>
              <a:gd name="connsiteX3108" fmla="*/ 4706630 w 6501199"/>
              <a:gd name="connsiteY3108" fmla="*/ 1826260 h 6382977"/>
              <a:gd name="connsiteX3109" fmla="*/ 4710995 w 6501199"/>
              <a:gd name="connsiteY3109" fmla="*/ 1803400 h 6382977"/>
              <a:gd name="connsiteX3110" fmla="*/ 5420853 w 6501199"/>
              <a:gd name="connsiteY3110" fmla="*/ 1799142 h 6382977"/>
              <a:gd name="connsiteX3111" fmla="*/ 5411853 w 6501199"/>
              <a:gd name="connsiteY3111" fmla="*/ 1803823 h 6382977"/>
              <a:gd name="connsiteX3112" fmla="*/ 5402493 w 6501199"/>
              <a:gd name="connsiteY3112" fmla="*/ 1821824 h 6382977"/>
              <a:gd name="connsiteX3113" fmla="*/ 5409333 w 6501199"/>
              <a:gd name="connsiteY3113" fmla="*/ 1835505 h 6382977"/>
              <a:gd name="connsiteX3114" fmla="*/ 5420853 w 6501199"/>
              <a:gd name="connsiteY3114" fmla="*/ 1799142 h 6382977"/>
              <a:gd name="connsiteX3115" fmla="*/ 5899568 w 6501199"/>
              <a:gd name="connsiteY3115" fmla="*/ 1793955 h 6382977"/>
              <a:gd name="connsiteX3116" fmla="*/ 5898576 w 6501199"/>
              <a:gd name="connsiteY3116" fmla="*/ 1794462 h 6382977"/>
              <a:gd name="connsiteX3117" fmla="*/ 5903453 w 6501199"/>
              <a:gd name="connsiteY3117" fmla="*/ 1799643 h 6382977"/>
              <a:gd name="connsiteX3118" fmla="*/ 5906221 w 6501199"/>
              <a:gd name="connsiteY3118" fmla="*/ 1799562 h 6382977"/>
              <a:gd name="connsiteX3119" fmla="*/ 4766118 w 6501199"/>
              <a:gd name="connsiteY3119" fmla="*/ 1787678 h 6382977"/>
              <a:gd name="connsiteX3120" fmla="*/ 4750346 w 6501199"/>
              <a:gd name="connsiteY3120" fmla="*/ 1810620 h 6382977"/>
              <a:gd name="connsiteX3121" fmla="*/ 4766118 w 6501199"/>
              <a:gd name="connsiteY3121" fmla="*/ 1787678 h 6382977"/>
              <a:gd name="connsiteX3122" fmla="*/ 5484573 w 6501199"/>
              <a:gd name="connsiteY3122" fmla="*/ 1780781 h 6382977"/>
              <a:gd name="connsiteX3123" fmla="*/ 5466213 w 6501199"/>
              <a:gd name="connsiteY3123" fmla="*/ 1803823 h 6382977"/>
              <a:gd name="connsiteX3124" fmla="*/ 5484573 w 6501199"/>
              <a:gd name="connsiteY3124" fmla="*/ 1780781 h 6382977"/>
              <a:gd name="connsiteX3125" fmla="*/ 1303720 w 6501199"/>
              <a:gd name="connsiteY3125" fmla="*/ 1780249 h 6382977"/>
              <a:gd name="connsiteX3126" fmla="*/ 1296879 w 6501199"/>
              <a:gd name="connsiteY3126" fmla="*/ 1783629 h 6382977"/>
              <a:gd name="connsiteX3127" fmla="*/ 1301559 w 6501199"/>
              <a:gd name="connsiteY3127" fmla="*/ 1797307 h 6382977"/>
              <a:gd name="connsiteX3128" fmla="*/ 1285357 w 6501199"/>
              <a:gd name="connsiteY3128" fmla="*/ 1792628 h 6382977"/>
              <a:gd name="connsiteX3129" fmla="*/ 1228471 w 6501199"/>
              <a:gd name="connsiteY3129" fmla="*/ 1842661 h 6382977"/>
              <a:gd name="connsiteX3130" fmla="*/ 1239993 w 6501199"/>
              <a:gd name="connsiteY3130" fmla="*/ 1860658 h 6382977"/>
              <a:gd name="connsiteX3131" fmla="*/ 1326402 w 6501199"/>
              <a:gd name="connsiteY3131" fmla="*/ 1781110 h 6382977"/>
              <a:gd name="connsiteX3132" fmla="*/ 1303720 w 6501199"/>
              <a:gd name="connsiteY3132" fmla="*/ 1780249 h 6382977"/>
              <a:gd name="connsiteX3133" fmla="*/ 5643694 w 6501199"/>
              <a:gd name="connsiteY3133" fmla="*/ 1778621 h 6382977"/>
              <a:gd name="connsiteX3134" fmla="*/ 5627854 w 6501199"/>
              <a:gd name="connsiteY3134" fmla="*/ 1810663 h 6382977"/>
              <a:gd name="connsiteX3135" fmla="*/ 5643694 w 6501199"/>
              <a:gd name="connsiteY3135" fmla="*/ 1805983 h 6382977"/>
              <a:gd name="connsiteX3136" fmla="*/ 5643694 w 6501199"/>
              <a:gd name="connsiteY3136" fmla="*/ 1778621 h 6382977"/>
              <a:gd name="connsiteX3137" fmla="*/ 5095410 w 6501199"/>
              <a:gd name="connsiteY3137" fmla="*/ 1762780 h 6382977"/>
              <a:gd name="connsiteX3138" fmla="*/ 5095410 w 6501199"/>
              <a:gd name="connsiteY3138" fmla="*/ 1780781 h 6382977"/>
              <a:gd name="connsiteX3139" fmla="*/ 5095410 w 6501199"/>
              <a:gd name="connsiteY3139" fmla="*/ 1762780 h 6382977"/>
              <a:gd name="connsiteX3140" fmla="*/ 6271684 w 6501199"/>
              <a:gd name="connsiteY3140" fmla="*/ 1757362 h 6382977"/>
              <a:gd name="connsiteX3141" fmla="*/ 6282900 w 6501199"/>
              <a:gd name="connsiteY3141" fmla="*/ 1757362 h 6382977"/>
              <a:gd name="connsiteX3142" fmla="*/ 6287106 w 6501199"/>
              <a:gd name="connsiteY3142" fmla="*/ 1773383 h 6382977"/>
              <a:gd name="connsiteX3143" fmla="*/ 6274138 w 6501199"/>
              <a:gd name="connsiteY3143" fmla="*/ 1796686 h 6382977"/>
              <a:gd name="connsiteX3144" fmla="*/ 6271684 w 6501199"/>
              <a:gd name="connsiteY3144" fmla="*/ 1757362 h 6382977"/>
              <a:gd name="connsiteX3145" fmla="*/ 4835922 w 6501199"/>
              <a:gd name="connsiteY3145" fmla="*/ 1757362 h 6382977"/>
              <a:gd name="connsiteX3146" fmla="*/ 4824633 w 6501199"/>
              <a:gd name="connsiteY3146" fmla="*/ 1782404 h 6382977"/>
              <a:gd name="connsiteX3147" fmla="*/ 4835922 w 6501199"/>
              <a:gd name="connsiteY3147" fmla="*/ 1757362 h 6382977"/>
              <a:gd name="connsiteX3148" fmla="*/ 6226702 w 6501199"/>
              <a:gd name="connsiteY3148" fmla="*/ 1751012 h 6382977"/>
              <a:gd name="connsiteX3149" fmla="*/ 6228934 w 6501199"/>
              <a:gd name="connsiteY3149" fmla="*/ 1777649 h 6382977"/>
              <a:gd name="connsiteX3150" fmla="*/ 6226702 w 6501199"/>
              <a:gd name="connsiteY3150" fmla="*/ 1751012 h 6382977"/>
              <a:gd name="connsiteX3151" fmla="*/ 5777975 w 6501199"/>
              <a:gd name="connsiteY3151" fmla="*/ 1749099 h 6382977"/>
              <a:gd name="connsiteX3152" fmla="*/ 5771135 w 6501199"/>
              <a:gd name="connsiteY3152" fmla="*/ 1780781 h 6382977"/>
              <a:gd name="connsiteX3153" fmla="*/ 5777975 w 6501199"/>
              <a:gd name="connsiteY3153" fmla="*/ 1749099 h 6382977"/>
              <a:gd name="connsiteX3154" fmla="*/ 5037182 w 6501199"/>
              <a:gd name="connsiteY3154" fmla="*/ 1746250 h 6382977"/>
              <a:gd name="connsiteX3155" fmla="*/ 5041769 w 6501199"/>
              <a:gd name="connsiteY3155" fmla="*/ 1766570 h 6382977"/>
              <a:gd name="connsiteX3156" fmla="*/ 5014957 w 6501199"/>
              <a:gd name="connsiteY3156" fmla="*/ 1764393 h 6382977"/>
              <a:gd name="connsiteX3157" fmla="*/ 5037182 w 6501199"/>
              <a:gd name="connsiteY3157" fmla="*/ 1746250 h 6382977"/>
              <a:gd name="connsiteX3158" fmla="*/ 6390187 w 6501199"/>
              <a:gd name="connsiteY3158" fmla="*/ 1743648 h 6382977"/>
              <a:gd name="connsiteX3159" fmla="*/ 6421436 w 6501199"/>
              <a:gd name="connsiteY3159" fmla="*/ 1743648 h 6382977"/>
              <a:gd name="connsiteX3160" fmla="*/ 6423922 w 6501199"/>
              <a:gd name="connsiteY3160" fmla="*/ 1766343 h 6382977"/>
              <a:gd name="connsiteX3161" fmla="*/ 6399065 w 6501199"/>
              <a:gd name="connsiteY3161" fmla="*/ 1748331 h 6382977"/>
              <a:gd name="connsiteX3162" fmla="*/ 6408297 w 6501199"/>
              <a:gd name="connsiteY3162" fmla="*/ 1825783 h 6382977"/>
              <a:gd name="connsiteX3163" fmla="*/ 6403681 w 6501199"/>
              <a:gd name="connsiteY3163" fmla="*/ 1834790 h 6382977"/>
              <a:gd name="connsiteX3164" fmla="*/ 6383440 w 6501199"/>
              <a:gd name="connsiteY3164" fmla="*/ 1830106 h 6382977"/>
              <a:gd name="connsiteX3165" fmla="*/ 6390187 w 6501199"/>
              <a:gd name="connsiteY3165" fmla="*/ 1743648 h 6382977"/>
              <a:gd name="connsiteX3166" fmla="*/ 1458536 w 6501199"/>
              <a:gd name="connsiteY3166" fmla="*/ 1740435 h 6382977"/>
              <a:gd name="connsiteX3167" fmla="*/ 1419652 w 6501199"/>
              <a:gd name="connsiteY3167" fmla="*/ 1756273 h 6382977"/>
              <a:gd name="connsiteX3168" fmla="*/ 1458536 w 6501199"/>
              <a:gd name="connsiteY3168" fmla="*/ 1740435 h 6382977"/>
              <a:gd name="connsiteX3169" fmla="*/ 6353044 w 6501199"/>
              <a:gd name="connsiteY3169" fmla="*/ 1739900 h 6382977"/>
              <a:gd name="connsiteX3170" fmla="*/ 6368566 w 6501199"/>
              <a:gd name="connsiteY3170" fmla="*/ 1797105 h 6382977"/>
              <a:gd name="connsiteX3171" fmla="*/ 6366449 w 6501199"/>
              <a:gd name="connsiteY3171" fmla="*/ 1822088 h 6382977"/>
              <a:gd name="connsiteX3172" fmla="*/ 6339638 w 6501199"/>
              <a:gd name="connsiteY3172" fmla="*/ 1762710 h 6382977"/>
              <a:gd name="connsiteX3173" fmla="*/ 6353044 w 6501199"/>
              <a:gd name="connsiteY3173" fmla="*/ 1739900 h 6382977"/>
              <a:gd name="connsiteX3174" fmla="*/ 6105412 w 6501199"/>
              <a:gd name="connsiteY3174" fmla="*/ 1734498 h 6382977"/>
              <a:gd name="connsiteX3175" fmla="*/ 6104889 w 6501199"/>
              <a:gd name="connsiteY3175" fmla="*/ 1742394 h 6382977"/>
              <a:gd name="connsiteX3176" fmla="*/ 6112417 w 6501199"/>
              <a:gd name="connsiteY3176" fmla="*/ 1740098 h 6382977"/>
              <a:gd name="connsiteX3177" fmla="*/ 6107000 w 6501199"/>
              <a:gd name="connsiteY3177" fmla="*/ 1738281 h 6382977"/>
              <a:gd name="connsiteX3178" fmla="*/ 1364926 w 6501199"/>
              <a:gd name="connsiteY3178" fmla="*/ 1733596 h 6382977"/>
              <a:gd name="connsiteX3179" fmla="*/ 1322081 w 6501199"/>
              <a:gd name="connsiteY3179" fmla="*/ 1778950 h 6382977"/>
              <a:gd name="connsiteX3180" fmla="*/ 1371767 w 6501199"/>
              <a:gd name="connsiteY3180" fmla="*/ 1742595 h 6382977"/>
              <a:gd name="connsiteX3181" fmla="*/ 1364926 w 6501199"/>
              <a:gd name="connsiteY3181" fmla="*/ 1733596 h 6382977"/>
              <a:gd name="connsiteX3182" fmla="*/ 5947376 w 6501199"/>
              <a:gd name="connsiteY3182" fmla="*/ 1733550 h 6382977"/>
              <a:gd name="connsiteX3183" fmla="*/ 5951841 w 6501199"/>
              <a:gd name="connsiteY3183" fmla="*/ 1749539 h 6382977"/>
              <a:gd name="connsiteX3184" fmla="*/ 5933238 w 6501199"/>
              <a:gd name="connsiteY3184" fmla="*/ 1751720 h 6382977"/>
              <a:gd name="connsiteX3185" fmla="*/ 5947376 w 6501199"/>
              <a:gd name="connsiteY3185" fmla="*/ 1733550 h 6382977"/>
              <a:gd name="connsiteX3186" fmla="*/ 4797663 w 6501199"/>
              <a:gd name="connsiteY3186" fmla="*/ 1733550 h 6382977"/>
              <a:gd name="connsiteX3187" fmla="*/ 4763967 w 6501199"/>
              <a:gd name="connsiteY3187" fmla="*/ 1778716 h 6382977"/>
              <a:gd name="connsiteX3188" fmla="*/ 4824906 w 6501199"/>
              <a:gd name="connsiteY3188" fmla="*/ 1733550 h 6382977"/>
              <a:gd name="connsiteX3189" fmla="*/ 4822756 w 6501199"/>
              <a:gd name="connsiteY3189" fmla="*/ 1744662 h 6382977"/>
              <a:gd name="connsiteX3190" fmla="*/ 4827416 w 6501199"/>
              <a:gd name="connsiteY3190" fmla="*/ 1760435 h 6382977"/>
              <a:gd name="connsiteX3191" fmla="*/ 4738875 w 6501199"/>
              <a:gd name="connsiteY3191" fmla="*/ 1833203 h 6382977"/>
              <a:gd name="connsiteX3192" fmla="*/ 4729913 w 6501199"/>
              <a:gd name="connsiteY3192" fmla="*/ 1808111 h 6382977"/>
              <a:gd name="connsiteX3193" fmla="*/ 4797663 w 6501199"/>
              <a:gd name="connsiteY3193" fmla="*/ 1733550 h 6382977"/>
              <a:gd name="connsiteX3194" fmla="*/ 5046188 w 6501199"/>
              <a:gd name="connsiteY3194" fmla="*/ 1726171 h 6382977"/>
              <a:gd name="connsiteX3195" fmla="*/ 5052266 w 6501199"/>
              <a:gd name="connsiteY3195" fmla="*/ 1727647 h 6382977"/>
              <a:gd name="connsiteX3196" fmla="*/ 5054443 w 6501199"/>
              <a:gd name="connsiteY3196" fmla="*/ 1734444 h 6382977"/>
              <a:gd name="connsiteX3197" fmla="*/ 5045371 w 6501199"/>
              <a:gd name="connsiteY3197" fmla="*/ 1745892 h 6382977"/>
              <a:gd name="connsiteX3198" fmla="*/ 5038477 w 6501199"/>
              <a:gd name="connsiteY3198" fmla="*/ 1729793 h 6382977"/>
              <a:gd name="connsiteX3199" fmla="*/ 5046188 w 6501199"/>
              <a:gd name="connsiteY3199" fmla="*/ 1726171 h 6382977"/>
              <a:gd name="connsiteX3200" fmla="*/ 6324036 w 6501199"/>
              <a:gd name="connsiteY3200" fmla="*/ 1725612 h 6382977"/>
              <a:gd name="connsiteX3201" fmla="*/ 6324036 w 6501199"/>
              <a:gd name="connsiteY3201" fmla="*/ 1761767 h 6382977"/>
              <a:gd name="connsiteX3202" fmla="*/ 6324036 w 6501199"/>
              <a:gd name="connsiteY3202" fmla="*/ 1725612 h 6382977"/>
              <a:gd name="connsiteX3203" fmla="*/ 4929449 w 6501199"/>
              <a:gd name="connsiteY3203" fmla="*/ 1719577 h 6382977"/>
              <a:gd name="connsiteX3204" fmla="*/ 4924769 w 6501199"/>
              <a:gd name="connsiteY3204" fmla="*/ 1737578 h 6382977"/>
              <a:gd name="connsiteX3205" fmla="*/ 4929449 w 6501199"/>
              <a:gd name="connsiteY3205" fmla="*/ 1719577 h 6382977"/>
              <a:gd name="connsiteX3206" fmla="*/ 5452647 w 6501199"/>
              <a:gd name="connsiteY3206" fmla="*/ 1714500 h 6382977"/>
              <a:gd name="connsiteX3207" fmla="*/ 5455251 w 6501199"/>
              <a:gd name="connsiteY3207" fmla="*/ 1744298 h 6382977"/>
              <a:gd name="connsiteX3208" fmla="*/ 5452647 w 6501199"/>
              <a:gd name="connsiteY3208" fmla="*/ 1714500 h 6382977"/>
              <a:gd name="connsiteX3209" fmla="*/ 6105788 w 6501199"/>
              <a:gd name="connsiteY3209" fmla="*/ 1713694 h 6382977"/>
              <a:gd name="connsiteX3210" fmla="*/ 6106550 w 6501199"/>
              <a:gd name="connsiteY3210" fmla="*/ 1717319 h 6382977"/>
              <a:gd name="connsiteX3211" fmla="*/ 6105691 w 6501199"/>
              <a:gd name="connsiteY3211" fmla="*/ 1730294 h 6382977"/>
              <a:gd name="connsiteX3212" fmla="*/ 6106291 w 6501199"/>
              <a:gd name="connsiteY3212" fmla="*/ 1728707 h 6382977"/>
              <a:gd name="connsiteX3213" fmla="*/ 6112417 w 6501199"/>
              <a:gd name="connsiteY3213" fmla="*/ 1730738 h 6382977"/>
              <a:gd name="connsiteX3214" fmla="*/ 6110032 w 6501199"/>
              <a:gd name="connsiteY3214" fmla="*/ 1718587 h 6382977"/>
              <a:gd name="connsiteX3215" fmla="*/ 5802815 w 6501199"/>
              <a:gd name="connsiteY3215" fmla="*/ 1708056 h 6382977"/>
              <a:gd name="connsiteX3216" fmla="*/ 5789495 w 6501199"/>
              <a:gd name="connsiteY3216" fmla="*/ 1726417 h 6382977"/>
              <a:gd name="connsiteX3217" fmla="*/ 5809655 w 6501199"/>
              <a:gd name="connsiteY3217" fmla="*/ 1721737 h 6382977"/>
              <a:gd name="connsiteX3218" fmla="*/ 5802815 w 6501199"/>
              <a:gd name="connsiteY3218" fmla="*/ 1708056 h 6382977"/>
              <a:gd name="connsiteX3219" fmla="*/ 5118090 w 6501199"/>
              <a:gd name="connsiteY3219" fmla="*/ 1705896 h 6382977"/>
              <a:gd name="connsiteX3220" fmla="*/ 5106930 w 6501199"/>
              <a:gd name="connsiteY3220" fmla="*/ 1723897 h 6382977"/>
              <a:gd name="connsiteX3221" fmla="*/ 5118090 w 6501199"/>
              <a:gd name="connsiteY3221" fmla="*/ 1705896 h 6382977"/>
              <a:gd name="connsiteX3222" fmla="*/ 5994112 w 6501199"/>
              <a:gd name="connsiteY3222" fmla="*/ 1700135 h 6382977"/>
              <a:gd name="connsiteX3223" fmla="*/ 5982817 w 6501199"/>
              <a:gd name="connsiteY3223" fmla="*/ 1708056 h 6382977"/>
              <a:gd name="connsiteX3224" fmla="*/ 5998657 w 6501199"/>
              <a:gd name="connsiteY3224" fmla="*/ 1712736 h 6382977"/>
              <a:gd name="connsiteX3225" fmla="*/ 5994112 w 6501199"/>
              <a:gd name="connsiteY3225" fmla="*/ 1700135 h 6382977"/>
              <a:gd name="connsiteX3226" fmla="*/ 1355925 w 6501199"/>
              <a:gd name="connsiteY3226" fmla="*/ 1699401 h 6382977"/>
              <a:gd name="connsiteX3227" fmla="*/ 1337923 w 6501199"/>
              <a:gd name="connsiteY3227" fmla="*/ 1724238 h 6382977"/>
              <a:gd name="connsiteX3228" fmla="*/ 1360605 w 6501199"/>
              <a:gd name="connsiteY3228" fmla="*/ 1713079 h 6382977"/>
              <a:gd name="connsiteX3229" fmla="*/ 1355925 w 6501199"/>
              <a:gd name="connsiteY3229" fmla="*/ 1699401 h 6382977"/>
              <a:gd name="connsiteX3230" fmla="*/ 4719470 w 6501199"/>
              <a:gd name="connsiteY3230" fmla="*/ 1693862 h 6382977"/>
              <a:gd name="connsiteX3231" fmla="*/ 4701299 w 6501199"/>
              <a:gd name="connsiteY3231" fmla="*/ 1717308 h 6382977"/>
              <a:gd name="connsiteX3232" fmla="*/ 4719470 w 6501199"/>
              <a:gd name="connsiteY3232" fmla="*/ 1693862 h 6382977"/>
              <a:gd name="connsiteX3233" fmla="*/ 6319664 w 6501199"/>
              <a:gd name="connsiteY3233" fmla="*/ 1692275 h 6382977"/>
              <a:gd name="connsiteX3234" fmla="*/ 6317531 w 6501199"/>
              <a:gd name="connsiteY3234" fmla="*/ 1726836 h 6382977"/>
              <a:gd name="connsiteX3235" fmla="*/ 6319664 w 6501199"/>
              <a:gd name="connsiteY3235" fmla="*/ 1692275 h 6382977"/>
              <a:gd name="connsiteX3236" fmla="*/ 5944876 w 6501199"/>
              <a:gd name="connsiteY3236" fmla="*/ 1690831 h 6382977"/>
              <a:gd name="connsiteX3237" fmla="*/ 5930257 w 6501199"/>
              <a:gd name="connsiteY3237" fmla="*/ 1701216 h 6382977"/>
              <a:gd name="connsiteX3238" fmla="*/ 5946457 w 6501199"/>
              <a:gd name="connsiteY3238" fmla="*/ 1701216 h 6382977"/>
              <a:gd name="connsiteX3239" fmla="*/ 5921256 w 6501199"/>
              <a:gd name="connsiteY3239" fmla="*/ 1726417 h 6382977"/>
              <a:gd name="connsiteX3240" fmla="*/ 5914461 w 6501199"/>
              <a:gd name="connsiteY3240" fmla="*/ 1743789 h 6382977"/>
              <a:gd name="connsiteX3241" fmla="*/ 5912521 w 6501199"/>
              <a:gd name="connsiteY3241" fmla="*/ 1748696 h 6382977"/>
              <a:gd name="connsiteX3242" fmla="*/ 5914139 w 6501199"/>
              <a:gd name="connsiteY3242" fmla="*/ 1751480 h 6382977"/>
              <a:gd name="connsiteX3243" fmla="*/ 5929500 w 6501199"/>
              <a:gd name="connsiteY3243" fmla="*/ 1761282 h 6382977"/>
              <a:gd name="connsiteX3244" fmla="*/ 5939617 w 6501199"/>
              <a:gd name="connsiteY3244" fmla="*/ 1755939 h 6382977"/>
              <a:gd name="connsiteX3245" fmla="*/ 5939443 w 6501199"/>
              <a:gd name="connsiteY3245" fmla="*/ 1761627 h 6382977"/>
              <a:gd name="connsiteX3246" fmla="*/ 5936053 w 6501199"/>
              <a:gd name="connsiteY3246" fmla="*/ 1765464 h 6382977"/>
              <a:gd name="connsiteX3247" fmla="*/ 5942269 w 6501199"/>
              <a:gd name="connsiteY3247" fmla="*/ 1769430 h 6382977"/>
              <a:gd name="connsiteX3248" fmla="*/ 5942587 w 6501199"/>
              <a:gd name="connsiteY3248" fmla="*/ 1769125 h 6382977"/>
              <a:gd name="connsiteX3249" fmla="*/ 5944860 w 6501199"/>
              <a:gd name="connsiteY3249" fmla="*/ 1768209 h 6382977"/>
              <a:gd name="connsiteX3250" fmla="*/ 5948099 w 6501199"/>
              <a:gd name="connsiteY3250" fmla="*/ 1773150 h 6382977"/>
              <a:gd name="connsiteX3251" fmla="*/ 5948781 w 6501199"/>
              <a:gd name="connsiteY3251" fmla="*/ 1773586 h 6382977"/>
              <a:gd name="connsiteX3252" fmla="*/ 5962297 w 6501199"/>
              <a:gd name="connsiteY3252" fmla="*/ 1744418 h 6382977"/>
              <a:gd name="connsiteX3253" fmla="*/ 5966617 w 6501199"/>
              <a:gd name="connsiteY3253" fmla="*/ 1755939 h 6382977"/>
              <a:gd name="connsiteX3254" fmla="*/ 5982817 w 6501199"/>
              <a:gd name="connsiteY3254" fmla="*/ 1737578 h 6382977"/>
              <a:gd name="connsiteX3255" fmla="*/ 5973457 w 6501199"/>
              <a:gd name="connsiteY3255" fmla="*/ 1719577 h 6382977"/>
              <a:gd name="connsiteX3256" fmla="*/ 5957617 w 6501199"/>
              <a:gd name="connsiteY3256" fmla="*/ 1726417 h 6382977"/>
              <a:gd name="connsiteX3257" fmla="*/ 5964457 w 6501199"/>
              <a:gd name="connsiteY3257" fmla="*/ 1710576 h 6382977"/>
              <a:gd name="connsiteX3258" fmla="*/ 5978137 w 6501199"/>
              <a:gd name="connsiteY3258" fmla="*/ 1710576 h 6382977"/>
              <a:gd name="connsiteX3259" fmla="*/ 5944876 w 6501199"/>
              <a:gd name="connsiteY3259" fmla="*/ 1690831 h 6382977"/>
              <a:gd name="connsiteX3260" fmla="*/ 5458878 w 6501199"/>
              <a:gd name="connsiteY3260" fmla="*/ 1687670 h 6382977"/>
              <a:gd name="connsiteX3261" fmla="*/ 5441373 w 6501199"/>
              <a:gd name="connsiteY3261" fmla="*/ 1690055 h 6382977"/>
              <a:gd name="connsiteX3262" fmla="*/ 5427693 w 6501199"/>
              <a:gd name="connsiteY3262" fmla="*/ 1699055 h 6382977"/>
              <a:gd name="connsiteX3263" fmla="*/ 5418693 w 6501199"/>
              <a:gd name="connsiteY3263" fmla="*/ 1749099 h 6382977"/>
              <a:gd name="connsiteX3264" fmla="*/ 5405013 w 6501199"/>
              <a:gd name="connsiteY3264" fmla="*/ 1753779 h 6382977"/>
              <a:gd name="connsiteX3265" fmla="*/ 5405013 w 6501199"/>
              <a:gd name="connsiteY3265" fmla="*/ 1769620 h 6382977"/>
              <a:gd name="connsiteX3266" fmla="*/ 5414013 w 6501199"/>
              <a:gd name="connsiteY3266" fmla="*/ 1794462 h 6382977"/>
              <a:gd name="connsiteX3267" fmla="*/ 5414013 w 6501199"/>
              <a:gd name="connsiteY3267" fmla="*/ 1758099 h 6382977"/>
              <a:gd name="connsiteX3268" fmla="*/ 5434533 w 6501199"/>
              <a:gd name="connsiteY3268" fmla="*/ 1737578 h 6382977"/>
              <a:gd name="connsiteX3269" fmla="*/ 5436693 w 6501199"/>
              <a:gd name="connsiteY3269" fmla="*/ 1744418 h 6382977"/>
              <a:gd name="connsiteX3270" fmla="*/ 5438853 w 6501199"/>
              <a:gd name="connsiteY3270" fmla="*/ 1785461 h 6382977"/>
              <a:gd name="connsiteX3271" fmla="*/ 5443533 w 6501199"/>
              <a:gd name="connsiteY3271" fmla="*/ 1755939 h 6382977"/>
              <a:gd name="connsiteX3272" fmla="*/ 5461893 w 6501199"/>
              <a:gd name="connsiteY3272" fmla="*/ 1749099 h 6382977"/>
              <a:gd name="connsiteX3273" fmla="*/ 5450373 w 6501199"/>
              <a:gd name="connsiteY3273" fmla="*/ 1696895 h 6382977"/>
              <a:gd name="connsiteX3274" fmla="*/ 5459373 w 6501199"/>
              <a:gd name="connsiteY3274" fmla="*/ 1699055 h 6382977"/>
              <a:gd name="connsiteX3275" fmla="*/ 5458878 w 6501199"/>
              <a:gd name="connsiteY3275" fmla="*/ 1687670 h 6382977"/>
              <a:gd name="connsiteX3276" fmla="*/ 5067914 w 6501199"/>
              <a:gd name="connsiteY3276" fmla="*/ 1685925 h 6382977"/>
              <a:gd name="connsiteX3277" fmla="*/ 5054247 w 6501199"/>
              <a:gd name="connsiteY3277" fmla="*/ 1723672 h 6382977"/>
              <a:gd name="connsiteX3278" fmla="*/ 5061080 w 6501199"/>
              <a:gd name="connsiteY3278" fmla="*/ 1688041 h 6382977"/>
              <a:gd name="connsiteX3279" fmla="*/ 5067914 w 6501199"/>
              <a:gd name="connsiteY3279" fmla="*/ 1685925 h 6382977"/>
              <a:gd name="connsiteX3280" fmla="*/ 5616444 w 6501199"/>
              <a:gd name="connsiteY3280" fmla="*/ 1682750 h 6382977"/>
              <a:gd name="connsiteX3281" fmla="*/ 5621030 w 6501199"/>
              <a:gd name="connsiteY3281" fmla="*/ 1706190 h 6382977"/>
              <a:gd name="connsiteX3282" fmla="*/ 5616444 w 6501199"/>
              <a:gd name="connsiteY3282" fmla="*/ 1682750 h 6382977"/>
              <a:gd name="connsiteX3283" fmla="*/ 5082057 w 6501199"/>
              <a:gd name="connsiteY3283" fmla="*/ 1662112 h 6382977"/>
              <a:gd name="connsiteX3284" fmla="*/ 5096251 w 6501199"/>
              <a:gd name="connsiteY3284" fmla="*/ 1666594 h 6382977"/>
              <a:gd name="connsiteX3285" fmla="*/ 5079816 w 6501199"/>
              <a:gd name="connsiteY3285" fmla="*/ 1676306 h 6382977"/>
              <a:gd name="connsiteX3286" fmla="*/ 5082057 w 6501199"/>
              <a:gd name="connsiteY3286" fmla="*/ 1662112 h 6382977"/>
              <a:gd name="connsiteX3287" fmla="*/ 4948614 w 6501199"/>
              <a:gd name="connsiteY3287" fmla="*/ 1654175 h 6382977"/>
              <a:gd name="connsiteX3288" fmla="*/ 4932179 w 6501199"/>
              <a:gd name="connsiteY3288" fmla="*/ 1685568 h 6382977"/>
              <a:gd name="connsiteX3289" fmla="*/ 4948614 w 6501199"/>
              <a:gd name="connsiteY3289" fmla="*/ 1654175 h 6382977"/>
              <a:gd name="connsiteX3290" fmla="*/ 5871216 w 6501199"/>
              <a:gd name="connsiteY3290" fmla="*/ 1653692 h 6382977"/>
              <a:gd name="connsiteX3291" fmla="*/ 5864376 w 6501199"/>
              <a:gd name="connsiteY3291" fmla="*/ 1699055 h 6382977"/>
              <a:gd name="connsiteX3292" fmla="*/ 5882736 w 6501199"/>
              <a:gd name="connsiteY3292" fmla="*/ 1655852 h 6382977"/>
              <a:gd name="connsiteX3293" fmla="*/ 5871216 w 6501199"/>
              <a:gd name="connsiteY3293" fmla="*/ 1653692 h 6382977"/>
              <a:gd name="connsiteX3294" fmla="*/ 5700575 w 6501199"/>
              <a:gd name="connsiteY3294" fmla="*/ 1649012 h 6382977"/>
              <a:gd name="connsiteX3295" fmla="*/ 5686895 w 6501199"/>
              <a:gd name="connsiteY3295" fmla="*/ 1683214 h 6382977"/>
              <a:gd name="connsiteX3296" fmla="*/ 5700575 w 6501199"/>
              <a:gd name="connsiteY3296" fmla="*/ 1649012 h 6382977"/>
              <a:gd name="connsiteX3297" fmla="*/ 6424692 w 6501199"/>
              <a:gd name="connsiteY3297" fmla="*/ 1646237 h 6382977"/>
              <a:gd name="connsiteX3298" fmla="*/ 6445084 w 6501199"/>
              <a:gd name="connsiteY3298" fmla="*/ 1650598 h 6382977"/>
              <a:gd name="connsiteX3299" fmla="*/ 6433636 w 6501199"/>
              <a:gd name="connsiteY3299" fmla="*/ 1676036 h 6382977"/>
              <a:gd name="connsiteX3300" fmla="*/ 6424692 w 6501199"/>
              <a:gd name="connsiteY3300" fmla="*/ 1646237 h 6382977"/>
              <a:gd name="connsiteX3301" fmla="*/ 5104265 w 6501199"/>
              <a:gd name="connsiteY3301" fmla="*/ 1642003 h 6382977"/>
              <a:gd name="connsiteX3302" fmla="*/ 5088258 w 6501199"/>
              <a:gd name="connsiteY3302" fmla="*/ 1653292 h 6382977"/>
              <a:gd name="connsiteX3303" fmla="*/ 5104265 w 6501199"/>
              <a:gd name="connsiteY3303" fmla="*/ 1642003 h 6382977"/>
              <a:gd name="connsiteX3304" fmla="*/ 5918106 w 6501199"/>
              <a:gd name="connsiteY3304" fmla="*/ 1625228 h 6382977"/>
              <a:gd name="connsiteX3305" fmla="*/ 5907576 w 6501199"/>
              <a:gd name="connsiteY3305" fmla="*/ 1640011 h 6382977"/>
              <a:gd name="connsiteX3306" fmla="*/ 5916936 w 6501199"/>
              <a:gd name="connsiteY3306" fmla="*/ 1655852 h 6382977"/>
              <a:gd name="connsiteX3307" fmla="*/ 5939617 w 6501199"/>
              <a:gd name="connsiteY3307" fmla="*/ 1644332 h 6382977"/>
              <a:gd name="connsiteX3308" fmla="*/ 5916936 w 6501199"/>
              <a:gd name="connsiteY3308" fmla="*/ 1646852 h 6382977"/>
              <a:gd name="connsiteX3309" fmla="*/ 5923417 w 6501199"/>
              <a:gd name="connsiteY3309" fmla="*/ 1626330 h 6382977"/>
              <a:gd name="connsiteX3310" fmla="*/ 5918106 w 6501199"/>
              <a:gd name="connsiteY3310" fmla="*/ 1625228 h 6382977"/>
              <a:gd name="connsiteX3311" fmla="*/ 5676769 w 6501199"/>
              <a:gd name="connsiteY3311" fmla="*/ 1616075 h 6382977"/>
              <a:gd name="connsiteX3312" fmla="*/ 5641138 w 6501199"/>
              <a:gd name="connsiteY3312" fmla="*/ 1625048 h 6382977"/>
              <a:gd name="connsiteX3313" fmla="*/ 5676769 w 6501199"/>
              <a:gd name="connsiteY3313" fmla="*/ 1616075 h 6382977"/>
              <a:gd name="connsiteX3314" fmla="*/ 5184331 w 6501199"/>
              <a:gd name="connsiteY3314" fmla="*/ 1614810 h 6382977"/>
              <a:gd name="connsiteX3315" fmla="*/ 5165971 w 6501199"/>
              <a:gd name="connsiteY3315" fmla="*/ 1635331 h 6382977"/>
              <a:gd name="connsiteX3316" fmla="*/ 5184331 w 6501199"/>
              <a:gd name="connsiteY3316" fmla="*/ 1614810 h 6382977"/>
              <a:gd name="connsiteX3317" fmla="*/ 6398552 w 6501199"/>
              <a:gd name="connsiteY3317" fmla="*/ 1614487 h 6382977"/>
              <a:gd name="connsiteX3318" fmla="*/ 6411957 w 6501199"/>
              <a:gd name="connsiteY3318" fmla="*/ 1662747 h 6382977"/>
              <a:gd name="connsiteX3319" fmla="*/ 6380913 w 6501199"/>
              <a:gd name="connsiteY3319" fmla="*/ 1632992 h 6382977"/>
              <a:gd name="connsiteX3320" fmla="*/ 6391849 w 6501199"/>
              <a:gd name="connsiteY3320" fmla="*/ 1628275 h 6382977"/>
              <a:gd name="connsiteX3321" fmla="*/ 6398552 w 6501199"/>
              <a:gd name="connsiteY3321" fmla="*/ 1614487 h 6382977"/>
              <a:gd name="connsiteX3322" fmla="*/ 5759396 w 6501199"/>
              <a:gd name="connsiteY3322" fmla="*/ 1606951 h 6382977"/>
              <a:gd name="connsiteX3323" fmla="*/ 5750615 w 6501199"/>
              <a:gd name="connsiteY3323" fmla="*/ 1610129 h 6382977"/>
              <a:gd name="connsiteX3324" fmla="*/ 5764295 w 6501199"/>
              <a:gd name="connsiteY3324" fmla="*/ 1623810 h 6382977"/>
              <a:gd name="connsiteX3325" fmla="*/ 5753135 w 6501199"/>
              <a:gd name="connsiteY3325" fmla="*/ 1621650 h 6382977"/>
              <a:gd name="connsiteX3326" fmla="*/ 5757455 w 6501199"/>
              <a:gd name="connsiteY3326" fmla="*/ 1642171 h 6382977"/>
              <a:gd name="connsiteX3327" fmla="*/ 5768975 w 6501199"/>
              <a:gd name="connsiteY3327" fmla="*/ 1646852 h 6382977"/>
              <a:gd name="connsiteX3328" fmla="*/ 5770685 w 6501199"/>
              <a:gd name="connsiteY3328" fmla="*/ 1645682 h 6382977"/>
              <a:gd name="connsiteX3329" fmla="*/ 5773984 w 6501199"/>
              <a:gd name="connsiteY3329" fmla="*/ 1643425 h 6382977"/>
              <a:gd name="connsiteX3330" fmla="*/ 5771197 w 6501199"/>
              <a:gd name="connsiteY3330" fmla="*/ 1635755 h 6382977"/>
              <a:gd name="connsiteX3331" fmla="*/ 5770939 w 6501199"/>
              <a:gd name="connsiteY3331" fmla="*/ 1634734 h 6382977"/>
              <a:gd name="connsiteX3332" fmla="*/ 5764295 w 6501199"/>
              <a:gd name="connsiteY3332" fmla="*/ 1633171 h 6382977"/>
              <a:gd name="connsiteX3333" fmla="*/ 5767625 w 6501199"/>
              <a:gd name="connsiteY3333" fmla="*/ 1628491 h 6382977"/>
              <a:gd name="connsiteX3334" fmla="*/ 5769183 w 6501199"/>
              <a:gd name="connsiteY3334" fmla="*/ 1627786 h 6382977"/>
              <a:gd name="connsiteX3335" fmla="*/ 5764779 w 6501199"/>
              <a:gd name="connsiteY3335" fmla="*/ 1610359 h 6382977"/>
              <a:gd name="connsiteX3336" fmla="*/ 5882736 w 6501199"/>
              <a:gd name="connsiteY3336" fmla="*/ 1605809 h 6382977"/>
              <a:gd name="connsiteX3337" fmla="*/ 5875896 w 6501199"/>
              <a:gd name="connsiteY3337" fmla="*/ 1626330 h 6382977"/>
              <a:gd name="connsiteX3338" fmla="*/ 5893896 w 6501199"/>
              <a:gd name="connsiteY3338" fmla="*/ 1623810 h 6382977"/>
              <a:gd name="connsiteX3339" fmla="*/ 5882736 w 6501199"/>
              <a:gd name="connsiteY3339" fmla="*/ 1605809 h 6382977"/>
              <a:gd name="connsiteX3340" fmla="*/ 6135461 w 6501199"/>
              <a:gd name="connsiteY3340" fmla="*/ 1604962 h 6382977"/>
              <a:gd name="connsiteX3341" fmla="*/ 6135461 w 6501199"/>
              <a:gd name="connsiteY3341" fmla="*/ 1642709 h 6382977"/>
              <a:gd name="connsiteX3342" fmla="*/ 6135461 w 6501199"/>
              <a:gd name="connsiteY3342" fmla="*/ 1604962 h 6382977"/>
              <a:gd name="connsiteX3343" fmla="*/ 5912256 w 6501199"/>
              <a:gd name="connsiteY3343" fmla="*/ 1598968 h 6382977"/>
              <a:gd name="connsiteX3344" fmla="*/ 5903256 w 6501199"/>
              <a:gd name="connsiteY3344" fmla="*/ 1616970 h 6382977"/>
              <a:gd name="connsiteX3345" fmla="*/ 5919096 w 6501199"/>
              <a:gd name="connsiteY3345" fmla="*/ 1612649 h 6382977"/>
              <a:gd name="connsiteX3346" fmla="*/ 5690201 w 6501199"/>
              <a:gd name="connsiteY3346" fmla="*/ 1597025 h 6382977"/>
              <a:gd name="connsiteX3347" fmla="*/ 5694666 w 6501199"/>
              <a:gd name="connsiteY3347" fmla="*/ 1610945 h 6382977"/>
              <a:gd name="connsiteX3348" fmla="*/ 5676063 w 6501199"/>
              <a:gd name="connsiteY3348" fmla="*/ 1606549 h 6382977"/>
              <a:gd name="connsiteX3349" fmla="*/ 5690201 w 6501199"/>
              <a:gd name="connsiteY3349" fmla="*/ 1597025 h 6382977"/>
              <a:gd name="connsiteX3350" fmla="*/ 5495733 w 6501199"/>
              <a:gd name="connsiteY3350" fmla="*/ 1594288 h 6382977"/>
              <a:gd name="connsiteX3351" fmla="*/ 5484573 w 6501199"/>
              <a:gd name="connsiteY3351" fmla="*/ 1616970 h 6382977"/>
              <a:gd name="connsiteX3352" fmla="*/ 5482413 w 6501199"/>
              <a:gd name="connsiteY3352" fmla="*/ 1605809 h 6382977"/>
              <a:gd name="connsiteX3353" fmla="*/ 5470893 w 6501199"/>
              <a:gd name="connsiteY3353" fmla="*/ 1646852 h 6382977"/>
              <a:gd name="connsiteX3354" fmla="*/ 5450373 w 6501199"/>
              <a:gd name="connsiteY3354" fmla="*/ 1658013 h 6382977"/>
              <a:gd name="connsiteX3355" fmla="*/ 5473053 w 6501199"/>
              <a:gd name="connsiteY3355" fmla="*/ 1705896 h 6382977"/>
              <a:gd name="connsiteX3356" fmla="*/ 5473053 w 6501199"/>
              <a:gd name="connsiteY3356" fmla="*/ 1676374 h 6382977"/>
              <a:gd name="connsiteX3357" fmla="*/ 5498253 w 6501199"/>
              <a:gd name="connsiteY3357" fmla="*/ 1637491 h 6382977"/>
              <a:gd name="connsiteX3358" fmla="*/ 5486733 w 6501199"/>
              <a:gd name="connsiteY3358" fmla="*/ 1612649 h 6382977"/>
              <a:gd name="connsiteX3359" fmla="*/ 5495733 w 6501199"/>
              <a:gd name="connsiteY3359" fmla="*/ 1594288 h 6382977"/>
              <a:gd name="connsiteX3360" fmla="*/ 5129607 w 6501199"/>
              <a:gd name="connsiteY3360" fmla="*/ 1587098 h 6382977"/>
              <a:gd name="connsiteX3361" fmla="*/ 5109325 w 6501199"/>
              <a:gd name="connsiteY3361" fmla="*/ 1605632 h 6382977"/>
              <a:gd name="connsiteX3362" fmla="*/ 5129607 w 6501199"/>
              <a:gd name="connsiteY3362" fmla="*/ 1587098 h 6382977"/>
              <a:gd name="connsiteX3363" fmla="*/ 5536773 w 6501199"/>
              <a:gd name="connsiteY3363" fmla="*/ 1585288 h 6382977"/>
              <a:gd name="connsiteX3364" fmla="*/ 5536773 w 6501199"/>
              <a:gd name="connsiteY3364" fmla="*/ 1598968 h 6382977"/>
              <a:gd name="connsiteX3365" fmla="*/ 5550453 w 6501199"/>
              <a:gd name="connsiteY3365" fmla="*/ 1592128 h 6382977"/>
              <a:gd name="connsiteX3366" fmla="*/ 5536773 w 6501199"/>
              <a:gd name="connsiteY3366" fmla="*/ 1585288 h 6382977"/>
              <a:gd name="connsiteX3367" fmla="*/ 4802761 w 6501199"/>
              <a:gd name="connsiteY3367" fmla="*/ 1582812 h 6382977"/>
              <a:gd name="connsiteX3368" fmla="*/ 4787239 w 6501199"/>
              <a:gd name="connsiteY3368" fmla="*/ 1601415 h 6382977"/>
              <a:gd name="connsiteX3369" fmla="*/ 4802761 w 6501199"/>
              <a:gd name="connsiteY3369" fmla="*/ 1582812 h 6382977"/>
              <a:gd name="connsiteX3370" fmla="*/ 5067408 w 6501199"/>
              <a:gd name="connsiteY3370" fmla="*/ 1582737 h 6382977"/>
              <a:gd name="connsiteX3371" fmla="*/ 5083566 w 6501199"/>
              <a:gd name="connsiteY3371" fmla="*/ 1593860 h 6382977"/>
              <a:gd name="connsiteX3372" fmla="*/ 5074230 w 6501199"/>
              <a:gd name="connsiteY3372" fmla="*/ 1634766 h 6382977"/>
              <a:gd name="connsiteX3373" fmla="*/ 5058431 w 6501199"/>
              <a:gd name="connsiteY3373" fmla="*/ 1625795 h 6382977"/>
              <a:gd name="connsiteX3374" fmla="*/ 5063099 w 6501199"/>
              <a:gd name="connsiteY3374" fmla="*/ 1596013 h 6382977"/>
              <a:gd name="connsiteX3375" fmla="*/ 5076744 w 6501199"/>
              <a:gd name="connsiteY3375" fmla="*/ 1591707 h 6382977"/>
              <a:gd name="connsiteX3376" fmla="*/ 5067408 w 6501199"/>
              <a:gd name="connsiteY3376" fmla="*/ 1582737 h 6382977"/>
              <a:gd name="connsiteX3377" fmla="*/ 5810460 w 6501199"/>
              <a:gd name="connsiteY3377" fmla="*/ 1579675 h 6382977"/>
              <a:gd name="connsiteX3378" fmla="*/ 5813641 w 6501199"/>
              <a:gd name="connsiteY3378" fmla="*/ 1591950 h 6382977"/>
              <a:gd name="connsiteX3379" fmla="*/ 5814959 w 6501199"/>
              <a:gd name="connsiteY3379" fmla="*/ 1584860 h 6382977"/>
              <a:gd name="connsiteX3380" fmla="*/ 5486733 w 6501199"/>
              <a:gd name="connsiteY3380" fmla="*/ 1576287 h 6382977"/>
              <a:gd name="connsiteX3381" fmla="*/ 5509413 w 6501199"/>
              <a:gd name="connsiteY3381" fmla="*/ 1598968 h 6382977"/>
              <a:gd name="connsiteX3382" fmla="*/ 5507253 w 6501199"/>
              <a:gd name="connsiteY3382" fmla="*/ 1585288 h 6382977"/>
              <a:gd name="connsiteX3383" fmla="*/ 5486733 w 6501199"/>
              <a:gd name="connsiteY3383" fmla="*/ 1576287 h 6382977"/>
              <a:gd name="connsiteX3384" fmla="*/ 4800187 w 6501199"/>
              <a:gd name="connsiteY3384" fmla="*/ 1563121 h 6382977"/>
              <a:gd name="connsiteX3385" fmla="*/ 4805768 w 6501199"/>
              <a:gd name="connsiteY3385" fmla="*/ 1566639 h 6382977"/>
              <a:gd name="connsiteX3386" fmla="*/ 4799211 w 6501199"/>
              <a:gd name="connsiteY3386" fmla="*/ 1571476 h 6382977"/>
              <a:gd name="connsiteX3387" fmla="*/ 4799211 w 6501199"/>
              <a:gd name="connsiteY3387" fmla="*/ 1580778 h 6382977"/>
              <a:gd name="connsiteX3388" fmla="*/ 4790238 w 6501199"/>
              <a:gd name="connsiteY3388" fmla="*/ 1569243 h 6382977"/>
              <a:gd name="connsiteX3389" fmla="*/ 4800187 w 6501199"/>
              <a:gd name="connsiteY3389" fmla="*/ 1563121 h 6382977"/>
              <a:gd name="connsiteX3390" fmla="*/ 1294718 w 6501199"/>
              <a:gd name="connsiteY3390" fmla="*/ 1560462 h 6382977"/>
              <a:gd name="connsiteX3391" fmla="*/ 1271676 w 6501199"/>
              <a:gd name="connsiteY3391" fmla="*/ 1565141 h 6382977"/>
              <a:gd name="connsiteX3392" fmla="*/ 1217310 w 6501199"/>
              <a:gd name="connsiteY3392" fmla="*/ 1603655 h 6382977"/>
              <a:gd name="connsiteX3393" fmla="*/ 1219470 w 6501199"/>
              <a:gd name="connsiteY3393" fmla="*/ 1631011 h 6382977"/>
              <a:gd name="connsiteX3394" fmla="*/ 1258355 w 6501199"/>
              <a:gd name="connsiteY3394" fmla="*/ 1599336 h 6382977"/>
              <a:gd name="connsiteX3395" fmla="*/ 1294718 w 6501199"/>
              <a:gd name="connsiteY3395" fmla="*/ 1560462 h 6382977"/>
              <a:gd name="connsiteX3396" fmla="*/ 5193331 w 6501199"/>
              <a:gd name="connsiteY3396" fmla="*/ 1560086 h 6382977"/>
              <a:gd name="connsiteX3397" fmla="*/ 5186491 w 6501199"/>
              <a:gd name="connsiteY3397" fmla="*/ 1578447 h 6382977"/>
              <a:gd name="connsiteX3398" fmla="*/ 5193331 w 6501199"/>
              <a:gd name="connsiteY3398" fmla="*/ 1560086 h 6382977"/>
              <a:gd name="connsiteX3399" fmla="*/ 5557293 w 6501199"/>
              <a:gd name="connsiteY3399" fmla="*/ 1555766 h 6382977"/>
              <a:gd name="connsiteX3400" fmla="*/ 5564133 w 6501199"/>
              <a:gd name="connsiteY3400" fmla="*/ 1571607 h 6382977"/>
              <a:gd name="connsiteX3401" fmla="*/ 5557293 w 6501199"/>
              <a:gd name="connsiteY3401" fmla="*/ 1555766 h 6382977"/>
              <a:gd name="connsiteX3402" fmla="*/ 5131682 w 6501199"/>
              <a:gd name="connsiteY3402" fmla="*/ 1555750 h 6382977"/>
              <a:gd name="connsiteX3403" fmla="*/ 5150236 w 6501199"/>
              <a:gd name="connsiteY3403" fmla="*/ 1564821 h 6382977"/>
              <a:gd name="connsiteX3404" fmla="*/ 5138595 w 6501199"/>
              <a:gd name="connsiteY3404" fmla="*/ 1573893 h 6382977"/>
              <a:gd name="connsiteX3405" fmla="*/ 5134229 w 6501199"/>
              <a:gd name="connsiteY3405" fmla="*/ 1562644 h 6382977"/>
              <a:gd name="connsiteX3406" fmla="*/ 5115675 w 6501199"/>
              <a:gd name="connsiteY3406" fmla="*/ 1569538 h 6382977"/>
              <a:gd name="connsiteX3407" fmla="*/ 5131682 w 6501199"/>
              <a:gd name="connsiteY3407" fmla="*/ 1555750 h 6382977"/>
              <a:gd name="connsiteX3408" fmla="*/ 4993998 w 6501199"/>
              <a:gd name="connsiteY3408" fmla="*/ 1555750 h 6382977"/>
              <a:gd name="connsiteX3409" fmla="*/ 4984660 w 6501199"/>
              <a:gd name="connsiteY3409" fmla="*/ 1574426 h 6382977"/>
              <a:gd name="connsiteX3410" fmla="*/ 4993998 w 6501199"/>
              <a:gd name="connsiteY3410" fmla="*/ 1555750 h 6382977"/>
              <a:gd name="connsiteX3411" fmla="*/ 5381972 w 6501199"/>
              <a:gd name="connsiteY3411" fmla="*/ 1553605 h 6382977"/>
              <a:gd name="connsiteX3412" fmla="*/ 5375132 w 6501199"/>
              <a:gd name="connsiteY3412" fmla="*/ 1573767 h 6382977"/>
              <a:gd name="connsiteX3413" fmla="*/ 5381972 w 6501199"/>
              <a:gd name="connsiteY3413" fmla="*/ 1553605 h 6382977"/>
              <a:gd name="connsiteX3414" fmla="*/ 5926977 w 6501199"/>
              <a:gd name="connsiteY3414" fmla="*/ 1552452 h 6382977"/>
              <a:gd name="connsiteX3415" fmla="*/ 5921256 w 6501199"/>
              <a:gd name="connsiteY3415" fmla="*/ 1573767 h 6382977"/>
              <a:gd name="connsiteX3416" fmla="*/ 5934937 w 6501199"/>
              <a:gd name="connsiteY3416" fmla="*/ 1555766 h 6382977"/>
              <a:gd name="connsiteX3417" fmla="*/ 5926977 w 6501199"/>
              <a:gd name="connsiteY3417" fmla="*/ 1552452 h 6382977"/>
              <a:gd name="connsiteX3418" fmla="*/ 6167271 w 6501199"/>
              <a:gd name="connsiteY3418" fmla="*/ 1547748 h 6382977"/>
              <a:gd name="connsiteX3419" fmla="*/ 6171007 w 6501199"/>
              <a:gd name="connsiteY3419" fmla="*/ 1549193 h 6382977"/>
              <a:gd name="connsiteX3420" fmla="*/ 6159977 w 6501199"/>
              <a:gd name="connsiteY3420" fmla="*/ 1571274 h 6382977"/>
              <a:gd name="connsiteX3421" fmla="*/ 6155351 w 6501199"/>
              <a:gd name="connsiteY3421" fmla="*/ 1555853 h 6382977"/>
              <a:gd name="connsiteX3422" fmla="*/ 6166737 w 6501199"/>
              <a:gd name="connsiteY3422" fmla="*/ 1551296 h 6382977"/>
              <a:gd name="connsiteX3423" fmla="*/ 6167271 w 6501199"/>
              <a:gd name="connsiteY3423" fmla="*/ 1547748 h 6382977"/>
              <a:gd name="connsiteX3424" fmla="*/ 5900736 w 6501199"/>
              <a:gd name="connsiteY3424" fmla="*/ 1546765 h 6382977"/>
              <a:gd name="connsiteX3425" fmla="*/ 5884896 w 6501199"/>
              <a:gd name="connsiteY3425" fmla="*/ 1571607 h 6382977"/>
              <a:gd name="connsiteX3426" fmla="*/ 5900736 w 6501199"/>
              <a:gd name="connsiteY3426" fmla="*/ 1546765 h 6382977"/>
              <a:gd name="connsiteX3427" fmla="*/ 4814901 w 6501199"/>
              <a:gd name="connsiteY3427" fmla="*/ 1535112 h 6382977"/>
              <a:gd name="connsiteX3428" fmla="*/ 4808078 w 6501199"/>
              <a:gd name="connsiteY3428" fmla="*/ 1561749 h 6382977"/>
              <a:gd name="connsiteX3429" fmla="*/ 4801256 w 6501199"/>
              <a:gd name="connsiteY3429" fmla="*/ 1546328 h 6382977"/>
              <a:gd name="connsiteX3430" fmla="*/ 4814901 w 6501199"/>
              <a:gd name="connsiteY3430" fmla="*/ 1535112 h 6382977"/>
              <a:gd name="connsiteX3431" fmla="*/ 1317401 w 6501199"/>
              <a:gd name="connsiteY3431" fmla="*/ 1533465 h 6382977"/>
              <a:gd name="connsiteX3432" fmla="*/ 1299039 w 6501199"/>
              <a:gd name="connsiteY3432" fmla="*/ 1558302 h 6382977"/>
              <a:gd name="connsiteX3433" fmla="*/ 1317401 w 6501199"/>
              <a:gd name="connsiteY3433" fmla="*/ 1533465 h 6382977"/>
              <a:gd name="connsiteX3434" fmla="*/ 5834855 w 6501199"/>
              <a:gd name="connsiteY3434" fmla="*/ 1523723 h 6382977"/>
              <a:gd name="connsiteX3435" fmla="*/ 5816495 w 6501199"/>
              <a:gd name="connsiteY3435" fmla="*/ 1546765 h 6382977"/>
              <a:gd name="connsiteX3436" fmla="*/ 5825855 w 6501199"/>
              <a:gd name="connsiteY3436" fmla="*/ 1560086 h 6382977"/>
              <a:gd name="connsiteX3437" fmla="*/ 5839535 w 6501199"/>
              <a:gd name="connsiteY3437" fmla="*/ 1560086 h 6382977"/>
              <a:gd name="connsiteX3438" fmla="*/ 5834855 w 6501199"/>
              <a:gd name="connsiteY3438" fmla="*/ 1523723 h 6382977"/>
              <a:gd name="connsiteX3439" fmla="*/ 5018267 w 6501199"/>
              <a:gd name="connsiteY3439" fmla="*/ 1523514 h 6382977"/>
              <a:gd name="connsiteX3440" fmla="*/ 5018238 w 6501199"/>
              <a:gd name="connsiteY3440" fmla="*/ 1523652 h 6382977"/>
              <a:gd name="connsiteX3441" fmla="*/ 5018150 w 6501199"/>
              <a:gd name="connsiteY3441" fmla="*/ 1523650 h 6382977"/>
              <a:gd name="connsiteX3442" fmla="*/ 1290038 w 6501199"/>
              <a:gd name="connsiteY3442" fmla="*/ 1521947 h 6382977"/>
              <a:gd name="connsiteX3443" fmla="*/ 1274196 w 6501199"/>
              <a:gd name="connsiteY3443" fmla="*/ 1535625 h 6382977"/>
              <a:gd name="connsiteX3444" fmla="*/ 1290038 w 6501199"/>
              <a:gd name="connsiteY3444" fmla="*/ 1521947 h 6382977"/>
              <a:gd name="connsiteX3445" fmla="*/ 5709822 w 6501199"/>
              <a:gd name="connsiteY3445" fmla="*/ 1519237 h 6382977"/>
              <a:gd name="connsiteX3446" fmla="*/ 5716891 w 6501199"/>
              <a:gd name="connsiteY3446" fmla="*/ 1556984 h 6382977"/>
              <a:gd name="connsiteX3447" fmla="*/ 5698288 w 6501199"/>
              <a:gd name="connsiteY3447" fmla="*/ 1543578 h 6382977"/>
              <a:gd name="connsiteX3448" fmla="*/ 5709822 w 6501199"/>
              <a:gd name="connsiteY3448" fmla="*/ 1519237 h 6382977"/>
              <a:gd name="connsiteX3449" fmla="*/ 5921256 w 6501199"/>
              <a:gd name="connsiteY3449" fmla="*/ 1512563 h 6382977"/>
              <a:gd name="connsiteX3450" fmla="*/ 5910096 w 6501199"/>
              <a:gd name="connsiteY3450" fmla="*/ 1516883 h 6382977"/>
              <a:gd name="connsiteX3451" fmla="*/ 5910096 w 6501199"/>
              <a:gd name="connsiteY3451" fmla="*/ 1553605 h 6382977"/>
              <a:gd name="connsiteX3452" fmla="*/ 5921256 w 6501199"/>
              <a:gd name="connsiteY3452" fmla="*/ 1512563 h 6382977"/>
              <a:gd name="connsiteX3453" fmla="*/ 5020529 w 6501199"/>
              <a:gd name="connsiteY3453" fmla="*/ 1512563 h 6382977"/>
              <a:gd name="connsiteX3454" fmla="*/ 5020664 w 6501199"/>
              <a:gd name="connsiteY3454" fmla="*/ 1520708 h 6382977"/>
              <a:gd name="connsiteX3455" fmla="*/ 5018267 w 6501199"/>
              <a:gd name="connsiteY3455" fmla="*/ 1523514 h 6382977"/>
              <a:gd name="connsiteX3456" fmla="*/ 4876025 w 6501199"/>
              <a:gd name="connsiteY3456" fmla="*/ 1500187 h 6382977"/>
              <a:gd name="connsiteX3457" fmla="*/ 4865159 w 6501199"/>
              <a:gd name="connsiteY3457" fmla="*/ 1534748 h 6382977"/>
              <a:gd name="connsiteX3458" fmla="*/ 4876025 w 6501199"/>
              <a:gd name="connsiteY3458" fmla="*/ 1500187 h 6382977"/>
              <a:gd name="connsiteX3459" fmla="*/ 1512902 w 6501199"/>
              <a:gd name="connsiteY3459" fmla="*/ 1499270 h 6382977"/>
              <a:gd name="connsiteX3460" fmla="*/ 1488059 w 6501199"/>
              <a:gd name="connsiteY3460" fmla="*/ 1521947 h 6382977"/>
              <a:gd name="connsiteX3461" fmla="*/ 1512902 w 6501199"/>
              <a:gd name="connsiteY3461" fmla="*/ 1499270 h 6382977"/>
              <a:gd name="connsiteX3462" fmla="*/ 5980297 w 6501199"/>
              <a:gd name="connsiteY3462" fmla="*/ 1496361 h 6382977"/>
              <a:gd name="connsiteX3463" fmla="*/ 5953297 w 6501199"/>
              <a:gd name="connsiteY3463" fmla="*/ 1560086 h 6382977"/>
              <a:gd name="connsiteX3464" fmla="*/ 5934937 w 6501199"/>
              <a:gd name="connsiteY3464" fmla="*/ 1573767 h 6382977"/>
              <a:gd name="connsiteX3465" fmla="*/ 5950777 w 6501199"/>
              <a:gd name="connsiteY3465" fmla="*/ 1571607 h 6382977"/>
              <a:gd name="connsiteX3466" fmla="*/ 5934937 w 6501199"/>
              <a:gd name="connsiteY3466" fmla="*/ 1628491 h 6382977"/>
              <a:gd name="connsiteX3467" fmla="*/ 5969137 w 6501199"/>
              <a:gd name="connsiteY3467" fmla="*/ 1589968 h 6382977"/>
              <a:gd name="connsiteX3468" fmla="*/ 5964457 w 6501199"/>
              <a:gd name="connsiteY3468" fmla="*/ 1548925 h 6382977"/>
              <a:gd name="connsiteX3469" fmla="*/ 5987137 w 6501199"/>
              <a:gd name="connsiteY3469" fmla="*/ 1553605 h 6382977"/>
              <a:gd name="connsiteX3470" fmla="*/ 5993977 w 6501199"/>
              <a:gd name="connsiteY3470" fmla="*/ 1530564 h 6382977"/>
              <a:gd name="connsiteX3471" fmla="*/ 5975977 w 6501199"/>
              <a:gd name="connsiteY3471" fmla="*/ 1519403 h 6382977"/>
              <a:gd name="connsiteX3472" fmla="*/ 5980297 w 6501199"/>
              <a:gd name="connsiteY3472" fmla="*/ 1496361 h 6382977"/>
              <a:gd name="connsiteX3473" fmla="*/ 5165499 w 6501199"/>
              <a:gd name="connsiteY3473" fmla="*/ 1495425 h 6382977"/>
              <a:gd name="connsiteX3474" fmla="*/ 5177222 w 6501199"/>
              <a:gd name="connsiteY3474" fmla="*/ 1502185 h 6382977"/>
              <a:gd name="connsiteX3475" fmla="*/ 5158538 w 6501199"/>
              <a:gd name="connsiteY3475" fmla="*/ 1508946 h 6382977"/>
              <a:gd name="connsiteX3476" fmla="*/ 5170261 w 6501199"/>
              <a:gd name="connsiteY3476" fmla="*/ 1506811 h 6382977"/>
              <a:gd name="connsiteX3477" fmla="*/ 5165499 w 6501199"/>
              <a:gd name="connsiteY3477" fmla="*/ 1495425 h 6382977"/>
              <a:gd name="connsiteX3478" fmla="*/ 5629116 w 6501199"/>
              <a:gd name="connsiteY3478" fmla="*/ 1479550 h 6382977"/>
              <a:gd name="connsiteX3479" fmla="*/ 5624835 w 6501199"/>
              <a:gd name="connsiteY3479" fmla="*/ 1502990 h 6382977"/>
              <a:gd name="connsiteX3480" fmla="*/ 5629116 w 6501199"/>
              <a:gd name="connsiteY3480" fmla="*/ 1479550 h 6382977"/>
              <a:gd name="connsiteX3481" fmla="*/ 5810345 w 6501199"/>
              <a:gd name="connsiteY3481" fmla="*/ 1474623 h 6382977"/>
              <a:gd name="connsiteX3482" fmla="*/ 5807354 w 6501199"/>
              <a:gd name="connsiteY3482" fmla="*/ 1486502 h 6382977"/>
              <a:gd name="connsiteX3483" fmla="*/ 5811995 w 6501199"/>
              <a:gd name="connsiteY3483" fmla="*/ 1490646 h 6382977"/>
              <a:gd name="connsiteX3484" fmla="*/ 5823335 w 6501199"/>
              <a:gd name="connsiteY3484" fmla="*/ 1498882 h 6382977"/>
              <a:gd name="connsiteX3485" fmla="*/ 5832695 w 6501199"/>
              <a:gd name="connsiteY3485" fmla="*/ 1485201 h 6382977"/>
              <a:gd name="connsiteX3486" fmla="*/ 5816495 w 6501199"/>
              <a:gd name="connsiteY3486" fmla="*/ 1483041 h 6382977"/>
              <a:gd name="connsiteX3487" fmla="*/ 4899223 w 6501199"/>
              <a:gd name="connsiteY3487" fmla="*/ 1468437 h 6382977"/>
              <a:gd name="connsiteX3488" fmla="*/ 4892666 w 6501199"/>
              <a:gd name="connsiteY3488" fmla="*/ 1493474 h 6382977"/>
              <a:gd name="connsiteX3489" fmla="*/ 4899223 w 6501199"/>
              <a:gd name="connsiteY3489" fmla="*/ 1468437 h 6382977"/>
              <a:gd name="connsiteX3490" fmla="*/ 5934937 w 6501199"/>
              <a:gd name="connsiteY3490" fmla="*/ 1464679 h 6382977"/>
              <a:gd name="connsiteX3491" fmla="*/ 5914416 w 6501199"/>
              <a:gd name="connsiteY3491" fmla="*/ 1503202 h 6382977"/>
              <a:gd name="connsiteX3492" fmla="*/ 5943937 w 6501199"/>
              <a:gd name="connsiteY3492" fmla="*/ 1492041 h 6382977"/>
              <a:gd name="connsiteX3493" fmla="*/ 5953297 w 6501199"/>
              <a:gd name="connsiteY3493" fmla="*/ 1476200 h 6382977"/>
              <a:gd name="connsiteX3494" fmla="*/ 5928097 w 6501199"/>
              <a:gd name="connsiteY3494" fmla="*/ 1471520 h 6382977"/>
              <a:gd name="connsiteX3495" fmla="*/ 5817247 w 6501199"/>
              <a:gd name="connsiteY3495" fmla="*/ 1455764 h 6382977"/>
              <a:gd name="connsiteX3496" fmla="*/ 5815940 w 6501199"/>
              <a:gd name="connsiteY3496" fmla="*/ 1458664 h 6382977"/>
              <a:gd name="connsiteX3497" fmla="*/ 5817553 w 6501199"/>
              <a:gd name="connsiteY3497" fmla="*/ 1457012 h 6382977"/>
              <a:gd name="connsiteX3498" fmla="*/ 5170567 w 6501199"/>
              <a:gd name="connsiteY3498" fmla="*/ 1454803 h 6382977"/>
              <a:gd name="connsiteX3499" fmla="*/ 5193105 w 6501199"/>
              <a:gd name="connsiteY3499" fmla="*/ 1457044 h 6382977"/>
              <a:gd name="connsiteX3500" fmla="*/ 5181657 w 6501199"/>
              <a:gd name="connsiteY3500" fmla="*/ 1471238 h 6382977"/>
              <a:gd name="connsiteX3501" fmla="*/ 5170567 w 6501199"/>
              <a:gd name="connsiteY3501" fmla="*/ 1454803 h 6382977"/>
              <a:gd name="connsiteX3502" fmla="*/ 5126924 w 6501199"/>
              <a:gd name="connsiteY3502" fmla="*/ 1450677 h 6382977"/>
              <a:gd name="connsiteX3503" fmla="*/ 5117673 w 6501199"/>
              <a:gd name="connsiteY3503" fmla="*/ 1464816 h 6382977"/>
              <a:gd name="connsiteX3504" fmla="*/ 5126924 w 6501199"/>
              <a:gd name="connsiteY3504" fmla="*/ 1450677 h 6382977"/>
              <a:gd name="connsiteX3505" fmla="*/ 5922517 w 6501199"/>
              <a:gd name="connsiteY3505" fmla="*/ 1447353 h 6382977"/>
              <a:gd name="connsiteX3506" fmla="*/ 5916936 w 6501199"/>
              <a:gd name="connsiteY3506" fmla="*/ 1450998 h 6382977"/>
              <a:gd name="connsiteX3507" fmla="*/ 5923417 w 6501199"/>
              <a:gd name="connsiteY3507" fmla="*/ 1464679 h 6382977"/>
              <a:gd name="connsiteX3508" fmla="*/ 5928097 w 6501199"/>
              <a:gd name="connsiteY3508" fmla="*/ 1448838 h 6382977"/>
              <a:gd name="connsiteX3509" fmla="*/ 5922517 w 6501199"/>
              <a:gd name="connsiteY3509" fmla="*/ 1447353 h 6382977"/>
              <a:gd name="connsiteX3510" fmla="*/ 6439405 w 6501199"/>
              <a:gd name="connsiteY3510" fmla="*/ 1443633 h 6382977"/>
              <a:gd name="connsiteX3511" fmla="*/ 6432607 w 6501199"/>
              <a:gd name="connsiteY3511" fmla="*/ 1459640 h 6382977"/>
              <a:gd name="connsiteX3512" fmla="*/ 6444055 w 6501199"/>
              <a:gd name="connsiteY3512" fmla="*/ 1466552 h 6382977"/>
              <a:gd name="connsiteX3513" fmla="*/ 6439405 w 6501199"/>
              <a:gd name="connsiteY3513" fmla="*/ 1443633 h 6382977"/>
              <a:gd name="connsiteX3514" fmla="*/ 6294965 w 6501199"/>
              <a:gd name="connsiteY3514" fmla="*/ 1435100 h 6382977"/>
              <a:gd name="connsiteX3515" fmla="*/ 6306871 w 6501199"/>
              <a:gd name="connsiteY3515" fmla="*/ 1462212 h 6382977"/>
              <a:gd name="connsiteX3516" fmla="*/ 6294965 w 6501199"/>
              <a:gd name="connsiteY3516" fmla="*/ 1435100 h 6382977"/>
              <a:gd name="connsiteX3517" fmla="*/ 3923751 w 6501199"/>
              <a:gd name="connsiteY3517" fmla="*/ 1429210 h 6382977"/>
              <a:gd name="connsiteX3518" fmla="*/ 3912916 w 6501199"/>
              <a:gd name="connsiteY3518" fmla="*/ 1447078 h 6382977"/>
              <a:gd name="connsiteX3519" fmla="*/ 3928758 w 6501199"/>
              <a:gd name="connsiteY3519" fmla="*/ 1430880 h 6382977"/>
              <a:gd name="connsiteX3520" fmla="*/ 3923751 w 6501199"/>
              <a:gd name="connsiteY3520" fmla="*/ 1429210 h 6382977"/>
              <a:gd name="connsiteX3521" fmla="*/ 1958989 w 6501199"/>
              <a:gd name="connsiteY3521" fmla="*/ 1408204 h 6382977"/>
              <a:gd name="connsiteX3522" fmla="*/ 1929466 w 6501199"/>
              <a:gd name="connsiteY3522" fmla="*/ 1419722 h 6382977"/>
              <a:gd name="connsiteX3523" fmla="*/ 1940627 w 6501199"/>
              <a:gd name="connsiteY3523" fmla="*/ 1424041 h 6382977"/>
              <a:gd name="connsiteX3524" fmla="*/ 1965830 w 6501199"/>
              <a:gd name="connsiteY3524" fmla="*/ 1412883 h 6382977"/>
              <a:gd name="connsiteX3525" fmla="*/ 1958989 w 6501199"/>
              <a:gd name="connsiteY3525" fmla="*/ 1408204 h 6382977"/>
              <a:gd name="connsiteX3526" fmla="*/ 2081762 w 6501199"/>
              <a:gd name="connsiteY3526" fmla="*/ 1401365 h 6382977"/>
              <a:gd name="connsiteX3527" fmla="*/ 2063760 w 6501199"/>
              <a:gd name="connsiteY3527" fmla="*/ 1412883 h 6382977"/>
              <a:gd name="connsiteX3528" fmla="*/ 2077442 w 6501199"/>
              <a:gd name="connsiteY3528" fmla="*/ 1424041 h 6382977"/>
              <a:gd name="connsiteX3529" fmla="*/ 2081762 w 6501199"/>
              <a:gd name="connsiteY3529" fmla="*/ 1401365 h 6382977"/>
              <a:gd name="connsiteX3530" fmla="*/ 5591396 w 6501199"/>
              <a:gd name="connsiteY3530" fmla="*/ 1400175 h 6382977"/>
              <a:gd name="connsiteX3531" fmla="*/ 5595630 w 6501199"/>
              <a:gd name="connsiteY3531" fmla="*/ 1436329 h 6382977"/>
              <a:gd name="connsiteX3532" fmla="*/ 5584694 w 6501199"/>
              <a:gd name="connsiteY3532" fmla="*/ 1434181 h 6382977"/>
              <a:gd name="connsiteX3533" fmla="*/ 5591396 w 6501199"/>
              <a:gd name="connsiteY3533" fmla="*/ 1400175 h 6382977"/>
              <a:gd name="connsiteX3534" fmla="*/ 5885278 w 6501199"/>
              <a:gd name="connsiteY3534" fmla="*/ 1398587 h 6382977"/>
              <a:gd name="connsiteX3535" fmla="*/ 5869257 w 6501199"/>
              <a:gd name="connsiteY3535" fmla="*/ 1454952 h 6382977"/>
              <a:gd name="connsiteX3536" fmla="*/ 5885278 w 6501199"/>
              <a:gd name="connsiteY3536" fmla="*/ 1398587 h 6382977"/>
              <a:gd name="connsiteX3537" fmla="*/ 3727496 w 6501199"/>
              <a:gd name="connsiteY3537" fmla="*/ 1396325 h 6382977"/>
              <a:gd name="connsiteX3538" fmla="*/ 3721736 w 6501199"/>
              <a:gd name="connsiteY3538" fmla="*/ 1396685 h 6382977"/>
              <a:gd name="connsiteX3539" fmla="*/ 3733257 w 6501199"/>
              <a:gd name="connsiteY3539" fmla="*/ 1399205 h 6382977"/>
              <a:gd name="connsiteX3540" fmla="*/ 3727496 w 6501199"/>
              <a:gd name="connsiteY3540" fmla="*/ 1396325 h 6382977"/>
              <a:gd name="connsiteX3541" fmla="*/ 2122806 w 6501199"/>
              <a:gd name="connsiteY3541" fmla="*/ 1390206 h 6382977"/>
              <a:gd name="connsiteX3542" fmla="*/ 2109125 w 6501199"/>
              <a:gd name="connsiteY3542" fmla="*/ 1410363 h 6382977"/>
              <a:gd name="connsiteX3543" fmla="*/ 2120286 w 6501199"/>
              <a:gd name="connsiteY3543" fmla="*/ 1415043 h 6382977"/>
              <a:gd name="connsiteX3544" fmla="*/ 2141168 w 6501199"/>
              <a:gd name="connsiteY3544" fmla="*/ 1403524 h 6382977"/>
              <a:gd name="connsiteX3545" fmla="*/ 2122806 w 6501199"/>
              <a:gd name="connsiteY3545" fmla="*/ 1394526 h 6382977"/>
              <a:gd name="connsiteX3546" fmla="*/ 2122806 w 6501199"/>
              <a:gd name="connsiteY3546" fmla="*/ 1390206 h 6382977"/>
              <a:gd name="connsiteX3547" fmla="*/ 2168171 w 6501199"/>
              <a:gd name="connsiteY3547" fmla="*/ 1387687 h 6382977"/>
              <a:gd name="connsiteX3548" fmla="*/ 2145489 w 6501199"/>
              <a:gd name="connsiteY3548" fmla="*/ 1403524 h 6382977"/>
              <a:gd name="connsiteX3549" fmla="*/ 2168171 w 6501199"/>
              <a:gd name="connsiteY3549" fmla="*/ 1387687 h 6382977"/>
              <a:gd name="connsiteX3550" fmla="*/ 6293614 w 6501199"/>
              <a:gd name="connsiteY3550" fmla="*/ 1384300 h 6382977"/>
              <a:gd name="connsiteX3551" fmla="*/ 6305100 w 6501199"/>
              <a:gd name="connsiteY3551" fmla="*/ 1420454 h 6382977"/>
              <a:gd name="connsiteX3552" fmla="*/ 6289307 w 6501199"/>
              <a:gd name="connsiteY3552" fmla="*/ 1420454 h 6382977"/>
              <a:gd name="connsiteX3553" fmla="*/ 6293614 w 6501199"/>
              <a:gd name="connsiteY3553" fmla="*/ 1384300 h 6382977"/>
              <a:gd name="connsiteX3554" fmla="*/ 4891566 w 6501199"/>
              <a:gd name="connsiteY3554" fmla="*/ 1384300 h 6382977"/>
              <a:gd name="connsiteX3555" fmla="*/ 4854917 w 6501199"/>
              <a:gd name="connsiteY3555" fmla="*/ 1410936 h 6382977"/>
              <a:gd name="connsiteX3556" fmla="*/ 4891566 w 6501199"/>
              <a:gd name="connsiteY3556" fmla="*/ 1384300 h 6382977"/>
              <a:gd name="connsiteX3557" fmla="*/ 4044819 w 6501199"/>
              <a:gd name="connsiteY3557" fmla="*/ 1379537 h 6382977"/>
              <a:gd name="connsiteX3558" fmla="*/ 4031413 w 6501199"/>
              <a:gd name="connsiteY3558" fmla="*/ 1393458 h 6382977"/>
              <a:gd name="connsiteX3559" fmla="*/ 4044819 w 6501199"/>
              <a:gd name="connsiteY3559" fmla="*/ 1379537 h 6382977"/>
              <a:gd name="connsiteX3560" fmla="*/ 5061210 w 6501199"/>
              <a:gd name="connsiteY3560" fmla="*/ 1378273 h 6382977"/>
              <a:gd name="connsiteX3561" fmla="*/ 5063730 w 6501199"/>
              <a:gd name="connsiteY3561" fmla="*/ 1419316 h 6382977"/>
              <a:gd name="connsiteX3562" fmla="*/ 5052209 w 6501199"/>
              <a:gd name="connsiteY3562" fmla="*/ 1439478 h 6382977"/>
              <a:gd name="connsiteX3563" fmla="*/ 5038529 w 6501199"/>
              <a:gd name="connsiteY3563" fmla="*/ 1446678 h 6382977"/>
              <a:gd name="connsiteX3564" fmla="*/ 5061210 w 6501199"/>
              <a:gd name="connsiteY3564" fmla="*/ 1378273 h 6382977"/>
              <a:gd name="connsiteX3565" fmla="*/ 3884997 w 6501199"/>
              <a:gd name="connsiteY3565" fmla="*/ 1377950 h 6382977"/>
              <a:gd name="connsiteX3566" fmla="*/ 3878036 w 6501199"/>
              <a:gd name="connsiteY3566" fmla="*/ 1388725 h 6382977"/>
              <a:gd name="connsiteX3567" fmla="*/ 3884997 w 6501199"/>
              <a:gd name="connsiteY3567" fmla="*/ 1377950 h 6382977"/>
              <a:gd name="connsiteX3568" fmla="*/ 3900898 w 6501199"/>
              <a:gd name="connsiteY3568" fmla="*/ 1375751 h 6382977"/>
              <a:gd name="connsiteX3569" fmla="*/ 3896475 w 6501199"/>
              <a:gd name="connsiteY3569" fmla="*/ 1391870 h 6382977"/>
              <a:gd name="connsiteX3570" fmla="*/ 3900898 w 6501199"/>
              <a:gd name="connsiteY3570" fmla="*/ 1375751 h 6382977"/>
              <a:gd name="connsiteX3571" fmla="*/ 6417061 w 6501199"/>
              <a:gd name="connsiteY3571" fmla="*/ 1371600 h 6382977"/>
              <a:gd name="connsiteX3572" fmla="*/ 6412332 w 6501199"/>
              <a:gd name="connsiteY3572" fmla="*/ 1466492 h 6382977"/>
              <a:gd name="connsiteX3573" fmla="*/ 6417061 w 6501199"/>
              <a:gd name="connsiteY3573" fmla="*/ 1371600 h 6382977"/>
              <a:gd name="connsiteX3574" fmla="*/ 5884744 w 6501199"/>
              <a:gd name="connsiteY3574" fmla="*/ 1368425 h 6382977"/>
              <a:gd name="connsiteX3575" fmla="*/ 5901116 w 6501199"/>
              <a:gd name="connsiteY3575" fmla="*/ 1389138 h 6382977"/>
              <a:gd name="connsiteX3576" fmla="*/ 5884744 w 6501199"/>
              <a:gd name="connsiteY3576" fmla="*/ 1368425 h 6382977"/>
              <a:gd name="connsiteX3577" fmla="*/ 5586022 w 6501199"/>
              <a:gd name="connsiteY3577" fmla="*/ 1366837 h 6382977"/>
              <a:gd name="connsiteX3578" fmla="*/ 5590673 w 6501199"/>
              <a:gd name="connsiteY3578" fmla="*/ 1393474 h 6382977"/>
              <a:gd name="connsiteX3579" fmla="*/ 5586022 w 6501199"/>
              <a:gd name="connsiteY3579" fmla="*/ 1366837 h 6382977"/>
              <a:gd name="connsiteX3580" fmla="*/ 5949669 w 6501199"/>
              <a:gd name="connsiteY3580" fmla="*/ 1364176 h 6382977"/>
              <a:gd name="connsiteX3581" fmla="*/ 5937097 w 6501199"/>
              <a:gd name="connsiteY3581" fmla="*/ 1364592 h 6382977"/>
              <a:gd name="connsiteX3582" fmla="*/ 5939617 w 6501199"/>
              <a:gd name="connsiteY3582" fmla="*/ 1380433 h 6382977"/>
              <a:gd name="connsiteX3583" fmla="*/ 5957617 w 6501199"/>
              <a:gd name="connsiteY3583" fmla="*/ 1396275 h 6382977"/>
              <a:gd name="connsiteX3584" fmla="*/ 5949669 w 6501199"/>
              <a:gd name="connsiteY3584" fmla="*/ 1364176 h 6382977"/>
              <a:gd name="connsiteX3585" fmla="*/ 3994900 w 6501199"/>
              <a:gd name="connsiteY3585" fmla="*/ 1362075 h 6382977"/>
              <a:gd name="connsiteX3586" fmla="*/ 4004059 w 6501199"/>
              <a:gd name="connsiteY3586" fmla="*/ 1375393 h 6382977"/>
              <a:gd name="connsiteX3587" fmla="*/ 3987940 w 6501199"/>
              <a:gd name="connsiteY3587" fmla="*/ 1379599 h 6382977"/>
              <a:gd name="connsiteX3588" fmla="*/ 3994900 w 6501199"/>
              <a:gd name="connsiteY3588" fmla="*/ 1362075 h 6382977"/>
              <a:gd name="connsiteX3589" fmla="*/ 3558909 w 6501199"/>
              <a:gd name="connsiteY3589" fmla="*/ 1361231 h 6382977"/>
              <a:gd name="connsiteX3590" fmla="*/ 3542077 w 6501199"/>
              <a:gd name="connsiteY3590" fmla="*/ 1367170 h 6382977"/>
              <a:gd name="connsiteX3591" fmla="*/ 3574120 w 6501199"/>
              <a:gd name="connsiteY3591" fmla="*/ 1367170 h 6382977"/>
              <a:gd name="connsiteX3592" fmla="*/ 3558909 w 6501199"/>
              <a:gd name="connsiteY3592" fmla="*/ 1361231 h 6382977"/>
              <a:gd name="connsiteX3593" fmla="*/ 2183788 w 6501199"/>
              <a:gd name="connsiteY3593" fmla="*/ 1355111 h 6382977"/>
              <a:gd name="connsiteX3594" fmla="*/ 2175012 w 6501199"/>
              <a:gd name="connsiteY3594" fmla="*/ 1365010 h 6382977"/>
              <a:gd name="connsiteX3595" fmla="*/ 2197694 w 6501199"/>
              <a:gd name="connsiteY3595" fmla="*/ 1360331 h 6382977"/>
              <a:gd name="connsiteX3596" fmla="*/ 2183788 w 6501199"/>
              <a:gd name="connsiteY3596" fmla="*/ 1355111 h 6382977"/>
              <a:gd name="connsiteX3597" fmla="*/ 3836135 w 6501199"/>
              <a:gd name="connsiteY3597" fmla="*/ 1352428 h 6382977"/>
              <a:gd name="connsiteX3598" fmla="*/ 3842134 w 6501199"/>
              <a:gd name="connsiteY3598" fmla="*/ 1357923 h 6382977"/>
              <a:gd name="connsiteX3599" fmla="*/ 3828213 w 6501199"/>
              <a:gd name="connsiteY3599" fmla="*/ 1355725 h 6382977"/>
              <a:gd name="connsiteX3600" fmla="*/ 3836135 w 6501199"/>
              <a:gd name="connsiteY3600" fmla="*/ 1352428 h 6382977"/>
              <a:gd name="connsiteX3601" fmla="*/ 5769227 w 6501199"/>
              <a:gd name="connsiteY3601" fmla="*/ 1350962 h 6382977"/>
              <a:gd name="connsiteX3602" fmla="*/ 5780475 w 6501199"/>
              <a:gd name="connsiteY3602" fmla="*/ 1360120 h 6382977"/>
              <a:gd name="connsiteX3603" fmla="*/ 5773581 w 6501199"/>
              <a:gd name="connsiteY3603" fmla="*/ 1369645 h 6382977"/>
              <a:gd name="connsiteX3604" fmla="*/ 5769227 w 6501199"/>
              <a:gd name="connsiteY3604" fmla="*/ 1350962 h 6382977"/>
              <a:gd name="connsiteX3605" fmla="*/ 1519620 w 6501199"/>
              <a:gd name="connsiteY3605" fmla="*/ 1350962 h 6382977"/>
              <a:gd name="connsiteX3606" fmla="*/ 1489474 w 6501199"/>
              <a:gd name="connsiteY3606" fmla="*/ 1380761 h 6382977"/>
              <a:gd name="connsiteX3607" fmla="*/ 1519620 w 6501199"/>
              <a:gd name="connsiteY3607" fmla="*/ 1350962 h 6382977"/>
              <a:gd name="connsiteX3608" fmla="*/ 3675904 w 6501199"/>
              <a:gd name="connsiteY3608" fmla="*/ 1348334 h 6382977"/>
              <a:gd name="connsiteX3609" fmla="*/ 3662689 w 6501199"/>
              <a:gd name="connsiteY3609" fmla="*/ 1360331 h 6382977"/>
              <a:gd name="connsiteX3610" fmla="*/ 3676371 w 6501199"/>
              <a:gd name="connsiteY3610" fmla="*/ 1358171 h 6382977"/>
              <a:gd name="connsiteX3611" fmla="*/ 3675904 w 6501199"/>
              <a:gd name="connsiteY3611" fmla="*/ 1348334 h 6382977"/>
              <a:gd name="connsiteX3612" fmla="*/ 5441113 w 6501199"/>
              <a:gd name="connsiteY3612" fmla="*/ 1345707 h 6382977"/>
              <a:gd name="connsiteX3613" fmla="*/ 5456635 w 6501199"/>
              <a:gd name="connsiteY3613" fmla="*/ 1345707 h 6382977"/>
              <a:gd name="connsiteX3614" fmla="*/ 5445346 w 6501199"/>
              <a:gd name="connsiteY3614" fmla="*/ 1357093 h 6382977"/>
              <a:gd name="connsiteX3615" fmla="*/ 5441113 w 6501199"/>
              <a:gd name="connsiteY3615" fmla="*/ 1345707 h 6382977"/>
              <a:gd name="connsiteX3616" fmla="*/ 4060672 w 6501199"/>
              <a:gd name="connsiteY3616" fmla="*/ 1344612 h 6382977"/>
              <a:gd name="connsiteX3617" fmla="*/ 4042525 w 6501199"/>
              <a:gd name="connsiteY3617" fmla="*/ 1360353 h 6382977"/>
              <a:gd name="connsiteX3618" fmla="*/ 4060672 w 6501199"/>
              <a:gd name="connsiteY3618" fmla="*/ 1344612 h 6382977"/>
              <a:gd name="connsiteX3619" fmla="*/ 4096781 w 6501199"/>
              <a:gd name="connsiteY3619" fmla="*/ 1341276 h 6382977"/>
              <a:gd name="connsiteX3620" fmla="*/ 4104074 w 6501199"/>
              <a:gd name="connsiteY3620" fmla="*/ 1346075 h 6382977"/>
              <a:gd name="connsiteX3621" fmla="*/ 4072060 w 6501199"/>
              <a:gd name="connsiteY3621" fmla="*/ 1357530 h 6382977"/>
              <a:gd name="connsiteX3622" fmla="*/ 4069513 w 6501199"/>
              <a:gd name="connsiteY3622" fmla="*/ 1341779 h 6382977"/>
              <a:gd name="connsiteX3623" fmla="*/ 4096781 w 6501199"/>
              <a:gd name="connsiteY3623" fmla="*/ 1341276 h 6382977"/>
              <a:gd name="connsiteX3624" fmla="*/ 3406207 w 6501199"/>
              <a:gd name="connsiteY3624" fmla="*/ 1340218 h 6382977"/>
              <a:gd name="connsiteX3625" fmla="*/ 3398781 w 6501199"/>
              <a:gd name="connsiteY3625" fmla="*/ 1351332 h 6382977"/>
              <a:gd name="connsiteX3626" fmla="*/ 3417143 w 6501199"/>
              <a:gd name="connsiteY3626" fmla="*/ 1344493 h 6382977"/>
              <a:gd name="connsiteX3627" fmla="*/ 3406207 w 6501199"/>
              <a:gd name="connsiteY3627" fmla="*/ 1340218 h 6382977"/>
              <a:gd name="connsiteX3628" fmla="*/ 1969457 w 6501199"/>
              <a:gd name="connsiteY3628" fmla="*/ 1339850 h 6382977"/>
              <a:gd name="connsiteX3629" fmla="*/ 1973663 w 6501199"/>
              <a:gd name="connsiteY3629" fmla="*/ 1351573 h 6382977"/>
              <a:gd name="connsiteX3630" fmla="*/ 1949479 w 6501199"/>
              <a:gd name="connsiteY3630" fmla="*/ 1349375 h 6382977"/>
              <a:gd name="connsiteX3631" fmla="*/ 1969457 w 6501199"/>
              <a:gd name="connsiteY3631" fmla="*/ 1339850 h 6382977"/>
              <a:gd name="connsiteX3632" fmla="*/ 1876913 w 6501199"/>
              <a:gd name="connsiteY3632" fmla="*/ 1339850 h 6382977"/>
              <a:gd name="connsiteX3633" fmla="*/ 1843176 w 6501199"/>
              <a:gd name="connsiteY3633" fmla="*/ 1369653 h 6382977"/>
              <a:gd name="connsiteX3634" fmla="*/ 1876913 w 6501199"/>
              <a:gd name="connsiteY3634" fmla="*/ 1339850 h 6382977"/>
              <a:gd name="connsiteX3635" fmla="*/ 3889023 w 6501199"/>
              <a:gd name="connsiteY3635" fmla="*/ 1338228 h 6382977"/>
              <a:gd name="connsiteX3636" fmla="*/ 3894535 w 6501199"/>
              <a:gd name="connsiteY3636" fmla="*/ 1341163 h 6382977"/>
              <a:gd name="connsiteX3637" fmla="*/ 3885363 w 6501199"/>
              <a:gd name="connsiteY3637" fmla="*/ 1345433 h 6382977"/>
              <a:gd name="connsiteX3638" fmla="*/ 3889023 w 6501199"/>
              <a:gd name="connsiteY3638" fmla="*/ 1338228 h 6382977"/>
              <a:gd name="connsiteX3639" fmla="*/ 2382214 w 6501199"/>
              <a:gd name="connsiteY3639" fmla="*/ 1335764 h 6382977"/>
              <a:gd name="connsiteX3640" fmla="*/ 2364032 w 6501199"/>
              <a:gd name="connsiteY3640" fmla="*/ 1349172 h 6382977"/>
              <a:gd name="connsiteX3641" fmla="*/ 2400396 w 6501199"/>
              <a:gd name="connsiteY3641" fmla="*/ 1344493 h 6382977"/>
              <a:gd name="connsiteX3642" fmla="*/ 2382214 w 6501199"/>
              <a:gd name="connsiteY3642" fmla="*/ 1335764 h 6382977"/>
              <a:gd name="connsiteX3643" fmla="*/ 6478871 w 6501199"/>
              <a:gd name="connsiteY3643" fmla="*/ 1335087 h 6382977"/>
              <a:gd name="connsiteX3644" fmla="*/ 6485672 w 6501199"/>
              <a:gd name="connsiteY3644" fmla="*/ 1362706 h 6382977"/>
              <a:gd name="connsiteX3645" fmla="*/ 6478871 w 6501199"/>
              <a:gd name="connsiteY3645" fmla="*/ 1335087 h 6382977"/>
              <a:gd name="connsiteX3646" fmla="*/ 3995783 w 6501199"/>
              <a:gd name="connsiteY3646" fmla="*/ 1331912 h 6382977"/>
              <a:gd name="connsiteX3647" fmla="*/ 3997899 w 6501199"/>
              <a:gd name="connsiteY3647" fmla="*/ 1348010 h 6382977"/>
              <a:gd name="connsiteX3648" fmla="*/ 3989080 w 6501199"/>
              <a:gd name="connsiteY3648" fmla="*/ 1348010 h 6382977"/>
              <a:gd name="connsiteX3649" fmla="*/ 3995783 w 6501199"/>
              <a:gd name="connsiteY3649" fmla="*/ 1331912 h 6382977"/>
              <a:gd name="connsiteX3650" fmla="*/ 4904456 w 6501199"/>
              <a:gd name="connsiteY3650" fmla="*/ 1328737 h 6382977"/>
              <a:gd name="connsiteX3651" fmla="*/ 4909081 w 6501199"/>
              <a:gd name="connsiteY3651" fmla="*/ 1351597 h 6382977"/>
              <a:gd name="connsiteX3652" fmla="*/ 4895560 w 6501199"/>
              <a:gd name="connsiteY3652" fmla="*/ 1353774 h 6382977"/>
              <a:gd name="connsiteX3653" fmla="*/ 4904456 w 6501199"/>
              <a:gd name="connsiteY3653" fmla="*/ 1328737 h 6382977"/>
              <a:gd name="connsiteX3654" fmla="*/ 3742438 w 6501199"/>
              <a:gd name="connsiteY3654" fmla="*/ 1324471 h 6382977"/>
              <a:gd name="connsiteX3655" fmla="*/ 3733257 w 6501199"/>
              <a:gd name="connsiteY3655" fmla="*/ 1328655 h 6382977"/>
              <a:gd name="connsiteX3656" fmla="*/ 3751619 w 6501199"/>
              <a:gd name="connsiteY3656" fmla="*/ 1328655 h 6382977"/>
              <a:gd name="connsiteX3657" fmla="*/ 3742438 w 6501199"/>
              <a:gd name="connsiteY3657" fmla="*/ 1324471 h 6382977"/>
              <a:gd name="connsiteX3658" fmla="*/ 2473123 w 6501199"/>
              <a:gd name="connsiteY3658" fmla="*/ 1323976 h 6382977"/>
              <a:gd name="connsiteX3659" fmla="*/ 2434599 w 6501199"/>
              <a:gd name="connsiteY3659" fmla="*/ 1339814 h 6382977"/>
              <a:gd name="connsiteX3660" fmla="*/ 2470963 w 6501199"/>
              <a:gd name="connsiteY3660" fmla="*/ 1335494 h 6382977"/>
              <a:gd name="connsiteX3661" fmla="*/ 2473123 w 6501199"/>
              <a:gd name="connsiteY3661" fmla="*/ 1323976 h 6382977"/>
              <a:gd name="connsiteX3662" fmla="*/ 2059080 w 6501199"/>
              <a:gd name="connsiteY3662" fmla="*/ 1323976 h 6382977"/>
              <a:gd name="connsiteX3663" fmla="*/ 2038558 w 6501199"/>
              <a:gd name="connsiteY3663" fmla="*/ 1332975 h 6382977"/>
              <a:gd name="connsiteX3664" fmla="*/ 2059080 w 6501199"/>
              <a:gd name="connsiteY3664" fmla="*/ 1323976 h 6382977"/>
              <a:gd name="connsiteX3665" fmla="*/ 3653688 w 6501199"/>
              <a:gd name="connsiteY3665" fmla="*/ 1321816 h 6382977"/>
              <a:gd name="connsiteX3666" fmla="*/ 3653688 w 6501199"/>
              <a:gd name="connsiteY3666" fmla="*/ 1337654 h 6382977"/>
              <a:gd name="connsiteX3667" fmla="*/ 3671690 w 6501199"/>
              <a:gd name="connsiteY3667" fmla="*/ 1323976 h 6382977"/>
              <a:gd name="connsiteX3668" fmla="*/ 3653688 w 6501199"/>
              <a:gd name="connsiteY3668" fmla="*/ 1321816 h 6382977"/>
              <a:gd name="connsiteX3669" fmla="*/ 4038997 w 6501199"/>
              <a:gd name="connsiteY3669" fmla="*/ 1317157 h 6382977"/>
              <a:gd name="connsiteX3670" fmla="*/ 4010070 w 6501199"/>
              <a:gd name="connsiteY3670" fmla="*/ 1349017 h 6382977"/>
              <a:gd name="connsiteX3671" fmla="*/ 4001250 w 6501199"/>
              <a:gd name="connsiteY3671" fmla="*/ 1332908 h 6382977"/>
              <a:gd name="connsiteX3672" fmla="*/ 4023475 w 6501199"/>
              <a:gd name="connsiteY3672" fmla="*/ 1326465 h 6382977"/>
              <a:gd name="connsiteX3673" fmla="*/ 4038997 w 6501199"/>
              <a:gd name="connsiteY3673" fmla="*/ 1317157 h 6382977"/>
              <a:gd name="connsiteX3674" fmla="*/ 2885277 w 6501199"/>
              <a:gd name="connsiteY3674" fmla="*/ 1316687 h 6382977"/>
              <a:gd name="connsiteX3675" fmla="*/ 2873486 w 6501199"/>
              <a:gd name="connsiteY3675" fmla="*/ 1323976 h 6382977"/>
              <a:gd name="connsiteX3676" fmla="*/ 2898689 w 6501199"/>
              <a:gd name="connsiteY3676" fmla="*/ 1319657 h 6382977"/>
              <a:gd name="connsiteX3677" fmla="*/ 2885277 w 6501199"/>
              <a:gd name="connsiteY3677" fmla="*/ 1316687 h 6382977"/>
              <a:gd name="connsiteX3678" fmla="*/ 6328124 w 6501199"/>
              <a:gd name="connsiteY3678" fmla="*/ 1312862 h 6382977"/>
              <a:gd name="connsiteX3679" fmla="*/ 6353562 w 6501199"/>
              <a:gd name="connsiteY3679" fmla="*/ 1387118 h 6382977"/>
              <a:gd name="connsiteX3680" fmla="*/ 6328124 w 6501199"/>
              <a:gd name="connsiteY3680" fmla="*/ 1312862 h 6382977"/>
              <a:gd name="connsiteX3681" fmla="*/ 5528289 w 6501199"/>
              <a:gd name="connsiteY3681" fmla="*/ 1312862 h 6382977"/>
              <a:gd name="connsiteX3682" fmla="*/ 5543944 w 6501199"/>
              <a:gd name="connsiteY3682" fmla="*/ 1321681 h 6382977"/>
              <a:gd name="connsiteX3683" fmla="*/ 5528289 w 6501199"/>
              <a:gd name="connsiteY3683" fmla="*/ 1323798 h 6382977"/>
              <a:gd name="connsiteX3684" fmla="*/ 5526154 w 6501199"/>
              <a:gd name="connsiteY3684" fmla="*/ 1326267 h 6382977"/>
              <a:gd name="connsiteX3685" fmla="*/ 5528289 w 6501199"/>
              <a:gd name="connsiteY3685" fmla="*/ 1312862 h 6382977"/>
              <a:gd name="connsiteX3686" fmla="*/ 4052447 w 6501199"/>
              <a:gd name="connsiteY3686" fmla="*/ 1312862 h 6382977"/>
              <a:gd name="connsiteX3687" fmla="*/ 4052447 w 6501199"/>
              <a:gd name="connsiteY3687" fmla="*/ 1333138 h 6382977"/>
              <a:gd name="connsiteX3688" fmla="*/ 4049669 w 6501199"/>
              <a:gd name="connsiteY3688" fmla="*/ 1321914 h 6382977"/>
              <a:gd name="connsiteX3689" fmla="*/ 4052447 w 6501199"/>
              <a:gd name="connsiteY3689" fmla="*/ 1312862 h 6382977"/>
              <a:gd name="connsiteX3690" fmla="*/ 2973576 w 6501199"/>
              <a:gd name="connsiteY3690" fmla="*/ 1312818 h 6382977"/>
              <a:gd name="connsiteX3691" fmla="*/ 2907689 w 6501199"/>
              <a:gd name="connsiteY3691" fmla="*/ 1323976 h 6382977"/>
              <a:gd name="connsiteX3692" fmla="*/ 2966736 w 6501199"/>
              <a:gd name="connsiteY3692" fmla="*/ 1328655 h 6382977"/>
              <a:gd name="connsiteX3693" fmla="*/ 2973576 w 6501199"/>
              <a:gd name="connsiteY3693" fmla="*/ 1312818 h 6382977"/>
              <a:gd name="connsiteX3694" fmla="*/ 3570212 w 6501199"/>
              <a:gd name="connsiteY3694" fmla="*/ 1312766 h 6382977"/>
              <a:gd name="connsiteX3695" fmla="*/ 3574876 w 6501199"/>
              <a:gd name="connsiteY3695" fmla="*/ 1321738 h 6382977"/>
              <a:gd name="connsiteX3696" fmla="*/ 3536124 w 6501199"/>
              <a:gd name="connsiteY3696" fmla="*/ 1335377 h 6382977"/>
              <a:gd name="connsiteX3697" fmla="*/ 3542941 w 6501199"/>
              <a:gd name="connsiteY3697" fmla="*/ 1339684 h 6382977"/>
              <a:gd name="connsiteX3698" fmla="*/ 3534509 w 6501199"/>
              <a:gd name="connsiteY3698" fmla="*/ 1341524 h 6382977"/>
              <a:gd name="connsiteX3699" fmla="*/ 3531989 w 6501199"/>
              <a:gd name="connsiteY3699" fmla="*/ 1338364 h 6382977"/>
              <a:gd name="connsiteX3700" fmla="*/ 3529599 w 6501199"/>
              <a:gd name="connsiteY3700" fmla="*/ 1334780 h 6382977"/>
              <a:gd name="connsiteX3701" fmla="*/ 3529306 w 6501199"/>
              <a:gd name="connsiteY3701" fmla="*/ 1326404 h 6382977"/>
              <a:gd name="connsiteX3702" fmla="*/ 3538635 w 6501199"/>
              <a:gd name="connsiteY3702" fmla="*/ 1314919 h 6382977"/>
              <a:gd name="connsiteX3703" fmla="*/ 3570212 w 6501199"/>
              <a:gd name="connsiteY3703" fmla="*/ 1312766 h 6382977"/>
              <a:gd name="connsiteX3704" fmla="*/ 3599535 w 6501199"/>
              <a:gd name="connsiteY3704" fmla="*/ 1311648 h 6382977"/>
              <a:gd name="connsiteX3705" fmla="*/ 3604039 w 6501199"/>
              <a:gd name="connsiteY3705" fmla="*/ 1323601 h 6382977"/>
              <a:gd name="connsiteX3706" fmla="*/ 3593263 w 6501199"/>
              <a:gd name="connsiteY3706" fmla="*/ 1312022 h 6382977"/>
              <a:gd name="connsiteX3707" fmla="*/ 3599535 w 6501199"/>
              <a:gd name="connsiteY3707" fmla="*/ 1311648 h 6382977"/>
              <a:gd name="connsiteX3708" fmla="*/ 3524646 w 6501199"/>
              <a:gd name="connsiteY3708" fmla="*/ 1310216 h 6382977"/>
              <a:gd name="connsiteX3709" fmla="*/ 3522521 w 6501199"/>
              <a:gd name="connsiteY3709" fmla="*/ 1323622 h 6382977"/>
              <a:gd name="connsiteX3710" fmla="*/ 3509060 w 6501199"/>
              <a:gd name="connsiteY3710" fmla="*/ 1316919 h 6382977"/>
              <a:gd name="connsiteX3711" fmla="*/ 3524646 w 6501199"/>
              <a:gd name="connsiteY3711" fmla="*/ 1310216 h 6382977"/>
              <a:gd name="connsiteX3712" fmla="*/ 3384306 w 6501199"/>
              <a:gd name="connsiteY3712" fmla="*/ 1309194 h 6382977"/>
              <a:gd name="connsiteX3713" fmla="*/ 3400296 w 6501199"/>
              <a:gd name="connsiteY3713" fmla="*/ 1311685 h 6382977"/>
              <a:gd name="connsiteX3714" fmla="*/ 3389030 w 6501199"/>
              <a:gd name="connsiteY3714" fmla="*/ 1325206 h 6382977"/>
              <a:gd name="connsiteX3715" fmla="*/ 3384306 w 6501199"/>
              <a:gd name="connsiteY3715" fmla="*/ 1309194 h 6382977"/>
              <a:gd name="connsiteX3716" fmla="*/ 5597813 w 6501199"/>
              <a:gd name="connsiteY3716" fmla="*/ 1303337 h 6382977"/>
              <a:gd name="connsiteX3717" fmla="*/ 5619835 w 6501199"/>
              <a:gd name="connsiteY3717" fmla="*/ 1317542 h 6382977"/>
              <a:gd name="connsiteX3718" fmla="*/ 5620308 w 6501199"/>
              <a:gd name="connsiteY3718" fmla="*/ 1318248 h 6382977"/>
              <a:gd name="connsiteX3719" fmla="*/ 5629667 w 6501199"/>
              <a:gd name="connsiteY3719" fmla="*/ 1316447 h 6382977"/>
              <a:gd name="connsiteX3720" fmla="*/ 5624723 w 6501199"/>
              <a:gd name="connsiteY3720" fmla="*/ 1323208 h 6382977"/>
              <a:gd name="connsiteX3721" fmla="*/ 5623748 w 6501199"/>
              <a:gd name="connsiteY3721" fmla="*/ 1323379 h 6382977"/>
              <a:gd name="connsiteX3722" fmla="*/ 5625748 w 6501199"/>
              <a:gd name="connsiteY3722" fmla="*/ 1326363 h 6382977"/>
              <a:gd name="connsiteX3723" fmla="*/ 5622825 w 6501199"/>
              <a:gd name="connsiteY3723" fmla="*/ 1333108 h 6382977"/>
              <a:gd name="connsiteX3724" fmla="*/ 5604700 w 6501199"/>
              <a:gd name="connsiteY3724" fmla="*/ 1358522 h 6382977"/>
              <a:gd name="connsiteX3725" fmla="*/ 5609050 w 6501199"/>
              <a:gd name="connsiteY3725" fmla="*/ 1377038 h 6382977"/>
              <a:gd name="connsiteX3726" fmla="*/ 5599988 w 6501199"/>
              <a:gd name="connsiteY3726" fmla="*/ 1383937 h 6382977"/>
              <a:gd name="connsiteX3727" fmla="*/ 5594686 w 6501199"/>
              <a:gd name="connsiteY3727" fmla="*/ 1343501 h 6382977"/>
              <a:gd name="connsiteX3728" fmla="*/ 5596249 w 6501199"/>
              <a:gd name="connsiteY3728" fmla="*/ 1323423 h 6382977"/>
              <a:gd name="connsiteX3729" fmla="*/ 5593513 w 6501199"/>
              <a:gd name="connsiteY3729" fmla="*/ 1323208 h 6382977"/>
              <a:gd name="connsiteX3730" fmla="*/ 5596468 w 6501199"/>
              <a:gd name="connsiteY3730" fmla="*/ 1320609 h 6382977"/>
              <a:gd name="connsiteX3731" fmla="*/ 2193374 w 6501199"/>
              <a:gd name="connsiteY3731" fmla="*/ 1301299 h 6382977"/>
              <a:gd name="connsiteX3732" fmla="*/ 2170692 w 6501199"/>
              <a:gd name="connsiteY3732" fmla="*/ 1317137 h 6382977"/>
              <a:gd name="connsiteX3733" fmla="*/ 2193374 w 6501199"/>
              <a:gd name="connsiteY3733" fmla="*/ 1301299 h 6382977"/>
              <a:gd name="connsiteX3734" fmla="*/ 3951061 w 6501199"/>
              <a:gd name="connsiteY3734" fmla="*/ 1298079 h 6382977"/>
              <a:gd name="connsiteX3735" fmla="*/ 3953259 w 6501199"/>
              <a:gd name="connsiteY3735" fmla="*/ 1302444 h 6382977"/>
              <a:gd name="connsiteX3736" fmla="*/ 3951061 w 6501199"/>
              <a:gd name="connsiteY3736" fmla="*/ 1298159 h 6382977"/>
              <a:gd name="connsiteX3737" fmla="*/ 5271325 w 6501199"/>
              <a:gd name="connsiteY3737" fmla="*/ 1297964 h 6382977"/>
              <a:gd name="connsiteX3738" fmla="*/ 5289928 w 6501199"/>
              <a:gd name="connsiteY3738" fmla="*/ 1309321 h 6382977"/>
              <a:gd name="connsiteX3739" fmla="*/ 5282859 w 6501199"/>
              <a:gd name="connsiteY3739" fmla="*/ 1318845 h 6382977"/>
              <a:gd name="connsiteX3740" fmla="*/ 5271325 w 6501199"/>
              <a:gd name="connsiteY3740" fmla="*/ 1297964 h 6382977"/>
              <a:gd name="connsiteX3741" fmla="*/ 2234418 w 6501199"/>
              <a:gd name="connsiteY3741" fmla="*/ 1296620 h 6382977"/>
              <a:gd name="connsiteX3742" fmla="*/ 2204535 w 6501199"/>
              <a:gd name="connsiteY3742" fmla="*/ 1310298 h 6382977"/>
              <a:gd name="connsiteX3743" fmla="*/ 2234418 w 6501199"/>
              <a:gd name="connsiteY3743" fmla="*/ 1296620 h 6382977"/>
              <a:gd name="connsiteX3744" fmla="*/ 3949075 w 6501199"/>
              <a:gd name="connsiteY3744" fmla="*/ 1294287 h 6382977"/>
              <a:gd name="connsiteX3745" fmla="*/ 3951061 w 6501199"/>
              <a:gd name="connsiteY3745" fmla="*/ 1298159 h 6382977"/>
              <a:gd name="connsiteX3746" fmla="*/ 3951061 w 6501199"/>
              <a:gd name="connsiteY3746" fmla="*/ 1302444 h 6382977"/>
              <a:gd name="connsiteX3747" fmla="*/ 3939338 w 6501199"/>
              <a:gd name="connsiteY3747" fmla="*/ 1314086 h 6382977"/>
              <a:gd name="connsiteX3748" fmla="*/ 3949075 w 6501199"/>
              <a:gd name="connsiteY3748" fmla="*/ 1294287 h 6382977"/>
              <a:gd name="connsiteX3749" fmla="*/ 3094732 w 6501199"/>
              <a:gd name="connsiteY3749" fmla="*/ 1292393 h 6382977"/>
              <a:gd name="connsiteX3750" fmla="*/ 3111894 w 6501199"/>
              <a:gd name="connsiteY3750" fmla="*/ 1298848 h 6382977"/>
              <a:gd name="connsiteX3751" fmla="*/ 3091613 w 6501199"/>
              <a:gd name="connsiteY3751" fmla="*/ 1303118 h 6382977"/>
              <a:gd name="connsiteX3752" fmla="*/ 3091613 w 6501199"/>
              <a:gd name="connsiteY3752" fmla="*/ 1294222 h 6382977"/>
              <a:gd name="connsiteX3753" fmla="*/ 3094732 w 6501199"/>
              <a:gd name="connsiteY3753" fmla="*/ 1292393 h 6382977"/>
              <a:gd name="connsiteX3754" fmla="*/ 3906000 w 6501199"/>
              <a:gd name="connsiteY3754" fmla="*/ 1292225 h 6382977"/>
              <a:gd name="connsiteX3755" fmla="*/ 3913541 w 6501199"/>
              <a:gd name="connsiteY3755" fmla="*/ 1306363 h 6382977"/>
              <a:gd name="connsiteX3756" fmla="*/ 3908779 w 6501199"/>
              <a:gd name="connsiteY3756" fmla="*/ 1315665 h 6382977"/>
              <a:gd name="connsiteX3757" fmla="*/ 3906000 w 6501199"/>
              <a:gd name="connsiteY3757" fmla="*/ 1292225 h 6382977"/>
              <a:gd name="connsiteX3758" fmla="*/ 3900841 w 6501199"/>
              <a:gd name="connsiteY3758" fmla="*/ 1292225 h 6382977"/>
              <a:gd name="connsiteX3759" fmla="*/ 3905603 w 6501199"/>
              <a:gd name="connsiteY3759" fmla="*/ 1303284 h 6382977"/>
              <a:gd name="connsiteX3760" fmla="*/ 3900841 w 6501199"/>
              <a:gd name="connsiteY3760" fmla="*/ 1323618 h 6382977"/>
              <a:gd name="connsiteX3761" fmla="*/ 3903222 w 6501199"/>
              <a:gd name="connsiteY3761" fmla="*/ 1307921 h 6382977"/>
              <a:gd name="connsiteX3762" fmla="*/ 3898063 w 6501199"/>
              <a:gd name="connsiteY3762" fmla="*/ 1296506 h 6382977"/>
              <a:gd name="connsiteX3763" fmla="*/ 3900841 w 6501199"/>
              <a:gd name="connsiteY3763" fmla="*/ 1292225 h 6382977"/>
              <a:gd name="connsiteX3764" fmla="*/ 5465887 w 6501199"/>
              <a:gd name="connsiteY3764" fmla="*/ 1290780 h 6382977"/>
              <a:gd name="connsiteX3765" fmla="*/ 5463610 w 6501199"/>
              <a:gd name="connsiteY3765" fmla="*/ 1290828 h 6382977"/>
              <a:gd name="connsiteX3766" fmla="*/ 5466213 w 6501199"/>
              <a:gd name="connsiteY3766" fmla="*/ 1291867 h 6382977"/>
              <a:gd name="connsiteX3767" fmla="*/ 4841094 w 6501199"/>
              <a:gd name="connsiteY3767" fmla="*/ 1280782 h 6382977"/>
              <a:gd name="connsiteX3768" fmla="*/ 4832093 w 6501199"/>
              <a:gd name="connsiteY3768" fmla="*/ 1299139 h 6382977"/>
              <a:gd name="connsiteX3769" fmla="*/ 4841094 w 6501199"/>
              <a:gd name="connsiteY3769" fmla="*/ 1280782 h 6382977"/>
              <a:gd name="connsiteX3770" fmla="*/ 5445693 w 6501199"/>
              <a:gd name="connsiteY3770" fmla="*/ 1280347 h 6382977"/>
              <a:gd name="connsiteX3771" fmla="*/ 5445457 w 6501199"/>
              <a:gd name="connsiteY3771" fmla="*/ 1281013 h 6382977"/>
              <a:gd name="connsiteX3772" fmla="*/ 5445962 w 6501199"/>
              <a:gd name="connsiteY3772" fmla="*/ 1281046 h 6382977"/>
              <a:gd name="connsiteX3773" fmla="*/ 5345612 w 6501199"/>
              <a:gd name="connsiteY3773" fmla="*/ 1280347 h 6382977"/>
              <a:gd name="connsiteX3774" fmla="*/ 5343452 w 6501199"/>
              <a:gd name="connsiteY3774" fmla="*/ 1298708 h 6382977"/>
              <a:gd name="connsiteX3775" fmla="*/ 5345612 w 6501199"/>
              <a:gd name="connsiteY3775" fmla="*/ 1280347 h 6382977"/>
              <a:gd name="connsiteX3776" fmla="*/ 6021337 w 6501199"/>
              <a:gd name="connsiteY3776" fmla="*/ 1276026 h 6382977"/>
              <a:gd name="connsiteX3777" fmla="*/ 6000817 w 6501199"/>
              <a:gd name="connsiteY3777" fmla="*/ 1289707 h 6382977"/>
              <a:gd name="connsiteX3778" fmla="*/ 5998657 w 6501199"/>
              <a:gd name="connsiteY3778" fmla="*/ 1314549 h 6382977"/>
              <a:gd name="connsiteX3779" fmla="*/ 6021337 w 6501199"/>
              <a:gd name="connsiteY3779" fmla="*/ 1276026 h 6382977"/>
              <a:gd name="connsiteX3780" fmla="*/ 2440845 w 6501199"/>
              <a:gd name="connsiteY3780" fmla="*/ 1273175 h 6382977"/>
              <a:gd name="connsiteX3781" fmla="*/ 2445142 w 6501199"/>
              <a:gd name="connsiteY3781" fmla="*/ 1280135 h 6382977"/>
              <a:gd name="connsiteX3782" fmla="*/ 2397875 w 6501199"/>
              <a:gd name="connsiteY3782" fmla="*/ 1291858 h 6382977"/>
              <a:gd name="connsiteX3783" fmla="*/ 2440845 w 6501199"/>
              <a:gd name="connsiteY3783" fmla="*/ 1273175 h 6382977"/>
              <a:gd name="connsiteX3784" fmla="*/ 1829589 w 6501199"/>
              <a:gd name="connsiteY3784" fmla="*/ 1271587 h 6382977"/>
              <a:gd name="connsiteX3785" fmla="*/ 1833950 w 6501199"/>
              <a:gd name="connsiteY3785" fmla="*/ 1280349 h 6382977"/>
              <a:gd name="connsiteX3786" fmla="*/ 1804150 w 6501199"/>
              <a:gd name="connsiteY3786" fmla="*/ 1282803 h 6382977"/>
              <a:gd name="connsiteX3787" fmla="*/ 3918198 w 6501199"/>
              <a:gd name="connsiteY3787" fmla="*/ 1270576 h 6382977"/>
              <a:gd name="connsiteX3788" fmla="*/ 3933673 w 6501199"/>
              <a:gd name="connsiteY3788" fmla="*/ 1284064 h 6382977"/>
              <a:gd name="connsiteX3789" fmla="*/ 3945324 w 6501199"/>
              <a:gd name="connsiteY3789" fmla="*/ 1284064 h 6382977"/>
              <a:gd name="connsiteX3790" fmla="*/ 3915467 w 6501199"/>
              <a:gd name="connsiteY3790" fmla="*/ 1304565 h 6382977"/>
              <a:gd name="connsiteX3791" fmla="*/ 3935857 w 6501199"/>
              <a:gd name="connsiteY3791" fmla="*/ 1295214 h 6382977"/>
              <a:gd name="connsiteX3792" fmla="*/ 3924570 w 6501199"/>
              <a:gd name="connsiteY3792" fmla="*/ 1275072 h 6382977"/>
              <a:gd name="connsiteX3793" fmla="*/ 3906000 w 6501199"/>
              <a:gd name="connsiteY3793" fmla="*/ 1286222 h 6382977"/>
              <a:gd name="connsiteX3794" fmla="*/ 3918198 w 6501199"/>
              <a:gd name="connsiteY3794" fmla="*/ 1270576 h 6382977"/>
              <a:gd name="connsiteX3795" fmla="*/ 4370164 w 6501199"/>
              <a:gd name="connsiteY3795" fmla="*/ 1267104 h 6382977"/>
              <a:gd name="connsiteX3796" fmla="*/ 4365844 w 6501199"/>
              <a:gd name="connsiteY3796" fmla="*/ 1285461 h 6382977"/>
              <a:gd name="connsiteX3797" fmla="*/ 4377005 w 6501199"/>
              <a:gd name="connsiteY3797" fmla="*/ 1276463 h 6382977"/>
              <a:gd name="connsiteX3798" fmla="*/ 4370164 w 6501199"/>
              <a:gd name="connsiteY3798" fmla="*/ 1267104 h 6382977"/>
              <a:gd name="connsiteX3799" fmla="*/ 4917104 w 6501199"/>
              <a:gd name="connsiteY3799" fmla="*/ 1266825 h 6382977"/>
              <a:gd name="connsiteX3800" fmla="*/ 4921755 w 6501199"/>
              <a:gd name="connsiteY3800" fmla="*/ 1285508 h 6382977"/>
              <a:gd name="connsiteX3801" fmla="*/ 4901363 w 6501199"/>
              <a:gd name="connsiteY3801" fmla="*/ 1283310 h 6382977"/>
              <a:gd name="connsiteX3802" fmla="*/ 4917104 w 6501199"/>
              <a:gd name="connsiteY3802" fmla="*/ 1266825 h 6382977"/>
              <a:gd name="connsiteX3803" fmla="*/ 4888133 w 6501199"/>
              <a:gd name="connsiteY3803" fmla="*/ 1266825 h 6382977"/>
              <a:gd name="connsiteX3804" fmla="*/ 4876844 w 6501199"/>
              <a:gd name="connsiteY3804" fmla="*/ 1302979 h 6382977"/>
              <a:gd name="connsiteX3805" fmla="*/ 4888133 w 6501199"/>
              <a:gd name="connsiteY3805" fmla="*/ 1266825 h 6382977"/>
              <a:gd name="connsiteX3806" fmla="*/ 2474446 w 6501199"/>
              <a:gd name="connsiteY3806" fmla="*/ 1266825 h 6382977"/>
              <a:gd name="connsiteX3807" fmla="*/ 2476900 w 6501199"/>
              <a:gd name="connsiteY3807" fmla="*/ 1276350 h 6382977"/>
              <a:gd name="connsiteX3808" fmla="*/ 2450263 w 6501199"/>
              <a:gd name="connsiteY3808" fmla="*/ 1280746 h 6382977"/>
              <a:gd name="connsiteX3809" fmla="*/ 2474446 w 6501199"/>
              <a:gd name="connsiteY3809" fmla="*/ 1266825 h 6382977"/>
              <a:gd name="connsiteX3810" fmla="*/ 2446729 w 6501199"/>
              <a:gd name="connsiteY3810" fmla="*/ 1262062 h 6382977"/>
              <a:gd name="connsiteX3811" fmla="*/ 2374063 w 6501199"/>
              <a:gd name="connsiteY3811" fmla="*/ 1293455 h 6382977"/>
              <a:gd name="connsiteX3812" fmla="*/ 2446729 w 6501199"/>
              <a:gd name="connsiteY3812" fmla="*/ 1262062 h 6382977"/>
              <a:gd name="connsiteX3813" fmla="*/ 3939923 w 6501199"/>
              <a:gd name="connsiteY3813" fmla="*/ 1257862 h 6382977"/>
              <a:gd name="connsiteX3814" fmla="*/ 3955854 w 6501199"/>
              <a:gd name="connsiteY3814" fmla="*/ 1266957 h 6382977"/>
              <a:gd name="connsiteX3815" fmla="*/ 3946802 w 6501199"/>
              <a:gd name="connsiteY3815" fmla="*/ 1280782 h 6382977"/>
              <a:gd name="connsiteX3816" fmla="*/ 3939923 w 6501199"/>
              <a:gd name="connsiteY3816" fmla="*/ 1257862 h 6382977"/>
              <a:gd name="connsiteX3817" fmla="*/ 2571476 w 6501199"/>
              <a:gd name="connsiteY3817" fmla="*/ 1257847 h 6382977"/>
              <a:gd name="connsiteX3818" fmla="*/ 2589601 w 6501199"/>
              <a:gd name="connsiteY3818" fmla="*/ 1259982 h 6382977"/>
              <a:gd name="connsiteX3819" fmla="*/ 2555525 w 6501199"/>
              <a:gd name="connsiteY3819" fmla="*/ 1275994 h 6382977"/>
              <a:gd name="connsiteX3820" fmla="*/ 2571476 w 6501199"/>
              <a:gd name="connsiteY3820" fmla="*/ 1257847 h 6382977"/>
              <a:gd name="connsiteX3821" fmla="*/ 3969897 w 6501199"/>
              <a:gd name="connsiteY3821" fmla="*/ 1257300 h 6382977"/>
              <a:gd name="connsiteX3822" fmla="*/ 3964738 w 6501199"/>
              <a:gd name="connsiteY3822" fmla="*/ 1265718 h 6382977"/>
              <a:gd name="connsiteX3823" fmla="*/ 3969897 w 6501199"/>
              <a:gd name="connsiteY3823" fmla="*/ 1257300 h 6382977"/>
              <a:gd name="connsiteX3824" fmla="*/ 3960372 w 6501199"/>
              <a:gd name="connsiteY3824" fmla="*/ 1255712 h 6382977"/>
              <a:gd name="connsiteX3825" fmla="*/ 3957594 w 6501199"/>
              <a:gd name="connsiteY3825" fmla="*/ 1269633 h 6382977"/>
              <a:gd name="connsiteX3826" fmla="*/ 3960372 w 6501199"/>
              <a:gd name="connsiteY3826" fmla="*/ 1255712 h 6382977"/>
              <a:gd name="connsiteX3827" fmla="*/ 2099408 w 6501199"/>
              <a:gd name="connsiteY3827" fmla="*/ 1252026 h 6382977"/>
              <a:gd name="connsiteX3828" fmla="*/ 2119701 w 6501199"/>
              <a:gd name="connsiteY3828" fmla="*/ 1256631 h 6382977"/>
              <a:gd name="connsiteX3829" fmla="*/ 2053388 w 6501199"/>
              <a:gd name="connsiteY3829" fmla="*/ 1283552 h 6382977"/>
              <a:gd name="connsiteX3830" fmla="*/ 2074043 w 6501199"/>
              <a:gd name="connsiteY3830" fmla="*/ 1265486 h 6382977"/>
              <a:gd name="connsiteX3831" fmla="*/ 2099408 w 6501199"/>
              <a:gd name="connsiteY3831" fmla="*/ 1252026 h 6382977"/>
              <a:gd name="connsiteX3832" fmla="*/ 4411209 w 6501199"/>
              <a:gd name="connsiteY3832" fmla="*/ 1249107 h 6382977"/>
              <a:gd name="connsiteX3833" fmla="*/ 4404368 w 6501199"/>
              <a:gd name="connsiteY3833" fmla="*/ 1258105 h 6382977"/>
              <a:gd name="connsiteX3834" fmla="*/ 4411209 w 6501199"/>
              <a:gd name="connsiteY3834" fmla="*/ 1249107 h 6382977"/>
              <a:gd name="connsiteX3835" fmla="*/ 5515372 w 6501199"/>
              <a:gd name="connsiteY3835" fmla="*/ 1247775 h 6382977"/>
              <a:gd name="connsiteX3836" fmla="*/ 5477625 w 6501199"/>
              <a:gd name="connsiteY3836" fmla="*/ 1322030 h 6382977"/>
              <a:gd name="connsiteX3837" fmla="*/ 5515372 w 6501199"/>
              <a:gd name="connsiteY3837" fmla="*/ 1247775 h 6382977"/>
              <a:gd name="connsiteX3838" fmla="*/ 3982536 w 6501199"/>
              <a:gd name="connsiteY3838" fmla="*/ 1247568 h 6382977"/>
              <a:gd name="connsiteX3839" fmla="*/ 3989333 w 6501199"/>
              <a:gd name="connsiteY3839" fmla="*/ 1249671 h 6382977"/>
              <a:gd name="connsiteX3840" fmla="*/ 3989333 w 6501199"/>
              <a:gd name="connsiteY3840" fmla="*/ 1260887 h 6382977"/>
              <a:gd name="connsiteX3841" fmla="*/ 3984683 w 6501199"/>
              <a:gd name="connsiteY3841" fmla="*/ 1258433 h 6382977"/>
              <a:gd name="connsiteX3842" fmla="*/ 3984683 w 6501199"/>
              <a:gd name="connsiteY3842" fmla="*/ 1254228 h 6382977"/>
              <a:gd name="connsiteX3843" fmla="*/ 3982536 w 6501199"/>
              <a:gd name="connsiteY3843" fmla="*/ 1247568 h 6382977"/>
              <a:gd name="connsiteX3844" fmla="*/ 3996125 w 6501199"/>
              <a:gd name="connsiteY3844" fmla="*/ 1242339 h 6382977"/>
              <a:gd name="connsiteX3845" fmla="*/ 4004839 w 6501199"/>
              <a:gd name="connsiteY3845" fmla="*/ 1244323 h 6382977"/>
              <a:gd name="connsiteX3846" fmla="*/ 4007255 w 6501199"/>
              <a:gd name="connsiteY3846" fmla="*/ 1255367 h 6382977"/>
              <a:gd name="connsiteX3847" fmla="*/ 3994141 w 6501199"/>
              <a:gd name="connsiteY3847" fmla="*/ 1255367 h 6382977"/>
              <a:gd name="connsiteX3848" fmla="*/ 3996125 w 6501199"/>
              <a:gd name="connsiteY3848" fmla="*/ 1242339 h 6382977"/>
              <a:gd name="connsiteX3849" fmla="*/ 2173680 w 6501199"/>
              <a:gd name="connsiteY3849" fmla="*/ 1239837 h 6382977"/>
              <a:gd name="connsiteX3850" fmla="*/ 2137525 w 6501199"/>
              <a:gd name="connsiteY3850" fmla="*/ 1253758 h 6382977"/>
              <a:gd name="connsiteX3851" fmla="*/ 2173680 w 6501199"/>
              <a:gd name="connsiteY3851" fmla="*/ 1239837 h 6382977"/>
              <a:gd name="connsiteX3852" fmla="*/ 5360108 w 6501199"/>
              <a:gd name="connsiteY3852" fmla="*/ 1238696 h 6382977"/>
              <a:gd name="connsiteX3853" fmla="*/ 5350292 w 6501199"/>
              <a:gd name="connsiteY3853" fmla="*/ 1243984 h 6382977"/>
              <a:gd name="connsiteX3854" fmla="*/ 5336612 w 6501199"/>
              <a:gd name="connsiteY3854" fmla="*/ 1250825 h 6382977"/>
              <a:gd name="connsiteX3855" fmla="*/ 5338772 w 6501199"/>
              <a:gd name="connsiteY3855" fmla="*/ 1257665 h 6382977"/>
              <a:gd name="connsiteX3856" fmla="*/ 5332112 w 6501199"/>
              <a:gd name="connsiteY3856" fmla="*/ 1254245 h 6382977"/>
              <a:gd name="connsiteX3857" fmla="*/ 5329326 w 6501199"/>
              <a:gd name="connsiteY3857" fmla="*/ 1252814 h 6382977"/>
              <a:gd name="connsiteX3858" fmla="*/ 5329022 w 6501199"/>
              <a:gd name="connsiteY3858" fmla="*/ 1256188 h 6382977"/>
              <a:gd name="connsiteX3859" fmla="*/ 5325974 w 6501199"/>
              <a:gd name="connsiteY3859" fmla="*/ 1259952 h 6382977"/>
              <a:gd name="connsiteX3860" fmla="*/ 5336612 w 6501199"/>
              <a:gd name="connsiteY3860" fmla="*/ 1259825 h 6382977"/>
              <a:gd name="connsiteX3861" fmla="*/ 5352452 w 6501199"/>
              <a:gd name="connsiteY3861" fmla="*/ 1276026 h 6382977"/>
              <a:gd name="connsiteX3862" fmla="*/ 5348222 w 6501199"/>
              <a:gd name="connsiteY3862" fmla="*/ 1267656 h 6382977"/>
              <a:gd name="connsiteX3863" fmla="*/ 5345967 w 6501199"/>
              <a:gd name="connsiteY3863" fmla="*/ 1264727 h 6382977"/>
              <a:gd name="connsiteX3864" fmla="*/ 5344418 w 6501199"/>
              <a:gd name="connsiteY3864" fmla="*/ 1264209 h 6382977"/>
              <a:gd name="connsiteX3865" fmla="*/ 5344552 w 6501199"/>
              <a:gd name="connsiteY3865" fmla="*/ 1262890 h 6382977"/>
              <a:gd name="connsiteX3866" fmla="*/ 5344453 w 6501199"/>
              <a:gd name="connsiteY3866" fmla="*/ 1262762 h 6382977"/>
              <a:gd name="connsiteX3867" fmla="*/ 5344655 w 6501199"/>
              <a:gd name="connsiteY3867" fmla="*/ 1261877 h 6382977"/>
              <a:gd name="connsiteX3868" fmla="*/ 5344936 w 6501199"/>
              <a:gd name="connsiteY3868" fmla="*/ 1259104 h 6382977"/>
              <a:gd name="connsiteX3869" fmla="*/ 5344052 w 6501199"/>
              <a:gd name="connsiteY3869" fmla="*/ 1250081 h 6382977"/>
              <a:gd name="connsiteX3870" fmla="*/ 5350075 w 6501199"/>
              <a:gd name="connsiteY3870" fmla="*/ 1248349 h 6382977"/>
              <a:gd name="connsiteX3871" fmla="*/ 5354444 w 6501199"/>
              <a:gd name="connsiteY3871" fmla="*/ 1255321 h 6382977"/>
              <a:gd name="connsiteX3872" fmla="*/ 5353610 w 6501199"/>
              <a:gd name="connsiteY3872" fmla="*/ 1258113 h 6382977"/>
              <a:gd name="connsiteX3873" fmla="*/ 5356817 w 6501199"/>
              <a:gd name="connsiteY3873" fmla="*/ 1255640 h 6382977"/>
              <a:gd name="connsiteX3874" fmla="*/ 5366132 w 6501199"/>
              <a:gd name="connsiteY3874" fmla="*/ 1255505 h 6382977"/>
              <a:gd name="connsiteX3875" fmla="*/ 5360108 w 6501199"/>
              <a:gd name="connsiteY3875" fmla="*/ 1238696 h 6382977"/>
              <a:gd name="connsiteX3876" fmla="*/ 5795547 w 6501199"/>
              <a:gd name="connsiteY3876" fmla="*/ 1236662 h 6382977"/>
              <a:gd name="connsiteX3877" fmla="*/ 5807453 w 6501199"/>
              <a:gd name="connsiteY3877" fmla="*/ 1259214 h 6382977"/>
              <a:gd name="connsiteX3878" fmla="*/ 5795547 w 6501199"/>
              <a:gd name="connsiteY3878" fmla="*/ 1236662 h 6382977"/>
              <a:gd name="connsiteX3879" fmla="*/ 2388850 w 6501199"/>
              <a:gd name="connsiteY3879" fmla="*/ 1235622 h 6382977"/>
              <a:gd name="connsiteX3880" fmla="*/ 2400147 w 6501199"/>
              <a:gd name="connsiteY3880" fmla="*/ 1236508 h 6382977"/>
              <a:gd name="connsiteX3881" fmla="*/ 2384491 w 6501199"/>
              <a:gd name="connsiteY3881" fmla="*/ 1252105 h 6382977"/>
              <a:gd name="connsiteX3882" fmla="*/ 2393387 w 6501199"/>
              <a:gd name="connsiteY3882" fmla="*/ 1249979 h 6382977"/>
              <a:gd name="connsiteX3883" fmla="*/ 2384491 w 6501199"/>
              <a:gd name="connsiteY3883" fmla="*/ 1243243 h 6382977"/>
              <a:gd name="connsiteX3884" fmla="*/ 2388850 w 6501199"/>
              <a:gd name="connsiteY3884" fmla="*/ 1235622 h 6382977"/>
              <a:gd name="connsiteX3885" fmla="*/ 5570594 w 6501199"/>
              <a:gd name="connsiteY3885" fmla="*/ 1231900 h 6382977"/>
              <a:gd name="connsiteX3886" fmla="*/ 5557000 w 6501199"/>
              <a:gd name="connsiteY3886" fmla="*/ 1252781 h 6382977"/>
              <a:gd name="connsiteX3887" fmla="*/ 5570594 w 6501199"/>
              <a:gd name="connsiteY3887" fmla="*/ 1231900 h 6382977"/>
              <a:gd name="connsiteX3888" fmla="*/ 2842016 w 6501199"/>
              <a:gd name="connsiteY3888" fmla="*/ 1231900 h 6382977"/>
              <a:gd name="connsiteX3889" fmla="*/ 2785225 w 6501199"/>
              <a:gd name="connsiteY3889" fmla="*/ 1245821 h 6382977"/>
              <a:gd name="connsiteX3890" fmla="*/ 2842016 w 6501199"/>
              <a:gd name="connsiteY3890" fmla="*/ 1231900 h 6382977"/>
              <a:gd name="connsiteX3891" fmla="*/ 2202690 w 6501199"/>
              <a:gd name="connsiteY3891" fmla="*/ 1230902 h 6382977"/>
              <a:gd name="connsiteX3892" fmla="*/ 2197965 w 6501199"/>
              <a:gd name="connsiteY3892" fmla="*/ 1249408 h 6382977"/>
              <a:gd name="connsiteX3893" fmla="*/ 2181975 w 6501199"/>
              <a:gd name="connsiteY3893" fmla="*/ 1242513 h 6382977"/>
              <a:gd name="connsiteX3894" fmla="*/ 2202690 w 6501199"/>
              <a:gd name="connsiteY3894" fmla="*/ 1230902 h 6382977"/>
              <a:gd name="connsiteX3895" fmla="*/ 2445589 w 6501199"/>
              <a:gd name="connsiteY3895" fmla="*/ 1227242 h 6382977"/>
              <a:gd name="connsiteX3896" fmla="*/ 2454663 w 6501199"/>
              <a:gd name="connsiteY3896" fmla="*/ 1227666 h 6382977"/>
              <a:gd name="connsiteX3897" fmla="*/ 2408988 w 6501199"/>
              <a:gd name="connsiteY3897" fmla="*/ 1238603 h 6382977"/>
              <a:gd name="connsiteX3898" fmla="*/ 2445589 w 6501199"/>
              <a:gd name="connsiteY3898" fmla="*/ 1227242 h 6382977"/>
              <a:gd name="connsiteX3899" fmla="*/ 5132212 w 6501199"/>
              <a:gd name="connsiteY3899" fmla="*/ 1223962 h 6382977"/>
              <a:gd name="connsiteX3900" fmla="*/ 5130029 w 6501199"/>
              <a:gd name="connsiteY3900" fmla="*/ 1255821 h 6382977"/>
              <a:gd name="connsiteX3901" fmla="*/ 5104563 w 6501199"/>
              <a:gd name="connsiteY3901" fmla="*/ 1249020 h 6382977"/>
              <a:gd name="connsiteX3902" fmla="*/ 5132212 w 6501199"/>
              <a:gd name="connsiteY3902" fmla="*/ 1223962 h 6382977"/>
              <a:gd name="connsiteX3903" fmla="*/ 5632609 w 6501199"/>
              <a:gd name="connsiteY3903" fmla="*/ 1221316 h 6382977"/>
              <a:gd name="connsiteX3904" fmla="*/ 5648717 w 6501199"/>
              <a:gd name="connsiteY3904" fmla="*/ 1226023 h 6382977"/>
              <a:gd name="connsiteX3905" fmla="*/ 5632609 w 6501199"/>
              <a:gd name="connsiteY3905" fmla="*/ 1244126 h 6382977"/>
              <a:gd name="connsiteX3906" fmla="*/ 5648717 w 6501199"/>
              <a:gd name="connsiteY3906" fmla="*/ 1266936 h 6382977"/>
              <a:gd name="connsiteX3907" fmla="*/ 5632609 w 6501199"/>
              <a:gd name="connsiteY3907" fmla="*/ 1278522 h 6382977"/>
              <a:gd name="connsiteX3908" fmla="*/ 5639410 w 6501199"/>
              <a:gd name="connsiteY3908" fmla="*/ 1296625 h 6382977"/>
              <a:gd name="connsiteX3909" fmla="*/ 5612563 w 6501199"/>
              <a:gd name="connsiteY3909" fmla="*/ 1285401 h 6382977"/>
              <a:gd name="connsiteX3910" fmla="*/ 5632609 w 6501199"/>
              <a:gd name="connsiteY3910" fmla="*/ 1226023 h 6382977"/>
              <a:gd name="connsiteX3911" fmla="*/ 5632609 w 6501199"/>
              <a:gd name="connsiteY3911" fmla="*/ 1221316 h 6382977"/>
              <a:gd name="connsiteX3912" fmla="*/ 5837015 w 6501199"/>
              <a:gd name="connsiteY3912" fmla="*/ 1221303 h 6382977"/>
              <a:gd name="connsiteX3913" fmla="*/ 5825225 w 6501199"/>
              <a:gd name="connsiteY3913" fmla="*/ 1245154 h 6382977"/>
              <a:gd name="connsiteX3914" fmla="*/ 5829705 w 6501199"/>
              <a:gd name="connsiteY3914" fmla="*/ 1273094 h 6382977"/>
              <a:gd name="connsiteX3915" fmla="*/ 5831099 w 6501199"/>
              <a:gd name="connsiteY3915" fmla="*/ 1271876 h 6382977"/>
              <a:gd name="connsiteX3916" fmla="*/ 5836295 w 6501199"/>
              <a:gd name="connsiteY3916" fmla="*/ 1248530 h 6382977"/>
              <a:gd name="connsiteX3917" fmla="*/ 5836337 w 6501199"/>
              <a:gd name="connsiteY3917" fmla="*/ 1246929 h 6382977"/>
              <a:gd name="connsiteX3918" fmla="*/ 5836161 w 6501199"/>
              <a:gd name="connsiteY3918" fmla="*/ 1238402 h 6382977"/>
              <a:gd name="connsiteX3919" fmla="*/ 5836608 w 6501199"/>
              <a:gd name="connsiteY3919" fmla="*/ 1236707 h 6382977"/>
              <a:gd name="connsiteX3920" fmla="*/ 4417175 w 6501199"/>
              <a:gd name="connsiteY3920" fmla="*/ 1220611 h 6382977"/>
              <a:gd name="connsiteX3921" fmla="*/ 4430696 w 6501199"/>
              <a:gd name="connsiteY3921" fmla="*/ 1220611 h 6382977"/>
              <a:gd name="connsiteX3922" fmla="*/ 4417175 w 6501199"/>
              <a:gd name="connsiteY3922" fmla="*/ 1220611 h 6382977"/>
              <a:gd name="connsiteX3923" fmla="*/ 4391341 w 6501199"/>
              <a:gd name="connsiteY3923" fmla="*/ 1220431 h 6382977"/>
              <a:gd name="connsiteX3924" fmla="*/ 4405707 w 6501199"/>
              <a:gd name="connsiteY3924" fmla="*/ 1229221 h 6382977"/>
              <a:gd name="connsiteX3925" fmla="*/ 4392186 w 6501199"/>
              <a:gd name="connsiteY3925" fmla="*/ 1229221 h 6382977"/>
              <a:gd name="connsiteX3926" fmla="*/ 4391341 w 6501199"/>
              <a:gd name="connsiteY3926" fmla="*/ 1220431 h 6382977"/>
              <a:gd name="connsiteX3927" fmla="*/ 4950750 w 6501199"/>
              <a:gd name="connsiteY3927" fmla="*/ 1220419 h 6382977"/>
              <a:gd name="connsiteX3928" fmla="*/ 4949641 w 6501199"/>
              <a:gd name="connsiteY3928" fmla="*/ 1225112 h 6382977"/>
              <a:gd name="connsiteX3929" fmla="*/ 4946349 w 6501199"/>
              <a:gd name="connsiteY3929" fmla="*/ 1229908 h 6382977"/>
              <a:gd name="connsiteX3930" fmla="*/ 4949422 w 6501199"/>
              <a:gd name="connsiteY3930" fmla="*/ 1230652 h 6382977"/>
              <a:gd name="connsiteX3931" fmla="*/ 4962922 w 6501199"/>
              <a:gd name="connsiteY3931" fmla="*/ 1239085 h 6382977"/>
              <a:gd name="connsiteX3932" fmla="*/ 4931525 w 6501199"/>
              <a:gd name="connsiteY3932" fmla="*/ 1234824 h 6382977"/>
              <a:gd name="connsiteX3933" fmla="*/ 4937704 w 6501199"/>
              <a:gd name="connsiteY3933" fmla="*/ 1228522 h 6382977"/>
              <a:gd name="connsiteX3934" fmla="*/ 4936288 w 6501199"/>
              <a:gd name="connsiteY3934" fmla="*/ 1225823 h 6382977"/>
              <a:gd name="connsiteX3935" fmla="*/ 4947867 w 6501199"/>
              <a:gd name="connsiteY3935" fmla="*/ 1221197 h 6382977"/>
              <a:gd name="connsiteX3936" fmla="*/ 4950750 w 6501199"/>
              <a:gd name="connsiteY3936" fmla="*/ 1220419 h 6382977"/>
              <a:gd name="connsiteX3937" fmla="*/ 5495339 w 6501199"/>
              <a:gd name="connsiteY3937" fmla="*/ 1220355 h 6382977"/>
              <a:gd name="connsiteX3938" fmla="*/ 5499492 w 6501199"/>
              <a:gd name="connsiteY3938" fmla="*/ 1221238 h 6382977"/>
              <a:gd name="connsiteX3939" fmla="*/ 5483751 w 6501199"/>
              <a:gd name="connsiteY3939" fmla="*/ 1250592 h 6382977"/>
              <a:gd name="connsiteX3940" fmla="*/ 5481605 w 6501199"/>
              <a:gd name="connsiteY3940" fmla="*/ 1225892 h 6382977"/>
              <a:gd name="connsiteX3941" fmla="*/ 5495339 w 6501199"/>
              <a:gd name="connsiteY3941" fmla="*/ 1220355 h 6382977"/>
              <a:gd name="connsiteX3942" fmla="*/ 5941290 w 6501199"/>
              <a:gd name="connsiteY3942" fmla="*/ 1216025 h 6382977"/>
              <a:gd name="connsiteX3943" fmla="*/ 5941290 w 6501199"/>
              <a:gd name="connsiteY3943" fmla="*/ 1250586 h 6382977"/>
              <a:gd name="connsiteX3944" fmla="*/ 5932205 w 6501199"/>
              <a:gd name="connsiteY3944" fmla="*/ 1234579 h 6382977"/>
              <a:gd name="connsiteX3945" fmla="*/ 5925300 w 6501199"/>
              <a:gd name="connsiteY3945" fmla="*/ 1236761 h 6382977"/>
              <a:gd name="connsiteX3946" fmla="*/ 5941290 w 6501199"/>
              <a:gd name="connsiteY3946" fmla="*/ 1216025 h 6382977"/>
              <a:gd name="connsiteX3947" fmla="*/ 2809797 w 6501199"/>
              <a:gd name="connsiteY3947" fmla="*/ 1212850 h 6382977"/>
              <a:gd name="connsiteX3948" fmla="*/ 2816616 w 6501199"/>
              <a:gd name="connsiteY3948" fmla="*/ 1229026 h 6382977"/>
              <a:gd name="connsiteX3949" fmla="*/ 2780366 w 6501199"/>
              <a:gd name="connsiteY3949" fmla="*/ 1224246 h 6382977"/>
              <a:gd name="connsiteX3950" fmla="*/ 2809797 w 6501199"/>
              <a:gd name="connsiteY3950" fmla="*/ 1212850 h 6382977"/>
              <a:gd name="connsiteX3951" fmla="*/ 3391750 w 6501199"/>
              <a:gd name="connsiteY3951" fmla="*/ 1207950 h 6382977"/>
              <a:gd name="connsiteX3952" fmla="*/ 3371088 w 6501199"/>
              <a:gd name="connsiteY3952" fmla="*/ 1223606 h 6382977"/>
              <a:gd name="connsiteX3953" fmla="*/ 3391750 w 6501199"/>
              <a:gd name="connsiteY3953" fmla="*/ 1207950 h 6382977"/>
              <a:gd name="connsiteX3954" fmla="*/ 3303988 w 6501199"/>
              <a:gd name="connsiteY3954" fmla="*/ 1207028 h 6382977"/>
              <a:gd name="connsiteX3955" fmla="*/ 3301885 w 6501199"/>
              <a:gd name="connsiteY3955" fmla="*/ 1220434 h 6382977"/>
              <a:gd name="connsiteX3956" fmla="*/ 3277350 w 6501199"/>
              <a:gd name="connsiteY3956" fmla="*/ 1215848 h 6382977"/>
              <a:gd name="connsiteX3957" fmla="*/ 3303988 w 6501199"/>
              <a:gd name="connsiteY3957" fmla="*/ 1207028 h 6382977"/>
              <a:gd name="connsiteX3958" fmla="*/ 4849736 w 6501199"/>
              <a:gd name="connsiteY3958" fmla="*/ 1204912 h 6382977"/>
              <a:gd name="connsiteX3959" fmla="*/ 4840526 w 6501199"/>
              <a:gd name="connsiteY3959" fmla="*/ 1250587 h 6382977"/>
              <a:gd name="connsiteX3960" fmla="*/ 4849736 w 6501199"/>
              <a:gd name="connsiteY3960" fmla="*/ 1204912 h 6382977"/>
              <a:gd name="connsiteX3961" fmla="*/ 6269334 w 6501199"/>
              <a:gd name="connsiteY3961" fmla="*/ 1198562 h 6382977"/>
              <a:gd name="connsiteX3962" fmla="*/ 6269334 w 6501199"/>
              <a:gd name="connsiteY3962" fmla="*/ 1207324 h 6382977"/>
              <a:gd name="connsiteX3963" fmla="*/ 6280550 w 6501199"/>
              <a:gd name="connsiteY3963" fmla="*/ 1213983 h 6382977"/>
              <a:gd name="connsiteX3964" fmla="*/ 6260572 w 6501199"/>
              <a:gd name="connsiteY3964" fmla="*/ 1225199 h 6382977"/>
              <a:gd name="connsiteX3965" fmla="*/ 6269334 w 6501199"/>
              <a:gd name="connsiteY3965" fmla="*/ 1198562 h 6382977"/>
              <a:gd name="connsiteX3966" fmla="*/ 6046537 w 6501199"/>
              <a:gd name="connsiteY3966" fmla="*/ 1196101 h 6382977"/>
              <a:gd name="connsiteX3967" fmla="*/ 6037177 w 6501199"/>
              <a:gd name="connsiteY3967" fmla="*/ 1219142 h 6382977"/>
              <a:gd name="connsiteX3968" fmla="*/ 6046537 w 6501199"/>
              <a:gd name="connsiteY3968" fmla="*/ 1196101 h 6382977"/>
              <a:gd name="connsiteX3969" fmla="*/ 5647091 w 6501199"/>
              <a:gd name="connsiteY3969" fmla="*/ 1194941 h 6382977"/>
              <a:gd name="connsiteX3970" fmla="*/ 5649152 w 6501199"/>
              <a:gd name="connsiteY3970" fmla="*/ 1196212 h 6382977"/>
              <a:gd name="connsiteX3971" fmla="*/ 5649152 w 6501199"/>
              <a:gd name="connsiteY3971" fmla="*/ 1214086 h 6382977"/>
              <a:gd name="connsiteX3972" fmla="*/ 5628438 w 6501199"/>
              <a:gd name="connsiteY3972" fmla="*/ 1209530 h 6382977"/>
              <a:gd name="connsiteX3973" fmla="*/ 5647091 w 6501199"/>
              <a:gd name="connsiteY3973" fmla="*/ 1194941 h 6382977"/>
              <a:gd name="connsiteX3974" fmla="*/ 2191138 w 6501199"/>
              <a:gd name="connsiteY3974" fmla="*/ 1194347 h 6382977"/>
              <a:gd name="connsiteX3975" fmla="*/ 2152351 w 6501199"/>
              <a:gd name="connsiteY3975" fmla="*/ 1212494 h 6382977"/>
              <a:gd name="connsiteX3976" fmla="*/ 2191138 w 6501199"/>
              <a:gd name="connsiteY3976" fmla="*/ 1194347 h 6382977"/>
              <a:gd name="connsiteX3977" fmla="*/ 6398016 w 6501199"/>
              <a:gd name="connsiteY3977" fmla="*/ 1192212 h 6382977"/>
              <a:gd name="connsiteX3978" fmla="*/ 6398016 w 6501199"/>
              <a:gd name="connsiteY3978" fmla="*/ 1215131 h 6382977"/>
              <a:gd name="connsiteX3979" fmla="*/ 6382224 w 6501199"/>
              <a:gd name="connsiteY3979" fmla="*/ 1212948 h 6382977"/>
              <a:gd name="connsiteX3980" fmla="*/ 6382224 w 6501199"/>
              <a:gd name="connsiteY3980" fmla="*/ 1226773 h 6382977"/>
              <a:gd name="connsiteX3981" fmla="*/ 6398016 w 6501199"/>
              <a:gd name="connsiteY3981" fmla="*/ 1192212 h 6382977"/>
              <a:gd name="connsiteX3982" fmla="*/ 5578696 w 6501199"/>
              <a:gd name="connsiteY3982" fmla="*/ 1192212 h 6382977"/>
              <a:gd name="connsiteX3983" fmla="*/ 5578696 w 6501199"/>
              <a:gd name="connsiteY3983" fmla="*/ 1226773 h 6382977"/>
              <a:gd name="connsiteX3984" fmla="*/ 5578696 w 6501199"/>
              <a:gd name="connsiteY3984" fmla="*/ 1192212 h 6382977"/>
              <a:gd name="connsiteX3985" fmla="*/ 4976345 w 6501199"/>
              <a:gd name="connsiteY3985" fmla="*/ 1191925 h 6382977"/>
              <a:gd name="connsiteX3986" fmla="*/ 4965982 w 6501199"/>
              <a:gd name="connsiteY3986" fmla="*/ 1234717 h 6382977"/>
              <a:gd name="connsiteX3987" fmla="*/ 4952136 w 6501199"/>
              <a:gd name="connsiteY3987" fmla="*/ 1214346 h 6382977"/>
              <a:gd name="connsiteX3988" fmla="*/ 4971874 w 6501199"/>
              <a:gd name="connsiteY3988" fmla="*/ 1192701 h 6382977"/>
              <a:gd name="connsiteX3989" fmla="*/ 4976345 w 6501199"/>
              <a:gd name="connsiteY3989" fmla="*/ 1191925 h 6382977"/>
              <a:gd name="connsiteX3990" fmla="*/ 6321198 w 6501199"/>
              <a:gd name="connsiteY3990" fmla="*/ 1189037 h 6382977"/>
              <a:gd name="connsiteX3991" fmla="*/ 6337684 w 6501199"/>
              <a:gd name="connsiteY3991" fmla="*/ 1272815 h 6382977"/>
              <a:gd name="connsiteX3992" fmla="*/ 6321198 w 6501199"/>
              <a:gd name="connsiteY3992" fmla="*/ 1189037 h 6382977"/>
              <a:gd name="connsiteX3993" fmla="*/ 3495273 w 6501199"/>
              <a:gd name="connsiteY3993" fmla="*/ 1181021 h 6382977"/>
              <a:gd name="connsiteX3994" fmla="*/ 3507176 w 6501199"/>
              <a:gd name="connsiteY3994" fmla="*/ 1184001 h 6382977"/>
              <a:gd name="connsiteX3995" fmla="*/ 3486900 w 6501199"/>
              <a:gd name="connsiteY3995" fmla="*/ 1181510 h 6382977"/>
              <a:gd name="connsiteX3996" fmla="*/ 3495273 w 6501199"/>
              <a:gd name="connsiteY3996" fmla="*/ 1181021 h 6382977"/>
              <a:gd name="connsiteX3997" fmla="*/ 3597657 w 6501199"/>
              <a:gd name="connsiteY3997" fmla="*/ 1177894 h 6382977"/>
              <a:gd name="connsiteX3998" fmla="*/ 3610353 w 6501199"/>
              <a:gd name="connsiteY3998" fmla="*/ 1185496 h 6382977"/>
              <a:gd name="connsiteX3999" fmla="*/ 3586913 w 6501199"/>
              <a:gd name="connsiteY3999" fmla="*/ 1180733 h 6382977"/>
              <a:gd name="connsiteX4000" fmla="*/ 3597657 w 6501199"/>
              <a:gd name="connsiteY4000" fmla="*/ 1177894 h 6382977"/>
              <a:gd name="connsiteX4001" fmla="*/ 5648926 w 6501199"/>
              <a:gd name="connsiteY4001" fmla="*/ 1168400 h 6382977"/>
              <a:gd name="connsiteX4002" fmla="*/ 5658228 w 6501199"/>
              <a:gd name="connsiteY4002" fmla="*/ 1179848 h 6382977"/>
              <a:gd name="connsiteX4003" fmla="*/ 5634788 w 6501199"/>
              <a:gd name="connsiteY4003" fmla="*/ 1184498 h 6382977"/>
              <a:gd name="connsiteX4004" fmla="*/ 5648926 w 6501199"/>
              <a:gd name="connsiteY4004" fmla="*/ 1168400 h 6382977"/>
              <a:gd name="connsiteX4005" fmla="*/ 3531042 w 6501199"/>
              <a:gd name="connsiteY4005" fmla="*/ 1168091 h 6382977"/>
              <a:gd name="connsiteX4006" fmla="*/ 3538935 w 6501199"/>
              <a:gd name="connsiteY4006" fmla="*/ 1170340 h 6382977"/>
              <a:gd name="connsiteX4007" fmla="*/ 3523413 w 6501199"/>
              <a:gd name="connsiteY4007" fmla="*/ 1172456 h 6382977"/>
              <a:gd name="connsiteX4008" fmla="*/ 3531042 w 6501199"/>
              <a:gd name="connsiteY4008" fmla="*/ 1168091 h 6382977"/>
              <a:gd name="connsiteX4009" fmla="*/ 2156282 w 6501199"/>
              <a:gd name="connsiteY4009" fmla="*/ 1167933 h 6382977"/>
              <a:gd name="connsiteX4010" fmla="*/ 2170500 w 6501199"/>
              <a:gd name="connsiteY4010" fmla="*/ 1177980 h 6382977"/>
              <a:gd name="connsiteX4011" fmla="*/ 2140700 w 6501199"/>
              <a:gd name="connsiteY4011" fmla="*/ 1180152 h 6382977"/>
              <a:gd name="connsiteX4012" fmla="*/ 2156282 w 6501199"/>
              <a:gd name="connsiteY4012" fmla="*/ 1167933 h 6382977"/>
              <a:gd name="connsiteX4013" fmla="*/ 2543562 w 6501199"/>
              <a:gd name="connsiteY4013" fmla="*/ 1164166 h 6382977"/>
              <a:gd name="connsiteX4014" fmla="*/ 2513763 w 6501199"/>
              <a:gd name="connsiteY4014" fmla="*/ 1177572 h 6382977"/>
              <a:gd name="connsiteX4015" fmla="*/ 2543562 w 6501199"/>
              <a:gd name="connsiteY4015" fmla="*/ 1164166 h 6382977"/>
              <a:gd name="connsiteX4016" fmla="*/ 3395803 w 6501199"/>
              <a:gd name="connsiteY4016" fmla="*/ 1161479 h 6382977"/>
              <a:gd name="connsiteX4017" fmla="*/ 3416684 w 6501199"/>
              <a:gd name="connsiteY4017" fmla="*/ 1165944 h 6382977"/>
              <a:gd name="connsiteX4018" fmla="*/ 3393238 w 6501199"/>
              <a:gd name="connsiteY4018" fmla="*/ 1173013 h 6382977"/>
              <a:gd name="connsiteX4019" fmla="*/ 3395803 w 6501199"/>
              <a:gd name="connsiteY4019" fmla="*/ 1161479 h 6382977"/>
              <a:gd name="connsiteX4020" fmla="*/ 4922103 w 6501199"/>
              <a:gd name="connsiteY4020" fmla="*/ 1158875 h 6382977"/>
              <a:gd name="connsiteX4021" fmla="*/ 4924206 w 6501199"/>
              <a:gd name="connsiteY4021" fmla="*/ 1183917 h 6382977"/>
              <a:gd name="connsiteX4022" fmla="*/ 4922103 w 6501199"/>
              <a:gd name="connsiteY4022" fmla="*/ 1158875 h 6382977"/>
              <a:gd name="connsiteX4023" fmla="*/ 3490747 w 6501199"/>
              <a:gd name="connsiteY4023" fmla="*/ 1158089 h 6382977"/>
              <a:gd name="connsiteX4024" fmla="*/ 3496059 w 6501199"/>
              <a:gd name="connsiteY4024" fmla="*/ 1163740 h 6382977"/>
              <a:gd name="connsiteX4025" fmla="*/ 3482138 w 6501199"/>
              <a:gd name="connsiteY4025" fmla="*/ 1165843 h 6382977"/>
              <a:gd name="connsiteX4026" fmla="*/ 3490747 w 6501199"/>
              <a:gd name="connsiteY4026" fmla="*/ 1158089 h 6382977"/>
              <a:gd name="connsiteX4027" fmla="*/ 6411121 w 6501199"/>
              <a:gd name="connsiteY4027" fmla="*/ 1155700 h 6382977"/>
              <a:gd name="connsiteX4028" fmla="*/ 6433981 w 6501199"/>
              <a:gd name="connsiteY4028" fmla="*/ 1245829 h 6382977"/>
              <a:gd name="connsiteX4029" fmla="*/ 6411121 w 6501199"/>
              <a:gd name="connsiteY4029" fmla="*/ 1155700 h 6382977"/>
              <a:gd name="connsiteX4030" fmla="*/ 4981112 w 6501199"/>
              <a:gd name="connsiteY4030" fmla="*/ 1155700 h 6382977"/>
              <a:gd name="connsiteX4031" fmla="*/ 4983609 w 6501199"/>
              <a:gd name="connsiteY4031" fmla="*/ 1180737 h 6382977"/>
              <a:gd name="connsiteX4032" fmla="*/ 4981112 w 6501199"/>
              <a:gd name="connsiteY4032" fmla="*/ 1155700 h 6382977"/>
              <a:gd name="connsiteX4033" fmla="*/ 5592544 w 6501199"/>
              <a:gd name="connsiteY4033" fmla="*/ 1152525 h 6382977"/>
              <a:gd name="connsiteX4034" fmla="*/ 5579225 w 6501199"/>
              <a:gd name="connsiteY4034" fmla="*/ 1172502 h 6382977"/>
              <a:gd name="connsiteX4035" fmla="*/ 5592544 w 6501199"/>
              <a:gd name="connsiteY4035" fmla="*/ 1152525 h 6382977"/>
              <a:gd name="connsiteX4036" fmla="*/ 5167938 w 6501199"/>
              <a:gd name="connsiteY4036" fmla="*/ 1150937 h 6382977"/>
              <a:gd name="connsiteX4037" fmla="*/ 5186194 w 6501199"/>
              <a:gd name="connsiteY4037" fmla="*/ 1159936 h 6382977"/>
              <a:gd name="connsiteX4038" fmla="*/ 5184047 w 6501199"/>
              <a:gd name="connsiteY4038" fmla="*/ 1178294 h 6382977"/>
              <a:gd name="connsiteX4039" fmla="*/ 5172592 w 6501199"/>
              <a:gd name="connsiteY4039" fmla="*/ 1180453 h 6382977"/>
              <a:gd name="connsiteX4040" fmla="*/ 5188342 w 6501199"/>
              <a:gd name="connsiteY4040" fmla="*/ 1194132 h 6382977"/>
              <a:gd name="connsiteX4041" fmla="*/ 5177245 w 6501199"/>
              <a:gd name="connsiteY4041" fmla="*/ 1212490 h 6382977"/>
              <a:gd name="connsiteX4042" fmla="*/ 5152188 w 6501199"/>
              <a:gd name="connsiteY4042" fmla="*/ 1187293 h 6382977"/>
              <a:gd name="connsiteX4043" fmla="*/ 5174740 w 6501199"/>
              <a:gd name="connsiteY4043" fmla="*/ 1168935 h 6382977"/>
              <a:gd name="connsiteX4044" fmla="*/ 5163643 w 6501199"/>
              <a:gd name="connsiteY4044" fmla="*/ 1155616 h 6382977"/>
              <a:gd name="connsiteX4045" fmla="*/ 5167938 w 6501199"/>
              <a:gd name="connsiteY4045" fmla="*/ 1150937 h 6382977"/>
              <a:gd name="connsiteX4046" fmla="*/ 4880353 w 6501199"/>
              <a:gd name="connsiteY4046" fmla="*/ 1150937 h 6382977"/>
              <a:gd name="connsiteX4047" fmla="*/ 4861378 w 6501199"/>
              <a:gd name="connsiteY4047" fmla="*/ 1206137 h 6382977"/>
              <a:gd name="connsiteX4048" fmla="*/ 4880353 w 6501199"/>
              <a:gd name="connsiteY4048" fmla="*/ 1150937 h 6382977"/>
              <a:gd name="connsiteX4049" fmla="*/ 4506785 w 6501199"/>
              <a:gd name="connsiteY4049" fmla="*/ 1149963 h 6382977"/>
              <a:gd name="connsiteX4050" fmla="*/ 4520001 w 6501199"/>
              <a:gd name="connsiteY4050" fmla="*/ 1152573 h 6382977"/>
              <a:gd name="connsiteX4051" fmla="*/ 4508777 w 6501199"/>
              <a:gd name="connsiteY4051" fmla="*/ 1156950 h 6382977"/>
              <a:gd name="connsiteX4052" fmla="*/ 4506785 w 6501199"/>
              <a:gd name="connsiteY4052" fmla="*/ 1149963 h 6382977"/>
              <a:gd name="connsiteX4053" fmla="*/ 6053377 w 6501199"/>
              <a:gd name="connsiteY4053" fmla="*/ 1146057 h 6382977"/>
              <a:gd name="connsiteX4054" fmla="*/ 6055537 w 6501199"/>
              <a:gd name="connsiteY4054" fmla="*/ 1168739 h 6382977"/>
              <a:gd name="connsiteX4055" fmla="*/ 6064537 w 6501199"/>
              <a:gd name="connsiteY4055" fmla="*/ 1155418 h 6382977"/>
              <a:gd name="connsiteX4056" fmla="*/ 6053377 w 6501199"/>
              <a:gd name="connsiteY4056" fmla="*/ 1146057 h 6382977"/>
              <a:gd name="connsiteX4057" fmla="*/ 3348245 w 6501199"/>
              <a:gd name="connsiteY4057" fmla="*/ 1143707 h 6382977"/>
              <a:gd name="connsiteX4058" fmla="*/ 3364291 w 6501199"/>
              <a:gd name="connsiteY4058" fmla="*/ 1144311 h 6382977"/>
              <a:gd name="connsiteX4059" fmla="*/ 3354989 w 6501199"/>
              <a:gd name="connsiteY4059" fmla="*/ 1146382 h 6382977"/>
              <a:gd name="connsiteX4060" fmla="*/ 3354989 w 6501199"/>
              <a:gd name="connsiteY4060" fmla="*/ 1150868 h 6382977"/>
              <a:gd name="connsiteX4061" fmla="*/ 3340850 w 6501199"/>
              <a:gd name="connsiteY4061" fmla="*/ 1152939 h 6382977"/>
              <a:gd name="connsiteX4062" fmla="*/ 3348245 w 6501199"/>
              <a:gd name="connsiteY4062" fmla="*/ 1143707 h 6382977"/>
              <a:gd name="connsiteX4063" fmla="*/ 3476398 w 6501199"/>
              <a:gd name="connsiteY4063" fmla="*/ 1143000 h 6382977"/>
              <a:gd name="connsiteX4064" fmla="*/ 3483359 w 6501199"/>
              <a:gd name="connsiteY4064" fmla="*/ 1147586 h 6382977"/>
              <a:gd name="connsiteX4065" fmla="*/ 3481161 w 6501199"/>
              <a:gd name="connsiteY4065" fmla="*/ 1158522 h 6382977"/>
              <a:gd name="connsiteX4066" fmla="*/ 3476398 w 6501199"/>
              <a:gd name="connsiteY4066" fmla="*/ 1143000 h 6382977"/>
              <a:gd name="connsiteX4067" fmla="*/ 2628824 w 6501199"/>
              <a:gd name="connsiteY4067" fmla="*/ 1143000 h 6382977"/>
              <a:gd name="connsiteX4068" fmla="*/ 2635641 w 6501199"/>
              <a:gd name="connsiteY4068" fmla="*/ 1149760 h 6382977"/>
              <a:gd name="connsiteX4069" fmla="*/ 2583613 w 6501199"/>
              <a:gd name="connsiteY4069" fmla="*/ 1154386 h 6382977"/>
              <a:gd name="connsiteX4070" fmla="*/ 2628824 w 6501199"/>
              <a:gd name="connsiteY4070" fmla="*/ 1143000 h 6382977"/>
              <a:gd name="connsiteX4071" fmla="*/ 3053845 w 6501199"/>
              <a:gd name="connsiteY4071" fmla="*/ 1135255 h 6382977"/>
              <a:gd name="connsiteX4072" fmla="*/ 3042743 w 6501199"/>
              <a:gd name="connsiteY4072" fmla="*/ 1142162 h 6382977"/>
              <a:gd name="connsiteX4073" fmla="*/ 3070072 w 6501199"/>
              <a:gd name="connsiteY4073" fmla="*/ 1135345 h 6382977"/>
              <a:gd name="connsiteX4074" fmla="*/ 3053845 w 6501199"/>
              <a:gd name="connsiteY4074" fmla="*/ 1135255 h 6382977"/>
              <a:gd name="connsiteX4075" fmla="*/ 3149822 w 6501199"/>
              <a:gd name="connsiteY4075" fmla="*/ 1135062 h 6382977"/>
              <a:gd name="connsiteX4076" fmla="*/ 3158994 w 6501199"/>
              <a:gd name="connsiteY4076" fmla="*/ 1135062 h 6382977"/>
              <a:gd name="connsiteX4077" fmla="*/ 3161110 w 6501199"/>
              <a:gd name="connsiteY4077" fmla="*/ 1139332 h 6382977"/>
              <a:gd name="connsiteX4078" fmla="*/ 3129713 w 6501199"/>
              <a:gd name="connsiteY4078" fmla="*/ 1155344 h 6382977"/>
              <a:gd name="connsiteX4079" fmla="*/ 3149822 w 6501199"/>
              <a:gd name="connsiteY4079" fmla="*/ 1135062 h 6382977"/>
              <a:gd name="connsiteX4080" fmla="*/ 4822577 w 6501199"/>
              <a:gd name="connsiteY4080" fmla="*/ 1131887 h 6382977"/>
              <a:gd name="connsiteX4081" fmla="*/ 4829471 w 6501199"/>
              <a:gd name="connsiteY4081" fmla="*/ 1131887 h 6382977"/>
              <a:gd name="connsiteX4082" fmla="*/ 4836366 w 6501199"/>
              <a:gd name="connsiteY4082" fmla="*/ 1136649 h 6382977"/>
              <a:gd name="connsiteX4083" fmla="*/ 4822577 w 6501199"/>
              <a:gd name="connsiteY4083" fmla="*/ 1141412 h 6382977"/>
              <a:gd name="connsiteX4084" fmla="*/ 4822577 w 6501199"/>
              <a:gd name="connsiteY4084" fmla="*/ 1131887 h 6382977"/>
              <a:gd name="connsiteX4085" fmla="*/ 2792281 w 6501199"/>
              <a:gd name="connsiteY4085" fmla="*/ 1131887 h 6382977"/>
              <a:gd name="connsiteX4086" fmla="*/ 2794397 w 6501199"/>
              <a:gd name="connsiteY4086" fmla="*/ 1147659 h 6382977"/>
              <a:gd name="connsiteX4087" fmla="*/ 2778875 w 6501199"/>
              <a:gd name="connsiteY4087" fmla="*/ 1145206 h 6382977"/>
              <a:gd name="connsiteX4088" fmla="*/ 2756650 w 6501199"/>
              <a:gd name="connsiteY4088" fmla="*/ 1143103 h 6382977"/>
              <a:gd name="connsiteX4089" fmla="*/ 2792281 w 6501199"/>
              <a:gd name="connsiteY4089" fmla="*/ 1131887 h 6382977"/>
              <a:gd name="connsiteX4090" fmla="*/ 5039067 w 6501199"/>
              <a:gd name="connsiteY4090" fmla="*/ 1131590 h 6382977"/>
              <a:gd name="connsiteX4091" fmla="*/ 5055033 w 6501199"/>
              <a:gd name="connsiteY4091" fmla="*/ 1150565 h 6382977"/>
              <a:gd name="connsiteX4092" fmla="*/ 5039067 w 6501199"/>
              <a:gd name="connsiteY4092" fmla="*/ 1131590 h 6382977"/>
              <a:gd name="connsiteX4093" fmla="*/ 4773047 w 6501199"/>
              <a:gd name="connsiteY4093" fmla="*/ 1130684 h 6382977"/>
              <a:gd name="connsiteX4094" fmla="*/ 4784208 w 6501199"/>
              <a:gd name="connsiteY4094" fmla="*/ 1149041 h 6382977"/>
              <a:gd name="connsiteX4095" fmla="*/ 4782048 w 6501199"/>
              <a:gd name="connsiteY4095" fmla="*/ 1132844 h 6382977"/>
              <a:gd name="connsiteX4096" fmla="*/ 4773047 w 6501199"/>
              <a:gd name="connsiteY4096" fmla="*/ 1130684 h 6382977"/>
              <a:gd name="connsiteX4097" fmla="*/ 5181721 w 6501199"/>
              <a:gd name="connsiteY4097" fmla="*/ 1127125 h 6382977"/>
              <a:gd name="connsiteX4098" fmla="*/ 5184211 w 6501199"/>
              <a:gd name="connsiteY4098" fmla="*/ 1150565 h 6382977"/>
              <a:gd name="connsiteX4099" fmla="*/ 5181721 w 6501199"/>
              <a:gd name="connsiteY4099" fmla="*/ 1127125 h 6382977"/>
              <a:gd name="connsiteX4100" fmla="*/ 5529899 w 6501199"/>
              <a:gd name="connsiteY4100" fmla="*/ 1124913 h 6382977"/>
              <a:gd name="connsiteX4101" fmla="*/ 5537587 w 6501199"/>
              <a:gd name="connsiteY4101" fmla="*/ 1125934 h 6382977"/>
              <a:gd name="connsiteX4102" fmla="*/ 5512550 w 6501199"/>
              <a:gd name="connsiteY4102" fmla="*/ 1143689 h 6382977"/>
              <a:gd name="connsiteX4103" fmla="*/ 5529899 w 6501199"/>
              <a:gd name="connsiteY4103" fmla="*/ 1124913 h 6382977"/>
              <a:gd name="connsiteX4104" fmla="*/ 5982674 w 6501199"/>
              <a:gd name="connsiteY4104" fmla="*/ 1123950 h 6382977"/>
              <a:gd name="connsiteX4105" fmla="*/ 5973372 w 6501199"/>
              <a:gd name="connsiteY4105" fmla="*/ 1155347 h 6382977"/>
              <a:gd name="connsiteX4106" fmla="*/ 5982674 w 6501199"/>
              <a:gd name="connsiteY4106" fmla="*/ 1123950 h 6382977"/>
              <a:gd name="connsiteX4107" fmla="*/ 3226186 w 6501199"/>
              <a:gd name="connsiteY4107" fmla="*/ 1116012 h 6382977"/>
              <a:gd name="connsiteX4108" fmla="*/ 3186863 w 6501199"/>
              <a:gd name="connsiteY4108" fmla="*/ 1131534 h 6382977"/>
              <a:gd name="connsiteX4109" fmla="*/ 3226186 w 6501199"/>
              <a:gd name="connsiteY4109" fmla="*/ 1116012 h 6382977"/>
              <a:gd name="connsiteX4110" fmla="*/ 3145229 w 6501199"/>
              <a:gd name="connsiteY4110" fmla="*/ 1108075 h 6382977"/>
              <a:gd name="connsiteX4111" fmla="*/ 3111067 w 6501199"/>
              <a:gd name="connsiteY4111" fmla="*/ 1114892 h 6382977"/>
              <a:gd name="connsiteX4112" fmla="*/ 3133721 w 6501199"/>
              <a:gd name="connsiteY4112" fmla="*/ 1123863 h 6382977"/>
              <a:gd name="connsiteX4113" fmla="*/ 3131564 w 6501199"/>
              <a:gd name="connsiteY4113" fmla="*/ 1135345 h 6382977"/>
              <a:gd name="connsiteX4114" fmla="*/ 3074747 w 6501199"/>
              <a:gd name="connsiteY4114" fmla="*/ 1135345 h 6382977"/>
              <a:gd name="connsiteX4115" fmla="*/ 3115382 w 6501199"/>
              <a:gd name="connsiteY4115" fmla="*/ 1151133 h 6382977"/>
              <a:gd name="connsiteX4116" fmla="*/ 3070072 w 6501199"/>
              <a:gd name="connsiteY4116" fmla="*/ 1155797 h 6382977"/>
              <a:gd name="connsiteX4117" fmla="*/ 3015413 w 6501199"/>
              <a:gd name="connsiteY4117" fmla="*/ 1144315 h 6382977"/>
              <a:gd name="connsiteX4118" fmla="*/ 2992758 w 6501199"/>
              <a:gd name="connsiteY4118" fmla="*/ 1153285 h 6382977"/>
              <a:gd name="connsiteX4119" fmla="*/ 2988443 w 6501199"/>
              <a:gd name="connsiteY4119" fmla="*/ 1139650 h 6382977"/>
              <a:gd name="connsiteX4120" fmla="*/ 2974778 w 6501199"/>
              <a:gd name="connsiteY4120" fmla="*/ 1153285 h 6382977"/>
              <a:gd name="connsiteX4121" fmla="*/ 2895307 w 6501199"/>
              <a:gd name="connsiteY4121" fmla="*/ 1148980 h 6382977"/>
              <a:gd name="connsiteX4122" fmla="*/ 2974778 w 6501199"/>
              <a:gd name="connsiteY4122" fmla="*/ 1130680 h 6382977"/>
              <a:gd name="connsiteX4123" fmla="*/ 2881642 w 6501199"/>
              <a:gd name="connsiteY4123" fmla="*/ 1121710 h 6382977"/>
              <a:gd name="connsiteX4124" fmla="*/ 2872292 w 6501199"/>
              <a:gd name="connsiteY4124" fmla="*/ 1146468 h 6382977"/>
              <a:gd name="connsiteX4125" fmla="*/ 2831657 w 6501199"/>
              <a:gd name="connsiteY4125" fmla="*/ 1148980 h 6382977"/>
              <a:gd name="connsiteX4126" fmla="*/ 2863302 w 6501199"/>
              <a:gd name="connsiteY4126" fmla="*/ 1135345 h 6382977"/>
              <a:gd name="connsiteX4127" fmla="*/ 2854312 w 6501199"/>
              <a:gd name="connsiteY4127" fmla="*/ 1130680 h 6382977"/>
              <a:gd name="connsiteX4128" fmla="*/ 2863302 w 6501199"/>
              <a:gd name="connsiteY4128" fmla="*/ 1126374 h 6382977"/>
              <a:gd name="connsiteX4129" fmla="*/ 2835973 w 6501199"/>
              <a:gd name="connsiteY4129" fmla="*/ 1117045 h 6382977"/>
              <a:gd name="connsiteX4130" fmla="*/ 2997433 w 6501199"/>
              <a:gd name="connsiteY4130" fmla="*/ 1112739 h 6382977"/>
              <a:gd name="connsiteX4131" fmla="*/ 3145229 w 6501199"/>
              <a:gd name="connsiteY4131" fmla="*/ 1108075 h 6382977"/>
              <a:gd name="connsiteX4132" fmla="*/ 5559803 w 6501199"/>
              <a:gd name="connsiteY4132" fmla="*/ 1091537 h 6382977"/>
              <a:gd name="connsiteX4133" fmla="*/ 5543432 w 6501199"/>
              <a:gd name="connsiteY4133" fmla="*/ 1129941 h 6382977"/>
              <a:gd name="connsiteX4134" fmla="*/ 5559803 w 6501199"/>
              <a:gd name="connsiteY4134" fmla="*/ 1091537 h 6382977"/>
              <a:gd name="connsiteX4135" fmla="*/ 5163324 w 6501199"/>
              <a:gd name="connsiteY4135" fmla="*/ 1087437 h 6382977"/>
              <a:gd name="connsiteX4136" fmla="*/ 5156571 w 6501199"/>
              <a:gd name="connsiteY4136" fmla="*/ 1137874 h 6382977"/>
              <a:gd name="connsiteX4137" fmla="*/ 5163324 w 6501199"/>
              <a:gd name="connsiteY4137" fmla="*/ 1087437 h 6382977"/>
              <a:gd name="connsiteX4138" fmla="*/ 5920166 w 6501199"/>
              <a:gd name="connsiteY4138" fmla="*/ 1070803 h 6382977"/>
              <a:gd name="connsiteX4139" fmla="*/ 5915329 w 6501199"/>
              <a:gd name="connsiteY4139" fmla="*/ 1083917 h 6382977"/>
              <a:gd name="connsiteX4140" fmla="*/ 5896725 w 6501199"/>
              <a:gd name="connsiteY4140" fmla="*/ 1077360 h 6382977"/>
              <a:gd name="connsiteX4141" fmla="*/ 5920166 w 6501199"/>
              <a:gd name="connsiteY4141" fmla="*/ 1070803 h 6382977"/>
              <a:gd name="connsiteX4142" fmla="*/ 5197709 w 6501199"/>
              <a:gd name="connsiteY4142" fmla="*/ 1068387 h 6382977"/>
              <a:gd name="connsiteX4143" fmla="*/ 5208975 w 6501199"/>
              <a:gd name="connsiteY4143" fmla="*/ 1077360 h 6382977"/>
              <a:gd name="connsiteX4144" fmla="*/ 5179175 w 6501199"/>
              <a:gd name="connsiteY4144" fmla="*/ 1081501 h 6382977"/>
              <a:gd name="connsiteX4145" fmla="*/ 5197709 w 6501199"/>
              <a:gd name="connsiteY4145" fmla="*/ 1068387 h 6382977"/>
              <a:gd name="connsiteX4146" fmla="*/ 5130890 w 6501199"/>
              <a:gd name="connsiteY4146" fmla="*/ 1066800 h 6382977"/>
              <a:gd name="connsiteX4147" fmla="*/ 5130890 w 6501199"/>
              <a:gd name="connsiteY4147" fmla="*/ 1101361 h 6382977"/>
              <a:gd name="connsiteX4148" fmla="*/ 5130890 w 6501199"/>
              <a:gd name="connsiteY4148" fmla="*/ 1066800 h 6382977"/>
              <a:gd name="connsiteX4149" fmla="*/ 5481583 w 6501199"/>
              <a:gd name="connsiteY4149" fmla="*/ 1063625 h 6382977"/>
              <a:gd name="connsiteX4150" fmla="*/ 5479079 w 6501199"/>
              <a:gd name="connsiteY4150" fmla="*/ 1088662 h 6382977"/>
              <a:gd name="connsiteX4151" fmla="*/ 5481583 w 6501199"/>
              <a:gd name="connsiteY4151" fmla="*/ 1063625 h 6382977"/>
              <a:gd name="connsiteX4152" fmla="*/ 5043167 w 6501199"/>
              <a:gd name="connsiteY4152" fmla="*/ 1057275 h 6382977"/>
              <a:gd name="connsiteX4153" fmla="*/ 5052252 w 6501199"/>
              <a:gd name="connsiteY4153" fmla="*/ 1077733 h 6382977"/>
              <a:gd name="connsiteX4154" fmla="*/ 5045347 w 6501199"/>
              <a:gd name="connsiteY4154" fmla="*/ 1098191 h 6382977"/>
              <a:gd name="connsiteX4155" fmla="*/ 5043167 w 6501199"/>
              <a:gd name="connsiteY4155" fmla="*/ 1057275 h 6382977"/>
              <a:gd name="connsiteX4156" fmla="*/ 4815275 w 6501199"/>
              <a:gd name="connsiteY4156" fmla="*/ 1057241 h 6382977"/>
              <a:gd name="connsiteX4157" fmla="*/ 4796741 w 6501199"/>
              <a:gd name="connsiteY4157" fmla="*/ 1087073 h 6382977"/>
              <a:gd name="connsiteX4158" fmla="*/ 4815275 w 6501199"/>
              <a:gd name="connsiteY4158" fmla="*/ 1057241 h 6382977"/>
              <a:gd name="connsiteX4159" fmla="*/ 4497762 w 6501199"/>
              <a:gd name="connsiteY4159" fmla="*/ 1055780 h 6382977"/>
              <a:gd name="connsiteX4160" fmla="*/ 4513645 w 6501199"/>
              <a:gd name="connsiteY4160" fmla="*/ 1059567 h 6382977"/>
              <a:gd name="connsiteX4161" fmla="*/ 4493058 w 6501199"/>
              <a:gd name="connsiteY4161" fmla="*/ 1077559 h 6382977"/>
              <a:gd name="connsiteX4162" fmla="*/ 4497762 w 6501199"/>
              <a:gd name="connsiteY4162" fmla="*/ 1055780 h 6382977"/>
              <a:gd name="connsiteX4163" fmla="*/ 5900828 w 6501199"/>
              <a:gd name="connsiteY4163" fmla="*/ 1042987 h 6382977"/>
              <a:gd name="connsiteX4164" fmla="*/ 5894169 w 6501199"/>
              <a:gd name="connsiteY4164" fmla="*/ 1068024 h 6382977"/>
              <a:gd name="connsiteX4165" fmla="*/ 5900828 w 6501199"/>
              <a:gd name="connsiteY4165" fmla="*/ 1042987 h 6382977"/>
              <a:gd name="connsiteX4166" fmla="*/ 5620615 w 6501199"/>
              <a:gd name="connsiteY4166" fmla="*/ 1042987 h 6382977"/>
              <a:gd name="connsiteX4167" fmla="*/ 5622795 w 6501199"/>
              <a:gd name="connsiteY4167" fmla="*/ 1070606 h 6382977"/>
              <a:gd name="connsiteX4168" fmla="*/ 5620615 w 6501199"/>
              <a:gd name="connsiteY4168" fmla="*/ 1042987 h 6382977"/>
              <a:gd name="connsiteX4169" fmla="*/ 4965582 w 6501199"/>
              <a:gd name="connsiteY4169" fmla="*/ 1041074 h 6382977"/>
              <a:gd name="connsiteX4170" fmla="*/ 4978189 w 6501199"/>
              <a:gd name="connsiteY4170" fmla="*/ 1041085 h 6382977"/>
              <a:gd name="connsiteX4171" fmla="*/ 4954886 w 6501199"/>
              <a:gd name="connsiteY4171" fmla="*/ 1074383 h 6382977"/>
              <a:gd name="connsiteX4172" fmla="*/ 4941050 w 6501199"/>
              <a:gd name="connsiteY4172" fmla="*/ 1072257 h 6382977"/>
              <a:gd name="connsiteX4173" fmla="*/ 4947968 w 6501199"/>
              <a:gd name="connsiteY4173" fmla="*/ 1049941 h 6382977"/>
              <a:gd name="connsiteX4174" fmla="*/ 4965582 w 6501199"/>
              <a:gd name="connsiteY4174" fmla="*/ 1041074 h 6382977"/>
              <a:gd name="connsiteX4175" fmla="*/ 5920959 w 6501199"/>
              <a:gd name="connsiteY4175" fmla="*/ 1038772 h 6382977"/>
              <a:gd name="connsiteX4176" fmla="*/ 5916494 w 6501199"/>
              <a:gd name="connsiteY4176" fmla="*/ 1056919 h 6382977"/>
              <a:gd name="connsiteX4177" fmla="*/ 5920959 w 6501199"/>
              <a:gd name="connsiteY4177" fmla="*/ 1038772 h 6382977"/>
              <a:gd name="connsiteX4178" fmla="*/ 5207601 w 6501199"/>
              <a:gd name="connsiteY4178" fmla="*/ 1038225 h 6382977"/>
              <a:gd name="connsiteX4179" fmla="*/ 5204997 w 6501199"/>
              <a:gd name="connsiteY4179" fmla="*/ 1058506 h 6382977"/>
              <a:gd name="connsiteX4180" fmla="*/ 5193463 w 6501199"/>
              <a:gd name="connsiteY4180" fmla="*/ 1047476 h 6382977"/>
              <a:gd name="connsiteX4181" fmla="*/ 5207601 w 6501199"/>
              <a:gd name="connsiteY4181" fmla="*/ 1038225 h 6382977"/>
              <a:gd name="connsiteX4182" fmla="*/ 4805936 w 6501199"/>
              <a:gd name="connsiteY4182" fmla="*/ 1031875 h 6382977"/>
              <a:gd name="connsiteX4183" fmla="*/ 4801350 w 6501199"/>
              <a:gd name="connsiteY4183" fmla="*/ 1050558 h 6382977"/>
              <a:gd name="connsiteX4184" fmla="*/ 4805936 w 6501199"/>
              <a:gd name="connsiteY4184" fmla="*/ 1031875 h 6382977"/>
              <a:gd name="connsiteX4185" fmla="*/ 4717566 w 6501199"/>
              <a:gd name="connsiteY4185" fmla="*/ 1025525 h 6382977"/>
              <a:gd name="connsiteX4186" fmla="*/ 4726385 w 6501199"/>
              <a:gd name="connsiteY4186" fmla="*/ 1037180 h 6382977"/>
              <a:gd name="connsiteX4187" fmla="*/ 4710863 w 6501199"/>
              <a:gd name="connsiteY4187" fmla="*/ 1032292 h 6382977"/>
              <a:gd name="connsiteX4188" fmla="*/ 4717566 w 6501199"/>
              <a:gd name="connsiteY4188" fmla="*/ 1025525 h 6382977"/>
              <a:gd name="connsiteX4189" fmla="*/ 5379076 w 6501199"/>
              <a:gd name="connsiteY4189" fmla="*/ 1020762 h 6382977"/>
              <a:gd name="connsiteX4190" fmla="*/ 5376928 w 6501199"/>
              <a:gd name="connsiteY4190" fmla="*/ 1068029 h 6382977"/>
              <a:gd name="connsiteX4191" fmla="*/ 5379076 w 6501199"/>
              <a:gd name="connsiteY4191" fmla="*/ 1020762 h 6382977"/>
              <a:gd name="connsiteX4192" fmla="*/ 4686637 w 6501199"/>
              <a:gd name="connsiteY4192" fmla="*/ 1012621 h 6382977"/>
              <a:gd name="connsiteX4193" fmla="*/ 4681957 w 6501199"/>
              <a:gd name="connsiteY4193" fmla="*/ 1023779 h 6382977"/>
              <a:gd name="connsiteX4194" fmla="*/ 4690958 w 6501199"/>
              <a:gd name="connsiteY4194" fmla="*/ 1026299 h 6382977"/>
              <a:gd name="connsiteX4195" fmla="*/ 4690958 w 6501199"/>
              <a:gd name="connsiteY4195" fmla="*/ 1030618 h 6382977"/>
              <a:gd name="connsiteX4196" fmla="*/ 4700319 w 6501199"/>
              <a:gd name="connsiteY4196" fmla="*/ 1021620 h 6382977"/>
              <a:gd name="connsiteX4197" fmla="*/ 4686637 w 6501199"/>
              <a:gd name="connsiteY4197" fmla="*/ 1012621 h 6382977"/>
              <a:gd name="connsiteX4198" fmla="*/ 4732779 w 6501199"/>
              <a:gd name="connsiteY4198" fmla="*/ 1009650 h 6382977"/>
              <a:gd name="connsiteX4199" fmla="*/ 4721563 w 6501199"/>
              <a:gd name="connsiteY4199" fmla="*/ 1023570 h 6382977"/>
              <a:gd name="connsiteX4200" fmla="*/ 4732779 w 6501199"/>
              <a:gd name="connsiteY4200" fmla="*/ 1009650 h 6382977"/>
              <a:gd name="connsiteX4201" fmla="*/ 5490855 w 6501199"/>
              <a:gd name="connsiteY4201" fmla="*/ 993775 h 6382977"/>
              <a:gd name="connsiteX4202" fmla="*/ 5497557 w 6501199"/>
              <a:gd name="connsiteY4202" fmla="*/ 1014056 h 6382977"/>
              <a:gd name="connsiteX4203" fmla="*/ 5490855 w 6501199"/>
              <a:gd name="connsiteY4203" fmla="*/ 993775 h 6382977"/>
              <a:gd name="connsiteX4204" fmla="*/ 4813257 w 6501199"/>
              <a:gd name="connsiteY4204" fmla="*/ 993775 h 6382977"/>
              <a:gd name="connsiteX4205" fmla="*/ 4815489 w 6501199"/>
              <a:gd name="connsiteY4205" fmla="*/ 1031522 h 6382977"/>
              <a:gd name="connsiteX4206" fmla="*/ 4813257 w 6501199"/>
              <a:gd name="connsiteY4206" fmla="*/ 993775 h 6382977"/>
              <a:gd name="connsiteX4207" fmla="*/ 4914286 w 6501199"/>
              <a:gd name="connsiteY4207" fmla="*/ 989224 h 6382977"/>
              <a:gd name="connsiteX4208" fmla="*/ 4903637 w 6501199"/>
              <a:gd name="connsiteY4208" fmla="*/ 995278 h 6382977"/>
              <a:gd name="connsiteX4209" fmla="*/ 4926837 w 6501199"/>
              <a:gd name="connsiteY4209" fmla="*/ 993125 h 6382977"/>
              <a:gd name="connsiteX4210" fmla="*/ 4914286 w 6501199"/>
              <a:gd name="connsiteY4210" fmla="*/ 989224 h 6382977"/>
              <a:gd name="connsiteX4211" fmla="*/ 5612011 w 6501199"/>
              <a:gd name="connsiteY4211" fmla="*/ 987425 h 6382977"/>
              <a:gd name="connsiteX4212" fmla="*/ 5609595 w 6501199"/>
              <a:gd name="connsiteY4212" fmla="*/ 1028341 h 6382977"/>
              <a:gd name="connsiteX4213" fmla="*/ 5612011 w 6501199"/>
              <a:gd name="connsiteY4213" fmla="*/ 987425 h 6382977"/>
              <a:gd name="connsiteX4214" fmla="*/ 5570639 w 6501199"/>
              <a:gd name="connsiteY4214" fmla="*/ 987425 h 6382977"/>
              <a:gd name="connsiteX4215" fmla="*/ 5579612 w 6501199"/>
              <a:gd name="connsiteY4215" fmla="*/ 1040082 h 6382977"/>
              <a:gd name="connsiteX4216" fmla="*/ 5557000 w 6501199"/>
              <a:gd name="connsiteY4216" fmla="*/ 1040082 h 6382977"/>
              <a:gd name="connsiteX4217" fmla="*/ 5570639 w 6501199"/>
              <a:gd name="connsiteY4217" fmla="*/ 987425 h 6382977"/>
              <a:gd name="connsiteX4218" fmla="*/ 4994669 w 6501199"/>
              <a:gd name="connsiteY4218" fmla="*/ 975857 h 6382977"/>
              <a:gd name="connsiteX4219" fmla="*/ 4979014 w 6501199"/>
              <a:gd name="connsiteY4219" fmla="*/ 1012466 h 6382977"/>
              <a:gd name="connsiteX4220" fmla="*/ 4994669 w 6501199"/>
              <a:gd name="connsiteY4220" fmla="*/ 975857 h 6382977"/>
              <a:gd name="connsiteX4221" fmla="*/ 6083047 w 6501199"/>
              <a:gd name="connsiteY4221" fmla="*/ 973137 h 6382977"/>
              <a:gd name="connsiteX4222" fmla="*/ 6101151 w 6501199"/>
              <a:gd name="connsiteY4222" fmla="*/ 1009292 h 6382977"/>
              <a:gd name="connsiteX4223" fmla="*/ 6083047 w 6501199"/>
              <a:gd name="connsiteY4223" fmla="*/ 973137 h 6382977"/>
              <a:gd name="connsiteX4224" fmla="*/ 4816248 w 6501199"/>
              <a:gd name="connsiteY4224" fmla="*/ 973137 h 6382977"/>
              <a:gd name="connsiteX4225" fmla="*/ 4814050 w 6501199"/>
              <a:gd name="connsiteY4225" fmla="*/ 984426 h 6382977"/>
              <a:gd name="connsiteX4226" fmla="*/ 4816248 w 6501199"/>
              <a:gd name="connsiteY4226" fmla="*/ 973137 h 6382977"/>
              <a:gd name="connsiteX4227" fmla="*/ 4593161 w 6501199"/>
              <a:gd name="connsiteY4227" fmla="*/ 973137 h 6382977"/>
              <a:gd name="connsiteX4228" fmla="*/ 4595309 w 6501199"/>
              <a:gd name="connsiteY4228" fmla="*/ 996578 h 6382977"/>
              <a:gd name="connsiteX4229" fmla="*/ 4593161 w 6501199"/>
              <a:gd name="connsiteY4229" fmla="*/ 973137 h 6382977"/>
              <a:gd name="connsiteX4230" fmla="*/ 4523064 w 6501199"/>
              <a:gd name="connsiteY4230" fmla="*/ 953847 h 6382977"/>
              <a:gd name="connsiteX4231" fmla="*/ 4530506 w 6501199"/>
              <a:gd name="connsiteY4231" fmla="*/ 962248 h 6382977"/>
              <a:gd name="connsiteX4232" fmla="*/ 4528403 w 6501199"/>
              <a:gd name="connsiteY4232" fmla="*/ 971192 h 6382977"/>
              <a:gd name="connsiteX4233" fmla="*/ 4517188 w 6501199"/>
              <a:gd name="connsiteY4233" fmla="*/ 955451 h 6382977"/>
              <a:gd name="connsiteX4234" fmla="*/ 4523064 w 6501199"/>
              <a:gd name="connsiteY4234" fmla="*/ 953847 h 6382977"/>
              <a:gd name="connsiteX4235" fmla="*/ 5450373 w 6501199"/>
              <a:gd name="connsiteY4235" fmla="*/ 950564 h 6382977"/>
              <a:gd name="connsiteX4236" fmla="*/ 5441373 w 6501199"/>
              <a:gd name="connsiteY4236" fmla="*/ 971085 h 6382977"/>
              <a:gd name="connsiteX4237" fmla="*/ 5448213 w 6501199"/>
              <a:gd name="connsiteY4237" fmla="*/ 977926 h 6382977"/>
              <a:gd name="connsiteX4238" fmla="*/ 5450373 w 6501199"/>
              <a:gd name="connsiteY4238" fmla="*/ 950564 h 6382977"/>
              <a:gd name="connsiteX4239" fmla="*/ 4536736 w 6501199"/>
              <a:gd name="connsiteY4239" fmla="*/ 946150 h 6382977"/>
              <a:gd name="connsiteX4240" fmla="*/ 4538914 w 6501199"/>
              <a:gd name="connsiteY4240" fmla="*/ 960070 h 6382977"/>
              <a:gd name="connsiteX4241" fmla="*/ 4536736 w 6501199"/>
              <a:gd name="connsiteY4241" fmla="*/ 946150 h 6382977"/>
              <a:gd name="connsiteX4242" fmla="*/ 5673017 w 6501199"/>
              <a:gd name="connsiteY4242" fmla="*/ 943611 h 6382977"/>
              <a:gd name="connsiteX4243" fmla="*/ 5690475 w 6501199"/>
              <a:gd name="connsiteY4243" fmla="*/ 971186 h 6382977"/>
              <a:gd name="connsiteX4244" fmla="*/ 5674779 w 6501199"/>
              <a:gd name="connsiteY4244" fmla="*/ 968639 h 6382977"/>
              <a:gd name="connsiteX4245" fmla="*/ 5663363 w 6501199"/>
              <a:gd name="connsiteY4245" fmla="*/ 945720 h 6382977"/>
              <a:gd name="connsiteX4246" fmla="*/ 5673017 w 6501199"/>
              <a:gd name="connsiteY4246" fmla="*/ 943611 h 6382977"/>
              <a:gd name="connsiteX4247" fmla="*/ 4748089 w 6501199"/>
              <a:gd name="connsiteY4247" fmla="*/ 942975 h 6382977"/>
              <a:gd name="connsiteX4248" fmla="*/ 4745904 w 6501199"/>
              <a:gd name="connsiteY4248" fmla="*/ 968012 h 6382977"/>
              <a:gd name="connsiteX4249" fmla="*/ 4748089 w 6501199"/>
              <a:gd name="connsiteY4249" fmla="*/ 942975 h 6382977"/>
              <a:gd name="connsiteX4250" fmla="*/ 5424739 w 6501199"/>
              <a:gd name="connsiteY4250" fmla="*/ 940703 h 6382977"/>
              <a:gd name="connsiteX4251" fmla="*/ 5424739 w 6501199"/>
              <a:gd name="connsiteY4251" fmla="*/ 958494 h 6382977"/>
              <a:gd name="connsiteX4252" fmla="*/ 5424739 w 6501199"/>
              <a:gd name="connsiteY4252" fmla="*/ 940703 h 6382977"/>
              <a:gd name="connsiteX4253" fmla="*/ 6083182 w 6501199"/>
              <a:gd name="connsiteY4253" fmla="*/ 936625 h 6382977"/>
              <a:gd name="connsiteX4254" fmla="*/ 6099553 w 6501199"/>
              <a:gd name="connsiteY4254" fmla="*/ 952046 h 6382977"/>
              <a:gd name="connsiteX4255" fmla="*/ 6090251 w 6501199"/>
              <a:gd name="connsiteY4255" fmla="*/ 961158 h 6382977"/>
              <a:gd name="connsiteX4256" fmla="*/ 6083182 w 6501199"/>
              <a:gd name="connsiteY4256" fmla="*/ 936625 h 6382977"/>
              <a:gd name="connsiteX4257" fmla="*/ 5645537 w 6501199"/>
              <a:gd name="connsiteY4257" fmla="*/ 935037 h 6382977"/>
              <a:gd name="connsiteX4258" fmla="*/ 5627367 w 6501199"/>
              <a:gd name="connsiteY4258" fmla="*/ 1042625 h 6382977"/>
              <a:gd name="connsiteX4259" fmla="*/ 5645537 w 6501199"/>
              <a:gd name="connsiteY4259" fmla="*/ 935037 h 6382977"/>
              <a:gd name="connsiteX4260" fmla="*/ 4859725 w 6501199"/>
              <a:gd name="connsiteY4260" fmla="*/ 934850 h 6382977"/>
              <a:gd name="connsiteX4261" fmla="*/ 4876734 w 6501199"/>
              <a:gd name="connsiteY4261" fmla="*/ 934939 h 6382977"/>
              <a:gd name="connsiteX4262" fmla="*/ 4858591 w 6501199"/>
              <a:gd name="connsiteY4262" fmla="*/ 1002756 h 6382977"/>
              <a:gd name="connsiteX4263" fmla="*/ 4874556 w 6501199"/>
              <a:gd name="connsiteY4263" fmla="*/ 1005268 h 6382977"/>
              <a:gd name="connsiteX4264" fmla="*/ 4860768 w 6501199"/>
              <a:gd name="connsiteY4264" fmla="*/ 1018903 h 6382977"/>
              <a:gd name="connsiteX4265" fmla="*/ 4840085 w 6501199"/>
              <a:gd name="connsiteY4265" fmla="*/ 1014238 h 6382977"/>
              <a:gd name="connsiteX4266" fmla="*/ 4837908 w 6501199"/>
              <a:gd name="connsiteY4266" fmla="*/ 1021056 h 6382977"/>
              <a:gd name="connsiteX4267" fmla="*/ 4851696 w 6501199"/>
              <a:gd name="connsiteY4267" fmla="*/ 1030026 h 6382977"/>
              <a:gd name="connsiteX4268" fmla="*/ 4835731 w 6501199"/>
              <a:gd name="connsiteY4268" fmla="*/ 991633 h 6382977"/>
              <a:gd name="connsiteX4269" fmla="*/ 4849519 w 6501199"/>
              <a:gd name="connsiteY4269" fmla="*/ 998450 h 6382977"/>
              <a:gd name="connsiteX4270" fmla="*/ 4867662 w 6501199"/>
              <a:gd name="connsiteY4270" fmla="*/ 975486 h 6382977"/>
              <a:gd name="connsiteX4271" fmla="*/ 4842625 w 6501199"/>
              <a:gd name="connsiteY4271" fmla="*/ 964363 h 6382977"/>
              <a:gd name="connsiteX4272" fmla="*/ 4863308 w 6501199"/>
              <a:gd name="connsiteY4272" fmla="*/ 946063 h 6382977"/>
              <a:gd name="connsiteX4273" fmla="*/ 4849519 w 6501199"/>
              <a:gd name="connsiteY4273" fmla="*/ 941757 h 6382977"/>
              <a:gd name="connsiteX4274" fmla="*/ 4859725 w 6501199"/>
              <a:gd name="connsiteY4274" fmla="*/ 934850 h 6382977"/>
              <a:gd name="connsiteX4275" fmla="*/ 5401202 w 6501199"/>
              <a:gd name="connsiteY4275" fmla="*/ 930275 h 6382977"/>
              <a:gd name="connsiteX4276" fmla="*/ 5415341 w 6501199"/>
              <a:gd name="connsiteY4276" fmla="*/ 946016 h 6382977"/>
              <a:gd name="connsiteX4277" fmla="*/ 5391900 w 6501199"/>
              <a:gd name="connsiteY4277" fmla="*/ 952813 h 6382977"/>
              <a:gd name="connsiteX4278" fmla="*/ 5401202 w 6501199"/>
              <a:gd name="connsiteY4278" fmla="*/ 930275 h 6382977"/>
              <a:gd name="connsiteX4279" fmla="*/ 4981350 w 6501199"/>
              <a:gd name="connsiteY4279" fmla="*/ 927662 h 6382977"/>
              <a:gd name="connsiteX4280" fmla="*/ 4995125 w 6501199"/>
              <a:gd name="connsiteY4280" fmla="*/ 932028 h 6382977"/>
              <a:gd name="connsiteX4281" fmla="*/ 5004188 w 6501199"/>
              <a:gd name="connsiteY4281" fmla="*/ 941486 h 6382977"/>
              <a:gd name="connsiteX4282" fmla="*/ 4981350 w 6501199"/>
              <a:gd name="connsiteY4282" fmla="*/ 945852 h 6382977"/>
              <a:gd name="connsiteX4283" fmla="*/ 4981350 w 6501199"/>
              <a:gd name="connsiteY4283" fmla="*/ 927662 h 6382977"/>
              <a:gd name="connsiteX4284" fmla="*/ 4564606 w 6501199"/>
              <a:gd name="connsiteY4284" fmla="*/ 922866 h 6382977"/>
              <a:gd name="connsiteX4285" fmla="*/ 4586688 w 6501199"/>
              <a:gd name="connsiteY4285" fmla="*/ 936272 h 6382977"/>
              <a:gd name="connsiteX4286" fmla="*/ 4564606 w 6501199"/>
              <a:gd name="connsiteY4286" fmla="*/ 922866 h 6382977"/>
              <a:gd name="connsiteX4287" fmla="*/ 4951850 w 6501199"/>
              <a:gd name="connsiteY4287" fmla="*/ 915987 h 6382977"/>
              <a:gd name="connsiteX4288" fmla="*/ 4931187 w 6501199"/>
              <a:gd name="connsiteY4288" fmla="*/ 1029363 h 6382977"/>
              <a:gd name="connsiteX4289" fmla="*/ 4878625 w 6501199"/>
              <a:gd name="connsiteY4289" fmla="*/ 1147403 h 6382977"/>
              <a:gd name="connsiteX4290" fmla="*/ 4892400 w 6501199"/>
              <a:gd name="connsiteY4290" fmla="*/ 1079234 h 6382977"/>
              <a:gd name="connsiteX4291" fmla="*/ 4899287 w 6501199"/>
              <a:gd name="connsiteY4291" fmla="*/ 1047661 h 6382977"/>
              <a:gd name="connsiteX4292" fmla="*/ 4885513 w 6501199"/>
              <a:gd name="connsiteY4292" fmla="*/ 1040844 h 6382977"/>
              <a:gd name="connsiteX4293" fmla="*/ 4899287 w 6501199"/>
              <a:gd name="connsiteY4293" fmla="*/ 972675 h 6382977"/>
              <a:gd name="connsiteX4294" fmla="*/ 4924300 w 6501199"/>
              <a:gd name="connsiteY4294" fmla="*/ 981644 h 6382977"/>
              <a:gd name="connsiteX4295" fmla="*/ 4926837 w 6501199"/>
              <a:gd name="connsiteY4295" fmla="*/ 968011 h 6382977"/>
              <a:gd name="connsiteX4296" fmla="*/ 4913063 w 6501199"/>
              <a:gd name="connsiteY4296" fmla="*/ 961552 h 6382977"/>
              <a:gd name="connsiteX4297" fmla="*/ 4951850 w 6501199"/>
              <a:gd name="connsiteY4297" fmla="*/ 915987 h 6382977"/>
              <a:gd name="connsiteX4298" fmla="*/ 5031086 w 6501199"/>
              <a:gd name="connsiteY4298" fmla="*/ 911783 h 6382977"/>
              <a:gd name="connsiteX4299" fmla="*/ 5026717 w 6501199"/>
              <a:gd name="connsiteY4299" fmla="*/ 934679 h 6382977"/>
              <a:gd name="connsiteX4300" fmla="*/ 5031086 w 6501199"/>
              <a:gd name="connsiteY4300" fmla="*/ 911783 h 6382977"/>
              <a:gd name="connsiteX4301" fmla="*/ 4615083 w 6501199"/>
              <a:gd name="connsiteY4301" fmla="*/ 911225 h 6382977"/>
              <a:gd name="connsiteX4302" fmla="*/ 4621786 w 6501199"/>
              <a:gd name="connsiteY4302" fmla="*/ 927710 h 6382977"/>
              <a:gd name="connsiteX4303" fmla="*/ 4617200 w 6501199"/>
              <a:gd name="connsiteY4303" fmla="*/ 927710 h 6382977"/>
              <a:gd name="connsiteX4304" fmla="*/ 4594975 w 6501199"/>
              <a:gd name="connsiteY4304" fmla="*/ 925146 h 6382977"/>
              <a:gd name="connsiteX4305" fmla="*/ 4615083 w 6501199"/>
              <a:gd name="connsiteY4305" fmla="*/ 911225 h 6382977"/>
              <a:gd name="connsiteX4306" fmla="*/ 5420853 w 6501199"/>
              <a:gd name="connsiteY4306" fmla="*/ 902681 h 6382977"/>
              <a:gd name="connsiteX4307" fmla="*/ 5420123 w 6501199"/>
              <a:gd name="connsiteY4307" fmla="*/ 903142 h 6382977"/>
              <a:gd name="connsiteX4308" fmla="*/ 5420767 w 6501199"/>
              <a:gd name="connsiteY4308" fmla="*/ 903528 h 6382977"/>
              <a:gd name="connsiteX4309" fmla="*/ 5445693 w 6501199"/>
              <a:gd name="connsiteY4309" fmla="*/ 891520 h 6382977"/>
              <a:gd name="connsiteX4310" fmla="*/ 5453609 w 6501199"/>
              <a:gd name="connsiteY4310" fmla="*/ 901168 h 6382977"/>
              <a:gd name="connsiteX4311" fmla="*/ 5454884 w 6501199"/>
              <a:gd name="connsiteY4311" fmla="*/ 900000 h 6382977"/>
              <a:gd name="connsiteX4312" fmla="*/ 5463969 w 6501199"/>
              <a:gd name="connsiteY4312" fmla="*/ 913595 h 6382977"/>
              <a:gd name="connsiteX4313" fmla="*/ 5456977 w 6501199"/>
              <a:gd name="connsiteY4313" fmla="*/ 914300 h 6382977"/>
              <a:gd name="connsiteX4314" fmla="*/ 5457213 w 6501199"/>
              <a:gd name="connsiteY4314" fmla="*/ 916362 h 6382977"/>
              <a:gd name="connsiteX4315" fmla="*/ 5466213 w 6501199"/>
              <a:gd name="connsiteY4315" fmla="*/ 914201 h 6382977"/>
              <a:gd name="connsiteX4316" fmla="*/ 5470893 w 6501199"/>
              <a:gd name="connsiteY4316" fmla="*/ 895840 h 6382977"/>
              <a:gd name="connsiteX4317" fmla="*/ 5473053 w 6501199"/>
              <a:gd name="connsiteY4317" fmla="*/ 943724 h 6382977"/>
              <a:gd name="connsiteX4318" fmla="*/ 5489253 w 6501199"/>
              <a:gd name="connsiteY4318" fmla="*/ 939043 h 6382977"/>
              <a:gd name="connsiteX4319" fmla="*/ 5477733 w 6501199"/>
              <a:gd name="connsiteY4319" fmla="*/ 957404 h 6382977"/>
              <a:gd name="connsiteX4320" fmla="*/ 5466213 w 6501199"/>
              <a:gd name="connsiteY4320" fmla="*/ 952724 h 6382977"/>
              <a:gd name="connsiteX4321" fmla="*/ 5484573 w 6501199"/>
              <a:gd name="connsiteY4321" fmla="*/ 977926 h 6382977"/>
              <a:gd name="connsiteX4322" fmla="*/ 5468373 w 6501199"/>
              <a:gd name="connsiteY4322" fmla="*/ 995927 h 6382977"/>
              <a:gd name="connsiteX4323" fmla="*/ 5466213 w 6501199"/>
              <a:gd name="connsiteY4323" fmla="*/ 973246 h 6382977"/>
              <a:gd name="connsiteX4324" fmla="*/ 5438853 w 6501199"/>
              <a:gd name="connsiteY4324" fmla="*/ 1002768 h 6382977"/>
              <a:gd name="connsiteX4325" fmla="*/ 5443533 w 6501199"/>
              <a:gd name="connsiteY4325" fmla="*/ 1012128 h 6382977"/>
              <a:gd name="connsiteX4326" fmla="*/ 5455053 w 6501199"/>
              <a:gd name="connsiteY4326" fmla="*/ 1002768 h 6382977"/>
              <a:gd name="connsiteX4327" fmla="*/ 5468373 w 6501199"/>
              <a:gd name="connsiteY4327" fmla="*/ 1005288 h 6382977"/>
              <a:gd name="connsiteX4328" fmla="*/ 5477733 w 6501199"/>
              <a:gd name="connsiteY4328" fmla="*/ 1027969 h 6382977"/>
              <a:gd name="connsiteX4329" fmla="*/ 5493573 w 6501199"/>
              <a:gd name="connsiteY4329" fmla="*/ 1016448 h 6382977"/>
              <a:gd name="connsiteX4330" fmla="*/ 5479893 w 6501199"/>
              <a:gd name="connsiteY4330" fmla="*/ 1057491 h 6382977"/>
              <a:gd name="connsiteX4331" fmla="*/ 5470893 w 6501199"/>
              <a:gd name="connsiteY4331" fmla="*/ 1041650 h 6382977"/>
              <a:gd name="connsiteX4332" fmla="*/ 5457213 w 6501199"/>
              <a:gd name="connsiteY4332" fmla="*/ 1093854 h 6382977"/>
              <a:gd name="connsiteX4333" fmla="*/ 5470893 w 6501199"/>
              <a:gd name="connsiteY4333" fmla="*/ 1091694 h 6382977"/>
              <a:gd name="connsiteX4334" fmla="*/ 5479893 w 6501199"/>
              <a:gd name="connsiteY4334" fmla="*/ 1114375 h 6382977"/>
              <a:gd name="connsiteX4335" fmla="*/ 5468373 w 6501199"/>
              <a:gd name="connsiteY4335" fmla="*/ 1182420 h 6382977"/>
              <a:gd name="connsiteX4336" fmla="*/ 5457213 w 6501199"/>
              <a:gd name="connsiteY4336" fmla="*/ 1168739 h 6382977"/>
              <a:gd name="connsiteX4337" fmla="*/ 5459373 w 6501199"/>
              <a:gd name="connsiteY4337" fmla="*/ 1198621 h 6382977"/>
              <a:gd name="connsiteX4338" fmla="*/ 5441373 w 6501199"/>
              <a:gd name="connsiteY4338" fmla="*/ 1198621 h 6382977"/>
              <a:gd name="connsiteX4339" fmla="*/ 5452533 w 6501199"/>
              <a:gd name="connsiteY4339" fmla="*/ 1207622 h 6382977"/>
              <a:gd name="connsiteX4340" fmla="*/ 5461893 w 6501199"/>
              <a:gd name="connsiteY4340" fmla="*/ 1252985 h 6382977"/>
              <a:gd name="connsiteX4341" fmla="*/ 5449608 w 6501199"/>
              <a:gd name="connsiteY4341" fmla="*/ 1276746 h 6382977"/>
              <a:gd name="connsiteX4342" fmla="*/ 5452007 w 6501199"/>
              <a:gd name="connsiteY4342" fmla="*/ 1281441 h 6382977"/>
              <a:gd name="connsiteX4343" fmla="*/ 5463307 w 6501199"/>
              <a:gd name="connsiteY4343" fmla="*/ 1282181 h 6382977"/>
              <a:gd name="connsiteX4344" fmla="*/ 5463108 w 6501199"/>
              <a:gd name="connsiteY4344" fmla="*/ 1281517 h 6382977"/>
              <a:gd name="connsiteX4345" fmla="*/ 5468373 w 6501199"/>
              <a:gd name="connsiteY4345" fmla="*/ 1278186 h 6382977"/>
              <a:gd name="connsiteX4346" fmla="*/ 5482413 w 6501199"/>
              <a:gd name="connsiteY4346" fmla="*/ 1280347 h 6382977"/>
              <a:gd name="connsiteX4347" fmla="*/ 5475630 w 6501199"/>
              <a:gd name="connsiteY4347" fmla="*/ 1287844 h 6382977"/>
              <a:gd name="connsiteX4348" fmla="*/ 5477261 w 6501199"/>
              <a:gd name="connsiteY4348" fmla="*/ 1290544 h 6382977"/>
              <a:gd name="connsiteX4349" fmla="*/ 5473110 w 6501199"/>
              <a:gd name="connsiteY4349" fmla="*/ 1290630 h 6382977"/>
              <a:gd name="connsiteX4350" fmla="*/ 5461893 w 6501199"/>
              <a:gd name="connsiteY4350" fmla="*/ 1303028 h 6382977"/>
              <a:gd name="connsiteX4351" fmla="*/ 5450418 w 6501199"/>
              <a:gd name="connsiteY4351" fmla="*/ 1292633 h 6382977"/>
              <a:gd name="connsiteX4352" fmla="*/ 5449119 w 6501199"/>
              <a:gd name="connsiteY4352" fmla="*/ 1289254 h 6382977"/>
              <a:gd name="connsiteX4353" fmla="*/ 5446156 w 6501199"/>
              <a:gd name="connsiteY4353" fmla="*/ 1288338 h 6382977"/>
              <a:gd name="connsiteX4354" fmla="*/ 5444293 w 6501199"/>
              <a:gd name="connsiteY4354" fmla="*/ 1284292 h 6382977"/>
              <a:gd name="connsiteX4355" fmla="*/ 5434353 w 6501199"/>
              <a:gd name="connsiteY4355" fmla="*/ 1312299 h 6382977"/>
              <a:gd name="connsiteX4356" fmla="*/ 5443533 w 6501199"/>
              <a:gd name="connsiteY4356" fmla="*/ 1337231 h 6382977"/>
              <a:gd name="connsiteX4357" fmla="*/ 5425533 w 6501199"/>
              <a:gd name="connsiteY4357" fmla="*/ 1350911 h 6382977"/>
              <a:gd name="connsiteX4358" fmla="*/ 5423013 w 6501199"/>
              <a:gd name="connsiteY4358" fmla="*/ 1380433 h 6382977"/>
              <a:gd name="connsiteX4359" fmla="*/ 5438853 w 6501199"/>
              <a:gd name="connsiteY4359" fmla="*/ 1398795 h 6382977"/>
              <a:gd name="connsiteX4360" fmla="*/ 5414013 w 6501199"/>
              <a:gd name="connsiteY4360" fmla="*/ 1398795 h 6382977"/>
              <a:gd name="connsiteX4361" fmla="*/ 5411853 w 6501199"/>
              <a:gd name="connsiteY4361" fmla="*/ 1430477 h 6382977"/>
              <a:gd name="connsiteX4362" fmla="*/ 5425533 w 6501199"/>
              <a:gd name="connsiteY4362" fmla="*/ 1430477 h 6382977"/>
              <a:gd name="connsiteX4363" fmla="*/ 5407173 w 6501199"/>
              <a:gd name="connsiteY4363" fmla="*/ 1448838 h 6382977"/>
              <a:gd name="connsiteX4364" fmla="*/ 5402493 w 6501199"/>
              <a:gd name="connsiteY4364" fmla="*/ 1507882 h 6382977"/>
              <a:gd name="connsiteX4365" fmla="*/ 5411853 w 6501199"/>
              <a:gd name="connsiteY4365" fmla="*/ 1516883 h 6382977"/>
              <a:gd name="connsiteX4366" fmla="*/ 5393492 w 6501199"/>
              <a:gd name="connsiteY4366" fmla="*/ 1512563 h 6382977"/>
              <a:gd name="connsiteX4367" fmla="*/ 5393492 w 6501199"/>
              <a:gd name="connsiteY4367" fmla="*/ 1562606 h 6382977"/>
              <a:gd name="connsiteX4368" fmla="*/ 5405013 w 6501199"/>
              <a:gd name="connsiteY4368" fmla="*/ 1546765 h 6382977"/>
              <a:gd name="connsiteX4369" fmla="*/ 5391332 w 6501199"/>
              <a:gd name="connsiteY4369" fmla="*/ 1585288 h 6382977"/>
              <a:gd name="connsiteX4370" fmla="*/ 5391332 w 6501199"/>
              <a:gd name="connsiteY4370" fmla="*/ 1571607 h 6382977"/>
              <a:gd name="connsiteX4371" fmla="*/ 5386652 w 6501199"/>
              <a:gd name="connsiteY4371" fmla="*/ 1603289 h 6382977"/>
              <a:gd name="connsiteX4372" fmla="*/ 5400332 w 6501199"/>
              <a:gd name="connsiteY4372" fmla="*/ 1596448 h 6382977"/>
              <a:gd name="connsiteX4373" fmla="*/ 5384492 w 6501199"/>
              <a:gd name="connsiteY4373" fmla="*/ 1607969 h 6382977"/>
              <a:gd name="connsiteX4374" fmla="*/ 5391332 w 6501199"/>
              <a:gd name="connsiteY4374" fmla="*/ 1630651 h 6382977"/>
              <a:gd name="connsiteX4375" fmla="*/ 5401727 w 6501199"/>
              <a:gd name="connsiteY4375" fmla="*/ 1622865 h 6382977"/>
              <a:gd name="connsiteX4376" fmla="*/ 5408220 w 6501199"/>
              <a:gd name="connsiteY4376" fmla="*/ 1618608 h 6382977"/>
              <a:gd name="connsiteX4377" fmla="*/ 5410031 w 6501199"/>
              <a:gd name="connsiteY4377" fmla="*/ 1612904 h 6382977"/>
              <a:gd name="connsiteX4378" fmla="*/ 5412279 w 6501199"/>
              <a:gd name="connsiteY4378" fmla="*/ 1610086 h 6382977"/>
              <a:gd name="connsiteX4379" fmla="*/ 5411403 w 6501199"/>
              <a:gd name="connsiteY4379" fmla="*/ 1607699 h 6382977"/>
              <a:gd name="connsiteX4380" fmla="*/ 5407173 w 6501199"/>
              <a:gd name="connsiteY4380" fmla="*/ 1598968 h 6382977"/>
              <a:gd name="connsiteX4381" fmla="*/ 5448213 w 6501199"/>
              <a:gd name="connsiteY4381" fmla="*/ 1528404 h 6382977"/>
              <a:gd name="connsiteX4382" fmla="*/ 5452533 w 6501199"/>
              <a:gd name="connsiteY4382" fmla="*/ 1485201 h 6382977"/>
              <a:gd name="connsiteX4383" fmla="*/ 5475213 w 6501199"/>
              <a:gd name="connsiteY4383" fmla="*/ 1412476 h 6382977"/>
              <a:gd name="connsiteX4384" fmla="*/ 5495733 w 6501199"/>
              <a:gd name="connsiteY4384" fmla="*/ 1412476 h 6382977"/>
              <a:gd name="connsiteX4385" fmla="*/ 5498253 w 6501199"/>
              <a:gd name="connsiteY4385" fmla="*/ 1394114 h 6382977"/>
              <a:gd name="connsiteX4386" fmla="*/ 5527773 w 6501199"/>
              <a:gd name="connsiteY4386" fmla="*/ 1385114 h 6382977"/>
              <a:gd name="connsiteX4387" fmla="*/ 5509413 w 6501199"/>
              <a:gd name="connsiteY4387" fmla="*/ 1369273 h 6382977"/>
              <a:gd name="connsiteX4388" fmla="*/ 5529933 w 6501199"/>
              <a:gd name="connsiteY4388" fmla="*/ 1348751 h 6382977"/>
              <a:gd name="connsiteX4389" fmla="*/ 5520933 w 6501199"/>
              <a:gd name="connsiteY4389" fmla="*/ 1332550 h 6382977"/>
              <a:gd name="connsiteX4390" fmla="*/ 5543613 w 6501199"/>
              <a:gd name="connsiteY4390" fmla="*/ 1346231 h 6382977"/>
              <a:gd name="connsiteX4391" fmla="*/ 5552613 w 6501199"/>
              <a:gd name="connsiteY4391" fmla="*/ 1323550 h 6382977"/>
              <a:gd name="connsiteX4392" fmla="*/ 5548293 w 6501199"/>
              <a:gd name="connsiteY4392" fmla="*/ 1305548 h 6382977"/>
              <a:gd name="connsiteX4393" fmla="*/ 5525613 w 6501199"/>
              <a:gd name="connsiteY4393" fmla="*/ 1296188 h 6382977"/>
              <a:gd name="connsiteX4394" fmla="*/ 5543613 w 6501199"/>
              <a:gd name="connsiteY4394" fmla="*/ 1296188 h 6382977"/>
              <a:gd name="connsiteX4395" fmla="*/ 5552613 w 6501199"/>
              <a:gd name="connsiteY4395" fmla="*/ 1255505 h 6382977"/>
              <a:gd name="connsiteX4396" fmla="*/ 5575653 w 6501199"/>
              <a:gd name="connsiteY4396" fmla="*/ 1269186 h 6382977"/>
              <a:gd name="connsiteX4397" fmla="*/ 5584653 w 6501199"/>
              <a:gd name="connsiteY4397" fmla="*/ 1282867 h 6382977"/>
              <a:gd name="connsiteX4398" fmla="*/ 5577813 w 6501199"/>
              <a:gd name="connsiteY4398" fmla="*/ 1309869 h 6382977"/>
              <a:gd name="connsiteX4399" fmla="*/ 5566293 w 6501199"/>
              <a:gd name="connsiteY4399" fmla="*/ 1296188 h 6382977"/>
              <a:gd name="connsiteX4400" fmla="*/ 5570973 w 6501199"/>
              <a:gd name="connsiteY4400" fmla="*/ 1323550 h 6382977"/>
              <a:gd name="connsiteX4401" fmla="*/ 5538933 w 6501199"/>
              <a:gd name="connsiteY4401" fmla="*/ 1369273 h 6382977"/>
              <a:gd name="connsiteX4402" fmla="*/ 5542511 w 6501199"/>
              <a:gd name="connsiteY4402" fmla="*/ 1372068 h 6382977"/>
              <a:gd name="connsiteX4403" fmla="*/ 5548694 w 6501199"/>
              <a:gd name="connsiteY4403" fmla="*/ 1361765 h 6382977"/>
              <a:gd name="connsiteX4404" fmla="*/ 5569341 w 6501199"/>
              <a:gd name="connsiteY4404" fmla="*/ 1357312 h 6382977"/>
              <a:gd name="connsiteX4405" fmla="*/ 5542884 w 6501199"/>
              <a:gd name="connsiteY4405" fmla="*/ 1372360 h 6382977"/>
              <a:gd name="connsiteX4406" fmla="*/ 5550453 w 6501199"/>
              <a:gd name="connsiteY4406" fmla="*/ 1378273 h 6382977"/>
              <a:gd name="connsiteX4407" fmla="*/ 5550453 w 6501199"/>
              <a:gd name="connsiteY4407" fmla="*/ 1387274 h 6382977"/>
              <a:gd name="connsiteX4408" fmla="*/ 5532093 w 6501199"/>
              <a:gd name="connsiteY4408" fmla="*/ 1387274 h 6382977"/>
              <a:gd name="connsiteX4409" fmla="*/ 5543613 w 6501199"/>
              <a:gd name="connsiteY4409" fmla="*/ 1405635 h 6382977"/>
              <a:gd name="connsiteX4410" fmla="*/ 5525613 w 6501199"/>
              <a:gd name="connsiteY4410" fmla="*/ 1412476 h 6382977"/>
              <a:gd name="connsiteX4411" fmla="*/ 5511933 w 6501199"/>
              <a:gd name="connsiteY4411" fmla="*/ 1448838 h 6382977"/>
              <a:gd name="connsiteX4412" fmla="*/ 5525613 w 6501199"/>
              <a:gd name="connsiteY4412" fmla="*/ 1455679 h 6382977"/>
              <a:gd name="connsiteX4413" fmla="*/ 5529933 w 6501199"/>
              <a:gd name="connsiteY4413" fmla="*/ 1466839 h 6382977"/>
              <a:gd name="connsiteX4414" fmla="*/ 5516253 w 6501199"/>
              <a:gd name="connsiteY4414" fmla="*/ 1487361 h 6382977"/>
              <a:gd name="connsiteX4415" fmla="*/ 5491413 w 6501199"/>
              <a:gd name="connsiteY4415" fmla="*/ 1553605 h 6382977"/>
              <a:gd name="connsiteX4416" fmla="*/ 5518773 w 6501199"/>
              <a:gd name="connsiteY4416" fmla="*/ 1573767 h 6382977"/>
              <a:gd name="connsiteX4417" fmla="*/ 5509413 w 6501199"/>
              <a:gd name="connsiteY4417" fmla="*/ 1560086 h 6382977"/>
              <a:gd name="connsiteX4418" fmla="*/ 5525613 w 6501199"/>
              <a:gd name="connsiteY4418" fmla="*/ 1557926 h 6382977"/>
              <a:gd name="connsiteX4419" fmla="*/ 5570973 w 6501199"/>
              <a:gd name="connsiteY4419" fmla="*/ 1448838 h 6382977"/>
              <a:gd name="connsiteX4420" fmla="*/ 5573133 w 6501199"/>
              <a:gd name="connsiteY4420" fmla="*/ 1471520 h 6382977"/>
              <a:gd name="connsiteX4421" fmla="*/ 5593653 w 6501199"/>
              <a:gd name="connsiteY4421" fmla="*/ 1471520 h 6382977"/>
              <a:gd name="connsiteX4422" fmla="*/ 5579973 w 6501199"/>
              <a:gd name="connsiteY4422" fmla="*/ 1476200 h 6382977"/>
              <a:gd name="connsiteX4423" fmla="*/ 5591493 w 6501199"/>
              <a:gd name="connsiteY4423" fmla="*/ 1507882 h 6382977"/>
              <a:gd name="connsiteX4424" fmla="*/ 5570973 w 6501199"/>
              <a:gd name="connsiteY4424" fmla="*/ 1494201 h 6382977"/>
              <a:gd name="connsiteX4425" fmla="*/ 5582493 w 6501199"/>
              <a:gd name="connsiteY4425" fmla="*/ 1483041 h 6382977"/>
              <a:gd name="connsiteX4426" fmla="*/ 5559453 w 6501199"/>
              <a:gd name="connsiteY4426" fmla="*/ 1480520 h 6382977"/>
              <a:gd name="connsiteX4427" fmla="*/ 5566293 w 6501199"/>
              <a:gd name="connsiteY4427" fmla="*/ 1505722 h 6382977"/>
              <a:gd name="connsiteX4428" fmla="*/ 5582493 w 6501199"/>
              <a:gd name="connsiteY4428" fmla="*/ 1521563 h 6382977"/>
              <a:gd name="connsiteX4429" fmla="*/ 5550453 w 6501199"/>
              <a:gd name="connsiteY4429" fmla="*/ 1612649 h 6382977"/>
              <a:gd name="connsiteX4430" fmla="*/ 5568813 w 6501199"/>
              <a:gd name="connsiteY4430" fmla="*/ 1619490 h 6382977"/>
              <a:gd name="connsiteX4431" fmla="*/ 5536773 w 6501199"/>
              <a:gd name="connsiteY4431" fmla="*/ 1649012 h 6382977"/>
              <a:gd name="connsiteX4432" fmla="*/ 5532093 w 6501199"/>
              <a:gd name="connsiteY4432" fmla="*/ 1626330 h 6382977"/>
              <a:gd name="connsiteX4433" fmla="*/ 5543613 w 6501199"/>
              <a:gd name="connsiteY4433" fmla="*/ 1628491 h 6382977"/>
              <a:gd name="connsiteX4434" fmla="*/ 5529933 w 6501199"/>
              <a:gd name="connsiteY4434" fmla="*/ 1607969 h 6382977"/>
              <a:gd name="connsiteX4435" fmla="*/ 5538933 w 6501199"/>
              <a:gd name="connsiteY4435" fmla="*/ 1658013 h 6382977"/>
              <a:gd name="connsiteX4436" fmla="*/ 5527773 w 6501199"/>
              <a:gd name="connsiteY4436" fmla="*/ 1685374 h 6382977"/>
              <a:gd name="connsiteX4437" fmla="*/ 5511933 w 6501199"/>
              <a:gd name="connsiteY4437" fmla="*/ 1664853 h 6382977"/>
              <a:gd name="connsiteX4438" fmla="*/ 5509413 w 6501199"/>
              <a:gd name="connsiteY4438" fmla="*/ 1694375 h 6382977"/>
              <a:gd name="connsiteX4439" fmla="*/ 5520933 w 6501199"/>
              <a:gd name="connsiteY4439" fmla="*/ 1735418 h 6382977"/>
              <a:gd name="connsiteX4440" fmla="*/ 5509413 w 6501199"/>
              <a:gd name="connsiteY4440" fmla="*/ 1728577 h 6382977"/>
              <a:gd name="connsiteX4441" fmla="*/ 5507253 w 6501199"/>
              <a:gd name="connsiteY4441" fmla="*/ 1749099 h 6382977"/>
              <a:gd name="connsiteX4442" fmla="*/ 5489253 w 6501199"/>
              <a:gd name="connsiteY4442" fmla="*/ 1762780 h 6382977"/>
              <a:gd name="connsiteX4443" fmla="*/ 5500413 w 6501199"/>
              <a:gd name="connsiteY4443" fmla="*/ 1787621 h 6382977"/>
              <a:gd name="connsiteX4444" fmla="*/ 5484573 w 6501199"/>
              <a:gd name="connsiteY4444" fmla="*/ 1794462 h 6382977"/>
              <a:gd name="connsiteX4445" fmla="*/ 5486733 w 6501199"/>
              <a:gd name="connsiteY4445" fmla="*/ 1817503 h 6382977"/>
              <a:gd name="connsiteX4446" fmla="*/ 5475213 w 6501199"/>
              <a:gd name="connsiteY4446" fmla="*/ 1810663 h 6382977"/>
              <a:gd name="connsiteX4447" fmla="*/ 5484573 w 6501199"/>
              <a:gd name="connsiteY4447" fmla="*/ 1821824 h 6382977"/>
              <a:gd name="connsiteX4448" fmla="*/ 5473053 w 6501199"/>
              <a:gd name="connsiteY4448" fmla="*/ 1830824 h 6382977"/>
              <a:gd name="connsiteX4449" fmla="*/ 5464053 w 6501199"/>
              <a:gd name="connsiteY4449" fmla="*/ 1814983 h 6382977"/>
              <a:gd name="connsiteX4450" fmla="*/ 5475213 w 6501199"/>
              <a:gd name="connsiteY4450" fmla="*/ 1847026 h 6382977"/>
              <a:gd name="connsiteX4451" fmla="*/ 5459373 w 6501199"/>
              <a:gd name="connsiteY4451" fmla="*/ 1867187 h 6382977"/>
              <a:gd name="connsiteX4452" fmla="*/ 5443533 w 6501199"/>
              <a:gd name="connsiteY4452" fmla="*/ 1869707 h 6382977"/>
              <a:gd name="connsiteX4453" fmla="*/ 5418693 w 6501199"/>
              <a:gd name="connsiteY4453" fmla="*/ 1947112 h 6382977"/>
              <a:gd name="connsiteX4454" fmla="*/ 5398172 w 6501199"/>
              <a:gd name="connsiteY4454" fmla="*/ 1947112 h 6382977"/>
              <a:gd name="connsiteX4455" fmla="*/ 5386652 w 6501199"/>
              <a:gd name="connsiteY4455" fmla="*/ 1981315 h 6382977"/>
              <a:gd name="connsiteX4456" fmla="*/ 5384492 w 6501199"/>
              <a:gd name="connsiteY4456" fmla="*/ 2006156 h 6382977"/>
              <a:gd name="connsiteX4457" fmla="*/ 5372972 w 6501199"/>
              <a:gd name="connsiteY4457" fmla="*/ 2006156 h 6382977"/>
              <a:gd name="connsiteX4458" fmla="*/ 5352452 w 6501199"/>
              <a:gd name="connsiteY4458" fmla="*/ 2049359 h 6382977"/>
              <a:gd name="connsiteX4459" fmla="*/ 5354735 w 6501199"/>
              <a:gd name="connsiteY4459" fmla="*/ 2071448 h 6382977"/>
              <a:gd name="connsiteX4460" fmla="*/ 5355247 w 6501199"/>
              <a:gd name="connsiteY4460" fmla="*/ 2071804 h 6382977"/>
              <a:gd name="connsiteX4461" fmla="*/ 5354899 w 6501199"/>
              <a:gd name="connsiteY4461" fmla="*/ 2073029 h 6382977"/>
              <a:gd name="connsiteX4462" fmla="*/ 5355062 w 6501199"/>
              <a:gd name="connsiteY4462" fmla="*/ 2074606 h 6382977"/>
              <a:gd name="connsiteX4463" fmla="*/ 5359292 w 6501199"/>
              <a:gd name="connsiteY4463" fmla="*/ 2094723 h 6382977"/>
              <a:gd name="connsiteX4464" fmla="*/ 5309251 w 6501199"/>
              <a:gd name="connsiteY4464" fmla="*/ 2131085 h 6382977"/>
              <a:gd name="connsiteX4465" fmla="*/ 5298091 w 6501199"/>
              <a:gd name="connsiteY4465" fmla="*/ 2151606 h 6382977"/>
              <a:gd name="connsiteX4466" fmla="*/ 5295571 w 6501199"/>
              <a:gd name="connsiteY4466" fmla="*/ 2138286 h 6382977"/>
              <a:gd name="connsiteX4467" fmla="*/ 5288731 w 6501199"/>
              <a:gd name="connsiteY4467" fmla="*/ 2172128 h 6382977"/>
              <a:gd name="connsiteX4468" fmla="*/ 5304571 w 6501199"/>
              <a:gd name="connsiteY4468" fmla="*/ 2158447 h 6382977"/>
              <a:gd name="connsiteX4469" fmla="*/ 5261731 w 6501199"/>
              <a:gd name="connsiteY4469" fmla="*/ 2194809 h 6382977"/>
              <a:gd name="connsiteX4470" fmla="*/ 5270731 w 6501199"/>
              <a:gd name="connsiteY4470" fmla="*/ 2208490 h 6382977"/>
              <a:gd name="connsiteX4471" fmla="*/ 5254891 w 6501199"/>
              <a:gd name="connsiteY4471" fmla="*/ 2224691 h 6382977"/>
              <a:gd name="connsiteX4472" fmla="*/ 5267986 w 6501199"/>
              <a:gd name="connsiteY4472" fmla="*/ 2224691 h 6382977"/>
              <a:gd name="connsiteX4473" fmla="*/ 5266401 w 6501199"/>
              <a:gd name="connsiteY4473" fmla="*/ 2223500 h 6382977"/>
              <a:gd name="connsiteX4474" fmla="*/ 5281553 w 6501199"/>
              <a:gd name="connsiteY4474" fmla="*/ 2204330 h 6382977"/>
              <a:gd name="connsiteX4475" fmla="*/ 5289665 w 6501199"/>
              <a:gd name="connsiteY4475" fmla="*/ 2208092 h 6382977"/>
              <a:gd name="connsiteX4476" fmla="*/ 5294363 w 6501199"/>
              <a:gd name="connsiteY4476" fmla="*/ 2206646 h 6382977"/>
              <a:gd name="connsiteX4477" fmla="*/ 5306611 w 6501199"/>
              <a:gd name="connsiteY4477" fmla="*/ 2199654 h 6382977"/>
              <a:gd name="connsiteX4478" fmla="*/ 5284059 w 6501199"/>
              <a:gd name="connsiteY4478" fmla="*/ 2199654 h 6382977"/>
              <a:gd name="connsiteX4479" fmla="*/ 5315560 w 6501199"/>
              <a:gd name="connsiteY4479" fmla="*/ 2190662 h 6382977"/>
              <a:gd name="connsiteX4480" fmla="*/ 5320213 w 6501199"/>
              <a:gd name="connsiteY4480" fmla="*/ 2217998 h 6382977"/>
              <a:gd name="connsiteX4481" fmla="*/ 5297303 w 6501199"/>
              <a:gd name="connsiteY4481" fmla="*/ 2215885 h 6382977"/>
              <a:gd name="connsiteX4482" fmla="*/ 5293414 w 6501199"/>
              <a:gd name="connsiteY4482" fmla="*/ 2215027 h 6382977"/>
              <a:gd name="connsiteX4483" fmla="*/ 5286571 w 6501199"/>
              <a:gd name="connsiteY4483" fmla="*/ 2226852 h 6382977"/>
              <a:gd name="connsiteX4484" fmla="*/ 5277110 w 6501199"/>
              <a:gd name="connsiteY4484" fmla="*/ 2228525 h 6382977"/>
              <a:gd name="connsiteX4485" fmla="*/ 5277258 w 6501199"/>
              <a:gd name="connsiteY4485" fmla="*/ 2231665 h 6382977"/>
              <a:gd name="connsiteX4486" fmla="*/ 5273426 w 6501199"/>
              <a:gd name="connsiteY4486" fmla="*/ 2228783 h 6382977"/>
              <a:gd name="connsiteX4487" fmla="*/ 5264476 w 6501199"/>
              <a:gd name="connsiteY4487" fmla="*/ 2227977 h 6382977"/>
              <a:gd name="connsiteX4488" fmla="*/ 5252371 w 6501199"/>
              <a:gd name="connsiteY4488" fmla="*/ 2235852 h 6382977"/>
              <a:gd name="connsiteX4489" fmla="*/ 5257321 w 6501199"/>
              <a:gd name="connsiteY4489" fmla="*/ 2246248 h 6382977"/>
              <a:gd name="connsiteX4490" fmla="*/ 5259631 w 6501199"/>
              <a:gd name="connsiteY4490" fmla="*/ 2249808 h 6382977"/>
              <a:gd name="connsiteX4491" fmla="*/ 5261836 w 6501199"/>
              <a:gd name="connsiteY4491" fmla="*/ 2246704 h 6382977"/>
              <a:gd name="connsiteX4492" fmla="*/ 5275387 w 6501199"/>
              <a:gd name="connsiteY4492" fmla="*/ 2235200 h 6382977"/>
              <a:gd name="connsiteX4493" fmla="*/ 5291575 w 6501199"/>
              <a:gd name="connsiteY4493" fmla="*/ 2239917 h 6382977"/>
              <a:gd name="connsiteX4494" fmla="*/ 5293734 w 6501199"/>
              <a:gd name="connsiteY4494" fmla="*/ 2255883 h 6382977"/>
              <a:gd name="connsiteX4495" fmla="*/ 5286899 w 6501199"/>
              <a:gd name="connsiteY4495" fmla="*/ 2246811 h 6382977"/>
              <a:gd name="connsiteX4496" fmla="*/ 5271071 w 6501199"/>
              <a:gd name="connsiteY4496" fmla="*/ 2244634 h 6382977"/>
              <a:gd name="connsiteX4497" fmla="*/ 5275387 w 6501199"/>
              <a:gd name="connsiteY4497" fmla="*/ 2260600 h 6382977"/>
              <a:gd name="connsiteX4498" fmla="*/ 5300568 w 6501199"/>
              <a:gd name="connsiteY4498" fmla="*/ 2278743 h 6382977"/>
              <a:gd name="connsiteX4499" fmla="*/ 5290124 w 6501199"/>
              <a:gd name="connsiteY4499" fmla="*/ 2273957 h 6382977"/>
              <a:gd name="connsiteX4500" fmla="*/ 5284411 w 6501199"/>
              <a:gd name="connsiteY4500" fmla="*/ 2279055 h 6382977"/>
              <a:gd name="connsiteX4501" fmla="*/ 5288731 w 6501199"/>
              <a:gd name="connsiteY4501" fmla="*/ 2290576 h 6382977"/>
              <a:gd name="connsiteX4502" fmla="*/ 5320772 w 6501199"/>
              <a:gd name="connsiteY4502" fmla="*/ 2279055 h 6382977"/>
              <a:gd name="connsiteX4503" fmla="*/ 5316091 w 6501199"/>
              <a:gd name="connsiteY4503" fmla="*/ 2290576 h 6382977"/>
              <a:gd name="connsiteX4504" fmla="*/ 5341292 w 6501199"/>
              <a:gd name="connsiteY4504" fmla="*/ 2238372 h 6382977"/>
              <a:gd name="connsiteX4505" fmla="*/ 5357132 w 6501199"/>
              <a:gd name="connsiteY4505" fmla="*/ 2254213 h 6382977"/>
              <a:gd name="connsiteX4506" fmla="*/ 5366132 w 6501199"/>
              <a:gd name="connsiteY4506" fmla="*/ 2211011 h 6382977"/>
              <a:gd name="connsiteX4507" fmla="*/ 5363972 w 6501199"/>
              <a:gd name="connsiteY4507" fmla="*/ 2222171 h 6382977"/>
              <a:gd name="connsiteX4508" fmla="*/ 5384492 w 6501199"/>
              <a:gd name="connsiteY4508" fmla="*/ 2185809 h 6382977"/>
              <a:gd name="connsiteX4509" fmla="*/ 5405013 w 6501199"/>
              <a:gd name="connsiteY4509" fmla="*/ 2185809 h 6382977"/>
              <a:gd name="connsiteX4510" fmla="*/ 5400332 w 6501199"/>
              <a:gd name="connsiteY4510" fmla="*/ 2163127 h 6382977"/>
              <a:gd name="connsiteX4511" fmla="*/ 5414013 w 6501199"/>
              <a:gd name="connsiteY4511" fmla="*/ 2156287 h 6382977"/>
              <a:gd name="connsiteX4512" fmla="*/ 5423013 w 6501199"/>
              <a:gd name="connsiteY4512" fmla="*/ 2160967 h 6382977"/>
              <a:gd name="connsiteX4513" fmla="*/ 5455053 w 6501199"/>
              <a:gd name="connsiteY4513" fmla="*/ 2087882 h 6382977"/>
              <a:gd name="connsiteX4514" fmla="*/ 5475213 w 6501199"/>
              <a:gd name="connsiteY4514" fmla="*/ 2104083 h 6382977"/>
              <a:gd name="connsiteX4515" fmla="*/ 5482413 w 6501199"/>
              <a:gd name="connsiteY4515" fmla="*/ 2074561 h 6382977"/>
              <a:gd name="connsiteX4516" fmla="*/ 5466213 w 6501199"/>
              <a:gd name="connsiteY4516" fmla="*/ 2087882 h 6382977"/>
              <a:gd name="connsiteX4517" fmla="*/ 5500413 w 6501199"/>
              <a:gd name="connsiteY4517" fmla="*/ 2060880 h 6382977"/>
              <a:gd name="connsiteX4518" fmla="*/ 5477733 w 6501199"/>
              <a:gd name="connsiteY4518" fmla="*/ 2056200 h 6382977"/>
              <a:gd name="connsiteX4519" fmla="*/ 5511933 w 6501199"/>
              <a:gd name="connsiteY4519" fmla="*/ 1974474 h 6382977"/>
              <a:gd name="connsiteX4520" fmla="*/ 5509413 w 6501199"/>
              <a:gd name="connsiteY4520" fmla="*/ 1990315 h 6382977"/>
              <a:gd name="connsiteX4521" fmla="*/ 5524550 w 6501199"/>
              <a:gd name="connsiteY4521" fmla="*/ 1992239 h 6382977"/>
              <a:gd name="connsiteX4522" fmla="*/ 5526506 w 6501199"/>
              <a:gd name="connsiteY4522" fmla="*/ 1991540 h 6382977"/>
              <a:gd name="connsiteX4523" fmla="*/ 5530859 w 6501199"/>
              <a:gd name="connsiteY4523" fmla="*/ 1965456 h 6382977"/>
              <a:gd name="connsiteX4524" fmla="*/ 5530895 w 6501199"/>
              <a:gd name="connsiteY4524" fmla="*/ 1964489 h 6382977"/>
              <a:gd name="connsiteX4525" fmla="*/ 5531076 w 6501199"/>
              <a:gd name="connsiteY4525" fmla="*/ 1964153 h 6382977"/>
              <a:gd name="connsiteX4526" fmla="*/ 5537473 w 6501199"/>
              <a:gd name="connsiteY4526" fmla="*/ 1925825 h 6382977"/>
              <a:gd name="connsiteX4527" fmla="*/ 5532145 w 6501199"/>
              <a:gd name="connsiteY4527" fmla="*/ 1928454 h 6382977"/>
              <a:gd name="connsiteX4528" fmla="*/ 5536233 w 6501199"/>
              <a:gd name="connsiteY4528" fmla="*/ 1914672 h 6382977"/>
              <a:gd name="connsiteX4529" fmla="*/ 5542594 w 6501199"/>
              <a:gd name="connsiteY4529" fmla="*/ 1895141 h 6382977"/>
              <a:gd name="connsiteX4530" fmla="*/ 5544055 w 6501199"/>
              <a:gd name="connsiteY4530" fmla="*/ 1886384 h 6382977"/>
              <a:gd name="connsiteX4531" fmla="*/ 5539081 w 6501199"/>
              <a:gd name="connsiteY4531" fmla="*/ 1887807 h 6382977"/>
              <a:gd name="connsiteX4532" fmla="*/ 5543746 w 6501199"/>
              <a:gd name="connsiteY4532" fmla="*/ 1885650 h 6382977"/>
              <a:gd name="connsiteX4533" fmla="*/ 5550563 w 6501199"/>
              <a:gd name="connsiteY4533" fmla="*/ 1847191 h 6382977"/>
              <a:gd name="connsiteX4534" fmla="*/ 5550595 w 6501199"/>
              <a:gd name="connsiteY4534" fmla="*/ 1847196 h 6382977"/>
              <a:gd name="connsiteX4535" fmla="*/ 5557077 w 6501199"/>
              <a:gd name="connsiteY4535" fmla="*/ 1808358 h 6382977"/>
              <a:gd name="connsiteX4536" fmla="*/ 5570755 w 6501199"/>
              <a:gd name="connsiteY4536" fmla="*/ 1769840 h 6382977"/>
              <a:gd name="connsiteX4537" fmla="*/ 5592127 w 6501199"/>
              <a:gd name="connsiteY4537" fmla="*/ 1811823 h 6382977"/>
              <a:gd name="connsiteX4538" fmla="*/ 5593821 w 6501199"/>
              <a:gd name="connsiteY4538" fmla="*/ 1825625 h 6382977"/>
              <a:gd name="connsiteX4539" fmla="*/ 5602091 w 6501199"/>
              <a:gd name="connsiteY4539" fmla="*/ 1825625 h 6382977"/>
              <a:gd name="connsiteX4540" fmla="*/ 5603888 w 6501199"/>
              <a:gd name="connsiteY4540" fmla="*/ 1825625 h 6382977"/>
              <a:gd name="connsiteX4541" fmla="*/ 5605545 w 6501199"/>
              <a:gd name="connsiteY4541" fmla="*/ 1820716 h 6382977"/>
              <a:gd name="connsiteX4542" fmla="*/ 5605174 w 6501199"/>
              <a:gd name="connsiteY4542" fmla="*/ 1801302 h 6382977"/>
              <a:gd name="connsiteX4543" fmla="*/ 5618854 w 6501199"/>
              <a:gd name="connsiteY4543" fmla="*/ 1808143 h 6382977"/>
              <a:gd name="connsiteX4544" fmla="*/ 5650534 w 6501199"/>
              <a:gd name="connsiteY4544" fmla="*/ 1746939 h 6382977"/>
              <a:gd name="connsiteX4545" fmla="*/ 5664215 w 6501199"/>
              <a:gd name="connsiteY4545" fmla="*/ 1755939 h 6382977"/>
              <a:gd name="connsiteX4546" fmla="*/ 5671055 w 6501199"/>
              <a:gd name="connsiteY4546" fmla="*/ 1735418 h 6382977"/>
              <a:gd name="connsiteX4547" fmla="*/ 5657374 w 6501199"/>
              <a:gd name="connsiteY4547" fmla="*/ 1721737 h 6382977"/>
              <a:gd name="connsiteX4548" fmla="*/ 5668895 w 6501199"/>
              <a:gd name="connsiteY4548" fmla="*/ 1705896 h 6382977"/>
              <a:gd name="connsiteX4549" fmla="*/ 5655214 w 6501199"/>
              <a:gd name="connsiteY4549" fmla="*/ 1705896 h 6382977"/>
              <a:gd name="connsiteX4550" fmla="*/ 5658633 w 6501199"/>
              <a:gd name="connsiteY4550" fmla="*/ 1701163 h 6382977"/>
              <a:gd name="connsiteX4551" fmla="*/ 5658237 w 6501199"/>
              <a:gd name="connsiteY4551" fmla="*/ 1701182 h 6382977"/>
              <a:gd name="connsiteX4552" fmla="*/ 5652794 w 6501199"/>
              <a:gd name="connsiteY4552" fmla="*/ 1701447 h 6382977"/>
              <a:gd name="connsiteX4553" fmla="*/ 5656383 w 6501199"/>
              <a:gd name="connsiteY4553" fmla="*/ 1693328 h 6382977"/>
              <a:gd name="connsiteX4554" fmla="*/ 5667337 w 6501199"/>
              <a:gd name="connsiteY4554" fmla="*/ 1691796 h 6382977"/>
              <a:gd name="connsiteX4555" fmla="*/ 5670149 w 6501199"/>
              <a:gd name="connsiteY4555" fmla="*/ 1688885 h 6382977"/>
              <a:gd name="connsiteX4556" fmla="*/ 5675735 w 6501199"/>
              <a:gd name="connsiteY4556" fmla="*/ 1678534 h 6382977"/>
              <a:gd name="connsiteX4557" fmla="*/ 5657374 w 6501199"/>
              <a:gd name="connsiteY4557" fmla="*/ 1678534 h 6382977"/>
              <a:gd name="connsiteX4558" fmla="*/ 5709575 w 6501199"/>
              <a:gd name="connsiteY4558" fmla="*/ 1635331 h 6382977"/>
              <a:gd name="connsiteX4559" fmla="*/ 5718935 w 6501199"/>
              <a:gd name="connsiteY4559" fmla="*/ 1596448 h 6382977"/>
              <a:gd name="connsiteX4560" fmla="*/ 5727935 w 6501199"/>
              <a:gd name="connsiteY4560" fmla="*/ 1603289 h 6382977"/>
              <a:gd name="connsiteX4561" fmla="*/ 5743775 w 6501199"/>
              <a:gd name="connsiteY4561" fmla="*/ 1576287 h 6382977"/>
              <a:gd name="connsiteX4562" fmla="*/ 5709575 w 6501199"/>
              <a:gd name="connsiteY4562" fmla="*/ 1566926 h 6382977"/>
              <a:gd name="connsiteX4563" fmla="*/ 5725775 w 6501199"/>
              <a:gd name="connsiteY4563" fmla="*/ 1533084 h 6382977"/>
              <a:gd name="connsiteX4564" fmla="*/ 5738193 w 6501199"/>
              <a:gd name="connsiteY4564" fmla="*/ 1498416 h 6382977"/>
              <a:gd name="connsiteX4565" fmla="*/ 5738088 w 6501199"/>
              <a:gd name="connsiteY4565" fmla="*/ 1497582 h 6382977"/>
              <a:gd name="connsiteX4566" fmla="*/ 5739207 w 6501199"/>
              <a:gd name="connsiteY4566" fmla="*/ 1467090 h 6382977"/>
              <a:gd name="connsiteX4567" fmla="*/ 5768723 w 6501199"/>
              <a:gd name="connsiteY4567" fmla="*/ 1412731 h 6382977"/>
              <a:gd name="connsiteX4568" fmla="*/ 5764043 w 6501199"/>
              <a:gd name="connsiteY4568" fmla="*/ 1396532 h 6382977"/>
              <a:gd name="connsiteX4569" fmla="*/ 5775072 w 6501199"/>
              <a:gd name="connsiteY4569" fmla="*/ 1380175 h 6382977"/>
              <a:gd name="connsiteX4570" fmla="*/ 5779424 w 6501199"/>
              <a:gd name="connsiteY4570" fmla="*/ 1375234 h 6382977"/>
              <a:gd name="connsiteX4571" fmla="*/ 5802815 w 6501199"/>
              <a:gd name="connsiteY4571" fmla="*/ 1291867 h 6382977"/>
              <a:gd name="connsiteX4572" fmla="*/ 5802815 w 6501199"/>
              <a:gd name="connsiteY4572" fmla="*/ 1316709 h 6382977"/>
              <a:gd name="connsiteX4573" fmla="*/ 5816495 w 6501199"/>
              <a:gd name="connsiteY4573" fmla="*/ 1321389 h 6382977"/>
              <a:gd name="connsiteX4574" fmla="*/ 5819015 w 6501199"/>
              <a:gd name="connsiteY4574" fmla="*/ 1312389 h 6382977"/>
              <a:gd name="connsiteX4575" fmla="*/ 5807495 w 6501199"/>
              <a:gd name="connsiteY4575" fmla="*/ 1303028 h 6382977"/>
              <a:gd name="connsiteX4576" fmla="*/ 5816360 w 6501199"/>
              <a:gd name="connsiteY4576" fmla="*/ 1297493 h 6382977"/>
              <a:gd name="connsiteX4577" fmla="*/ 5819653 w 6501199"/>
              <a:gd name="connsiteY4577" fmla="*/ 1298066 h 6382977"/>
              <a:gd name="connsiteX4578" fmla="*/ 5819249 w 6501199"/>
              <a:gd name="connsiteY4578" fmla="*/ 1292675 h 6382977"/>
              <a:gd name="connsiteX4579" fmla="*/ 5822449 w 6501199"/>
              <a:gd name="connsiteY4579" fmla="*/ 1279435 h 6382977"/>
              <a:gd name="connsiteX4580" fmla="*/ 5822748 w 6501199"/>
              <a:gd name="connsiteY4580" fmla="*/ 1279174 h 6382977"/>
              <a:gd name="connsiteX4581" fmla="*/ 5816495 w 6501199"/>
              <a:gd name="connsiteY4581" fmla="*/ 1278186 h 6382977"/>
              <a:gd name="connsiteX4582" fmla="*/ 5782655 w 6501199"/>
              <a:gd name="connsiteY4582" fmla="*/ 1294028 h 6382977"/>
              <a:gd name="connsiteX4583" fmla="*/ 5791655 w 6501199"/>
              <a:gd name="connsiteY4583" fmla="*/ 1273506 h 6382977"/>
              <a:gd name="connsiteX4584" fmla="*/ 5807495 w 6501199"/>
              <a:gd name="connsiteY4584" fmla="*/ 1278186 h 6382977"/>
              <a:gd name="connsiteX4585" fmla="*/ 5819015 w 6501199"/>
              <a:gd name="connsiteY4585" fmla="*/ 1219142 h 6382977"/>
              <a:gd name="connsiteX4586" fmla="*/ 5821175 w 6501199"/>
              <a:gd name="connsiteY4586" fmla="*/ 1207622 h 6382977"/>
              <a:gd name="connsiteX4587" fmla="*/ 5834855 w 6501199"/>
              <a:gd name="connsiteY4587" fmla="*/ 1187100 h 6382977"/>
              <a:gd name="connsiteX4588" fmla="*/ 5838275 w 6501199"/>
              <a:gd name="connsiteY4588" fmla="*/ 1203931 h 6382977"/>
              <a:gd name="connsiteX4589" fmla="*/ 5841485 w 6501199"/>
              <a:gd name="connsiteY4589" fmla="*/ 1218207 h 6382977"/>
              <a:gd name="connsiteX4590" fmla="*/ 5843906 w 6501199"/>
              <a:gd name="connsiteY4590" fmla="*/ 1209023 h 6382977"/>
              <a:gd name="connsiteX4591" fmla="*/ 5854080 w 6501199"/>
              <a:gd name="connsiteY4591" fmla="*/ 1194580 h 6382977"/>
              <a:gd name="connsiteX4592" fmla="*/ 5854205 w 6501199"/>
              <a:gd name="connsiteY4592" fmla="*/ 1193671 h 6382977"/>
              <a:gd name="connsiteX4593" fmla="*/ 5853215 w 6501199"/>
              <a:gd name="connsiteY4593" fmla="*/ 1166579 h 6382977"/>
              <a:gd name="connsiteX4594" fmla="*/ 5869056 w 6501199"/>
              <a:gd name="connsiteY4594" fmla="*/ 1143897 h 6382977"/>
              <a:gd name="connsiteX4595" fmla="*/ 5898576 w 6501199"/>
              <a:gd name="connsiteY4595" fmla="*/ 1157578 h 6382977"/>
              <a:gd name="connsiteX4596" fmla="*/ 5893896 w 6501199"/>
              <a:gd name="connsiteY4596" fmla="*/ 1123376 h 6382977"/>
              <a:gd name="connsiteX4597" fmla="*/ 5873376 w 6501199"/>
              <a:gd name="connsiteY4597" fmla="*/ 1112215 h 6382977"/>
              <a:gd name="connsiteX4598" fmla="*/ 5896416 w 6501199"/>
              <a:gd name="connsiteY4598" fmla="*/ 1091694 h 6382977"/>
              <a:gd name="connsiteX4599" fmla="*/ 5921256 w 6501199"/>
              <a:gd name="connsiteY4599" fmla="*/ 1098534 h 6382977"/>
              <a:gd name="connsiteX4600" fmla="*/ 5923417 w 6501199"/>
              <a:gd name="connsiteY4600" fmla="*/ 1125896 h 6382977"/>
              <a:gd name="connsiteX4601" fmla="*/ 5905394 w 6501199"/>
              <a:gd name="connsiteY4601" fmla="*/ 1179816 h 6382977"/>
              <a:gd name="connsiteX4602" fmla="*/ 5900701 w 6501199"/>
              <a:gd name="connsiteY4602" fmla="*/ 1194247 h 6382977"/>
              <a:gd name="connsiteX4603" fmla="*/ 5899938 w 6501199"/>
              <a:gd name="connsiteY4603" fmla="*/ 1198865 h 6382977"/>
              <a:gd name="connsiteX4604" fmla="*/ 5911979 w 6501199"/>
              <a:gd name="connsiteY4604" fmla="*/ 1207898 h 6382977"/>
              <a:gd name="connsiteX4605" fmla="*/ 5907385 w 6501199"/>
              <a:gd name="connsiteY4605" fmla="*/ 1213224 h 6382977"/>
              <a:gd name="connsiteX4606" fmla="*/ 5905326 w 6501199"/>
              <a:gd name="connsiteY4606" fmla="*/ 1224588 h 6382977"/>
              <a:gd name="connsiteX4607" fmla="*/ 5898576 w 6501199"/>
              <a:gd name="connsiteY4607" fmla="*/ 1248664 h 6382977"/>
              <a:gd name="connsiteX4608" fmla="*/ 5910096 w 6501199"/>
              <a:gd name="connsiteY4608" fmla="*/ 1248664 h 6382977"/>
              <a:gd name="connsiteX4609" fmla="*/ 5901642 w 6501199"/>
              <a:gd name="connsiteY4609" fmla="*/ 1265878 h 6382977"/>
              <a:gd name="connsiteX4610" fmla="*/ 5899764 w 6501199"/>
              <a:gd name="connsiteY4610" fmla="*/ 1267204 h 6382977"/>
              <a:gd name="connsiteX4611" fmla="*/ 5899871 w 6501199"/>
              <a:gd name="connsiteY4611" fmla="*/ 1268416 h 6382977"/>
              <a:gd name="connsiteX4612" fmla="*/ 5896047 w 6501199"/>
              <a:gd name="connsiteY4612" fmla="*/ 1285358 h 6382977"/>
              <a:gd name="connsiteX4613" fmla="*/ 5903256 w 6501199"/>
              <a:gd name="connsiteY4613" fmla="*/ 1291867 h 6382977"/>
              <a:gd name="connsiteX4614" fmla="*/ 5900736 w 6501199"/>
              <a:gd name="connsiteY4614" fmla="*/ 1316709 h 6382977"/>
              <a:gd name="connsiteX4615" fmla="*/ 5889576 w 6501199"/>
              <a:gd name="connsiteY4615" fmla="*/ 1321389 h 6382977"/>
              <a:gd name="connsiteX4616" fmla="*/ 5896416 w 6501199"/>
              <a:gd name="connsiteY4616" fmla="*/ 1344071 h 6382977"/>
              <a:gd name="connsiteX4617" fmla="*/ 5888316 w 6501199"/>
              <a:gd name="connsiteY4617" fmla="*/ 1319162 h 6382977"/>
              <a:gd name="connsiteX4618" fmla="*/ 5888969 w 6501199"/>
              <a:gd name="connsiteY4618" fmla="*/ 1313229 h 6382977"/>
              <a:gd name="connsiteX4619" fmla="*/ 5873314 w 6501199"/>
              <a:gd name="connsiteY4619" fmla="*/ 1349222 h 6382977"/>
              <a:gd name="connsiteX4620" fmla="*/ 5866210 w 6501199"/>
              <a:gd name="connsiteY4620" fmla="*/ 1362587 h 6382977"/>
              <a:gd name="connsiteX4621" fmla="*/ 5869056 w 6501199"/>
              <a:gd name="connsiteY4621" fmla="*/ 1366753 h 6382977"/>
              <a:gd name="connsiteX4622" fmla="*/ 5862598 w 6501199"/>
              <a:gd name="connsiteY4622" fmla="*/ 1369380 h 6382977"/>
              <a:gd name="connsiteX4623" fmla="*/ 5855151 w 6501199"/>
              <a:gd name="connsiteY4623" fmla="*/ 1383390 h 6382977"/>
              <a:gd name="connsiteX4624" fmla="*/ 5856950 w 6501199"/>
              <a:gd name="connsiteY4624" fmla="*/ 1386329 h 6382977"/>
              <a:gd name="connsiteX4625" fmla="*/ 5859696 w 6501199"/>
              <a:gd name="connsiteY4625" fmla="*/ 1396275 h 6382977"/>
              <a:gd name="connsiteX4626" fmla="*/ 5847320 w 6501199"/>
              <a:gd name="connsiteY4626" fmla="*/ 1401495 h 6382977"/>
              <a:gd name="connsiteX4627" fmla="*/ 5843645 w 6501199"/>
              <a:gd name="connsiteY4627" fmla="*/ 1403664 h 6382977"/>
              <a:gd name="connsiteX4628" fmla="*/ 5841833 w 6501199"/>
              <a:gd name="connsiteY4628" fmla="*/ 1406806 h 6382977"/>
              <a:gd name="connsiteX4629" fmla="*/ 5841695 w 6501199"/>
              <a:gd name="connsiteY4629" fmla="*/ 1409956 h 6382977"/>
              <a:gd name="connsiteX4630" fmla="*/ 5871216 w 6501199"/>
              <a:gd name="connsiteY4630" fmla="*/ 1416796 h 6382977"/>
              <a:gd name="connsiteX4631" fmla="*/ 5839535 w 6501199"/>
              <a:gd name="connsiteY4631" fmla="*/ 1435157 h 6382977"/>
              <a:gd name="connsiteX4632" fmla="*/ 5850695 w 6501199"/>
              <a:gd name="connsiteY4632" fmla="*/ 1457839 h 6382977"/>
              <a:gd name="connsiteX4633" fmla="*/ 5866536 w 6501199"/>
              <a:gd name="connsiteY4633" fmla="*/ 1432637 h 6382977"/>
              <a:gd name="connsiteX4634" fmla="*/ 5850695 w 6501199"/>
              <a:gd name="connsiteY4634" fmla="*/ 1480520 h 6382977"/>
              <a:gd name="connsiteX4635" fmla="*/ 5848535 w 6501199"/>
              <a:gd name="connsiteY4635" fmla="*/ 1537404 h 6382977"/>
              <a:gd name="connsiteX4636" fmla="*/ 5900736 w 6501199"/>
              <a:gd name="connsiteY4636" fmla="*/ 1496361 h 6382977"/>
              <a:gd name="connsiteX4637" fmla="*/ 5898576 w 6501199"/>
              <a:gd name="connsiteY4637" fmla="*/ 1478360 h 6382977"/>
              <a:gd name="connsiteX4638" fmla="*/ 5884896 w 6501199"/>
              <a:gd name="connsiteY4638" fmla="*/ 1478360 h 6382977"/>
              <a:gd name="connsiteX4639" fmla="*/ 5875896 w 6501199"/>
              <a:gd name="connsiteY4639" fmla="*/ 1444158 h 6382977"/>
              <a:gd name="connsiteX4640" fmla="*/ 5891736 w 6501199"/>
              <a:gd name="connsiteY4640" fmla="*/ 1455679 h 6382977"/>
              <a:gd name="connsiteX4641" fmla="*/ 5898576 w 6501199"/>
              <a:gd name="connsiteY4641" fmla="*/ 1441998 h 6382977"/>
              <a:gd name="connsiteX4642" fmla="*/ 5889576 w 6501199"/>
              <a:gd name="connsiteY4642" fmla="*/ 1428317 h 6382977"/>
              <a:gd name="connsiteX4643" fmla="*/ 5907576 w 6501199"/>
              <a:gd name="connsiteY4643" fmla="*/ 1405635 h 6382977"/>
              <a:gd name="connsiteX4644" fmla="*/ 5916936 w 6501199"/>
              <a:gd name="connsiteY4644" fmla="*/ 1432637 h 6382977"/>
              <a:gd name="connsiteX4645" fmla="*/ 5925937 w 6501199"/>
              <a:gd name="connsiteY4645" fmla="*/ 1416796 h 6382977"/>
              <a:gd name="connsiteX4646" fmla="*/ 5912256 w 6501199"/>
              <a:gd name="connsiteY4646" fmla="*/ 1398795 h 6382977"/>
              <a:gd name="connsiteX4647" fmla="*/ 5900736 w 6501199"/>
              <a:gd name="connsiteY4647" fmla="*/ 1403115 h 6382977"/>
              <a:gd name="connsiteX4648" fmla="*/ 5919096 w 6501199"/>
              <a:gd name="connsiteY4648" fmla="*/ 1350911 h 6382977"/>
              <a:gd name="connsiteX4649" fmla="*/ 5923417 w 6501199"/>
              <a:gd name="connsiteY4649" fmla="*/ 1246144 h 6382977"/>
              <a:gd name="connsiteX4650" fmla="*/ 5946457 w 6501199"/>
              <a:gd name="connsiteY4650" fmla="*/ 1262345 h 6382977"/>
              <a:gd name="connsiteX4651" fmla="*/ 5930257 w 6501199"/>
              <a:gd name="connsiteY4651" fmla="*/ 1314549 h 6382977"/>
              <a:gd name="connsiteX4652" fmla="*/ 5916936 w 6501199"/>
              <a:gd name="connsiteY4652" fmla="*/ 1344071 h 6382977"/>
              <a:gd name="connsiteX4653" fmla="*/ 5939617 w 6501199"/>
              <a:gd name="connsiteY4653" fmla="*/ 1330390 h 6382977"/>
              <a:gd name="connsiteX4654" fmla="*/ 5932777 w 6501199"/>
              <a:gd name="connsiteY4654" fmla="*/ 1296188 h 6382977"/>
              <a:gd name="connsiteX4655" fmla="*/ 5955457 w 6501199"/>
              <a:gd name="connsiteY4655" fmla="*/ 1252985 h 6382977"/>
              <a:gd name="connsiteX4656" fmla="*/ 5969137 w 6501199"/>
              <a:gd name="connsiteY4656" fmla="*/ 1262345 h 6382977"/>
              <a:gd name="connsiteX4657" fmla="*/ 5980297 w 6501199"/>
              <a:gd name="connsiteY4657" fmla="*/ 1252985 h 6382977"/>
              <a:gd name="connsiteX4658" fmla="*/ 5969137 w 6501199"/>
              <a:gd name="connsiteY4658" fmla="*/ 1232463 h 6382977"/>
              <a:gd name="connsiteX4659" fmla="*/ 5957617 w 6501199"/>
              <a:gd name="connsiteY4659" fmla="*/ 1237144 h 6382977"/>
              <a:gd name="connsiteX4660" fmla="*/ 5975977 w 6501199"/>
              <a:gd name="connsiteY4660" fmla="*/ 1202941 h 6382977"/>
              <a:gd name="connsiteX4661" fmla="*/ 5989657 w 6501199"/>
              <a:gd name="connsiteY4661" fmla="*/ 1212302 h 6382977"/>
              <a:gd name="connsiteX4662" fmla="*/ 5975977 w 6501199"/>
              <a:gd name="connsiteY4662" fmla="*/ 1182420 h 6382977"/>
              <a:gd name="connsiteX4663" fmla="*/ 6010177 w 6501199"/>
              <a:gd name="connsiteY4663" fmla="*/ 1148578 h 6382977"/>
              <a:gd name="connsiteX4664" fmla="*/ 6026017 w 6501199"/>
              <a:gd name="connsiteY4664" fmla="*/ 1109695 h 6382977"/>
              <a:gd name="connsiteX4665" fmla="*/ 6039697 w 6501199"/>
              <a:gd name="connsiteY4665" fmla="*/ 1119056 h 6382977"/>
              <a:gd name="connsiteX4666" fmla="*/ 6041857 w 6501199"/>
              <a:gd name="connsiteY4666" fmla="*/ 1096014 h 6382977"/>
              <a:gd name="connsiteX4667" fmla="*/ 6059857 w 6501199"/>
              <a:gd name="connsiteY4667" fmla="*/ 1087013 h 6382977"/>
              <a:gd name="connsiteX4668" fmla="*/ 6064537 w 6501199"/>
              <a:gd name="connsiteY4668" fmla="*/ 1068652 h 6382977"/>
              <a:gd name="connsiteX4669" fmla="*/ 6050857 w 6501199"/>
              <a:gd name="connsiteY4669" fmla="*/ 1082333 h 6382977"/>
              <a:gd name="connsiteX4670" fmla="*/ 6037177 w 6501199"/>
              <a:gd name="connsiteY4670" fmla="*/ 1068652 h 6382977"/>
              <a:gd name="connsiteX4671" fmla="*/ 6039697 w 6501199"/>
              <a:gd name="connsiteY4671" fmla="*/ 1050651 h 6382977"/>
              <a:gd name="connsiteX4672" fmla="*/ 6062377 w 6501199"/>
              <a:gd name="connsiteY4672" fmla="*/ 1039130 h 6382977"/>
              <a:gd name="connsiteX4673" fmla="*/ 6057697 w 6501199"/>
              <a:gd name="connsiteY4673" fmla="*/ 1064332 h 6382977"/>
              <a:gd name="connsiteX4674" fmla="*/ 6087217 w 6501199"/>
              <a:gd name="connsiteY4674" fmla="*/ 1048491 h 6382977"/>
              <a:gd name="connsiteX4675" fmla="*/ 6091897 w 6501199"/>
              <a:gd name="connsiteY4675" fmla="*/ 1012128 h 6382977"/>
              <a:gd name="connsiteX4676" fmla="*/ 6105577 w 6501199"/>
              <a:gd name="connsiteY4676" fmla="*/ 1030129 h 6382977"/>
              <a:gd name="connsiteX4677" fmla="*/ 6094057 w 6501199"/>
              <a:gd name="connsiteY4677" fmla="*/ 1062172 h 6382977"/>
              <a:gd name="connsiteX4678" fmla="*/ 6100897 w 6501199"/>
              <a:gd name="connsiteY4678" fmla="*/ 1064332 h 6382977"/>
              <a:gd name="connsiteX4679" fmla="*/ 6105577 w 6501199"/>
              <a:gd name="connsiteY4679" fmla="*/ 1112215 h 6382977"/>
              <a:gd name="connsiteX4680" fmla="*/ 6087217 w 6501199"/>
              <a:gd name="connsiteY4680" fmla="*/ 1123376 h 6382977"/>
              <a:gd name="connsiteX4681" fmla="*/ 6080737 w 6501199"/>
              <a:gd name="connsiteY4681" fmla="*/ 1159738 h 6382977"/>
              <a:gd name="connsiteX4682" fmla="*/ 6085057 w 6501199"/>
              <a:gd name="connsiteY4682" fmla="*/ 1141737 h 6382977"/>
              <a:gd name="connsiteX4683" fmla="*/ 6059857 w 6501199"/>
              <a:gd name="connsiteY4683" fmla="*/ 1130216 h 6382977"/>
              <a:gd name="connsiteX4684" fmla="*/ 6071377 w 6501199"/>
              <a:gd name="connsiteY4684" fmla="*/ 1143897 h 6382977"/>
              <a:gd name="connsiteX4685" fmla="*/ 6067057 w 6501199"/>
              <a:gd name="connsiteY4685" fmla="*/ 1168739 h 6382977"/>
              <a:gd name="connsiteX4686" fmla="*/ 6048697 w 6501199"/>
              <a:gd name="connsiteY4686" fmla="*/ 1173419 h 6382977"/>
              <a:gd name="connsiteX4687" fmla="*/ 6062377 w 6501199"/>
              <a:gd name="connsiteY4687" fmla="*/ 1202941 h 6382977"/>
              <a:gd name="connsiteX4688" fmla="*/ 6085057 w 6501199"/>
              <a:gd name="connsiteY4688" fmla="*/ 1212302 h 6382977"/>
              <a:gd name="connsiteX4689" fmla="*/ 6071377 w 6501199"/>
              <a:gd name="connsiteY4689" fmla="*/ 1259825 h 6382977"/>
              <a:gd name="connsiteX4690" fmla="*/ 6062377 w 6501199"/>
              <a:gd name="connsiteY4690" fmla="*/ 1248664 h 6382977"/>
              <a:gd name="connsiteX4691" fmla="*/ 6057697 w 6501199"/>
              <a:gd name="connsiteY4691" fmla="*/ 1282867 h 6382977"/>
              <a:gd name="connsiteX4692" fmla="*/ 6039697 w 6501199"/>
              <a:gd name="connsiteY4692" fmla="*/ 1321389 h 6382977"/>
              <a:gd name="connsiteX4693" fmla="*/ 6010177 w 6501199"/>
              <a:gd name="connsiteY4693" fmla="*/ 1330390 h 6382977"/>
              <a:gd name="connsiteX4694" fmla="*/ 6028177 w 6501199"/>
              <a:gd name="connsiteY4694" fmla="*/ 1355592 h 6382977"/>
              <a:gd name="connsiteX4695" fmla="*/ 6019177 w 6501199"/>
              <a:gd name="connsiteY4695" fmla="*/ 1371433 h 6382977"/>
              <a:gd name="connsiteX4696" fmla="*/ 6007657 w 6501199"/>
              <a:gd name="connsiteY4696" fmla="*/ 1366753 h 6382977"/>
              <a:gd name="connsiteX4697" fmla="*/ 6012337 w 6501199"/>
              <a:gd name="connsiteY4697" fmla="*/ 1382954 h 6382977"/>
              <a:gd name="connsiteX4698" fmla="*/ 5989657 w 6501199"/>
              <a:gd name="connsiteY4698" fmla="*/ 1385114 h 6382977"/>
              <a:gd name="connsiteX4699" fmla="*/ 5993977 w 6501199"/>
              <a:gd name="connsiteY4699" fmla="*/ 1421476 h 6382977"/>
              <a:gd name="connsiteX4700" fmla="*/ 6014497 w 6501199"/>
              <a:gd name="connsiteY4700" fmla="*/ 1391954 h 6382977"/>
              <a:gd name="connsiteX4701" fmla="*/ 6000817 w 6501199"/>
              <a:gd name="connsiteY4701" fmla="*/ 1450998 h 6382977"/>
              <a:gd name="connsiteX4702" fmla="*/ 6032857 w 6501199"/>
              <a:gd name="connsiteY4702" fmla="*/ 1380433 h 6382977"/>
              <a:gd name="connsiteX4703" fmla="*/ 6019177 w 6501199"/>
              <a:gd name="connsiteY4703" fmla="*/ 1382954 h 6382977"/>
              <a:gd name="connsiteX4704" fmla="*/ 6037177 w 6501199"/>
              <a:gd name="connsiteY4704" fmla="*/ 1366753 h 6382977"/>
              <a:gd name="connsiteX4705" fmla="*/ 6055537 w 6501199"/>
              <a:gd name="connsiteY4705" fmla="*/ 1376113 h 6382977"/>
              <a:gd name="connsiteX4706" fmla="*/ 6032857 w 6501199"/>
              <a:gd name="connsiteY4706" fmla="*/ 1448838 h 6382977"/>
              <a:gd name="connsiteX4707" fmla="*/ 6028177 w 6501199"/>
              <a:gd name="connsiteY4707" fmla="*/ 1462519 h 6382977"/>
              <a:gd name="connsiteX4708" fmla="*/ 6005497 w 6501199"/>
              <a:gd name="connsiteY4708" fmla="*/ 1459999 h 6382977"/>
              <a:gd name="connsiteX4709" fmla="*/ 6000817 w 6501199"/>
              <a:gd name="connsiteY4709" fmla="*/ 1483041 h 6382977"/>
              <a:gd name="connsiteX4710" fmla="*/ 6019177 w 6501199"/>
              <a:gd name="connsiteY4710" fmla="*/ 1473680 h 6382977"/>
              <a:gd name="connsiteX4711" fmla="*/ 6010177 w 6501199"/>
              <a:gd name="connsiteY4711" fmla="*/ 1489881 h 6382977"/>
              <a:gd name="connsiteX4712" fmla="*/ 6026017 w 6501199"/>
              <a:gd name="connsiteY4712" fmla="*/ 1512563 h 6382977"/>
              <a:gd name="connsiteX4713" fmla="*/ 6044017 w 6501199"/>
              <a:gd name="connsiteY4713" fmla="*/ 1512563 h 6382977"/>
              <a:gd name="connsiteX4714" fmla="*/ 6053377 w 6501199"/>
              <a:gd name="connsiteY4714" fmla="*/ 1535244 h 6382977"/>
              <a:gd name="connsiteX4715" fmla="*/ 6026017 w 6501199"/>
              <a:gd name="connsiteY4715" fmla="*/ 1530564 h 6382977"/>
              <a:gd name="connsiteX4716" fmla="*/ 6021337 w 6501199"/>
              <a:gd name="connsiteY4716" fmla="*/ 1569446 h 6382977"/>
              <a:gd name="connsiteX4717" fmla="*/ 6010177 w 6501199"/>
              <a:gd name="connsiteY4717" fmla="*/ 1557926 h 6382977"/>
              <a:gd name="connsiteX4718" fmla="*/ 5989657 w 6501199"/>
              <a:gd name="connsiteY4718" fmla="*/ 1571607 h 6382977"/>
              <a:gd name="connsiteX4719" fmla="*/ 5973457 w 6501199"/>
              <a:gd name="connsiteY4719" fmla="*/ 1596448 h 6382977"/>
              <a:gd name="connsiteX4720" fmla="*/ 5991817 w 6501199"/>
              <a:gd name="connsiteY4720" fmla="*/ 1621650 h 6382977"/>
              <a:gd name="connsiteX4721" fmla="*/ 5962297 w 6501199"/>
              <a:gd name="connsiteY4721" fmla="*/ 1628491 h 6382977"/>
              <a:gd name="connsiteX4722" fmla="*/ 5969137 w 6501199"/>
              <a:gd name="connsiteY4722" fmla="*/ 1667013 h 6382977"/>
              <a:gd name="connsiteX4723" fmla="*/ 5953297 w 6501199"/>
              <a:gd name="connsiteY4723" fmla="*/ 1680694 h 6382977"/>
              <a:gd name="connsiteX4724" fmla="*/ 6005497 w 6501199"/>
              <a:gd name="connsiteY4724" fmla="*/ 1635331 h 6382977"/>
              <a:gd name="connsiteX4725" fmla="*/ 5980297 w 6501199"/>
              <a:gd name="connsiteY4725" fmla="*/ 1678534 h 6382977"/>
              <a:gd name="connsiteX4726" fmla="*/ 6035017 w 6501199"/>
              <a:gd name="connsiteY4726" fmla="*/ 1701216 h 6382977"/>
              <a:gd name="connsiteX4727" fmla="*/ 6014497 w 6501199"/>
              <a:gd name="connsiteY4727" fmla="*/ 1776461 h 6382977"/>
              <a:gd name="connsiteX4728" fmla="*/ 6003337 w 6501199"/>
              <a:gd name="connsiteY4728" fmla="*/ 1742258 h 6382977"/>
              <a:gd name="connsiteX4729" fmla="*/ 5972692 w 6501199"/>
              <a:gd name="connsiteY4729" fmla="*/ 1778396 h 6382977"/>
              <a:gd name="connsiteX4730" fmla="*/ 5969085 w 6501199"/>
              <a:gd name="connsiteY4730" fmla="*/ 1787749 h 6382977"/>
              <a:gd name="connsiteX4731" fmla="*/ 6007364 w 6501199"/>
              <a:gd name="connsiteY4731" fmla="*/ 1817718 h 6382977"/>
              <a:gd name="connsiteX4732" fmla="*/ 6029303 w 6501199"/>
              <a:gd name="connsiteY4732" fmla="*/ 1840862 h 6382977"/>
              <a:gd name="connsiteX4733" fmla="*/ 6046537 w 6501199"/>
              <a:gd name="connsiteY4733" fmla="*/ 1817503 h 6382977"/>
              <a:gd name="connsiteX4734" fmla="*/ 6055537 w 6501199"/>
              <a:gd name="connsiteY4734" fmla="*/ 1803823 h 6382977"/>
              <a:gd name="connsiteX4735" fmla="*/ 6082897 w 6501199"/>
              <a:gd name="connsiteY4735" fmla="*/ 1740098 h 6382977"/>
              <a:gd name="connsiteX4736" fmla="*/ 6091042 w 6501199"/>
              <a:gd name="connsiteY4736" fmla="*/ 1711296 h 6382977"/>
              <a:gd name="connsiteX4737" fmla="*/ 6096182 w 6501199"/>
              <a:gd name="connsiteY4737" fmla="*/ 1706887 h 6382977"/>
              <a:gd name="connsiteX4738" fmla="*/ 6098948 w 6501199"/>
              <a:gd name="connsiteY4738" fmla="*/ 1681162 h 6382977"/>
              <a:gd name="connsiteX4739" fmla="*/ 6103108 w 6501199"/>
              <a:gd name="connsiteY4739" fmla="*/ 1700946 h 6382977"/>
              <a:gd name="connsiteX4740" fmla="*/ 6104210 w 6501199"/>
              <a:gd name="connsiteY4740" fmla="*/ 1700000 h 6382977"/>
              <a:gd name="connsiteX4741" fmla="*/ 6114577 w 6501199"/>
              <a:gd name="connsiteY4741" fmla="*/ 1694375 h 6382977"/>
              <a:gd name="connsiteX4742" fmla="*/ 6114577 w 6501199"/>
              <a:gd name="connsiteY4742" fmla="*/ 1708056 h 6382977"/>
              <a:gd name="connsiteX4743" fmla="*/ 6121418 w 6501199"/>
              <a:gd name="connsiteY4743" fmla="*/ 1683214 h 6382977"/>
              <a:gd name="connsiteX4744" fmla="*/ 6112417 w 6501199"/>
              <a:gd name="connsiteY4744" fmla="*/ 1680694 h 6382977"/>
              <a:gd name="connsiteX4745" fmla="*/ 6119258 w 6501199"/>
              <a:gd name="connsiteY4745" fmla="*/ 1642171 h 6382977"/>
              <a:gd name="connsiteX4746" fmla="*/ 6126098 w 6501199"/>
              <a:gd name="connsiteY4746" fmla="*/ 1701216 h 6382977"/>
              <a:gd name="connsiteX4747" fmla="*/ 6121418 w 6501199"/>
              <a:gd name="connsiteY4747" fmla="*/ 1753779 h 6382977"/>
              <a:gd name="connsiteX4748" fmla="*/ 6100897 w 6501199"/>
              <a:gd name="connsiteY4748" fmla="*/ 1767100 h 6382977"/>
              <a:gd name="connsiteX4749" fmla="*/ 6099749 w 6501199"/>
              <a:gd name="connsiteY4749" fmla="*/ 1760179 h 6382977"/>
              <a:gd name="connsiteX4750" fmla="*/ 6092253 w 6501199"/>
              <a:gd name="connsiteY4750" fmla="*/ 1760179 h 6382977"/>
              <a:gd name="connsiteX4751" fmla="*/ 6081322 w 6501199"/>
              <a:gd name="connsiteY4751" fmla="*/ 1798962 h 6382977"/>
              <a:gd name="connsiteX4752" fmla="*/ 6087217 w 6501199"/>
              <a:gd name="connsiteY4752" fmla="*/ 1835505 h 6382977"/>
              <a:gd name="connsiteX4753" fmla="*/ 6059857 w 6501199"/>
              <a:gd name="connsiteY4753" fmla="*/ 1837665 h 6382977"/>
              <a:gd name="connsiteX4754" fmla="*/ 6056932 w 6501199"/>
              <a:gd name="connsiteY4754" fmla="*/ 1866197 h 6382977"/>
              <a:gd name="connsiteX4755" fmla="*/ 6053633 w 6501199"/>
              <a:gd name="connsiteY4755" fmla="*/ 1870372 h 6382977"/>
              <a:gd name="connsiteX4756" fmla="*/ 6075753 w 6501199"/>
              <a:gd name="connsiteY4756" fmla="*/ 1913115 h 6382977"/>
              <a:gd name="connsiteX4757" fmla="*/ 6040091 w 6501199"/>
              <a:gd name="connsiteY4757" fmla="*/ 1957731 h 6382977"/>
              <a:gd name="connsiteX4758" fmla="*/ 6004049 w 6501199"/>
              <a:gd name="connsiteY4758" fmla="*/ 1984225 h 6382977"/>
              <a:gd name="connsiteX4759" fmla="*/ 6000817 w 6501199"/>
              <a:gd name="connsiteY4759" fmla="*/ 1992476 h 6382977"/>
              <a:gd name="connsiteX4760" fmla="*/ 5980297 w 6501199"/>
              <a:gd name="connsiteY4760" fmla="*/ 1999316 h 6382977"/>
              <a:gd name="connsiteX4761" fmla="*/ 5980297 w 6501199"/>
              <a:gd name="connsiteY4761" fmla="*/ 2033518 h 6382977"/>
              <a:gd name="connsiteX4762" fmla="*/ 5969362 w 6501199"/>
              <a:gd name="connsiteY4762" fmla="*/ 2021593 h 6382977"/>
              <a:gd name="connsiteX4763" fmla="*/ 5960452 w 6501199"/>
              <a:gd name="connsiteY4763" fmla="*/ 2007244 h 6382977"/>
              <a:gd name="connsiteX4764" fmla="*/ 5958310 w 6501199"/>
              <a:gd name="connsiteY4764" fmla="*/ 2008247 h 6382977"/>
              <a:gd name="connsiteX4765" fmla="*/ 5952577 w 6501199"/>
              <a:gd name="connsiteY4765" fmla="*/ 2016417 h 6382977"/>
              <a:gd name="connsiteX4766" fmla="*/ 5948617 w 6501199"/>
              <a:gd name="connsiteY4766" fmla="*/ 2026678 h 6382977"/>
              <a:gd name="connsiteX4767" fmla="*/ 5946457 w 6501199"/>
              <a:gd name="connsiteY4767" fmla="*/ 2051520 h 6382977"/>
              <a:gd name="connsiteX4768" fmla="*/ 5955457 w 6501199"/>
              <a:gd name="connsiteY4768" fmla="*/ 2069881 h 6382977"/>
              <a:gd name="connsiteX4769" fmla="*/ 5962297 w 6501199"/>
              <a:gd name="connsiteY4769" fmla="*/ 2072041 h 6382977"/>
              <a:gd name="connsiteX4770" fmla="*/ 5939617 w 6501199"/>
              <a:gd name="connsiteY4770" fmla="*/ 2069881 h 6382977"/>
              <a:gd name="connsiteX4771" fmla="*/ 5932777 w 6501199"/>
              <a:gd name="connsiteY4771" fmla="*/ 2119924 h 6382977"/>
              <a:gd name="connsiteX4772" fmla="*/ 5921256 w 6501199"/>
              <a:gd name="connsiteY4772" fmla="*/ 2106243 h 6382977"/>
              <a:gd name="connsiteX4773" fmla="*/ 5921256 w 6501199"/>
              <a:gd name="connsiteY4773" fmla="*/ 2163127 h 6382977"/>
              <a:gd name="connsiteX4774" fmla="*/ 5900736 w 6501199"/>
              <a:gd name="connsiteY4774" fmla="*/ 2158447 h 6382977"/>
              <a:gd name="connsiteX4775" fmla="*/ 5898576 w 6501199"/>
              <a:gd name="connsiteY4775" fmla="*/ 2122084 h 6382977"/>
              <a:gd name="connsiteX4776" fmla="*/ 5889576 w 6501199"/>
              <a:gd name="connsiteY4776" fmla="*/ 2185809 h 6382977"/>
              <a:gd name="connsiteX4777" fmla="*/ 5873376 w 6501199"/>
              <a:gd name="connsiteY4777" fmla="*/ 2190489 h 6382977"/>
              <a:gd name="connsiteX4778" fmla="*/ 5878056 w 6501199"/>
              <a:gd name="connsiteY4778" fmla="*/ 2215331 h 6382977"/>
              <a:gd name="connsiteX4779" fmla="*/ 5896416 w 6501199"/>
              <a:gd name="connsiteY4779" fmla="*/ 2197330 h 6382977"/>
              <a:gd name="connsiteX4780" fmla="*/ 5875896 w 6501199"/>
              <a:gd name="connsiteY4780" fmla="*/ 2233692 h 6382977"/>
              <a:gd name="connsiteX4781" fmla="*/ 5943937 w 6501199"/>
              <a:gd name="connsiteY4781" fmla="*/ 2131085 h 6382977"/>
              <a:gd name="connsiteX4782" fmla="*/ 5898576 w 6501199"/>
              <a:gd name="connsiteY4782" fmla="*/ 2238372 h 6382977"/>
              <a:gd name="connsiteX4783" fmla="*/ 5897028 w 6501199"/>
              <a:gd name="connsiteY4783" fmla="*/ 2245267 h 6382977"/>
              <a:gd name="connsiteX4784" fmla="*/ 5902653 w 6501199"/>
              <a:gd name="connsiteY4784" fmla="*/ 2251681 h 6382977"/>
              <a:gd name="connsiteX4785" fmla="*/ 5888408 w 6501199"/>
              <a:gd name="connsiteY4785" fmla="*/ 2293574 h 6382977"/>
              <a:gd name="connsiteX4786" fmla="*/ 5886720 w 6501199"/>
              <a:gd name="connsiteY4786" fmla="*/ 2268355 h 6382977"/>
              <a:gd name="connsiteX4787" fmla="*/ 5893432 w 6501199"/>
              <a:gd name="connsiteY4787" fmla="*/ 2256124 h 6382977"/>
              <a:gd name="connsiteX4788" fmla="*/ 5884896 w 6501199"/>
              <a:gd name="connsiteY4788" fmla="*/ 2267894 h 6382977"/>
              <a:gd name="connsiteX4789" fmla="*/ 5880216 w 6501199"/>
              <a:gd name="connsiteY4789" fmla="*/ 2256374 h 6382977"/>
              <a:gd name="connsiteX4790" fmla="*/ 5834855 w 6501199"/>
              <a:gd name="connsiteY4790" fmla="*/ 2308577 h 6382977"/>
              <a:gd name="connsiteX4791" fmla="*/ 5828015 w 6501199"/>
              <a:gd name="connsiteY4791" fmla="*/ 2297416 h 6382977"/>
              <a:gd name="connsiteX4792" fmla="*/ 5814335 w 6501199"/>
              <a:gd name="connsiteY4792" fmla="*/ 2324778 h 6382977"/>
              <a:gd name="connsiteX4793" fmla="*/ 5834855 w 6501199"/>
              <a:gd name="connsiteY4793" fmla="*/ 2308577 h 6382977"/>
              <a:gd name="connsiteX4794" fmla="*/ 5830175 w 6501199"/>
              <a:gd name="connsiteY4794" fmla="*/ 2367981 h 6382977"/>
              <a:gd name="connsiteX4795" fmla="*/ 5802815 w 6501199"/>
              <a:gd name="connsiteY4795" fmla="*/ 2402184 h 6382977"/>
              <a:gd name="connsiteX4796" fmla="*/ 5739455 w 6501199"/>
              <a:gd name="connsiteY4796" fmla="*/ 2492910 h 6382977"/>
              <a:gd name="connsiteX4797" fmla="*/ 5734775 w 6501199"/>
              <a:gd name="connsiteY4797" fmla="*/ 2479229 h 6382977"/>
              <a:gd name="connsiteX4798" fmla="*/ 5725775 w 6501199"/>
              <a:gd name="connsiteY4798" fmla="*/ 2488590 h 6382977"/>
              <a:gd name="connsiteX4799" fmla="*/ 5716415 w 6501199"/>
              <a:gd name="connsiteY4799" fmla="*/ 2518112 h 6382977"/>
              <a:gd name="connsiteX4800" fmla="*/ 5707415 w 6501199"/>
              <a:gd name="connsiteY4800" fmla="*/ 2511271 h 6382977"/>
              <a:gd name="connsiteX4801" fmla="*/ 5707415 w 6501199"/>
              <a:gd name="connsiteY4801" fmla="*/ 2529272 h 6382977"/>
              <a:gd name="connsiteX4802" fmla="*/ 5695895 w 6501199"/>
              <a:gd name="connsiteY4802" fmla="*/ 2524952 h 6382977"/>
              <a:gd name="connsiteX4803" fmla="*/ 5698415 w 6501199"/>
              <a:gd name="connsiteY4803" fmla="*/ 2540793 h 6382977"/>
              <a:gd name="connsiteX4804" fmla="*/ 5693085 w 6501199"/>
              <a:gd name="connsiteY4804" fmla="*/ 2546840 h 6382977"/>
              <a:gd name="connsiteX4805" fmla="*/ 5690284 w 6501199"/>
              <a:gd name="connsiteY4805" fmla="*/ 2562101 h 6382977"/>
              <a:gd name="connsiteX4806" fmla="*/ 5689175 w 6501199"/>
              <a:gd name="connsiteY4806" fmla="*/ 2590973 h 6382977"/>
              <a:gd name="connsiteX4807" fmla="*/ 5666139 w 6501199"/>
              <a:gd name="connsiteY4807" fmla="*/ 2595653 h 6382977"/>
              <a:gd name="connsiteX4808" fmla="*/ 5666139 w 6501199"/>
              <a:gd name="connsiteY4808" fmla="*/ 2650011 h 6382977"/>
              <a:gd name="connsiteX4809" fmla="*/ 5636624 w 6501199"/>
              <a:gd name="connsiteY4809" fmla="*/ 2700049 h 6382977"/>
              <a:gd name="connsiteX4810" fmla="*/ 5579753 w 6501199"/>
              <a:gd name="connsiteY4810" fmla="*/ 2791126 h 6382977"/>
              <a:gd name="connsiteX4811" fmla="*/ 5529721 w 6501199"/>
              <a:gd name="connsiteY4811" fmla="*/ 2829645 h 6382977"/>
              <a:gd name="connsiteX4812" fmla="*/ 5511952 w 6501199"/>
              <a:gd name="connsiteY4812" fmla="*/ 2848674 h 6382977"/>
              <a:gd name="connsiteX4813" fmla="*/ 5512453 w 6501199"/>
              <a:gd name="connsiteY4813" fmla="*/ 2849139 h 6382977"/>
              <a:gd name="connsiteX4814" fmla="*/ 5510045 w 6501199"/>
              <a:gd name="connsiteY4814" fmla="*/ 2865086 h 6382977"/>
              <a:gd name="connsiteX4815" fmla="*/ 5503956 w 6501199"/>
              <a:gd name="connsiteY4815" fmla="*/ 2857238 h 6382977"/>
              <a:gd name="connsiteX4816" fmla="*/ 5494275 w 6501199"/>
              <a:gd name="connsiteY4816" fmla="*/ 2867606 h 6382977"/>
              <a:gd name="connsiteX4817" fmla="*/ 5495070 w 6501199"/>
              <a:gd name="connsiteY4817" fmla="*/ 2876181 h 6382977"/>
              <a:gd name="connsiteX4818" fmla="*/ 5494400 w 6501199"/>
              <a:gd name="connsiteY4818" fmla="*/ 2886870 h 6382977"/>
              <a:gd name="connsiteX4819" fmla="*/ 5483043 w 6501199"/>
              <a:gd name="connsiteY4819" fmla="*/ 2878369 h 6382977"/>
              <a:gd name="connsiteX4820" fmla="*/ 5445000 w 6501199"/>
              <a:gd name="connsiteY4820" fmla="*/ 2911092 h 6382977"/>
              <a:gd name="connsiteX4821" fmla="*/ 5397983 w 6501199"/>
              <a:gd name="connsiteY4821" fmla="*/ 2932242 h 6382977"/>
              <a:gd name="connsiteX4822" fmla="*/ 5352270 w 6501199"/>
              <a:gd name="connsiteY4822" fmla="*/ 2963921 h 6382977"/>
              <a:gd name="connsiteX4823" fmla="*/ 5306917 w 6501199"/>
              <a:gd name="connsiteY4823" fmla="*/ 2991280 h 6382977"/>
              <a:gd name="connsiteX4824" fmla="*/ 5261565 w 6501199"/>
              <a:gd name="connsiteY4824" fmla="*/ 3018639 h 6382977"/>
              <a:gd name="connsiteX4825" fmla="*/ 5215852 w 6501199"/>
              <a:gd name="connsiteY4825" fmla="*/ 3043478 h 6382977"/>
              <a:gd name="connsiteX4826" fmla="*/ 5188497 w 6501199"/>
              <a:gd name="connsiteY4826" fmla="*/ 3063637 h 6382977"/>
              <a:gd name="connsiteX4827" fmla="*/ 5165820 w 6501199"/>
              <a:gd name="connsiteY4827" fmla="*/ 3088837 h 6382977"/>
              <a:gd name="connsiteX4828" fmla="*/ 5115788 w 6501199"/>
              <a:gd name="connsiteY4828" fmla="*/ 3138875 h 6382977"/>
              <a:gd name="connsiteX4829" fmla="*/ 5061077 w 6501199"/>
              <a:gd name="connsiteY4829" fmla="*/ 3147875 h 6382977"/>
              <a:gd name="connsiteX4830" fmla="*/ 5031562 w 6501199"/>
              <a:gd name="connsiteY4830" fmla="*/ 3166234 h 6382977"/>
              <a:gd name="connsiteX4831" fmla="*/ 5000944 w 6501199"/>
              <a:gd name="connsiteY4831" fmla="*/ 3153623 h 6382977"/>
              <a:gd name="connsiteX4832" fmla="*/ 4975480 w 6501199"/>
              <a:gd name="connsiteY4832" fmla="*/ 3128650 h 6382977"/>
              <a:gd name="connsiteX4833" fmla="*/ 4975138 w 6501199"/>
              <a:gd name="connsiteY4833" fmla="*/ 3128756 h 6382977"/>
              <a:gd name="connsiteX4834" fmla="*/ 4968038 w 6501199"/>
              <a:gd name="connsiteY4834" fmla="*/ 3125094 h 6382977"/>
              <a:gd name="connsiteX4835" fmla="*/ 4970532 w 6501199"/>
              <a:gd name="connsiteY4835" fmla="*/ 3124266 h 6382977"/>
              <a:gd name="connsiteX4836" fmla="*/ 4952620 w 6501199"/>
              <a:gd name="connsiteY4836" fmla="*/ 3109346 h 6382977"/>
              <a:gd name="connsiteX4837" fmla="*/ 4932329 w 6501199"/>
              <a:gd name="connsiteY4837" fmla="*/ 3109407 h 6382977"/>
              <a:gd name="connsiteX4838" fmla="*/ 4911089 w 6501199"/>
              <a:gd name="connsiteY4838" fmla="*/ 3131954 h 6382977"/>
              <a:gd name="connsiteX4839" fmla="*/ 4881568 w 6501199"/>
              <a:gd name="connsiteY4839" fmla="*/ 3138794 h 6382977"/>
              <a:gd name="connsiteX4840" fmla="*/ 4895085 w 6501199"/>
              <a:gd name="connsiteY4840" fmla="*/ 3125631 h 6382977"/>
              <a:gd name="connsiteX4841" fmla="*/ 4893544 w 6501199"/>
              <a:gd name="connsiteY4841" fmla="*/ 3123564 h 6382977"/>
              <a:gd name="connsiteX4842" fmla="*/ 4885420 w 6501199"/>
              <a:gd name="connsiteY4842" fmla="*/ 3124249 h 6382977"/>
              <a:gd name="connsiteX4843" fmla="*/ 4876573 w 6501199"/>
              <a:gd name="connsiteY4843" fmla="*/ 3125743 h 6382977"/>
              <a:gd name="connsiteX4844" fmla="*/ 4864177 w 6501199"/>
              <a:gd name="connsiteY4844" fmla="*/ 3138183 h 6382977"/>
              <a:gd name="connsiteX4845" fmla="*/ 4859833 w 6501199"/>
              <a:gd name="connsiteY4845" fmla="*/ 3134744 h 6382977"/>
              <a:gd name="connsiteX4846" fmla="*/ 4863575 w 6501199"/>
              <a:gd name="connsiteY4846" fmla="*/ 3126088 h 6382977"/>
              <a:gd name="connsiteX4847" fmla="*/ 4856000 w 6501199"/>
              <a:gd name="connsiteY4847" fmla="*/ 3126726 h 6382977"/>
              <a:gd name="connsiteX4848" fmla="*/ 4848889 w 6501199"/>
              <a:gd name="connsiteY4848" fmla="*/ 3125715 h 6382977"/>
              <a:gd name="connsiteX4849" fmla="*/ 4839358 w 6501199"/>
              <a:gd name="connsiteY4849" fmla="*/ 3141854 h 6382977"/>
              <a:gd name="connsiteX4850" fmla="*/ 4799848 w 6501199"/>
              <a:gd name="connsiteY4850" fmla="*/ 3172997 h 6382977"/>
              <a:gd name="connsiteX4851" fmla="*/ 4783647 w 6501199"/>
              <a:gd name="connsiteY4851" fmla="*/ 3166156 h 6382977"/>
              <a:gd name="connsiteX4852" fmla="*/ 4731447 w 6501199"/>
              <a:gd name="connsiteY4852" fmla="*/ 3184157 h 6382977"/>
              <a:gd name="connsiteX4853" fmla="*/ 4738287 w 6501199"/>
              <a:gd name="connsiteY4853" fmla="*/ 3168316 h 6382977"/>
              <a:gd name="connsiteX4854" fmla="*/ 4708767 w 6501199"/>
              <a:gd name="connsiteY4854" fmla="*/ 3195678 h 6382977"/>
              <a:gd name="connsiteX4855" fmla="*/ 4686087 w 6501199"/>
              <a:gd name="connsiteY4855" fmla="*/ 3200358 h 6382977"/>
              <a:gd name="connsiteX4856" fmla="*/ 4667727 w 6501199"/>
              <a:gd name="connsiteY4856" fmla="*/ 3186678 h 6382977"/>
              <a:gd name="connsiteX4857" fmla="*/ 4651887 w 6501199"/>
              <a:gd name="connsiteY4857" fmla="*/ 3197838 h 6382977"/>
              <a:gd name="connsiteX4858" fmla="*/ 4667727 w 6501199"/>
              <a:gd name="connsiteY4858" fmla="*/ 3204679 h 6382977"/>
              <a:gd name="connsiteX4859" fmla="*/ 4640367 w 6501199"/>
              <a:gd name="connsiteY4859" fmla="*/ 3220520 h 6382977"/>
              <a:gd name="connsiteX4860" fmla="*/ 4631366 w 6501199"/>
              <a:gd name="connsiteY4860" fmla="*/ 3206839 h 6382977"/>
              <a:gd name="connsiteX4861" fmla="*/ 4608686 w 6501199"/>
              <a:gd name="connsiteY4861" fmla="*/ 3216200 h 6382977"/>
              <a:gd name="connsiteX4862" fmla="*/ 4608686 w 6501199"/>
              <a:gd name="connsiteY4862" fmla="*/ 3234201 h 6382977"/>
              <a:gd name="connsiteX4863" fmla="*/ 4647207 w 6501199"/>
              <a:gd name="connsiteY4863" fmla="*/ 3225200 h 6382977"/>
              <a:gd name="connsiteX4864" fmla="*/ 4645047 w 6501199"/>
              <a:gd name="connsiteY4864" fmla="*/ 3243201 h 6382977"/>
              <a:gd name="connsiteX4865" fmla="*/ 4629341 w 6501199"/>
              <a:gd name="connsiteY4865" fmla="*/ 3244371 h 6382977"/>
              <a:gd name="connsiteX4866" fmla="*/ 4615723 w 6501199"/>
              <a:gd name="connsiteY4866" fmla="*/ 3252445 h 6382977"/>
              <a:gd name="connsiteX4867" fmla="*/ 4646992 w 6501199"/>
              <a:gd name="connsiteY4867" fmla="*/ 3249579 h 6382977"/>
              <a:gd name="connsiteX4868" fmla="*/ 4649513 w 6501199"/>
              <a:gd name="connsiteY4868" fmla="*/ 3276941 h 6382977"/>
              <a:gd name="connsiteX4869" fmla="*/ 4660674 w 6501199"/>
              <a:gd name="connsiteY4869" fmla="*/ 3274780 h 6382977"/>
              <a:gd name="connsiteX4870" fmla="*/ 4651673 w 6501199"/>
              <a:gd name="connsiteY4870" fmla="*/ 3249579 h 6382977"/>
              <a:gd name="connsiteX4871" fmla="*/ 4665354 w 6501199"/>
              <a:gd name="connsiteY4871" fmla="*/ 3263260 h 6382977"/>
              <a:gd name="connsiteX4872" fmla="*/ 4697037 w 6501199"/>
              <a:gd name="connsiteY4872" fmla="*/ 3249579 h 6382977"/>
              <a:gd name="connsiteX4873" fmla="*/ 4733761 w 6501199"/>
              <a:gd name="connsiteY4873" fmla="*/ 3263260 h 6382977"/>
              <a:gd name="connsiteX4874" fmla="*/ 4703878 w 6501199"/>
              <a:gd name="connsiteY4874" fmla="*/ 3290621 h 6382977"/>
              <a:gd name="connsiteX4875" fmla="*/ 4653833 w 6501199"/>
              <a:gd name="connsiteY4875" fmla="*/ 3302142 h 6382977"/>
              <a:gd name="connsiteX4876" fmla="*/ 4674355 w 6501199"/>
              <a:gd name="connsiteY4876" fmla="*/ 3304302 h 6382977"/>
              <a:gd name="connsiteX4877" fmla="*/ 4710719 w 6501199"/>
              <a:gd name="connsiteY4877" fmla="*/ 3304302 h 6382977"/>
              <a:gd name="connsiteX4878" fmla="*/ 4717560 w 6501199"/>
              <a:gd name="connsiteY4878" fmla="*/ 3361185 h 6382977"/>
              <a:gd name="connsiteX4879" fmla="*/ 4694877 w 6501199"/>
              <a:gd name="connsiteY4879" fmla="*/ 3343184 h 6382977"/>
              <a:gd name="connsiteX4880" fmla="*/ 4674355 w 6501199"/>
              <a:gd name="connsiteY4880" fmla="*/ 3372705 h 6382977"/>
              <a:gd name="connsiteX4881" fmla="*/ 4660674 w 6501199"/>
              <a:gd name="connsiteY4881" fmla="*/ 3354344 h 6382977"/>
              <a:gd name="connsiteX4882" fmla="*/ 4631151 w 6501199"/>
              <a:gd name="connsiteY4882" fmla="*/ 3393226 h 6382977"/>
              <a:gd name="connsiteX4883" fmla="*/ 4642672 w 6501199"/>
              <a:gd name="connsiteY4883" fmla="*/ 3381706 h 6382977"/>
              <a:gd name="connsiteX4884" fmla="*/ 4626470 w 6501199"/>
              <a:gd name="connsiteY4884" fmla="*/ 3404387 h 6382977"/>
              <a:gd name="connsiteX4885" fmla="*/ 4617469 w 6501199"/>
              <a:gd name="connsiteY4885" fmla="*/ 3386386 h 6382977"/>
              <a:gd name="connsiteX4886" fmla="*/ 4590106 w 6501199"/>
              <a:gd name="connsiteY4886" fmla="*/ 3413387 h 6382977"/>
              <a:gd name="connsiteX4887" fmla="*/ 4608468 w 6501199"/>
              <a:gd name="connsiteY4887" fmla="*/ 3418067 h 6382977"/>
              <a:gd name="connsiteX4888" fmla="*/ 4590106 w 6501199"/>
              <a:gd name="connsiteY4888" fmla="*/ 3436428 h 6382977"/>
              <a:gd name="connsiteX4889" fmla="*/ 4596039 w 6501199"/>
              <a:gd name="connsiteY4889" fmla="*/ 3444964 h 6382977"/>
              <a:gd name="connsiteX4890" fmla="*/ 4606769 w 6501199"/>
              <a:gd name="connsiteY4890" fmla="*/ 3441721 h 6382977"/>
              <a:gd name="connsiteX4891" fmla="*/ 4606803 w 6501199"/>
              <a:gd name="connsiteY4891" fmla="*/ 3441588 h 6382977"/>
              <a:gd name="connsiteX4892" fmla="*/ 4609105 w 6501199"/>
              <a:gd name="connsiteY4892" fmla="*/ 3434358 h 6382977"/>
              <a:gd name="connsiteX4893" fmla="*/ 4621636 w 6501199"/>
              <a:gd name="connsiteY4893" fmla="*/ 3436449 h 6382977"/>
              <a:gd name="connsiteX4894" fmla="*/ 4622023 w 6501199"/>
              <a:gd name="connsiteY4894" fmla="*/ 3436462 h 6382977"/>
              <a:gd name="connsiteX4895" fmla="*/ 4639449 w 6501199"/>
              <a:gd name="connsiteY4895" fmla="*/ 3423989 h 6382977"/>
              <a:gd name="connsiteX4896" fmla="*/ 4639005 w 6501199"/>
              <a:gd name="connsiteY4896" fmla="*/ 3422562 h 6382977"/>
              <a:gd name="connsiteX4897" fmla="*/ 4631885 w 6501199"/>
              <a:gd name="connsiteY4897" fmla="*/ 3420360 h 6382977"/>
              <a:gd name="connsiteX4898" fmla="*/ 4650228 w 6501199"/>
              <a:gd name="connsiteY4898" fmla="*/ 3406832 h 6382977"/>
              <a:gd name="connsiteX4899" fmla="*/ 4652040 w 6501199"/>
              <a:gd name="connsiteY4899" fmla="*/ 3413341 h 6382977"/>
              <a:gd name="connsiteX4900" fmla="*/ 4667122 w 6501199"/>
              <a:gd name="connsiteY4900" fmla="*/ 3398708 h 6382977"/>
              <a:gd name="connsiteX4901" fmla="*/ 4665429 w 6501199"/>
              <a:gd name="connsiteY4901" fmla="*/ 3390688 h 6382977"/>
              <a:gd name="connsiteX4902" fmla="*/ 4649843 w 6501199"/>
              <a:gd name="connsiteY4902" fmla="*/ 3406351 h 6382977"/>
              <a:gd name="connsiteX4903" fmla="*/ 4647363 w 6501199"/>
              <a:gd name="connsiteY4903" fmla="*/ 3386416 h 6382977"/>
              <a:gd name="connsiteX4904" fmla="*/ 4670034 w 6501199"/>
              <a:gd name="connsiteY4904" fmla="*/ 3379653 h 6382977"/>
              <a:gd name="connsiteX4905" fmla="*/ 4674296 w 6501199"/>
              <a:gd name="connsiteY4905" fmla="*/ 3391524 h 6382977"/>
              <a:gd name="connsiteX4906" fmla="*/ 4688177 w 6501199"/>
              <a:gd name="connsiteY4906" fmla="*/ 3377547 h 6382977"/>
              <a:gd name="connsiteX4907" fmla="*/ 4710854 w 6501199"/>
              <a:gd name="connsiteY4907" fmla="*/ 3400587 h 6382977"/>
              <a:gd name="connsiteX4908" fmla="*/ 4696912 w 6501199"/>
              <a:gd name="connsiteY4908" fmla="*/ 3423260 h 6382977"/>
              <a:gd name="connsiteX4909" fmla="*/ 4689839 w 6501199"/>
              <a:gd name="connsiteY4909" fmla="*/ 3429063 h 6382977"/>
              <a:gd name="connsiteX4910" fmla="*/ 4689871 w 6501199"/>
              <a:gd name="connsiteY4910" fmla="*/ 3429134 h 6382977"/>
              <a:gd name="connsiteX4911" fmla="*/ 4689709 w 6501199"/>
              <a:gd name="connsiteY4911" fmla="*/ 3429170 h 6382977"/>
              <a:gd name="connsiteX4912" fmla="*/ 4677874 w 6501199"/>
              <a:gd name="connsiteY4912" fmla="*/ 3438880 h 6382977"/>
              <a:gd name="connsiteX4913" fmla="*/ 4658667 w 6501199"/>
              <a:gd name="connsiteY4913" fmla="*/ 3449953 h 6382977"/>
              <a:gd name="connsiteX4914" fmla="*/ 4657062 w 6501199"/>
              <a:gd name="connsiteY4914" fmla="*/ 3458806 h 6382977"/>
              <a:gd name="connsiteX4915" fmla="*/ 4652054 w 6501199"/>
              <a:gd name="connsiteY4915" fmla="*/ 3453766 h 6382977"/>
              <a:gd name="connsiteX4916" fmla="*/ 4638145 w 6501199"/>
              <a:gd name="connsiteY4916" fmla="*/ 3461785 h 6382977"/>
              <a:gd name="connsiteX4917" fmla="*/ 4605481 w 6501199"/>
              <a:gd name="connsiteY4917" fmla="*/ 3482889 h 6382977"/>
              <a:gd name="connsiteX4918" fmla="*/ 4598596 w 6501199"/>
              <a:gd name="connsiteY4918" fmla="*/ 3484728 h 6382977"/>
              <a:gd name="connsiteX4919" fmla="*/ 4599467 w 6501199"/>
              <a:gd name="connsiteY4919" fmla="*/ 3486471 h 6382977"/>
              <a:gd name="connsiteX4920" fmla="*/ 4619629 w 6501199"/>
              <a:gd name="connsiteY4920" fmla="*/ 3474950 h 6382977"/>
              <a:gd name="connsiteX4921" fmla="*/ 4637991 w 6501199"/>
              <a:gd name="connsiteY4921" fmla="*/ 3486471 h 6382977"/>
              <a:gd name="connsiteX4922" fmla="*/ 4632546 w 6501199"/>
              <a:gd name="connsiteY4922" fmla="*/ 3510412 h 6382977"/>
              <a:gd name="connsiteX4923" fmla="*/ 4631568 w 6501199"/>
              <a:gd name="connsiteY4923" fmla="*/ 3517588 h 6382977"/>
              <a:gd name="connsiteX4924" fmla="*/ 4639351 w 6501199"/>
              <a:gd name="connsiteY4924" fmla="*/ 3518573 h 6382977"/>
              <a:gd name="connsiteX4925" fmla="*/ 4643730 w 6501199"/>
              <a:gd name="connsiteY4925" fmla="*/ 3517881 h 6382977"/>
              <a:gd name="connsiteX4926" fmla="*/ 4643720 w 6501199"/>
              <a:gd name="connsiteY4926" fmla="*/ 3517872 h 6382977"/>
              <a:gd name="connsiteX4927" fmla="*/ 4652146 w 6501199"/>
              <a:gd name="connsiteY4927" fmla="*/ 3475037 h 6382977"/>
              <a:gd name="connsiteX4928" fmla="*/ 4669623 w 6501199"/>
              <a:gd name="connsiteY4928" fmla="*/ 3501373 h 6382977"/>
              <a:gd name="connsiteX4929" fmla="*/ 4676794 w 6501199"/>
              <a:gd name="connsiteY4929" fmla="*/ 3520687 h 6382977"/>
              <a:gd name="connsiteX4930" fmla="*/ 4687351 w 6501199"/>
              <a:gd name="connsiteY4930" fmla="*/ 3523042 h 6382977"/>
              <a:gd name="connsiteX4931" fmla="*/ 4694382 w 6501199"/>
              <a:gd name="connsiteY4931" fmla="*/ 3496235 h 6382977"/>
              <a:gd name="connsiteX4932" fmla="*/ 4746109 w 6501199"/>
              <a:gd name="connsiteY4932" fmla="*/ 3494087 h 6382977"/>
              <a:gd name="connsiteX4933" fmla="*/ 4732910 w 6501199"/>
              <a:gd name="connsiteY4933" fmla="*/ 3511985 h 6382977"/>
              <a:gd name="connsiteX4934" fmla="*/ 4737191 w 6501199"/>
              <a:gd name="connsiteY4934" fmla="*/ 3516639 h 6382977"/>
              <a:gd name="connsiteX4935" fmla="*/ 4712130 w 6501199"/>
              <a:gd name="connsiteY4935" fmla="*/ 3520755 h 6382977"/>
              <a:gd name="connsiteX4936" fmla="*/ 4698629 w 6501199"/>
              <a:gd name="connsiteY4936" fmla="*/ 3525558 h 6382977"/>
              <a:gd name="connsiteX4937" fmla="*/ 4705740 w 6501199"/>
              <a:gd name="connsiteY4937" fmla="*/ 3527144 h 6382977"/>
              <a:gd name="connsiteX4938" fmla="*/ 4757916 w 6501199"/>
              <a:gd name="connsiteY4938" fmla="*/ 3529664 h 6382977"/>
              <a:gd name="connsiteX4939" fmla="*/ 4873782 w 6501199"/>
              <a:gd name="connsiteY4939" fmla="*/ 3518146 h 6382977"/>
              <a:gd name="connsiteX4940" fmla="*/ 5126385 w 6501199"/>
              <a:gd name="connsiteY4940" fmla="*/ 3470275 h 6382977"/>
              <a:gd name="connsiteX4941" fmla="*/ 5114871 w 6501199"/>
              <a:gd name="connsiteY4941" fmla="*/ 3509148 h 6382977"/>
              <a:gd name="connsiteX4942" fmla="*/ 5026352 w 6501199"/>
              <a:gd name="connsiteY4942" fmla="*/ 3543341 h 6382977"/>
              <a:gd name="connsiteX4943" fmla="*/ 5006317 w 6501199"/>
              <a:gd name="connsiteY4943" fmla="*/ 3551957 h 6382977"/>
              <a:gd name="connsiteX4944" fmla="*/ 5009704 w 6501199"/>
              <a:gd name="connsiteY4944" fmla="*/ 3556904 h 6382977"/>
              <a:gd name="connsiteX4945" fmla="*/ 5007019 w 6501199"/>
              <a:gd name="connsiteY4945" fmla="*/ 3570551 h 6382977"/>
              <a:gd name="connsiteX4946" fmla="*/ 4984794 w 6501199"/>
              <a:gd name="connsiteY4946" fmla="*/ 3566186 h 6382977"/>
              <a:gd name="connsiteX4947" fmla="*/ 4985052 w 6501199"/>
              <a:gd name="connsiteY4947" fmla="*/ 3561102 h 6382977"/>
              <a:gd name="connsiteX4948" fmla="*/ 4983666 w 6501199"/>
              <a:gd name="connsiteY4948" fmla="*/ 3561698 h 6382977"/>
              <a:gd name="connsiteX4949" fmla="*/ 4961178 w 6501199"/>
              <a:gd name="connsiteY4949" fmla="*/ 3564852 h 6382977"/>
              <a:gd name="connsiteX4950" fmla="*/ 4980376 w 6501199"/>
              <a:gd name="connsiteY4950" fmla="*/ 3572257 h 6382977"/>
              <a:gd name="connsiteX4951" fmla="*/ 4874961 w 6501199"/>
              <a:gd name="connsiteY4951" fmla="*/ 3603948 h 6382977"/>
              <a:gd name="connsiteX4952" fmla="*/ 4875233 w 6501199"/>
              <a:gd name="connsiteY4952" fmla="*/ 3596025 h 6382977"/>
              <a:gd name="connsiteX4953" fmla="*/ 4876381 w 6501199"/>
              <a:gd name="connsiteY4953" fmla="*/ 3591245 h 6382977"/>
              <a:gd name="connsiteX4954" fmla="*/ 4874356 w 6501199"/>
              <a:gd name="connsiteY4954" fmla="*/ 3591752 h 6382977"/>
              <a:gd name="connsiteX4955" fmla="*/ 4680552 w 6501199"/>
              <a:gd name="connsiteY4955" fmla="*/ 3577175 h 6382977"/>
              <a:gd name="connsiteX4956" fmla="*/ 4621404 w 6501199"/>
              <a:gd name="connsiteY4956" fmla="*/ 3558054 h 6382977"/>
              <a:gd name="connsiteX4957" fmla="*/ 4592278 w 6501199"/>
              <a:gd name="connsiteY4957" fmla="*/ 3558503 h 6382977"/>
              <a:gd name="connsiteX4958" fmla="*/ 4585859 w 6501199"/>
              <a:gd name="connsiteY4958" fmla="*/ 3561185 h 6382977"/>
              <a:gd name="connsiteX4959" fmla="*/ 4576425 w 6501199"/>
              <a:gd name="connsiteY4959" fmla="*/ 3572875 h 6382977"/>
              <a:gd name="connsiteX4960" fmla="*/ 4566282 w 6501199"/>
              <a:gd name="connsiteY4960" fmla="*/ 3558904 h 6382977"/>
              <a:gd name="connsiteX4961" fmla="*/ 4551520 w 6501199"/>
              <a:gd name="connsiteY4961" fmla="*/ 3559132 h 6382977"/>
              <a:gd name="connsiteX4962" fmla="*/ 4553743 w 6501199"/>
              <a:gd name="connsiteY4962" fmla="*/ 3575035 h 6382977"/>
              <a:gd name="connsiteX4963" fmla="*/ 4501537 w 6501199"/>
              <a:gd name="connsiteY4963" fmla="*/ 3595556 h 6382977"/>
              <a:gd name="connsiteX4964" fmla="*/ 4490016 w 6501199"/>
              <a:gd name="connsiteY4964" fmla="*/ 3579715 h 6382977"/>
              <a:gd name="connsiteX4965" fmla="*/ 4369403 w 6501199"/>
              <a:gd name="connsiteY4965" fmla="*/ 3604556 h 6382977"/>
              <a:gd name="connsiteX4966" fmla="*/ 4251311 w 6501199"/>
              <a:gd name="connsiteY4966" fmla="*/ 3611396 h 6382977"/>
              <a:gd name="connsiteX4967" fmla="*/ 4244470 w 6501199"/>
              <a:gd name="connsiteY4967" fmla="*/ 3590875 h 6382977"/>
              <a:gd name="connsiteX4968" fmla="*/ 4246630 w 6501199"/>
              <a:gd name="connsiteY4968" fmla="*/ 3622917 h 6382977"/>
              <a:gd name="connsiteX4969" fmla="*/ 4030608 w 6501199"/>
              <a:gd name="connsiteY4969" fmla="*/ 3620757 h 6382977"/>
              <a:gd name="connsiteX4970" fmla="*/ 4037448 w 6501199"/>
              <a:gd name="connsiteY4970" fmla="*/ 3636598 h 6382977"/>
              <a:gd name="connsiteX4971" fmla="*/ 4012246 w 6501199"/>
              <a:gd name="connsiteY4971" fmla="*/ 3640918 h 6382977"/>
              <a:gd name="connsiteX4972" fmla="*/ 4007925 w 6501199"/>
              <a:gd name="connsiteY4972" fmla="*/ 3618237 h 6382977"/>
              <a:gd name="connsiteX4973" fmla="*/ 3998564 w 6501199"/>
              <a:gd name="connsiteY4973" fmla="*/ 3638758 h 6382977"/>
              <a:gd name="connsiteX4974" fmla="*/ 3994244 w 6501199"/>
              <a:gd name="connsiteY4974" fmla="*/ 3618237 h 6382977"/>
              <a:gd name="connsiteX4975" fmla="*/ 3930517 w 6501199"/>
              <a:gd name="connsiteY4975" fmla="*/ 3611396 h 6382977"/>
              <a:gd name="connsiteX4976" fmla="*/ 3948519 w 6501199"/>
              <a:gd name="connsiteY4976" fmla="*/ 3634078 h 6382977"/>
              <a:gd name="connsiteX4977" fmla="*/ 3925837 w 6501199"/>
              <a:gd name="connsiteY4977" fmla="*/ 3625077 h 6382977"/>
              <a:gd name="connsiteX4978" fmla="*/ 3896314 w 6501199"/>
              <a:gd name="connsiteY4978" fmla="*/ 3604556 h 6382977"/>
              <a:gd name="connsiteX4979" fmla="*/ 3914676 w 6501199"/>
              <a:gd name="connsiteY4979" fmla="*/ 3627597 h 6382977"/>
              <a:gd name="connsiteX4980" fmla="*/ 3908443 w 6501199"/>
              <a:gd name="connsiteY4980" fmla="*/ 3637751 h 6382977"/>
              <a:gd name="connsiteX4981" fmla="*/ 3908141 w 6501199"/>
              <a:gd name="connsiteY4981" fmla="*/ 3641398 h 6382977"/>
              <a:gd name="connsiteX4982" fmla="*/ 3926181 w 6501199"/>
              <a:gd name="connsiteY4982" fmla="*/ 3648258 h 6382977"/>
              <a:gd name="connsiteX4983" fmla="*/ 3914494 w 6501199"/>
              <a:gd name="connsiteY4983" fmla="*/ 3656201 h 6382977"/>
              <a:gd name="connsiteX4984" fmla="*/ 3907778 w 6501199"/>
              <a:gd name="connsiteY4984" fmla="*/ 3654211 h 6382977"/>
              <a:gd name="connsiteX4985" fmla="*/ 3907835 w 6501199"/>
              <a:gd name="connsiteY4985" fmla="*/ 3668279 h 6382977"/>
              <a:gd name="connsiteX4986" fmla="*/ 3921156 w 6501199"/>
              <a:gd name="connsiteY4986" fmla="*/ 3659279 h 6382977"/>
              <a:gd name="connsiteX4987" fmla="*/ 3918996 w 6501199"/>
              <a:gd name="connsiteY4987" fmla="*/ 3672960 h 6382977"/>
              <a:gd name="connsiteX4988" fmla="*/ 3934838 w 6501199"/>
              <a:gd name="connsiteY4988" fmla="*/ 3670440 h 6382977"/>
              <a:gd name="connsiteX4989" fmla="*/ 3887313 w 6501199"/>
              <a:gd name="connsiteY4989" fmla="*/ 3688800 h 6382977"/>
              <a:gd name="connsiteX4990" fmla="*/ 3882632 w 6501199"/>
              <a:gd name="connsiteY4990" fmla="*/ 3672960 h 6382977"/>
              <a:gd name="connsiteX4991" fmla="*/ 3768860 w 6501199"/>
              <a:gd name="connsiteY4991" fmla="*/ 3668279 h 6382977"/>
              <a:gd name="connsiteX4992" fmla="*/ 3789382 w 6501199"/>
              <a:gd name="connsiteY4992" fmla="*/ 3659279 h 6382977"/>
              <a:gd name="connsiteX4993" fmla="*/ 3777861 w 6501199"/>
              <a:gd name="connsiteY4993" fmla="*/ 3636598 h 6382977"/>
              <a:gd name="connsiteX4994" fmla="*/ 3734657 w 6501199"/>
              <a:gd name="connsiteY4994" fmla="*/ 3640918 h 6382977"/>
              <a:gd name="connsiteX4995" fmla="*/ 3737177 w 6501199"/>
              <a:gd name="connsiteY4995" fmla="*/ 3657119 h 6382977"/>
              <a:gd name="connsiteX4996" fmla="*/ 3741497 w 6501199"/>
              <a:gd name="connsiteY4996" fmla="*/ 3684120 h 6382977"/>
              <a:gd name="connsiteX4997" fmla="*/ 3725656 w 6501199"/>
              <a:gd name="connsiteY4997" fmla="*/ 3661439 h 6382977"/>
              <a:gd name="connsiteX4998" fmla="*/ 3707294 w 6501199"/>
              <a:gd name="connsiteY4998" fmla="*/ 3677280 h 6382977"/>
              <a:gd name="connsiteX4999" fmla="*/ 3709814 w 6501199"/>
              <a:gd name="connsiteY4999" fmla="*/ 3657119 h 6382977"/>
              <a:gd name="connsiteX5000" fmla="*/ 3670930 w 6501199"/>
              <a:gd name="connsiteY5000" fmla="*/ 3670440 h 6382977"/>
              <a:gd name="connsiteX5001" fmla="*/ 3620885 w 6501199"/>
              <a:gd name="connsiteY5001" fmla="*/ 3661439 h 6382977"/>
              <a:gd name="connsiteX5002" fmla="*/ 3623405 w 6501199"/>
              <a:gd name="connsiteY5002" fmla="*/ 3638758 h 6382977"/>
              <a:gd name="connsiteX5003" fmla="*/ 3596042 w 6501199"/>
              <a:gd name="connsiteY5003" fmla="*/ 3661439 h 6382977"/>
              <a:gd name="connsiteX5004" fmla="*/ 3529795 w 6501199"/>
              <a:gd name="connsiteY5004" fmla="*/ 3647758 h 6382977"/>
              <a:gd name="connsiteX5005" fmla="*/ 3529795 w 6501199"/>
              <a:gd name="connsiteY5005" fmla="*/ 3659279 h 6382977"/>
              <a:gd name="connsiteX5006" fmla="*/ 3548157 w 6501199"/>
              <a:gd name="connsiteY5006" fmla="*/ 3661439 h 6382977"/>
              <a:gd name="connsiteX5007" fmla="*/ 3542847 w 6501199"/>
              <a:gd name="connsiteY5007" fmla="*/ 3671970 h 6382977"/>
              <a:gd name="connsiteX5008" fmla="*/ 3542493 w 6501199"/>
              <a:gd name="connsiteY5008" fmla="*/ 3673135 h 6382977"/>
              <a:gd name="connsiteX5009" fmla="*/ 3558363 w 6501199"/>
              <a:gd name="connsiteY5009" fmla="*/ 3671361 h 6382977"/>
              <a:gd name="connsiteX5010" fmla="*/ 3558976 w 6501199"/>
              <a:gd name="connsiteY5010" fmla="*/ 3667505 h 6382977"/>
              <a:gd name="connsiteX5011" fmla="*/ 3559294 w 6501199"/>
              <a:gd name="connsiteY5011" fmla="*/ 3665504 h 6382977"/>
              <a:gd name="connsiteX5012" fmla="*/ 3589093 w 6501199"/>
              <a:gd name="connsiteY5012" fmla="*/ 3660775 h 6382977"/>
              <a:gd name="connsiteX5013" fmla="*/ 3590563 w 6501199"/>
              <a:gd name="connsiteY5013" fmla="*/ 3667762 h 6382977"/>
              <a:gd name="connsiteX5014" fmla="*/ 3600793 w 6501199"/>
              <a:gd name="connsiteY5014" fmla="*/ 3666618 h 6382977"/>
              <a:gd name="connsiteX5015" fmla="*/ 3596115 w 6501199"/>
              <a:gd name="connsiteY5015" fmla="*/ 3678908 h 6382977"/>
              <a:gd name="connsiteX5016" fmla="*/ 3609807 w 6501199"/>
              <a:gd name="connsiteY5016" fmla="*/ 3665504 h 6382977"/>
              <a:gd name="connsiteX5017" fmla="*/ 3616712 w 6501199"/>
              <a:gd name="connsiteY5017" fmla="*/ 3681512 h 6382977"/>
              <a:gd name="connsiteX5018" fmla="*/ 3600858 w 6501199"/>
              <a:gd name="connsiteY5018" fmla="*/ 3690470 h 6382977"/>
              <a:gd name="connsiteX5019" fmla="*/ 3594201 w 6501199"/>
              <a:gd name="connsiteY5019" fmla="*/ 3683935 h 6382977"/>
              <a:gd name="connsiteX5020" fmla="*/ 3588656 w 6501199"/>
              <a:gd name="connsiteY5020" fmla="*/ 3698499 h 6382977"/>
              <a:gd name="connsiteX5021" fmla="*/ 3530245 w 6501199"/>
              <a:gd name="connsiteY5021" fmla="*/ 3737176 h 6382977"/>
              <a:gd name="connsiteX5022" fmla="*/ 3500729 w 6501199"/>
              <a:gd name="connsiteY5022" fmla="*/ 3718816 h 6382977"/>
              <a:gd name="connsiteX5023" fmla="*/ 3425690 w 6501199"/>
              <a:gd name="connsiteY5023" fmla="*/ 3735591 h 6382977"/>
              <a:gd name="connsiteX5024" fmla="*/ 3425384 w 6501199"/>
              <a:gd name="connsiteY5024" fmla="*/ 3736683 h 6382977"/>
              <a:gd name="connsiteX5025" fmla="*/ 3424297 w 6501199"/>
              <a:gd name="connsiteY5025" fmla="*/ 3735903 h 6382977"/>
              <a:gd name="connsiteX5026" fmla="*/ 3420012 w 6501199"/>
              <a:gd name="connsiteY5026" fmla="*/ 3736860 h 6382977"/>
              <a:gd name="connsiteX5027" fmla="*/ 3401802 w 6501199"/>
              <a:gd name="connsiteY5027" fmla="*/ 3740852 h 6382977"/>
              <a:gd name="connsiteX5028" fmla="*/ 3400182 w 6501199"/>
              <a:gd name="connsiteY5028" fmla="*/ 3745683 h 6382977"/>
              <a:gd name="connsiteX5029" fmla="*/ 3395375 w 6501199"/>
              <a:gd name="connsiteY5029" fmla="*/ 3742261 h 6382977"/>
              <a:gd name="connsiteX5030" fmla="*/ 3370631 w 6501199"/>
              <a:gd name="connsiteY5030" fmla="*/ 3747685 h 6382977"/>
              <a:gd name="connsiteX5031" fmla="*/ 3370659 w 6501199"/>
              <a:gd name="connsiteY5031" fmla="*/ 3747843 h 6382977"/>
              <a:gd name="connsiteX5032" fmla="*/ 3350136 w 6501199"/>
              <a:gd name="connsiteY5032" fmla="*/ 3752523 h 6382977"/>
              <a:gd name="connsiteX5033" fmla="*/ 3359497 w 6501199"/>
              <a:gd name="connsiteY5033" fmla="*/ 3766204 h 6382977"/>
              <a:gd name="connsiteX5034" fmla="*/ 3343476 w 6501199"/>
              <a:gd name="connsiteY5034" fmla="*/ 3765079 h 6382977"/>
              <a:gd name="connsiteX5035" fmla="*/ 3338351 w 6501199"/>
              <a:gd name="connsiteY5035" fmla="*/ 3753972 h 6382977"/>
              <a:gd name="connsiteX5036" fmla="*/ 3310539 w 6501199"/>
              <a:gd name="connsiteY5036" fmla="*/ 3757316 h 6382977"/>
              <a:gd name="connsiteX5037" fmla="*/ 3313773 w 6501199"/>
              <a:gd name="connsiteY5037" fmla="*/ 3759364 h 6382977"/>
              <a:gd name="connsiteX5038" fmla="*/ 3309812 w 6501199"/>
              <a:gd name="connsiteY5038" fmla="*/ 3766204 h 6382977"/>
              <a:gd name="connsiteX5039" fmla="*/ 3296851 w 6501199"/>
              <a:gd name="connsiteY5039" fmla="*/ 3760686 h 6382977"/>
              <a:gd name="connsiteX5040" fmla="*/ 3292125 w 6501199"/>
              <a:gd name="connsiteY5040" fmla="*/ 3759529 h 6382977"/>
              <a:gd name="connsiteX5041" fmla="*/ 3291499 w 6501199"/>
              <a:gd name="connsiteY5041" fmla="*/ 3759605 h 6382977"/>
              <a:gd name="connsiteX5042" fmla="*/ 3293116 w 6501199"/>
              <a:gd name="connsiteY5042" fmla="*/ 3767644 h 6382977"/>
              <a:gd name="connsiteX5043" fmla="*/ 3298291 w 6501199"/>
              <a:gd name="connsiteY5043" fmla="*/ 3784565 h 6382977"/>
              <a:gd name="connsiteX5044" fmla="*/ 3293610 w 6501199"/>
              <a:gd name="connsiteY5044" fmla="*/ 3791405 h 6382977"/>
              <a:gd name="connsiteX5045" fmla="*/ 3286275 w 6501199"/>
              <a:gd name="connsiteY5045" fmla="*/ 3776420 h 6382977"/>
              <a:gd name="connsiteX5046" fmla="*/ 3283485 w 6501199"/>
              <a:gd name="connsiteY5046" fmla="*/ 3760568 h 6382977"/>
              <a:gd name="connsiteX5047" fmla="*/ 3271446 w 6501199"/>
              <a:gd name="connsiteY5047" fmla="*/ 3762015 h 6382977"/>
              <a:gd name="connsiteX5048" fmla="*/ 3263906 w 6501199"/>
              <a:gd name="connsiteY5048" fmla="*/ 3761813 h 6382977"/>
              <a:gd name="connsiteX5049" fmla="*/ 3264087 w 6501199"/>
              <a:gd name="connsiteY5049" fmla="*/ 3766204 h 6382977"/>
              <a:gd name="connsiteX5050" fmla="*/ 3270928 w 6501199"/>
              <a:gd name="connsiteY5050" fmla="*/ 3768364 h 6382977"/>
              <a:gd name="connsiteX5051" fmla="*/ 3253331 w 6501199"/>
              <a:gd name="connsiteY5051" fmla="*/ 3761929 h 6382977"/>
              <a:gd name="connsiteX5052" fmla="*/ 3252404 w 6501199"/>
              <a:gd name="connsiteY5052" fmla="*/ 3761505 h 6382977"/>
              <a:gd name="connsiteX5053" fmla="*/ 3239348 w 6501199"/>
              <a:gd name="connsiteY5053" fmla="*/ 3761155 h 6382977"/>
              <a:gd name="connsiteX5054" fmla="*/ 3238731 w 6501199"/>
              <a:gd name="connsiteY5054" fmla="*/ 3762404 h 6382977"/>
              <a:gd name="connsiteX5055" fmla="*/ 3239245 w 6501199"/>
              <a:gd name="connsiteY5055" fmla="*/ 3777365 h 6382977"/>
              <a:gd name="connsiteX5056" fmla="*/ 3205041 w 6501199"/>
              <a:gd name="connsiteY5056" fmla="*/ 3777365 h 6382977"/>
              <a:gd name="connsiteX5057" fmla="*/ 3207201 w 6501199"/>
              <a:gd name="connsiteY5057" fmla="*/ 3786725 h 6382977"/>
              <a:gd name="connsiteX5058" fmla="*/ 3229884 w 6501199"/>
              <a:gd name="connsiteY5058" fmla="*/ 3818406 h 6382977"/>
              <a:gd name="connsiteX5059" fmla="*/ 3209362 w 6501199"/>
              <a:gd name="connsiteY5059" fmla="*/ 3814086 h 6382977"/>
              <a:gd name="connsiteX5060" fmla="*/ 3196040 w 6501199"/>
              <a:gd name="connsiteY5060" fmla="*/ 3795726 h 6382977"/>
              <a:gd name="connsiteX5061" fmla="*/ 3200361 w 6501199"/>
              <a:gd name="connsiteY5061" fmla="*/ 3816246 h 6382977"/>
              <a:gd name="connsiteX5062" fmla="*/ 3193520 w 6501199"/>
              <a:gd name="connsiteY5062" fmla="*/ 3818406 h 6382977"/>
              <a:gd name="connsiteX5063" fmla="*/ 3170838 w 6501199"/>
              <a:gd name="connsiteY5063" fmla="*/ 3788885 h 6382977"/>
              <a:gd name="connsiteX5064" fmla="*/ 3196040 w 6501199"/>
              <a:gd name="connsiteY5064" fmla="*/ 3861609 h 6382977"/>
              <a:gd name="connsiteX5065" fmla="*/ 3193520 w 6501199"/>
              <a:gd name="connsiteY5065" fmla="*/ 3868449 h 6382977"/>
              <a:gd name="connsiteX5066" fmla="*/ 3172998 w 6501199"/>
              <a:gd name="connsiteY5066" fmla="*/ 3854768 h 6382977"/>
              <a:gd name="connsiteX5067" fmla="*/ 3179839 w 6501199"/>
              <a:gd name="connsiteY5067" fmla="*/ 3904811 h 6382977"/>
              <a:gd name="connsiteX5068" fmla="*/ 3216202 w 6501199"/>
              <a:gd name="connsiteY5068" fmla="*/ 3921011 h 6382977"/>
              <a:gd name="connsiteX5069" fmla="*/ 3198200 w 6501199"/>
              <a:gd name="connsiteY5069" fmla="*/ 3909491 h 6382977"/>
              <a:gd name="connsiteX5070" fmla="*/ 3186679 w 6501199"/>
              <a:gd name="connsiteY5070" fmla="*/ 3936852 h 6382977"/>
              <a:gd name="connsiteX5071" fmla="*/ 3175518 w 6501199"/>
              <a:gd name="connsiteY5071" fmla="*/ 3911651 h 6382977"/>
              <a:gd name="connsiteX5072" fmla="*/ 3175518 w 6501199"/>
              <a:gd name="connsiteY5072" fmla="*/ 3961693 h 6382977"/>
              <a:gd name="connsiteX5073" fmla="*/ 3163997 w 6501199"/>
              <a:gd name="connsiteY5073" fmla="*/ 3941172 h 6382977"/>
              <a:gd name="connsiteX5074" fmla="*/ 3170838 w 6501199"/>
              <a:gd name="connsiteY5074" fmla="*/ 3932172 h 6382977"/>
              <a:gd name="connsiteX5075" fmla="*/ 3170838 w 6501199"/>
              <a:gd name="connsiteY5075" fmla="*/ 3921011 h 6382977"/>
              <a:gd name="connsiteX5076" fmla="*/ 3159676 w 6501199"/>
              <a:gd name="connsiteY5076" fmla="*/ 3902650 h 6382977"/>
              <a:gd name="connsiteX5077" fmla="*/ 3166157 w 6501199"/>
              <a:gd name="connsiteY5077" fmla="*/ 3916331 h 6382977"/>
              <a:gd name="connsiteX5078" fmla="*/ 3152836 w 6501199"/>
              <a:gd name="connsiteY5078" fmla="*/ 3918491 h 6382977"/>
              <a:gd name="connsiteX5079" fmla="*/ 3132314 w 6501199"/>
              <a:gd name="connsiteY5079" fmla="*/ 3888970 h 6382977"/>
              <a:gd name="connsiteX5080" fmla="*/ 3116112 w 6501199"/>
              <a:gd name="connsiteY5080" fmla="*/ 3888970 h 6382977"/>
              <a:gd name="connsiteX5081" fmla="*/ 3145995 w 6501199"/>
              <a:gd name="connsiteY5081" fmla="*/ 3927852 h 6382977"/>
              <a:gd name="connsiteX5082" fmla="*/ 3136634 w 6501199"/>
              <a:gd name="connsiteY5082" fmla="*/ 3936852 h 6382977"/>
              <a:gd name="connsiteX5083" fmla="*/ 3132314 w 6501199"/>
              <a:gd name="connsiteY5083" fmla="*/ 3916331 h 6382977"/>
              <a:gd name="connsiteX5084" fmla="*/ 3118632 w 6501199"/>
              <a:gd name="connsiteY5084" fmla="*/ 3916331 h 6382977"/>
              <a:gd name="connsiteX5085" fmla="*/ 3129793 w 6501199"/>
              <a:gd name="connsiteY5085" fmla="*/ 3927852 h 6382977"/>
              <a:gd name="connsiteX5086" fmla="*/ 3118632 w 6501199"/>
              <a:gd name="connsiteY5086" fmla="*/ 3945853 h 6382977"/>
              <a:gd name="connsiteX5087" fmla="*/ 3079748 w 6501199"/>
              <a:gd name="connsiteY5087" fmla="*/ 3954853 h 6382977"/>
              <a:gd name="connsiteX5088" fmla="*/ 3082268 w 6501199"/>
              <a:gd name="connsiteY5088" fmla="*/ 3948013 h 6382977"/>
              <a:gd name="connsiteX5089" fmla="*/ 3075428 w 6501199"/>
              <a:gd name="connsiteY5089" fmla="*/ 3945853 h 6382977"/>
              <a:gd name="connsiteX5090" fmla="*/ 3089109 w 6501199"/>
              <a:gd name="connsiteY5090" fmla="*/ 3939012 h 6382977"/>
              <a:gd name="connsiteX5091" fmla="*/ 3084429 w 6501199"/>
              <a:gd name="connsiteY5091" fmla="*/ 3930012 h 6382977"/>
              <a:gd name="connsiteX5092" fmla="*/ 3061746 w 6501199"/>
              <a:gd name="connsiteY5092" fmla="*/ 3918491 h 6382977"/>
              <a:gd name="connsiteX5093" fmla="*/ 3095950 w 6501199"/>
              <a:gd name="connsiteY5093" fmla="*/ 3975374 h 6382977"/>
              <a:gd name="connsiteX5094" fmla="*/ 3089109 w 6501199"/>
              <a:gd name="connsiteY5094" fmla="*/ 3980054 h 6382977"/>
              <a:gd name="connsiteX5095" fmla="*/ 3072907 w 6501199"/>
              <a:gd name="connsiteY5095" fmla="*/ 3973214 h 6382977"/>
              <a:gd name="connsiteX5096" fmla="*/ 3086589 w 6501199"/>
              <a:gd name="connsiteY5096" fmla="*/ 3986894 h 6382977"/>
              <a:gd name="connsiteX5097" fmla="*/ 3086589 w 6501199"/>
              <a:gd name="connsiteY5097" fmla="*/ 4018576 h 6382977"/>
              <a:gd name="connsiteX5098" fmla="*/ 3082268 w 6501199"/>
              <a:gd name="connsiteY5098" fmla="*/ 4009576 h 6382977"/>
              <a:gd name="connsiteX5099" fmla="*/ 3066067 w 6501199"/>
              <a:gd name="connsiteY5099" fmla="*/ 3995895 h 6382977"/>
              <a:gd name="connsiteX5100" fmla="*/ 3075428 w 6501199"/>
              <a:gd name="connsiteY5100" fmla="*/ 3989055 h 6382977"/>
              <a:gd name="connsiteX5101" fmla="*/ 3063906 w 6501199"/>
              <a:gd name="connsiteY5101" fmla="*/ 3977894 h 6382977"/>
              <a:gd name="connsiteX5102" fmla="*/ 3057066 w 6501199"/>
              <a:gd name="connsiteY5102" fmla="*/ 3989055 h 6382977"/>
              <a:gd name="connsiteX5103" fmla="*/ 3061746 w 6501199"/>
              <a:gd name="connsiteY5103" fmla="*/ 4023256 h 6382977"/>
              <a:gd name="connsiteX5104" fmla="*/ 3052385 w 6501199"/>
              <a:gd name="connsiteY5104" fmla="*/ 3991575 h 6382977"/>
              <a:gd name="connsiteX5105" fmla="*/ 3043384 w 6501199"/>
              <a:gd name="connsiteY5105" fmla="*/ 3980054 h 6382977"/>
              <a:gd name="connsiteX5106" fmla="*/ 3050225 w 6501199"/>
              <a:gd name="connsiteY5106" fmla="*/ 4007416 h 6382977"/>
              <a:gd name="connsiteX5107" fmla="*/ 3032223 w 6501199"/>
              <a:gd name="connsiteY5107" fmla="*/ 3989055 h 6382977"/>
              <a:gd name="connsiteX5108" fmla="*/ 3027543 w 6501199"/>
              <a:gd name="connsiteY5108" fmla="*/ 4004895 h 6382977"/>
              <a:gd name="connsiteX5109" fmla="*/ 3041224 w 6501199"/>
              <a:gd name="connsiteY5109" fmla="*/ 4018576 h 6382977"/>
              <a:gd name="connsiteX5110" fmla="*/ 3032223 w 6501199"/>
              <a:gd name="connsiteY5110" fmla="*/ 4014256 h 6382977"/>
              <a:gd name="connsiteX5111" fmla="*/ 3029703 w 6501199"/>
              <a:gd name="connsiteY5111" fmla="*/ 4023256 h 6382977"/>
              <a:gd name="connsiteX5112" fmla="*/ 3052385 w 6501199"/>
              <a:gd name="connsiteY5112" fmla="*/ 4057458 h 6382977"/>
              <a:gd name="connsiteX5113" fmla="*/ 3070747 w 6501199"/>
              <a:gd name="connsiteY5113" fmla="*/ 4059618 h 6382977"/>
              <a:gd name="connsiteX5114" fmla="*/ 3061746 w 6501199"/>
              <a:gd name="connsiteY5114" fmla="*/ 4041617 h 6382977"/>
              <a:gd name="connsiteX5115" fmla="*/ 3070747 w 6501199"/>
              <a:gd name="connsiteY5115" fmla="*/ 4041617 h 6382977"/>
              <a:gd name="connsiteX5116" fmla="*/ 3091269 w 6501199"/>
              <a:gd name="connsiteY5116" fmla="*/ 4077979 h 6382977"/>
              <a:gd name="connsiteX5117" fmla="*/ 3077588 w 6501199"/>
              <a:gd name="connsiteY5117" fmla="*/ 4061778 h 6382977"/>
              <a:gd name="connsiteX5118" fmla="*/ 3075428 w 6501199"/>
              <a:gd name="connsiteY5118" fmla="*/ 4082299 h 6382977"/>
              <a:gd name="connsiteX5119" fmla="*/ 3086589 w 6501199"/>
              <a:gd name="connsiteY5119" fmla="*/ 4091660 h 6382977"/>
              <a:gd name="connsiteX5120" fmla="*/ 3070747 w 6501199"/>
              <a:gd name="connsiteY5120" fmla="*/ 4100660 h 6382977"/>
              <a:gd name="connsiteX5121" fmla="*/ 3059226 w 6501199"/>
              <a:gd name="connsiteY5121" fmla="*/ 4084819 h 6382977"/>
              <a:gd name="connsiteX5122" fmla="*/ 3070747 w 6501199"/>
              <a:gd name="connsiteY5122" fmla="*/ 4107500 h 6382977"/>
              <a:gd name="connsiteX5123" fmla="*/ 3052385 w 6501199"/>
              <a:gd name="connsiteY5123" fmla="*/ 4091660 h 6382977"/>
              <a:gd name="connsiteX5124" fmla="*/ 3022862 w 6501199"/>
              <a:gd name="connsiteY5124" fmla="*/ 4098140 h 6382977"/>
              <a:gd name="connsiteX5125" fmla="*/ 3045544 w 6501199"/>
              <a:gd name="connsiteY5125" fmla="*/ 4109660 h 6382977"/>
              <a:gd name="connsiteX5126" fmla="*/ 3027543 w 6501199"/>
              <a:gd name="connsiteY5126" fmla="*/ 4107500 h 6382977"/>
              <a:gd name="connsiteX5127" fmla="*/ 3020702 w 6501199"/>
              <a:gd name="connsiteY5127" fmla="*/ 4121181 h 6382977"/>
              <a:gd name="connsiteX5128" fmla="*/ 3034383 w 6501199"/>
              <a:gd name="connsiteY5128" fmla="*/ 4123341 h 6382977"/>
              <a:gd name="connsiteX5129" fmla="*/ 3013861 w 6501199"/>
              <a:gd name="connsiteY5129" fmla="*/ 4152862 h 6382977"/>
              <a:gd name="connsiteX5130" fmla="*/ 3018542 w 6501199"/>
              <a:gd name="connsiteY5130" fmla="*/ 4125501 h 6382977"/>
              <a:gd name="connsiteX5131" fmla="*/ 2995499 w 6501199"/>
              <a:gd name="connsiteY5131" fmla="*/ 4095980 h 6382977"/>
              <a:gd name="connsiteX5132" fmla="*/ 2984338 w 6501199"/>
              <a:gd name="connsiteY5132" fmla="*/ 4102820 h 6382977"/>
              <a:gd name="connsiteX5133" fmla="*/ 3009181 w 6501199"/>
              <a:gd name="connsiteY5133" fmla="*/ 4134862 h 6382977"/>
              <a:gd name="connsiteX5134" fmla="*/ 2986498 w 6501199"/>
              <a:gd name="connsiteY5134" fmla="*/ 4139182 h 6382977"/>
              <a:gd name="connsiteX5135" fmla="*/ 3013861 w 6501199"/>
              <a:gd name="connsiteY5135" fmla="*/ 4152862 h 6382977"/>
              <a:gd name="connsiteX5136" fmla="*/ 3032223 w 6501199"/>
              <a:gd name="connsiteY5136" fmla="*/ 4178064 h 6382977"/>
              <a:gd name="connsiteX5137" fmla="*/ 3011701 w 6501199"/>
              <a:gd name="connsiteY5137" fmla="*/ 4171223 h 6382977"/>
              <a:gd name="connsiteX5138" fmla="*/ 3013861 w 6501199"/>
              <a:gd name="connsiteY5138" fmla="*/ 4161863 h 6382977"/>
              <a:gd name="connsiteX5139" fmla="*/ 3000180 w 6501199"/>
              <a:gd name="connsiteY5139" fmla="*/ 4178064 h 6382977"/>
              <a:gd name="connsiteX5140" fmla="*/ 3007020 w 6501199"/>
              <a:gd name="connsiteY5140" fmla="*/ 4168703 h 6382977"/>
              <a:gd name="connsiteX5141" fmla="*/ 3011701 w 6501199"/>
              <a:gd name="connsiteY5141" fmla="*/ 4205065 h 6382977"/>
              <a:gd name="connsiteX5142" fmla="*/ 2993339 w 6501199"/>
              <a:gd name="connsiteY5142" fmla="*/ 4193904 h 6382977"/>
              <a:gd name="connsiteX5143" fmla="*/ 2984338 w 6501199"/>
              <a:gd name="connsiteY5143" fmla="*/ 4180224 h 6382977"/>
              <a:gd name="connsiteX5144" fmla="*/ 2979658 w 6501199"/>
              <a:gd name="connsiteY5144" fmla="*/ 4189224 h 6382977"/>
              <a:gd name="connsiteX5145" fmla="*/ 2959135 w 6501199"/>
              <a:gd name="connsiteY5145" fmla="*/ 4173383 h 6382977"/>
              <a:gd name="connsiteX5146" fmla="*/ 2984338 w 6501199"/>
              <a:gd name="connsiteY5146" fmla="*/ 4207585 h 6382977"/>
              <a:gd name="connsiteX5147" fmla="*/ 2977497 w 6501199"/>
              <a:gd name="connsiteY5147" fmla="*/ 4225586 h 6382977"/>
              <a:gd name="connsiteX5148" fmla="*/ 2952295 w 6501199"/>
              <a:gd name="connsiteY5148" fmla="*/ 4228106 h 6382977"/>
              <a:gd name="connsiteX5149" fmla="*/ 2977497 w 6501199"/>
              <a:gd name="connsiteY5149" fmla="*/ 4243947 h 6382977"/>
              <a:gd name="connsiteX5150" fmla="*/ 2952295 w 6501199"/>
              <a:gd name="connsiteY5150" fmla="*/ 4239266 h 6382977"/>
              <a:gd name="connsiteX5151" fmla="*/ 2945454 w 6501199"/>
              <a:gd name="connsiteY5151" fmla="*/ 4248627 h 6382977"/>
              <a:gd name="connsiteX5152" fmla="*/ 2925292 w 6501199"/>
              <a:gd name="connsiteY5152" fmla="*/ 4234946 h 6382977"/>
              <a:gd name="connsiteX5153" fmla="*/ 2947974 w 6501199"/>
              <a:gd name="connsiteY5153" fmla="*/ 4255467 h 6382977"/>
              <a:gd name="connsiteX5154" fmla="*/ 2954815 w 6501199"/>
              <a:gd name="connsiteY5154" fmla="*/ 4252947 h 6382977"/>
              <a:gd name="connsiteX5155" fmla="*/ 2950134 w 6501199"/>
              <a:gd name="connsiteY5155" fmla="*/ 4259788 h 6382977"/>
              <a:gd name="connsiteX5156" fmla="*/ 2959135 w 6501199"/>
              <a:gd name="connsiteY5156" fmla="*/ 4275628 h 6382977"/>
              <a:gd name="connsiteX5157" fmla="*/ 2931773 w 6501199"/>
              <a:gd name="connsiteY5157" fmla="*/ 4282469 h 6382977"/>
              <a:gd name="connsiteX5158" fmla="*/ 2959135 w 6501199"/>
              <a:gd name="connsiteY5158" fmla="*/ 4287149 h 6382977"/>
              <a:gd name="connsiteX5159" fmla="*/ 2952295 w 6501199"/>
              <a:gd name="connsiteY5159" fmla="*/ 4309830 h 6382977"/>
              <a:gd name="connsiteX5160" fmla="*/ 2952295 w 6501199"/>
              <a:gd name="connsiteY5160" fmla="*/ 4296149 h 6382977"/>
              <a:gd name="connsiteX5161" fmla="*/ 2931773 w 6501199"/>
              <a:gd name="connsiteY5161" fmla="*/ 4316670 h 6382977"/>
              <a:gd name="connsiteX5162" fmla="*/ 2952295 w 6501199"/>
              <a:gd name="connsiteY5162" fmla="*/ 4328191 h 6382977"/>
              <a:gd name="connsiteX5163" fmla="*/ 2927452 w 6501199"/>
              <a:gd name="connsiteY5163" fmla="*/ 4332511 h 6382977"/>
              <a:gd name="connsiteX5164" fmla="*/ 2943294 w 6501199"/>
              <a:gd name="connsiteY5164" fmla="*/ 4350872 h 6382977"/>
              <a:gd name="connsiteX5165" fmla="*/ 2915931 w 6501199"/>
              <a:gd name="connsiteY5165" fmla="*/ 4391914 h 6382977"/>
              <a:gd name="connsiteX5166" fmla="*/ 2897929 w 6501199"/>
              <a:gd name="connsiteY5166" fmla="*/ 4382553 h 6382977"/>
              <a:gd name="connsiteX5167" fmla="*/ 2879567 w 6501199"/>
              <a:gd name="connsiteY5167" fmla="*/ 4464637 h 6382977"/>
              <a:gd name="connsiteX5168" fmla="*/ 2877407 w 6501199"/>
              <a:gd name="connsiteY5168" fmla="*/ 4473638 h 6382977"/>
              <a:gd name="connsiteX5169" fmla="*/ 2879567 w 6501199"/>
              <a:gd name="connsiteY5169" fmla="*/ 4480478 h 6382977"/>
              <a:gd name="connsiteX5170" fmla="*/ 2893248 w 6501199"/>
              <a:gd name="connsiteY5170" fmla="*/ 4475798 h 6382977"/>
              <a:gd name="connsiteX5171" fmla="*/ 2891088 w 6501199"/>
              <a:gd name="connsiteY5171" fmla="*/ 4521520 h 6382977"/>
              <a:gd name="connsiteX5172" fmla="*/ 2874887 w 6501199"/>
              <a:gd name="connsiteY5172" fmla="*/ 4555722 h 6382977"/>
              <a:gd name="connsiteX5173" fmla="*/ 2843203 w 6501199"/>
              <a:gd name="connsiteY5173" fmla="*/ 4637445 h 6382977"/>
              <a:gd name="connsiteX5174" fmla="*/ 2829522 w 6501199"/>
              <a:gd name="connsiteY5174" fmla="*/ 4628445 h 6382977"/>
              <a:gd name="connsiteX5175" fmla="*/ 2815840 w 6501199"/>
              <a:gd name="connsiteY5175" fmla="*/ 4651126 h 6382977"/>
              <a:gd name="connsiteX5176" fmla="*/ 2832042 w 6501199"/>
              <a:gd name="connsiteY5176" fmla="*/ 4653286 h 6382977"/>
              <a:gd name="connsiteX5177" fmla="*/ 2804679 w 6501199"/>
              <a:gd name="connsiteY5177" fmla="*/ 4726010 h 6382977"/>
              <a:gd name="connsiteX5178" fmla="*/ 2779477 w 6501199"/>
              <a:gd name="connsiteY5178" fmla="*/ 4723850 h 6382977"/>
              <a:gd name="connsiteX5179" fmla="*/ 2784157 w 6501199"/>
              <a:gd name="connsiteY5179" fmla="*/ 4746891 h 6382977"/>
              <a:gd name="connsiteX5180" fmla="*/ 2765795 w 6501199"/>
              <a:gd name="connsiteY5180" fmla="*/ 4755891 h 6382977"/>
              <a:gd name="connsiteX5181" fmla="*/ 2795318 w 6501199"/>
              <a:gd name="connsiteY5181" fmla="*/ 4755891 h 6382977"/>
              <a:gd name="connsiteX5182" fmla="*/ 2786317 w 6501199"/>
              <a:gd name="connsiteY5182" fmla="*/ 4778572 h 6382977"/>
              <a:gd name="connsiteX5183" fmla="*/ 2747793 w 6501199"/>
              <a:gd name="connsiteY5183" fmla="*/ 4823934 h 6382977"/>
              <a:gd name="connsiteX5184" fmla="*/ 2777316 w 6501199"/>
              <a:gd name="connsiteY5184" fmla="*/ 4814934 h 6382977"/>
              <a:gd name="connsiteX5185" fmla="*/ 2768315 w 6501199"/>
              <a:gd name="connsiteY5185" fmla="*/ 4819614 h 6382977"/>
              <a:gd name="connsiteX5186" fmla="*/ 2754634 w 6501199"/>
              <a:gd name="connsiteY5186" fmla="*/ 4855976 h 6382977"/>
              <a:gd name="connsiteX5187" fmla="*/ 2770476 w 6501199"/>
              <a:gd name="connsiteY5187" fmla="*/ 4858136 h 6382977"/>
              <a:gd name="connsiteX5188" fmla="*/ 2747793 w 6501199"/>
              <a:gd name="connsiteY5188" fmla="*/ 4883337 h 6382977"/>
              <a:gd name="connsiteX5189" fmla="*/ 2743113 w 6501199"/>
              <a:gd name="connsiteY5189" fmla="*/ 4906018 h 6382977"/>
              <a:gd name="connsiteX5190" fmla="*/ 2734112 w 6501199"/>
              <a:gd name="connsiteY5190" fmla="*/ 4919699 h 6382977"/>
              <a:gd name="connsiteX5191" fmla="*/ 2745273 w 6501199"/>
              <a:gd name="connsiteY5191" fmla="*/ 4937700 h 6382977"/>
              <a:gd name="connsiteX5192" fmla="*/ 2754634 w 6501199"/>
              <a:gd name="connsiteY5192" fmla="*/ 4919699 h 6382977"/>
              <a:gd name="connsiteX5193" fmla="*/ 2829522 w 6501199"/>
              <a:gd name="connsiteY5193" fmla="*/ 4926539 h 6382977"/>
              <a:gd name="connsiteX5194" fmla="*/ 2757874 w 6501199"/>
              <a:gd name="connsiteY5194" fmla="*/ 4955116 h 6382977"/>
              <a:gd name="connsiteX5195" fmla="*/ 2691823 w 6501199"/>
              <a:gd name="connsiteY5195" fmla="*/ 4983202 h 6382977"/>
              <a:gd name="connsiteX5196" fmla="*/ 2691621 w 6501199"/>
              <a:gd name="connsiteY5196" fmla="*/ 4988380 h 6382977"/>
              <a:gd name="connsiteX5197" fmla="*/ 2693405 w 6501199"/>
              <a:gd name="connsiteY5197" fmla="*/ 4989306 h 6382977"/>
              <a:gd name="connsiteX5198" fmla="*/ 2711429 w 6501199"/>
              <a:gd name="connsiteY5198" fmla="*/ 4997102 h 6382977"/>
              <a:gd name="connsiteX5199" fmla="*/ 2734112 w 6501199"/>
              <a:gd name="connsiteY5199" fmla="*/ 4992422 h 6382977"/>
              <a:gd name="connsiteX5200" fmla="*/ 2738432 w 6501199"/>
              <a:gd name="connsiteY5200" fmla="*/ 4971901 h 6382977"/>
              <a:gd name="connsiteX5201" fmla="*/ 2743113 w 6501199"/>
              <a:gd name="connsiteY5201" fmla="*/ 4992422 h 6382977"/>
              <a:gd name="connsiteX5202" fmla="*/ 2781637 w 6501199"/>
              <a:gd name="connsiteY5202" fmla="*/ 4992422 h 6382977"/>
              <a:gd name="connsiteX5203" fmla="*/ 2825201 w 6501199"/>
              <a:gd name="connsiteY5203" fmla="*/ 4983422 h 6382977"/>
              <a:gd name="connsiteX5204" fmla="*/ 2809000 w 6501199"/>
              <a:gd name="connsiteY5204" fmla="*/ 5008263 h 6382977"/>
              <a:gd name="connsiteX5205" fmla="*/ 2734112 w 6501199"/>
              <a:gd name="connsiteY5205" fmla="*/ 5015103 h 6382977"/>
              <a:gd name="connsiteX5206" fmla="*/ 2693067 w 6501199"/>
              <a:gd name="connsiteY5206" fmla="*/ 5026624 h 6382977"/>
              <a:gd name="connsiteX5207" fmla="*/ 2694063 w 6501199"/>
              <a:gd name="connsiteY5207" fmla="*/ 5037486 h 6382977"/>
              <a:gd name="connsiteX5208" fmla="*/ 2693543 w 6501199"/>
              <a:gd name="connsiteY5208" fmla="*/ 5039263 h 6382977"/>
              <a:gd name="connsiteX5209" fmla="*/ 2695469 w 6501199"/>
              <a:gd name="connsiteY5209" fmla="*/ 5066073 h 6382977"/>
              <a:gd name="connsiteX5210" fmla="*/ 2694324 w 6501199"/>
              <a:gd name="connsiteY5210" fmla="*/ 5066078 h 6382977"/>
              <a:gd name="connsiteX5211" fmla="*/ 2695228 w 6501199"/>
              <a:gd name="connsiteY5211" fmla="*/ 5067306 h 6382977"/>
              <a:gd name="connsiteX5212" fmla="*/ 2706749 w 6501199"/>
              <a:gd name="connsiteY5212" fmla="*/ 5044625 h 6382977"/>
              <a:gd name="connsiteX5213" fmla="*/ 2763635 w 6501199"/>
              <a:gd name="connsiteY5213" fmla="*/ 5051465 h 6382977"/>
              <a:gd name="connsiteX5214" fmla="*/ 2763635 w 6501199"/>
              <a:gd name="connsiteY5214" fmla="*/ 5074146 h 6382977"/>
              <a:gd name="connsiteX5215" fmla="*/ 2708909 w 6501199"/>
              <a:gd name="connsiteY5215" fmla="*/ 5085667 h 6382977"/>
              <a:gd name="connsiteX5216" fmla="*/ 2699908 w 6501199"/>
              <a:gd name="connsiteY5216" fmla="*/ 5071986 h 6382977"/>
              <a:gd name="connsiteX5217" fmla="*/ 2656704 w 6501199"/>
              <a:gd name="connsiteY5217" fmla="*/ 5099347 h 6382977"/>
              <a:gd name="connsiteX5218" fmla="*/ 2681546 w 6501199"/>
              <a:gd name="connsiteY5218" fmla="*/ 5110868 h 6382977"/>
              <a:gd name="connsiteX5219" fmla="*/ 2686227 w 6501199"/>
              <a:gd name="connsiteY5219" fmla="*/ 5135709 h 6382977"/>
              <a:gd name="connsiteX5220" fmla="*/ 2697748 w 6501199"/>
              <a:gd name="connsiteY5220" fmla="*/ 5113028 h 6382977"/>
              <a:gd name="connsiteX5221" fmla="*/ 2752114 w 6501199"/>
              <a:gd name="connsiteY5221" fmla="*/ 5106188 h 6382977"/>
              <a:gd name="connsiteX5222" fmla="*/ 2781637 w 6501199"/>
              <a:gd name="connsiteY5222" fmla="*/ 5117348 h 6382977"/>
              <a:gd name="connsiteX5223" fmla="*/ 2784157 w 6501199"/>
              <a:gd name="connsiteY5223" fmla="*/ 5128869 h 6382977"/>
              <a:gd name="connsiteX5224" fmla="*/ 2693067 w 6501199"/>
              <a:gd name="connsiteY5224" fmla="*/ 5181071 h 6382977"/>
              <a:gd name="connsiteX5225" fmla="*/ 2745273 w 6501199"/>
              <a:gd name="connsiteY5225" fmla="*/ 5190432 h 6382977"/>
              <a:gd name="connsiteX5226" fmla="*/ 2799999 w 6501199"/>
              <a:gd name="connsiteY5226" fmla="*/ 5183591 h 6382977"/>
              <a:gd name="connsiteX5227" fmla="*/ 2610979 w 6501199"/>
              <a:gd name="connsiteY5227" fmla="*/ 5247314 h 6382977"/>
              <a:gd name="connsiteX5228" fmla="*/ 2634021 w 6501199"/>
              <a:gd name="connsiteY5228" fmla="*/ 5263155 h 6382977"/>
              <a:gd name="connsiteX5229" fmla="*/ 2774796 w 6501199"/>
              <a:gd name="connsiteY5229" fmla="*/ 5251634 h 6382977"/>
              <a:gd name="connsiteX5230" fmla="*/ 2704589 w 6501199"/>
              <a:gd name="connsiteY5230" fmla="*/ 5283676 h 6382977"/>
              <a:gd name="connsiteX5231" fmla="*/ 2608819 w 6501199"/>
              <a:gd name="connsiteY5231" fmla="*/ 5290516 h 6382977"/>
              <a:gd name="connsiteX5232" fmla="*/ 2608819 w 6501199"/>
              <a:gd name="connsiteY5232" fmla="*/ 5306357 h 6382977"/>
              <a:gd name="connsiteX5233" fmla="*/ 2595137 w 6501199"/>
              <a:gd name="connsiteY5233" fmla="*/ 5297357 h 6382977"/>
              <a:gd name="connsiteX5234" fmla="*/ 2568134 w 6501199"/>
              <a:gd name="connsiteY5234" fmla="*/ 5331198 h 6382977"/>
              <a:gd name="connsiteX5235" fmla="*/ 2652023 w 6501199"/>
              <a:gd name="connsiteY5235" fmla="*/ 5335878 h 6382977"/>
              <a:gd name="connsiteX5236" fmla="*/ 2727271 w 6501199"/>
              <a:gd name="connsiteY5236" fmla="*/ 5335878 h 6382977"/>
              <a:gd name="connsiteX5237" fmla="*/ 2599818 w 6501199"/>
              <a:gd name="connsiteY5237" fmla="*/ 5361080 h 6382977"/>
              <a:gd name="connsiteX5238" fmla="*/ 2581456 w 6501199"/>
              <a:gd name="connsiteY5238" fmla="*/ 5376920 h 6382977"/>
              <a:gd name="connsiteX5239" fmla="*/ 2488206 w 6501199"/>
              <a:gd name="connsiteY5239" fmla="*/ 5363240 h 6382977"/>
              <a:gd name="connsiteX5240" fmla="*/ 2460843 w 6501199"/>
              <a:gd name="connsiteY5240" fmla="*/ 5365400 h 6382977"/>
              <a:gd name="connsiteX5241" fmla="*/ 2449554 w 6501199"/>
              <a:gd name="connsiteY5241" fmla="*/ 5374677 h 6382977"/>
              <a:gd name="connsiteX5242" fmla="*/ 2433311 w 6501199"/>
              <a:gd name="connsiteY5242" fmla="*/ 5421222 h 6382977"/>
              <a:gd name="connsiteX5243" fmla="*/ 2449052 w 6501199"/>
              <a:gd name="connsiteY5243" fmla="*/ 5417197 h 6382977"/>
              <a:gd name="connsiteX5244" fmla="*/ 2458683 w 6501199"/>
              <a:gd name="connsiteY5244" fmla="*/ 5429123 h 6382977"/>
              <a:gd name="connsiteX5245" fmla="*/ 2472364 w 6501199"/>
              <a:gd name="connsiteY5245" fmla="*/ 5413282 h 6382977"/>
              <a:gd name="connsiteX5246" fmla="*/ 2490726 w 6501199"/>
              <a:gd name="connsiteY5246" fmla="*/ 5426963 h 6382977"/>
              <a:gd name="connsiteX5247" fmla="*/ 2499727 w 6501199"/>
              <a:gd name="connsiteY5247" fmla="*/ 5415442 h 6382977"/>
              <a:gd name="connsiteX5248" fmla="*/ 2510888 w 6501199"/>
              <a:gd name="connsiteY5248" fmla="*/ 5429123 h 6382977"/>
              <a:gd name="connsiteX5249" fmla="*/ 2454002 w 6501199"/>
              <a:gd name="connsiteY5249" fmla="*/ 5449644 h 6382977"/>
              <a:gd name="connsiteX5250" fmla="*/ 2431320 w 6501199"/>
              <a:gd name="connsiteY5250" fmla="*/ 5438484 h 6382977"/>
              <a:gd name="connsiteX5251" fmla="*/ 2431320 w 6501199"/>
              <a:gd name="connsiteY5251" fmla="*/ 5465485 h 6382977"/>
              <a:gd name="connsiteX5252" fmla="*/ 2406072 w 6501199"/>
              <a:gd name="connsiteY5252" fmla="*/ 5457024 h 6382977"/>
              <a:gd name="connsiteX5253" fmla="*/ 2401495 w 6501199"/>
              <a:gd name="connsiteY5253" fmla="*/ 5455836 h 6382977"/>
              <a:gd name="connsiteX5254" fmla="*/ 2384640 w 6501199"/>
              <a:gd name="connsiteY5254" fmla="*/ 5472949 h 6382977"/>
              <a:gd name="connsiteX5255" fmla="*/ 2356470 w 6501199"/>
              <a:gd name="connsiteY5255" fmla="*/ 5491182 h 6382977"/>
              <a:gd name="connsiteX5256" fmla="*/ 2357860 w 6501199"/>
              <a:gd name="connsiteY5256" fmla="*/ 5491992 h 6382977"/>
              <a:gd name="connsiteX5257" fmla="*/ 2434853 w 6501199"/>
              <a:gd name="connsiteY5257" fmla="*/ 5483549 h 6382977"/>
              <a:gd name="connsiteX5258" fmla="*/ 2448172 w 6501199"/>
              <a:gd name="connsiteY5258" fmla="*/ 5492484 h 6382977"/>
              <a:gd name="connsiteX5259" fmla="*/ 2569121 w 6501199"/>
              <a:gd name="connsiteY5259" fmla="*/ 5474614 h 6382977"/>
              <a:gd name="connsiteX5260" fmla="*/ 2605478 w 6501199"/>
              <a:gd name="connsiteY5260" fmla="*/ 5472112 h 6382977"/>
              <a:gd name="connsiteX5261" fmla="*/ 2587120 w 6501199"/>
              <a:gd name="connsiteY5261" fmla="*/ 5519646 h 6382977"/>
              <a:gd name="connsiteX5262" fmla="*/ 2573441 w 6501199"/>
              <a:gd name="connsiteY5262" fmla="*/ 5499274 h 6382977"/>
              <a:gd name="connsiteX5263" fmla="*/ 2530245 w 6501199"/>
              <a:gd name="connsiteY5263" fmla="*/ 5508209 h 6382977"/>
              <a:gd name="connsiteX5264" fmla="*/ 2521246 w 6501199"/>
              <a:gd name="connsiteY5264" fmla="*/ 5526436 h 6382977"/>
              <a:gd name="connsiteX5265" fmla="*/ 2487049 w 6501199"/>
              <a:gd name="connsiteY5265" fmla="*/ 5540018 h 6382977"/>
              <a:gd name="connsiteX5266" fmla="*/ 2468690 w 6501199"/>
              <a:gd name="connsiteY5266" fmla="*/ 5519646 h 6382977"/>
              <a:gd name="connsiteX5267" fmla="*/ 2404976 w 6501199"/>
              <a:gd name="connsiteY5267" fmla="*/ 5515000 h 6382977"/>
              <a:gd name="connsiteX5268" fmla="*/ 2338562 w 6501199"/>
              <a:gd name="connsiteY5268" fmla="*/ 5504596 h 6382977"/>
              <a:gd name="connsiteX5269" fmla="*/ 2338748 w 6501199"/>
              <a:gd name="connsiteY5269" fmla="*/ 5496464 h 6382977"/>
              <a:gd name="connsiteX5270" fmla="*/ 2318321 w 6501199"/>
              <a:gd name="connsiteY5270" fmla="*/ 5502198 h 6382977"/>
              <a:gd name="connsiteX5271" fmla="*/ 2290965 w 6501199"/>
              <a:gd name="connsiteY5271" fmla="*/ 5532077 h 6382977"/>
              <a:gd name="connsiteX5272" fmla="*/ 2225096 w 6501199"/>
              <a:gd name="connsiteY5272" fmla="*/ 5513718 h 6382977"/>
              <a:gd name="connsiteX5273" fmla="*/ 2225237 w 6501199"/>
              <a:gd name="connsiteY5273" fmla="*/ 5510213 h 6382977"/>
              <a:gd name="connsiteX5274" fmla="*/ 2224172 w 6501199"/>
              <a:gd name="connsiteY5274" fmla="*/ 5509763 h 6382977"/>
              <a:gd name="connsiteX5275" fmla="*/ 2217415 w 6501199"/>
              <a:gd name="connsiteY5275" fmla="*/ 5500661 h 6382977"/>
              <a:gd name="connsiteX5276" fmla="*/ 2219795 w 6501199"/>
              <a:gd name="connsiteY5276" fmla="*/ 5483836 h 6382977"/>
              <a:gd name="connsiteX5277" fmla="*/ 2199787 w 6501199"/>
              <a:gd name="connsiteY5277" fmla="*/ 5474007 h 6382977"/>
              <a:gd name="connsiteX5278" fmla="*/ 2156077 w 6501199"/>
              <a:gd name="connsiteY5278" fmla="*/ 5462239 h 6382977"/>
              <a:gd name="connsiteX5279" fmla="*/ 2116987 w 6501199"/>
              <a:gd name="connsiteY5279" fmla="*/ 5450121 h 6382977"/>
              <a:gd name="connsiteX5280" fmla="*/ 2106708 w 6501199"/>
              <a:gd name="connsiteY5280" fmla="*/ 5451028 h 6382977"/>
              <a:gd name="connsiteX5281" fmla="*/ 2106605 w 6501199"/>
              <a:gd name="connsiteY5281" fmla="*/ 5451402 h 6382977"/>
              <a:gd name="connsiteX5282" fmla="*/ 2092987 w 6501199"/>
              <a:gd name="connsiteY5282" fmla="*/ 5452313 h 6382977"/>
              <a:gd name="connsiteX5283" fmla="*/ 2110987 w 6501199"/>
              <a:gd name="connsiteY5283" fmla="*/ 5477515 h 6382977"/>
              <a:gd name="connsiteX5284" fmla="*/ 2104147 w 6501199"/>
              <a:gd name="connsiteY5284" fmla="*/ 5500196 h 6382977"/>
              <a:gd name="connsiteX5285" fmla="*/ 2113507 w 6501199"/>
              <a:gd name="connsiteY5285" fmla="*/ 5486516 h 6382977"/>
              <a:gd name="connsiteX5286" fmla="*/ 2134027 w 6501199"/>
              <a:gd name="connsiteY5286" fmla="*/ 5500196 h 6382977"/>
              <a:gd name="connsiteX5287" fmla="*/ 2122507 w 6501199"/>
              <a:gd name="connsiteY5287" fmla="*/ 5520718 h 6382977"/>
              <a:gd name="connsiteX5288" fmla="*/ 2099827 w 6501199"/>
              <a:gd name="connsiteY5288" fmla="*/ 5518558 h 6382977"/>
              <a:gd name="connsiteX5289" fmla="*/ 2138347 w 6501199"/>
              <a:gd name="connsiteY5289" fmla="*/ 5554920 h 6382977"/>
              <a:gd name="connsiteX5290" fmla="*/ 2136187 w 6501199"/>
              <a:gd name="connsiteY5290" fmla="*/ 5586602 h 6382977"/>
              <a:gd name="connsiteX5291" fmla="*/ 2117827 w 6501199"/>
              <a:gd name="connsiteY5291" fmla="*/ 5577602 h 6382977"/>
              <a:gd name="connsiteX5292" fmla="*/ 2117827 w 6501199"/>
              <a:gd name="connsiteY5292" fmla="*/ 5559240 h 6382977"/>
              <a:gd name="connsiteX5293" fmla="*/ 2101987 w 6501199"/>
              <a:gd name="connsiteY5293" fmla="*/ 5563921 h 6382977"/>
              <a:gd name="connsiteX5294" fmla="*/ 2115667 w 6501199"/>
              <a:gd name="connsiteY5294" fmla="*/ 5579762 h 6382977"/>
              <a:gd name="connsiteX5295" fmla="*/ 2101987 w 6501199"/>
              <a:gd name="connsiteY5295" fmla="*/ 5604964 h 6382977"/>
              <a:gd name="connsiteX5296" fmla="*/ 2067787 w 6501199"/>
              <a:gd name="connsiteY5296" fmla="*/ 5550240 h 6382977"/>
              <a:gd name="connsiteX5297" fmla="*/ 2056627 w 6501199"/>
              <a:gd name="connsiteY5297" fmla="*/ 5613964 h 6382977"/>
              <a:gd name="connsiteX5298" fmla="*/ 2065627 w 6501199"/>
              <a:gd name="connsiteY5298" fmla="*/ 5632326 h 6382977"/>
              <a:gd name="connsiteX5299" fmla="*/ 2077147 w 6501199"/>
              <a:gd name="connsiteY5299" fmla="*/ 5629806 h 6382977"/>
              <a:gd name="connsiteX5300" fmla="*/ 2063467 w 6501199"/>
              <a:gd name="connsiteY5300" fmla="*/ 5732412 h 6382977"/>
              <a:gd name="connsiteX5301" fmla="*/ 2077147 w 6501199"/>
              <a:gd name="connsiteY5301" fmla="*/ 5736732 h 6382977"/>
              <a:gd name="connsiteX5302" fmla="*/ 2067787 w 6501199"/>
              <a:gd name="connsiteY5302" fmla="*/ 5757254 h 6382977"/>
              <a:gd name="connsiteX5303" fmla="*/ 2051947 w 6501199"/>
              <a:gd name="connsiteY5303" fmla="*/ 5743573 h 6382977"/>
              <a:gd name="connsiteX5304" fmla="*/ 2047267 w 6501199"/>
              <a:gd name="connsiteY5304" fmla="*/ 5784616 h 6382977"/>
              <a:gd name="connsiteX5305" fmla="*/ 2029267 w 6501199"/>
              <a:gd name="connsiteY5305" fmla="*/ 5793616 h 6382977"/>
              <a:gd name="connsiteX5306" fmla="*/ 2040427 w 6501199"/>
              <a:gd name="connsiteY5306" fmla="*/ 5800457 h 6382977"/>
              <a:gd name="connsiteX5307" fmla="*/ 2019907 w 6501199"/>
              <a:gd name="connsiteY5307" fmla="*/ 5809458 h 6382977"/>
              <a:gd name="connsiteX5308" fmla="*/ 2031427 w 6501199"/>
              <a:gd name="connsiteY5308" fmla="*/ 5825658 h 6382977"/>
              <a:gd name="connsiteX5309" fmla="*/ 1999746 w 6501199"/>
              <a:gd name="connsiteY5309" fmla="*/ 5827819 h 6382977"/>
              <a:gd name="connsiteX5310" fmla="*/ 1997226 w 6501199"/>
              <a:gd name="connsiteY5310" fmla="*/ 5855181 h 6382977"/>
              <a:gd name="connsiteX5311" fmla="*/ 1992906 w 6501199"/>
              <a:gd name="connsiteY5311" fmla="*/ 5850500 h 6382977"/>
              <a:gd name="connsiteX5312" fmla="*/ 1988226 w 6501199"/>
              <a:gd name="connsiteY5312" fmla="*/ 5850500 h 6382977"/>
              <a:gd name="connsiteX5313" fmla="*/ 1988226 w 6501199"/>
              <a:gd name="connsiteY5313" fmla="*/ 5832499 h 6382977"/>
              <a:gd name="connsiteX5314" fmla="*/ 1995066 w 6501199"/>
              <a:gd name="connsiteY5314" fmla="*/ 5877862 h 6382977"/>
              <a:gd name="connsiteX5315" fmla="*/ 1974546 w 6501199"/>
              <a:gd name="connsiteY5315" fmla="*/ 5889383 h 6382977"/>
              <a:gd name="connsiteX5316" fmla="*/ 1981386 w 6501199"/>
              <a:gd name="connsiteY5316" fmla="*/ 5903064 h 6382977"/>
              <a:gd name="connsiteX5317" fmla="*/ 1947186 w 6501199"/>
              <a:gd name="connsiteY5317" fmla="*/ 5898384 h 6382977"/>
              <a:gd name="connsiteX5318" fmla="*/ 1945026 w 6501199"/>
              <a:gd name="connsiteY5318" fmla="*/ 5868862 h 6382977"/>
              <a:gd name="connsiteX5319" fmla="*/ 1922346 w 6501199"/>
              <a:gd name="connsiteY5319" fmla="*/ 5871022 h 6382977"/>
              <a:gd name="connsiteX5320" fmla="*/ 1938186 w 6501199"/>
              <a:gd name="connsiteY5320" fmla="*/ 5916385 h 6382977"/>
              <a:gd name="connsiteX5321" fmla="*/ 1956546 w 6501199"/>
              <a:gd name="connsiteY5321" fmla="*/ 5936906 h 6382977"/>
              <a:gd name="connsiteX5322" fmla="*/ 1945026 w 6501199"/>
              <a:gd name="connsiteY5322" fmla="*/ 5918905 h 6382977"/>
              <a:gd name="connsiteX5323" fmla="*/ 1926666 w 6501199"/>
              <a:gd name="connsiteY5323" fmla="*/ 5932586 h 6382977"/>
              <a:gd name="connsiteX5324" fmla="*/ 1940346 w 6501199"/>
              <a:gd name="connsiteY5324" fmla="*/ 5943747 h 6382977"/>
              <a:gd name="connsiteX5325" fmla="*/ 1929186 w 6501199"/>
              <a:gd name="connsiteY5325" fmla="*/ 5946267 h 6382977"/>
              <a:gd name="connsiteX5326" fmla="*/ 1949706 w 6501199"/>
              <a:gd name="connsiteY5326" fmla="*/ 5962108 h 6382977"/>
              <a:gd name="connsiteX5327" fmla="*/ 1929186 w 6501199"/>
              <a:gd name="connsiteY5327" fmla="*/ 5971108 h 6382977"/>
              <a:gd name="connsiteX5328" fmla="*/ 1951866 w 6501199"/>
              <a:gd name="connsiteY5328" fmla="*/ 5986950 h 6382977"/>
              <a:gd name="connsiteX5329" fmla="*/ 1936026 w 6501199"/>
              <a:gd name="connsiteY5329" fmla="*/ 5982630 h 6382977"/>
              <a:gd name="connsiteX5330" fmla="*/ 1926666 w 6501199"/>
              <a:gd name="connsiteY5330" fmla="*/ 5991630 h 6382977"/>
              <a:gd name="connsiteX5331" fmla="*/ 1942866 w 6501199"/>
              <a:gd name="connsiteY5331" fmla="*/ 6032673 h 6382977"/>
              <a:gd name="connsiteX5332" fmla="*/ 1965546 w 6501199"/>
              <a:gd name="connsiteY5332" fmla="*/ 6036993 h 6382977"/>
              <a:gd name="connsiteX5333" fmla="*/ 1970226 w 6501199"/>
              <a:gd name="connsiteY5333" fmla="*/ 6048514 h 6382977"/>
              <a:gd name="connsiteX5334" fmla="*/ 1960866 w 6501199"/>
              <a:gd name="connsiteY5334" fmla="*/ 6066876 h 6382977"/>
              <a:gd name="connsiteX5335" fmla="*/ 1938186 w 6501199"/>
              <a:gd name="connsiteY5335" fmla="*/ 6021152 h 6382977"/>
              <a:gd name="connsiteX5336" fmla="*/ 1929186 w 6501199"/>
              <a:gd name="connsiteY5336" fmla="*/ 6021152 h 6382977"/>
              <a:gd name="connsiteX5337" fmla="*/ 1949706 w 6501199"/>
              <a:gd name="connsiteY5337" fmla="*/ 6132760 h 6382977"/>
              <a:gd name="connsiteX5338" fmla="*/ 1933506 w 6501199"/>
              <a:gd name="connsiteY5338" fmla="*/ 6146440 h 6382977"/>
              <a:gd name="connsiteX5339" fmla="*/ 1894986 w 6501199"/>
              <a:gd name="connsiteY5339" fmla="*/ 6089557 h 6382977"/>
              <a:gd name="connsiteX5340" fmla="*/ 1888145 w 6501199"/>
              <a:gd name="connsiteY5340" fmla="*/ 6091717 h 6382977"/>
              <a:gd name="connsiteX5341" fmla="*/ 1901826 w 6501199"/>
              <a:gd name="connsiteY5341" fmla="*/ 6178123 h 6382977"/>
              <a:gd name="connsiteX5342" fmla="*/ 1894986 w 6501199"/>
              <a:gd name="connsiteY5342" fmla="*/ 6253368 h 6382977"/>
              <a:gd name="connsiteX5343" fmla="*/ 1899666 w 6501199"/>
              <a:gd name="connsiteY5343" fmla="*/ 6264529 h 6382977"/>
              <a:gd name="connsiteX5344" fmla="*/ 1881305 w 6501199"/>
              <a:gd name="connsiteY5344" fmla="*/ 6260208 h 6382977"/>
              <a:gd name="connsiteX5345" fmla="*/ 1865465 w 6501199"/>
              <a:gd name="connsiteY5345" fmla="*/ 6278210 h 6382977"/>
              <a:gd name="connsiteX5346" fmla="*/ 1876625 w 6501199"/>
              <a:gd name="connsiteY5346" fmla="*/ 6287210 h 6382977"/>
              <a:gd name="connsiteX5347" fmla="*/ 1874465 w 6501199"/>
              <a:gd name="connsiteY5347" fmla="*/ 6278210 h 6382977"/>
              <a:gd name="connsiteX5348" fmla="*/ 1894986 w 6501199"/>
              <a:gd name="connsiteY5348" fmla="*/ 6310252 h 6382977"/>
              <a:gd name="connsiteX5349" fmla="*/ 1838105 w 6501199"/>
              <a:gd name="connsiteY5349" fmla="*/ 6367136 h 6382977"/>
              <a:gd name="connsiteX5350" fmla="*/ 1803905 w 6501199"/>
              <a:gd name="connsiteY5350" fmla="*/ 6382977 h 6382977"/>
              <a:gd name="connsiteX5351" fmla="*/ 1735864 w 6501199"/>
              <a:gd name="connsiteY5351" fmla="*/ 6294051 h 6382977"/>
              <a:gd name="connsiteX5352" fmla="*/ 1753864 w 6501199"/>
              <a:gd name="connsiteY5352" fmla="*/ 6303412 h 6382977"/>
              <a:gd name="connsiteX5353" fmla="*/ 1751704 w 6501199"/>
              <a:gd name="connsiteY5353" fmla="*/ 6262368 h 6382977"/>
              <a:gd name="connsiteX5354" fmla="*/ 1722184 w 6501199"/>
              <a:gd name="connsiteY5354" fmla="*/ 6162282 h 6382977"/>
              <a:gd name="connsiteX5355" fmla="*/ 1726504 w 6501199"/>
              <a:gd name="connsiteY5355" fmla="*/ 6073356 h 6382977"/>
              <a:gd name="connsiteX5356" fmla="*/ 1715344 w 6501199"/>
              <a:gd name="connsiteY5356" fmla="*/ 6098558 h 6382977"/>
              <a:gd name="connsiteX5357" fmla="*/ 1708504 w 6501199"/>
              <a:gd name="connsiteY5357" fmla="*/ 6046354 h 6382977"/>
              <a:gd name="connsiteX5358" fmla="*/ 1703824 w 6501199"/>
              <a:gd name="connsiteY5358" fmla="*/ 5991630 h 6382977"/>
              <a:gd name="connsiteX5359" fmla="*/ 1719664 w 6501199"/>
              <a:gd name="connsiteY5359" fmla="*/ 5984790 h 6382977"/>
              <a:gd name="connsiteX5360" fmla="*/ 1712824 w 6501199"/>
              <a:gd name="connsiteY5360" fmla="*/ 5946267 h 6382977"/>
              <a:gd name="connsiteX5361" fmla="*/ 1717504 w 6501199"/>
              <a:gd name="connsiteY5361" fmla="*/ 5962108 h 6382977"/>
              <a:gd name="connsiteX5362" fmla="*/ 1710664 w 6501199"/>
              <a:gd name="connsiteY5362" fmla="*/ 5934746 h 6382977"/>
              <a:gd name="connsiteX5363" fmla="*/ 1722184 w 6501199"/>
              <a:gd name="connsiteY5363" fmla="*/ 5845820 h 6382977"/>
              <a:gd name="connsiteX5364" fmla="*/ 1685823 w 6501199"/>
              <a:gd name="connsiteY5364" fmla="*/ 5789296 h 6382977"/>
              <a:gd name="connsiteX5365" fmla="*/ 1651623 w 6501199"/>
              <a:gd name="connsiteY5365" fmla="*/ 5793616 h 6382977"/>
              <a:gd name="connsiteX5366" fmla="*/ 1658463 w 6501199"/>
              <a:gd name="connsiteY5366" fmla="*/ 5809458 h 6382977"/>
              <a:gd name="connsiteX5367" fmla="*/ 1681143 w 6501199"/>
              <a:gd name="connsiteY5367" fmla="*/ 5811978 h 6382977"/>
              <a:gd name="connsiteX5368" fmla="*/ 1674303 w 6501199"/>
              <a:gd name="connsiteY5368" fmla="*/ 5859501 h 6382977"/>
              <a:gd name="connsiteX5369" fmla="*/ 1658463 w 6501199"/>
              <a:gd name="connsiteY5369" fmla="*/ 5864182 h 6382977"/>
              <a:gd name="connsiteX5370" fmla="*/ 1665303 w 6501199"/>
              <a:gd name="connsiteY5370" fmla="*/ 5884703 h 6382977"/>
              <a:gd name="connsiteX5371" fmla="*/ 1674303 w 6501199"/>
              <a:gd name="connsiteY5371" fmla="*/ 5884703 h 6382977"/>
              <a:gd name="connsiteX5372" fmla="*/ 1662783 w 6501199"/>
              <a:gd name="connsiteY5372" fmla="*/ 5896224 h 6382977"/>
              <a:gd name="connsiteX5373" fmla="*/ 1633263 w 6501199"/>
              <a:gd name="connsiteY5373" fmla="*/ 5864182 h 6382977"/>
              <a:gd name="connsiteX5374" fmla="*/ 1642623 w 6501199"/>
              <a:gd name="connsiteY5374" fmla="*/ 5916385 h 6382977"/>
              <a:gd name="connsiteX5375" fmla="*/ 1622103 w 6501199"/>
              <a:gd name="connsiteY5375" fmla="*/ 5916385 h 6382977"/>
              <a:gd name="connsiteX5376" fmla="*/ 1612743 w 6501199"/>
              <a:gd name="connsiteY5376" fmla="*/ 5955268 h 6382977"/>
              <a:gd name="connsiteX5377" fmla="*/ 1594743 w 6501199"/>
              <a:gd name="connsiteY5377" fmla="*/ 5946267 h 6382977"/>
              <a:gd name="connsiteX5378" fmla="*/ 1581063 w 6501199"/>
              <a:gd name="connsiteY5378" fmla="*/ 5975789 h 6382977"/>
              <a:gd name="connsiteX5379" fmla="*/ 1590063 w 6501199"/>
              <a:gd name="connsiteY5379" fmla="*/ 5980110 h 6382977"/>
              <a:gd name="connsiteX5380" fmla="*/ 1572063 w 6501199"/>
              <a:gd name="connsiteY5380" fmla="*/ 6021152 h 6382977"/>
              <a:gd name="connsiteX5381" fmla="*/ 1542182 w 6501199"/>
              <a:gd name="connsiteY5381" fmla="*/ 6055354 h 6382977"/>
              <a:gd name="connsiteX5382" fmla="*/ 1519502 w 6501199"/>
              <a:gd name="connsiteY5382" fmla="*/ 5877862 h 6382977"/>
              <a:gd name="connsiteX5383" fmla="*/ 1512662 w 6501199"/>
              <a:gd name="connsiteY5383" fmla="*/ 5820978 h 6382977"/>
              <a:gd name="connsiteX5384" fmla="*/ 1503662 w 6501199"/>
              <a:gd name="connsiteY5384" fmla="*/ 5766254 h 6382977"/>
              <a:gd name="connsiteX5385" fmla="*/ 1515182 w 6501199"/>
              <a:gd name="connsiteY5385" fmla="*/ 5811978 h 6382977"/>
              <a:gd name="connsiteX5386" fmla="*/ 1501502 w 6501199"/>
              <a:gd name="connsiteY5386" fmla="*/ 5739253 h 6382977"/>
              <a:gd name="connsiteX5387" fmla="*/ 1487822 w 6501199"/>
              <a:gd name="connsiteY5387" fmla="*/ 5716211 h 6382977"/>
              <a:gd name="connsiteX5388" fmla="*/ 1512662 w 6501199"/>
              <a:gd name="connsiteY5388" fmla="*/ 5741413 h 6382977"/>
              <a:gd name="connsiteX5389" fmla="*/ 1478822 w 6501199"/>
              <a:gd name="connsiteY5389" fmla="*/ 5693530 h 6382977"/>
              <a:gd name="connsiteX5390" fmla="*/ 1494662 w 6501199"/>
              <a:gd name="connsiteY5390" fmla="*/ 5686689 h 6382977"/>
              <a:gd name="connsiteX5391" fmla="*/ 1501502 w 6501199"/>
              <a:gd name="connsiteY5391" fmla="*/ 5664008 h 6382977"/>
              <a:gd name="connsiteX5392" fmla="*/ 1498982 w 6501199"/>
              <a:gd name="connsiteY5392" fmla="*/ 5657167 h 6382977"/>
              <a:gd name="connsiteX5393" fmla="*/ 1474142 w 6501199"/>
              <a:gd name="connsiteY5393" fmla="*/ 5643486 h 6382977"/>
              <a:gd name="connsiteX5394" fmla="*/ 1471982 w 6501199"/>
              <a:gd name="connsiteY5394" fmla="*/ 5652487 h 6382977"/>
              <a:gd name="connsiteX5395" fmla="*/ 1487822 w 6501199"/>
              <a:gd name="connsiteY5395" fmla="*/ 5664008 h 6382977"/>
              <a:gd name="connsiteX5396" fmla="*/ 1485662 w 6501199"/>
              <a:gd name="connsiteY5396" fmla="*/ 5682369 h 6382977"/>
              <a:gd name="connsiteX5397" fmla="*/ 1471982 w 6501199"/>
              <a:gd name="connsiteY5397" fmla="*/ 5657167 h 6382977"/>
              <a:gd name="connsiteX5398" fmla="*/ 1453622 w 6501199"/>
              <a:gd name="connsiteY5398" fmla="*/ 5673008 h 6382977"/>
              <a:gd name="connsiteX5399" fmla="*/ 1428422 w 6501199"/>
              <a:gd name="connsiteY5399" fmla="*/ 5659328 h 6382977"/>
              <a:gd name="connsiteX5400" fmla="*/ 1451462 w 6501199"/>
              <a:gd name="connsiteY5400" fmla="*/ 5714051 h 6382977"/>
              <a:gd name="connsiteX5401" fmla="*/ 1455782 w 6501199"/>
              <a:gd name="connsiteY5401" fmla="*/ 5736732 h 6382977"/>
              <a:gd name="connsiteX5402" fmla="*/ 1469462 w 6501199"/>
              <a:gd name="connsiteY5402" fmla="*/ 5734572 h 6382977"/>
              <a:gd name="connsiteX5403" fmla="*/ 1460462 w 6501199"/>
              <a:gd name="connsiteY5403" fmla="*/ 5752574 h 6382977"/>
              <a:gd name="connsiteX5404" fmla="*/ 1469462 w 6501199"/>
              <a:gd name="connsiteY5404" fmla="*/ 5957428 h 6382977"/>
              <a:gd name="connsiteX5405" fmla="*/ 1439942 w 6501199"/>
              <a:gd name="connsiteY5405" fmla="*/ 5914225 h 6382977"/>
              <a:gd name="connsiteX5406" fmla="*/ 1437782 w 6501199"/>
              <a:gd name="connsiteY5406" fmla="*/ 5962108 h 6382977"/>
              <a:gd name="connsiteX5407" fmla="*/ 1419421 w 6501199"/>
              <a:gd name="connsiteY5407" fmla="*/ 5975789 h 6382977"/>
              <a:gd name="connsiteX5408" fmla="*/ 1426261 w 6501199"/>
              <a:gd name="connsiteY5408" fmla="*/ 6014312 h 6382977"/>
              <a:gd name="connsiteX5409" fmla="*/ 1415101 w 6501199"/>
              <a:gd name="connsiteY5409" fmla="*/ 6036993 h 6382977"/>
              <a:gd name="connsiteX5410" fmla="*/ 1408261 w 6501199"/>
              <a:gd name="connsiteY5410" fmla="*/ 6016472 h 6382977"/>
              <a:gd name="connsiteX5411" fmla="*/ 1387741 w 6501199"/>
              <a:gd name="connsiteY5411" fmla="*/ 6027992 h 6382977"/>
              <a:gd name="connsiteX5412" fmla="*/ 1337701 w 6501199"/>
              <a:gd name="connsiteY5412" fmla="*/ 5934746 h 6382977"/>
              <a:gd name="connsiteX5413" fmla="*/ 1312501 w 6501199"/>
              <a:gd name="connsiteY5413" fmla="*/ 5839340 h 6382977"/>
              <a:gd name="connsiteX5414" fmla="*/ 1287660 w 6501199"/>
              <a:gd name="connsiteY5414" fmla="*/ 5720892 h 6382977"/>
              <a:gd name="connsiteX5415" fmla="*/ 1269300 w 6501199"/>
              <a:gd name="connsiteY5415" fmla="*/ 5622965 h 6382977"/>
              <a:gd name="connsiteX5416" fmla="*/ 1280820 w 6501199"/>
              <a:gd name="connsiteY5416" fmla="*/ 5622965 h 6382977"/>
              <a:gd name="connsiteX5417" fmla="*/ 1264620 w 6501199"/>
              <a:gd name="connsiteY5417" fmla="*/ 5588762 h 6382977"/>
              <a:gd name="connsiteX5418" fmla="*/ 1282980 w 6501199"/>
              <a:gd name="connsiteY5418" fmla="*/ 5577602 h 6382977"/>
              <a:gd name="connsiteX5419" fmla="*/ 1228260 w 6501199"/>
              <a:gd name="connsiteY5419" fmla="*/ 5459154 h 6382977"/>
              <a:gd name="connsiteX5420" fmla="*/ 1217100 w 6501199"/>
              <a:gd name="connsiteY5420" fmla="*/ 5422791 h 6382977"/>
              <a:gd name="connsiteX5421" fmla="*/ 1251300 w 6501199"/>
              <a:gd name="connsiteY5421" fmla="*/ 5300022 h 6382977"/>
              <a:gd name="connsiteX5422" fmla="*/ 1246620 w 6501199"/>
              <a:gd name="connsiteY5422" fmla="*/ 5313704 h 6382977"/>
              <a:gd name="connsiteX5423" fmla="*/ 1223940 w 6501199"/>
              <a:gd name="connsiteY5423" fmla="*/ 5295342 h 6382977"/>
              <a:gd name="connsiteX5424" fmla="*/ 1221780 w 6501199"/>
              <a:gd name="connsiteY5424" fmla="*/ 5272661 h 6382977"/>
              <a:gd name="connsiteX5425" fmla="*/ 1237620 w 6501199"/>
              <a:gd name="connsiteY5425" fmla="*/ 5249979 h 6382977"/>
              <a:gd name="connsiteX5426" fmla="*/ 1214940 w 6501199"/>
              <a:gd name="connsiteY5426" fmla="*/ 5236298 h 6382977"/>
              <a:gd name="connsiteX5427" fmla="*/ 1241940 w 6501199"/>
              <a:gd name="connsiteY5427" fmla="*/ 5081488 h 6382977"/>
              <a:gd name="connsiteX5428" fmla="*/ 1241940 w 6501199"/>
              <a:gd name="connsiteY5428" fmla="*/ 5040805 h 6382977"/>
              <a:gd name="connsiteX5429" fmla="*/ 1200900 w 6501199"/>
              <a:gd name="connsiteY5429" fmla="*/ 4999762 h 6382977"/>
              <a:gd name="connsiteX5430" fmla="*/ 1230780 w 6501199"/>
              <a:gd name="connsiteY5430" fmla="*/ 4801748 h 6382977"/>
              <a:gd name="connsiteX5431" fmla="*/ 1223940 w 6501199"/>
              <a:gd name="connsiteY5431" fmla="*/ 4724343 h 6382977"/>
              <a:gd name="connsiteX5432" fmla="*/ 1228260 w 6501199"/>
              <a:gd name="connsiteY5432" fmla="*/ 4603735 h 6382977"/>
              <a:gd name="connsiteX5433" fmla="*/ 1214940 w 6501199"/>
              <a:gd name="connsiteY5433" fmla="*/ 4517329 h 6382977"/>
              <a:gd name="connsiteX5434" fmla="*/ 1232940 w 6501199"/>
              <a:gd name="connsiteY5434" fmla="*/ 4508328 h 6382977"/>
              <a:gd name="connsiteX5435" fmla="*/ 1221780 w 6501199"/>
              <a:gd name="connsiteY5435" fmla="*/ 4451444 h 6382977"/>
              <a:gd name="connsiteX5436" fmla="*/ 1230780 w 6501199"/>
              <a:gd name="connsiteY5436" fmla="*/ 4462605 h 6382977"/>
              <a:gd name="connsiteX5437" fmla="*/ 1244460 w 6501199"/>
              <a:gd name="connsiteY5437" fmla="*/ 4353518 h 6382977"/>
              <a:gd name="connsiteX5438" fmla="*/ 1232940 w 6501199"/>
              <a:gd name="connsiteY5438" fmla="*/ 4401401 h 6382977"/>
              <a:gd name="connsiteX5439" fmla="*/ 1246620 w 6501199"/>
              <a:gd name="connsiteY5439" fmla="*/ 4451444 h 6382977"/>
              <a:gd name="connsiteX5440" fmla="*/ 1260300 w 6501199"/>
              <a:gd name="connsiteY5440" fmla="*/ 4439924 h 6382977"/>
              <a:gd name="connsiteX5441" fmla="*/ 1264620 w 6501199"/>
              <a:gd name="connsiteY5441" fmla="*/ 4474126 h 6382977"/>
              <a:gd name="connsiteX5442" fmla="*/ 1255620 w 6501199"/>
              <a:gd name="connsiteY5442" fmla="*/ 4417242 h 6382977"/>
              <a:gd name="connsiteX5443" fmla="*/ 1277625 w 6501199"/>
              <a:gd name="connsiteY5443" fmla="*/ 4353608 h 6382977"/>
              <a:gd name="connsiteX5444" fmla="*/ 1279209 w 6501199"/>
              <a:gd name="connsiteY5444" fmla="*/ 4326402 h 6382977"/>
              <a:gd name="connsiteX5445" fmla="*/ 1278808 w 6501199"/>
              <a:gd name="connsiteY5445" fmla="*/ 4325916 h 6382977"/>
              <a:gd name="connsiteX5446" fmla="*/ 1279351 w 6501199"/>
              <a:gd name="connsiteY5446" fmla="*/ 4323970 h 6382977"/>
              <a:gd name="connsiteX5447" fmla="*/ 1279768 w 6501199"/>
              <a:gd name="connsiteY5447" fmla="*/ 4316795 h 6382977"/>
              <a:gd name="connsiteX5448" fmla="*/ 1292062 w 6501199"/>
              <a:gd name="connsiteY5448" fmla="*/ 4288555 h 6382977"/>
              <a:gd name="connsiteX5449" fmla="*/ 1258586 w 6501199"/>
              <a:gd name="connsiteY5449" fmla="*/ 4280447 h 6382977"/>
              <a:gd name="connsiteX5450" fmla="*/ 1259615 w 6501199"/>
              <a:gd name="connsiteY5450" fmla="*/ 4290503 h 6382977"/>
              <a:gd name="connsiteX5451" fmla="*/ 1257799 w 6501199"/>
              <a:gd name="connsiteY5451" fmla="*/ 4299596 h 6382977"/>
              <a:gd name="connsiteX5452" fmla="*/ 1268893 w 6501199"/>
              <a:gd name="connsiteY5452" fmla="*/ 4298792 h 6382977"/>
              <a:gd name="connsiteX5453" fmla="*/ 1273565 w 6501199"/>
              <a:gd name="connsiteY5453" fmla="*/ 4336696 h 6382977"/>
              <a:gd name="connsiteX5454" fmla="*/ 1253617 w 6501199"/>
              <a:gd name="connsiteY5454" fmla="*/ 4333109 h 6382977"/>
              <a:gd name="connsiteX5455" fmla="*/ 1248532 w 6501199"/>
              <a:gd name="connsiteY5455" fmla="*/ 4333430 h 6382977"/>
              <a:gd name="connsiteX5456" fmla="*/ 1245961 w 6501199"/>
              <a:gd name="connsiteY5456" fmla="*/ 4347812 h 6382977"/>
              <a:gd name="connsiteX5457" fmla="*/ 1241667 w 6501199"/>
              <a:gd name="connsiteY5457" fmla="*/ 4333862 h 6382977"/>
              <a:gd name="connsiteX5458" fmla="*/ 1230433 w 6501199"/>
              <a:gd name="connsiteY5458" fmla="*/ 4334570 h 6382977"/>
              <a:gd name="connsiteX5459" fmla="*/ 1216775 w 6501199"/>
              <a:gd name="connsiteY5459" fmla="*/ 4294187 h 6382977"/>
              <a:gd name="connsiteX5460" fmla="*/ 1244092 w 6501199"/>
              <a:gd name="connsiteY5460" fmla="*/ 4318984 h 6382977"/>
              <a:gd name="connsiteX5461" fmla="*/ 1254589 w 6501199"/>
              <a:gd name="connsiteY5461" fmla="*/ 4314135 h 6382977"/>
              <a:gd name="connsiteX5462" fmla="*/ 1255340 w 6501199"/>
              <a:gd name="connsiteY5462" fmla="*/ 4307951 h 6382977"/>
              <a:gd name="connsiteX5463" fmla="*/ 1244679 w 6501199"/>
              <a:gd name="connsiteY5463" fmla="*/ 4316055 h 6382977"/>
              <a:gd name="connsiteX5464" fmla="*/ 1255769 w 6501199"/>
              <a:gd name="connsiteY5464" fmla="*/ 4252912 h 6382977"/>
              <a:gd name="connsiteX5465" fmla="*/ 1258253 w 6501199"/>
              <a:gd name="connsiteY5465" fmla="*/ 4277187 h 6382977"/>
              <a:gd name="connsiteX5466" fmla="*/ 1260843 w 6501199"/>
              <a:gd name="connsiteY5466" fmla="*/ 4258437 h 6382977"/>
              <a:gd name="connsiteX5467" fmla="*/ 1268990 w 6501199"/>
              <a:gd name="connsiteY5467" fmla="*/ 4241742 h 6382977"/>
              <a:gd name="connsiteX5468" fmla="*/ 1266830 w 6501199"/>
              <a:gd name="connsiteY5468" fmla="*/ 4232381 h 6382977"/>
              <a:gd name="connsiteX5469" fmla="*/ 1259988 w 6501199"/>
              <a:gd name="connsiteY5469" fmla="*/ 4241742 h 6382977"/>
              <a:gd name="connsiteX5470" fmla="*/ 1273671 w 6501199"/>
              <a:gd name="connsiteY5470" fmla="*/ 4221220 h 6382977"/>
              <a:gd name="connsiteX5471" fmla="*/ 1200578 w 6501199"/>
              <a:gd name="connsiteY5471" fmla="*/ 4214380 h 6382977"/>
              <a:gd name="connsiteX5472" fmla="*/ 1198417 w 6501199"/>
              <a:gd name="connsiteY5472" fmla="*/ 4252902 h 6382977"/>
              <a:gd name="connsiteX5473" fmla="*/ 1070954 w 6501199"/>
              <a:gd name="connsiteY5473" fmla="*/ 4196019 h 6382977"/>
              <a:gd name="connsiteX5474" fmla="*/ 1075635 w 6501199"/>
              <a:gd name="connsiteY5474" fmla="*/ 4237061 h 6382977"/>
              <a:gd name="connsiteX5475" fmla="*/ 1037108 w 6501199"/>
              <a:gd name="connsiteY5475" fmla="*/ 4266583 h 6382977"/>
              <a:gd name="connsiteX5476" fmla="*/ 996061 w 6501199"/>
              <a:gd name="connsiteY5476" fmla="*/ 4264422 h 6382977"/>
              <a:gd name="connsiteX5477" fmla="*/ 948172 w 6501199"/>
              <a:gd name="connsiteY5477" fmla="*/ 4207540 h 6382977"/>
              <a:gd name="connsiteX5478" fmla="*/ 966535 w 6501199"/>
              <a:gd name="connsiteY5478" fmla="*/ 4191699 h 6382977"/>
              <a:gd name="connsiteX5479" fmla="*/ 966535 w 6501199"/>
              <a:gd name="connsiteY5479" fmla="*/ 4139137 h 6382977"/>
              <a:gd name="connsiteX5480" fmla="*/ 950332 w 6501199"/>
              <a:gd name="connsiteY5480" fmla="*/ 4102775 h 6382977"/>
              <a:gd name="connsiteX5481" fmla="*/ 886961 w 6501199"/>
              <a:gd name="connsiteY5481" fmla="*/ 4139137 h 6382977"/>
              <a:gd name="connsiteX5482" fmla="*/ 884440 w 6501199"/>
              <a:gd name="connsiteY5482" fmla="*/ 4143817 h 6382977"/>
              <a:gd name="connsiteX5483" fmla="*/ 900283 w 6501199"/>
              <a:gd name="connsiteY5483" fmla="*/ 4145977 h 6382977"/>
              <a:gd name="connsiteX5484" fmla="*/ 893442 w 6501199"/>
              <a:gd name="connsiteY5484" fmla="*/ 4157498 h 6382977"/>
              <a:gd name="connsiteX5485" fmla="*/ 930169 w 6501199"/>
              <a:gd name="connsiteY5485" fmla="*/ 4182339 h 6382977"/>
              <a:gd name="connsiteX5486" fmla="*/ 913966 w 6501199"/>
              <a:gd name="connsiteY5486" fmla="*/ 4216540 h 6382977"/>
              <a:gd name="connsiteX5487" fmla="*/ 870758 w 6501199"/>
              <a:gd name="connsiteY5487" fmla="*/ 4191699 h 6382977"/>
              <a:gd name="connsiteX5488" fmla="*/ 859596 w 6501199"/>
              <a:gd name="connsiteY5488" fmla="*/ 4164338 h 6382977"/>
              <a:gd name="connsiteX5489" fmla="*/ 875439 w 6501199"/>
              <a:gd name="connsiteY5489" fmla="*/ 4139137 h 6382977"/>
              <a:gd name="connsiteX5490" fmla="*/ 845913 w 6501199"/>
              <a:gd name="connsiteY5490" fmla="*/ 4123296 h 6382977"/>
              <a:gd name="connsiteX5491" fmla="*/ 884440 w 6501199"/>
              <a:gd name="connsiteY5491" fmla="*/ 4123296 h 6382977"/>
              <a:gd name="connsiteX5492" fmla="*/ 902804 w 6501199"/>
              <a:gd name="connsiteY5492" fmla="*/ 4107455 h 6382977"/>
              <a:gd name="connsiteX5493" fmla="*/ 832231 w 6501199"/>
              <a:gd name="connsiteY5493" fmla="*/ 4036892 h 6382977"/>
              <a:gd name="connsiteX5494" fmla="*/ 816388 w 6501199"/>
              <a:gd name="connsiteY5494" fmla="*/ 4061733 h 6382977"/>
              <a:gd name="connsiteX5495" fmla="*/ 827550 w 6501199"/>
              <a:gd name="connsiteY5495" fmla="*/ 4059573 h 6382977"/>
              <a:gd name="connsiteX5496" fmla="*/ 829710 w 6501199"/>
              <a:gd name="connsiteY5496" fmla="*/ 4073254 h 6382977"/>
              <a:gd name="connsiteX5497" fmla="*/ 807026 w 6501199"/>
              <a:gd name="connsiteY5497" fmla="*/ 4084774 h 6382977"/>
              <a:gd name="connsiteX5498" fmla="*/ 756977 w 6501199"/>
              <a:gd name="connsiteY5498" fmla="*/ 4066413 h 6382977"/>
              <a:gd name="connsiteX5499" fmla="*/ 725291 w 6501199"/>
              <a:gd name="connsiteY5499" fmla="*/ 4041572 h 6382977"/>
              <a:gd name="connsiteX5500" fmla="*/ 706928 w 6501199"/>
              <a:gd name="connsiteY5500" fmla="*/ 3993690 h 6382977"/>
              <a:gd name="connsiteX5501" fmla="*/ 679563 w 6501199"/>
              <a:gd name="connsiteY5501" fmla="*/ 3991530 h 6382977"/>
              <a:gd name="connsiteX5502" fmla="*/ 679563 w 6501199"/>
              <a:gd name="connsiteY5502" fmla="*/ 3945808 h 6382977"/>
              <a:gd name="connsiteX5503" fmla="*/ 711609 w 6501199"/>
              <a:gd name="connsiteY5503" fmla="*/ 3945808 h 6382977"/>
              <a:gd name="connsiteX5504" fmla="*/ 711609 w 6501199"/>
              <a:gd name="connsiteY5504" fmla="*/ 3968488 h 6382977"/>
              <a:gd name="connsiteX5505" fmla="*/ 727452 w 6501199"/>
              <a:gd name="connsiteY5505" fmla="*/ 3968488 h 6382977"/>
              <a:gd name="connsiteX5506" fmla="*/ 743295 w 6501199"/>
              <a:gd name="connsiteY5506" fmla="*/ 3947968 h 6382977"/>
              <a:gd name="connsiteX5507" fmla="*/ 727452 w 6501199"/>
              <a:gd name="connsiteY5507" fmla="*/ 3945808 h 6382977"/>
              <a:gd name="connsiteX5508" fmla="*/ 723131 w 6501199"/>
              <a:gd name="connsiteY5508" fmla="*/ 3909446 h 6382977"/>
              <a:gd name="connsiteX5509" fmla="*/ 701617 w 6501199"/>
              <a:gd name="connsiteY5509" fmla="*/ 3907826 h 6382977"/>
              <a:gd name="connsiteX5510" fmla="*/ 699646 w 6501199"/>
              <a:gd name="connsiteY5510" fmla="*/ 3901458 h 6382977"/>
              <a:gd name="connsiteX5511" fmla="*/ 687943 w 6501199"/>
              <a:gd name="connsiteY5511" fmla="*/ 3904240 h 6382977"/>
              <a:gd name="connsiteX5512" fmla="*/ 687035 w 6501199"/>
              <a:gd name="connsiteY5512" fmla="*/ 3912866 h 6382977"/>
              <a:gd name="connsiteX5513" fmla="*/ 682084 w 6501199"/>
              <a:gd name="connsiteY5513" fmla="*/ 3936807 h 6382977"/>
              <a:gd name="connsiteX5514" fmla="*/ 671023 w 6501199"/>
              <a:gd name="connsiteY5514" fmla="*/ 3913434 h 6382977"/>
              <a:gd name="connsiteX5515" fmla="*/ 671571 w 6501199"/>
              <a:gd name="connsiteY5515" fmla="*/ 3908131 h 6382977"/>
              <a:gd name="connsiteX5516" fmla="*/ 655291 w 6501199"/>
              <a:gd name="connsiteY5516" fmla="*/ 3912000 h 6382977"/>
              <a:gd name="connsiteX5517" fmla="*/ 659971 w 6501199"/>
              <a:gd name="connsiteY5517" fmla="*/ 3923518 h 6382977"/>
              <a:gd name="connsiteX5518" fmla="*/ 586883 w 6501199"/>
              <a:gd name="connsiteY5518" fmla="*/ 3939356 h 6382977"/>
              <a:gd name="connsiteX5519" fmla="*/ 529997 w 6501199"/>
              <a:gd name="connsiteY5519" fmla="*/ 3994068 h 6382977"/>
              <a:gd name="connsiteX5520" fmla="*/ 568882 w 6501199"/>
              <a:gd name="connsiteY5520" fmla="*/ 3909840 h 6382977"/>
              <a:gd name="connsiteX5521" fmla="*/ 562041 w 6501199"/>
              <a:gd name="connsiteY5521" fmla="*/ 3898322 h 6382977"/>
              <a:gd name="connsiteX5522" fmla="*/ 541519 w 6501199"/>
              <a:gd name="connsiteY5522" fmla="*/ 3889324 h 6382977"/>
              <a:gd name="connsiteX5523" fmla="*/ 507315 w 6501199"/>
              <a:gd name="connsiteY5523" fmla="*/ 3896162 h 6382977"/>
              <a:gd name="connsiteX5524" fmla="*/ 493634 w 6501199"/>
              <a:gd name="connsiteY5524" fmla="*/ 3914520 h 6382977"/>
              <a:gd name="connsiteX5525" fmla="*/ 500474 w 6501199"/>
              <a:gd name="connsiteY5525" fmla="*/ 3939356 h 6382977"/>
              <a:gd name="connsiteX5526" fmla="*/ 484633 w 6501199"/>
              <a:gd name="connsiteY5526" fmla="*/ 3937196 h 6382977"/>
              <a:gd name="connsiteX5527" fmla="*/ 391383 w 6501199"/>
              <a:gd name="connsiteY5527" fmla="*/ 3996228 h 6382977"/>
              <a:gd name="connsiteX5528" fmla="*/ 384542 w 6501199"/>
              <a:gd name="connsiteY5528" fmla="*/ 4014585 h 6382977"/>
              <a:gd name="connsiteX5529" fmla="*/ 434587 w 6501199"/>
              <a:gd name="connsiteY5529" fmla="*/ 3934677 h 6382977"/>
              <a:gd name="connsiteX5530" fmla="*/ 405064 w 6501199"/>
              <a:gd name="connsiteY5530" fmla="*/ 3925678 h 6382977"/>
              <a:gd name="connsiteX5531" fmla="*/ 407224 w 6501199"/>
              <a:gd name="connsiteY5531" fmla="*/ 3909840 h 6382977"/>
              <a:gd name="connsiteX5532" fmla="*/ 425586 w 6501199"/>
              <a:gd name="connsiteY5532" fmla="*/ 3894003 h 6382977"/>
              <a:gd name="connsiteX5533" fmla="*/ 423066 w 6501199"/>
              <a:gd name="connsiteY5533" fmla="*/ 3907681 h 6382977"/>
              <a:gd name="connsiteX5534" fmla="*/ 438908 w 6501199"/>
              <a:gd name="connsiteY5534" fmla="*/ 3882484 h 6382977"/>
              <a:gd name="connsiteX5535" fmla="*/ 507315 w 6501199"/>
              <a:gd name="connsiteY5535" fmla="*/ 3871326 h 6382977"/>
              <a:gd name="connsiteX5536" fmla="*/ 520996 w 6501199"/>
              <a:gd name="connsiteY5536" fmla="*/ 3885004 h 6382977"/>
              <a:gd name="connsiteX5537" fmla="*/ 511996 w 6501199"/>
              <a:gd name="connsiteY5537" fmla="*/ 3855128 h 6382977"/>
              <a:gd name="connsiteX5538" fmla="*/ 553040 w 6501199"/>
              <a:gd name="connsiteY5538" fmla="*/ 3816614 h 6382977"/>
              <a:gd name="connsiteX5539" fmla="*/ 609566 w 6501199"/>
              <a:gd name="connsiteY5539" fmla="*/ 3832452 h 6382977"/>
              <a:gd name="connsiteX5540" fmla="*/ 639449 w 6501199"/>
              <a:gd name="connsiteY5540" fmla="*/ 3800776 h 6382977"/>
              <a:gd name="connsiteX5541" fmla="*/ 666761 w 6501199"/>
              <a:gd name="connsiteY5541" fmla="*/ 3791963 h 6382977"/>
              <a:gd name="connsiteX5542" fmla="*/ 680352 w 6501199"/>
              <a:gd name="connsiteY5542" fmla="*/ 3776584 h 6382977"/>
              <a:gd name="connsiteX5543" fmla="*/ 670111 w 6501199"/>
              <a:gd name="connsiteY5543" fmla="*/ 3744558 h 6382977"/>
              <a:gd name="connsiteX5544" fmla="*/ 700087 w 6501199"/>
              <a:gd name="connsiteY5544" fmla="*/ 3595511 h 6382977"/>
              <a:gd name="connsiteX5545" fmla="*/ 682084 w 6501199"/>
              <a:gd name="connsiteY5545" fmla="*/ 3607031 h 6382977"/>
              <a:gd name="connsiteX5546" fmla="*/ 688925 w 6501199"/>
              <a:gd name="connsiteY5546" fmla="*/ 3515947 h 6382977"/>
              <a:gd name="connsiteX5547" fmla="*/ 711609 w 6501199"/>
              <a:gd name="connsiteY5547" fmla="*/ 3524947 h 6382977"/>
              <a:gd name="connsiteX5548" fmla="*/ 713769 w 6501199"/>
              <a:gd name="connsiteY5548" fmla="*/ 3515947 h 6382977"/>
              <a:gd name="connsiteX5549" fmla="*/ 693246 w 6501199"/>
              <a:gd name="connsiteY5549" fmla="*/ 3511267 h 6382977"/>
              <a:gd name="connsiteX5550" fmla="*/ 725291 w 6501199"/>
              <a:gd name="connsiteY5550" fmla="*/ 3497586 h 6382977"/>
              <a:gd name="connsiteX5551" fmla="*/ 720763 w 6501199"/>
              <a:gd name="connsiteY5551" fmla="*/ 3489367 h 6382977"/>
              <a:gd name="connsiteX5552" fmla="*/ 715509 w 6501199"/>
              <a:gd name="connsiteY5552" fmla="*/ 3488147 h 6382977"/>
              <a:gd name="connsiteX5553" fmla="*/ 698495 w 6501199"/>
              <a:gd name="connsiteY5553" fmla="*/ 3498060 h 6382977"/>
              <a:gd name="connsiteX5554" fmla="*/ 466631 w 6501199"/>
              <a:gd name="connsiteY5554" fmla="*/ 3525416 h 6382977"/>
              <a:gd name="connsiteX5555" fmla="*/ 457270 w 6501199"/>
              <a:gd name="connsiteY5555" fmla="*/ 3536935 h 6382977"/>
              <a:gd name="connsiteX5556" fmla="*/ 436748 w 6501199"/>
              <a:gd name="connsiteY5556" fmla="*/ 3520737 h 6382977"/>
              <a:gd name="connsiteX5557" fmla="*/ 425586 w 6501199"/>
              <a:gd name="connsiteY5557" fmla="*/ 3530096 h 6382977"/>
              <a:gd name="connsiteX5558" fmla="*/ 355019 w 6501199"/>
              <a:gd name="connsiteY5558" fmla="*/ 3513898 h 6382977"/>
              <a:gd name="connsiteX5559" fmla="*/ 352499 w 6501199"/>
              <a:gd name="connsiteY5559" fmla="*/ 3500580 h 6382977"/>
              <a:gd name="connsiteX5560" fmla="*/ 270770 w 6501199"/>
              <a:gd name="connsiteY5560" fmla="*/ 3486902 h 6382977"/>
              <a:gd name="connsiteX5561" fmla="*/ 220725 w 6501199"/>
              <a:gd name="connsiteY5561" fmla="*/ 3302609 h 6382977"/>
              <a:gd name="connsiteX5562" fmla="*/ 261769 w 6501199"/>
              <a:gd name="connsiteY5562" fmla="*/ 3284251 h 6382977"/>
              <a:gd name="connsiteX5563" fmla="*/ 318655 w 6501199"/>
              <a:gd name="connsiteY5563" fmla="*/ 3406993 h 6382977"/>
              <a:gd name="connsiteX5564" fmla="*/ 341337 w 6501199"/>
              <a:gd name="connsiteY5564" fmla="*/ 3400514 h 6382977"/>
              <a:gd name="connsiteX5565" fmla="*/ 332337 w 6501199"/>
              <a:gd name="connsiteY5565" fmla="*/ 3388996 h 6382977"/>
              <a:gd name="connsiteX5566" fmla="*/ 357179 w 6501199"/>
              <a:gd name="connsiteY5566" fmla="*/ 3313767 h 6382977"/>
              <a:gd name="connsiteX5567" fmla="*/ 377701 w 6501199"/>
              <a:gd name="connsiteY5567" fmla="*/ 3300449 h 6382977"/>
              <a:gd name="connsiteX5568" fmla="*/ 386702 w 6501199"/>
              <a:gd name="connsiteY5568" fmla="*/ 3234219 h 6382977"/>
              <a:gd name="connsiteX5569" fmla="*/ 382382 w 6501199"/>
              <a:gd name="connsiteY5569" fmla="*/ 3175187 h 6382977"/>
              <a:gd name="connsiteX5570" fmla="*/ 405064 w 6501199"/>
              <a:gd name="connsiteY5570" fmla="*/ 3127314 h 6382977"/>
              <a:gd name="connsiteX5571" fmla="*/ 402904 w 6501199"/>
              <a:gd name="connsiteY5571" fmla="*/ 3245737 h 6382977"/>
              <a:gd name="connsiteX5572" fmla="*/ 409385 w 6501199"/>
              <a:gd name="connsiteY5572" fmla="*/ 3204703 h 6382977"/>
              <a:gd name="connsiteX5573" fmla="*/ 423066 w 6501199"/>
              <a:gd name="connsiteY5573" fmla="*/ 3227380 h 6382977"/>
              <a:gd name="connsiteX5574" fmla="*/ 423066 w 6501199"/>
              <a:gd name="connsiteY5574" fmla="*/ 3186705 h 6382977"/>
              <a:gd name="connsiteX5575" fmla="*/ 448269 w 6501199"/>
              <a:gd name="connsiteY5575" fmla="*/ 3113636 h 6382977"/>
              <a:gd name="connsiteX5576" fmla="*/ 425586 w 6501199"/>
              <a:gd name="connsiteY5576" fmla="*/ 3125154 h 6382977"/>
              <a:gd name="connsiteX5577" fmla="*/ 414065 w 6501199"/>
              <a:gd name="connsiteY5577" fmla="*/ 3106797 h 6382977"/>
              <a:gd name="connsiteX5578" fmla="*/ 396063 w 6501199"/>
              <a:gd name="connsiteY5578" fmla="*/ 3125154 h 6382977"/>
              <a:gd name="connsiteX5579" fmla="*/ 355019 w 6501199"/>
              <a:gd name="connsiteY5579" fmla="*/ 3143152 h 6382977"/>
              <a:gd name="connsiteX5580" fmla="*/ 373021 w 6501199"/>
              <a:gd name="connsiteY5580" fmla="*/ 3125154 h 6382977"/>
              <a:gd name="connsiteX5581" fmla="*/ 370861 w 6501199"/>
              <a:gd name="connsiteY5581" fmla="*/ 3118315 h 6382977"/>
              <a:gd name="connsiteX5582" fmla="*/ 373021 w 6501199"/>
              <a:gd name="connsiteY5582" fmla="*/ 3106797 h 6382977"/>
              <a:gd name="connsiteX5583" fmla="*/ 334497 w 6501199"/>
              <a:gd name="connsiteY5583" fmla="*/ 3095639 h 6382977"/>
              <a:gd name="connsiteX5584" fmla="*/ 318655 w 6501199"/>
              <a:gd name="connsiteY5584" fmla="*/ 3036967 h 6382977"/>
              <a:gd name="connsiteX5585" fmla="*/ 300293 w 6501199"/>
              <a:gd name="connsiteY5585" fmla="*/ 3036967 h 6382977"/>
              <a:gd name="connsiteX5586" fmla="*/ 309294 w 6501199"/>
              <a:gd name="connsiteY5586" fmla="*/ 3030128 h 6382977"/>
              <a:gd name="connsiteX5587" fmla="*/ 320815 w 6501199"/>
              <a:gd name="connsiteY5587" fmla="*/ 2968577 h 6382977"/>
              <a:gd name="connsiteX5588" fmla="*/ 309294 w 6501199"/>
              <a:gd name="connsiteY5588" fmla="*/ 2907026 h 6382977"/>
              <a:gd name="connsiteX5589" fmla="*/ 261769 w 6501199"/>
              <a:gd name="connsiteY5589" fmla="*/ 2900187 h 6382977"/>
              <a:gd name="connsiteX5590" fmla="*/ 302813 w 6501199"/>
              <a:gd name="connsiteY5590" fmla="*/ 2806961 h 6382977"/>
              <a:gd name="connsiteX5591" fmla="*/ 309294 w 6501199"/>
              <a:gd name="connsiteY5591" fmla="*/ 2718413 h 6382977"/>
              <a:gd name="connsiteX5592" fmla="*/ 343498 w 6501199"/>
              <a:gd name="connsiteY5592" fmla="*/ 2725252 h 6382977"/>
              <a:gd name="connsiteX5593" fmla="*/ 477792 w 6501199"/>
              <a:gd name="connsiteY5593" fmla="*/ 2513603 h 6382977"/>
              <a:gd name="connsiteX5594" fmla="*/ 445749 w 6501199"/>
              <a:gd name="connsiteY5594" fmla="*/ 2522602 h 6382977"/>
              <a:gd name="connsiteX5595" fmla="*/ 407224 w 6501199"/>
              <a:gd name="connsiteY5595" fmla="*/ 2506764 h 6382977"/>
              <a:gd name="connsiteX5596" fmla="*/ 438908 w 6501199"/>
              <a:gd name="connsiteY5596" fmla="*/ 2475089 h 6382977"/>
              <a:gd name="connsiteX5597" fmla="*/ 452949 w 6501199"/>
              <a:gd name="connsiteY5597" fmla="*/ 2475089 h 6382977"/>
              <a:gd name="connsiteX5598" fmla="*/ 455110 w 6501199"/>
              <a:gd name="connsiteY5598" fmla="*/ 2493086 h 6382977"/>
              <a:gd name="connsiteX5599" fmla="*/ 475632 w 6501199"/>
              <a:gd name="connsiteY5599" fmla="*/ 2468250 h 6382977"/>
              <a:gd name="connsiteX5600" fmla="*/ 466631 w 6501199"/>
              <a:gd name="connsiteY5600" fmla="*/ 2452052 h 6382977"/>
              <a:gd name="connsiteX5601" fmla="*/ 493634 w 6501199"/>
              <a:gd name="connsiteY5601" fmla="*/ 2447733 h 6382977"/>
              <a:gd name="connsiteX5602" fmla="*/ 511996 w 6501199"/>
              <a:gd name="connsiteY5602" fmla="*/ 2431895 h 6382977"/>
              <a:gd name="connsiteX5603" fmla="*/ 498314 w 6501199"/>
              <a:gd name="connsiteY5603" fmla="*/ 2425056 h 6382977"/>
              <a:gd name="connsiteX5604" fmla="*/ 525677 w 6501199"/>
              <a:gd name="connsiteY5604" fmla="*/ 2351987 h 6382977"/>
              <a:gd name="connsiteX5605" fmla="*/ 543679 w 6501199"/>
              <a:gd name="connsiteY5605" fmla="*/ 2349827 h 6382977"/>
              <a:gd name="connsiteX5606" fmla="*/ 643769 w 6501199"/>
              <a:gd name="connsiteY5606" fmla="*/ 2229244 h 6382977"/>
              <a:gd name="connsiteX5607" fmla="*/ 636929 w 6501199"/>
              <a:gd name="connsiteY5607" fmla="*/ 2218086 h 6382977"/>
              <a:gd name="connsiteX5608" fmla="*/ 705336 w 6501199"/>
              <a:gd name="connsiteY5608" fmla="*/ 2181731 h 6382977"/>
              <a:gd name="connsiteX5609" fmla="*/ 741700 w 6501199"/>
              <a:gd name="connsiteY5609" fmla="*/ 2120180 h 6382977"/>
              <a:gd name="connsiteX5610" fmla="*/ 728018 w 6501199"/>
              <a:gd name="connsiteY5610" fmla="*/ 2124500 h 6382977"/>
              <a:gd name="connsiteX5611" fmla="*/ 755381 w 6501199"/>
              <a:gd name="connsiteY5611" fmla="*/ 2111182 h 6382977"/>
              <a:gd name="connsiteX5612" fmla="*/ 805427 w 6501199"/>
              <a:gd name="connsiteY5612" fmla="*/ 2026954 h 6382977"/>
              <a:gd name="connsiteX5613" fmla="*/ 832790 w 6501199"/>
              <a:gd name="connsiteY5613" fmla="*/ 2029113 h 6382977"/>
              <a:gd name="connsiteX5614" fmla="*/ 834950 w 6501199"/>
              <a:gd name="connsiteY5614" fmla="*/ 2011116 h 6382977"/>
              <a:gd name="connsiteX5615" fmla="*/ 821268 w 6501199"/>
              <a:gd name="connsiteY5615" fmla="*/ 2024434 h 6382977"/>
              <a:gd name="connsiteX5616" fmla="*/ 889676 w 6501199"/>
              <a:gd name="connsiteY5616" fmla="*/ 1904212 h 6382977"/>
              <a:gd name="connsiteX5617" fmla="*/ 905517 w 6501199"/>
              <a:gd name="connsiteY5617" fmla="*/ 1911051 h 6382977"/>
              <a:gd name="connsiteX5618" fmla="*/ 930720 w 6501199"/>
              <a:gd name="connsiteY5618" fmla="*/ 1858498 h 6382977"/>
              <a:gd name="connsiteX5619" fmla="*/ 923879 w 6501199"/>
              <a:gd name="connsiteY5619" fmla="*/ 1899532 h 6382977"/>
              <a:gd name="connsiteX5620" fmla="*/ 967084 w 6501199"/>
              <a:gd name="connsiteY5620" fmla="*/ 1870017 h 6382977"/>
              <a:gd name="connsiteX5621" fmla="*/ 971404 w 6501199"/>
              <a:gd name="connsiteY5621" fmla="*/ 1854179 h 6382977"/>
              <a:gd name="connsiteX5622" fmla="*/ 946562 w 6501199"/>
              <a:gd name="connsiteY5622" fmla="*/ 1844820 h 6382977"/>
              <a:gd name="connsiteX5623" fmla="*/ 976085 w 6501199"/>
              <a:gd name="connsiteY5623" fmla="*/ 1849500 h 6382977"/>
              <a:gd name="connsiteX5624" fmla="*/ 991926 w 6501199"/>
              <a:gd name="connsiteY5624" fmla="*/ 1842661 h 6382977"/>
              <a:gd name="connsiteX5625" fmla="*/ 1007768 w 6501199"/>
              <a:gd name="connsiteY5625" fmla="*/ 1804146 h 6382977"/>
              <a:gd name="connsiteX5626" fmla="*/ 989766 w 6501199"/>
              <a:gd name="connsiteY5626" fmla="*/ 1822144 h 6382977"/>
              <a:gd name="connsiteX5627" fmla="*/ 1021449 w 6501199"/>
              <a:gd name="connsiteY5627" fmla="*/ 1760592 h 6382977"/>
              <a:gd name="connsiteX5628" fmla="*/ 1010288 w 6501199"/>
              <a:gd name="connsiteY5628" fmla="*/ 1799467 h 6382977"/>
              <a:gd name="connsiteX5629" fmla="*/ 1037651 w 6501199"/>
              <a:gd name="connsiteY5629" fmla="*/ 1776790 h 6382977"/>
              <a:gd name="connsiteX5630" fmla="*/ 1041972 w 6501199"/>
              <a:gd name="connsiteY5630" fmla="*/ 1787949 h 6382977"/>
              <a:gd name="connsiteX5631" fmla="*/ 1089857 w 6501199"/>
              <a:gd name="connsiteY5631" fmla="*/ 1726757 h 6382977"/>
              <a:gd name="connsiteX5632" fmla="*/ 1107859 w 6501199"/>
              <a:gd name="connsiteY5632" fmla="*/ 1724238 h 6382977"/>
              <a:gd name="connsiteX5633" fmla="*/ 1130901 w 6501199"/>
              <a:gd name="connsiteY5633" fmla="*/ 1704081 h 6382977"/>
              <a:gd name="connsiteX5634" fmla="*/ 1133061 w 6501199"/>
              <a:gd name="connsiteY5634" fmla="*/ 1690403 h 6382977"/>
              <a:gd name="connsiteX5635" fmla="*/ 1107859 w 6501199"/>
              <a:gd name="connsiteY5635" fmla="*/ 1704081 h 6382977"/>
              <a:gd name="connsiteX5636" fmla="*/ 1137742 w 6501199"/>
              <a:gd name="connsiteY5636" fmla="*/ 1681044 h 6382977"/>
              <a:gd name="connsiteX5637" fmla="*/ 1155744 w 6501199"/>
              <a:gd name="connsiteY5637" fmla="*/ 1642530 h 6382977"/>
              <a:gd name="connsiteX5638" fmla="*/ 1155744 w 6501199"/>
              <a:gd name="connsiteY5638" fmla="*/ 1649369 h 6382977"/>
              <a:gd name="connsiteX5639" fmla="*/ 1230992 w 6501199"/>
              <a:gd name="connsiteY5639" fmla="*/ 1569820 h 6382977"/>
              <a:gd name="connsiteX5640" fmla="*/ 1317401 w 6501199"/>
              <a:gd name="connsiteY5640" fmla="*/ 1499270 h 6382977"/>
              <a:gd name="connsiteX5641" fmla="*/ 1340083 w 6501199"/>
              <a:gd name="connsiteY5641" fmla="*/ 1471914 h 6382977"/>
              <a:gd name="connsiteX5642" fmla="*/ 1353765 w 6501199"/>
              <a:gd name="connsiteY5642" fmla="*/ 1480913 h 6382977"/>
              <a:gd name="connsiteX5643" fmla="*/ 1371767 w 6501199"/>
              <a:gd name="connsiteY5643" fmla="*/ 1471914 h 6382977"/>
              <a:gd name="connsiteX5644" fmla="*/ 1371767 w 6501199"/>
              <a:gd name="connsiteY5644" fmla="*/ 1453917 h 6382977"/>
              <a:gd name="connsiteX5645" fmla="*/ 1387968 w 6501199"/>
              <a:gd name="connsiteY5645" fmla="*/ 1456077 h 6382977"/>
              <a:gd name="connsiteX5646" fmla="*/ 1424332 w 6501199"/>
              <a:gd name="connsiteY5646" fmla="*/ 1439879 h 6382977"/>
              <a:gd name="connsiteX5647" fmla="*/ 1401650 w 6501199"/>
              <a:gd name="connsiteY5647" fmla="*/ 1442399 h 6382977"/>
              <a:gd name="connsiteX5648" fmla="*/ 1467537 w 6501199"/>
              <a:gd name="connsiteY5648" fmla="*/ 1383367 h 6382977"/>
              <a:gd name="connsiteX5649" fmla="*/ 1453855 w 6501199"/>
              <a:gd name="connsiteY5649" fmla="*/ 1401365 h 6382977"/>
              <a:gd name="connsiteX5650" fmla="*/ 1522263 w 6501199"/>
              <a:gd name="connsiteY5650" fmla="*/ 1394526 h 6382977"/>
              <a:gd name="connsiteX5651" fmla="*/ 1458536 w 6501199"/>
              <a:gd name="connsiteY5651" fmla="*/ 1415043 h 6382977"/>
              <a:gd name="connsiteX5652" fmla="*/ 1385808 w 6501199"/>
              <a:gd name="connsiteY5652" fmla="*/ 1471914 h 6382977"/>
              <a:gd name="connsiteX5653" fmla="*/ 1378967 w 6501199"/>
              <a:gd name="connsiteY5653" fmla="*/ 1480913 h 6382977"/>
              <a:gd name="connsiteX5654" fmla="*/ 1392289 w 6501199"/>
              <a:gd name="connsiteY5654" fmla="*/ 1480913 h 6382977"/>
              <a:gd name="connsiteX5655" fmla="*/ 1335403 w 6501199"/>
              <a:gd name="connsiteY5655" fmla="*/ 1533465 h 6382977"/>
              <a:gd name="connsiteX5656" fmla="*/ 1367446 w 6501199"/>
              <a:gd name="connsiteY5656" fmla="*/ 1521947 h 6382977"/>
              <a:gd name="connsiteX5657" fmla="*/ 1387968 w 6501199"/>
              <a:gd name="connsiteY5657" fmla="*/ 1501430 h 6382977"/>
              <a:gd name="connsiteX5658" fmla="*/ 1237832 w 6501199"/>
              <a:gd name="connsiteY5658" fmla="*/ 1642530 h 6382977"/>
              <a:gd name="connsiteX5659" fmla="*/ 1303719 w 6501199"/>
              <a:gd name="connsiteY5659" fmla="*/ 1613014 h 6382977"/>
              <a:gd name="connsiteX5660" fmla="*/ 1299039 w 6501199"/>
              <a:gd name="connsiteY5660" fmla="*/ 1631011 h 6382977"/>
              <a:gd name="connsiteX5661" fmla="*/ 1340083 w 6501199"/>
              <a:gd name="connsiteY5661" fmla="*/ 1610494 h 6382977"/>
              <a:gd name="connsiteX5662" fmla="*/ 1326402 w 6501199"/>
              <a:gd name="connsiteY5662" fmla="*/ 1601496 h 6382977"/>
              <a:gd name="connsiteX5663" fmla="*/ 1340083 w 6501199"/>
              <a:gd name="connsiteY5663" fmla="*/ 1587818 h 6382977"/>
              <a:gd name="connsiteX5664" fmla="*/ 1460696 w 6501199"/>
              <a:gd name="connsiteY5664" fmla="*/ 1508269 h 6382977"/>
              <a:gd name="connsiteX5665" fmla="*/ 1462856 w 6501199"/>
              <a:gd name="connsiteY5665" fmla="*/ 1530946 h 6382977"/>
              <a:gd name="connsiteX5666" fmla="*/ 1515422 w 6501199"/>
              <a:gd name="connsiteY5666" fmla="*/ 1476594 h 6382977"/>
              <a:gd name="connsiteX5667" fmla="*/ 1526583 w 6501199"/>
              <a:gd name="connsiteY5667" fmla="*/ 1483433 h 6382977"/>
              <a:gd name="connsiteX5668" fmla="*/ 1531263 w 6501199"/>
              <a:gd name="connsiteY5668" fmla="*/ 1465075 h 6382977"/>
              <a:gd name="connsiteX5669" fmla="*/ 1560787 w 6501199"/>
              <a:gd name="connsiteY5669" fmla="*/ 1471914 h 6382977"/>
              <a:gd name="connsiteX5670" fmla="*/ 1597150 w 6501199"/>
              <a:gd name="connsiteY5670" fmla="*/ 1430880 h 6382977"/>
              <a:gd name="connsiteX5671" fmla="*/ 1594990 w 6501199"/>
              <a:gd name="connsiteY5671" fmla="*/ 1447078 h 6382977"/>
              <a:gd name="connsiteX5672" fmla="*/ 1676719 w 6501199"/>
              <a:gd name="connsiteY5672" fmla="*/ 1383367 h 6382977"/>
              <a:gd name="connsiteX5673" fmla="*/ 1676719 w 6501199"/>
              <a:gd name="connsiteY5673" fmla="*/ 1392366 h 6382977"/>
              <a:gd name="connsiteX5674" fmla="*/ 1781490 w 6501199"/>
              <a:gd name="connsiteY5674" fmla="*/ 1339814 h 6382977"/>
              <a:gd name="connsiteX5675" fmla="*/ 1876900 w 6501199"/>
              <a:gd name="connsiteY5675" fmla="*/ 1290141 h 6382977"/>
              <a:gd name="connsiteX5676" fmla="*/ 1854218 w 6501199"/>
              <a:gd name="connsiteY5676" fmla="*/ 1312818 h 6382977"/>
              <a:gd name="connsiteX5677" fmla="*/ 1945308 w 6501199"/>
              <a:gd name="connsiteY5677" fmla="*/ 1280782 h 6382977"/>
              <a:gd name="connsiteX5678" fmla="*/ 1967990 w 6501199"/>
              <a:gd name="connsiteY5678" fmla="*/ 1285461 h 6382977"/>
              <a:gd name="connsiteX5679" fmla="*/ 1972671 w 6501199"/>
              <a:gd name="connsiteY5679" fmla="*/ 1269624 h 6382977"/>
              <a:gd name="connsiteX5680" fmla="*/ 2033877 w 6501199"/>
              <a:gd name="connsiteY5680" fmla="*/ 1255946 h 6382977"/>
              <a:gd name="connsiteX5681" fmla="*/ 1988512 w 6501199"/>
              <a:gd name="connsiteY5681" fmla="*/ 1280782 h 6382977"/>
              <a:gd name="connsiteX5682" fmla="*/ 2052239 w 6501199"/>
              <a:gd name="connsiteY5682" fmla="*/ 1290141 h 6382977"/>
              <a:gd name="connsiteX5683" fmla="*/ 1997513 w 6501199"/>
              <a:gd name="connsiteY5683" fmla="*/ 1305978 h 6382977"/>
              <a:gd name="connsiteX5684" fmla="*/ 2006874 w 6501199"/>
              <a:gd name="connsiteY5684" fmla="*/ 1290141 h 6382977"/>
              <a:gd name="connsiteX5685" fmla="*/ 1995353 w 6501199"/>
              <a:gd name="connsiteY5685" fmla="*/ 1285461 h 6382977"/>
              <a:gd name="connsiteX5686" fmla="*/ 1902103 w 6501199"/>
              <a:gd name="connsiteY5686" fmla="*/ 1328655 h 6382977"/>
              <a:gd name="connsiteX5687" fmla="*/ 1811013 w 6501199"/>
              <a:gd name="connsiteY5687" fmla="*/ 1390206 h 6382977"/>
              <a:gd name="connsiteX5688" fmla="*/ 1695081 w 6501199"/>
              <a:gd name="connsiteY5688" fmla="*/ 1444558 h 6382977"/>
              <a:gd name="connsiteX5689" fmla="*/ 1699401 w 6501199"/>
              <a:gd name="connsiteY5689" fmla="*/ 1424041 h 6382977"/>
              <a:gd name="connsiteX5690" fmla="*/ 1686080 w 6501199"/>
              <a:gd name="connsiteY5690" fmla="*/ 1449238 h 6382977"/>
              <a:gd name="connsiteX5691" fmla="*/ 1651876 w 6501199"/>
              <a:gd name="connsiteY5691" fmla="*/ 1465075 h 6382977"/>
              <a:gd name="connsiteX5692" fmla="*/ 1597150 w 6501199"/>
              <a:gd name="connsiteY5692" fmla="*/ 1476594 h 6382977"/>
              <a:gd name="connsiteX5693" fmla="*/ 1590310 w 6501199"/>
              <a:gd name="connsiteY5693" fmla="*/ 1485592 h 6382977"/>
              <a:gd name="connsiteX5694" fmla="*/ 1615512 w 6501199"/>
              <a:gd name="connsiteY5694" fmla="*/ 1487752 h 6382977"/>
              <a:gd name="connsiteX5695" fmla="*/ 1476538 w 6501199"/>
              <a:gd name="connsiteY5695" fmla="*/ 1549303 h 6382977"/>
              <a:gd name="connsiteX5696" fmla="*/ 1469697 w 6501199"/>
              <a:gd name="connsiteY5696" fmla="*/ 1571980 h 6382977"/>
              <a:gd name="connsiteX5697" fmla="*/ 1438014 w 6501199"/>
              <a:gd name="connsiteY5697" fmla="*/ 1578819 h 6382977"/>
              <a:gd name="connsiteX5698" fmla="*/ 1415331 w 6501199"/>
              <a:gd name="connsiteY5698" fmla="*/ 1628852 h 6382977"/>
              <a:gd name="connsiteX5699" fmla="*/ 1399129 w 6501199"/>
              <a:gd name="connsiteY5699" fmla="*/ 1624172 h 6382977"/>
              <a:gd name="connsiteX5700" fmla="*/ 1417491 w 6501199"/>
              <a:gd name="connsiteY5700" fmla="*/ 1606175 h 6382977"/>
              <a:gd name="connsiteX5701" fmla="*/ 1349084 w 6501199"/>
              <a:gd name="connsiteY5701" fmla="*/ 1651528 h 6382977"/>
              <a:gd name="connsiteX5702" fmla="*/ 1387968 w 6501199"/>
              <a:gd name="connsiteY5702" fmla="*/ 1640370 h 6382977"/>
              <a:gd name="connsiteX5703" fmla="*/ 1390129 w 6501199"/>
              <a:gd name="connsiteY5703" fmla="*/ 1667366 h 6382977"/>
              <a:gd name="connsiteX5704" fmla="*/ 1360605 w 6501199"/>
              <a:gd name="connsiteY5704" fmla="*/ 1699401 h 6382977"/>
              <a:gd name="connsiteX5705" fmla="*/ 1381128 w 6501199"/>
              <a:gd name="connsiteY5705" fmla="*/ 1692562 h 6382977"/>
              <a:gd name="connsiteX5706" fmla="*/ 1337923 w 6501199"/>
              <a:gd name="connsiteY5706" fmla="*/ 1737916 h 6382977"/>
              <a:gd name="connsiteX5707" fmla="*/ 1374287 w 6501199"/>
              <a:gd name="connsiteY5707" fmla="*/ 1713079 h 6382977"/>
              <a:gd name="connsiteX5708" fmla="*/ 1374287 w 6501199"/>
              <a:gd name="connsiteY5708" fmla="*/ 1728917 h 6382977"/>
              <a:gd name="connsiteX5709" fmla="*/ 1494900 w 6501199"/>
              <a:gd name="connsiteY5709" fmla="*/ 1678884 h 6382977"/>
              <a:gd name="connsiteX5710" fmla="*/ 1551786 w 6501199"/>
              <a:gd name="connsiteY5710" fmla="*/ 1656208 h 6382977"/>
              <a:gd name="connsiteX5711" fmla="*/ 1529812 w 6501199"/>
              <a:gd name="connsiteY5711" fmla="*/ 1681466 h 6382977"/>
              <a:gd name="connsiteX5712" fmla="*/ 1535431 w 6501199"/>
              <a:gd name="connsiteY5712" fmla="*/ 1690166 h 6382977"/>
              <a:gd name="connsiteX5713" fmla="*/ 1535227 w 6501199"/>
              <a:gd name="connsiteY5713" fmla="*/ 1690630 h 6382977"/>
              <a:gd name="connsiteX5714" fmla="*/ 1528687 w 6501199"/>
              <a:gd name="connsiteY5714" fmla="*/ 1694789 h 6382977"/>
              <a:gd name="connsiteX5715" fmla="*/ 1515422 w 6501199"/>
              <a:gd name="connsiteY5715" fmla="*/ 1692562 h 6382977"/>
              <a:gd name="connsiteX5716" fmla="*/ 1533424 w 6501199"/>
              <a:gd name="connsiteY5716" fmla="*/ 1694722 h 6382977"/>
              <a:gd name="connsiteX5717" fmla="*/ 1535227 w 6501199"/>
              <a:gd name="connsiteY5717" fmla="*/ 1690630 h 6382977"/>
              <a:gd name="connsiteX5718" fmla="*/ 1535584 w 6501199"/>
              <a:gd name="connsiteY5718" fmla="*/ 1690403 h 6382977"/>
              <a:gd name="connsiteX5719" fmla="*/ 1535431 w 6501199"/>
              <a:gd name="connsiteY5719" fmla="*/ 1690166 h 6382977"/>
              <a:gd name="connsiteX5720" fmla="*/ 1541030 w 6501199"/>
              <a:gd name="connsiteY5720" fmla="*/ 1677461 h 6382977"/>
              <a:gd name="connsiteX5721" fmla="*/ 1554576 w 6501199"/>
              <a:gd name="connsiteY5721" fmla="*/ 1668671 h 6382977"/>
              <a:gd name="connsiteX5722" fmla="*/ 1567593 w 6501199"/>
              <a:gd name="connsiteY5722" fmla="*/ 1662932 h 6382977"/>
              <a:gd name="connsiteX5723" fmla="*/ 1567627 w 6501199"/>
              <a:gd name="connsiteY5723" fmla="*/ 1663047 h 6382977"/>
              <a:gd name="connsiteX5724" fmla="*/ 1567846 w 6501199"/>
              <a:gd name="connsiteY5724" fmla="*/ 1662821 h 6382977"/>
              <a:gd name="connsiteX5725" fmla="*/ 1570688 w 6501199"/>
              <a:gd name="connsiteY5725" fmla="*/ 1661568 h 6382977"/>
              <a:gd name="connsiteX5726" fmla="*/ 1585989 w 6501199"/>
              <a:gd name="connsiteY5726" fmla="*/ 1649369 h 6382977"/>
              <a:gd name="connsiteX5727" fmla="*/ 1577619 w 6501199"/>
              <a:gd name="connsiteY5727" fmla="*/ 1652698 h 6382977"/>
              <a:gd name="connsiteX5728" fmla="*/ 1567846 w 6501199"/>
              <a:gd name="connsiteY5728" fmla="*/ 1662821 h 6382977"/>
              <a:gd name="connsiteX5729" fmla="*/ 1567593 w 6501199"/>
              <a:gd name="connsiteY5729" fmla="*/ 1662932 h 6382977"/>
              <a:gd name="connsiteX5730" fmla="*/ 1562947 w 6501199"/>
              <a:gd name="connsiteY5730" fmla="*/ 1647209 h 6382977"/>
              <a:gd name="connsiteX5731" fmla="*/ 1597150 w 6501199"/>
              <a:gd name="connsiteY5731" fmla="*/ 1651528 h 6382977"/>
              <a:gd name="connsiteX5732" fmla="*/ 1663037 w 6501199"/>
              <a:gd name="connsiteY5732" fmla="*/ 1601496 h 6382977"/>
              <a:gd name="connsiteX5733" fmla="*/ 1656197 w 6501199"/>
              <a:gd name="connsiteY5733" fmla="*/ 1590337 h 6382977"/>
              <a:gd name="connsiteX5734" fmla="*/ 1688240 w 6501199"/>
              <a:gd name="connsiteY5734" fmla="*/ 1592497 h 6382977"/>
              <a:gd name="connsiteX5735" fmla="*/ 1708763 w 6501199"/>
              <a:gd name="connsiteY5735" fmla="*/ 1574140 h 6382977"/>
              <a:gd name="connsiteX5736" fmla="*/ 1692561 w 6501199"/>
              <a:gd name="connsiteY5736" fmla="*/ 1571980 h 6382977"/>
              <a:gd name="connsiteX5737" fmla="*/ 1747287 w 6501199"/>
              <a:gd name="connsiteY5737" fmla="*/ 1537785 h 6382977"/>
              <a:gd name="connsiteX5738" fmla="*/ 1856378 w 6501199"/>
              <a:gd name="connsiteY5738" fmla="*/ 1483433 h 6382977"/>
              <a:gd name="connsiteX5739" fmla="*/ 1865739 w 6501199"/>
              <a:gd name="connsiteY5739" fmla="*/ 1501430 h 6382977"/>
              <a:gd name="connsiteX5740" fmla="*/ 1926946 w 6501199"/>
              <a:gd name="connsiteY5740" fmla="*/ 1483433 h 6382977"/>
              <a:gd name="connsiteX5741" fmla="*/ 1970510 w 6501199"/>
              <a:gd name="connsiteY5741" fmla="*/ 1447078 h 6382977"/>
              <a:gd name="connsiteX5742" fmla="*/ 1943147 w 6501199"/>
              <a:gd name="connsiteY5742" fmla="*/ 1442399 h 6382977"/>
              <a:gd name="connsiteX5743" fmla="*/ 1977351 w 6501199"/>
              <a:gd name="connsiteY5743" fmla="*/ 1428721 h 6382977"/>
              <a:gd name="connsiteX5744" fmla="*/ 1993193 w 6501199"/>
              <a:gd name="connsiteY5744" fmla="*/ 1444558 h 6382977"/>
              <a:gd name="connsiteX5745" fmla="*/ 2031717 w 6501199"/>
              <a:gd name="connsiteY5745" fmla="*/ 1421882 h 6382977"/>
              <a:gd name="connsiteX5746" fmla="*/ 2004354 w 6501199"/>
              <a:gd name="connsiteY5746" fmla="*/ 1412883 h 6382977"/>
              <a:gd name="connsiteX5747" fmla="*/ 1890582 w 6501199"/>
              <a:gd name="connsiteY5747" fmla="*/ 1458236 h 6382977"/>
              <a:gd name="connsiteX5748" fmla="*/ 1845217 w 6501199"/>
              <a:gd name="connsiteY5748" fmla="*/ 1480913 h 6382977"/>
              <a:gd name="connsiteX5749" fmla="*/ 1795172 w 6501199"/>
              <a:gd name="connsiteY5749" fmla="*/ 1494591 h 6382977"/>
              <a:gd name="connsiteX5750" fmla="*/ 1769969 w 6501199"/>
              <a:gd name="connsiteY5750" fmla="*/ 1433040 h 6382977"/>
              <a:gd name="connsiteX5751" fmla="*/ 1786171 w 6501199"/>
              <a:gd name="connsiteY5751" fmla="*/ 1403524 h 6382977"/>
              <a:gd name="connsiteX5752" fmla="*/ 1849898 w 6501199"/>
              <a:gd name="connsiteY5752" fmla="*/ 1383367 h 6382977"/>
              <a:gd name="connsiteX5753" fmla="*/ 1890582 w 6501199"/>
              <a:gd name="connsiteY5753" fmla="*/ 1367170 h 6382977"/>
              <a:gd name="connsiteX5754" fmla="*/ 1936307 w 6501199"/>
              <a:gd name="connsiteY5754" fmla="*/ 1380848 h 6382977"/>
              <a:gd name="connsiteX5755" fmla="*/ 1947468 w 6501199"/>
              <a:gd name="connsiteY5755" fmla="*/ 1358171 h 6382977"/>
              <a:gd name="connsiteX5756" fmla="*/ 1995353 w 6501199"/>
              <a:gd name="connsiteY5756" fmla="*/ 1351332 h 6382977"/>
              <a:gd name="connsiteX5757" fmla="*/ 1983832 w 6501199"/>
              <a:gd name="connsiteY5757" fmla="*/ 1346653 h 6382977"/>
              <a:gd name="connsiteX5758" fmla="*/ 2095444 w 6501199"/>
              <a:gd name="connsiteY5758" fmla="*/ 1312818 h 6382977"/>
              <a:gd name="connsiteX5759" fmla="*/ 2095444 w 6501199"/>
              <a:gd name="connsiteY5759" fmla="*/ 1299139 h 6382977"/>
              <a:gd name="connsiteX5760" fmla="*/ 2257101 w 6501199"/>
              <a:gd name="connsiteY5760" fmla="*/ 1269624 h 6382977"/>
              <a:gd name="connsiteX5761" fmla="*/ 2254580 w 6501199"/>
              <a:gd name="connsiteY5761" fmla="*/ 1283302 h 6382977"/>
              <a:gd name="connsiteX5762" fmla="*/ 2309306 w 6501199"/>
              <a:gd name="connsiteY5762" fmla="*/ 1276463 h 6382977"/>
              <a:gd name="connsiteX5763" fmla="*/ 2213896 w 6501199"/>
              <a:gd name="connsiteY5763" fmla="*/ 1319657 h 6382977"/>
              <a:gd name="connsiteX5764" fmla="*/ 2284104 w 6501199"/>
              <a:gd name="connsiteY5764" fmla="*/ 1321816 h 6382977"/>
              <a:gd name="connsiteX5765" fmla="*/ 2311466 w 6501199"/>
              <a:gd name="connsiteY5765" fmla="*/ 1314977 h 6382977"/>
              <a:gd name="connsiteX5766" fmla="*/ 2361512 w 6501199"/>
              <a:gd name="connsiteY5766" fmla="*/ 1290141 h 6382977"/>
              <a:gd name="connsiteX5767" fmla="*/ 2364032 w 6501199"/>
              <a:gd name="connsiteY5767" fmla="*/ 1305978 h 6382977"/>
              <a:gd name="connsiteX5768" fmla="*/ 2295625 w 6501199"/>
              <a:gd name="connsiteY5768" fmla="*/ 1342333 h 6382977"/>
              <a:gd name="connsiteX5769" fmla="*/ 2286624 w 6501199"/>
              <a:gd name="connsiteY5769" fmla="*/ 1328655 h 6382977"/>
              <a:gd name="connsiteX5770" fmla="*/ 2270782 w 6501199"/>
              <a:gd name="connsiteY5770" fmla="*/ 1358171 h 6382977"/>
              <a:gd name="connsiteX5771" fmla="*/ 2334509 w 6501199"/>
              <a:gd name="connsiteY5771" fmla="*/ 1332975 h 6382977"/>
              <a:gd name="connsiteX5772" fmla="*/ 2484645 w 6501199"/>
              <a:gd name="connsiteY5772" fmla="*/ 1294460 h 6382977"/>
              <a:gd name="connsiteX5773" fmla="*/ 2495806 w 6501199"/>
              <a:gd name="connsiteY5773" fmla="*/ 1308138 h 6382977"/>
              <a:gd name="connsiteX5774" fmla="*/ 2598417 w 6501199"/>
              <a:gd name="connsiteY5774" fmla="*/ 1262785 h 6382977"/>
              <a:gd name="connsiteX5775" fmla="*/ 2605257 w 6501199"/>
              <a:gd name="connsiteY5775" fmla="*/ 1280782 h 6382977"/>
              <a:gd name="connsiteX5776" fmla="*/ 2477804 w 6501199"/>
              <a:gd name="connsiteY5776" fmla="*/ 1326496 h 6382977"/>
              <a:gd name="connsiteX5777" fmla="*/ 2498326 w 6501199"/>
              <a:gd name="connsiteY5777" fmla="*/ 1337654 h 6382977"/>
              <a:gd name="connsiteX5778" fmla="*/ 2682306 w 6501199"/>
              <a:gd name="connsiteY5778" fmla="*/ 1301299 h 6382977"/>
              <a:gd name="connsiteX5779" fmla="*/ 2666464 w 6501199"/>
              <a:gd name="connsiteY5779" fmla="*/ 1314977 h 6382977"/>
              <a:gd name="connsiteX5780" fmla="*/ 2848643 w 6501199"/>
              <a:gd name="connsiteY5780" fmla="*/ 1278622 h 6382977"/>
              <a:gd name="connsiteX5781" fmla="*/ 2834962 w 6501199"/>
              <a:gd name="connsiteY5781" fmla="*/ 1296620 h 6382977"/>
              <a:gd name="connsiteX5782" fmla="*/ 2921371 w 6501199"/>
              <a:gd name="connsiteY5782" fmla="*/ 1294460 h 6382977"/>
              <a:gd name="connsiteX5783" fmla="*/ 2935052 w 6501199"/>
              <a:gd name="connsiteY5783" fmla="*/ 1310298 h 6382977"/>
              <a:gd name="connsiteX5784" fmla="*/ 2989778 w 6501199"/>
              <a:gd name="connsiteY5784" fmla="*/ 1301299 h 6382977"/>
              <a:gd name="connsiteX5785" fmla="*/ 2978257 w 6501199"/>
              <a:gd name="connsiteY5785" fmla="*/ 1305978 h 6382977"/>
              <a:gd name="connsiteX5786" fmla="*/ 2985098 w 6501199"/>
              <a:gd name="connsiteY5786" fmla="*/ 1308138 h 6382977"/>
              <a:gd name="connsiteX5787" fmla="*/ 3037303 w 6501199"/>
              <a:gd name="connsiteY5787" fmla="*/ 1326496 h 6382977"/>
              <a:gd name="connsiteX5788" fmla="*/ 3053145 w 6501199"/>
              <a:gd name="connsiteY5788" fmla="*/ 1321816 h 6382977"/>
              <a:gd name="connsiteX5789" fmla="*/ 3064666 w 6501199"/>
              <a:gd name="connsiteY5789" fmla="*/ 1319657 h 6382977"/>
              <a:gd name="connsiteX5790" fmla="*/ 3089869 w 6501199"/>
              <a:gd name="connsiteY5790" fmla="*/ 1314977 h 6382977"/>
              <a:gd name="connsiteX5791" fmla="*/ 3123712 w 6501199"/>
              <a:gd name="connsiteY5791" fmla="*/ 1308138 h 6382977"/>
              <a:gd name="connsiteX5792" fmla="*/ 3121552 w 6501199"/>
              <a:gd name="connsiteY5792" fmla="*/ 1314977 h 6382977"/>
              <a:gd name="connsiteX5793" fmla="*/ 3201121 w 6501199"/>
              <a:gd name="connsiteY5793" fmla="*/ 1314977 h 6382977"/>
              <a:gd name="connsiteX5794" fmla="*/ 3242165 w 6501199"/>
              <a:gd name="connsiteY5794" fmla="*/ 1314977 h 6382977"/>
              <a:gd name="connsiteX5795" fmla="*/ 3280689 w 6501199"/>
              <a:gd name="connsiteY5795" fmla="*/ 1319657 h 6382977"/>
              <a:gd name="connsiteX5796" fmla="*/ 3278529 w 6501199"/>
              <a:gd name="connsiteY5796" fmla="*/ 1312818 h 6382977"/>
              <a:gd name="connsiteX5797" fmla="*/ 3346576 w 6501199"/>
              <a:gd name="connsiteY5797" fmla="*/ 1319657 h 6382977"/>
              <a:gd name="connsiteX5798" fmla="*/ 3337215 w 6501199"/>
              <a:gd name="connsiteY5798" fmla="*/ 1330815 h 6382977"/>
              <a:gd name="connsiteX5799" fmla="*/ 3364578 w 6501199"/>
              <a:gd name="connsiteY5799" fmla="*/ 1312818 h 6382977"/>
              <a:gd name="connsiteX5800" fmla="*/ 3357737 w 6501199"/>
              <a:gd name="connsiteY5800" fmla="*/ 1328655 h 6382977"/>
              <a:gd name="connsiteX5801" fmla="*/ 3414623 w 6501199"/>
              <a:gd name="connsiteY5801" fmla="*/ 1335494 h 6382977"/>
              <a:gd name="connsiteX5802" fmla="*/ 3432985 w 6501199"/>
              <a:gd name="connsiteY5802" fmla="*/ 1330815 h 6382977"/>
              <a:gd name="connsiteX5803" fmla="*/ 3428305 w 6501199"/>
              <a:gd name="connsiteY5803" fmla="*/ 1310298 h 6382977"/>
              <a:gd name="connsiteX5804" fmla="*/ 3435145 w 6501199"/>
              <a:gd name="connsiteY5804" fmla="*/ 1314977 h 6382977"/>
              <a:gd name="connsiteX5805" fmla="*/ 3441986 w 6501199"/>
              <a:gd name="connsiteY5805" fmla="*/ 1314977 h 6382977"/>
              <a:gd name="connsiteX5806" fmla="*/ 3435145 w 6501199"/>
              <a:gd name="connsiteY5806" fmla="*/ 1326496 h 6382977"/>
              <a:gd name="connsiteX5807" fmla="*/ 3439826 w 6501199"/>
              <a:gd name="connsiteY5807" fmla="*/ 1332975 h 6382977"/>
              <a:gd name="connsiteX5808" fmla="*/ 3453507 w 6501199"/>
              <a:gd name="connsiteY5808" fmla="*/ 1319657 h 6382977"/>
              <a:gd name="connsiteX5809" fmla="*/ 3453507 w 6501199"/>
              <a:gd name="connsiteY5809" fmla="*/ 1335494 h 6382977"/>
              <a:gd name="connsiteX5810" fmla="*/ 3524075 w 6501199"/>
              <a:gd name="connsiteY5810" fmla="*/ 1326496 h 6382977"/>
              <a:gd name="connsiteX5811" fmla="*/ 3529599 w 6501199"/>
              <a:gd name="connsiteY5811" fmla="*/ 1334780 h 6382977"/>
              <a:gd name="connsiteX5812" fmla="*/ 3529620 w 6501199"/>
              <a:gd name="connsiteY5812" fmla="*/ 1335394 h 6382977"/>
              <a:gd name="connsiteX5813" fmla="*/ 3531989 w 6501199"/>
              <a:gd name="connsiteY5813" fmla="*/ 1338364 h 6382977"/>
              <a:gd name="connsiteX5814" fmla="*/ 3539016 w 6501199"/>
              <a:gd name="connsiteY5814" fmla="*/ 1348902 h 6382977"/>
              <a:gd name="connsiteX5815" fmla="*/ 3562599 w 6501199"/>
              <a:gd name="connsiteY5815" fmla="*/ 1349172 h 6382977"/>
              <a:gd name="connsiteX5816" fmla="*/ 3576280 w 6501199"/>
              <a:gd name="connsiteY5816" fmla="*/ 1367170 h 6382977"/>
              <a:gd name="connsiteX5817" fmla="*/ 3580961 w 6501199"/>
              <a:gd name="connsiteY5817" fmla="*/ 1362850 h 6382977"/>
              <a:gd name="connsiteX5818" fmla="*/ 3578440 w 6501199"/>
              <a:gd name="connsiteY5818" fmla="*/ 1344493 h 6382977"/>
              <a:gd name="connsiteX5819" fmla="*/ 3592122 w 6501199"/>
              <a:gd name="connsiteY5819" fmla="*/ 1371849 h 6382977"/>
              <a:gd name="connsiteX5820" fmla="*/ 3578440 w 6501199"/>
              <a:gd name="connsiteY5820" fmla="*/ 1371849 h 6382977"/>
              <a:gd name="connsiteX5821" fmla="*/ 3598963 w 6501199"/>
              <a:gd name="connsiteY5821" fmla="*/ 1371849 h 6382977"/>
              <a:gd name="connsiteX5822" fmla="*/ 3592122 w 6501199"/>
              <a:gd name="connsiteY5822" fmla="*/ 1360331 h 6382977"/>
              <a:gd name="connsiteX5823" fmla="*/ 3637847 w 6501199"/>
              <a:gd name="connsiteY5823" fmla="*/ 1371849 h 6382977"/>
              <a:gd name="connsiteX5824" fmla="*/ 3644687 w 6501199"/>
              <a:gd name="connsiteY5824" fmla="*/ 1344493 h 6382977"/>
              <a:gd name="connsiteX5825" fmla="*/ 3603643 w 6501199"/>
              <a:gd name="connsiteY5825" fmla="*/ 1328655 h 6382977"/>
              <a:gd name="connsiteX5826" fmla="*/ 3619485 w 6501199"/>
              <a:gd name="connsiteY5826" fmla="*/ 1312818 h 6382977"/>
              <a:gd name="connsiteX5827" fmla="*/ 3642167 w 6501199"/>
              <a:gd name="connsiteY5827" fmla="*/ 1321816 h 6382977"/>
              <a:gd name="connsiteX5828" fmla="*/ 3655849 w 6501199"/>
              <a:gd name="connsiteY5828" fmla="*/ 1310298 h 6382977"/>
              <a:gd name="connsiteX5829" fmla="*/ 3708054 w 6501199"/>
              <a:gd name="connsiteY5829" fmla="*/ 1321816 h 6382977"/>
              <a:gd name="connsiteX5830" fmla="*/ 3699053 w 6501199"/>
              <a:gd name="connsiteY5830" fmla="*/ 1319657 h 6382977"/>
              <a:gd name="connsiteX5831" fmla="*/ 3712735 w 6501199"/>
              <a:gd name="connsiteY5831" fmla="*/ 1321816 h 6382977"/>
              <a:gd name="connsiteX5832" fmla="*/ 3712735 w 6501199"/>
              <a:gd name="connsiteY5832" fmla="*/ 1314977 h 6382977"/>
              <a:gd name="connsiteX5833" fmla="*/ 3760620 w 6501199"/>
              <a:gd name="connsiteY5833" fmla="*/ 1312818 h 6382977"/>
              <a:gd name="connsiteX5834" fmla="*/ 3799144 w 6501199"/>
              <a:gd name="connsiteY5834" fmla="*/ 1292300 h 6382977"/>
              <a:gd name="connsiteX5835" fmla="*/ 3810665 w 6501199"/>
              <a:gd name="connsiteY5835" fmla="*/ 1314977 h 6382977"/>
              <a:gd name="connsiteX5836" fmla="*/ 3817506 w 6501199"/>
              <a:gd name="connsiteY5836" fmla="*/ 1314977 h 6382977"/>
              <a:gd name="connsiteX5837" fmla="*/ 3853870 w 6501199"/>
              <a:gd name="connsiteY5837" fmla="*/ 1303459 h 6382977"/>
              <a:gd name="connsiteX5838" fmla="*/ 3881233 w 6501199"/>
              <a:gd name="connsiteY5838" fmla="*/ 1280782 h 6382977"/>
              <a:gd name="connsiteX5839" fmla="*/ 3885553 w 6501199"/>
              <a:gd name="connsiteY5839" fmla="*/ 1292300 h 6382977"/>
              <a:gd name="connsiteX5840" fmla="*/ 3883393 w 6501199"/>
              <a:gd name="connsiteY5840" fmla="*/ 1276463 h 6382977"/>
              <a:gd name="connsiteX5841" fmla="*/ 3892394 w 6501199"/>
              <a:gd name="connsiteY5841" fmla="*/ 1287621 h 6382977"/>
              <a:gd name="connsiteX5842" fmla="*/ 3894914 w 6501199"/>
              <a:gd name="connsiteY5842" fmla="*/ 1301299 h 6382977"/>
              <a:gd name="connsiteX5843" fmla="*/ 3883393 w 6501199"/>
              <a:gd name="connsiteY5843" fmla="*/ 1296620 h 6382977"/>
              <a:gd name="connsiteX5844" fmla="*/ 3890233 w 6501199"/>
              <a:gd name="connsiteY5844" fmla="*/ 1303459 h 6382977"/>
              <a:gd name="connsiteX5845" fmla="*/ 3883393 w 6501199"/>
              <a:gd name="connsiteY5845" fmla="*/ 1303459 h 6382977"/>
              <a:gd name="connsiteX5846" fmla="*/ 3899234 w 6501199"/>
              <a:gd name="connsiteY5846" fmla="*/ 1317137 h 6382977"/>
              <a:gd name="connsiteX5847" fmla="*/ 3858190 w 6501199"/>
              <a:gd name="connsiteY5847" fmla="*/ 1317137 h 6382977"/>
              <a:gd name="connsiteX5848" fmla="*/ 3838028 w 6501199"/>
              <a:gd name="connsiteY5848" fmla="*/ 1319657 h 6382977"/>
              <a:gd name="connsiteX5849" fmla="*/ 3808505 w 6501199"/>
              <a:gd name="connsiteY5849" fmla="*/ 1335494 h 6382977"/>
              <a:gd name="connsiteX5850" fmla="*/ 3796984 w 6501199"/>
              <a:gd name="connsiteY5850" fmla="*/ 1319657 h 6382977"/>
              <a:gd name="connsiteX5851" fmla="*/ 3790143 w 6501199"/>
              <a:gd name="connsiteY5851" fmla="*/ 1332975 h 6382977"/>
              <a:gd name="connsiteX5852" fmla="*/ 3778622 w 6501199"/>
              <a:gd name="connsiteY5852" fmla="*/ 1321816 h 6382977"/>
              <a:gd name="connsiteX5853" fmla="*/ 3764940 w 6501199"/>
              <a:gd name="connsiteY5853" fmla="*/ 1346653 h 6382977"/>
              <a:gd name="connsiteX5854" fmla="*/ 3758099 w 6501199"/>
              <a:gd name="connsiteY5854" fmla="*/ 1335494 h 6382977"/>
              <a:gd name="connsiteX5855" fmla="*/ 3721736 w 6501199"/>
              <a:gd name="connsiteY5855" fmla="*/ 1353492 h 6382977"/>
              <a:gd name="connsiteX5856" fmla="*/ 3690052 w 6501199"/>
              <a:gd name="connsiteY5856" fmla="*/ 1353492 h 6382977"/>
              <a:gd name="connsiteX5857" fmla="*/ 3719575 w 6501199"/>
              <a:gd name="connsiteY5857" fmla="*/ 1360331 h 6382977"/>
              <a:gd name="connsiteX5858" fmla="*/ 3753779 w 6501199"/>
              <a:gd name="connsiteY5858" fmla="*/ 1371849 h 6382977"/>
              <a:gd name="connsiteX5859" fmla="*/ 3749099 w 6501199"/>
              <a:gd name="connsiteY5859" fmla="*/ 1387687 h 6382977"/>
              <a:gd name="connsiteX5860" fmla="*/ 3749099 w 6501199"/>
              <a:gd name="connsiteY5860" fmla="*/ 1399205 h 6382977"/>
              <a:gd name="connsiteX5861" fmla="*/ 3771781 w 6501199"/>
              <a:gd name="connsiteY5861" fmla="*/ 1385527 h 6382977"/>
              <a:gd name="connsiteX5862" fmla="*/ 3821826 w 6501199"/>
              <a:gd name="connsiteY5862" fmla="*/ 1408204 h 6382977"/>
              <a:gd name="connsiteX5863" fmla="*/ 3838028 w 6501199"/>
              <a:gd name="connsiteY5863" fmla="*/ 1396685 h 6382977"/>
              <a:gd name="connsiteX5864" fmla="*/ 3831187 w 6501199"/>
              <a:gd name="connsiteY5864" fmla="*/ 1403524 h 6382977"/>
              <a:gd name="connsiteX5865" fmla="*/ 3853870 w 6501199"/>
              <a:gd name="connsiteY5865" fmla="*/ 1406044 h 6382977"/>
              <a:gd name="connsiteX5866" fmla="*/ 3844869 w 6501199"/>
              <a:gd name="connsiteY5866" fmla="*/ 1403524 h 6382977"/>
              <a:gd name="connsiteX5867" fmla="*/ 3862871 w 6501199"/>
              <a:gd name="connsiteY5867" fmla="*/ 1392366 h 6382977"/>
              <a:gd name="connsiteX5868" fmla="*/ 3858190 w 6501199"/>
              <a:gd name="connsiteY5868" fmla="*/ 1401365 h 6382977"/>
              <a:gd name="connsiteX5869" fmla="*/ 3885553 w 6501199"/>
              <a:gd name="connsiteY5869" fmla="*/ 1408204 h 6382977"/>
              <a:gd name="connsiteX5870" fmla="*/ 3881233 w 6501199"/>
              <a:gd name="connsiteY5870" fmla="*/ 1394526 h 6382977"/>
              <a:gd name="connsiteX5871" fmla="*/ 3888073 w 6501199"/>
              <a:gd name="connsiteY5871" fmla="*/ 1392366 h 6382977"/>
              <a:gd name="connsiteX5872" fmla="*/ 3903915 w 6501199"/>
              <a:gd name="connsiteY5872" fmla="*/ 1390206 h 6382977"/>
              <a:gd name="connsiteX5873" fmla="*/ 3915436 w 6501199"/>
              <a:gd name="connsiteY5873" fmla="*/ 1396685 h 6382977"/>
              <a:gd name="connsiteX5874" fmla="*/ 3890233 w 6501199"/>
              <a:gd name="connsiteY5874" fmla="*/ 1412883 h 6382977"/>
              <a:gd name="connsiteX5875" fmla="*/ 3908595 w 6501199"/>
              <a:gd name="connsiteY5875" fmla="*/ 1417202 h 6382977"/>
              <a:gd name="connsiteX5876" fmla="*/ 3938119 w 6501199"/>
              <a:gd name="connsiteY5876" fmla="*/ 1437719 h 6382977"/>
              <a:gd name="connsiteX5877" fmla="*/ 3983483 w 6501199"/>
              <a:gd name="connsiteY5877" fmla="*/ 1430880 h 6382977"/>
              <a:gd name="connsiteX5878" fmla="*/ 4001845 w 6501199"/>
              <a:gd name="connsiteY5878" fmla="*/ 1435560 h 6382977"/>
              <a:gd name="connsiteX5879" fmla="*/ 3992484 w 6501199"/>
              <a:gd name="connsiteY5879" fmla="*/ 1421882 h 6382977"/>
              <a:gd name="connsiteX5880" fmla="*/ 3988164 w 6501199"/>
              <a:gd name="connsiteY5880" fmla="*/ 1433040 h 6382977"/>
              <a:gd name="connsiteX5881" fmla="*/ 4004006 w 6501199"/>
              <a:gd name="connsiteY5881" fmla="*/ 1428721 h 6382977"/>
              <a:gd name="connsiteX5882" fmla="*/ 4056211 w 6501199"/>
              <a:gd name="connsiteY5882" fmla="*/ 1433040 h 6382977"/>
              <a:gd name="connsiteX5883" fmla="*/ 4047210 w 6501199"/>
              <a:gd name="connsiteY5883" fmla="*/ 1424041 h 6382977"/>
              <a:gd name="connsiteX5884" fmla="*/ 4095095 w 6501199"/>
              <a:gd name="connsiteY5884" fmla="*/ 1410363 h 6382977"/>
              <a:gd name="connsiteX5885" fmla="*/ 4135779 w 6501199"/>
              <a:gd name="connsiteY5885" fmla="*/ 1399205 h 6382977"/>
              <a:gd name="connsiteX5886" fmla="*/ 4131459 w 6501199"/>
              <a:gd name="connsiteY5886" fmla="*/ 1396685 h 6382977"/>
              <a:gd name="connsiteX5887" fmla="*/ 4226869 w 6501199"/>
              <a:gd name="connsiteY5887" fmla="*/ 1339814 h 6382977"/>
              <a:gd name="connsiteX5888" fmla="*/ 4233710 w 6501199"/>
              <a:gd name="connsiteY5888" fmla="*/ 1353492 h 6382977"/>
              <a:gd name="connsiteX5889" fmla="*/ 4236230 w 6501199"/>
              <a:gd name="connsiteY5889" fmla="*/ 1337654 h 6382977"/>
              <a:gd name="connsiteX5890" fmla="*/ 4265753 w 6501199"/>
              <a:gd name="connsiteY5890" fmla="*/ 1319657 h 6382977"/>
              <a:gd name="connsiteX5891" fmla="*/ 4297437 w 6501199"/>
              <a:gd name="connsiteY5891" fmla="*/ 1294460 h 6382977"/>
              <a:gd name="connsiteX5892" fmla="*/ 4302117 w 6501199"/>
              <a:gd name="connsiteY5892" fmla="*/ 1299139 h 6382977"/>
              <a:gd name="connsiteX5893" fmla="*/ 4308958 w 6501199"/>
              <a:gd name="connsiteY5893" fmla="*/ 1299139 h 6382977"/>
              <a:gd name="connsiteX5894" fmla="*/ 4326959 w 6501199"/>
              <a:gd name="connsiteY5894" fmla="*/ 1262785 h 6382977"/>
              <a:gd name="connsiteX5895" fmla="*/ 4340641 w 6501199"/>
              <a:gd name="connsiteY5895" fmla="*/ 1273943 h 6382977"/>
              <a:gd name="connsiteX5896" fmla="*/ 4345321 w 6501199"/>
              <a:gd name="connsiteY5896" fmla="*/ 1267104 h 6382977"/>
              <a:gd name="connsiteX5897" fmla="*/ 4333800 w 6501199"/>
              <a:gd name="connsiteY5897" fmla="*/ 1255946 h 6382977"/>
              <a:gd name="connsiteX5898" fmla="*/ 4365844 w 6501199"/>
              <a:gd name="connsiteY5898" fmla="*/ 1242268 h 6382977"/>
              <a:gd name="connsiteX5899" fmla="*/ 4379525 w 6501199"/>
              <a:gd name="connsiteY5899" fmla="*/ 1251266 h 6382977"/>
              <a:gd name="connsiteX5900" fmla="*/ 4393207 w 6501199"/>
              <a:gd name="connsiteY5900" fmla="*/ 1235429 h 6382977"/>
              <a:gd name="connsiteX5901" fmla="*/ 4400047 w 6501199"/>
              <a:gd name="connsiteY5901" fmla="*/ 1251266 h 6382977"/>
              <a:gd name="connsiteX5902" fmla="*/ 4445412 w 6501199"/>
              <a:gd name="connsiteY5902" fmla="*/ 1214912 h 6382977"/>
              <a:gd name="connsiteX5903" fmla="*/ 4452253 w 6501199"/>
              <a:gd name="connsiteY5903" fmla="*/ 1232909 h 6382977"/>
              <a:gd name="connsiteX5904" fmla="*/ 4477095 w 6501199"/>
              <a:gd name="connsiteY5904" fmla="*/ 1194395 h 6382977"/>
              <a:gd name="connsiteX5905" fmla="*/ 4470255 w 6501199"/>
              <a:gd name="connsiteY5905" fmla="*/ 1185396 h 6382977"/>
              <a:gd name="connsiteX5906" fmla="*/ 4495457 w 6501199"/>
              <a:gd name="connsiteY5906" fmla="*/ 1155880 h 6382977"/>
              <a:gd name="connsiteX5907" fmla="*/ 4554503 w 6501199"/>
              <a:gd name="connsiteY5907" fmla="*/ 1135363 h 6382977"/>
              <a:gd name="connsiteX5908" fmla="*/ 4558539 w 6501199"/>
              <a:gd name="connsiteY5908" fmla="*/ 1119306 h 6382977"/>
              <a:gd name="connsiteX5909" fmla="*/ 4554193 w 6501199"/>
              <a:gd name="connsiteY5909" fmla="*/ 1117418 h 6382977"/>
              <a:gd name="connsiteX5910" fmla="*/ 4544480 w 6501199"/>
              <a:gd name="connsiteY5910" fmla="*/ 1111794 h 6382977"/>
              <a:gd name="connsiteX5911" fmla="*/ 4526134 w 6501199"/>
              <a:gd name="connsiteY5911" fmla="*/ 1129937 h 6382977"/>
              <a:gd name="connsiteX5912" fmla="*/ 4542322 w 6501199"/>
              <a:gd name="connsiteY5912" fmla="*/ 1079500 h 6382977"/>
              <a:gd name="connsiteX5913" fmla="*/ 4558150 w 6501199"/>
              <a:gd name="connsiteY5913" fmla="*/ 1081677 h 6382977"/>
              <a:gd name="connsiteX5914" fmla="*/ 4560309 w 6501199"/>
              <a:gd name="connsiteY5914" fmla="*/ 1100183 h 6382977"/>
              <a:gd name="connsiteX5915" fmla="*/ 4553474 w 6501199"/>
              <a:gd name="connsiteY5915" fmla="*/ 1091111 h 6382977"/>
              <a:gd name="connsiteX5916" fmla="*/ 4537646 w 6501199"/>
              <a:gd name="connsiteY5916" fmla="*/ 1088571 h 6382977"/>
              <a:gd name="connsiteX5917" fmla="*/ 4542322 w 6501199"/>
              <a:gd name="connsiteY5917" fmla="*/ 1104900 h 6382977"/>
              <a:gd name="connsiteX5918" fmla="*/ 4558915 w 6501199"/>
              <a:gd name="connsiteY5918" fmla="*/ 1107984 h 6382977"/>
              <a:gd name="connsiteX5919" fmla="*/ 4562676 w 6501199"/>
              <a:gd name="connsiteY5919" fmla="*/ 1114869 h 6382977"/>
              <a:gd name="connsiteX5920" fmla="*/ 4577186 w 6501199"/>
              <a:gd name="connsiteY5920" fmla="*/ 1105848 h 6382977"/>
              <a:gd name="connsiteX5921" fmla="*/ 4570705 w 6501199"/>
              <a:gd name="connsiteY5921" fmla="*/ 1094329 h 6382977"/>
              <a:gd name="connsiteX5922" fmla="*/ 4581867 w 6501199"/>
              <a:gd name="connsiteY5922" fmla="*/ 1096489 h 6382977"/>
              <a:gd name="connsiteX5923" fmla="*/ 4577186 w 6501199"/>
              <a:gd name="connsiteY5923" fmla="*/ 1085331 h 6382977"/>
              <a:gd name="connsiteX5924" fmla="*/ 4572865 w 6501199"/>
              <a:gd name="connsiteY5924" fmla="*/ 1087490 h 6382977"/>
              <a:gd name="connsiteX5925" fmla="*/ 4576196 w 6501199"/>
              <a:gd name="connsiteY5925" fmla="*/ 1069583 h 6382977"/>
              <a:gd name="connsiteX5926" fmla="*/ 4581096 w 6501199"/>
              <a:gd name="connsiteY5926" fmla="*/ 1061873 h 6382977"/>
              <a:gd name="connsiteX5927" fmla="*/ 4565466 w 6501199"/>
              <a:gd name="connsiteY5927" fmla="*/ 1060420 h 6382977"/>
              <a:gd name="connsiteX5928" fmla="*/ 4554370 w 6501199"/>
              <a:gd name="connsiteY5928" fmla="*/ 1053124 h 6382977"/>
              <a:gd name="connsiteX5929" fmla="*/ 4545421 w 6501199"/>
              <a:gd name="connsiteY5929" fmla="*/ 1075962 h 6382977"/>
              <a:gd name="connsiteX5930" fmla="*/ 4549716 w 6501199"/>
              <a:gd name="connsiteY5930" fmla="*/ 1046237 h 6382977"/>
              <a:gd name="connsiteX5931" fmla="*/ 4559023 w 6501199"/>
              <a:gd name="connsiteY5931" fmla="*/ 1053124 h 6382977"/>
              <a:gd name="connsiteX5932" fmla="*/ 4574774 w 6501199"/>
              <a:gd name="connsiteY5932" fmla="*/ 1044062 h 6382977"/>
              <a:gd name="connsiteX5933" fmla="*/ 4552222 w 6501199"/>
              <a:gd name="connsiteY5933" fmla="*/ 1044062 h 6382977"/>
              <a:gd name="connsiteX5934" fmla="*/ 4583723 w 6501199"/>
              <a:gd name="connsiteY5934" fmla="*/ 1034999 h 6382977"/>
              <a:gd name="connsiteX5935" fmla="*/ 4578538 w 6501199"/>
              <a:gd name="connsiteY5935" fmla="*/ 1054625 h 6382977"/>
              <a:gd name="connsiteX5936" fmla="*/ 4583276 w 6501199"/>
              <a:gd name="connsiteY5936" fmla="*/ 1058442 h 6382977"/>
              <a:gd name="connsiteX5937" fmla="*/ 4586547 w 6501199"/>
              <a:gd name="connsiteY5937" fmla="*/ 1053295 h 6382977"/>
              <a:gd name="connsiteX5938" fmla="*/ 4587511 w 6501199"/>
              <a:gd name="connsiteY5938" fmla="*/ 1061853 h 6382977"/>
              <a:gd name="connsiteX5939" fmla="*/ 4588376 w 6501199"/>
              <a:gd name="connsiteY5939" fmla="*/ 1062550 h 6382977"/>
              <a:gd name="connsiteX5940" fmla="*/ 4587581 w 6501199"/>
              <a:gd name="connsiteY5940" fmla="*/ 1062476 h 6382977"/>
              <a:gd name="connsiteX5941" fmla="*/ 4588482 w 6501199"/>
              <a:gd name="connsiteY5941" fmla="*/ 1070483 h 6382977"/>
              <a:gd name="connsiteX5942" fmla="*/ 4575026 w 6501199"/>
              <a:gd name="connsiteY5942" fmla="*/ 1080651 h 6382977"/>
              <a:gd name="connsiteX5943" fmla="*/ 4581867 w 6501199"/>
              <a:gd name="connsiteY5943" fmla="*/ 1087490 h 6382977"/>
              <a:gd name="connsiteX5944" fmla="*/ 4593388 w 6501199"/>
              <a:gd name="connsiteY5944" fmla="*/ 1075972 h 6382977"/>
              <a:gd name="connsiteX5945" fmla="*/ 4618231 w 6501199"/>
              <a:gd name="connsiteY5945" fmla="*/ 1069133 h 6382977"/>
              <a:gd name="connsiteX5946" fmla="*/ 4602389 w 6501199"/>
              <a:gd name="connsiteY5946" fmla="*/ 1053295 h 6382977"/>
              <a:gd name="connsiteX5947" fmla="*/ 4647753 w 6501199"/>
              <a:gd name="connsiteY5947" fmla="*/ 1030618 h 6382977"/>
              <a:gd name="connsiteX5948" fmla="*/ 4668275 w 6501199"/>
              <a:gd name="connsiteY5948" fmla="*/ 987425 h 6382977"/>
              <a:gd name="connsiteX5949" fmla="*/ 4688798 w 6501199"/>
              <a:gd name="connsiteY5949" fmla="*/ 989584 h 6382977"/>
              <a:gd name="connsiteX5950" fmla="*/ 4681957 w 6501199"/>
              <a:gd name="connsiteY5950" fmla="*/ 1010101 h 6382977"/>
              <a:gd name="connsiteX5951" fmla="*/ 4700319 w 6501199"/>
              <a:gd name="connsiteY5951" fmla="*/ 1005782 h 6382977"/>
              <a:gd name="connsiteX5952" fmla="*/ 4695639 w 6501199"/>
              <a:gd name="connsiteY5952" fmla="*/ 996423 h 6382977"/>
              <a:gd name="connsiteX5953" fmla="*/ 4711481 w 6501199"/>
              <a:gd name="connsiteY5953" fmla="*/ 1005782 h 6382977"/>
              <a:gd name="connsiteX5954" fmla="*/ 4711481 w 6501199"/>
              <a:gd name="connsiteY5954" fmla="*/ 1066973 h 6382977"/>
              <a:gd name="connsiteX5955" fmla="*/ 4723001 w 6501199"/>
              <a:gd name="connsiteY5955" fmla="*/ 1046456 h 6382977"/>
              <a:gd name="connsiteX5956" fmla="*/ 4709320 w 6501199"/>
              <a:gd name="connsiteY5956" fmla="*/ 1048976 h 6382977"/>
              <a:gd name="connsiteX5957" fmla="*/ 4709320 w 6501199"/>
              <a:gd name="connsiteY5957" fmla="*/ 1039617 h 6382977"/>
              <a:gd name="connsiteX5958" fmla="*/ 4732003 w 6501199"/>
              <a:gd name="connsiteY5958" fmla="*/ 1042137 h 6382977"/>
              <a:gd name="connsiteX5959" fmla="*/ 4729842 w 6501199"/>
              <a:gd name="connsiteY5959" fmla="*/ 1053295 h 6382977"/>
              <a:gd name="connsiteX5960" fmla="*/ 4737887 w 6501199"/>
              <a:gd name="connsiteY5960" fmla="*/ 1053625 h 6382977"/>
              <a:gd name="connsiteX5961" fmla="*/ 4744856 w 6501199"/>
              <a:gd name="connsiteY5961" fmla="*/ 1036845 h 6382977"/>
              <a:gd name="connsiteX5962" fmla="*/ 4744232 w 6501199"/>
              <a:gd name="connsiteY5962" fmla="*/ 1019030 h 6382977"/>
              <a:gd name="connsiteX5963" fmla="*/ 4769179 w 6501199"/>
              <a:gd name="connsiteY5963" fmla="*/ 1009650 h 6382977"/>
              <a:gd name="connsiteX5964" fmla="*/ 4751004 w 6501199"/>
              <a:gd name="connsiteY5964" fmla="*/ 1032380 h 6382977"/>
              <a:gd name="connsiteX5965" fmla="*/ 4750899 w 6501199"/>
              <a:gd name="connsiteY5965" fmla="*/ 1035591 h 6382977"/>
              <a:gd name="connsiteX5966" fmla="*/ 4755175 w 6501199"/>
              <a:gd name="connsiteY5966" fmla="*/ 1037941 h 6382977"/>
              <a:gd name="connsiteX5967" fmla="*/ 4752930 w 6501199"/>
              <a:gd name="connsiteY5967" fmla="*/ 1040247 h 6382977"/>
              <a:gd name="connsiteX5968" fmla="*/ 4750474 w 6501199"/>
              <a:gd name="connsiteY5968" fmla="*/ 1048606 h 6382977"/>
              <a:gd name="connsiteX5969" fmla="*/ 4750462 w 6501199"/>
              <a:gd name="connsiteY5969" fmla="*/ 1048978 h 6382977"/>
              <a:gd name="connsiteX5970" fmla="*/ 4761824 w 6501199"/>
              <a:gd name="connsiteY5970" fmla="*/ 1049268 h 6382977"/>
              <a:gd name="connsiteX5971" fmla="*/ 4770887 w 6501199"/>
              <a:gd name="connsiteY5971" fmla="*/ 1035298 h 6382977"/>
              <a:gd name="connsiteX5972" fmla="*/ 4773047 w 6501199"/>
              <a:gd name="connsiteY5972" fmla="*/ 1066973 h 6382977"/>
              <a:gd name="connsiteX5973" fmla="*/ 4770887 w 6501199"/>
              <a:gd name="connsiteY5973" fmla="*/ 1080651 h 6382977"/>
              <a:gd name="connsiteX5974" fmla="*/ 4782048 w 6501199"/>
              <a:gd name="connsiteY5974" fmla="*/ 1110167 h 6382977"/>
              <a:gd name="connsiteX5975" fmla="*/ 4773047 w 6501199"/>
              <a:gd name="connsiteY5975" fmla="*/ 1103328 h 6382977"/>
              <a:gd name="connsiteX5976" fmla="*/ 4776962 w 6501199"/>
              <a:gd name="connsiteY5976" fmla="*/ 1120291 h 6382977"/>
              <a:gd name="connsiteX5977" fmla="*/ 4785899 w 6501199"/>
              <a:gd name="connsiteY5977" fmla="*/ 1126727 h 6382977"/>
              <a:gd name="connsiteX5978" fmla="*/ 4788468 w 6501199"/>
              <a:gd name="connsiteY5978" fmla="*/ 1120865 h 6382977"/>
              <a:gd name="connsiteX5979" fmla="*/ 4802529 w 6501199"/>
              <a:gd name="connsiteY5979" fmla="*/ 1108075 h 6382977"/>
              <a:gd name="connsiteX5980" fmla="*/ 4793458 w 6501199"/>
              <a:gd name="connsiteY5980" fmla="*/ 1128758 h 6382977"/>
              <a:gd name="connsiteX5981" fmla="*/ 4787609 w 6501199"/>
              <a:gd name="connsiteY5981" fmla="*/ 1127959 h 6382977"/>
              <a:gd name="connsiteX5982" fmla="*/ 4797889 w 6501199"/>
              <a:gd name="connsiteY5982" fmla="*/ 1135363 h 6382977"/>
              <a:gd name="connsiteX5983" fmla="*/ 4804730 w 6501199"/>
              <a:gd name="connsiteY5983" fmla="*/ 1126365 h 6382977"/>
              <a:gd name="connsiteX5984" fmla="*/ 4827773 w 6501199"/>
              <a:gd name="connsiteY5984" fmla="*/ 1151201 h 6382977"/>
              <a:gd name="connsiteX5985" fmla="*/ 4829933 w 6501199"/>
              <a:gd name="connsiteY5985" fmla="*/ 1185396 h 6382977"/>
              <a:gd name="connsiteX5986" fmla="*/ 4827773 w 6501199"/>
              <a:gd name="connsiteY5986" fmla="*/ 1230749 h 6382977"/>
              <a:gd name="connsiteX5987" fmla="*/ 4816251 w 6501199"/>
              <a:gd name="connsiteY5987" fmla="*/ 1276463 h 6382977"/>
              <a:gd name="connsiteX5988" fmla="*/ 4821104 w 6501199"/>
              <a:gd name="connsiteY5988" fmla="*/ 1273483 h 6382977"/>
              <a:gd name="connsiteX5989" fmla="*/ 4820420 w 6501199"/>
              <a:gd name="connsiteY5989" fmla="*/ 1271903 h 6382977"/>
              <a:gd name="connsiteX5990" fmla="*/ 4827713 w 6501199"/>
              <a:gd name="connsiteY5990" fmla="*/ 1264030 h 6382977"/>
              <a:gd name="connsiteX5991" fmla="*/ 4831952 w 6501199"/>
              <a:gd name="connsiteY5991" fmla="*/ 1264855 h 6382977"/>
              <a:gd name="connsiteX5992" fmla="*/ 4836773 w 6501199"/>
              <a:gd name="connsiteY5992" fmla="*/ 1253426 h 6382977"/>
              <a:gd name="connsiteX5993" fmla="*/ 4841094 w 6501199"/>
              <a:gd name="connsiteY5993" fmla="*/ 1271783 h 6382977"/>
              <a:gd name="connsiteX5994" fmla="*/ 4854775 w 6501199"/>
              <a:gd name="connsiteY5994" fmla="*/ 1285461 h 6382977"/>
              <a:gd name="connsiteX5995" fmla="*/ 4875297 w 6501199"/>
              <a:gd name="connsiteY5995" fmla="*/ 1255946 h 6382977"/>
              <a:gd name="connsiteX5996" fmla="*/ 4866297 w 6501199"/>
              <a:gd name="connsiteY5996" fmla="*/ 1312818 h 6382977"/>
              <a:gd name="connsiteX5997" fmla="*/ 4857295 w 6501199"/>
              <a:gd name="connsiteY5997" fmla="*/ 1339814 h 6382977"/>
              <a:gd name="connsiteX5998" fmla="*/ 4854775 w 6501199"/>
              <a:gd name="connsiteY5998" fmla="*/ 1376528 h 6382977"/>
              <a:gd name="connsiteX5999" fmla="*/ 4795729 w 6501199"/>
              <a:gd name="connsiteY5999" fmla="*/ 1501430 h 6382977"/>
              <a:gd name="connsiteX6000" fmla="*/ 4807251 w 6501199"/>
              <a:gd name="connsiteY6000" fmla="*/ 1492431 h 6382977"/>
              <a:gd name="connsiteX6001" fmla="*/ 4820932 w 6501199"/>
              <a:gd name="connsiteY6001" fmla="*/ 1499270 h 6382977"/>
              <a:gd name="connsiteX6002" fmla="*/ 4793569 w 6501199"/>
              <a:gd name="connsiteY6002" fmla="*/ 1506109 h 6382977"/>
              <a:gd name="connsiteX6003" fmla="*/ 4766206 w 6501199"/>
              <a:gd name="connsiteY6003" fmla="*/ 1571980 h 6382977"/>
              <a:gd name="connsiteX6004" fmla="*/ 4761525 w 6501199"/>
              <a:gd name="connsiteY6004" fmla="*/ 1587818 h 6382977"/>
              <a:gd name="connsiteX6005" fmla="*/ 4734523 w 6501199"/>
              <a:gd name="connsiteY6005" fmla="*/ 1624172 h 6382977"/>
              <a:gd name="connsiteX6006" fmla="*/ 4784208 w 6501199"/>
              <a:gd name="connsiteY6006" fmla="*/ 1601496 h 6382977"/>
              <a:gd name="connsiteX6007" fmla="*/ 4749121 w 6501199"/>
              <a:gd name="connsiteY6007" fmla="*/ 1653935 h 6382977"/>
              <a:gd name="connsiteX6008" fmla="*/ 4744285 w 6501199"/>
              <a:gd name="connsiteY6008" fmla="*/ 1666011 h 6382977"/>
              <a:gd name="connsiteX6009" fmla="*/ 4748827 w 6501199"/>
              <a:gd name="connsiteY6009" fmla="*/ 1670769 h 6382977"/>
              <a:gd name="connsiteX6010" fmla="*/ 4729285 w 6501199"/>
              <a:gd name="connsiteY6010" fmla="*/ 1687149 h 6382977"/>
              <a:gd name="connsiteX6011" fmla="*/ 4731410 w 6501199"/>
              <a:gd name="connsiteY6011" fmla="*/ 1680267 h 6382977"/>
              <a:gd name="connsiteX6012" fmla="*/ 4709320 w 6501199"/>
              <a:gd name="connsiteY6012" fmla="*/ 1694227 h 6382977"/>
              <a:gd name="connsiteX6013" fmla="*/ 4684117 w 6501199"/>
              <a:gd name="connsiteY6013" fmla="*/ 1717759 h 6382977"/>
              <a:gd name="connsiteX6014" fmla="*/ 4711481 w 6501199"/>
              <a:gd name="connsiteY6014" fmla="*/ 1717759 h 6382977"/>
              <a:gd name="connsiteX6015" fmla="*/ 4702479 w 6501199"/>
              <a:gd name="connsiteY6015" fmla="*/ 1731077 h 6382977"/>
              <a:gd name="connsiteX6016" fmla="*/ 4696137 w 6501199"/>
              <a:gd name="connsiteY6016" fmla="*/ 1728970 h 6382977"/>
              <a:gd name="connsiteX6017" fmla="*/ 4684673 w 6501199"/>
              <a:gd name="connsiteY6017" fmla="*/ 1744540 h 6382977"/>
              <a:gd name="connsiteX6018" fmla="*/ 4671518 w 6501199"/>
              <a:gd name="connsiteY6018" fmla="*/ 1758587 h 6382977"/>
              <a:gd name="connsiteX6019" fmla="*/ 4666572 w 6501199"/>
              <a:gd name="connsiteY6019" fmla="*/ 1747872 h 6382977"/>
              <a:gd name="connsiteX6020" fmla="*/ 4659185 w 6501199"/>
              <a:gd name="connsiteY6020" fmla="*/ 1753124 h 6382977"/>
              <a:gd name="connsiteX6021" fmla="*/ 4634072 w 6501199"/>
              <a:gd name="connsiteY6021" fmla="*/ 1778950 h 6382977"/>
              <a:gd name="connsiteX6022" fmla="*/ 4629751 w 6501199"/>
              <a:gd name="connsiteY6022" fmla="*/ 1772111 h 6382977"/>
              <a:gd name="connsiteX6023" fmla="*/ 4547663 w 6501199"/>
              <a:gd name="connsiteY6023" fmla="*/ 1819984 h 6382977"/>
              <a:gd name="connsiteX6024" fmla="*/ 4468095 w 6501199"/>
              <a:gd name="connsiteY6024" fmla="*/ 1860658 h 6382977"/>
              <a:gd name="connsiteX6025" fmla="*/ 4340641 w 6501199"/>
              <a:gd name="connsiteY6025" fmla="*/ 1920049 h 6382977"/>
              <a:gd name="connsiteX6026" fmla="*/ 4356483 w 6501199"/>
              <a:gd name="connsiteY6026" fmla="*/ 1933727 h 6382977"/>
              <a:gd name="connsiteX6027" fmla="*/ 4317959 w 6501199"/>
              <a:gd name="connsiteY6027" fmla="*/ 1954244 h 6382977"/>
              <a:gd name="connsiteX6028" fmla="*/ 4322639 w 6501199"/>
              <a:gd name="connsiteY6028" fmla="*/ 1944886 h 6382977"/>
              <a:gd name="connsiteX6029" fmla="*/ 4308958 w 6501199"/>
              <a:gd name="connsiteY6029" fmla="*/ 1947405 h 6382977"/>
              <a:gd name="connsiteX6030" fmla="*/ 4311118 w 6501199"/>
              <a:gd name="connsiteY6030" fmla="*/ 1956404 h 6382977"/>
              <a:gd name="connsiteX6031" fmla="*/ 4160982 w 6501199"/>
              <a:gd name="connsiteY6031" fmla="*/ 2008596 h 6382977"/>
              <a:gd name="connsiteX6032" fmla="*/ 4224709 w 6501199"/>
              <a:gd name="connsiteY6032" fmla="*/ 2011116 h 6382977"/>
              <a:gd name="connsiteX6033" fmla="*/ 4188345 w 6501199"/>
              <a:gd name="connsiteY6033" fmla="*/ 2022274 h 6382977"/>
              <a:gd name="connsiteX6034" fmla="*/ 4215708 w 6501199"/>
              <a:gd name="connsiteY6034" fmla="*/ 2013276 h 6382977"/>
              <a:gd name="connsiteX6035" fmla="*/ 4220028 w 6501199"/>
              <a:gd name="connsiteY6035" fmla="*/ 2024434 h 6382977"/>
              <a:gd name="connsiteX6036" fmla="*/ 4233710 w 6501199"/>
              <a:gd name="connsiteY6036" fmla="*/ 2015435 h 6382977"/>
              <a:gd name="connsiteX6037" fmla="*/ 4231549 w 6501199"/>
              <a:gd name="connsiteY6037" fmla="*/ 1992759 h 6382977"/>
              <a:gd name="connsiteX6038" fmla="*/ 4256392 w 6501199"/>
              <a:gd name="connsiteY6038" fmla="*/ 1999598 h 6382977"/>
              <a:gd name="connsiteX6039" fmla="*/ 4272594 w 6501199"/>
              <a:gd name="connsiteY6039" fmla="*/ 1985920 h 6382977"/>
              <a:gd name="connsiteX6040" fmla="*/ 4272594 w 6501199"/>
              <a:gd name="connsiteY6040" fmla="*/ 2001757 h 6382977"/>
              <a:gd name="connsiteX6041" fmla="*/ 4283755 w 6501199"/>
              <a:gd name="connsiteY6041" fmla="*/ 1992759 h 6382977"/>
              <a:gd name="connsiteX6042" fmla="*/ 4274754 w 6501199"/>
              <a:gd name="connsiteY6042" fmla="*/ 1981600 h 6382977"/>
              <a:gd name="connsiteX6043" fmla="*/ 4313278 w 6501199"/>
              <a:gd name="connsiteY6043" fmla="*/ 1967922 h 6382977"/>
              <a:gd name="connsiteX6044" fmla="*/ 4320119 w 6501199"/>
              <a:gd name="connsiteY6044" fmla="*/ 1983760 h 6382977"/>
              <a:gd name="connsiteX6045" fmla="*/ 4324799 w 6501199"/>
              <a:gd name="connsiteY6045" fmla="*/ 1977731 h 6382977"/>
              <a:gd name="connsiteX6046" fmla="*/ 4325405 w 6501199"/>
              <a:gd name="connsiteY6046" fmla="*/ 1976741 h 6382977"/>
              <a:gd name="connsiteX6047" fmla="*/ 4377410 w 6501199"/>
              <a:gd name="connsiteY6047" fmla="*/ 1961308 h 6382977"/>
              <a:gd name="connsiteX6048" fmla="*/ 4424890 w 6501199"/>
              <a:gd name="connsiteY6048" fmla="*/ 1940566 h 6382977"/>
              <a:gd name="connsiteX6049" fmla="*/ 4515979 w 6501199"/>
              <a:gd name="connsiteY6049" fmla="*/ 1894853 h 6382977"/>
              <a:gd name="connsiteX6050" fmla="*/ 4513459 w 6501199"/>
              <a:gd name="connsiteY6050" fmla="*/ 1883695 h 6382977"/>
              <a:gd name="connsiteX6051" fmla="*/ 4545503 w 6501199"/>
              <a:gd name="connsiteY6051" fmla="*/ 1876856 h 6382977"/>
              <a:gd name="connsiteX6052" fmla="*/ 4568185 w 6501199"/>
              <a:gd name="connsiteY6052" fmla="*/ 1847340 h 6382977"/>
              <a:gd name="connsiteX6053" fmla="*/ 4588707 w 6501199"/>
              <a:gd name="connsiteY6053" fmla="*/ 1847340 h 6382977"/>
              <a:gd name="connsiteX6054" fmla="*/ 4586547 w 6501199"/>
              <a:gd name="connsiteY6054" fmla="*/ 1828983 h 6382977"/>
              <a:gd name="connsiteX6055" fmla="*/ 4622911 w 6501199"/>
              <a:gd name="connsiteY6055" fmla="*/ 1808466 h 6382977"/>
              <a:gd name="connsiteX6056" fmla="*/ 4663955 w 6501199"/>
              <a:gd name="connsiteY6056" fmla="*/ 1799467 h 6382977"/>
              <a:gd name="connsiteX6057" fmla="*/ 4661435 w 6501199"/>
              <a:gd name="connsiteY6057" fmla="*/ 1776790 h 6382977"/>
              <a:gd name="connsiteX6058" fmla="*/ 4670796 w 6501199"/>
              <a:gd name="connsiteY6058" fmla="*/ 1785789 h 6382977"/>
              <a:gd name="connsiteX6059" fmla="*/ 4729842 w 6501199"/>
              <a:gd name="connsiteY6059" fmla="*/ 1728917 h 6382977"/>
              <a:gd name="connsiteX6060" fmla="*/ 4766206 w 6501199"/>
              <a:gd name="connsiteY6060" fmla="*/ 1701561 h 6382977"/>
              <a:gd name="connsiteX6061" fmla="*/ 4768118 w 6501199"/>
              <a:gd name="connsiteY6061" fmla="*/ 1698929 h 6382977"/>
              <a:gd name="connsiteX6062" fmla="*/ 4766408 w 6501199"/>
              <a:gd name="connsiteY6062" fmla="*/ 1696857 h 6382977"/>
              <a:gd name="connsiteX6063" fmla="*/ 4767835 w 6501199"/>
              <a:gd name="connsiteY6063" fmla="*/ 1682750 h 6382977"/>
              <a:gd name="connsiteX6064" fmla="*/ 4774711 w 6501199"/>
              <a:gd name="connsiteY6064" fmla="*/ 1689855 h 6382977"/>
              <a:gd name="connsiteX6065" fmla="*/ 4791049 w 6501199"/>
              <a:gd name="connsiteY6065" fmla="*/ 1667366 h 6382977"/>
              <a:gd name="connsiteX6066" fmla="*/ 4809411 w 6501199"/>
              <a:gd name="connsiteY6066" fmla="*/ 1667366 h 6382977"/>
              <a:gd name="connsiteX6067" fmla="*/ 4971068 w 6501199"/>
              <a:gd name="connsiteY6067" fmla="*/ 1439879 h 6382977"/>
              <a:gd name="connsiteX6068" fmla="*/ 4877458 w 6501199"/>
              <a:gd name="connsiteY6068" fmla="*/ 1596816 h 6382977"/>
              <a:gd name="connsiteX6069" fmla="*/ 4817826 w 6501199"/>
              <a:gd name="connsiteY6069" fmla="*/ 1664036 h 6382977"/>
              <a:gd name="connsiteX6070" fmla="*/ 4777761 w 6501199"/>
              <a:gd name="connsiteY6070" fmla="*/ 1698125 h 6382977"/>
              <a:gd name="connsiteX6071" fmla="*/ 4776753 w 6501199"/>
              <a:gd name="connsiteY6071" fmla="*/ 1709386 h 6382977"/>
              <a:gd name="connsiteX6072" fmla="*/ 4771708 w 6501199"/>
              <a:gd name="connsiteY6072" fmla="*/ 1703276 h 6382977"/>
              <a:gd name="connsiteX6073" fmla="*/ 4762374 w 6501199"/>
              <a:gd name="connsiteY6073" fmla="*/ 1711217 h 6382977"/>
              <a:gd name="connsiteX6074" fmla="*/ 4763233 w 6501199"/>
              <a:gd name="connsiteY6074" fmla="*/ 1720481 h 6382977"/>
              <a:gd name="connsiteX6075" fmla="*/ 4765933 w 6501199"/>
              <a:gd name="connsiteY6075" fmla="*/ 1730502 h 6382977"/>
              <a:gd name="connsiteX6076" fmla="*/ 4762947 w 6501199"/>
              <a:gd name="connsiteY6076" fmla="*/ 1731094 h 6382977"/>
              <a:gd name="connsiteX6077" fmla="*/ 4766206 w 6501199"/>
              <a:gd name="connsiteY6077" fmla="*/ 1737916 h 6382977"/>
              <a:gd name="connsiteX6078" fmla="*/ 4743523 w 6501199"/>
              <a:gd name="connsiteY6078" fmla="*/ 1744755 h 6382977"/>
              <a:gd name="connsiteX6079" fmla="*/ 4718321 w 6501199"/>
              <a:gd name="connsiteY6079" fmla="*/ 1758433 h 6382977"/>
              <a:gd name="connsiteX6080" fmla="*/ 4727322 w 6501199"/>
              <a:gd name="connsiteY6080" fmla="*/ 1765272 h 6382977"/>
              <a:gd name="connsiteX6081" fmla="*/ 4704639 w 6501199"/>
              <a:gd name="connsiteY6081" fmla="*/ 1778950 h 6382977"/>
              <a:gd name="connsiteX6082" fmla="*/ 4690958 w 6501199"/>
              <a:gd name="connsiteY6082" fmla="*/ 1806306 h 6382977"/>
              <a:gd name="connsiteX6083" fmla="*/ 4684117 w 6501199"/>
              <a:gd name="connsiteY6083" fmla="*/ 1797307 h 6382977"/>
              <a:gd name="connsiteX6084" fmla="*/ 4622911 w 6501199"/>
              <a:gd name="connsiteY6084" fmla="*/ 1837981 h 6382977"/>
              <a:gd name="connsiteX6085" fmla="*/ 4643433 w 6501199"/>
              <a:gd name="connsiteY6085" fmla="*/ 1856339 h 6382977"/>
              <a:gd name="connsiteX6086" fmla="*/ 4618231 w 6501199"/>
              <a:gd name="connsiteY6086" fmla="*/ 1844820 h 6382977"/>
              <a:gd name="connsiteX6087" fmla="*/ 4563865 w 6501199"/>
              <a:gd name="connsiteY6087" fmla="*/ 1888014 h 6382977"/>
              <a:gd name="connsiteX6088" fmla="*/ 4495457 w 6501199"/>
              <a:gd name="connsiteY6088" fmla="*/ 1913210 h 6382977"/>
              <a:gd name="connsiteX6089" fmla="*/ 4506979 w 6501199"/>
              <a:gd name="connsiteY6089" fmla="*/ 1915370 h 6382977"/>
              <a:gd name="connsiteX6090" fmla="*/ 4429571 w 6501199"/>
              <a:gd name="connsiteY6090" fmla="*/ 1954244 h 6382977"/>
              <a:gd name="connsiteX6091" fmla="*/ 4349642 w 6501199"/>
              <a:gd name="connsiteY6091" fmla="*/ 2001757 h 6382977"/>
              <a:gd name="connsiteX6092" fmla="*/ 4267913 w 6501199"/>
              <a:gd name="connsiteY6092" fmla="*/ 2044951 h 6382977"/>
              <a:gd name="connsiteX6093" fmla="*/ 4181504 w 6501199"/>
              <a:gd name="connsiteY6093" fmla="*/ 2074827 h 6382977"/>
              <a:gd name="connsiteX6094" fmla="*/ 4176824 w 6501199"/>
              <a:gd name="connsiteY6094" fmla="*/ 2088145 h 6382977"/>
              <a:gd name="connsiteX6095" fmla="*/ 4031368 w 6501199"/>
              <a:gd name="connsiteY6095" fmla="*/ 2136018 h 6382977"/>
              <a:gd name="connsiteX6096" fmla="*/ 4031053 w 6501199"/>
              <a:gd name="connsiteY6096" fmla="*/ 2134038 h 6382977"/>
              <a:gd name="connsiteX6097" fmla="*/ 4029177 w 6501199"/>
              <a:gd name="connsiteY6097" fmla="*/ 2122249 h 6382977"/>
              <a:gd name="connsiteX6098" fmla="*/ 4028391 w 6501199"/>
              <a:gd name="connsiteY6098" fmla="*/ 2123711 h 6382977"/>
              <a:gd name="connsiteX6099" fmla="*/ 4026927 w 6501199"/>
              <a:gd name="connsiteY6099" fmla="*/ 2121351 h 6382977"/>
              <a:gd name="connsiteX6100" fmla="*/ 3998875 w 6501199"/>
              <a:gd name="connsiteY6100" fmla="*/ 2138448 h 6382977"/>
              <a:gd name="connsiteX6101" fmla="*/ 3965121 w 6501199"/>
              <a:gd name="connsiteY6101" fmla="*/ 2149696 h 6382977"/>
              <a:gd name="connsiteX6102" fmla="*/ 3953971 w 6501199"/>
              <a:gd name="connsiteY6102" fmla="*/ 2151539 h 6382977"/>
              <a:gd name="connsiteX6103" fmla="*/ 3957655 w 6501199"/>
              <a:gd name="connsiteY6103" fmla="*/ 2152844 h 6382977"/>
              <a:gd name="connsiteX6104" fmla="*/ 3973552 w 6501199"/>
              <a:gd name="connsiteY6104" fmla="*/ 2150977 h 6382977"/>
              <a:gd name="connsiteX6105" fmla="*/ 3977365 w 6501199"/>
              <a:gd name="connsiteY6105" fmla="*/ 2150616 h 6382977"/>
              <a:gd name="connsiteX6106" fmla="*/ 3978842 w 6501199"/>
              <a:gd name="connsiteY6106" fmla="*/ 2148962 h 6382977"/>
              <a:gd name="connsiteX6107" fmla="*/ 3978092 w 6501199"/>
              <a:gd name="connsiteY6107" fmla="*/ 2150548 h 6382977"/>
              <a:gd name="connsiteX6108" fmla="*/ 3989043 w 6501199"/>
              <a:gd name="connsiteY6108" fmla="*/ 2149514 h 6382977"/>
              <a:gd name="connsiteX6109" fmla="*/ 4003522 w 6501199"/>
              <a:gd name="connsiteY6109" fmla="*/ 2156287 h 6382977"/>
              <a:gd name="connsiteX6110" fmla="*/ 4135283 w 6501199"/>
              <a:gd name="connsiteY6110" fmla="*/ 2135765 h 6382977"/>
              <a:gd name="connsiteX6111" fmla="*/ 4142123 w 6501199"/>
              <a:gd name="connsiteY6111" fmla="*/ 2147286 h 6382977"/>
              <a:gd name="connsiteX6112" fmla="*/ 4194593 w 6501199"/>
              <a:gd name="connsiteY6112" fmla="*/ 2137521 h 6382977"/>
              <a:gd name="connsiteX6113" fmla="*/ 4215963 w 6501199"/>
              <a:gd name="connsiteY6113" fmla="*/ 2135306 h 6382977"/>
              <a:gd name="connsiteX6114" fmla="*/ 4216723 w 6501199"/>
              <a:gd name="connsiteY6114" fmla="*/ 2132623 h 6382977"/>
              <a:gd name="connsiteX6115" fmla="*/ 4226729 w 6501199"/>
              <a:gd name="connsiteY6115" fmla="*/ 2131063 h 6382977"/>
              <a:gd name="connsiteX6116" fmla="*/ 4240043 w 6501199"/>
              <a:gd name="connsiteY6116" fmla="*/ 2124245 h 6382977"/>
              <a:gd name="connsiteX6117" fmla="*/ 4272083 w 6501199"/>
              <a:gd name="connsiteY6117" fmla="*/ 2133605 h 6382977"/>
              <a:gd name="connsiteX6118" fmla="*/ 4276403 w 6501199"/>
              <a:gd name="connsiteY6118" fmla="*/ 2119924 h 6382977"/>
              <a:gd name="connsiteX6119" fmla="*/ 4308444 w 6501199"/>
              <a:gd name="connsiteY6119" fmla="*/ 2117764 h 6382977"/>
              <a:gd name="connsiteX6120" fmla="*/ 4346964 w 6501199"/>
              <a:gd name="connsiteY6120" fmla="*/ 2115244 h 6382977"/>
              <a:gd name="connsiteX6121" fmla="*/ 4369644 w 6501199"/>
              <a:gd name="connsiteY6121" fmla="*/ 2104083 h 6382977"/>
              <a:gd name="connsiteX6122" fmla="*/ 4406365 w 6501199"/>
              <a:gd name="connsiteY6122" fmla="*/ 2097243 h 6382977"/>
              <a:gd name="connsiteX6123" fmla="*/ 4440205 w 6501199"/>
              <a:gd name="connsiteY6123" fmla="*/ 2085722 h 6382977"/>
              <a:gd name="connsiteX6124" fmla="*/ 4472245 w 6501199"/>
              <a:gd name="connsiteY6124" fmla="*/ 2074561 h 6382977"/>
              <a:gd name="connsiteX6125" fmla="*/ 4506445 w 6501199"/>
              <a:gd name="connsiteY6125" fmla="*/ 2067721 h 6382977"/>
              <a:gd name="connsiteX6126" fmla="*/ 4503925 w 6501199"/>
              <a:gd name="connsiteY6126" fmla="*/ 2058360 h 6382977"/>
              <a:gd name="connsiteX6127" fmla="*/ 4542806 w 6501199"/>
              <a:gd name="connsiteY6127" fmla="*/ 2051520 h 6382977"/>
              <a:gd name="connsiteX6128" fmla="*/ 4570166 w 6501199"/>
              <a:gd name="connsiteY6128" fmla="*/ 2028838 h 6382977"/>
              <a:gd name="connsiteX6129" fmla="*/ 4586006 w 6501199"/>
              <a:gd name="connsiteY6129" fmla="*/ 2040359 h 6382977"/>
              <a:gd name="connsiteX6130" fmla="*/ 4608686 w 6501199"/>
              <a:gd name="connsiteY6130" fmla="*/ 2026678 h 6382977"/>
              <a:gd name="connsiteX6131" fmla="*/ 4601846 w 6501199"/>
              <a:gd name="connsiteY6131" fmla="*/ 2017677 h 6382977"/>
              <a:gd name="connsiteX6132" fmla="*/ 4622366 w 6501199"/>
              <a:gd name="connsiteY6132" fmla="*/ 2017677 h 6382977"/>
              <a:gd name="connsiteX6133" fmla="*/ 4647207 w 6501199"/>
              <a:gd name="connsiteY6133" fmla="*/ 1992476 h 6382977"/>
              <a:gd name="connsiteX6134" fmla="*/ 4683567 w 6501199"/>
              <a:gd name="connsiteY6134" fmla="*/ 1978795 h 6382977"/>
              <a:gd name="connsiteX6135" fmla="*/ 4672407 w 6501199"/>
              <a:gd name="connsiteY6135" fmla="*/ 1969794 h 6382977"/>
              <a:gd name="connsiteX6136" fmla="*/ 4713087 w 6501199"/>
              <a:gd name="connsiteY6136" fmla="*/ 1949273 h 6382977"/>
              <a:gd name="connsiteX6137" fmla="*/ 4745127 w 6501199"/>
              <a:gd name="connsiteY6137" fmla="*/ 1917590 h 6382977"/>
              <a:gd name="connsiteX6138" fmla="*/ 4760967 w 6501199"/>
              <a:gd name="connsiteY6138" fmla="*/ 1921911 h 6382977"/>
              <a:gd name="connsiteX6139" fmla="*/ 4756647 w 6501199"/>
              <a:gd name="connsiteY6139" fmla="*/ 1899229 h 6382977"/>
              <a:gd name="connsiteX6140" fmla="*/ 4790487 w 6501199"/>
              <a:gd name="connsiteY6140" fmla="*/ 1887708 h 6382977"/>
              <a:gd name="connsiteX6141" fmla="*/ 4822528 w 6501199"/>
              <a:gd name="connsiteY6141" fmla="*/ 1842345 h 6382977"/>
              <a:gd name="connsiteX6142" fmla="*/ 4856728 w 6501199"/>
              <a:gd name="connsiteY6142" fmla="*/ 1812823 h 6382977"/>
              <a:gd name="connsiteX6143" fmla="*/ 4843048 w 6501199"/>
              <a:gd name="connsiteY6143" fmla="*/ 1803823 h 6382977"/>
              <a:gd name="connsiteX6144" fmla="*/ 4854208 w 6501199"/>
              <a:gd name="connsiteY6144" fmla="*/ 1790142 h 6382977"/>
              <a:gd name="connsiteX6145" fmla="*/ 4888408 w 6501199"/>
              <a:gd name="connsiteY6145" fmla="*/ 1749099 h 6382977"/>
              <a:gd name="connsiteX6146" fmla="*/ 4911089 w 6501199"/>
              <a:gd name="connsiteY6146" fmla="*/ 1755939 h 6382977"/>
              <a:gd name="connsiteX6147" fmla="*/ 4915769 w 6501199"/>
              <a:gd name="connsiteY6147" fmla="*/ 1699055 h 6382977"/>
              <a:gd name="connsiteX6148" fmla="*/ 4922609 w 6501199"/>
              <a:gd name="connsiteY6148" fmla="*/ 1714896 h 6382977"/>
              <a:gd name="connsiteX6149" fmla="*/ 4943129 w 6501199"/>
              <a:gd name="connsiteY6149" fmla="*/ 1717417 h 6382977"/>
              <a:gd name="connsiteX6150" fmla="*/ 4947449 w 6501199"/>
              <a:gd name="connsiteY6150" fmla="*/ 1687535 h 6382977"/>
              <a:gd name="connsiteX6151" fmla="*/ 4949969 w 6501199"/>
              <a:gd name="connsiteY6151" fmla="*/ 1701216 h 6382977"/>
              <a:gd name="connsiteX6152" fmla="*/ 4956809 w 6501199"/>
              <a:gd name="connsiteY6152" fmla="*/ 1667013 h 6382977"/>
              <a:gd name="connsiteX6153" fmla="*/ 4974809 w 6501199"/>
              <a:gd name="connsiteY6153" fmla="*/ 1664853 h 6382977"/>
              <a:gd name="connsiteX6154" fmla="*/ 4965809 w 6501199"/>
              <a:gd name="connsiteY6154" fmla="*/ 1642171 h 6382977"/>
              <a:gd name="connsiteX6155" fmla="*/ 4986329 w 6501199"/>
              <a:gd name="connsiteY6155" fmla="*/ 1601129 h 6382977"/>
              <a:gd name="connsiteX6156" fmla="*/ 4965809 w 6501199"/>
              <a:gd name="connsiteY6156" fmla="*/ 1598968 h 6382977"/>
              <a:gd name="connsiteX6157" fmla="*/ 4991009 w 6501199"/>
              <a:gd name="connsiteY6157" fmla="*/ 1592128 h 6382977"/>
              <a:gd name="connsiteX6158" fmla="*/ 4981649 w 6501199"/>
              <a:gd name="connsiteY6158" fmla="*/ 1576287 h 6382977"/>
              <a:gd name="connsiteX6159" fmla="*/ 4993169 w 6501199"/>
              <a:gd name="connsiteY6159" fmla="*/ 1585288 h 6382977"/>
              <a:gd name="connsiteX6160" fmla="*/ 5012654 w 6501199"/>
              <a:gd name="connsiteY6160" fmla="*/ 1550680 h 6382977"/>
              <a:gd name="connsiteX6161" fmla="*/ 5018238 w 6501199"/>
              <a:gd name="connsiteY6161" fmla="*/ 1523652 h 6382977"/>
              <a:gd name="connsiteX6162" fmla="*/ 5022689 w 6501199"/>
              <a:gd name="connsiteY6162" fmla="*/ 1523723 h 6382977"/>
              <a:gd name="connsiteX6163" fmla="*/ 5034209 w 6501199"/>
              <a:gd name="connsiteY6163" fmla="*/ 1476200 h 6382977"/>
              <a:gd name="connsiteX6164" fmla="*/ 5040689 w 6501199"/>
              <a:gd name="connsiteY6164" fmla="*/ 1466839 h 6382977"/>
              <a:gd name="connsiteX6165" fmla="*/ 5052209 w 6501199"/>
              <a:gd name="connsiteY6165" fmla="*/ 1469360 h 6382977"/>
              <a:gd name="connsiteX6166" fmla="*/ 5045369 w 6501199"/>
              <a:gd name="connsiteY6166" fmla="*/ 1453519 h 6382977"/>
              <a:gd name="connsiteX6167" fmla="*/ 5038529 w 6501199"/>
              <a:gd name="connsiteY6167" fmla="*/ 1464679 h 6382977"/>
              <a:gd name="connsiteX6168" fmla="*/ 5052209 w 6501199"/>
              <a:gd name="connsiteY6168" fmla="*/ 1439478 h 6382977"/>
              <a:gd name="connsiteX6169" fmla="*/ 5063730 w 6501199"/>
              <a:gd name="connsiteY6169" fmla="*/ 1423636 h 6382977"/>
              <a:gd name="connsiteX6170" fmla="*/ 5072730 w 6501199"/>
              <a:gd name="connsiteY6170" fmla="*/ 1432637 h 6382977"/>
              <a:gd name="connsiteX6171" fmla="*/ 5079570 w 6501199"/>
              <a:gd name="connsiteY6171" fmla="*/ 1382954 h 6382977"/>
              <a:gd name="connsiteX6172" fmla="*/ 5093250 w 6501199"/>
              <a:gd name="connsiteY6172" fmla="*/ 1385114 h 6382977"/>
              <a:gd name="connsiteX6173" fmla="*/ 5093250 w 6501199"/>
              <a:gd name="connsiteY6173" fmla="*/ 1371433 h 6382977"/>
              <a:gd name="connsiteX6174" fmla="*/ 5079570 w 6501199"/>
              <a:gd name="connsiteY6174" fmla="*/ 1369273 h 6382977"/>
              <a:gd name="connsiteX6175" fmla="*/ 5093250 w 6501199"/>
              <a:gd name="connsiteY6175" fmla="*/ 1348751 h 6382977"/>
              <a:gd name="connsiteX6176" fmla="*/ 5083170 w 6501199"/>
              <a:gd name="connsiteY6176" fmla="*/ 1348976 h 6382977"/>
              <a:gd name="connsiteX6177" fmla="*/ 5082085 w 6501199"/>
              <a:gd name="connsiteY6177" fmla="*/ 1348330 h 6382977"/>
              <a:gd name="connsiteX6178" fmla="*/ 5076844 w 6501199"/>
              <a:gd name="connsiteY6178" fmla="*/ 1358537 h 6382977"/>
              <a:gd name="connsiteX6179" fmla="*/ 5076800 w 6501199"/>
              <a:gd name="connsiteY6179" fmla="*/ 1334951 h 6382977"/>
              <a:gd name="connsiteX6180" fmla="*/ 5078858 w 6501199"/>
              <a:gd name="connsiteY6180" fmla="*/ 1330887 h 6382977"/>
              <a:gd name="connsiteX6181" fmla="*/ 5075423 w 6501199"/>
              <a:gd name="connsiteY6181" fmla="*/ 1328560 h 6382977"/>
              <a:gd name="connsiteX6182" fmla="*/ 5081971 w 6501199"/>
              <a:gd name="connsiteY6182" fmla="*/ 1319212 h 6382977"/>
              <a:gd name="connsiteX6183" fmla="*/ 5083132 w 6501199"/>
              <a:gd name="connsiteY6183" fmla="*/ 1322449 h 6382977"/>
              <a:gd name="connsiteX6184" fmla="*/ 5090400 w 6501199"/>
              <a:gd name="connsiteY6184" fmla="*/ 1308100 h 6382977"/>
              <a:gd name="connsiteX6185" fmla="*/ 5089375 w 6501199"/>
              <a:gd name="connsiteY6185" fmla="*/ 1334135 h 6382977"/>
              <a:gd name="connsiteX6186" fmla="*/ 5084232 w 6501199"/>
              <a:gd name="connsiteY6186" fmla="*/ 1344149 h 6382977"/>
              <a:gd name="connsiteX6187" fmla="*/ 5092547 w 6501199"/>
              <a:gd name="connsiteY6187" fmla="*/ 1344408 h 6382977"/>
              <a:gd name="connsiteX6188" fmla="*/ 5100090 w 6501199"/>
              <a:gd name="connsiteY6188" fmla="*/ 1323550 h 6382977"/>
              <a:gd name="connsiteX6189" fmla="*/ 5118090 w 6501199"/>
              <a:gd name="connsiteY6189" fmla="*/ 1330390 h 6382977"/>
              <a:gd name="connsiteX6190" fmla="*/ 5115930 w 6501199"/>
              <a:gd name="connsiteY6190" fmla="*/ 1303028 h 6382977"/>
              <a:gd name="connsiteX6191" fmla="*/ 5106930 w 6501199"/>
              <a:gd name="connsiteY6191" fmla="*/ 1287187 h 6382977"/>
              <a:gd name="connsiteX6192" fmla="*/ 5131770 w 6501199"/>
              <a:gd name="connsiteY6192" fmla="*/ 1294028 h 6382977"/>
              <a:gd name="connsiteX6193" fmla="*/ 5122770 w 6501199"/>
              <a:gd name="connsiteY6193" fmla="*/ 1280347 h 6382977"/>
              <a:gd name="connsiteX6194" fmla="*/ 5150130 w 6501199"/>
              <a:gd name="connsiteY6194" fmla="*/ 1237144 h 6382977"/>
              <a:gd name="connsiteX6195" fmla="*/ 5138610 w 6501199"/>
              <a:gd name="connsiteY6195" fmla="*/ 1237144 h 6382977"/>
              <a:gd name="connsiteX6196" fmla="*/ 5141130 w 6501199"/>
              <a:gd name="connsiteY6196" fmla="*/ 1223463 h 6382977"/>
              <a:gd name="connsiteX6197" fmla="*/ 5156971 w 6501199"/>
              <a:gd name="connsiteY6197" fmla="*/ 1214462 h 6382977"/>
              <a:gd name="connsiteX6198" fmla="*/ 5179651 w 6501199"/>
              <a:gd name="connsiteY6198" fmla="*/ 1219142 h 6382977"/>
              <a:gd name="connsiteX6199" fmla="*/ 5174971 w 6501199"/>
              <a:gd name="connsiteY6199" fmla="*/ 1248664 h 6382977"/>
              <a:gd name="connsiteX6200" fmla="*/ 5147970 w 6501199"/>
              <a:gd name="connsiteY6200" fmla="*/ 1271346 h 6382977"/>
              <a:gd name="connsiteX6201" fmla="*/ 5159131 w 6501199"/>
              <a:gd name="connsiteY6201" fmla="*/ 1287187 h 6382977"/>
              <a:gd name="connsiteX6202" fmla="*/ 5147970 w 6501199"/>
              <a:gd name="connsiteY6202" fmla="*/ 1280347 h 6382977"/>
              <a:gd name="connsiteX6203" fmla="*/ 5138610 w 6501199"/>
              <a:gd name="connsiteY6203" fmla="*/ 1291867 h 6382977"/>
              <a:gd name="connsiteX6204" fmla="*/ 5168131 w 6501199"/>
              <a:gd name="connsiteY6204" fmla="*/ 1300868 h 6382977"/>
              <a:gd name="connsiteX6205" fmla="*/ 5138610 w 6501199"/>
              <a:gd name="connsiteY6205" fmla="*/ 1300868 h 6382977"/>
              <a:gd name="connsiteX6206" fmla="*/ 5136450 w 6501199"/>
              <a:gd name="connsiteY6206" fmla="*/ 1332550 h 6382977"/>
              <a:gd name="connsiteX6207" fmla="*/ 5163811 w 6501199"/>
              <a:gd name="connsiteY6207" fmla="*/ 1328230 h 6382977"/>
              <a:gd name="connsiteX6208" fmla="*/ 5134290 w 6501199"/>
              <a:gd name="connsiteY6208" fmla="*/ 1335070 h 6382977"/>
              <a:gd name="connsiteX6209" fmla="*/ 5127450 w 6501199"/>
              <a:gd name="connsiteY6209" fmla="*/ 1396275 h 6382977"/>
              <a:gd name="connsiteX6210" fmla="*/ 5134290 w 6501199"/>
              <a:gd name="connsiteY6210" fmla="*/ 1398795 h 6382977"/>
              <a:gd name="connsiteX6211" fmla="*/ 5143290 w 6501199"/>
              <a:gd name="connsiteY6211" fmla="*/ 1387274 h 6382977"/>
              <a:gd name="connsiteX6212" fmla="*/ 5124930 w 6501199"/>
              <a:gd name="connsiteY6212" fmla="*/ 1407795 h 6382977"/>
              <a:gd name="connsiteX6213" fmla="*/ 5136450 w 6501199"/>
              <a:gd name="connsiteY6213" fmla="*/ 1419316 h 6382977"/>
              <a:gd name="connsiteX6214" fmla="*/ 5111250 w 6501199"/>
              <a:gd name="connsiteY6214" fmla="*/ 1423636 h 6382977"/>
              <a:gd name="connsiteX6215" fmla="*/ 5118090 w 6501199"/>
              <a:gd name="connsiteY6215" fmla="*/ 1489881 h 6382977"/>
              <a:gd name="connsiteX6216" fmla="*/ 5100090 w 6501199"/>
              <a:gd name="connsiteY6216" fmla="*/ 1489881 h 6382977"/>
              <a:gd name="connsiteX6217" fmla="*/ 5091090 w 6501199"/>
              <a:gd name="connsiteY6217" fmla="*/ 1530564 h 6382977"/>
              <a:gd name="connsiteX6218" fmla="*/ 5077410 w 6501199"/>
              <a:gd name="connsiteY6218" fmla="*/ 1523723 h 6382977"/>
              <a:gd name="connsiteX6219" fmla="*/ 5081730 w 6501199"/>
              <a:gd name="connsiteY6219" fmla="*/ 1542085 h 6382977"/>
              <a:gd name="connsiteX6220" fmla="*/ 5097930 w 6501199"/>
              <a:gd name="connsiteY6220" fmla="*/ 1537404 h 6382977"/>
              <a:gd name="connsiteX6221" fmla="*/ 5088570 w 6501199"/>
              <a:gd name="connsiteY6221" fmla="*/ 1553605 h 6382977"/>
              <a:gd name="connsiteX6222" fmla="*/ 5065890 w 6501199"/>
              <a:gd name="connsiteY6222" fmla="*/ 1548925 h 6382977"/>
              <a:gd name="connsiteX6223" fmla="*/ 5061210 w 6501199"/>
              <a:gd name="connsiteY6223" fmla="*/ 1594288 h 6382977"/>
              <a:gd name="connsiteX6224" fmla="*/ 5050049 w 6501199"/>
              <a:gd name="connsiteY6224" fmla="*/ 1598968 h 6382977"/>
              <a:gd name="connsiteX6225" fmla="*/ 5056889 w 6501199"/>
              <a:gd name="connsiteY6225" fmla="*/ 1612649 h 6382977"/>
              <a:gd name="connsiteX6226" fmla="*/ 5065890 w 6501199"/>
              <a:gd name="connsiteY6226" fmla="*/ 1607969 h 6382977"/>
              <a:gd name="connsiteX6227" fmla="*/ 5038529 w 6501199"/>
              <a:gd name="connsiteY6227" fmla="*/ 1637491 h 6382977"/>
              <a:gd name="connsiteX6228" fmla="*/ 5047529 w 6501199"/>
              <a:gd name="connsiteY6228" fmla="*/ 1640011 h 6382977"/>
              <a:gd name="connsiteX6229" fmla="*/ 5059050 w 6501199"/>
              <a:gd name="connsiteY6229" fmla="*/ 1633171 h 6382977"/>
              <a:gd name="connsiteX6230" fmla="*/ 5036369 w 6501199"/>
              <a:gd name="connsiteY6230" fmla="*/ 1705896 h 6382977"/>
              <a:gd name="connsiteX6231" fmla="*/ 5027369 w 6501199"/>
              <a:gd name="connsiteY6231" fmla="*/ 1701216 h 6382977"/>
              <a:gd name="connsiteX6232" fmla="*/ 5000009 w 6501199"/>
              <a:gd name="connsiteY6232" fmla="*/ 1740098 h 6382977"/>
              <a:gd name="connsiteX6233" fmla="*/ 4984169 w 6501199"/>
              <a:gd name="connsiteY6233" fmla="*/ 1787621 h 6382977"/>
              <a:gd name="connsiteX6234" fmla="*/ 4956809 w 6501199"/>
              <a:gd name="connsiteY6234" fmla="*/ 1805983 h 6382977"/>
              <a:gd name="connsiteX6235" fmla="*/ 4952129 w 6501199"/>
              <a:gd name="connsiteY6235" fmla="*/ 1828664 h 6382977"/>
              <a:gd name="connsiteX6236" fmla="*/ 4938449 w 6501199"/>
              <a:gd name="connsiteY6236" fmla="*/ 1860346 h 6382977"/>
              <a:gd name="connsiteX6237" fmla="*/ 4922609 w 6501199"/>
              <a:gd name="connsiteY6237" fmla="*/ 1856026 h 6382977"/>
              <a:gd name="connsiteX6238" fmla="*/ 4913609 w 6501199"/>
              <a:gd name="connsiteY6238" fmla="*/ 1867187 h 6382977"/>
              <a:gd name="connsiteX6239" fmla="*/ 4920449 w 6501199"/>
              <a:gd name="connsiteY6239" fmla="*/ 1880868 h 6382977"/>
              <a:gd name="connsiteX6240" fmla="*/ 4908929 w 6501199"/>
              <a:gd name="connsiteY6240" fmla="*/ 1867187 h 6382977"/>
              <a:gd name="connsiteX6241" fmla="*/ 4908929 w 6501199"/>
              <a:gd name="connsiteY6241" fmla="*/ 1892389 h 6382977"/>
              <a:gd name="connsiteX6242" fmla="*/ 4890568 w 6501199"/>
              <a:gd name="connsiteY6242" fmla="*/ 1890228 h 6382977"/>
              <a:gd name="connsiteX6243" fmla="*/ 4897409 w 6501199"/>
              <a:gd name="connsiteY6243" fmla="*/ 1921911 h 6382977"/>
              <a:gd name="connsiteX6244" fmla="*/ 4908929 w 6501199"/>
              <a:gd name="connsiteY6244" fmla="*/ 1924071 h 6382977"/>
              <a:gd name="connsiteX6245" fmla="*/ 4902089 w 6501199"/>
              <a:gd name="connsiteY6245" fmla="*/ 1926591 h 6382977"/>
              <a:gd name="connsiteX6246" fmla="*/ 4917929 w 6501199"/>
              <a:gd name="connsiteY6246" fmla="*/ 1933431 h 6382977"/>
              <a:gd name="connsiteX6247" fmla="*/ 4893088 w 6501199"/>
              <a:gd name="connsiteY6247" fmla="*/ 1951433 h 6382977"/>
              <a:gd name="connsiteX6248" fmla="*/ 4886248 w 6501199"/>
              <a:gd name="connsiteY6248" fmla="*/ 1937752 h 6382977"/>
              <a:gd name="connsiteX6249" fmla="*/ 4888408 w 6501199"/>
              <a:gd name="connsiteY6249" fmla="*/ 1921911 h 6382977"/>
              <a:gd name="connsiteX6250" fmla="*/ 4867888 w 6501199"/>
              <a:gd name="connsiteY6250" fmla="*/ 1928751 h 6382977"/>
              <a:gd name="connsiteX6251" fmla="*/ 4867888 w 6501199"/>
              <a:gd name="connsiteY6251" fmla="*/ 1947112 h 6382977"/>
              <a:gd name="connsiteX6252" fmla="*/ 4879408 w 6501199"/>
              <a:gd name="connsiteY6252" fmla="*/ 1942432 h 6382977"/>
              <a:gd name="connsiteX6253" fmla="*/ 4893088 w 6501199"/>
              <a:gd name="connsiteY6253" fmla="*/ 1951433 h 6382977"/>
              <a:gd name="connsiteX6254" fmla="*/ 4883728 w 6501199"/>
              <a:gd name="connsiteY6254" fmla="*/ 1965114 h 6382977"/>
              <a:gd name="connsiteX6255" fmla="*/ 4876888 w 6501199"/>
              <a:gd name="connsiteY6255" fmla="*/ 1953953 h 6382977"/>
              <a:gd name="connsiteX6256" fmla="*/ 4872568 w 6501199"/>
              <a:gd name="connsiteY6256" fmla="*/ 1958273 h 6382977"/>
              <a:gd name="connsiteX6257" fmla="*/ 4878148 w 6501199"/>
              <a:gd name="connsiteY6257" fmla="*/ 1966059 h 6382977"/>
              <a:gd name="connsiteX6258" fmla="*/ 4882006 w 6501199"/>
              <a:gd name="connsiteY6258" fmla="*/ 1970135 h 6382977"/>
              <a:gd name="connsiteX6259" fmla="*/ 4916342 w 6501199"/>
              <a:gd name="connsiteY6259" fmla="*/ 1951725 h 6382977"/>
              <a:gd name="connsiteX6260" fmla="*/ 4927458 w 6501199"/>
              <a:gd name="connsiteY6260" fmla="*/ 1941061 h 6382977"/>
              <a:gd name="connsiteX6261" fmla="*/ 4943071 w 6501199"/>
              <a:gd name="connsiteY6261" fmla="*/ 1947158 h 6382977"/>
              <a:gd name="connsiteX6262" fmla="*/ 4944434 w 6501199"/>
              <a:gd name="connsiteY6262" fmla="*/ 1945582 h 6382977"/>
              <a:gd name="connsiteX6263" fmla="*/ 4961129 w 6501199"/>
              <a:gd name="connsiteY6263" fmla="*/ 1937752 h 6382977"/>
              <a:gd name="connsiteX6264" fmla="*/ 4981649 w 6501199"/>
              <a:gd name="connsiteY6264" fmla="*/ 1908230 h 6382977"/>
              <a:gd name="connsiteX6265" fmla="*/ 4974809 w 6501199"/>
              <a:gd name="connsiteY6265" fmla="*/ 1921911 h 6382977"/>
              <a:gd name="connsiteX6266" fmla="*/ 4998906 w 6501199"/>
              <a:gd name="connsiteY6266" fmla="*/ 1886116 h 6382977"/>
              <a:gd name="connsiteX6267" fmla="*/ 5015305 w 6501199"/>
              <a:gd name="connsiteY6267" fmla="*/ 1878946 h 6382977"/>
              <a:gd name="connsiteX6268" fmla="*/ 5015949 w 6501199"/>
              <a:gd name="connsiteY6268" fmla="*/ 1877475 h 6382977"/>
              <a:gd name="connsiteX6269" fmla="*/ 5017419 w 6501199"/>
              <a:gd name="connsiteY6269" fmla="*/ 1859401 h 6382977"/>
              <a:gd name="connsiteX6270" fmla="*/ 5038529 w 6501199"/>
              <a:gd name="connsiteY6270" fmla="*/ 1812823 h 6382977"/>
              <a:gd name="connsiteX6271" fmla="*/ 5052209 w 6501199"/>
              <a:gd name="connsiteY6271" fmla="*/ 1805983 h 6382977"/>
              <a:gd name="connsiteX6272" fmla="*/ 5072730 w 6501199"/>
              <a:gd name="connsiteY6272" fmla="*/ 1787621 h 6382977"/>
              <a:gd name="connsiteX6273" fmla="*/ 5091090 w 6501199"/>
              <a:gd name="connsiteY6273" fmla="*/ 1735418 h 6382977"/>
              <a:gd name="connsiteX6274" fmla="*/ 5104410 w 6501199"/>
              <a:gd name="connsiteY6274" fmla="*/ 1746939 h 6382977"/>
              <a:gd name="connsiteX6275" fmla="*/ 5093250 w 6501199"/>
              <a:gd name="connsiteY6275" fmla="*/ 1735418 h 6382977"/>
              <a:gd name="connsiteX6276" fmla="*/ 5115930 w 6501199"/>
              <a:gd name="connsiteY6276" fmla="*/ 1673854 h 6382977"/>
              <a:gd name="connsiteX6277" fmla="*/ 5118090 w 6501199"/>
              <a:gd name="connsiteY6277" fmla="*/ 1660173 h 6382977"/>
              <a:gd name="connsiteX6278" fmla="*/ 5131770 w 6501199"/>
              <a:gd name="connsiteY6278" fmla="*/ 1660173 h 6382977"/>
              <a:gd name="connsiteX6279" fmla="*/ 5131770 w 6501199"/>
              <a:gd name="connsiteY6279" fmla="*/ 1633171 h 6382977"/>
              <a:gd name="connsiteX6280" fmla="*/ 5145450 w 6501199"/>
              <a:gd name="connsiteY6280" fmla="*/ 1610129 h 6382977"/>
              <a:gd name="connsiteX6281" fmla="*/ 5198011 w 6501199"/>
              <a:gd name="connsiteY6281" fmla="*/ 1533084 h 6382977"/>
              <a:gd name="connsiteX6282" fmla="*/ 5211331 w 6501199"/>
              <a:gd name="connsiteY6282" fmla="*/ 1453519 h 6382977"/>
              <a:gd name="connsiteX6283" fmla="*/ 5222851 w 6501199"/>
              <a:gd name="connsiteY6283" fmla="*/ 1439478 h 6382977"/>
              <a:gd name="connsiteX6284" fmla="*/ 5220691 w 6501199"/>
              <a:gd name="connsiteY6284" fmla="*/ 1498882 h 6382977"/>
              <a:gd name="connsiteX6285" fmla="*/ 5238691 w 6501199"/>
              <a:gd name="connsiteY6285" fmla="*/ 1503202 h 6382977"/>
              <a:gd name="connsiteX6286" fmla="*/ 5234371 w 6501199"/>
              <a:gd name="connsiteY6286" fmla="*/ 1483041 h 6382977"/>
              <a:gd name="connsiteX6287" fmla="*/ 5259211 w 6501199"/>
              <a:gd name="connsiteY6287" fmla="*/ 1485201 h 6382977"/>
              <a:gd name="connsiteX6288" fmla="*/ 5241211 w 6501199"/>
              <a:gd name="connsiteY6288" fmla="*/ 1464679 h 6382977"/>
              <a:gd name="connsiteX6289" fmla="*/ 5252371 w 6501199"/>
              <a:gd name="connsiteY6289" fmla="*/ 1439478 h 6382977"/>
              <a:gd name="connsiteX6290" fmla="*/ 5227531 w 6501199"/>
              <a:gd name="connsiteY6290" fmla="*/ 1432637 h 6382977"/>
              <a:gd name="connsiteX6291" fmla="*/ 5231851 w 6501199"/>
              <a:gd name="connsiteY6291" fmla="*/ 1400955 h 6382977"/>
              <a:gd name="connsiteX6292" fmla="*/ 5250211 w 6501199"/>
              <a:gd name="connsiteY6292" fmla="*/ 1398795 h 6382977"/>
              <a:gd name="connsiteX6293" fmla="*/ 5266051 w 6501199"/>
              <a:gd name="connsiteY6293" fmla="*/ 1355592 h 6382977"/>
              <a:gd name="connsiteX6294" fmla="*/ 5263891 w 6501199"/>
              <a:gd name="connsiteY6294" fmla="*/ 1387274 h 6382977"/>
              <a:gd name="connsiteX6295" fmla="*/ 5288731 w 6501199"/>
              <a:gd name="connsiteY6295" fmla="*/ 1378273 h 6382977"/>
              <a:gd name="connsiteX6296" fmla="*/ 5275051 w 6501199"/>
              <a:gd name="connsiteY6296" fmla="*/ 1364592 h 6382977"/>
              <a:gd name="connsiteX6297" fmla="*/ 5302411 w 6501199"/>
              <a:gd name="connsiteY6297" fmla="*/ 1309869 h 6382977"/>
              <a:gd name="connsiteX6298" fmla="*/ 5320772 w 6501199"/>
              <a:gd name="connsiteY6298" fmla="*/ 1305548 h 6382977"/>
              <a:gd name="connsiteX6299" fmla="*/ 5318611 w 6501199"/>
              <a:gd name="connsiteY6299" fmla="*/ 1298708 h 6382977"/>
              <a:gd name="connsiteX6300" fmla="*/ 5288731 w 6501199"/>
              <a:gd name="connsiteY6300" fmla="*/ 1300868 h 6382977"/>
              <a:gd name="connsiteX6301" fmla="*/ 5293411 w 6501199"/>
              <a:gd name="connsiteY6301" fmla="*/ 1280347 h 6382977"/>
              <a:gd name="connsiteX6302" fmla="*/ 5275051 w 6501199"/>
              <a:gd name="connsiteY6302" fmla="*/ 1291867 h 6382977"/>
              <a:gd name="connsiteX6303" fmla="*/ 5286571 w 6501199"/>
              <a:gd name="connsiteY6303" fmla="*/ 1269186 h 6382977"/>
              <a:gd name="connsiteX6304" fmla="*/ 5307091 w 6501199"/>
              <a:gd name="connsiteY6304" fmla="*/ 1282867 h 6382977"/>
              <a:gd name="connsiteX6305" fmla="*/ 5313931 w 6501199"/>
              <a:gd name="connsiteY6305" fmla="*/ 1259825 h 6382977"/>
              <a:gd name="connsiteX6306" fmla="*/ 5316222 w 6501199"/>
              <a:gd name="connsiteY6306" fmla="*/ 1259853 h 6382977"/>
              <a:gd name="connsiteX6307" fmla="*/ 5316893 w 6501199"/>
              <a:gd name="connsiteY6307" fmla="*/ 1257959 h 6382977"/>
              <a:gd name="connsiteX6308" fmla="*/ 5323752 w 6501199"/>
              <a:gd name="connsiteY6308" fmla="*/ 1241425 h 6382977"/>
              <a:gd name="connsiteX6309" fmla="*/ 5329828 w 6501199"/>
              <a:gd name="connsiteY6309" fmla="*/ 1247256 h 6382977"/>
              <a:gd name="connsiteX6310" fmla="*/ 5329726 w 6501199"/>
              <a:gd name="connsiteY6310" fmla="*/ 1248385 h 6382977"/>
              <a:gd name="connsiteX6311" fmla="*/ 5335307 w 6501199"/>
              <a:gd name="connsiteY6311" fmla="*/ 1245199 h 6382977"/>
              <a:gd name="connsiteX6312" fmla="*/ 5350292 w 6501199"/>
              <a:gd name="connsiteY6312" fmla="*/ 1239304 h 6382977"/>
              <a:gd name="connsiteX6313" fmla="*/ 5343452 w 6501199"/>
              <a:gd name="connsiteY6313" fmla="*/ 1228143 h 6382977"/>
              <a:gd name="connsiteX6314" fmla="*/ 5331932 w 6501199"/>
              <a:gd name="connsiteY6314" fmla="*/ 1234984 h 6382977"/>
              <a:gd name="connsiteX6315" fmla="*/ 5335681 w 6501199"/>
              <a:gd name="connsiteY6315" fmla="*/ 1219274 h 6382977"/>
              <a:gd name="connsiteX6316" fmla="*/ 5331417 w 6501199"/>
              <a:gd name="connsiteY6316" fmla="*/ 1207937 h 6382977"/>
              <a:gd name="connsiteX6317" fmla="*/ 5350253 w 6501199"/>
              <a:gd name="connsiteY6317" fmla="*/ 1174779 h 6382977"/>
              <a:gd name="connsiteX6318" fmla="*/ 5345637 w 6501199"/>
              <a:gd name="connsiteY6318" fmla="*/ 1189682 h 6382977"/>
              <a:gd name="connsiteX6319" fmla="*/ 5354522 w 6501199"/>
              <a:gd name="connsiteY6319" fmla="*/ 1211357 h 6382977"/>
              <a:gd name="connsiteX6320" fmla="*/ 5361812 w 6501199"/>
              <a:gd name="connsiteY6320" fmla="*/ 1234984 h 6382977"/>
              <a:gd name="connsiteX6321" fmla="*/ 5370812 w 6501199"/>
              <a:gd name="connsiteY6321" fmla="*/ 1232463 h 6382977"/>
              <a:gd name="connsiteX6322" fmla="*/ 5363972 w 6501199"/>
              <a:gd name="connsiteY6322" fmla="*/ 1175579 h 6382977"/>
              <a:gd name="connsiteX6323" fmla="*/ 5377652 w 6501199"/>
              <a:gd name="connsiteY6323" fmla="*/ 1173419 h 6382977"/>
              <a:gd name="connsiteX6324" fmla="*/ 5377652 w 6501199"/>
              <a:gd name="connsiteY6324" fmla="*/ 1166579 h 6382977"/>
              <a:gd name="connsiteX6325" fmla="*/ 5366132 w 6501199"/>
              <a:gd name="connsiteY6325" fmla="*/ 1166579 h 6382977"/>
              <a:gd name="connsiteX6326" fmla="*/ 5377652 w 6501199"/>
              <a:gd name="connsiteY6326" fmla="*/ 1141737 h 6382977"/>
              <a:gd name="connsiteX6327" fmla="*/ 5368292 w 6501199"/>
              <a:gd name="connsiteY6327" fmla="*/ 1096014 h 6382977"/>
              <a:gd name="connsiteX6328" fmla="*/ 5388812 w 6501199"/>
              <a:gd name="connsiteY6328" fmla="*/ 1132376 h 6382977"/>
              <a:gd name="connsiteX6329" fmla="*/ 5391332 w 6501199"/>
              <a:gd name="connsiteY6329" fmla="*/ 1084853 h 6382977"/>
              <a:gd name="connsiteX6330" fmla="*/ 5363972 w 6501199"/>
              <a:gd name="connsiteY6330" fmla="*/ 1087013 h 6382977"/>
              <a:gd name="connsiteX6331" fmla="*/ 5366132 w 6501199"/>
              <a:gd name="connsiteY6331" fmla="*/ 1075493 h 6382977"/>
              <a:gd name="connsiteX6332" fmla="*/ 5398172 w 6501199"/>
              <a:gd name="connsiteY6332" fmla="*/ 1080173 h 6382977"/>
              <a:gd name="connsiteX6333" fmla="*/ 5405013 w 6501199"/>
              <a:gd name="connsiteY6333" fmla="*/ 1057491 h 6382977"/>
              <a:gd name="connsiteX6334" fmla="*/ 5396462 w 6501199"/>
              <a:gd name="connsiteY6334" fmla="*/ 1022479 h 6382977"/>
              <a:gd name="connsiteX6335" fmla="*/ 5398408 w 6501199"/>
              <a:gd name="connsiteY6335" fmla="*/ 1011333 h 6382977"/>
              <a:gd name="connsiteX6336" fmla="*/ 5397457 w 6501199"/>
              <a:gd name="connsiteY6336" fmla="*/ 1014052 h 6382977"/>
              <a:gd name="connsiteX6337" fmla="*/ 5381348 w 6501199"/>
              <a:gd name="connsiteY6337" fmla="*/ 1011896 h 6382977"/>
              <a:gd name="connsiteX6338" fmla="*/ 5390655 w 6501199"/>
              <a:gd name="connsiteY6338" fmla="*/ 957262 h 6382977"/>
              <a:gd name="connsiteX6339" fmla="*/ 5404353 w 6501199"/>
              <a:gd name="connsiteY6339" fmla="*/ 967298 h 6382977"/>
              <a:gd name="connsiteX6340" fmla="*/ 5408294 w 6501199"/>
              <a:gd name="connsiteY6340" fmla="*/ 977897 h 6382977"/>
              <a:gd name="connsiteX6341" fmla="*/ 5416134 w 6501199"/>
              <a:gd name="connsiteY6341" fmla="*/ 971550 h 6382977"/>
              <a:gd name="connsiteX6342" fmla="*/ 5411669 w 6501199"/>
              <a:gd name="connsiteY6342" fmla="*/ 987985 h 6382977"/>
              <a:gd name="connsiteX6343" fmla="*/ 5411483 w 6501199"/>
              <a:gd name="connsiteY6343" fmla="*/ 982616 h 6382977"/>
              <a:gd name="connsiteX6344" fmla="*/ 5408695 w 6501199"/>
              <a:gd name="connsiteY6344" fmla="*/ 981916 h 6382977"/>
              <a:gd name="connsiteX6345" fmla="*/ 5404888 w 6501199"/>
              <a:gd name="connsiteY6345" fmla="*/ 992801 h 6382977"/>
              <a:gd name="connsiteX6346" fmla="*/ 5407825 w 6501199"/>
              <a:gd name="connsiteY6346" fmla="*/ 994425 h 6382977"/>
              <a:gd name="connsiteX6347" fmla="*/ 5413360 w 6501199"/>
              <a:gd name="connsiteY6347" fmla="*/ 1012527 h 6382977"/>
              <a:gd name="connsiteX6348" fmla="*/ 5422438 w 6501199"/>
              <a:gd name="connsiteY6348" fmla="*/ 1016215 h 6382977"/>
              <a:gd name="connsiteX6349" fmla="*/ 5423399 w 6501199"/>
              <a:gd name="connsiteY6349" fmla="*/ 1014041 h 6382977"/>
              <a:gd name="connsiteX6350" fmla="*/ 5425134 w 6501199"/>
              <a:gd name="connsiteY6350" fmla="*/ 1003229 h 6382977"/>
              <a:gd name="connsiteX6351" fmla="*/ 5438853 w 6501199"/>
              <a:gd name="connsiteY6351" fmla="*/ 964245 h 6382977"/>
              <a:gd name="connsiteX6352" fmla="*/ 5434533 w 6501199"/>
              <a:gd name="connsiteY6352" fmla="*/ 923202 h 6382977"/>
              <a:gd name="connsiteX6353" fmla="*/ 5424543 w 6501199"/>
              <a:gd name="connsiteY6353" fmla="*/ 919512 h 6382977"/>
              <a:gd name="connsiteX6354" fmla="*/ 5417599 w 6501199"/>
              <a:gd name="connsiteY6354" fmla="*/ 915106 h 6382977"/>
              <a:gd name="connsiteX6355" fmla="*/ 5416246 w 6501199"/>
              <a:gd name="connsiteY6355" fmla="*/ 917500 h 6382977"/>
              <a:gd name="connsiteX6356" fmla="*/ 5407297 w 6501199"/>
              <a:gd name="connsiteY6356" fmla="*/ 928323 h 6382977"/>
              <a:gd name="connsiteX6357" fmla="*/ 5407297 w 6501199"/>
              <a:gd name="connsiteY6357" fmla="*/ 907586 h 6382977"/>
              <a:gd name="connsiteX6358" fmla="*/ 5398212 w 6501199"/>
              <a:gd name="connsiteY6358" fmla="*/ 893762 h 6382977"/>
              <a:gd name="connsiteX6359" fmla="*/ 5412521 w 6501199"/>
              <a:gd name="connsiteY6359" fmla="*/ 898582 h 6382977"/>
              <a:gd name="connsiteX6360" fmla="*/ 5413089 w 6501199"/>
              <a:gd name="connsiteY6360" fmla="*/ 898923 h 6382977"/>
              <a:gd name="connsiteX6361" fmla="*/ 5415560 w 6501199"/>
              <a:gd name="connsiteY6361" fmla="*/ 897354 h 6382977"/>
              <a:gd name="connsiteX6362" fmla="*/ 5432013 w 6501199"/>
              <a:gd name="connsiteY6362" fmla="*/ 911681 h 6382977"/>
              <a:gd name="connsiteX6363" fmla="*/ 5433582 w 6501199"/>
              <a:gd name="connsiteY6363" fmla="*/ 906956 h 6382977"/>
              <a:gd name="connsiteX6364" fmla="*/ 5437467 w 6501199"/>
              <a:gd name="connsiteY6364" fmla="*/ 908675 h 6382977"/>
              <a:gd name="connsiteX6365" fmla="*/ 5439501 w 6501199"/>
              <a:gd name="connsiteY6365" fmla="*/ 904277 h 6382977"/>
              <a:gd name="connsiteX6366" fmla="*/ 5444043 w 6501199"/>
              <a:gd name="connsiteY6366" fmla="*/ 903859 h 6382977"/>
              <a:gd name="connsiteX6367" fmla="*/ 5436693 w 6501199"/>
              <a:gd name="connsiteY6367" fmla="*/ 897685 h 6382977"/>
              <a:gd name="connsiteX6368" fmla="*/ 5445693 w 6501199"/>
              <a:gd name="connsiteY6368" fmla="*/ 891520 h 6382977"/>
              <a:gd name="connsiteX6369" fmla="*/ 4785894 w 6501199"/>
              <a:gd name="connsiteY6369" fmla="*/ 890587 h 6382977"/>
              <a:gd name="connsiteX6370" fmla="*/ 4797037 w 6501199"/>
              <a:gd name="connsiteY6370" fmla="*/ 931303 h 6382977"/>
              <a:gd name="connsiteX6371" fmla="*/ 4792724 w 6501199"/>
              <a:gd name="connsiteY6371" fmla="*/ 949680 h 6382977"/>
              <a:gd name="connsiteX6372" fmla="*/ 4790208 w 6501199"/>
              <a:gd name="connsiteY6372" fmla="*/ 961210 h 6382977"/>
              <a:gd name="connsiteX6373" fmla="*/ 4767563 w 6501199"/>
              <a:gd name="connsiteY6373" fmla="*/ 999764 h 6382977"/>
              <a:gd name="connsiteX6374" fmla="*/ 4770079 w 6501199"/>
              <a:gd name="connsiteY6374" fmla="*/ 944995 h 6382977"/>
              <a:gd name="connsiteX6375" fmla="*/ 4785894 w 6501199"/>
              <a:gd name="connsiteY6375" fmla="*/ 890587 h 6382977"/>
              <a:gd name="connsiteX6376" fmla="*/ 4864158 w 6501199"/>
              <a:gd name="connsiteY6376" fmla="*/ 884237 h 6382977"/>
              <a:gd name="connsiteX6377" fmla="*/ 4907353 w 6501199"/>
              <a:gd name="connsiteY6377" fmla="*/ 904537 h 6382977"/>
              <a:gd name="connsiteX6378" fmla="*/ 4891155 w 6501199"/>
              <a:gd name="connsiteY6378" fmla="*/ 929912 h 6382977"/>
              <a:gd name="connsiteX6379" fmla="*/ 4879996 w 6501199"/>
              <a:gd name="connsiteY6379" fmla="*/ 904537 h 6382977"/>
              <a:gd name="connsiteX6380" fmla="*/ 4859478 w 6501199"/>
              <a:gd name="connsiteY6380" fmla="*/ 927737 h 6382977"/>
              <a:gd name="connsiteX6381" fmla="*/ 4864158 w 6501199"/>
              <a:gd name="connsiteY6381" fmla="*/ 884237 h 6382977"/>
              <a:gd name="connsiteX6382" fmla="*/ 5591887 w 6501199"/>
              <a:gd name="connsiteY6382" fmla="*/ 881624 h 6382977"/>
              <a:gd name="connsiteX6383" fmla="*/ 5596248 w 6501199"/>
              <a:gd name="connsiteY6383" fmla="*/ 893266 h 6382977"/>
              <a:gd name="connsiteX6384" fmla="*/ 5616962 w 6501199"/>
              <a:gd name="connsiteY6384" fmla="*/ 895448 h 6382977"/>
              <a:gd name="connsiteX6385" fmla="*/ 5591887 w 6501199"/>
              <a:gd name="connsiteY6385" fmla="*/ 907090 h 6382977"/>
              <a:gd name="connsiteX6386" fmla="*/ 5591887 w 6501199"/>
              <a:gd name="connsiteY6386" fmla="*/ 881624 h 6382977"/>
              <a:gd name="connsiteX6387" fmla="*/ 4594975 w 6501199"/>
              <a:gd name="connsiteY6387" fmla="*/ 863600 h 6382977"/>
              <a:gd name="connsiteX6388" fmla="*/ 4629536 w 6501199"/>
              <a:gd name="connsiteY6388" fmla="*/ 877388 h 6382977"/>
              <a:gd name="connsiteX6389" fmla="*/ 4626990 w 6501199"/>
              <a:gd name="connsiteY6389" fmla="*/ 888637 h 6382977"/>
              <a:gd name="connsiteX6390" fmla="*/ 4594975 w 6501199"/>
              <a:gd name="connsiteY6390" fmla="*/ 863600 h 6382977"/>
              <a:gd name="connsiteX6391" fmla="*/ 5654814 w 6501199"/>
              <a:gd name="connsiteY6391" fmla="*/ 853016 h 6382977"/>
              <a:gd name="connsiteX6392" fmla="*/ 5659211 w 6501199"/>
              <a:gd name="connsiteY6392" fmla="*/ 888647 h 6382977"/>
              <a:gd name="connsiteX6393" fmla="*/ 5654814 w 6501199"/>
              <a:gd name="connsiteY6393" fmla="*/ 853016 h 6382977"/>
              <a:gd name="connsiteX6394" fmla="*/ 5351331 w 6501199"/>
              <a:gd name="connsiteY6394" fmla="*/ 852487 h 6382977"/>
              <a:gd name="connsiteX6395" fmla="*/ 5349214 w 6501199"/>
              <a:gd name="connsiteY6395" fmla="*/ 915630 h 6382977"/>
              <a:gd name="connsiteX6396" fmla="*/ 5351331 w 6501199"/>
              <a:gd name="connsiteY6396" fmla="*/ 852487 h 6382977"/>
              <a:gd name="connsiteX6397" fmla="*/ 5411669 w 6501199"/>
              <a:gd name="connsiteY6397" fmla="*/ 846137 h 6382977"/>
              <a:gd name="connsiteX6398" fmla="*/ 5428041 w 6501199"/>
              <a:gd name="connsiteY6398" fmla="*/ 871195 h 6382977"/>
              <a:gd name="connsiteX6399" fmla="*/ 5411669 w 6501199"/>
              <a:gd name="connsiteY6399" fmla="*/ 882292 h 6382977"/>
              <a:gd name="connsiteX6400" fmla="*/ 5411669 w 6501199"/>
              <a:gd name="connsiteY6400" fmla="*/ 846137 h 6382977"/>
              <a:gd name="connsiteX6401" fmla="*/ 5407664 w 6501199"/>
              <a:gd name="connsiteY6401" fmla="*/ 820066 h 6382977"/>
              <a:gd name="connsiteX6402" fmla="*/ 5403013 w 6501199"/>
              <a:gd name="connsiteY6402" fmla="*/ 837953 h 6382977"/>
              <a:gd name="connsiteX6403" fmla="*/ 5407664 w 6501199"/>
              <a:gd name="connsiteY6403" fmla="*/ 820066 h 6382977"/>
              <a:gd name="connsiteX6404" fmla="*/ 4599372 w 6501199"/>
              <a:gd name="connsiteY6404" fmla="*/ 817995 h 6382977"/>
              <a:gd name="connsiteX6405" fmla="*/ 4599372 w 6501199"/>
              <a:gd name="connsiteY6405" fmla="*/ 826750 h 6382977"/>
              <a:gd name="connsiteX6406" fmla="*/ 4575925 w 6501199"/>
              <a:gd name="connsiteY6406" fmla="*/ 824393 h 6382977"/>
              <a:gd name="connsiteX6407" fmla="*/ 4599372 w 6501199"/>
              <a:gd name="connsiteY6407" fmla="*/ 817995 h 6382977"/>
              <a:gd name="connsiteX6408" fmla="*/ 5451808 w 6501199"/>
              <a:gd name="connsiteY6408" fmla="*/ 815975 h 6382977"/>
              <a:gd name="connsiteX6409" fmla="*/ 5467738 w 6501199"/>
              <a:gd name="connsiteY6409" fmla="*/ 820737 h 6382977"/>
              <a:gd name="connsiteX6410" fmla="*/ 5458687 w 6501199"/>
              <a:gd name="connsiteY6410" fmla="*/ 834658 h 6382977"/>
              <a:gd name="connsiteX6411" fmla="*/ 5451808 w 6501199"/>
              <a:gd name="connsiteY6411" fmla="*/ 815975 h 6382977"/>
              <a:gd name="connsiteX6412" fmla="*/ 4804663 w 6501199"/>
              <a:gd name="connsiteY6412" fmla="*/ 809625 h 6382977"/>
              <a:gd name="connsiteX6413" fmla="*/ 4797778 w 6501199"/>
              <a:gd name="connsiteY6413" fmla="*/ 891814 h 6382977"/>
              <a:gd name="connsiteX6414" fmla="*/ 4804663 w 6501199"/>
              <a:gd name="connsiteY6414" fmla="*/ 809625 h 6382977"/>
              <a:gd name="connsiteX6415" fmla="*/ 4002838 w 6501199"/>
              <a:gd name="connsiteY6415" fmla="*/ 803885 h 6382977"/>
              <a:gd name="connsiteX6416" fmla="*/ 4007600 w 6501199"/>
              <a:gd name="connsiteY6416" fmla="*/ 806449 h 6382977"/>
              <a:gd name="connsiteX6417" fmla="*/ 4002838 w 6501199"/>
              <a:gd name="connsiteY6417" fmla="*/ 803885 h 6382977"/>
              <a:gd name="connsiteX6418" fmla="*/ 5500346 w 6501199"/>
              <a:gd name="connsiteY6418" fmla="*/ 792747 h 6382977"/>
              <a:gd name="connsiteX6419" fmla="*/ 5507416 w 6501199"/>
              <a:gd name="connsiteY6419" fmla="*/ 797454 h 6382977"/>
              <a:gd name="connsiteX6420" fmla="*/ 5493277 w 6501199"/>
              <a:gd name="connsiteY6420" fmla="*/ 810850 h 6382977"/>
              <a:gd name="connsiteX6421" fmla="*/ 5500346 w 6501199"/>
              <a:gd name="connsiteY6421" fmla="*/ 792747 h 6382977"/>
              <a:gd name="connsiteX6422" fmla="*/ 4977132 w 6501199"/>
              <a:gd name="connsiteY6422" fmla="*/ 758825 h 6382977"/>
              <a:gd name="connsiteX6423" fmla="*/ 4960825 w 6501199"/>
              <a:gd name="connsiteY6423" fmla="*/ 898164 h 6382977"/>
              <a:gd name="connsiteX6424" fmla="*/ 4926763 w 6501199"/>
              <a:gd name="connsiteY6424" fmla="*/ 881920 h 6382977"/>
              <a:gd name="connsiteX6425" fmla="*/ 4953940 w 6501199"/>
              <a:gd name="connsiteY6425" fmla="*/ 881920 h 6382977"/>
              <a:gd name="connsiteX6426" fmla="*/ 4977132 w 6501199"/>
              <a:gd name="connsiteY6426" fmla="*/ 758825 h 6382977"/>
              <a:gd name="connsiteX6427" fmla="*/ 5566847 w 6501199"/>
              <a:gd name="connsiteY6427" fmla="*/ 755786 h 6382977"/>
              <a:gd name="connsiteX6428" fmla="*/ 5566444 w 6501199"/>
              <a:gd name="connsiteY6428" fmla="*/ 757378 h 6382977"/>
              <a:gd name="connsiteX6429" fmla="*/ 5563350 w 6501199"/>
              <a:gd name="connsiteY6429" fmla="*/ 769583 h 6382977"/>
              <a:gd name="connsiteX6430" fmla="*/ 5564865 w 6501199"/>
              <a:gd name="connsiteY6430" fmla="*/ 763605 h 6382977"/>
              <a:gd name="connsiteX6431" fmla="*/ 5505231 w 6501199"/>
              <a:gd name="connsiteY6431" fmla="*/ 755650 h 6382977"/>
              <a:gd name="connsiteX6432" fmla="*/ 5500675 w 6501199"/>
              <a:gd name="connsiteY6432" fmla="*/ 775925 h 6382977"/>
              <a:gd name="connsiteX6433" fmla="*/ 5505231 w 6501199"/>
              <a:gd name="connsiteY6433" fmla="*/ 755650 h 6382977"/>
              <a:gd name="connsiteX6434" fmla="*/ 5567896 w 6501199"/>
              <a:gd name="connsiteY6434" fmla="*/ 751650 h 6382977"/>
              <a:gd name="connsiteX6435" fmla="*/ 5567391 w 6501199"/>
              <a:gd name="connsiteY6435" fmla="*/ 753642 h 6382977"/>
              <a:gd name="connsiteX6436" fmla="*/ 5566847 w 6501199"/>
              <a:gd name="connsiteY6436" fmla="*/ 755786 h 6382977"/>
              <a:gd name="connsiteX6437" fmla="*/ 5418991 w 6501199"/>
              <a:gd name="connsiteY6437" fmla="*/ 747712 h 6382977"/>
              <a:gd name="connsiteX6438" fmla="*/ 5431959 w 6501199"/>
              <a:gd name="connsiteY6438" fmla="*/ 800255 h 6382977"/>
              <a:gd name="connsiteX6439" fmla="*/ 5414434 w 6501199"/>
              <a:gd name="connsiteY6439" fmla="*/ 807139 h 6382977"/>
              <a:gd name="connsiteX6440" fmla="*/ 5418991 w 6501199"/>
              <a:gd name="connsiteY6440" fmla="*/ 747712 h 6382977"/>
              <a:gd name="connsiteX6441" fmla="*/ 5720277 w 6501199"/>
              <a:gd name="connsiteY6441" fmla="*/ 746273 h 6382977"/>
              <a:gd name="connsiteX6442" fmla="*/ 5739204 w 6501199"/>
              <a:gd name="connsiteY6442" fmla="*/ 757237 h 6382977"/>
              <a:gd name="connsiteX6443" fmla="*/ 5736692 w 6501199"/>
              <a:gd name="connsiteY6443" fmla="*/ 772759 h 6382977"/>
              <a:gd name="connsiteX6444" fmla="*/ 5698288 w 6501199"/>
              <a:gd name="connsiteY6444" fmla="*/ 750534 h 6382977"/>
              <a:gd name="connsiteX6445" fmla="*/ 5714080 w 6501199"/>
              <a:gd name="connsiteY6445" fmla="*/ 750534 h 6382977"/>
              <a:gd name="connsiteX6446" fmla="*/ 5720277 w 6501199"/>
              <a:gd name="connsiteY6446" fmla="*/ 746273 h 6382977"/>
              <a:gd name="connsiteX6447" fmla="*/ 4752138 w 6501199"/>
              <a:gd name="connsiteY6447" fmla="*/ 741362 h 6382977"/>
              <a:gd name="connsiteX6448" fmla="*/ 4760900 w 6501199"/>
              <a:gd name="connsiteY6448" fmla="*/ 761644 h 6382977"/>
              <a:gd name="connsiteX6449" fmla="*/ 4752138 w 6501199"/>
              <a:gd name="connsiteY6449" fmla="*/ 741362 h 6382977"/>
              <a:gd name="connsiteX6450" fmla="*/ 4565350 w 6501199"/>
              <a:gd name="connsiteY6450" fmla="*/ 740419 h 6382977"/>
              <a:gd name="connsiteX6451" fmla="*/ 4574206 w 6501199"/>
              <a:gd name="connsiteY6451" fmla="*/ 754930 h 6382977"/>
              <a:gd name="connsiteX6452" fmla="*/ 4605734 w 6501199"/>
              <a:gd name="connsiteY6452" fmla="*/ 757163 h 6382977"/>
              <a:gd name="connsiteX6453" fmla="*/ 4567476 w 6501199"/>
              <a:gd name="connsiteY6453" fmla="*/ 759395 h 6382977"/>
              <a:gd name="connsiteX6454" fmla="*/ 4565350 w 6501199"/>
              <a:gd name="connsiteY6454" fmla="*/ 740419 h 6382977"/>
              <a:gd name="connsiteX6455" fmla="*/ 5475408 w 6501199"/>
              <a:gd name="connsiteY6455" fmla="*/ 738187 h 6382977"/>
              <a:gd name="connsiteX6456" fmla="*/ 5473273 w 6501199"/>
              <a:gd name="connsiteY6456" fmla="*/ 758469 h 6382977"/>
              <a:gd name="connsiteX6457" fmla="*/ 5475408 w 6501199"/>
              <a:gd name="connsiteY6457" fmla="*/ 738187 h 6382977"/>
              <a:gd name="connsiteX6458" fmla="*/ 4810094 w 6501199"/>
              <a:gd name="connsiteY6458" fmla="*/ 736600 h 6382977"/>
              <a:gd name="connsiteX6459" fmla="*/ 4826087 w 6501199"/>
              <a:gd name="connsiteY6459" fmla="*/ 761299 h 6382977"/>
              <a:gd name="connsiteX6460" fmla="*/ 4799076 w 6501199"/>
              <a:gd name="connsiteY6460" fmla="*/ 772754 h 6382977"/>
              <a:gd name="connsiteX6461" fmla="*/ 4810094 w 6501199"/>
              <a:gd name="connsiteY6461" fmla="*/ 736600 h 6382977"/>
              <a:gd name="connsiteX6462" fmla="*/ 4661870 w 6501199"/>
              <a:gd name="connsiteY6462" fmla="*/ 734511 h 6382977"/>
              <a:gd name="connsiteX6463" fmla="*/ 4672829 w 6501199"/>
              <a:gd name="connsiteY6463" fmla="*/ 737067 h 6382977"/>
              <a:gd name="connsiteX6464" fmla="*/ 4656822 w 6501199"/>
              <a:gd name="connsiteY6464" fmla="*/ 743885 h 6382977"/>
              <a:gd name="connsiteX6465" fmla="*/ 4654275 w 6501199"/>
              <a:gd name="connsiteY6465" fmla="*/ 782278 h 6382977"/>
              <a:gd name="connsiteX6466" fmla="*/ 4647363 w 6501199"/>
              <a:gd name="connsiteY6466" fmla="*/ 737067 h 6382977"/>
              <a:gd name="connsiteX6467" fmla="*/ 4661870 w 6501199"/>
              <a:gd name="connsiteY6467" fmla="*/ 734511 h 6382977"/>
              <a:gd name="connsiteX6468" fmla="*/ 5383605 w 6501199"/>
              <a:gd name="connsiteY6468" fmla="*/ 725487 h 6382977"/>
              <a:gd name="connsiteX6469" fmla="*/ 5374304 w 6501199"/>
              <a:gd name="connsiteY6469" fmla="*/ 791801 h 6382977"/>
              <a:gd name="connsiteX6470" fmla="*/ 5383605 w 6501199"/>
              <a:gd name="connsiteY6470" fmla="*/ 725487 h 6382977"/>
              <a:gd name="connsiteX6471" fmla="*/ 4737369 w 6501199"/>
              <a:gd name="connsiteY6471" fmla="*/ 725487 h 6382977"/>
              <a:gd name="connsiteX6472" fmla="*/ 4762341 w 6501199"/>
              <a:gd name="connsiteY6472" fmla="*/ 737210 h 6382977"/>
              <a:gd name="connsiteX6473" fmla="*/ 4739509 w 6501199"/>
              <a:gd name="connsiteY6473" fmla="*/ 739408 h 6382977"/>
              <a:gd name="connsiteX6474" fmla="*/ 4737369 w 6501199"/>
              <a:gd name="connsiteY6474" fmla="*/ 725487 h 6382977"/>
              <a:gd name="connsiteX6475" fmla="*/ 4919213 w 6501199"/>
              <a:gd name="connsiteY6475" fmla="*/ 715491 h 6382977"/>
              <a:gd name="connsiteX6476" fmla="*/ 4934215 w 6501199"/>
              <a:gd name="connsiteY6476" fmla="*/ 715879 h 6382977"/>
              <a:gd name="connsiteX6477" fmla="*/ 4940690 w 6501199"/>
              <a:gd name="connsiteY6477" fmla="*/ 750071 h 6382977"/>
              <a:gd name="connsiteX6478" fmla="*/ 4911192 w 6501199"/>
              <a:gd name="connsiteY6478" fmla="*/ 765907 h 6382977"/>
              <a:gd name="connsiteX6479" fmla="*/ 4904358 w 6501199"/>
              <a:gd name="connsiteY6479" fmla="*/ 809098 h 6382977"/>
              <a:gd name="connsiteX6480" fmla="*/ 4920545 w 6501199"/>
              <a:gd name="connsiteY6480" fmla="*/ 811257 h 6382977"/>
              <a:gd name="connsiteX6481" fmla="*/ 4900041 w 6501199"/>
              <a:gd name="connsiteY6481" fmla="*/ 888640 h 6382977"/>
              <a:gd name="connsiteX6482" fmla="*/ 4870543 w 6501199"/>
              <a:gd name="connsiteY6482" fmla="*/ 854807 h 6382977"/>
              <a:gd name="connsiteX6483" fmla="*/ 4874983 w 6501199"/>
              <a:gd name="connsiteY6483" fmla="*/ 831503 h 6382977"/>
              <a:gd name="connsiteX6484" fmla="*/ 4869340 w 6501199"/>
              <a:gd name="connsiteY6484" fmla="*/ 826326 h 6382977"/>
              <a:gd name="connsiteX6485" fmla="*/ 4874507 w 6501199"/>
              <a:gd name="connsiteY6485" fmla="*/ 798512 h 6382977"/>
              <a:gd name="connsiteX6486" fmla="*/ 4883648 w 6501199"/>
              <a:gd name="connsiteY6486" fmla="*/ 805824 h 6382977"/>
              <a:gd name="connsiteX6487" fmla="*/ 4884387 w 6501199"/>
              <a:gd name="connsiteY6487" fmla="*/ 809854 h 6382977"/>
              <a:gd name="connsiteX6488" fmla="*/ 4887990 w 6501199"/>
              <a:gd name="connsiteY6488" fmla="*/ 802889 h 6382977"/>
              <a:gd name="connsiteX6489" fmla="*/ 4881695 w 6501199"/>
              <a:gd name="connsiteY6489" fmla="*/ 761228 h 6382977"/>
              <a:gd name="connsiteX6490" fmla="*/ 4911192 w 6501199"/>
              <a:gd name="connsiteY6490" fmla="*/ 743233 h 6382977"/>
              <a:gd name="connsiteX6491" fmla="*/ 4900041 w 6501199"/>
              <a:gd name="connsiteY6491" fmla="*/ 736394 h 6382977"/>
              <a:gd name="connsiteX6492" fmla="*/ 4919213 w 6501199"/>
              <a:gd name="connsiteY6492" fmla="*/ 715491 h 6382977"/>
              <a:gd name="connsiteX6493" fmla="*/ 4989116 w 6501199"/>
              <a:gd name="connsiteY6493" fmla="*/ 695261 h 6382977"/>
              <a:gd name="connsiteX6494" fmla="*/ 4986382 w 6501199"/>
              <a:gd name="connsiteY6494" fmla="*/ 736244 h 6382977"/>
              <a:gd name="connsiteX6495" fmla="*/ 4981796 w 6501199"/>
              <a:gd name="connsiteY6495" fmla="*/ 718088 h 6382977"/>
              <a:gd name="connsiteX6496" fmla="*/ 4989116 w 6501199"/>
              <a:gd name="connsiteY6496" fmla="*/ 695261 h 6382977"/>
              <a:gd name="connsiteX6497" fmla="*/ 5673366 w 6501199"/>
              <a:gd name="connsiteY6497" fmla="*/ 691512 h 6382977"/>
              <a:gd name="connsiteX6498" fmla="*/ 5666548 w 6501199"/>
              <a:gd name="connsiteY6498" fmla="*/ 780687 h 6382977"/>
              <a:gd name="connsiteX6499" fmla="*/ 5673366 w 6501199"/>
              <a:gd name="connsiteY6499" fmla="*/ 691512 h 6382977"/>
              <a:gd name="connsiteX6500" fmla="*/ 4814985 w 6501199"/>
              <a:gd name="connsiteY6500" fmla="*/ 690428 h 6382977"/>
              <a:gd name="connsiteX6501" fmla="*/ 4823956 w 6501199"/>
              <a:gd name="connsiteY6501" fmla="*/ 714990 h 6382977"/>
              <a:gd name="connsiteX6502" fmla="*/ 4853379 w 6501199"/>
              <a:gd name="connsiteY6502" fmla="*/ 721754 h 6382977"/>
              <a:gd name="connsiteX6503" fmla="*/ 4806015 w 6501199"/>
              <a:gd name="connsiteY6503" fmla="*/ 730653 h 6382977"/>
              <a:gd name="connsiteX6504" fmla="*/ 4810321 w 6501199"/>
              <a:gd name="connsiteY6504" fmla="*/ 728518 h 6382977"/>
              <a:gd name="connsiteX6505" fmla="*/ 4814985 w 6501199"/>
              <a:gd name="connsiteY6505" fmla="*/ 690428 h 6382977"/>
              <a:gd name="connsiteX6506" fmla="*/ 4922274 w 6501199"/>
              <a:gd name="connsiteY6506" fmla="*/ 682625 h 6382977"/>
              <a:gd name="connsiteX6507" fmla="*/ 4926799 w 6501199"/>
              <a:gd name="connsiteY6507" fmla="*/ 689331 h 6382977"/>
              <a:gd name="connsiteX6508" fmla="*/ 4926735 w 6501199"/>
              <a:gd name="connsiteY6508" fmla="*/ 699482 h 6382977"/>
              <a:gd name="connsiteX6509" fmla="*/ 4935925 w 6501199"/>
              <a:gd name="connsiteY6509" fmla="*/ 700672 h 6382977"/>
              <a:gd name="connsiteX6510" fmla="*/ 4930417 w 6501199"/>
              <a:gd name="connsiteY6510" fmla="*/ 707953 h 6382977"/>
              <a:gd name="connsiteX6511" fmla="*/ 4922684 w 6501199"/>
              <a:gd name="connsiteY6511" fmla="*/ 710927 h 6382977"/>
              <a:gd name="connsiteX6512" fmla="*/ 4921573 w 6501199"/>
              <a:gd name="connsiteY6512" fmla="*/ 713482 h 6382977"/>
              <a:gd name="connsiteX6513" fmla="*/ 4910888 w 6501199"/>
              <a:gd name="connsiteY6513" fmla="*/ 718779 h 6382977"/>
              <a:gd name="connsiteX6514" fmla="*/ 4913602 w 6501199"/>
              <a:gd name="connsiteY6514" fmla="*/ 710160 h 6382977"/>
              <a:gd name="connsiteX6515" fmla="*/ 4912314 w 6501199"/>
              <a:gd name="connsiteY6515" fmla="*/ 709888 h 6382977"/>
              <a:gd name="connsiteX6516" fmla="*/ 4910486 w 6501199"/>
              <a:gd name="connsiteY6516" fmla="*/ 700672 h 6382977"/>
              <a:gd name="connsiteX6517" fmla="*/ 4916844 w 6501199"/>
              <a:gd name="connsiteY6517" fmla="*/ 699866 h 6382977"/>
              <a:gd name="connsiteX6518" fmla="*/ 5638815 w 6501199"/>
              <a:gd name="connsiteY6518" fmla="*/ 674687 h 6382977"/>
              <a:gd name="connsiteX6519" fmla="*/ 5625709 w 6501199"/>
              <a:gd name="connsiteY6519" fmla="*/ 688354 h 6382977"/>
              <a:gd name="connsiteX6520" fmla="*/ 5645546 w 6501199"/>
              <a:gd name="connsiteY6520" fmla="*/ 695188 h 6382977"/>
              <a:gd name="connsiteX6521" fmla="*/ 5638815 w 6501199"/>
              <a:gd name="connsiteY6521" fmla="*/ 674687 h 6382977"/>
              <a:gd name="connsiteX6522" fmla="*/ 4666434 w 6501199"/>
              <a:gd name="connsiteY6522" fmla="*/ 674687 h 6382977"/>
              <a:gd name="connsiteX6523" fmla="*/ 4671154 w 6501199"/>
              <a:gd name="connsiteY6523" fmla="*/ 710842 h 6382977"/>
              <a:gd name="connsiteX6524" fmla="*/ 4641013 w 6501199"/>
              <a:gd name="connsiteY6524" fmla="*/ 695091 h 6382977"/>
              <a:gd name="connsiteX6525" fmla="*/ 4666434 w 6501199"/>
              <a:gd name="connsiteY6525" fmla="*/ 674687 h 6382977"/>
              <a:gd name="connsiteX6526" fmla="*/ 4852601 w 6501199"/>
              <a:gd name="connsiteY6526" fmla="*/ 669925 h 6382977"/>
              <a:gd name="connsiteX6527" fmla="*/ 4881955 w 6501199"/>
              <a:gd name="connsiteY6527" fmla="*/ 669925 h 6382977"/>
              <a:gd name="connsiteX6528" fmla="*/ 4852601 w 6501199"/>
              <a:gd name="connsiteY6528" fmla="*/ 669925 h 6382977"/>
              <a:gd name="connsiteX6529" fmla="*/ 4576651 w 6501199"/>
              <a:gd name="connsiteY6529" fmla="*/ 669925 h 6382977"/>
              <a:gd name="connsiteX6530" fmla="*/ 4576651 w 6501199"/>
              <a:gd name="connsiteY6530" fmla="*/ 694962 h 6382977"/>
              <a:gd name="connsiteX6531" fmla="*/ 4576651 w 6501199"/>
              <a:gd name="connsiteY6531" fmla="*/ 669925 h 6382977"/>
              <a:gd name="connsiteX6532" fmla="*/ 4948616 w 6501199"/>
              <a:gd name="connsiteY6532" fmla="*/ 667844 h 6382977"/>
              <a:gd name="connsiteX6533" fmla="*/ 4946383 w 6501199"/>
              <a:gd name="connsiteY6533" fmla="*/ 681365 h 6382977"/>
              <a:gd name="connsiteX6534" fmla="*/ 4948616 w 6501199"/>
              <a:gd name="connsiteY6534" fmla="*/ 667844 h 6382977"/>
              <a:gd name="connsiteX6535" fmla="*/ 4585147 w 6501199"/>
              <a:gd name="connsiteY6535" fmla="*/ 627571 h 6382977"/>
              <a:gd name="connsiteX6536" fmla="*/ 4605735 w 6501199"/>
              <a:gd name="connsiteY6536" fmla="*/ 646078 h 6382977"/>
              <a:gd name="connsiteX6537" fmla="*/ 4594446 w 6501199"/>
              <a:gd name="connsiteY6537" fmla="*/ 655269 h 6382977"/>
              <a:gd name="connsiteX6538" fmla="*/ 4574338 w 6501199"/>
              <a:gd name="connsiteY6538" fmla="*/ 629903 h 6382977"/>
              <a:gd name="connsiteX6539" fmla="*/ 4585147 w 6501199"/>
              <a:gd name="connsiteY6539" fmla="*/ 627571 h 6382977"/>
              <a:gd name="connsiteX6540" fmla="*/ 5522541 w 6501199"/>
              <a:gd name="connsiteY6540" fmla="*/ 614362 h 6382977"/>
              <a:gd name="connsiteX6541" fmla="*/ 5531475 w 6501199"/>
              <a:gd name="connsiteY6541" fmla="*/ 625493 h 6382977"/>
              <a:gd name="connsiteX6542" fmla="*/ 5511461 w 6501199"/>
              <a:gd name="connsiteY6542" fmla="*/ 630161 h 6382977"/>
              <a:gd name="connsiteX6543" fmla="*/ 5518252 w 6501199"/>
              <a:gd name="connsiteY6543" fmla="*/ 657451 h 6382977"/>
              <a:gd name="connsiteX6544" fmla="*/ 5538266 w 6501199"/>
              <a:gd name="connsiteY6544" fmla="*/ 639138 h 6382977"/>
              <a:gd name="connsiteX6545" fmla="*/ 5515750 w 6501199"/>
              <a:gd name="connsiteY6545" fmla="*/ 689050 h 6382977"/>
              <a:gd name="connsiteX6546" fmla="*/ 5513606 w 6501199"/>
              <a:gd name="connsiteY6546" fmla="*/ 709517 h 6382977"/>
              <a:gd name="connsiteX6547" fmla="*/ 5529331 w 6501199"/>
              <a:gd name="connsiteY6547" fmla="*/ 734653 h 6382977"/>
              <a:gd name="connsiteX6548" fmla="*/ 5495379 w 6501199"/>
              <a:gd name="connsiteY6548" fmla="*/ 721008 h 6382977"/>
              <a:gd name="connsiteX6549" fmla="*/ 5508960 w 6501199"/>
              <a:gd name="connsiteY6549" fmla="*/ 707363 h 6382977"/>
              <a:gd name="connsiteX6550" fmla="*/ 5497880 w 6501199"/>
              <a:gd name="connsiteY6550" fmla="*/ 707363 h 6382977"/>
              <a:gd name="connsiteX6551" fmla="*/ 5500025 w 6501199"/>
              <a:gd name="connsiteY6551" fmla="*/ 691563 h 6382977"/>
              <a:gd name="connsiteX6552" fmla="*/ 5508960 w 6501199"/>
              <a:gd name="connsiteY6552" fmla="*/ 628007 h 6382977"/>
              <a:gd name="connsiteX6553" fmla="*/ 5522541 w 6501199"/>
              <a:gd name="connsiteY6553" fmla="*/ 614362 h 6382977"/>
              <a:gd name="connsiteX6554" fmla="*/ 4968188 w 6501199"/>
              <a:gd name="connsiteY6554" fmla="*/ 609600 h 6382977"/>
              <a:gd name="connsiteX6555" fmla="*/ 4981963 w 6501199"/>
              <a:gd name="connsiteY6555" fmla="*/ 630004 h 6382977"/>
              <a:gd name="connsiteX6556" fmla="*/ 4952238 w 6501199"/>
              <a:gd name="connsiteY6556" fmla="*/ 625350 h 6382977"/>
              <a:gd name="connsiteX6557" fmla="*/ 4945350 w 6501199"/>
              <a:gd name="connsiteY6557" fmla="*/ 636805 h 6382977"/>
              <a:gd name="connsiteX6558" fmla="*/ 4936288 w 6501199"/>
              <a:gd name="connsiteY6558" fmla="*/ 630004 h 6382977"/>
              <a:gd name="connsiteX6559" fmla="*/ 4943175 w 6501199"/>
              <a:gd name="connsiteY6559" fmla="*/ 616401 h 6382977"/>
              <a:gd name="connsiteX6560" fmla="*/ 4968188 w 6501199"/>
              <a:gd name="connsiteY6560" fmla="*/ 609600 h 6382977"/>
              <a:gd name="connsiteX6561" fmla="*/ 5538397 w 6501199"/>
              <a:gd name="connsiteY6561" fmla="*/ 601662 h 6382977"/>
              <a:gd name="connsiteX6562" fmla="*/ 5549845 w 6501199"/>
              <a:gd name="connsiteY6562" fmla="*/ 601662 h 6382977"/>
              <a:gd name="connsiteX6563" fmla="*/ 5554496 w 6501199"/>
              <a:gd name="connsiteY6563" fmla="*/ 617184 h 6382977"/>
              <a:gd name="connsiteX6564" fmla="*/ 5540901 w 6501199"/>
              <a:gd name="connsiteY6564" fmla="*/ 639409 h 6382977"/>
              <a:gd name="connsiteX6565" fmla="*/ 5538397 w 6501199"/>
              <a:gd name="connsiteY6565" fmla="*/ 601662 h 6382977"/>
              <a:gd name="connsiteX6566" fmla="*/ 5493277 w 6501199"/>
              <a:gd name="connsiteY6566" fmla="*/ 595312 h 6382977"/>
              <a:gd name="connsiteX6567" fmla="*/ 5495509 w 6501199"/>
              <a:gd name="connsiteY6567" fmla="*/ 621949 h 6382977"/>
              <a:gd name="connsiteX6568" fmla="*/ 5493277 w 6501199"/>
              <a:gd name="connsiteY6568" fmla="*/ 595312 h 6382977"/>
              <a:gd name="connsiteX6569" fmla="*/ 5656926 w 6501199"/>
              <a:gd name="connsiteY6569" fmla="*/ 587948 h 6382977"/>
              <a:gd name="connsiteX6570" fmla="*/ 5688860 w 6501199"/>
              <a:gd name="connsiteY6570" fmla="*/ 587948 h 6382977"/>
              <a:gd name="connsiteX6571" fmla="*/ 5691013 w 6501199"/>
              <a:gd name="connsiteY6571" fmla="*/ 610643 h 6382977"/>
              <a:gd name="connsiteX6572" fmla="*/ 5665896 w 6501199"/>
              <a:gd name="connsiteY6572" fmla="*/ 592631 h 6382977"/>
              <a:gd name="connsiteX6573" fmla="*/ 5675225 w 6501199"/>
              <a:gd name="connsiteY6573" fmla="*/ 670083 h 6382977"/>
              <a:gd name="connsiteX6574" fmla="*/ 5668408 w 6501199"/>
              <a:gd name="connsiteY6574" fmla="*/ 679090 h 6382977"/>
              <a:gd name="connsiteX6575" fmla="*/ 5647955 w 6501199"/>
              <a:gd name="connsiteY6575" fmla="*/ 674406 h 6382977"/>
              <a:gd name="connsiteX6576" fmla="*/ 5656926 w 6501199"/>
              <a:gd name="connsiteY6576" fmla="*/ 587948 h 6382977"/>
              <a:gd name="connsiteX6577" fmla="*/ 5621403 w 6501199"/>
              <a:gd name="connsiteY6577" fmla="*/ 584200 h 6382977"/>
              <a:gd name="connsiteX6578" fmla="*/ 5637154 w 6501199"/>
              <a:gd name="connsiteY6578" fmla="*/ 641043 h 6382977"/>
              <a:gd name="connsiteX6579" fmla="*/ 5635006 w 6501199"/>
              <a:gd name="connsiteY6579" fmla="*/ 666388 h 6382977"/>
              <a:gd name="connsiteX6580" fmla="*/ 5607800 w 6501199"/>
              <a:gd name="connsiteY6580" fmla="*/ 607010 h 6382977"/>
              <a:gd name="connsiteX6581" fmla="*/ 5621403 w 6501199"/>
              <a:gd name="connsiteY6581" fmla="*/ 584200 h 6382977"/>
              <a:gd name="connsiteX6582" fmla="*/ 5588477 w 6501199"/>
              <a:gd name="connsiteY6582" fmla="*/ 569912 h 6382977"/>
              <a:gd name="connsiteX6583" fmla="*/ 5590611 w 6501199"/>
              <a:gd name="connsiteY6583" fmla="*/ 606067 h 6382977"/>
              <a:gd name="connsiteX6584" fmla="*/ 5588477 w 6501199"/>
              <a:gd name="connsiteY6584" fmla="*/ 569912 h 6382977"/>
              <a:gd name="connsiteX6585" fmla="*/ 4951653 w 6501199"/>
              <a:gd name="connsiteY6585" fmla="*/ 556883 h 6382977"/>
              <a:gd name="connsiteX6586" fmla="*/ 4948081 w 6501199"/>
              <a:gd name="connsiteY6586" fmla="*/ 571144 h 6382977"/>
              <a:gd name="connsiteX6587" fmla="*/ 4948081 w 6501199"/>
              <a:gd name="connsiteY6587" fmla="*/ 557622 h 6382977"/>
              <a:gd name="connsiteX6588" fmla="*/ 4951653 w 6501199"/>
              <a:gd name="connsiteY6588" fmla="*/ 556883 h 6382977"/>
              <a:gd name="connsiteX6589" fmla="*/ 4985997 w 6501199"/>
              <a:gd name="connsiteY6589" fmla="*/ 554037 h 6382977"/>
              <a:gd name="connsiteX6590" fmla="*/ 4994678 w 6501199"/>
              <a:gd name="connsiteY6590" fmla="*/ 563254 h 6382977"/>
              <a:gd name="connsiteX6591" fmla="*/ 4983913 w 6501199"/>
              <a:gd name="connsiteY6591" fmla="*/ 585587 h 6382977"/>
              <a:gd name="connsiteX6592" fmla="*/ 4985997 w 6501199"/>
              <a:gd name="connsiteY6592" fmla="*/ 554037 h 6382977"/>
              <a:gd name="connsiteX6593" fmla="*/ 5008960 w 6501199"/>
              <a:gd name="connsiteY6593" fmla="*/ 546005 h 6382977"/>
              <a:gd name="connsiteX6594" fmla="*/ 5008960 w 6501199"/>
              <a:gd name="connsiteY6594" fmla="*/ 566473 h 6382977"/>
              <a:gd name="connsiteX6595" fmla="*/ 5008960 w 6501199"/>
              <a:gd name="connsiteY6595" fmla="*/ 546005 h 6382977"/>
              <a:gd name="connsiteX6596" fmla="*/ 5586238 w 6501199"/>
              <a:gd name="connsiteY6596" fmla="*/ 537135 h 6382977"/>
              <a:gd name="connsiteX6597" fmla="*/ 5584063 w 6501199"/>
              <a:gd name="connsiteY6597" fmla="*/ 571142 h 6382977"/>
              <a:gd name="connsiteX6598" fmla="*/ 5586238 w 6501199"/>
              <a:gd name="connsiteY6598" fmla="*/ 537135 h 6382977"/>
              <a:gd name="connsiteX6599" fmla="*/ 4939191 w 6501199"/>
              <a:gd name="connsiteY6599" fmla="*/ 535561 h 6382977"/>
              <a:gd name="connsiteX6600" fmla="*/ 4964500 w 6501199"/>
              <a:gd name="connsiteY6600" fmla="*/ 543630 h 6382977"/>
              <a:gd name="connsiteX6601" fmla="*/ 4920957 w 6501199"/>
              <a:gd name="connsiteY6601" fmla="*/ 545747 h 6382977"/>
              <a:gd name="connsiteX6602" fmla="*/ 4939191 w 6501199"/>
              <a:gd name="connsiteY6602" fmla="*/ 535561 h 6382977"/>
              <a:gd name="connsiteX6603" fmla="*/ 4882812 w 6501199"/>
              <a:gd name="connsiteY6603" fmla="*/ 527050 h 6382977"/>
              <a:gd name="connsiteX6604" fmla="*/ 4887450 w 6501199"/>
              <a:gd name="connsiteY6604" fmla="*/ 550490 h 6382977"/>
              <a:gd name="connsiteX6605" fmla="*/ 4882812 w 6501199"/>
              <a:gd name="connsiteY6605" fmla="*/ 527050 h 6382977"/>
              <a:gd name="connsiteX6606" fmla="*/ 5366922 w 6501199"/>
              <a:gd name="connsiteY6606" fmla="*/ 525462 h 6382977"/>
              <a:gd name="connsiteX6607" fmla="*/ 5371759 w 6501199"/>
              <a:gd name="connsiteY6607" fmla="*/ 604479 h 6382977"/>
              <a:gd name="connsiteX6608" fmla="*/ 5355388 w 6501199"/>
              <a:gd name="connsiteY6608" fmla="*/ 604479 h 6382977"/>
              <a:gd name="connsiteX6609" fmla="*/ 5366922 w 6501199"/>
              <a:gd name="connsiteY6609" fmla="*/ 525462 h 6382977"/>
              <a:gd name="connsiteX6610" fmla="*/ 4874188 w 6501199"/>
              <a:gd name="connsiteY6610" fmla="*/ 511175 h 6382977"/>
              <a:gd name="connsiteX6611" fmla="*/ 4864850 w 6501199"/>
              <a:gd name="connsiteY6611" fmla="*/ 547329 h 6382977"/>
              <a:gd name="connsiteX6612" fmla="*/ 4874188 w 6501199"/>
              <a:gd name="connsiteY6612" fmla="*/ 511175 h 6382977"/>
              <a:gd name="connsiteX6613" fmla="*/ 5688763 w 6501199"/>
              <a:gd name="connsiteY6613" fmla="*/ 490537 h 6382977"/>
              <a:gd name="connsiteX6614" fmla="*/ 5711623 w 6501199"/>
              <a:gd name="connsiteY6614" fmla="*/ 495205 h 6382977"/>
              <a:gd name="connsiteX6615" fmla="*/ 5697834 w 6501199"/>
              <a:gd name="connsiteY6615" fmla="*/ 520341 h 6382977"/>
              <a:gd name="connsiteX6616" fmla="*/ 5688763 w 6501199"/>
              <a:gd name="connsiteY6616" fmla="*/ 490537 h 6382977"/>
              <a:gd name="connsiteX6617" fmla="*/ 4944931 w 6501199"/>
              <a:gd name="connsiteY6617" fmla="*/ 460375 h 6382977"/>
              <a:gd name="connsiteX6618" fmla="*/ 4909300 w 6501199"/>
              <a:gd name="connsiteY6618" fmla="*/ 469547 h 6382977"/>
              <a:gd name="connsiteX6619" fmla="*/ 4944931 w 6501199"/>
              <a:gd name="connsiteY6619" fmla="*/ 460375 h 6382977"/>
              <a:gd name="connsiteX6620" fmla="*/ 5663010 w 6501199"/>
              <a:gd name="connsiteY6620" fmla="*/ 458787 h 6382977"/>
              <a:gd name="connsiteX6621" fmla="*/ 5676416 w 6501199"/>
              <a:gd name="connsiteY6621" fmla="*/ 504507 h 6382977"/>
              <a:gd name="connsiteX6622" fmla="*/ 5647488 w 6501199"/>
              <a:gd name="connsiteY6622" fmla="*/ 476930 h 6382977"/>
              <a:gd name="connsiteX6623" fmla="*/ 5658424 w 6501199"/>
              <a:gd name="connsiteY6623" fmla="*/ 472575 h 6382977"/>
              <a:gd name="connsiteX6624" fmla="*/ 5663010 w 6501199"/>
              <a:gd name="connsiteY6624" fmla="*/ 458787 h 6382977"/>
              <a:gd name="connsiteX6625" fmla="*/ 5126578 w 6501199"/>
              <a:gd name="connsiteY6625" fmla="*/ 442912 h 6382977"/>
              <a:gd name="connsiteX6626" fmla="*/ 5142393 w 6501199"/>
              <a:gd name="connsiteY6626" fmla="*/ 445037 h 6382977"/>
              <a:gd name="connsiteX6627" fmla="*/ 5144550 w 6501199"/>
              <a:gd name="connsiteY6627" fmla="*/ 469834 h 6382977"/>
              <a:gd name="connsiteX6628" fmla="*/ 5128734 w 6501199"/>
              <a:gd name="connsiteY6628" fmla="*/ 476210 h 6382977"/>
              <a:gd name="connsiteX6629" fmla="*/ 5112919 w 6501199"/>
              <a:gd name="connsiteY6629" fmla="*/ 485421 h 6382977"/>
              <a:gd name="connsiteX6630" fmla="*/ 5090275 w 6501199"/>
              <a:gd name="connsiteY6630" fmla="*/ 471959 h 6382977"/>
              <a:gd name="connsiteX6631" fmla="*/ 5126578 w 6501199"/>
              <a:gd name="connsiteY6631" fmla="*/ 442912 h 6382977"/>
              <a:gd name="connsiteX6632" fmla="*/ 4949781 w 6501199"/>
              <a:gd name="connsiteY6632" fmla="*/ 415925 h 6382977"/>
              <a:gd name="connsiteX6633" fmla="*/ 4945128 w 6501199"/>
              <a:gd name="connsiteY6633" fmla="*/ 431447 h 6382977"/>
              <a:gd name="connsiteX6634" fmla="*/ 4949781 w 6501199"/>
              <a:gd name="connsiteY6634" fmla="*/ 415925 h 6382977"/>
              <a:gd name="connsiteX6635" fmla="*/ 5127012 w 6501199"/>
              <a:gd name="connsiteY6635" fmla="*/ 388937 h 6382977"/>
              <a:gd name="connsiteX6636" fmla="*/ 5131305 w 6501199"/>
              <a:gd name="connsiteY6636" fmla="*/ 414375 h 6382977"/>
              <a:gd name="connsiteX6637" fmla="*/ 5127012 w 6501199"/>
              <a:gd name="connsiteY6637" fmla="*/ 388937 h 6382977"/>
              <a:gd name="connsiteX6638" fmla="*/ 5651721 w 6501199"/>
              <a:gd name="connsiteY6638" fmla="*/ 344487 h 6382977"/>
              <a:gd name="connsiteX6639" fmla="*/ 5656307 w 6501199"/>
              <a:gd name="connsiteY6639" fmla="*/ 364769 h 6382977"/>
              <a:gd name="connsiteX6640" fmla="*/ 5651721 w 6501199"/>
              <a:gd name="connsiteY6640" fmla="*/ 344487 h 6382977"/>
              <a:gd name="connsiteX6641" fmla="*/ 4897825 w 6501199"/>
              <a:gd name="connsiteY6641" fmla="*/ 325437 h 6382977"/>
              <a:gd name="connsiteX6642" fmla="*/ 4893464 w 6501199"/>
              <a:gd name="connsiteY6642" fmla="*/ 348878 h 6382977"/>
              <a:gd name="connsiteX6643" fmla="*/ 4897825 w 6501199"/>
              <a:gd name="connsiteY6643" fmla="*/ 325437 h 6382977"/>
              <a:gd name="connsiteX6644" fmla="*/ 5705420 w 6501199"/>
              <a:gd name="connsiteY6644" fmla="*/ 287933 h 6382977"/>
              <a:gd name="connsiteX6645" fmla="*/ 5700769 w 6501199"/>
              <a:gd name="connsiteY6645" fmla="*/ 303940 h 6382977"/>
              <a:gd name="connsiteX6646" fmla="*/ 5712217 w 6501199"/>
              <a:gd name="connsiteY6646" fmla="*/ 310852 h 6382977"/>
              <a:gd name="connsiteX6647" fmla="*/ 5705420 w 6501199"/>
              <a:gd name="connsiteY6647" fmla="*/ 287933 h 6382977"/>
              <a:gd name="connsiteX6648" fmla="*/ 4972903 w 6501199"/>
              <a:gd name="connsiteY6648" fmla="*/ 284162 h 6382977"/>
              <a:gd name="connsiteX6649" fmla="*/ 4970800 w 6501199"/>
              <a:gd name="connsiteY6649" fmla="*/ 313966 h 6382977"/>
              <a:gd name="connsiteX6650" fmla="*/ 4972903 w 6501199"/>
              <a:gd name="connsiteY6650" fmla="*/ 284162 h 6382977"/>
              <a:gd name="connsiteX6651" fmla="*/ 5561763 w 6501199"/>
              <a:gd name="connsiteY6651" fmla="*/ 279400 h 6382977"/>
              <a:gd name="connsiteX6652" fmla="*/ 5573119 w 6501199"/>
              <a:gd name="connsiteY6652" fmla="*/ 306512 h 6382977"/>
              <a:gd name="connsiteX6653" fmla="*/ 5561763 w 6501199"/>
              <a:gd name="connsiteY6653" fmla="*/ 279400 h 6382977"/>
              <a:gd name="connsiteX6654" fmla="*/ 5562135 w 6501199"/>
              <a:gd name="connsiteY6654" fmla="*/ 228600 h 6382977"/>
              <a:gd name="connsiteX6655" fmla="*/ 5573262 w 6501199"/>
              <a:gd name="connsiteY6655" fmla="*/ 264754 h 6382977"/>
              <a:gd name="connsiteX6656" fmla="*/ 5557469 w 6501199"/>
              <a:gd name="connsiteY6656" fmla="*/ 264754 h 6382977"/>
              <a:gd name="connsiteX6657" fmla="*/ 5562135 w 6501199"/>
              <a:gd name="connsiteY6657" fmla="*/ 228600 h 6382977"/>
              <a:gd name="connsiteX6658" fmla="*/ 5634066 w 6501199"/>
              <a:gd name="connsiteY6658" fmla="*/ 226545 h 6382977"/>
              <a:gd name="connsiteX6659" fmla="*/ 5649488 w 6501199"/>
              <a:gd name="connsiteY6659" fmla="*/ 235852 h 6382977"/>
              <a:gd name="connsiteX6660" fmla="*/ 5654044 w 6501199"/>
              <a:gd name="connsiteY6660" fmla="*/ 258404 h 6382977"/>
              <a:gd name="connsiteX6661" fmla="*/ 5634066 w 6501199"/>
              <a:gd name="connsiteY6661" fmla="*/ 244801 h 6382977"/>
              <a:gd name="connsiteX6662" fmla="*/ 5634066 w 6501199"/>
              <a:gd name="connsiteY6662" fmla="*/ 226545 h 6382977"/>
              <a:gd name="connsiteX6663" fmla="*/ 4993301 w 6501199"/>
              <a:gd name="connsiteY6663" fmla="*/ 220662 h 6382977"/>
              <a:gd name="connsiteX6664" fmla="*/ 5000061 w 6501199"/>
              <a:gd name="connsiteY6664" fmla="*/ 250466 h 6382977"/>
              <a:gd name="connsiteX6665" fmla="*/ 4993301 w 6501199"/>
              <a:gd name="connsiteY6665" fmla="*/ 220662 h 6382977"/>
              <a:gd name="connsiteX6666" fmla="*/ 5682060 w 6501199"/>
              <a:gd name="connsiteY6666" fmla="*/ 215900 h 6382977"/>
              <a:gd name="connsiteX6667" fmla="*/ 5679591 w 6501199"/>
              <a:gd name="connsiteY6667" fmla="*/ 310792 h 6382977"/>
              <a:gd name="connsiteX6668" fmla="*/ 5682060 w 6501199"/>
              <a:gd name="connsiteY6668" fmla="*/ 215900 h 6382977"/>
              <a:gd name="connsiteX6669" fmla="*/ 4653581 w 6501199"/>
              <a:gd name="connsiteY6669" fmla="*/ 210719 h 6382977"/>
              <a:gd name="connsiteX6670" fmla="*/ 4685109 w 6501199"/>
              <a:gd name="connsiteY6670" fmla="*/ 215426 h 6382977"/>
              <a:gd name="connsiteX6671" fmla="*/ 4660312 w 6501199"/>
              <a:gd name="connsiteY6671" fmla="*/ 226650 h 6382977"/>
              <a:gd name="connsiteX6672" fmla="*/ 4653581 w 6501199"/>
              <a:gd name="connsiteY6672" fmla="*/ 210719 h 6382977"/>
              <a:gd name="connsiteX6673" fmla="*/ 6080169 w 6501199"/>
              <a:gd name="connsiteY6673" fmla="*/ 208429 h 6382977"/>
              <a:gd name="connsiteX6674" fmla="*/ 6077700 w 6501199"/>
              <a:gd name="connsiteY6674" fmla="*/ 253641 h 6382977"/>
              <a:gd name="connsiteX6675" fmla="*/ 6080169 w 6501199"/>
              <a:gd name="connsiteY6675" fmla="*/ 208429 h 6382977"/>
              <a:gd name="connsiteX6676" fmla="*/ 4995025 w 6501199"/>
              <a:gd name="connsiteY6676" fmla="*/ 207351 h 6382977"/>
              <a:gd name="connsiteX6677" fmla="*/ 5008947 w 6501199"/>
              <a:gd name="connsiteY6677" fmla="*/ 223470 h 6382977"/>
              <a:gd name="connsiteX6678" fmla="*/ 4995025 w 6501199"/>
              <a:gd name="connsiteY6678" fmla="*/ 207351 h 6382977"/>
              <a:gd name="connsiteX6679" fmla="*/ 4975318 w 6501199"/>
              <a:gd name="connsiteY6679" fmla="*/ 206090 h 6382977"/>
              <a:gd name="connsiteX6680" fmla="*/ 4981962 w 6501199"/>
              <a:gd name="connsiteY6680" fmla="*/ 222669 h 6382977"/>
              <a:gd name="connsiteX6681" fmla="*/ 4968152 w 6501199"/>
              <a:gd name="connsiteY6681" fmla="*/ 222669 h 6382977"/>
              <a:gd name="connsiteX6682" fmla="*/ 4979781 w 6501199"/>
              <a:gd name="connsiteY6682" fmla="*/ 256815 h 6382977"/>
              <a:gd name="connsiteX6683" fmla="*/ 4972877 w 6501199"/>
              <a:gd name="connsiteY6683" fmla="*/ 206854 h 6382977"/>
              <a:gd name="connsiteX6684" fmla="*/ 4975318 w 6501199"/>
              <a:gd name="connsiteY6684" fmla="*/ 206090 h 6382977"/>
              <a:gd name="connsiteX6685" fmla="*/ 4832750 w 6501199"/>
              <a:gd name="connsiteY6685" fmla="*/ 201612 h 6382977"/>
              <a:gd name="connsiteX6686" fmla="*/ 4808216 w 6501199"/>
              <a:gd name="connsiteY6686" fmla="*/ 215533 h 6382977"/>
              <a:gd name="connsiteX6687" fmla="*/ 4832750 w 6501199"/>
              <a:gd name="connsiteY6687" fmla="*/ 201612 h 6382977"/>
              <a:gd name="connsiteX6688" fmla="*/ 4991010 w 6501199"/>
              <a:gd name="connsiteY6688" fmla="*/ 186714 h 6382977"/>
              <a:gd name="connsiteX6689" fmla="*/ 5000348 w 6501199"/>
              <a:gd name="connsiteY6689" fmla="*/ 205031 h 6382977"/>
              <a:gd name="connsiteX6690" fmla="*/ 4991010 w 6501199"/>
              <a:gd name="connsiteY6690" fmla="*/ 186714 h 6382977"/>
              <a:gd name="connsiteX6691" fmla="*/ 5745879 w 6501199"/>
              <a:gd name="connsiteY6691" fmla="*/ 179387 h 6382977"/>
              <a:gd name="connsiteX6692" fmla="*/ 5752792 w 6501199"/>
              <a:gd name="connsiteY6692" fmla="*/ 207006 h 6382977"/>
              <a:gd name="connsiteX6693" fmla="*/ 5745879 w 6501199"/>
              <a:gd name="connsiteY6693" fmla="*/ 179387 h 6382977"/>
              <a:gd name="connsiteX6694" fmla="*/ 5623675 w 6501199"/>
              <a:gd name="connsiteY6694" fmla="*/ 163512 h 6382977"/>
              <a:gd name="connsiteX6695" fmla="*/ 5637597 w 6501199"/>
              <a:gd name="connsiteY6695" fmla="*/ 179034 h 6382977"/>
              <a:gd name="connsiteX6696" fmla="*/ 5623675 w 6501199"/>
              <a:gd name="connsiteY6696" fmla="*/ 163512 h 6382977"/>
              <a:gd name="connsiteX6697" fmla="*/ 4896247 w 6501199"/>
              <a:gd name="connsiteY6697" fmla="*/ 160747 h 6382977"/>
              <a:gd name="connsiteX6698" fmla="*/ 4858500 w 6501199"/>
              <a:gd name="connsiteY6698" fmla="*/ 167508 h 6382977"/>
              <a:gd name="connsiteX6699" fmla="*/ 4896247 w 6501199"/>
              <a:gd name="connsiteY6699" fmla="*/ 160747 h 6382977"/>
              <a:gd name="connsiteX6700" fmla="*/ 5596286 w 6501199"/>
              <a:gd name="connsiteY6700" fmla="*/ 157162 h 6382977"/>
              <a:gd name="connsiteX6701" fmla="*/ 5621725 w 6501199"/>
              <a:gd name="connsiteY6701" fmla="*/ 231418 h 6382977"/>
              <a:gd name="connsiteX6702" fmla="*/ 5596286 w 6501199"/>
              <a:gd name="connsiteY6702" fmla="*/ 157162 h 6382977"/>
              <a:gd name="connsiteX6703" fmla="*/ 4958786 w 6501199"/>
              <a:gd name="connsiteY6703" fmla="*/ 152400 h 6382977"/>
              <a:gd name="connsiteX6704" fmla="*/ 4965547 w 6501199"/>
              <a:gd name="connsiteY6704" fmla="*/ 172681 h 6382977"/>
              <a:gd name="connsiteX6705" fmla="*/ 4958786 w 6501199"/>
              <a:gd name="connsiteY6705" fmla="*/ 152400 h 6382977"/>
              <a:gd name="connsiteX6706" fmla="*/ 4710863 w 6501199"/>
              <a:gd name="connsiteY6706" fmla="*/ 125412 h 6382977"/>
              <a:gd name="connsiteX6707" fmla="*/ 4745424 w 6501199"/>
              <a:gd name="connsiteY6707" fmla="*/ 134571 h 6382977"/>
              <a:gd name="connsiteX6708" fmla="*/ 4710863 w 6501199"/>
              <a:gd name="connsiteY6708" fmla="*/ 125412 h 6382977"/>
              <a:gd name="connsiteX6709" fmla="*/ 5644313 w 6501199"/>
              <a:gd name="connsiteY6709" fmla="*/ 122237 h 6382977"/>
              <a:gd name="connsiteX6710" fmla="*/ 5662997 w 6501199"/>
              <a:gd name="connsiteY6710" fmla="*/ 131575 h 6382977"/>
              <a:gd name="connsiteX6711" fmla="*/ 5658234 w 6501199"/>
              <a:gd name="connsiteY6711" fmla="*/ 133816 h 6382977"/>
              <a:gd name="connsiteX6712" fmla="*/ 5658234 w 6501199"/>
              <a:gd name="connsiteY6712" fmla="*/ 140913 h 6382977"/>
              <a:gd name="connsiteX6713" fmla="*/ 5644313 w 6501199"/>
              <a:gd name="connsiteY6713" fmla="*/ 122237 h 6382977"/>
              <a:gd name="connsiteX6714" fmla="*/ 6085387 w 6501199"/>
              <a:gd name="connsiteY6714" fmla="*/ 106362 h 6382977"/>
              <a:gd name="connsiteX6715" fmla="*/ 6090275 w 6501199"/>
              <a:gd name="connsiteY6715" fmla="*/ 142517 h 6382977"/>
              <a:gd name="connsiteX6716" fmla="*/ 6085387 w 6501199"/>
              <a:gd name="connsiteY6716" fmla="*/ 106362 h 6382977"/>
              <a:gd name="connsiteX6717" fmla="*/ 4654928 w 6501199"/>
              <a:gd name="connsiteY6717" fmla="*/ 95250 h 6382977"/>
              <a:gd name="connsiteX6718" fmla="*/ 4647859 w 6501199"/>
              <a:gd name="connsiteY6718" fmla="*/ 129811 h 6382977"/>
              <a:gd name="connsiteX6719" fmla="*/ 4631488 w 6501199"/>
              <a:gd name="connsiteY6719" fmla="*/ 129811 h 6382977"/>
              <a:gd name="connsiteX6720" fmla="*/ 4633720 w 6501199"/>
              <a:gd name="connsiteY6720" fmla="*/ 99979 h 6382977"/>
              <a:gd name="connsiteX6721" fmla="*/ 4654928 w 6501199"/>
              <a:gd name="connsiteY6721" fmla="*/ 95250 h 6382977"/>
              <a:gd name="connsiteX6722" fmla="*/ 5537070 w 6501199"/>
              <a:gd name="connsiteY6722" fmla="*/ 42862 h 6382977"/>
              <a:gd name="connsiteX6723" fmla="*/ 5537070 w 6501199"/>
              <a:gd name="connsiteY6723" fmla="*/ 51624 h 6382977"/>
              <a:gd name="connsiteX6724" fmla="*/ 5548700 w 6501199"/>
              <a:gd name="connsiteY6724" fmla="*/ 58283 h 6382977"/>
              <a:gd name="connsiteX6725" fmla="*/ 5527985 w 6501199"/>
              <a:gd name="connsiteY6725" fmla="*/ 69499 h 6382977"/>
              <a:gd name="connsiteX6726" fmla="*/ 5537070 w 6501199"/>
              <a:gd name="connsiteY6726" fmla="*/ 42862 h 6382977"/>
              <a:gd name="connsiteX6727" fmla="*/ 5664004 w 6501199"/>
              <a:gd name="connsiteY6727" fmla="*/ 36512 h 6382977"/>
              <a:gd name="connsiteX6728" fmla="*/ 5666176 w 6501199"/>
              <a:gd name="connsiteY6728" fmla="*/ 59431 h 6382977"/>
              <a:gd name="connsiteX6729" fmla="*/ 5650245 w 6501199"/>
              <a:gd name="connsiteY6729" fmla="*/ 57248 h 6382977"/>
              <a:gd name="connsiteX6730" fmla="*/ 5650245 w 6501199"/>
              <a:gd name="connsiteY6730" fmla="*/ 71073 h 6382977"/>
              <a:gd name="connsiteX6731" fmla="*/ 5664004 w 6501199"/>
              <a:gd name="connsiteY6731" fmla="*/ 36512 h 6382977"/>
              <a:gd name="connsiteX6732" fmla="*/ 5589727 w 6501199"/>
              <a:gd name="connsiteY6732" fmla="*/ 33337 h 6382977"/>
              <a:gd name="connsiteX6733" fmla="*/ 5605847 w 6501199"/>
              <a:gd name="connsiteY6733" fmla="*/ 117117 h 6382977"/>
              <a:gd name="connsiteX6734" fmla="*/ 5589727 w 6501199"/>
              <a:gd name="connsiteY6734" fmla="*/ 33337 h 6382977"/>
              <a:gd name="connsiteX6735" fmla="*/ 5217443 w 6501199"/>
              <a:gd name="connsiteY6735" fmla="*/ 31750 h 6382977"/>
              <a:gd name="connsiteX6736" fmla="*/ 5231201 w 6501199"/>
              <a:gd name="connsiteY6736" fmla="*/ 38662 h 6382977"/>
              <a:gd name="connsiteX6737" fmla="*/ 5190288 w 6501199"/>
              <a:gd name="connsiteY6737" fmla="*/ 49940 h 6382977"/>
              <a:gd name="connsiteX6738" fmla="*/ 5208391 w 6501199"/>
              <a:gd name="connsiteY6738" fmla="*/ 47757 h 6382977"/>
              <a:gd name="connsiteX6739" fmla="*/ 5206219 w 6501199"/>
              <a:gd name="connsiteY6739" fmla="*/ 36479 h 6382977"/>
              <a:gd name="connsiteX6740" fmla="*/ 5217443 w 6501199"/>
              <a:gd name="connsiteY6740" fmla="*/ 31750 h 6382977"/>
              <a:gd name="connsiteX6741" fmla="*/ 5677271 w 6501199"/>
              <a:gd name="connsiteY6741" fmla="*/ 0 h 6382977"/>
              <a:gd name="connsiteX6742" fmla="*/ 5699662 w 6501199"/>
              <a:gd name="connsiteY6742" fmla="*/ 90129 h 6382977"/>
              <a:gd name="connsiteX6743" fmla="*/ 5677271 w 6501199"/>
              <a:gd name="connsiteY6743" fmla="*/ 0 h 6382977"/>
              <a:gd name="connsiteX6744" fmla="*/ 5158538 w 6501199"/>
              <a:gd name="connsiteY6744" fmla="*/ 0 h 6382977"/>
              <a:gd name="connsiteX6745" fmla="*/ 5163094 w 6501199"/>
              <a:gd name="connsiteY6745" fmla="*/ 4281 h 6382977"/>
              <a:gd name="connsiteX6746" fmla="*/ 5185175 w 6501199"/>
              <a:gd name="connsiteY6746" fmla="*/ 31393 h 6382977"/>
              <a:gd name="connsiteX6747" fmla="*/ 5158538 w 6501199"/>
              <a:gd name="connsiteY6747" fmla="*/ 0 h 6382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 ang="0">
                <a:pos x="connsiteX2796" y="connsiteY2796"/>
              </a:cxn>
              <a:cxn ang="0">
                <a:pos x="connsiteX2797" y="connsiteY2797"/>
              </a:cxn>
              <a:cxn ang="0">
                <a:pos x="connsiteX2798" y="connsiteY2798"/>
              </a:cxn>
              <a:cxn ang="0">
                <a:pos x="connsiteX2799" y="connsiteY2799"/>
              </a:cxn>
              <a:cxn ang="0">
                <a:pos x="connsiteX2800" y="connsiteY2800"/>
              </a:cxn>
              <a:cxn ang="0">
                <a:pos x="connsiteX2801" y="connsiteY2801"/>
              </a:cxn>
              <a:cxn ang="0">
                <a:pos x="connsiteX2802" y="connsiteY2802"/>
              </a:cxn>
              <a:cxn ang="0">
                <a:pos x="connsiteX2803" y="connsiteY2803"/>
              </a:cxn>
              <a:cxn ang="0">
                <a:pos x="connsiteX2804" y="connsiteY2804"/>
              </a:cxn>
              <a:cxn ang="0">
                <a:pos x="connsiteX2805" y="connsiteY2805"/>
              </a:cxn>
              <a:cxn ang="0">
                <a:pos x="connsiteX2806" y="connsiteY2806"/>
              </a:cxn>
              <a:cxn ang="0">
                <a:pos x="connsiteX2807" y="connsiteY2807"/>
              </a:cxn>
              <a:cxn ang="0">
                <a:pos x="connsiteX2808" y="connsiteY2808"/>
              </a:cxn>
              <a:cxn ang="0">
                <a:pos x="connsiteX2809" y="connsiteY2809"/>
              </a:cxn>
              <a:cxn ang="0">
                <a:pos x="connsiteX2810" y="connsiteY2810"/>
              </a:cxn>
              <a:cxn ang="0">
                <a:pos x="connsiteX2811" y="connsiteY2811"/>
              </a:cxn>
              <a:cxn ang="0">
                <a:pos x="connsiteX2812" y="connsiteY2812"/>
              </a:cxn>
              <a:cxn ang="0">
                <a:pos x="connsiteX2813" y="connsiteY2813"/>
              </a:cxn>
              <a:cxn ang="0">
                <a:pos x="connsiteX2814" y="connsiteY2814"/>
              </a:cxn>
              <a:cxn ang="0">
                <a:pos x="connsiteX2815" y="connsiteY2815"/>
              </a:cxn>
              <a:cxn ang="0">
                <a:pos x="connsiteX2816" y="connsiteY2816"/>
              </a:cxn>
              <a:cxn ang="0">
                <a:pos x="connsiteX2817" y="connsiteY2817"/>
              </a:cxn>
              <a:cxn ang="0">
                <a:pos x="connsiteX2818" y="connsiteY2818"/>
              </a:cxn>
              <a:cxn ang="0">
                <a:pos x="connsiteX2819" y="connsiteY2819"/>
              </a:cxn>
              <a:cxn ang="0">
                <a:pos x="connsiteX2820" y="connsiteY2820"/>
              </a:cxn>
              <a:cxn ang="0">
                <a:pos x="connsiteX2821" y="connsiteY2821"/>
              </a:cxn>
              <a:cxn ang="0">
                <a:pos x="connsiteX2822" y="connsiteY2822"/>
              </a:cxn>
              <a:cxn ang="0">
                <a:pos x="connsiteX2823" y="connsiteY2823"/>
              </a:cxn>
              <a:cxn ang="0">
                <a:pos x="connsiteX2824" y="connsiteY2824"/>
              </a:cxn>
              <a:cxn ang="0">
                <a:pos x="connsiteX2825" y="connsiteY2825"/>
              </a:cxn>
              <a:cxn ang="0">
                <a:pos x="connsiteX2826" y="connsiteY2826"/>
              </a:cxn>
              <a:cxn ang="0">
                <a:pos x="connsiteX2827" y="connsiteY2827"/>
              </a:cxn>
              <a:cxn ang="0">
                <a:pos x="connsiteX2828" y="connsiteY2828"/>
              </a:cxn>
              <a:cxn ang="0">
                <a:pos x="connsiteX2829" y="connsiteY2829"/>
              </a:cxn>
              <a:cxn ang="0">
                <a:pos x="connsiteX2830" y="connsiteY2830"/>
              </a:cxn>
              <a:cxn ang="0">
                <a:pos x="connsiteX2831" y="connsiteY2831"/>
              </a:cxn>
              <a:cxn ang="0">
                <a:pos x="connsiteX2832" y="connsiteY2832"/>
              </a:cxn>
              <a:cxn ang="0">
                <a:pos x="connsiteX2833" y="connsiteY2833"/>
              </a:cxn>
              <a:cxn ang="0">
                <a:pos x="connsiteX2834" y="connsiteY2834"/>
              </a:cxn>
              <a:cxn ang="0">
                <a:pos x="connsiteX2835" y="connsiteY2835"/>
              </a:cxn>
              <a:cxn ang="0">
                <a:pos x="connsiteX2836" y="connsiteY2836"/>
              </a:cxn>
              <a:cxn ang="0">
                <a:pos x="connsiteX2837" y="connsiteY2837"/>
              </a:cxn>
              <a:cxn ang="0">
                <a:pos x="connsiteX2838" y="connsiteY2838"/>
              </a:cxn>
              <a:cxn ang="0">
                <a:pos x="connsiteX2839" y="connsiteY2839"/>
              </a:cxn>
              <a:cxn ang="0">
                <a:pos x="connsiteX2840" y="connsiteY2840"/>
              </a:cxn>
              <a:cxn ang="0">
                <a:pos x="connsiteX2841" y="connsiteY2841"/>
              </a:cxn>
              <a:cxn ang="0">
                <a:pos x="connsiteX2842" y="connsiteY2842"/>
              </a:cxn>
              <a:cxn ang="0">
                <a:pos x="connsiteX2843" y="connsiteY2843"/>
              </a:cxn>
              <a:cxn ang="0">
                <a:pos x="connsiteX2844" y="connsiteY2844"/>
              </a:cxn>
              <a:cxn ang="0">
                <a:pos x="connsiteX2845" y="connsiteY2845"/>
              </a:cxn>
              <a:cxn ang="0">
                <a:pos x="connsiteX2846" y="connsiteY2846"/>
              </a:cxn>
              <a:cxn ang="0">
                <a:pos x="connsiteX2847" y="connsiteY2847"/>
              </a:cxn>
              <a:cxn ang="0">
                <a:pos x="connsiteX2848" y="connsiteY2848"/>
              </a:cxn>
              <a:cxn ang="0">
                <a:pos x="connsiteX2849" y="connsiteY2849"/>
              </a:cxn>
              <a:cxn ang="0">
                <a:pos x="connsiteX2850" y="connsiteY2850"/>
              </a:cxn>
              <a:cxn ang="0">
                <a:pos x="connsiteX2851" y="connsiteY2851"/>
              </a:cxn>
              <a:cxn ang="0">
                <a:pos x="connsiteX2852" y="connsiteY2852"/>
              </a:cxn>
              <a:cxn ang="0">
                <a:pos x="connsiteX2853" y="connsiteY2853"/>
              </a:cxn>
              <a:cxn ang="0">
                <a:pos x="connsiteX2854" y="connsiteY2854"/>
              </a:cxn>
              <a:cxn ang="0">
                <a:pos x="connsiteX2855" y="connsiteY2855"/>
              </a:cxn>
              <a:cxn ang="0">
                <a:pos x="connsiteX2856" y="connsiteY2856"/>
              </a:cxn>
              <a:cxn ang="0">
                <a:pos x="connsiteX2857" y="connsiteY2857"/>
              </a:cxn>
              <a:cxn ang="0">
                <a:pos x="connsiteX2858" y="connsiteY2858"/>
              </a:cxn>
              <a:cxn ang="0">
                <a:pos x="connsiteX2859" y="connsiteY2859"/>
              </a:cxn>
              <a:cxn ang="0">
                <a:pos x="connsiteX2860" y="connsiteY2860"/>
              </a:cxn>
              <a:cxn ang="0">
                <a:pos x="connsiteX2861" y="connsiteY2861"/>
              </a:cxn>
              <a:cxn ang="0">
                <a:pos x="connsiteX2862" y="connsiteY2862"/>
              </a:cxn>
              <a:cxn ang="0">
                <a:pos x="connsiteX2863" y="connsiteY2863"/>
              </a:cxn>
              <a:cxn ang="0">
                <a:pos x="connsiteX2864" y="connsiteY2864"/>
              </a:cxn>
              <a:cxn ang="0">
                <a:pos x="connsiteX2865" y="connsiteY2865"/>
              </a:cxn>
              <a:cxn ang="0">
                <a:pos x="connsiteX2866" y="connsiteY2866"/>
              </a:cxn>
              <a:cxn ang="0">
                <a:pos x="connsiteX2867" y="connsiteY2867"/>
              </a:cxn>
              <a:cxn ang="0">
                <a:pos x="connsiteX2868" y="connsiteY2868"/>
              </a:cxn>
              <a:cxn ang="0">
                <a:pos x="connsiteX2869" y="connsiteY2869"/>
              </a:cxn>
              <a:cxn ang="0">
                <a:pos x="connsiteX2870" y="connsiteY2870"/>
              </a:cxn>
              <a:cxn ang="0">
                <a:pos x="connsiteX2871" y="connsiteY2871"/>
              </a:cxn>
              <a:cxn ang="0">
                <a:pos x="connsiteX2872" y="connsiteY2872"/>
              </a:cxn>
              <a:cxn ang="0">
                <a:pos x="connsiteX2873" y="connsiteY2873"/>
              </a:cxn>
              <a:cxn ang="0">
                <a:pos x="connsiteX2874" y="connsiteY2874"/>
              </a:cxn>
              <a:cxn ang="0">
                <a:pos x="connsiteX2875" y="connsiteY2875"/>
              </a:cxn>
              <a:cxn ang="0">
                <a:pos x="connsiteX2876" y="connsiteY2876"/>
              </a:cxn>
              <a:cxn ang="0">
                <a:pos x="connsiteX2877" y="connsiteY2877"/>
              </a:cxn>
              <a:cxn ang="0">
                <a:pos x="connsiteX2878" y="connsiteY2878"/>
              </a:cxn>
              <a:cxn ang="0">
                <a:pos x="connsiteX2879" y="connsiteY2879"/>
              </a:cxn>
              <a:cxn ang="0">
                <a:pos x="connsiteX2880" y="connsiteY2880"/>
              </a:cxn>
              <a:cxn ang="0">
                <a:pos x="connsiteX2881" y="connsiteY2881"/>
              </a:cxn>
              <a:cxn ang="0">
                <a:pos x="connsiteX2882" y="connsiteY2882"/>
              </a:cxn>
              <a:cxn ang="0">
                <a:pos x="connsiteX2883" y="connsiteY2883"/>
              </a:cxn>
              <a:cxn ang="0">
                <a:pos x="connsiteX2884" y="connsiteY2884"/>
              </a:cxn>
              <a:cxn ang="0">
                <a:pos x="connsiteX2885" y="connsiteY2885"/>
              </a:cxn>
              <a:cxn ang="0">
                <a:pos x="connsiteX2886" y="connsiteY2886"/>
              </a:cxn>
              <a:cxn ang="0">
                <a:pos x="connsiteX2887" y="connsiteY2887"/>
              </a:cxn>
              <a:cxn ang="0">
                <a:pos x="connsiteX2888" y="connsiteY2888"/>
              </a:cxn>
              <a:cxn ang="0">
                <a:pos x="connsiteX2889" y="connsiteY2889"/>
              </a:cxn>
              <a:cxn ang="0">
                <a:pos x="connsiteX2890" y="connsiteY2890"/>
              </a:cxn>
              <a:cxn ang="0">
                <a:pos x="connsiteX2891" y="connsiteY2891"/>
              </a:cxn>
              <a:cxn ang="0">
                <a:pos x="connsiteX2892" y="connsiteY2892"/>
              </a:cxn>
              <a:cxn ang="0">
                <a:pos x="connsiteX2893" y="connsiteY2893"/>
              </a:cxn>
              <a:cxn ang="0">
                <a:pos x="connsiteX2894" y="connsiteY2894"/>
              </a:cxn>
              <a:cxn ang="0">
                <a:pos x="connsiteX2895" y="connsiteY2895"/>
              </a:cxn>
              <a:cxn ang="0">
                <a:pos x="connsiteX2896" y="connsiteY2896"/>
              </a:cxn>
              <a:cxn ang="0">
                <a:pos x="connsiteX2897" y="connsiteY2897"/>
              </a:cxn>
              <a:cxn ang="0">
                <a:pos x="connsiteX2898" y="connsiteY2898"/>
              </a:cxn>
              <a:cxn ang="0">
                <a:pos x="connsiteX2899" y="connsiteY2899"/>
              </a:cxn>
              <a:cxn ang="0">
                <a:pos x="connsiteX2900" y="connsiteY2900"/>
              </a:cxn>
              <a:cxn ang="0">
                <a:pos x="connsiteX2901" y="connsiteY2901"/>
              </a:cxn>
              <a:cxn ang="0">
                <a:pos x="connsiteX2902" y="connsiteY2902"/>
              </a:cxn>
              <a:cxn ang="0">
                <a:pos x="connsiteX2903" y="connsiteY2903"/>
              </a:cxn>
              <a:cxn ang="0">
                <a:pos x="connsiteX2904" y="connsiteY2904"/>
              </a:cxn>
              <a:cxn ang="0">
                <a:pos x="connsiteX2905" y="connsiteY2905"/>
              </a:cxn>
              <a:cxn ang="0">
                <a:pos x="connsiteX2906" y="connsiteY2906"/>
              </a:cxn>
              <a:cxn ang="0">
                <a:pos x="connsiteX2907" y="connsiteY2907"/>
              </a:cxn>
              <a:cxn ang="0">
                <a:pos x="connsiteX2908" y="connsiteY2908"/>
              </a:cxn>
              <a:cxn ang="0">
                <a:pos x="connsiteX2909" y="connsiteY2909"/>
              </a:cxn>
              <a:cxn ang="0">
                <a:pos x="connsiteX2910" y="connsiteY2910"/>
              </a:cxn>
              <a:cxn ang="0">
                <a:pos x="connsiteX2911" y="connsiteY2911"/>
              </a:cxn>
              <a:cxn ang="0">
                <a:pos x="connsiteX2912" y="connsiteY2912"/>
              </a:cxn>
              <a:cxn ang="0">
                <a:pos x="connsiteX2913" y="connsiteY2913"/>
              </a:cxn>
              <a:cxn ang="0">
                <a:pos x="connsiteX2914" y="connsiteY2914"/>
              </a:cxn>
              <a:cxn ang="0">
                <a:pos x="connsiteX2915" y="connsiteY2915"/>
              </a:cxn>
              <a:cxn ang="0">
                <a:pos x="connsiteX2916" y="connsiteY2916"/>
              </a:cxn>
              <a:cxn ang="0">
                <a:pos x="connsiteX2917" y="connsiteY2917"/>
              </a:cxn>
              <a:cxn ang="0">
                <a:pos x="connsiteX2918" y="connsiteY2918"/>
              </a:cxn>
              <a:cxn ang="0">
                <a:pos x="connsiteX2919" y="connsiteY2919"/>
              </a:cxn>
              <a:cxn ang="0">
                <a:pos x="connsiteX2920" y="connsiteY2920"/>
              </a:cxn>
              <a:cxn ang="0">
                <a:pos x="connsiteX2921" y="connsiteY2921"/>
              </a:cxn>
              <a:cxn ang="0">
                <a:pos x="connsiteX2922" y="connsiteY2922"/>
              </a:cxn>
              <a:cxn ang="0">
                <a:pos x="connsiteX2923" y="connsiteY2923"/>
              </a:cxn>
              <a:cxn ang="0">
                <a:pos x="connsiteX2924" y="connsiteY2924"/>
              </a:cxn>
              <a:cxn ang="0">
                <a:pos x="connsiteX2925" y="connsiteY2925"/>
              </a:cxn>
              <a:cxn ang="0">
                <a:pos x="connsiteX2926" y="connsiteY2926"/>
              </a:cxn>
              <a:cxn ang="0">
                <a:pos x="connsiteX2927" y="connsiteY2927"/>
              </a:cxn>
              <a:cxn ang="0">
                <a:pos x="connsiteX2928" y="connsiteY2928"/>
              </a:cxn>
              <a:cxn ang="0">
                <a:pos x="connsiteX2929" y="connsiteY2929"/>
              </a:cxn>
              <a:cxn ang="0">
                <a:pos x="connsiteX2930" y="connsiteY2930"/>
              </a:cxn>
              <a:cxn ang="0">
                <a:pos x="connsiteX2931" y="connsiteY2931"/>
              </a:cxn>
              <a:cxn ang="0">
                <a:pos x="connsiteX2932" y="connsiteY2932"/>
              </a:cxn>
              <a:cxn ang="0">
                <a:pos x="connsiteX2933" y="connsiteY2933"/>
              </a:cxn>
              <a:cxn ang="0">
                <a:pos x="connsiteX2934" y="connsiteY2934"/>
              </a:cxn>
              <a:cxn ang="0">
                <a:pos x="connsiteX2935" y="connsiteY2935"/>
              </a:cxn>
              <a:cxn ang="0">
                <a:pos x="connsiteX2936" y="connsiteY2936"/>
              </a:cxn>
              <a:cxn ang="0">
                <a:pos x="connsiteX2937" y="connsiteY2937"/>
              </a:cxn>
              <a:cxn ang="0">
                <a:pos x="connsiteX2938" y="connsiteY2938"/>
              </a:cxn>
              <a:cxn ang="0">
                <a:pos x="connsiteX2939" y="connsiteY2939"/>
              </a:cxn>
              <a:cxn ang="0">
                <a:pos x="connsiteX2940" y="connsiteY2940"/>
              </a:cxn>
              <a:cxn ang="0">
                <a:pos x="connsiteX2941" y="connsiteY2941"/>
              </a:cxn>
              <a:cxn ang="0">
                <a:pos x="connsiteX2942" y="connsiteY2942"/>
              </a:cxn>
              <a:cxn ang="0">
                <a:pos x="connsiteX2943" y="connsiteY2943"/>
              </a:cxn>
              <a:cxn ang="0">
                <a:pos x="connsiteX2944" y="connsiteY2944"/>
              </a:cxn>
              <a:cxn ang="0">
                <a:pos x="connsiteX2945" y="connsiteY2945"/>
              </a:cxn>
              <a:cxn ang="0">
                <a:pos x="connsiteX2946" y="connsiteY2946"/>
              </a:cxn>
              <a:cxn ang="0">
                <a:pos x="connsiteX2947" y="connsiteY2947"/>
              </a:cxn>
              <a:cxn ang="0">
                <a:pos x="connsiteX2948" y="connsiteY2948"/>
              </a:cxn>
              <a:cxn ang="0">
                <a:pos x="connsiteX2949" y="connsiteY2949"/>
              </a:cxn>
              <a:cxn ang="0">
                <a:pos x="connsiteX2950" y="connsiteY2950"/>
              </a:cxn>
              <a:cxn ang="0">
                <a:pos x="connsiteX2951" y="connsiteY2951"/>
              </a:cxn>
              <a:cxn ang="0">
                <a:pos x="connsiteX2952" y="connsiteY2952"/>
              </a:cxn>
              <a:cxn ang="0">
                <a:pos x="connsiteX2953" y="connsiteY2953"/>
              </a:cxn>
              <a:cxn ang="0">
                <a:pos x="connsiteX2954" y="connsiteY2954"/>
              </a:cxn>
              <a:cxn ang="0">
                <a:pos x="connsiteX2955" y="connsiteY2955"/>
              </a:cxn>
              <a:cxn ang="0">
                <a:pos x="connsiteX2956" y="connsiteY2956"/>
              </a:cxn>
              <a:cxn ang="0">
                <a:pos x="connsiteX2957" y="connsiteY2957"/>
              </a:cxn>
              <a:cxn ang="0">
                <a:pos x="connsiteX2958" y="connsiteY2958"/>
              </a:cxn>
              <a:cxn ang="0">
                <a:pos x="connsiteX2959" y="connsiteY2959"/>
              </a:cxn>
              <a:cxn ang="0">
                <a:pos x="connsiteX2960" y="connsiteY2960"/>
              </a:cxn>
              <a:cxn ang="0">
                <a:pos x="connsiteX2961" y="connsiteY2961"/>
              </a:cxn>
              <a:cxn ang="0">
                <a:pos x="connsiteX2962" y="connsiteY2962"/>
              </a:cxn>
              <a:cxn ang="0">
                <a:pos x="connsiteX2963" y="connsiteY2963"/>
              </a:cxn>
              <a:cxn ang="0">
                <a:pos x="connsiteX2964" y="connsiteY2964"/>
              </a:cxn>
              <a:cxn ang="0">
                <a:pos x="connsiteX2965" y="connsiteY2965"/>
              </a:cxn>
              <a:cxn ang="0">
                <a:pos x="connsiteX2966" y="connsiteY2966"/>
              </a:cxn>
              <a:cxn ang="0">
                <a:pos x="connsiteX2967" y="connsiteY2967"/>
              </a:cxn>
              <a:cxn ang="0">
                <a:pos x="connsiteX2968" y="connsiteY2968"/>
              </a:cxn>
              <a:cxn ang="0">
                <a:pos x="connsiteX2969" y="connsiteY2969"/>
              </a:cxn>
              <a:cxn ang="0">
                <a:pos x="connsiteX2970" y="connsiteY2970"/>
              </a:cxn>
              <a:cxn ang="0">
                <a:pos x="connsiteX2971" y="connsiteY2971"/>
              </a:cxn>
              <a:cxn ang="0">
                <a:pos x="connsiteX2972" y="connsiteY2972"/>
              </a:cxn>
              <a:cxn ang="0">
                <a:pos x="connsiteX2973" y="connsiteY2973"/>
              </a:cxn>
              <a:cxn ang="0">
                <a:pos x="connsiteX2974" y="connsiteY2974"/>
              </a:cxn>
              <a:cxn ang="0">
                <a:pos x="connsiteX2975" y="connsiteY2975"/>
              </a:cxn>
              <a:cxn ang="0">
                <a:pos x="connsiteX2976" y="connsiteY2976"/>
              </a:cxn>
              <a:cxn ang="0">
                <a:pos x="connsiteX2977" y="connsiteY2977"/>
              </a:cxn>
              <a:cxn ang="0">
                <a:pos x="connsiteX2978" y="connsiteY2978"/>
              </a:cxn>
              <a:cxn ang="0">
                <a:pos x="connsiteX2979" y="connsiteY2979"/>
              </a:cxn>
              <a:cxn ang="0">
                <a:pos x="connsiteX2980" y="connsiteY2980"/>
              </a:cxn>
              <a:cxn ang="0">
                <a:pos x="connsiteX2981" y="connsiteY2981"/>
              </a:cxn>
              <a:cxn ang="0">
                <a:pos x="connsiteX2982" y="connsiteY2982"/>
              </a:cxn>
              <a:cxn ang="0">
                <a:pos x="connsiteX2983" y="connsiteY2983"/>
              </a:cxn>
              <a:cxn ang="0">
                <a:pos x="connsiteX2984" y="connsiteY2984"/>
              </a:cxn>
              <a:cxn ang="0">
                <a:pos x="connsiteX2985" y="connsiteY2985"/>
              </a:cxn>
              <a:cxn ang="0">
                <a:pos x="connsiteX2986" y="connsiteY2986"/>
              </a:cxn>
              <a:cxn ang="0">
                <a:pos x="connsiteX2987" y="connsiteY2987"/>
              </a:cxn>
              <a:cxn ang="0">
                <a:pos x="connsiteX2988" y="connsiteY2988"/>
              </a:cxn>
              <a:cxn ang="0">
                <a:pos x="connsiteX2989" y="connsiteY2989"/>
              </a:cxn>
              <a:cxn ang="0">
                <a:pos x="connsiteX2990" y="connsiteY2990"/>
              </a:cxn>
              <a:cxn ang="0">
                <a:pos x="connsiteX2991" y="connsiteY2991"/>
              </a:cxn>
              <a:cxn ang="0">
                <a:pos x="connsiteX2992" y="connsiteY2992"/>
              </a:cxn>
              <a:cxn ang="0">
                <a:pos x="connsiteX2993" y="connsiteY2993"/>
              </a:cxn>
              <a:cxn ang="0">
                <a:pos x="connsiteX2994" y="connsiteY2994"/>
              </a:cxn>
              <a:cxn ang="0">
                <a:pos x="connsiteX2995" y="connsiteY2995"/>
              </a:cxn>
              <a:cxn ang="0">
                <a:pos x="connsiteX2996" y="connsiteY2996"/>
              </a:cxn>
              <a:cxn ang="0">
                <a:pos x="connsiteX2997" y="connsiteY2997"/>
              </a:cxn>
              <a:cxn ang="0">
                <a:pos x="connsiteX2998" y="connsiteY2998"/>
              </a:cxn>
              <a:cxn ang="0">
                <a:pos x="connsiteX2999" y="connsiteY2999"/>
              </a:cxn>
              <a:cxn ang="0">
                <a:pos x="connsiteX3000" y="connsiteY3000"/>
              </a:cxn>
              <a:cxn ang="0">
                <a:pos x="connsiteX3001" y="connsiteY3001"/>
              </a:cxn>
              <a:cxn ang="0">
                <a:pos x="connsiteX3002" y="connsiteY3002"/>
              </a:cxn>
              <a:cxn ang="0">
                <a:pos x="connsiteX3003" y="connsiteY3003"/>
              </a:cxn>
              <a:cxn ang="0">
                <a:pos x="connsiteX3004" y="connsiteY3004"/>
              </a:cxn>
              <a:cxn ang="0">
                <a:pos x="connsiteX3005" y="connsiteY3005"/>
              </a:cxn>
              <a:cxn ang="0">
                <a:pos x="connsiteX3006" y="connsiteY3006"/>
              </a:cxn>
              <a:cxn ang="0">
                <a:pos x="connsiteX3007" y="connsiteY3007"/>
              </a:cxn>
              <a:cxn ang="0">
                <a:pos x="connsiteX3008" y="connsiteY3008"/>
              </a:cxn>
              <a:cxn ang="0">
                <a:pos x="connsiteX3009" y="connsiteY3009"/>
              </a:cxn>
              <a:cxn ang="0">
                <a:pos x="connsiteX3010" y="connsiteY3010"/>
              </a:cxn>
              <a:cxn ang="0">
                <a:pos x="connsiteX3011" y="connsiteY3011"/>
              </a:cxn>
              <a:cxn ang="0">
                <a:pos x="connsiteX3012" y="connsiteY3012"/>
              </a:cxn>
              <a:cxn ang="0">
                <a:pos x="connsiteX3013" y="connsiteY3013"/>
              </a:cxn>
              <a:cxn ang="0">
                <a:pos x="connsiteX3014" y="connsiteY3014"/>
              </a:cxn>
              <a:cxn ang="0">
                <a:pos x="connsiteX3015" y="connsiteY3015"/>
              </a:cxn>
              <a:cxn ang="0">
                <a:pos x="connsiteX3016" y="connsiteY3016"/>
              </a:cxn>
              <a:cxn ang="0">
                <a:pos x="connsiteX3017" y="connsiteY3017"/>
              </a:cxn>
              <a:cxn ang="0">
                <a:pos x="connsiteX3018" y="connsiteY3018"/>
              </a:cxn>
              <a:cxn ang="0">
                <a:pos x="connsiteX3019" y="connsiteY3019"/>
              </a:cxn>
              <a:cxn ang="0">
                <a:pos x="connsiteX3020" y="connsiteY3020"/>
              </a:cxn>
              <a:cxn ang="0">
                <a:pos x="connsiteX3021" y="connsiteY3021"/>
              </a:cxn>
              <a:cxn ang="0">
                <a:pos x="connsiteX3022" y="connsiteY3022"/>
              </a:cxn>
              <a:cxn ang="0">
                <a:pos x="connsiteX3023" y="connsiteY3023"/>
              </a:cxn>
              <a:cxn ang="0">
                <a:pos x="connsiteX3024" y="connsiteY3024"/>
              </a:cxn>
              <a:cxn ang="0">
                <a:pos x="connsiteX3025" y="connsiteY3025"/>
              </a:cxn>
              <a:cxn ang="0">
                <a:pos x="connsiteX3026" y="connsiteY3026"/>
              </a:cxn>
              <a:cxn ang="0">
                <a:pos x="connsiteX3027" y="connsiteY3027"/>
              </a:cxn>
              <a:cxn ang="0">
                <a:pos x="connsiteX3028" y="connsiteY3028"/>
              </a:cxn>
              <a:cxn ang="0">
                <a:pos x="connsiteX3029" y="connsiteY3029"/>
              </a:cxn>
              <a:cxn ang="0">
                <a:pos x="connsiteX3030" y="connsiteY3030"/>
              </a:cxn>
              <a:cxn ang="0">
                <a:pos x="connsiteX3031" y="connsiteY3031"/>
              </a:cxn>
              <a:cxn ang="0">
                <a:pos x="connsiteX3032" y="connsiteY3032"/>
              </a:cxn>
              <a:cxn ang="0">
                <a:pos x="connsiteX3033" y="connsiteY3033"/>
              </a:cxn>
              <a:cxn ang="0">
                <a:pos x="connsiteX3034" y="connsiteY3034"/>
              </a:cxn>
              <a:cxn ang="0">
                <a:pos x="connsiteX3035" y="connsiteY3035"/>
              </a:cxn>
              <a:cxn ang="0">
                <a:pos x="connsiteX3036" y="connsiteY3036"/>
              </a:cxn>
              <a:cxn ang="0">
                <a:pos x="connsiteX3037" y="connsiteY3037"/>
              </a:cxn>
              <a:cxn ang="0">
                <a:pos x="connsiteX3038" y="connsiteY3038"/>
              </a:cxn>
              <a:cxn ang="0">
                <a:pos x="connsiteX3039" y="connsiteY3039"/>
              </a:cxn>
              <a:cxn ang="0">
                <a:pos x="connsiteX3040" y="connsiteY3040"/>
              </a:cxn>
              <a:cxn ang="0">
                <a:pos x="connsiteX3041" y="connsiteY3041"/>
              </a:cxn>
              <a:cxn ang="0">
                <a:pos x="connsiteX3042" y="connsiteY3042"/>
              </a:cxn>
              <a:cxn ang="0">
                <a:pos x="connsiteX3043" y="connsiteY3043"/>
              </a:cxn>
              <a:cxn ang="0">
                <a:pos x="connsiteX3044" y="connsiteY3044"/>
              </a:cxn>
              <a:cxn ang="0">
                <a:pos x="connsiteX3045" y="connsiteY3045"/>
              </a:cxn>
              <a:cxn ang="0">
                <a:pos x="connsiteX3046" y="connsiteY3046"/>
              </a:cxn>
              <a:cxn ang="0">
                <a:pos x="connsiteX3047" y="connsiteY3047"/>
              </a:cxn>
              <a:cxn ang="0">
                <a:pos x="connsiteX3048" y="connsiteY3048"/>
              </a:cxn>
              <a:cxn ang="0">
                <a:pos x="connsiteX3049" y="connsiteY3049"/>
              </a:cxn>
              <a:cxn ang="0">
                <a:pos x="connsiteX3050" y="connsiteY3050"/>
              </a:cxn>
              <a:cxn ang="0">
                <a:pos x="connsiteX3051" y="connsiteY3051"/>
              </a:cxn>
              <a:cxn ang="0">
                <a:pos x="connsiteX3052" y="connsiteY3052"/>
              </a:cxn>
              <a:cxn ang="0">
                <a:pos x="connsiteX3053" y="connsiteY3053"/>
              </a:cxn>
              <a:cxn ang="0">
                <a:pos x="connsiteX3054" y="connsiteY3054"/>
              </a:cxn>
              <a:cxn ang="0">
                <a:pos x="connsiteX3055" y="connsiteY3055"/>
              </a:cxn>
              <a:cxn ang="0">
                <a:pos x="connsiteX3056" y="connsiteY3056"/>
              </a:cxn>
              <a:cxn ang="0">
                <a:pos x="connsiteX3057" y="connsiteY3057"/>
              </a:cxn>
              <a:cxn ang="0">
                <a:pos x="connsiteX3058" y="connsiteY3058"/>
              </a:cxn>
              <a:cxn ang="0">
                <a:pos x="connsiteX3059" y="connsiteY3059"/>
              </a:cxn>
              <a:cxn ang="0">
                <a:pos x="connsiteX3060" y="connsiteY3060"/>
              </a:cxn>
              <a:cxn ang="0">
                <a:pos x="connsiteX3061" y="connsiteY3061"/>
              </a:cxn>
              <a:cxn ang="0">
                <a:pos x="connsiteX3062" y="connsiteY3062"/>
              </a:cxn>
              <a:cxn ang="0">
                <a:pos x="connsiteX3063" y="connsiteY3063"/>
              </a:cxn>
              <a:cxn ang="0">
                <a:pos x="connsiteX3064" y="connsiteY3064"/>
              </a:cxn>
              <a:cxn ang="0">
                <a:pos x="connsiteX3065" y="connsiteY3065"/>
              </a:cxn>
              <a:cxn ang="0">
                <a:pos x="connsiteX3066" y="connsiteY3066"/>
              </a:cxn>
              <a:cxn ang="0">
                <a:pos x="connsiteX3067" y="connsiteY3067"/>
              </a:cxn>
              <a:cxn ang="0">
                <a:pos x="connsiteX3068" y="connsiteY3068"/>
              </a:cxn>
              <a:cxn ang="0">
                <a:pos x="connsiteX3069" y="connsiteY3069"/>
              </a:cxn>
              <a:cxn ang="0">
                <a:pos x="connsiteX3070" y="connsiteY3070"/>
              </a:cxn>
              <a:cxn ang="0">
                <a:pos x="connsiteX3071" y="connsiteY3071"/>
              </a:cxn>
              <a:cxn ang="0">
                <a:pos x="connsiteX3072" y="connsiteY3072"/>
              </a:cxn>
              <a:cxn ang="0">
                <a:pos x="connsiteX3073" y="connsiteY3073"/>
              </a:cxn>
              <a:cxn ang="0">
                <a:pos x="connsiteX3074" y="connsiteY3074"/>
              </a:cxn>
              <a:cxn ang="0">
                <a:pos x="connsiteX3075" y="connsiteY3075"/>
              </a:cxn>
              <a:cxn ang="0">
                <a:pos x="connsiteX3076" y="connsiteY3076"/>
              </a:cxn>
              <a:cxn ang="0">
                <a:pos x="connsiteX3077" y="connsiteY3077"/>
              </a:cxn>
              <a:cxn ang="0">
                <a:pos x="connsiteX3078" y="connsiteY3078"/>
              </a:cxn>
              <a:cxn ang="0">
                <a:pos x="connsiteX3079" y="connsiteY3079"/>
              </a:cxn>
              <a:cxn ang="0">
                <a:pos x="connsiteX3080" y="connsiteY3080"/>
              </a:cxn>
              <a:cxn ang="0">
                <a:pos x="connsiteX3081" y="connsiteY3081"/>
              </a:cxn>
              <a:cxn ang="0">
                <a:pos x="connsiteX3082" y="connsiteY3082"/>
              </a:cxn>
              <a:cxn ang="0">
                <a:pos x="connsiteX3083" y="connsiteY3083"/>
              </a:cxn>
              <a:cxn ang="0">
                <a:pos x="connsiteX3084" y="connsiteY3084"/>
              </a:cxn>
              <a:cxn ang="0">
                <a:pos x="connsiteX3085" y="connsiteY3085"/>
              </a:cxn>
              <a:cxn ang="0">
                <a:pos x="connsiteX3086" y="connsiteY3086"/>
              </a:cxn>
              <a:cxn ang="0">
                <a:pos x="connsiteX3087" y="connsiteY3087"/>
              </a:cxn>
              <a:cxn ang="0">
                <a:pos x="connsiteX3088" y="connsiteY3088"/>
              </a:cxn>
              <a:cxn ang="0">
                <a:pos x="connsiteX3089" y="connsiteY3089"/>
              </a:cxn>
              <a:cxn ang="0">
                <a:pos x="connsiteX3090" y="connsiteY3090"/>
              </a:cxn>
              <a:cxn ang="0">
                <a:pos x="connsiteX3091" y="connsiteY3091"/>
              </a:cxn>
              <a:cxn ang="0">
                <a:pos x="connsiteX3092" y="connsiteY3092"/>
              </a:cxn>
              <a:cxn ang="0">
                <a:pos x="connsiteX3093" y="connsiteY3093"/>
              </a:cxn>
              <a:cxn ang="0">
                <a:pos x="connsiteX3094" y="connsiteY3094"/>
              </a:cxn>
              <a:cxn ang="0">
                <a:pos x="connsiteX3095" y="connsiteY3095"/>
              </a:cxn>
              <a:cxn ang="0">
                <a:pos x="connsiteX3096" y="connsiteY3096"/>
              </a:cxn>
              <a:cxn ang="0">
                <a:pos x="connsiteX3097" y="connsiteY3097"/>
              </a:cxn>
              <a:cxn ang="0">
                <a:pos x="connsiteX3098" y="connsiteY3098"/>
              </a:cxn>
              <a:cxn ang="0">
                <a:pos x="connsiteX3099" y="connsiteY3099"/>
              </a:cxn>
              <a:cxn ang="0">
                <a:pos x="connsiteX3100" y="connsiteY3100"/>
              </a:cxn>
              <a:cxn ang="0">
                <a:pos x="connsiteX3101" y="connsiteY3101"/>
              </a:cxn>
              <a:cxn ang="0">
                <a:pos x="connsiteX3102" y="connsiteY3102"/>
              </a:cxn>
              <a:cxn ang="0">
                <a:pos x="connsiteX3103" y="connsiteY3103"/>
              </a:cxn>
              <a:cxn ang="0">
                <a:pos x="connsiteX3104" y="connsiteY3104"/>
              </a:cxn>
              <a:cxn ang="0">
                <a:pos x="connsiteX3105" y="connsiteY3105"/>
              </a:cxn>
              <a:cxn ang="0">
                <a:pos x="connsiteX3106" y="connsiteY3106"/>
              </a:cxn>
              <a:cxn ang="0">
                <a:pos x="connsiteX3107" y="connsiteY3107"/>
              </a:cxn>
              <a:cxn ang="0">
                <a:pos x="connsiteX3108" y="connsiteY3108"/>
              </a:cxn>
              <a:cxn ang="0">
                <a:pos x="connsiteX3109" y="connsiteY3109"/>
              </a:cxn>
              <a:cxn ang="0">
                <a:pos x="connsiteX3110" y="connsiteY3110"/>
              </a:cxn>
              <a:cxn ang="0">
                <a:pos x="connsiteX3111" y="connsiteY3111"/>
              </a:cxn>
              <a:cxn ang="0">
                <a:pos x="connsiteX3112" y="connsiteY3112"/>
              </a:cxn>
              <a:cxn ang="0">
                <a:pos x="connsiteX3113" y="connsiteY3113"/>
              </a:cxn>
              <a:cxn ang="0">
                <a:pos x="connsiteX3114" y="connsiteY3114"/>
              </a:cxn>
              <a:cxn ang="0">
                <a:pos x="connsiteX3115" y="connsiteY3115"/>
              </a:cxn>
              <a:cxn ang="0">
                <a:pos x="connsiteX3116" y="connsiteY3116"/>
              </a:cxn>
              <a:cxn ang="0">
                <a:pos x="connsiteX3117" y="connsiteY3117"/>
              </a:cxn>
              <a:cxn ang="0">
                <a:pos x="connsiteX3118" y="connsiteY3118"/>
              </a:cxn>
              <a:cxn ang="0">
                <a:pos x="connsiteX3119" y="connsiteY3119"/>
              </a:cxn>
              <a:cxn ang="0">
                <a:pos x="connsiteX3120" y="connsiteY3120"/>
              </a:cxn>
              <a:cxn ang="0">
                <a:pos x="connsiteX3121" y="connsiteY3121"/>
              </a:cxn>
              <a:cxn ang="0">
                <a:pos x="connsiteX3122" y="connsiteY3122"/>
              </a:cxn>
              <a:cxn ang="0">
                <a:pos x="connsiteX3123" y="connsiteY3123"/>
              </a:cxn>
              <a:cxn ang="0">
                <a:pos x="connsiteX3124" y="connsiteY3124"/>
              </a:cxn>
              <a:cxn ang="0">
                <a:pos x="connsiteX3125" y="connsiteY3125"/>
              </a:cxn>
              <a:cxn ang="0">
                <a:pos x="connsiteX3126" y="connsiteY3126"/>
              </a:cxn>
              <a:cxn ang="0">
                <a:pos x="connsiteX3127" y="connsiteY3127"/>
              </a:cxn>
              <a:cxn ang="0">
                <a:pos x="connsiteX3128" y="connsiteY3128"/>
              </a:cxn>
              <a:cxn ang="0">
                <a:pos x="connsiteX3129" y="connsiteY3129"/>
              </a:cxn>
              <a:cxn ang="0">
                <a:pos x="connsiteX3130" y="connsiteY3130"/>
              </a:cxn>
              <a:cxn ang="0">
                <a:pos x="connsiteX3131" y="connsiteY3131"/>
              </a:cxn>
              <a:cxn ang="0">
                <a:pos x="connsiteX3132" y="connsiteY3132"/>
              </a:cxn>
              <a:cxn ang="0">
                <a:pos x="connsiteX3133" y="connsiteY3133"/>
              </a:cxn>
              <a:cxn ang="0">
                <a:pos x="connsiteX3134" y="connsiteY3134"/>
              </a:cxn>
              <a:cxn ang="0">
                <a:pos x="connsiteX3135" y="connsiteY3135"/>
              </a:cxn>
              <a:cxn ang="0">
                <a:pos x="connsiteX3136" y="connsiteY3136"/>
              </a:cxn>
              <a:cxn ang="0">
                <a:pos x="connsiteX3137" y="connsiteY3137"/>
              </a:cxn>
              <a:cxn ang="0">
                <a:pos x="connsiteX3138" y="connsiteY3138"/>
              </a:cxn>
              <a:cxn ang="0">
                <a:pos x="connsiteX3139" y="connsiteY3139"/>
              </a:cxn>
              <a:cxn ang="0">
                <a:pos x="connsiteX3140" y="connsiteY3140"/>
              </a:cxn>
              <a:cxn ang="0">
                <a:pos x="connsiteX3141" y="connsiteY3141"/>
              </a:cxn>
              <a:cxn ang="0">
                <a:pos x="connsiteX3142" y="connsiteY3142"/>
              </a:cxn>
              <a:cxn ang="0">
                <a:pos x="connsiteX3143" y="connsiteY3143"/>
              </a:cxn>
              <a:cxn ang="0">
                <a:pos x="connsiteX3144" y="connsiteY3144"/>
              </a:cxn>
              <a:cxn ang="0">
                <a:pos x="connsiteX3145" y="connsiteY3145"/>
              </a:cxn>
              <a:cxn ang="0">
                <a:pos x="connsiteX3146" y="connsiteY3146"/>
              </a:cxn>
              <a:cxn ang="0">
                <a:pos x="connsiteX3147" y="connsiteY3147"/>
              </a:cxn>
              <a:cxn ang="0">
                <a:pos x="connsiteX3148" y="connsiteY3148"/>
              </a:cxn>
              <a:cxn ang="0">
                <a:pos x="connsiteX3149" y="connsiteY3149"/>
              </a:cxn>
              <a:cxn ang="0">
                <a:pos x="connsiteX3150" y="connsiteY3150"/>
              </a:cxn>
              <a:cxn ang="0">
                <a:pos x="connsiteX3151" y="connsiteY3151"/>
              </a:cxn>
              <a:cxn ang="0">
                <a:pos x="connsiteX3152" y="connsiteY3152"/>
              </a:cxn>
              <a:cxn ang="0">
                <a:pos x="connsiteX3153" y="connsiteY3153"/>
              </a:cxn>
              <a:cxn ang="0">
                <a:pos x="connsiteX3154" y="connsiteY3154"/>
              </a:cxn>
              <a:cxn ang="0">
                <a:pos x="connsiteX3155" y="connsiteY3155"/>
              </a:cxn>
              <a:cxn ang="0">
                <a:pos x="connsiteX3156" y="connsiteY3156"/>
              </a:cxn>
              <a:cxn ang="0">
                <a:pos x="connsiteX3157" y="connsiteY3157"/>
              </a:cxn>
              <a:cxn ang="0">
                <a:pos x="connsiteX3158" y="connsiteY3158"/>
              </a:cxn>
              <a:cxn ang="0">
                <a:pos x="connsiteX3159" y="connsiteY3159"/>
              </a:cxn>
              <a:cxn ang="0">
                <a:pos x="connsiteX3160" y="connsiteY3160"/>
              </a:cxn>
              <a:cxn ang="0">
                <a:pos x="connsiteX3161" y="connsiteY3161"/>
              </a:cxn>
              <a:cxn ang="0">
                <a:pos x="connsiteX3162" y="connsiteY3162"/>
              </a:cxn>
              <a:cxn ang="0">
                <a:pos x="connsiteX3163" y="connsiteY3163"/>
              </a:cxn>
              <a:cxn ang="0">
                <a:pos x="connsiteX3164" y="connsiteY3164"/>
              </a:cxn>
              <a:cxn ang="0">
                <a:pos x="connsiteX3165" y="connsiteY3165"/>
              </a:cxn>
              <a:cxn ang="0">
                <a:pos x="connsiteX3166" y="connsiteY3166"/>
              </a:cxn>
              <a:cxn ang="0">
                <a:pos x="connsiteX3167" y="connsiteY3167"/>
              </a:cxn>
              <a:cxn ang="0">
                <a:pos x="connsiteX3168" y="connsiteY3168"/>
              </a:cxn>
              <a:cxn ang="0">
                <a:pos x="connsiteX3169" y="connsiteY3169"/>
              </a:cxn>
              <a:cxn ang="0">
                <a:pos x="connsiteX3170" y="connsiteY3170"/>
              </a:cxn>
              <a:cxn ang="0">
                <a:pos x="connsiteX3171" y="connsiteY3171"/>
              </a:cxn>
              <a:cxn ang="0">
                <a:pos x="connsiteX3172" y="connsiteY3172"/>
              </a:cxn>
              <a:cxn ang="0">
                <a:pos x="connsiteX3173" y="connsiteY3173"/>
              </a:cxn>
              <a:cxn ang="0">
                <a:pos x="connsiteX3174" y="connsiteY3174"/>
              </a:cxn>
              <a:cxn ang="0">
                <a:pos x="connsiteX3175" y="connsiteY3175"/>
              </a:cxn>
              <a:cxn ang="0">
                <a:pos x="connsiteX3176" y="connsiteY3176"/>
              </a:cxn>
              <a:cxn ang="0">
                <a:pos x="connsiteX3177" y="connsiteY3177"/>
              </a:cxn>
              <a:cxn ang="0">
                <a:pos x="connsiteX3178" y="connsiteY3178"/>
              </a:cxn>
              <a:cxn ang="0">
                <a:pos x="connsiteX3179" y="connsiteY3179"/>
              </a:cxn>
              <a:cxn ang="0">
                <a:pos x="connsiteX3180" y="connsiteY3180"/>
              </a:cxn>
              <a:cxn ang="0">
                <a:pos x="connsiteX3181" y="connsiteY3181"/>
              </a:cxn>
              <a:cxn ang="0">
                <a:pos x="connsiteX3182" y="connsiteY3182"/>
              </a:cxn>
              <a:cxn ang="0">
                <a:pos x="connsiteX3183" y="connsiteY3183"/>
              </a:cxn>
              <a:cxn ang="0">
                <a:pos x="connsiteX3184" y="connsiteY3184"/>
              </a:cxn>
              <a:cxn ang="0">
                <a:pos x="connsiteX3185" y="connsiteY3185"/>
              </a:cxn>
              <a:cxn ang="0">
                <a:pos x="connsiteX3186" y="connsiteY3186"/>
              </a:cxn>
              <a:cxn ang="0">
                <a:pos x="connsiteX3187" y="connsiteY3187"/>
              </a:cxn>
              <a:cxn ang="0">
                <a:pos x="connsiteX3188" y="connsiteY3188"/>
              </a:cxn>
              <a:cxn ang="0">
                <a:pos x="connsiteX3189" y="connsiteY3189"/>
              </a:cxn>
              <a:cxn ang="0">
                <a:pos x="connsiteX3190" y="connsiteY3190"/>
              </a:cxn>
              <a:cxn ang="0">
                <a:pos x="connsiteX3191" y="connsiteY3191"/>
              </a:cxn>
              <a:cxn ang="0">
                <a:pos x="connsiteX3192" y="connsiteY3192"/>
              </a:cxn>
              <a:cxn ang="0">
                <a:pos x="connsiteX3193" y="connsiteY3193"/>
              </a:cxn>
              <a:cxn ang="0">
                <a:pos x="connsiteX3194" y="connsiteY3194"/>
              </a:cxn>
              <a:cxn ang="0">
                <a:pos x="connsiteX3195" y="connsiteY3195"/>
              </a:cxn>
              <a:cxn ang="0">
                <a:pos x="connsiteX3196" y="connsiteY3196"/>
              </a:cxn>
              <a:cxn ang="0">
                <a:pos x="connsiteX3197" y="connsiteY3197"/>
              </a:cxn>
              <a:cxn ang="0">
                <a:pos x="connsiteX3198" y="connsiteY3198"/>
              </a:cxn>
              <a:cxn ang="0">
                <a:pos x="connsiteX3199" y="connsiteY3199"/>
              </a:cxn>
              <a:cxn ang="0">
                <a:pos x="connsiteX3200" y="connsiteY3200"/>
              </a:cxn>
              <a:cxn ang="0">
                <a:pos x="connsiteX3201" y="connsiteY3201"/>
              </a:cxn>
              <a:cxn ang="0">
                <a:pos x="connsiteX3202" y="connsiteY3202"/>
              </a:cxn>
              <a:cxn ang="0">
                <a:pos x="connsiteX3203" y="connsiteY3203"/>
              </a:cxn>
              <a:cxn ang="0">
                <a:pos x="connsiteX3204" y="connsiteY3204"/>
              </a:cxn>
              <a:cxn ang="0">
                <a:pos x="connsiteX3205" y="connsiteY3205"/>
              </a:cxn>
              <a:cxn ang="0">
                <a:pos x="connsiteX3206" y="connsiteY3206"/>
              </a:cxn>
              <a:cxn ang="0">
                <a:pos x="connsiteX3207" y="connsiteY3207"/>
              </a:cxn>
              <a:cxn ang="0">
                <a:pos x="connsiteX3208" y="connsiteY3208"/>
              </a:cxn>
              <a:cxn ang="0">
                <a:pos x="connsiteX3209" y="connsiteY3209"/>
              </a:cxn>
              <a:cxn ang="0">
                <a:pos x="connsiteX3210" y="connsiteY3210"/>
              </a:cxn>
              <a:cxn ang="0">
                <a:pos x="connsiteX3211" y="connsiteY3211"/>
              </a:cxn>
              <a:cxn ang="0">
                <a:pos x="connsiteX3212" y="connsiteY3212"/>
              </a:cxn>
              <a:cxn ang="0">
                <a:pos x="connsiteX3213" y="connsiteY3213"/>
              </a:cxn>
              <a:cxn ang="0">
                <a:pos x="connsiteX3214" y="connsiteY3214"/>
              </a:cxn>
              <a:cxn ang="0">
                <a:pos x="connsiteX3215" y="connsiteY3215"/>
              </a:cxn>
              <a:cxn ang="0">
                <a:pos x="connsiteX3216" y="connsiteY3216"/>
              </a:cxn>
              <a:cxn ang="0">
                <a:pos x="connsiteX3217" y="connsiteY3217"/>
              </a:cxn>
              <a:cxn ang="0">
                <a:pos x="connsiteX3218" y="connsiteY3218"/>
              </a:cxn>
              <a:cxn ang="0">
                <a:pos x="connsiteX3219" y="connsiteY3219"/>
              </a:cxn>
              <a:cxn ang="0">
                <a:pos x="connsiteX3220" y="connsiteY3220"/>
              </a:cxn>
              <a:cxn ang="0">
                <a:pos x="connsiteX3221" y="connsiteY3221"/>
              </a:cxn>
              <a:cxn ang="0">
                <a:pos x="connsiteX3222" y="connsiteY3222"/>
              </a:cxn>
              <a:cxn ang="0">
                <a:pos x="connsiteX3223" y="connsiteY3223"/>
              </a:cxn>
              <a:cxn ang="0">
                <a:pos x="connsiteX3224" y="connsiteY3224"/>
              </a:cxn>
              <a:cxn ang="0">
                <a:pos x="connsiteX3225" y="connsiteY3225"/>
              </a:cxn>
              <a:cxn ang="0">
                <a:pos x="connsiteX3226" y="connsiteY3226"/>
              </a:cxn>
              <a:cxn ang="0">
                <a:pos x="connsiteX3227" y="connsiteY3227"/>
              </a:cxn>
              <a:cxn ang="0">
                <a:pos x="connsiteX3228" y="connsiteY3228"/>
              </a:cxn>
              <a:cxn ang="0">
                <a:pos x="connsiteX3229" y="connsiteY3229"/>
              </a:cxn>
              <a:cxn ang="0">
                <a:pos x="connsiteX3230" y="connsiteY3230"/>
              </a:cxn>
              <a:cxn ang="0">
                <a:pos x="connsiteX3231" y="connsiteY3231"/>
              </a:cxn>
              <a:cxn ang="0">
                <a:pos x="connsiteX3232" y="connsiteY3232"/>
              </a:cxn>
              <a:cxn ang="0">
                <a:pos x="connsiteX3233" y="connsiteY3233"/>
              </a:cxn>
              <a:cxn ang="0">
                <a:pos x="connsiteX3234" y="connsiteY3234"/>
              </a:cxn>
              <a:cxn ang="0">
                <a:pos x="connsiteX3235" y="connsiteY3235"/>
              </a:cxn>
              <a:cxn ang="0">
                <a:pos x="connsiteX3236" y="connsiteY3236"/>
              </a:cxn>
              <a:cxn ang="0">
                <a:pos x="connsiteX3237" y="connsiteY3237"/>
              </a:cxn>
              <a:cxn ang="0">
                <a:pos x="connsiteX3238" y="connsiteY3238"/>
              </a:cxn>
              <a:cxn ang="0">
                <a:pos x="connsiteX3239" y="connsiteY3239"/>
              </a:cxn>
              <a:cxn ang="0">
                <a:pos x="connsiteX3240" y="connsiteY3240"/>
              </a:cxn>
              <a:cxn ang="0">
                <a:pos x="connsiteX3241" y="connsiteY3241"/>
              </a:cxn>
              <a:cxn ang="0">
                <a:pos x="connsiteX3242" y="connsiteY3242"/>
              </a:cxn>
              <a:cxn ang="0">
                <a:pos x="connsiteX3243" y="connsiteY3243"/>
              </a:cxn>
              <a:cxn ang="0">
                <a:pos x="connsiteX3244" y="connsiteY3244"/>
              </a:cxn>
              <a:cxn ang="0">
                <a:pos x="connsiteX3245" y="connsiteY3245"/>
              </a:cxn>
              <a:cxn ang="0">
                <a:pos x="connsiteX3246" y="connsiteY3246"/>
              </a:cxn>
              <a:cxn ang="0">
                <a:pos x="connsiteX3247" y="connsiteY3247"/>
              </a:cxn>
              <a:cxn ang="0">
                <a:pos x="connsiteX3248" y="connsiteY3248"/>
              </a:cxn>
              <a:cxn ang="0">
                <a:pos x="connsiteX3249" y="connsiteY3249"/>
              </a:cxn>
              <a:cxn ang="0">
                <a:pos x="connsiteX3250" y="connsiteY3250"/>
              </a:cxn>
              <a:cxn ang="0">
                <a:pos x="connsiteX3251" y="connsiteY3251"/>
              </a:cxn>
              <a:cxn ang="0">
                <a:pos x="connsiteX3252" y="connsiteY3252"/>
              </a:cxn>
              <a:cxn ang="0">
                <a:pos x="connsiteX3253" y="connsiteY3253"/>
              </a:cxn>
              <a:cxn ang="0">
                <a:pos x="connsiteX3254" y="connsiteY3254"/>
              </a:cxn>
              <a:cxn ang="0">
                <a:pos x="connsiteX3255" y="connsiteY3255"/>
              </a:cxn>
              <a:cxn ang="0">
                <a:pos x="connsiteX3256" y="connsiteY3256"/>
              </a:cxn>
              <a:cxn ang="0">
                <a:pos x="connsiteX3257" y="connsiteY3257"/>
              </a:cxn>
              <a:cxn ang="0">
                <a:pos x="connsiteX3258" y="connsiteY3258"/>
              </a:cxn>
              <a:cxn ang="0">
                <a:pos x="connsiteX3259" y="connsiteY3259"/>
              </a:cxn>
              <a:cxn ang="0">
                <a:pos x="connsiteX3260" y="connsiteY3260"/>
              </a:cxn>
              <a:cxn ang="0">
                <a:pos x="connsiteX3261" y="connsiteY3261"/>
              </a:cxn>
              <a:cxn ang="0">
                <a:pos x="connsiteX3262" y="connsiteY3262"/>
              </a:cxn>
              <a:cxn ang="0">
                <a:pos x="connsiteX3263" y="connsiteY3263"/>
              </a:cxn>
              <a:cxn ang="0">
                <a:pos x="connsiteX3264" y="connsiteY3264"/>
              </a:cxn>
              <a:cxn ang="0">
                <a:pos x="connsiteX3265" y="connsiteY3265"/>
              </a:cxn>
              <a:cxn ang="0">
                <a:pos x="connsiteX3266" y="connsiteY3266"/>
              </a:cxn>
              <a:cxn ang="0">
                <a:pos x="connsiteX3267" y="connsiteY3267"/>
              </a:cxn>
              <a:cxn ang="0">
                <a:pos x="connsiteX3268" y="connsiteY3268"/>
              </a:cxn>
              <a:cxn ang="0">
                <a:pos x="connsiteX3269" y="connsiteY3269"/>
              </a:cxn>
              <a:cxn ang="0">
                <a:pos x="connsiteX3270" y="connsiteY3270"/>
              </a:cxn>
              <a:cxn ang="0">
                <a:pos x="connsiteX3271" y="connsiteY3271"/>
              </a:cxn>
              <a:cxn ang="0">
                <a:pos x="connsiteX3272" y="connsiteY3272"/>
              </a:cxn>
              <a:cxn ang="0">
                <a:pos x="connsiteX3273" y="connsiteY3273"/>
              </a:cxn>
              <a:cxn ang="0">
                <a:pos x="connsiteX3274" y="connsiteY3274"/>
              </a:cxn>
              <a:cxn ang="0">
                <a:pos x="connsiteX3275" y="connsiteY3275"/>
              </a:cxn>
              <a:cxn ang="0">
                <a:pos x="connsiteX3276" y="connsiteY3276"/>
              </a:cxn>
              <a:cxn ang="0">
                <a:pos x="connsiteX3277" y="connsiteY3277"/>
              </a:cxn>
              <a:cxn ang="0">
                <a:pos x="connsiteX3278" y="connsiteY3278"/>
              </a:cxn>
              <a:cxn ang="0">
                <a:pos x="connsiteX3279" y="connsiteY3279"/>
              </a:cxn>
              <a:cxn ang="0">
                <a:pos x="connsiteX3280" y="connsiteY3280"/>
              </a:cxn>
              <a:cxn ang="0">
                <a:pos x="connsiteX3281" y="connsiteY3281"/>
              </a:cxn>
              <a:cxn ang="0">
                <a:pos x="connsiteX3282" y="connsiteY3282"/>
              </a:cxn>
              <a:cxn ang="0">
                <a:pos x="connsiteX3283" y="connsiteY3283"/>
              </a:cxn>
              <a:cxn ang="0">
                <a:pos x="connsiteX3284" y="connsiteY3284"/>
              </a:cxn>
              <a:cxn ang="0">
                <a:pos x="connsiteX3285" y="connsiteY3285"/>
              </a:cxn>
              <a:cxn ang="0">
                <a:pos x="connsiteX3286" y="connsiteY3286"/>
              </a:cxn>
              <a:cxn ang="0">
                <a:pos x="connsiteX3287" y="connsiteY3287"/>
              </a:cxn>
              <a:cxn ang="0">
                <a:pos x="connsiteX3288" y="connsiteY3288"/>
              </a:cxn>
              <a:cxn ang="0">
                <a:pos x="connsiteX3289" y="connsiteY3289"/>
              </a:cxn>
              <a:cxn ang="0">
                <a:pos x="connsiteX3290" y="connsiteY3290"/>
              </a:cxn>
              <a:cxn ang="0">
                <a:pos x="connsiteX3291" y="connsiteY3291"/>
              </a:cxn>
              <a:cxn ang="0">
                <a:pos x="connsiteX3292" y="connsiteY3292"/>
              </a:cxn>
              <a:cxn ang="0">
                <a:pos x="connsiteX3293" y="connsiteY3293"/>
              </a:cxn>
              <a:cxn ang="0">
                <a:pos x="connsiteX3294" y="connsiteY3294"/>
              </a:cxn>
              <a:cxn ang="0">
                <a:pos x="connsiteX3295" y="connsiteY3295"/>
              </a:cxn>
              <a:cxn ang="0">
                <a:pos x="connsiteX3296" y="connsiteY3296"/>
              </a:cxn>
              <a:cxn ang="0">
                <a:pos x="connsiteX3297" y="connsiteY3297"/>
              </a:cxn>
              <a:cxn ang="0">
                <a:pos x="connsiteX3298" y="connsiteY3298"/>
              </a:cxn>
              <a:cxn ang="0">
                <a:pos x="connsiteX3299" y="connsiteY3299"/>
              </a:cxn>
              <a:cxn ang="0">
                <a:pos x="connsiteX3300" y="connsiteY3300"/>
              </a:cxn>
              <a:cxn ang="0">
                <a:pos x="connsiteX3301" y="connsiteY3301"/>
              </a:cxn>
              <a:cxn ang="0">
                <a:pos x="connsiteX3302" y="connsiteY3302"/>
              </a:cxn>
              <a:cxn ang="0">
                <a:pos x="connsiteX3303" y="connsiteY3303"/>
              </a:cxn>
              <a:cxn ang="0">
                <a:pos x="connsiteX3304" y="connsiteY3304"/>
              </a:cxn>
              <a:cxn ang="0">
                <a:pos x="connsiteX3305" y="connsiteY3305"/>
              </a:cxn>
              <a:cxn ang="0">
                <a:pos x="connsiteX3306" y="connsiteY3306"/>
              </a:cxn>
              <a:cxn ang="0">
                <a:pos x="connsiteX3307" y="connsiteY3307"/>
              </a:cxn>
              <a:cxn ang="0">
                <a:pos x="connsiteX3308" y="connsiteY3308"/>
              </a:cxn>
              <a:cxn ang="0">
                <a:pos x="connsiteX3309" y="connsiteY3309"/>
              </a:cxn>
              <a:cxn ang="0">
                <a:pos x="connsiteX3310" y="connsiteY3310"/>
              </a:cxn>
              <a:cxn ang="0">
                <a:pos x="connsiteX3311" y="connsiteY3311"/>
              </a:cxn>
              <a:cxn ang="0">
                <a:pos x="connsiteX3312" y="connsiteY3312"/>
              </a:cxn>
              <a:cxn ang="0">
                <a:pos x="connsiteX3313" y="connsiteY3313"/>
              </a:cxn>
              <a:cxn ang="0">
                <a:pos x="connsiteX3314" y="connsiteY3314"/>
              </a:cxn>
              <a:cxn ang="0">
                <a:pos x="connsiteX3315" y="connsiteY3315"/>
              </a:cxn>
              <a:cxn ang="0">
                <a:pos x="connsiteX3316" y="connsiteY3316"/>
              </a:cxn>
              <a:cxn ang="0">
                <a:pos x="connsiteX3317" y="connsiteY3317"/>
              </a:cxn>
              <a:cxn ang="0">
                <a:pos x="connsiteX3318" y="connsiteY3318"/>
              </a:cxn>
              <a:cxn ang="0">
                <a:pos x="connsiteX3319" y="connsiteY3319"/>
              </a:cxn>
              <a:cxn ang="0">
                <a:pos x="connsiteX3320" y="connsiteY3320"/>
              </a:cxn>
              <a:cxn ang="0">
                <a:pos x="connsiteX3321" y="connsiteY3321"/>
              </a:cxn>
              <a:cxn ang="0">
                <a:pos x="connsiteX3322" y="connsiteY3322"/>
              </a:cxn>
              <a:cxn ang="0">
                <a:pos x="connsiteX3323" y="connsiteY3323"/>
              </a:cxn>
              <a:cxn ang="0">
                <a:pos x="connsiteX3324" y="connsiteY3324"/>
              </a:cxn>
              <a:cxn ang="0">
                <a:pos x="connsiteX3325" y="connsiteY3325"/>
              </a:cxn>
              <a:cxn ang="0">
                <a:pos x="connsiteX3326" y="connsiteY3326"/>
              </a:cxn>
              <a:cxn ang="0">
                <a:pos x="connsiteX3327" y="connsiteY3327"/>
              </a:cxn>
              <a:cxn ang="0">
                <a:pos x="connsiteX3328" y="connsiteY3328"/>
              </a:cxn>
              <a:cxn ang="0">
                <a:pos x="connsiteX3329" y="connsiteY3329"/>
              </a:cxn>
              <a:cxn ang="0">
                <a:pos x="connsiteX3330" y="connsiteY3330"/>
              </a:cxn>
              <a:cxn ang="0">
                <a:pos x="connsiteX3331" y="connsiteY3331"/>
              </a:cxn>
              <a:cxn ang="0">
                <a:pos x="connsiteX3332" y="connsiteY3332"/>
              </a:cxn>
              <a:cxn ang="0">
                <a:pos x="connsiteX3333" y="connsiteY3333"/>
              </a:cxn>
              <a:cxn ang="0">
                <a:pos x="connsiteX3334" y="connsiteY3334"/>
              </a:cxn>
              <a:cxn ang="0">
                <a:pos x="connsiteX3335" y="connsiteY3335"/>
              </a:cxn>
              <a:cxn ang="0">
                <a:pos x="connsiteX3336" y="connsiteY3336"/>
              </a:cxn>
              <a:cxn ang="0">
                <a:pos x="connsiteX3337" y="connsiteY3337"/>
              </a:cxn>
              <a:cxn ang="0">
                <a:pos x="connsiteX3338" y="connsiteY3338"/>
              </a:cxn>
              <a:cxn ang="0">
                <a:pos x="connsiteX3339" y="connsiteY3339"/>
              </a:cxn>
              <a:cxn ang="0">
                <a:pos x="connsiteX3340" y="connsiteY3340"/>
              </a:cxn>
              <a:cxn ang="0">
                <a:pos x="connsiteX3341" y="connsiteY3341"/>
              </a:cxn>
              <a:cxn ang="0">
                <a:pos x="connsiteX3342" y="connsiteY3342"/>
              </a:cxn>
              <a:cxn ang="0">
                <a:pos x="connsiteX3343" y="connsiteY3343"/>
              </a:cxn>
              <a:cxn ang="0">
                <a:pos x="connsiteX3344" y="connsiteY3344"/>
              </a:cxn>
              <a:cxn ang="0">
                <a:pos x="connsiteX3345" y="connsiteY3345"/>
              </a:cxn>
              <a:cxn ang="0">
                <a:pos x="connsiteX3346" y="connsiteY3346"/>
              </a:cxn>
              <a:cxn ang="0">
                <a:pos x="connsiteX3347" y="connsiteY3347"/>
              </a:cxn>
              <a:cxn ang="0">
                <a:pos x="connsiteX3348" y="connsiteY3348"/>
              </a:cxn>
              <a:cxn ang="0">
                <a:pos x="connsiteX3349" y="connsiteY3349"/>
              </a:cxn>
              <a:cxn ang="0">
                <a:pos x="connsiteX3350" y="connsiteY3350"/>
              </a:cxn>
              <a:cxn ang="0">
                <a:pos x="connsiteX3351" y="connsiteY3351"/>
              </a:cxn>
              <a:cxn ang="0">
                <a:pos x="connsiteX3352" y="connsiteY3352"/>
              </a:cxn>
              <a:cxn ang="0">
                <a:pos x="connsiteX3353" y="connsiteY3353"/>
              </a:cxn>
              <a:cxn ang="0">
                <a:pos x="connsiteX3354" y="connsiteY3354"/>
              </a:cxn>
              <a:cxn ang="0">
                <a:pos x="connsiteX3355" y="connsiteY3355"/>
              </a:cxn>
              <a:cxn ang="0">
                <a:pos x="connsiteX3356" y="connsiteY3356"/>
              </a:cxn>
              <a:cxn ang="0">
                <a:pos x="connsiteX3357" y="connsiteY3357"/>
              </a:cxn>
              <a:cxn ang="0">
                <a:pos x="connsiteX3358" y="connsiteY3358"/>
              </a:cxn>
              <a:cxn ang="0">
                <a:pos x="connsiteX3359" y="connsiteY3359"/>
              </a:cxn>
              <a:cxn ang="0">
                <a:pos x="connsiteX3360" y="connsiteY3360"/>
              </a:cxn>
              <a:cxn ang="0">
                <a:pos x="connsiteX3361" y="connsiteY3361"/>
              </a:cxn>
              <a:cxn ang="0">
                <a:pos x="connsiteX3362" y="connsiteY3362"/>
              </a:cxn>
              <a:cxn ang="0">
                <a:pos x="connsiteX3363" y="connsiteY3363"/>
              </a:cxn>
              <a:cxn ang="0">
                <a:pos x="connsiteX3364" y="connsiteY3364"/>
              </a:cxn>
              <a:cxn ang="0">
                <a:pos x="connsiteX3365" y="connsiteY3365"/>
              </a:cxn>
              <a:cxn ang="0">
                <a:pos x="connsiteX3366" y="connsiteY3366"/>
              </a:cxn>
              <a:cxn ang="0">
                <a:pos x="connsiteX3367" y="connsiteY3367"/>
              </a:cxn>
              <a:cxn ang="0">
                <a:pos x="connsiteX3368" y="connsiteY3368"/>
              </a:cxn>
              <a:cxn ang="0">
                <a:pos x="connsiteX3369" y="connsiteY3369"/>
              </a:cxn>
              <a:cxn ang="0">
                <a:pos x="connsiteX3370" y="connsiteY3370"/>
              </a:cxn>
              <a:cxn ang="0">
                <a:pos x="connsiteX3371" y="connsiteY3371"/>
              </a:cxn>
              <a:cxn ang="0">
                <a:pos x="connsiteX3372" y="connsiteY3372"/>
              </a:cxn>
              <a:cxn ang="0">
                <a:pos x="connsiteX3373" y="connsiteY3373"/>
              </a:cxn>
              <a:cxn ang="0">
                <a:pos x="connsiteX3374" y="connsiteY3374"/>
              </a:cxn>
              <a:cxn ang="0">
                <a:pos x="connsiteX3375" y="connsiteY3375"/>
              </a:cxn>
              <a:cxn ang="0">
                <a:pos x="connsiteX3376" y="connsiteY3376"/>
              </a:cxn>
              <a:cxn ang="0">
                <a:pos x="connsiteX3377" y="connsiteY3377"/>
              </a:cxn>
              <a:cxn ang="0">
                <a:pos x="connsiteX3378" y="connsiteY3378"/>
              </a:cxn>
              <a:cxn ang="0">
                <a:pos x="connsiteX3379" y="connsiteY3379"/>
              </a:cxn>
              <a:cxn ang="0">
                <a:pos x="connsiteX3380" y="connsiteY3380"/>
              </a:cxn>
              <a:cxn ang="0">
                <a:pos x="connsiteX3381" y="connsiteY3381"/>
              </a:cxn>
              <a:cxn ang="0">
                <a:pos x="connsiteX3382" y="connsiteY3382"/>
              </a:cxn>
              <a:cxn ang="0">
                <a:pos x="connsiteX3383" y="connsiteY3383"/>
              </a:cxn>
              <a:cxn ang="0">
                <a:pos x="connsiteX3384" y="connsiteY3384"/>
              </a:cxn>
              <a:cxn ang="0">
                <a:pos x="connsiteX3385" y="connsiteY3385"/>
              </a:cxn>
              <a:cxn ang="0">
                <a:pos x="connsiteX3386" y="connsiteY3386"/>
              </a:cxn>
              <a:cxn ang="0">
                <a:pos x="connsiteX3387" y="connsiteY3387"/>
              </a:cxn>
              <a:cxn ang="0">
                <a:pos x="connsiteX3388" y="connsiteY3388"/>
              </a:cxn>
              <a:cxn ang="0">
                <a:pos x="connsiteX3389" y="connsiteY3389"/>
              </a:cxn>
              <a:cxn ang="0">
                <a:pos x="connsiteX3390" y="connsiteY3390"/>
              </a:cxn>
              <a:cxn ang="0">
                <a:pos x="connsiteX3391" y="connsiteY3391"/>
              </a:cxn>
              <a:cxn ang="0">
                <a:pos x="connsiteX3392" y="connsiteY3392"/>
              </a:cxn>
              <a:cxn ang="0">
                <a:pos x="connsiteX3393" y="connsiteY3393"/>
              </a:cxn>
              <a:cxn ang="0">
                <a:pos x="connsiteX3394" y="connsiteY3394"/>
              </a:cxn>
              <a:cxn ang="0">
                <a:pos x="connsiteX3395" y="connsiteY3395"/>
              </a:cxn>
              <a:cxn ang="0">
                <a:pos x="connsiteX3396" y="connsiteY3396"/>
              </a:cxn>
              <a:cxn ang="0">
                <a:pos x="connsiteX3397" y="connsiteY3397"/>
              </a:cxn>
              <a:cxn ang="0">
                <a:pos x="connsiteX3398" y="connsiteY3398"/>
              </a:cxn>
              <a:cxn ang="0">
                <a:pos x="connsiteX3399" y="connsiteY3399"/>
              </a:cxn>
              <a:cxn ang="0">
                <a:pos x="connsiteX3400" y="connsiteY3400"/>
              </a:cxn>
              <a:cxn ang="0">
                <a:pos x="connsiteX3401" y="connsiteY3401"/>
              </a:cxn>
              <a:cxn ang="0">
                <a:pos x="connsiteX3402" y="connsiteY3402"/>
              </a:cxn>
              <a:cxn ang="0">
                <a:pos x="connsiteX3403" y="connsiteY3403"/>
              </a:cxn>
              <a:cxn ang="0">
                <a:pos x="connsiteX3404" y="connsiteY3404"/>
              </a:cxn>
              <a:cxn ang="0">
                <a:pos x="connsiteX3405" y="connsiteY3405"/>
              </a:cxn>
              <a:cxn ang="0">
                <a:pos x="connsiteX3406" y="connsiteY3406"/>
              </a:cxn>
              <a:cxn ang="0">
                <a:pos x="connsiteX3407" y="connsiteY3407"/>
              </a:cxn>
              <a:cxn ang="0">
                <a:pos x="connsiteX3408" y="connsiteY3408"/>
              </a:cxn>
              <a:cxn ang="0">
                <a:pos x="connsiteX3409" y="connsiteY3409"/>
              </a:cxn>
              <a:cxn ang="0">
                <a:pos x="connsiteX3410" y="connsiteY3410"/>
              </a:cxn>
              <a:cxn ang="0">
                <a:pos x="connsiteX3411" y="connsiteY3411"/>
              </a:cxn>
              <a:cxn ang="0">
                <a:pos x="connsiteX3412" y="connsiteY3412"/>
              </a:cxn>
              <a:cxn ang="0">
                <a:pos x="connsiteX3413" y="connsiteY3413"/>
              </a:cxn>
              <a:cxn ang="0">
                <a:pos x="connsiteX3414" y="connsiteY3414"/>
              </a:cxn>
              <a:cxn ang="0">
                <a:pos x="connsiteX3415" y="connsiteY3415"/>
              </a:cxn>
              <a:cxn ang="0">
                <a:pos x="connsiteX3416" y="connsiteY3416"/>
              </a:cxn>
              <a:cxn ang="0">
                <a:pos x="connsiteX3417" y="connsiteY3417"/>
              </a:cxn>
              <a:cxn ang="0">
                <a:pos x="connsiteX3418" y="connsiteY3418"/>
              </a:cxn>
              <a:cxn ang="0">
                <a:pos x="connsiteX3419" y="connsiteY3419"/>
              </a:cxn>
              <a:cxn ang="0">
                <a:pos x="connsiteX3420" y="connsiteY3420"/>
              </a:cxn>
              <a:cxn ang="0">
                <a:pos x="connsiteX3421" y="connsiteY3421"/>
              </a:cxn>
              <a:cxn ang="0">
                <a:pos x="connsiteX3422" y="connsiteY3422"/>
              </a:cxn>
              <a:cxn ang="0">
                <a:pos x="connsiteX3423" y="connsiteY3423"/>
              </a:cxn>
              <a:cxn ang="0">
                <a:pos x="connsiteX3424" y="connsiteY3424"/>
              </a:cxn>
              <a:cxn ang="0">
                <a:pos x="connsiteX3425" y="connsiteY3425"/>
              </a:cxn>
              <a:cxn ang="0">
                <a:pos x="connsiteX3426" y="connsiteY3426"/>
              </a:cxn>
              <a:cxn ang="0">
                <a:pos x="connsiteX3427" y="connsiteY3427"/>
              </a:cxn>
              <a:cxn ang="0">
                <a:pos x="connsiteX3428" y="connsiteY3428"/>
              </a:cxn>
              <a:cxn ang="0">
                <a:pos x="connsiteX3429" y="connsiteY3429"/>
              </a:cxn>
              <a:cxn ang="0">
                <a:pos x="connsiteX3430" y="connsiteY3430"/>
              </a:cxn>
              <a:cxn ang="0">
                <a:pos x="connsiteX3431" y="connsiteY3431"/>
              </a:cxn>
              <a:cxn ang="0">
                <a:pos x="connsiteX3432" y="connsiteY3432"/>
              </a:cxn>
              <a:cxn ang="0">
                <a:pos x="connsiteX3433" y="connsiteY3433"/>
              </a:cxn>
              <a:cxn ang="0">
                <a:pos x="connsiteX3434" y="connsiteY3434"/>
              </a:cxn>
              <a:cxn ang="0">
                <a:pos x="connsiteX3435" y="connsiteY3435"/>
              </a:cxn>
              <a:cxn ang="0">
                <a:pos x="connsiteX3436" y="connsiteY3436"/>
              </a:cxn>
              <a:cxn ang="0">
                <a:pos x="connsiteX3437" y="connsiteY3437"/>
              </a:cxn>
              <a:cxn ang="0">
                <a:pos x="connsiteX3438" y="connsiteY3438"/>
              </a:cxn>
              <a:cxn ang="0">
                <a:pos x="connsiteX3439" y="connsiteY3439"/>
              </a:cxn>
              <a:cxn ang="0">
                <a:pos x="connsiteX3440" y="connsiteY3440"/>
              </a:cxn>
              <a:cxn ang="0">
                <a:pos x="connsiteX3441" y="connsiteY3441"/>
              </a:cxn>
              <a:cxn ang="0">
                <a:pos x="connsiteX3442" y="connsiteY3442"/>
              </a:cxn>
              <a:cxn ang="0">
                <a:pos x="connsiteX3443" y="connsiteY3443"/>
              </a:cxn>
              <a:cxn ang="0">
                <a:pos x="connsiteX3444" y="connsiteY3444"/>
              </a:cxn>
              <a:cxn ang="0">
                <a:pos x="connsiteX3445" y="connsiteY3445"/>
              </a:cxn>
              <a:cxn ang="0">
                <a:pos x="connsiteX3446" y="connsiteY3446"/>
              </a:cxn>
              <a:cxn ang="0">
                <a:pos x="connsiteX3447" y="connsiteY3447"/>
              </a:cxn>
              <a:cxn ang="0">
                <a:pos x="connsiteX3448" y="connsiteY3448"/>
              </a:cxn>
              <a:cxn ang="0">
                <a:pos x="connsiteX3449" y="connsiteY3449"/>
              </a:cxn>
              <a:cxn ang="0">
                <a:pos x="connsiteX3450" y="connsiteY3450"/>
              </a:cxn>
              <a:cxn ang="0">
                <a:pos x="connsiteX3451" y="connsiteY3451"/>
              </a:cxn>
              <a:cxn ang="0">
                <a:pos x="connsiteX3452" y="connsiteY3452"/>
              </a:cxn>
              <a:cxn ang="0">
                <a:pos x="connsiteX3453" y="connsiteY3453"/>
              </a:cxn>
              <a:cxn ang="0">
                <a:pos x="connsiteX3454" y="connsiteY3454"/>
              </a:cxn>
              <a:cxn ang="0">
                <a:pos x="connsiteX3455" y="connsiteY3455"/>
              </a:cxn>
              <a:cxn ang="0">
                <a:pos x="connsiteX3456" y="connsiteY3456"/>
              </a:cxn>
              <a:cxn ang="0">
                <a:pos x="connsiteX3457" y="connsiteY3457"/>
              </a:cxn>
              <a:cxn ang="0">
                <a:pos x="connsiteX3458" y="connsiteY3458"/>
              </a:cxn>
              <a:cxn ang="0">
                <a:pos x="connsiteX3459" y="connsiteY3459"/>
              </a:cxn>
              <a:cxn ang="0">
                <a:pos x="connsiteX3460" y="connsiteY3460"/>
              </a:cxn>
              <a:cxn ang="0">
                <a:pos x="connsiteX3461" y="connsiteY3461"/>
              </a:cxn>
              <a:cxn ang="0">
                <a:pos x="connsiteX3462" y="connsiteY3462"/>
              </a:cxn>
              <a:cxn ang="0">
                <a:pos x="connsiteX3463" y="connsiteY3463"/>
              </a:cxn>
              <a:cxn ang="0">
                <a:pos x="connsiteX3464" y="connsiteY3464"/>
              </a:cxn>
              <a:cxn ang="0">
                <a:pos x="connsiteX3465" y="connsiteY3465"/>
              </a:cxn>
              <a:cxn ang="0">
                <a:pos x="connsiteX3466" y="connsiteY3466"/>
              </a:cxn>
              <a:cxn ang="0">
                <a:pos x="connsiteX3467" y="connsiteY3467"/>
              </a:cxn>
              <a:cxn ang="0">
                <a:pos x="connsiteX3468" y="connsiteY3468"/>
              </a:cxn>
              <a:cxn ang="0">
                <a:pos x="connsiteX3469" y="connsiteY3469"/>
              </a:cxn>
              <a:cxn ang="0">
                <a:pos x="connsiteX3470" y="connsiteY3470"/>
              </a:cxn>
              <a:cxn ang="0">
                <a:pos x="connsiteX3471" y="connsiteY3471"/>
              </a:cxn>
              <a:cxn ang="0">
                <a:pos x="connsiteX3472" y="connsiteY3472"/>
              </a:cxn>
              <a:cxn ang="0">
                <a:pos x="connsiteX3473" y="connsiteY3473"/>
              </a:cxn>
              <a:cxn ang="0">
                <a:pos x="connsiteX3474" y="connsiteY3474"/>
              </a:cxn>
              <a:cxn ang="0">
                <a:pos x="connsiteX3475" y="connsiteY3475"/>
              </a:cxn>
              <a:cxn ang="0">
                <a:pos x="connsiteX3476" y="connsiteY3476"/>
              </a:cxn>
              <a:cxn ang="0">
                <a:pos x="connsiteX3477" y="connsiteY3477"/>
              </a:cxn>
              <a:cxn ang="0">
                <a:pos x="connsiteX3478" y="connsiteY3478"/>
              </a:cxn>
              <a:cxn ang="0">
                <a:pos x="connsiteX3479" y="connsiteY3479"/>
              </a:cxn>
              <a:cxn ang="0">
                <a:pos x="connsiteX3480" y="connsiteY3480"/>
              </a:cxn>
              <a:cxn ang="0">
                <a:pos x="connsiteX3481" y="connsiteY3481"/>
              </a:cxn>
              <a:cxn ang="0">
                <a:pos x="connsiteX3482" y="connsiteY3482"/>
              </a:cxn>
              <a:cxn ang="0">
                <a:pos x="connsiteX3483" y="connsiteY3483"/>
              </a:cxn>
              <a:cxn ang="0">
                <a:pos x="connsiteX3484" y="connsiteY3484"/>
              </a:cxn>
              <a:cxn ang="0">
                <a:pos x="connsiteX3485" y="connsiteY3485"/>
              </a:cxn>
              <a:cxn ang="0">
                <a:pos x="connsiteX3486" y="connsiteY3486"/>
              </a:cxn>
              <a:cxn ang="0">
                <a:pos x="connsiteX3487" y="connsiteY3487"/>
              </a:cxn>
              <a:cxn ang="0">
                <a:pos x="connsiteX3488" y="connsiteY3488"/>
              </a:cxn>
              <a:cxn ang="0">
                <a:pos x="connsiteX3489" y="connsiteY3489"/>
              </a:cxn>
              <a:cxn ang="0">
                <a:pos x="connsiteX3490" y="connsiteY3490"/>
              </a:cxn>
              <a:cxn ang="0">
                <a:pos x="connsiteX3491" y="connsiteY3491"/>
              </a:cxn>
              <a:cxn ang="0">
                <a:pos x="connsiteX3492" y="connsiteY3492"/>
              </a:cxn>
              <a:cxn ang="0">
                <a:pos x="connsiteX3493" y="connsiteY3493"/>
              </a:cxn>
              <a:cxn ang="0">
                <a:pos x="connsiteX3494" y="connsiteY3494"/>
              </a:cxn>
              <a:cxn ang="0">
                <a:pos x="connsiteX3495" y="connsiteY3495"/>
              </a:cxn>
              <a:cxn ang="0">
                <a:pos x="connsiteX3496" y="connsiteY3496"/>
              </a:cxn>
              <a:cxn ang="0">
                <a:pos x="connsiteX3497" y="connsiteY3497"/>
              </a:cxn>
              <a:cxn ang="0">
                <a:pos x="connsiteX3498" y="connsiteY3498"/>
              </a:cxn>
              <a:cxn ang="0">
                <a:pos x="connsiteX3499" y="connsiteY3499"/>
              </a:cxn>
              <a:cxn ang="0">
                <a:pos x="connsiteX3500" y="connsiteY3500"/>
              </a:cxn>
              <a:cxn ang="0">
                <a:pos x="connsiteX3501" y="connsiteY3501"/>
              </a:cxn>
              <a:cxn ang="0">
                <a:pos x="connsiteX3502" y="connsiteY3502"/>
              </a:cxn>
              <a:cxn ang="0">
                <a:pos x="connsiteX3503" y="connsiteY3503"/>
              </a:cxn>
              <a:cxn ang="0">
                <a:pos x="connsiteX3504" y="connsiteY3504"/>
              </a:cxn>
              <a:cxn ang="0">
                <a:pos x="connsiteX3505" y="connsiteY3505"/>
              </a:cxn>
              <a:cxn ang="0">
                <a:pos x="connsiteX3506" y="connsiteY3506"/>
              </a:cxn>
              <a:cxn ang="0">
                <a:pos x="connsiteX3507" y="connsiteY3507"/>
              </a:cxn>
              <a:cxn ang="0">
                <a:pos x="connsiteX3508" y="connsiteY3508"/>
              </a:cxn>
              <a:cxn ang="0">
                <a:pos x="connsiteX3509" y="connsiteY3509"/>
              </a:cxn>
              <a:cxn ang="0">
                <a:pos x="connsiteX3510" y="connsiteY3510"/>
              </a:cxn>
              <a:cxn ang="0">
                <a:pos x="connsiteX3511" y="connsiteY3511"/>
              </a:cxn>
              <a:cxn ang="0">
                <a:pos x="connsiteX3512" y="connsiteY3512"/>
              </a:cxn>
              <a:cxn ang="0">
                <a:pos x="connsiteX3513" y="connsiteY3513"/>
              </a:cxn>
              <a:cxn ang="0">
                <a:pos x="connsiteX3514" y="connsiteY3514"/>
              </a:cxn>
              <a:cxn ang="0">
                <a:pos x="connsiteX3515" y="connsiteY3515"/>
              </a:cxn>
              <a:cxn ang="0">
                <a:pos x="connsiteX3516" y="connsiteY3516"/>
              </a:cxn>
              <a:cxn ang="0">
                <a:pos x="connsiteX3517" y="connsiteY3517"/>
              </a:cxn>
              <a:cxn ang="0">
                <a:pos x="connsiteX3518" y="connsiteY3518"/>
              </a:cxn>
              <a:cxn ang="0">
                <a:pos x="connsiteX3519" y="connsiteY3519"/>
              </a:cxn>
              <a:cxn ang="0">
                <a:pos x="connsiteX3520" y="connsiteY3520"/>
              </a:cxn>
              <a:cxn ang="0">
                <a:pos x="connsiteX3521" y="connsiteY3521"/>
              </a:cxn>
              <a:cxn ang="0">
                <a:pos x="connsiteX3522" y="connsiteY3522"/>
              </a:cxn>
              <a:cxn ang="0">
                <a:pos x="connsiteX3523" y="connsiteY3523"/>
              </a:cxn>
              <a:cxn ang="0">
                <a:pos x="connsiteX3524" y="connsiteY3524"/>
              </a:cxn>
              <a:cxn ang="0">
                <a:pos x="connsiteX3525" y="connsiteY3525"/>
              </a:cxn>
              <a:cxn ang="0">
                <a:pos x="connsiteX3526" y="connsiteY3526"/>
              </a:cxn>
              <a:cxn ang="0">
                <a:pos x="connsiteX3527" y="connsiteY3527"/>
              </a:cxn>
              <a:cxn ang="0">
                <a:pos x="connsiteX3528" y="connsiteY3528"/>
              </a:cxn>
              <a:cxn ang="0">
                <a:pos x="connsiteX3529" y="connsiteY3529"/>
              </a:cxn>
              <a:cxn ang="0">
                <a:pos x="connsiteX3530" y="connsiteY3530"/>
              </a:cxn>
              <a:cxn ang="0">
                <a:pos x="connsiteX3531" y="connsiteY3531"/>
              </a:cxn>
              <a:cxn ang="0">
                <a:pos x="connsiteX3532" y="connsiteY3532"/>
              </a:cxn>
              <a:cxn ang="0">
                <a:pos x="connsiteX3533" y="connsiteY3533"/>
              </a:cxn>
              <a:cxn ang="0">
                <a:pos x="connsiteX3534" y="connsiteY3534"/>
              </a:cxn>
              <a:cxn ang="0">
                <a:pos x="connsiteX3535" y="connsiteY3535"/>
              </a:cxn>
              <a:cxn ang="0">
                <a:pos x="connsiteX3536" y="connsiteY3536"/>
              </a:cxn>
              <a:cxn ang="0">
                <a:pos x="connsiteX3537" y="connsiteY3537"/>
              </a:cxn>
              <a:cxn ang="0">
                <a:pos x="connsiteX3538" y="connsiteY3538"/>
              </a:cxn>
              <a:cxn ang="0">
                <a:pos x="connsiteX3539" y="connsiteY3539"/>
              </a:cxn>
              <a:cxn ang="0">
                <a:pos x="connsiteX3540" y="connsiteY3540"/>
              </a:cxn>
              <a:cxn ang="0">
                <a:pos x="connsiteX3541" y="connsiteY3541"/>
              </a:cxn>
              <a:cxn ang="0">
                <a:pos x="connsiteX3542" y="connsiteY3542"/>
              </a:cxn>
              <a:cxn ang="0">
                <a:pos x="connsiteX3543" y="connsiteY3543"/>
              </a:cxn>
              <a:cxn ang="0">
                <a:pos x="connsiteX3544" y="connsiteY3544"/>
              </a:cxn>
              <a:cxn ang="0">
                <a:pos x="connsiteX3545" y="connsiteY3545"/>
              </a:cxn>
              <a:cxn ang="0">
                <a:pos x="connsiteX3546" y="connsiteY3546"/>
              </a:cxn>
              <a:cxn ang="0">
                <a:pos x="connsiteX3547" y="connsiteY3547"/>
              </a:cxn>
              <a:cxn ang="0">
                <a:pos x="connsiteX3548" y="connsiteY3548"/>
              </a:cxn>
              <a:cxn ang="0">
                <a:pos x="connsiteX3549" y="connsiteY3549"/>
              </a:cxn>
              <a:cxn ang="0">
                <a:pos x="connsiteX3550" y="connsiteY3550"/>
              </a:cxn>
              <a:cxn ang="0">
                <a:pos x="connsiteX3551" y="connsiteY3551"/>
              </a:cxn>
              <a:cxn ang="0">
                <a:pos x="connsiteX3552" y="connsiteY3552"/>
              </a:cxn>
              <a:cxn ang="0">
                <a:pos x="connsiteX3553" y="connsiteY3553"/>
              </a:cxn>
              <a:cxn ang="0">
                <a:pos x="connsiteX3554" y="connsiteY3554"/>
              </a:cxn>
              <a:cxn ang="0">
                <a:pos x="connsiteX3555" y="connsiteY3555"/>
              </a:cxn>
              <a:cxn ang="0">
                <a:pos x="connsiteX3556" y="connsiteY3556"/>
              </a:cxn>
              <a:cxn ang="0">
                <a:pos x="connsiteX3557" y="connsiteY3557"/>
              </a:cxn>
              <a:cxn ang="0">
                <a:pos x="connsiteX3558" y="connsiteY3558"/>
              </a:cxn>
              <a:cxn ang="0">
                <a:pos x="connsiteX3559" y="connsiteY3559"/>
              </a:cxn>
              <a:cxn ang="0">
                <a:pos x="connsiteX3560" y="connsiteY3560"/>
              </a:cxn>
              <a:cxn ang="0">
                <a:pos x="connsiteX3561" y="connsiteY3561"/>
              </a:cxn>
              <a:cxn ang="0">
                <a:pos x="connsiteX3562" y="connsiteY3562"/>
              </a:cxn>
              <a:cxn ang="0">
                <a:pos x="connsiteX3563" y="connsiteY3563"/>
              </a:cxn>
              <a:cxn ang="0">
                <a:pos x="connsiteX3564" y="connsiteY3564"/>
              </a:cxn>
              <a:cxn ang="0">
                <a:pos x="connsiteX3565" y="connsiteY3565"/>
              </a:cxn>
              <a:cxn ang="0">
                <a:pos x="connsiteX3566" y="connsiteY3566"/>
              </a:cxn>
              <a:cxn ang="0">
                <a:pos x="connsiteX3567" y="connsiteY3567"/>
              </a:cxn>
              <a:cxn ang="0">
                <a:pos x="connsiteX3568" y="connsiteY3568"/>
              </a:cxn>
              <a:cxn ang="0">
                <a:pos x="connsiteX3569" y="connsiteY3569"/>
              </a:cxn>
              <a:cxn ang="0">
                <a:pos x="connsiteX3570" y="connsiteY3570"/>
              </a:cxn>
              <a:cxn ang="0">
                <a:pos x="connsiteX3571" y="connsiteY3571"/>
              </a:cxn>
              <a:cxn ang="0">
                <a:pos x="connsiteX3572" y="connsiteY3572"/>
              </a:cxn>
              <a:cxn ang="0">
                <a:pos x="connsiteX3573" y="connsiteY3573"/>
              </a:cxn>
              <a:cxn ang="0">
                <a:pos x="connsiteX3574" y="connsiteY3574"/>
              </a:cxn>
              <a:cxn ang="0">
                <a:pos x="connsiteX3575" y="connsiteY3575"/>
              </a:cxn>
              <a:cxn ang="0">
                <a:pos x="connsiteX3576" y="connsiteY3576"/>
              </a:cxn>
              <a:cxn ang="0">
                <a:pos x="connsiteX3577" y="connsiteY3577"/>
              </a:cxn>
              <a:cxn ang="0">
                <a:pos x="connsiteX3578" y="connsiteY3578"/>
              </a:cxn>
              <a:cxn ang="0">
                <a:pos x="connsiteX3579" y="connsiteY3579"/>
              </a:cxn>
              <a:cxn ang="0">
                <a:pos x="connsiteX3580" y="connsiteY3580"/>
              </a:cxn>
              <a:cxn ang="0">
                <a:pos x="connsiteX3581" y="connsiteY3581"/>
              </a:cxn>
              <a:cxn ang="0">
                <a:pos x="connsiteX3582" y="connsiteY3582"/>
              </a:cxn>
              <a:cxn ang="0">
                <a:pos x="connsiteX3583" y="connsiteY3583"/>
              </a:cxn>
              <a:cxn ang="0">
                <a:pos x="connsiteX3584" y="connsiteY3584"/>
              </a:cxn>
              <a:cxn ang="0">
                <a:pos x="connsiteX3585" y="connsiteY3585"/>
              </a:cxn>
              <a:cxn ang="0">
                <a:pos x="connsiteX3586" y="connsiteY3586"/>
              </a:cxn>
              <a:cxn ang="0">
                <a:pos x="connsiteX3587" y="connsiteY3587"/>
              </a:cxn>
              <a:cxn ang="0">
                <a:pos x="connsiteX3588" y="connsiteY3588"/>
              </a:cxn>
              <a:cxn ang="0">
                <a:pos x="connsiteX3589" y="connsiteY3589"/>
              </a:cxn>
              <a:cxn ang="0">
                <a:pos x="connsiteX3590" y="connsiteY3590"/>
              </a:cxn>
              <a:cxn ang="0">
                <a:pos x="connsiteX3591" y="connsiteY3591"/>
              </a:cxn>
              <a:cxn ang="0">
                <a:pos x="connsiteX3592" y="connsiteY3592"/>
              </a:cxn>
              <a:cxn ang="0">
                <a:pos x="connsiteX3593" y="connsiteY3593"/>
              </a:cxn>
              <a:cxn ang="0">
                <a:pos x="connsiteX3594" y="connsiteY3594"/>
              </a:cxn>
              <a:cxn ang="0">
                <a:pos x="connsiteX3595" y="connsiteY3595"/>
              </a:cxn>
              <a:cxn ang="0">
                <a:pos x="connsiteX3596" y="connsiteY3596"/>
              </a:cxn>
              <a:cxn ang="0">
                <a:pos x="connsiteX3597" y="connsiteY3597"/>
              </a:cxn>
              <a:cxn ang="0">
                <a:pos x="connsiteX3598" y="connsiteY3598"/>
              </a:cxn>
              <a:cxn ang="0">
                <a:pos x="connsiteX3599" y="connsiteY3599"/>
              </a:cxn>
              <a:cxn ang="0">
                <a:pos x="connsiteX3600" y="connsiteY3600"/>
              </a:cxn>
              <a:cxn ang="0">
                <a:pos x="connsiteX3601" y="connsiteY3601"/>
              </a:cxn>
              <a:cxn ang="0">
                <a:pos x="connsiteX3602" y="connsiteY3602"/>
              </a:cxn>
              <a:cxn ang="0">
                <a:pos x="connsiteX3603" y="connsiteY3603"/>
              </a:cxn>
              <a:cxn ang="0">
                <a:pos x="connsiteX3604" y="connsiteY3604"/>
              </a:cxn>
              <a:cxn ang="0">
                <a:pos x="connsiteX3605" y="connsiteY3605"/>
              </a:cxn>
              <a:cxn ang="0">
                <a:pos x="connsiteX3606" y="connsiteY3606"/>
              </a:cxn>
              <a:cxn ang="0">
                <a:pos x="connsiteX3607" y="connsiteY3607"/>
              </a:cxn>
              <a:cxn ang="0">
                <a:pos x="connsiteX3608" y="connsiteY3608"/>
              </a:cxn>
              <a:cxn ang="0">
                <a:pos x="connsiteX3609" y="connsiteY3609"/>
              </a:cxn>
              <a:cxn ang="0">
                <a:pos x="connsiteX3610" y="connsiteY3610"/>
              </a:cxn>
              <a:cxn ang="0">
                <a:pos x="connsiteX3611" y="connsiteY3611"/>
              </a:cxn>
              <a:cxn ang="0">
                <a:pos x="connsiteX3612" y="connsiteY3612"/>
              </a:cxn>
              <a:cxn ang="0">
                <a:pos x="connsiteX3613" y="connsiteY3613"/>
              </a:cxn>
              <a:cxn ang="0">
                <a:pos x="connsiteX3614" y="connsiteY3614"/>
              </a:cxn>
              <a:cxn ang="0">
                <a:pos x="connsiteX3615" y="connsiteY3615"/>
              </a:cxn>
              <a:cxn ang="0">
                <a:pos x="connsiteX3616" y="connsiteY3616"/>
              </a:cxn>
              <a:cxn ang="0">
                <a:pos x="connsiteX3617" y="connsiteY3617"/>
              </a:cxn>
              <a:cxn ang="0">
                <a:pos x="connsiteX3618" y="connsiteY3618"/>
              </a:cxn>
              <a:cxn ang="0">
                <a:pos x="connsiteX3619" y="connsiteY3619"/>
              </a:cxn>
              <a:cxn ang="0">
                <a:pos x="connsiteX3620" y="connsiteY3620"/>
              </a:cxn>
              <a:cxn ang="0">
                <a:pos x="connsiteX3621" y="connsiteY3621"/>
              </a:cxn>
              <a:cxn ang="0">
                <a:pos x="connsiteX3622" y="connsiteY3622"/>
              </a:cxn>
              <a:cxn ang="0">
                <a:pos x="connsiteX3623" y="connsiteY3623"/>
              </a:cxn>
              <a:cxn ang="0">
                <a:pos x="connsiteX3624" y="connsiteY3624"/>
              </a:cxn>
              <a:cxn ang="0">
                <a:pos x="connsiteX3625" y="connsiteY3625"/>
              </a:cxn>
              <a:cxn ang="0">
                <a:pos x="connsiteX3626" y="connsiteY3626"/>
              </a:cxn>
              <a:cxn ang="0">
                <a:pos x="connsiteX3627" y="connsiteY3627"/>
              </a:cxn>
              <a:cxn ang="0">
                <a:pos x="connsiteX3628" y="connsiteY3628"/>
              </a:cxn>
              <a:cxn ang="0">
                <a:pos x="connsiteX3629" y="connsiteY3629"/>
              </a:cxn>
              <a:cxn ang="0">
                <a:pos x="connsiteX3630" y="connsiteY3630"/>
              </a:cxn>
              <a:cxn ang="0">
                <a:pos x="connsiteX3631" y="connsiteY3631"/>
              </a:cxn>
              <a:cxn ang="0">
                <a:pos x="connsiteX3632" y="connsiteY3632"/>
              </a:cxn>
              <a:cxn ang="0">
                <a:pos x="connsiteX3633" y="connsiteY3633"/>
              </a:cxn>
              <a:cxn ang="0">
                <a:pos x="connsiteX3634" y="connsiteY3634"/>
              </a:cxn>
              <a:cxn ang="0">
                <a:pos x="connsiteX3635" y="connsiteY3635"/>
              </a:cxn>
              <a:cxn ang="0">
                <a:pos x="connsiteX3636" y="connsiteY3636"/>
              </a:cxn>
              <a:cxn ang="0">
                <a:pos x="connsiteX3637" y="connsiteY3637"/>
              </a:cxn>
              <a:cxn ang="0">
                <a:pos x="connsiteX3638" y="connsiteY3638"/>
              </a:cxn>
              <a:cxn ang="0">
                <a:pos x="connsiteX3639" y="connsiteY3639"/>
              </a:cxn>
              <a:cxn ang="0">
                <a:pos x="connsiteX3640" y="connsiteY3640"/>
              </a:cxn>
              <a:cxn ang="0">
                <a:pos x="connsiteX3641" y="connsiteY3641"/>
              </a:cxn>
              <a:cxn ang="0">
                <a:pos x="connsiteX3642" y="connsiteY3642"/>
              </a:cxn>
              <a:cxn ang="0">
                <a:pos x="connsiteX3643" y="connsiteY3643"/>
              </a:cxn>
              <a:cxn ang="0">
                <a:pos x="connsiteX3644" y="connsiteY3644"/>
              </a:cxn>
              <a:cxn ang="0">
                <a:pos x="connsiteX3645" y="connsiteY3645"/>
              </a:cxn>
              <a:cxn ang="0">
                <a:pos x="connsiteX3646" y="connsiteY3646"/>
              </a:cxn>
              <a:cxn ang="0">
                <a:pos x="connsiteX3647" y="connsiteY3647"/>
              </a:cxn>
              <a:cxn ang="0">
                <a:pos x="connsiteX3648" y="connsiteY3648"/>
              </a:cxn>
              <a:cxn ang="0">
                <a:pos x="connsiteX3649" y="connsiteY3649"/>
              </a:cxn>
              <a:cxn ang="0">
                <a:pos x="connsiteX3650" y="connsiteY3650"/>
              </a:cxn>
              <a:cxn ang="0">
                <a:pos x="connsiteX3651" y="connsiteY3651"/>
              </a:cxn>
              <a:cxn ang="0">
                <a:pos x="connsiteX3652" y="connsiteY3652"/>
              </a:cxn>
              <a:cxn ang="0">
                <a:pos x="connsiteX3653" y="connsiteY3653"/>
              </a:cxn>
              <a:cxn ang="0">
                <a:pos x="connsiteX3654" y="connsiteY3654"/>
              </a:cxn>
              <a:cxn ang="0">
                <a:pos x="connsiteX3655" y="connsiteY3655"/>
              </a:cxn>
              <a:cxn ang="0">
                <a:pos x="connsiteX3656" y="connsiteY3656"/>
              </a:cxn>
              <a:cxn ang="0">
                <a:pos x="connsiteX3657" y="connsiteY3657"/>
              </a:cxn>
              <a:cxn ang="0">
                <a:pos x="connsiteX3658" y="connsiteY3658"/>
              </a:cxn>
              <a:cxn ang="0">
                <a:pos x="connsiteX3659" y="connsiteY3659"/>
              </a:cxn>
              <a:cxn ang="0">
                <a:pos x="connsiteX3660" y="connsiteY3660"/>
              </a:cxn>
              <a:cxn ang="0">
                <a:pos x="connsiteX3661" y="connsiteY3661"/>
              </a:cxn>
              <a:cxn ang="0">
                <a:pos x="connsiteX3662" y="connsiteY3662"/>
              </a:cxn>
              <a:cxn ang="0">
                <a:pos x="connsiteX3663" y="connsiteY3663"/>
              </a:cxn>
              <a:cxn ang="0">
                <a:pos x="connsiteX3664" y="connsiteY3664"/>
              </a:cxn>
              <a:cxn ang="0">
                <a:pos x="connsiteX3665" y="connsiteY3665"/>
              </a:cxn>
              <a:cxn ang="0">
                <a:pos x="connsiteX3666" y="connsiteY3666"/>
              </a:cxn>
              <a:cxn ang="0">
                <a:pos x="connsiteX3667" y="connsiteY3667"/>
              </a:cxn>
              <a:cxn ang="0">
                <a:pos x="connsiteX3668" y="connsiteY3668"/>
              </a:cxn>
              <a:cxn ang="0">
                <a:pos x="connsiteX3669" y="connsiteY3669"/>
              </a:cxn>
              <a:cxn ang="0">
                <a:pos x="connsiteX3670" y="connsiteY3670"/>
              </a:cxn>
              <a:cxn ang="0">
                <a:pos x="connsiteX3671" y="connsiteY3671"/>
              </a:cxn>
              <a:cxn ang="0">
                <a:pos x="connsiteX3672" y="connsiteY3672"/>
              </a:cxn>
              <a:cxn ang="0">
                <a:pos x="connsiteX3673" y="connsiteY3673"/>
              </a:cxn>
              <a:cxn ang="0">
                <a:pos x="connsiteX3674" y="connsiteY3674"/>
              </a:cxn>
              <a:cxn ang="0">
                <a:pos x="connsiteX3675" y="connsiteY3675"/>
              </a:cxn>
              <a:cxn ang="0">
                <a:pos x="connsiteX3676" y="connsiteY3676"/>
              </a:cxn>
              <a:cxn ang="0">
                <a:pos x="connsiteX3677" y="connsiteY3677"/>
              </a:cxn>
              <a:cxn ang="0">
                <a:pos x="connsiteX3678" y="connsiteY3678"/>
              </a:cxn>
              <a:cxn ang="0">
                <a:pos x="connsiteX3679" y="connsiteY3679"/>
              </a:cxn>
              <a:cxn ang="0">
                <a:pos x="connsiteX3680" y="connsiteY3680"/>
              </a:cxn>
              <a:cxn ang="0">
                <a:pos x="connsiteX3681" y="connsiteY3681"/>
              </a:cxn>
              <a:cxn ang="0">
                <a:pos x="connsiteX3682" y="connsiteY3682"/>
              </a:cxn>
              <a:cxn ang="0">
                <a:pos x="connsiteX3683" y="connsiteY3683"/>
              </a:cxn>
              <a:cxn ang="0">
                <a:pos x="connsiteX3684" y="connsiteY3684"/>
              </a:cxn>
              <a:cxn ang="0">
                <a:pos x="connsiteX3685" y="connsiteY3685"/>
              </a:cxn>
              <a:cxn ang="0">
                <a:pos x="connsiteX3686" y="connsiteY3686"/>
              </a:cxn>
              <a:cxn ang="0">
                <a:pos x="connsiteX3687" y="connsiteY3687"/>
              </a:cxn>
              <a:cxn ang="0">
                <a:pos x="connsiteX3688" y="connsiteY3688"/>
              </a:cxn>
              <a:cxn ang="0">
                <a:pos x="connsiteX3689" y="connsiteY3689"/>
              </a:cxn>
              <a:cxn ang="0">
                <a:pos x="connsiteX3690" y="connsiteY3690"/>
              </a:cxn>
              <a:cxn ang="0">
                <a:pos x="connsiteX3691" y="connsiteY3691"/>
              </a:cxn>
              <a:cxn ang="0">
                <a:pos x="connsiteX3692" y="connsiteY3692"/>
              </a:cxn>
              <a:cxn ang="0">
                <a:pos x="connsiteX3693" y="connsiteY3693"/>
              </a:cxn>
              <a:cxn ang="0">
                <a:pos x="connsiteX3694" y="connsiteY3694"/>
              </a:cxn>
              <a:cxn ang="0">
                <a:pos x="connsiteX3695" y="connsiteY3695"/>
              </a:cxn>
              <a:cxn ang="0">
                <a:pos x="connsiteX3696" y="connsiteY3696"/>
              </a:cxn>
              <a:cxn ang="0">
                <a:pos x="connsiteX3697" y="connsiteY3697"/>
              </a:cxn>
              <a:cxn ang="0">
                <a:pos x="connsiteX3698" y="connsiteY3698"/>
              </a:cxn>
              <a:cxn ang="0">
                <a:pos x="connsiteX3699" y="connsiteY3699"/>
              </a:cxn>
              <a:cxn ang="0">
                <a:pos x="connsiteX3700" y="connsiteY3700"/>
              </a:cxn>
              <a:cxn ang="0">
                <a:pos x="connsiteX3701" y="connsiteY3701"/>
              </a:cxn>
              <a:cxn ang="0">
                <a:pos x="connsiteX3702" y="connsiteY3702"/>
              </a:cxn>
              <a:cxn ang="0">
                <a:pos x="connsiteX3703" y="connsiteY3703"/>
              </a:cxn>
              <a:cxn ang="0">
                <a:pos x="connsiteX3704" y="connsiteY3704"/>
              </a:cxn>
              <a:cxn ang="0">
                <a:pos x="connsiteX3705" y="connsiteY3705"/>
              </a:cxn>
              <a:cxn ang="0">
                <a:pos x="connsiteX3706" y="connsiteY3706"/>
              </a:cxn>
              <a:cxn ang="0">
                <a:pos x="connsiteX3707" y="connsiteY3707"/>
              </a:cxn>
              <a:cxn ang="0">
                <a:pos x="connsiteX3708" y="connsiteY3708"/>
              </a:cxn>
              <a:cxn ang="0">
                <a:pos x="connsiteX3709" y="connsiteY3709"/>
              </a:cxn>
              <a:cxn ang="0">
                <a:pos x="connsiteX3710" y="connsiteY3710"/>
              </a:cxn>
              <a:cxn ang="0">
                <a:pos x="connsiteX3711" y="connsiteY3711"/>
              </a:cxn>
              <a:cxn ang="0">
                <a:pos x="connsiteX3712" y="connsiteY3712"/>
              </a:cxn>
              <a:cxn ang="0">
                <a:pos x="connsiteX3713" y="connsiteY3713"/>
              </a:cxn>
              <a:cxn ang="0">
                <a:pos x="connsiteX3714" y="connsiteY3714"/>
              </a:cxn>
              <a:cxn ang="0">
                <a:pos x="connsiteX3715" y="connsiteY3715"/>
              </a:cxn>
              <a:cxn ang="0">
                <a:pos x="connsiteX3716" y="connsiteY3716"/>
              </a:cxn>
              <a:cxn ang="0">
                <a:pos x="connsiteX3717" y="connsiteY3717"/>
              </a:cxn>
              <a:cxn ang="0">
                <a:pos x="connsiteX3718" y="connsiteY3718"/>
              </a:cxn>
              <a:cxn ang="0">
                <a:pos x="connsiteX3719" y="connsiteY3719"/>
              </a:cxn>
              <a:cxn ang="0">
                <a:pos x="connsiteX3720" y="connsiteY3720"/>
              </a:cxn>
              <a:cxn ang="0">
                <a:pos x="connsiteX3721" y="connsiteY3721"/>
              </a:cxn>
              <a:cxn ang="0">
                <a:pos x="connsiteX3722" y="connsiteY3722"/>
              </a:cxn>
              <a:cxn ang="0">
                <a:pos x="connsiteX3723" y="connsiteY3723"/>
              </a:cxn>
              <a:cxn ang="0">
                <a:pos x="connsiteX3724" y="connsiteY3724"/>
              </a:cxn>
              <a:cxn ang="0">
                <a:pos x="connsiteX3725" y="connsiteY3725"/>
              </a:cxn>
              <a:cxn ang="0">
                <a:pos x="connsiteX3726" y="connsiteY3726"/>
              </a:cxn>
              <a:cxn ang="0">
                <a:pos x="connsiteX3727" y="connsiteY3727"/>
              </a:cxn>
              <a:cxn ang="0">
                <a:pos x="connsiteX3728" y="connsiteY3728"/>
              </a:cxn>
              <a:cxn ang="0">
                <a:pos x="connsiteX3729" y="connsiteY3729"/>
              </a:cxn>
              <a:cxn ang="0">
                <a:pos x="connsiteX3730" y="connsiteY3730"/>
              </a:cxn>
              <a:cxn ang="0">
                <a:pos x="connsiteX3731" y="connsiteY3731"/>
              </a:cxn>
              <a:cxn ang="0">
                <a:pos x="connsiteX3732" y="connsiteY3732"/>
              </a:cxn>
              <a:cxn ang="0">
                <a:pos x="connsiteX3733" y="connsiteY3733"/>
              </a:cxn>
              <a:cxn ang="0">
                <a:pos x="connsiteX3734" y="connsiteY3734"/>
              </a:cxn>
              <a:cxn ang="0">
                <a:pos x="connsiteX3735" y="connsiteY3735"/>
              </a:cxn>
              <a:cxn ang="0">
                <a:pos x="connsiteX3736" y="connsiteY3736"/>
              </a:cxn>
              <a:cxn ang="0">
                <a:pos x="connsiteX3737" y="connsiteY3737"/>
              </a:cxn>
              <a:cxn ang="0">
                <a:pos x="connsiteX3738" y="connsiteY3738"/>
              </a:cxn>
              <a:cxn ang="0">
                <a:pos x="connsiteX3739" y="connsiteY3739"/>
              </a:cxn>
              <a:cxn ang="0">
                <a:pos x="connsiteX3740" y="connsiteY3740"/>
              </a:cxn>
              <a:cxn ang="0">
                <a:pos x="connsiteX3741" y="connsiteY3741"/>
              </a:cxn>
              <a:cxn ang="0">
                <a:pos x="connsiteX3742" y="connsiteY3742"/>
              </a:cxn>
              <a:cxn ang="0">
                <a:pos x="connsiteX3743" y="connsiteY3743"/>
              </a:cxn>
              <a:cxn ang="0">
                <a:pos x="connsiteX3744" y="connsiteY3744"/>
              </a:cxn>
              <a:cxn ang="0">
                <a:pos x="connsiteX3745" y="connsiteY3745"/>
              </a:cxn>
              <a:cxn ang="0">
                <a:pos x="connsiteX3746" y="connsiteY3746"/>
              </a:cxn>
              <a:cxn ang="0">
                <a:pos x="connsiteX3747" y="connsiteY3747"/>
              </a:cxn>
              <a:cxn ang="0">
                <a:pos x="connsiteX3748" y="connsiteY3748"/>
              </a:cxn>
              <a:cxn ang="0">
                <a:pos x="connsiteX3749" y="connsiteY3749"/>
              </a:cxn>
              <a:cxn ang="0">
                <a:pos x="connsiteX3750" y="connsiteY3750"/>
              </a:cxn>
              <a:cxn ang="0">
                <a:pos x="connsiteX3751" y="connsiteY3751"/>
              </a:cxn>
              <a:cxn ang="0">
                <a:pos x="connsiteX3752" y="connsiteY3752"/>
              </a:cxn>
              <a:cxn ang="0">
                <a:pos x="connsiteX3753" y="connsiteY3753"/>
              </a:cxn>
              <a:cxn ang="0">
                <a:pos x="connsiteX3754" y="connsiteY3754"/>
              </a:cxn>
              <a:cxn ang="0">
                <a:pos x="connsiteX3755" y="connsiteY3755"/>
              </a:cxn>
              <a:cxn ang="0">
                <a:pos x="connsiteX3756" y="connsiteY3756"/>
              </a:cxn>
              <a:cxn ang="0">
                <a:pos x="connsiteX3757" y="connsiteY3757"/>
              </a:cxn>
              <a:cxn ang="0">
                <a:pos x="connsiteX3758" y="connsiteY3758"/>
              </a:cxn>
              <a:cxn ang="0">
                <a:pos x="connsiteX3759" y="connsiteY3759"/>
              </a:cxn>
              <a:cxn ang="0">
                <a:pos x="connsiteX3760" y="connsiteY3760"/>
              </a:cxn>
              <a:cxn ang="0">
                <a:pos x="connsiteX3761" y="connsiteY3761"/>
              </a:cxn>
              <a:cxn ang="0">
                <a:pos x="connsiteX3762" y="connsiteY3762"/>
              </a:cxn>
              <a:cxn ang="0">
                <a:pos x="connsiteX3763" y="connsiteY3763"/>
              </a:cxn>
              <a:cxn ang="0">
                <a:pos x="connsiteX3764" y="connsiteY3764"/>
              </a:cxn>
              <a:cxn ang="0">
                <a:pos x="connsiteX3765" y="connsiteY3765"/>
              </a:cxn>
              <a:cxn ang="0">
                <a:pos x="connsiteX3766" y="connsiteY3766"/>
              </a:cxn>
              <a:cxn ang="0">
                <a:pos x="connsiteX3767" y="connsiteY3767"/>
              </a:cxn>
              <a:cxn ang="0">
                <a:pos x="connsiteX3768" y="connsiteY3768"/>
              </a:cxn>
              <a:cxn ang="0">
                <a:pos x="connsiteX3769" y="connsiteY3769"/>
              </a:cxn>
              <a:cxn ang="0">
                <a:pos x="connsiteX3770" y="connsiteY3770"/>
              </a:cxn>
              <a:cxn ang="0">
                <a:pos x="connsiteX3771" y="connsiteY3771"/>
              </a:cxn>
              <a:cxn ang="0">
                <a:pos x="connsiteX3772" y="connsiteY3772"/>
              </a:cxn>
              <a:cxn ang="0">
                <a:pos x="connsiteX3773" y="connsiteY3773"/>
              </a:cxn>
              <a:cxn ang="0">
                <a:pos x="connsiteX3774" y="connsiteY3774"/>
              </a:cxn>
              <a:cxn ang="0">
                <a:pos x="connsiteX3775" y="connsiteY3775"/>
              </a:cxn>
              <a:cxn ang="0">
                <a:pos x="connsiteX3776" y="connsiteY3776"/>
              </a:cxn>
              <a:cxn ang="0">
                <a:pos x="connsiteX3777" y="connsiteY3777"/>
              </a:cxn>
              <a:cxn ang="0">
                <a:pos x="connsiteX3778" y="connsiteY3778"/>
              </a:cxn>
              <a:cxn ang="0">
                <a:pos x="connsiteX3779" y="connsiteY3779"/>
              </a:cxn>
              <a:cxn ang="0">
                <a:pos x="connsiteX3780" y="connsiteY3780"/>
              </a:cxn>
              <a:cxn ang="0">
                <a:pos x="connsiteX3781" y="connsiteY3781"/>
              </a:cxn>
              <a:cxn ang="0">
                <a:pos x="connsiteX3782" y="connsiteY3782"/>
              </a:cxn>
              <a:cxn ang="0">
                <a:pos x="connsiteX3783" y="connsiteY3783"/>
              </a:cxn>
              <a:cxn ang="0">
                <a:pos x="connsiteX3784" y="connsiteY3784"/>
              </a:cxn>
              <a:cxn ang="0">
                <a:pos x="connsiteX3785" y="connsiteY3785"/>
              </a:cxn>
              <a:cxn ang="0">
                <a:pos x="connsiteX3786" y="connsiteY3786"/>
              </a:cxn>
              <a:cxn ang="0">
                <a:pos x="connsiteX3787" y="connsiteY3787"/>
              </a:cxn>
              <a:cxn ang="0">
                <a:pos x="connsiteX3788" y="connsiteY3788"/>
              </a:cxn>
              <a:cxn ang="0">
                <a:pos x="connsiteX3789" y="connsiteY3789"/>
              </a:cxn>
              <a:cxn ang="0">
                <a:pos x="connsiteX3790" y="connsiteY3790"/>
              </a:cxn>
              <a:cxn ang="0">
                <a:pos x="connsiteX3791" y="connsiteY3791"/>
              </a:cxn>
              <a:cxn ang="0">
                <a:pos x="connsiteX3792" y="connsiteY3792"/>
              </a:cxn>
              <a:cxn ang="0">
                <a:pos x="connsiteX3793" y="connsiteY3793"/>
              </a:cxn>
              <a:cxn ang="0">
                <a:pos x="connsiteX3794" y="connsiteY3794"/>
              </a:cxn>
              <a:cxn ang="0">
                <a:pos x="connsiteX3795" y="connsiteY3795"/>
              </a:cxn>
              <a:cxn ang="0">
                <a:pos x="connsiteX3796" y="connsiteY3796"/>
              </a:cxn>
              <a:cxn ang="0">
                <a:pos x="connsiteX3797" y="connsiteY3797"/>
              </a:cxn>
              <a:cxn ang="0">
                <a:pos x="connsiteX3798" y="connsiteY3798"/>
              </a:cxn>
              <a:cxn ang="0">
                <a:pos x="connsiteX3799" y="connsiteY3799"/>
              </a:cxn>
              <a:cxn ang="0">
                <a:pos x="connsiteX3800" y="connsiteY3800"/>
              </a:cxn>
              <a:cxn ang="0">
                <a:pos x="connsiteX3801" y="connsiteY3801"/>
              </a:cxn>
              <a:cxn ang="0">
                <a:pos x="connsiteX3802" y="connsiteY3802"/>
              </a:cxn>
              <a:cxn ang="0">
                <a:pos x="connsiteX3803" y="connsiteY3803"/>
              </a:cxn>
              <a:cxn ang="0">
                <a:pos x="connsiteX3804" y="connsiteY3804"/>
              </a:cxn>
              <a:cxn ang="0">
                <a:pos x="connsiteX3805" y="connsiteY3805"/>
              </a:cxn>
              <a:cxn ang="0">
                <a:pos x="connsiteX3806" y="connsiteY3806"/>
              </a:cxn>
              <a:cxn ang="0">
                <a:pos x="connsiteX3807" y="connsiteY3807"/>
              </a:cxn>
              <a:cxn ang="0">
                <a:pos x="connsiteX3808" y="connsiteY3808"/>
              </a:cxn>
              <a:cxn ang="0">
                <a:pos x="connsiteX3809" y="connsiteY3809"/>
              </a:cxn>
              <a:cxn ang="0">
                <a:pos x="connsiteX3810" y="connsiteY3810"/>
              </a:cxn>
              <a:cxn ang="0">
                <a:pos x="connsiteX3811" y="connsiteY3811"/>
              </a:cxn>
              <a:cxn ang="0">
                <a:pos x="connsiteX3812" y="connsiteY3812"/>
              </a:cxn>
              <a:cxn ang="0">
                <a:pos x="connsiteX3813" y="connsiteY3813"/>
              </a:cxn>
              <a:cxn ang="0">
                <a:pos x="connsiteX3814" y="connsiteY3814"/>
              </a:cxn>
              <a:cxn ang="0">
                <a:pos x="connsiteX3815" y="connsiteY3815"/>
              </a:cxn>
              <a:cxn ang="0">
                <a:pos x="connsiteX3816" y="connsiteY3816"/>
              </a:cxn>
              <a:cxn ang="0">
                <a:pos x="connsiteX3817" y="connsiteY3817"/>
              </a:cxn>
              <a:cxn ang="0">
                <a:pos x="connsiteX3818" y="connsiteY3818"/>
              </a:cxn>
              <a:cxn ang="0">
                <a:pos x="connsiteX3819" y="connsiteY3819"/>
              </a:cxn>
              <a:cxn ang="0">
                <a:pos x="connsiteX3820" y="connsiteY3820"/>
              </a:cxn>
              <a:cxn ang="0">
                <a:pos x="connsiteX3821" y="connsiteY3821"/>
              </a:cxn>
              <a:cxn ang="0">
                <a:pos x="connsiteX3822" y="connsiteY3822"/>
              </a:cxn>
              <a:cxn ang="0">
                <a:pos x="connsiteX3823" y="connsiteY3823"/>
              </a:cxn>
              <a:cxn ang="0">
                <a:pos x="connsiteX3824" y="connsiteY3824"/>
              </a:cxn>
              <a:cxn ang="0">
                <a:pos x="connsiteX3825" y="connsiteY3825"/>
              </a:cxn>
              <a:cxn ang="0">
                <a:pos x="connsiteX3826" y="connsiteY3826"/>
              </a:cxn>
              <a:cxn ang="0">
                <a:pos x="connsiteX3827" y="connsiteY3827"/>
              </a:cxn>
              <a:cxn ang="0">
                <a:pos x="connsiteX3828" y="connsiteY3828"/>
              </a:cxn>
              <a:cxn ang="0">
                <a:pos x="connsiteX3829" y="connsiteY3829"/>
              </a:cxn>
              <a:cxn ang="0">
                <a:pos x="connsiteX3830" y="connsiteY3830"/>
              </a:cxn>
              <a:cxn ang="0">
                <a:pos x="connsiteX3831" y="connsiteY3831"/>
              </a:cxn>
              <a:cxn ang="0">
                <a:pos x="connsiteX3832" y="connsiteY3832"/>
              </a:cxn>
              <a:cxn ang="0">
                <a:pos x="connsiteX3833" y="connsiteY3833"/>
              </a:cxn>
              <a:cxn ang="0">
                <a:pos x="connsiteX3834" y="connsiteY3834"/>
              </a:cxn>
              <a:cxn ang="0">
                <a:pos x="connsiteX3835" y="connsiteY3835"/>
              </a:cxn>
              <a:cxn ang="0">
                <a:pos x="connsiteX3836" y="connsiteY3836"/>
              </a:cxn>
              <a:cxn ang="0">
                <a:pos x="connsiteX3837" y="connsiteY3837"/>
              </a:cxn>
              <a:cxn ang="0">
                <a:pos x="connsiteX3838" y="connsiteY3838"/>
              </a:cxn>
              <a:cxn ang="0">
                <a:pos x="connsiteX3839" y="connsiteY3839"/>
              </a:cxn>
              <a:cxn ang="0">
                <a:pos x="connsiteX3840" y="connsiteY3840"/>
              </a:cxn>
              <a:cxn ang="0">
                <a:pos x="connsiteX3841" y="connsiteY3841"/>
              </a:cxn>
              <a:cxn ang="0">
                <a:pos x="connsiteX3842" y="connsiteY3842"/>
              </a:cxn>
              <a:cxn ang="0">
                <a:pos x="connsiteX3843" y="connsiteY3843"/>
              </a:cxn>
              <a:cxn ang="0">
                <a:pos x="connsiteX3844" y="connsiteY3844"/>
              </a:cxn>
              <a:cxn ang="0">
                <a:pos x="connsiteX3845" y="connsiteY3845"/>
              </a:cxn>
              <a:cxn ang="0">
                <a:pos x="connsiteX3846" y="connsiteY3846"/>
              </a:cxn>
              <a:cxn ang="0">
                <a:pos x="connsiteX3847" y="connsiteY3847"/>
              </a:cxn>
              <a:cxn ang="0">
                <a:pos x="connsiteX3848" y="connsiteY3848"/>
              </a:cxn>
              <a:cxn ang="0">
                <a:pos x="connsiteX3849" y="connsiteY3849"/>
              </a:cxn>
              <a:cxn ang="0">
                <a:pos x="connsiteX3850" y="connsiteY3850"/>
              </a:cxn>
              <a:cxn ang="0">
                <a:pos x="connsiteX3851" y="connsiteY3851"/>
              </a:cxn>
              <a:cxn ang="0">
                <a:pos x="connsiteX3852" y="connsiteY3852"/>
              </a:cxn>
              <a:cxn ang="0">
                <a:pos x="connsiteX3853" y="connsiteY3853"/>
              </a:cxn>
              <a:cxn ang="0">
                <a:pos x="connsiteX3854" y="connsiteY3854"/>
              </a:cxn>
              <a:cxn ang="0">
                <a:pos x="connsiteX3855" y="connsiteY3855"/>
              </a:cxn>
              <a:cxn ang="0">
                <a:pos x="connsiteX3856" y="connsiteY3856"/>
              </a:cxn>
              <a:cxn ang="0">
                <a:pos x="connsiteX3857" y="connsiteY3857"/>
              </a:cxn>
              <a:cxn ang="0">
                <a:pos x="connsiteX3858" y="connsiteY3858"/>
              </a:cxn>
              <a:cxn ang="0">
                <a:pos x="connsiteX3859" y="connsiteY3859"/>
              </a:cxn>
              <a:cxn ang="0">
                <a:pos x="connsiteX3860" y="connsiteY3860"/>
              </a:cxn>
              <a:cxn ang="0">
                <a:pos x="connsiteX3861" y="connsiteY3861"/>
              </a:cxn>
              <a:cxn ang="0">
                <a:pos x="connsiteX3862" y="connsiteY3862"/>
              </a:cxn>
              <a:cxn ang="0">
                <a:pos x="connsiteX3863" y="connsiteY3863"/>
              </a:cxn>
              <a:cxn ang="0">
                <a:pos x="connsiteX3864" y="connsiteY3864"/>
              </a:cxn>
              <a:cxn ang="0">
                <a:pos x="connsiteX3865" y="connsiteY3865"/>
              </a:cxn>
              <a:cxn ang="0">
                <a:pos x="connsiteX3866" y="connsiteY3866"/>
              </a:cxn>
              <a:cxn ang="0">
                <a:pos x="connsiteX3867" y="connsiteY3867"/>
              </a:cxn>
              <a:cxn ang="0">
                <a:pos x="connsiteX3868" y="connsiteY3868"/>
              </a:cxn>
              <a:cxn ang="0">
                <a:pos x="connsiteX3869" y="connsiteY3869"/>
              </a:cxn>
              <a:cxn ang="0">
                <a:pos x="connsiteX3870" y="connsiteY3870"/>
              </a:cxn>
              <a:cxn ang="0">
                <a:pos x="connsiteX3871" y="connsiteY3871"/>
              </a:cxn>
              <a:cxn ang="0">
                <a:pos x="connsiteX3872" y="connsiteY3872"/>
              </a:cxn>
              <a:cxn ang="0">
                <a:pos x="connsiteX3873" y="connsiteY3873"/>
              </a:cxn>
              <a:cxn ang="0">
                <a:pos x="connsiteX3874" y="connsiteY3874"/>
              </a:cxn>
              <a:cxn ang="0">
                <a:pos x="connsiteX3875" y="connsiteY3875"/>
              </a:cxn>
              <a:cxn ang="0">
                <a:pos x="connsiteX3876" y="connsiteY3876"/>
              </a:cxn>
              <a:cxn ang="0">
                <a:pos x="connsiteX3877" y="connsiteY3877"/>
              </a:cxn>
              <a:cxn ang="0">
                <a:pos x="connsiteX3878" y="connsiteY3878"/>
              </a:cxn>
              <a:cxn ang="0">
                <a:pos x="connsiteX3879" y="connsiteY3879"/>
              </a:cxn>
              <a:cxn ang="0">
                <a:pos x="connsiteX3880" y="connsiteY3880"/>
              </a:cxn>
              <a:cxn ang="0">
                <a:pos x="connsiteX3881" y="connsiteY3881"/>
              </a:cxn>
              <a:cxn ang="0">
                <a:pos x="connsiteX3882" y="connsiteY3882"/>
              </a:cxn>
              <a:cxn ang="0">
                <a:pos x="connsiteX3883" y="connsiteY3883"/>
              </a:cxn>
              <a:cxn ang="0">
                <a:pos x="connsiteX3884" y="connsiteY3884"/>
              </a:cxn>
              <a:cxn ang="0">
                <a:pos x="connsiteX3885" y="connsiteY3885"/>
              </a:cxn>
              <a:cxn ang="0">
                <a:pos x="connsiteX3886" y="connsiteY3886"/>
              </a:cxn>
              <a:cxn ang="0">
                <a:pos x="connsiteX3887" y="connsiteY3887"/>
              </a:cxn>
              <a:cxn ang="0">
                <a:pos x="connsiteX3888" y="connsiteY3888"/>
              </a:cxn>
              <a:cxn ang="0">
                <a:pos x="connsiteX3889" y="connsiteY3889"/>
              </a:cxn>
              <a:cxn ang="0">
                <a:pos x="connsiteX3890" y="connsiteY3890"/>
              </a:cxn>
              <a:cxn ang="0">
                <a:pos x="connsiteX3891" y="connsiteY3891"/>
              </a:cxn>
              <a:cxn ang="0">
                <a:pos x="connsiteX3892" y="connsiteY3892"/>
              </a:cxn>
              <a:cxn ang="0">
                <a:pos x="connsiteX3893" y="connsiteY3893"/>
              </a:cxn>
              <a:cxn ang="0">
                <a:pos x="connsiteX3894" y="connsiteY3894"/>
              </a:cxn>
              <a:cxn ang="0">
                <a:pos x="connsiteX3895" y="connsiteY3895"/>
              </a:cxn>
              <a:cxn ang="0">
                <a:pos x="connsiteX3896" y="connsiteY3896"/>
              </a:cxn>
              <a:cxn ang="0">
                <a:pos x="connsiteX3897" y="connsiteY3897"/>
              </a:cxn>
              <a:cxn ang="0">
                <a:pos x="connsiteX3898" y="connsiteY3898"/>
              </a:cxn>
              <a:cxn ang="0">
                <a:pos x="connsiteX3899" y="connsiteY3899"/>
              </a:cxn>
              <a:cxn ang="0">
                <a:pos x="connsiteX3900" y="connsiteY3900"/>
              </a:cxn>
              <a:cxn ang="0">
                <a:pos x="connsiteX3901" y="connsiteY3901"/>
              </a:cxn>
              <a:cxn ang="0">
                <a:pos x="connsiteX3902" y="connsiteY3902"/>
              </a:cxn>
              <a:cxn ang="0">
                <a:pos x="connsiteX3903" y="connsiteY3903"/>
              </a:cxn>
              <a:cxn ang="0">
                <a:pos x="connsiteX3904" y="connsiteY3904"/>
              </a:cxn>
              <a:cxn ang="0">
                <a:pos x="connsiteX3905" y="connsiteY3905"/>
              </a:cxn>
              <a:cxn ang="0">
                <a:pos x="connsiteX3906" y="connsiteY3906"/>
              </a:cxn>
              <a:cxn ang="0">
                <a:pos x="connsiteX3907" y="connsiteY3907"/>
              </a:cxn>
              <a:cxn ang="0">
                <a:pos x="connsiteX3908" y="connsiteY3908"/>
              </a:cxn>
              <a:cxn ang="0">
                <a:pos x="connsiteX3909" y="connsiteY3909"/>
              </a:cxn>
              <a:cxn ang="0">
                <a:pos x="connsiteX3910" y="connsiteY3910"/>
              </a:cxn>
              <a:cxn ang="0">
                <a:pos x="connsiteX3911" y="connsiteY3911"/>
              </a:cxn>
              <a:cxn ang="0">
                <a:pos x="connsiteX3912" y="connsiteY3912"/>
              </a:cxn>
              <a:cxn ang="0">
                <a:pos x="connsiteX3913" y="connsiteY3913"/>
              </a:cxn>
              <a:cxn ang="0">
                <a:pos x="connsiteX3914" y="connsiteY3914"/>
              </a:cxn>
              <a:cxn ang="0">
                <a:pos x="connsiteX3915" y="connsiteY3915"/>
              </a:cxn>
              <a:cxn ang="0">
                <a:pos x="connsiteX3916" y="connsiteY3916"/>
              </a:cxn>
              <a:cxn ang="0">
                <a:pos x="connsiteX3917" y="connsiteY3917"/>
              </a:cxn>
              <a:cxn ang="0">
                <a:pos x="connsiteX3918" y="connsiteY3918"/>
              </a:cxn>
              <a:cxn ang="0">
                <a:pos x="connsiteX3919" y="connsiteY3919"/>
              </a:cxn>
              <a:cxn ang="0">
                <a:pos x="connsiteX3920" y="connsiteY3920"/>
              </a:cxn>
              <a:cxn ang="0">
                <a:pos x="connsiteX3921" y="connsiteY3921"/>
              </a:cxn>
              <a:cxn ang="0">
                <a:pos x="connsiteX3922" y="connsiteY3922"/>
              </a:cxn>
              <a:cxn ang="0">
                <a:pos x="connsiteX3923" y="connsiteY3923"/>
              </a:cxn>
              <a:cxn ang="0">
                <a:pos x="connsiteX3924" y="connsiteY3924"/>
              </a:cxn>
              <a:cxn ang="0">
                <a:pos x="connsiteX3925" y="connsiteY3925"/>
              </a:cxn>
              <a:cxn ang="0">
                <a:pos x="connsiteX3926" y="connsiteY3926"/>
              </a:cxn>
              <a:cxn ang="0">
                <a:pos x="connsiteX3927" y="connsiteY3927"/>
              </a:cxn>
              <a:cxn ang="0">
                <a:pos x="connsiteX3928" y="connsiteY3928"/>
              </a:cxn>
              <a:cxn ang="0">
                <a:pos x="connsiteX3929" y="connsiteY3929"/>
              </a:cxn>
              <a:cxn ang="0">
                <a:pos x="connsiteX3930" y="connsiteY3930"/>
              </a:cxn>
              <a:cxn ang="0">
                <a:pos x="connsiteX3931" y="connsiteY3931"/>
              </a:cxn>
              <a:cxn ang="0">
                <a:pos x="connsiteX3932" y="connsiteY3932"/>
              </a:cxn>
              <a:cxn ang="0">
                <a:pos x="connsiteX3933" y="connsiteY3933"/>
              </a:cxn>
              <a:cxn ang="0">
                <a:pos x="connsiteX3934" y="connsiteY3934"/>
              </a:cxn>
              <a:cxn ang="0">
                <a:pos x="connsiteX3935" y="connsiteY3935"/>
              </a:cxn>
              <a:cxn ang="0">
                <a:pos x="connsiteX3936" y="connsiteY3936"/>
              </a:cxn>
              <a:cxn ang="0">
                <a:pos x="connsiteX3937" y="connsiteY3937"/>
              </a:cxn>
              <a:cxn ang="0">
                <a:pos x="connsiteX3938" y="connsiteY3938"/>
              </a:cxn>
              <a:cxn ang="0">
                <a:pos x="connsiteX3939" y="connsiteY3939"/>
              </a:cxn>
              <a:cxn ang="0">
                <a:pos x="connsiteX3940" y="connsiteY3940"/>
              </a:cxn>
              <a:cxn ang="0">
                <a:pos x="connsiteX3941" y="connsiteY3941"/>
              </a:cxn>
              <a:cxn ang="0">
                <a:pos x="connsiteX3942" y="connsiteY3942"/>
              </a:cxn>
              <a:cxn ang="0">
                <a:pos x="connsiteX3943" y="connsiteY3943"/>
              </a:cxn>
              <a:cxn ang="0">
                <a:pos x="connsiteX3944" y="connsiteY3944"/>
              </a:cxn>
              <a:cxn ang="0">
                <a:pos x="connsiteX3945" y="connsiteY3945"/>
              </a:cxn>
              <a:cxn ang="0">
                <a:pos x="connsiteX3946" y="connsiteY3946"/>
              </a:cxn>
              <a:cxn ang="0">
                <a:pos x="connsiteX3947" y="connsiteY3947"/>
              </a:cxn>
              <a:cxn ang="0">
                <a:pos x="connsiteX3948" y="connsiteY3948"/>
              </a:cxn>
              <a:cxn ang="0">
                <a:pos x="connsiteX3949" y="connsiteY3949"/>
              </a:cxn>
              <a:cxn ang="0">
                <a:pos x="connsiteX3950" y="connsiteY3950"/>
              </a:cxn>
              <a:cxn ang="0">
                <a:pos x="connsiteX3951" y="connsiteY3951"/>
              </a:cxn>
              <a:cxn ang="0">
                <a:pos x="connsiteX3952" y="connsiteY3952"/>
              </a:cxn>
              <a:cxn ang="0">
                <a:pos x="connsiteX3953" y="connsiteY3953"/>
              </a:cxn>
              <a:cxn ang="0">
                <a:pos x="connsiteX3954" y="connsiteY3954"/>
              </a:cxn>
              <a:cxn ang="0">
                <a:pos x="connsiteX3955" y="connsiteY3955"/>
              </a:cxn>
              <a:cxn ang="0">
                <a:pos x="connsiteX3956" y="connsiteY3956"/>
              </a:cxn>
              <a:cxn ang="0">
                <a:pos x="connsiteX3957" y="connsiteY3957"/>
              </a:cxn>
              <a:cxn ang="0">
                <a:pos x="connsiteX3958" y="connsiteY3958"/>
              </a:cxn>
              <a:cxn ang="0">
                <a:pos x="connsiteX3959" y="connsiteY3959"/>
              </a:cxn>
              <a:cxn ang="0">
                <a:pos x="connsiteX3960" y="connsiteY3960"/>
              </a:cxn>
              <a:cxn ang="0">
                <a:pos x="connsiteX3961" y="connsiteY3961"/>
              </a:cxn>
              <a:cxn ang="0">
                <a:pos x="connsiteX3962" y="connsiteY3962"/>
              </a:cxn>
              <a:cxn ang="0">
                <a:pos x="connsiteX3963" y="connsiteY3963"/>
              </a:cxn>
              <a:cxn ang="0">
                <a:pos x="connsiteX3964" y="connsiteY3964"/>
              </a:cxn>
              <a:cxn ang="0">
                <a:pos x="connsiteX3965" y="connsiteY3965"/>
              </a:cxn>
              <a:cxn ang="0">
                <a:pos x="connsiteX3966" y="connsiteY3966"/>
              </a:cxn>
              <a:cxn ang="0">
                <a:pos x="connsiteX3967" y="connsiteY3967"/>
              </a:cxn>
              <a:cxn ang="0">
                <a:pos x="connsiteX3968" y="connsiteY3968"/>
              </a:cxn>
              <a:cxn ang="0">
                <a:pos x="connsiteX3969" y="connsiteY3969"/>
              </a:cxn>
              <a:cxn ang="0">
                <a:pos x="connsiteX3970" y="connsiteY3970"/>
              </a:cxn>
              <a:cxn ang="0">
                <a:pos x="connsiteX3971" y="connsiteY3971"/>
              </a:cxn>
              <a:cxn ang="0">
                <a:pos x="connsiteX3972" y="connsiteY3972"/>
              </a:cxn>
              <a:cxn ang="0">
                <a:pos x="connsiteX3973" y="connsiteY3973"/>
              </a:cxn>
              <a:cxn ang="0">
                <a:pos x="connsiteX3974" y="connsiteY3974"/>
              </a:cxn>
              <a:cxn ang="0">
                <a:pos x="connsiteX3975" y="connsiteY3975"/>
              </a:cxn>
              <a:cxn ang="0">
                <a:pos x="connsiteX3976" y="connsiteY3976"/>
              </a:cxn>
              <a:cxn ang="0">
                <a:pos x="connsiteX3977" y="connsiteY3977"/>
              </a:cxn>
              <a:cxn ang="0">
                <a:pos x="connsiteX3978" y="connsiteY3978"/>
              </a:cxn>
              <a:cxn ang="0">
                <a:pos x="connsiteX3979" y="connsiteY3979"/>
              </a:cxn>
              <a:cxn ang="0">
                <a:pos x="connsiteX3980" y="connsiteY3980"/>
              </a:cxn>
              <a:cxn ang="0">
                <a:pos x="connsiteX3981" y="connsiteY3981"/>
              </a:cxn>
              <a:cxn ang="0">
                <a:pos x="connsiteX3982" y="connsiteY3982"/>
              </a:cxn>
              <a:cxn ang="0">
                <a:pos x="connsiteX3983" y="connsiteY3983"/>
              </a:cxn>
              <a:cxn ang="0">
                <a:pos x="connsiteX3984" y="connsiteY3984"/>
              </a:cxn>
              <a:cxn ang="0">
                <a:pos x="connsiteX3985" y="connsiteY3985"/>
              </a:cxn>
              <a:cxn ang="0">
                <a:pos x="connsiteX3986" y="connsiteY3986"/>
              </a:cxn>
              <a:cxn ang="0">
                <a:pos x="connsiteX3987" y="connsiteY3987"/>
              </a:cxn>
              <a:cxn ang="0">
                <a:pos x="connsiteX3988" y="connsiteY3988"/>
              </a:cxn>
              <a:cxn ang="0">
                <a:pos x="connsiteX3989" y="connsiteY3989"/>
              </a:cxn>
              <a:cxn ang="0">
                <a:pos x="connsiteX3990" y="connsiteY3990"/>
              </a:cxn>
              <a:cxn ang="0">
                <a:pos x="connsiteX3991" y="connsiteY3991"/>
              </a:cxn>
              <a:cxn ang="0">
                <a:pos x="connsiteX3992" y="connsiteY3992"/>
              </a:cxn>
              <a:cxn ang="0">
                <a:pos x="connsiteX3993" y="connsiteY3993"/>
              </a:cxn>
              <a:cxn ang="0">
                <a:pos x="connsiteX3994" y="connsiteY3994"/>
              </a:cxn>
              <a:cxn ang="0">
                <a:pos x="connsiteX3995" y="connsiteY3995"/>
              </a:cxn>
              <a:cxn ang="0">
                <a:pos x="connsiteX3996" y="connsiteY3996"/>
              </a:cxn>
              <a:cxn ang="0">
                <a:pos x="connsiteX3997" y="connsiteY3997"/>
              </a:cxn>
              <a:cxn ang="0">
                <a:pos x="connsiteX3998" y="connsiteY3998"/>
              </a:cxn>
              <a:cxn ang="0">
                <a:pos x="connsiteX3999" y="connsiteY3999"/>
              </a:cxn>
              <a:cxn ang="0">
                <a:pos x="connsiteX4000" y="connsiteY4000"/>
              </a:cxn>
              <a:cxn ang="0">
                <a:pos x="connsiteX4001" y="connsiteY4001"/>
              </a:cxn>
              <a:cxn ang="0">
                <a:pos x="connsiteX4002" y="connsiteY4002"/>
              </a:cxn>
              <a:cxn ang="0">
                <a:pos x="connsiteX4003" y="connsiteY4003"/>
              </a:cxn>
              <a:cxn ang="0">
                <a:pos x="connsiteX4004" y="connsiteY4004"/>
              </a:cxn>
              <a:cxn ang="0">
                <a:pos x="connsiteX4005" y="connsiteY4005"/>
              </a:cxn>
              <a:cxn ang="0">
                <a:pos x="connsiteX4006" y="connsiteY4006"/>
              </a:cxn>
              <a:cxn ang="0">
                <a:pos x="connsiteX4007" y="connsiteY4007"/>
              </a:cxn>
              <a:cxn ang="0">
                <a:pos x="connsiteX4008" y="connsiteY4008"/>
              </a:cxn>
              <a:cxn ang="0">
                <a:pos x="connsiteX4009" y="connsiteY4009"/>
              </a:cxn>
              <a:cxn ang="0">
                <a:pos x="connsiteX4010" y="connsiteY4010"/>
              </a:cxn>
              <a:cxn ang="0">
                <a:pos x="connsiteX4011" y="connsiteY4011"/>
              </a:cxn>
              <a:cxn ang="0">
                <a:pos x="connsiteX4012" y="connsiteY4012"/>
              </a:cxn>
              <a:cxn ang="0">
                <a:pos x="connsiteX4013" y="connsiteY4013"/>
              </a:cxn>
              <a:cxn ang="0">
                <a:pos x="connsiteX4014" y="connsiteY4014"/>
              </a:cxn>
              <a:cxn ang="0">
                <a:pos x="connsiteX4015" y="connsiteY4015"/>
              </a:cxn>
              <a:cxn ang="0">
                <a:pos x="connsiteX4016" y="connsiteY4016"/>
              </a:cxn>
              <a:cxn ang="0">
                <a:pos x="connsiteX4017" y="connsiteY4017"/>
              </a:cxn>
              <a:cxn ang="0">
                <a:pos x="connsiteX4018" y="connsiteY4018"/>
              </a:cxn>
              <a:cxn ang="0">
                <a:pos x="connsiteX4019" y="connsiteY4019"/>
              </a:cxn>
              <a:cxn ang="0">
                <a:pos x="connsiteX4020" y="connsiteY4020"/>
              </a:cxn>
              <a:cxn ang="0">
                <a:pos x="connsiteX4021" y="connsiteY4021"/>
              </a:cxn>
              <a:cxn ang="0">
                <a:pos x="connsiteX4022" y="connsiteY4022"/>
              </a:cxn>
              <a:cxn ang="0">
                <a:pos x="connsiteX4023" y="connsiteY4023"/>
              </a:cxn>
              <a:cxn ang="0">
                <a:pos x="connsiteX4024" y="connsiteY4024"/>
              </a:cxn>
              <a:cxn ang="0">
                <a:pos x="connsiteX4025" y="connsiteY4025"/>
              </a:cxn>
              <a:cxn ang="0">
                <a:pos x="connsiteX4026" y="connsiteY4026"/>
              </a:cxn>
              <a:cxn ang="0">
                <a:pos x="connsiteX4027" y="connsiteY4027"/>
              </a:cxn>
              <a:cxn ang="0">
                <a:pos x="connsiteX4028" y="connsiteY4028"/>
              </a:cxn>
              <a:cxn ang="0">
                <a:pos x="connsiteX4029" y="connsiteY4029"/>
              </a:cxn>
              <a:cxn ang="0">
                <a:pos x="connsiteX4030" y="connsiteY4030"/>
              </a:cxn>
              <a:cxn ang="0">
                <a:pos x="connsiteX4031" y="connsiteY4031"/>
              </a:cxn>
              <a:cxn ang="0">
                <a:pos x="connsiteX4032" y="connsiteY4032"/>
              </a:cxn>
              <a:cxn ang="0">
                <a:pos x="connsiteX4033" y="connsiteY4033"/>
              </a:cxn>
              <a:cxn ang="0">
                <a:pos x="connsiteX4034" y="connsiteY4034"/>
              </a:cxn>
              <a:cxn ang="0">
                <a:pos x="connsiteX4035" y="connsiteY4035"/>
              </a:cxn>
              <a:cxn ang="0">
                <a:pos x="connsiteX4036" y="connsiteY4036"/>
              </a:cxn>
              <a:cxn ang="0">
                <a:pos x="connsiteX4037" y="connsiteY4037"/>
              </a:cxn>
              <a:cxn ang="0">
                <a:pos x="connsiteX4038" y="connsiteY4038"/>
              </a:cxn>
              <a:cxn ang="0">
                <a:pos x="connsiteX4039" y="connsiteY4039"/>
              </a:cxn>
              <a:cxn ang="0">
                <a:pos x="connsiteX4040" y="connsiteY4040"/>
              </a:cxn>
              <a:cxn ang="0">
                <a:pos x="connsiteX4041" y="connsiteY4041"/>
              </a:cxn>
              <a:cxn ang="0">
                <a:pos x="connsiteX4042" y="connsiteY4042"/>
              </a:cxn>
              <a:cxn ang="0">
                <a:pos x="connsiteX4043" y="connsiteY4043"/>
              </a:cxn>
              <a:cxn ang="0">
                <a:pos x="connsiteX4044" y="connsiteY4044"/>
              </a:cxn>
              <a:cxn ang="0">
                <a:pos x="connsiteX4045" y="connsiteY4045"/>
              </a:cxn>
              <a:cxn ang="0">
                <a:pos x="connsiteX4046" y="connsiteY4046"/>
              </a:cxn>
              <a:cxn ang="0">
                <a:pos x="connsiteX4047" y="connsiteY4047"/>
              </a:cxn>
              <a:cxn ang="0">
                <a:pos x="connsiteX4048" y="connsiteY4048"/>
              </a:cxn>
              <a:cxn ang="0">
                <a:pos x="connsiteX4049" y="connsiteY4049"/>
              </a:cxn>
              <a:cxn ang="0">
                <a:pos x="connsiteX4050" y="connsiteY4050"/>
              </a:cxn>
              <a:cxn ang="0">
                <a:pos x="connsiteX4051" y="connsiteY4051"/>
              </a:cxn>
              <a:cxn ang="0">
                <a:pos x="connsiteX4052" y="connsiteY4052"/>
              </a:cxn>
              <a:cxn ang="0">
                <a:pos x="connsiteX4053" y="connsiteY4053"/>
              </a:cxn>
              <a:cxn ang="0">
                <a:pos x="connsiteX4054" y="connsiteY4054"/>
              </a:cxn>
              <a:cxn ang="0">
                <a:pos x="connsiteX4055" y="connsiteY4055"/>
              </a:cxn>
              <a:cxn ang="0">
                <a:pos x="connsiteX4056" y="connsiteY4056"/>
              </a:cxn>
              <a:cxn ang="0">
                <a:pos x="connsiteX4057" y="connsiteY4057"/>
              </a:cxn>
              <a:cxn ang="0">
                <a:pos x="connsiteX4058" y="connsiteY4058"/>
              </a:cxn>
              <a:cxn ang="0">
                <a:pos x="connsiteX4059" y="connsiteY4059"/>
              </a:cxn>
              <a:cxn ang="0">
                <a:pos x="connsiteX4060" y="connsiteY4060"/>
              </a:cxn>
              <a:cxn ang="0">
                <a:pos x="connsiteX4061" y="connsiteY4061"/>
              </a:cxn>
              <a:cxn ang="0">
                <a:pos x="connsiteX4062" y="connsiteY4062"/>
              </a:cxn>
              <a:cxn ang="0">
                <a:pos x="connsiteX4063" y="connsiteY4063"/>
              </a:cxn>
              <a:cxn ang="0">
                <a:pos x="connsiteX4064" y="connsiteY4064"/>
              </a:cxn>
              <a:cxn ang="0">
                <a:pos x="connsiteX4065" y="connsiteY4065"/>
              </a:cxn>
              <a:cxn ang="0">
                <a:pos x="connsiteX4066" y="connsiteY4066"/>
              </a:cxn>
              <a:cxn ang="0">
                <a:pos x="connsiteX4067" y="connsiteY4067"/>
              </a:cxn>
              <a:cxn ang="0">
                <a:pos x="connsiteX4068" y="connsiteY4068"/>
              </a:cxn>
              <a:cxn ang="0">
                <a:pos x="connsiteX4069" y="connsiteY4069"/>
              </a:cxn>
              <a:cxn ang="0">
                <a:pos x="connsiteX4070" y="connsiteY4070"/>
              </a:cxn>
              <a:cxn ang="0">
                <a:pos x="connsiteX4071" y="connsiteY4071"/>
              </a:cxn>
              <a:cxn ang="0">
                <a:pos x="connsiteX4072" y="connsiteY4072"/>
              </a:cxn>
              <a:cxn ang="0">
                <a:pos x="connsiteX4073" y="connsiteY4073"/>
              </a:cxn>
              <a:cxn ang="0">
                <a:pos x="connsiteX4074" y="connsiteY4074"/>
              </a:cxn>
              <a:cxn ang="0">
                <a:pos x="connsiteX4075" y="connsiteY4075"/>
              </a:cxn>
              <a:cxn ang="0">
                <a:pos x="connsiteX4076" y="connsiteY4076"/>
              </a:cxn>
              <a:cxn ang="0">
                <a:pos x="connsiteX4077" y="connsiteY4077"/>
              </a:cxn>
              <a:cxn ang="0">
                <a:pos x="connsiteX4078" y="connsiteY4078"/>
              </a:cxn>
              <a:cxn ang="0">
                <a:pos x="connsiteX4079" y="connsiteY4079"/>
              </a:cxn>
              <a:cxn ang="0">
                <a:pos x="connsiteX4080" y="connsiteY4080"/>
              </a:cxn>
              <a:cxn ang="0">
                <a:pos x="connsiteX4081" y="connsiteY4081"/>
              </a:cxn>
              <a:cxn ang="0">
                <a:pos x="connsiteX4082" y="connsiteY4082"/>
              </a:cxn>
              <a:cxn ang="0">
                <a:pos x="connsiteX4083" y="connsiteY4083"/>
              </a:cxn>
              <a:cxn ang="0">
                <a:pos x="connsiteX4084" y="connsiteY4084"/>
              </a:cxn>
              <a:cxn ang="0">
                <a:pos x="connsiteX4085" y="connsiteY4085"/>
              </a:cxn>
              <a:cxn ang="0">
                <a:pos x="connsiteX4086" y="connsiteY4086"/>
              </a:cxn>
              <a:cxn ang="0">
                <a:pos x="connsiteX4087" y="connsiteY4087"/>
              </a:cxn>
              <a:cxn ang="0">
                <a:pos x="connsiteX4088" y="connsiteY4088"/>
              </a:cxn>
              <a:cxn ang="0">
                <a:pos x="connsiteX4089" y="connsiteY4089"/>
              </a:cxn>
              <a:cxn ang="0">
                <a:pos x="connsiteX4090" y="connsiteY4090"/>
              </a:cxn>
              <a:cxn ang="0">
                <a:pos x="connsiteX4091" y="connsiteY4091"/>
              </a:cxn>
              <a:cxn ang="0">
                <a:pos x="connsiteX4092" y="connsiteY4092"/>
              </a:cxn>
              <a:cxn ang="0">
                <a:pos x="connsiteX4093" y="connsiteY4093"/>
              </a:cxn>
              <a:cxn ang="0">
                <a:pos x="connsiteX4094" y="connsiteY4094"/>
              </a:cxn>
              <a:cxn ang="0">
                <a:pos x="connsiteX4095" y="connsiteY4095"/>
              </a:cxn>
              <a:cxn ang="0">
                <a:pos x="connsiteX4096" y="connsiteY4096"/>
              </a:cxn>
              <a:cxn ang="0">
                <a:pos x="connsiteX4097" y="connsiteY4097"/>
              </a:cxn>
              <a:cxn ang="0">
                <a:pos x="connsiteX4098" y="connsiteY4098"/>
              </a:cxn>
              <a:cxn ang="0">
                <a:pos x="connsiteX4099" y="connsiteY4099"/>
              </a:cxn>
              <a:cxn ang="0">
                <a:pos x="connsiteX4100" y="connsiteY4100"/>
              </a:cxn>
              <a:cxn ang="0">
                <a:pos x="connsiteX4101" y="connsiteY4101"/>
              </a:cxn>
              <a:cxn ang="0">
                <a:pos x="connsiteX4102" y="connsiteY4102"/>
              </a:cxn>
              <a:cxn ang="0">
                <a:pos x="connsiteX4103" y="connsiteY4103"/>
              </a:cxn>
              <a:cxn ang="0">
                <a:pos x="connsiteX4104" y="connsiteY4104"/>
              </a:cxn>
              <a:cxn ang="0">
                <a:pos x="connsiteX4105" y="connsiteY4105"/>
              </a:cxn>
              <a:cxn ang="0">
                <a:pos x="connsiteX4106" y="connsiteY4106"/>
              </a:cxn>
              <a:cxn ang="0">
                <a:pos x="connsiteX4107" y="connsiteY4107"/>
              </a:cxn>
              <a:cxn ang="0">
                <a:pos x="connsiteX4108" y="connsiteY4108"/>
              </a:cxn>
              <a:cxn ang="0">
                <a:pos x="connsiteX4109" y="connsiteY4109"/>
              </a:cxn>
              <a:cxn ang="0">
                <a:pos x="connsiteX4110" y="connsiteY4110"/>
              </a:cxn>
              <a:cxn ang="0">
                <a:pos x="connsiteX4111" y="connsiteY4111"/>
              </a:cxn>
              <a:cxn ang="0">
                <a:pos x="connsiteX4112" y="connsiteY4112"/>
              </a:cxn>
              <a:cxn ang="0">
                <a:pos x="connsiteX4113" y="connsiteY4113"/>
              </a:cxn>
              <a:cxn ang="0">
                <a:pos x="connsiteX4114" y="connsiteY4114"/>
              </a:cxn>
              <a:cxn ang="0">
                <a:pos x="connsiteX4115" y="connsiteY4115"/>
              </a:cxn>
              <a:cxn ang="0">
                <a:pos x="connsiteX4116" y="connsiteY4116"/>
              </a:cxn>
              <a:cxn ang="0">
                <a:pos x="connsiteX4117" y="connsiteY4117"/>
              </a:cxn>
              <a:cxn ang="0">
                <a:pos x="connsiteX4118" y="connsiteY4118"/>
              </a:cxn>
              <a:cxn ang="0">
                <a:pos x="connsiteX4119" y="connsiteY4119"/>
              </a:cxn>
              <a:cxn ang="0">
                <a:pos x="connsiteX4120" y="connsiteY4120"/>
              </a:cxn>
              <a:cxn ang="0">
                <a:pos x="connsiteX4121" y="connsiteY4121"/>
              </a:cxn>
              <a:cxn ang="0">
                <a:pos x="connsiteX4122" y="connsiteY4122"/>
              </a:cxn>
              <a:cxn ang="0">
                <a:pos x="connsiteX4123" y="connsiteY4123"/>
              </a:cxn>
              <a:cxn ang="0">
                <a:pos x="connsiteX4124" y="connsiteY4124"/>
              </a:cxn>
              <a:cxn ang="0">
                <a:pos x="connsiteX4125" y="connsiteY4125"/>
              </a:cxn>
              <a:cxn ang="0">
                <a:pos x="connsiteX4126" y="connsiteY4126"/>
              </a:cxn>
              <a:cxn ang="0">
                <a:pos x="connsiteX4127" y="connsiteY4127"/>
              </a:cxn>
              <a:cxn ang="0">
                <a:pos x="connsiteX4128" y="connsiteY4128"/>
              </a:cxn>
              <a:cxn ang="0">
                <a:pos x="connsiteX4129" y="connsiteY4129"/>
              </a:cxn>
              <a:cxn ang="0">
                <a:pos x="connsiteX4130" y="connsiteY4130"/>
              </a:cxn>
              <a:cxn ang="0">
                <a:pos x="connsiteX4131" y="connsiteY4131"/>
              </a:cxn>
              <a:cxn ang="0">
                <a:pos x="connsiteX4132" y="connsiteY4132"/>
              </a:cxn>
              <a:cxn ang="0">
                <a:pos x="connsiteX4133" y="connsiteY4133"/>
              </a:cxn>
              <a:cxn ang="0">
                <a:pos x="connsiteX4134" y="connsiteY4134"/>
              </a:cxn>
              <a:cxn ang="0">
                <a:pos x="connsiteX4135" y="connsiteY4135"/>
              </a:cxn>
              <a:cxn ang="0">
                <a:pos x="connsiteX4136" y="connsiteY4136"/>
              </a:cxn>
              <a:cxn ang="0">
                <a:pos x="connsiteX4137" y="connsiteY4137"/>
              </a:cxn>
              <a:cxn ang="0">
                <a:pos x="connsiteX4138" y="connsiteY4138"/>
              </a:cxn>
              <a:cxn ang="0">
                <a:pos x="connsiteX4139" y="connsiteY4139"/>
              </a:cxn>
              <a:cxn ang="0">
                <a:pos x="connsiteX4140" y="connsiteY4140"/>
              </a:cxn>
              <a:cxn ang="0">
                <a:pos x="connsiteX4141" y="connsiteY4141"/>
              </a:cxn>
              <a:cxn ang="0">
                <a:pos x="connsiteX4142" y="connsiteY4142"/>
              </a:cxn>
              <a:cxn ang="0">
                <a:pos x="connsiteX4143" y="connsiteY4143"/>
              </a:cxn>
              <a:cxn ang="0">
                <a:pos x="connsiteX4144" y="connsiteY4144"/>
              </a:cxn>
              <a:cxn ang="0">
                <a:pos x="connsiteX4145" y="connsiteY4145"/>
              </a:cxn>
              <a:cxn ang="0">
                <a:pos x="connsiteX4146" y="connsiteY4146"/>
              </a:cxn>
              <a:cxn ang="0">
                <a:pos x="connsiteX4147" y="connsiteY4147"/>
              </a:cxn>
              <a:cxn ang="0">
                <a:pos x="connsiteX4148" y="connsiteY4148"/>
              </a:cxn>
              <a:cxn ang="0">
                <a:pos x="connsiteX4149" y="connsiteY4149"/>
              </a:cxn>
              <a:cxn ang="0">
                <a:pos x="connsiteX4150" y="connsiteY4150"/>
              </a:cxn>
              <a:cxn ang="0">
                <a:pos x="connsiteX4151" y="connsiteY4151"/>
              </a:cxn>
              <a:cxn ang="0">
                <a:pos x="connsiteX4152" y="connsiteY4152"/>
              </a:cxn>
              <a:cxn ang="0">
                <a:pos x="connsiteX4153" y="connsiteY4153"/>
              </a:cxn>
              <a:cxn ang="0">
                <a:pos x="connsiteX4154" y="connsiteY4154"/>
              </a:cxn>
              <a:cxn ang="0">
                <a:pos x="connsiteX4155" y="connsiteY4155"/>
              </a:cxn>
              <a:cxn ang="0">
                <a:pos x="connsiteX4156" y="connsiteY4156"/>
              </a:cxn>
              <a:cxn ang="0">
                <a:pos x="connsiteX4157" y="connsiteY4157"/>
              </a:cxn>
              <a:cxn ang="0">
                <a:pos x="connsiteX4158" y="connsiteY4158"/>
              </a:cxn>
              <a:cxn ang="0">
                <a:pos x="connsiteX4159" y="connsiteY4159"/>
              </a:cxn>
              <a:cxn ang="0">
                <a:pos x="connsiteX4160" y="connsiteY4160"/>
              </a:cxn>
              <a:cxn ang="0">
                <a:pos x="connsiteX4161" y="connsiteY4161"/>
              </a:cxn>
              <a:cxn ang="0">
                <a:pos x="connsiteX4162" y="connsiteY4162"/>
              </a:cxn>
              <a:cxn ang="0">
                <a:pos x="connsiteX4163" y="connsiteY4163"/>
              </a:cxn>
              <a:cxn ang="0">
                <a:pos x="connsiteX4164" y="connsiteY4164"/>
              </a:cxn>
              <a:cxn ang="0">
                <a:pos x="connsiteX4165" y="connsiteY4165"/>
              </a:cxn>
              <a:cxn ang="0">
                <a:pos x="connsiteX4166" y="connsiteY4166"/>
              </a:cxn>
              <a:cxn ang="0">
                <a:pos x="connsiteX4167" y="connsiteY4167"/>
              </a:cxn>
              <a:cxn ang="0">
                <a:pos x="connsiteX4168" y="connsiteY4168"/>
              </a:cxn>
              <a:cxn ang="0">
                <a:pos x="connsiteX4169" y="connsiteY4169"/>
              </a:cxn>
              <a:cxn ang="0">
                <a:pos x="connsiteX4170" y="connsiteY4170"/>
              </a:cxn>
              <a:cxn ang="0">
                <a:pos x="connsiteX4171" y="connsiteY4171"/>
              </a:cxn>
              <a:cxn ang="0">
                <a:pos x="connsiteX4172" y="connsiteY4172"/>
              </a:cxn>
              <a:cxn ang="0">
                <a:pos x="connsiteX4173" y="connsiteY4173"/>
              </a:cxn>
              <a:cxn ang="0">
                <a:pos x="connsiteX4174" y="connsiteY4174"/>
              </a:cxn>
              <a:cxn ang="0">
                <a:pos x="connsiteX4175" y="connsiteY4175"/>
              </a:cxn>
              <a:cxn ang="0">
                <a:pos x="connsiteX4176" y="connsiteY4176"/>
              </a:cxn>
              <a:cxn ang="0">
                <a:pos x="connsiteX4177" y="connsiteY4177"/>
              </a:cxn>
              <a:cxn ang="0">
                <a:pos x="connsiteX4178" y="connsiteY4178"/>
              </a:cxn>
              <a:cxn ang="0">
                <a:pos x="connsiteX4179" y="connsiteY4179"/>
              </a:cxn>
              <a:cxn ang="0">
                <a:pos x="connsiteX4180" y="connsiteY4180"/>
              </a:cxn>
              <a:cxn ang="0">
                <a:pos x="connsiteX4181" y="connsiteY4181"/>
              </a:cxn>
              <a:cxn ang="0">
                <a:pos x="connsiteX4182" y="connsiteY4182"/>
              </a:cxn>
              <a:cxn ang="0">
                <a:pos x="connsiteX4183" y="connsiteY4183"/>
              </a:cxn>
              <a:cxn ang="0">
                <a:pos x="connsiteX4184" y="connsiteY4184"/>
              </a:cxn>
              <a:cxn ang="0">
                <a:pos x="connsiteX4185" y="connsiteY4185"/>
              </a:cxn>
              <a:cxn ang="0">
                <a:pos x="connsiteX4186" y="connsiteY4186"/>
              </a:cxn>
              <a:cxn ang="0">
                <a:pos x="connsiteX4187" y="connsiteY4187"/>
              </a:cxn>
              <a:cxn ang="0">
                <a:pos x="connsiteX4188" y="connsiteY4188"/>
              </a:cxn>
              <a:cxn ang="0">
                <a:pos x="connsiteX4189" y="connsiteY4189"/>
              </a:cxn>
              <a:cxn ang="0">
                <a:pos x="connsiteX4190" y="connsiteY4190"/>
              </a:cxn>
              <a:cxn ang="0">
                <a:pos x="connsiteX4191" y="connsiteY4191"/>
              </a:cxn>
              <a:cxn ang="0">
                <a:pos x="connsiteX4192" y="connsiteY4192"/>
              </a:cxn>
              <a:cxn ang="0">
                <a:pos x="connsiteX4193" y="connsiteY4193"/>
              </a:cxn>
              <a:cxn ang="0">
                <a:pos x="connsiteX4194" y="connsiteY4194"/>
              </a:cxn>
              <a:cxn ang="0">
                <a:pos x="connsiteX4195" y="connsiteY4195"/>
              </a:cxn>
              <a:cxn ang="0">
                <a:pos x="connsiteX4196" y="connsiteY4196"/>
              </a:cxn>
              <a:cxn ang="0">
                <a:pos x="connsiteX4197" y="connsiteY4197"/>
              </a:cxn>
              <a:cxn ang="0">
                <a:pos x="connsiteX4198" y="connsiteY4198"/>
              </a:cxn>
              <a:cxn ang="0">
                <a:pos x="connsiteX4199" y="connsiteY4199"/>
              </a:cxn>
              <a:cxn ang="0">
                <a:pos x="connsiteX4200" y="connsiteY4200"/>
              </a:cxn>
              <a:cxn ang="0">
                <a:pos x="connsiteX4201" y="connsiteY4201"/>
              </a:cxn>
              <a:cxn ang="0">
                <a:pos x="connsiteX4202" y="connsiteY4202"/>
              </a:cxn>
              <a:cxn ang="0">
                <a:pos x="connsiteX4203" y="connsiteY4203"/>
              </a:cxn>
              <a:cxn ang="0">
                <a:pos x="connsiteX4204" y="connsiteY4204"/>
              </a:cxn>
              <a:cxn ang="0">
                <a:pos x="connsiteX4205" y="connsiteY4205"/>
              </a:cxn>
              <a:cxn ang="0">
                <a:pos x="connsiteX4206" y="connsiteY4206"/>
              </a:cxn>
              <a:cxn ang="0">
                <a:pos x="connsiteX4207" y="connsiteY4207"/>
              </a:cxn>
              <a:cxn ang="0">
                <a:pos x="connsiteX4208" y="connsiteY4208"/>
              </a:cxn>
              <a:cxn ang="0">
                <a:pos x="connsiteX4209" y="connsiteY4209"/>
              </a:cxn>
              <a:cxn ang="0">
                <a:pos x="connsiteX4210" y="connsiteY4210"/>
              </a:cxn>
              <a:cxn ang="0">
                <a:pos x="connsiteX4211" y="connsiteY4211"/>
              </a:cxn>
              <a:cxn ang="0">
                <a:pos x="connsiteX4212" y="connsiteY4212"/>
              </a:cxn>
              <a:cxn ang="0">
                <a:pos x="connsiteX4213" y="connsiteY4213"/>
              </a:cxn>
              <a:cxn ang="0">
                <a:pos x="connsiteX4214" y="connsiteY4214"/>
              </a:cxn>
              <a:cxn ang="0">
                <a:pos x="connsiteX4215" y="connsiteY4215"/>
              </a:cxn>
              <a:cxn ang="0">
                <a:pos x="connsiteX4216" y="connsiteY4216"/>
              </a:cxn>
              <a:cxn ang="0">
                <a:pos x="connsiteX4217" y="connsiteY4217"/>
              </a:cxn>
              <a:cxn ang="0">
                <a:pos x="connsiteX4218" y="connsiteY4218"/>
              </a:cxn>
              <a:cxn ang="0">
                <a:pos x="connsiteX4219" y="connsiteY4219"/>
              </a:cxn>
              <a:cxn ang="0">
                <a:pos x="connsiteX4220" y="connsiteY4220"/>
              </a:cxn>
              <a:cxn ang="0">
                <a:pos x="connsiteX4221" y="connsiteY4221"/>
              </a:cxn>
              <a:cxn ang="0">
                <a:pos x="connsiteX4222" y="connsiteY4222"/>
              </a:cxn>
              <a:cxn ang="0">
                <a:pos x="connsiteX4223" y="connsiteY4223"/>
              </a:cxn>
              <a:cxn ang="0">
                <a:pos x="connsiteX4224" y="connsiteY4224"/>
              </a:cxn>
              <a:cxn ang="0">
                <a:pos x="connsiteX4225" y="connsiteY4225"/>
              </a:cxn>
              <a:cxn ang="0">
                <a:pos x="connsiteX4226" y="connsiteY4226"/>
              </a:cxn>
              <a:cxn ang="0">
                <a:pos x="connsiteX4227" y="connsiteY4227"/>
              </a:cxn>
              <a:cxn ang="0">
                <a:pos x="connsiteX4228" y="connsiteY4228"/>
              </a:cxn>
              <a:cxn ang="0">
                <a:pos x="connsiteX4229" y="connsiteY4229"/>
              </a:cxn>
              <a:cxn ang="0">
                <a:pos x="connsiteX4230" y="connsiteY4230"/>
              </a:cxn>
              <a:cxn ang="0">
                <a:pos x="connsiteX4231" y="connsiteY4231"/>
              </a:cxn>
              <a:cxn ang="0">
                <a:pos x="connsiteX4232" y="connsiteY4232"/>
              </a:cxn>
              <a:cxn ang="0">
                <a:pos x="connsiteX4233" y="connsiteY4233"/>
              </a:cxn>
              <a:cxn ang="0">
                <a:pos x="connsiteX4234" y="connsiteY4234"/>
              </a:cxn>
              <a:cxn ang="0">
                <a:pos x="connsiteX4235" y="connsiteY4235"/>
              </a:cxn>
              <a:cxn ang="0">
                <a:pos x="connsiteX4236" y="connsiteY4236"/>
              </a:cxn>
              <a:cxn ang="0">
                <a:pos x="connsiteX4237" y="connsiteY4237"/>
              </a:cxn>
              <a:cxn ang="0">
                <a:pos x="connsiteX4238" y="connsiteY4238"/>
              </a:cxn>
              <a:cxn ang="0">
                <a:pos x="connsiteX4239" y="connsiteY4239"/>
              </a:cxn>
              <a:cxn ang="0">
                <a:pos x="connsiteX4240" y="connsiteY4240"/>
              </a:cxn>
              <a:cxn ang="0">
                <a:pos x="connsiteX4241" y="connsiteY4241"/>
              </a:cxn>
              <a:cxn ang="0">
                <a:pos x="connsiteX4242" y="connsiteY4242"/>
              </a:cxn>
              <a:cxn ang="0">
                <a:pos x="connsiteX4243" y="connsiteY4243"/>
              </a:cxn>
              <a:cxn ang="0">
                <a:pos x="connsiteX4244" y="connsiteY4244"/>
              </a:cxn>
              <a:cxn ang="0">
                <a:pos x="connsiteX4245" y="connsiteY4245"/>
              </a:cxn>
              <a:cxn ang="0">
                <a:pos x="connsiteX4246" y="connsiteY4246"/>
              </a:cxn>
              <a:cxn ang="0">
                <a:pos x="connsiteX4247" y="connsiteY4247"/>
              </a:cxn>
              <a:cxn ang="0">
                <a:pos x="connsiteX4248" y="connsiteY4248"/>
              </a:cxn>
              <a:cxn ang="0">
                <a:pos x="connsiteX4249" y="connsiteY4249"/>
              </a:cxn>
              <a:cxn ang="0">
                <a:pos x="connsiteX4250" y="connsiteY4250"/>
              </a:cxn>
              <a:cxn ang="0">
                <a:pos x="connsiteX4251" y="connsiteY4251"/>
              </a:cxn>
              <a:cxn ang="0">
                <a:pos x="connsiteX4252" y="connsiteY4252"/>
              </a:cxn>
              <a:cxn ang="0">
                <a:pos x="connsiteX4253" y="connsiteY4253"/>
              </a:cxn>
              <a:cxn ang="0">
                <a:pos x="connsiteX4254" y="connsiteY4254"/>
              </a:cxn>
              <a:cxn ang="0">
                <a:pos x="connsiteX4255" y="connsiteY4255"/>
              </a:cxn>
              <a:cxn ang="0">
                <a:pos x="connsiteX4256" y="connsiteY4256"/>
              </a:cxn>
              <a:cxn ang="0">
                <a:pos x="connsiteX4257" y="connsiteY4257"/>
              </a:cxn>
              <a:cxn ang="0">
                <a:pos x="connsiteX4258" y="connsiteY4258"/>
              </a:cxn>
              <a:cxn ang="0">
                <a:pos x="connsiteX4259" y="connsiteY4259"/>
              </a:cxn>
              <a:cxn ang="0">
                <a:pos x="connsiteX4260" y="connsiteY4260"/>
              </a:cxn>
              <a:cxn ang="0">
                <a:pos x="connsiteX4261" y="connsiteY4261"/>
              </a:cxn>
              <a:cxn ang="0">
                <a:pos x="connsiteX4262" y="connsiteY4262"/>
              </a:cxn>
              <a:cxn ang="0">
                <a:pos x="connsiteX4263" y="connsiteY4263"/>
              </a:cxn>
              <a:cxn ang="0">
                <a:pos x="connsiteX4264" y="connsiteY4264"/>
              </a:cxn>
              <a:cxn ang="0">
                <a:pos x="connsiteX4265" y="connsiteY4265"/>
              </a:cxn>
              <a:cxn ang="0">
                <a:pos x="connsiteX4266" y="connsiteY4266"/>
              </a:cxn>
              <a:cxn ang="0">
                <a:pos x="connsiteX4267" y="connsiteY4267"/>
              </a:cxn>
              <a:cxn ang="0">
                <a:pos x="connsiteX4268" y="connsiteY4268"/>
              </a:cxn>
              <a:cxn ang="0">
                <a:pos x="connsiteX4269" y="connsiteY4269"/>
              </a:cxn>
              <a:cxn ang="0">
                <a:pos x="connsiteX4270" y="connsiteY4270"/>
              </a:cxn>
              <a:cxn ang="0">
                <a:pos x="connsiteX4271" y="connsiteY4271"/>
              </a:cxn>
              <a:cxn ang="0">
                <a:pos x="connsiteX4272" y="connsiteY4272"/>
              </a:cxn>
              <a:cxn ang="0">
                <a:pos x="connsiteX4273" y="connsiteY4273"/>
              </a:cxn>
              <a:cxn ang="0">
                <a:pos x="connsiteX4274" y="connsiteY4274"/>
              </a:cxn>
              <a:cxn ang="0">
                <a:pos x="connsiteX4275" y="connsiteY4275"/>
              </a:cxn>
              <a:cxn ang="0">
                <a:pos x="connsiteX4276" y="connsiteY4276"/>
              </a:cxn>
              <a:cxn ang="0">
                <a:pos x="connsiteX4277" y="connsiteY4277"/>
              </a:cxn>
              <a:cxn ang="0">
                <a:pos x="connsiteX4278" y="connsiteY4278"/>
              </a:cxn>
              <a:cxn ang="0">
                <a:pos x="connsiteX4279" y="connsiteY4279"/>
              </a:cxn>
              <a:cxn ang="0">
                <a:pos x="connsiteX4280" y="connsiteY4280"/>
              </a:cxn>
              <a:cxn ang="0">
                <a:pos x="connsiteX4281" y="connsiteY4281"/>
              </a:cxn>
              <a:cxn ang="0">
                <a:pos x="connsiteX4282" y="connsiteY4282"/>
              </a:cxn>
              <a:cxn ang="0">
                <a:pos x="connsiteX4283" y="connsiteY4283"/>
              </a:cxn>
              <a:cxn ang="0">
                <a:pos x="connsiteX4284" y="connsiteY4284"/>
              </a:cxn>
              <a:cxn ang="0">
                <a:pos x="connsiteX4285" y="connsiteY4285"/>
              </a:cxn>
              <a:cxn ang="0">
                <a:pos x="connsiteX4286" y="connsiteY4286"/>
              </a:cxn>
              <a:cxn ang="0">
                <a:pos x="connsiteX4287" y="connsiteY4287"/>
              </a:cxn>
              <a:cxn ang="0">
                <a:pos x="connsiteX4288" y="connsiteY4288"/>
              </a:cxn>
              <a:cxn ang="0">
                <a:pos x="connsiteX4289" y="connsiteY4289"/>
              </a:cxn>
              <a:cxn ang="0">
                <a:pos x="connsiteX4290" y="connsiteY4290"/>
              </a:cxn>
              <a:cxn ang="0">
                <a:pos x="connsiteX4291" y="connsiteY4291"/>
              </a:cxn>
              <a:cxn ang="0">
                <a:pos x="connsiteX4292" y="connsiteY4292"/>
              </a:cxn>
              <a:cxn ang="0">
                <a:pos x="connsiteX4293" y="connsiteY4293"/>
              </a:cxn>
              <a:cxn ang="0">
                <a:pos x="connsiteX4294" y="connsiteY4294"/>
              </a:cxn>
              <a:cxn ang="0">
                <a:pos x="connsiteX4295" y="connsiteY4295"/>
              </a:cxn>
              <a:cxn ang="0">
                <a:pos x="connsiteX4296" y="connsiteY4296"/>
              </a:cxn>
              <a:cxn ang="0">
                <a:pos x="connsiteX4297" y="connsiteY4297"/>
              </a:cxn>
              <a:cxn ang="0">
                <a:pos x="connsiteX4298" y="connsiteY4298"/>
              </a:cxn>
              <a:cxn ang="0">
                <a:pos x="connsiteX4299" y="connsiteY4299"/>
              </a:cxn>
              <a:cxn ang="0">
                <a:pos x="connsiteX4300" y="connsiteY4300"/>
              </a:cxn>
              <a:cxn ang="0">
                <a:pos x="connsiteX4301" y="connsiteY4301"/>
              </a:cxn>
              <a:cxn ang="0">
                <a:pos x="connsiteX4302" y="connsiteY4302"/>
              </a:cxn>
              <a:cxn ang="0">
                <a:pos x="connsiteX4303" y="connsiteY4303"/>
              </a:cxn>
              <a:cxn ang="0">
                <a:pos x="connsiteX4304" y="connsiteY4304"/>
              </a:cxn>
              <a:cxn ang="0">
                <a:pos x="connsiteX4305" y="connsiteY4305"/>
              </a:cxn>
              <a:cxn ang="0">
                <a:pos x="connsiteX4306" y="connsiteY4306"/>
              </a:cxn>
              <a:cxn ang="0">
                <a:pos x="connsiteX4307" y="connsiteY4307"/>
              </a:cxn>
              <a:cxn ang="0">
                <a:pos x="connsiteX4308" y="connsiteY4308"/>
              </a:cxn>
              <a:cxn ang="0">
                <a:pos x="connsiteX4309" y="connsiteY4309"/>
              </a:cxn>
              <a:cxn ang="0">
                <a:pos x="connsiteX4310" y="connsiteY4310"/>
              </a:cxn>
              <a:cxn ang="0">
                <a:pos x="connsiteX4311" y="connsiteY4311"/>
              </a:cxn>
              <a:cxn ang="0">
                <a:pos x="connsiteX4312" y="connsiteY4312"/>
              </a:cxn>
              <a:cxn ang="0">
                <a:pos x="connsiteX4313" y="connsiteY4313"/>
              </a:cxn>
              <a:cxn ang="0">
                <a:pos x="connsiteX4314" y="connsiteY4314"/>
              </a:cxn>
              <a:cxn ang="0">
                <a:pos x="connsiteX4315" y="connsiteY4315"/>
              </a:cxn>
              <a:cxn ang="0">
                <a:pos x="connsiteX4316" y="connsiteY4316"/>
              </a:cxn>
              <a:cxn ang="0">
                <a:pos x="connsiteX4317" y="connsiteY4317"/>
              </a:cxn>
              <a:cxn ang="0">
                <a:pos x="connsiteX4318" y="connsiteY4318"/>
              </a:cxn>
              <a:cxn ang="0">
                <a:pos x="connsiteX4319" y="connsiteY4319"/>
              </a:cxn>
              <a:cxn ang="0">
                <a:pos x="connsiteX4320" y="connsiteY4320"/>
              </a:cxn>
              <a:cxn ang="0">
                <a:pos x="connsiteX4321" y="connsiteY4321"/>
              </a:cxn>
              <a:cxn ang="0">
                <a:pos x="connsiteX4322" y="connsiteY4322"/>
              </a:cxn>
              <a:cxn ang="0">
                <a:pos x="connsiteX4323" y="connsiteY4323"/>
              </a:cxn>
              <a:cxn ang="0">
                <a:pos x="connsiteX4324" y="connsiteY4324"/>
              </a:cxn>
              <a:cxn ang="0">
                <a:pos x="connsiteX4325" y="connsiteY4325"/>
              </a:cxn>
              <a:cxn ang="0">
                <a:pos x="connsiteX4326" y="connsiteY4326"/>
              </a:cxn>
              <a:cxn ang="0">
                <a:pos x="connsiteX4327" y="connsiteY4327"/>
              </a:cxn>
              <a:cxn ang="0">
                <a:pos x="connsiteX4328" y="connsiteY4328"/>
              </a:cxn>
              <a:cxn ang="0">
                <a:pos x="connsiteX4329" y="connsiteY4329"/>
              </a:cxn>
              <a:cxn ang="0">
                <a:pos x="connsiteX4330" y="connsiteY4330"/>
              </a:cxn>
              <a:cxn ang="0">
                <a:pos x="connsiteX4331" y="connsiteY4331"/>
              </a:cxn>
              <a:cxn ang="0">
                <a:pos x="connsiteX4332" y="connsiteY4332"/>
              </a:cxn>
              <a:cxn ang="0">
                <a:pos x="connsiteX4333" y="connsiteY4333"/>
              </a:cxn>
              <a:cxn ang="0">
                <a:pos x="connsiteX4334" y="connsiteY4334"/>
              </a:cxn>
              <a:cxn ang="0">
                <a:pos x="connsiteX4335" y="connsiteY4335"/>
              </a:cxn>
              <a:cxn ang="0">
                <a:pos x="connsiteX4336" y="connsiteY4336"/>
              </a:cxn>
              <a:cxn ang="0">
                <a:pos x="connsiteX4337" y="connsiteY4337"/>
              </a:cxn>
              <a:cxn ang="0">
                <a:pos x="connsiteX4338" y="connsiteY4338"/>
              </a:cxn>
              <a:cxn ang="0">
                <a:pos x="connsiteX4339" y="connsiteY4339"/>
              </a:cxn>
              <a:cxn ang="0">
                <a:pos x="connsiteX4340" y="connsiteY4340"/>
              </a:cxn>
              <a:cxn ang="0">
                <a:pos x="connsiteX4341" y="connsiteY4341"/>
              </a:cxn>
              <a:cxn ang="0">
                <a:pos x="connsiteX4342" y="connsiteY4342"/>
              </a:cxn>
              <a:cxn ang="0">
                <a:pos x="connsiteX4343" y="connsiteY4343"/>
              </a:cxn>
              <a:cxn ang="0">
                <a:pos x="connsiteX4344" y="connsiteY4344"/>
              </a:cxn>
              <a:cxn ang="0">
                <a:pos x="connsiteX4345" y="connsiteY4345"/>
              </a:cxn>
              <a:cxn ang="0">
                <a:pos x="connsiteX4346" y="connsiteY4346"/>
              </a:cxn>
              <a:cxn ang="0">
                <a:pos x="connsiteX4347" y="connsiteY4347"/>
              </a:cxn>
              <a:cxn ang="0">
                <a:pos x="connsiteX4348" y="connsiteY4348"/>
              </a:cxn>
              <a:cxn ang="0">
                <a:pos x="connsiteX4349" y="connsiteY4349"/>
              </a:cxn>
              <a:cxn ang="0">
                <a:pos x="connsiteX4350" y="connsiteY4350"/>
              </a:cxn>
              <a:cxn ang="0">
                <a:pos x="connsiteX4351" y="connsiteY4351"/>
              </a:cxn>
              <a:cxn ang="0">
                <a:pos x="connsiteX4352" y="connsiteY4352"/>
              </a:cxn>
              <a:cxn ang="0">
                <a:pos x="connsiteX4353" y="connsiteY4353"/>
              </a:cxn>
              <a:cxn ang="0">
                <a:pos x="connsiteX4354" y="connsiteY4354"/>
              </a:cxn>
              <a:cxn ang="0">
                <a:pos x="connsiteX4355" y="connsiteY4355"/>
              </a:cxn>
              <a:cxn ang="0">
                <a:pos x="connsiteX4356" y="connsiteY4356"/>
              </a:cxn>
              <a:cxn ang="0">
                <a:pos x="connsiteX4357" y="connsiteY4357"/>
              </a:cxn>
              <a:cxn ang="0">
                <a:pos x="connsiteX4358" y="connsiteY4358"/>
              </a:cxn>
              <a:cxn ang="0">
                <a:pos x="connsiteX4359" y="connsiteY4359"/>
              </a:cxn>
              <a:cxn ang="0">
                <a:pos x="connsiteX4360" y="connsiteY4360"/>
              </a:cxn>
              <a:cxn ang="0">
                <a:pos x="connsiteX4361" y="connsiteY4361"/>
              </a:cxn>
              <a:cxn ang="0">
                <a:pos x="connsiteX4362" y="connsiteY4362"/>
              </a:cxn>
              <a:cxn ang="0">
                <a:pos x="connsiteX4363" y="connsiteY4363"/>
              </a:cxn>
              <a:cxn ang="0">
                <a:pos x="connsiteX4364" y="connsiteY4364"/>
              </a:cxn>
              <a:cxn ang="0">
                <a:pos x="connsiteX4365" y="connsiteY4365"/>
              </a:cxn>
              <a:cxn ang="0">
                <a:pos x="connsiteX4366" y="connsiteY4366"/>
              </a:cxn>
              <a:cxn ang="0">
                <a:pos x="connsiteX4367" y="connsiteY4367"/>
              </a:cxn>
              <a:cxn ang="0">
                <a:pos x="connsiteX4368" y="connsiteY4368"/>
              </a:cxn>
              <a:cxn ang="0">
                <a:pos x="connsiteX4369" y="connsiteY4369"/>
              </a:cxn>
              <a:cxn ang="0">
                <a:pos x="connsiteX4370" y="connsiteY4370"/>
              </a:cxn>
              <a:cxn ang="0">
                <a:pos x="connsiteX4371" y="connsiteY4371"/>
              </a:cxn>
              <a:cxn ang="0">
                <a:pos x="connsiteX4372" y="connsiteY4372"/>
              </a:cxn>
              <a:cxn ang="0">
                <a:pos x="connsiteX4373" y="connsiteY4373"/>
              </a:cxn>
              <a:cxn ang="0">
                <a:pos x="connsiteX4374" y="connsiteY4374"/>
              </a:cxn>
              <a:cxn ang="0">
                <a:pos x="connsiteX4375" y="connsiteY4375"/>
              </a:cxn>
              <a:cxn ang="0">
                <a:pos x="connsiteX4376" y="connsiteY4376"/>
              </a:cxn>
              <a:cxn ang="0">
                <a:pos x="connsiteX4377" y="connsiteY4377"/>
              </a:cxn>
              <a:cxn ang="0">
                <a:pos x="connsiteX4378" y="connsiteY4378"/>
              </a:cxn>
              <a:cxn ang="0">
                <a:pos x="connsiteX4379" y="connsiteY4379"/>
              </a:cxn>
              <a:cxn ang="0">
                <a:pos x="connsiteX4380" y="connsiteY4380"/>
              </a:cxn>
              <a:cxn ang="0">
                <a:pos x="connsiteX4381" y="connsiteY4381"/>
              </a:cxn>
              <a:cxn ang="0">
                <a:pos x="connsiteX4382" y="connsiteY4382"/>
              </a:cxn>
              <a:cxn ang="0">
                <a:pos x="connsiteX4383" y="connsiteY4383"/>
              </a:cxn>
              <a:cxn ang="0">
                <a:pos x="connsiteX4384" y="connsiteY4384"/>
              </a:cxn>
              <a:cxn ang="0">
                <a:pos x="connsiteX4385" y="connsiteY4385"/>
              </a:cxn>
              <a:cxn ang="0">
                <a:pos x="connsiteX4386" y="connsiteY4386"/>
              </a:cxn>
              <a:cxn ang="0">
                <a:pos x="connsiteX4387" y="connsiteY4387"/>
              </a:cxn>
              <a:cxn ang="0">
                <a:pos x="connsiteX4388" y="connsiteY4388"/>
              </a:cxn>
              <a:cxn ang="0">
                <a:pos x="connsiteX4389" y="connsiteY4389"/>
              </a:cxn>
              <a:cxn ang="0">
                <a:pos x="connsiteX4390" y="connsiteY4390"/>
              </a:cxn>
              <a:cxn ang="0">
                <a:pos x="connsiteX4391" y="connsiteY4391"/>
              </a:cxn>
              <a:cxn ang="0">
                <a:pos x="connsiteX4392" y="connsiteY4392"/>
              </a:cxn>
              <a:cxn ang="0">
                <a:pos x="connsiteX4393" y="connsiteY4393"/>
              </a:cxn>
              <a:cxn ang="0">
                <a:pos x="connsiteX4394" y="connsiteY4394"/>
              </a:cxn>
              <a:cxn ang="0">
                <a:pos x="connsiteX4395" y="connsiteY4395"/>
              </a:cxn>
              <a:cxn ang="0">
                <a:pos x="connsiteX4396" y="connsiteY4396"/>
              </a:cxn>
              <a:cxn ang="0">
                <a:pos x="connsiteX4397" y="connsiteY4397"/>
              </a:cxn>
              <a:cxn ang="0">
                <a:pos x="connsiteX4398" y="connsiteY4398"/>
              </a:cxn>
              <a:cxn ang="0">
                <a:pos x="connsiteX4399" y="connsiteY4399"/>
              </a:cxn>
              <a:cxn ang="0">
                <a:pos x="connsiteX4400" y="connsiteY4400"/>
              </a:cxn>
              <a:cxn ang="0">
                <a:pos x="connsiteX4401" y="connsiteY4401"/>
              </a:cxn>
              <a:cxn ang="0">
                <a:pos x="connsiteX4402" y="connsiteY4402"/>
              </a:cxn>
              <a:cxn ang="0">
                <a:pos x="connsiteX4403" y="connsiteY4403"/>
              </a:cxn>
              <a:cxn ang="0">
                <a:pos x="connsiteX4404" y="connsiteY4404"/>
              </a:cxn>
              <a:cxn ang="0">
                <a:pos x="connsiteX4405" y="connsiteY4405"/>
              </a:cxn>
              <a:cxn ang="0">
                <a:pos x="connsiteX4406" y="connsiteY4406"/>
              </a:cxn>
              <a:cxn ang="0">
                <a:pos x="connsiteX4407" y="connsiteY4407"/>
              </a:cxn>
              <a:cxn ang="0">
                <a:pos x="connsiteX4408" y="connsiteY4408"/>
              </a:cxn>
              <a:cxn ang="0">
                <a:pos x="connsiteX4409" y="connsiteY4409"/>
              </a:cxn>
              <a:cxn ang="0">
                <a:pos x="connsiteX4410" y="connsiteY4410"/>
              </a:cxn>
              <a:cxn ang="0">
                <a:pos x="connsiteX4411" y="connsiteY4411"/>
              </a:cxn>
              <a:cxn ang="0">
                <a:pos x="connsiteX4412" y="connsiteY4412"/>
              </a:cxn>
              <a:cxn ang="0">
                <a:pos x="connsiteX4413" y="connsiteY4413"/>
              </a:cxn>
              <a:cxn ang="0">
                <a:pos x="connsiteX4414" y="connsiteY4414"/>
              </a:cxn>
              <a:cxn ang="0">
                <a:pos x="connsiteX4415" y="connsiteY4415"/>
              </a:cxn>
              <a:cxn ang="0">
                <a:pos x="connsiteX4416" y="connsiteY4416"/>
              </a:cxn>
              <a:cxn ang="0">
                <a:pos x="connsiteX4417" y="connsiteY4417"/>
              </a:cxn>
              <a:cxn ang="0">
                <a:pos x="connsiteX4418" y="connsiteY4418"/>
              </a:cxn>
              <a:cxn ang="0">
                <a:pos x="connsiteX4419" y="connsiteY4419"/>
              </a:cxn>
              <a:cxn ang="0">
                <a:pos x="connsiteX4420" y="connsiteY4420"/>
              </a:cxn>
              <a:cxn ang="0">
                <a:pos x="connsiteX4421" y="connsiteY4421"/>
              </a:cxn>
              <a:cxn ang="0">
                <a:pos x="connsiteX4422" y="connsiteY4422"/>
              </a:cxn>
              <a:cxn ang="0">
                <a:pos x="connsiteX4423" y="connsiteY4423"/>
              </a:cxn>
              <a:cxn ang="0">
                <a:pos x="connsiteX4424" y="connsiteY4424"/>
              </a:cxn>
              <a:cxn ang="0">
                <a:pos x="connsiteX4425" y="connsiteY4425"/>
              </a:cxn>
              <a:cxn ang="0">
                <a:pos x="connsiteX4426" y="connsiteY4426"/>
              </a:cxn>
              <a:cxn ang="0">
                <a:pos x="connsiteX4427" y="connsiteY4427"/>
              </a:cxn>
              <a:cxn ang="0">
                <a:pos x="connsiteX4428" y="connsiteY4428"/>
              </a:cxn>
              <a:cxn ang="0">
                <a:pos x="connsiteX4429" y="connsiteY4429"/>
              </a:cxn>
              <a:cxn ang="0">
                <a:pos x="connsiteX4430" y="connsiteY4430"/>
              </a:cxn>
              <a:cxn ang="0">
                <a:pos x="connsiteX4431" y="connsiteY4431"/>
              </a:cxn>
              <a:cxn ang="0">
                <a:pos x="connsiteX4432" y="connsiteY4432"/>
              </a:cxn>
              <a:cxn ang="0">
                <a:pos x="connsiteX4433" y="connsiteY4433"/>
              </a:cxn>
              <a:cxn ang="0">
                <a:pos x="connsiteX4434" y="connsiteY4434"/>
              </a:cxn>
              <a:cxn ang="0">
                <a:pos x="connsiteX4435" y="connsiteY4435"/>
              </a:cxn>
              <a:cxn ang="0">
                <a:pos x="connsiteX4436" y="connsiteY4436"/>
              </a:cxn>
              <a:cxn ang="0">
                <a:pos x="connsiteX4437" y="connsiteY4437"/>
              </a:cxn>
              <a:cxn ang="0">
                <a:pos x="connsiteX4438" y="connsiteY4438"/>
              </a:cxn>
              <a:cxn ang="0">
                <a:pos x="connsiteX4439" y="connsiteY4439"/>
              </a:cxn>
              <a:cxn ang="0">
                <a:pos x="connsiteX4440" y="connsiteY4440"/>
              </a:cxn>
              <a:cxn ang="0">
                <a:pos x="connsiteX4441" y="connsiteY4441"/>
              </a:cxn>
              <a:cxn ang="0">
                <a:pos x="connsiteX4442" y="connsiteY4442"/>
              </a:cxn>
              <a:cxn ang="0">
                <a:pos x="connsiteX4443" y="connsiteY4443"/>
              </a:cxn>
              <a:cxn ang="0">
                <a:pos x="connsiteX4444" y="connsiteY4444"/>
              </a:cxn>
              <a:cxn ang="0">
                <a:pos x="connsiteX4445" y="connsiteY4445"/>
              </a:cxn>
              <a:cxn ang="0">
                <a:pos x="connsiteX4446" y="connsiteY4446"/>
              </a:cxn>
              <a:cxn ang="0">
                <a:pos x="connsiteX4447" y="connsiteY4447"/>
              </a:cxn>
              <a:cxn ang="0">
                <a:pos x="connsiteX4448" y="connsiteY4448"/>
              </a:cxn>
              <a:cxn ang="0">
                <a:pos x="connsiteX4449" y="connsiteY4449"/>
              </a:cxn>
              <a:cxn ang="0">
                <a:pos x="connsiteX4450" y="connsiteY4450"/>
              </a:cxn>
              <a:cxn ang="0">
                <a:pos x="connsiteX4451" y="connsiteY4451"/>
              </a:cxn>
              <a:cxn ang="0">
                <a:pos x="connsiteX4452" y="connsiteY4452"/>
              </a:cxn>
              <a:cxn ang="0">
                <a:pos x="connsiteX4453" y="connsiteY4453"/>
              </a:cxn>
              <a:cxn ang="0">
                <a:pos x="connsiteX4454" y="connsiteY4454"/>
              </a:cxn>
              <a:cxn ang="0">
                <a:pos x="connsiteX4455" y="connsiteY4455"/>
              </a:cxn>
              <a:cxn ang="0">
                <a:pos x="connsiteX4456" y="connsiteY4456"/>
              </a:cxn>
              <a:cxn ang="0">
                <a:pos x="connsiteX4457" y="connsiteY4457"/>
              </a:cxn>
              <a:cxn ang="0">
                <a:pos x="connsiteX4458" y="connsiteY4458"/>
              </a:cxn>
              <a:cxn ang="0">
                <a:pos x="connsiteX4459" y="connsiteY4459"/>
              </a:cxn>
              <a:cxn ang="0">
                <a:pos x="connsiteX4460" y="connsiteY4460"/>
              </a:cxn>
              <a:cxn ang="0">
                <a:pos x="connsiteX4461" y="connsiteY4461"/>
              </a:cxn>
              <a:cxn ang="0">
                <a:pos x="connsiteX4462" y="connsiteY4462"/>
              </a:cxn>
              <a:cxn ang="0">
                <a:pos x="connsiteX4463" y="connsiteY4463"/>
              </a:cxn>
              <a:cxn ang="0">
                <a:pos x="connsiteX4464" y="connsiteY4464"/>
              </a:cxn>
              <a:cxn ang="0">
                <a:pos x="connsiteX4465" y="connsiteY4465"/>
              </a:cxn>
              <a:cxn ang="0">
                <a:pos x="connsiteX4466" y="connsiteY4466"/>
              </a:cxn>
              <a:cxn ang="0">
                <a:pos x="connsiteX4467" y="connsiteY4467"/>
              </a:cxn>
              <a:cxn ang="0">
                <a:pos x="connsiteX4468" y="connsiteY4468"/>
              </a:cxn>
              <a:cxn ang="0">
                <a:pos x="connsiteX4469" y="connsiteY4469"/>
              </a:cxn>
              <a:cxn ang="0">
                <a:pos x="connsiteX4470" y="connsiteY4470"/>
              </a:cxn>
              <a:cxn ang="0">
                <a:pos x="connsiteX4471" y="connsiteY4471"/>
              </a:cxn>
              <a:cxn ang="0">
                <a:pos x="connsiteX4472" y="connsiteY4472"/>
              </a:cxn>
              <a:cxn ang="0">
                <a:pos x="connsiteX4473" y="connsiteY4473"/>
              </a:cxn>
              <a:cxn ang="0">
                <a:pos x="connsiteX4474" y="connsiteY4474"/>
              </a:cxn>
              <a:cxn ang="0">
                <a:pos x="connsiteX4475" y="connsiteY4475"/>
              </a:cxn>
              <a:cxn ang="0">
                <a:pos x="connsiteX4476" y="connsiteY4476"/>
              </a:cxn>
              <a:cxn ang="0">
                <a:pos x="connsiteX4477" y="connsiteY4477"/>
              </a:cxn>
              <a:cxn ang="0">
                <a:pos x="connsiteX4478" y="connsiteY4478"/>
              </a:cxn>
              <a:cxn ang="0">
                <a:pos x="connsiteX4479" y="connsiteY4479"/>
              </a:cxn>
              <a:cxn ang="0">
                <a:pos x="connsiteX4480" y="connsiteY4480"/>
              </a:cxn>
              <a:cxn ang="0">
                <a:pos x="connsiteX4481" y="connsiteY4481"/>
              </a:cxn>
              <a:cxn ang="0">
                <a:pos x="connsiteX4482" y="connsiteY4482"/>
              </a:cxn>
              <a:cxn ang="0">
                <a:pos x="connsiteX4483" y="connsiteY4483"/>
              </a:cxn>
              <a:cxn ang="0">
                <a:pos x="connsiteX4484" y="connsiteY4484"/>
              </a:cxn>
              <a:cxn ang="0">
                <a:pos x="connsiteX4485" y="connsiteY4485"/>
              </a:cxn>
              <a:cxn ang="0">
                <a:pos x="connsiteX4486" y="connsiteY4486"/>
              </a:cxn>
              <a:cxn ang="0">
                <a:pos x="connsiteX4487" y="connsiteY4487"/>
              </a:cxn>
              <a:cxn ang="0">
                <a:pos x="connsiteX4488" y="connsiteY4488"/>
              </a:cxn>
              <a:cxn ang="0">
                <a:pos x="connsiteX4489" y="connsiteY4489"/>
              </a:cxn>
              <a:cxn ang="0">
                <a:pos x="connsiteX4490" y="connsiteY4490"/>
              </a:cxn>
              <a:cxn ang="0">
                <a:pos x="connsiteX4491" y="connsiteY4491"/>
              </a:cxn>
              <a:cxn ang="0">
                <a:pos x="connsiteX4492" y="connsiteY4492"/>
              </a:cxn>
              <a:cxn ang="0">
                <a:pos x="connsiteX4493" y="connsiteY4493"/>
              </a:cxn>
              <a:cxn ang="0">
                <a:pos x="connsiteX4494" y="connsiteY4494"/>
              </a:cxn>
              <a:cxn ang="0">
                <a:pos x="connsiteX4495" y="connsiteY4495"/>
              </a:cxn>
              <a:cxn ang="0">
                <a:pos x="connsiteX4496" y="connsiteY4496"/>
              </a:cxn>
              <a:cxn ang="0">
                <a:pos x="connsiteX4497" y="connsiteY4497"/>
              </a:cxn>
              <a:cxn ang="0">
                <a:pos x="connsiteX4498" y="connsiteY4498"/>
              </a:cxn>
              <a:cxn ang="0">
                <a:pos x="connsiteX4499" y="connsiteY4499"/>
              </a:cxn>
              <a:cxn ang="0">
                <a:pos x="connsiteX4500" y="connsiteY4500"/>
              </a:cxn>
              <a:cxn ang="0">
                <a:pos x="connsiteX4501" y="connsiteY4501"/>
              </a:cxn>
              <a:cxn ang="0">
                <a:pos x="connsiteX4502" y="connsiteY4502"/>
              </a:cxn>
              <a:cxn ang="0">
                <a:pos x="connsiteX4503" y="connsiteY4503"/>
              </a:cxn>
              <a:cxn ang="0">
                <a:pos x="connsiteX4504" y="connsiteY4504"/>
              </a:cxn>
              <a:cxn ang="0">
                <a:pos x="connsiteX4505" y="connsiteY4505"/>
              </a:cxn>
              <a:cxn ang="0">
                <a:pos x="connsiteX4506" y="connsiteY4506"/>
              </a:cxn>
              <a:cxn ang="0">
                <a:pos x="connsiteX4507" y="connsiteY4507"/>
              </a:cxn>
              <a:cxn ang="0">
                <a:pos x="connsiteX4508" y="connsiteY4508"/>
              </a:cxn>
              <a:cxn ang="0">
                <a:pos x="connsiteX4509" y="connsiteY4509"/>
              </a:cxn>
              <a:cxn ang="0">
                <a:pos x="connsiteX4510" y="connsiteY4510"/>
              </a:cxn>
              <a:cxn ang="0">
                <a:pos x="connsiteX4511" y="connsiteY4511"/>
              </a:cxn>
              <a:cxn ang="0">
                <a:pos x="connsiteX4512" y="connsiteY4512"/>
              </a:cxn>
              <a:cxn ang="0">
                <a:pos x="connsiteX4513" y="connsiteY4513"/>
              </a:cxn>
              <a:cxn ang="0">
                <a:pos x="connsiteX4514" y="connsiteY4514"/>
              </a:cxn>
              <a:cxn ang="0">
                <a:pos x="connsiteX4515" y="connsiteY4515"/>
              </a:cxn>
              <a:cxn ang="0">
                <a:pos x="connsiteX4516" y="connsiteY4516"/>
              </a:cxn>
              <a:cxn ang="0">
                <a:pos x="connsiteX4517" y="connsiteY4517"/>
              </a:cxn>
              <a:cxn ang="0">
                <a:pos x="connsiteX4518" y="connsiteY4518"/>
              </a:cxn>
              <a:cxn ang="0">
                <a:pos x="connsiteX4519" y="connsiteY4519"/>
              </a:cxn>
              <a:cxn ang="0">
                <a:pos x="connsiteX4520" y="connsiteY4520"/>
              </a:cxn>
              <a:cxn ang="0">
                <a:pos x="connsiteX4521" y="connsiteY4521"/>
              </a:cxn>
              <a:cxn ang="0">
                <a:pos x="connsiteX4522" y="connsiteY4522"/>
              </a:cxn>
              <a:cxn ang="0">
                <a:pos x="connsiteX4523" y="connsiteY4523"/>
              </a:cxn>
              <a:cxn ang="0">
                <a:pos x="connsiteX4524" y="connsiteY4524"/>
              </a:cxn>
              <a:cxn ang="0">
                <a:pos x="connsiteX4525" y="connsiteY4525"/>
              </a:cxn>
              <a:cxn ang="0">
                <a:pos x="connsiteX4526" y="connsiteY4526"/>
              </a:cxn>
              <a:cxn ang="0">
                <a:pos x="connsiteX4527" y="connsiteY4527"/>
              </a:cxn>
              <a:cxn ang="0">
                <a:pos x="connsiteX4528" y="connsiteY4528"/>
              </a:cxn>
              <a:cxn ang="0">
                <a:pos x="connsiteX4529" y="connsiteY4529"/>
              </a:cxn>
              <a:cxn ang="0">
                <a:pos x="connsiteX4530" y="connsiteY4530"/>
              </a:cxn>
              <a:cxn ang="0">
                <a:pos x="connsiteX4531" y="connsiteY4531"/>
              </a:cxn>
              <a:cxn ang="0">
                <a:pos x="connsiteX4532" y="connsiteY4532"/>
              </a:cxn>
              <a:cxn ang="0">
                <a:pos x="connsiteX4533" y="connsiteY4533"/>
              </a:cxn>
              <a:cxn ang="0">
                <a:pos x="connsiteX4534" y="connsiteY4534"/>
              </a:cxn>
              <a:cxn ang="0">
                <a:pos x="connsiteX4535" y="connsiteY4535"/>
              </a:cxn>
              <a:cxn ang="0">
                <a:pos x="connsiteX4536" y="connsiteY4536"/>
              </a:cxn>
              <a:cxn ang="0">
                <a:pos x="connsiteX4537" y="connsiteY4537"/>
              </a:cxn>
              <a:cxn ang="0">
                <a:pos x="connsiteX4538" y="connsiteY4538"/>
              </a:cxn>
              <a:cxn ang="0">
                <a:pos x="connsiteX4539" y="connsiteY4539"/>
              </a:cxn>
              <a:cxn ang="0">
                <a:pos x="connsiteX4540" y="connsiteY4540"/>
              </a:cxn>
              <a:cxn ang="0">
                <a:pos x="connsiteX4541" y="connsiteY4541"/>
              </a:cxn>
              <a:cxn ang="0">
                <a:pos x="connsiteX4542" y="connsiteY4542"/>
              </a:cxn>
              <a:cxn ang="0">
                <a:pos x="connsiteX4543" y="connsiteY4543"/>
              </a:cxn>
              <a:cxn ang="0">
                <a:pos x="connsiteX4544" y="connsiteY4544"/>
              </a:cxn>
              <a:cxn ang="0">
                <a:pos x="connsiteX4545" y="connsiteY4545"/>
              </a:cxn>
              <a:cxn ang="0">
                <a:pos x="connsiteX4546" y="connsiteY4546"/>
              </a:cxn>
              <a:cxn ang="0">
                <a:pos x="connsiteX4547" y="connsiteY4547"/>
              </a:cxn>
              <a:cxn ang="0">
                <a:pos x="connsiteX4548" y="connsiteY4548"/>
              </a:cxn>
              <a:cxn ang="0">
                <a:pos x="connsiteX4549" y="connsiteY4549"/>
              </a:cxn>
              <a:cxn ang="0">
                <a:pos x="connsiteX4550" y="connsiteY4550"/>
              </a:cxn>
              <a:cxn ang="0">
                <a:pos x="connsiteX4551" y="connsiteY4551"/>
              </a:cxn>
              <a:cxn ang="0">
                <a:pos x="connsiteX4552" y="connsiteY4552"/>
              </a:cxn>
              <a:cxn ang="0">
                <a:pos x="connsiteX4553" y="connsiteY4553"/>
              </a:cxn>
              <a:cxn ang="0">
                <a:pos x="connsiteX4554" y="connsiteY4554"/>
              </a:cxn>
              <a:cxn ang="0">
                <a:pos x="connsiteX4555" y="connsiteY4555"/>
              </a:cxn>
              <a:cxn ang="0">
                <a:pos x="connsiteX4556" y="connsiteY4556"/>
              </a:cxn>
              <a:cxn ang="0">
                <a:pos x="connsiteX4557" y="connsiteY4557"/>
              </a:cxn>
              <a:cxn ang="0">
                <a:pos x="connsiteX4558" y="connsiteY4558"/>
              </a:cxn>
              <a:cxn ang="0">
                <a:pos x="connsiteX4559" y="connsiteY4559"/>
              </a:cxn>
              <a:cxn ang="0">
                <a:pos x="connsiteX4560" y="connsiteY4560"/>
              </a:cxn>
              <a:cxn ang="0">
                <a:pos x="connsiteX4561" y="connsiteY4561"/>
              </a:cxn>
              <a:cxn ang="0">
                <a:pos x="connsiteX4562" y="connsiteY4562"/>
              </a:cxn>
              <a:cxn ang="0">
                <a:pos x="connsiteX4563" y="connsiteY4563"/>
              </a:cxn>
              <a:cxn ang="0">
                <a:pos x="connsiteX4564" y="connsiteY4564"/>
              </a:cxn>
              <a:cxn ang="0">
                <a:pos x="connsiteX4565" y="connsiteY4565"/>
              </a:cxn>
              <a:cxn ang="0">
                <a:pos x="connsiteX4566" y="connsiteY4566"/>
              </a:cxn>
              <a:cxn ang="0">
                <a:pos x="connsiteX4567" y="connsiteY4567"/>
              </a:cxn>
              <a:cxn ang="0">
                <a:pos x="connsiteX4568" y="connsiteY4568"/>
              </a:cxn>
              <a:cxn ang="0">
                <a:pos x="connsiteX4569" y="connsiteY4569"/>
              </a:cxn>
              <a:cxn ang="0">
                <a:pos x="connsiteX4570" y="connsiteY4570"/>
              </a:cxn>
              <a:cxn ang="0">
                <a:pos x="connsiteX4571" y="connsiteY4571"/>
              </a:cxn>
              <a:cxn ang="0">
                <a:pos x="connsiteX4572" y="connsiteY4572"/>
              </a:cxn>
              <a:cxn ang="0">
                <a:pos x="connsiteX4573" y="connsiteY4573"/>
              </a:cxn>
              <a:cxn ang="0">
                <a:pos x="connsiteX4574" y="connsiteY4574"/>
              </a:cxn>
              <a:cxn ang="0">
                <a:pos x="connsiteX4575" y="connsiteY4575"/>
              </a:cxn>
              <a:cxn ang="0">
                <a:pos x="connsiteX4576" y="connsiteY4576"/>
              </a:cxn>
              <a:cxn ang="0">
                <a:pos x="connsiteX4577" y="connsiteY4577"/>
              </a:cxn>
              <a:cxn ang="0">
                <a:pos x="connsiteX4578" y="connsiteY4578"/>
              </a:cxn>
              <a:cxn ang="0">
                <a:pos x="connsiteX4579" y="connsiteY4579"/>
              </a:cxn>
              <a:cxn ang="0">
                <a:pos x="connsiteX4580" y="connsiteY4580"/>
              </a:cxn>
              <a:cxn ang="0">
                <a:pos x="connsiteX4581" y="connsiteY4581"/>
              </a:cxn>
              <a:cxn ang="0">
                <a:pos x="connsiteX4582" y="connsiteY4582"/>
              </a:cxn>
              <a:cxn ang="0">
                <a:pos x="connsiteX4583" y="connsiteY4583"/>
              </a:cxn>
              <a:cxn ang="0">
                <a:pos x="connsiteX4584" y="connsiteY4584"/>
              </a:cxn>
              <a:cxn ang="0">
                <a:pos x="connsiteX4585" y="connsiteY4585"/>
              </a:cxn>
              <a:cxn ang="0">
                <a:pos x="connsiteX4586" y="connsiteY4586"/>
              </a:cxn>
              <a:cxn ang="0">
                <a:pos x="connsiteX4587" y="connsiteY4587"/>
              </a:cxn>
              <a:cxn ang="0">
                <a:pos x="connsiteX4588" y="connsiteY4588"/>
              </a:cxn>
              <a:cxn ang="0">
                <a:pos x="connsiteX4589" y="connsiteY4589"/>
              </a:cxn>
              <a:cxn ang="0">
                <a:pos x="connsiteX4590" y="connsiteY4590"/>
              </a:cxn>
              <a:cxn ang="0">
                <a:pos x="connsiteX4591" y="connsiteY4591"/>
              </a:cxn>
              <a:cxn ang="0">
                <a:pos x="connsiteX4592" y="connsiteY4592"/>
              </a:cxn>
              <a:cxn ang="0">
                <a:pos x="connsiteX4593" y="connsiteY4593"/>
              </a:cxn>
              <a:cxn ang="0">
                <a:pos x="connsiteX4594" y="connsiteY4594"/>
              </a:cxn>
              <a:cxn ang="0">
                <a:pos x="connsiteX4595" y="connsiteY4595"/>
              </a:cxn>
              <a:cxn ang="0">
                <a:pos x="connsiteX4596" y="connsiteY4596"/>
              </a:cxn>
              <a:cxn ang="0">
                <a:pos x="connsiteX4597" y="connsiteY4597"/>
              </a:cxn>
              <a:cxn ang="0">
                <a:pos x="connsiteX4598" y="connsiteY4598"/>
              </a:cxn>
              <a:cxn ang="0">
                <a:pos x="connsiteX4599" y="connsiteY4599"/>
              </a:cxn>
              <a:cxn ang="0">
                <a:pos x="connsiteX4600" y="connsiteY4600"/>
              </a:cxn>
              <a:cxn ang="0">
                <a:pos x="connsiteX4601" y="connsiteY4601"/>
              </a:cxn>
              <a:cxn ang="0">
                <a:pos x="connsiteX4602" y="connsiteY4602"/>
              </a:cxn>
              <a:cxn ang="0">
                <a:pos x="connsiteX4603" y="connsiteY4603"/>
              </a:cxn>
              <a:cxn ang="0">
                <a:pos x="connsiteX4604" y="connsiteY4604"/>
              </a:cxn>
              <a:cxn ang="0">
                <a:pos x="connsiteX4605" y="connsiteY4605"/>
              </a:cxn>
              <a:cxn ang="0">
                <a:pos x="connsiteX4606" y="connsiteY4606"/>
              </a:cxn>
              <a:cxn ang="0">
                <a:pos x="connsiteX4607" y="connsiteY4607"/>
              </a:cxn>
              <a:cxn ang="0">
                <a:pos x="connsiteX4608" y="connsiteY4608"/>
              </a:cxn>
              <a:cxn ang="0">
                <a:pos x="connsiteX4609" y="connsiteY4609"/>
              </a:cxn>
              <a:cxn ang="0">
                <a:pos x="connsiteX4610" y="connsiteY4610"/>
              </a:cxn>
              <a:cxn ang="0">
                <a:pos x="connsiteX4611" y="connsiteY4611"/>
              </a:cxn>
              <a:cxn ang="0">
                <a:pos x="connsiteX4612" y="connsiteY4612"/>
              </a:cxn>
              <a:cxn ang="0">
                <a:pos x="connsiteX4613" y="connsiteY4613"/>
              </a:cxn>
              <a:cxn ang="0">
                <a:pos x="connsiteX4614" y="connsiteY4614"/>
              </a:cxn>
              <a:cxn ang="0">
                <a:pos x="connsiteX4615" y="connsiteY4615"/>
              </a:cxn>
              <a:cxn ang="0">
                <a:pos x="connsiteX4616" y="connsiteY4616"/>
              </a:cxn>
              <a:cxn ang="0">
                <a:pos x="connsiteX4617" y="connsiteY4617"/>
              </a:cxn>
              <a:cxn ang="0">
                <a:pos x="connsiteX4618" y="connsiteY4618"/>
              </a:cxn>
              <a:cxn ang="0">
                <a:pos x="connsiteX4619" y="connsiteY4619"/>
              </a:cxn>
              <a:cxn ang="0">
                <a:pos x="connsiteX4620" y="connsiteY4620"/>
              </a:cxn>
              <a:cxn ang="0">
                <a:pos x="connsiteX4621" y="connsiteY4621"/>
              </a:cxn>
              <a:cxn ang="0">
                <a:pos x="connsiteX4622" y="connsiteY4622"/>
              </a:cxn>
              <a:cxn ang="0">
                <a:pos x="connsiteX4623" y="connsiteY4623"/>
              </a:cxn>
              <a:cxn ang="0">
                <a:pos x="connsiteX4624" y="connsiteY4624"/>
              </a:cxn>
              <a:cxn ang="0">
                <a:pos x="connsiteX4625" y="connsiteY4625"/>
              </a:cxn>
              <a:cxn ang="0">
                <a:pos x="connsiteX4626" y="connsiteY4626"/>
              </a:cxn>
              <a:cxn ang="0">
                <a:pos x="connsiteX4627" y="connsiteY4627"/>
              </a:cxn>
              <a:cxn ang="0">
                <a:pos x="connsiteX4628" y="connsiteY4628"/>
              </a:cxn>
              <a:cxn ang="0">
                <a:pos x="connsiteX4629" y="connsiteY4629"/>
              </a:cxn>
              <a:cxn ang="0">
                <a:pos x="connsiteX4630" y="connsiteY4630"/>
              </a:cxn>
              <a:cxn ang="0">
                <a:pos x="connsiteX4631" y="connsiteY4631"/>
              </a:cxn>
              <a:cxn ang="0">
                <a:pos x="connsiteX4632" y="connsiteY4632"/>
              </a:cxn>
              <a:cxn ang="0">
                <a:pos x="connsiteX4633" y="connsiteY4633"/>
              </a:cxn>
              <a:cxn ang="0">
                <a:pos x="connsiteX4634" y="connsiteY4634"/>
              </a:cxn>
              <a:cxn ang="0">
                <a:pos x="connsiteX4635" y="connsiteY4635"/>
              </a:cxn>
              <a:cxn ang="0">
                <a:pos x="connsiteX4636" y="connsiteY4636"/>
              </a:cxn>
              <a:cxn ang="0">
                <a:pos x="connsiteX4637" y="connsiteY4637"/>
              </a:cxn>
              <a:cxn ang="0">
                <a:pos x="connsiteX4638" y="connsiteY4638"/>
              </a:cxn>
              <a:cxn ang="0">
                <a:pos x="connsiteX4639" y="connsiteY4639"/>
              </a:cxn>
              <a:cxn ang="0">
                <a:pos x="connsiteX4640" y="connsiteY4640"/>
              </a:cxn>
              <a:cxn ang="0">
                <a:pos x="connsiteX4641" y="connsiteY4641"/>
              </a:cxn>
              <a:cxn ang="0">
                <a:pos x="connsiteX4642" y="connsiteY4642"/>
              </a:cxn>
              <a:cxn ang="0">
                <a:pos x="connsiteX4643" y="connsiteY4643"/>
              </a:cxn>
              <a:cxn ang="0">
                <a:pos x="connsiteX4644" y="connsiteY4644"/>
              </a:cxn>
              <a:cxn ang="0">
                <a:pos x="connsiteX4645" y="connsiteY4645"/>
              </a:cxn>
              <a:cxn ang="0">
                <a:pos x="connsiteX4646" y="connsiteY4646"/>
              </a:cxn>
              <a:cxn ang="0">
                <a:pos x="connsiteX4647" y="connsiteY4647"/>
              </a:cxn>
              <a:cxn ang="0">
                <a:pos x="connsiteX4648" y="connsiteY4648"/>
              </a:cxn>
              <a:cxn ang="0">
                <a:pos x="connsiteX4649" y="connsiteY4649"/>
              </a:cxn>
              <a:cxn ang="0">
                <a:pos x="connsiteX4650" y="connsiteY4650"/>
              </a:cxn>
              <a:cxn ang="0">
                <a:pos x="connsiteX4651" y="connsiteY4651"/>
              </a:cxn>
              <a:cxn ang="0">
                <a:pos x="connsiteX4652" y="connsiteY4652"/>
              </a:cxn>
              <a:cxn ang="0">
                <a:pos x="connsiteX4653" y="connsiteY4653"/>
              </a:cxn>
              <a:cxn ang="0">
                <a:pos x="connsiteX4654" y="connsiteY4654"/>
              </a:cxn>
              <a:cxn ang="0">
                <a:pos x="connsiteX4655" y="connsiteY4655"/>
              </a:cxn>
              <a:cxn ang="0">
                <a:pos x="connsiteX4656" y="connsiteY4656"/>
              </a:cxn>
              <a:cxn ang="0">
                <a:pos x="connsiteX4657" y="connsiteY4657"/>
              </a:cxn>
              <a:cxn ang="0">
                <a:pos x="connsiteX4658" y="connsiteY4658"/>
              </a:cxn>
              <a:cxn ang="0">
                <a:pos x="connsiteX4659" y="connsiteY4659"/>
              </a:cxn>
              <a:cxn ang="0">
                <a:pos x="connsiteX4660" y="connsiteY4660"/>
              </a:cxn>
              <a:cxn ang="0">
                <a:pos x="connsiteX4661" y="connsiteY4661"/>
              </a:cxn>
              <a:cxn ang="0">
                <a:pos x="connsiteX4662" y="connsiteY4662"/>
              </a:cxn>
              <a:cxn ang="0">
                <a:pos x="connsiteX4663" y="connsiteY4663"/>
              </a:cxn>
              <a:cxn ang="0">
                <a:pos x="connsiteX4664" y="connsiteY4664"/>
              </a:cxn>
              <a:cxn ang="0">
                <a:pos x="connsiteX4665" y="connsiteY4665"/>
              </a:cxn>
              <a:cxn ang="0">
                <a:pos x="connsiteX4666" y="connsiteY4666"/>
              </a:cxn>
              <a:cxn ang="0">
                <a:pos x="connsiteX4667" y="connsiteY4667"/>
              </a:cxn>
              <a:cxn ang="0">
                <a:pos x="connsiteX4668" y="connsiteY4668"/>
              </a:cxn>
              <a:cxn ang="0">
                <a:pos x="connsiteX4669" y="connsiteY4669"/>
              </a:cxn>
              <a:cxn ang="0">
                <a:pos x="connsiteX4670" y="connsiteY4670"/>
              </a:cxn>
              <a:cxn ang="0">
                <a:pos x="connsiteX4671" y="connsiteY4671"/>
              </a:cxn>
              <a:cxn ang="0">
                <a:pos x="connsiteX4672" y="connsiteY4672"/>
              </a:cxn>
              <a:cxn ang="0">
                <a:pos x="connsiteX4673" y="connsiteY4673"/>
              </a:cxn>
              <a:cxn ang="0">
                <a:pos x="connsiteX4674" y="connsiteY4674"/>
              </a:cxn>
              <a:cxn ang="0">
                <a:pos x="connsiteX4675" y="connsiteY4675"/>
              </a:cxn>
              <a:cxn ang="0">
                <a:pos x="connsiteX4676" y="connsiteY4676"/>
              </a:cxn>
              <a:cxn ang="0">
                <a:pos x="connsiteX4677" y="connsiteY4677"/>
              </a:cxn>
              <a:cxn ang="0">
                <a:pos x="connsiteX4678" y="connsiteY4678"/>
              </a:cxn>
              <a:cxn ang="0">
                <a:pos x="connsiteX4679" y="connsiteY4679"/>
              </a:cxn>
              <a:cxn ang="0">
                <a:pos x="connsiteX4680" y="connsiteY4680"/>
              </a:cxn>
              <a:cxn ang="0">
                <a:pos x="connsiteX4681" y="connsiteY4681"/>
              </a:cxn>
              <a:cxn ang="0">
                <a:pos x="connsiteX4682" y="connsiteY4682"/>
              </a:cxn>
              <a:cxn ang="0">
                <a:pos x="connsiteX4683" y="connsiteY4683"/>
              </a:cxn>
              <a:cxn ang="0">
                <a:pos x="connsiteX4684" y="connsiteY4684"/>
              </a:cxn>
              <a:cxn ang="0">
                <a:pos x="connsiteX4685" y="connsiteY4685"/>
              </a:cxn>
              <a:cxn ang="0">
                <a:pos x="connsiteX4686" y="connsiteY4686"/>
              </a:cxn>
              <a:cxn ang="0">
                <a:pos x="connsiteX4687" y="connsiteY4687"/>
              </a:cxn>
              <a:cxn ang="0">
                <a:pos x="connsiteX4688" y="connsiteY4688"/>
              </a:cxn>
              <a:cxn ang="0">
                <a:pos x="connsiteX4689" y="connsiteY4689"/>
              </a:cxn>
              <a:cxn ang="0">
                <a:pos x="connsiteX4690" y="connsiteY4690"/>
              </a:cxn>
              <a:cxn ang="0">
                <a:pos x="connsiteX4691" y="connsiteY4691"/>
              </a:cxn>
              <a:cxn ang="0">
                <a:pos x="connsiteX4692" y="connsiteY4692"/>
              </a:cxn>
              <a:cxn ang="0">
                <a:pos x="connsiteX4693" y="connsiteY4693"/>
              </a:cxn>
              <a:cxn ang="0">
                <a:pos x="connsiteX4694" y="connsiteY4694"/>
              </a:cxn>
              <a:cxn ang="0">
                <a:pos x="connsiteX4695" y="connsiteY4695"/>
              </a:cxn>
              <a:cxn ang="0">
                <a:pos x="connsiteX4696" y="connsiteY4696"/>
              </a:cxn>
              <a:cxn ang="0">
                <a:pos x="connsiteX4697" y="connsiteY4697"/>
              </a:cxn>
              <a:cxn ang="0">
                <a:pos x="connsiteX4698" y="connsiteY4698"/>
              </a:cxn>
              <a:cxn ang="0">
                <a:pos x="connsiteX4699" y="connsiteY4699"/>
              </a:cxn>
              <a:cxn ang="0">
                <a:pos x="connsiteX4700" y="connsiteY4700"/>
              </a:cxn>
              <a:cxn ang="0">
                <a:pos x="connsiteX4701" y="connsiteY4701"/>
              </a:cxn>
              <a:cxn ang="0">
                <a:pos x="connsiteX4702" y="connsiteY4702"/>
              </a:cxn>
              <a:cxn ang="0">
                <a:pos x="connsiteX4703" y="connsiteY4703"/>
              </a:cxn>
              <a:cxn ang="0">
                <a:pos x="connsiteX4704" y="connsiteY4704"/>
              </a:cxn>
              <a:cxn ang="0">
                <a:pos x="connsiteX4705" y="connsiteY4705"/>
              </a:cxn>
              <a:cxn ang="0">
                <a:pos x="connsiteX4706" y="connsiteY4706"/>
              </a:cxn>
              <a:cxn ang="0">
                <a:pos x="connsiteX4707" y="connsiteY4707"/>
              </a:cxn>
              <a:cxn ang="0">
                <a:pos x="connsiteX4708" y="connsiteY4708"/>
              </a:cxn>
              <a:cxn ang="0">
                <a:pos x="connsiteX4709" y="connsiteY4709"/>
              </a:cxn>
              <a:cxn ang="0">
                <a:pos x="connsiteX4710" y="connsiteY4710"/>
              </a:cxn>
              <a:cxn ang="0">
                <a:pos x="connsiteX4711" y="connsiteY4711"/>
              </a:cxn>
              <a:cxn ang="0">
                <a:pos x="connsiteX4712" y="connsiteY4712"/>
              </a:cxn>
              <a:cxn ang="0">
                <a:pos x="connsiteX4713" y="connsiteY4713"/>
              </a:cxn>
              <a:cxn ang="0">
                <a:pos x="connsiteX4714" y="connsiteY4714"/>
              </a:cxn>
              <a:cxn ang="0">
                <a:pos x="connsiteX4715" y="connsiteY4715"/>
              </a:cxn>
              <a:cxn ang="0">
                <a:pos x="connsiteX4716" y="connsiteY4716"/>
              </a:cxn>
              <a:cxn ang="0">
                <a:pos x="connsiteX4717" y="connsiteY4717"/>
              </a:cxn>
              <a:cxn ang="0">
                <a:pos x="connsiteX4718" y="connsiteY4718"/>
              </a:cxn>
              <a:cxn ang="0">
                <a:pos x="connsiteX4719" y="connsiteY4719"/>
              </a:cxn>
              <a:cxn ang="0">
                <a:pos x="connsiteX4720" y="connsiteY4720"/>
              </a:cxn>
              <a:cxn ang="0">
                <a:pos x="connsiteX4721" y="connsiteY4721"/>
              </a:cxn>
              <a:cxn ang="0">
                <a:pos x="connsiteX4722" y="connsiteY4722"/>
              </a:cxn>
              <a:cxn ang="0">
                <a:pos x="connsiteX4723" y="connsiteY4723"/>
              </a:cxn>
              <a:cxn ang="0">
                <a:pos x="connsiteX4724" y="connsiteY4724"/>
              </a:cxn>
              <a:cxn ang="0">
                <a:pos x="connsiteX4725" y="connsiteY4725"/>
              </a:cxn>
              <a:cxn ang="0">
                <a:pos x="connsiteX4726" y="connsiteY4726"/>
              </a:cxn>
              <a:cxn ang="0">
                <a:pos x="connsiteX4727" y="connsiteY4727"/>
              </a:cxn>
              <a:cxn ang="0">
                <a:pos x="connsiteX4728" y="connsiteY4728"/>
              </a:cxn>
              <a:cxn ang="0">
                <a:pos x="connsiteX4729" y="connsiteY4729"/>
              </a:cxn>
              <a:cxn ang="0">
                <a:pos x="connsiteX4730" y="connsiteY4730"/>
              </a:cxn>
              <a:cxn ang="0">
                <a:pos x="connsiteX4731" y="connsiteY4731"/>
              </a:cxn>
              <a:cxn ang="0">
                <a:pos x="connsiteX4732" y="connsiteY4732"/>
              </a:cxn>
              <a:cxn ang="0">
                <a:pos x="connsiteX4733" y="connsiteY4733"/>
              </a:cxn>
              <a:cxn ang="0">
                <a:pos x="connsiteX4734" y="connsiteY4734"/>
              </a:cxn>
              <a:cxn ang="0">
                <a:pos x="connsiteX4735" y="connsiteY4735"/>
              </a:cxn>
              <a:cxn ang="0">
                <a:pos x="connsiteX4736" y="connsiteY4736"/>
              </a:cxn>
              <a:cxn ang="0">
                <a:pos x="connsiteX4737" y="connsiteY4737"/>
              </a:cxn>
              <a:cxn ang="0">
                <a:pos x="connsiteX4738" y="connsiteY4738"/>
              </a:cxn>
              <a:cxn ang="0">
                <a:pos x="connsiteX4739" y="connsiteY4739"/>
              </a:cxn>
              <a:cxn ang="0">
                <a:pos x="connsiteX4740" y="connsiteY4740"/>
              </a:cxn>
              <a:cxn ang="0">
                <a:pos x="connsiteX4741" y="connsiteY4741"/>
              </a:cxn>
              <a:cxn ang="0">
                <a:pos x="connsiteX4742" y="connsiteY4742"/>
              </a:cxn>
              <a:cxn ang="0">
                <a:pos x="connsiteX4743" y="connsiteY4743"/>
              </a:cxn>
              <a:cxn ang="0">
                <a:pos x="connsiteX4744" y="connsiteY4744"/>
              </a:cxn>
              <a:cxn ang="0">
                <a:pos x="connsiteX4745" y="connsiteY4745"/>
              </a:cxn>
              <a:cxn ang="0">
                <a:pos x="connsiteX4746" y="connsiteY4746"/>
              </a:cxn>
              <a:cxn ang="0">
                <a:pos x="connsiteX4747" y="connsiteY4747"/>
              </a:cxn>
              <a:cxn ang="0">
                <a:pos x="connsiteX4748" y="connsiteY4748"/>
              </a:cxn>
              <a:cxn ang="0">
                <a:pos x="connsiteX4749" y="connsiteY4749"/>
              </a:cxn>
              <a:cxn ang="0">
                <a:pos x="connsiteX4750" y="connsiteY4750"/>
              </a:cxn>
              <a:cxn ang="0">
                <a:pos x="connsiteX4751" y="connsiteY4751"/>
              </a:cxn>
              <a:cxn ang="0">
                <a:pos x="connsiteX4752" y="connsiteY4752"/>
              </a:cxn>
              <a:cxn ang="0">
                <a:pos x="connsiteX4753" y="connsiteY4753"/>
              </a:cxn>
              <a:cxn ang="0">
                <a:pos x="connsiteX4754" y="connsiteY4754"/>
              </a:cxn>
              <a:cxn ang="0">
                <a:pos x="connsiteX4755" y="connsiteY4755"/>
              </a:cxn>
              <a:cxn ang="0">
                <a:pos x="connsiteX4756" y="connsiteY4756"/>
              </a:cxn>
              <a:cxn ang="0">
                <a:pos x="connsiteX4757" y="connsiteY4757"/>
              </a:cxn>
              <a:cxn ang="0">
                <a:pos x="connsiteX4758" y="connsiteY4758"/>
              </a:cxn>
              <a:cxn ang="0">
                <a:pos x="connsiteX4759" y="connsiteY4759"/>
              </a:cxn>
              <a:cxn ang="0">
                <a:pos x="connsiteX4760" y="connsiteY4760"/>
              </a:cxn>
              <a:cxn ang="0">
                <a:pos x="connsiteX4761" y="connsiteY4761"/>
              </a:cxn>
              <a:cxn ang="0">
                <a:pos x="connsiteX4762" y="connsiteY4762"/>
              </a:cxn>
              <a:cxn ang="0">
                <a:pos x="connsiteX4763" y="connsiteY4763"/>
              </a:cxn>
              <a:cxn ang="0">
                <a:pos x="connsiteX4764" y="connsiteY4764"/>
              </a:cxn>
              <a:cxn ang="0">
                <a:pos x="connsiteX4765" y="connsiteY4765"/>
              </a:cxn>
              <a:cxn ang="0">
                <a:pos x="connsiteX4766" y="connsiteY4766"/>
              </a:cxn>
              <a:cxn ang="0">
                <a:pos x="connsiteX4767" y="connsiteY4767"/>
              </a:cxn>
              <a:cxn ang="0">
                <a:pos x="connsiteX4768" y="connsiteY4768"/>
              </a:cxn>
              <a:cxn ang="0">
                <a:pos x="connsiteX4769" y="connsiteY4769"/>
              </a:cxn>
              <a:cxn ang="0">
                <a:pos x="connsiteX4770" y="connsiteY4770"/>
              </a:cxn>
              <a:cxn ang="0">
                <a:pos x="connsiteX4771" y="connsiteY4771"/>
              </a:cxn>
              <a:cxn ang="0">
                <a:pos x="connsiteX4772" y="connsiteY4772"/>
              </a:cxn>
              <a:cxn ang="0">
                <a:pos x="connsiteX4773" y="connsiteY4773"/>
              </a:cxn>
              <a:cxn ang="0">
                <a:pos x="connsiteX4774" y="connsiteY4774"/>
              </a:cxn>
              <a:cxn ang="0">
                <a:pos x="connsiteX4775" y="connsiteY4775"/>
              </a:cxn>
              <a:cxn ang="0">
                <a:pos x="connsiteX4776" y="connsiteY4776"/>
              </a:cxn>
              <a:cxn ang="0">
                <a:pos x="connsiteX4777" y="connsiteY4777"/>
              </a:cxn>
              <a:cxn ang="0">
                <a:pos x="connsiteX4778" y="connsiteY4778"/>
              </a:cxn>
              <a:cxn ang="0">
                <a:pos x="connsiteX4779" y="connsiteY4779"/>
              </a:cxn>
              <a:cxn ang="0">
                <a:pos x="connsiteX4780" y="connsiteY4780"/>
              </a:cxn>
              <a:cxn ang="0">
                <a:pos x="connsiteX4781" y="connsiteY4781"/>
              </a:cxn>
              <a:cxn ang="0">
                <a:pos x="connsiteX4782" y="connsiteY4782"/>
              </a:cxn>
              <a:cxn ang="0">
                <a:pos x="connsiteX4783" y="connsiteY4783"/>
              </a:cxn>
              <a:cxn ang="0">
                <a:pos x="connsiteX4784" y="connsiteY4784"/>
              </a:cxn>
              <a:cxn ang="0">
                <a:pos x="connsiteX4785" y="connsiteY4785"/>
              </a:cxn>
              <a:cxn ang="0">
                <a:pos x="connsiteX4786" y="connsiteY4786"/>
              </a:cxn>
              <a:cxn ang="0">
                <a:pos x="connsiteX4787" y="connsiteY4787"/>
              </a:cxn>
              <a:cxn ang="0">
                <a:pos x="connsiteX4788" y="connsiteY4788"/>
              </a:cxn>
              <a:cxn ang="0">
                <a:pos x="connsiteX4789" y="connsiteY4789"/>
              </a:cxn>
              <a:cxn ang="0">
                <a:pos x="connsiteX4790" y="connsiteY4790"/>
              </a:cxn>
              <a:cxn ang="0">
                <a:pos x="connsiteX4791" y="connsiteY4791"/>
              </a:cxn>
              <a:cxn ang="0">
                <a:pos x="connsiteX4792" y="connsiteY4792"/>
              </a:cxn>
              <a:cxn ang="0">
                <a:pos x="connsiteX4793" y="connsiteY4793"/>
              </a:cxn>
              <a:cxn ang="0">
                <a:pos x="connsiteX4794" y="connsiteY4794"/>
              </a:cxn>
              <a:cxn ang="0">
                <a:pos x="connsiteX4795" y="connsiteY4795"/>
              </a:cxn>
              <a:cxn ang="0">
                <a:pos x="connsiteX4796" y="connsiteY4796"/>
              </a:cxn>
              <a:cxn ang="0">
                <a:pos x="connsiteX4797" y="connsiteY4797"/>
              </a:cxn>
              <a:cxn ang="0">
                <a:pos x="connsiteX4798" y="connsiteY4798"/>
              </a:cxn>
              <a:cxn ang="0">
                <a:pos x="connsiteX4799" y="connsiteY4799"/>
              </a:cxn>
              <a:cxn ang="0">
                <a:pos x="connsiteX4800" y="connsiteY4800"/>
              </a:cxn>
              <a:cxn ang="0">
                <a:pos x="connsiteX4801" y="connsiteY4801"/>
              </a:cxn>
              <a:cxn ang="0">
                <a:pos x="connsiteX4802" y="connsiteY4802"/>
              </a:cxn>
              <a:cxn ang="0">
                <a:pos x="connsiteX4803" y="connsiteY4803"/>
              </a:cxn>
              <a:cxn ang="0">
                <a:pos x="connsiteX4804" y="connsiteY4804"/>
              </a:cxn>
              <a:cxn ang="0">
                <a:pos x="connsiteX4805" y="connsiteY4805"/>
              </a:cxn>
              <a:cxn ang="0">
                <a:pos x="connsiteX4806" y="connsiteY4806"/>
              </a:cxn>
              <a:cxn ang="0">
                <a:pos x="connsiteX4807" y="connsiteY4807"/>
              </a:cxn>
              <a:cxn ang="0">
                <a:pos x="connsiteX4808" y="connsiteY4808"/>
              </a:cxn>
              <a:cxn ang="0">
                <a:pos x="connsiteX4809" y="connsiteY4809"/>
              </a:cxn>
              <a:cxn ang="0">
                <a:pos x="connsiteX4810" y="connsiteY4810"/>
              </a:cxn>
              <a:cxn ang="0">
                <a:pos x="connsiteX4811" y="connsiteY4811"/>
              </a:cxn>
              <a:cxn ang="0">
                <a:pos x="connsiteX4812" y="connsiteY4812"/>
              </a:cxn>
              <a:cxn ang="0">
                <a:pos x="connsiteX4813" y="connsiteY4813"/>
              </a:cxn>
              <a:cxn ang="0">
                <a:pos x="connsiteX4814" y="connsiteY4814"/>
              </a:cxn>
              <a:cxn ang="0">
                <a:pos x="connsiteX4815" y="connsiteY4815"/>
              </a:cxn>
              <a:cxn ang="0">
                <a:pos x="connsiteX4816" y="connsiteY4816"/>
              </a:cxn>
              <a:cxn ang="0">
                <a:pos x="connsiteX4817" y="connsiteY4817"/>
              </a:cxn>
              <a:cxn ang="0">
                <a:pos x="connsiteX4818" y="connsiteY4818"/>
              </a:cxn>
              <a:cxn ang="0">
                <a:pos x="connsiteX4819" y="connsiteY4819"/>
              </a:cxn>
              <a:cxn ang="0">
                <a:pos x="connsiteX4820" y="connsiteY4820"/>
              </a:cxn>
              <a:cxn ang="0">
                <a:pos x="connsiteX4821" y="connsiteY4821"/>
              </a:cxn>
              <a:cxn ang="0">
                <a:pos x="connsiteX4822" y="connsiteY4822"/>
              </a:cxn>
              <a:cxn ang="0">
                <a:pos x="connsiteX4823" y="connsiteY4823"/>
              </a:cxn>
              <a:cxn ang="0">
                <a:pos x="connsiteX4824" y="connsiteY4824"/>
              </a:cxn>
              <a:cxn ang="0">
                <a:pos x="connsiteX4825" y="connsiteY4825"/>
              </a:cxn>
              <a:cxn ang="0">
                <a:pos x="connsiteX4826" y="connsiteY4826"/>
              </a:cxn>
              <a:cxn ang="0">
                <a:pos x="connsiteX4827" y="connsiteY4827"/>
              </a:cxn>
              <a:cxn ang="0">
                <a:pos x="connsiteX4828" y="connsiteY4828"/>
              </a:cxn>
              <a:cxn ang="0">
                <a:pos x="connsiteX4829" y="connsiteY4829"/>
              </a:cxn>
              <a:cxn ang="0">
                <a:pos x="connsiteX4830" y="connsiteY4830"/>
              </a:cxn>
              <a:cxn ang="0">
                <a:pos x="connsiteX4831" y="connsiteY4831"/>
              </a:cxn>
              <a:cxn ang="0">
                <a:pos x="connsiteX4832" y="connsiteY4832"/>
              </a:cxn>
              <a:cxn ang="0">
                <a:pos x="connsiteX4833" y="connsiteY4833"/>
              </a:cxn>
              <a:cxn ang="0">
                <a:pos x="connsiteX4834" y="connsiteY4834"/>
              </a:cxn>
              <a:cxn ang="0">
                <a:pos x="connsiteX4835" y="connsiteY4835"/>
              </a:cxn>
              <a:cxn ang="0">
                <a:pos x="connsiteX4836" y="connsiteY4836"/>
              </a:cxn>
              <a:cxn ang="0">
                <a:pos x="connsiteX4837" y="connsiteY4837"/>
              </a:cxn>
              <a:cxn ang="0">
                <a:pos x="connsiteX4838" y="connsiteY4838"/>
              </a:cxn>
              <a:cxn ang="0">
                <a:pos x="connsiteX4839" y="connsiteY4839"/>
              </a:cxn>
              <a:cxn ang="0">
                <a:pos x="connsiteX4840" y="connsiteY4840"/>
              </a:cxn>
              <a:cxn ang="0">
                <a:pos x="connsiteX4841" y="connsiteY4841"/>
              </a:cxn>
              <a:cxn ang="0">
                <a:pos x="connsiteX4842" y="connsiteY4842"/>
              </a:cxn>
              <a:cxn ang="0">
                <a:pos x="connsiteX4843" y="connsiteY4843"/>
              </a:cxn>
              <a:cxn ang="0">
                <a:pos x="connsiteX4844" y="connsiteY4844"/>
              </a:cxn>
              <a:cxn ang="0">
                <a:pos x="connsiteX4845" y="connsiteY4845"/>
              </a:cxn>
              <a:cxn ang="0">
                <a:pos x="connsiteX4846" y="connsiteY4846"/>
              </a:cxn>
              <a:cxn ang="0">
                <a:pos x="connsiteX4847" y="connsiteY4847"/>
              </a:cxn>
              <a:cxn ang="0">
                <a:pos x="connsiteX4848" y="connsiteY4848"/>
              </a:cxn>
              <a:cxn ang="0">
                <a:pos x="connsiteX4849" y="connsiteY4849"/>
              </a:cxn>
              <a:cxn ang="0">
                <a:pos x="connsiteX4850" y="connsiteY4850"/>
              </a:cxn>
              <a:cxn ang="0">
                <a:pos x="connsiteX4851" y="connsiteY4851"/>
              </a:cxn>
              <a:cxn ang="0">
                <a:pos x="connsiteX4852" y="connsiteY4852"/>
              </a:cxn>
              <a:cxn ang="0">
                <a:pos x="connsiteX4853" y="connsiteY4853"/>
              </a:cxn>
              <a:cxn ang="0">
                <a:pos x="connsiteX4854" y="connsiteY4854"/>
              </a:cxn>
              <a:cxn ang="0">
                <a:pos x="connsiteX4855" y="connsiteY4855"/>
              </a:cxn>
              <a:cxn ang="0">
                <a:pos x="connsiteX4856" y="connsiteY4856"/>
              </a:cxn>
              <a:cxn ang="0">
                <a:pos x="connsiteX4857" y="connsiteY4857"/>
              </a:cxn>
              <a:cxn ang="0">
                <a:pos x="connsiteX4858" y="connsiteY4858"/>
              </a:cxn>
              <a:cxn ang="0">
                <a:pos x="connsiteX4859" y="connsiteY4859"/>
              </a:cxn>
              <a:cxn ang="0">
                <a:pos x="connsiteX4860" y="connsiteY4860"/>
              </a:cxn>
              <a:cxn ang="0">
                <a:pos x="connsiteX4861" y="connsiteY4861"/>
              </a:cxn>
              <a:cxn ang="0">
                <a:pos x="connsiteX4862" y="connsiteY4862"/>
              </a:cxn>
              <a:cxn ang="0">
                <a:pos x="connsiteX4863" y="connsiteY4863"/>
              </a:cxn>
              <a:cxn ang="0">
                <a:pos x="connsiteX4864" y="connsiteY4864"/>
              </a:cxn>
              <a:cxn ang="0">
                <a:pos x="connsiteX4865" y="connsiteY4865"/>
              </a:cxn>
              <a:cxn ang="0">
                <a:pos x="connsiteX4866" y="connsiteY4866"/>
              </a:cxn>
              <a:cxn ang="0">
                <a:pos x="connsiteX4867" y="connsiteY4867"/>
              </a:cxn>
              <a:cxn ang="0">
                <a:pos x="connsiteX4868" y="connsiteY4868"/>
              </a:cxn>
              <a:cxn ang="0">
                <a:pos x="connsiteX4869" y="connsiteY4869"/>
              </a:cxn>
              <a:cxn ang="0">
                <a:pos x="connsiteX4870" y="connsiteY4870"/>
              </a:cxn>
              <a:cxn ang="0">
                <a:pos x="connsiteX4871" y="connsiteY4871"/>
              </a:cxn>
              <a:cxn ang="0">
                <a:pos x="connsiteX4872" y="connsiteY4872"/>
              </a:cxn>
              <a:cxn ang="0">
                <a:pos x="connsiteX4873" y="connsiteY4873"/>
              </a:cxn>
              <a:cxn ang="0">
                <a:pos x="connsiteX4874" y="connsiteY4874"/>
              </a:cxn>
              <a:cxn ang="0">
                <a:pos x="connsiteX4875" y="connsiteY4875"/>
              </a:cxn>
              <a:cxn ang="0">
                <a:pos x="connsiteX4876" y="connsiteY4876"/>
              </a:cxn>
              <a:cxn ang="0">
                <a:pos x="connsiteX4877" y="connsiteY4877"/>
              </a:cxn>
              <a:cxn ang="0">
                <a:pos x="connsiteX4878" y="connsiteY4878"/>
              </a:cxn>
              <a:cxn ang="0">
                <a:pos x="connsiteX4879" y="connsiteY4879"/>
              </a:cxn>
              <a:cxn ang="0">
                <a:pos x="connsiteX4880" y="connsiteY4880"/>
              </a:cxn>
              <a:cxn ang="0">
                <a:pos x="connsiteX4881" y="connsiteY4881"/>
              </a:cxn>
              <a:cxn ang="0">
                <a:pos x="connsiteX4882" y="connsiteY4882"/>
              </a:cxn>
              <a:cxn ang="0">
                <a:pos x="connsiteX4883" y="connsiteY4883"/>
              </a:cxn>
              <a:cxn ang="0">
                <a:pos x="connsiteX4884" y="connsiteY4884"/>
              </a:cxn>
              <a:cxn ang="0">
                <a:pos x="connsiteX4885" y="connsiteY4885"/>
              </a:cxn>
              <a:cxn ang="0">
                <a:pos x="connsiteX4886" y="connsiteY4886"/>
              </a:cxn>
              <a:cxn ang="0">
                <a:pos x="connsiteX4887" y="connsiteY4887"/>
              </a:cxn>
              <a:cxn ang="0">
                <a:pos x="connsiteX4888" y="connsiteY4888"/>
              </a:cxn>
              <a:cxn ang="0">
                <a:pos x="connsiteX4889" y="connsiteY4889"/>
              </a:cxn>
              <a:cxn ang="0">
                <a:pos x="connsiteX4890" y="connsiteY4890"/>
              </a:cxn>
              <a:cxn ang="0">
                <a:pos x="connsiteX4891" y="connsiteY4891"/>
              </a:cxn>
              <a:cxn ang="0">
                <a:pos x="connsiteX4892" y="connsiteY4892"/>
              </a:cxn>
              <a:cxn ang="0">
                <a:pos x="connsiteX4893" y="connsiteY4893"/>
              </a:cxn>
              <a:cxn ang="0">
                <a:pos x="connsiteX4894" y="connsiteY4894"/>
              </a:cxn>
              <a:cxn ang="0">
                <a:pos x="connsiteX4895" y="connsiteY4895"/>
              </a:cxn>
              <a:cxn ang="0">
                <a:pos x="connsiteX4896" y="connsiteY4896"/>
              </a:cxn>
              <a:cxn ang="0">
                <a:pos x="connsiteX4897" y="connsiteY4897"/>
              </a:cxn>
              <a:cxn ang="0">
                <a:pos x="connsiteX4898" y="connsiteY4898"/>
              </a:cxn>
              <a:cxn ang="0">
                <a:pos x="connsiteX4899" y="connsiteY4899"/>
              </a:cxn>
              <a:cxn ang="0">
                <a:pos x="connsiteX4900" y="connsiteY4900"/>
              </a:cxn>
              <a:cxn ang="0">
                <a:pos x="connsiteX4901" y="connsiteY4901"/>
              </a:cxn>
              <a:cxn ang="0">
                <a:pos x="connsiteX4902" y="connsiteY4902"/>
              </a:cxn>
              <a:cxn ang="0">
                <a:pos x="connsiteX4903" y="connsiteY4903"/>
              </a:cxn>
              <a:cxn ang="0">
                <a:pos x="connsiteX4904" y="connsiteY4904"/>
              </a:cxn>
              <a:cxn ang="0">
                <a:pos x="connsiteX4905" y="connsiteY4905"/>
              </a:cxn>
              <a:cxn ang="0">
                <a:pos x="connsiteX4906" y="connsiteY4906"/>
              </a:cxn>
              <a:cxn ang="0">
                <a:pos x="connsiteX4907" y="connsiteY4907"/>
              </a:cxn>
              <a:cxn ang="0">
                <a:pos x="connsiteX4908" y="connsiteY4908"/>
              </a:cxn>
              <a:cxn ang="0">
                <a:pos x="connsiteX4909" y="connsiteY4909"/>
              </a:cxn>
              <a:cxn ang="0">
                <a:pos x="connsiteX4910" y="connsiteY4910"/>
              </a:cxn>
              <a:cxn ang="0">
                <a:pos x="connsiteX4911" y="connsiteY4911"/>
              </a:cxn>
              <a:cxn ang="0">
                <a:pos x="connsiteX4912" y="connsiteY4912"/>
              </a:cxn>
              <a:cxn ang="0">
                <a:pos x="connsiteX4913" y="connsiteY4913"/>
              </a:cxn>
              <a:cxn ang="0">
                <a:pos x="connsiteX4914" y="connsiteY4914"/>
              </a:cxn>
              <a:cxn ang="0">
                <a:pos x="connsiteX4915" y="connsiteY4915"/>
              </a:cxn>
              <a:cxn ang="0">
                <a:pos x="connsiteX4916" y="connsiteY4916"/>
              </a:cxn>
              <a:cxn ang="0">
                <a:pos x="connsiteX4917" y="connsiteY4917"/>
              </a:cxn>
              <a:cxn ang="0">
                <a:pos x="connsiteX4918" y="connsiteY4918"/>
              </a:cxn>
              <a:cxn ang="0">
                <a:pos x="connsiteX4919" y="connsiteY4919"/>
              </a:cxn>
              <a:cxn ang="0">
                <a:pos x="connsiteX4920" y="connsiteY4920"/>
              </a:cxn>
              <a:cxn ang="0">
                <a:pos x="connsiteX4921" y="connsiteY4921"/>
              </a:cxn>
              <a:cxn ang="0">
                <a:pos x="connsiteX4922" y="connsiteY4922"/>
              </a:cxn>
              <a:cxn ang="0">
                <a:pos x="connsiteX4923" y="connsiteY4923"/>
              </a:cxn>
              <a:cxn ang="0">
                <a:pos x="connsiteX4924" y="connsiteY4924"/>
              </a:cxn>
              <a:cxn ang="0">
                <a:pos x="connsiteX4925" y="connsiteY4925"/>
              </a:cxn>
              <a:cxn ang="0">
                <a:pos x="connsiteX4926" y="connsiteY4926"/>
              </a:cxn>
              <a:cxn ang="0">
                <a:pos x="connsiteX4927" y="connsiteY4927"/>
              </a:cxn>
              <a:cxn ang="0">
                <a:pos x="connsiteX4928" y="connsiteY4928"/>
              </a:cxn>
              <a:cxn ang="0">
                <a:pos x="connsiteX4929" y="connsiteY4929"/>
              </a:cxn>
              <a:cxn ang="0">
                <a:pos x="connsiteX4930" y="connsiteY4930"/>
              </a:cxn>
              <a:cxn ang="0">
                <a:pos x="connsiteX4931" y="connsiteY4931"/>
              </a:cxn>
              <a:cxn ang="0">
                <a:pos x="connsiteX4932" y="connsiteY4932"/>
              </a:cxn>
              <a:cxn ang="0">
                <a:pos x="connsiteX4933" y="connsiteY4933"/>
              </a:cxn>
              <a:cxn ang="0">
                <a:pos x="connsiteX4934" y="connsiteY4934"/>
              </a:cxn>
              <a:cxn ang="0">
                <a:pos x="connsiteX4935" y="connsiteY4935"/>
              </a:cxn>
              <a:cxn ang="0">
                <a:pos x="connsiteX4936" y="connsiteY4936"/>
              </a:cxn>
              <a:cxn ang="0">
                <a:pos x="connsiteX4937" y="connsiteY4937"/>
              </a:cxn>
              <a:cxn ang="0">
                <a:pos x="connsiteX4938" y="connsiteY4938"/>
              </a:cxn>
              <a:cxn ang="0">
                <a:pos x="connsiteX4939" y="connsiteY4939"/>
              </a:cxn>
              <a:cxn ang="0">
                <a:pos x="connsiteX4940" y="connsiteY4940"/>
              </a:cxn>
              <a:cxn ang="0">
                <a:pos x="connsiteX4941" y="connsiteY4941"/>
              </a:cxn>
              <a:cxn ang="0">
                <a:pos x="connsiteX4942" y="connsiteY4942"/>
              </a:cxn>
              <a:cxn ang="0">
                <a:pos x="connsiteX4943" y="connsiteY4943"/>
              </a:cxn>
              <a:cxn ang="0">
                <a:pos x="connsiteX4944" y="connsiteY4944"/>
              </a:cxn>
              <a:cxn ang="0">
                <a:pos x="connsiteX4945" y="connsiteY4945"/>
              </a:cxn>
              <a:cxn ang="0">
                <a:pos x="connsiteX4946" y="connsiteY4946"/>
              </a:cxn>
              <a:cxn ang="0">
                <a:pos x="connsiteX4947" y="connsiteY4947"/>
              </a:cxn>
              <a:cxn ang="0">
                <a:pos x="connsiteX4948" y="connsiteY4948"/>
              </a:cxn>
              <a:cxn ang="0">
                <a:pos x="connsiteX4949" y="connsiteY4949"/>
              </a:cxn>
              <a:cxn ang="0">
                <a:pos x="connsiteX4950" y="connsiteY4950"/>
              </a:cxn>
              <a:cxn ang="0">
                <a:pos x="connsiteX4951" y="connsiteY4951"/>
              </a:cxn>
              <a:cxn ang="0">
                <a:pos x="connsiteX4952" y="connsiteY4952"/>
              </a:cxn>
              <a:cxn ang="0">
                <a:pos x="connsiteX4953" y="connsiteY4953"/>
              </a:cxn>
              <a:cxn ang="0">
                <a:pos x="connsiteX4954" y="connsiteY4954"/>
              </a:cxn>
              <a:cxn ang="0">
                <a:pos x="connsiteX4955" y="connsiteY4955"/>
              </a:cxn>
              <a:cxn ang="0">
                <a:pos x="connsiteX4956" y="connsiteY4956"/>
              </a:cxn>
              <a:cxn ang="0">
                <a:pos x="connsiteX4957" y="connsiteY4957"/>
              </a:cxn>
              <a:cxn ang="0">
                <a:pos x="connsiteX4958" y="connsiteY4958"/>
              </a:cxn>
              <a:cxn ang="0">
                <a:pos x="connsiteX4959" y="connsiteY4959"/>
              </a:cxn>
              <a:cxn ang="0">
                <a:pos x="connsiteX4960" y="connsiteY4960"/>
              </a:cxn>
              <a:cxn ang="0">
                <a:pos x="connsiteX4961" y="connsiteY4961"/>
              </a:cxn>
              <a:cxn ang="0">
                <a:pos x="connsiteX4962" y="connsiteY4962"/>
              </a:cxn>
              <a:cxn ang="0">
                <a:pos x="connsiteX4963" y="connsiteY4963"/>
              </a:cxn>
              <a:cxn ang="0">
                <a:pos x="connsiteX4964" y="connsiteY4964"/>
              </a:cxn>
              <a:cxn ang="0">
                <a:pos x="connsiteX4965" y="connsiteY4965"/>
              </a:cxn>
              <a:cxn ang="0">
                <a:pos x="connsiteX4966" y="connsiteY4966"/>
              </a:cxn>
              <a:cxn ang="0">
                <a:pos x="connsiteX4967" y="connsiteY4967"/>
              </a:cxn>
              <a:cxn ang="0">
                <a:pos x="connsiteX4968" y="connsiteY4968"/>
              </a:cxn>
              <a:cxn ang="0">
                <a:pos x="connsiteX4969" y="connsiteY4969"/>
              </a:cxn>
              <a:cxn ang="0">
                <a:pos x="connsiteX4970" y="connsiteY4970"/>
              </a:cxn>
              <a:cxn ang="0">
                <a:pos x="connsiteX4971" y="connsiteY4971"/>
              </a:cxn>
              <a:cxn ang="0">
                <a:pos x="connsiteX4972" y="connsiteY4972"/>
              </a:cxn>
              <a:cxn ang="0">
                <a:pos x="connsiteX4973" y="connsiteY4973"/>
              </a:cxn>
              <a:cxn ang="0">
                <a:pos x="connsiteX4974" y="connsiteY4974"/>
              </a:cxn>
              <a:cxn ang="0">
                <a:pos x="connsiteX4975" y="connsiteY4975"/>
              </a:cxn>
              <a:cxn ang="0">
                <a:pos x="connsiteX4976" y="connsiteY4976"/>
              </a:cxn>
              <a:cxn ang="0">
                <a:pos x="connsiteX4977" y="connsiteY4977"/>
              </a:cxn>
              <a:cxn ang="0">
                <a:pos x="connsiteX4978" y="connsiteY4978"/>
              </a:cxn>
              <a:cxn ang="0">
                <a:pos x="connsiteX4979" y="connsiteY4979"/>
              </a:cxn>
              <a:cxn ang="0">
                <a:pos x="connsiteX4980" y="connsiteY4980"/>
              </a:cxn>
              <a:cxn ang="0">
                <a:pos x="connsiteX4981" y="connsiteY4981"/>
              </a:cxn>
              <a:cxn ang="0">
                <a:pos x="connsiteX4982" y="connsiteY4982"/>
              </a:cxn>
              <a:cxn ang="0">
                <a:pos x="connsiteX4983" y="connsiteY4983"/>
              </a:cxn>
              <a:cxn ang="0">
                <a:pos x="connsiteX4984" y="connsiteY4984"/>
              </a:cxn>
              <a:cxn ang="0">
                <a:pos x="connsiteX4985" y="connsiteY4985"/>
              </a:cxn>
              <a:cxn ang="0">
                <a:pos x="connsiteX4986" y="connsiteY4986"/>
              </a:cxn>
              <a:cxn ang="0">
                <a:pos x="connsiteX4987" y="connsiteY4987"/>
              </a:cxn>
              <a:cxn ang="0">
                <a:pos x="connsiteX4988" y="connsiteY4988"/>
              </a:cxn>
              <a:cxn ang="0">
                <a:pos x="connsiteX4989" y="connsiteY4989"/>
              </a:cxn>
              <a:cxn ang="0">
                <a:pos x="connsiteX4990" y="connsiteY4990"/>
              </a:cxn>
              <a:cxn ang="0">
                <a:pos x="connsiteX4991" y="connsiteY4991"/>
              </a:cxn>
              <a:cxn ang="0">
                <a:pos x="connsiteX4992" y="connsiteY4992"/>
              </a:cxn>
              <a:cxn ang="0">
                <a:pos x="connsiteX4993" y="connsiteY4993"/>
              </a:cxn>
              <a:cxn ang="0">
                <a:pos x="connsiteX4994" y="connsiteY4994"/>
              </a:cxn>
              <a:cxn ang="0">
                <a:pos x="connsiteX4995" y="connsiteY4995"/>
              </a:cxn>
              <a:cxn ang="0">
                <a:pos x="connsiteX4996" y="connsiteY4996"/>
              </a:cxn>
              <a:cxn ang="0">
                <a:pos x="connsiteX4997" y="connsiteY4997"/>
              </a:cxn>
              <a:cxn ang="0">
                <a:pos x="connsiteX4998" y="connsiteY4998"/>
              </a:cxn>
              <a:cxn ang="0">
                <a:pos x="connsiteX4999" y="connsiteY4999"/>
              </a:cxn>
              <a:cxn ang="0">
                <a:pos x="connsiteX5000" y="connsiteY5000"/>
              </a:cxn>
              <a:cxn ang="0">
                <a:pos x="connsiteX5001" y="connsiteY5001"/>
              </a:cxn>
              <a:cxn ang="0">
                <a:pos x="connsiteX5002" y="connsiteY5002"/>
              </a:cxn>
              <a:cxn ang="0">
                <a:pos x="connsiteX5003" y="connsiteY5003"/>
              </a:cxn>
              <a:cxn ang="0">
                <a:pos x="connsiteX5004" y="connsiteY5004"/>
              </a:cxn>
              <a:cxn ang="0">
                <a:pos x="connsiteX5005" y="connsiteY5005"/>
              </a:cxn>
              <a:cxn ang="0">
                <a:pos x="connsiteX5006" y="connsiteY5006"/>
              </a:cxn>
              <a:cxn ang="0">
                <a:pos x="connsiteX5007" y="connsiteY5007"/>
              </a:cxn>
              <a:cxn ang="0">
                <a:pos x="connsiteX5008" y="connsiteY5008"/>
              </a:cxn>
              <a:cxn ang="0">
                <a:pos x="connsiteX5009" y="connsiteY5009"/>
              </a:cxn>
              <a:cxn ang="0">
                <a:pos x="connsiteX5010" y="connsiteY5010"/>
              </a:cxn>
              <a:cxn ang="0">
                <a:pos x="connsiteX5011" y="connsiteY5011"/>
              </a:cxn>
              <a:cxn ang="0">
                <a:pos x="connsiteX5012" y="connsiteY5012"/>
              </a:cxn>
              <a:cxn ang="0">
                <a:pos x="connsiteX5013" y="connsiteY5013"/>
              </a:cxn>
              <a:cxn ang="0">
                <a:pos x="connsiteX5014" y="connsiteY5014"/>
              </a:cxn>
              <a:cxn ang="0">
                <a:pos x="connsiteX5015" y="connsiteY5015"/>
              </a:cxn>
              <a:cxn ang="0">
                <a:pos x="connsiteX5016" y="connsiteY5016"/>
              </a:cxn>
              <a:cxn ang="0">
                <a:pos x="connsiteX5017" y="connsiteY5017"/>
              </a:cxn>
              <a:cxn ang="0">
                <a:pos x="connsiteX5018" y="connsiteY5018"/>
              </a:cxn>
              <a:cxn ang="0">
                <a:pos x="connsiteX5019" y="connsiteY5019"/>
              </a:cxn>
              <a:cxn ang="0">
                <a:pos x="connsiteX5020" y="connsiteY5020"/>
              </a:cxn>
              <a:cxn ang="0">
                <a:pos x="connsiteX5021" y="connsiteY5021"/>
              </a:cxn>
              <a:cxn ang="0">
                <a:pos x="connsiteX5022" y="connsiteY5022"/>
              </a:cxn>
              <a:cxn ang="0">
                <a:pos x="connsiteX5023" y="connsiteY5023"/>
              </a:cxn>
              <a:cxn ang="0">
                <a:pos x="connsiteX5024" y="connsiteY5024"/>
              </a:cxn>
              <a:cxn ang="0">
                <a:pos x="connsiteX5025" y="connsiteY5025"/>
              </a:cxn>
              <a:cxn ang="0">
                <a:pos x="connsiteX5026" y="connsiteY5026"/>
              </a:cxn>
              <a:cxn ang="0">
                <a:pos x="connsiteX5027" y="connsiteY5027"/>
              </a:cxn>
              <a:cxn ang="0">
                <a:pos x="connsiteX5028" y="connsiteY5028"/>
              </a:cxn>
              <a:cxn ang="0">
                <a:pos x="connsiteX5029" y="connsiteY5029"/>
              </a:cxn>
              <a:cxn ang="0">
                <a:pos x="connsiteX5030" y="connsiteY5030"/>
              </a:cxn>
              <a:cxn ang="0">
                <a:pos x="connsiteX5031" y="connsiteY5031"/>
              </a:cxn>
              <a:cxn ang="0">
                <a:pos x="connsiteX5032" y="connsiteY5032"/>
              </a:cxn>
              <a:cxn ang="0">
                <a:pos x="connsiteX5033" y="connsiteY5033"/>
              </a:cxn>
              <a:cxn ang="0">
                <a:pos x="connsiteX5034" y="connsiteY5034"/>
              </a:cxn>
              <a:cxn ang="0">
                <a:pos x="connsiteX5035" y="connsiteY5035"/>
              </a:cxn>
              <a:cxn ang="0">
                <a:pos x="connsiteX5036" y="connsiteY5036"/>
              </a:cxn>
              <a:cxn ang="0">
                <a:pos x="connsiteX5037" y="connsiteY5037"/>
              </a:cxn>
              <a:cxn ang="0">
                <a:pos x="connsiteX5038" y="connsiteY5038"/>
              </a:cxn>
              <a:cxn ang="0">
                <a:pos x="connsiteX5039" y="connsiteY5039"/>
              </a:cxn>
              <a:cxn ang="0">
                <a:pos x="connsiteX5040" y="connsiteY5040"/>
              </a:cxn>
              <a:cxn ang="0">
                <a:pos x="connsiteX5041" y="connsiteY5041"/>
              </a:cxn>
              <a:cxn ang="0">
                <a:pos x="connsiteX5042" y="connsiteY5042"/>
              </a:cxn>
              <a:cxn ang="0">
                <a:pos x="connsiteX5043" y="connsiteY5043"/>
              </a:cxn>
              <a:cxn ang="0">
                <a:pos x="connsiteX5044" y="connsiteY5044"/>
              </a:cxn>
              <a:cxn ang="0">
                <a:pos x="connsiteX5045" y="connsiteY5045"/>
              </a:cxn>
              <a:cxn ang="0">
                <a:pos x="connsiteX5046" y="connsiteY5046"/>
              </a:cxn>
              <a:cxn ang="0">
                <a:pos x="connsiteX5047" y="connsiteY5047"/>
              </a:cxn>
              <a:cxn ang="0">
                <a:pos x="connsiteX5048" y="connsiteY5048"/>
              </a:cxn>
              <a:cxn ang="0">
                <a:pos x="connsiteX5049" y="connsiteY5049"/>
              </a:cxn>
              <a:cxn ang="0">
                <a:pos x="connsiteX5050" y="connsiteY5050"/>
              </a:cxn>
              <a:cxn ang="0">
                <a:pos x="connsiteX5051" y="connsiteY5051"/>
              </a:cxn>
              <a:cxn ang="0">
                <a:pos x="connsiteX5052" y="connsiteY5052"/>
              </a:cxn>
              <a:cxn ang="0">
                <a:pos x="connsiteX5053" y="connsiteY5053"/>
              </a:cxn>
              <a:cxn ang="0">
                <a:pos x="connsiteX5054" y="connsiteY5054"/>
              </a:cxn>
              <a:cxn ang="0">
                <a:pos x="connsiteX5055" y="connsiteY5055"/>
              </a:cxn>
              <a:cxn ang="0">
                <a:pos x="connsiteX5056" y="connsiteY5056"/>
              </a:cxn>
              <a:cxn ang="0">
                <a:pos x="connsiteX5057" y="connsiteY5057"/>
              </a:cxn>
              <a:cxn ang="0">
                <a:pos x="connsiteX5058" y="connsiteY5058"/>
              </a:cxn>
              <a:cxn ang="0">
                <a:pos x="connsiteX5059" y="connsiteY5059"/>
              </a:cxn>
              <a:cxn ang="0">
                <a:pos x="connsiteX5060" y="connsiteY5060"/>
              </a:cxn>
              <a:cxn ang="0">
                <a:pos x="connsiteX5061" y="connsiteY5061"/>
              </a:cxn>
              <a:cxn ang="0">
                <a:pos x="connsiteX5062" y="connsiteY5062"/>
              </a:cxn>
              <a:cxn ang="0">
                <a:pos x="connsiteX5063" y="connsiteY5063"/>
              </a:cxn>
              <a:cxn ang="0">
                <a:pos x="connsiteX5064" y="connsiteY5064"/>
              </a:cxn>
              <a:cxn ang="0">
                <a:pos x="connsiteX5065" y="connsiteY5065"/>
              </a:cxn>
              <a:cxn ang="0">
                <a:pos x="connsiteX5066" y="connsiteY5066"/>
              </a:cxn>
              <a:cxn ang="0">
                <a:pos x="connsiteX5067" y="connsiteY5067"/>
              </a:cxn>
              <a:cxn ang="0">
                <a:pos x="connsiteX5068" y="connsiteY5068"/>
              </a:cxn>
              <a:cxn ang="0">
                <a:pos x="connsiteX5069" y="connsiteY5069"/>
              </a:cxn>
              <a:cxn ang="0">
                <a:pos x="connsiteX5070" y="connsiteY5070"/>
              </a:cxn>
              <a:cxn ang="0">
                <a:pos x="connsiteX5071" y="connsiteY5071"/>
              </a:cxn>
              <a:cxn ang="0">
                <a:pos x="connsiteX5072" y="connsiteY5072"/>
              </a:cxn>
              <a:cxn ang="0">
                <a:pos x="connsiteX5073" y="connsiteY5073"/>
              </a:cxn>
              <a:cxn ang="0">
                <a:pos x="connsiteX5074" y="connsiteY5074"/>
              </a:cxn>
              <a:cxn ang="0">
                <a:pos x="connsiteX5075" y="connsiteY5075"/>
              </a:cxn>
              <a:cxn ang="0">
                <a:pos x="connsiteX5076" y="connsiteY5076"/>
              </a:cxn>
              <a:cxn ang="0">
                <a:pos x="connsiteX5077" y="connsiteY5077"/>
              </a:cxn>
              <a:cxn ang="0">
                <a:pos x="connsiteX5078" y="connsiteY5078"/>
              </a:cxn>
              <a:cxn ang="0">
                <a:pos x="connsiteX5079" y="connsiteY5079"/>
              </a:cxn>
              <a:cxn ang="0">
                <a:pos x="connsiteX5080" y="connsiteY5080"/>
              </a:cxn>
              <a:cxn ang="0">
                <a:pos x="connsiteX5081" y="connsiteY5081"/>
              </a:cxn>
              <a:cxn ang="0">
                <a:pos x="connsiteX5082" y="connsiteY5082"/>
              </a:cxn>
              <a:cxn ang="0">
                <a:pos x="connsiteX5083" y="connsiteY5083"/>
              </a:cxn>
              <a:cxn ang="0">
                <a:pos x="connsiteX5084" y="connsiteY5084"/>
              </a:cxn>
              <a:cxn ang="0">
                <a:pos x="connsiteX5085" y="connsiteY5085"/>
              </a:cxn>
              <a:cxn ang="0">
                <a:pos x="connsiteX5086" y="connsiteY5086"/>
              </a:cxn>
              <a:cxn ang="0">
                <a:pos x="connsiteX5087" y="connsiteY5087"/>
              </a:cxn>
              <a:cxn ang="0">
                <a:pos x="connsiteX5088" y="connsiteY5088"/>
              </a:cxn>
              <a:cxn ang="0">
                <a:pos x="connsiteX5089" y="connsiteY5089"/>
              </a:cxn>
              <a:cxn ang="0">
                <a:pos x="connsiteX5090" y="connsiteY5090"/>
              </a:cxn>
              <a:cxn ang="0">
                <a:pos x="connsiteX5091" y="connsiteY5091"/>
              </a:cxn>
              <a:cxn ang="0">
                <a:pos x="connsiteX5092" y="connsiteY5092"/>
              </a:cxn>
              <a:cxn ang="0">
                <a:pos x="connsiteX5093" y="connsiteY5093"/>
              </a:cxn>
              <a:cxn ang="0">
                <a:pos x="connsiteX5094" y="connsiteY5094"/>
              </a:cxn>
              <a:cxn ang="0">
                <a:pos x="connsiteX5095" y="connsiteY5095"/>
              </a:cxn>
              <a:cxn ang="0">
                <a:pos x="connsiteX5096" y="connsiteY5096"/>
              </a:cxn>
              <a:cxn ang="0">
                <a:pos x="connsiteX5097" y="connsiteY5097"/>
              </a:cxn>
              <a:cxn ang="0">
                <a:pos x="connsiteX5098" y="connsiteY5098"/>
              </a:cxn>
              <a:cxn ang="0">
                <a:pos x="connsiteX5099" y="connsiteY5099"/>
              </a:cxn>
              <a:cxn ang="0">
                <a:pos x="connsiteX5100" y="connsiteY5100"/>
              </a:cxn>
              <a:cxn ang="0">
                <a:pos x="connsiteX5101" y="connsiteY5101"/>
              </a:cxn>
              <a:cxn ang="0">
                <a:pos x="connsiteX5102" y="connsiteY5102"/>
              </a:cxn>
              <a:cxn ang="0">
                <a:pos x="connsiteX5103" y="connsiteY5103"/>
              </a:cxn>
              <a:cxn ang="0">
                <a:pos x="connsiteX5104" y="connsiteY5104"/>
              </a:cxn>
              <a:cxn ang="0">
                <a:pos x="connsiteX5105" y="connsiteY5105"/>
              </a:cxn>
              <a:cxn ang="0">
                <a:pos x="connsiteX5106" y="connsiteY5106"/>
              </a:cxn>
              <a:cxn ang="0">
                <a:pos x="connsiteX5107" y="connsiteY5107"/>
              </a:cxn>
              <a:cxn ang="0">
                <a:pos x="connsiteX5108" y="connsiteY5108"/>
              </a:cxn>
              <a:cxn ang="0">
                <a:pos x="connsiteX5109" y="connsiteY5109"/>
              </a:cxn>
              <a:cxn ang="0">
                <a:pos x="connsiteX5110" y="connsiteY5110"/>
              </a:cxn>
              <a:cxn ang="0">
                <a:pos x="connsiteX5111" y="connsiteY5111"/>
              </a:cxn>
              <a:cxn ang="0">
                <a:pos x="connsiteX5112" y="connsiteY5112"/>
              </a:cxn>
              <a:cxn ang="0">
                <a:pos x="connsiteX5113" y="connsiteY5113"/>
              </a:cxn>
              <a:cxn ang="0">
                <a:pos x="connsiteX5114" y="connsiteY5114"/>
              </a:cxn>
              <a:cxn ang="0">
                <a:pos x="connsiteX5115" y="connsiteY5115"/>
              </a:cxn>
              <a:cxn ang="0">
                <a:pos x="connsiteX5116" y="connsiteY5116"/>
              </a:cxn>
              <a:cxn ang="0">
                <a:pos x="connsiteX5117" y="connsiteY5117"/>
              </a:cxn>
              <a:cxn ang="0">
                <a:pos x="connsiteX5118" y="connsiteY5118"/>
              </a:cxn>
              <a:cxn ang="0">
                <a:pos x="connsiteX5119" y="connsiteY5119"/>
              </a:cxn>
              <a:cxn ang="0">
                <a:pos x="connsiteX5120" y="connsiteY5120"/>
              </a:cxn>
              <a:cxn ang="0">
                <a:pos x="connsiteX5121" y="connsiteY5121"/>
              </a:cxn>
              <a:cxn ang="0">
                <a:pos x="connsiteX5122" y="connsiteY5122"/>
              </a:cxn>
              <a:cxn ang="0">
                <a:pos x="connsiteX5123" y="connsiteY5123"/>
              </a:cxn>
              <a:cxn ang="0">
                <a:pos x="connsiteX5124" y="connsiteY5124"/>
              </a:cxn>
              <a:cxn ang="0">
                <a:pos x="connsiteX5125" y="connsiteY5125"/>
              </a:cxn>
              <a:cxn ang="0">
                <a:pos x="connsiteX5126" y="connsiteY5126"/>
              </a:cxn>
              <a:cxn ang="0">
                <a:pos x="connsiteX5127" y="connsiteY5127"/>
              </a:cxn>
              <a:cxn ang="0">
                <a:pos x="connsiteX5128" y="connsiteY5128"/>
              </a:cxn>
              <a:cxn ang="0">
                <a:pos x="connsiteX5129" y="connsiteY5129"/>
              </a:cxn>
              <a:cxn ang="0">
                <a:pos x="connsiteX5130" y="connsiteY5130"/>
              </a:cxn>
              <a:cxn ang="0">
                <a:pos x="connsiteX5131" y="connsiteY5131"/>
              </a:cxn>
              <a:cxn ang="0">
                <a:pos x="connsiteX5132" y="connsiteY5132"/>
              </a:cxn>
              <a:cxn ang="0">
                <a:pos x="connsiteX5133" y="connsiteY5133"/>
              </a:cxn>
              <a:cxn ang="0">
                <a:pos x="connsiteX5134" y="connsiteY5134"/>
              </a:cxn>
              <a:cxn ang="0">
                <a:pos x="connsiteX5135" y="connsiteY5135"/>
              </a:cxn>
              <a:cxn ang="0">
                <a:pos x="connsiteX5136" y="connsiteY5136"/>
              </a:cxn>
              <a:cxn ang="0">
                <a:pos x="connsiteX5137" y="connsiteY5137"/>
              </a:cxn>
              <a:cxn ang="0">
                <a:pos x="connsiteX5138" y="connsiteY5138"/>
              </a:cxn>
              <a:cxn ang="0">
                <a:pos x="connsiteX5139" y="connsiteY5139"/>
              </a:cxn>
              <a:cxn ang="0">
                <a:pos x="connsiteX5140" y="connsiteY5140"/>
              </a:cxn>
              <a:cxn ang="0">
                <a:pos x="connsiteX5141" y="connsiteY5141"/>
              </a:cxn>
              <a:cxn ang="0">
                <a:pos x="connsiteX5142" y="connsiteY5142"/>
              </a:cxn>
              <a:cxn ang="0">
                <a:pos x="connsiteX5143" y="connsiteY5143"/>
              </a:cxn>
              <a:cxn ang="0">
                <a:pos x="connsiteX5144" y="connsiteY5144"/>
              </a:cxn>
              <a:cxn ang="0">
                <a:pos x="connsiteX5145" y="connsiteY5145"/>
              </a:cxn>
              <a:cxn ang="0">
                <a:pos x="connsiteX5146" y="connsiteY5146"/>
              </a:cxn>
              <a:cxn ang="0">
                <a:pos x="connsiteX5147" y="connsiteY5147"/>
              </a:cxn>
              <a:cxn ang="0">
                <a:pos x="connsiteX5148" y="connsiteY5148"/>
              </a:cxn>
              <a:cxn ang="0">
                <a:pos x="connsiteX5149" y="connsiteY5149"/>
              </a:cxn>
              <a:cxn ang="0">
                <a:pos x="connsiteX5150" y="connsiteY5150"/>
              </a:cxn>
              <a:cxn ang="0">
                <a:pos x="connsiteX5151" y="connsiteY5151"/>
              </a:cxn>
              <a:cxn ang="0">
                <a:pos x="connsiteX5152" y="connsiteY5152"/>
              </a:cxn>
              <a:cxn ang="0">
                <a:pos x="connsiteX5153" y="connsiteY5153"/>
              </a:cxn>
              <a:cxn ang="0">
                <a:pos x="connsiteX5154" y="connsiteY5154"/>
              </a:cxn>
              <a:cxn ang="0">
                <a:pos x="connsiteX5155" y="connsiteY5155"/>
              </a:cxn>
              <a:cxn ang="0">
                <a:pos x="connsiteX5156" y="connsiteY5156"/>
              </a:cxn>
              <a:cxn ang="0">
                <a:pos x="connsiteX5157" y="connsiteY5157"/>
              </a:cxn>
              <a:cxn ang="0">
                <a:pos x="connsiteX5158" y="connsiteY5158"/>
              </a:cxn>
              <a:cxn ang="0">
                <a:pos x="connsiteX5159" y="connsiteY5159"/>
              </a:cxn>
              <a:cxn ang="0">
                <a:pos x="connsiteX5160" y="connsiteY5160"/>
              </a:cxn>
              <a:cxn ang="0">
                <a:pos x="connsiteX5161" y="connsiteY5161"/>
              </a:cxn>
              <a:cxn ang="0">
                <a:pos x="connsiteX5162" y="connsiteY5162"/>
              </a:cxn>
              <a:cxn ang="0">
                <a:pos x="connsiteX5163" y="connsiteY5163"/>
              </a:cxn>
              <a:cxn ang="0">
                <a:pos x="connsiteX5164" y="connsiteY5164"/>
              </a:cxn>
              <a:cxn ang="0">
                <a:pos x="connsiteX5165" y="connsiteY5165"/>
              </a:cxn>
              <a:cxn ang="0">
                <a:pos x="connsiteX5166" y="connsiteY5166"/>
              </a:cxn>
              <a:cxn ang="0">
                <a:pos x="connsiteX5167" y="connsiteY5167"/>
              </a:cxn>
              <a:cxn ang="0">
                <a:pos x="connsiteX5168" y="connsiteY5168"/>
              </a:cxn>
              <a:cxn ang="0">
                <a:pos x="connsiteX5169" y="connsiteY5169"/>
              </a:cxn>
              <a:cxn ang="0">
                <a:pos x="connsiteX5170" y="connsiteY5170"/>
              </a:cxn>
              <a:cxn ang="0">
                <a:pos x="connsiteX5171" y="connsiteY5171"/>
              </a:cxn>
              <a:cxn ang="0">
                <a:pos x="connsiteX5172" y="connsiteY5172"/>
              </a:cxn>
              <a:cxn ang="0">
                <a:pos x="connsiteX5173" y="connsiteY5173"/>
              </a:cxn>
              <a:cxn ang="0">
                <a:pos x="connsiteX5174" y="connsiteY5174"/>
              </a:cxn>
              <a:cxn ang="0">
                <a:pos x="connsiteX5175" y="connsiteY5175"/>
              </a:cxn>
              <a:cxn ang="0">
                <a:pos x="connsiteX5176" y="connsiteY5176"/>
              </a:cxn>
              <a:cxn ang="0">
                <a:pos x="connsiteX5177" y="connsiteY5177"/>
              </a:cxn>
              <a:cxn ang="0">
                <a:pos x="connsiteX5178" y="connsiteY5178"/>
              </a:cxn>
              <a:cxn ang="0">
                <a:pos x="connsiteX5179" y="connsiteY5179"/>
              </a:cxn>
              <a:cxn ang="0">
                <a:pos x="connsiteX5180" y="connsiteY5180"/>
              </a:cxn>
              <a:cxn ang="0">
                <a:pos x="connsiteX5181" y="connsiteY5181"/>
              </a:cxn>
              <a:cxn ang="0">
                <a:pos x="connsiteX5182" y="connsiteY5182"/>
              </a:cxn>
              <a:cxn ang="0">
                <a:pos x="connsiteX5183" y="connsiteY5183"/>
              </a:cxn>
              <a:cxn ang="0">
                <a:pos x="connsiteX5184" y="connsiteY5184"/>
              </a:cxn>
              <a:cxn ang="0">
                <a:pos x="connsiteX5185" y="connsiteY5185"/>
              </a:cxn>
              <a:cxn ang="0">
                <a:pos x="connsiteX5186" y="connsiteY5186"/>
              </a:cxn>
              <a:cxn ang="0">
                <a:pos x="connsiteX5187" y="connsiteY5187"/>
              </a:cxn>
              <a:cxn ang="0">
                <a:pos x="connsiteX5188" y="connsiteY5188"/>
              </a:cxn>
              <a:cxn ang="0">
                <a:pos x="connsiteX5189" y="connsiteY5189"/>
              </a:cxn>
              <a:cxn ang="0">
                <a:pos x="connsiteX5190" y="connsiteY5190"/>
              </a:cxn>
              <a:cxn ang="0">
                <a:pos x="connsiteX5191" y="connsiteY5191"/>
              </a:cxn>
              <a:cxn ang="0">
                <a:pos x="connsiteX5192" y="connsiteY5192"/>
              </a:cxn>
              <a:cxn ang="0">
                <a:pos x="connsiteX5193" y="connsiteY5193"/>
              </a:cxn>
              <a:cxn ang="0">
                <a:pos x="connsiteX5194" y="connsiteY5194"/>
              </a:cxn>
              <a:cxn ang="0">
                <a:pos x="connsiteX5195" y="connsiteY5195"/>
              </a:cxn>
              <a:cxn ang="0">
                <a:pos x="connsiteX5196" y="connsiteY5196"/>
              </a:cxn>
              <a:cxn ang="0">
                <a:pos x="connsiteX5197" y="connsiteY5197"/>
              </a:cxn>
              <a:cxn ang="0">
                <a:pos x="connsiteX5198" y="connsiteY5198"/>
              </a:cxn>
              <a:cxn ang="0">
                <a:pos x="connsiteX5199" y="connsiteY5199"/>
              </a:cxn>
              <a:cxn ang="0">
                <a:pos x="connsiteX5200" y="connsiteY5200"/>
              </a:cxn>
              <a:cxn ang="0">
                <a:pos x="connsiteX5201" y="connsiteY5201"/>
              </a:cxn>
              <a:cxn ang="0">
                <a:pos x="connsiteX5202" y="connsiteY5202"/>
              </a:cxn>
              <a:cxn ang="0">
                <a:pos x="connsiteX5203" y="connsiteY5203"/>
              </a:cxn>
              <a:cxn ang="0">
                <a:pos x="connsiteX5204" y="connsiteY5204"/>
              </a:cxn>
              <a:cxn ang="0">
                <a:pos x="connsiteX5205" y="connsiteY5205"/>
              </a:cxn>
              <a:cxn ang="0">
                <a:pos x="connsiteX5206" y="connsiteY5206"/>
              </a:cxn>
              <a:cxn ang="0">
                <a:pos x="connsiteX5207" y="connsiteY5207"/>
              </a:cxn>
              <a:cxn ang="0">
                <a:pos x="connsiteX5208" y="connsiteY5208"/>
              </a:cxn>
              <a:cxn ang="0">
                <a:pos x="connsiteX5209" y="connsiteY5209"/>
              </a:cxn>
              <a:cxn ang="0">
                <a:pos x="connsiteX5210" y="connsiteY5210"/>
              </a:cxn>
              <a:cxn ang="0">
                <a:pos x="connsiteX5211" y="connsiteY5211"/>
              </a:cxn>
              <a:cxn ang="0">
                <a:pos x="connsiteX5212" y="connsiteY5212"/>
              </a:cxn>
              <a:cxn ang="0">
                <a:pos x="connsiteX5213" y="connsiteY5213"/>
              </a:cxn>
              <a:cxn ang="0">
                <a:pos x="connsiteX5214" y="connsiteY5214"/>
              </a:cxn>
              <a:cxn ang="0">
                <a:pos x="connsiteX5215" y="connsiteY5215"/>
              </a:cxn>
              <a:cxn ang="0">
                <a:pos x="connsiteX5216" y="connsiteY5216"/>
              </a:cxn>
              <a:cxn ang="0">
                <a:pos x="connsiteX5217" y="connsiteY5217"/>
              </a:cxn>
              <a:cxn ang="0">
                <a:pos x="connsiteX5218" y="connsiteY5218"/>
              </a:cxn>
              <a:cxn ang="0">
                <a:pos x="connsiteX5219" y="connsiteY5219"/>
              </a:cxn>
              <a:cxn ang="0">
                <a:pos x="connsiteX5220" y="connsiteY5220"/>
              </a:cxn>
              <a:cxn ang="0">
                <a:pos x="connsiteX5221" y="connsiteY5221"/>
              </a:cxn>
              <a:cxn ang="0">
                <a:pos x="connsiteX5222" y="connsiteY5222"/>
              </a:cxn>
              <a:cxn ang="0">
                <a:pos x="connsiteX5223" y="connsiteY5223"/>
              </a:cxn>
              <a:cxn ang="0">
                <a:pos x="connsiteX5224" y="connsiteY5224"/>
              </a:cxn>
              <a:cxn ang="0">
                <a:pos x="connsiteX5225" y="connsiteY5225"/>
              </a:cxn>
              <a:cxn ang="0">
                <a:pos x="connsiteX5226" y="connsiteY5226"/>
              </a:cxn>
              <a:cxn ang="0">
                <a:pos x="connsiteX5227" y="connsiteY5227"/>
              </a:cxn>
              <a:cxn ang="0">
                <a:pos x="connsiteX5228" y="connsiteY5228"/>
              </a:cxn>
              <a:cxn ang="0">
                <a:pos x="connsiteX5229" y="connsiteY5229"/>
              </a:cxn>
              <a:cxn ang="0">
                <a:pos x="connsiteX5230" y="connsiteY5230"/>
              </a:cxn>
              <a:cxn ang="0">
                <a:pos x="connsiteX5231" y="connsiteY5231"/>
              </a:cxn>
              <a:cxn ang="0">
                <a:pos x="connsiteX5232" y="connsiteY5232"/>
              </a:cxn>
              <a:cxn ang="0">
                <a:pos x="connsiteX5233" y="connsiteY5233"/>
              </a:cxn>
              <a:cxn ang="0">
                <a:pos x="connsiteX5234" y="connsiteY5234"/>
              </a:cxn>
              <a:cxn ang="0">
                <a:pos x="connsiteX5235" y="connsiteY5235"/>
              </a:cxn>
              <a:cxn ang="0">
                <a:pos x="connsiteX5236" y="connsiteY5236"/>
              </a:cxn>
              <a:cxn ang="0">
                <a:pos x="connsiteX5237" y="connsiteY5237"/>
              </a:cxn>
              <a:cxn ang="0">
                <a:pos x="connsiteX5238" y="connsiteY5238"/>
              </a:cxn>
              <a:cxn ang="0">
                <a:pos x="connsiteX5239" y="connsiteY5239"/>
              </a:cxn>
              <a:cxn ang="0">
                <a:pos x="connsiteX5240" y="connsiteY5240"/>
              </a:cxn>
              <a:cxn ang="0">
                <a:pos x="connsiteX5241" y="connsiteY5241"/>
              </a:cxn>
              <a:cxn ang="0">
                <a:pos x="connsiteX5242" y="connsiteY5242"/>
              </a:cxn>
              <a:cxn ang="0">
                <a:pos x="connsiteX5243" y="connsiteY5243"/>
              </a:cxn>
              <a:cxn ang="0">
                <a:pos x="connsiteX5244" y="connsiteY5244"/>
              </a:cxn>
              <a:cxn ang="0">
                <a:pos x="connsiteX5245" y="connsiteY5245"/>
              </a:cxn>
              <a:cxn ang="0">
                <a:pos x="connsiteX5246" y="connsiteY5246"/>
              </a:cxn>
              <a:cxn ang="0">
                <a:pos x="connsiteX5247" y="connsiteY5247"/>
              </a:cxn>
              <a:cxn ang="0">
                <a:pos x="connsiteX5248" y="connsiteY5248"/>
              </a:cxn>
              <a:cxn ang="0">
                <a:pos x="connsiteX5249" y="connsiteY5249"/>
              </a:cxn>
              <a:cxn ang="0">
                <a:pos x="connsiteX5250" y="connsiteY5250"/>
              </a:cxn>
              <a:cxn ang="0">
                <a:pos x="connsiteX5251" y="connsiteY5251"/>
              </a:cxn>
              <a:cxn ang="0">
                <a:pos x="connsiteX5252" y="connsiteY5252"/>
              </a:cxn>
              <a:cxn ang="0">
                <a:pos x="connsiteX5253" y="connsiteY5253"/>
              </a:cxn>
              <a:cxn ang="0">
                <a:pos x="connsiteX5254" y="connsiteY5254"/>
              </a:cxn>
              <a:cxn ang="0">
                <a:pos x="connsiteX5255" y="connsiteY5255"/>
              </a:cxn>
              <a:cxn ang="0">
                <a:pos x="connsiteX5256" y="connsiteY5256"/>
              </a:cxn>
              <a:cxn ang="0">
                <a:pos x="connsiteX5257" y="connsiteY5257"/>
              </a:cxn>
              <a:cxn ang="0">
                <a:pos x="connsiteX5258" y="connsiteY5258"/>
              </a:cxn>
              <a:cxn ang="0">
                <a:pos x="connsiteX5259" y="connsiteY5259"/>
              </a:cxn>
              <a:cxn ang="0">
                <a:pos x="connsiteX5260" y="connsiteY5260"/>
              </a:cxn>
              <a:cxn ang="0">
                <a:pos x="connsiteX5261" y="connsiteY5261"/>
              </a:cxn>
              <a:cxn ang="0">
                <a:pos x="connsiteX5262" y="connsiteY5262"/>
              </a:cxn>
              <a:cxn ang="0">
                <a:pos x="connsiteX5263" y="connsiteY5263"/>
              </a:cxn>
              <a:cxn ang="0">
                <a:pos x="connsiteX5264" y="connsiteY5264"/>
              </a:cxn>
              <a:cxn ang="0">
                <a:pos x="connsiteX5265" y="connsiteY5265"/>
              </a:cxn>
              <a:cxn ang="0">
                <a:pos x="connsiteX5266" y="connsiteY5266"/>
              </a:cxn>
              <a:cxn ang="0">
                <a:pos x="connsiteX5267" y="connsiteY5267"/>
              </a:cxn>
              <a:cxn ang="0">
                <a:pos x="connsiteX5268" y="connsiteY5268"/>
              </a:cxn>
              <a:cxn ang="0">
                <a:pos x="connsiteX5269" y="connsiteY5269"/>
              </a:cxn>
              <a:cxn ang="0">
                <a:pos x="connsiteX5270" y="connsiteY5270"/>
              </a:cxn>
              <a:cxn ang="0">
                <a:pos x="connsiteX5271" y="connsiteY5271"/>
              </a:cxn>
              <a:cxn ang="0">
                <a:pos x="connsiteX5272" y="connsiteY5272"/>
              </a:cxn>
              <a:cxn ang="0">
                <a:pos x="connsiteX5273" y="connsiteY5273"/>
              </a:cxn>
              <a:cxn ang="0">
                <a:pos x="connsiteX5274" y="connsiteY5274"/>
              </a:cxn>
              <a:cxn ang="0">
                <a:pos x="connsiteX5275" y="connsiteY5275"/>
              </a:cxn>
              <a:cxn ang="0">
                <a:pos x="connsiteX5276" y="connsiteY5276"/>
              </a:cxn>
              <a:cxn ang="0">
                <a:pos x="connsiteX5277" y="connsiteY5277"/>
              </a:cxn>
              <a:cxn ang="0">
                <a:pos x="connsiteX5278" y="connsiteY5278"/>
              </a:cxn>
              <a:cxn ang="0">
                <a:pos x="connsiteX5279" y="connsiteY5279"/>
              </a:cxn>
              <a:cxn ang="0">
                <a:pos x="connsiteX5280" y="connsiteY5280"/>
              </a:cxn>
              <a:cxn ang="0">
                <a:pos x="connsiteX5281" y="connsiteY5281"/>
              </a:cxn>
              <a:cxn ang="0">
                <a:pos x="connsiteX5282" y="connsiteY5282"/>
              </a:cxn>
              <a:cxn ang="0">
                <a:pos x="connsiteX5283" y="connsiteY5283"/>
              </a:cxn>
              <a:cxn ang="0">
                <a:pos x="connsiteX5284" y="connsiteY5284"/>
              </a:cxn>
              <a:cxn ang="0">
                <a:pos x="connsiteX5285" y="connsiteY5285"/>
              </a:cxn>
              <a:cxn ang="0">
                <a:pos x="connsiteX5286" y="connsiteY5286"/>
              </a:cxn>
              <a:cxn ang="0">
                <a:pos x="connsiteX5287" y="connsiteY5287"/>
              </a:cxn>
              <a:cxn ang="0">
                <a:pos x="connsiteX5288" y="connsiteY5288"/>
              </a:cxn>
              <a:cxn ang="0">
                <a:pos x="connsiteX5289" y="connsiteY5289"/>
              </a:cxn>
              <a:cxn ang="0">
                <a:pos x="connsiteX5290" y="connsiteY5290"/>
              </a:cxn>
              <a:cxn ang="0">
                <a:pos x="connsiteX5291" y="connsiteY5291"/>
              </a:cxn>
              <a:cxn ang="0">
                <a:pos x="connsiteX5292" y="connsiteY5292"/>
              </a:cxn>
              <a:cxn ang="0">
                <a:pos x="connsiteX5293" y="connsiteY5293"/>
              </a:cxn>
              <a:cxn ang="0">
                <a:pos x="connsiteX5294" y="connsiteY5294"/>
              </a:cxn>
              <a:cxn ang="0">
                <a:pos x="connsiteX5295" y="connsiteY5295"/>
              </a:cxn>
              <a:cxn ang="0">
                <a:pos x="connsiteX5296" y="connsiteY5296"/>
              </a:cxn>
              <a:cxn ang="0">
                <a:pos x="connsiteX5297" y="connsiteY5297"/>
              </a:cxn>
              <a:cxn ang="0">
                <a:pos x="connsiteX5298" y="connsiteY5298"/>
              </a:cxn>
              <a:cxn ang="0">
                <a:pos x="connsiteX5299" y="connsiteY5299"/>
              </a:cxn>
              <a:cxn ang="0">
                <a:pos x="connsiteX5300" y="connsiteY5300"/>
              </a:cxn>
              <a:cxn ang="0">
                <a:pos x="connsiteX5301" y="connsiteY5301"/>
              </a:cxn>
              <a:cxn ang="0">
                <a:pos x="connsiteX5302" y="connsiteY5302"/>
              </a:cxn>
              <a:cxn ang="0">
                <a:pos x="connsiteX5303" y="connsiteY5303"/>
              </a:cxn>
              <a:cxn ang="0">
                <a:pos x="connsiteX5304" y="connsiteY5304"/>
              </a:cxn>
              <a:cxn ang="0">
                <a:pos x="connsiteX5305" y="connsiteY5305"/>
              </a:cxn>
              <a:cxn ang="0">
                <a:pos x="connsiteX5306" y="connsiteY5306"/>
              </a:cxn>
              <a:cxn ang="0">
                <a:pos x="connsiteX5307" y="connsiteY5307"/>
              </a:cxn>
              <a:cxn ang="0">
                <a:pos x="connsiteX5308" y="connsiteY5308"/>
              </a:cxn>
              <a:cxn ang="0">
                <a:pos x="connsiteX5309" y="connsiteY5309"/>
              </a:cxn>
              <a:cxn ang="0">
                <a:pos x="connsiteX5310" y="connsiteY5310"/>
              </a:cxn>
              <a:cxn ang="0">
                <a:pos x="connsiteX5311" y="connsiteY5311"/>
              </a:cxn>
              <a:cxn ang="0">
                <a:pos x="connsiteX5312" y="connsiteY5312"/>
              </a:cxn>
              <a:cxn ang="0">
                <a:pos x="connsiteX5313" y="connsiteY5313"/>
              </a:cxn>
              <a:cxn ang="0">
                <a:pos x="connsiteX5314" y="connsiteY5314"/>
              </a:cxn>
              <a:cxn ang="0">
                <a:pos x="connsiteX5315" y="connsiteY5315"/>
              </a:cxn>
              <a:cxn ang="0">
                <a:pos x="connsiteX5316" y="connsiteY5316"/>
              </a:cxn>
              <a:cxn ang="0">
                <a:pos x="connsiteX5317" y="connsiteY5317"/>
              </a:cxn>
              <a:cxn ang="0">
                <a:pos x="connsiteX5318" y="connsiteY5318"/>
              </a:cxn>
              <a:cxn ang="0">
                <a:pos x="connsiteX5319" y="connsiteY5319"/>
              </a:cxn>
              <a:cxn ang="0">
                <a:pos x="connsiteX5320" y="connsiteY5320"/>
              </a:cxn>
              <a:cxn ang="0">
                <a:pos x="connsiteX5321" y="connsiteY5321"/>
              </a:cxn>
              <a:cxn ang="0">
                <a:pos x="connsiteX5322" y="connsiteY5322"/>
              </a:cxn>
              <a:cxn ang="0">
                <a:pos x="connsiteX5323" y="connsiteY5323"/>
              </a:cxn>
              <a:cxn ang="0">
                <a:pos x="connsiteX5324" y="connsiteY5324"/>
              </a:cxn>
              <a:cxn ang="0">
                <a:pos x="connsiteX5325" y="connsiteY5325"/>
              </a:cxn>
              <a:cxn ang="0">
                <a:pos x="connsiteX5326" y="connsiteY5326"/>
              </a:cxn>
              <a:cxn ang="0">
                <a:pos x="connsiteX5327" y="connsiteY5327"/>
              </a:cxn>
              <a:cxn ang="0">
                <a:pos x="connsiteX5328" y="connsiteY5328"/>
              </a:cxn>
              <a:cxn ang="0">
                <a:pos x="connsiteX5329" y="connsiteY5329"/>
              </a:cxn>
              <a:cxn ang="0">
                <a:pos x="connsiteX5330" y="connsiteY5330"/>
              </a:cxn>
              <a:cxn ang="0">
                <a:pos x="connsiteX5331" y="connsiteY5331"/>
              </a:cxn>
              <a:cxn ang="0">
                <a:pos x="connsiteX5332" y="connsiteY5332"/>
              </a:cxn>
              <a:cxn ang="0">
                <a:pos x="connsiteX5333" y="connsiteY5333"/>
              </a:cxn>
              <a:cxn ang="0">
                <a:pos x="connsiteX5334" y="connsiteY5334"/>
              </a:cxn>
              <a:cxn ang="0">
                <a:pos x="connsiteX5335" y="connsiteY5335"/>
              </a:cxn>
              <a:cxn ang="0">
                <a:pos x="connsiteX5336" y="connsiteY5336"/>
              </a:cxn>
              <a:cxn ang="0">
                <a:pos x="connsiteX5337" y="connsiteY5337"/>
              </a:cxn>
              <a:cxn ang="0">
                <a:pos x="connsiteX5338" y="connsiteY5338"/>
              </a:cxn>
              <a:cxn ang="0">
                <a:pos x="connsiteX5339" y="connsiteY5339"/>
              </a:cxn>
              <a:cxn ang="0">
                <a:pos x="connsiteX5340" y="connsiteY5340"/>
              </a:cxn>
              <a:cxn ang="0">
                <a:pos x="connsiteX5341" y="connsiteY5341"/>
              </a:cxn>
              <a:cxn ang="0">
                <a:pos x="connsiteX5342" y="connsiteY5342"/>
              </a:cxn>
              <a:cxn ang="0">
                <a:pos x="connsiteX5343" y="connsiteY5343"/>
              </a:cxn>
              <a:cxn ang="0">
                <a:pos x="connsiteX5344" y="connsiteY5344"/>
              </a:cxn>
              <a:cxn ang="0">
                <a:pos x="connsiteX5345" y="connsiteY5345"/>
              </a:cxn>
              <a:cxn ang="0">
                <a:pos x="connsiteX5346" y="connsiteY5346"/>
              </a:cxn>
              <a:cxn ang="0">
                <a:pos x="connsiteX5347" y="connsiteY5347"/>
              </a:cxn>
              <a:cxn ang="0">
                <a:pos x="connsiteX5348" y="connsiteY5348"/>
              </a:cxn>
              <a:cxn ang="0">
                <a:pos x="connsiteX5349" y="connsiteY5349"/>
              </a:cxn>
              <a:cxn ang="0">
                <a:pos x="connsiteX5350" y="connsiteY5350"/>
              </a:cxn>
              <a:cxn ang="0">
                <a:pos x="connsiteX5351" y="connsiteY5351"/>
              </a:cxn>
              <a:cxn ang="0">
                <a:pos x="connsiteX5352" y="connsiteY5352"/>
              </a:cxn>
              <a:cxn ang="0">
                <a:pos x="connsiteX5353" y="connsiteY5353"/>
              </a:cxn>
              <a:cxn ang="0">
                <a:pos x="connsiteX5354" y="connsiteY5354"/>
              </a:cxn>
              <a:cxn ang="0">
                <a:pos x="connsiteX5355" y="connsiteY5355"/>
              </a:cxn>
              <a:cxn ang="0">
                <a:pos x="connsiteX5356" y="connsiteY5356"/>
              </a:cxn>
              <a:cxn ang="0">
                <a:pos x="connsiteX5357" y="connsiteY5357"/>
              </a:cxn>
              <a:cxn ang="0">
                <a:pos x="connsiteX5358" y="connsiteY5358"/>
              </a:cxn>
              <a:cxn ang="0">
                <a:pos x="connsiteX5359" y="connsiteY5359"/>
              </a:cxn>
              <a:cxn ang="0">
                <a:pos x="connsiteX5360" y="connsiteY5360"/>
              </a:cxn>
              <a:cxn ang="0">
                <a:pos x="connsiteX5361" y="connsiteY5361"/>
              </a:cxn>
              <a:cxn ang="0">
                <a:pos x="connsiteX5362" y="connsiteY5362"/>
              </a:cxn>
              <a:cxn ang="0">
                <a:pos x="connsiteX5363" y="connsiteY5363"/>
              </a:cxn>
              <a:cxn ang="0">
                <a:pos x="connsiteX5364" y="connsiteY5364"/>
              </a:cxn>
              <a:cxn ang="0">
                <a:pos x="connsiteX5365" y="connsiteY5365"/>
              </a:cxn>
              <a:cxn ang="0">
                <a:pos x="connsiteX5366" y="connsiteY5366"/>
              </a:cxn>
              <a:cxn ang="0">
                <a:pos x="connsiteX5367" y="connsiteY5367"/>
              </a:cxn>
              <a:cxn ang="0">
                <a:pos x="connsiteX5368" y="connsiteY5368"/>
              </a:cxn>
              <a:cxn ang="0">
                <a:pos x="connsiteX5369" y="connsiteY5369"/>
              </a:cxn>
              <a:cxn ang="0">
                <a:pos x="connsiteX5370" y="connsiteY5370"/>
              </a:cxn>
              <a:cxn ang="0">
                <a:pos x="connsiteX5371" y="connsiteY5371"/>
              </a:cxn>
              <a:cxn ang="0">
                <a:pos x="connsiteX5372" y="connsiteY5372"/>
              </a:cxn>
              <a:cxn ang="0">
                <a:pos x="connsiteX5373" y="connsiteY5373"/>
              </a:cxn>
              <a:cxn ang="0">
                <a:pos x="connsiteX5374" y="connsiteY5374"/>
              </a:cxn>
              <a:cxn ang="0">
                <a:pos x="connsiteX5375" y="connsiteY5375"/>
              </a:cxn>
              <a:cxn ang="0">
                <a:pos x="connsiteX5376" y="connsiteY5376"/>
              </a:cxn>
              <a:cxn ang="0">
                <a:pos x="connsiteX5377" y="connsiteY5377"/>
              </a:cxn>
              <a:cxn ang="0">
                <a:pos x="connsiteX5378" y="connsiteY5378"/>
              </a:cxn>
              <a:cxn ang="0">
                <a:pos x="connsiteX5379" y="connsiteY5379"/>
              </a:cxn>
              <a:cxn ang="0">
                <a:pos x="connsiteX5380" y="connsiteY5380"/>
              </a:cxn>
              <a:cxn ang="0">
                <a:pos x="connsiteX5381" y="connsiteY5381"/>
              </a:cxn>
              <a:cxn ang="0">
                <a:pos x="connsiteX5382" y="connsiteY5382"/>
              </a:cxn>
              <a:cxn ang="0">
                <a:pos x="connsiteX5383" y="connsiteY5383"/>
              </a:cxn>
              <a:cxn ang="0">
                <a:pos x="connsiteX5384" y="connsiteY5384"/>
              </a:cxn>
              <a:cxn ang="0">
                <a:pos x="connsiteX5385" y="connsiteY5385"/>
              </a:cxn>
              <a:cxn ang="0">
                <a:pos x="connsiteX5386" y="connsiteY5386"/>
              </a:cxn>
              <a:cxn ang="0">
                <a:pos x="connsiteX5387" y="connsiteY5387"/>
              </a:cxn>
              <a:cxn ang="0">
                <a:pos x="connsiteX5388" y="connsiteY5388"/>
              </a:cxn>
              <a:cxn ang="0">
                <a:pos x="connsiteX5389" y="connsiteY5389"/>
              </a:cxn>
              <a:cxn ang="0">
                <a:pos x="connsiteX5390" y="connsiteY5390"/>
              </a:cxn>
              <a:cxn ang="0">
                <a:pos x="connsiteX5391" y="connsiteY5391"/>
              </a:cxn>
              <a:cxn ang="0">
                <a:pos x="connsiteX5392" y="connsiteY5392"/>
              </a:cxn>
              <a:cxn ang="0">
                <a:pos x="connsiteX5393" y="connsiteY5393"/>
              </a:cxn>
              <a:cxn ang="0">
                <a:pos x="connsiteX5394" y="connsiteY5394"/>
              </a:cxn>
              <a:cxn ang="0">
                <a:pos x="connsiteX5395" y="connsiteY5395"/>
              </a:cxn>
              <a:cxn ang="0">
                <a:pos x="connsiteX5396" y="connsiteY5396"/>
              </a:cxn>
              <a:cxn ang="0">
                <a:pos x="connsiteX5397" y="connsiteY5397"/>
              </a:cxn>
              <a:cxn ang="0">
                <a:pos x="connsiteX5398" y="connsiteY5398"/>
              </a:cxn>
              <a:cxn ang="0">
                <a:pos x="connsiteX5399" y="connsiteY5399"/>
              </a:cxn>
              <a:cxn ang="0">
                <a:pos x="connsiteX5400" y="connsiteY5400"/>
              </a:cxn>
              <a:cxn ang="0">
                <a:pos x="connsiteX5401" y="connsiteY5401"/>
              </a:cxn>
              <a:cxn ang="0">
                <a:pos x="connsiteX5402" y="connsiteY5402"/>
              </a:cxn>
              <a:cxn ang="0">
                <a:pos x="connsiteX5403" y="connsiteY5403"/>
              </a:cxn>
              <a:cxn ang="0">
                <a:pos x="connsiteX5404" y="connsiteY5404"/>
              </a:cxn>
              <a:cxn ang="0">
                <a:pos x="connsiteX5405" y="connsiteY5405"/>
              </a:cxn>
              <a:cxn ang="0">
                <a:pos x="connsiteX5406" y="connsiteY5406"/>
              </a:cxn>
              <a:cxn ang="0">
                <a:pos x="connsiteX5407" y="connsiteY5407"/>
              </a:cxn>
              <a:cxn ang="0">
                <a:pos x="connsiteX5408" y="connsiteY5408"/>
              </a:cxn>
              <a:cxn ang="0">
                <a:pos x="connsiteX5409" y="connsiteY5409"/>
              </a:cxn>
              <a:cxn ang="0">
                <a:pos x="connsiteX5410" y="connsiteY5410"/>
              </a:cxn>
              <a:cxn ang="0">
                <a:pos x="connsiteX5411" y="connsiteY5411"/>
              </a:cxn>
              <a:cxn ang="0">
                <a:pos x="connsiteX5412" y="connsiteY5412"/>
              </a:cxn>
              <a:cxn ang="0">
                <a:pos x="connsiteX5413" y="connsiteY5413"/>
              </a:cxn>
              <a:cxn ang="0">
                <a:pos x="connsiteX5414" y="connsiteY5414"/>
              </a:cxn>
              <a:cxn ang="0">
                <a:pos x="connsiteX5415" y="connsiteY5415"/>
              </a:cxn>
              <a:cxn ang="0">
                <a:pos x="connsiteX5416" y="connsiteY5416"/>
              </a:cxn>
              <a:cxn ang="0">
                <a:pos x="connsiteX5417" y="connsiteY5417"/>
              </a:cxn>
              <a:cxn ang="0">
                <a:pos x="connsiteX5418" y="connsiteY5418"/>
              </a:cxn>
              <a:cxn ang="0">
                <a:pos x="connsiteX5419" y="connsiteY5419"/>
              </a:cxn>
              <a:cxn ang="0">
                <a:pos x="connsiteX5420" y="connsiteY5420"/>
              </a:cxn>
              <a:cxn ang="0">
                <a:pos x="connsiteX5421" y="connsiteY5421"/>
              </a:cxn>
              <a:cxn ang="0">
                <a:pos x="connsiteX5422" y="connsiteY5422"/>
              </a:cxn>
              <a:cxn ang="0">
                <a:pos x="connsiteX5423" y="connsiteY5423"/>
              </a:cxn>
              <a:cxn ang="0">
                <a:pos x="connsiteX5424" y="connsiteY5424"/>
              </a:cxn>
              <a:cxn ang="0">
                <a:pos x="connsiteX5425" y="connsiteY5425"/>
              </a:cxn>
              <a:cxn ang="0">
                <a:pos x="connsiteX5426" y="connsiteY5426"/>
              </a:cxn>
              <a:cxn ang="0">
                <a:pos x="connsiteX5427" y="connsiteY5427"/>
              </a:cxn>
              <a:cxn ang="0">
                <a:pos x="connsiteX5428" y="connsiteY5428"/>
              </a:cxn>
              <a:cxn ang="0">
                <a:pos x="connsiteX5429" y="connsiteY5429"/>
              </a:cxn>
              <a:cxn ang="0">
                <a:pos x="connsiteX5430" y="connsiteY5430"/>
              </a:cxn>
              <a:cxn ang="0">
                <a:pos x="connsiteX5431" y="connsiteY5431"/>
              </a:cxn>
              <a:cxn ang="0">
                <a:pos x="connsiteX5432" y="connsiteY5432"/>
              </a:cxn>
              <a:cxn ang="0">
                <a:pos x="connsiteX5433" y="connsiteY5433"/>
              </a:cxn>
              <a:cxn ang="0">
                <a:pos x="connsiteX5434" y="connsiteY5434"/>
              </a:cxn>
              <a:cxn ang="0">
                <a:pos x="connsiteX5435" y="connsiteY5435"/>
              </a:cxn>
              <a:cxn ang="0">
                <a:pos x="connsiteX5436" y="connsiteY5436"/>
              </a:cxn>
              <a:cxn ang="0">
                <a:pos x="connsiteX5437" y="connsiteY5437"/>
              </a:cxn>
              <a:cxn ang="0">
                <a:pos x="connsiteX5438" y="connsiteY5438"/>
              </a:cxn>
              <a:cxn ang="0">
                <a:pos x="connsiteX5439" y="connsiteY5439"/>
              </a:cxn>
              <a:cxn ang="0">
                <a:pos x="connsiteX5440" y="connsiteY5440"/>
              </a:cxn>
              <a:cxn ang="0">
                <a:pos x="connsiteX5441" y="connsiteY5441"/>
              </a:cxn>
              <a:cxn ang="0">
                <a:pos x="connsiteX5442" y="connsiteY5442"/>
              </a:cxn>
              <a:cxn ang="0">
                <a:pos x="connsiteX5443" y="connsiteY5443"/>
              </a:cxn>
              <a:cxn ang="0">
                <a:pos x="connsiteX5444" y="connsiteY5444"/>
              </a:cxn>
              <a:cxn ang="0">
                <a:pos x="connsiteX5445" y="connsiteY5445"/>
              </a:cxn>
              <a:cxn ang="0">
                <a:pos x="connsiteX5446" y="connsiteY5446"/>
              </a:cxn>
              <a:cxn ang="0">
                <a:pos x="connsiteX5447" y="connsiteY5447"/>
              </a:cxn>
              <a:cxn ang="0">
                <a:pos x="connsiteX5448" y="connsiteY5448"/>
              </a:cxn>
              <a:cxn ang="0">
                <a:pos x="connsiteX5449" y="connsiteY5449"/>
              </a:cxn>
              <a:cxn ang="0">
                <a:pos x="connsiteX5450" y="connsiteY5450"/>
              </a:cxn>
              <a:cxn ang="0">
                <a:pos x="connsiteX5451" y="connsiteY5451"/>
              </a:cxn>
              <a:cxn ang="0">
                <a:pos x="connsiteX5452" y="connsiteY5452"/>
              </a:cxn>
              <a:cxn ang="0">
                <a:pos x="connsiteX5453" y="connsiteY5453"/>
              </a:cxn>
              <a:cxn ang="0">
                <a:pos x="connsiteX5454" y="connsiteY5454"/>
              </a:cxn>
              <a:cxn ang="0">
                <a:pos x="connsiteX5455" y="connsiteY5455"/>
              </a:cxn>
              <a:cxn ang="0">
                <a:pos x="connsiteX5456" y="connsiteY5456"/>
              </a:cxn>
              <a:cxn ang="0">
                <a:pos x="connsiteX5457" y="connsiteY5457"/>
              </a:cxn>
              <a:cxn ang="0">
                <a:pos x="connsiteX5458" y="connsiteY5458"/>
              </a:cxn>
              <a:cxn ang="0">
                <a:pos x="connsiteX5459" y="connsiteY5459"/>
              </a:cxn>
              <a:cxn ang="0">
                <a:pos x="connsiteX5460" y="connsiteY5460"/>
              </a:cxn>
              <a:cxn ang="0">
                <a:pos x="connsiteX5461" y="connsiteY5461"/>
              </a:cxn>
              <a:cxn ang="0">
                <a:pos x="connsiteX5462" y="connsiteY5462"/>
              </a:cxn>
              <a:cxn ang="0">
                <a:pos x="connsiteX5463" y="connsiteY5463"/>
              </a:cxn>
              <a:cxn ang="0">
                <a:pos x="connsiteX5464" y="connsiteY5464"/>
              </a:cxn>
              <a:cxn ang="0">
                <a:pos x="connsiteX5465" y="connsiteY5465"/>
              </a:cxn>
              <a:cxn ang="0">
                <a:pos x="connsiteX5466" y="connsiteY5466"/>
              </a:cxn>
              <a:cxn ang="0">
                <a:pos x="connsiteX5467" y="connsiteY5467"/>
              </a:cxn>
              <a:cxn ang="0">
                <a:pos x="connsiteX5468" y="connsiteY5468"/>
              </a:cxn>
              <a:cxn ang="0">
                <a:pos x="connsiteX5469" y="connsiteY5469"/>
              </a:cxn>
              <a:cxn ang="0">
                <a:pos x="connsiteX5470" y="connsiteY5470"/>
              </a:cxn>
              <a:cxn ang="0">
                <a:pos x="connsiteX5471" y="connsiteY5471"/>
              </a:cxn>
              <a:cxn ang="0">
                <a:pos x="connsiteX5472" y="connsiteY5472"/>
              </a:cxn>
              <a:cxn ang="0">
                <a:pos x="connsiteX5473" y="connsiteY5473"/>
              </a:cxn>
              <a:cxn ang="0">
                <a:pos x="connsiteX5474" y="connsiteY5474"/>
              </a:cxn>
              <a:cxn ang="0">
                <a:pos x="connsiteX5475" y="connsiteY5475"/>
              </a:cxn>
              <a:cxn ang="0">
                <a:pos x="connsiteX5476" y="connsiteY5476"/>
              </a:cxn>
              <a:cxn ang="0">
                <a:pos x="connsiteX5477" y="connsiteY5477"/>
              </a:cxn>
              <a:cxn ang="0">
                <a:pos x="connsiteX5478" y="connsiteY5478"/>
              </a:cxn>
              <a:cxn ang="0">
                <a:pos x="connsiteX5479" y="connsiteY5479"/>
              </a:cxn>
              <a:cxn ang="0">
                <a:pos x="connsiteX5480" y="connsiteY5480"/>
              </a:cxn>
              <a:cxn ang="0">
                <a:pos x="connsiteX5481" y="connsiteY5481"/>
              </a:cxn>
              <a:cxn ang="0">
                <a:pos x="connsiteX5482" y="connsiteY5482"/>
              </a:cxn>
              <a:cxn ang="0">
                <a:pos x="connsiteX5483" y="connsiteY5483"/>
              </a:cxn>
              <a:cxn ang="0">
                <a:pos x="connsiteX5484" y="connsiteY5484"/>
              </a:cxn>
              <a:cxn ang="0">
                <a:pos x="connsiteX5485" y="connsiteY5485"/>
              </a:cxn>
              <a:cxn ang="0">
                <a:pos x="connsiteX5486" y="connsiteY5486"/>
              </a:cxn>
              <a:cxn ang="0">
                <a:pos x="connsiteX5487" y="connsiteY5487"/>
              </a:cxn>
              <a:cxn ang="0">
                <a:pos x="connsiteX5488" y="connsiteY5488"/>
              </a:cxn>
              <a:cxn ang="0">
                <a:pos x="connsiteX5489" y="connsiteY5489"/>
              </a:cxn>
              <a:cxn ang="0">
                <a:pos x="connsiteX5490" y="connsiteY5490"/>
              </a:cxn>
              <a:cxn ang="0">
                <a:pos x="connsiteX5491" y="connsiteY5491"/>
              </a:cxn>
              <a:cxn ang="0">
                <a:pos x="connsiteX5492" y="connsiteY5492"/>
              </a:cxn>
              <a:cxn ang="0">
                <a:pos x="connsiteX5493" y="connsiteY5493"/>
              </a:cxn>
              <a:cxn ang="0">
                <a:pos x="connsiteX5494" y="connsiteY5494"/>
              </a:cxn>
              <a:cxn ang="0">
                <a:pos x="connsiteX5495" y="connsiteY5495"/>
              </a:cxn>
              <a:cxn ang="0">
                <a:pos x="connsiteX5496" y="connsiteY5496"/>
              </a:cxn>
              <a:cxn ang="0">
                <a:pos x="connsiteX5497" y="connsiteY5497"/>
              </a:cxn>
              <a:cxn ang="0">
                <a:pos x="connsiteX5498" y="connsiteY5498"/>
              </a:cxn>
              <a:cxn ang="0">
                <a:pos x="connsiteX5499" y="connsiteY5499"/>
              </a:cxn>
              <a:cxn ang="0">
                <a:pos x="connsiteX5500" y="connsiteY5500"/>
              </a:cxn>
              <a:cxn ang="0">
                <a:pos x="connsiteX5501" y="connsiteY5501"/>
              </a:cxn>
              <a:cxn ang="0">
                <a:pos x="connsiteX5502" y="connsiteY5502"/>
              </a:cxn>
              <a:cxn ang="0">
                <a:pos x="connsiteX5503" y="connsiteY5503"/>
              </a:cxn>
              <a:cxn ang="0">
                <a:pos x="connsiteX5504" y="connsiteY5504"/>
              </a:cxn>
              <a:cxn ang="0">
                <a:pos x="connsiteX5505" y="connsiteY5505"/>
              </a:cxn>
              <a:cxn ang="0">
                <a:pos x="connsiteX5506" y="connsiteY5506"/>
              </a:cxn>
              <a:cxn ang="0">
                <a:pos x="connsiteX5507" y="connsiteY5507"/>
              </a:cxn>
              <a:cxn ang="0">
                <a:pos x="connsiteX5508" y="connsiteY5508"/>
              </a:cxn>
              <a:cxn ang="0">
                <a:pos x="connsiteX5509" y="connsiteY5509"/>
              </a:cxn>
              <a:cxn ang="0">
                <a:pos x="connsiteX5510" y="connsiteY5510"/>
              </a:cxn>
              <a:cxn ang="0">
                <a:pos x="connsiteX5511" y="connsiteY5511"/>
              </a:cxn>
              <a:cxn ang="0">
                <a:pos x="connsiteX5512" y="connsiteY5512"/>
              </a:cxn>
              <a:cxn ang="0">
                <a:pos x="connsiteX5513" y="connsiteY5513"/>
              </a:cxn>
              <a:cxn ang="0">
                <a:pos x="connsiteX5514" y="connsiteY5514"/>
              </a:cxn>
              <a:cxn ang="0">
                <a:pos x="connsiteX5515" y="connsiteY5515"/>
              </a:cxn>
              <a:cxn ang="0">
                <a:pos x="connsiteX5516" y="connsiteY5516"/>
              </a:cxn>
              <a:cxn ang="0">
                <a:pos x="connsiteX5517" y="connsiteY5517"/>
              </a:cxn>
              <a:cxn ang="0">
                <a:pos x="connsiteX5518" y="connsiteY5518"/>
              </a:cxn>
              <a:cxn ang="0">
                <a:pos x="connsiteX5519" y="connsiteY5519"/>
              </a:cxn>
              <a:cxn ang="0">
                <a:pos x="connsiteX5520" y="connsiteY5520"/>
              </a:cxn>
              <a:cxn ang="0">
                <a:pos x="connsiteX5521" y="connsiteY5521"/>
              </a:cxn>
              <a:cxn ang="0">
                <a:pos x="connsiteX5522" y="connsiteY5522"/>
              </a:cxn>
              <a:cxn ang="0">
                <a:pos x="connsiteX5523" y="connsiteY5523"/>
              </a:cxn>
              <a:cxn ang="0">
                <a:pos x="connsiteX5524" y="connsiteY5524"/>
              </a:cxn>
              <a:cxn ang="0">
                <a:pos x="connsiteX5525" y="connsiteY5525"/>
              </a:cxn>
              <a:cxn ang="0">
                <a:pos x="connsiteX5526" y="connsiteY5526"/>
              </a:cxn>
              <a:cxn ang="0">
                <a:pos x="connsiteX5527" y="connsiteY5527"/>
              </a:cxn>
              <a:cxn ang="0">
                <a:pos x="connsiteX5528" y="connsiteY5528"/>
              </a:cxn>
              <a:cxn ang="0">
                <a:pos x="connsiteX5529" y="connsiteY5529"/>
              </a:cxn>
              <a:cxn ang="0">
                <a:pos x="connsiteX5530" y="connsiteY5530"/>
              </a:cxn>
              <a:cxn ang="0">
                <a:pos x="connsiteX5531" y="connsiteY5531"/>
              </a:cxn>
              <a:cxn ang="0">
                <a:pos x="connsiteX5532" y="connsiteY5532"/>
              </a:cxn>
              <a:cxn ang="0">
                <a:pos x="connsiteX5533" y="connsiteY5533"/>
              </a:cxn>
              <a:cxn ang="0">
                <a:pos x="connsiteX5534" y="connsiteY5534"/>
              </a:cxn>
              <a:cxn ang="0">
                <a:pos x="connsiteX5535" y="connsiteY5535"/>
              </a:cxn>
              <a:cxn ang="0">
                <a:pos x="connsiteX5536" y="connsiteY5536"/>
              </a:cxn>
              <a:cxn ang="0">
                <a:pos x="connsiteX5537" y="connsiteY5537"/>
              </a:cxn>
              <a:cxn ang="0">
                <a:pos x="connsiteX5538" y="connsiteY5538"/>
              </a:cxn>
              <a:cxn ang="0">
                <a:pos x="connsiteX5539" y="connsiteY5539"/>
              </a:cxn>
              <a:cxn ang="0">
                <a:pos x="connsiteX5540" y="connsiteY5540"/>
              </a:cxn>
              <a:cxn ang="0">
                <a:pos x="connsiteX5541" y="connsiteY5541"/>
              </a:cxn>
              <a:cxn ang="0">
                <a:pos x="connsiteX5542" y="connsiteY5542"/>
              </a:cxn>
              <a:cxn ang="0">
                <a:pos x="connsiteX5543" y="connsiteY5543"/>
              </a:cxn>
              <a:cxn ang="0">
                <a:pos x="connsiteX5544" y="connsiteY5544"/>
              </a:cxn>
              <a:cxn ang="0">
                <a:pos x="connsiteX5545" y="connsiteY5545"/>
              </a:cxn>
              <a:cxn ang="0">
                <a:pos x="connsiteX5546" y="connsiteY5546"/>
              </a:cxn>
              <a:cxn ang="0">
                <a:pos x="connsiteX5547" y="connsiteY5547"/>
              </a:cxn>
              <a:cxn ang="0">
                <a:pos x="connsiteX5548" y="connsiteY5548"/>
              </a:cxn>
              <a:cxn ang="0">
                <a:pos x="connsiteX5549" y="connsiteY5549"/>
              </a:cxn>
              <a:cxn ang="0">
                <a:pos x="connsiteX5550" y="connsiteY5550"/>
              </a:cxn>
              <a:cxn ang="0">
                <a:pos x="connsiteX5551" y="connsiteY5551"/>
              </a:cxn>
              <a:cxn ang="0">
                <a:pos x="connsiteX5552" y="connsiteY5552"/>
              </a:cxn>
              <a:cxn ang="0">
                <a:pos x="connsiteX5553" y="connsiteY5553"/>
              </a:cxn>
              <a:cxn ang="0">
                <a:pos x="connsiteX5554" y="connsiteY5554"/>
              </a:cxn>
              <a:cxn ang="0">
                <a:pos x="connsiteX5555" y="connsiteY5555"/>
              </a:cxn>
              <a:cxn ang="0">
                <a:pos x="connsiteX5556" y="connsiteY5556"/>
              </a:cxn>
              <a:cxn ang="0">
                <a:pos x="connsiteX5557" y="connsiteY5557"/>
              </a:cxn>
              <a:cxn ang="0">
                <a:pos x="connsiteX5558" y="connsiteY5558"/>
              </a:cxn>
              <a:cxn ang="0">
                <a:pos x="connsiteX5559" y="connsiteY5559"/>
              </a:cxn>
              <a:cxn ang="0">
                <a:pos x="connsiteX5560" y="connsiteY5560"/>
              </a:cxn>
              <a:cxn ang="0">
                <a:pos x="connsiteX5561" y="connsiteY5561"/>
              </a:cxn>
              <a:cxn ang="0">
                <a:pos x="connsiteX5562" y="connsiteY5562"/>
              </a:cxn>
              <a:cxn ang="0">
                <a:pos x="connsiteX5563" y="connsiteY5563"/>
              </a:cxn>
              <a:cxn ang="0">
                <a:pos x="connsiteX5564" y="connsiteY5564"/>
              </a:cxn>
              <a:cxn ang="0">
                <a:pos x="connsiteX5565" y="connsiteY5565"/>
              </a:cxn>
              <a:cxn ang="0">
                <a:pos x="connsiteX5566" y="connsiteY5566"/>
              </a:cxn>
              <a:cxn ang="0">
                <a:pos x="connsiteX5567" y="connsiteY5567"/>
              </a:cxn>
              <a:cxn ang="0">
                <a:pos x="connsiteX5568" y="connsiteY5568"/>
              </a:cxn>
              <a:cxn ang="0">
                <a:pos x="connsiteX5569" y="connsiteY5569"/>
              </a:cxn>
              <a:cxn ang="0">
                <a:pos x="connsiteX5570" y="connsiteY5570"/>
              </a:cxn>
              <a:cxn ang="0">
                <a:pos x="connsiteX5571" y="connsiteY5571"/>
              </a:cxn>
              <a:cxn ang="0">
                <a:pos x="connsiteX5572" y="connsiteY5572"/>
              </a:cxn>
              <a:cxn ang="0">
                <a:pos x="connsiteX5573" y="connsiteY5573"/>
              </a:cxn>
              <a:cxn ang="0">
                <a:pos x="connsiteX5574" y="connsiteY5574"/>
              </a:cxn>
              <a:cxn ang="0">
                <a:pos x="connsiteX5575" y="connsiteY5575"/>
              </a:cxn>
              <a:cxn ang="0">
                <a:pos x="connsiteX5576" y="connsiteY5576"/>
              </a:cxn>
              <a:cxn ang="0">
                <a:pos x="connsiteX5577" y="connsiteY5577"/>
              </a:cxn>
              <a:cxn ang="0">
                <a:pos x="connsiteX5578" y="connsiteY5578"/>
              </a:cxn>
              <a:cxn ang="0">
                <a:pos x="connsiteX5579" y="connsiteY5579"/>
              </a:cxn>
              <a:cxn ang="0">
                <a:pos x="connsiteX5580" y="connsiteY5580"/>
              </a:cxn>
              <a:cxn ang="0">
                <a:pos x="connsiteX5581" y="connsiteY5581"/>
              </a:cxn>
              <a:cxn ang="0">
                <a:pos x="connsiteX5582" y="connsiteY5582"/>
              </a:cxn>
              <a:cxn ang="0">
                <a:pos x="connsiteX5583" y="connsiteY5583"/>
              </a:cxn>
              <a:cxn ang="0">
                <a:pos x="connsiteX5584" y="connsiteY5584"/>
              </a:cxn>
              <a:cxn ang="0">
                <a:pos x="connsiteX5585" y="connsiteY5585"/>
              </a:cxn>
              <a:cxn ang="0">
                <a:pos x="connsiteX5586" y="connsiteY5586"/>
              </a:cxn>
              <a:cxn ang="0">
                <a:pos x="connsiteX5587" y="connsiteY5587"/>
              </a:cxn>
              <a:cxn ang="0">
                <a:pos x="connsiteX5588" y="connsiteY5588"/>
              </a:cxn>
              <a:cxn ang="0">
                <a:pos x="connsiteX5589" y="connsiteY5589"/>
              </a:cxn>
              <a:cxn ang="0">
                <a:pos x="connsiteX5590" y="connsiteY5590"/>
              </a:cxn>
              <a:cxn ang="0">
                <a:pos x="connsiteX5591" y="connsiteY5591"/>
              </a:cxn>
              <a:cxn ang="0">
                <a:pos x="connsiteX5592" y="connsiteY5592"/>
              </a:cxn>
              <a:cxn ang="0">
                <a:pos x="connsiteX5593" y="connsiteY5593"/>
              </a:cxn>
              <a:cxn ang="0">
                <a:pos x="connsiteX5594" y="connsiteY5594"/>
              </a:cxn>
              <a:cxn ang="0">
                <a:pos x="connsiteX5595" y="connsiteY5595"/>
              </a:cxn>
              <a:cxn ang="0">
                <a:pos x="connsiteX5596" y="connsiteY5596"/>
              </a:cxn>
              <a:cxn ang="0">
                <a:pos x="connsiteX5597" y="connsiteY5597"/>
              </a:cxn>
              <a:cxn ang="0">
                <a:pos x="connsiteX5598" y="connsiteY5598"/>
              </a:cxn>
              <a:cxn ang="0">
                <a:pos x="connsiteX5599" y="connsiteY5599"/>
              </a:cxn>
              <a:cxn ang="0">
                <a:pos x="connsiteX5600" y="connsiteY5600"/>
              </a:cxn>
              <a:cxn ang="0">
                <a:pos x="connsiteX5601" y="connsiteY5601"/>
              </a:cxn>
              <a:cxn ang="0">
                <a:pos x="connsiteX5602" y="connsiteY5602"/>
              </a:cxn>
              <a:cxn ang="0">
                <a:pos x="connsiteX5603" y="connsiteY5603"/>
              </a:cxn>
              <a:cxn ang="0">
                <a:pos x="connsiteX5604" y="connsiteY5604"/>
              </a:cxn>
              <a:cxn ang="0">
                <a:pos x="connsiteX5605" y="connsiteY5605"/>
              </a:cxn>
              <a:cxn ang="0">
                <a:pos x="connsiteX5606" y="connsiteY5606"/>
              </a:cxn>
              <a:cxn ang="0">
                <a:pos x="connsiteX5607" y="connsiteY5607"/>
              </a:cxn>
              <a:cxn ang="0">
                <a:pos x="connsiteX5608" y="connsiteY5608"/>
              </a:cxn>
              <a:cxn ang="0">
                <a:pos x="connsiteX5609" y="connsiteY5609"/>
              </a:cxn>
              <a:cxn ang="0">
                <a:pos x="connsiteX5610" y="connsiteY5610"/>
              </a:cxn>
              <a:cxn ang="0">
                <a:pos x="connsiteX5611" y="connsiteY5611"/>
              </a:cxn>
              <a:cxn ang="0">
                <a:pos x="connsiteX5612" y="connsiteY5612"/>
              </a:cxn>
              <a:cxn ang="0">
                <a:pos x="connsiteX5613" y="connsiteY5613"/>
              </a:cxn>
              <a:cxn ang="0">
                <a:pos x="connsiteX5614" y="connsiteY5614"/>
              </a:cxn>
              <a:cxn ang="0">
                <a:pos x="connsiteX5615" y="connsiteY5615"/>
              </a:cxn>
              <a:cxn ang="0">
                <a:pos x="connsiteX5616" y="connsiteY5616"/>
              </a:cxn>
              <a:cxn ang="0">
                <a:pos x="connsiteX5617" y="connsiteY5617"/>
              </a:cxn>
              <a:cxn ang="0">
                <a:pos x="connsiteX5618" y="connsiteY5618"/>
              </a:cxn>
              <a:cxn ang="0">
                <a:pos x="connsiteX5619" y="connsiteY5619"/>
              </a:cxn>
              <a:cxn ang="0">
                <a:pos x="connsiteX5620" y="connsiteY5620"/>
              </a:cxn>
              <a:cxn ang="0">
                <a:pos x="connsiteX5621" y="connsiteY5621"/>
              </a:cxn>
              <a:cxn ang="0">
                <a:pos x="connsiteX5622" y="connsiteY5622"/>
              </a:cxn>
              <a:cxn ang="0">
                <a:pos x="connsiteX5623" y="connsiteY5623"/>
              </a:cxn>
              <a:cxn ang="0">
                <a:pos x="connsiteX5624" y="connsiteY5624"/>
              </a:cxn>
              <a:cxn ang="0">
                <a:pos x="connsiteX5625" y="connsiteY5625"/>
              </a:cxn>
              <a:cxn ang="0">
                <a:pos x="connsiteX5626" y="connsiteY5626"/>
              </a:cxn>
              <a:cxn ang="0">
                <a:pos x="connsiteX5627" y="connsiteY5627"/>
              </a:cxn>
              <a:cxn ang="0">
                <a:pos x="connsiteX5628" y="connsiteY5628"/>
              </a:cxn>
              <a:cxn ang="0">
                <a:pos x="connsiteX5629" y="connsiteY5629"/>
              </a:cxn>
              <a:cxn ang="0">
                <a:pos x="connsiteX5630" y="connsiteY5630"/>
              </a:cxn>
              <a:cxn ang="0">
                <a:pos x="connsiteX5631" y="connsiteY5631"/>
              </a:cxn>
              <a:cxn ang="0">
                <a:pos x="connsiteX5632" y="connsiteY5632"/>
              </a:cxn>
              <a:cxn ang="0">
                <a:pos x="connsiteX5633" y="connsiteY5633"/>
              </a:cxn>
              <a:cxn ang="0">
                <a:pos x="connsiteX5634" y="connsiteY5634"/>
              </a:cxn>
              <a:cxn ang="0">
                <a:pos x="connsiteX5635" y="connsiteY5635"/>
              </a:cxn>
              <a:cxn ang="0">
                <a:pos x="connsiteX5636" y="connsiteY5636"/>
              </a:cxn>
              <a:cxn ang="0">
                <a:pos x="connsiteX5637" y="connsiteY5637"/>
              </a:cxn>
              <a:cxn ang="0">
                <a:pos x="connsiteX5638" y="connsiteY5638"/>
              </a:cxn>
              <a:cxn ang="0">
                <a:pos x="connsiteX5639" y="connsiteY5639"/>
              </a:cxn>
              <a:cxn ang="0">
                <a:pos x="connsiteX5640" y="connsiteY5640"/>
              </a:cxn>
              <a:cxn ang="0">
                <a:pos x="connsiteX5641" y="connsiteY5641"/>
              </a:cxn>
              <a:cxn ang="0">
                <a:pos x="connsiteX5642" y="connsiteY5642"/>
              </a:cxn>
              <a:cxn ang="0">
                <a:pos x="connsiteX5643" y="connsiteY5643"/>
              </a:cxn>
              <a:cxn ang="0">
                <a:pos x="connsiteX5644" y="connsiteY5644"/>
              </a:cxn>
              <a:cxn ang="0">
                <a:pos x="connsiteX5645" y="connsiteY5645"/>
              </a:cxn>
              <a:cxn ang="0">
                <a:pos x="connsiteX5646" y="connsiteY5646"/>
              </a:cxn>
              <a:cxn ang="0">
                <a:pos x="connsiteX5647" y="connsiteY5647"/>
              </a:cxn>
              <a:cxn ang="0">
                <a:pos x="connsiteX5648" y="connsiteY5648"/>
              </a:cxn>
              <a:cxn ang="0">
                <a:pos x="connsiteX5649" y="connsiteY5649"/>
              </a:cxn>
              <a:cxn ang="0">
                <a:pos x="connsiteX5650" y="connsiteY5650"/>
              </a:cxn>
              <a:cxn ang="0">
                <a:pos x="connsiteX5651" y="connsiteY5651"/>
              </a:cxn>
              <a:cxn ang="0">
                <a:pos x="connsiteX5652" y="connsiteY5652"/>
              </a:cxn>
              <a:cxn ang="0">
                <a:pos x="connsiteX5653" y="connsiteY5653"/>
              </a:cxn>
              <a:cxn ang="0">
                <a:pos x="connsiteX5654" y="connsiteY5654"/>
              </a:cxn>
              <a:cxn ang="0">
                <a:pos x="connsiteX5655" y="connsiteY5655"/>
              </a:cxn>
              <a:cxn ang="0">
                <a:pos x="connsiteX5656" y="connsiteY5656"/>
              </a:cxn>
              <a:cxn ang="0">
                <a:pos x="connsiteX5657" y="connsiteY5657"/>
              </a:cxn>
              <a:cxn ang="0">
                <a:pos x="connsiteX5658" y="connsiteY5658"/>
              </a:cxn>
              <a:cxn ang="0">
                <a:pos x="connsiteX5659" y="connsiteY5659"/>
              </a:cxn>
              <a:cxn ang="0">
                <a:pos x="connsiteX5660" y="connsiteY5660"/>
              </a:cxn>
              <a:cxn ang="0">
                <a:pos x="connsiteX5661" y="connsiteY5661"/>
              </a:cxn>
              <a:cxn ang="0">
                <a:pos x="connsiteX5662" y="connsiteY5662"/>
              </a:cxn>
              <a:cxn ang="0">
                <a:pos x="connsiteX5663" y="connsiteY5663"/>
              </a:cxn>
              <a:cxn ang="0">
                <a:pos x="connsiteX5664" y="connsiteY5664"/>
              </a:cxn>
              <a:cxn ang="0">
                <a:pos x="connsiteX5665" y="connsiteY5665"/>
              </a:cxn>
              <a:cxn ang="0">
                <a:pos x="connsiteX5666" y="connsiteY5666"/>
              </a:cxn>
              <a:cxn ang="0">
                <a:pos x="connsiteX5667" y="connsiteY5667"/>
              </a:cxn>
              <a:cxn ang="0">
                <a:pos x="connsiteX5668" y="connsiteY5668"/>
              </a:cxn>
              <a:cxn ang="0">
                <a:pos x="connsiteX5669" y="connsiteY5669"/>
              </a:cxn>
              <a:cxn ang="0">
                <a:pos x="connsiteX5670" y="connsiteY5670"/>
              </a:cxn>
              <a:cxn ang="0">
                <a:pos x="connsiteX5671" y="connsiteY5671"/>
              </a:cxn>
              <a:cxn ang="0">
                <a:pos x="connsiteX5672" y="connsiteY5672"/>
              </a:cxn>
              <a:cxn ang="0">
                <a:pos x="connsiteX5673" y="connsiteY5673"/>
              </a:cxn>
              <a:cxn ang="0">
                <a:pos x="connsiteX5674" y="connsiteY5674"/>
              </a:cxn>
              <a:cxn ang="0">
                <a:pos x="connsiteX5675" y="connsiteY5675"/>
              </a:cxn>
              <a:cxn ang="0">
                <a:pos x="connsiteX5676" y="connsiteY5676"/>
              </a:cxn>
              <a:cxn ang="0">
                <a:pos x="connsiteX5677" y="connsiteY5677"/>
              </a:cxn>
              <a:cxn ang="0">
                <a:pos x="connsiteX5678" y="connsiteY5678"/>
              </a:cxn>
              <a:cxn ang="0">
                <a:pos x="connsiteX5679" y="connsiteY5679"/>
              </a:cxn>
              <a:cxn ang="0">
                <a:pos x="connsiteX5680" y="connsiteY5680"/>
              </a:cxn>
              <a:cxn ang="0">
                <a:pos x="connsiteX5681" y="connsiteY5681"/>
              </a:cxn>
              <a:cxn ang="0">
                <a:pos x="connsiteX5682" y="connsiteY5682"/>
              </a:cxn>
              <a:cxn ang="0">
                <a:pos x="connsiteX5683" y="connsiteY5683"/>
              </a:cxn>
              <a:cxn ang="0">
                <a:pos x="connsiteX5684" y="connsiteY5684"/>
              </a:cxn>
              <a:cxn ang="0">
                <a:pos x="connsiteX5685" y="connsiteY5685"/>
              </a:cxn>
              <a:cxn ang="0">
                <a:pos x="connsiteX5686" y="connsiteY5686"/>
              </a:cxn>
              <a:cxn ang="0">
                <a:pos x="connsiteX5687" y="connsiteY5687"/>
              </a:cxn>
              <a:cxn ang="0">
                <a:pos x="connsiteX5688" y="connsiteY5688"/>
              </a:cxn>
              <a:cxn ang="0">
                <a:pos x="connsiteX5689" y="connsiteY5689"/>
              </a:cxn>
              <a:cxn ang="0">
                <a:pos x="connsiteX5690" y="connsiteY5690"/>
              </a:cxn>
              <a:cxn ang="0">
                <a:pos x="connsiteX5691" y="connsiteY5691"/>
              </a:cxn>
              <a:cxn ang="0">
                <a:pos x="connsiteX5692" y="connsiteY5692"/>
              </a:cxn>
              <a:cxn ang="0">
                <a:pos x="connsiteX5693" y="connsiteY5693"/>
              </a:cxn>
              <a:cxn ang="0">
                <a:pos x="connsiteX5694" y="connsiteY5694"/>
              </a:cxn>
              <a:cxn ang="0">
                <a:pos x="connsiteX5695" y="connsiteY5695"/>
              </a:cxn>
              <a:cxn ang="0">
                <a:pos x="connsiteX5696" y="connsiteY5696"/>
              </a:cxn>
              <a:cxn ang="0">
                <a:pos x="connsiteX5697" y="connsiteY5697"/>
              </a:cxn>
              <a:cxn ang="0">
                <a:pos x="connsiteX5698" y="connsiteY5698"/>
              </a:cxn>
              <a:cxn ang="0">
                <a:pos x="connsiteX5699" y="connsiteY5699"/>
              </a:cxn>
              <a:cxn ang="0">
                <a:pos x="connsiteX5700" y="connsiteY5700"/>
              </a:cxn>
              <a:cxn ang="0">
                <a:pos x="connsiteX5701" y="connsiteY5701"/>
              </a:cxn>
              <a:cxn ang="0">
                <a:pos x="connsiteX5702" y="connsiteY5702"/>
              </a:cxn>
              <a:cxn ang="0">
                <a:pos x="connsiteX5703" y="connsiteY5703"/>
              </a:cxn>
              <a:cxn ang="0">
                <a:pos x="connsiteX5704" y="connsiteY5704"/>
              </a:cxn>
              <a:cxn ang="0">
                <a:pos x="connsiteX5705" y="connsiteY5705"/>
              </a:cxn>
              <a:cxn ang="0">
                <a:pos x="connsiteX5706" y="connsiteY5706"/>
              </a:cxn>
              <a:cxn ang="0">
                <a:pos x="connsiteX5707" y="connsiteY5707"/>
              </a:cxn>
              <a:cxn ang="0">
                <a:pos x="connsiteX5708" y="connsiteY5708"/>
              </a:cxn>
              <a:cxn ang="0">
                <a:pos x="connsiteX5709" y="connsiteY5709"/>
              </a:cxn>
              <a:cxn ang="0">
                <a:pos x="connsiteX5710" y="connsiteY5710"/>
              </a:cxn>
              <a:cxn ang="0">
                <a:pos x="connsiteX5711" y="connsiteY5711"/>
              </a:cxn>
              <a:cxn ang="0">
                <a:pos x="connsiteX5712" y="connsiteY5712"/>
              </a:cxn>
              <a:cxn ang="0">
                <a:pos x="connsiteX5713" y="connsiteY5713"/>
              </a:cxn>
              <a:cxn ang="0">
                <a:pos x="connsiteX5714" y="connsiteY5714"/>
              </a:cxn>
              <a:cxn ang="0">
                <a:pos x="connsiteX5715" y="connsiteY5715"/>
              </a:cxn>
              <a:cxn ang="0">
                <a:pos x="connsiteX5716" y="connsiteY5716"/>
              </a:cxn>
              <a:cxn ang="0">
                <a:pos x="connsiteX5717" y="connsiteY5717"/>
              </a:cxn>
              <a:cxn ang="0">
                <a:pos x="connsiteX5718" y="connsiteY5718"/>
              </a:cxn>
              <a:cxn ang="0">
                <a:pos x="connsiteX5719" y="connsiteY5719"/>
              </a:cxn>
              <a:cxn ang="0">
                <a:pos x="connsiteX5720" y="connsiteY5720"/>
              </a:cxn>
              <a:cxn ang="0">
                <a:pos x="connsiteX5721" y="connsiteY5721"/>
              </a:cxn>
              <a:cxn ang="0">
                <a:pos x="connsiteX5722" y="connsiteY5722"/>
              </a:cxn>
              <a:cxn ang="0">
                <a:pos x="connsiteX5723" y="connsiteY5723"/>
              </a:cxn>
              <a:cxn ang="0">
                <a:pos x="connsiteX5724" y="connsiteY5724"/>
              </a:cxn>
              <a:cxn ang="0">
                <a:pos x="connsiteX5725" y="connsiteY5725"/>
              </a:cxn>
              <a:cxn ang="0">
                <a:pos x="connsiteX5726" y="connsiteY5726"/>
              </a:cxn>
              <a:cxn ang="0">
                <a:pos x="connsiteX5727" y="connsiteY5727"/>
              </a:cxn>
              <a:cxn ang="0">
                <a:pos x="connsiteX5728" y="connsiteY5728"/>
              </a:cxn>
              <a:cxn ang="0">
                <a:pos x="connsiteX5729" y="connsiteY5729"/>
              </a:cxn>
              <a:cxn ang="0">
                <a:pos x="connsiteX5730" y="connsiteY5730"/>
              </a:cxn>
              <a:cxn ang="0">
                <a:pos x="connsiteX5731" y="connsiteY5731"/>
              </a:cxn>
              <a:cxn ang="0">
                <a:pos x="connsiteX5732" y="connsiteY5732"/>
              </a:cxn>
              <a:cxn ang="0">
                <a:pos x="connsiteX5733" y="connsiteY5733"/>
              </a:cxn>
              <a:cxn ang="0">
                <a:pos x="connsiteX5734" y="connsiteY5734"/>
              </a:cxn>
              <a:cxn ang="0">
                <a:pos x="connsiteX5735" y="connsiteY5735"/>
              </a:cxn>
              <a:cxn ang="0">
                <a:pos x="connsiteX5736" y="connsiteY5736"/>
              </a:cxn>
              <a:cxn ang="0">
                <a:pos x="connsiteX5737" y="connsiteY5737"/>
              </a:cxn>
              <a:cxn ang="0">
                <a:pos x="connsiteX5738" y="connsiteY5738"/>
              </a:cxn>
              <a:cxn ang="0">
                <a:pos x="connsiteX5739" y="connsiteY5739"/>
              </a:cxn>
              <a:cxn ang="0">
                <a:pos x="connsiteX5740" y="connsiteY5740"/>
              </a:cxn>
              <a:cxn ang="0">
                <a:pos x="connsiteX5741" y="connsiteY5741"/>
              </a:cxn>
              <a:cxn ang="0">
                <a:pos x="connsiteX5742" y="connsiteY5742"/>
              </a:cxn>
              <a:cxn ang="0">
                <a:pos x="connsiteX5743" y="connsiteY5743"/>
              </a:cxn>
              <a:cxn ang="0">
                <a:pos x="connsiteX5744" y="connsiteY5744"/>
              </a:cxn>
              <a:cxn ang="0">
                <a:pos x="connsiteX5745" y="connsiteY5745"/>
              </a:cxn>
              <a:cxn ang="0">
                <a:pos x="connsiteX5746" y="connsiteY5746"/>
              </a:cxn>
              <a:cxn ang="0">
                <a:pos x="connsiteX5747" y="connsiteY5747"/>
              </a:cxn>
              <a:cxn ang="0">
                <a:pos x="connsiteX5748" y="connsiteY5748"/>
              </a:cxn>
              <a:cxn ang="0">
                <a:pos x="connsiteX5749" y="connsiteY5749"/>
              </a:cxn>
              <a:cxn ang="0">
                <a:pos x="connsiteX5750" y="connsiteY5750"/>
              </a:cxn>
              <a:cxn ang="0">
                <a:pos x="connsiteX5751" y="connsiteY5751"/>
              </a:cxn>
              <a:cxn ang="0">
                <a:pos x="connsiteX5752" y="connsiteY5752"/>
              </a:cxn>
              <a:cxn ang="0">
                <a:pos x="connsiteX5753" y="connsiteY5753"/>
              </a:cxn>
              <a:cxn ang="0">
                <a:pos x="connsiteX5754" y="connsiteY5754"/>
              </a:cxn>
              <a:cxn ang="0">
                <a:pos x="connsiteX5755" y="connsiteY5755"/>
              </a:cxn>
              <a:cxn ang="0">
                <a:pos x="connsiteX5756" y="connsiteY5756"/>
              </a:cxn>
              <a:cxn ang="0">
                <a:pos x="connsiteX5757" y="connsiteY5757"/>
              </a:cxn>
              <a:cxn ang="0">
                <a:pos x="connsiteX5758" y="connsiteY5758"/>
              </a:cxn>
              <a:cxn ang="0">
                <a:pos x="connsiteX5759" y="connsiteY5759"/>
              </a:cxn>
              <a:cxn ang="0">
                <a:pos x="connsiteX5760" y="connsiteY5760"/>
              </a:cxn>
              <a:cxn ang="0">
                <a:pos x="connsiteX5761" y="connsiteY5761"/>
              </a:cxn>
              <a:cxn ang="0">
                <a:pos x="connsiteX5762" y="connsiteY5762"/>
              </a:cxn>
              <a:cxn ang="0">
                <a:pos x="connsiteX5763" y="connsiteY5763"/>
              </a:cxn>
              <a:cxn ang="0">
                <a:pos x="connsiteX5764" y="connsiteY5764"/>
              </a:cxn>
              <a:cxn ang="0">
                <a:pos x="connsiteX5765" y="connsiteY5765"/>
              </a:cxn>
              <a:cxn ang="0">
                <a:pos x="connsiteX5766" y="connsiteY5766"/>
              </a:cxn>
              <a:cxn ang="0">
                <a:pos x="connsiteX5767" y="connsiteY5767"/>
              </a:cxn>
              <a:cxn ang="0">
                <a:pos x="connsiteX5768" y="connsiteY5768"/>
              </a:cxn>
              <a:cxn ang="0">
                <a:pos x="connsiteX5769" y="connsiteY5769"/>
              </a:cxn>
              <a:cxn ang="0">
                <a:pos x="connsiteX5770" y="connsiteY5770"/>
              </a:cxn>
              <a:cxn ang="0">
                <a:pos x="connsiteX5771" y="connsiteY5771"/>
              </a:cxn>
              <a:cxn ang="0">
                <a:pos x="connsiteX5772" y="connsiteY5772"/>
              </a:cxn>
              <a:cxn ang="0">
                <a:pos x="connsiteX5773" y="connsiteY5773"/>
              </a:cxn>
              <a:cxn ang="0">
                <a:pos x="connsiteX5774" y="connsiteY5774"/>
              </a:cxn>
              <a:cxn ang="0">
                <a:pos x="connsiteX5775" y="connsiteY5775"/>
              </a:cxn>
              <a:cxn ang="0">
                <a:pos x="connsiteX5776" y="connsiteY5776"/>
              </a:cxn>
              <a:cxn ang="0">
                <a:pos x="connsiteX5777" y="connsiteY5777"/>
              </a:cxn>
              <a:cxn ang="0">
                <a:pos x="connsiteX5778" y="connsiteY5778"/>
              </a:cxn>
              <a:cxn ang="0">
                <a:pos x="connsiteX5779" y="connsiteY5779"/>
              </a:cxn>
              <a:cxn ang="0">
                <a:pos x="connsiteX5780" y="connsiteY5780"/>
              </a:cxn>
              <a:cxn ang="0">
                <a:pos x="connsiteX5781" y="connsiteY5781"/>
              </a:cxn>
              <a:cxn ang="0">
                <a:pos x="connsiteX5782" y="connsiteY5782"/>
              </a:cxn>
              <a:cxn ang="0">
                <a:pos x="connsiteX5783" y="connsiteY5783"/>
              </a:cxn>
              <a:cxn ang="0">
                <a:pos x="connsiteX5784" y="connsiteY5784"/>
              </a:cxn>
              <a:cxn ang="0">
                <a:pos x="connsiteX5785" y="connsiteY5785"/>
              </a:cxn>
              <a:cxn ang="0">
                <a:pos x="connsiteX5786" y="connsiteY5786"/>
              </a:cxn>
              <a:cxn ang="0">
                <a:pos x="connsiteX5787" y="connsiteY5787"/>
              </a:cxn>
              <a:cxn ang="0">
                <a:pos x="connsiteX5788" y="connsiteY5788"/>
              </a:cxn>
              <a:cxn ang="0">
                <a:pos x="connsiteX5789" y="connsiteY5789"/>
              </a:cxn>
              <a:cxn ang="0">
                <a:pos x="connsiteX5790" y="connsiteY5790"/>
              </a:cxn>
              <a:cxn ang="0">
                <a:pos x="connsiteX5791" y="connsiteY5791"/>
              </a:cxn>
              <a:cxn ang="0">
                <a:pos x="connsiteX5792" y="connsiteY5792"/>
              </a:cxn>
              <a:cxn ang="0">
                <a:pos x="connsiteX5793" y="connsiteY5793"/>
              </a:cxn>
              <a:cxn ang="0">
                <a:pos x="connsiteX5794" y="connsiteY5794"/>
              </a:cxn>
              <a:cxn ang="0">
                <a:pos x="connsiteX5795" y="connsiteY5795"/>
              </a:cxn>
              <a:cxn ang="0">
                <a:pos x="connsiteX5796" y="connsiteY5796"/>
              </a:cxn>
              <a:cxn ang="0">
                <a:pos x="connsiteX5797" y="connsiteY5797"/>
              </a:cxn>
              <a:cxn ang="0">
                <a:pos x="connsiteX5798" y="connsiteY5798"/>
              </a:cxn>
              <a:cxn ang="0">
                <a:pos x="connsiteX5799" y="connsiteY5799"/>
              </a:cxn>
              <a:cxn ang="0">
                <a:pos x="connsiteX5800" y="connsiteY5800"/>
              </a:cxn>
              <a:cxn ang="0">
                <a:pos x="connsiteX5801" y="connsiteY5801"/>
              </a:cxn>
              <a:cxn ang="0">
                <a:pos x="connsiteX5802" y="connsiteY5802"/>
              </a:cxn>
              <a:cxn ang="0">
                <a:pos x="connsiteX5803" y="connsiteY5803"/>
              </a:cxn>
              <a:cxn ang="0">
                <a:pos x="connsiteX5804" y="connsiteY5804"/>
              </a:cxn>
              <a:cxn ang="0">
                <a:pos x="connsiteX5805" y="connsiteY5805"/>
              </a:cxn>
              <a:cxn ang="0">
                <a:pos x="connsiteX5806" y="connsiteY5806"/>
              </a:cxn>
              <a:cxn ang="0">
                <a:pos x="connsiteX5807" y="connsiteY5807"/>
              </a:cxn>
              <a:cxn ang="0">
                <a:pos x="connsiteX5808" y="connsiteY5808"/>
              </a:cxn>
              <a:cxn ang="0">
                <a:pos x="connsiteX5809" y="connsiteY5809"/>
              </a:cxn>
              <a:cxn ang="0">
                <a:pos x="connsiteX5810" y="connsiteY5810"/>
              </a:cxn>
              <a:cxn ang="0">
                <a:pos x="connsiteX5811" y="connsiteY5811"/>
              </a:cxn>
              <a:cxn ang="0">
                <a:pos x="connsiteX5812" y="connsiteY5812"/>
              </a:cxn>
              <a:cxn ang="0">
                <a:pos x="connsiteX5813" y="connsiteY5813"/>
              </a:cxn>
              <a:cxn ang="0">
                <a:pos x="connsiteX5814" y="connsiteY5814"/>
              </a:cxn>
              <a:cxn ang="0">
                <a:pos x="connsiteX5815" y="connsiteY5815"/>
              </a:cxn>
              <a:cxn ang="0">
                <a:pos x="connsiteX5816" y="connsiteY5816"/>
              </a:cxn>
              <a:cxn ang="0">
                <a:pos x="connsiteX5817" y="connsiteY5817"/>
              </a:cxn>
              <a:cxn ang="0">
                <a:pos x="connsiteX5818" y="connsiteY5818"/>
              </a:cxn>
              <a:cxn ang="0">
                <a:pos x="connsiteX5819" y="connsiteY5819"/>
              </a:cxn>
              <a:cxn ang="0">
                <a:pos x="connsiteX5820" y="connsiteY5820"/>
              </a:cxn>
              <a:cxn ang="0">
                <a:pos x="connsiteX5821" y="connsiteY5821"/>
              </a:cxn>
              <a:cxn ang="0">
                <a:pos x="connsiteX5822" y="connsiteY5822"/>
              </a:cxn>
              <a:cxn ang="0">
                <a:pos x="connsiteX5823" y="connsiteY5823"/>
              </a:cxn>
              <a:cxn ang="0">
                <a:pos x="connsiteX5824" y="connsiteY5824"/>
              </a:cxn>
              <a:cxn ang="0">
                <a:pos x="connsiteX5825" y="connsiteY5825"/>
              </a:cxn>
              <a:cxn ang="0">
                <a:pos x="connsiteX5826" y="connsiteY5826"/>
              </a:cxn>
              <a:cxn ang="0">
                <a:pos x="connsiteX5827" y="connsiteY5827"/>
              </a:cxn>
              <a:cxn ang="0">
                <a:pos x="connsiteX5828" y="connsiteY5828"/>
              </a:cxn>
              <a:cxn ang="0">
                <a:pos x="connsiteX5829" y="connsiteY5829"/>
              </a:cxn>
              <a:cxn ang="0">
                <a:pos x="connsiteX5830" y="connsiteY5830"/>
              </a:cxn>
              <a:cxn ang="0">
                <a:pos x="connsiteX5831" y="connsiteY5831"/>
              </a:cxn>
              <a:cxn ang="0">
                <a:pos x="connsiteX5832" y="connsiteY5832"/>
              </a:cxn>
              <a:cxn ang="0">
                <a:pos x="connsiteX5833" y="connsiteY5833"/>
              </a:cxn>
              <a:cxn ang="0">
                <a:pos x="connsiteX5834" y="connsiteY5834"/>
              </a:cxn>
              <a:cxn ang="0">
                <a:pos x="connsiteX5835" y="connsiteY5835"/>
              </a:cxn>
              <a:cxn ang="0">
                <a:pos x="connsiteX5836" y="connsiteY5836"/>
              </a:cxn>
              <a:cxn ang="0">
                <a:pos x="connsiteX5837" y="connsiteY5837"/>
              </a:cxn>
              <a:cxn ang="0">
                <a:pos x="connsiteX5838" y="connsiteY5838"/>
              </a:cxn>
              <a:cxn ang="0">
                <a:pos x="connsiteX5839" y="connsiteY5839"/>
              </a:cxn>
              <a:cxn ang="0">
                <a:pos x="connsiteX5840" y="connsiteY5840"/>
              </a:cxn>
              <a:cxn ang="0">
                <a:pos x="connsiteX5841" y="connsiteY5841"/>
              </a:cxn>
              <a:cxn ang="0">
                <a:pos x="connsiteX5842" y="connsiteY5842"/>
              </a:cxn>
              <a:cxn ang="0">
                <a:pos x="connsiteX5843" y="connsiteY5843"/>
              </a:cxn>
              <a:cxn ang="0">
                <a:pos x="connsiteX5844" y="connsiteY5844"/>
              </a:cxn>
              <a:cxn ang="0">
                <a:pos x="connsiteX5845" y="connsiteY5845"/>
              </a:cxn>
              <a:cxn ang="0">
                <a:pos x="connsiteX5846" y="connsiteY5846"/>
              </a:cxn>
              <a:cxn ang="0">
                <a:pos x="connsiteX5847" y="connsiteY5847"/>
              </a:cxn>
              <a:cxn ang="0">
                <a:pos x="connsiteX5848" y="connsiteY5848"/>
              </a:cxn>
              <a:cxn ang="0">
                <a:pos x="connsiteX5849" y="connsiteY5849"/>
              </a:cxn>
              <a:cxn ang="0">
                <a:pos x="connsiteX5850" y="connsiteY5850"/>
              </a:cxn>
              <a:cxn ang="0">
                <a:pos x="connsiteX5851" y="connsiteY5851"/>
              </a:cxn>
              <a:cxn ang="0">
                <a:pos x="connsiteX5852" y="connsiteY5852"/>
              </a:cxn>
              <a:cxn ang="0">
                <a:pos x="connsiteX5853" y="connsiteY5853"/>
              </a:cxn>
              <a:cxn ang="0">
                <a:pos x="connsiteX5854" y="connsiteY5854"/>
              </a:cxn>
              <a:cxn ang="0">
                <a:pos x="connsiteX5855" y="connsiteY5855"/>
              </a:cxn>
              <a:cxn ang="0">
                <a:pos x="connsiteX5856" y="connsiteY5856"/>
              </a:cxn>
              <a:cxn ang="0">
                <a:pos x="connsiteX5857" y="connsiteY5857"/>
              </a:cxn>
              <a:cxn ang="0">
                <a:pos x="connsiteX5858" y="connsiteY5858"/>
              </a:cxn>
              <a:cxn ang="0">
                <a:pos x="connsiteX5859" y="connsiteY5859"/>
              </a:cxn>
              <a:cxn ang="0">
                <a:pos x="connsiteX5860" y="connsiteY5860"/>
              </a:cxn>
              <a:cxn ang="0">
                <a:pos x="connsiteX5861" y="connsiteY5861"/>
              </a:cxn>
              <a:cxn ang="0">
                <a:pos x="connsiteX5862" y="connsiteY5862"/>
              </a:cxn>
              <a:cxn ang="0">
                <a:pos x="connsiteX5863" y="connsiteY5863"/>
              </a:cxn>
              <a:cxn ang="0">
                <a:pos x="connsiteX5864" y="connsiteY5864"/>
              </a:cxn>
              <a:cxn ang="0">
                <a:pos x="connsiteX5865" y="connsiteY5865"/>
              </a:cxn>
              <a:cxn ang="0">
                <a:pos x="connsiteX5866" y="connsiteY5866"/>
              </a:cxn>
              <a:cxn ang="0">
                <a:pos x="connsiteX5867" y="connsiteY5867"/>
              </a:cxn>
              <a:cxn ang="0">
                <a:pos x="connsiteX5868" y="connsiteY5868"/>
              </a:cxn>
              <a:cxn ang="0">
                <a:pos x="connsiteX5869" y="connsiteY5869"/>
              </a:cxn>
              <a:cxn ang="0">
                <a:pos x="connsiteX5870" y="connsiteY5870"/>
              </a:cxn>
              <a:cxn ang="0">
                <a:pos x="connsiteX5871" y="connsiteY5871"/>
              </a:cxn>
              <a:cxn ang="0">
                <a:pos x="connsiteX5872" y="connsiteY5872"/>
              </a:cxn>
              <a:cxn ang="0">
                <a:pos x="connsiteX5873" y="connsiteY5873"/>
              </a:cxn>
              <a:cxn ang="0">
                <a:pos x="connsiteX5874" y="connsiteY5874"/>
              </a:cxn>
              <a:cxn ang="0">
                <a:pos x="connsiteX5875" y="connsiteY5875"/>
              </a:cxn>
              <a:cxn ang="0">
                <a:pos x="connsiteX5876" y="connsiteY5876"/>
              </a:cxn>
              <a:cxn ang="0">
                <a:pos x="connsiteX5877" y="connsiteY5877"/>
              </a:cxn>
              <a:cxn ang="0">
                <a:pos x="connsiteX5878" y="connsiteY5878"/>
              </a:cxn>
              <a:cxn ang="0">
                <a:pos x="connsiteX5879" y="connsiteY5879"/>
              </a:cxn>
              <a:cxn ang="0">
                <a:pos x="connsiteX5880" y="connsiteY5880"/>
              </a:cxn>
              <a:cxn ang="0">
                <a:pos x="connsiteX5881" y="connsiteY5881"/>
              </a:cxn>
              <a:cxn ang="0">
                <a:pos x="connsiteX5882" y="connsiteY5882"/>
              </a:cxn>
              <a:cxn ang="0">
                <a:pos x="connsiteX5883" y="connsiteY5883"/>
              </a:cxn>
              <a:cxn ang="0">
                <a:pos x="connsiteX5884" y="connsiteY5884"/>
              </a:cxn>
              <a:cxn ang="0">
                <a:pos x="connsiteX5885" y="connsiteY5885"/>
              </a:cxn>
              <a:cxn ang="0">
                <a:pos x="connsiteX5886" y="connsiteY5886"/>
              </a:cxn>
              <a:cxn ang="0">
                <a:pos x="connsiteX5887" y="connsiteY5887"/>
              </a:cxn>
              <a:cxn ang="0">
                <a:pos x="connsiteX5888" y="connsiteY5888"/>
              </a:cxn>
              <a:cxn ang="0">
                <a:pos x="connsiteX5889" y="connsiteY5889"/>
              </a:cxn>
              <a:cxn ang="0">
                <a:pos x="connsiteX5890" y="connsiteY5890"/>
              </a:cxn>
              <a:cxn ang="0">
                <a:pos x="connsiteX5891" y="connsiteY5891"/>
              </a:cxn>
              <a:cxn ang="0">
                <a:pos x="connsiteX5892" y="connsiteY5892"/>
              </a:cxn>
              <a:cxn ang="0">
                <a:pos x="connsiteX5893" y="connsiteY5893"/>
              </a:cxn>
              <a:cxn ang="0">
                <a:pos x="connsiteX5894" y="connsiteY5894"/>
              </a:cxn>
              <a:cxn ang="0">
                <a:pos x="connsiteX5895" y="connsiteY5895"/>
              </a:cxn>
              <a:cxn ang="0">
                <a:pos x="connsiteX5896" y="connsiteY5896"/>
              </a:cxn>
              <a:cxn ang="0">
                <a:pos x="connsiteX5897" y="connsiteY5897"/>
              </a:cxn>
              <a:cxn ang="0">
                <a:pos x="connsiteX5898" y="connsiteY5898"/>
              </a:cxn>
              <a:cxn ang="0">
                <a:pos x="connsiteX5899" y="connsiteY5899"/>
              </a:cxn>
              <a:cxn ang="0">
                <a:pos x="connsiteX5900" y="connsiteY5900"/>
              </a:cxn>
              <a:cxn ang="0">
                <a:pos x="connsiteX5901" y="connsiteY5901"/>
              </a:cxn>
              <a:cxn ang="0">
                <a:pos x="connsiteX5902" y="connsiteY5902"/>
              </a:cxn>
              <a:cxn ang="0">
                <a:pos x="connsiteX5903" y="connsiteY5903"/>
              </a:cxn>
              <a:cxn ang="0">
                <a:pos x="connsiteX5904" y="connsiteY5904"/>
              </a:cxn>
              <a:cxn ang="0">
                <a:pos x="connsiteX5905" y="connsiteY5905"/>
              </a:cxn>
              <a:cxn ang="0">
                <a:pos x="connsiteX5906" y="connsiteY5906"/>
              </a:cxn>
              <a:cxn ang="0">
                <a:pos x="connsiteX5907" y="connsiteY5907"/>
              </a:cxn>
              <a:cxn ang="0">
                <a:pos x="connsiteX5908" y="connsiteY5908"/>
              </a:cxn>
              <a:cxn ang="0">
                <a:pos x="connsiteX5909" y="connsiteY5909"/>
              </a:cxn>
              <a:cxn ang="0">
                <a:pos x="connsiteX5910" y="connsiteY5910"/>
              </a:cxn>
              <a:cxn ang="0">
                <a:pos x="connsiteX5911" y="connsiteY5911"/>
              </a:cxn>
              <a:cxn ang="0">
                <a:pos x="connsiteX5912" y="connsiteY5912"/>
              </a:cxn>
              <a:cxn ang="0">
                <a:pos x="connsiteX5913" y="connsiteY5913"/>
              </a:cxn>
              <a:cxn ang="0">
                <a:pos x="connsiteX5914" y="connsiteY5914"/>
              </a:cxn>
              <a:cxn ang="0">
                <a:pos x="connsiteX5915" y="connsiteY5915"/>
              </a:cxn>
              <a:cxn ang="0">
                <a:pos x="connsiteX5916" y="connsiteY5916"/>
              </a:cxn>
              <a:cxn ang="0">
                <a:pos x="connsiteX5917" y="connsiteY5917"/>
              </a:cxn>
              <a:cxn ang="0">
                <a:pos x="connsiteX5918" y="connsiteY5918"/>
              </a:cxn>
              <a:cxn ang="0">
                <a:pos x="connsiteX5919" y="connsiteY5919"/>
              </a:cxn>
              <a:cxn ang="0">
                <a:pos x="connsiteX5920" y="connsiteY5920"/>
              </a:cxn>
              <a:cxn ang="0">
                <a:pos x="connsiteX5921" y="connsiteY5921"/>
              </a:cxn>
              <a:cxn ang="0">
                <a:pos x="connsiteX5922" y="connsiteY5922"/>
              </a:cxn>
              <a:cxn ang="0">
                <a:pos x="connsiteX5923" y="connsiteY5923"/>
              </a:cxn>
              <a:cxn ang="0">
                <a:pos x="connsiteX5924" y="connsiteY5924"/>
              </a:cxn>
              <a:cxn ang="0">
                <a:pos x="connsiteX5925" y="connsiteY5925"/>
              </a:cxn>
              <a:cxn ang="0">
                <a:pos x="connsiteX5926" y="connsiteY5926"/>
              </a:cxn>
              <a:cxn ang="0">
                <a:pos x="connsiteX5927" y="connsiteY5927"/>
              </a:cxn>
              <a:cxn ang="0">
                <a:pos x="connsiteX5928" y="connsiteY5928"/>
              </a:cxn>
              <a:cxn ang="0">
                <a:pos x="connsiteX5929" y="connsiteY5929"/>
              </a:cxn>
              <a:cxn ang="0">
                <a:pos x="connsiteX5930" y="connsiteY5930"/>
              </a:cxn>
              <a:cxn ang="0">
                <a:pos x="connsiteX5931" y="connsiteY5931"/>
              </a:cxn>
              <a:cxn ang="0">
                <a:pos x="connsiteX5932" y="connsiteY5932"/>
              </a:cxn>
              <a:cxn ang="0">
                <a:pos x="connsiteX5933" y="connsiteY5933"/>
              </a:cxn>
              <a:cxn ang="0">
                <a:pos x="connsiteX5934" y="connsiteY5934"/>
              </a:cxn>
              <a:cxn ang="0">
                <a:pos x="connsiteX5935" y="connsiteY5935"/>
              </a:cxn>
              <a:cxn ang="0">
                <a:pos x="connsiteX5936" y="connsiteY5936"/>
              </a:cxn>
              <a:cxn ang="0">
                <a:pos x="connsiteX5937" y="connsiteY5937"/>
              </a:cxn>
              <a:cxn ang="0">
                <a:pos x="connsiteX5938" y="connsiteY5938"/>
              </a:cxn>
              <a:cxn ang="0">
                <a:pos x="connsiteX5939" y="connsiteY5939"/>
              </a:cxn>
              <a:cxn ang="0">
                <a:pos x="connsiteX5940" y="connsiteY5940"/>
              </a:cxn>
              <a:cxn ang="0">
                <a:pos x="connsiteX5941" y="connsiteY5941"/>
              </a:cxn>
              <a:cxn ang="0">
                <a:pos x="connsiteX5942" y="connsiteY5942"/>
              </a:cxn>
              <a:cxn ang="0">
                <a:pos x="connsiteX5943" y="connsiteY5943"/>
              </a:cxn>
              <a:cxn ang="0">
                <a:pos x="connsiteX5944" y="connsiteY5944"/>
              </a:cxn>
              <a:cxn ang="0">
                <a:pos x="connsiteX5945" y="connsiteY5945"/>
              </a:cxn>
              <a:cxn ang="0">
                <a:pos x="connsiteX5946" y="connsiteY5946"/>
              </a:cxn>
              <a:cxn ang="0">
                <a:pos x="connsiteX5947" y="connsiteY5947"/>
              </a:cxn>
              <a:cxn ang="0">
                <a:pos x="connsiteX5948" y="connsiteY5948"/>
              </a:cxn>
              <a:cxn ang="0">
                <a:pos x="connsiteX5949" y="connsiteY5949"/>
              </a:cxn>
              <a:cxn ang="0">
                <a:pos x="connsiteX5950" y="connsiteY5950"/>
              </a:cxn>
              <a:cxn ang="0">
                <a:pos x="connsiteX5951" y="connsiteY5951"/>
              </a:cxn>
              <a:cxn ang="0">
                <a:pos x="connsiteX5952" y="connsiteY5952"/>
              </a:cxn>
              <a:cxn ang="0">
                <a:pos x="connsiteX5953" y="connsiteY5953"/>
              </a:cxn>
              <a:cxn ang="0">
                <a:pos x="connsiteX5954" y="connsiteY5954"/>
              </a:cxn>
              <a:cxn ang="0">
                <a:pos x="connsiteX5955" y="connsiteY5955"/>
              </a:cxn>
              <a:cxn ang="0">
                <a:pos x="connsiteX5956" y="connsiteY5956"/>
              </a:cxn>
              <a:cxn ang="0">
                <a:pos x="connsiteX5957" y="connsiteY5957"/>
              </a:cxn>
              <a:cxn ang="0">
                <a:pos x="connsiteX5958" y="connsiteY5958"/>
              </a:cxn>
              <a:cxn ang="0">
                <a:pos x="connsiteX5959" y="connsiteY5959"/>
              </a:cxn>
              <a:cxn ang="0">
                <a:pos x="connsiteX5960" y="connsiteY5960"/>
              </a:cxn>
              <a:cxn ang="0">
                <a:pos x="connsiteX5961" y="connsiteY5961"/>
              </a:cxn>
              <a:cxn ang="0">
                <a:pos x="connsiteX5962" y="connsiteY5962"/>
              </a:cxn>
              <a:cxn ang="0">
                <a:pos x="connsiteX5963" y="connsiteY5963"/>
              </a:cxn>
              <a:cxn ang="0">
                <a:pos x="connsiteX5964" y="connsiteY5964"/>
              </a:cxn>
              <a:cxn ang="0">
                <a:pos x="connsiteX5965" y="connsiteY5965"/>
              </a:cxn>
              <a:cxn ang="0">
                <a:pos x="connsiteX5966" y="connsiteY5966"/>
              </a:cxn>
              <a:cxn ang="0">
                <a:pos x="connsiteX5967" y="connsiteY5967"/>
              </a:cxn>
              <a:cxn ang="0">
                <a:pos x="connsiteX5968" y="connsiteY5968"/>
              </a:cxn>
              <a:cxn ang="0">
                <a:pos x="connsiteX5969" y="connsiteY5969"/>
              </a:cxn>
              <a:cxn ang="0">
                <a:pos x="connsiteX5970" y="connsiteY5970"/>
              </a:cxn>
              <a:cxn ang="0">
                <a:pos x="connsiteX5971" y="connsiteY5971"/>
              </a:cxn>
              <a:cxn ang="0">
                <a:pos x="connsiteX5972" y="connsiteY5972"/>
              </a:cxn>
              <a:cxn ang="0">
                <a:pos x="connsiteX5973" y="connsiteY5973"/>
              </a:cxn>
              <a:cxn ang="0">
                <a:pos x="connsiteX5974" y="connsiteY5974"/>
              </a:cxn>
              <a:cxn ang="0">
                <a:pos x="connsiteX5975" y="connsiteY5975"/>
              </a:cxn>
              <a:cxn ang="0">
                <a:pos x="connsiteX5976" y="connsiteY5976"/>
              </a:cxn>
              <a:cxn ang="0">
                <a:pos x="connsiteX5977" y="connsiteY5977"/>
              </a:cxn>
              <a:cxn ang="0">
                <a:pos x="connsiteX5978" y="connsiteY5978"/>
              </a:cxn>
              <a:cxn ang="0">
                <a:pos x="connsiteX5979" y="connsiteY5979"/>
              </a:cxn>
              <a:cxn ang="0">
                <a:pos x="connsiteX5980" y="connsiteY5980"/>
              </a:cxn>
              <a:cxn ang="0">
                <a:pos x="connsiteX5981" y="connsiteY5981"/>
              </a:cxn>
              <a:cxn ang="0">
                <a:pos x="connsiteX5982" y="connsiteY5982"/>
              </a:cxn>
              <a:cxn ang="0">
                <a:pos x="connsiteX5983" y="connsiteY5983"/>
              </a:cxn>
              <a:cxn ang="0">
                <a:pos x="connsiteX5984" y="connsiteY5984"/>
              </a:cxn>
              <a:cxn ang="0">
                <a:pos x="connsiteX5985" y="connsiteY5985"/>
              </a:cxn>
              <a:cxn ang="0">
                <a:pos x="connsiteX5986" y="connsiteY5986"/>
              </a:cxn>
              <a:cxn ang="0">
                <a:pos x="connsiteX5987" y="connsiteY5987"/>
              </a:cxn>
              <a:cxn ang="0">
                <a:pos x="connsiteX5988" y="connsiteY5988"/>
              </a:cxn>
              <a:cxn ang="0">
                <a:pos x="connsiteX5989" y="connsiteY5989"/>
              </a:cxn>
              <a:cxn ang="0">
                <a:pos x="connsiteX5990" y="connsiteY5990"/>
              </a:cxn>
              <a:cxn ang="0">
                <a:pos x="connsiteX5991" y="connsiteY5991"/>
              </a:cxn>
              <a:cxn ang="0">
                <a:pos x="connsiteX5992" y="connsiteY5992"/>
              </a:cxn>
              <a:cxn ang="0">
                <a:pos x="connsiteX5993" y="connsiteY5993"/>
              </a:cxn>
              <a:cxn ang="0">
                <a:pos x="connsiteX5994" y="connsiteY5994"/>
              </a:cxn>
              <a:cxn ang="0">
                <a:pos x="connsiteX5995" y="connsiteY5995"/>
              </a:cxn>
              <a:cxn ang="0">
                <a:pos x="connsiteX5996" y="connsiteY5996"/>
              </a:cxn>
              <a:cxn ang="0">
                <a:pos x="connsiteX5997" y="connsiteY5997"/>
              </a:cxn>
              <a:cxn ang="0">
                <a:pos x="connsiteX5998" y="connsiteY5998"/>
              </a:cxn>
              <a:cxn ang="0">
                <a:pos x="connsiteX5999" y="connsiteY5999"/>
              </a:cxn>
              <a:cxn ang="0">
                <a:pos x="connsiteX6000" y="connsiteY6000"/>
              </a:cxn>
              <a:cxn ang="0">
                <a:pos x="connsiteX6001" y="connsiteY6001"/>
              </a:cxn>
              <a:cxn ang="0">
                <a:pos x="connsiteX6002" y="connsiteY6002"/>
              </a:cxn>
              <a:cxn ang="0">
                <a:pos x="connsiteX6003" y="connsiteY6003"/>
              </a:cxn>
              <a:cxn ang="0">
                <a:pos x="connsiteX6004" y="connsiteY6004"/>
              </a:cxn>
              <a:cxn ang="0">
                <a:pos x="connsiteX6005" y="connsiteY6005"/>
              </a:cxn>
              <a:cxn ang="0">
                <a:pos x="connsiteX6006" y="connsiteY6006"/>
              </a:cxn>
              <a:cxn ang="0">
                <a:pos x="connsiteX6007" y="connsiteY6007"/>
              </a:cxn>
              <a:cxn ang="0">
                <a:pos x="connsiteX6008" y="connsiteY6008"/>
              </a:cxn>
              <a:cxn ang="0">
                <a:pos x="connsiteX6009" y="connsiteY6009"/>
              </a:cxn>
              <a:cxn ang="0">
                <a:pos x="connsiteX6010" y="connsiteY6010"/>
              </a:cxn>
              <a:cxn ang="0">
                <a:pos x="connsiteX6011" y="connsiteY6011"/>
              </a:cxn>
              <a:cxn ang="0">
                <a:pos x="connsiteX6012" y="connsiteY6012"/>
              </a:cxn>
              <a:cxn ang="0">
                <a:pos x="connsiteX6013" y="connsiteY6013"/>
              </a:cxn>
              <a:cxn ang="0">
                <a:pos x="connsiteX6014" y="connsiteY6014"/>
              </a:cxn>
              <a:cxn ang="0">
                <a:pos x="connsiteX6015" y="connsiteY6015"/>
              </a:cxn>
              <a:cxn ang="0">
                <a:pos x="connsiteX6016" y="connsiteY6016"/>
              </a:cxn>
              <a:cxn ang="0">
                <a:pos x="connsiteX6017" y="connsiteY6017"/>
              </a:cxn>
              <a:cxn ang="0">
                <a:pos x="connsiteX6018" y="connsiteY6018"/>
              </a:cxn>
              <a:cxn ang="0">
                <a:pos x="connsiteX6019" y="connsiteY6019"/>
              </a:cxn>
              <a:cxn ang="0">
                <a:pos x="connsiteX6020" y="connsiteY6020"/>
              </a:cxn>
              <a:cxn ang="0">
                <a:pos x="connsiteX6021" y="connsiteY6021"/>
              </a:cxn>
              <a:cxn ang="0">
                <a:pos x="connsiteX6022" y="connsiteY6022"/>
              </a:cxn>
              <a:cxn ang="0">
                <a:pos x="connsiteX6023" y="connsiteY6023"/>
              </a:cxn>
              <a:cxn ang="0">
                <a:pos x="connsiteX6024" y="connsiteY6024"/>
              </a:cxn>
              <a:cxn ang="0">
                <a:pos x="connsiteX6025" y="connsiteY6025"/>
              </a:cxn>
              <a:cxn ang="0">
                <a:pos x="connsiteX6026" y="connsiteY6026"/>
              </a:cxn>
              <a:cxn ang="0">
                <a:pos x="connsiteX6027" y="connsiteY6027"/>
              </a:cxn>
              <a:cxn ang="0">
                <a:pos x="connsiteX6028" y="connsiteY6028"/>
              </a:cxn>
              <a:cxn ang="0">
                <a:pos x="connsiteX6029" y="connsiteY6029"/>
              </a:cxn>
              <a:cxn ang="0">
                <a:pos x="connsiteX6030" y="connsiteY6030"/>
              </a:cxn>
              <a:cxn ang="0">
                <a:pos x="connsiteX6031" y="connsiteY6031"/>
              </a:cxn>
              <a:cxn ang="0">
                <a:pos x="connsiteX6032" y="connsiteY6032"/>
              </a:cxn>
              <a:cxn ang="0">
                <a:pos x="connsiteX6033" y="connsiteY6033"/>
              </a:cxn>
              <a:cxn ang="0">
                <a:pos x="connsiteX6034" y="connsiteY6034"/>
              </a:cxn>
              <a:cxn ang="0">
                <a:pos x="connsiteX6035" y="connsiteY6035"/>
              </a:cxn>
              <a:cxn ang="0">
                <a:pos x="connsiteX6036" y="connsiteY6036"/>
              </a:cxn>
              <a:cxn ang="0">
                <a:pos x="connsiteX6037" y="connsiteY6037"/>
              </a:cxn>
              <a:cxn ang="0">
                <a:pos x="connsiteX6038" y="connsiteY6038"/>
              </a:cxn>
              <a:cxn ang="0">
                <a:pos x="connsiteX6039" y="connsiteY6039"/>
              </a:cxn>
              <a:cxn ang="0">
                <a:pos x="connsiteX6040" y="connsiteY6040"/>
              </a:cxn>
              <a:cxn ang="0">
                <a:pos x="connsiteX6041" y="connsiteY6041"/>
              </a:cxn>
              <a:cxn ang="0">
                <a:pos x="connsiteX6042" y="connsiteY6042"/>
              </a:cxn>
              <a:cxn ang="0">
                <a:pos x="connsiteX6043" y="connsiteY6043"/>
              </a:cxn>
              <a:cxn ang="0">
                <a:pos x="connsiteX6044" y="connsiteY6044"/>
              </a:cxn>
              <a:cxn ang="0">
                <a:pos x="connsiteX6045" y="connsiteY6045"/>
              </a:cxn>
              <a:cxn ang="0">
                <a:pos x="connsiteX6046" y="connsiteY6046"/>
              </a:cxn>
              <a:cxn ang="0">
                <a:pos x="connsiteX6047" y="connsiteY6047"/>
              </a:cxn>
              <a:cxn ang="0">
                <a:pos x="connsiteX6048" y="connsiteY6048"/>
              </a:cxn>
              <a:cxn ang="0">
                <a:pos x="connsiteX6049" y="connsiteY6049"/>
              </a:cxn>
              <a:cxn ang="0">
                <a:pos x="connsiteX6050" y="connsiteY6050"/>
              </a:cxn>
              <a:cxn ang="0">
                <a:pos x="connsiteX6051" y="connsiteY6051"/>
              </a:cxn>
              <a:cxn ang="0">
                <a:pos x="connsiteX6052" y="connsiteY6052"/>
              </a:cxn>
              <a:cxn ang="0">
                <a:pos x="connsiteX6053" y="connsiteY6053"/>
              </a:cxn>
              <a:cxn ang="0">
                <a:pos x="connsiteX6054" y="connsiteY6054"/>
              </a:cxn>
              <a:cxn ang="0">
                <a:pos x="connsiteX6055" y="connsiteY6055"/>
              </a:cxn>
              <a:cxn ang="0">
                <a:pos x="connsiteX6056" y="connsiteY6056"/>
              </a:cxn>
              <a:cxn ang="0">
                <a:pos x="connsiteX6057" y="connsiteY6057"/>
              </a:cxn>
              <a:cxn ang="0">
                <a:pos x="connsiteX6058" y="connsiteY6058"/>
              </a:cxn>
              <a:cxn ang="0">
                <a:pos x="connsiteX6059" y="connsiteY6059"/>
              </a:cxn>
              <a:cxn ang="0">
                <a:pos x="connsiteX6060" y="connsiteY6060"/>
              </a:cxn>
              <a:cxn ang="0">
                <a:pos x="connsiteX6061" y="connsiteY6061"/>
              </a:cxn>
              <a:cxn ang="0">
                <a:pos x="connsiteX6062" y="connsiteY6062"/>
              </a:cxn>
              <a:cxn ang="0">
                <a:pos x="connsiteX6063" y="connsiteY6063"/>
              </a:cxn>
              <a:cxn ang="0">
                <a:pos x="connsiteX6064" y="connsiteY6064"/>
              </a:cxn>
              <a:cxn ang="0">
                <a:pos x="connsiteX6065" y="connsiteY6065"/>
              </a:cxn>
              <a:cxn ang="0">
                <a:pos x="connsiteX6066" y="connsiteY6066"/>
              </a:cxn>
              <a:cxn ang="0">
                <a:pos x="connsiteX6067" y="connsiteY6067"/>
              </a:cxn>
              <a:cxn ang="0">
                <a:pos x="connsiteX6068" y="connsiteY6068"/>
              </a:cxn>
              <a:cxn ang="0">
                <a:pos x="connsiteX6069" y="connsiteY6069"/>
              </a:cxn>
              <a:cxn ang="0">
                <a:pos x="connsiteX6070" y="connsiteY6070"/>
              </a:cxn>
              <a:cxn ang="0">
                <a:pos x="connsiteX6071" y="connsiteY6071"/>
              </a:cxn>
              <a:cxn ang="0">
                <a:pos x="connsiteX6072" y="connsiteY6072"/>
              </a:cxn>
              <a:cxn ang="0">
                <a:pos x="connsiteX6073" y="connsiteY6073"/>
              </a:cxn>
              <a:cxn ang="0">
                <a:pos x="connsiteX6074" y="connsiteY6074"/>
              </a:cxn>
              <a:cxn ang="0">
                <a:pos x="connsiteX6075" y="connsiteY6075"/>
              </a:cxn>
              <a:cxn ang="0">
                <a:pos x="connsiteX6076" y="connsiteY6076"/>
              </a:cxn>
              <a:cxn ang="0">
                <a:pos x="connsiteX6077" y="connsiteY6077"/>
              </a:cxn>
              <a:cxn ang="0">
                <a:pos x="connsiteX6078" y="connsiteY6078"/>
              </a:cxn>
              <a:cxn ang="0">
                <a:pos x="connsiteX6079" y="connsiteY6079"/>
              </a:cxn>
              <a:cxn ang="0">
                <a:pos x="connsiteX6080" y="connsiteY6080"/>
              </a:cxn>
              <a:cxn ang="0">
                <a:pos x="connsiteX6081" y="connsiteY6081"/>
              </a:cxn>
              <a:cxn ang="0">
                <a:pos x="connsiteX6082" y="connsiteY6082"/>
              </a:cxn>
              <a:cxn ang="0">
                <a:pos x="connsiteX6083" y="connsiteY6083"/>
              </a:cxn>
              <a:cxn ang="0">
                <a:pos x="connsiteX6084" y="connsiteY6084"/>
              </a:cxn>
              <a:cxn ang="0">
                <a:pos x="connsiteX6085" y="connsiteY6085"/>
              </a:cxn>
              <a:cxn ang="0">
                <a:pos x="connsiteX6086" y="connsiteY6086"/>
              </a:cxn>
              <a:cxn ang="0">
                <a:pos x="connsiteX6087" y="connsiteY6087"/>
              </a:cxn>
              <a:cxn ang="0">
                <a:pos x="connsiteX6088" y="connsiteY6088"/>
              </a:cxn>
              <a:cxn ang="0">
                <a:pos x="connsiteX6089" y="connsiteY6089"/>
              </a:cxn>
              <a:cxn ang="0">
                <a:pos x="connsiteX6090" y="connsiteY6090"/>
              </a:cxn>
              <a:cxn ang="0">
                <a:pos x="connsiteX6091" y="connsiteY6091"/>
              </a:cxn>
              <a:cxn ang="0">
                <a:pos x="connsiteX6092" y="connsiteY6092"/>
              </a:cxn>
              <a:cxn ang="0">
                <a:pos x="connsiteX6093" y="connsiteY6093"/>
              </a:cxn>
              <a:cxn ang="0">
                <a:pos x="connsiteX6094" y="connsiteY6094"/>
              </a:cxn>
              <a:cxn ang="0">
                <a:pos x="connsiteX6095" y="connsiteY6095"/>
              </a:cxn>
              <a:cxn ang="0">
                <a:pos x="connsiteX6096" y="connsiteY6096"/>
              </a:cxn>
              <a:cxn ang="0">
                <a:pos x="connsiteX6097" y="connsiteY6097"/>
              </a:cxn>
              <a:cxn ang="0">
                <a:pos x="connsiteX6098" y="connsiteY6098"/>
              </a:cxn>
              <a:cxn ang="0">
                <a:pos x="connsiteX6099" y="connsiteY6099"/>
              </a:cxn>
              <a:cxn ang="0">
                <a:pos x="connsiteX6100" y="connsiteY6100"/>
              </a:cxn>
              <a:cxn ang="0">
                <a:pos x="connsiteX6101" y="connsiteY6101"/>
              </a:cxn>
              <a:cxn ang="0">
                <a:pos x="connsiteX6102" y="connsiteY6102"/>
              </a:cxn>
              <a:cxn ang="0">
                <a:pos x="connsiteX6103" y="connsiteY6103"/>
              </a:cxn>
              <a:cxn ang="0">
                <a:pos x="connsiteX6104" y="connsiteY6104"/>
              </a:cxn>
              <a:cxn ang="0">
                <a:pos x="connsiteX6105" y="connsiteY6105"/>
              </a:cxn>
              <a:cxn ang="0">
                <a:pos x="connsiteX6106" y="connsiteY6106"/>
              </a:cxn>
              <a:cxn ang="0">
                <a:pos x="connsiteX6107" y="connsiteY6107"/>
              </a:cxn>
              <a:cxn ang="0">
                <a:pos x="connsiteX6108" y="connsiteY6108"/>
              </a:cxn>
              <a:cxn ang="0">
                <a:pos x="connsiteX6109" y="connsiteY6109"/>
              </a:cxn>
              <a:cxn ang="0">
                <a:pos x="connsiteX6110" y="connsiteY6110"/>
              </a:cxn>
              <a:cxn ang="0">
                <a:pos x="connsiteX6111" y="connsiteY6111"/>
              </a:cxn>
              <a:cxn ang="0">
                <a:pos x="connsiteX6112" y="connsiteY6112"/>
              </a:cxn>
              <a:cxn ang="0">
                <a:pos x="connsiteX6113" y="connsiteY6113"/>
              </a:cxn>
              <a:cxn ang="0">
                <a:pos x="connsiteX6114" y="connsiteY6114"/>
              </a:cxn>
              <a:cxn ang="0">
                <a:pos x="connsiteX6115" y="connsiteY6115"/>
              </a:cxn>
              <a:cxn ang="0">
                <a:pos x="connsiteX6116" y="connsiteY6116"/>
              </a:cxn>
              <a:cxn ang="0">
                <a:pos x="connsiteX6117" y="connsiteY6117"/>
              </a:cxn>
              <a:cxn ang="0">
                <a:pos x="connsiteX6118" y="connsiteY6118"/>
              </a:cxn>
              <a:cxn ang="0">
                <a:pos x="connsiteX6119" y="connsiteY6119"/>
              </a:cxn>
              <a:cxn ang="0">
                <a:pos x="connsiteX6120" y="connsiteY6120"/>
              </a:cxn>
              <a:cxn ang="0">
                <a:pos x="connsiteX6121" y="connsiteY6121"/>
              </a:cxn>
              <a:cxn ang="0">
                <a:pos x="connsiteX6122" y="connsiteY6122"/>
              </a:cxn>
              <a:cxn ang="0">
                <a:pos x="connsiteX6123" y="connsiteY6123"/>
              </a:cxn>
              <a:cxn ang="0">
                <a:pos x="connsiteX6124" y="connsiteY6124"/>
              </a:cxn>
              <a:cxn ang="0">
                <a:pos x="connsiteX6125" y="connsiteY6125"/>
              </a:cxn>
              <a:cxn ang="0">
                <a:pos x="connsiteX6126" y="connsiteY6126"/>
              </a:cxn>
              <a:cxn ang="0">
                <a:pos x="connsiteX6127" y="connsiteY6127"/>
              </a:cxn>
              <a:cxn ang="0">
                <a:pos x="connsiteX6128" y="connsiteY6128"/>
              </a:cxn>
              <a:cxn ang="0">
                <a:pos x="connsiteX6129" y="connsiteY6129"/>
              </a:cxn>
              <a:cxn ang="0">
                <a:pos x="connsiteX6130" y="connsiteY6130"/>
              </a:cxn>
              <a:cxn ang="0">
                <a:pos x="connsiteX6131" y="connsiteY6131"/>
              </a:cxn>
              <a:cxn ang="0">
                <a:pos x="connsiteX6132" y="connsiteY6132"/>
              </a:cxn>
              <a:cxn ang="0">
                <a:pos x="connsiteX6133" y="connsiteY6133"/>
              </a:cxn>
              <a:cxn ang="0">
                <a:pos x="connsiteX6134" y="connsiteY6134"/>
              </a:cxn>
              <a:cxn ang="0">
                <a:pos x="connsiteX6135" y="connsiteY6135"/>
              </a:cxn>
              <a:cxn ang="0">
                <a:pos x="connsiteX6136" y="connsiteY6136"/>
              </a:cxn>
              <a:cxn ang="0">
                <a:pos x="connsiteX6137" y="connsiteY6137"/>
              </a:cxn>
              <a:cxn ang="0">
                <a:pos x="connsiteX6138" y="connsiteY6138"/>
              </a:cxn>
              <a:cxn ang="0">
                <a:pos x="connsiteX6139" y="connsiteY6139"/>
              </a:cxn>
              <a:cxn ang="0">
                <a:pos x="connsiteX6140" y="connsiteY6140"/>
              </a:cxn>
              <a:cxn ang="0">
                <a:pos x="connsiteX6141" y="connsiteY6141"/>
              </a:cxn>
              <a:cxn ang="0">
                <a:pos x="connsiteX6142" y="connsiteY6142"/>
              </a:cxn>
              <a:cxn ang="0">
                <a:pos x="connsiteX6143" y="connsiteY6143"/>
              </a:cxn>
              <a:cxn ang="0">
                <a:pos x="connsiteX6144" y="connsiteY6144"/>
              </a:cxn>
              <a:cxn ang="0">
                <a:pos x="connsiteX6145" y="connsiteY6145"/>
              </a:cxn>
              <a:cxn ang="0">
                <a:pos x="connsiteX6146" y="connsiteY6146"/>
              </a:cxn>
              <a:cxn ang="0">
                <a:pos x="connsiteX6147" y="connsiteY6147"/>
              </a:cxn>
              <a:cxn ang="0">
                <a:pos x="connsiteX6148" y="connsiteY6148"/>
              </a:cxn>
              <a:cxn ang="0">
                <a:pos x="connsiteX6149" y="connsiteY6149"/>
              </a:cxn>
              <a:cxn ang="0">
                <a:pos x="connsiteX6150" y="connsiteY6150"/>
              </a:cxn>
              <a:cxn ang="0">
                <a:pos x="connsiteX6151" y="connsiteY6151"/>
              </a:cxn>
              <a:cxn ang="0">
                <a:pos x="connsiteX6152" y="connsiteY6152"/>
              </a:cxn>
              <a:cxn ang="0">
                <a:pos x="connsiteX6153" y="connsiteY6153"/>
              </a:cxn>
              <a:cxn ang="0">
                <a:pos x="connsiteX6154" y="connsiteY6154"/>
              </a:cxn>
              <a:cxn ang="0">
                <a:pos x="connsiteX6155" y="connsiteY6155"/>
              </a:cxn>
              <a:cxn ang="0">
                <a:pos x="connsiteX6156" y="connsiteY6156"/>
              </a:cxn>
              <a:cxn ang="0">
                <a:pos x="connsiteX6157" y="connsiteY6157"/>
              </a:cxn>
              <a:cxn ang="0">
                <a:pos x="connsiteX6158" y="connsiteY6158"/>
              </a:cxn>
              <a:cxn ang="0">
                <a:pos x="connsiteX6159" y="connsiteY6159"/>
              </a:cxn>
              <a:cxn ang="0">
                <a:pos x="connsiteX6160" y="connsiteY6160"/>
              </a:cxn>
              <a:cxn ang="0">
                <a:pos x="connsiteX6161" y="connsiteY6161"/>
              </a:cxn>
              <a:cxn ang="0">
                <a:pos x="connsiteX6162" y="connsiteY6162"/>
              </a:cxn>
              <a:cxn ang="0">
                <a:pos x="connsiteX6163" y="connsiteY6163"/>
              </a:cxn>
              <a:cxn ang="0">
                <a:pos x="connsiteX6164" y="connsiteY6164"/>
              </a:cxn>
              <a:cxn ang="0">
                <a:pos x="connsiteX6165" y="connsiteY6165"/>
              </a:cxn>
              <a:cxn ang="0">
                <a:pos x="connsiteX6166" y="connsiteY6166"/>
              </a:cxn>
              <a:cxn ang="0">
                <a:pos x="connsiteX6167" y="connsiteY6167"/>
              </a:cxn>
              <a:cxn ang="0">
                <a:pos x="connsiteX6168" y="connsiteY6168"/>
              </a:cxn>
              <a:cxn ang="0">
                <a:pos x="connsiteX6169" y="connsiteY6169"/>
              </a:cxn>
              <a:cxn ang="0">
                <a:pos x="connsiteX6170" y="connsiteY6170"/>
              </a:cxn>
              <a:cxn ang="0">
                <a:pos x="connsiteX6171" y="connsiteY6171"/>
              </a:cxn>
              <a:cxn ang="0">
                <a:pos x="connsiteX6172" y="connsiteY6172"/>
              </a:cxn>
              <a:cxn ang="0">
                <a:pos x="connsiteX6173" y="connsiteY6173"/>
              </a:cxn>
              <a:cxn ang="0">
                <a:pos x="connsiteX6174" y="connsiteY6174"/>
              </a:cxn>
              <a:cxn ang="0">
                <a:pos x="connsiteX6175" y="connsiteY6175"/>
              </a:cxn>
              <a:cxn ang="0">
                <a:pos x="connsiteX6176" y="connsiteY6176"/>
              </a:cxn>
              <a:cxn ang="0">
                <a:pos x="connsiteX6177" y="connsiteY6177"/>
              </a:cxn>
              <a:cxn ang="0">
                <a:pos x="connsiteX6178" y="connsiteY6178"/>
              </a:cxn>
              <a:cxn ang="0">
                <a:pos x="connsiteX6179" y="connsiteY6179"/>
              </a:cxn>
              <a:cxn ang="0">
                <a:pos x="connsiteX6180" y="connsiteY6180"/>
              </a:cxn>
              <a:cxn ang="0">
                <a:pos x="connsiteX6181" y="connsiteY6181"/>
              </a:cxn>
              <a:cxn ang="0">
                <a:pos x="connsiteX6182" y="connsiteY6182"/>
              </a:cxn>
              <a:cxn ang="0">
                <a:pos x="connsiteX6183" y="connsiteY6183"/>
              </a:cxn>
              <a:cxn ang="0">
                <a:pos x="connsiteX6184" y="connsiteY6184"/>
              </a:cxn>
              <a:cxn ang="0">
                <a:pos x="connsiteX6185" y="connsiteY6185"/>
              </a:cxn>
              <a:cxn ang="0">
                <a:pos x="connsiteX6186" y="connsiteY6186"/>
              </a:cxn>
              <a:cxn ang="0">
                <a:pos x="connsiteX6187" y="connsiteY6187"/>
              </a:cxn>
              <a:cxn ang="0">
                <a:pos x="connsiteX6188" y="connsiteY6188"/>
              </a:cxn>
              <a:cxn ang="0">
                <a:pos x="connsiteX6189" y="connsiteY6189"/>
              </a:cxn>
              <a:cxn ang="0">
                <a:pos x="connsiteX6190" y="connsiteY6190"/>
              </a:cxn>
              <a:cxn ang="0">
                <a:pos x="connsiteX6191" y="connsiteY6191"/>
              </a:cxn>
              <a:cxn ang="0">
                <a:pos x="connsiteX6192" y="connsiteY6192"/>
              </a:cxn>
              <a:cxn ang="0">
                <a:pos x="connsiteX6193" y="connsiteY6193"/>
              </a:cxn>
              <a:cxn ang="0">
                <a:pos x="connsiteX6194" y="connsiteY6194"/>
              </a:cxn>
              <a:cxn ang="0">
                <a:pos x="connsiteX6195" y="connsiteY6195"/>
              </a:cxn>
              <a:cxn ang="0">
                <a:pos x="connsiteX6196" y="connsiteY6196"/>
              </a:cxn>
              <a:cxn ang="0">
                <a:pos x="connsiteX6197" y="connsiteY6197"/>
              </a:cxn>
              <a:cxn ang="0">
                <a:pos x="connsiteX6198" y="connsiteY6198"/>
              </a:cxn>
              <a:cxn ang="0">
                <a:pos x="connsiteX6199" y="connsiteY6199"/>
              </a:cxn>
              <a:cxn ang="0">
                <a:pos x="connsiteX6200" y="connsiteY6200"/>
              </a:cxn>
              <a:cxn ang="0">
                <a:pos x="connsiteX6201" y="connsiteY6201"/>
              </a:cxn>
              <a:cxn ang="0">
                <a:pos x="connsiteX6202" y="connsiteY6202"/>
              </a:cxn>
              <a:cxn ang="0">
                <a:pos x="connsiteX6203" y="connsiteY6203"/>
              </a:cxn>
              <a:cxn ang="0">
                <a:pos x="connsiteX6204" y="connsiteY6204"/>
              </a:cxn>
              <a:cxn ang="0">
                <a:pos x="connsiteX6205" y="connsiteY6205"/>
              </a:cxn>
              <a:cxn ang="0">
                <a:pos x="connsiteX6206" y="connsiteY6206"/>
              </a:cxn>
              <a:cxn ang="0">
                <a:pos x="connsiteX6207" y="connsiteY6207"/>
              </a:cxn>
              <a:cxn ang="0">
                <a:pos x="connsiteX6208" y="connsiteY6208"/>
              </a:cxn>
              <a:cxn ang="0">
                <a:pos x="connsiteX6209" y="connsiteY6209"/>
              </a:cxn>
              <a:cxn ang="0">
                <a:pos x="connsiteX6210" y="connsiteY6210"/>
              </a:cxn>
              <a:cxn ang="0">
                <a:pos x="connsiteX6211" y="connsiteY6211"/>
              </a:cxn>
              <a:cxn ang="0">
                <a:pos x="connsiteX6212" y="connsiteY6212"/>
              </a:cxn>
              <a:cxn ang="0">
                <a:pos x="connsiteX6213" y="connsiteY6213"/>
              </a:cxn>
              <a:cxn ang="0">
                <a:pos x="connsiteX6214" y="connsiteY6214"/>
              </a:cxn>
              <a:cxn ang="0">
                <a:pos x="connsiteX6215" y="connsiteY6215"/>
              </a:cxn>
              <a:cxn ang="0">
                <a:pos x="connsiteX6216" y="connsiteY6216"/>
              </a:cxn>
              <a:cxn ang="0">
                <a:pos x="connsiteX6217" y="connsiteY6217"/>
              </a:cxn>
              <a:cxn ang="0">
                <a:pos x="connsiteX6218" y="connsiteY6218"/>
              </a:cxn>
              <a:cxn ang="0">
                <a:pos x="connsiteX6219" y="connsiteY6219"/>
              </a:cxn>
              <a:cxn ang="0">
                <a:pos x="connsiteX6220" y="connsiteY6220"/>
              </a:cxn>
              <a:cxn ang="0">
                <a:pos x="connsiteX6221" y="connsiteY6221"/>
              </a:cxn>
              <a:cxn ang="0">
                <a:pos x="connsiteX6222" y="connsiteY6222"/>
              </a:cxn>
              <a:cxn ang="0">
                <a:pos x="connsiteX6223" y="connsiteY6223"/>
              </a:cxn>
              <a:cxn ang="0">
                <a:pos x="connsiteX6224" y="connsiteY6224"/>
              </a:cxn>
              <a:cxn ang="0">
                <a:pos x="connsiteX6225" y="connsiteY6225"/>
              </a:cxn>
              <a:cxn ang="0">
                <a:pos x="connsiteX6226" y="connsiteY6226"/>
              </a:cxn>
              <a:cxn ang="0">
                <a:pos x="connsiteX6227" y="connsiteY6227"/>
              </a:cxn>
              <a:cxn ang="0">
                <a:pos x="connsiteX6228" y="connsiteY6228"/>
              </a:cxn>
              <a:cxn ang="0">
                <a:pos x="connsiteX6229" y="connsiteY6229"/>
              </a:cxn>
              <a:cxn ang="0">
                <a:pos x="connsiteX6230" y="connsiteY6230"/>
              </a:cxn>
              <a:cxn ang="0">
                <a:pos x="connsiteX6231" y="connsiteY6231"/>
              </a:cxn>
              <a:cxn ang="0">
                <a:pos x="connsiteX6232" y="connsiteY6232"/>
              </a:cxn>
              <a:cxn ang="0">
                <a:pos x="connsiteX6233" y="connsiteY6233"/>
              </a:cxn>
              <a:cxn ang="0">
                <a:pos x="connsiteX6234" y="connsiteY6234"/>
              </a:cxn>
              <a:cxn ang="0">
                <a:pos x="connsiteX6235" y="connsiteY6235"/>
              </a:cxn>
              <a:cxn ang="0">
                <a:pos x="connsiteX6236" y="connsiteY6236"/>
              </a:cxn>
              <a:cxn ang="0">
                <a:pos x="connsiteX6237" y="connsiteY6237"/>
              </a:cxn>
              <a:cxn ang="0">
                <a:pos x="connsiteX6238" y="connsiteY6238"/>
              </a:cxn>
              <a:cxn ang="0">
                <a:pos x="connsiteX6239" y="connsiteY6239"/>
              </a:cxn>
              <a:cxn ang="0">
                <a:pos x="connsiteX6240" y="connsiteY6240"/>
              </a:cxn>
              <a:cxn ang="0">
                <a:pos x="connsiteX6241" y="connsiteY6241"/>
              </a:cxn>
              <a:cxn ang="0">
                <a:pos x="connsiteX6242" y="connsiteY6242"/>
              </a:cxn>
              <a:cxn ang="0">
                <a:pos x="connsiteX6243" y="connsiteY6243"/>
              </a:cxn>
              <a:cxn ang="0">
                <a:pos x="connsiteX6244" y="connsiteY6244"/>
              </a:cxn>
              <a:cxn ang="0">
                <a:pos x="connsiteX6245" y="connsiteY6245"/>
              </a:cxn>
              <a:cxn ang="0">
                <a:pos x="connsiteX6246" y="connsiteY6246"/>
              </a:cxn>
              <a:cxn ang="0">
                <a:pos x="connsiteX6247" y="connsiteY6247"/>
              </a:cxn>
              <a:cxn ang="0">
                <a:pos x="connsiteX6248" y="connsiteY6248"/>
              </a:cxn>
              <a:cxn ang="0">
                <a:pos x="connsiteX6249" y="connsiteY6249"/>
              </a:cxn>
              <a:cxn ang="0">
                <a:pos x="connsiteX6250" y="connsiteY6250"/>
              </a:cxn>
              <a:cxn ang="0">
                <a:pos x="connsiteX6251" y="connsiteY6251"/>
              </a:cxn>
              <a:cxn ang="0">
                <a:pos x="connsiteX6252" y="connsiteY6252"/>
              </a:cxn>
              <a:cxn ang="0">
                <a:pos x="connsiteX6253" y="connsiteY6253"/>
              </a:cxn>
              <a:cxn ang="0">
                <a:pos x="connsiteX6254" y="connsiteY6254"/>
              </a:cxn>
              <a:cxn ang="0">
                <a:pos x="connsiteX6255" y="connsiteY6255"/>
              </a:cxn>
              <a:cxn ang="0">
                <a:pos x="connsiteX6256" y="connsiteY6256"/>
              </a:cxn>
              <a:cxn ang="0">
                <a:pos x="connsiteX6257" y="connsiteY6257"/>
              </a:cxn>
              <a:cxn ang="0">
                <a:pos x="connsiteX6258" y="connsiteY6258"/>
              </a:cxn>
              <a:cxn ang="0">
                <a:pos x="connsiteX6259" y="connsiteY6259"/>
              </a:cxn>
              <a:cxn ang="0">
                <a:pos x="connsiteX6260" y="connsiteY6260"/>
              </a:cxn>
              <a:cxn ang="0">
                <a:pos x="connsiteX6261" y="connsiteY6261"/>
              </a:cxn>
              <a:cxn ang="0">
                <a:pos x="connsiteX6262" y="connsiteY6262"/>
              </a:cxn>
              <a:cxn ang="0">
                <a:pos x="connsiteX6263" y="connsiteY6263"/>
              </a:cxn>
              <a:cxn ang="0">
                <a:pos x="connsiteX6264" y="connsiteY6264"/>
              </a:cxn>
              <a:cxn ang="0">
                <a:pos x="connsiteX6265" y="connsiteY6265"/>
              </a:cxn>
              <a:cxn ang="0">
                <a:pos x="connsiteX6266" y="connsiteY6266"/>
              </a:cxn>
              <a:cxn ang="0">
                <a:pos x="connsiteX6267" y="connsiteY6267"/>
              </a:cxn>
              <a:cxn ang="0">
                <a:pos x="connsiteX6268" y="connsiteY6268"/>
              </a:cxn>
              <a:cxn ang="0">
                <a:pos x="connsiteX6269" y="connsiteY6269"/>
              </a:cxn>
              <a:cxn ang="0">
                <a:pos x="connsiteX6270" y="connsiteY6270"/>
              </a:cxn>
              <a:cxn ang="0">
                <a:pos x="connsiteX6271" y="connsiteY6271"/>
              </a:cxn>
              <a:cxn ang="0">
                <a:pos x="connsiteX6272" y="connsiteY6272"/>
              </a:cxn>
              <a:cxn ang="0">
                <a:pos x="connsiteX6273" y="connsiteY6273"/>
              </a:cxn>
              <a:cxn ang="0">
                <a:pos x="connsiteX6274" y="connsiteY6274"/>
              </a:cxn>
              <a:cxn ang="0">
                <a:pos x="connsiteX6275" y="connsiteY6275"/>
              </a:cxn>
              <a:cxn ang="0">
                <a:pos x="connsiteX6276" y="connsiteY6276"/>
              </a:cxn>
              <a:cxn ang="0">
                <a:pos x="connsiteX6277" y="connsiteY6277"/>
              </a:cxn>
              <a:cxn ang="0">
                <a:pos x="connsiteX6278" y="connsiteY6278"/>
              </a:cxn>
              <a:cxn ang="0">
                <a:pos x="connsiteX6279" y="connsiteY6279"/>
              </a:cxn>
              <a:cxn ang="0">
                <a:pos x="connsiteX6280" y="connsiteY6280"/>
              </a:cxn>
              <a:cxn ang="0">
                <a:pos x="connsiteX6281" y="connsiteY6281"/>
              </a:cxn>
              <a:cxn ang="0">
                <a:pos x="connsiteX6282" y="connsiteY6282"/>
              </a:cxn>
              <a:cxn ang="0">
                <a:pos x="connsiteX6283" y="connsiteY6283"/>
              </a:cxn>
              <a:cxn ang="0">
                <a:pos x="connsiteX6284" y="connsiteY6284"/>
              </a:cxn>
              <a:cxn ang="0">
                <a:pos x="connsiteX6285" y="connsiteY6285"/>
              </a:cxn>
              <a:cxn ang="0">
                <a:pos x="connsiteX6286" y="connsiteY6286"/>
              </a:cxn>
              <a:cxn ang="0">
                <a:pos x="connsiteX6287" y="connsiteY6287"/>
              </a:cxn>
              <a:cxn ang="0">
                <a:pos x="connsiteX6288" y="connsiteY6288"/>
              </a:cxn>
              <a:cxn ang="0">
                <a:pos x="connsiteX6289" y="connsiteY6289"/>
              </a:cxn>
              <a:cxn ang="0">
                <a:pos x="connsiteX6290" y="connsiteY6290"/>
              </a:cxn>
              <a:cxn ang="0">
                <a:pos x="connsiteX6291" y="connsiteY6291"/>
              </a:cxn>
              <a:cxn ang="0">
                <a:pos x="connsiteX6292" y="connsiteY6292"/>
              </a:cxn>
              <a:cxn ang="0">
                <a:pos x="connsiteX6293" y="connsiteY6293"/>
              </a:cxn>
              <a:cxn ang="0">
                <a:pos x="connsiteX6294" y="connsiteY6294"/>
              </a:cxn>
              <a:cxn ang="0">
                <a:pos x="connsiteX6295" y="connsiteY6295"/>
              </a:cxn>
              <a:cxn ang="0">
                <a:pos x="connsiteX6296" y="connsiteY6296"/>
              </a:cxn>
              <a:cxn ang="0">
                <a:pos x="connsiteX6297" y="connsiteY6297"/>
              </a:cxn>
              <a:cxn ang="0">
                <a:pos x="connsiteX6298" y="connsiteY6298"/>
              </a:cxn>
              <a:cxn ang="0">
                <a:pos x="connsiteX6299" y="connsiteY6299"/>
              </a:cxn>
              <a:cxn ang="0">
                <a:pos x="connsiteX6300" y="connsiteY6300"/>
              </a:cxn>
              <a:cxn ang="0">
                <a:pos x="connsiteX6301" y="connsiteY6301"/>
              </a:cxn>
              <a:cxn ang="0">
                <a:pos x="connsiteX6302" y="connsiteY6302"/>
              </a:cxn>
              <a:cxn ang="0">
                <a:pos x="connsiteX6303" y="connsiteY6303"/>
              </a:cxn>
              <a:cxn ang="0">
                <a:pos x="connsiteX6304" y="connsiteY6304"/>
              </a:cxn>
              <a:cxn ang="0">
                <a:pos x="connsiteX6305" y="connsiteY6305"/>
              </a:cxn>
              <a:cxn ang="0">
                <a:pos x="connsiteX6306" y="connsiteY6306"/>
              </a:cxn>
              <a:cxn ang="0">
                <a:pos x="connsiteX6307" y="connsiteY6307"/>
              </a:cxn>
              <a:cxn ang="0">
                <a:pos x="connsiteX6308" y="connsiteY6308"/>
              </a:cxn>
              <a:cxn ang="0">
                <a:pos x="connsiteX6309" y="connsiteY6309"/>
              </a:cxn>
              <a:cxn ang="0">
                <a:pos x="connsiteX6310" y="connsiteY6310"/>
              </a:cxn>
              <a:cxn ang="0">
                <a:pos x="connsiteX6311" y="connsiteY6311"/>
              </a:cxn>
              <a:cxn ang="0">
                <a:pos x="connsiteX6312" y="connsiteY6312"/>
              </a:cxn>
              <a:cxn ang="0">
                <a:pos x="connsiteX6313" y="connsiteY6313"/>
              </a:cxn>
              <a:cxn ang="0">
                <a:pos x="connsiteX6314" y="connsiteY6314"/>
              </a:cxn>
              <a:cxn ang="0">
                <a:pos x="connsiteX6315" y="connsiteY6315"/>
              </a:cxn>
              <a:cxn ang="0">
                <a:pos x="connsiteX6316" y="connsiteY6316"/>
              </a:cxn>
              <a:cxn ang="0">
                <a:pos x="connsiteX6317" y="connsiteY6317"/>
              </a:cxn>
              <a:cxn ang="0">
                <a:pos x="connsiteX6318" y="connsiteY6318"/>
              </a:cxn>
              <a:cxn ang="0">
                <a:pos x="connsiteX6319" y="connsiteY6319"/>
              </a:cxn>
              <a:cxn ang="0">
                <a:pos x="connsiteX6320" y="connsiteY6320"/>
              </a:cxn>
              <a:cxn ang="0">
                <a:pos x="connsiteX6321" y="connsiteY6321"/>
              </a:cxn>
              <a:cxn ang="0">
                <a:pos x="connsiteX6322" y="connsiteY6322"/>
              </a:cxn>
              <a:cxn ang="0">
                <a:pos x="connsiteX6323" y="connsiteY6323"/>
              </a:cxn>
              <a:cxn ang="0">
                <a:pos x="connsiteX6324" y="connsiteY6324"/>
              </a:cxn>
              <a:cxn ang="0">
                <a:pos x="connsiteX6325" y="connsiteY6325"/>
              </a:cxn>
              <a:cxn ang="0">
                <a:pos x="connsiteX6326" y="connsiteY6326"/>
              </a:cxn>
              <a:cxn ang="0">
                <a:pos x="connsiteX6327" y="connsiteY6327"/>
              </a:cxn>
              <a:cxn ang="0">
                <a:pos x="connsiteX6328" y="connsiteY6328"/>
              </a:cxn>
              <a:cxn ang="0">
                <a:pos x="connsiteX6329" y="connsiteY6329"/>
              </a:cxn>
              <a:cxn ang="0">
                <a:pos x="connsiteX6330" y="connsiteY6330"/>
              </a:cxn>
              <a:cxn ang="0">
                <a:pos x="connsiteX6331" y="connsiteY6331"/>
              </a:cxn>
              <a:cxn ang="0">
                <a:pos x="connsiteX6332" y="connsiteY6332"/>
              </a:cxn>
              <a:cxn ang="0">
                <a:pos x="connsiteX6333" y="connsiteY6333"/>
              </a:cxn>
              <a:cxn ang="0">
                <a:pos x="connsiteX6334" y="connsiteY6334"/>
              </a:cxn>
              <a:cxn ang="0">
                <a:pos x="connsiteX6335" y="connsiteY6335"/>
              </a:cxn>
              <a:cxn ang="0">
                <a:pos x="connsiteX6336" y="connsiteY6336"/>
              </a:cxn>
              <a:cxn ang="0">
                <a:pos x="connsiteX6337" y="connsiteY6337"/>
              </a:cxn>
              <a:cxn ang="0">
                <a:pos x="connsiteX6338" y="connsiteY6338"/>
              </a:cxn>
              <a:cxn ang="0">
                <a:pos x="connsiteX6339" y="connsiteY6339"/>
              </a:cxn>
              <a:cxn ang="0">
                <a:pos x="connsiteX6340" y="connsiteY6340"/>
              </a:cxn>
              <a:cxn ang="0">
                <a:pos x="connsiteX6341" y="connsiteY6341"/>
              </a:cxn>
              <a:cxn ang="0">
                <a:pos x="connsiteX6342" y="connsiteY6342"/>
              </a:cxn>
              <a:cxn ang="0">
                <a:pos x="connsiteX6343" y="connsiteY6343"/>
              </a:cxn>
              <a:cxn ang="0">
                <a:pos x="connsiteX6344" y="connsiteY6344"/>
              </a:cxn>
              <a:cxn ang="0">
                <a:pos x="connsiteX6345" y="connsiteY6345"/>
              </a:cxn>
              <a:cxn ang="0">
                <a:pos x="connsiteX6346" y="connsiteY6346"/>
              </a:cxn>
              <a:cxn ang="0">
                <a:pos x="connsiteX6347" y="connsiteY6347"/>
              </a:cxn>
              <a:cxn ang="0">
                <a:pos x="connsiteX6348" y="connsiteY6348"/>
              </a:cxn>
              <a:cxn ang="0">
                <a:pos x="connsiteX6349" y="connsiteY6349"/>
              </a:cxn>
              <a:cxn ang="0">
                <a:pos x="connsiteX6350" y="connsiteY6350"/>
              </a:cxn>
              <a:cxn ang="0">
                <a:pos x="connsiteX6351" y="connsiteY6351"/>
              </a:cxn>
              <a:cxn ang="0">
                <a:pos x="connsiteX6352" y="connsiteY6352"/>
              </a:cxn>
              <a:cxn ang="0">
                <a:pos x="connsiteX6353" y="connsiteY6353"/>
              </a:cxn>
              <a:cxn ang="0">
                <a:pos x="connsiteX6354" y="connsiteY6354"/>
              </a:cxn>
              <a:cxn ang="0">
                <a:pos x="connsiteX6355" y="connsiteY6355"/>
              </a:cxn>
              <a:cxn ang="0">
                <a:pos x="connsiteX6356" y="connsiteY6356"/>
              </a:cxn>
              <a:cxn ang="0">
                <a:pos x="connsiteX6357" y="connsiteY6357"/>
              </a:cxn>
              <a:cxn ang="0">
                <a:pos x="connsiteX6358" y="connsiteY6358"/>
              </a:cxn>
              <a:cxn ang="0">
                <a:pos x="connsiteX6359" y="connsiteY6359"/>
              </a:cxn>
              <a:cxn ang="0">
                <a:pos x="connsiteX6360" y="connsiteY6360"/>
              </a:cxn>
              <a:cxn ang="0">
                <a:pos x="connsiteX6361" y="connsiteY6361"/>
              </a:cxn>
              <a:cxn ang="0">
                <a:pos x="connsiteX6362" y="connsiteY6362"/>
              </a:cxn>
              <a:cxn ang="0">
                <a:pos x="connsiteX6363" y="connsiteY6363"/>
              </a:cxn>
              <a:cxn ang="0">
                <a:pos x="connsiteX6364" y="connsiteY6364"/>
              </a:cxn>
              <a:cxn ang="0">
                <a:pos x="connsiteX6365" y="connsiteY6365"/>
              </a:cxn>
              <a:cxn ang="0">
                <a:pos x="connsiteX6366" y="connsiteY6366"/>
              </a:cxn>
              <a:cxn ang="0">
                <a:pos x="connsiteX6367" y="connsiteY6367"/>
              </a:cxn>
              <a:cxn ang="0">
                <a:pos x="connsiteX6368" y="connsiteY6368"/>
              </a:cxn>
              <a:cxn ang="0">
                <a:pos x="connsiteX6369" y="connsiteY6369"/>
              </a:cxn>
              <a:cxn ang="0">
                <a:pos x="connsiteX6370" y="connsiteY6370"/>
              </a:cxn>
              <a:cxn ang="0">
                <a:pos x="connsiteX6371" y="connsiteY6371"/>
              </a:cxn>
              <a:cxn ang="0">
                <a:pos x="connsiteX6372" y="connsiteY6372"/>
              </a:cxn>
              <a:cxn ang="0">
                <a:pos x="connsiteX6373" y="connsiteY6373"/>
              </a:cxn>
              <a:cxn ang="0">
                <a:pos x="connsiteX6374" y="connsiteY6374"/>
              </a:cxn>
              <a:cxn ang="0">
                <a:pos x="connsiteX6375" y="connsiteY6375"/>
              </a:cxn>
              <a:cxn ang="0">
                <a:pos x="connsiteX6376" y="connsiteY6376"/>
              </a:cxn>
              <a:cxn ang="0">
                <a:pos x="connsiteX6377" y="connsiteY6377"/>
              </a:cxn>
              <a:cxn ang="0">
                <a:pos x="connsiteX6378" y="connsiteY6378"/>
              </a:cxn>
              <a:cxn ang="0">
                <a:pos x="connsiteX6379" y="connsiteY6379"/>
              </a:cxn>
              <a:cxn ang="0">
                <a:pos x="connsiteX6380" y="connsiteY6380"/>
              </a:cxn>
              <a:cxn ang="0">
                <a:pos x="connsiteX6381" y="connsiteY6381"/>
              </a:cxn>
              <a:cxn ang="0">
                <a:pos x="connsiteX6382" y="connsiteY6382"/>
              </a:cxn>
              <a:cxn ang="0">
                <a:pos x="connsiteX6383" y="connsiteY6383"/>
              </a:cxn>
              <a:cxn ang="0">
                <a:pos x="connsiteX6384" y="connsiteY6384"/>
              </a:cxn>
              <a:cxn ang="0">
                <a:pos x="connsiteX6385" y="connsiteY6385"/>
              </a:cxn>
              <a:cxn ang="0">
                <a:pos x="connsiteX6386" y="connsiteY6386"/>
              </a:cxn>
              <a:cxn ang="0">
                <a:pos x="connsiteX6387" y="connsiteY6387"/>
              </a:cxn>
              <a:cxn ang="0">
                <a:pos x="connsiteX6388" y="connsiteY6388"/>
              </a:cxn>
              <a:cxn ang="0">
                <a:pos x="connsiteX6389" y="connsiteY6389"/>
              </a:cxn>
              <a:cxn ang="0">
                <a:pos x="connsiteX6390" y="connsiteY6390"/>
              </a:cxn>
              <a:cxn ang="0">
                <a:pos x="connsiteX6391" y="connsiteY6391"/>
              </a:cxn>
              <a:cxn ang="0">
                <a:pos x="connsiteX6392" y="connsiteY6392"/>
              </a:cxn>
              <a:cxn ang="0">
                <a:pos x="connsiteX6393" y="connsiteY6393"/>
              </a:cxn>
              <a:cxn ang="0">
                <a:pos x="connsiteX6394" y="connsiteY6394"/>
              </a:cxn>
              <a:cxn ang="0">
                <a:pos x="connsiteX6395" y="connsiteY6395"/>
              </a:cxn>
              <a:cxn ang="0">
                <a:pos x="connsiteX6396" y="connsiteY6396"/>
              </a:cxn>
              <a:cxn ang="0">
                <a:pos x="connsiteX6397" y="connsiteY6397"/>
              </a:cxn>
              <a:cxn ang="0">
                <a:pos x="connsiteX6398" y="connsiteY6398"/>
              </a:cxn>
              <a:cxn ang="0">
                <a:pos x="connsiteX6399" y="connsiteY6399"/>
              </a:cxn>
              <a:cxn ang="0">
                <a:pos x="connsiteX6400" y="connsiteY6400"/>
              </a:cxn>
              <a:cxn ang="0">
                <a:pos x="connsiteX6401" y="connsiteY6401"/>
              </a:cxn>
              <a:cxn ang="0">
                <a:pos x="connsiteX6402" y="connsiteY6402"/>
              </a:cxn>
              <a:cxn ang="0">
                <a:pos x="connsiteX6403" y="connsiteY6403"/>
              </a:cxn>
              <a:cxn ang="0">
                <a:pos x="connsiteX6404" y="connsiteY6404"/>
              </a:cxn>
              <a:cxn ang="0">
                <a:pos x="connsiteX6405" y="connsiteY6405"/>
              </a:cxn>
              <a:cxn ang="0">
                <a:pos x="connsiteX6406" y="connsiteY6406"/>
              </a:cxn>
              <a:cxn ang="0">
                <a:pos x="connsiteX6407" y="connsiteY6407"/>
              </a:cxn>
              <a:cxn ang="0">
                <a:pos x="connsiteX6408" y="connsiteY6408"/>
              </a:cxn>
              <a:cxn ang="0">
                <a:pos x="connsiteX6409" y="connsiteY6409"/>
              </a:cxn>
              <a:cxn ang="0">
                <a:pos x="connsiteX6410" y="connsiteY6410"/>
              </a:cxn>
              <a:cxn ang="0">
                <a:pos x="connsiteX6411" y="connsiteY6411"/>
              </a:cxn>
              <a:cxn ang="0">
                <a:pos x="connsiteX6412" y="connsiteY6412"/>
              </a:cxn>
              <a:cxn ang="0">
                <a:pos x="connsiteX6413" y="connsiteY6413"/>
              </a:cxn>
              <a:cxn ang="0">
                <a:pos x="connsiteX6414" y="connsiteY6414"/>
              </a:cxn>
              <a:cxn ang="0">
                <a:pos x="connsiteX6415" y="connsiteY6415"/>
              </a:cxn>
              <a:cxn ang="0">
                <a:pos x="connsiteX6416" y="connsiteY6416"/>
              </a:cxn>
              <a:cxn ang="0">
                <a:pos x="connsiteX6417" y="connsiteY6417"/>
              </a:cxn>
              <a:cxn ang="0">
                <a:pos x="connsiteX6418" y="connsiteY6418"/>
              </a:cxn>
              <a:cxn ang="0">
                <a:pos x="connsiteX6419" y="connsiteY6419"/>
              </a:cxn>
              <a:cxn ang="0">
                <a:pos x="connsiteX6420" y="connsiteY6420"/>
              </a:cxn>
              <a:cxn ang="0">
                <a:pos x="connsiteX6421" y="connsiteY6421"/>
              </a:cxn>
              <a:cxn ang="0">
                <a:pos x="connsiteX6422" y="connsiteY6422"/>
              </a:cxn>
              <a:cxn ang="0">
                <a:pos x="connsiteX6423" y="connsiteY6423"/>
              </a:cxn>
              <a:cxn ang="0">
                <a:pos x="connsiteX6424" y="connsiteY6424"/>
              </a:cxn>
              <a:cxn ang="0">
                <a:pos x="connsiteX6425" y="connsiteY6425"/>
              </a:cxn>
              <a:cxn ang="0">
                <a:pos x="connsiteX6426" y="connsiteY6426"/>
              </a:cxn>
              <a:cxn ang="0">
                <a:pos x="connsiteX6427" y="connsiteY6427"/>
              </a:cxn>
              <a:cxn ang="0">
                <a:pos x="connsiteX6428" y="connsiteY6428"/>
              </a:cxn>
              <a:cxn ang="0">
                <a:pos x="connsiteX6429" y="connsiteY6429"/>
              </a:cxn>
              <a:cxn ang="0">
                <a:pos x="connsiteX6430" y="connsiteY6430"/>
              </a:cxn>
              <a:cxn ang="0">
                <a:pos x="connsiteX6431" y="connsiteY6431"/>
              </a:cxn>
              <a:cxn ang="0">
                <a:pos x="connsiteX6432" y="connsiteY6432"/>
              </a:cxn>
              <a:cxn ang="0">
                <a:pos x="connsiteX6433" y="connsiteY6433"/>
              </a:cxn>
              <a:cxn ang="0">
                <a:pos x="connsiteX6434" y="connsiteY6434"/>
              </a:cxn>
              <a:cxn ang="0">
                <a:pos x="connsiteX6435" y="connsiteY6435"/>
              </a:cxn>
              <a:cxn ang="0">
                <a:pos x="connsiteX6436" y="connsiteY6436"/>
              </a:cxn>
              <a:cxn ang="0">
                <a:pos x="connsiteX6437" y="connsiteY6437"/>
              </a:cxn>
              <a:cxn ang="0">
                <a:pos x="connsiteX6438" y="connsiteY6438"/>
              </a:cxn>
              <a:cxn ang="0">
                <a:pos x="connsiteX6439" y="connsiteY6439"/>
              </a:cxn>
              <a:cxn ang="0">
                <a:pos x="connsiteX6440" y="connsiteY6440"/>
              </a:cxn>
              <a:cxn ang="0">
                <a:pos x="connsiteX6441" y="connsiteY6441"/>
              </a:cxn>
              <a:cxn ang="0">
                <a:pos x="connsiteX6442" y="connsiteY6442"/>
              </a:cxn>
              <a:cxn ang="0">
                <a:pos x="connsiteX6443" y="connsiteY6443"/>
              </a:cxn>
              <a:cxn ang="0">
                <a:pos x="connsiteX6444" y="connsiteY6444"/>
              </a:cxn>
              <a:cxn ang="0">
                <a:pos x="connsiteX6445" y="connsiteY6445"/>
              </a:cxn>
              <a:cxn ang="0">
                <a:pos x="connsiteX6446" y="connsiteY6446"/>
              </a:cxn>
              <a:cxn ang="0">
                <a:pos x="connsiteX6447" y="connsiteY6447"/>
              </a:cxn>
              <a:cxn ang="0">
                <a:pos x="connsiteX6448" y="connsiteY6448"/>
              </a:cxn>
              <a:cxn ang="0">
                <a:pos x="connsiteX6449" y="connsiteY6449"/>
              </a:cxn>
              <a:cxn ang="0">
                <a:pos x="connsiteX6450" y="connsiteY6450"/>
              </a:cxn>
              <a:cxn ang="0">
                <a:pos x="connsiteX6451" y="connsiteY6451"/>
              </a:cxn>
              <a:cxn ang="0">
                <a:pos x="connsiteX6452" y="connsiteY6452"/>
              </a:cxn>
              <a:cxn ang="0">
                <a:pos x="connsiteX6453" y="connsiteY6453"/>
              </a:cxn>
              <a:cxn ang="0">
                <a:pos x="connsiteX6454" y="connsiteY6454"/>
              </a:cxn>
              <a:cxn ang="0">
                <a:pos x="connsiteX6455" y="connsiteY6455"/>
              </a:cxn>
              <a:cxn ang="0">
                <a:pos x="connsiteX6456" y="connsiteY6456"/>
              </a:cxn>
              <a:cxn ang="0">
                <a:pos x="connsiteX6457" y="connsiteY6457"/>
              </a:cxn>
              <a:cxn ang="0">
                <a:pos x="connsiteX6458" y="connsiteY6458"/>
              </a:cxn>
              <a:cxn ang="0">
                <a:pos x="connsiteX6459" y="connsiteY6459"/>
              </a:cxn>
              <a:cxn ang="0">
                <a:pos x="connsiteX6460" y="connsiteY6460"/>
              </a:cxn>
              <a:cxn ang="0">
                <a:pos x="connsiteX6461" y="connsiteY6461"/>
              </a:cxn>
              <a:cxn ang="0">
                <a:pos x="connsiteX6462" y="connsiteY6462"/>
              </a:cxn>
              <a:cxn ang="0">
                <a:pos x="connsiteX6463" y="connsiteY6463"/>
              </a:cxn>
              <a:cxn ang="0">
                <a:pos x="connsiteX6464" y="connsiteY6464"/>
              </a:cxn>
              <a:cxn ang="0">
                <a:pos x="connsiteX6465" y="connsiteY6465"/>
              </a:cxn>
              <a:cxn ang="0">
                <a:pos x="connsiteX6466" y="connsiteY6466"/>
              </a:cxn>
              <a:cxn ang="0">
                <a:pos x="connsiteX6467" y="connsiteY6467"/>
              </a:cxn>
              <a:cxn ang="0">
                <a:pos x="connsiteX6468" y="connsiteY6468"/>
              </a:cxn>
              <a:cxn ang="0">
                <a:pos x="connsiteX6469" y="connsiteY6469"/>
              </a:cxn>
              <a:cxn ang="0">
                <a:pos x="connsiteX6470" y="connsiteY6470"/>
              </a:cxn>
              <a:cxn ang="0">
                <a:pos x="connsiteX6471" y="connsiteY6471"/>
              </a:cxn>
              <a:cxn ang="0">
                <a:pos x="connsiteX6472" y="connsiteY6472"/>
              </a:cxn>
              <a:cxn ang="0">
                <a:pos x="connsiteX6473" y="connsiteY6473"/>
              </a:cxn>
              <a:cxn ang="0">
                <a:pos x="connsiteX6474" y="connsiteY6474"/>
              </a:cxn>
              <a:cxn ang="0">
                <a:pos x="connsiteX6475" y="connsiteY6475"/>
              </a:cxn>
              <a:cxn ang="0">
                <a:pos x="connsiteX6476" y="connsiteY6476"/>
              </a:cxn>
              <a:cxn ang="0">
                <a:pos x="connsiteX6477" y="connsiteY6477"/>
              </a:cxn>
              <a:cxn ang="0">
                <a:pos x="connsiteX6478" y="connsiteY6478"/>
              </a:cxn>
              <a:cxn ang="0">
                <a:pos x="connsiteX6479" y="connsiteY6479"/>
              </a:cxn>
              <a:cxn ang="0">
                <a:pos x="connsiteX6480" y="connsiteY6480"/>
              </a:cxn>
              <a:cxn ang="0">
                <a:pos x="connsiteX6481" y="connsiteY6481"/>
              </a:cxn>
              <a:cxn ang="0">
                <a:pos x="connsiteX6482" y="connsiteY6482"/>
              </a:cxn>
              <a:cxn ang="0">
                <a:pos x="connsiteX6483" y="connsiteY6483"/>
              </a:cxn>
              <a:cxn ang="0">
                <a:pos x="connsiteX6484" y="connsiteY6484"/>
              </a:cxn>
              <a:cxn ang="0">
                <a:pos x="connsiteX6485" y="connsiteY6485"/>
              </a:cxn>
              <a:cxn ang="0">
                <a:pos x="connsiteX6486" y="connsiteY6486"/>
              </a:cxn>
              <a:cxn ang="0">
                <a:pos x="connsiteX6487" y="connsiteY6487"/>
              </a:cxn>
              <a:cxn ang="0">
                <a:pos x="connsiteX6488" y="connsiteY6488"/>
              </a:cxn>
              <a:cxn ang="0">
                <a:pos x="connsiteX6489" y="connsiteY6489"/>
              </a:cxn>
              <a:cxn ang="0">
                <a:pos x="connsiteX6490" y="connsiteY6490"/>
              </a:cxn>
              <a:cxn ang="0">
                <a:pos x="connsiteX6491" y="connsiteY6491"/>
              </a:cxn>
              <a:cxn ang="0">
                <a:pos x="connsiteX6492" y="connsiteY6492"/>
              </a:cxn>
              <a:cxn ang="0">
                <a:pos x="connsiteX6493" y="connsiteY6493"/>
              </a:cxn>
              <a:cxn ang="0">
                <a:pos x="connsiteX6494" y="connsiteY6494"/>
              </a:cxn>
              <a:cxn ang="0">
                <a:pos x="connsiteX6495" y="connsiteY6495"/>
              </a:cxn>
              <a:cxn ang="0">
                <a:pos x="connsiteX6496" y="connsiteY6496"/>
              </a:cxn>
              <a:cxn ang="0">
                <a:pos x="connsiteX6497" y="connsiteY6497"/>
              </a:cxn>
              <a:cxn ang="0">
                <a:pos x="connsiteX6498" y="connsiteY6498"/>
              </a:cxn>
              <a:cxn ang="0">
                <a:pos x="connsiteX6499" y="connsiteY6499"/>
              </a:cxn>
              <a:cxn ang="0">
                <a:pos x="connsiteX6500" y="connsiteY6500"/>
              </a:cxn>
              <a:cxn ang="0">
                <a:pos x="connsiteX6501" y="connsiteY6501"/>
              </a:cxn>
              <a:cxn ang="0">
                <a:pos x="connsiteX6502" y="connsiteY6502"/>
              </a:cxn>
              <a:cxn ang="0">
                <a:pos x="connsiteX6503" y="connsiteY6503"/>
              </a:cxn>
              <a:cxn ang="0">
                <a:pos x="connsiteX6504" y="connsiteY6504"/>
              </a:cxn>
              <a:cxn ang="0">
                <a:pos x="connsiteX6505" y="connsiteY6505"/>
              </a:cxn>
              <a:cxn ang="0">
                <a:pos x="connsiteX6506" y="connsiteY6506"/>
              </a:cxn>
              <a:cxn ang="0">
                <a:pos x="connsiteX6507" y="connsiteY6507"/>
              </a:cxn>
              <a:cxn ang="0">
                <a:pos x="connsiteX6508" y="connsiteY6508"/>
              </a:cxn>
              <a:cxn ang="0">
                <a:pos x="connsiteX6509" y="connsiteY6509"/>
              </a:cxn>
              <a:cxn ang="0">
                <a:pos x="connsiteX6510" y="connsiteY6510"/>
              </a:cxn>
              <a:cxn ang="0">
                <a:pos x="connsiteX6511" y="connsiteY6511"/>
              </a:cxn>
              <a:cxn ang="0">
                <a:pos x="connsiteX6512" y="connsiteY6512"/>
              </a:cxn>
              <a:cxn ang="0">
                <a:pos x="connsiteX6513" y="connsiteY6513"/>
              </a:cxn>
              <a:cxn ang="0">
                <a:pos x="connsiteX6514" y="connsiteY6514"/>
              </a:cxn>
              <a:cxn ang="0">
                <a:pos x="connsiteX6515" y="connsiteY6515"/>
              </a:cxn>
              <a:cxn ang="0">
                <a:pos x="connsiteX6516" y="connsiteY6516"/>
              </a:cxn>
              <a:cxn ang="0">
                <a:pos x="connsiteX6517" y="connsiteY6517"/>
              </a:cxn>
              <a:cxn ang="0">
                <a:pos x="connsiteX6518" y="connsiteY6518"/>
              </a:cxn>
              <a:cxn ang="0">
                <a:pos x="connsiteX6519" y="connsiteY6519"/>
              </a:cxn>
              <a:cxn ang="0">
                <a:pos x="connsiteX6520" y="connsiteY6520"/>
              </a:cxn>
              <a:cxn ang="0">
                <a:pos x="connsiteX6521" y="connsiteY6521"/>
              </a:cxn>
              <a:cxn ang="0">
                <a:pos x="connsiteX6522" y="connsiteY6522"/>
              </a:cxn>
              <a:cxn ang="0">
                <a:pos x="connsiteX6523" y="connsiteY6523"/>
              </a:cxn>
              <a:cxn ang="0">
                <a:pos x="connsiteX6524" y="connsiteY6524"/>
              </a:cxn>
              <a:cxn ang="0">
                <a:pos x="connsiteX6525" y="connsiteY6525"/>
              </a:cxn>
              <a:cxn ang="0">
                <a:pos x="connsiteX6526" y="connsiteY6526"/>
              </a:cxn>
              <a:cxn ang="0">
                <a:pos x="connsiteX6527" y="connsiteY6527"/>
              </a:cxn>
              <a:cxn ang="0">
                <a:pos x="connsiteX6528" y="connsiteY6528"/>
              </a:cxn>
              <a:cxn ang="0">
                <a:pos x="connsiteX6529" y="connsiteY6529"/>
              </a:cxn>
              <a:cxn ang="0">
                <a:pos x="connsiteX6530" y="connsiteY6530"/>
              </a:cxn>
              <a:cxn ang="0">
                <a:pos x="connsiteX6531" y="connsiteY6531"/>
              </a:cxn>
              <a:cxn ang="0">
                <a:pos x="connsiteX6532" y="connsiteY6532"/>
              </a:cxn>
              <a:cxn ang="0">
                <a:pos x="connsiteX6533" y="connsiteY6533"/>
              </a:cxn>
              <a:cxn ang="0">
                <a:pos x="connsiteX6534" y="connsiteY6534"/>
              </a:cxn>
              <a:cxn ang="0">
                <a:pos x="connsiteX6535" y="connsiteY6535"/>
              </a:cxn>
              <a:cxn ang="0">
                <a:pos x="connsiteX6536" y="connsiteY6536"/>
              </a:cxn>
              <a:cxn ang="0">
                <a:pos x="connsiteX6537" y="connsiteY6537"/>
              </a:cxn>
              <a:cxn ang="0">
                <a:pos x="connsiteX6538" y="connsiteY6538"/>
              </a:cxn>
              <a:cxn ang="0">
                <a:pos x="connsiteX6539" y="connsiteY6539"/>
              </a:cxn>
              <a:cxn ang="0">
                <a:pos x="connsiteX6540" y="connsiteY6540"/>
              </a:cxn>
              <a:cxn ang="0">
                <a:pos x="connsiteX6541" y="connsiteY6541"/>
              </a:cxn>
              <a:cxn ang="0">
                <a:pos x="connsiteX6542" y="connsiteY6542"/>
              </a:cxn>
              <a:cxn ang="0">
                <a:pos x="connsiteX6543" y="connsiteY6543"/>
              </a:cxn>
              <a:cxn ang="0">
                <a:pos x="connsiteX6544" y="connsiteY6544"/>
              </a:cxn>
              <a:cxn ang="0">
                <a:pos x="connsiteX6545" y="connsiteY6545"/>
              </a:cxn>
              <a:cxn ang="0">
                <a:pos x="connsiteX6546" y="connsiteY6546"/>
              </a:cxn>
              <a:cxn ang="0">
                <a:pos x="connsiteX6547" y="connsiteY6547"/>
              </a:cxn>
              <a:cxn ang="0">
                <a:pos x="connsiteX6548" y="connsiteY6548"/>
              </a:cxn>
              <a:cxn ang="0">
                <a:pos x="connsiteX6549" y="connsiteY6549"/>
              </a:cxn>
              <a:cxn ang="0">
                <a:pos x="connsiteX6550" y="connsiteY6550"/>
              </a:cxn>
              <a:cxn ang="0">
                <a:pos x="connsiteX6551" y="connsiteY6551"/>
              </a:cxn>
              <a:cxn ang="0">
                <a:pos x="connsiteX6552" y="connsiteY6552"/>
              </a:cxn>
              <a:cxn ang="0">
                <a:pos x="connsiteX6553" y="connsiteY6553"/>
              </a:cxn>
              <a:cxn ang="0">
                <a:pos x="connsiteX6554" y="connsiteY6554"/>
              </a:cxn>
              <a:cxn ang="0">
                <a:pos x="connsiteX6555" y="connsiteY6555"/>
              </a:cxn>
              <a:cxn ang="0">
                <a:pos x="connsiteX6556" y="connsiteY6556"/>
              </a:cxn>
              <a:cxn ang="0">
                <a:pos x="connsiteX6557" y="connsiteY6557"/>
              </a:cxn>
              <a:cxn ang="0">
                <a:pos x="connsiteX6558" y="connsiteY6558"/>
              </a:cxn>
              <a:cxn ang="0">
                <a:pos x="connsiteX6559" y="connsiteY6559"/>
              </a:cxn>
              <a:cxn ang="0">
                <a:pos x="connsiteX6560" y="connsiteY6560"/>
              </a:cxn>
              <a:cxn ang="0">
                <a:pos x="connsiteX6561" y="connsiteY6561"/>
              </a:cxn>
              <a:cxn ang="0">
                <a:pos x="connsiteX6562" y="connsiteY6562"/>
              </a:cxn>
              <a:cxn ang="0">
                <a:pos x="connsiteX6563" y="connsiteY6563"/>
              </a:cxn>
              <a:cxn ang="0">
                <a:pos x="connsiteX6564" y="connsiteY6564"/>
              </a:cxn>
              <a:cxn ang="0">
                <a:pos x="connsiteX6565" y="connsiteY6565"/>
              </a:cxn>
              <a:cxn ang="0">
                <a:pos x="connsiteX6566" y="connsiteY6566"/>
              </a:cxn>
              <a:cxn ang="0">
                <a:pos x="connsiteX6567" y="connsiteY6567"/>
              </a:cxn>
              <a:cxn ang="0">
                <a:pos x="connsiteX6568" y="connsiteY6568"/>
              </a:cxn>
              <a:cxn ang="0">
                <a:pos x="connsiteX6569" y="connsiteY6569"/>
              </a:cxn>
              <a:cxn ang="0">
                <a:pos x="connsiteX6570" y="connsiteY6570"/>
              </a:cxn>
              <a:cxn ang="0">
                <a:pos x="connsiteX6571" y="connsiteY6571"/>
              </a:cxn>
              <a:cxn ang="0">
                <a:pos x="connsiteX6572" y="connsiteY6572"/>
              </a:cxn>
              <a:cxn ang="0">
                <a:pos x="connsiteX6573" y="connsiteY6573"/>
              </a:cxn>
              <a:cxn ang="0">
                <a:pos x="connsiteX6574" y="connsiteY6574"/>
              </a:cxn>
              <a:cxn ang="0">
                <a:pos x="connsiteX6575" y="connsiteY6575"/>
              </a:cxn>
              <a:cxn ang="0">
                <a:pos x="connsiteX6576" y="connsiteY6576"/>
              </a:cxn>
              <a:cxn ang="0">
                <a:pos x="connsiteX6577" y="connsiteY6577"/>
              </a:cxn>
              <a:cxn ang="0">
                <a:pos x="connsiteX6578" y="connsiteY6578"/>
              </a:cxn>
              <a:cxn ang="0">
                <a:pos x="connsiteX6579" y="connsiteY6579"/>
              </a:cxn>
              <a:cxn ang="0">
                <a:pos x="connsiteX6580" y="connsiteY6580"/>
              </a:cxn>
              <a:cxn ang="0">
                <a:pos x="connsiteX6581" y="connsiteY6581"/>
              </a:cxn>
              <a:cxn ang="0">
                <a:pos x="connsiteX6582" y="connsiteY6582"/>
              </a:cxn>
              <a:cxn ang="0">
                <a:pos x="connsiteX6583" y="connsiteY6583"/>
              </a:cxn>
              <a:cxn ang="0">
                <a:pos x="connsiteX6584" y="connsiteY6584"/>
              </a:cxn>
              <a:cxn ang="0">
                <a:pos x="connsiteX6585" y="connsiteY6585"/>
              </a:cxn>
              <a:cxn ang="0">
                <a:pos x="connsiteX6586" y="connsiteY6586"/>
              </a:cxn>
              <a:cxn ang="0">
                <a:pos x="connsiteX6587" y="connsiteY6587"/>
              </a:cxn>
              <a:cxn ang="0">
                <a:pos x="connsiteX6588" y="connsiteY6588"/>
              </a:cxn>
              <a:cxn ang="0">
                <a:pos x="connsiteX6589" y="connsiteY6589"/>
              </a:cxn>
              <a:cxn ang="0">
                <a:pos x="connsiteX6590" y="connsiteY6590"/>
              </a:cxn>
              <a:cxn ang="0">
                <a:pos x="connsiteX6591" y="connsiteY6591"/>
              </a:cxn>
              <a:cxn ang="0">
                <a:pos x="connsiteX6592" y="connsiteY6592"/>
              </a:cxn>
              <a:cxn ang="0">
                <a:pos x="connsiteX6593" y="connsiteY6593"/>
              </a:cxn>
              <a:cxn ang="0">
                <a:pos x="connsiteX6594" y="connsiteY6594"/>
              </a:cxn>
              <a:cxn ang="0">
                <a:pos x="connsiteX6595" y="connsiteY6595"/>
              </a:cxn>
              <a:cxn ang="0">
                <a:pos x="connsiteX6596" y="connsiteY6596"/>
              </a:cxn>
              <a:cxn ang="0">
                <a:pos x="connsiteX6597" y="connsiteY6597"/>
              </a:cxn>
              <a:cxn ang="0">
                <a:pos x="connsiteX6598" y="connsiteY6598"/>
              </a:cxn>
              <a:cxn ang="0">
                <a:pos x="connsiteX6599" y="connsiteY6599"/>
              </a:cxn>
              <a:cxn ang="0">
                <a:pos x="connsiteX6600" y="connsiteY6600"/>
              </a:cxn>
              <a:cxn ang="0">
                <a:pos x="connsiteX6601" y="connsiteY6601"/>
              </a:cxn>
              <a:cxn ang="0">
                <a:pos x="connsiteX6602" y="connsiteY6602"/>
              </a:cxn>
              <a:cxn ang="0">
                <a:pos x="connsiteX6603" y="connsiteY6603"/>
              </a:cxn>
              <a:cxn ang="0">
                <a:pos x="connsiteX6604" y="connsiteY6604"/>
              </a:cxn>
              <a:cxn ang="0">
                <a:pos x="connsiteX6605" y="connsiteY6605"/>
              </a:cxn>
              <a:cxn ang="0">
                <a:pos x="connsiteX6606" y="connsiteY6606"/>
              </a:cxn>
              <a:cxn ang="0">
                <a:pos x="connsiteX6607" y="connsiteY6607"/>
              </a:cxn>
              <a:cxn ang="0">
                <a:pos x="connsiteX6608" y="connsiteY6608"/>
              </a:cxn>
              <a:cxn ang="0">
                <a:pos x="connsiteX6609" y="connsiteY6609"/>
              </a:cxn>
              <a:cxn ang="0">
                <a:pos x="connsiteX6610" y="connsiteY6610"/>
              </a:cxn>
              <a:cxn ang="0">
                <a:pos x="connsiteX6611" y="connsiteY6611"/>
              </a:cxn>
              <a:cxn ang="0">
                <a:pos x="connsiteX6612" y="connsiteY6612"/>
              </a:cxn>
              <a:cxn ang="0">
                <a:pos x="connsiteX6613" y="connsiteY6613"/>
              </a:cxn>
              <a:cxn ang="0">
                <a:pos x="connsiteX6614" y="connsiteY6614"/>
              </a:cxn>
              <a:cxn ang="0">
                <a:pos x="connsiteX6615" y="connsiteY6615"/>
              </a:cxn>
              <a:cxn ang="0">
                <a:pos x="connsiteX6616" y="connsiteY6616"/>
              </a:cxn>
              <a:cxn ang="0">
                <a:pos x="connsiteX6617" y="connsiteY6617"/>
              </a:cxn>
              <a:cxn ang="0">
                <a:pos x="connsiteX6618" y="connsiteY6618"/>
              </a:cxn>
              <a:cxn ang="0">
                <a:pos x="connsiteX6619" y="connsiteY6619"/>
              </a:cxn>
              <a:cxn ang="0">
                <a:pos x="connsiteX6620" y="connsiteY6620"/>
              </a:cxn>
              <a:cxn ang="0">
                <a:pos x="connsiteX6621" y="connsiteY6621"/>
              </a:cxn>
              <a:cxn ang="0">
                <a:pos x="connsiteX6622" y="connsiteY6622"/>
              </a:cxn>
              <a:cxn ang="0">
                <a:pos x="connsiteX6623" y="connsiteY6623"/>
              </a:cxn>
              <a:cxn ang="0">
                <a:pos x="connsiteX6624" y="connsiteY6624"/>
              </a:cxn>
              <a:cxn ang="0">
                <a:pos x="connsiteX6625" y="connsiteY6625"/>
              </a:cxn>
              <a:cxn ang="0">
                <a:pos x="connsiteX6626" y="connsiteY6626"/>
              </a:cxn>
              <a:cxn ang="0">
                <a:pos x="connsiteX6627" y="connsiteY6627"/>
              </a:cxn>
              <a:cxn ang="0">
                <a:pos x="connsiteX6628" y="connsiteY6628"/>
              </a:cxn>
              <a:cxn ang="0">
                <a:pos x="connsiteX6629" y="connsiteY6629"/>
              </a:cxn>
              <a:cxn ang="0">
                <a:pos x="connsiteX6630" y="connsiteY6630"/>
              </a:cxn>
              <a:cxn ang="0">
                <a:pos x="connsiteX6631" y="connsiteY6631"/>
              </a:cxn>
              <a:cxn ang="0">
                <a:pos x="connsiteX6632" y="connsiteY6632"/>
              </a:cxn>
              <a:cxn ang="0">
                <a:pos x="connsiteX6633" y="connsiteY6633"/>
              </a:cxn>
              <a:cxn ang="0">
                <a:pos x="connsiteX6634" y="connsiteY6634"/>
              </a:cxn>
              <a:cxn ang="0">
                <a:pos x="connsiteX6635" y="connsiteY6635"/>
              </a:cxn>
              <a:cxn ang="0">
                <a:pos x="connsiteX6636" y="connsiteY6636"/>
              </a:cxn>
              <a:cxn ang="0">
                <a:pos x="connsiteX6637" y="connsiteY6637"/>
              </a:cxn>
              <a:cxn ang="0">
                <a:pos x="connsiteX6638" y="connsiteY6638"/>
              </a:cxn>
              <a:cxn ang="0">
                <a:pos x="connsiteX6639" y="connsiteY6639"/>
              </a:cxn>
              <a:cxn ang="0">
                <a:pos x="connsiteX6640" y="connsiteY6640"/>
              </a:cxn>
              <a:cxn ang="0">
                <a:pos x="connsiteX6641" y="connsiteY6641"/>
              </a:cxn>
              <a:cxn ang="0">
                <a:pos x="connsiteX6642" y="connsiteY6642"/>
              </a:cxn>
              <a:cxn ang="0">
                <a:pos x="connsiteX6643" y="connsiteY6643"/>
              </a:cxn>
              <a:cxn ang="0">
                <a:pos x="connsiteX6644" y="connsiteY6644"/>
              </a:cxn>
              <a:cxn ang="0">
                <a:pos x="connsiteX6645" y="connsiteY6645"/>
              </a:cxn>
              <a:cxn ang="0">
                <a:pos x="connsiteX6646" y="connsiteY6646"/>
              </a:cxn>
              <a:cxn ang="0">
                <a:pos x="connsiteX6647" y="connsiteY6647"/>
              </a:cxn>
              <a:cxn ang="0">
                <a:pos x="connsiteX6648" y="connsiteY6648"/>
              </a:cxn>
              <a:cxn ang="0">
                <a:pos x="connsiteX6649" y="connsiteY6649"/>
              </a:cxn>
              <a:cxn ang="0">
                <a:pos x="connsiteX6650" y="connsiteY6650"/>
              </a:cxn>
              <a:cxn ang="0">
                <a:pos x="connsiteX6651" y="connsiteY6651"/>
              </a:cxn>
              <a:cxn ang="0">
                <a:pos x="connsiteX6652" y="connsiteY6652"/>
              </a:cxn>
              <a:cxn ang="0">
                <a:pos x="connsiteX6653" y="connsiteY6653"/>
              </a:cxn>
              <a:cxn ang="0">
                <a:pos x="connsiteX6654" y="connsiteY6654"/>
              </a:cxn>
              <a:cxn ang="0">
                <a:pos x="connsiteX6655" y="connsiteY6655"/>
              </a:cxn>
              <a:cxn ang="0">
                <a:pos x="connsiteX6656" y="connsiteY6656"/>
              </a:cxn>
              <a:cxn ang="0">
                <a:pos x="connsiteX6657" y="connsiteY6657"/>
              </a:cxn>
              <a:cxn ang="0">
                <a:pos x="connsiteX6658" y="connsiteY6658"/>
              </a:cxn>
              <a:cxn ang="0">
                <a:pos x="connsiteX6659" y="connsiteY6659"/>
              </a:cxn>
              <a:cxn ang="0">
                <a:pos x="connsiteX6660" y="connsiteY6660"/>
              </a:cxn>
              <a:cxn ang="0">
                <a:pos x="connsiteX6661" y="connsiteY6661"/>
              </a:cxn>
              <a:cxn ang="0">
                <a:pos x="connsiteX6662" y="connsiteY6662"/>
              </a:cxn>
              <a:cxn ang="0">
                <a:pos x="connsiteX6663" y="connsiteY6663"/>
              </a:cxn>
              <a:cxn ang="0">
                <a:pos x="connsiteX6664" y="connsiteY6664"/>
              </a:cxn>
              <a:cxn ang="0">
                <a:pos x="connsiteX6665" y="connsiteY6665"/>
              </a:cxn>
              <a:cxn ang="0">
                <a:pos x="connsiteX6666" y="connsiteY6666"/>
              </a:cxn>
              <a:cxn ang="0">
                <a:pos x="connsiteX6667" y="connsiteY6667"/>
              </a:cxn>
              <a:cxn ang="0">
                <a:pos x="connsiteX6668" y="connsiteY6668"/>
              </a:cxn>
              <a:cxn ang="0">
                <a:pos x="connsiteX6669" y="connsiteY6669"/>
              </a:cxn>
              <a:cxn ang="0">
                <a:pos x="connsiteX6670" y="connsiteY6670"/>
              </a:cxn>
              <a:cxn ang="0">
                <a:pos x="connsiteX6671" y="connsiteY6671"/>
              </a:cxn>
              <a:cxn ang="0">
                <a:pos x="connsiteX6672" y="connsiteY6672"/>
              </a:cxn>
              <a:cxn ang="0">
                <a:pos x="connsiteX6673" y="connsiteY6673"/>
              </a:cxn>
              <a:cxn ang="0">
                <a:pos x="connsiteX6674" y="connsiteY6674"/>
              </a:cxn>
              <a:cxn ang="0">
                <a:pos x="connsiteX6675" y="connsiteY6675"/>
              </a:cxn>
              <a:cxn ang="0">
                <a:pos x="connsiteX6676" y="connsiteY6676"/>
              </a:cxn>
              <a:cxn ang="0">
                <a:pos x="connsiteX6677" y="connsiteY6677"/>
              </a:cxn>
              <a:cxn ang="0">
                <a:pos x="connsiteX6678" y="connsiteY6678"/>
              </a:cxn>
              <a:cxn ang="0">
                <a:pos x="connsiteX6679" y="connsiteY6679"/>
              </a:cxn>
              <a:cxn ang="0">
                <a:pos x="connsiteX6680" y="connsiteY6680"/>
              </a:cxn>
              <a:cxn ang="0">
                <a:pos x="connsiteX6681" y="connsiteY6681"/>
              </a:cxn>
              <a:cxn ang="0">
                <a:pos x="connsiteX6682" y="connsiteY6682"/>
              </a:cxn>
              <a:cxn ang="0">
                <a:pos x="connsiteX6683" y="connsiteY6683"/>
              </a:cxn>
              <a:cxn ang="0">
                <a:pos x="connsiteX6684" y="connsiteY6684"/>
              </a:cxn>
              <a:cxn ang="0">
                <a:pos x="connsiteX6685" y="connsiteY6685"/>
              </a:cxn>
              <a:cxn ang="0">
                <a:pos x="connsiteX6686" y="connsiteY6686"/>
              </a:cxn>
              <a:cxn ang="0">
                <a:pos x="connsiteX6687" y="connsiteY6687"/>
              </a:cxn>
              <a:cxn ang="0">
                <a:pos x="connsiteX6688" y="connsiteY6688"/>
              </a:cxn>
              <a:cxn ang="0">
                <a:pos x="connsiteX6689" y="connsiteY6689"/>
              </a:cxn>
              <a:cxn ang="0">
                <a:pos x="connsiteX6690" y="connsiteY6690"/>
              </a:cxn>
              <a:cxn ang="0">
                <a:pos x="connsiteX6691" y="connsiteY6691"/>
              </a:cxn>
              <a:cxn ang="0">
                <a:pos x="connsiteX6692" y="connsiteY6692"/>
              </a:cxn>
              <a:cxn ang="0">
                <a:pos x="connsiteX6693" y="connsiteY6693"/>
              </a:cxn>
              <a:cxn ang="0">
                <a:pos x="connsiteX6694" y="connsiteY6694"/>
              </a:cxn>
              <a:cxn ang="0">
                <a:pos x="connsiteX6695" y="connsiteY6695"/>
              </a:cxn>
              <a:cxn ang="0">
                <a:pos x="connsiteX6696" y="connsiteY6696"/>
              </a:cxn>
              <a:cxn ang="0">
                <a:pos x="connsiteX6697" y="connsiteY6697"/>
              </a:cxn>
              <a:cxn ang="0">
                <a:pos x="connsiteX6698" y="connsiteY6698"/>
              </a:cxn>
              <a:cxn ang="0">
                <a:pos x="connsiteX6699" y="connsiteY6699"/>
              </a:cxn>
              <a:cxn ang="0">
                <a:pos x="connsiteX6700" y="connsiteY6700"/>
              </a:cxn>
              <a:cxn ang="0">
                <a:pos x="connsiteX6701" y="connsiteY6701"/>
              </a:cxn>
              <a:cxn ang="0">
                <a:pos x="connsiteX6702" y="connsiteY6702"/>
              </a:cxn>
              <a:cxn ang="0">
                <a:pos x="connsiteX6703" y="connsiteY6703"/>
              </a:cxn>
              <a:cxn ang="0">
                <a:pos x="connsiteX6704" y="connsiteY6704"/>
              </a:cxn>
              <a:cxn ang="0">
                <a:pos x="connsiteX6705" y="connsiteY6705"/>
              </a:cxn>
              <a:cxn ang="0">
                <a:pos x="connsiteX6706" y="connsiteY6706"/>
              </a:cxn>
              <a:cxn ang="0">
                <a:pos x="connsiteX6707" y="connsiteY6707"/>
              </a:cxn>
              <a:cxn ang="0">
                <a:pos x="connsiteX6708" y="connsiteY6708"/>
              </a:cxn>
              <a:cxn ang="0">
                <a:pos x="connsiteX6709" y="connsiteY6709"/>
              </a:cxn>
              <a:cxn ang="0">
                <a:pos x="connsiteX6710" y="connsiteY6710"/>
              </a:cxn>
              <a:cxn ang="0">
                <a:pos x="connsiteX6711" y="connsiteY6711"/>
              </a:cxn>
              <a:cxn ang="0">
                <a:pos x="connsiteX6712" y="connsiteY6712"/>
              </a:cxn>
              <a:cxn ang="0">
                <a:pos x="connsiteX6713" y="connsiteY6713"/>
              </a:cxn>
              <a:cxn ang="0">
                <a:pos x="connsiteX6714" y="connsiteY6714"/>
              </a:cxn>
              <a:cxn ang="0">
                <a:pos x="connsiteX6715" y="connsiteY6715"/>
              </a:cxn>
              <a:cxn ang="0">
                <a:pos x="connsiteX6716" y="connsiteY6716"/>
              </a:cxn>
              <a:cxn ang="0">
                <a:pos x="connsiteX6717" y="connsiteY6717"/>
              </a:cxn>
              <a:cxn ang="0">
                <a:pos x="connsiteX6718" y="connsiteY6718"/>
              </a:cxn>
              <a:cxn ang="0">
                <a:pos x="connsiteX6719" y="connsiteY6719"/>
              </a:cxn>
              <a:cxn ang="0">
                <a:pos x="connsiteX6720" y="connsiteY6720"/>
              </a:cxn>
              <a:cxn ang="0">
                <a:pos x="connsiteX6721" y="connsiteY6721"/>
              </a:cxn>
              <a:cxn ang="0">
                <a:pos x="connsiteX6722" y="connsiteY6722"/>
              </a:cxn>
              <a:cxn ang="0">
                <a:pos x="connsiteX6723" y="connsiteY6723"/>
              </a:cxn>
              <a:cxn ang="0">
                <a:pos x="connsiteX6724" y="connsiteY6724"/>
              </a:cxn>
              <a:cxn ang="0">
                <a:pos x="connsiteX6725" y="connsiteY6725"/>
              </a:cxn>
              <a:cxn ang="0">
                <a:pos x="connsiteX6726" y="connsiteY6726"/>
              </a:cxn>
              <a:cxn ang="0">
                <a:pos x="connsiteX6727" y="connsiteY6727"/>
              </a:cxn>
              <a:cxn ang="0">
                <a:pos x="connsiteX6728" y="connsiteY6728"/>
              </a:cxn>
              <a:cxn ang="0">
                <a:pos x="connsiteX6729" y="connsiteY6729"/>
              </a:cxn>
              <a:cxn ang="0">
                <a:pos x="connsiteX6730" y="connsiteY6730"/>
              </a:cxn>
              <a:cxn ang="0">
                <a:pos x="connsiteX6731" y="connsiteY6731"/>
              </a:cxn>
              <a:cxn ang="0">
                <a:pos x="connsiteX6732" y="connsiteY6732"/>
              </a:cxn>
              <a:cxn ang="0">
                <a:pos x="connsiteX6733" y="connsiteY6733"/>
              </a:cxn>
              <a:cxn ang="0">
                <a:pos x="connsiteX6734" y="connsiteY6734"/>
              </a:cxn>
              <a:cxn ang="0">
                <a:pos x="connsiteX6735" y="connsiteY6735"/>
              </a:cxn>
              <a:cxn ang="0">
                <a:pos x="connsiteX6736" y="connsiteY6736"/>
              </a:cxn>
              <a:cxn ang="0">
                <a:pos x="connsiteX6737" y="connsiteY6737"/>
              </a:cxn>
              <a:cxn ang="0">
                <a:pos x="connsiteX6738" y="connsiteY6738"/>
              </a:cxn>
              <a:cxn ang="0">
                <a:pos x="connsiteX6739" y="connsiteY6739"/>
              </a:cxn>
              <a:cxn ang="0">
                <a:pos x="connsiteX6740" y="connsiteY6740"/>
              </a:cxn>
              <a:cxn ang="0">
                <a:pos x="connsiteX6741" y="connsiteY6741"/>
              </a:cxn>
              <a:cxn ang="0">
                <a:pos x="connsiteX6742" y="connsiteY6742"/>
              </a:cxn>
              <a:cxn ang="0">
                <a:pos x="connsiteX6743" y="connsiteY6743"/>
              </a:cxn>
              <a:cxn ang="0">
                <a:pos x="connsiteX6744" y="connsiteY6744"/>
              </a:cxn>
              <a:cxn ang="0">
                <a:pos x="connsiteX6745" y="connsiteY6745"/>
              </a:cxn>
              <a:cxn ang="0">
                <a:pos x="connsiteX6746" y="connsiteY6746"/>
              </a:cxn>
              <a:cxn ang="0">
                <a:pos x="connsiteX6747" y="connsiteY6747"/>
              </a:cxn>
            </a:cxnLst>
            <a:rect l="l" t="t" r="r" b="b"/>
            <a:pathLst>
              <a:path w="6501199" h="6382977">
                <a:moveTo>
                  <a:pt x="1776545" y="6193964"/>
                </a:moveTo>
                <a:cubicBezTo>
                  <a:pt x="1774385" y="6200804"/>
                  <a:pt x="1779065" y="6214486"/>
                  <a:pt x="1788065" y="6217006"/>
                </a:cubicBezTo>
                <a:cubicBezTo>
                  <a:pt x="1797065" y="6210165"/>
                  <a:pt x="1783385" y="6196484"/>
                  <a:pt x="1776545" y="6193964"/>
                </a:cubicBezTo>
                <a:close/>
                <a:moveTo>
                  <a:pt x="1428422" y="5800457"/>
                </a:moveTo>
                <a:cubicBezTo>
                  <a:pt x="1415101" y="5805138"/>
                  <a:pt x="1421941" y="5811978"/>
                  <a:pt x="1417261" y="5816298"/>
                </a:cubicBezTo>
                <a:cubicBezTo>
                  <a:pt x="1424101" y="5816298"/>
                  <a:pt x="1428422" y="5825658"/>
                  <a:pt x="1437782" y="5818818"/>
                </a:cubicBezTo>
                <a:cubicBezTo>
                  <a:pt x="1428422" y="5811978"/>
                  <a:pt x="1433102" y="5807298"/>
                  <a:pt x="1428422" y="5800457"/>
                </a:cubicBezTo>
                <a:close/>
                <a:moveTo>
                  <a:pt x="1974546" y="5798297"/>
                </a:moveTo>
                <a:cubicBezTo>
                  <a:pt x="1965546" y="5800457"/>
                  <a:pt x="1970226" y="5823138"/>
                  <a:pt x="1981386" y="5811978"/>
                </a:cubicBezTo>
                <a:cubicBezTo>
                  <a:pt x="1974546" y="5811978"/>
                  <a:pt x="1974546" y="5809458"/>
                  <a:pt x="1983546" y="5802977"/>
                </a:cubicBezTo>
                <a:cubicBezTo>
                  <a:pt x="1981386" y="5802977"/>
                  <a:pt x="1977066" y="5800457"/>
                  <a:pt x="1974546" y="5798297"/>
                </a:cubicBezTo>
                <a:close/>
                <a:moveTo>
                  <a:pt x="1951866" y="5791456"/>
                </a:moveTo>
                <a:cubicBezTo>
                  <a:pt x="1940346" y="5791456"/>
                  <a:pt x="1938186" y="5805138"/>
                  <a:pt x="1942866" y="5811978"/>
                </a:cubicBezTo>
                <a:cubicBezTo>
                  <a:pt x="1931346" y="5816298"/>
                  <a:pt x="1942866" y="5798297"/>
                  <a:pt x="1929186" y="5805138"/>
                </a:cubicBezTo>
                <a:cubicBezTo>
                  <a:pt x="1915506" y="5820978"/>
                  <a:pt x="1947186" y="5841500"/>
                  <a:pt x="1924506" y="5855181"/>
                </a:cubicBezTo>
                <a:cubicBezTo>
                  <a:pt x="1936026" y="5868862"/>
                  <a:pt x="1963386" y="5873182"/>
                  <a:pt x="1972386" y="5855181"/>
                </a:cubicBezTo>
                <a:cubicBezTo>
                  <a:pt x="1960866" y="5857341"/>
                  <a:pt x="1947186" y="5864182"/>
                  <a:pt x="1940346" y="5850500"/>
                </a:cubicBezTo>
                <a:cubicBezTo>
                  <a:pt x="1956546" y="5848340"/>
                  <a:pt x="1956546" y="5845820"/>
                  <a:pt x="1970226" y="5839340"/>
                </a:cubicBezTo>
                <a:cubicBezTo>
                  <a:pt x="1963386" y="5834660"/>
                  <a:pt x="1958706" y="5827819"/>
                  <a:pt x="1972386" y="5823138"/>
                </a:cubicBezTo>
                <a:cubicBezTo>
                  <a:pt x="1956546" y="5809458"/>
                  <a:pt x="1954026" y="5807298"/>
                  <a:pt x="1951866" y="5791456"/>
                </a:cubicBezTo>
                <a:close/>
                <a:moveTo>
                  <a:pt x="1933506" y="5782456"/>
                </a:moveTo>
                <a:cubicBezTo>
                  <a:pt x="1922346" y="5786776"/>
                  <a:pt x="1924506" y="5793616"/>
                  <a:pt x="1929186" y="5800457"/>
                </a:cubicBezTo>
                <a:cubicBezTo>
                  <a:pt x="1938186" y="5796136"/>
                  <a:pt x="1938186" y="5789296"/>
                  <a:pt x="1933506" y="5782456"/>
                </a:cubicBezTo>
                <a:close/>
                <a:moveTo>
                  <a:pt x="1653783" y="5770935"/>
                </a:moveTo>
                <a:cubicBezTo>
                  <a:pt x="1642623" y="5777776"/>
                  <a:pt x="1649463" y="5789296"/>
                  <a:pt x="1658463" y="5789296"/>
                </a:cubicBezTo>
                <a:cubicBezTo>
                  <a:pt x="1672143" y="5779936"/>
                  <a:pt x="1660623" y="5782456"/>
                  <a:pt x="1653783" y="5770935"/>
                </a:cubicBezTo>
                <a:close/>
                <a:moveTo>
                  <a:pt x="1681143" y="5750414"/>
                </a:moveTo>
                <a:cubicBezTo>
                  <a:pt x="1674303" y="5750414"/>
                  <a:pt x="1662783" y="5752574"/>
                  <a:pt x="1662783" y="5759414"/>
                </a:cubicBezTo>
                <a:cubicBezTo>
                  <a:pt x="1681143" y="5755094"/>
                  <a:pt x="1676463" y="5766254"/>
                  <a:pt x="1676463" y="5777776"/>
                </a:cubicBezTo>
                <a:cubicBezTo>
                  <a:pt x="1681143" y="5775616"/>
                  <a:pt x="1683303" y="5773095"/>
                  <a:pt x="1681143" y="5770935"/>
                </a:cubicBezTo>
                <a:cubicBezTo>
                  <a:pt x="1687984" y="5768775"/>
                  <a:pt x="1692304" y="5777776"/>
                  <a:pt x="1699144" y="5768775"/>
                </a:cubicBezTo>
                <a:cubicBezTo>
                  <a:pt x="1694824" y="5764094"/>
                  <a:pt x="1676463" y="5757254"/>
                  <a:pt x="1681143" y="5750414"/>
                </a:cubicBezTo>
                <a:close/>
                <a:moveTo>
                  <a:pt x="1947186" y="5718732"/>
                </a:moveTo>
                <a:cubicBezTo>
                  <a:pt x="1936026" y="5729892"/>
                  <a:pt x="1940346" y="5741413"/>
                  <a:pt x="1945026" y="5755094"/>
                </a:cubicBezTo>
                <a:cubicBezTo>
                  <a:pt x="1958706" y="5743573"/>
                  <a:pt x="1945026" y="5729892"/>
                  <a:pt x="1947186" y="5718732"/>
                </a:cubicBezTo>
                <a:close/>
                <a:moveTo>
                  <a:pt x="1967706" y="5673008"/>
                </a:moveTo>
                <a:cubicBezTo>
                  <a:pt x="1956546" y="5677688"/>
                  <a:pt x="1972386" y="5684529"/>
                  <a:pt x="1963386" y="5689210"/>
                </a:cubicBezTo>
                <a:cubicBezTo>
                  <a:pt x="1972386" y="5696050"/>
                  <a:pt x="1979226" y="5679848"/>
                  <a:pt x="1967706" y="5673008"/>
                </a:cubicBezTo>
                <a:close/>
                <a:moveTo>
                  <a:pt x="1467302" y="5581922"/>
                </a:moveTo>
                <a:cubicBezTo>
                  <a:pt x="1467302" y="5581922"/>
                  <a:pt x="1467302" y="5581922"/>
                  <a:pt x="1453622" y="5591282"/>
                </a:cubicBezTo>
                <a:cubicBezTo>
                  <a:pt x="1474142" y="5602444"/>
                  <a:pt x="1476302" y="5622965"/>
                  <a:pt x="1485662" y="5643486"/>
                </a:cubicBezTo>
                <a:cubicBezTo>
                  <a:pt x="1501502" y="5618644"/>
                  <a:pt x="1469462" y="5598123"/>
                  <a:pt x="1467302" y="5581922"/>
                </a:cubicBezTo>
                <a:close/>
                <a:moveTo>
                  <a:pt x="2454663" y="5568266"/>
                </a:moveTo>
                <a:cubicBezTo>
                  <a:pt x="2452491" y="5579296"/>
                  <a:pt x="2447784" y="5586056"/>
                  <a:pt x="2434388" y="5583921"/>
                </a:cubicBezTo>
                <a:cubicBezTo>
                  <a:pt x="2436561" y="5572535"/>
                  <a:pt x="2441267" y="5565775"/>
                  <a:pt x="2454663" y="5568266"/>
                </a:cubicBezTo>
                <a:close/>
                <a:moveTo>
                  <a:pt x="2549669" y="5543550"/>
                </a:moveTo>
                <a:cubicBezTo>
                  <a:pt x="2572144" y="5548136"/>
                  <a:pt x="2563225" y="5554839"/>
                  <a:pt x="2558587" y="5572478"/>
                </a:cubicBezTo>
                <a:cubicBezTo>
                  <a:pt x="2551809" y="5561542"/>
                  <a:pt x="2509000" y="5581297"/>
                  <a:pt x="2513638" y="5556956"/>
                </a:cubicBezTo>
                <a:cubicBezTo>
                  <a:pt x="2527194" y="5561542"/>
                  <a:pt x="2549669" y="5543550"/>
                  <a:pt x="2545031" y="5563658"/>
                </a:cubicBezTo>
                <a:cubicBezTo>
                  <a:pt x="2565365" y="5559072"/>
                  <a:pt x="2545031" y="5554839"/>
                  <a:pt x="2549669" y="5543550"/>
                </a:cubicBezTo>
                <a:close/>
                <a:moveTo>
                  <a:pt x="1460462" y="5522878"/>
                </a:moveTo>
                <a:cubicBezTo>
                  <a:pt x="1453622" y="5539079"/>
                  <a:pt x="1460462" y="5554920"/>
                  <a:pt x="1458302" y="5572922"/>
                </a:cubicBezTo>
                <a:cubicBezTo>
                  <a:pt x="1465142" y="5575442"/>
                  <a:pt x="1469462" y="5572922"/>
                  <a:pt x="1476302" y="5568601"/>
                </a:cubicBezTo>
                <a:cubicBezTo>
                  <a:pt x="1469462" y="5554920"/>
                  <a:pt x="1467302" y="5539079"/>
                  <a:pt x="1460462" y="5522878"/>
                </a:cubicBezTo>
                <a:close/>
                <a:moveTo>
                  <a:pt x="2191815" y="5490491"/>
                </a:moveTo>
                <a:cubicBezTo>
                  <a:pt x="2193941" y="5494784"/>
                  <a:pt x="2193941" y="5497288"/>
                  <a:pt x="2200671" y="5499435"/>
                </a:cubicBezTo>
                <a:cubicBezTo>
                  <a:pt x="2187210" y="5513029"/>
                  <a:pt x="2173749" y="5501581"/>
                  <a:pt x="2158163" y="5499435"/>
                </a:cubicBezTo>
                <a:cubicBezTo>
                  <a:pt x="2164894" y="5490491"/>
                  <a:pt x="2176229" y="5487987"/>
                  <a:pt x="2191815" y="5490491"/>
                </a:cubicBezTo>
                <a:close/>
                <a:moveTo>
                  <a:pt x="2223615" y="5485713"/>
                </a:moveTo>
                <a:lnTo>
                  <a:pt x="2233422" y="5492248"/>
                </a:lnTo>
                <a:lnTo>
                  <a:pt x="2234454" y="5491038"/>
                </a:lnTo>
                <a:close/>
                <a:moveTo>
                  <a:pt x="2648288" y="5462587"/>
                </a:moveTo>
                <a:cubicBezTo>
                  <a:pt x="2665813" y="5462587"/>
                  <a:pt x="2663710" y="5474198"/>
                  <a:pt x="2661607" y="5485447"/>
                </a:cubicBezTo>
                <a:cubicBezTo>
                  <a:pt x="2641629" y="5487624"/>
                  <a:pt x="2639175" y="5469481"/>
                  <a:pt x="2648288" y="5462587"/>
                </a:cubicBezTo>
                <a:close/>
                <a:moveTo>
                  <a:pt x="1469462" y="5445472"/>
                </a:moveTo>
                <a:cubicBezTo>
                  <a:pt x="1465142" y="5443312"/>
                  <a:pt x="1460462" y="5445472"/>
                  <a:pt x="1455782" y="5447993"/>
                </a:cubicBezTo>
                <a:cubicBezTo>
                  <a:pt x="1465142" y="5468514"/>
                  <a:pt x="1460462" y="5484356"/>
                  <a:pt x="1465142" y="5495516"/>
                </a:cubicBezTo>
                <a:cubicBezTo>
                  <a:pt x="1471982" y="5504876"/>
                  <a:pt x="1478822" y="5511717"/>
                  <a:pt x="1489982" y="5504876"/>
                </a:cubicBezTo>
                <a:cubicBezTo>
                  <a:pt x="1485662" y="5484356"/>
                  <a:pt x="1478822" y="5459154"/>
                  <a:pt x="1469462" y="5445472"/>
                </a:cubicBezTo>
                <a:close/>
                <a:moveTo>
                  <a:pt x="2559622" y="5434012"/>
                </a:moveTo>
                <a:cubicBezTo>
                  <a:pt x="2575319" y="5436115"/>
                  <a:pt x="2562119" y="5460650"/>
                  <a:pt x="2543925" y="5458196"/>
                </a:cubicBezTo>
                <a:cubicBezTo>
                  <a:pt x="2543925" y="5444877"/>
                  <a:pt x="2555341" y="5442774"/>
                  <a:pt x="2559622" y="5434012"/>
                </a:cubicBezTo>
                <a:close/>
                <a:moveTo>
                  <a:pt x="2553087" y="5413341"/>
                </a:moveTo>
                <a:cubicBezTo>
                  <a:pt x="2548726" y="5443173"/>
                  <a:pt x="2548726" y="5443173"/>
                  <a:pt x="2548726" y="5443173"/>
                </a:cubicBezTo>
                <a:cubicBezTo>
                  <a:pt x="2541822" y="5436261"/>
                  <a:pt x="2537097" y="5420254"/>
                  <a:pt x="2528012" y="5436261"/>
                </a:cubicBezTo>
                <a:cubicBezTo>
                  <a:pt x="2523288" y="5436261"/>
                  <a:pt x="2523288" y="5434078"/>
                  <a:pt x="2523288" y="5431895"/>
                </a:cubicBezTo>
                <a:cubicBezTo>
                  <a:pt x="2528012" y="5436261"/>
                  <a:pt x="2525469" y="5408612"/>
                  <a:pt x="2553087" y="5413341"/>
                </a:cubicBezTo>
                <a:close/>
                <a:moveTo>
                  <a:pt x="2613743" y="5395731"/>
                </a:moveTo>
                <a:cubicBezTo>
                  <a:pt x="2644166" y="5394325"/>
                  <a:pt x="2679399" y="5400131"/>
                  <a:pt x="2697554" y="5404848"/>
                </a:cubicBezTo>
                <a:cubicBezTo>
                  <a:pt x="2681376" y="5422991"/>
                  <a:pt x="2649739" y="5420814"/>
                  <a:pt x="2640751" y="5448391"/>
                </a:cubicBezTo>
                <a:cubicBezTo>
                  <a:pt x="2608754" y="5457462"/>
                  <a:pt x="2586105" y="5422991"/>
                  <a:pt x="2558782" y="5429885"/>
                </a:cubicBezTo>
                <a:cubicBezTo>
                  <a:pt x="2557704" y="5405755"/>
                  <a:pt x="2583319" y="5397137"/>
                  <a:pt x="2613743" y="5395731"/>
                </a:cubicBezTo>
                <a:close/>
                <a:moveTo>
                  <a:pt x="2488206" y="5304197"/>
                </a:moveTo>
                <a:lnTo>
                  <a:pt x="2484143" y="5306138"/>
                </a:lnTo>
                <a:lnTo>
                  <a:pt x="2458972" y="5350103"/>
                </a:lnTo>
                <a:lnTo>
                  <a:pt x="2465524" y="5361080"/>
                </a:lnTo>
                <a:cubicBezTo>
                  <a:pt x="2465524" y="5351719"/>
                  <a:pt x="2458683" y="5335878"/>
                  <a:pt x="2477045" y="5335878"/>
                </a:cubicBezTo>
                <a:cubicBezTo>
                  <a:pt x="2483886" y="5342719"/>
                  <a:pt x="2490726" y="5349559"/>
                  <a:pt x="2499727" y="5356400"/>
                </a:cubicBezTo>
                <a:cubicBezTo>
                  <a:pt x="2497567" y="5335878"/>
                  <a:pt x="2508728" y="5331198"/>
                  <a:pt x="2529250" y="5335878"/>
                </a:cubicBezTo>
                <a:cubicBezTo>
                  <a:pt x="2527090" y="5317518"/>
                  <a:pt x="2556613" y="5317518"/>
                  <a:pt x="2547612" y="5304197"/>
                </a:cubicBezTo>
                <a:cubicBezTo>
                  <a:pt x="2533931" y="5304197"/>
                  <a:pt x="2529250" y="5311038"/>
                  <a:pt x="2515569" y="5306357"/>
                </a:cubicBezTo>
                <a:cubicBezTo>
                  <a:pt x="2510888" y="5315358"/>
                  <a:pt x="2520249" y="5320038"/>
                  <a:pt x="2520249" y="5326878"/>
                </a:cubicBezTo>
                <a:cubicBezTo>
                  <a:pt x="2513409" y="5329038"/>
                  <a:pt x="2506568" y="5333718"/>
                  <a:pt x="2497567" y="5333718"/>
                </a:cubicBezTo>
                <a:cubicBezTo>
                  <a:pt x="2504408" y="5317518"/>
                  <a:pt x="2490726" y="5313198"/>
                  <a:pt x="2488206" y="5304197"/>
                </a:cubicBezTo>
                <a:close/>
                <a:moveTo>
                  <a:pt x="2586136" y="5294837"/>
                </a:moveTo>
                <a:cubicBezTo>
                  <a:pt x="2572455" y="5294837"/>
                  <a:pt x="2563454" y="5294837"/>
                  <a:pt x="2558773" y="5301677"/>
                </a:cubicBezTo>
                <a:cubicBezTo>
                  <a:pt x="2570295" y="5301677"/>
                  <a:pt x="2551933" y="5320038"/>
                  <a:pt x="2570295" y="5315358"/>
                </a:cubicBezTo>
                <a:cubicBezTo>
                  <a:pt x="2570295" y="5301677"/>
                  <a:pt x="2579296" y="5299517"/>
                  <a:pt x="2586136" y="5294837"/>
                </a:cubicBezTo>
                <a:close/>
                <a:moveTo>
                  <a:pt x="2795926" y="5115905"/>
                </a:moveTo>
                <a:cubicBezTo>
                  <a:pt x="2800657" y="5115578"/>
                  <a:pt x="2806791" y="5116698"/>
                  <a:pt x="2813450" y="5117819"/>
                </a:cubicBezTo>
                <a:cubicBezTo>
                  <a:pt x="2813450" y="5129772"/>
                  <a:pt x="2800132" y="5124916"/>
                  <a:pt x="2800132" y="5132013"/>
                </a:cubicBezTo>
                <a:cubicBezTo>
                  <a:pt x="2793472" y="5129772"/>
                  <a:pt x="2793472" y="5124916"/>
                  <a:pt x="2786813" y="5122675"/>
                </a:cubicBezTo>
                <a:cubicBezTo>
                  <a:pt x="2787865" y="5118006"/>
                  <a:pt x="2791194" y="5116232"/>
                  <a:pt x="2795926" y="5115905"/>
                </a:cubicBezTo>
                <a:close/>
                <a:moveTo>
                  <a:pt x="2805134" y="5051425"/>
                </a:moveTo>
                <a:cubicBezTo>
                  <a:pt x="2832490" y="5058226"/>
                  <a:pt x="2770938" y="5087579"/>
                  <a:pt x="2777777" y="5060374"/>
                </a:cubicBezTo>
                <a:cubicBezTo>
                  <a:pt x="2791456" y="5060374"/>
                  <a:pt x="2798295" y="5056078"/>
                  <a:pt x="2805134" y="5051425"/>
                </a:cubicBezTo>
                <a:close/>
                <a:moveTo>
                  <a:pt x="2691234" y="4998292"/>
                </a:moveTo>
                <a:lnTo>
                  <a:pt x="2691133" y="5000874"/>
                </a:lnTo>
                <a:lnTo>
                  <a:pt x="2695228" y="4999262"/>
                </a:lnTo>
                <a:close/>
                <a:moveTo>
                  <a:pt x="2622500" y="4871816"/>
                </a:moveTo>
                <a:cubicBezTo>
                  <a:pt x="2617820" y="4878657"/>
                  <a:pt x="2601978" y="4871816"/>
                  <a:pt x="2604498" y="4885497"/>
                </a:cubicBezTo>
                <a:cubicBezTo>
                  <a:pt x="2617820" y="4892338"/>
                  <a:pt x="2636181" y="4878657"/>
                  <a:pt x="2622500" y="4871816"/>
                </a:cubicBezTo>
                <a:close/>
                <a:moveTo>
                  <a:pt x="2734112" y="4858136"/>
                </a:moveTo>
                <a:cubicBezTo>
                  <a:pt x="2736272" y="4869656"/>
                  <a:pt x="2715750" y="4878657"/>
                  <a:pt x="2727271" y="4883337"/>
                </a:cubicBezTo>
                <a:cubicBezTo>
                  <a:pt x="2738432" y="4878657"/>
                  <a:pt x="2743113" y="4867136"/>
                  <a:pt x="2734112" y="4858136"/>
                </a:cubicBezTo>
                <a:close/>
                <a:moveTo>
                  <a:pt x="2643976" y="4840208"/>
                </a:moveTo>
                <a:lnTo>
                  <a:pt x="2638342" y="4846976"/>
                </a:lnTo>
                <a:lnTo>
                  <a:pt x="2644706" y="4846976"/>
                </a:lnTo>
                <a:close/>
                <a:moveTo>
                  <a:pt x="2701570" y="4836655"/>
                </a:moveTo>
                <a:lnTo>
                  <a:pt x="2701288" y="4840353"/>
                </a:lnTo>
                <a:lnTo>
                  <a:pt x="2704589" y="4840135"/>
                </a:lnTo>
                <a:cubicBezTo>
                  <a:pt x="2702068" y="4853456"/>
                  <a:pt x="2706749" y="4862816"/>
                  <a:pt x="2720430" y="4867136"/>
                </a:cubicBezTo>
                <a:cubicBezTo>
                  <a:pt x="2722591" y="4860296"/>
                  <a:pt x="2715750" y="4858136"/>
                  <a:pt x="2713590" y="4853456"/>
                </a:cubicBezTo>
                <a:cubicBezTo>
                  <a:pt x="2718270" y="4853456"/>
                  <a:pt x="2720430" y="4849136"/>
                  <a:pt x="2720430" y="4844455"/>
                </a:cubicBezTo>
                <a:cubicBezTo>
                  <a:pt x="2718090" y="4841035"/>
                  <a:pt x="2713500" y="4838785"/>
                  <a:pt x="2708099" y="4837390"/>
                </a:cubicBezTo>
                <a:close/>
                <a:moveTo>
                  <a:pt x="2734112" y="4833295"/>
                </a:moveTo>
                <a:cubicBezTo>
                  <a:pt x="2720430" y="4855976"/>
                  <a:pt x="2754634" y="4860296"/>
                  <a:pt x="2758954" y="4842295"/>
                </a:cubicBezTo>
                <a:cubicBezTo>
                  <a:pt x="2752114" y="4837615"/>
                  <a:pt x="2745273" y="4835455"/>
                  <a:pt x="2734112" y="4833295"/>
                </a:cubicBezTo>
                <a:close/>
                <a:moveTo>
                  <a:pt x="2641267" y="4797518"/>
                </a:moveTo>
                <a:cubicBezTo>
                  <a:pt x="2635011" y="4797833"/>
                  <a:pt x="2629341" y="4800173"/>
                  <a:pt x="2629341" y="4805933"/>
                </a:cubicBezTo>
                <a:cubicBezTo>
                  <a:pt x="2640862" y="4808094"/>
                  <a:pt x="2652023" y="4810254"/>
                  <a:pt x="2656704" y="4801253"/>
                </a:cubicBezTo>
                <a:cubicBezTo>
                  <a:pt x="2654364" y="4798913"/>
                  <a:pt x="2647523" y="4797203"/>
                  <a:pt x="2641267" y="4797518"/>
                </a:cubicBezTo>
                <a:close/>
                <a:moveTo>
                  <a:pt x="2778352" y="4792753"/>
                </a:moveTo>
                <a:cubicBezTo>
                  <a:pt x="2784666" y="4795021"/>
                  <a:pt x="2789844" y="4801280"/>
                  <a:pt x="2785302" y="4808174"/>
                </a:cubicBezTo>
                <a:cubicBezTo>
                  <a:pt x="2780578" y="4803457"/>
                  <a:pt x="2773673" y="4801280"/>
                  <a:pt x="2764588" y="4801280"/>
                </a:cubicBezTo>
                <a:cubicBezTo>
                  <a:pt x="2764588" y="4792209"/>
                  <a:pt x="2772038" y="4790485"/>
                  <a:pt x="2778352" y="4792753"/>
                </a:cubicBezTo>
                <a:close/>
                <a:moveTo>
                  <a:pt x="2786317" y="4694328"/>
                </a:moveTo>
                <a:cubicBezTo>
                  <a:pt x="2777316" y="4705849"/>
                  <a:pt x="2747793" y="4717009"/>
                  <a:pt x="2754634" y="4730690"/>
                </a:cubicBezTo>
                <a:cubicBezTo>
                  <a:pt x="2765795" y="4723850"/>
                  <a:pt x="2768315" y="4710169"/>
                  <a:pt x="2786317" y="4714849"/>
                </a:cubicBezTo>
                <a:cubicBezTo>
                  <a:pt x="2784157" y="4719529"/>
                  <a:pt x="2802159" y="4719529"/>
                  <a:pt x="2793158" y="4714849"/>
                </a:cubicBezTo>
                <a:cubicBezTo>
                  <a:pt x="2770476" y="4710169"/>
                  <a:pt x="2799999" y="4701168"/>
                  <a:pt x="2786317" y="4694328"/>
                </a:cubicBezTo>
                <a:close/>
                <a:moveTo>
                  <a:pt x="2813680" y="4657966"/>
                </a:moveTo>
                <a:cubicBezTo>
                  <a:pt x="2815840" y="4666967"/>
                  <a:pt x="2802159" y="4660126"/>
                  <a:pt x="2795318" y="4664807"/>
                </a:cubicBezTo>
                <a:cubicBezTo>
                  <a:pt x="2793158" y="4669487"/>
                  <a:pt x="2797838" y="4673807"/>
                  <a:pt x="2802159" y="4676327"/>
                </a:cubicBezTo>
                <a:cubicBezTo>
                  <a:pt x="2809000" y="4671647"/>
                  <a:pt x="2834202" y="4666967"/>
                  <a:pt x="2813680" y="4657966"/>
                </a:cubicBezTo>
                <a:close/>
                <a:moveTo>
                  <a:pt x="1253460" y="4581053"/>
                </a:moveTo>
                <a:cubicBezTo>
                  <a:pt x="1248780" y="4585734"/>
                  <a:pt x="1244460" y="4587894"/>
                  <a:pt x="1241940" y="4585734"/>
                </a:cubicBezTo>
                <a:cubicBezTo>
                  <a:pt x="1239780" y="4590054"/>
                  <a:pt x="1241940" y="4592574"/>
                  <a:pt x="1248780" y="4596894"/>
                </a:cubicBezTo>
                <a:cubicBezTo>
                  <a:pt x="1255620" y="4592574"/>
                  <a:pt x="1258140" y="4587894"/>
                  <a:pt x="1253460" y="4581053"/>
                </a:cubicBezTo>
                <a:close/>
                <a:moveTo>
                  <a:pt x="1237620" y="4553692"/>
                </a:moveTo>
                <a:cubicBezTo>
                  <a:pt x="1223940" y="4558372"/>
                  <a:pt x="1237620" y="4569892"/>
                  <a:pt x="1230780" y="4574213"/>
                </a:cubicBezTo>
                <a:cubicBezTo>
                  <a:pt x="1239780" y="4574213"/>
                  <a:pt x="1246620" y="4581053"/>
                  <a:pt x="1258140" y="4576733"/>
                </a:cubicBezTo>
                <a:cubicBezTo>
                  <a:pt x="1246620" y="4565212"/>
                  <a:pt x="1248780" y="4565212"/>
                  <a:pt x="1237620" y="4553692"/>
                </a:cubicBezTo>
                <a:close/>
                <a:moveTo>
                  <a:pt x="1255620" y="4515169"/>
                </a:moveTo>
                <a:cubicBezTo>
                  <a:pt x="1251300" y="4526330"/>
                  <a:pt x="1251300" y="4524170"/>
                  <a:pt x="1237620" y="4528850"/>
                </a:cubicBezTo>
                <a:cubicBezTo>
                  <a:pt x="1255620" y="4560532"/>
                  <a:pt x="1258140" y="4510488"/>
                  <a:pt x="1269300" y="4537850"/>
                </a:cubicBezTo>
                <a:cubicBezTo>
                  <a:pt x="1280820" y="4528850"/>
                  <a:pt x="1262460" y="4519849"/>
                  <a:pt x="1255620" y="4515169"/>
                </a:cubicBezTo>
                <a:close/>
                <a:moveTo>
                  <a:pt x="1237620" y="4480966"/>
                </a:moveTo>
                <a:cubicBezTo>
                  <a:pt x="1228260" y="4492487"/>
                  <a:pt x="1248780" y="4492487"/>
                  <a:pt x="1253460" y="4496808"/>
                </a:cubicBezTo>
                <a:cubicBezTo>
                  <a:pt x="1255620" y="4499328"/>
                  <a:pt x="1248780" y="4501488"/>
                  <a:pt x="1246620" y="4506168"/>
                </a:cubicBezTo>
                <a:cubicBezTo>
                  <a:pt x="1251300" y="4517329"/>
                  <a:pt x="1262460" y="4515169"/>
                  <a:pt x="1273980" y="4515169"/>
                </a:cubicBezTo>
                <a:cubicBezTo>
                  <a:pt x="1276140" y="4501488"/>
                  <a:pt x="1253460" y="4496808"/>
                  <a:pt x="1255620" y="4483487"/>
                </a:cubicBezTo>
                <a:cubicBezTo>
                  <a:pt x="1246620" y="4487807"/>
                  <a:pt x="1244460" y="4480966"/>
                  <a:pt x="1237620" y="4480966"/>
                </a:cubicBezTo>
                <a:close/>
                <a:moveTo>
                  <a:pt x="2928150" y="4465086"/>
                </a:moveTo>
                <a:cubicBezTo>
                  <a:pt x="2926380" y="4465813"/>
                  <a:pt x="2921662" y="4467753"/>
                  <a:pt x="2912225" y="4471634"/>
                </a:cubicBezTo>
                <a:cubicBezTo>
                  <a:pt x="2912225" y="4471634"/>
                  <a:pt x="2933458" y="4462903"/>
                  <a:pt x="2928150" y="4465086"/>
                </a:cubicBezTo>
                <a:close/>
                <a:moveTo>
                  <a:pt x="2971294" y="4314555"/>
                </a:moveTo>
                <a:cubicBezTo>
                  <a:pt x="2971743" y="4314289"/>
                  <a:pt x="2973035" y="4315421"/>
                  <a:pt x="2975313" y="4318794"/>
                </a:cubicBezTo>
                <a:cubicBezTo>
                  <a:pt x="2981972" y="4318794"/>
                  <a:pt x="2984075" y="4316308"/>
                  <a:pt x="2992838" y="4320924"/>
                </a:cubicBezTo>
                <a:cubicBezTo>
                  <a:pt x="2986178" y="4331932"/>
                  <a:pt x="2986178" y="4331932"/>
                  <a:pt x="2986178" y="4331932"/>
                </a:cubicBezTo>
                <a:cubicBezTo>
                  <a:pt x="2976190" y="4328736"/>
                  <a:pt x="2969946" y="4315354"/>
                  <a:pt x="2971294" y="4314555"/>
                </a:cubicBezTo>
                <a:close/>
                <a:moveTo>
                  <a:pt x="2909090" y="4312350"/>
                </a:moveTo>
                <a:cubicBezTo>
                  <a:pt x="2897929" y="4312350"/>
                  <a:pt x="2906930" y="4325671"/>
                  <a:pt x="2922772" y="4330351"/>
                </a:cubicBezTo>
                <a:cubicBezTo>
                  <a:pt x="2929612" y="4323510"/>
                  <a:pt x="2909090" y="4319190"/>
                  <a:pt x="2909090" y="4312350"/>
                </a:cubicBezTo>
                <a:close/>
                <a:moveTo>
                  <a:pt x="933197" y="4310062"/>
                </a:moveTo>
                <a:cubicBezTo>
                  <a:pt x="951300" y="4314688"/>
                  <a:pt x="969765" y="4316823"/>
                  <a:pt x="971938" y="4330344"/>
                </a:cubicBezTo>
                <a:cubicBezTo>
                  <a:pt x="951300" y="4330344"/>
                  <a:pt x="931025" y="4325718"/>
                  <a:pt x="933197" y="4310062"/>
                </a:cubicBezTo>
                <a:close/>
                <a:moveTo>
                  <a:pt x="297727" y="4273550"/>
                </a:moveTo>
                <a:cubicBezTo>
                  <a:pt x="302451" y="4275782"/>
                  <a:pt x="306812" y="4278387"/>
                  <a:pt x="311536" y="4280619"/>
                </a:cubicBezTo>
                <a:cubicBezTo>
                  <a:pt x="302451" y="4287688"/>
                  <a:pt x="295547" y="4296990"/>
                  <a:pt x="281738" y="4289921"/>
                </a:cubicBezTo>
                <a:cubicBezTo>
                  <a:pt x="283918" y="4280619"/>
                  <a:pt x="293003" y="4280619"/>
                  <a:pt x="297727" y="4273550"/>
                </a:cubicBezTo>
                <a:close/>
                <a:moveTo>
                  <a:pt x="838950" y="4219575"/>
                </a:moveTo>
                <a:cubicBezTo>
                  <a:pt x="855321" y="4219575"/>
                  <a:pt x="860158" y="4229100"/>
                  <a:pt x="862391" y="4238259"/>
                </a:cubicBezTo>
                <a:cubicBezTo>
                  <a:pt x="850484" y="4236061"/>
                  <a:pt x="838950" y="4231298"/>
                  <a:pt x="838950" y="4219575"/>
                </a:cubicBezTo>
                <a:close/>
                <a:moveTo>
                  <a:pt x="3063649" y="4203700"/>
                </a:moveTo>
                <a:cubicBezTo>
                  <a:pt x="3065847" y="4205898"/>
                  <a:pt x="3068411" y="4210661"/>
                  <a:pt x="3075372" y="4215423"/>
                </a:cubicBezTo>
                <a:cubicBezTo>
                  <a:pt x="3065847" y="4210661"/>
                  <a:pt x="3075372" y="4219819"/>
                  <a:pt x="3068411" y="4222384"/>
                </a:cubicBezTo>
                <a:cubicBezTo>
                  <a:pt x="3056688" y="4212859"/>
                  <a:pt x="3061451" y="4208462"/>
                  <a:pt x="3063649" y="4203700"/>
                </a:cubicBezTo>
                <a:close/>
                <a:moveTo>
                  <a:pt x="2917287" y="4202047"/>
                </a:moveTo>
                <a:lnTo>
                  <a:pt x="2915641" y="4205166"/>
                </a:lnTo>
                <a:lnTo>
                  <a:pt x="2920656" y="4211230"/>
                </a:lnTo>
                <a:cubicBezTo>
                  <a:pt x="2920071" y="4213255"/>
                  <a:pt x="2917191" y="4214425"/>
                  <a:pt x="2913771" y="4214425"/>
                </a:cubicBezTo>
                <a:cubicBezTo>
                  <a:pt x="2927452" y="4228106"/>
                  <a:pt x="2936453" y="4214425"/>
                  <a:pt x="2929612" y="4207585"/>
                </a:cubicBezTo>
                <a:cubicBezTo>
                  <a:pt x="2927047" y="4210960"/>
                  <a:pt x="2924836" y="4210184"/>
                  <a:pt x="2922828" y="4208256"/>
                </a:cubicBezTo>
                <a:close/>
                <a:moveTo>
                  <a:pt x="3034046" y="4201602"/>
                </a:moveTo>
                <a:cubicBezTo>
                  <a:pt x="3036479" y="4202407"/>
                  <a:pt x="3040145" y="4204562"/>
                  <a:pt x="3045213" y="4208553"/>
                </a:cubicBezTo>
                <a:cubicBezTo>
                  <a:pt x="3038334" y="4210730"/>
                  <a:pt x="3040869" y="4208553"/>
                  <a:pt x="3040869" y="4217624"/>
                </a:cubicBezTo>
                <a:cubicBezTo>
                  <a:pt x="3030550" y="4208916"/>
                  <a:pt x="3026749" y="4199187"/>
                  <a:pt x="3034046" y="4201602"/>
                </a:cubicBezTo>
                <a:close/>
                <a:moveTo>
                  <a:pt x="2945454" y="4200745"/>
                </a:moveTo>
                <a:cubicBezTo>
                  <a:pt x="2950134" y="4207585"/>
                  <a:pt x="2965976" y="4214425"/>
                  <a:pt x="2963816" y="4218746"/>
                </a:cubicBezTo>
                <a:cubicBezTo>
                  <a:pt x="2963816" y="4218746"/>
                  <a:pt x="2963816" y="4218746"/>
                  <a:pt x="2947974" y="4218746"/>
                </a:cubicBezTo>
                <a:cubicBezTo>
                  <a:pt x="2956975" y="4228106"/>
                  <a:pt x="2963816" y="4225586"/>
                  <a:pt x="2965976" y="4218746"/>
                </a:cubicBezTo>
                <a:cubicBezTo>
                  <a:pt x="2968496" y="4211905"/>
                  <a:pt x="2963816" y="4202905"/>
                  <a:pt x="2945454" y="4200745"/>
                </a:cubicBezTo>
                <a:close/>
                <a:moveTo>
                  <a:pt x="1175120" y="4194394"/>
                </a:moveTo>
                <a:cubicBezTo>
                  <a:pt x="1172852" y="4193905"/>
                  <a:pt x="1170152" y="4194850"/>
                  <a:pt x="1166731" y="4198180"/>
                </a:cubicBezTo>
                <a:cubicBezTo>
                  <a:pt x="1173573" y="4202860"/>
                  <a:pt x="1182574" y="4205020"/>
                  <a:pt x="1180414" y="4216540"/>
                </a:cubicBezTo>
                <a:cubicBezTo>
                  <a:pt x="1175733" y="4216540"/>
                  <a:pt x="1168892" y="4214380"/>
                  <a:pt x="1168892" y="4218700"/>
                </a:cubicBezTo>
                <a:cubicBezTo>
                  <a:pt x="1180414" y="4221220"/>
                  <a:pt x="1187255" y="4221220"/>
                  <a:pt x="1191576" y="4211860"/>
                </a:cubicBezTo>
                <a:cubicBezTo>
                  <a:pt x="1184825" y="4210240"/>
                  <a:pt x="1181922" y="4195862"/>
                  <a:pt x="1175120" y="4194394"/>
                </a:cubicBezTo>
                <a:close/>
                <a:moveTo>
                  <a:pt x="3072053" y="4190684"/>
                </a:moveTo>
                <a:cubicBezTo>
                  <a:pt x="3074460" y="4191379"/>
                  <a:pt x="3077729" y="4193203"/>
                  <a:pt x="3081732" y="4196583"/>
                </a:cubicBezTo>
                <a:lnTo>
                  <a:pt x="3077107" y="4203344"/>
                </a:lnTo>
                <a:cubicBezTo>
                  <a:pt x="3065364" y="4196672"/>
                  <a:pt x="3064831" y="4188599"/>
                  <a:pt x="3072053" y="4190684"/>
                </a:cubicBezTo>
                <a:close/>
                <a:moveTo>
                  <a:pt x="3057099" y="4158307"/>
                </a:moveTo>
                <a:cubicBezTo>
                  <a:pt x="3063859" y="4162772"/>
                  <a:pt x="3063859" y="4167609"/>
                  <a:pt x="3070619" y="4172446"/>
                </a:cubicBezTo>
                <a:cubicBezTo>
                  <a:pt x="3068485" y="4176910"/>
                  <a:pt x="3065994" y="4179515"/>
                  <a:pt x="3059234" y="4176910"/>
                </a:cubicBezTo>
                <a:cubicBezTo>
                  <a:pt x="3054964" y="4169841"/>
                  <a:pt x="3050338" y="4156075"/>
                  <a:pt x="3057099" y="4158307"/>
                </a:cubicBezTo>
                <a:close/>
                <a:moveTo>
                  <a:pt x="3089320" y="4125912"/>
                </a:moveTo>
                <a:cubicBezTo>
                  <a:pt x="3102372" y="4139433"/>
                  <a:pt x="3100256" y="4146194"/>
                  <a:pt x="3093553" y="4141924"/>
                </a:cubicBezTo>
                <a:cubicBezTo>
                  <a:pt x="3091436" y="4135164"/>
                  <a:pt x="3086850" y="4128403"/>
                  <a:pt x="3089320" y="4125912"/>
                </a:cubicBezTo>
                <a:close/>
                <a:moveTo>
                  <a:pt x="3078871" y="4105495"/>
                </a:moveTo>
                <a:cubicBezTo>
                  <a:pt x="3080554" y="4105186"/>
                  <a:pt x="3083004" y="4105927"/>
                  <a:pt x="3086484" y="4108261"/>
                </a:cubicBezTo>
                <a:cubicBezTo>
                  <a:pt x="3084286" y="4103593"/>
                  <a:pt x="3086484" y="4128728"/>
                  <a:pt x="3077326" y="4121906"/>
                </a:cubicBezTo>
                <a:cubicBezTo>
                  <a:pt x="3075677" y="4116789"/>
                  <a:pt x="3073823" y="4106421"/>
                  <a:pt x="3078871" y="4105495"/>
                </a:cubicBezTo>
                <a:close/>
                <a:moveTo>
                  <a:pt x="870815" y="4083050"/>
                </a:moveTo>
                <a:cubicBezTo>
                  <a:pt x="875539" y="4085554"/>
                  <a:pt x="877720" y="4087701"/>
                  <a:pt x="884624" y="4087701"/>
                </a:cubicBezTo>
                <a:cubicBezTo>
                  <a:pt x="884624" y="4098791"/>
                  <a:pt x="873359" y="4096644"/>
                  <a:pt x="875539" y="4108092"/>
                </a:cubicBezTo>
                <a:cubicBezTo>
                  <a:pt x="866454" y="4105588"/>
                  <a:pt x="854825" y="4105588"/>
                  <a:pt x="857005" y="4094498"/>
                </a:cubicBezTo>
                <a:cubicBezTo>
                  <a:pt x="877720" y="4096644"/>
                  <a:pt x="868634" y="4094498"/>
                  <a:pt x="870815" y="4083050"/>
                </a:cubicBezTo>
                <a:close/>
                <a:moveTo>
                  <a:pt x="3022840" y="4062104"/>
                </a:moveTo>
                <a:cubicBezTo>
                  <a:pt x="3021557" y="4061621"/>
                  <a:pt x="3020702" y="4062048"/>
                  <a:pt x="3020702" y="4064298"/>
                </a:cubicBezTo>
                <a:cubicBezTo>
                  <a:pt x="3032223" y="4071138"/>
                  <a:pt x="3029703" y="4082299"/>
                  <a:pt x="3034383" y="4080139"/>
                </a:cubicBezTo>
                <a:cubicBezTo>
                  <a:pt x="3027543" y="4071138"/>
                  <a:pt x="3045544" y="4080139"/>
                  <a:pt x="3034383" y="4066458"/>
                </a:cubicBezTo>
                <a:cubicBezTo>
                  <a:pt x="3034383" y="4073209"/>
                  <a:pt x="3026687" y="4063556"/>
                  <a:pt x="3022840" y="4062104"/>
                </a:cubicBezTo>
                <a:close/>
                <a:moveTo>
                  <a:pt x="958236" y="4046646"/>
                </a:moveTo>
                <a:lnTo>
                  <a:pt x="955587" y="4052001"/>
                </a:lnTo>
                <a:cubicBezTo>
                  <a:pt x="954878" y="4056187"/>
                  <a:pt x="954473" y="4060878"/>
                  <a:pt x="952853" y="4064253"/>
                </a:cubicBezTo>
                <a:cubicBezTo>
                  <a:pt x="982378" y="4075414"/>
                  <a:pt x="955013" y="4077934"/>
                  <a:pt x="950332" y="4084774"/>
                </a:cubicBezTo>
                <a:cubicBezTo>
                  <a:pt x="968696" y="4082254"/>
                  <a:pt x="973376" y="4098095"/>
                  <a:pt x="982378" y="4084774"/>
                </a:cubicBezTo>
                <a:cubicBezTo>
                  <a:pt x="977247" y="4074514"/>
                  <a:pt x="968268" y="4070531"/>
                  <a:pt x="966985" y="4058701"/>
                </a:cubicBezTo>
                <a:lnTo>
                  <a:pt x="968257" y="4047574"/>
                </a:lnTo>
                <a:lnTo>
                  <a:pt x="960243" y="4050940"/>
                </a:lnTo>
                <a:close/>
                <a:moveTo>
                  <a:pt x="3093102" y="4039061"/>
                </a:moveTo>
                <a:cubicBezTo>
                  <a:pt x="3093324" y="4035565"/>
                  <a:pt x="3102386" y="4046223"/>
                  <a:pt x="3107565" y="4048124"/>
                </a:cubicBezTo>
                <a:cubicBezTo>
                  <a:pt x="3116650" y="4064055"/>
                  <a:pt x="3096299" y="4057176"/>
                  <a:pt x="3100660" y="4068400"/>
                </a:cubicBezTo>
                <a:cubicBezTo>
                  <a:pt x="3093755" y="4066228"/>
                  <a:pt x="3093755" y="4061521"/>
                  <a:pt x="3096299" y="4057176"/>
                </a:cubicBezTo>
                <a:cubicBezTo>
                  <a:pt x="3098479" y="4055004"/>
                  <a:pt x="3102840" y="4052469"/>
                  <a:pt x="3102840" y="4048124"/>
                </a:cubicBezTo>
                <a:cubicBezTo>
                  <a:pt x="3100660" y="4043418"/>
                  <a:pt x="3098479" y="4048124"/>
                  <a:pt x="3096299" y="4048124"/>
                </a:cubicBezTo>
                <a:cubicBezTo>
                  <a:pt x="3093937" y="4042965"/>
                  <a:pt x="3093028" y="4040227"/>
                  <a:pt x="3093102" y="4039061"/>
                </a:cubicBezTo>
                <a:close/>
                <a:moveTo>
                  <a:pt x="1034432" y="4034878"/>
                </a:moveTo>
                <a:lnTo>
                  <a:pt x="1030361" y="4036992"/>
                </a:lnTo>
                <a:lnTo>
                  <a:pt x="1026494" y="4038699"/>
                </a:lnTo>
                <a:lnTo>
                  <a:pt x="1050655" y="4052193"/>
                </a:lnTo>
                <a:cubicBezTo>
                  <a:pt x="1063753" y="4058493"/>
                  <a:pt x="1077975" y="4065333"/>
                  <a:pt x="1089317" y="4073254"/>
                </a:cubicBezTo>
                <a:cubicBezTo>
                  <a:pt x="1084637" y="4061733"/>
                  <a:pt x="1109841" y="4055253"/>
                  <a:pt x="1093998" y="4050572"/>
                </a:cubicBezTo>
                <a:cubicBezTo>
                  <a:pt x="1071584" y="4065964"/>
                  <a:pt x="1059702" y="4042877"/>
                  <a:pt x="1040731" y="4035081"/>
                </a:cubicBezTo>
                <a:close/>
                <a:moveTo>
                  <a:pt x="3004860" y="4032257"/>
                </a:moveTo>
                <a:cubicBezTo>
                  <a:pt x="3002340" y="4034417"/>
                  <a:pt x="2998019" y="4034417"/>
                  <a:pt x="3002340" y="4041617"/>
                </a:cubicBezTo>
                <a:cubicBezTo>
                  <a:pt x="3011701" y="4048458"/>
                  <a:pt x="3041224" y="4075459"/>
                  <a:pt x="3027543" y="4052778"/>
                </a:cubicBezTo>
                <a:cubicBezTo>
                  <a:pt x="3018542" y="4061778"/>
                  <a:pt x="3011701" y="4039097"/>
                  <a:pt x="3004860" y="4032257"/>
                </a:cubicBezTo>
                <a:close/>
                <a:moveTo>
                  <a:pt x="2943294" y="4027936"/>
                </a:moveTo>
                <a:cubicBezTo>
                  <a:pt x="2941133" y="4034417"/>
                  <a:pt x="2920611" y="4036937"/>
                  <a:pt x="2936453" y="4048458"/>
                </a:cubicBezTo>
                <a:cubicBezTo>
                  <a:pt x="2936453" y="4036937"/>
                  <a:pt x="2954815" y="4043777"/>
                  <a:pt x="2943294" y="4027936"/>
                </a:cubicBezTo>
                <a:close/>
                <a:moveTo>
                  <a:pt x="3082909" y="4016449"/>
                </a:moveTo>
                <a:cubicBezTo>
                  <a:pt x="3089669" y="4028356"/>
                  <a:pt x="3082909" y="4030588"/>
                  <a:pt x="3080418" y="4035053"/>
                </a:cubicBezTo>
                <a:cubicBezTo>
                  <a:pt x="3069388" y="4021286"/>
                  <a:pt x="3076149" y="4011612"/>
                  <a:pt x="3082909" y="4016449"/>
                </a:cubicBezTo>
                <a:close/>
                <a:moveTo>
                  <a:pt x="3000180" y="4016416"/>
                </a:moveTo>
                <a:cubicBezTo>
                  <a:pt x="3011701" y="4025416"/>
                  <a:pt x="3007020" y="4030097"/>
                  <a:pt x="3018542" y="4039097"/>
                </a:cubicBezTo>
                <a:cubicBezTo>
                  <a:pt x="3027543" y="4034417"/>
                  <a:pt x="3007020" y="4018576"/>
                  <a:pt x="3000180" y="4016416"/>
                </a:cubicBezTo>
                <a:close/>
                <a:moveTo>
                  <a:pt x="786503" y="3998010"/>
                </a:moveTo>
                <a:cubicBezTo>
                  <a:pt x="772820" y="3995850"/>
                  <a:pt x="770660" y="4004850"/>
                  <a:pt x="765979" y="4014211"/>
                </a:cubicBezTo>
                <a:cubicBezTo>
                  <a:pt x="772820" y="4014211"/>
                  <a:pt x="777501" y="4023211"/>
                  <a:pt x="782182" y="4014211"/>
                </a:cubicBezTo>
                <a:cubicBezTo>
                  <a:pt x="768499" y="4009530"/>
                  <a:pt x="789023" y="4007370"/>
                  <a:pt x="786503" y="3998010"/>
                </a:cubicBezTo>
                <a:close/>
                <a:moveTo>
                  <a:pt x="477862" y="3973512"/>
                </a:moveTo>
                <a:cubicBezTo>
                  <a:pt x="505215" y="4011941"/>
                  <a:pt x="445830" y="4030258"/>
                  <a:pt x="436832" y="4078026"/>
                </a:cubicBezTo>
                <a:cubicBezTo>
                  <a:pt x="411998" y="4075512"/>
                  <a:pt x="405160" y="4089160"/>
                  <a:pt x="407319" y="4104962"/>
                </a:cubicBezTo>
                <a:cubicBezTo>
                  <a:pt x="405160" y="4109631"/>
                  <a:pt x="396162" y="4111786"/>
                  <a:pt x="384645" y="4109631"/>
                </a:cubicBezTo>
                <a:cubicBezTo>
                  <a:pt x="384645" y="4118610"/>
                  <a:pt x="379966" y="4127948"/>
                  <a:pt x="375647" y="4134772"/>
                </a:cubicBezTo>
                <a:cubicBezTo>
                  <a:pt x="393643" y="4161709"/>
                  <a:pt x="425675" y="4184695"/>
                  <a:pt x="423155" y="4227793"/>
                </a:cubicBezTo>
                <a:cubicBezTo>
                  <a:pt x="409479" y="4229948"/>
                  <a:pt x="416317" y="4232103"/>
                  <a:pt x="409479" y="4238927"/>
                </a:cubicBezTo>
                <a:cubicBezTo>
                  <a:pt x="400481" y="4227793"/>
                  <a:pt x="384645" y="4218455"/>
                  <a:pt x="370968" y="4207321"/>
                </a:cubicBezTo>
                <a:cubicBezTo>
                  <a:pt x="366289" y="4209476"/>
                  <a:pt x="355132" y="4207321"/>
                  <a:pt x="343615" y="4207321"/>
                </a:cubicBezTo>
                <a:cubicBezTo>
                  <a:pt x="355132" y="4197983"/>
                  <a:pt x="341456" y="4200497"/>
                  <a:pt x="332458" y="4204807"/>
                </a:cubicBezTo>
                <a:cubicBezTo>
                  <a:pt x="350453" y="4204807"/>
                  <a:pt x="334617" y="4223124"/>
                  <a:pt x="339296" y="4236772"/>
                </a:cubicBezTo>
                <a:cubicBezTo>
                  <a:pt x="329938" y="4236772"/>
                  <a:pt x="327779" y="4241441"/>
                  <a:pt x="314102" y="4238927"/>
                </a:cubicBezTo>
                <a:cubicBezTo>
                  <a:pt x="316262" y="4232103"/>
                  <a:pt x="332458" y="4211631"/>
                  <a:pt x="305105" y="4211631"/>
                </a:cubicBezTo>
                <a:cubicBezTo>
                  <a:pt x="293587" y="4191518"/>
                  <a:pt x="305105" y="4157399"/>
                  <a:pt x="289269" y="4139082"/>
                </a:cubicBezTo>
                <a:cubicBezTo>
                  <a:pt x="248239" y="4145906"/>
                  <a:pt x="261915" y="4166378"/>
                  <a:pt x="273073" y="4189004"/>
                </a:cubicBezTo>
                <a:cubicBezTo>
                  <a:pt x="259396" y="4184695"/>
                  <a:pt x="259396" y="4193673"/>
                  <a:pt x="252558" y="4195828"/>
                </a:cubicBezTo>
                <a:cubicBezTo>
                  <a:pt x="211888" y="4180026"/>
                  <a:pt x="250398" y="4148420"/>
                  <a:pt x="264075" y="4127948"/>
                </a:cubicBezTo>
                <a:cubicBezTo>
                  <a:pt x="266234" y="4134772"/>
                  <a:pt x="279911" y="4123279"/>
                  <a:pt x="282430" y="4132258"/>
                </a:cubicBezTo>
                <a:cubicBezTo>
                  <a:pt x="309424" y="4118610"/>
                  <a:pt x="323100" y="4093829"/>
                  <a:pt x="357292" y="4087005"/>
                </a:cubicBezTo>
                <a:cubicBezTo>
                  <a:pt x="359451" y="4082336"/>
                  <a:pt x="350453" y="4082336"/>
                  <a:pt x="355132" y="4073357"/>
                </a:cubicBezTo>
                <a:cubicBezTo>
                  <a:pt x="364130" y="4075512"/>
                  <a:pt x="370968" y="4075512"/>
                  <a:pt x="375647" y="4073357"/>
                </a:cubicBezTo>
                <a:cubicBezTo>
                  <a:pt x="368809" y="4061864"/>
                  <a:pt x="366289" y="4048575"/>
                  <a:pt x="389324" y="4057554"/>
                </a:cubicBezTo>
                <a:cubicBezTo>
                  <a:pt x="389324" y="4052885"/>
                  <a:pt x="396162" y="4043906"/>
                  <a:pt x="382485" y="4046061"/>
                </a:cubicBezTo>
                <a:cubicBezTo>
                  <a:pt x="389324" y="4041751"/>
                  <a:pt x="400481" y="4041751"/>
                  <a:pt x="405160" y="4037082"/>
                </a:cubicBezTo>
                <a:cubicBezTo>
                  <a:pt x="411998" y="4028103"/>
                  <a:pt x="391483" y="4032413"/>
                  <a:pt x="398321" y="4023434"/>
                </a:cubicBezTo>
                <a:cubicBezTo>
                  <a:pt x="418836" y="4023434"/>
                  <a:pt x="416317" y="4005118"/>
                  <a:pt x="436832" y="4005118"/>
                </a:cubicBezTo>
                <a:cubicBezTo>
                  <a:pt x="425675" y="3991829"/>
                  <a:pt x="457347" y="3978181"/>
                  <a:pt x="477862" y="3973512"/>
                </a:cubicBezTo>
                <a:close/>
                <a:moveTo>
                  <a:pt x="3197641" y="3949049"/>
                </a:moveTo>
                <a:cubicBezTo>
                  <a:pt x="3202157" y="3948739"/>
                  <a:pt x="3207255" y="3950953"/>
                  <a:pt x="3211906" y="3955381"/>
                </a:cubicBezTo>
                <a:cubicBezTo>
                  <a:pt x="3209401" y="3964591"/>
                  <a:pt x="3198311" y="3964591"/>
                  <a:pt x="3205108" y="3984782"/>
                </a:cubicBezTo>
                <a:cubicBezTo>
                  <a:pt x="3200458" y="3989033"/>
                  <a:pt x="3189367" y="3971321"/>
                  <a:pt x="3193660" y="3982302"/>
                </a:cubicBezTo>
                <a:cubicBezTo>
                  <a:pt x="3186863" y="3982302"/>
                  <a:pt x="3191514" y="3966716"/>
                  <a:pt x="3196165" y="3964591"/>
                </a:cubicBezTo>
                <a:cubicBezTo>
                  <a:pt x="3193660" y="3955381"/>
                  <a:pt x="3189367" y="3957860"/>
                  <a:pt x="3186863" y="3957860"/>
                </a:cubicBezTo>
                <a:cubicBezTo>
                  <a:pt x="3189189" y="3952193"/>
                  <a:pt x="3193124" y="3949359"/>
                  <a:pt x="3197641" y="3949049"/>
                </a:cubicBezTo>
                <a:close/>
                <a:moveTo>
                  <a:pt x="3149995" y="3940664"/>
                </a:moveTo>
                <a:cubicBezTo>
                  <a:pt x="3145730" y="3956862"/>
                  <a:pt x="3149995" y="3993217"/>
                  <a:pt x="3143242" y="3995377"/>
                </a:cubicBezTo>
                <a:cubicBezTo>
                  <a:pt x="3136489" y="3981699"/>
                  <a:pt x="3138977" y="3972700"/>
                  <a:pt x="3141110" y="3961181"/>
                </a:cubicBezTo>
                <a:cubicBezTo>
                  <a:pt x="3136489" y="3956862"/>
                  <a:pt x="3134357" y="3961181"/>
                  <a:pt x="3132224" y="3954342"/>
                </a:cubicBezTo>
                <a:cubicBezTo>
                  <a:pt x="3127604" y="3956862"/>
                  <a:pt x="3132224" y="3970540"/>
                  <a:pt x="3127604" y="3974860"/>
                </a:cubicBezTo>
                <a:cubicBezTo>
                  <a:pt x="3114098" y="3965861"/>
                  <a:pt x="3118719" y="3974860"/>
                  <a:pt x="3109478" y="3968021"/>
                </a:cubicBezTo>
                <a:cubicBezTo>
                  <a:pt x="3102725" y="3959022"/>
                  <a:pt x="3118719" y="3965861"/>
                  <a:pt x="3107346" y="3952183"/>
                </a:cubicBezTo>
                <a:cubicBezTo>
                  <a:pt x="3118719" y="3959022"/>
                  <a:pt x="3122984" y="3956862"/>
                  <a:pt x="3129736" y="3950023"/>
                </a:cubicBezTo>
                <a:cubicBezTo>
                  <a:pt x="3127604" y="3945344"/>
                  <a:pt x="3125472" y="3947503"/>
                  <a:pt x="3122984" y="3947503"/>
                </a:cubicBezTo>
                <a:cubicBezTo>
                  <a:pt x="3127604" y="3933825"/>
                  <a:pt x="3147862" y="3952183"/>
                  <a:pt x="3149995" y="3940664"/>
                </a:cubicBezTo>
                <a:close/>
                <a:moveTo>
                  <a:pt x="3086589" y="3900490"/>
                </a:moveTo>
                <a:cubicBezTo>
                  <a:pt x="3089109" y="3907331"/>
                  <a:pt x="3084429" y="3907331"/>
                  <a:pt x="3079748" y="3909491"/>
                </a:cubicBezTo>
                <a:cubicBezTo>
                  <a:pt x="3089109" y="3918491"/>
                  <a:pt x="3086589" y="3923172"/>
                  <a:pt x="3091269" y="3925332"/>
                </a:cubicBezTo>
                <a:cubicBezTo>
                  <a:pt x="3086589" y="3918491"/>
                  <a:pt x="3095950" y="3902650"/>
                  <a:pt x="3086589" y="3900490"/>
                </a:cubicBezTo>
                <a:close/>
                <a:moveTo>
                  <a:pt x="283987" y="3894137"/>
                </a:moveTo>
                <a:cubicBezTo>
                  <a:pt x="290899" y="3909724"/>
                  <a:pt x="272345" y="3925310"/>
                  <a:pt x="263250" y="3936646"/>
                </a:cubicBezTo>
                <a:cubicBezTo>
                  <a:pt x="256338" y="3921059"/>
                  <a:pt x="283987" y="3911849"/>
                  <a:pt x="283987" y="3894137"/>
                </a:cubicBezTo>
                <a:close/>
                <a:moveTo>
                  <a:pt x="3250186" y="3890962"/>
                </a:moveTo>
                <a:cubicBezTo>
                  <a:pt x="3254772" y="3906893"/>
                  <a:pt x="3245953" y="3911238"/>
                  <a:pt x="3241367" y="3904359"/>
                </a:cubicBezTo>
                <a:cubicBezTo>
                  <a:pt x="3239250" y="3893134"/>
                  <a:pt x="3243484" y="3893134"/>
                  <a:pt x="3250186" y="3890962"/>
                </a:cubicBezTo>
                <a:close/>
                <a:moveTo>
                  <a:pt x="336840" y="3886200"/>
                </a:moveTo>
                <a:cubicBezTo>
                  <a:pt x="343730" y="3899606"/>
                  <a:pt x="355335" y="3886200"/>
                  <a:pt x="369115" y="3886200"/>
                </a:cubicBezTo>
                <a:cubicBezTo>
                  <a:pt x="378180" y="3895019"/>
                  <a:pt x="385070" y="3906308"/>
                  <a:pt x="398850" y="3897136"/>
                </a:cubicBezTo>
                <a:cubicBezTo>
                  <a:pt x="389784" y="3908425"/>
                  <a:pt x="382894" y="3919714"/>
                  <a:pt x="369115" y="3923947"/>
                </a:cubicBezTo>
                <a:cubicBezTo>
                  <a:pt x="373466" y="3913011"/>
                  <a:pt x="380356" y="3897136"/>
                  <a:pt x="341555" y="3901722"/>
                </a:cubicBezTo>
                <a:cubicBezTo>
                  <a:pt x="339379" y="3906308"/>
                  <a:pt x="345906" y="3908425"/>
                  <a:pt x="343730" y="3913011"/>
                </a:cubicBezTo>
                <a:cubicBezTo>
                  <a:pt x="327775" y="3910542"/>
                  <a:pt x="332489" y="3890786"/>
                  <a:pt x="336840" y="3886200"/>
                </a:cubicBezTo>
                <a:close/>
                <a:moveTo>
                  <a:pt x="3209495" y="3884432"/>
                </a:moveTo>
                <a:cubicBezTo>
                  <a:pt x="3211974" y="3884432"/>
                  <a:pt x="3214100" y="3891262"/>
                  <a:pt x="3218705" y="3891262"/>
                </a:cubicBezTo>
                <a:cubicBezTo>
                  <a:pt x="3218705" y="3897731"/>
                  <a:pt x="3216225" y="3900247"/>
                  <a:pt x="3218705" y="3907077"/>
                </a:cubicBezTo>
                <a:cubicBezTo>
                  <a:pt x="3222956" y="3911390"/>
                  <a:pt x="3234291" y="3902404"/>
                  <a:pt x="3238896" y="3931878"/>
                </a:cubicBezTo>
                <a:cubicBezTo>
                  <a:pt x="3229686" y="3929721"/>
                  <a:pt x="3229686" y="3916062"/>
                  <a:pt x="3216225" y="3920735"/>
                </a:cubicBezTo>
                <a:cubicBezTo>
                  <a:pt x="3214100" y="3891262"/>
                  <a:pt x="3209495" y="3911390"/>
                  <a:pt x="3198514" y="3893418"/>
                </a:cubicBezTo>
                <a:cubicBezTo>
                  <a:pt x="3196388" y="3875087"/>
                  <a:pt x="3218705" y="3909233"/>
                  <a:pt x="3209495" y="3884432"/>
                </a:cubicBezTo>
                <a:close/>
                <a:moveTo>
                  <a:pt x="3143475" y="3882130"/>
                </a:moveTo>
                <a:cubicBezTo>
                  <a:pt x="3150315" y="3897970"/>
                  <a:pt x="3157156" y="3897970"/>
                  <a:pt x="3163997" y="3900490"/>
                </a:cubicBezTo>
                <a:cubicBezTo>
                  <a:pt x="3161837" y="3893650"/>
                  <a:pt x="3163997" y="3891490"/>
                  <a:pt x="3163997" y="3884650"/>
                </a:cubicBezTo>
                <a:cubicBezTo>
                  <a:pt x="3157156" y="3884650"/>
                  <a:pt x="3150315" y="3879970"/>
                  <a:pt x="3143475" y="3882130"/>
                </a:cubicBezTo>
                <a:close/>
                <a:moveTo>
                  <a:pt x="3102430" y="3873129"/>
                </a:moveTo>
                <a:cubicBezTo>
                  <a:pt x="3098110" y="3882130"/>
                  <a:pt x="3086589" y="3866289"/>
                  <a:pt x="3091269" y="3879970"/>
                </a:cubicBezTo>
                <a:cubicBezTo>
                  <a:pt x="3102430" y="3879970"/>
                  <a:pt x="3104951" y="3886810"/>
                  <a:pt x="3102430" y="3902650"/>
                </a:cubicBezTo>
                <a:cubicBezTo>
                  <a:pt x="3109271" y="3895810"/>
                  <a:pt x="3116112" y="3914171"/>
                  <a:pt x="3116112" y="3900490"/>
                </a:cubicBezTo>
                <a:cubicBezTo>
                  <a:pt x="3111791" y="3888970"/>
                  <a:pt x="3107111" y="3888970"/>
                  <a:pt x="3102430" y="3873129"/>
                </a:cubicBezTo>
                <a:close/>
                <a:moveTo>
                  <a:pt x="3223830" y="3872518"/>
                </a:moveTo>
                <a:cubicBezTo>
                  <a:pt x="3227789" y="3873350"/>
                  <a:pt x="3232860" y="3876066"/>
                  <a:pt x="3237307" y="3874840"/>
                </a:cubicBezTo>
                <a:cubicBezTo>
                  <a:pt x="3237307" y="3886055"/>
                  <a:pt x="3228412" y="3888158"/>
                  <a:pt x="3221651" y="3890612"/>
                </a:cubicBezTo>
                <a:cubicBezTo>
                  <a:pt x="3221651" y="3883952"/>
                  <a:pt x="3219516" y="3881499"/>
                  <a:pt x="3217025" y="3881499"/>
                </a:cubicBezTo>
                <a:cubicBezTo>
                  <a:pt x="3217025" y="3872737"/>
                  <a:pt x="3219872" y="3871685"/>
                  <a:pt x="3223830" y="3872518"/>
                </a:cubicBezTo>
                <a:close/>
                <a:moveTo>
                  <a:pt x="3163997" y="3857288"/>
                </a:moveTo>
                <a:cubicBezTo>
                  <a:pt x="3170838" y="3868449"/>
                  <a:pt x="3152836" y="3857288"/>
                  <a:pt x="3159676" y="3870969"/>
                </a:cubicBezTo>
                <a:cubicBezTo>
                  <a:pt x="3168677" y="3870969"/>
                  <a:pt x="3161837" y="3877809"/>
                  <a:pt x="3168677" y="3893650"/>
                </a:cubicBezTo>
                <a:cubicBezTo>
                  <a:pt x="3177678" y="3888970"/>
                  <a:pt x="3168677" y="3866289"/>
                  <a:pt x="3163997" y="3857288"/>
                </a:cubicBezTo>
                <a:close/>
                <a:moveTo>
                  <a:pt x="3134474" y="3825247"/>
                </a:moveTo>
                <a:cubicBezTo>
                  <a:pt x="3136634" y="3832087"/>
                  <a:pt x="3132314" y="3832087"/>
                  <a:pt x="3132314" y="3836767"/>
                </a:cubicBezTo>
                <a:cubicBezTo>
                  <a:pt x="3143475" y="3832087"/>
                  <a:pt x="3141314" y="3864129"/>
                  <a:pt x="3132314" y="3850448"/>
                </a:cubicBezTo>
                <a:cubicBezTo>
                  <a:pt x="3136634" y="3859448"/>
                  <a:pt x="3141314" y="3868449"/>
                  <a:pt x="3148155" y="3870969"/>
                </a:cubicBezTo>
                <a:cubicBezTo>
                  <a:pt x="3141314" y="3850448"/>
                  <a:pt x="3148155" y="3854768"/>
                  <a:pt x="3154996" y="3854768"/>
                </a:cubicBezTo>
                <a:cubicBezTo>
                  <a:pt x="3150315" y="3836767"/>
                  <a:pt x="3141314" y="3838928"/>
                  <a:pt x="3134474" y="3825247"/>
                </a:cubicBezTo>
                <a:close/>
                <a:moveTo>
                  <a:pt x="3112208" y="3818277"/>
                </a:moveTo>
                <a:cubicBezTo>
                  <a:pt x="3110936" y="3817349"/>
                  <a:pt x="3109901" y="3819037"/>
                  <a:pt x="3109271" y="3825247"/>
                </a:cubicBezTo>
                <a:cubicBezTo>
                  <a:pt x="3120792" y="3825247"/>
                  <a:pt x="3116112" y="3866289"/>
                  <a:pt x="3125473" y="3845768"/>
                </a:cubicBezTo>
                <a:cubicBezTo>
                  <a:pt x="3121962" y="3847388"/>
                  <a:pt x="3116022" y="3821062"/>
                  <a:pt x="3112208" y="3818277"/>
                </a:cubicBezTo>
                <a:close/>
                <a:moveTo>
                  <a:pt x="3214485" y="3816350"/>
                </a:moveTo>
                <a:cubicBezTo>
                  <a:pt x="3223557" y="3838955"/>
                  <a:pt x="3232991" y="3818503"/>
                  <a:pt x="3242062" y="3825320"/>
                </a:cubicBezTo>
                <a:cubicBezTo>
                  <a:pt x="3237345" y="3857255"/>
                  <a:pt x="3212308" y="3841108"/>
                  <a:pt x="3205414" y="3868378"/>
                </a:cubicBezTo>
                <a:cubicBezTo>
                  <a:pt x="3196342" y="3868378"/>
                  <a:pt x="3200697" y="3861561"/>
                  <a:pt x="3196342" y="3845773"/>
                </a:cubicBezTo>
                <a:lnTo>
                  <a:pt x="3191625" y="3847926"/>
                </a:lnTo>
                <a:cubicBezTo>
                  <a:pt x="3193802" y="3825320"/>
                  <a:pt x="3205414" y="3836802"/>
                  <a:pt x="3214485" y="3816350"/>
                </a:cubicBezTo>
                <a:close/>
                <a:moveTo>
                  <a:pt x="3389293" y="3814091"/>
                </a:moveTo>
                <a:cubicBezTo>
                  <a:pt x="3391314" y="3827686"/>
                  <a:pt x="3389293" y="3836629"/>
                  <a:pt x="3382895" y="3834125"/>
                </a:cubicBezTo>
                <a:cubicBezTo>
                  <a:pt x="3380538" y="3820888"/>
                  <a:pt x="3382895" y="3811587"/>
                  <a:pt x="3389293" y="3814091"/>
                </a:cubicBezTo>
                <a:close/>
                <a:moveTo>
                  <a:pt x="3435242" y="3811331"/>
                </a:moveTo>
                <a:cubicBezTo>
                  <a:pt x="3439667" y="3810196"/>
                  <a:pt x="3442997" y="3811922"/>
                  <a:pt x="3445275" y="3823369"/>
                </a:cubicBezTo>
                <a:cubicBezTo>
                  <a:pt x="3438616" y="3818645"/>
                  <a:pt x="3429503" y="3821189"/>
                  <a:pt x="3423194" y="3830274"/>
                </a:cubicBezTo>
                <a:cubicBezTo>
                  <a:pt x="3418638" y="3830274"/>
                  <a:pt x="3418638" y="3821189"/>
                  <a:pt x="3418638" y="3816464"/>
                </a:cubicBezTo>
                <a:cubicBezTo>
                  <a:pt x="3425298" y="3816464"/>
                  <a:pt x="3430818" y="3812467"/>
                  <a:pt x="3435242" y="3811331"/>
                </a:cubicBezTo>
                <a:close/>
                <a:moveTo>
                  <a:pt x="3344611" y="3806825"/>
                </a:moveTo>
                <a:cubicBezTo>
                  <a:pt x="3349390" y="3806825"/>
                  <a:pt x="3347184" y="3811086"/>
                  <a:pt x="3344611" y="3811086"/>
                </a:cubicBezTo>
                <a:cubicBezTo>
                  <a:pt x="3347184" y="3815702"/>
                  <a:pt x="3349390" y="3820318"/>
                  <a:pt x="3351596" y="3820318"/>
                </a:cubicBezTo>
                <a:cubicBezTo>
                  <a:pt x="3344611" y="3822449"/>
                  <a:pt x="3330641" y="3833457"/>
                  <a:pt x="3317038" y="3831326"/>
                </a:cubicBezTo>
                <a:cubicBezTo>
                  <a:pt x="3319244" y="3813572"/>
                  <a:pt x="3342405" y="3824580"/>
                  <a:pt x="3344611" y="3806825"/>
                </a:cubicBezTo>
                <a:close/>
                <a:moveTo>
                  <a:pt x="3285972" y="3802590"/>
                </a:moveTo>
                <a:cubicBezTo>
                  <a:pt x="3290029" y="3803356"/>
                  <a:pt x="3293670" y="3806155"/>
                  <a:pt x="3296036" y="3811753"/>
                </a:cubicBezTo>
                <a:cubicBezTo>
                  <a:pt x="3289118" y="3818506"/>
                  <a:pt x="3275282" y="3800735"/>
                  <a:pt x="3277467" y="3832011"/>
                </a:cubicBezTo>
                <a:cubicBezTo>
                  <a:pt x="3270549" y="3836632"/>
                  <a:pt x="3268364" y="3825258"/>
                  <a:pt x="3261447" y="3829879"/>
                </a:cubicBezTo>
                <a:cubicBezTo>
                  <a:pt x="3257897" y="3816284"/>
                  <a:pt x="3273803" y="3800291"/>
                  <a:pt x="3285972" y="3802590"/>
                </a:cubicBezTo>
                <a:close/>
                <a:moveTo>
                  <a:pt x="3136634" y="3795726"/>
                </a:moveTo>
                <a:cubicBezTo>
                  <a:pt x="3148155" y="3818406"/>
                  <a:pt x="3170838" y="3816246"/>
                  <a:pt x="3163997" y="3845768"/>
                </a:cubicBezTo>
                <a:cubicBezTo>
                  <a:pt x="3163997" y="3845768"/>
                  <a:pt x="3163997" y="3845768"/>
                  <a:pt x="3175518" y="3843608"/>
                </a:cubicBezTo>
                <a:cubicBezTo>
                  <a:pt x="3170838" y="3818406"/>
                  <a:pt x="3159676" y="3827767"/>
                  <a:pt x="3157156" y="3800406"/>
                </a:cubicBezTo>
                <a:cubicBezTo>
                  <a:pt x="3148155" y="3800406"/>
                  <a:pt x="3148155" y="3797886"/>
                  <a:pt x="3136634" y="3795726"/>
                </a:cubicBezTo>
                <a:close/>
                <a:moveTo>
                  <a:pt x="3345766" y="3792420"/>
                </a:moveTo>
                <a:lnTo>
                  <a:pt x="3344025" y="3796593"/>
                </a:lnTo>
                <a:cubicBezTo>
                  <a:pt x="3344025" y="3795514"/>
                  <a:pt x="3344025" y="3793805"/>
                  <a:pt x="3344341" y="3792682"/>
                </a:cubicBezTo>
                <a:close/>
                <a:moveTo>
                  <a:pt x="3184519" y="3779885"/>
                </a:moveTo>
                <a:cubicBezTo>
                  <a:pt x="3184519" y="3779885"/>
                  <a:pt x="3184519" y="3779885"/>
                  <a:pt x="3186679" y="3793565"/>
                </a:cubicBezTo>
                <a:cubicBezTo>
                  <a:pt x="3191360" y="3782045"/>
                  <a:pt x="3200361" y="3795726"/>
                  <a:pt x="3202521" y="3782045"/>
                </a:cubicBezTo>
                <a:cubicBezTo>
                  <a:pt x="3196040" y="3782045"/>
                  <a:pt x="3191360" y="3777365"/>
                  <a:pt x="3184519" y="3779885"/>
                </a:cubicBezTo>
                <a:close/>
                <a:moveTo>
                  <a:pt x="3389806" y="3778250"/>
                </a:moveTo>
                <a:cubicBezTo>
                  <a:pt x="3391969" y="3792277"/>
                  <a:pt x="3382957" y="3789759"/>
                  <a:pt x="3385120" y="3801268"/>
                </a:cubicBezTo>
                <a:cubicBezTo>
                  <a:pt x="3391969" y="3801268"/>
                  <a:pt x="3394132" y="3794435"/>
                  <a:pt x="3391969" y="3782926"/>
                </a:cubicBezTo>
                <a:cubicBezTo>
                  <a:pt x="3405667" y="3794435"/>
                  <a:pt x="3412517" y="3780768"/>
                  <a:pt x="3426215" y="3794435"/>
                </a:cubicBezTo>
                <a:cubicBezTo>
                  <a:pt x="3417203" y="3823927"/>
                  <a:pt x="3398818" y="3785443"/>
                  <a:pt x="3389806" y="3798751"/>
                </a:cubicBezTo>
                <a:cubicBezTo>
                  <a:pt x="3389806" y="3808102"/>
                  <a:pt x="3394132" y="3808102"/>
                  <a:pt x="3396655" y="3808102"/>
                </a:cubicBezTo>
                <a:cubicBezTo>
                  <a:pt x="3394132" y="3819252"/>
                  <a:pt x="3376108" y="3812418"/>
                  <a:pt x="3369259" y="3796593"/>
                </a:cubicBezTo>
                <a:cubicBezTo>
                  <a:pt x="3362410" y="3798751"/>
                  <a:pt x="3357724" y="3803426"/>
                  <a:pt x="3357724" y="3810260"/>
                </a:cubicBezTo>
                <a:cubicBezTo>
                  <a:pt x="3350874" y="3808102"/>
                  <a:pt x="3353398" y="3794435"/>
                  <a:pt x="3344025" y="3801268"/>
                </a:cubicBezTo>
                <a:cubicBezTo>
                  <a:pt x="3344025" y="3796593"/>
                  <a:pt x="3346549" y="3796593"/>
                  <a:pt x="3346549" y="3792277"/>
                </a:cubicBezTo>
                <a:lnTo>
                  <a:pt x="3345766" y="3792420"/>
                </a:lnTo>
                <a:lnTo>
                  <a:pt x="3348621" y="3785578"/>
                </a:lnTo>
                <a:cubicBezTo>
                  <a:pt x="3351505" y="3783555"/>
                  <a:pt x="3355560" y="3782926"/>
                  <a:pt x="3360247" y="3782926"/>
                </a:cubicBezTo>
                <a:cubicBezTo>
                  <a:pt x="3369259" y="3782926"/>
                  <a:pt x="3380434" y="3785443"/>
                  <a:pt x="3389806" y="3778250"/>
                </a:cubicBezTo>
                <a:close/>
                <a:moveTo>
                  <a:pt x="3429387" y="3750072"/>
                </a:moveTo>
                <a:cubicBezTo>
                  <a:pt x="3422856" y="3758949"/>
                  <a:pt x="3415962" y="3767826"/>
                  <a:pt x="3404350" y="3769957"/>
                </a:cubicBezTo>
                <a:cubicBezTo>
                  <a:pt x="3404350" y="3752202"/>
                  <a:pt x="3422856" y="3743325"/>
                  <a:pt x="3429387" y="3750072"/>
                </a:cubicBezTo>
                <a:close/>
                <a:moveTo>
                  <a:pt x="3447952" y="3748432"/>
                </a:moveTo>
                <a:cubicBezTo>
                  <a:pt x="3452880" y="3747039"/>
                  <a:pt x="3468821" y="3754355"/>
                  <a:pt x="3472260" y="3757846"/>
                </a:cubicBezTo>
                <a:cubicBezTo>
                  <a:pt x="3463088" y="3777892"/>
                  <a:pt x="3458855" y="3748538"/>
                  <a:pt x="3447566" y="3753192"/>
                </a:cubicBezTo>
                <a:cubicBezTo>
                  <a:pt x="3445890" y="3750328"/>
                  <a:pt x="3446309" y="3748896"/>
                  <a:pt x="3447952" y="3748432"/>
                </a:cubicBezTo>
                <a:close/>
                <a:moveTo>
                  <a:pt x="4356488" y="3736304"/>
                </a:moveTo>
                <a:cubicBezTo>
                  <a:pt x="4352138" y="3756696"/>
                  <a:pt x="4324588" y="3758842"/>
                  <a:pt x="4310813" y="3752045"/>
                </a:cubicBezTo>
                <a:cubicBezTo>
                  <a:pt x="4322413" y="3733800"/>
                  <a:pt x="4338363" y="3733800"/>
                  <a:pt x="4356488" y="3736304"/>
                </a:cubicBezTo>
                <a:close/>
                <a:moveTo>
                  <a:pt x="4426341" y="3729581"/>
                </a:moveTo>
                <a:cubicBezTo>
                  <a:pt x="4417355" y="3747724"/>
                  <a:pt x="4394710" y="3747724"/>
                  <a:pt x="4369550" y="3747724"/>
                </a:cubicBezTo>
                <a:cubicBezTo>
                  <a:pt x="4374223" y="3722687"/>
                  <a:pt x="4403696" y="3733936"/>
                  <a:pt x="4426341" y="3729581"/>
                </a:cubicBezTo>
                <a:close/>
                <a:moveTo>
                  <a:pt x="3909785" y="3704880"/>
                </a:moveTo>
                <a:cubicBezTo>
                  <a:pt x="3917047" y="3703997"/>
                  <a:pt x="3924841" y="3707531"/>
                  <a:pt x="3932634" y="3714601"/>
                </a:cubicBezTo>
                <a:cubicBezTo>
                  <a:pt x="3925903" y="3714601"/>
                  <a:pt x="3919173" y="3716833"/>
                  <a:pt x="3914922" y="3719066"/>
                </a:cubicBezTo>
                <a:cubicBezTo>
                  <a:pt x="3908191" y="3721670"/>
                  <a:pt x="3901461" y="3723903"/>
                  <a:pt x="3890125" y="3721670"/>
                </a:cubicBezTo>
                <a:cubicBezTo>
                  <a:pt x="3895793" y="3711066"/>
                  <a:pt x="3902524" y="3705764"/>
                  <a:pt x="3909785" y="3704880"/>
                </a:cubicBezTo>
                <a:close/>
                <a:moveTo>
                  <a:pt x="110597" y="3681412"/>
                </a:moveTo>
                <a:cubicBezTo>
                  <a:pt x="121462" y="3686174"/>
                  <a:pt x="130574" y="3688373"/>
                  <a:pt x="130574" y="3700096"/>
                </a:cubicBezTo>
                <a:cubicBezTo>
                  <a:pt x="119359" y="3697531"/>
                  <a:pt x="108144" y="3697531"/>
                  <a:pt x="103938" y="3693135"/>
                </a:cubicBezTo>
                <a:cubicBezTo>
                  <a:pt x="106041" y="3690571"/>
                  <a:pt x="108144" y="3688373"/>
                  <a:pt x="110597" y="3681412"/>
                </a:cubicBezTo>
                <a:close/>
                <a:moveTo>
                  <a:pt x="4488713" y="3680970"/>
                </a:moveTo>
                <a:lnTo>
                  <a:pt x="4486301" y="3682688"/>
                </a:lnTo>
                <a:lnTo>
                  <a:pt x="4488406" y="3685009"/>
                </a:lnTo>
                <a:lnTo>
                  <a:pt x="4491195" y="3681126"/>
                </a:lnTo>
                <a:close/>
                <a:moveTo>
                  <a:pt x="4962922" y="3652837"/>
                </a:moveTo>
                <a:cubicBezTo>
                  <a:pt x="4956219" y="3664292"/>
                  <a:pt x="4949517" y="3688992"/>
                  <a:pt x="4933994" y="3680043"/>
                </a:cubicBezTo>
                <a:cubicBezTo>
                  <a:pt x="4931525" y="3664292"/>
                  <a:pt x="4944931" y="3657490"/>
                  <a:pt x="4962922" y="3652837"/>
                </a:cubicBezTo>
                <a:close/>
                <a:moveTo>
                  <a:pt x="589713" y="3652837"/>
                </a:moveTo>
                <a:cubicBezTo>
                  <a:pt x="596607" y="3657423"/>
                  <a:pt x="598784" y="3664126"/>
                  <a:pt x="605678" y="3654953"/>
                </a:cubicBezTo>
                <a:cubicBezTo>
                  <a:pt x="614750" y="3659540"/>
                  <a:pt x="596607" y="3661656"/>
                  <a:pt x="598784" y="3668359"/>
                </a:cubicBezTo>
                <a:cubicBezTo>
                  <a:pt x="591890" y="3666243"/>
                  <a:pt x="589713" y="3661656"/>
                  <a:pt x="589713" y="3652837"/>
                </a:cubicBezTo>
                <a:close/>
                <a:moveTo>
                  <a:pt x="3518747" y="3652365"/>
                </a:moveTo>
                <a:cubicBezTo>
                  <a:pt x="3512468" y="3655251"/>
                  <a:pt x="3512874" y="3665579"/>
                  <a:pt x="3509633" y="3670440"/>
                </a:cubicBezTo>
                <a:cubicBezTo>
                  <a:pt x="3504953" y="3672960"/>
                  <a:pt x="3502792" y="3670440"/>
                  <a:pt x="3500272" y="3677280"/>
                </a:cubicBezTo>
                <a:cubicBezTo>
                  <a:pt x="3516474" y="3679800"/>
                  <a:pt x="3520794" y="3666119"/>
                  <a:pt x="3527635" y="3652438"/>
                </a:cubicBezTo>
                <a:cubicBezTo>
                  <a:pt x="3523675" y="3651268"/>
                  <a:pt x="3520839" y="3651403"/>
                  <a:pt x="3518747" y="3652365"/>
                </a:cubicBezTo>
                <a:close/>
                <a:moveTo>
                  <a:pt x="3450227" y="3647758"/>
                </a:moveTo>
                <a:cubicBezTo>
                  <a:pt x="3452567" y="3655859"/>
                  <a:pt x="3452027" y="3660989"/>
                  <a:pt x="3450902" y="3665534"/>
                </a:cubicBezTo>
                <a:lnTo>
                  <a:pt x="3450366" y="3668232"/>
                </a:lnTo>
                <a:lnTo>
                  <a:pt x="3455888" y="3675867"/>
                </a:lnTo>
                <a:lnTo>
                  <a:pt x="3456663" y="3674310"/>
                </a:lnTo>
                <a:cubicBezTo>
                  <a:pt x="3457788" y="3670079"/>
                  <a:pt x="3458328" y="3665039"/>
                  <a:pt x="3461748" y="3663959"/>
                </a:cubicBezTo>
                <a:cubicBezTo>
                  <a:pt x="3461748" y="3666119"/>
                  <a:pt x="3466429" y="3668279"/>
                  <a:pt x="3466429" y="3663959"/>
                </a:cubicBezTo>
                <a:cubicBezTo>
                  <a:pt x="3457068" y="3666119"/>
                  <a:pt x="3463908" y="3643438"/>
                  <a:pt x="3450227" y="3647758"/>
                </a:cubicBezTo>
                <a:close/>
                <a:moveTo>
                  <a:pt x="15732" y="3643312"/>
                </a:moveTo>
                <a:cubicBezTo>
                  <a:pt x="27374" y="3652131"/>
                  <a:pt x="6637" y="3656717"/>
                  <a:pt x="4454" y="3660951"/>
                </a:cubicBezTo>
                <a:cubicBezTo>
                  <a:pt x="-7187" y="3681059"/>
                  <a:pt x="6637" y="3645428"/>
                  <a:pt x="15732" y="3643312"/>
                </a:cubicBezTo>
                <a:close/>
                <a:moveTo>
                  <a:pt x="4713676" y="3641725"/>
                </a:moveTo>
                <a:cubicBezTo>
                  <a:pt x="4707159" y="3648685"/>
                  <a:pt x="4709331" y="3665171"/>
                  <a:pt x="4693400" y="3665171"/>
                </a:cubicBezTo>
                <a:cubicBezTo>
                  <a:pt x="4693400" y="3644289"/>
                  <a:pt x="4693400" y="3644289"/>
                  <a:pt x="4693400" y="3644289"/>
                </a:cubicBezTo>
                <a:cubicBezTo>
                  <a:pt x="4700279" y="3644289"/>
                  <a:pt x="4707159" y="3641725"/>
                  <a:pt x="4713676" y="3641725"/>
                </a:cubicBezTo>
                <a:close/>
                <a:moveTo>
                  <a:pt x="3866283" y="3638734"/>
                </a:moveTo>
                <a:lnTo>
                  <a:pt x="3865514" y="3645784"/>
                </a:lnTo>
                <a:cubicBezTo>
                  <a:pt x="3864518" y="3654374"/>
                  <a:pt x="3863370" y="3655318"/>
                  <a:pt x="3853109" y="3663959"/>
                </a:cubicBezTo>
                <a:cubicBezTo>
                  <a:pt x="3866791" y="3652438"/>
                  <a:pt x="3877952" y="3677280"/>
                  <a:pt x="3887313" y="3657119"/>
                </a:cubicBezTo>
                <a:cubicBezTo>
                  <a:pt x="3878132" y="3653699"/>
                  <a:pt x="3875252" y="3649108"/>
                  <a:pt x="3874082" y="3642808"/>
                </a:cubicBezTo>
                <a:lnTo>
                  <a:pt x="3873702" y="3639666"/>
                </a:lnTo>
                <a:close/>
                <a:moveTo>
                  <a:pt x="57528" y="3638550"/>
                </a:moveTo>
                <a:cubicBezTo>
                  <a:pt x="55295" y="3643106"/>
                  <a:pt x="52691" y="3660630"/>
                  <a:pt x="34088" y="3665187"/>
                </a:cubicBezTo>
                <a:cubicBezTo>
                  <a:pt x="45622" y="3651868"/>
                  <a:pt x="43389" y="3647312"/>
                  <a:pt x="57528" y="3638550"/>
                </a:cubicBezTo>
                <a:close/>
                <a:moveTo>
                  <a:pt x="3757295" y="3627393"/>
                </a:moveTo>
                <a:lnTo>
                  <a:pt x="3757339" y="3627597"/>
                </a:lnTo>
                <a:lnTo>
                  <a:pt x="3759464" y="3627543"/>
                </a:lnTo>
                <a:close/>
                <a:moveTo>
                  <a:pt x="3737419" y="3623937"/>
                </a:moveTo>
                <a:lnTo>
                  <a:pt x="3737177" y="3625077"/>
                </a:lnTo>
                <a:lnTo>
                  <a:pt x="3741065" y="3624634"/>
                </a:lnTo>
                <a:close/>
                <a:moveTo>
                  <a:pt x="3712143" y="3619108"/>
                </a:moveTo>
                <a:lnTo>
                  <a:pt x="3711974" y="3620757"/>
                </a:lnTo>
                <a:cubicBezTo>
                  <a:pt x="3718815" y="3618237"/>
                  <a:pt x="3718815" y="3625077"/>
                  <a:pt x="3725656" y="3625077"/>
                </a:cubicBezTo>
                <a:lnTo>
                  <a:pt x="3726465" y="3621844"/>
                </a:lnTo>
                <a:close/>
                <a:moveTo>
                  <a:pt x="4663092" y="3617429"/>
                </a:moveTo>
                <a:cubicBezTo>
                  <a:pt x="4676824" y="3617491"/>
                  <a:pt x="4690054" y="3618668"/>
                  <a:pt x="4702565" y="3621566"/>
                </a:cubicBezTo>
                <a:cubicBezTo>
                  <a:pt x="4683304" y="3663764"/>
                  <a:pt x="4646312" y="3679158"/>
                  <a:pt x="4605899" y="3683731"/>
                </a:cubicBezTo>
                <a:lnTo>
                  <a:pt x="4596660" y="3683843"/>
                </a:lnTo>
                <a:lnTo>
                  <a:pt x="4595002" y="3684234"/>
                </a:lnTo>
                <a:cubicBezTo>
                  <a:pt x="4577501" y="3686704"/>
                  <a:pt x="4558343" y="3687233"/>
                  <a:pt x="4542588" y="3690584"/>
                </a:cubicBezTo>
                <a:lnTo>
                  <a:pt x="4542588" y="3684353"/>
                </a:lnTo>
                <a:lnTo>
                  <a:pt x="4505490" y="3682023"/>
                </a:lnTo>
                <a:lnTo>
                  <a:pt x="4505537" y="3682265"/>
                </a:lnTo>
                <a:cubicBezTo>
                  <a:pt x="4504441" y="3684637"/>
                  <a:pt x="4502777" y="3687614"/>
                  <a:pt x="4503828" y="3694683"/>
                </a:cubicBezTo>
                <a:cubicBezTo>
                  <a:pt x="4488406" y="3696915"/>
                  <a:pt x="4488406" y="3696915"/>
                  <a:pt x="4488406" y="3696915"/>
                </a:cubicBezTo>
                <a:cubicBezTo>
                  <a:pt x="4488406" y="3689846"/>
                  <a:pt x="4488406" y="3687613"/>
                  <a:pt x="4483850" y="3685009"/>
                </a:cubicBezTo>
                <a:lnTo>
                  <a:pt x="4485326" y="3683382"/>
                </a:lnTo>
                <a:lnTo>
                  <a:pt x="4456671" y="3703789"/>
                </a:lnTo>
                <a:cubicBezTo>
                  <a:pt x="4411308" y="3701616"/>
                  <a:pt x="4370266" y="3703789"/>
                  <a:pt x="4331743" y="3708498"/>
                </a:cubicBezTo>
                <a:cubicBezTo>
                  <a:pt x="4292861" y="3715380"/>
                  <a:pt x="4254339" y="3722262"/>
                  <a:pt x="4220137" y="3726609"/>
                </a:cubicBezTo>
                <a:cubicBezTo>
                  <a:pt x="4147413" y="3735664"/>
                  <a:pt x="4079369" y="3738200"/>
                  <a:pt x="4015645" y="3694734"/>
                </a:cubicBezTo>
                <a:cubicBezTo>
                  <a:pt x="3990444" y="3705962"/>
                  <a:pt x="3972083" y="3692198"/>
                  <a:pt x="3942561" y="3703789"/>
                </a:cubicBezTo>
                <a:cubicBezTo>
                  <a:pt x="3938241" y="3701616"/>
                  <a:pt x="3935721" y="3699080"/>
                  <a:pt x="3935721" y="3692198"/>
                </a:cubicBezTo>
                <a:cubicBezTo>
                  <a:pt x="3931400" y="3685316"/>
                  <a:pt x="3940401" y="3667205"/>
                  <a:pt x="3947241" y="3655614"/>
                </a:cubicBezTo>
                <a:cubicBezTo>
                  <a:pt x="3969922" y="3678434"/>
                  <a:pt x="3972083" y="3641850"/>
                  <a:pt x="3983603" y="3671552"/>
                </a:cubicBezTo>
                <a:cubicBezTo>
                  <a:pt x="4022755" y="3657969"/>
                  <a:pt x="4064540" y="3671280"/>
                  <a:pt x="4105160" y="3675882"/>
                </a:cubicBezTo>
                <a:lnTo>
                  <a:pt x="4119537" y="3676018"/>
                </a:lnTo>
                <a:lnTo>
                  <a:pt x="4119505" y="3674963"/>
                </a:lnTo>
                <a:cubicBezTo>
                  <a:pt x="4124790" y="3668448"/>
                  <a:pt x="4144500" y="3673740"/>
                  <a:pt x="4156463" y="3670300"/>
                </a:cubicBezTo>
                <a:lnTo>
                  <a:pt x="4155331" y="3673285"/>
                </a:lnTo>
                <a:lnTo>
                  <a:pt x="4180670" y="3665802"/>
                </a:lnTo>
                <a:cubicBezTo>
                  <a:pt x="4192865" y="3660957"/>
                  <a:pt x="4205376" y="3655795"/>
                  <a:pt x="4217977" y="3653441"/>
                </a:cubicBezTo>
                <a:cubicBezTo>
                  <a:pt x="4243538" y="3648279"/>
                  <a:pt x="4269550" y="3644838"/>
                  <a:pt x="4295787" y="3642438"/>
                </a:cubicBezTo>
                <a:lnTo>
                  <a:pt x="4308531" y="3641673"/>
                </a:lnTo>
                <a:lnTo>
                  <a:pt x="4308821" y="3641596"/>
                </a:lnTo>
                <a:cubicBezTo>
                  <a:pt x="4331709" y="3638464"/>
                  <a:pt x="4353581" y="3642329"/>
                  <a:pt x="4379313" y="3632200"/>
                </a:cubicBezTo>
                <a:lnTo>
                  <a:pt x="4380579" y="3637431"/>
                </a:lnTo>
                <a:lnTo>
                  <a:pt x="4531915" y="3630621"/>
                </a:lnTo>
                <a:cubicBezTo>
                  <a:pt x="4576198" y="3627090"/>
                  <a:pt x="4621898" y="3617242"/>
                  <a:pt x="4663092" y="3617429"/>
                </a:cubicBezTo>
                <a:close/>
                <a:moveTo>
                  <a:pt x="3690114" y="3612038"/>
                </a:moveTo>
                <a:lnTo>
                  <a:pt x="3689292" y="3613917"/>
                </a:lnTo>
                <a:cubicBezTo>
                  <a:pt x="3691452" y="3613917"/>
                  <a:pt x="3693612" y="3618237"/>
                  <a:pt x="3691452" y="3625077"/>
                </a:cubicBezTo>
                <a:lnTo>
                  <a:pt x="3703586" y="3616529"/>
                </a:lnTo>
                <a:close/>
                <a:moveTo>
                  <a:pt x="4858141" y="3608924"/>
                </a:moveTo>
                <a:cubicBezTo>
                  <a:pt x="4830851" y="3627412"/>
                  <a:pt x="4778785" y="3647712"/>
                  <a:pt x="4737850" y="3640825"/>
                </a:cubicBezTo>
                <a:cubicBezTo>
                  <a:pt x="4774117" y="3613637"/>
                  <a:pt x="4808229" y="3602037"/>
                  <a:pt x="4858141" y="3608924"/>
                </a:cubicBezTo>
                <a:close/>
                <a:moveTo>
                  <a:pt x="3616991" y="3602900"/>
                </a:moveTo>
                <a:lnTo>
                  <a:pt x="3606663" y="3609381"/>
                </a:lnTo>
                <a:lnTo>
                  <a:pt x="3606281" y="3614316"/>
                </a:lnTo>
                <a:cubicBezTo>
                  <a:pt x="3608644" y="3621995"/>
                  <a:pt x="3618095" y="3619497"/>
                  <a:pt x="3609724" y="3629757"/>
                </a:cubicBezTo>
                <a:cubicBezTo>
                  <a:pt x="3609724" y="3629757"/>
                  <a:pt x="3609724" y="3629757"/>
                  <a:pt x="3639247" y="3629757"/>
                </a:cubicBezTo>
                <a:cubicBezTo>
                  <a:pt x="3637086" y="3613917"/>
                  <a:pt x="3648248" y="3618237"/>
                  <a:pt x="3648248" y="3607076"/>
                </a:cubicBezTo>
                <a:cubicBezTo>
                  <a:pt x="3629886" y="3616077"/>
                  <a:pt x="3637086" y="3625077"/>
                  <a:pt x="3616564" y="3625077"/>
                </a:cubicBezTo>
                <a:cubicBezTo>
                  <a:pt x="3618185" y="3616707"/>
                  <a:pt x="3623653" y="3617044"/>
                  <a:pt x="3625374" y="3611053"/>
                </a:cubicBezTo>
                <a:lnTo>
                  <a:pt x="3625546" y="3603254"/>
                </a:lnTo>
                <a:close/>
                <a:moveTo>
                  <a:pt x="3857430" y="3595556"/>
                </a:moveTo>
                <a:cubicBezTo>
                  <a:pt x="3855269" y="3604556"/>
                  <a:pt x="3853109" y="3618237"/>
                  <a:pt x="3846268" y="3620757"/>
                </a:cubicBezTo>
                <a:cubicBezTo>
                  <a:pt x="3846268" y="3613917"/>
                  <a:pt x="3846268" y="3609236"/>
                  <a:pt x="3839428" y="3609236"/>
                </a:cubicBezTo>
                <a:cubicBezTo>
                  <a:pt x="3839428" y="3609236"/>
                  <a:pt x="3839428" y="3609236"/>
                  <a:pt x="3837267" y="3625077"/>
                </a:cubicBezTo>
                <a:cubicBezTo>
                  <a:pt x="3846268" y="3622917"/>
                  <a:pt x="3851939" y="3624627"/>
                  <a:pt x="3856215" y="3627147"/>
                </a:cubicBezTo>
                <a:lnTo>
                  <a:pt x="3861385" y="3630535"/>
                </a:lnTo>
                <a:lnTo>
                  <a:pt x="3872614" y="3630666"/>
                </a:lnTo>
                <a:lnTo>
                  <a:pt x="3871111" y="3618237"/>
                </a:lnTo>
                <a:cubicBezTo>
                  <a:pt x="3880472" y="3618237"/>
                  <a:pt x="3880472" y="3627597"/>
                  <a:pt x="3887313" y="3629757"/>
                </a:cubicBezTo>
                <a:cubicBezTo>
                  <a:pt x="3891633" y="3604556"/>
                  <a:pt x="3866791" y="3607076"/>
                  <a:pt x="3857430" y="3595556"/>
                </a:cubicBezTo>
                <a:close/>
                <a:moveTo>
                  <a:pt x="3718815" y="3593396"/>
                </a:moveTo>
                <a:lnTo>
                  <a:pt x="3716294" y="3598810"/>
                </a:lnTo>
                <a:lnTo>
                  <a:pt x="3731841" y="3601150"/>
                </a:lnTo>
                <a:lnTo>
                  <a:pt x="3729886" y="3598166"/>
                </a:lnTo>
                <a:cubicBezTo>
                  <a:pt x="3727906" y="3594476"/>
                  <a:pt x="3725656" y="3591056"/>
                  <a:pt x="3718815" y="3593396"/>
                </a:cubicBezTo>
                <a:close/>
                <a:moveTo>
                  <a:pt x="3750858" y="3584035"/>
                </a:moveTo>
                <a:cubicBezTo>
                  <a:pt x="3747438" y="3585295"/>
                  <a:pt x="3746808" y="3590426"/>
                  <a:pt x="3745908" y="3595241"/>
                </a:cubicBezTo>
                <a:lnTo>
                  <a:pt x="3740789" y="3602498"/>
                </a:lnTo>
                <a:lnTo>
                  <a:pt x="3758967" y="3605235"/>
                </a:lnTo>
                <a:lnTo>
                  <a:pt x="3759859" y="3604556"/>
                </a:lnTo>
                <a:lnTo>
                  <a:pt x="3759649" y="3605337"/>
                </a:lnTo>
                <a:lnTo>
                  <a:pt x="3767275" y="3606485"/>
                </a:lnTo>
                <a:lnTo>
                  <a:pt x="3767555" y="3601811"/>
                </a:lnTo>
                <a:cubicBezTo>
                  <a:pt x="3770121" y="3597266"/>
                  <a:pt x="3773541" y="3592136"/>
                  <a:pt x="3773541" y="3584035"/>
                </a:cubicBezTo>
                <a:cubicBezTo>
                  <a:pt x="3759859" y="3579715"/>
                  <a:pt x="3759859" y="3595556"/>
                  <a:pt x="3753019" y="3600236"/>
                </a:cubicBezTo>
                <a:cubicBezTo>
                  <a:pt x="3753019" y="3593396"/>
                  <a:pt x="3755179" y="3584035"/>
                  <a:pt x="3750858" y="3584035"/>
                </a:cubicBezTo>
                <a:close/>
                <a:moveTo>
                  <a:pt x="59130" y="3581400"/>
                </a:moveTo>
                <a:cubicBezTo>
                  <a:pt x="38719" y="3599757"/>
                  <a:pt x="43374" y="3631433"/>
                  <a:pt x="11863" y="3642952"/>
                </a:cubicBezTo>
                <a:cubicBezTo>
                  <a:pt x="22963" y="3631433"/>
                  <a:pt x="31915" y="3586079"/>
                  <a:pt x="59130" y="3581400"/>
                </a:cubicBezTo>
                <a:close/>
                <a:moveTo>
                  <a:pt x="3800544" y="3579715"/>
                </a:moveTo>
                <a:cubicBezTo>
                  <a:pt x="3791543" y="3600236"/>
                  <a:pt x="3803064" y="3604556"/>
                  <a:pt x="3796223" y="3611396"/>
                </a:cubicBezTo>
                <a:cubicBezTo>
                  <a:pt x="3791723" y="3601136"/>
                  <a:pt x="3787132" y="3601136"/>
                  <a:pt x="3782272" y="3604286"/>
                </a:cubicBezTo>
                <a:lnTo>
                  <a:pt x="3777362" y="3608004"/>
                </a:lnTo>
                <a:lnTo>
                  <a:pt x="3779325" y="3608300"/>
                </a:lnTo>
                <a:cubicBezTo>
                  <a:pt x="3790573" y="3610730"/>
                  <a:pt x="3801461" y="3613654"/>
                  <a:pt x="3811382" y="3617254"/>
                </a:cubicBezTo>
                <a:lnTo>
                  <a:pt x="3811861" y="3617492"/>
                </a:lnTo>
                <a:lnTo>
                  <a:pt x="3812813" y="3614850"/>
                </a:lnTo>
                <a:cubicBezTo>
                  <a:pt x="3812695" y="3607459"/>
                  <a:pt x="3805944" y="3602396"/>
                  <a:pt x="3814585" y="3602396"/>
                </a:cubicBezTo>
                <a:cubicBezTo>
                  <a:pt x="3823586" y="3598976"/>
                  <a:pt x="3821876" y="3606356"/>
                  <a:pt x="3820166" y="3613736"/>
                </a:cubicBezTo>
                <a:lnTo>
                  <a:pt x="3819231" y="3621143"/>
                </a:lnTo>
                <a:lnTo>
                  <a:pt x="3825745" y="3624369"/>
                </a:lnTo>
                <a:lnTo>
                  <a:pt x="3825701" y="3605861"/>
                </a:lnTo>
                <a:cubicBezTo>
                  <a:pt x="3825116" y="3599606"/>
                  <a:pt x="3823406" y="3594476"/>
                  <a:pt x="3818906" y="3593396"/>
                </a:cubicBezTo>
                <a:cubicBezTo>
                  <a:pt x="3809905" y="3609236"/>
                  <a:pt x="3805224" y="3584035"/>
                  <a:pt x="3800544" y="3579715"/>
                </a:cubicBezTo>
                <a:close/>
                <a:moveTo>
                  <a:pt x="79218" y="3576637"/>
                </a:moveTo>
                <a:cubicBezTo>
                  <a:pt x="79218" y="3592512"/>
                  <a:pt x="86112" y="3596745"/>
                  <a:pt x="74863" y="3608034"/>
                </a:cubicBezTo>
                <a:cubicBezTo>
                  <a:pt x="67969" y="3605917"/>
                  <a:pt x="70146" y="3599215"/>
                  <a:pt x="74863" y="3599215"/>
                </a:cubicBezTo>
                <a:cubicBezTo>
                  <a:pt x="72323" y="3594628"/>
                  <a:pt x="72323" y="3587926"/>
                  <a:pt x="61075" y="3587926"/>
                </a:cubicBezTo>
                <a:cubicBezTo>
                  <a:pt x="63252" y="3581223"/>
                  <a:pt x="70146" y="3576637"/>
                  <a:pt x="79218" y="3576637"/>
                </a:cubicBezTo>
                <a:close/>
                <a:moveTo>
                  <a:pt x="4430970" y="3568194"/>
                </a:moveTo>
                <a:cubicBezTo>
                  <a:pt x="4417288" y="3568194"/>
                  <a:pt x="4403607" y="3566034"/>
                  <a:pt x="4401447" y="3579715"/>
                </a:cubicBezTo>
                <a:cubicBezTo>
                  <a:pt x="4412608" y="3584035"/>
                  <a:pt x="4428809" y="3586555"/>
                  <a:pt x="4430970" y="3568194"/>
                </a:cubicBezTo>
                <a:close/>
                <a:moveTo>
                  <a:pt x="4953239" y="3565966"/>
                </a:moveTo>
                <a:lnTo>
                  <a:pt x="4937473" y="3568177"/>
                </a:lnTo>
                <a:cubicBezTo>
                  <a:pt x="4927533" y="3574745"/>
                  <a:pt x="4917238" y="3579813"/>
                  <a:pt x="4906686" y="3583651"/>
                </a:cubicBezTo>
                <a:lnTo>
                  <a:pt x="4892302" y="3587255"/>
                </a:lnTo>
                <a:lnTo>
                  <a:pt x="4899824" y="3586835"/>
                </a:lnTo>
                <a:cubicBezTo>
                  <a:pt x="4914562" y="3583171"/>
                  <a:pt x="4928466" y="3575046"/>
                  <a:pt x="4941192" y="3569546"/>
                </a:cubicBezTo>
                <a:close/>
                <a:moveTo>
                  <a:pt x="4462653" y="3559194"/>
                </a:moveTo>
                <a:cubicBezTo>
                  <a:pt x="4451492" y="3559194"/>
                  <a:pt x="4446811" y="3568194"/>
                  <a:pt x="4448971" y="3581875"/>
                </a:cubicBezTo>
                <a:cubicBezTo>
                  <a:pt x="4460493" y="3581875"/>
                  <a:pt x="4465173" y="3572875"/>
                  <a:pt x="4462653" y="3559194"/>
                </a:cubicBezTo>
                <a:close/>
                <a:moveTo>
                  <a:pt x="114686" y="3547085"/>
                </a:moveTo>
                <a:cubicBezTo>
                  <a:pt x="112506" y="3558808"/>
                  <a:pt x="93973" y="3554045"/>
                  <a:pt x="87068" y="3563570"/>
                </a:cubicBezTo>
                <a:cubicBezTo>
                  <a:pt x="84888" y="3558808"/>
                  <a:pt x="103058" y="3544887"/>
                  <a:pt x="114686" y="3547085"/>
                </a:cubicBezTo>
                <a:close/>
                <a:moveTo>
                  <a:pt x="4547685" y="3537100"/>
                </a:moveTo>
                <a:lnTo>
                  <a:pt x="4544741" y="3538673"/>
                </a:lnTo>
                <a:lnTo>
                  <a:pt x="4547086" y="3544706"/>
                </a:lnTo>
                <a:lnTo>
                  <a:pt x="4547458" y="3538077"/>
                </a:lnTo>
                <a:close/>
                <a:moveTo>
                  <a:pt x="4119881" y="3529194"/>
                </a:moveTo>
                <a:cubicBezTo>
                  <a:pt x="4117355" y="3529267"/>
                  <a:pt x="4115397" y="3530123"/>
                  <a:pt x="4114857" y="3531833"/>
                </a:cubicBezTo>
                <a:cubicBezTo>
                  <a:pt x="4121337" y="3533993"/>
                  <a:pt x="4117017" y="3545513"/>
                  <a:pt x="4114857" y="3552354"/>
                </a:cubicBezTo>
                <a:cubicBezTo>
                  <a:pt x="4123857" y="3554514"/>
                  <a:pt x="4130698" y="3552354"/>
                  <a:pt x="4135019" y="3547673"/>
                </a:cubicBezTo>
                <a:cubicBezTo>
                  <a:pt x="4138439" y="3539753"/>
                  <a:pt x="4133939" y="3534083"/>
                  <a:pt x="4128313" y="3531248"/>
                </a:cubicBezTo>
                <a:cubicBezTo>
                  <a:pt x="4125501" y="3529830"/>
                  <a:pt x="4122407" y="3529121"/>
                  <a:pt x="4119881" y="3529194"/>
                </a:cubicBezTo>
                <a:close/>
                <a:moveTo>
                  <a:pt x="4652146" y="3511662"/>
                </a:moveTo>
                <a:cubicBezTo>
                  <a:pt x="4649785" y="3512750"/>
                  <a:pt x="4649241" y="3514473"/>
                  <a:pt x="4649286" y="3516513"/>
                </a:cubicBezTo>
                <a:lnTo>
                  <a:pt x="4649335" y="3516996"/>
                </a:lnTo>
                <a:lnTo>
                  <a:pt x="4655723" y="3515986"/>
                </a:lnTo>
                <a:lnTo>
                  <a:pt x="4658476" y="3516600"/>
                </a:lnTo>
                <a:close/>
                <a:moveTo>
                  <a:pt x="4169222" y="3506631"/>
                </a:moveTo>
                <a:cubicBezTo>
                  <a:pt x="4160221" y="3511312"/>
                  <a:pt x="4148700" y="3509152"/>
                  <a:pt x="4144379" y="3518152"/>
                </a:cubicBezTo>
                <a:cubicBezTo>
                  <a:pt x="4164902" y="3520312"/>
                  <a:pt x="4141859" y="3545513"/>
                  <a:pt x="4171743" y="3545513"/>
                </a:cubicBezTo>
                <a:cubicBezTo>
                  <a:pt x="4187584" y="3529673"/>
                  <a:pt x="4171743" y="3518152"/>
                  <a:pt x="4169222" y="3506631"/>
                </a:cubicBezTo>
                <a:close/>
                <a:moveTo>
                  <a:pt x="4064811" y="3502311"/>
                </a:moveTo>
                <a:cubicBezTo>
                  <a:pt x="4048609" y="3495471"/>
                  <a:pt x="4046449" y="3540833"/>
                  <a:pt x="4064811" y="3533993"/>
                </a:cubicBezTo>
                <a:cubicBezTo>
                  <a:pt x="4066971" y="3513472"/>
                  <a:pt x="4053290" y="3518152"/>
                  <a:pt x="4064811" y="3502311"/>
                </a:cubicBezTo>
                <a:close/>
                <a:moveTo>
                  <a:pt x="4005405" y="3502311"/>
                </a:moveTo>
                <a:cubicBezTo>
                  <a:pt x="3978402" y="3502311"/>
                  <a:pt x="3996404" y="3522832"/>
                  <a:pt x="3987403" y="3531833"/>
                </a:cubicBezTo>
                <a:cubicBezTo>
                  <a:pt x="3978402" y="3529673"/>
                  <a:pt x="3987403" y="3513472"/>
                  <a:pt x="3975882" y="3515992"/>
                </a:cubicBezTo>
                <a:cubicBezTo>
                  <a:pt x="3969041" y="3536513"/>
                  <a:pt x="3984883" y="3536513"/>
                  <a:pt x="3998564" y="3538673"/>
                </a:cubicBezTo>
                <a:cubicBezTo>
                  <a:pt x="4005405" y="3515992"/>
                  <a:pt x="3996404" y="3518152"/>
                  <a:pt x="4005405" y="3502311"/>
                </a:cubicBezTo>
                <a:close/>
                <a:moveTo>
                  <a:pt x="4255631" y="3500151"/>
                </a:moveTo>
                <a:cubicBezTo>
                  <a:pt x="4262472" y="3513472"/>
                  <a:pt x="4248791" y="3518152"/>
                  <a:pt x="4258151" y="3527152"/>
                </a:cubicBezTo>
                <a:cubicBezTo>
                  <a:pt x="4269313" y="3524992"/>
                  <a:pt x="4267153" y="3527152"/>
                  <a:pt x="4271833" y="3511312"/>
                </a:cubicBezTo>
                <a:cubicBezTo>
                  <a:pt x="4271833" y="3527152"/>
                  <a:pt x="4296675" y="3518152"/>
                  <a:pt x="4298836" y="3531833"/>
                </a:cubicBezTo>
                <a:cubicBezTo>
                  <a:pt x="4301356" y="3504471"/>
                  <a:pt x="4276153" y="3506631"/>
                  <a:pt x="4255631" y="3500151"/>
                </a:cubicBezTo>
                <a:close/>
                <a:moveTo>
                  <a:pt x="4319358" y="3495471"/>
                </a:moveTo>
                <a:cubicBezTo>
                  <a:pt x="4324039" y="3511312"/>
                  <a:pt x="4324039" y="3522832"/>
                  <a:pt x="4326199" y="3527152"/>
                </a:cubicBezTo>
                <a:cubicBezTo>
                  <a:pt x="4335560" y="3506631"/>
                  <a:pt x="4326199" y="3543353"/>
                  <a:pt x="4335560" y="3538673"/>
                </a:cubicBezTo>
                <a:cubicBezTo>
                  <a:pt x="4335560" y="3524992"/>
                  <a:pt x="4344561" y="3522832"/>
                  <a:pt x="4342400" y="3506631"/>
                </a:cubicBezTo>
                <a:cubicBezTo>
                  <a:pt x="4348881" y="3513472"/>
                  <a:pt x="4362563" y="3511312"/>
                  <a:pt x="4360402" y="3495471"/>
                </a:cubicBezTo>
                <a:cubicBezTo>
                  <a:pt x="4335560" y="3502311"/>
                  <a:pt x="4335560" y="3515992"/>
                  <a:pt x="4319358" y="3495471"/>
                </a:cubicBezTo>
                <a:close/>
                <a:moveTo>
                  <a:pt x="4108016" y="3493311"/>
                </a:moveTo>
                <a:cubicBezTo>
                  <a:pt x="4098655" y="3493311"/>
                  <a:pt x="4080653" y="3513472"/>
                  <a:pt x="4089654" y="3520312"/>
                </a:cubicBezTo>
                <a:cubicBezTo>
                  <a:pt x="4094334" y="3511312"/>
                  <a:pt x="4108016" y="3513472"/>
                  <a:pt x="4108016" y="3493311"/>
                </a:cubicBezTo>
                <a:close/>
                <a:moveTo>
                  <a:pt x="4226028" y="3493131"/>
                </a:moveTo>
                <a:cubicBezTo>
                  <a:pt x="4231318" y="3492415"/>
                  <a:pt x="4235722" y="3493153"/>
                  <a:pt x="4237429" y="3496017"/>
                </a:cubicBezTo>
                <a:cubicBezTo>
                  <a:pt x="4228443" y="3504966"/>
                  <a:pt x="4207955" y="3502818"/>
                  <a:pt x="4203282" y="3520717"/>
                </a:cubicBezTo>
                <a:cubicBezTo>
                  <a:pt x="4186299" y="3510514"/>
                  <a:pt x="4210156" y="3495278"/>
                  <a:pt x="4226028" y="3493131"/>
                </a:cubicBezTo>
                <a:close/>
                <a:moveTo>
                  <a:pt x="4610629" y="3490791"/>
                </a:moveTo>
                <a:cubicBezTo>
                  <a:pt x="4585786" y="3490791"/>
                  <a:pt x="4596947" y="3520312"/>
                  <a:pt x="4615309" y="3515992"/>
                </a:cubicBezTo>
                <a:cubicBezTo>
                  <a:pt x="4617469" y="3504471"/>
                  <a:pt x="4606308" y="3506631"/>
                  <a:pt x="4610629" y="3490791"/>
                </a:cubicBezTo>
                <a:close/>
                <a:moveTo>
                  <a:pt x="4558423" y="3490791"/>
                </a:moveTo>
                <a:cubicBezTo>
                  <a:pt x="4553743" y="3504471"/>
                  <a:pt x="4549062" y="3515992"/>
                  <a:pt x="4540061" y="3524992"/>
                </a:cubicBezTo>
                <a:lnTo>
                  <a:pt x="4551013" y="3522763"/>
                </a:lnTo>
                <a:lnTo>
                  <a:pt x="4553171" y="3513467"/>
                </a:lnTo>
                <a:lnTo>
                  <a:pt x="4558709" y="3511752"/>
                </a:lnTo>
                <a:lnTo>
                  <a:pt x="4556983" y="3511638"/>
                </a:lnTo>
                <a:cubicBezTo>
                  <a:pt x="4555026" y="3510951"/>
                  <a:pt x="4553743" y="3509511"/>
                  <a:pt x="4553743" y="3506631"/>
                </a:cubicBezTo>
                <a:cubicBezTo>
                  <a:pt x="4558423" y="3509152"/>
                  <a:pt x="4569944" y="3490791"/>
                  <a:pt x="4558423" y="3490791"/>
                </a:cubicBezTo>
                <a:close/>
                <a:moveTo>
                  <a:pt x="4589481" y="3487163"/>
                </a:moveTo>
                <a:lnTo>
                  <a:pt x="4583479" y="3488767"/>
                </a:lnTo>
                <a:lnTo>
                  <a:pt x="4580284" y="3488574"/>
                </a:lnTo>
                <a:lnTo>
                  <a:pt x="4580284" y="3488580"/>
                </a:lnTo>
                <a:cubicBezTo>
                  <a:pt x="4579800" y="3491736"/>
                  <a:pt x="4578765" y="3494301"/>
                  <a:pt x="4576425" y="3495471"/>
                </a:cubicBezTo>
                <a:close/>
                <a:moveTo>
                  <a:pt x="4760064" y="3484562"/>
                </a:moveTo>
                <a:cubicBezTo>
                  <a:pt x="4771522" y="3484562"/>
                  <a:pt x="4778326" y="3491474"/>
                  <a:pt x="4794081" y="3484562"/>
                </a:cubicBezTo>
                <a:cubicBezTo>
                  <a:pt x="4796230" y="3510028"/>
                  <a:pt x="4766867" y="3510028"/>
                  <a:pt x="4748963" y="3519123"/>
                </a:cubicBezTo>
                <a:cubicBezTo>
                  <a:pt x="4755767" y="3510028"/>
                  <a:pt x="4755767" y="3496203"/>
                  <a:pt x="4760064" y="3484562"/>
                </a:cubicBezTo>
                <a:close/>
                <a:moveTo>
                  <a:pt x="4126018" y="3483950"/>
                </a:moveTo>
                <a:cubicBezTo>
                  <a:pt x="4114857" y="3495471"/>
                  <a:pt x="4112336" y="3504471"/>
                  <a:pt x="4121337" y="3515992"/>
                </a:cubicBezTo>
                <a:cubicBezTo>
                  <a:pt x="4130698" y="3513472"/>
                  <a:pt x="4141859" y="3515992"/>
                  <a:pt x="4141859" y="3502311"/>
                </a:cubicBezTo>
                <a:cubicBezTo>
                  <a:pt x="4137539" y="3500151"/>
                  <a:pt x="4128178" y="3502311"/>
                  <a:pt x="4128178" y="3495471"/>
                </a:cubicBezTo>
                <a:cubicBezTo>
                  <a:pt x="4137539" y="3495471"/>
                  <a:pt x="4130698" y="3486471"/>
                  <a:pt x="4126018" y="3483950"/>
                </a:cubicBezTo>
                <a:close/>
                <a:moveTo>
                  <a:pt x="5228024" y="3477656"/>
                </a:moveTo>
                <a:cubicBezTo>
                  <a:pt x="5223295" y="3486768"/>
                  <a:pt x="5204741" y="3500086"/>
                  <a:pt x="5193463" y="3495530"/>
                </a:cubicBezTo>
                <a:cubicBezTo>
                  <a:pt x="5198192" y="3486768"/>
                  <a:pt x="5216383" y="3473450"/>
                  <a:pt x="5228024" y="3477656"/>
                </a:cubicBezTo>
                <a:close/>
                <a:moveTo>
                  <a:pt x="4467333" y="3477110"/>
                </a:moveTo>
                <a:cubicBezTo>
                  <a:pt x="4472014" y="3486471"/>
                  <a:pt x="4451492" y="3495471"/>
                  <a:pt x="4465173" y="3497631"/>
                </a:cubicBezTo>
                <a:cubicBezTo>
                  <a:pt x="4467333" y="3490791"/>
                  <a:pt x="4472014" y="3488631"/>
                  <a:pt x="4476335" y="3486471"/>
                </a:cubicBezTo>
                <a:cubicBezTo>
                  <a:pt x="4481015" y="3486471"/>
                  <a:pt x="4481015" y="3493311"/>
                  <a:pt x="4490016" y="3490791"/>
                </a:cubicBezTo>
                <a:cubicBezTo>
                  <a:pt x="4490016" y="3474950"/>
                  <a:pt x="4478855" y="3474950"/>
                  <a:pt x="4467333" y="3477110"/>
                </a:cubicBezTo>
                <a:close/>
                <a:moveTo>
                  <a:pt x="4399286" y="3474950"/>
                </a:moveTo>
                <a:cubicBezTo>
                  <a:pt x="4385605" y="3470270"/>
                  <a:pt x="4387765" y="3490791"/>
                  <a:pt x="4371923" y="3483950"/>
                </a:cubicBezTo>
                <a:cubicBezTo>
                  <a:pt x="4371923" y="3504471"/>
                  <a:pt x="4362563" y="3509152"/>
                  <a:pt x="4362563" y="3527152"/>
                </a:cubicBezTo>
                <a:cubicBezTo>
                  <a:pt x="4385605" y="3527152"/>
                  <a:pt x="4367243" y="3509152"/>
                  <a:pt x="4383085" y="3500151"/>
                </a:cubicBezTo>
                <a:cubicBezTo>
                  <a:pt x="4383085" y="3513472"/>
                  <a:pt x="4374084" y="3511312"/>
                  <a:pt x="4380925" y="3520312"/>
                </a:cubicBezTo>
                <a:cubicBezTo>
                  <a:pt x="4410447" y="3520312"/>
                  <a:pt x="4385605" y="3486471"/>
                  <a:pt x="4399286" y="3474950"/>
                </a:cubicBezTo>
                <a:close/>
                <a:moveTo>
                  <a:pt x="4164423" y="3473111"/>
                </a:moveTo>
                <a:cubicBezTo>
                  <a:pt x="4163214" y="3472430"/>
                  <a:pt x="4161931" y="3472700"/>
                  <a:pt x="4160221" y="3474950"/>
                </a:cubicBezTo>
                <a:cubicBezTo>
                  <a:pt x="4171743" y="3483950"/>
                  <a:pt x="4139699" y="3486471"/>
                  <a:pt x="4155541" y="3506631"/>
                </a:cubicBezTo>
                <a:cubicBezTo>
                  <a:pt x="4160221" y="3490791"/>
                  <a:pt x="4180743" y="3497631"/>
                  <a:pt x="4182903" y="3477110"/>
                </a:cubicBezTo>
                <a:cubicBezTo>
                  <a:pt x="4171022" y="3485751"/>
                  <a:pt x="4168052" y="3475153"/>
                  <a:pt x="4164423" y="3473111"/>
                </a:cubicBezTo>
                <a:close/>
                <a:moveTo>
                  <a:pt x="4519113" y="3469494"/>
                </a:moveTo>
                <a:lnTo>
                  <a:pt x="4519342" y="3471153"/>
                </a:lnTo>
                <a:cubicBezTo>
                  <a:pt x="4521114" y="3480013"/>
                  <a:pt x="4520709" y="3474950"/>
                  <a:pt x="4503697" y="3474950"/>
                </a:cubicBezTo>
                <a:cubicBezTo>
                  <a:pt x="4506217" y="3488631"/>
                  <a:pt x="4519539" y="3515992"/>
                  <a:pt x="4535741" y="3497631"/>
                </a:cubicBezTo>
                <a:cubicBezTo>
                  <a:pt x="4528900" y="3497631"/>
                  <a:pt x="4528900" y="3483950"/>
                  <a:pt x="4535741" y="3481790"/>
                </a:cubicBezTo>
                <a:cubicBezTo>
                  <a:pt x="4537901" y="3489711"/>
                  <a:pt x="4542942" y="3490881"/>
                  <a:pt x="4548882" y="3489216"/>
                </a:cubicBezTo>
                <a:lnTo>
                  <a:pt x="4553503" y="3486827"/>
                </a:lnTo>
                <a:lnTo>
                  <a:pt x="4536338" y="3480358"/>
                </a:lnTo>
                <a:cubicBezTo>
                  <a:pt x="4530770" y="3477331"/>
                  <a:pt x="4525439" y="3473709"/>
                  <a:pt x="4520175" y="3470154"/>
                </a:cubicBezTo>
                <a:close/>
                <a:moveTo>
                  <a:pt x="4237629" y="3468110"/>
                </a:moveTo>
                <a:cubicBezTo>
                  <a:pt x="4228629" y="3495471"/>
                  <a:pt x="4196585" y="3483950"/>
                  <a:pt x="4182903" y="3502311"/>
                </a:cubicBezTo>
                <a:cubicBezTo>
                  <a:pt x="4191905" y="3511312"/>
                  <a:pt x="4182903" y="3531833"/>
                  <a:pt x="4196585" y="3536513"/>
                </a:cubicBezTo>
                <a:cubicBezTo>
                  <a:pt x="4201265" y="3515992"/>
                  <a:pt x="4223948" y="3522832"/>
                  <a:pt x="4232949" y="3511312"/>
                </a:cubicBezTo>
                <a:cubicBezTo>
                  <a:pt x="4235469" y="3518152"/>
                  <a:pt x="4235469" y="3522832"/>
                  <a:pt x="4228629" y="3531833"/>
                </a:cubicBezTo>
                <a:cubicBezTo>
                  <a:pt x="4248791" y="3531833"/>
                  <a:pt x="4248791" y="3504471"/>
                  <a:pt x="4258151" y="3490791"/>
                </a:cubicBezTo>
                <a:cubicBezTo>
                  <a:pt x="4244470" y="3488631"/>
                  <a:pt x="4246630" y="3472790"/>
                  <a:pt x="4237629" y="3468110"/>
                </a:cubicBezTo>
                <a:close/>
                <a:moveTo>
                  <a:pt x="4448769" y="3462794"/>
                </a:moveTo>
                <a:cubicBezTo>
                  <a:pt x="4443908" y="3462642"/>
                  <a:pt x="4438440" y="3469730"/>
                  <a:pt x="4426289" y="3468110"/>
                </a:cubicBezTo>
                <a:cubicBezTo>
                  <a:pt x="4417288" y="3479630"/>
                  <a:pt x="4426289" y="3474950"/>
                  <a:pt x="4424129" y="3488631"/>
                </a:cubicBezTo>
                <a:cubicBezTo>
                  <a:pt x="4419449" y="3488631"/>
                  <a:pt x="4417288" y="3481790"/>
                  <a:pt x="4412608" y="3479630"/>
                </a:cubicBezTo>
                <a:cubicBezTo>
                  <a:pt x="4410447" y="3486471"/>
                  <a:pt x="4406127" y="3488631"/>
                  <a:pt x="4406127" y="3500151"/>
                </a:cubicBezTo>
                <a:cubicBezTo>
                  <a:pt x="4424129" y="3493311"/>
                  <a:pt x="4430970" y="3502311"/>
                  <a:pt x="4451492" y="3493311"/>
                </a:cubicBezTo>
                <a:cubicBezTo>
                  <a:pt x="4446811" y="3472790"/>
                  <a:pt x="4444651" y="3486471"/>
                  <a:pt x="4453652" y="3465950"/>
                </a:cubicBezTo>
                <a:cubicBezTo>
                  <a:pt x="4451942" y="3463700"/>
                  <a:pt x="4450389" y="3462845"/>
                  <a:pt x="4448769" y="3462794"/>
                </a:cubicBezTo>
                <a:close/>
                <a:moveTo>
                  <a:pt x="4845390" y="3459697"/>
                </a:moveTo>
                <a:cubicBezTo>
                  <a:pt x="4856861" y="3464407"/>
                  <a:pt x="4843240" y="3473467"/>
                  <a:pt x="4852201" y="3482526"/>
                </a:cubicBezTo>
                <a:cubicBezTo>
                  <a:pt x="4863672" y="3480351"/>
                  <a:pt x="4863672" y="3480351"/>
                  <a:pt x="4863672" y="3480351"/>
                </a:cubicBezTo>
                <a:cubicBezTo>
                  <a:pt x="4867974" y="3477815"/>
                  <a:pt x="4865823" y="3470930"/>
                  <a:pt x="4865823" y="3464407"/>
                </a:cubicBezTo>
                <a:cubicBezTo>
                  <a:pt x="4893067" y="3459697"/>
                  <a:pt x="4867974" y="3484700"/>
                  <a:pt x="4870483" y="3501006"/>
                </a:cubicBezTo>
                <a:cubicBezTo>
                  <a:pt x="4856861" y="3487236"/>
                  <a:pt x="4838579" y="3519124"/>
                  <a:pt x="4822807" y="3516950"/>
                </a:cubicBezTo>
                <a:cubicBezTo>
                  <a:pt x="4809185" y="3512239"/>
                  <a:pt x="4818147" y="3496295"/>
                  <a:pt x="4804525" y="3482526"/>
                </a:cubicBezTo>
                <a:cubicBezTo>
                  <a:pt x="4822807" y="3494121"/>
                  <a:pt x="4813845" y="3482526"/>
                  <a:pt x="4836429" y="3475641"/>
                </a:cubicBezTo>
                <a:cubicBezTo>
                  <a:pt x="4836429" y="3470930"/>
                  <a:pt x="4831769" y="3473467"/>
                  <a:pt x="4827467" y="3473467"/>
                </a:cubicBezTo>
                <a:cubicBezTo>
                  <a:pt x="4827467" y="3452812"/>
                  <a:pt x="4843240" y="3473467"/>
                  <a:pt x="4845390" y="3459697"/>
                </a:cubicBezTo>
                <a:close/>
                <a:moveTo>
                  <a:pt x="4473929" y="3456325"/>
                </a:moveTo>
                <a:lnTo>
                  <a:pt x="4455724" y="3458104"/>
                </a:lnTo>
                <a:lnTo>
                  <a:pt x="4453652" y="3461269"/>
                </a:lnTo>
                <a:cubicBezTo>
                  <a:pt x="4462653" y="3463789"/>
                  <a:pt x="4460493" y="3474950"/>
                  <a:pt x="4476335" y="3470270"/>
                </a:cubicBezTo>
                <a:cubicBezTo>
                  <a:pt x="4477595" y="3465770"/>
                  <a:pt x="4476515" y="3462979"/>
                  <a:pt x="4475119" y="3460189"/>
                </a:cubicBezTo>
                <a:close/>
                <a:moveTo>
                  <a:pt x="4488050" y="3454945"/>
                </a:moveTo>
                <a:lnTo>
                  <a:pt x="4481267" y="3455608"/>
                </a:lnTo>
                <a:lnTo>
                  <a:pt x="4481251" y="3456904"/>
                </a:lnTo>
                <a:cubicBezTo>
                  <a:pt x="4482320" y="3462304"/>
                  <a:pt x="4484886" y="3466940"/>
                  <a:pt x="4490016" y="3470270"/>
                </a:cubicBezTo>
                <a:lnTo>
                  <a:pt x="4490944" y="3455901"/>
                </a:lnTo>
                <a:close/>
                <a:moveTo>
                  <a:pt x="4771866" y="3451814"/>
                </a:moveTo>
                <a:cubicBezTo>
                  <a:pt x="4774006" y="3465602"/>
                  <a:pt x="4774006" y="3465602"/>
                  <a:pt x="4774006" y="3465602"/>
                </a:cubicBezTo>
                <a:cubicBezTo>
                  <a:pt x="4760450" y="3467780"/>
                  <a:pt x="4758310" y="3458708"/>
                  <a:pt x="4753672" y="3474674"/>
                </a:cubicBezTo>
                <a:cubicBezTo>
                  <a:pt x="4751532" y="3474674"/>
                  <a:pt x="4749391" y="3469957"/>
                  <a:pt x="4744753" y="3472497"/>
                </a:cubicBezTo>
                <a:cubicBezTo>
                  <a:pt x="4742613" y="3463425"/>
                  <a:pt x="4749391" y="3460885"/>
                  <a:pt x="4749391" y="3453991"/>
                </a:cubicBezTo>
                <a:cubicBezTo>
                  <a:pt x="4753672" y="3453991"/>
                  <a:pt x="4751532" y="3460885"/>
                  <a:pt x="4753672" y="3465602"/>
                </a:cubicBezTo>
                <a:cubicBezTo>
                  <a:pt x="4762947" y="3463425"/>
                  <a:pt x="4758310" y="3449637"/>
                  <a:pt x="4771866" y="3451814"/>
                </a:cubicBezTo>
                <a:close/>
                <a:moveTo>
                  <a:pt x="4422635" y="3450793"/>
                </a:moveTo>
                <a:lnTo>
                  <a:pt x="4420945" y="3451505"/>
                </a:lnTo>
                <a:lnTo>
                  <a:pt x="4421969" y="3452269"/>
                </a:lnTo>
                <a:close/>
                <a:moveTo>
                  <a:pt x="4389447" y="3450421"/>
                </a:moveTo>
                <a:lnTo>
                  <a:pt x="4394606" y="3459109"/>
                </a:lnTo>
                <a:lnTo>
                  <a:pt x="4398986" y="3457608"/>
                </a:lnTo>
                <a:close/>
                <a:moveTo>
                  <a:pt x="5193107" y="3449637"/>
                </a:moveTo>
                <a:cubicBezTo>
                  <a:pt x="5181715" y="3472111"/>
                  <a:pt x="5161780" y="3463193"/>
                  <a:pt x="5145761" y="3481030"/>
                </a:cubicBezTo>
                <a:cubicBezTo>
                  <a:pt x="5134725" y="3458555"/>
                  <a:pt x="5181715" y="3449637"/>
                  <a:pt x="5193107" y="3449637"/>
                </a:cubicBezTo>
                <a:close/>
                <a:moveTo>
                  <a:pt x="4066026" y="3449434"/>
                </a:moveTo>
                <a:cubicBezTo>
                  <a:pt x="4063461" y="3449389"/>
                  <a:pt x="4061211" y="3449929"/>
                  <a:pt x="4060131" y="3452269"/>
                </a:cubicBezTo>
                <a:cubicBezTo>
                  <a:pt x="4071652" y="3459109"/>
                  <a:pt x="4051130" y="3465950"/>
                  <a:pt x="4055450" y="3479630"/>
                </a:cubicBezTo>
                <a:cubicBezTo>
                  <a:pt x="4071652" y="3483950"/>
                  <a:pt x="4064811" y="3454429"/>
                  <a:pt x="4078493" y="3454429"/>
                </a:cubicBezTo>
                <a:cubicBezTo>
                  <a:pt x="4075973" y="3454429"/>
                  <a:pt x="4073812" y="3452269"/>
                  <a:pt x="4073812" y="3450109"/>
                </a:cubicBezTo>
                <a:cubicBezTo>
                  <a:pt x="4071472" y="3450109"/>
                  <a:pt x="4068592" y="3449479"/>
                  <a:pt x="4066026" y="3449434"/>
                </a:cubicBezTo>
                <a:close/>
                <a:moveTo>
                  <a:pt x="5292556" y="3438525"/>
                </a:moveTo>
                <a:cubicBezTo>
                  <a:pt x="5294705" y="3452349"/>
                  <a:pt x="5272146" y="3473086"/>
                  <a:pt x="5258539" y="3468357"/>
                </a:cubicBezTo>
                <a:cubicBezTo>
                  <a:pt x="5247438" y="3450166"/>
                  <a:pt x="5283604" y="3450166"/>
                  <a:pt x="5292556" y="3438525"/>
                </a:cubicBezTo>
                <a:close/>
                <a:moveTo>
                  <a:pt x="4369674" y="3438464"/>
                </a:moveTo>
                <a:lnTo>
                  <a:pt x="4363208" y="3438725"/>
                </a:lnTo>
                <a:lnTo>
                  <a:pt x="4366928" y="3438768"/>
                </a:lnTo>
                <a:cubicBezTo>
                  <a:pt x="4370033" y="3440748"/>
                  <a:pt x="4371744" y="3444168"/>
                  <a:pt x="4374084" y="3447589"/>
                </a:cubicBezTo>
                <a:lnTo>
                  <a:pt x="4375838" y="3441541"/>
                </a:lnTo>
                <a:close/>
                <a:moveTo>
                  <a:pt x="4352276" y="3436255"/>
                </a:moveTo>
                <a:lnTo>
                  <a:pt x="4351401" y="3438588"/>
                </a:lnTo>
                <a:lnTo>
                  <a:pt x="4353529" y="3438613"/>
                </a:lnTo>
                <a:close/>
                <a:moveTo>
                  <a:pt x="4988317" y="3432175"/>
                </a:moveTo>
                <a:cubicBezTo>
                  <a:pt x="4984015" y="3438965"/>
                  <a:pt x="4958922" y="3454690"/>
                  <a:pt x="4956772" y="3447900"/>
                </a:cubicBezTo>
                <a:cubicBezTo>
                  <a:pt x="4949961" y="3452546"/>
                  <a:pt x="4949961" y="3459337"/>
                  <a:pt x="4949961" y="3470416"/>
                </a:cubicBezTo>
                <a:cubicBezTo>
                  <a:pt x="4931679" y="3452546"/>
                  <a:pt x="4922717" y="3500079"/>
                  <a:pt x="4888663" y="3490787"/>
                </a:cubicBezTo>
                <a:cubicBezTo>
                  <a:pt x="4890814" y="3483997"/>
                  <a:pt x="4893323" y="3475062"/>
                  <a:pt x="4888663" y="3463983"/>
                </a:cubicBezTo>
                <a:cubicBezTo>
                  <a:pt x="4922717" y="3436821"/>
                  <a:pt x="4945301" y="3445756"/>
                  <a:pt x="4988317" y="3432175"/>
                </a:cubicBezTo>
                <a:close/>
                <a:moveTo>
                  <a:pt x="4324573" y="3423091"/>
                </a:moveTo>
                <a:cubicBezTo>
                  <a:pt x="4323431" y="3422140"/>
                  <a:pt x="4321158" y="3423108"/>
                  <a:pt x="4317198" y="3427068"/>
                </a:cubicBezTo>
                <a:cubicBezTo>
                  <a:pt x="4321878" y="3429588"/>
                  <a:pt x="4321878" y="3431748"/>
                  <a:pt x="4321878" y="3438588"/>
                </a:cubicBezTo>
                <a:cubicBezTo>
                  <a:pt x="4312517" y="3436428"/>
                  <a:pt x="4310357" y="3443268"/>
                  <a:pt x="4303516" y="3443268"/>
                </a:cubicBezTo>
                <a:cubicBezTo>
                  <a:pt x="4301356" y="3438588"/>
                  <a:pt x="4303516" y="3433908"/>
                  <a:pt x="4298836" y="3431748"/>
                </a:cubicBezTo>
                <a:cubicBezTo>
                  <a:pt x="4289835" y="3443268"/>
                  <a:pt x="4298836" y="3438588"/>
                  <a:pt x="4296675" y="3454429"/>
                </a:cubicBezTo>
                <a:cubicBezTo>
                  <a:pt x="4296675" y="3454429"/>
                  <a:pt x="4296675" y="3454429"/>
                  <a:pt x="4319358" y="3454429"/>
                </a:cubicBezTo>
                <a:cubicBezTo>
                  <a:pt x="4321248" y="3446058"/>
                  <a:pt x="4327999" y="3425942"/>
                  <a:pt x="4324573" y="3423091"/>
                </a:cubicBezTo>
                <a:close/>
                <a:moveTo>
                  <a:pt x="4185064" y="3418067"/>
                </a:moveTo>
                <a:cubicBezTo>
                  <a:pt x="4155541" y="3420227"/>
                  <a:pt x="4187584" y="3443268"/>
                  <a:pt x="4167062" y="3454429"/>
                </a:cubicBezTo>
                <a:cubicBezTo>
                  <a:pt x="4169222" y="3456949"/>
                  <a:pt x="4171743" y="3459109"/>
                  <a:pt x="4169222" y="3465950"/>
                </a:cubicBezTo>
                <a:cubicBezTo>
                  <a:pt x="4182903" y="3461269"/>
                  <a:pt x="4201265" y="3433908"/>
                  <a:pt x="4194425" y="3424908"/>
                </a:cubicBezTo>
                <a:cubicBezTo>
                  <a:pt x="4189744" y="3443268"/>
                  <a:pt x="4171743" y="3431748"/>
                  <a:pt x="4185064" y="3418067"/>
                </a:cubicBezTo>
                <a:close/>
                <a:moveTo>
                  <a:pt x="4519539" y="3415907"/>
                </a:moveTo>
                <a:lnTo>
                  <a:pt x="4518731" y="3417383"/>
                </a:lnTo>
                <a:lnTo>
                  <a:pt x="4531243" y="3416426"/>
                </a:lnTo>
                <a:cubicBezTo>
                  <a:pt x="4531243" y="3416426"/>
                  <a:pt x="4531243" y="3416426"/>
                  <a:pt x="4530973" y="3418406"/>
                </a:cubicBezTo>
                <a:lnTo>
                  <a:pt x="4529869" y="3426499"/>
                </a:lnTo>
                <a:lnTo>
                  <a:pt x="4539071" y="3428373"/>
                </a:lnTo>
                <a:cubicBezTo>
                  <a:pt x="4543571" y="3429498"/>
                  <a:pt x="4546902" y="3428328"/>
                  <a:pt x="4549062" y="3418067"/>
                </a:cubicBezTo>
                <a:cubicBezTo>
                  <a:pt x="4533221" y="3415907"/>
                  <a:pt x="4537901" y="3415907"/>
                  <a:pt x="4519539" y="3415907"/>
                </a:cubicBezTo>
                <a:close/>
                <a:moveTo>
                  <a:pt x="518836" y="3413832"/>
                </a:moveTo>
                <a:cubicBezTo>
                  <a:pt x="507315" y="3411673"/>
                  <a:pt x="502635" y="3416352"/>
                  <a:pt x="493634" y="3420671"/>
                </a:cubicBezTo>
                <a:cubicBezTo>
                  <a:pt x="502635" y="3420671"/>
                  <a:pt x="500474" y="3427510"/>
                  <a:pt x="511996" y="3425351"/>
                </a:cubicBezTo>
                <a:cubicBezTo>
                  <a:pt x="514156" y="3420671"/>
                  <a:pt x="518836" y="3420671"/>
                  <a:pt x="518836" y="3413832"/>
                </a:cubicBezTo>
                <a:close/>
                <a:moveTo>
                  <a:pt x="5203774" y="3413125"/>
                </a:moveTo>
                <a:cubicBezTo>
                  <a:pt x="5210567" y="3433661"/>
                  <a:pt x="5210567" y="3433661"/>
                  <a:pt x="5210567" y="3433661"/>
                </a:cubicBezTo>
                <a:cubicBezTo>
                  <a:pt x="5170165" y="3438345"/>
                  <a:pt x="5170165" y="3458881"/>
                  <a:pt x="5131550" y="3463564"/>
                </a:cubicBezTo>
                <a:cubicBezTo>
                  <a:pt x="5142991" y="3426816"/>
                  <a:pt x="5185897" y="3445190"/>
                  <a:pt x="5203774" y="3413125"/>
                </a:cubicBezTo>
                <a:close/>
                <a:moveTo>
                  <a:pt x="5395854" y="3409228"/>
                </a:moveTo>
                <a:cubicBezTo>
                  <a:pt x="5402655" y="3420093"/>
                  <a:pt x="5384757" y="3426752"/>
                  <a:pt x="5371154" y="3433411"/>
                </a:cubicBezTo>
                <a:cubicBezTo>
                  <a:pt x="5366500" y="3420093"/>
                  <a:pt x="5386904" y="3406775"/>
                  <a:pt x="5395854" y="3409228"/>
                </a:cubicBezTo>
                <a:close/>
                <a:moveTo>
                  <a:pt x="5344314" y="3408962"/>
                </a:moveTo>
                <a:cubicBezTo>
                  <a:pt x="5347913" y="3410614"/>
                  <a:pt x="5350802" y="3414907"/>
                  <a:pt x="5351860" y="3422910"/>
                </a:cubicBezTo>
                <a:cubicBezTo>
                  <a:pt x="5343041" y="3427226"/>
                  <a:pt x="5331752" y="3431901"/>
                  <a:pt x="5322932" y="3436577"/>
                </a:cubicBezTo>
                <a:cubicBezTo>
                  <a:pt x="5316318" y="3422820"/>
                  <a:pt x="5333516" y="3404005"/>
                  <a:pt x="5344314" y="3408962"/>
                </a:cubicBezTo>
                <a:close/>
                <a:moveTo>
                  <a:pt x="4861312" y="3406775"/>
                </a:moveTo>
                <a:cubicBezTo>
                  <a:pt x="4861312" y="3427056"/>
                  <a:pt x="4850064" y="3420296"/>
                  <a:pt x="4836275" y="3422786"/>
                </a:cubicBezTo>
                <a:cubicBezTo>
                  <a:pt x="4840629" y="3416026"/>
                  <a:pt x="4850064" y="3409265"/>
                  <a:pt x="4861312" y="3406775"/>
                </a:cubicBezTo>
                <a:close/>
                <a:moveTo>
                  <a:pt x="4483175" y="3402227"/>
                </a:moveTo>
                <a:cubicBezTo>
                  <a:pt x="4484885" y="3407357"/>
                  <a:pt x="4484885" y="3413342"/>
                  <a:pt x="4484244" y="3419643"/>
                </a:cubicBezTo>
                <a:lnTo>
                  <a:pt x="4484233" y="3419718"/>
                </a:lnTo>
                <a:lnTo>
                  <a:pt x="4485344" y="3419936"/>
                </a:lnTo>
                <a:lnTo>
                  <a:pt x="4503021" y="3418584"/>
                </a:lnTo>
                <a:lnTo>
                  <a:pt x="4506217" y="3415907"/>
                </a:lnTo>
                <a:cubicBezTo>
                  <a:pt x="4499377" y="3415907"/>
                  <a:pt x="4501537" y="3411227"/>
                  <a:pt x="4506217" y="3406547"/>
                </a:cubicBezTo>
                <a:cubicBezTo>
                  <a:pt x="4496857" y="3404387"/>
                  <a:pt x="4494696" y="3411227"/>
                  <a:pt x="4487855" y="3411227"/>
                </a:cubicBezTo>
                <a:cubicBezTo>
                  <a:pt x="4485695" y="3409067"/>
                  <a:pt x="4487855" y="3402227"/>
                  <a:pt x="4483175" y="3402227"/>
                </a:cubicBezTo>
                <a:close/>
                <a:moveTo>
                  <a:pt x="5456641" y="3390900"/>
                </a:moveTo>
                <a:cubicBezTo>
                  <a:pt x="5467742" y="3409243"/>
                  <a:pt x="5467742" y="3409243"/>
                  <a:pt x="5467742" y="3409243"/>
                </a:cubicBezTo>
                <a:cubicBezTo>
                  <a:pt x="5445183" y="3416076"/>
                  <a:pt x="5434082" y="3436577"/>
                  <a:pt x="5422623" y="3434059"/>
                </a:cubicBezTo>
                <a:cubicBezTo>
                  <a:pt x="5420475" y="3418234"/>
                  <a:pt x="5440886" y="3404567"/>
                  <a:pt x="5456641" y="3390900"/>
                </a:cubicBezTo>
                <a:close/>
                <a:moveTo>
                  <a:pt x="5155701" y="3387620"/>
                </a:moveTo>
                <a:cubicBezTo>
                  <a:pt x="5160139" y="3386402"/>
                  <a:pt x="5164037" y="3386402"/>
                  <a:pt x="5166799" y="3388078"/>
                </a:cubicBezTo>
                <a:cubicBezTo>
                  <a:pt x="5169294" y="3408186"/>
                  <a:pt x="5135438" y="3408186"/>
                  <a:pt x="5117263" y="3419122"/>
                </a:cubicBezTo>
                <a:cubicBezTo>
                  <a:pt x="5124213" y="3405893"/>
                  <a:pt x="5142387" y="3391275"/>
                  <a:pt x="5155701" y="3387620"/>
                </a:cubicBezTo>
                <a:close/>
                <a:moveTo>
                  <a:pt x="4553743" y="3386386"/>
                </a:moveTo>
                <a:cubicBezTo>
                  <a:pt x="4551582" y="3406547"/>
                  <a:pt x="4567424" y="3422748"/>
                  <a:pt x="4576425" y="3411227"/>
                </a:cubicBezTo>
                <a:cubicBezTo>
                  <a:pt x="4572105" y="3397546"/>
                  <a:pt x="4565264" y="3390706"/>
                  <a:pt x="4553743" y="3386386"/>
                </a:cubicBezTo>
                <a:close/>
                <a:moveTo>
                  <a:pt x="4836335" y="3386137"/>
                </a:moveTo>
                <a:cubicBezTo>
                  <a:pt x="4840676" y="3404078"/>
                  <a:pt x="4779169" y="3438166"/>
                  <a:pt x="4763250" y="3404078"/>
                </a:cubicBezTo>
                <a:cubicBezTo>
                  <a:pt x="4770124" y="3386137"/>
                  <a:pt x="4783511" y="3422378"/>
                  <a:pt x="4781340" y="3397260"/>
                </a:cubicBezTo>
                <a:cubicBezTo>
                  <a:pt x="4788215" y="3401925"/>
                  <a:pt x="4806667" y="3395107"/>
                  <a:pt x="4795089" y="3410895"/>
                </a:cubicBezTo>
                <a:cubicBezTo>
                  <a:pt x="4813541" y="3399772"/>
                  <a:pt x="4822586" y="3390443"/>
                  <a:pt x="4836335" y="3386137"/>
                </a:cubicBezTo>
                <a:close/>
                <a:moveTo>
                  <a:pt x="5475584" y="3385887"/>
                </a:moveTo>
                <a:lnTo>
                  <a:pt x="5476023" y="3385908"/>
                </a:lnTo>
                <a:lnTo>
                  <a:pt x="5473407" y="3394764"/>
                </a:lnTo>
                <a:cubicBezTo>
                  <a:pt x="5471230" y="3390148"/>
                  <a:pt x="5471230" y="3388017"/>
                  <a:pt x="5475584" y="3385887"/>
                </a:cubicBezTo>
                <a:close/>
                <a:moveTo>
                  <a:pt x="5089913" y="3357562"/>
                </a:moveTo>
                <a:cubicBezTo>
                  <a:pt x="5089913" y="3380196"/>
                  <a:pt x="5067091" y="3391334"/>
                  <a:pt x="5060208" y="3409657"/>
                </a:cubicBezTo>
                <a:cubicBezTo>
                  <a:pt x="5030504" y="3411813"/>
                  <a:pt x="5009856" y="3425465"/>
                  <a:pt x="4984861" y="3411813"/>
                </a:cubicBezTo>
                <a:cubicBezTo>
                  <a:pt x="4982325" y="3398160"/>
                  <a:pt x="4982325" y="3398160"/>
                  <a:pt x="4982325" y="3398160"/>
                </a:cubicBezTo>
                <a:cubicBezTo>
                  <a:pt x="5016739" y="3373370"/>
                  <a:pt x="5058035" y="3382352"/>
                  <a:pt x="5089913" y="3357562"/>
                </a:cubicBezTo>
                <a:close/>
                <a:moveTo>
                  <a:pt x="5320102" y="3352800"/>
                </a:moveTo>
                <a:cubicBezTo>
                  <a:pt x="5297389" y="3398068"/>
                  <a:pt x="5265302" y="3391242"/>
                  <a:pt x="5228888" y="3420702"/>
                </a:cubicBezTo>
                <a:cubicBezTo>
                  <a:pt x="5222038" y="3404894"/>
                  <a:pt x="5222038" y="3404894"/>
                  <a:pt x="5222038" y="3404894"/>
                </a:cubicBezTo>
                <a:cubicBezTo>
                  <a:pt x="5265302" y="3386931"/>
                  <a:pt x="5292702" y="3361782"/>
                  <a:pt x="5320102" y="3352800"/>
                </a:cubicBezTo>
                <a:close/>
                <a:moveTo>
                  <a:pt x="4166262" y="3350709"/>
                </a:moveTo>
                <a:lnTo>
                  <a:pt x="4156354" y="3351203"/>
                </a:lnTo>
                <a:lnTo>
                  <a:pt x="4148557" y="3357644"/>
                </a:lnTo>
                <a:cubicBezTo>
                  <a:pt x="4145012" y="3358768"/>
                  <a:pt x="4140974" y="3358746"/>
                  <a:pt x="4137688" y="3357295"/>
                </a:cubicBezTo>
                <a:lnTo>
                  <a:pt x="4134132" y="3352311"/>
                </a:lnTo>
                <a:lnTo>
                  <a:pt x="4111866" y="3353420"/>
                </a:lnTo>
                <a:lnTo>
                  <a:pt x="4110311" y="3357157"/>
                </a:lnTo>
                <a:cubicBezTo>
                  <a:pt x="4108376" y="3362602"/>
                  <a:pt x="4106215" y="3369105"/>
                  <a:pt x="4103335" y="3377025"/>
                </a:cubicBezTo>
                <a:cubicBezTo>
                  <a:pt x="4123857" y="3370185"/>
                  <a:pt x="4117017" y="3368025"/>
                  <a:pt x="4130698" y="3379545"/>
                </a:cubicBezTo>
                <a:cubicBezTo>
                  <a:pt x="4135019" y="3379545"/>
                  <a:pt x="4135019" y="3370185"/>
                  <a:pt x="4137539" y="3363705"/>
                </a:cubicBezTo>
                <a:cubicBezTo>
                  <a:pt x="4143209" y="3367665"/>
                  <a:pt x="4148880" y="3369645"/>
                  <a:pt x="4154730" y="3370281"/>
                </a:cubicBezTo>
                <a:lnTo>
                  <a:pt x="4172256" y="3368851"/>
                </a:lnTo>
                <a:lnTo>
                  <a:pt x="4171616" y="3364317"/>
                </a:lnTo>
                <a:lnTo>
                  <a:pt x="4170174" y="3354931"/>
                </a:lnTo>
                <a:lnTo>
                  <a:pt x="4165217" y="3354532"/>
                </a:lnTo>
                <a:close/>
                <a:moveTo>
                  <a:pt x="5542350" y="3350022"/>
                </a:moveTo>
                <a:cubicBezTo>
                  <a:pt x="5528471" y="3360142"/>
                  <a:pt x="5513367" y="3381448"/>
                  <a:pt x="5495048" y="3386824"/>
                </a:cubicBezTo>
                <a:lnTo>
                  <a:pt x="5476023" y="3385908"/>
                </a:lnTo>
                <a:lnTo>
                  <a:pt x="5477699" y="3380233"/>
                </a:lnTo>
                <a:cubicBezTo>
                  <a:pt x="5490167" y="3363871"/>
                  <a:pt x="5523300" y="3344962"/>
                  <a:pt x="5542350" y="3350022"/>
                </a:cubicBezTo>
                <a:close/>
                <a:moveTo>
                  <a:pt x="5220150" y="3349625"/>
                </a:moveTo>
                <a:cubicBezTo>
                  <a:pt x="5222307" y="3349625"/>
                  <a:pt x="5224464" y="3353920"/>
                  <a:pt x="5229136" y="3351773"/>
                </a:cubicBezTo>
                <a:cubicBezTo>
                  <a:pt x="5231293" y="3356426"/>
                  <a:pt x="5233809" y="3353920"/>
                  <a:pt x="5235966" y="3353920"/>
                </a:cubicBezTo>
                <a:cubicBezTo>
                  <a:pt x="5226980" y="3365375"/>
                  <a:pt x="5203976" y="3385779"/>
                  <a:pt x="5186004" y="3381125"/>
                </a:cubicBezTo>
                <a:cubicBezTo>
                  <a:pt x="5179175" y="3358574"/>
                  <a:pt x="5226980" y="3378978"/>
                  <a:pt x="5220150" y="3349625"/>
                </a:cubicBezTo>
                <a:close/>
                <a:moveTo>
                  <a:pt x="486793" y="3347962"/>
                </a:moveTo>
                <a:cubicBezTo>
                  <a:pt x="482472" y="3350482"/>
                  <a:pt x="482472" y="3359480"/>
                  <a:pt x="475632" y="3361640"/>
                </a:cubicBezTo>
                <a:cubicBezTo>
                  <a:pt x="493634" y="3361640"/>
                  <a:pt x="484633" y="3377478"/>
                  <a:pt x="486793" y="3386836"/>
                </a:cubicBezTo>
                <a:cubicBezTo>
                  <a:pt x="511996" y="3397995"/>
                  <a:pt x="511996" y="3400514"/>
                  <a:pt x="546199" y="3402674"/>
                </a:cubicBezTo>
                <a:cubicBezTo>
                  <a:pt x="553040" y="3395835"/>
                  <a:pt x="562041" y="3393675"/>
                  <a:pt x="562041" y="3382157"/>
                </a:cubicBezTo>
                <a:cubicBezTo>
                  <a:pt x="548359" y="3366319"/>
                  <a:pt x="536838" y="3375318"/>
                  <a:pt x="507315" y="3370639"/>
                </a:cubicBezTo>
                <a:cubicBezTo>
                  <a:pt x="500474" y="3361640"/>
                  <a:pt x="507315" y="3347962"/>
                  <a:pt x="486793" y="3347962"/>
                </a:cubicBezTo>
                <a:close/>
                <a:moveTo>
                  <a:pt x="4034470" y="3347780"/>
                </a:moveTo>
                <a:lnTo>
                  <a:pt x="4034073" y="3349889"/>
                </a:lnTo>
                <a:cubicBezTo>
                  <a:pt x="4033218" y="3354434"/>
                  <a:pt x="4031508" y="3363525"/>
                  <a:pt x="4028087" y="3381706"/>
                </a:cubicBezTo>
                <a:cubicBezTo>
                  <a:pt x="4028087" y="3390706"/>
                  <a:pt x="4044289" y="3377025"/>
                  <a:pt x="4055450" y="3383866"/>
                </a:cubicBezTo>
                <a:cubicBezTo>
                  <a:pt x="4057971" y="3365865"/>
                  <a:pt x="4048609" y="3356864"/>
                  <a:pt x="4069132" y="3356864"/>
                </a:cubicBezTo>
                <a:cubicBezTo>
                  <a:pt x="4064811" y="3370185"/>
                  <a:pt x="4057971" y="3372705"/>
                  <a:pt x="4069132" y="3379545"/>
                </a:cubicBezTo>
                <a:cubicBezTo>
                  <a:pt x="4080653" y="3374865"/>
                  <a:pt x="4091814" y="3365865"/>
                  <a:pt x="4103335" y="3361185"/>
                </a:cubicBezTo>
                <a:cubicBezTo>
                  <a:pt x="4101085" y="3360645"/>
                  <a:pt x="4098677" y="3358664"/>
                  <a:pt x="4096686" y="3356105"/>
                </a:cubicBezTo>
                <a:lnTo>
                  <a:pt x="4095682" y="3354037"/>
                </a:lnTo>
                <a:close/>
                <a:moveTo>
                  <a:pt x="3947979" y="3339194"/>
                </a:moveTo>
                <a:lnTo>
                  <a:pt x="3953200" y="3370185"/>
                </a:lnTo>
                <a:cubicBezTo>
                  <a:pt x="3962201" y="3368025"/>
                  <a:pt x="3964361" y="3354344"/>
                  <a:pt x="3971202" y="3365865"/>
                </a:cubicBezTo>
                <a:cubicBezTo>
                  <a:pt x="3969041" y="3374865"/>
                  <a:pt x="3964361" y="3377025"/>
                  <a:pt x="3962201" y="3386386"/>
                </a:cubicBezTo>
                <a:cubicBezTo>
                  <a:pt x="3984883" y="3390706"/>
                  <a:pt x="3964361" y="3354344"/>
                  <a:pt x="3994244" y="3361185"/>
                </a:cubicBezTo>
                <a:cubicBezTo>
                  <a:pt x="3989563" y="3372705"/>
                  <a:pt x="3980563" y="3377025"/>
                  <a:pt x="3978402" y="3393226"/>
                </a:cubicBezTo>
                <a:cubicBezTo>
                  <a:pt x="4002165" y="3375945"/>
                  <a:pt x="4008106" y="3365347"/>
                  <a:pt x="4020071" y="3355357"/>
                </a:cubicBezTo>
                <a:lnTo>
                  <a:pt x="4031729" y="3347500"/>
                </a:lnTo>
                <a:lnTo>
                  <a:pt x="4030294" y="3347353"/>
                </a:lnTo>
                <a:lnTo>
                  <a:pt x="3998480" y="3343334"/>
                </a:lnTo>
                <a:lnTo>
                  <a:pt x="3997101" y="3344505"/>
                </a:lnTo>
                <a:lnTo>
                  <a:pt x="3996352" y="3343065"/>
                </a:lnTo>
                <a:lnTo>
                  <a:pt x="3966224" y="3339259"/>
                </a:lnTo>
                <a:close/>
                <a:moveTo>
                  <a:pt x="3926085" y="3339117"/>
                </a:moveTo>
                <a:lnTo>
                  <a:pt x="3927277" y="3352454"/>
                </a:lnTo>
                <a:cubicBezTo>
                  <a:pt x="3928718" y="3357314"/>
                  <a:pt x="3931598" y="3361364"/>
                  <a:pt x="3937358" y="3363705"/>
                </a:cubicBezTo>
                <a:cubicBezTo>
                  <a:pt x="3937358" y="3363705"/>
                  <a:pt x="3937358" y="3363705"/>
                  <a:pt x="3941678" y="3340664"/>
                </a:cubicBezTo>
                <a:lnTo>
                  <a:pt x="3936137" y="3339152"/>
                </a:lnTo>
                <a:close/>
                <a:moveTo>
                  <a:pt x="3916700" y="3339083"/>
                </a:moveTo>
                <a:lnTo>
                  <a:pt x="3913776" y="3351554"/>
                </a:lnTo>
                <a:cubicBezTo>
                  <a:pt x="3912336" y="3354974"/>
                  <a:pt x="3909995" y="3356684"/>
                  <a:pt x="3905315" y="3354344"/>
                </a:cubicBezTo>
                <a:cubicBezTo>
                  <a:pt x="3905315" y="3350024"/>
                  <a:pt x="3909995" y="3347504"/>
                  <a:pt x="3909995" y="3345344"/>
                </a:cubicBezTo>
                <a:cubicBezTo>
                  <a:pt x="3905675" y="3347099"/>
                  <a:pt x="3902671" y="3344956"/>
                  <a:pt x="3900243" y="3342445"/>
                </a:cubicBezTo>
                <a:lnTo>
                  <a:pt x="3896854" y="3339701"/>
                </a:lnTo>
                <a:lnTo>
                  <a:pt x="3891531" y="3340497"/>
                </a:lnTo>
                <a:lnTo>
                  <a:pt x="3889473" y="3343184"/>
                </a:lnTo>
                <a:cubicBezTo>
                  <a:pt x="3894153" y="3343184"/>
                  <a:pt x="3894153" y="3352184"/>
                  <a:pt x="3891633" y="3359024"/>
                </a:cubicBezTo>
                <a:cubicBezTo>
                  <a:pt x="3903154" y="3359024"/>
                  <a:pt x="3916836" y="3359024"/>
                  <a:pt x="3918996" y="3365865"/>
                </a:cubicBezTo>
                <a:cubicBezTo>
                  <a:pt x="3924757" y="3361364"/>
                  <a:pt x="3924757" y="3356774"/>
                  <a:pt x="3923047" y="3352184"/>
                </a:cubicBezTo>
                <a:lnTo>
                  <a:pt x="3917100" y="3339085"/>
                </a:lnTo>
                <a:close/>
                <a:moveTo>
                  <a:pt x="5460913" y="3328987"/>
                </a:moveTo>
                <a:cubicBezTo>
                  <a:pt x="5456249" y="3347118"/>
                  <a:pt x="5472037" y="3344942"/>
                  <a:pt x="5478854" y="3360898"/>
                </a:cubicBezTo>
                <a:cubicBezTo>
                  <a:pt x="5472037" y="3367788"/>
                  <a:pt x="5472037" y="3376854"/>
                  <a:pt x="5460913" y="3383744"/>
                </a:cubicBezTo>
                <a:cubicBezTo>
                  <a:pt x="5449431" y="3381568"/>
                  <a:pt x="5444766" y="3365612"/>
                  <a:pt x="5435796" y="3363437"/>
                </a:cubicBezTo>
                <a:cubicBezTo>
                  <a:pt x="5406373" y="3381568"/>
                  <a:pt x="5404220" y="3400062"/>
                  <a:pt x="5374438" y="3390634"/>
                </a:cubicBezTo>
                <a:cubicBezTo>
                  <a:pt x="5404220" y="3360898"/>
                  <a:pt x="5428978" y="3358722"/>
                  <a:pt x="5460913" y="3328987"/>
                </a:cubicBezTo>
                <a:close/>
                <a:moveTo>
                  <a:pt x="4539656" y="3328918"/>
                </a:moveTo>
                <a:cubicBezTo>
                  <a:pt x="4532230" y="3331753"/>
                  <a:pt x="4527640" y="3337424"/>
                  <a:pt x="4533221" y="3345344"/>
                </a:cubicBezTo>
                <a:cubicBezTo>
                  <a:pt x="4537901" y="3333823"/>
                  <a:pt x="4549062" y="3356864"/>
                  <a:pt x="4558423" y="3354344"/>
                </a:cubicBezTo>
                <a:cubicBezTo>
                  <a:pt x="4553743" y="3338504"/>
                  <a:pt x="4555903" y="3340664"/>
                  <a:pt x="4563103" y="3329503"/>
                </a:cubicBezTo>
                <a:cubicBezTo>
                  <a:pt x="4557342" y="3326083"/>
                  <a:pt x="4547081" y="3326083"/>
                  <a:pt x="4539656" y="3328918"/>
                </a:cubicBezTo>
                <a:close/>
                <a:moveTo>
                  <a:pt x="4766807" y="3327850"/>
                </a:moveTo>
                <a:cubicBezTo>
                  <a:pt x="4768867" y="3328683"/>
                  <a:pt x="4771798" y="3330348"/>
                  <a:pt x="4778759" y="3329296"/>
                </a:cubicBezTo>
                <a:cubicBezTo>
                  <a:pt x="4778759" y="3338058"/>
                  <a:pt x="4778759" y="3338058"/>
                  <a:pt x="4778759" y="3338058"/>
                </a:cubicBezTo>
                <a:cubicBezTo>
                  <a:pt x="4767036" y="3340161"/>
                  <a:pt x="4771798" y="3349274"/>
                  <a:pt x="4760075" y="3342615"/>
                </a:cubicBezTo>
                <a:cubicBezTo>
                  <a:pt x="4760075" y="3331399"/>
                  <a:pt x="4760075" y="3331399"/>
                  <a:pt x="4760075" y="3331399"/>
                </a:cubicBezTo>
                <a:cubicBezTo>
                  <a:pt x="4763556" y="3327018"/>
                  <a:pt x="4764746" y="3327018"/>
                  <a:pt x="4766807" y="3327850"/>
                </a:cubicBezTo>
                <a:close/>
                <a:moveTo>
                  <a:pt x="4637991" y="3324823"/>
                </a:moveTo>
                <a:cubicBezTo>
                  <a:pt x="4635831" y="3333823"/>
                  <a:pt x="4642672" y="3336343"/>
                  <a:pt x="4642672" y="3345344"/>
                </a:cubicBezTo>
                <a:cubicBezTo>
                  <a:pt x="4653833" y="3345344"/>
                  <a:pt x="4660674" y="3340664"/>
                  <a:pt x="4663194" y="3331663"/>
                </a:cubicBezTo>
                <a:cubicBezTo>
                  <a:pt x="4658513" y="3320143"/>
                  <a:pt x="4646992" y="3345344"/>
                  <a:pt x="4642672" y="3329503"/>
                </a:cubicBezTo>
                <a:cubicBezTo>
                  <a:pt x="4646992" y="3329503"/>
                  <a:pt x="4644832" y="3322663"/>
                  <a:pt x="4637991" y="3324823"/>
                </a:cubicBezTo>
                <a:close/>
                <a:moveTo>
                  <a:pt x="5524897" y="3324817"/>
                </a:moveTo>
                <a:cubicBezTo>
                  <a:pt x="5520311" y="3336446"/>
                  <a:pt x="5506906" y="3352436"/>
                  <a:pt x="5493500" y="3350256"/>
                </a:cubicBezTo>
                <a:cubicBezTo>
                  <a:pt x="5498086" y="3340807"/>
                  <a:pt x="5513608" y="3322637"/>
                  <a:pt x="5524897" y="3324817"/>
                </a:cubicBezTo>
                <a:close/>
                <a:moveTo>
                  <a:pt x="4484076" y="3316633"/>
                </a:moveTo>
                <a:cubicBezTo>
                  <a:pt x="4477505" y="3316363"/>
                  <a:pt x="4471834" y="3319243"/>
                  <a:pt x="4474174" y="3329503"/>
                </a:cubicBezTo>
                <a:cubicBezTo>
                  <a:pt x="4478855" y="3331663"/>
                  <a:pt x="4494696" y="3322663"/>
                  <a:pt x="4494696" y="3333823"/>
                </a:cubicBezTo>
                <a:cubicBezTo>
                  <a:pt x="4485695" y="3333823"/>
                  <a:pt x="4487855" y="3347504"/>
                  <a:pt x="4476335" y="3345344"/>
                </a:cubicBezTo>
                <a:cubicBezTo>
                  <a:pt x="4467333" y="3340664"/>
                  <a:pt x="4448971" y="3343184"/>
                  <a:pt x="4446811" y="3340664"/>
                </a:cubicBezTo>
                <a:cubicBezTo>
                  <a:pt x="4455812" y="3352184"/>
                  <a:pt x="4439971" y="3363705"/>
                  <a:pt x="4433130" y="3352184"/>
                </a:cubicBezTo>
                <a:cubicBezTo>
                  <a:pt x="4430970" y="3368025"/>
                  <a:pt x="4437810" y="3372705"/>
                  <a:pt x="4444651" y="3377025"/>
                </a:cubicBezTo>
                <a:cubicBezTo>
                  <a:pt x="4444651" y="3368025"/>
                  <a:pt x="4448971" y="3363705"/>
                  <a:pt x="4453652" y="3361185"/>
                </a:cubicBezTo>
                <a:cubicBezTo>
                  <a:pt x="4465173" y="3397546"/>
                  <a:pt x="4465173" y="3340664"/>
                  <a:pt x="4481015" y="3374865"/>
                </a:cubicBezTo>
                <a:cubicBezTo>
                  <a:pt x="4483175" y="3347504"/>
                  <a:pt x="4501537" y="3365865"/>
                  <a:pt x="4506217" y="3374865"/>
                </a:cubicBezTo>
                <a:cubicBezTo>
                  <a:pt x="4501537" y="3352184"/>
                  <a:pt x="4515219" y="3352184"/>
                  <a:pt x="4515219" y="3336343"/>
                </a:cubicBezTo>
                <a:cubicBezTo>
                  <a:pt x="4501537" y="3345344"/>
                  <a:pt x="4490016" y="3343184"/>
                  <a:pt x="4499377" y="3322663"/>
                </a:cubicBezTo>
                <a:cubicBezTo>
                  <a:pt x="4498117" y="3320323"/>
                  <a:pt x="4490646" y="3316903"/>
                  <a:pt x="4484076" y="3316633"/>
                </a:cubicBezTo>
                <a:close/>
                <a:moveTo>
                  <a:pt x="5384073" y="3312512"/>
                </a:moveTo>
                <a:cubicBezTo>
                  <a:pt x="5389999" y="3313024"/>
                  <a:pt x="5395525" y="3315229"/>
                  <a:pt x="5399479" y="3319639"/>
                </a:cubicBezTo>
                <a:cubicBezTo>
                  <a:pt x="5381147" y="3335514"/>
                  <a:pt x="5367489" y="3328811"/>
                  <a:pt x="5351674" y="3339747"/>
                </a:cubicBezTo>
                <a:cubicBezTo>
                  <a:pt x="5344935" y="3324666"/>
                  <a:pt x="5366298" y="3310974"/>
                  <a:pt x="5384073" y="3312512"/>
                </a:cubicBezTo>
                <a:close/>
                <a:moveTo>
                  <a:pt x="4774918" y="3307453"/>
                </a:moveTo>
                <a:cubicBezTo>
                  <a:pt x="4779196" y="3308227"/>
                  <a:pt x="4782784" y="3311345"/>
                  <a:pt x="4785116" y="3318164"/>
                </a:cubicBezTo>
                <a:cubicBezTo>
                  <a:pt x="4764664" y="3331803"/>
                  <a:pt x="4755693" y="3316011"/>
                  <a:pt x="4733088" y="3327137"/>
                </a:cubicBezTo>
                <a:cubicBezTo>
                  <a:pt x="4743045" y="3323907"/>
                  <a:pt x="4762085" y="3305131"/>
                  <a:pt x="4774918" y="3307453"/>
                </a:cubicBezTo>
                <a:close/>
                <a:moveTo>
                  <a:pt x="4264743" y="3304985"/>
                </a:moveTo>
                <a:lnTo>
                  <a:pt x="4259667" y="3309839"/>
                </a:lnTo>
                <a:lnTo>
                  <a:pt x="4269313" y="3311142"/>
                </a:lnTo>
                <a:lnTo>
                  <a:pt x="4263919" y="3322722"/>
                </a:lnTo>
                <a:lnTo>
                  <a:pt x="4272298" y="3323245"/>
                </a:lnTo>
                <a:lnTo>
                  <a:pt x="4272690" y="3323375"/>
                </a:lnTo>
                <a:lnTo>
                  <a:pt x="4273099" y="3321279"/>
                </a:lnTo>
                <a:cubicBezTo>
                  <a:pt x="4274196" y="3317083"/>
                  <a:pt x="4275794" y="3313392"/>
                  <a:pt x="4278674" y="3311142"/>
                </a:cubicBezTo>
                <a:cubicBezTo>
                  <a:pt x="4277413" y="3307722"/>
                  <a:pt x="4274533" y="3306552"/>
                  <a:pt x="4271113" y="3305967"/>
                </a:cubicBezTo>
                <a:close/>
                <a:moveTo>
                  <a:pt x="5497747" y="3302625"/>
                </a:moveTo>
                <a:cubicBezTo>
                  <a:pt x="5507194" y="3302608"/>
                  <a:pt x="5512649" y="3314824"/>
                  <a:pt x="5509231" y="3323415"/>
                </a:cubicBezTo>
                <a:cubicBezTo>
                  <a:pt x="5500469" y="3330217"/>
                  <a:pt x="5493809" y="3318762"/>
                  <a:pt x="5487150" y="3307307"/>
                </a:cubicBezTo>
                <a:cubicBezTo>
                  <a:pt x="5491006" y="3303995"/>
                  <a:pt x="5494598" y="3302631"/>
                  <a:pt x="5497747" y="3302625"/>
                </a:cubicBezTo>
                <a:close/>
                <a:moveTo>
                  <a:pt x="4239375" y="3300412"/>
                </a:moveTo>
                <a:cubicBezTo>
                  <a:pt x="4239375" y="3300412"/>
                  <a:pt x="4241833" y="3301085"/>
                  <a:pt x="4244905" y="3301926"/>
                </a:cubicBezTo>
                <a:lnTo>
                  <a:pt x="4246873" y="3302465"/>
                </a:lnTo>
                <a:close/>
                <a:moveTo>
                  <a:pt x="4635831" y="3288461"/>
                </a:moveTo>
                <a:cubicBezTo>
                  <a:pt x="4617469" y="3299982"/>
                  <a:pt x="4619629" y="3326983"/>
                  <a:pt x="4596947" y="3324823"/>
                </a:cubicBezTo>
                <a:cubicBezTo>
                  <a:pt x="4606308" y="3324823"/>
                  <a:pt x="4601627" y="3340664"/>
                  <a:pt x="4610629" y="3338504"/>
                </a:cubicBezTo>
                <a:cubicBezTo>
                  <a:pt x="4619629" y="3322663"/>
                  <a:pt x="4642672" y="3304302"/>
                  <a:pt x="4635831" y="3288461"/>
                </a:cubicBezTo>
                <a:close/>
                <a:moveTo>
                  <a:pt x="4459654" y="3286717"/>
                </a:moveTo>
                <a:cubicBezTo>
                  <a:pt x="4454169" y="3287899"/>
                  <a:pt x="4454102" y="3296471"/>
                  <a:pt x="4448971" y="3299982"/>
                </a:cubicBezTo>
                <a:cubicBezTo>
                  <a:pt x="4451492" y="3290621"/>
                  <a:pt x="4444651" y="3286301"/>
                  <a:pt x="4439971" y="3295301"/>
                </a:cubicBezTo>
                <a:cubicBezTo>
                  <a:pt x="4448971" y="3295301"/>
                  <a:pt x="4442491" y="3311142"/>
                  <a:pt x="4448971" y="3315822"/>
                </a:cubicBezTo>
                <a:cubicBezTo>
                  <a:pt x="4448971" y="3315822"/>
                  <a:pt x="4448971" y="3315822"/>
                  <a:pt x="4460493" y="3313302"/>
                </a:cubicBezTo>
                <a:cubicBezTo>
                  <a:pt x="4465173" y="3306462"/>
                  <a:pt x="4467333" y="3299982"/>
                  <a:pt x="4467333" y="3288461"/>
                </a:cubicBezTo>
                <a:cubicBezTo>
                  <a:pt x="4463913" y="3286751"/>
                  <a:pt x="4461483" y="3286324"/>
                  <a:pt x="4459654" y="3286717"/>
                </a:cubicBezTo>
                <a:close/>
                <a:moveTo>
                  <a:pt x="4474174" y="3286301"/>
                </a:moveTo>
                <a:cubicBezTo>
                  <a:pt x="4469494" y="3293141"/>
                  <a:pt x="4467333" y="3313302"/>
                  <a:pt x="4478855" y="3313302"/>
                </a:cubicBezTo>
                <a:cubicBezTo>
                  <a:pt x="4483355" y="3307722"/>
                  <a:pt x="4485605" y="3302682"/>
                  <a:pt x="4485020" y="3298181"/>
                </a:cubicBezTo>
                <a:lnTo>
                  <a:pt x="4477860" y="3290339"/>
                </a:lnTo>
                <a:lnTo>
                  <a:pt x="4474325" y="3290660"/>
                </a:lnTo>
                <a:lnTo>
                  <a:pt x="4476610" y="3288969"/>
                </a:lnTo>
                <a:close/>
                <a:moveTo>
                  <a:pt x="4963307" y="3284590"/>
                </a:moveTo>
                <a:cubicBezTo>
                  <a:pt x="4966456" y="3284865"/>
                  <a:pt x="4969071" y="3285483"/>
                  <a:pt x="4970253" y="3286124"/>
                </a:cubicBezTo>
                <a:cubicBezTo>
                  <a:pt x="4972436" y="3297481"/>
                  <a:pt x="4951699" y="3295283"/>
                  <a:pt x="4944787" y="3300045"/>
                </a:cubicBezTo>
                <a:cubicBezTo>
                  <a:pt x="4939603" y="3286033"/>
                  <a:pt x="4953860" y="3283766"/>
                  <a:pt x="4963307" y="3284590"/>
                </a:cubicBezTo>
                <a:close/>
                <a:moveTo>
                  <a:pt x="4523497" y="3281828"/>
                </a:moveTo>
                <a:lnTo>
                  <a:pt x="4508378" y="3295301"/>
                </a:lnTo>
                <a:cubicBezTo>
                  <a:pt x="4517379" y="3296381"/>
                  <a:pt x="4524220" y="3294671"/>
                  <a:pt x="4529665" y="3291251"/>
                </a:cubicBezTo>
                <a:lnTo>
                  <a:pt x="4535529" y="3284754"/>
                </a:lnTo>
                <a:close/>
                <a:moveTo>
                  <a:pt x="4542581" y="3276941"/>
                </a:moveTo>
                <a:lnTo>
                  <a:pt x="4538738" y="3277663"/>
                </a:lnTo>
                <a:lnTo>
                  <a:pt x="4539719" y="3280112"/>
                </a:lnTo>
                <a:close/>
                <a:moveTo>
                  <a:pt x="4506768" y="3267169"/>
                </a:moveTo>
                <a:lnTo>
                  <a:pt x="4506217" y="3270100"/>
                </a:lnTo>
                <a:lnTo>
                  <a:pt x="4510990" y="3268465"/>
                </a:lnTo>
                <a:lnTo>
                  <a:pt x="4510690" y="3267986"/>
                </a:lnTo>
                <a:close/>
                <a:moveTo>
                  <a:pt x="4598938" y="3265718"/>
                </a:moveTo>
                <a:cubicBezTo>
                  <a:pt x="4591209" y="3266208"/>
                  <a:pt x="4582366" y="3278291"/>
                  <a:pt x="4572105" y="3274780"/>
                </a:cubicBezTo>
                <a:cubicBezTo>
                  <a:pt x="4572105" y="3274780"/>
                  <a:pt x="4572105" y="3274780"/>
                  <a:pt x="4572105" y="3290621"/>
                </a:cubicBezTo>
                <a:cubicBezTo>
                  <a:pt x="4592627" y="3286301"/>
                  <a:pt x="4603788" y="3283781"/>
                  <a:pt x="4606308" y="3270100"/>
                </a:cubicBezTo>
                <a:cubicBezTo>
                  <a:pt x="4603968" y="3266680"/>
                  <a:pt x="4601515" y="3265555"/>
                  <a:pt x="4598938" y="3265718"/>
                </a:cubicBezTo>
                <a:close/>
                <a:moveTo>
                  <a:pt x="4572105" y="3258940"/>
                </a:moveTo>
                <a:lnTo>
                  <a:pt x="4571947" y="3259446"/>
                </a:lnTo>
                <a:lnTo>
                  <a:pt x="4563103" y="3261100"/>
                </a:lnTo>
                <a:cubicBezTo>
                  <a:pt x="4572105" y="3258940"/>
                  <a:pt x="4572105" y="3258940"/>
                  <a:pt x="4572105" y="3258940"/>
                </a:cubicBezTo>
                <a:close/>
                <a:moveTo>
                  <a:pt x="4388005" y="3252562"/>
                </a:moveTo>
                <a:cubicBezTo>
                  <a:pt x="4365324" y="3254722"/>
                  <a:pt x="4342644" y="3252562"/>
                  <a:pt x="4319604" y="3270563"/>
                </a:cubicBezTo>
                <a:cubicBezTo>
                  <a:pt x="4322124" y="3252562"/>
                  <a:pt x="4299084" y="3273083"/>
                  <a:pt x="4290084" y="3273083"/>
                </a:cubicBezTo>
                <a:cubicBezTo>
                  <a:pt x="4281084" y="3268403"/>
                  <a:pt x="4283244" y="3250042"/>
                  <a:pt x="4269563" y="3254722"/>
                </a:cubicBezTo>
                <a:cubicBezTo>
                  <a:pt x="4260563" y="3268403"/>
                  <a:pt x="4246883" y="3286764"/>
                  <a:pt x="4240043" y="3293605"/>
                </a:cubicBezTo>
                <a:cubicBezTo>
                  <a:pt x="4237883" y="3286764"/>
                  <a:pt x="4231043" y="3282084"/>
                  <a:pt x="4222043" y="3277404"/>
                </a:cubicBezTo>
                <a:cubicBezTo>
                  <a:pt x="4217363" y="3263723"/>
                  <a:pt x="4242563" y="3275244"/>
                  <a:pt x="4235723" y="3261563"/>
                </a:cubicBezTo>
                <a:cubicBezTo>
                  <a:pt x="4225463" y="3263183"/>
                  <a:pt x="4206090" y="3262373"/>
                  <a:pt x="4195223" y="3268549"/>
                </a:cubicBezTo>
                <a:lnTo>
                  <a:pt x="4189006" y="3276008"/>
                </a:lnTo>
                <a:lnTo>
                  <a:pt x="4189964" y="3277410"/>
                </a:lnTo>
                <a:lnTo>
                  <a:pt x="4202558" y="3277449"/>
                </a:lnTo>
                <a:cubicBezTo>
                  <a:pt x="4207103" y="3276863"/>
                  <a:pt x="4210523" y="3277403"/>
                  <a:pt x="4210523" y="3284244"/>
                </a:cubicBezTo>
                <a:lnTo>
                  <a:pt x="4198426" y="3287166"/>
                </a:lnTo>
                <a:lnTo>
                  <a:pt x="4213088" y="3302223"/>
                </a:lnTo>
                <a:lnTo>
                  <a:pt x="4214947" y="3297462"/>
                </a:lnTo>
                <a:cubicBezTo>
                  <a:pt x="4221698" y="3309342"/>
                  <a:pt x="4231081" y="3302187"/>
                  <a:pt x="4235351" y="3308346"/>
                </a:cubicBezTo>
                <a:lnTo>
                  <a:pt x="4236772" y="3315704"/>
                </a:lnTo>
                <a:lnTo>
                  <a:pt x="4237523" y="3315840"/>
                </a:lnTo>
                <a:lnTo>
                  <a:pt x="4240761" y="3317798"/>
                </a:lnTo>
                <a:lnTo>
                  <a:pt x="4252661" y="3308892"/>
                </a:lnTo>
                <a:lnTo>
                  <a:pt x="4255483" y="3309273"/>
                </a:lnTo>
                <a:lnTo>
                  <a:pt x="4249952" y="3305520"/>
                </a:lnTo>
                <a:lnTo>
                  <a:pt x="4249356" y="3303144"/>
                </a:lnTo>
                <a:lnTo>
                  <a:pt x="4248603" y="3300138"/>
                </a:lnTo>
                <a:cubicBezTo>
                  <a:pt x="4255672" y="3302273"/>
                  <a:pt x="4251207" y="3295513"/>
                  <a:pt x="4258276" y="3290887"/>
                </a:cubicBezTo>
                <a:cubicBezTo>
                  <a:pt x="4261811" y="3292132"/>
                  <a:pt x="4262369" y="3293822"/>
                  <a:pt x="4262927" y="3295779"/>
                </a:cubicBezTo>
                <a:lnTo>
                  <a:pt x="4265712" y="3299667"/>
                </a:lnTo>
                <a:lnTo>
                  <a:pt x="4276829" y="3290126"/>
                </a:lnTo>
                <a:cubicBezTo>
                  <a:pt x="4281374" y="3285581"/>
                  <a:pt x="4281914" y="3281621"/>
                  <a:pt x="4269313" y="3279461"/>
                </a:cubicBezTo>
                <a:cubicBezTo>
                  <a:pt x="4277233" y="3273701"/>
                  <a:pt x="4287494" y="3275411"/>
                  <a:pt x="4295505" y="3281666"/>
                </a:cubicBezTo>
                <a:lnTo>
                  <a:pt x="4300366" y="3287858"/>
                </a:lnTo>
                <a:lnTo>
                  <a:pt x="4309800" y="3282973"/>
                </a:lnTo>
                <a:cubicBezTo>
                  <a:pt x="4314966" y="3281862"/>
                  <a:pt x="4320131" y="3280705"/>
                  <a:pt x="4324663" y="3275012"/>
                </a:cubicBezTo>
                <a:cubicBezTo>
                  <a:pt x="4331550" y="3286398"/>
                  <a:pt x="4340613" y="3279638"/>
                  <a:pt x="4336263" y="3293159"/>
                </a:cubicBezTo>
                <a:cubicBezTo>
                  <a:pt x="4325932" y="3283018"/>
                  <a:pt x="4315601" y="3289289"/>
                  <a:pt x="4305269" y="3291107"/>
                </a:cubicBezTo>
                <a:lnTo>
                  <a:pt x="4302836" y="3291004"/>
                </a:lnTo>
                <a:lnTo>
                  <a:pt x="4305260" y="3294092"/>
                </a:lnTo>
                <a:cubicBezTo>
                  <a:pt x="4307567" y="3299127"/>
                  <a:pt x="4308737" y="3304932"/>
                  <a:pt x="4308197" y="3311142"/>
                </a:cubicBezTo>
                <a:cubicBezTo>
                  <a:pt x="4297936" y="3306642"/>
                  <a:pt x="4293886" y="3315732"/>
                  <a:pt x="4290735" y="3323968"/>
                </a:cubicBezTo>
                <a:lnTo>
                  <a:pt x="4288527" y="3328609"/>
                </a:lnTo>
                <a:lnTo>
                  <a:pt x="4308889" y="3335339"/>
                </a:lnTo>
                <a:lnTo>
                  <a:pt x="4342944" y="3355520"/>
                </a:lnTo>
                <a:lnTo>
                  <a:pt x="4351401" y="3354344"/>
                </a:lnTo>
                <a:lnTo>
                  <a:pt x="4352890" y="3361414"/>
                </a:lnTo>
                <a:lnTo>
                  <a:pt x="4365069" y="3368632"/>
                </a:lnTo>
                <a:lnTo>
                  <a:pt x="4367243" y="3368025"/>
                </a:lnTo>
                <a:cubicBezTo>
                  <a:pt x="4351401" y="3359024"/>
                  <a:pt x="4369403" y="3359024"/>
                  <a:pt x="4369403" y="3338504"/>
                </a:cubicBezTo>
                <a:cubicBezTo>
                  <a:pt x="4383085" y="3331663"/>
                  <a:pt x="4376244" y="3352184"/>
                  <a:pt x="4385605" y="3352184"/>
                </a:cubicBezTo>
                <a:cubicBezTo>
                  <a:pt x="4383085" y="3359024"/>
                  <a:pt x="4376244" y="3356864"/>
                  <a:pt x="4376244" y="3363705"/>
                </a:cubicBezTo>
                <a:cubicBezTo>
                  <a:pt x="4378764" y="3368025"/>
                  <a:pt x="4378764" y="3372705"/>
                  <a:pt x="4383085" y="3374865"/>
                </a:cubicBezTo>
                <a:cubicBezTo>
                  <a:pt x="4392445" y="3372705"/>
                  <a:pt x="4387765" y="3356864"/>
                  <a:pt x="4394606" y="3352184"/>
                </a:cubicBezTo>
                <a:cubicBezTo>
                  <a:pt x="4396766" y="3338504"/>
                  <a:pt x="4378764" y="3340664"/>
                  <a:pt x="4394606" y="3331663"/>
                </a:cubicBezTo>
                <a:cubicBezTo>
                  <a:pt x="4394606" y="3329503"/>
                  <a:pt x="4378764" y="3324823"/>
                  <a:pt x="4374084" y="3331663"/>
                </a:cubicBezTo>
                <a:cubicBezTo>
                  <a:pt x="4375164" y="3322483"/>
                  <a:pt x="4372914" y="3315642"/>
                  <a:pt x="4370933" y="3309387"/>
                </a:cubicBezTo>
                <a:lnTo>
                  <a:pt x="4370918" y="3309200"/>
                </a:lnTo>
                <a:lnTo>
                  <a:pt x="4367200" y="3311168"/>
                </a:lnTo>
                <a:cubicBezTo>
                  <a:pt x="4367200" y="3311168"/>
                  <a:pt x="4367200" y="3311168"/>
                  <a:pt x="4358438" y="3304390"/>
                </a:cubicBezTo>
                <a:cubicBezTo>
                  <a:pt x="4361767" y="3299930"/>
                  <a:pt x="4366148" y="3295471"/>
                  <a:pt x="4369434" y="3291280"/>
                </a:cubicBezTo>
                <a:lnTo>
                  <a:pt x="4369453" y="3291231"/>
                </a:lnTo>
                <a:lnTo>
                  <a:pt x="4369403" y="3290621"/>
                </a:lnTo>
                <a:lnTo>
                  <a:pt x="4369654" y="3290707"/>
                </a:lnTo>
                <a:lnTo>
                  <a:pt x="4373859" y="3279775"/>
                </a:lnTo>
                <a:cubicBezTo>
                  <a:pt x="4380518" y="3284056"/>
                  <a:pt x="4378415" y="3288693"/>
                  <a:pt x="4385075" y="3290834"/>
                </a:cubicBezTo>
                <a:lnTo>
                  <a:pt x="4377488" y="3296537"/>
                </a:lnTo>
                <a:lnTo>
                  <a:pt x="4378809" y="3300657"/>
                </a:lnTo>
                <a:cubicBezTo>
                  <a:pt x="4379665" y="3306642"/>
                  <a:pt x="4379665" y="3313482"/>
                  <a:pt x="4383085" y="3315822"/>
                </a:cubicBezTo>
                <a:cubicBezTo>
                  <a:pt x="4392445" y="3308982"/>
                  <a:pt x="4408287" y="3311142"/>
                  <a:pt x="4415128" y="3299982"/>
                </a:cubicBezTo>
                <a:cubicBezTo>
                  <a:pt x="4406127" y="3288461"/>
                  <a:pt x="4385605" y="3308982"/>
                  <a:pt x="4387765" y="3279461"/>
                </a:cubicBezTo>
                <a:cubicBezTo>
                  <a:pt x="4395686" y="3286301"/>
                  <a:pt x="4398566" y="3282881"/>
                  <a:pt x="4399151" y="3276895"/>
                </a:cubicBezTo>
                <a:lnTo>
                  <a:pt x="4398840" y="3270712"/>
                </a:lnTo>
                <a:lnTo>
                  <a:pt x="4392685" y="3277404"/>
                </a:lnTo>
                <a:cubicBezTo>
                  <a:pt x="4389265" y="3275694"/>
                  <a:pt x="4388253" y="3273714"/>
                  <a:pt x="4388410" y="3271598"/>
                </a:cubicBezTo>
                <a:lnTo>
                  <a:pt x="4390153" y="3267397"/>
                </a:lnTo>
                <a:lnTo>
                  <a:pt x="4384911" y="3275228"/>
                </a:lnTo>
                <a:cubicBezTo>
                  <a:pt x="4381468" y="3278295"/>
                  <a:pt x="4376906" y="3279960"/>
                  <a:pt x="4370109" y="3278908"/>
                </a:cubicBezTo>
                <a:lnTo>
                  <a:pt x="4371211" y="3271124"/>
                </a:lnTo>
                <a:lnTo>
                  <a:pt x="4368384" y="3273667"/>
                </a:lnTo>
                <a:cubicBezTo>
                  <a:pt x="4362467" y="3275982"/>
                  <a:pt x="4355577" y="3272542"/>
                  <a:pt x="4348483" y="3284184"/>
                </a:cubicBezTo>
                <a:cubicBezTo>
                  <a:pt x="4348483" y="3284184"/>
                  <a:pt x="4348483" y="3284184"/>
                  <a:pt x="4339388" y="3277481"/>
                </a:cubicBezTo>
                <a:cubicBezTo>
                  <a:pt x="4347392" y="3275365"/>
                  <a:pt x="4353758" y="3273160"/>
                  <a:pt x="4359261" y="3271484"/>
                </a:cubicBezTo>
                <a:lnTo>
                  <a:pt x="4371493" y="3269134"/>
                </a:lnTo>
                <a:lnTo>
                  <a:pt x="4371825" y="3266784"/>
                </a:lnTo>
                <a:cubicBezTo>
                  <a:pt x="4373340" y="3263684"/>
                  <a:pt x="4375632" y="3261516"/>
                  <a:pt x="4378203" y="3260245"/>
                </a:cubicBezTo>
                <a:lnTo>
                  <a:pt x="4391885" y="3262918"/>
                </a:lnTo>
                <a:lnTo>
                  <a:pt x="4393495" y="3258367"/>
                </a:lnTo>
                <a:cubicBezTo>
                  <a:pt x="4393383" y="3256252"/>
                  <a:pt x="4391965" y="3254272"/>
                  <a:pt x="4388005" y="3252562"/>
                </a:cubicBezTo>
                <a:close/>
                <a:moveTo>
                  <a:pt x="4522059" y="3252099"/>
                </a:moveTo>
                <a:lnTo>
                  <a:pt x="4520644" y="3252515"/>
                </a:lnTo>
                <a:lnTo>
                  <a:pt x="4516453" y="3254933"/>
                </a:lnTo>
                <a:cubicBezTo>
                  <a:pt x="4512209" y="3256893"/>
                  <a:pt x="4509350" y="3259121"/>
                  <a:pt x="4512567" y="3263575"/>
                </a:cubicBezTo>
                <a:lnTo>
                  <a:pt x="4518091" y="3264434"/>
                </a:lnTo>
                <a:close/>
                <a:moveTo>
                  <a:pt x="4778762" y="3249612"/>
                </a:moveTo>
                <a:cubicBezTo>
                  <a:pt x="4776218" y="3263257"/>
                  <a:pt x="4760228" y="3265771"/>
                  <a:pt x="4760228" y="3279416"/>
                </a:cubicBezTo>
                <a:cubicBezTo>
                  <a:pt x="4753324" y="3276902"/>
                  <a:pt x="4751143" y="3270080"/>
                  <a:pt x="4748963" y="3261102"/>
                </a:cubicBezTo>
                <a:cubicBezTo>
                  <a:pt x="4758048" y="3256434"/>
                  <a:pt x="4764952" y="3249612"/>
                  <a:pt x="4778762" y="3249612"/>
                </a:cubicBezTo>
                <a:close/>
                <a:moveTo>
                  <a:pt x="4551738" y="3249209"/>
                </a:moveTo>
                <a:lnTo>
                  <a:pt x="4552438" y="3255430"/>
                </a:lnTo>
                <a:cubicBezTo>
                  <a:pt x="4555543" y="3266230"/>
                  <a:pt x="4560584" y="3278200"/>
                  <a:pt x="4555903" y="3293141"/>
                </a:cubicBezTo>
                <a:cubicBezTo>
                  <a:pt x="4555903" y="3293141"/>
                  <a:pt x="4555903" y="3293141"/>
                  <a:pt x="4563103" y="3290621"/>
                </a:cubicBezTo>
                <a:cubicBezTo>
                  <a:pt x="4567604" y="3287201"/>
                  <a:pt x="4566974" y="3282071"/>
                  <a:pt x="4566659" y="3276401"/>
                </a:cubicBezTo>
                <a:lnTo>
                  <a:pt x="4571947" y="3259446"/>
                </a:lnTo>
                <a:lnTo>
                  <a:pt x="4595430" y="3255055"/>
                </a:lnTo>
                <a:lnTo>
                  <a:pt x="4588166" y="3250042"/>
                </a:lnTo>
                <a:cubicBezTo>
                  <a:pt x="4580246" y="3256882"/>
                  <a:pt x="4572236" y="3255802"/>
                  <a:pt x="4564226" y="3253012"/>
                </a:cubicBezTo>
                <a:close/>
                <a:moveTo>
                  <a:pt x="4410072" y="3248152"/>
                </a:moveTo>
                <a:cubicBezTo>
                  <a:pt x="4407805" y="3247387"/>
                  <a:pt x="4405105" y="3247792"/>
                  <a:pt x="4401685" y="3250042"/>
                </a:cubicBezTo>
                <a:cubicBezTo>
                  <a:pt x="4397725" y="3252922"/>
                  <a:pt x="4396308" y="3255375"/>
                  <a:pt x="4396128" y="3257608"/>
                </a:cubicBezTo>
                <a:lnTo>
                  <a:pt x="4397653" y="3262715"/>
                </a:lnTo>
                <a:lnTo>
                  <a:pt x="4396766" y="3258940"/>
                </a:lnTo>
                <a:cubicBezTo>
                  <a:pt x="4399286" y="3252099"/>
                  <a:pt x="4401447" y="3254259"/>
                  <a:pt x="4401447" y="3258940"/>
                </a:cubicBezTo>
                <a:cubicBezTo>
                  <a:pt x="4403607" y="3258940"/>
                  <a:pt x="4406127" y="3256420"/>
                  <a:pt x="4406127" y="3252099"/>
                </a:cubicBezTo>
                <a:cubicBezTo>
                  <a:pt x="4410988" y="3260470"/>
                  <a:pt x="4399444" y="3272890"/>
                  <a:pt x="4404001" y="3279489"/>
                </a:cubicBezTo>
                <a:lnTo>
                  <a:pt x="4405290" y="3279986"/>
                </a:lnTo>
                <a:lnTo>
                  <a:pt x="4409352" y="3276600"/>
                </a:lnTo>
                <a:cubicBezTo>
                  <a:pt x="4409352" y="3276600"/>
                  <a:pt x="4409352" y="3276600"/>
                  <a:pt x="4411078" y="3277432"/>
                </a:cubicBezTo>
                <a:lnTo>
                  <a:pt x="4416525" y="3280058"/>
                </a:lnTo>
                <a:lnTo>
                  <a:pt x="4422853" y="3263197"/>
                </a:lnTo>
                <a:lnTo>
                  <a:pt x="4415860" y="3253282"/>
                </a:lnTo>
                <a:cubicBezTo>
                  <a:pt x="4414173" y="3250852"/>
                  <a:pt x="4412339" y="3248917"/>
                  <a:pt x="4410072" y="3248152"/>
                </a:cubicBezTo>
                <a:close/>
                <a:moveTo>
                  <a:pt x="5340940" y="3247180"/>
                </a:moveTo>
                <a:cubicBezTo>
                  <a:pt x="5343626" y="3248074"/>
                  <a:pt x="5346719" y="3250941"/>
                  <a:pt x="5350253" y="3256676"/>
                </a:cubicBezTo>
                <a:cubicBezTo>
                  <a:pt x="5333882" y="3261409"/>
                  <a:pt x="5338347" y="3273061"/>
                  <a:pt x="5326813" y="3268327"/>
                </a:cubicBezTo>
                <a:cubicBezTo>
                  <a:pt x="5328487" y="3259589"/>
                  <a:pt x="5332882" y="3244501"/>
                  <a:pt x="5340940" y="3247180"/>
                </a:cubicBezTo>
                <a:close/>
                <a:moveTo>
                  <a:pt x="4207868" y="3241401"/>
                </a:moveTo>
                <a:cubicBezTo>
                  <a:pt x="4202423" y="3241131"/>
                  <a:pt x="4195583" y="3243381"/>
                  <a:pt x="4192163" y="3247882"/>
                </a:cubicBezTo>
                <a:cubicBezTo>
                  <a:pt x="4199003" y="3261563"/>
                  <a:pt x="4208363" y="3243201"/>
                  <a:pt x="4215203" y="3250042"/>
                </a:cubicBezTo>
                <a:cubicBezTo>
                  <a:pt x="4217363" y="3244461"/>
                  <a:pt x="4213313" y="3241671"/>
                  <a:pt x="4207868" y="3241401"/>
                </a:cubicBezTo>
                <a:close/>
                <a:moveTo>
                  <a:pt x="4178865" y="3233854"/>
                </a:moveTo>
                <a:lnTo>
                  <a:pt x="4172540" y="3233998"/>
                </a:lnTo>
                <a:lnTo>
                  <a:pt x="4173981" y="3241233"/>
                </a:lnTo>
                <a:close/>
                <a:moveTo>
                  <a:pt x="4489454" y="3227209"/>
                </a:moveTo>
                <a:lnTo>
                  <a:pt x="4487179" y="3232986"/>
                </a:lnTo>
                <a:cubicBezTo>
                  <a:pt x="4484125" y="3237239"/>
                  <a:pt x="4480615" y="3232581"/>
                  <a:pt x="4472245" y="3234201"/>
                </a:cubicBezTo>
                <a:cubicBezTo>
                  <a:pt x="4472245" y="3241041"/>
                  <a:pt x="4469725" y="3247882"/>
                  <a:pt x="4472245" y="3254722"/>
                </a:cubicBezTo>
                <a:cubicBezTo>
                  <a:pt x="4474405" y="3250042"/>
                  <a:pt x="4492765" y="3250042"/>
                  <a:pt x="4488085" y="3259403"/>
                </a:cubicBezTo>
                <a:lnTo>
                  <a:pt x="4479389" y="3258089"/>
                </a:lnTo>
                <a:lnTo>
                  <a:pt x="4487855" y="3270100"/>
                </a:lnTo>
                <a:cubicBezTo>
                  <a:pt x="4485695" y="3256420"/>
                  <a:pt x="4501537" y="3252099"/>
                  <a:pt x="4506217" y="3231578"/>
                </a:cubicBezTo>
                <a:lnTo>
                  <a:pt x="4503124" y="3230728"/>
                </a:lnTo>
                <a:lnTo>
                  <a:pt x="4500595" y="3241356"/>
                </a:lnTo>
                <a:cubicBezTo>
                  <a:pt x="4499425" y="3245001"/>
                  <a:pt x="4497085" y="3246622"/>
                  <a:pt x="4490245" y="3243201"/>
                </a:cubicBezTo>
                <a:cubicBezTo>
                  <a:pt x="4488625" y="3236451"/>
                  <a:pt x="4498548" y="3234763"/>
                  <a:pt x="4496776" y="3230544"/>
                </a:cubicBezTo>
                <a:lnTo>
                  <a:pt x="4493904" y="3228194"/>
                </a:lnTo>
                <a:lnTo>
                  <a:pt x="4490826" y="3227348"/>
                </a:lnTo>
                <a:close/>
                <a:moveTo>
                  <a:pt x="4204452" y="3227018"/>
                </a:moveTo>
                <a:lnTo>
                  <a:pt x="4189813" y="3232378"/>
                </a:lnTo>
                <a:lnTo>
                  <a:pt x="4185323" y="3236721"/>
                </a:lnTo>
                <a:cubicBezTo>
                  <a:pt x="4196843" y="3241041"/>
                  <a:pt x="4205843" y="3232041"/>
                  <a:pt x="4215203" y="3227360"/>
                </a:cubicBezTo>
                <a:close/>
                <a:moveTo>
                  <a:pt x="4547126" y="3218360"/>
                </a:moveTo>
                <a:lnTo>
                  <a:pt x="4541760" y="3219478"/>
                </a:lnTo>
                <a:lnTo>
                  <a:pt x="4540061" y="3236259"/>
                </a:lnTo>
                <a:lnTo>
                  <a:pt x="4543285" y="3235447"/>
                </a:lnTo>
                <a:lnTo>
                  <a:pt x="4544516" y="3231230"/>
                </a:lnTo>
                <a:cubicBezTo>
                  <a:pt x="4546496" y="3226370"/>
                  <a:pt x="4548206" y="3221780"/>
                  <a:pt x="4547126" y="3218360"/>
                </a:cubicBezTo>
                <a:close/>
                <a:moveTo>
                  <a:pt x="5648500" y="3213687"/>
                </a:moveTo>
                <a:cubicBezTo>
                  <a:pt x="5675705" y="3225287"/>
                  <a:pt x="5632391" y="3239062"/>
                  <a:pt x="5614493" y="3255012"/>
                </a:cubicBezTo>
                <a:cubicBezTo>
                  <a:pt x="5603038" y="3257187"/>
                  <a:pt x="5652795" y="3211512"/>
                  <a:pt x="5648500" y="3213687"/>
                </a:cubicBezTo>
                <a:close/>
                <a:moveTo>
                  <a:pt x="4595554" y="3213435"/>
                </a:moveTo>
                <a:lnTo>
                  <a:pt x="4585516" y="3217673"/>
                </a:lnTo>
                <a:lnTo>
                  <a:pt x="4584652" y="3217707"/>
                </a:lnTo>
                <a:lnTo>
                  <a:pt x="4584476" y="3218045"/>
                </a:lnTo>
                <a:cubicBezTo>
                  <a:pt x="4584746" y="3221150"/>
                  <a:pt x="4585826" y="3223940"/>
                  <a:pt x="4583486" y="3227360"/>
                </a:cubicBezTo>
                <a:cubicBezTo>
                  <a:pt x="4577906" y="3230780"/>
                  <a:pt x="4578536" y="3226820"/>
                  <a:pt x="4578266" y="3221735"/>
                </a:cubicBezTo>
                <a:lnTo>
                  <a:pt x="4577310" y="3218000"/>
                </a:lnTo>
                <a:lnTo>
                  <a:pt x="4563373" y="3218556"/>
                </a:lnTo>
                <a:lnTo>
                  <a:pt x="4560550" y="3216098"/>
                </a:lnTo>
                <a:lnTo>
                  <a:pt x="4558331" y="3223175"/>
                </a:lnTo>
                <a:lnTo>
                  <a:pt x="4557766" y="3224788"/>
                </a:lnTo>
                <a:lnTo>
                  <a:pt x="4560583" y="3224738"/>
                </a:lnTo>
                <a:lnTo>
                  <a:pt x="4550850" y="3239633"/>
                </a:lnTo>
                <a:lnTo>
                  <a:pt x="4560463" y="3241575"/>
                </a:lnTo>
                <a:cubicBezTo>
                  <a:pt x="4564777" y="3241322"/>
                  <a:pt x="4568974" y="3240119"/>
                  <a:pt x="4573091" y="3238566"/>
                </a:cubicBezTo>
                <a:lnTo>
                  <a:pt x="4578485" y="3236620"/>
                </a:lnTo>
                <a:lnTo>
                  <a:pt x="4567988" y="3234112"/>
                </a:lnTo>
                <a:cubicBezTo>
                  <a:pt x="4572717" y="3225193"/>
                  <a:pt x="4577083" y="3231971"/>
                  <a:pt x="4581812" y="3231971"/>
                </a:cubicBezTo>
                <a:cubicBezTo>
                  <a:pt x="4585268" y="3230901"/>
                  <a:pt x="4585814" y="3226977"/>
                  <a:pt x="4587224" y="3223855"/>
                </a:cubicBezTo>
                <a:lnTo>
                  <a:pt x="4597798" y="3220563"/>
                </a:lnTo>
                <a:lnTo>
                  <a:pt x="4598066" y="3216604"/>
                </a:lnTo>
                <a:close/>
                <a:moveTo>
                  <a:pt x="4718444" y="3208337"/>
                </a:moveTo>
                <a:cubicBezTo>
                  <a:pt x="4698486" y="3219561"/>
                  <a:pt x="4666769" y="3249250"/>
                  <a:pt x="4648950" y="3219561"/>
                </a:cubicBezTo>
                <a:cubicBezTo>
                  <a:pt x="4671402" y="3212681"/>
                  <a:pt x="4693854" y="3208337"/>
                  <a:pt x="4718444" y="3208337"/>
                </a:cubicBezTo>
                <a:close/>
                <a:moveTo>
                  <a:pt x="4546902" y="3204217"/>
                </a:moveTo>
                <a:lnTo>
                  <a:pt x="4546791" y="3204531"/>
                </a:lnTo>
                <a:lnTo>
                  <a:pt x="4547126" y="3204679"/>
                </a:lnTo>
                <a:lnTo>
                  <a:pt x="4547269" y="3204536"/>
                </a:lnTo>
                <a:close/>
                <a:moveTo>
                  <a:pt x="5365205" y="3203575"/>
                </a:moveTo>
                <a:cubicBezTo>
                  <a:pt x="5374083" y="3212660"/>
                  <a:pt x="5369822" y="3217384"/>
                  <a:pt x="5371952" y="3224288"/>
                </a:cubicBezTo>
                <a:cubicBezTo>
                  <a:pt x="5360944" y="3233373"/>
                  <a:pt x="5351711" y="3233373"/>
                  <a:pt x="5347450" y="3222108"/>
                </a:cubicBezTo>
                <a:cubicBezTo>
                  <a:pt x="5358458" y="3217384"/>
                  <a:pt x="5351711" y="3208299"/>
                  <a:pt x="5365205" y="3203575"/>
                </a:cubicBezTo>
                <a:close/>
                <a:moveTo>
                  <a:pt x="4913134" y="3201513"/>
                </a:moveTo>
                <a:cubicBezTo>
                  <a:pt x="4915291" y="3226496"/>
                  <a:pt x="4881144" y="3222151"/>
                  <a:pt x="4870002" y="3233375"/>
                </a:cubicBezTo>
                <a:cubicBezTo>
                  <a:pt x="4858500" y="3229030"/>
                  <a:pt x="4872158" y="3212737"/>
                  <a:pt x="4863173" y="3215272"/>
                </a:cubicBezTo>
                <a:cubicBezTo>
                  <a:pt x="4872158" y="3208392"/>
                  <a:pt x="4896959" y="3192462"/>
                  <a:pt x="4896959" y="3217444"/>
                </a:cubicBezTo>
                <a:cubicBezTo>
                  <a:pt x="4903789" y="3212737"/>
                  <a:pt x="4899475" y="3199341"/>
                  <a:pt x="4913134" y="3201513"/>
                </a:cubicBezTo>
                <a:close/>
                <a:moveTo>
                  <a:pt x="4523653" y="3199423"/>
                </a:moveTo>
                <a:lnTo>
                  <a:pt x="4520691" y="3205346"/>
                </a:lnTo>
                <a:lnTo>
                  <a:pt x="4524219" y="3199897"/>
                </a:lnTo>
                <a:close/>
                <a:moveTo>
                  <a:pt x="4835505" y="3198393"/>
                </a:moveTo>
                <a:cubicBezTo>
                  <a:pt x="4838669" y="3198359"/>
                  <a:pt x="4841096" y="3199655"/>
                  <a:pt x="4842265" y="3203111"/>
                </a:cubicBezTo>
                <a:cubicBezTo>
                  <a:pt x="4834353" y="3203111"/>
                  <a:pt x="4830936" y="3203111"/>
                  <a:pt x="4828643" y="3205112"/>
                </a:cubicBezTo>
                <a:lnTo>
                  <a:pt x="4822487" y="3217647"/>
                </a:lnTo>
                <a:lnTo>
                  <a:pt x="4827972" y="3219853"/>
                </a:lnTo>
                <a:cubicBezTo>
                  <a:pt x="4821011" y="3231226"/>
                  <a:pt x="4818446" y="3235846"/>
                  <a:pt x="4827972" y="3248996"/>
                </a:cubicBezTo>
                <a:cubicBezTo>
                  <a:pt x="4804525" y="3260369"/>
                  <a:pt x="4816248" y="3222340"/>
                  <a:pt x="4809288" y="3222340"/>
                </a:cubicBezTo>
                <a:cubicBezTo>
                  <a:pt x="4809288" y="3217720"/>
                  <a:pt x="4811486" y="3217720"/>
                  <a:pt x="4814050" y="3217720"/>
                </a:cubicBezTo>
                <a:lnTo>
                  <a:pt x="4818093" y="3217333"/>
                </a:lnTo>
                <a:lnTo>
                  <a:pt x="4815021" y="3215839"/>
                </a:lnTo>
                <a:cubicBezTo>
                  <a:pt x="4807198" y="3215344"/>
                  <a:pt x="4797757" y="3220937"/>
                  <a:pt x="4801264" y="3212206"/>
                </a:cubicBezTo>
                <a:cubicBezTo>
                  <a:pt x="4809896" y="3210569"/>
                  <a:pt x="4826013" y="3198495"/>
                  <a:pt x="4835505" y="3198393"/>
                </a:cubicBezTo>
                <a:close/>
                <a:moveTo>
                  <a:pt x="4625264" y="3182161"/>
                </a:moveTo>
                <a:lnTo>
                  <a:pt x="4619371" y="3186261"/>
                </a:lnTo>
                <a:lnTo>
                  <a:pt x="4619621" y="3186678"/>
                </a:lnTo>
                <a:cubicBezTo>
                  <a:pt x="4622186" y="3188388"/>
                  <a:pt x="4624526" y="3190098"/>
                  <a:pt x="4622366" y="3193518"/>
                </a:cubicBezTo>
                <a:cubicBezTo>
                  <a:pt x="4625786" y="3194598"/>
                  <a:pt x="4629206" y="3192888"/>
                  <a:pt x="4632627" y="3190053"/>
                </a:cubicBezTo>
                <a:lnTo>
                  <a:pt x="4639150" y="3183558"/>
                </a:lnTo>
                <a:close/>
                <a:moveTo>
                  <a:pt x="457270" y="3182026"/>
                </a:moveTo>
                <a:cubicBezTo>
                  <a:pt x="434587" y="3179866"/>
                  <a:pt x="436748" y="3211542"/>
                  <a:pt x="441428" y="3220541"/>
                </a:cubicBezTo>
                <a:cubicBezTo>
                  <a:pt x="461950" y="3220541"/>
                  <a:pt x="443588" y="3195704"/>
                  <a:pt x="457270" y="3182026"/>
                </a:cubicBezTo>
                <a:close/>
                <a:moveTo>
                  <a:pt x="4829564" y="3179666"/>
                </a:moveTo>
                <a:cubicBezTo>
                  <a:pt x="4811164" y="3183973"/>
                  <a:pt x="4804309" y="3188638"/>
                  <a:pt x="4813689" y="3200124"/>
                </a:cubicBezTo>
                <a:cubicBezTo>
                  <a:pt x="4795289" y="3206584"/>
                  <a:pt x="4813689" y="3188638"/>
                  <a:pt x="4799979" y="3186485"/>
                </a:cubicBezTo>
                <a:cubicBezTo>
                  <a:pt x="4790598" y="3204431"/>
                  <a:pt x="4761013" y="3190792"/>
                  <a:pt x="4763539" y="3211250"/>
                </a:cubicBezTo>
                <a:cubicBezTo>
                  <a:pt x="4751994" y="3195458"/>
                  <a:pt x="4742974" y="3215916"/>
                  <a:pt x="4726738" y="3206584"/>
                </a:cubicBezTo>
                <a:cubicBezTo>
                  <a:pt x="4756684" y="3193304"/>
                  <a:pt x="4804309" y="3175000"/>
                  <a:pt x="4829564" y="3179666"/>
                </a:cubicBezTo>
                <a:close/>
                <a:moveTo>
                  <a:pt x="4618098" y="3179455"/>
                </a:moveTo>
                <a:lnTo>
                  <a:pt x="4615526" y="3179837"/>
                </a:lnTo>
                <a:lnTo>
                  <a:pt x="4616282" y="3181101"/>
                </a:lnTo>
                <a:lnTo>
                  <a:pt x="4617919" y="3179670"/>
                </a:lnTo>
                <a:close/>
                <a:moveTo>
                  <a:pt x="4701927" y="3163636"/>
                </a:moveTo>
                <a:cubicBezTo>
                  <a:pt x="4692747" y="3167056"/>
                  <a:pt x="4683117" y="3168226"/>
                  <a:pt x="4673487" y="3169981"/>
                </a:cubicBezTo>
                <a:lnTo>
                  <a:pt x="4658345" y="3175229"/>
                </a:lnTo>
                <a:lnTo>
                  <a:pt x="4656300" y="3178784"/>
                </a:lnTo>
                <a:lnTo>
                  <a:pt x="4670067" y="3177497"/>
                </a:lnTo>
                <a:cubicBezTo>
                  <a:pt x="4677987" y="3175787"/>
                  <a:pt x="4685907" y="3174077"/>
                  <a:pt x="4695087" y="3175157"/>
                </a:cubicBezTo>
                <a:cubicBezTo>
                  <a:pt x="4695087" y="3175157"/>
                  <a:pt x="4695087" y="3175157"/>
                  <a:pt x="4701927" y="3163636"/>
                </a:cubicBezTo>
                <a:close/>
                <a:moveTo>
                  <a:pt x="4856705" y="3157405"/>
                </a:moveTo>
                <a:cubicBezTo>
                  <a:pt x="4860106" y="3156376"/>
                  <a:pt x="4864268" y="3156694"/>
                  <a:pt x="4869263" y="3159059"/>
                </a:cubicBezTo>
                <a:cubicBezTo>
                  <a:pt x="4862603" y="3168154"/>
                  <a:pt x="4853490" y="3179795"/>
                  <a:pt x="4844728" y="3184161"/>
                </a:cubicBezTo>
                <a:cubicBezTo>
                  <a:pt x="4843151" y="3175703"/>
                  <a:pt x="4846502" y="3160491"/>
                  <a:pt x="4856705" y="3157405"/>
                </a:cubicBezTo>
                <a:close/>
                <a:moveTo>
                  <a:pt x="4741437" y="3152019"/>
                </a:moveTo>
                <a:cubicBezTo>
                  <a:pt x="4734619" y="3150248"/>
                  <a:pt x="4720107" y="3155715"/>
                  <a:pt x="4713087" y="3152475"/>
                </a:cubicBezTo>
                <a:cubicBezTo>
                  <a:pt x="4713087" y="3156795"/>
                  <a:pt x="4713087" y="3161476"/>
                  <a:pt x="4710927" y="3166156"/>
                </a:cubicBezTo>
                <a:cubicBezTo>
                  <a:pt x="4724607" y="3172997"/>
                  <a:pt x="4731447" y="3152475"/>
                  <a:pt x="4745127" y="3156795"/>
                </a:cubicBezTo>
                <a:cubicBezTo>
                  <a:pt x="4745127" y="3154005"/>
                  <a:pt x="4743709" y="3152610"/>
                  <a:pt x="4741437" y="3152019"/>
                </a:cubicBezTo>
                <a:close/>
                <a:moveTo>
                  <a:pt x="5809050" y="3140075"/>
                </a:moveTo>
                <a:cubicBezTo>
                  <a:pt x="5809050" y="3151364"/>
                  <a:pt x="5804696" y="3171472"/>
                  <a:pt x="5790907" y="3171472"/>
                </a:cubicBezTo>
                <a:cubicBezTo>
                  <a:pt x="5784013" y="3162300"/>
                  <a:pt x="5799979" y="3151364"/>
                  <a:pt x="5809050" y="3140075"/>
                </a:cubicBezTo>
                <a:close/>
                <a:moveTo>
                  <a:pt x="4785211" y="3139863"/>
                </a:moveTo>
                <a:cubicBezTo>
                  <a:pt x="4776875" y="3137939"/>
                  <a:pt x="4761147" y="3145635"/>
                  <a:pt x="4754127" y="3145635"/>
                </a:cubicBezTo>
                <a:cubicBezTo>
                  <a:pt x="4749807" y="3156795"/>
                  <a:pt x="4756647" y="3152475"/>
                  <a:pt x="4765647" y="3154635"/>
                </a:cubicBezTo>
                <a:cubicBezTo>
                  <a:pt x="4760967" y="3168316"/>
                  <a:pt x="4751967" y="3163636"/>
                  <a:pt x="4747287" y="3175157"/>
                </a:cubicBezTo>
                <a:cubicBezTo>
                  <a:pt x="4758807" y="3176237"/>
                  <a:pt x="4766817" y="3172277"/>
                  <a:pt x="4773342" y="3166336"/>
                </a:cubicBezTo>
                <a:lnTo>
                  <a:pt x="4788476" y="3148062"/>
                </a:lnTo>
                <a:lnTo>
                  <a:pt x="4783447" y="3145174"/>
                </a:lnTo>
                <a:cubicBezTo>
                  <a:pt x="4783447" y="3142294"/>
                  <a:pt x="4784167" y="3141124"/>
                  <a:pt x="4785213" y="3140708"/>
                </a:cubicBezTo>
                <a:lnTo>
                  <a:pt x="4785994" y="3140720"/>
                </a:lnTo>
                <a:close/>
                <a:moveTo>
                  <a:pt x="4865656" y="3139353"/>
                </a:moveTo>
                <a:lnTo>
                  <a:pt x="4868608" y="3140144"/>
                </a:lnTo>
                <a:cubicBezTo>
                  <a:pt x="4870318" y="3140954"/>
                  <a:pt x="4871488" y="3142035"/>
                  <a:pt x="4870408" y="3143115"/>
                </a:cubicBezTo>
                <a:close/>
                <a:moveTo>
                  <a:pt x="4864177" y="3138183"/>
                </a:moveTo>
                <a:lnTo>
                  <a:pt x="4865656" y="3139353"/>
                </a:lnTo>
                <a:lnTo>
                  <a:pt x="4863568" y="3138794"/>
                </a:lnTo>
                <a:close/>
                <a:moveTo>
                  <a:pt x="307698" y="3133323"/>
                </a:moveTo>
                <a:cubicBezTo>
                  <a:pt x="323448" y="3140227"/>
                  <a:pt x="328102" y="3128962"/>
                  <a:pt x="341705" y="3133323"/>
                </a:cubicBezTo>
                <a:cubicBezTo>
                  <a:pt x="337051" y="3158761"/>
                  <a:pt x="319153" y="3128962"/>
                  <a:pt x="312351" y="3154037"/>
                </a:cubicBezTo>
                <a:cubicBezTo>
                  <a:pt x="312351" y="3147132"/>
                  <a:pt x="305550" y="3142408"/>
                  <a:pt x="307698" y="3133323"/>
                </a:cubicBezTo>
                <a:close/>
                <a:moveTo>
                  <a:pt x="5251836" y="3124200"/>
                </a:moveTo>
                <a:cubicBezTo>
                  <a:pt x="5251836" y="3138009"/>
                  <a:pt x="5228917" y="3153998"/>
                  <a:pt x="5217275" y="3149274"/>
                </a:cubicBezTo>
                <a:cubicBezTo>
                  <a:pt x="5217275" y="3138009"/>
                  <a:pt x="5240558" y="3133285"/>
                  <a:pt x="5251836" y="3124200"/>
                </a:cubicBezTo>
                <a:close/>
                <a:moveTo>
                  <a:pt x="4829368" y="3118273"/>
                </a:moveTo>
                <a:cubicBezTo>
                  <a:pt x="4827028" y="3121693"/>
                  <a:pt x="4824778" y="3126823"/>
                  <a:pt x="4821943" y="3129974"/>
                </a:cubicBezTo>
                <a:lnTo>
                  <a:pt x="4819751" y="3131249"/>
                </a:lnTo>
                <a:lnTo>
                  <a:pt x="4819546" y="3136770"/>
                </a:lnTo>
                <a:cubicBezTo>
                  <a:pt x="4817256" y="3141552"/>
                  <a:pt x="4813262" y="3145399"/>
                  <a:pt x="4808694" y="3147965"/>
                </a:cubicBezTo>
                <a:lnTo>
                  <a:pt x="4800899" y="3149873"/>
                </a:lnTo>
                <a:lnTo>
                  <a:pt x="4799313" y="3155260"/>
                </a:lnTo>
                <a:cubicBezTo>
                  <a:pt x="4799938" y="3157245"/>
                  <a:pt x="4802098" y="3159226"/>
                  <a:pt x="4806688" y="3161476"/>
                </a:cubicBezTo>
                <a:cubicBezTo>
                  <a:pt x="4815688" y="3156795"/>
                  <a:pt x="4820368" y="3127273"/>
                  <a:pt x="4840528" y="3129794"/>
                </a:cubicBezTo>
                <a:lnTo>
                  <a:pt x="4839623" y="3124398"/>
                </a:lnTo>
                <a:lnTo>
                  <a:pt x="4836450" y="3123947"/>
                </a:lnTo>
                <a:lnTo>
                  <a:pt x="4830628" y="3118783"/>
                </a:lnTo>
                <a:close/>
                <a:moveTo>
                  <a:pt x="5750351" y="3106737"/>
                </a:moveTo>
                <a:cubicBezTo>
                  <a:pt x="5754984" y="3113490"/>
                  <a:pt x="5746075" y="3118110"/>
                  <a:pt x="5750351" y="3122730"/>
                </a:cubicBezTo>
                <a:cubicBezTo>
                  <a:pt x="5757122" y="3122730"/>
                  <a:pt x="5766032" y="3122730"/>
                  <a:pt x="5772803" y="3120242"/>
                </a:cubicBezTo>
                <a:cubicBezTo>
                  <a:pt x="5782069" y="3129483"/>
                  <a:pt x="5766032" y="3138368"/>
                  <a:pt x="5770665" y="3145121"/>
                </a:cubicBezTo>
                <a:cubicBezTo>
                  <a:pt x="5759261" y="3140501"/>
                  <a:pt x="5748213" y="3154006"/>
                  <a:pt x="5736809" y="3142633"/>
                </a:cubicBezTo>
                <a:cubicBezTo>
                  <a:pt x="5757122" y="3129483"/>
                  <a:pt x="5730038" y="3120242"/>
                  <a:pt x="5750351" y="3106737"/>
                </a:cubicBezTo>
                <a:close/>
                <a:moveTo>
                  <a:pt x="5484769" y="3106737"/>
                </a:moveTo>
                <a:cubicBezTo>
                  <a:pt x="5494071" y="3116038"/>
                  <a:pt x="5496303" y="3124982"/>
                  <a:pt x="5484769" y="3131779"/>
                </a:cubicBezTo>
                <a:cubicBezTo>
                  <a:pt x="5472863" y="3129633"/>
                  <a:pt x="5475095" y="3113534"/>
                  <a:pt x="5484769" y="3106737"/>
                </a:cubicBezTo>
                <a:close/>
                <a:moveTo>
                  <a:pt x="4924008" y="3097051"/>
                </a:moveTo>
                <a:lnTo>
                  <a:pt x="4910710" y="3097739"/>
                </a:lnTo>
                <a:lnTo>
                  <a:pt x="4902350" y="3103403"/>
                </a:lnTo>
                <a:lnTo>
                  <a:pt x="4902135" y="3105321"/>
                </a:lnTo>
                <a:lnTo>
                  <a:pt x="4912776" y="3102100"/>
                </a:lnTo>
                <a:close/>
                <a:moveTo>
                  <a:pt x="5508494" y="3087687"/>
                </a:moveTo>
                <a:cubicBezTo>
                  <a:pt x="5513080" y="3092524"/>
                  <a:pt x="5508494" y="3096989"/>
                  <a:pt x="5513080" y="3101826"/>
                </a:cubicBezTo>
                <a:cubicBezTo>
                  <a:pt x="5519782" y="3094756"/>
                  <a:pt x="5519782" y="3094756"/>
                  <a:pt x="5519782" y="3094756"/>
                </a:cubicBezTo>
                <a:cubicBezTo>
                  <a:pt x="5526485" y="3111128"/>
                  <a:pt x="5508494" y="3099593"/>
                  <a:pt x="5504260" y="3108895"/>
                </a:cubicBezTo>
                <a:cubicBezTo>
                  <a:pt x="5495088" y="3096989"/>
                  <a:pt x="5495088" y="3096989"/>
                  <a:pt x="5495088" y="3096989"/>
                </a:cubicBezTo>
                <a:cubicBezTo>
                  <a:pt x="5508494" y="3087687"/>
                  <a:pt x="5508494" y="3087687"/>
                  <a:pt x="5508494" y="3087687"/>
                </a:cubicBezTo>
                <a:close/>
                <a:moveTo>
                  <a:pt x="236622" y="3068637"/>
                </a:moveTo>
                <a:cubicBezTo>
                  <a:pt x="239131" y="3091128"/>
                  <a:pt x="261715" y="3100410"/>
                  <a:pt x="257055" y="3125043"/>
                </a:cubicBezTo>
                <a:cubicBezTo>
                  <a:pt x="263866" y="3127185"/>
                  <a:pt x="263866" y="3122901"/>
                  <a:pt x="268526" y="3122901"/>
                </a:cubicBezTo>
                <a:cubicBezTo>
                  <a:pt x="266016" y="3113619"/>
                  <a:pt x="268526" y="3102552"/>
                  <a:pt x="266016" y="3093627"/>
                </a:cubicBezTo>
                <a:cubicBezTo>
                  <a:pt x="277487" y="3093627"/>
                  <a:pt x="297920" y="3109335"/>
                  <a:pt x="306882" y="3086844"/>
                </a:cubicBezTo>
                <a:cubicBezTo>
                  <a:pt x="322654" y="3106836"/>
                  <a:pt x="272827" y="3106836"/>
                  <a:pt x="270676" y="3133968"/>
                </a:cubicBezTo>
                <a:cubicBezTo>
                  <a:pt x="254904" y="3131826"/>
                  <a:pt x="241282" y="3136467"/>
                  <a:pt x="232320" y="3142893"/>
                </a:cubicBezTo>
                <a:cubicBezTo>
                  <a:pt x="225510" y="3131826"/>
                  <a:pt x="216189" y="3122901"/>
                  <a:pt x="211888" y="3111477"/>
                </a:cubicBezTo>
                <a:cubicBezTo>
                  <a:pt x="216189" y="3097911"/>
                  <a:pt x="223000" y="3095769"/>
                  <a:pt x="234471" y="3093627"/>
                </a:cubicBezTo>
                <a:cubicBezTo>
                  <a:pt x="227660" y="3084345"/>
                  <a:pt x="234471" y="3084345"/>
                  <a:pt x="236622" y="3068637"/>
                </a:cubicBezTo>
                <a:close/>
                <a:moveTo>
                  <a:pt x="272159" y="3056008"/>
                </a:moveTo>
                <a:cubicBezTo>
                  <a:pt x="274656" y="3074202"/>
                  <a:pt x="292493" y="3049587"/>
                  <a:pt x="288212" y="3080980"/>
                </a:cubicBezTo>
                <a:cubicBezTo>
                  <a:pt x="270018" y="3076342"/>
                  <a:pt x="270018" y="3076342"/>
                  <a:pt x="270018" y="3076342"/>
                </a:cubicBezTo>
                <a:cubicBezTo>
                  <a:pt x="272159" y="3065283"/>
                  <a:pt x="261100" y="3067424"/>
                  <a:pt x="272159" y="3056008"/>
                </a:cubicBezTo>
                <a:close/>
                <a:moveTo>
                  <a:pt x="4215383" y="3048428"/>
                </a:moveTo>
                <a:cubicBezTo>
                  <a:pt x="4209263" y="3049283"/>
                  <a:pt x="4202648" y="3050858"/>
                  <a:pt x="4196573" y="3051972"/>
                </a:cubicBezTo>
                <a:lnTo>
                  <a:pt x="4192107" y="3052195"/>
                </a:lnTo>
                <a:lnTo>
                  <a:pt x="4192450" y="3054006"/>
                </a:lnTo>
                <a:cubicBezTo>
                  <a:pt x="4193952" y="3055553"/>
                  <a:pt x="4196674" y="3055800"/>
                  <a:pt x="4201265" y="3054090"/>
                </a:cubicBezTo>
                <a:lnTo>
                  <a:pt x="4199927" y="3058818"/>
                </a:lnTo>
                <a:lnTo>
                  <a:pt x="4205123" y="3058689"/>
                </a:lnTo>
                <a:cubicBezTo>
                  <a:pt x="4216193" y="3057518"/>
                  <a:pt x="4228703" y="3055808"/>
                  <a:pt x="4237883" y="3061389"/>
                </a:cubicBezTo>
                <a:cubicBezTo>
                  <a:pt x="4237883" y="3047888"/>
                  <a:pt x="4227623" y="3046718"/>
                  <a:pt x="4215383" y="3048428"/>
                </a:cubicBezTo>
                <a:close/>
                <a:moveTo>
                  <a:pt x="4388844" y="3045528"/>
                </a:moveTo>
                <a:lnTo>
                  <a:pt x="4383325" y="3048068"/>
                </a:lnTo>
                <a:lnTo>
                  <a:pt x="4388506" y="3047689"/>
                </a:lnTo>
                <a:close/>
                <a:moveTo>
                  <a:pt x="4306351" y="3042775"/>
                </a:moveTo>
                <a:lnTo>
                  <a:pt x="4293955" y="3045572"/>
                </a:lnTo>
                <a:lnTo>
                  <a:pt x="4292058" y="3047264"/>
                </a:lnTo>
                <a:lnTo>
                  <a:pt x="4288455" y="3048398"/>
                </a:lnTo>
                <a:lnTo>
                  <a:pt x="4278406" y="3053609"/>
                </a:lnTo>
                <a:cubicBezTo>
                  <a:pt x="4273343" y="3056304"/>
                  <a:pt x="4268663" y="3058599"/>
                  <a:pt x="4265243" y="3059229"/>
                </a:cubicBezTo>
                <a:cubicBezTo>
                  <a:pt x="4281084" y="3068229"/>
                  <a:pt x="4294764" y="3043388"/>
                  <a:pt x="4310604" y="3052748"/>
                </a:cubicBezTo>
                <a:lnTo>
                  <a:pt x="4308468" y="3047738"/>
                </a:lnTo>
                <a:lnTo>
                  <a:pt x="4308197" y="3047610"/>
                </a:lnTo>
                <a:lnTo>
                  <a:pt x="4308331" y="3047416"/>
                </a:lnTo>
                <a:close/>
                <a:moveTo>
                  <a:pt x="5868122" y="3040271"/>
                </a:moveTo>
                <a:cubicBezTo>
                  <a:pt x="5872140" y="3039740"/>
                  <a:pt x="5875638" y="3041211"/>
                  <a:pt x="5877321" y="3045827"/>
                </a:cubicBezTo>
                <a:cubicBezTo>
                  <a:pt x="5870590" y="3056689"/>
                  <a:pt x="5861735" y="3052706"/>
                  <a:pt x="5852879" y="3068275"/>
                </a:cubicBezTo>
                <a:cubicBezTo>
                  <a:pt x="5839329" y="3061486"/>
                  <a:pt x="5856067" y="3041867"/>
                  <a:pt x="5868122" y="3040271"/>
                </a:cubicBezTo>
                <a:close/>
                <a:moveTo>
                  <a:pt x="4407815" y="3036798"/>
                </a:moveTo>
                <a:lnTo>
                  <a:pt x="4405764" y="3037741"/>
                </a:lnTo>
                <a:lnTo>
                  <a:pt x="4408287" y="3038609"/>
                </a:lnTo>
                <a:close/>
                <a:moveTo>
                  <a:pt x="4095727" y="3030787"/>
                </a:moveTo>
                <a:cubicBezTo>
                  <a:pt x="4090642" y="3030517"/>
                  <a:pt x="4083262" y="3032227"/>
                  <a:pt x="4078762" y="3032227"/>
                </a:cubicBezTo>
                <a:lnTo>
                  <a:pt x="4078350" y="3033432"/>
                </a:lnTo>
                <a:lnTo>
                  <a:pt x="4078493" y="3033929"/>
                </a:lnTo>
                <a:lnTo>
                  <a:pt x="4078252" y="3033717"/>
                </a:lnTo>
                <a:lnTo>
                  <a:pt x="4075297" y="3042353"/>
                </a:lnTo>
                <a:cubicBezTo>
                  <a:pt x="4075004" y="3043500"/>
                  <a:pt x="4074431" y="3044659"/>
                  <a:pt x="4072940" y="3046251"/>
                </a:cubicBezTo>
                <a:lnTo>
                  <a:pt x="4071466" y="3047470"/>
                </a:lnTo>
                <a:lnTo>
                  <a:pt x="4070645" y="3052611"/>
                </a:lnTo>
                <a:lnTo>
                  <a:pt x="4067967" y="3052987"/>
                </a:lnTo>
                <a:lnTo>
                  <a:pt x="4075128" y="3053581"/>
                </a:lnTo>
                <a:cubicBezTo>
                  <a:pt x="4083667" y="3048653"/>
                  <a:pt x="4088662" y="3030967"/>
                  <a:pt x="4098922" y="3041228"/>
                </a:cubicBezTo>
                <a:lnTo>
                  <a:pt x="4100954" y="3033265"/>
                </a:lnTo>
                <a:lnTo>
                  <a:pt x="4100871" y="3033087"/>
                </a:lnTo>
                <a:close/>
                <a:moveTo>
                  <a:pt x="4032443" y="3029717"/>
                </a:moveTo>
                <a:lnTo>
                  <a:pt x="4031748" y="3034279"/>
                </a:lnTo>
                <a:lnTo>
                  <a:pt x="4035202" y="3030067"/>
                </a:lnTo>
                <a:close/>
                <a:moveTo>
                  <a:pt x="4335804" y="3027547"/>
                </a:moveTo>
                <a:lnTo>
                  <a:pt x="4335394" y="3028367"/>
                </a:lnTo>
                <a:lnTo>
                  <a:pt x="4336572" y="3028072"/>
                </a:lnTo>
                <a:close/>
                <a:moveTo>
                  <a:pt x="5916912" y="3025775"/>
                </a:moveTo>
                <a:cubicBezTo>
                  <a:pt x="5923355" y="3032760"/>
                  <a:pt x="5900803" y="3048936"/>
                  <a:pt x="5894001" y="3060332"/>
                </a:cubicBezTo>
                <a:cubicBezTo>
                  <a:pt x="5887200" y="3044156"/>
                  <a:pt x="5910110" y="3032760"/>
                  <a:pt x="5916912" y="3025775"/>
                </a:cubicBezTo>
                <a:close/>
                <a:moveTo>
                  <a:pt x="4193693" y="3015486"/>
                </a:moveTo>
                <a:cubicBezTo>
                  <a:pt x="4190003" y="3016926"/>
                  <a:pt x="4186583" y="3019806"/>
                  <a:pt x="4183163" y="3023226"/>
                </a:cubicBezTo>
                <a:lnTo>
                  <a:pt x="4192937" y="3024900"/>
                </a:lnTo>
                <a:lnTo>
                  <a:pt x="4194425" y="3022768"/>
                </a:lnTo>
                <a:lnTo>
                  <a:pt x="4194080" y="3025096"/>
                </a:lnTo>
                <a:lnTo>
                  <a:pt x="4197878" y="3025746"/>
                </a:lnTo>
                <a:cubicBezTo>
                  <a:pt x="4202423" y="3023766"/>
                  <a:pt x="4205843" y="3019806"/>
                  <a:pt x="4205843" y="3016386"/>
                </a:cubicBezTo>
                <a:cubicBezTo>
                  <a:pt x="4201343" y="3014046"/>
                  <a:pt x="4197383" y="3014046"/>
                  <a:pt x="4193693" y="3015486"/>
                </a:cubicBezTo>
                <a:close/>
                <a:moveTo>
                  <a:pt x="4361576" y="3011879"/>
                </a:moveTo>
                <a:lnTo>
                  <a:pt x="4357928" y="3015297"/>
                </a:lnTo>
                <a:lnTo>
                  <a:pt x="4360644" y="3016386"/>
                </a:lnTo>
                <a:close/>
                <a:moveTo>
                  <a:pt x="4072727" y="3011063"/>
                </a:moveTo>
                <a:lnTo>
                  <a:pt x="4071568" y="3011132"/>
                </a:lnTo>
                <a:lnTo>
                  <a:pt x="4071111" y="3011435"/>
                </a:lnTo>
                <a:lnTo>
                  <a:pt x="4072102" y="3011743"/>
                </a:lnTo>
                <a:lnTo>
                  <a:pt x="4074764" y="3020983"/>
                </a:lnTo>
                <a:lnTo>
                  <a:pt x="4083892" y="3019986"/>
                </a:lnTo>
                <a:cubicBezTo>
                  <a:pt x="4087717" y="3019581"/>
                  <a:pt x="4091475" y="3019536"/>
                  <a:pt x="4095131" y="3020875"/>
                </a:cubicBezTo>
                <a:lnTo>
                  <a:pt x="4095170" y="3020909"/>
                </a:lnTo>
                <a:lnTo>
                  <a:pt x="4094913" y="3020360"/>
                </a:lnTo>
                <a:cubicBezTo>
                  <a:pt x="4099439" y="3013542"/>
                  <a:pt x="4104598" y="3015247"/>
                  <a:pt x="4110618" y="3016099"/>
                </a:cubicBezTo>
                <a:lnTo>
                  <a:pt x="4116136" y="3015796"/>
                </a:lnTo>
                <a:lnTo>
                  <a:pt x="4117283" y="3013866"/>
                </a:lnTo>
                <a:lnTo>
                  <a:pt x="4093482" y="3011102"/>
                </a:lnTo>
                <a:lnTo>
                  <a:pt x="4091641" y="3011720"/>
                </a:lnTo>
                <a:cubicBezTo>
                  <a:pt x="4086347" y="3012780"/>
                  <a:pt x="4081203" y="3013198"/>
                  <a:pt x="4076380" y="3012563"/>
                </a:cubicBezTo>
                <a:close/>
                <a:moveTo>
                  <a:pt x="4367008" y="3006788"/>
                </a:moveTo>
                <a:lnTo>
                  <a:pt x="4366487" y="3007276"/>
                </a:lnTo>
                <a:lnTo>
                  <a:pt x="4367461" y="3007031"/>
                </a:lnTo>
                <a:lnTo>
                  <a:pt x="4367450" y="3007008"/>
                </a:lnTo>
                <a:close/>
                <a:moveTo>
                  <a:pt x="4324238" y="3006301"/>
                </a:moveTo>
                <a:lnTo>
                  <a:pt x="4315284" y="3011706"/>
                </a:lnTo>
                <a:cubicBezTo>
                  <a:pt x="4323204" y="3015126"/>
                  <a:pt x="4330584" y="3013416"/>
                  <a:pt x="4337964" y="3012290"/>
                </a:cubicBezTo>
                <a:lnTo>
                  <a:pt x="4338159" y="3012281"/>
                </a:lnTo>
                <a:lnTo>
                  <a:pt x="4324039" y="3006568"/>
                </a:lnTo>
                <a:close/>
                <a:moveTo>
                  <a:pt x="5786830" y="2997200"/>
                </a:moveTo>
                <a:cubicBezTo>
                  <a:pt x="5784681" y="3022270"/>
                  <a:pt x="5764271" y="3042327"/>
                  <a:pt x="5739563" y="3055579"/>
                </a:cubicBezTo>
                <a:cubicBezTo>
                  <a:pt x="5746367" y="3035880"/>
                  <a:pt x="5759616" y="2997200"/>
                  <a:pt x="5786830" y="2997200"/>
                </a:cubicBezTo>
                <a:close/>
                <a:moveTo>
                  <a:pt x="3630322" y="2994339"/>
                </a:moveTo>
                <a:lnTo>
                  <a:pt x="3621390" y="3001287"/>
                </a:lnTo>
                <a:lnTo>
                  <a:pt x="3621348" y="3004042"/>
                </a:lnTo>
                <a:lnTo>
                  <a:pt x="3627725" y="3009088"/>
                </a:lnTo>
                <a:close/>
                <a:moveTo>
                  <a:pt x="4547065" y="2992982"/>
                </a:moveTo>
                <a:lnTo>
                  <a:pt x="4537162" y="2993210"/>
                </a:lnTo>
                <a:lnTo>
                  <a:pt x="4540466" y="3003373"/>
                </a:lnTo>
                <a:lnTo>
                  <a:pt x="4544423" y="3006464"/>
                </a:lnTo>
                <a:lnTo>
                  <a:pt x="4545360" y="3005810"/>
                </a:lnTo>
                <a:cubicBezTo>
                  <a:pt x="4546046" y="3004393"/>
                  <a:pt x="4546586" y="3001985"/>
                  <a:pt x="4547126" y="2998025"/>
                </a:cubicBezTo>
                <a:cubicBezTo>
                  <a:pt x="4548206" y="3000365"/>
                  <a:pt x="4547666" y="3002615"/>
                  <a:pt x="4547711" y="3004865"/>
                </a:cubicBezTo>
                <a:lnTo>
                  <a:pt x="4550589" y="3009673"/>
                </a:lnTo>
                <a:lnTo>
                  <a:pt x="4560583" y="3004408"/>
                </a:lnTo>
                <a:cubicBezTo>
                  <a:pt x="4558243" y="3000988"/>
                  <a:pt x="4554823" y="2999278"/>
                  <a:pt x="4551447" y="2997297"/>
                </a:cubicBezTo>
                <a:close/>
                <a:moveTo>
                  <a:pt x="4603788" y="2992887"/>
                </a:moveTo>
                <a:lnTo>
                  <a:pt x="4603654" y="2993581"/>
                </a:lnTo>
                <a:lnTo>
                  <a:pt x="4605583" y="2993342"/>
                </a:lnTo>
                <a:close/>
                <a:moveTo>
                  <a:pt x="538976" y="2991057"/>
                </a:moveTo>
                <a:cubicBezTo>
                  <a:pt x="525069" y="2995191"/>
                  <a:pt x="517036" y="3010511"/>
                  <a:pt x="505155" y="3020769"/>
                </a:cubicBezTo>
                <a:cubicBezTo>
                  <a:pt x="511996" y="3048126"/>
                  <a:pt x="562041" y="3048126"/>
                  <a:pt x="566361" y="3018610"/>
                </a:cubicBezTo>
                <a:cubicBezTo>
                  <a:pt x="550520" y="3020769"/>
                  <a:pt x="555200" y="3004932"/>
                  <a:pt x="555200" y="2991254"/>
                </a:cubicBezTo>
                <a:cubicBezTo>
                  <a:pt x="548900" y="2989544"/>
                  <a:pt x="543611" y="2989679"/>
                  <a:pt x="538976" y="2991057"/>
                </a:cubicBezTo>
                <a:close/>
                <a:moveTo>
                  <a:pt x="5461339" y="2990762"/>
                </a:moveTo>
                <a:cubicBezTo>
                  <a:pt x="5472503" y="3020256"/>
                  <a:pt x="5433969" y="3006588"/>
                  <a:pt x="5415602" y="3031765"/>
                </a:cubicBezTo>
                <a:cubicBezTo>
                  <a:pt x="5408760" y="3027089"/>
                  <a:pt x="5413442" y="3022773"/>
                  <a:pt x="5408760" y="3018098"/>
                </a:cubicBezTo>
                <a:cubicBezTo>
                  <a:pt x="5404438" y="3022773"/>
                  <a:pt x="5399757" y="3018098"/>
                  <a:pt x="5395075" y="3022773"/>
                </a:cubicBezTo>
                <a:cubicBezTo>
                  <a:pt x="5406599" y="2986087"/>
                  <a:pt x="5440811" y="3009106"/>
                  <a:pt x="5461339" y="2990762"/>
                </a:cubicBezTo>
                <a:close/>
                <a:moveTo>
                  <a:pt x="4622150" y="2990727"/>
                </a:moveTo>
                <a:lnTo>
                  <a:pt x="4622069" y="2991295"/>
                </a:lnTo>
                <a:lnTo>
                  <a:pt x="4622890" y="2991193"/>
                </a:lnTo>
                <a:close/>
                <a:moveTo>
                  <a:pt x="3933222" y="2990008"/>
                </a:moveTo>
                <a:lnTo>
                  <a:pt x="3933123" y="2990039"/>
                </a:lnTo>
                <a:lnTo>
                  <a:pt x="3921218" y="2993671"/>
                </a:lnTo>
                <a:lnTo>
                  <a:pt x="3923123" y="2996117"/>
                </a:lnTo>
                <a:cubicBezTo>
                  <a:pt x="3924490" y="2996731"/>
                  <a:pt x="3925919" y="2996517"/>
                  <a:pt x="3927336" y="2996089"/>
                </a:cubicBezTo>
                <a:lnTo>
                  <a:pt x="3932141" y="2995950"/>
                </a:lnTo>
                <a:lnTo>
                  <a:pt x="3933578" y="2991132"/>
                </a:lnTo>
                <a:close/>
                <a:moveTo>
                  <a:pt x="4691017" y="2986554"/>
                </a:moveTo>
                <a:lnTo>
                  <a:pt x="4673534" y="2992381"/>
                </a:lnTo>
                <a:lnTo>
                  <a:pt x="4672894" y="2992111"/>
                </a:lnTo>
                <a:lnTo>
                  <a:pt x="4668329" y="2994998"/>
                </a:lnTo>
                <a:cubicBezTo>
                  <a:pt x="4665274" y="2996742"/>
                  <a:pt x="4662147" y="2998025"/>
                  <a:pt x="4658727" y="2998025"/>
                </a:cubicBezTo>
                <a:cubicBezTo>
                  <a:pt x="4656567" y="3002705"/>
                  <a:pt x="4665567" y="3004865"/>
                  <a:pt x="4670247" y="3007025"/>
                </a:cubicBezTo>
                <a:lnTo>
                  <a:pt x="4672623" y="3004262"/>
                </a:lnTo>
                <a:lnTo>
                  <a:pt x="4672837" y="3001962"/>
                </a:lnTo>
                <a:lnTo>
                  <a:pt x="4673723" y="3002982"/>
                </a:lnTo>
                <a:lnTo>
                  <a:pt x="4675973" y="3000365"/>
                </a:lnTo>
                <a:cubicBezTo>
                  <a:pt x="4682487" y="2996585"/>
                  <a:pt x="4691127" y="2999285"/>
                  <a:pt x="4699767" y="2989024"/>
                </a:cubicBezTo>
                <a:close/>
                <a:moveTo>
                  <a:pt x="4711900" y="2983694"/>
                </a:moveTo>
                <a:lnTo>
                  <a:pt x="4710927" y="2984344"/>
                </a:lnTo>
                <a:lnTo>
                  <a:pt x="4712850" y="2984539"/>
                </a:lnTo>
                <a:close/>
                <a:moveTo>
                  <a:pt x="4607966" y="2978493"/>
                </a:moveTo>
                <a:lnTo>
                  <a:pt x="4596786" y="2983152"/>
                </a:lnTo>
                <a:lnTo>
                  <a:pt x="4612789" y="2988567"/>
                </a:lnTo>
                <a:lnTo>
                  <a:pt x="4622363" y="2980040"/>
                </a:lnTo>
                <a:close/>
                <a:moveTo>
                  <a:pt x="5805651" y="2971949"/>
                </a:moveTo>
                <a:cubicBezTo>
                  <a:pt x="5807736" y="2972362"/>
                  <a:pt x="5809905" y="2973744"/>
                  <a:pt x="5812230" y="2976509"/>
                </a:cubicBezTo>
                <a:lnTo>
                  <a:pt x="5793985" y="2996843"/>
                </a:lnTo>
                <a:cubicBezTo>
                  <a:pt x="5787188" y="2992205"/>
                  <a:pt x="5791839" y="2987924"/>
                  <a:pt x="5787188" y="2983287"/>
                </a:cubicBezTo>
                <a:cubicBezTo>
                  <a:pt x="5793896" y="2978203"/>
                  <a:pt x="5799396" y="2970712"/>
                  <a:pt x="5805651" y="2971949"/>
                </a:cubicBezTo>
                <a:close/>
                <a:moveTo>
                  <a:pt x="4783185" y="2971087"/>
                </a:moveTo>
                <a:lnTo>
                  <a:pt x="4765025" y="2971576"/>
                </a:lnTo>
                <a:lnTo>
                  <a:pt x="4762734" y="2971131"/>
                </a:lnTo>
                <a:lnTo>
                  <a:pt x="4756512" y="2978713"/>
                </a:lnTo>
                <a:cubicBezTo>
                  <a:pt x="4753047" y="2981283"/>
                  <a:pt x="4749087" y="2982723"/>
                  <a:pt x="4745127" y="2982183"/>
                </a:cubicBezTo>
                <a:cubicBezTo>
                  <a:pt x="4750257" y="2994064"/>
                  <a:pt x="4763082" y="2981644"/>
                  <a:pt x="4774945" y="2976665"/>
                </a:cubicBezTo>
                <a:lnTo>
                  <a:pt x="4778028" y="2976302"/>
                </a:lnTo>
                <a:lnTo>
                  <a:pt x="4783666" y="2971773"/>
                </a:lnTo>
                <a:close/>
                <a:moveTo>
                  <a:pt x="4743012" y="2969355"/>
                </a:moveTo>
                <a:lnTo>
                  <a:pt x="4737297" y="2970496"/>
                </a:lnTo>
                <a:lnTo>
                  <a:pt x="4735607" y="2975775"/>
                </a:lnTo>
                <a:cubicBezTo>
                  <a:pt x="4732636" y="2978768"/>
                  <a:pt x="4727686" y="2978655"/>
                  <a:pt x="4724715" y="2982728"/>
                </a:cubicBezTo>
                <a:lnTo>
                  <a:pt x="4723999" y="2985668"/>
                </a:lnTo>
                <a:lnTo>
                  <a:pt x="4724697" y="2985739"/>
                </a:lnTo>
                <a:cubicBezTo>
                  <a:pt x="4729287" y="2984884"/>
                  <a:pt x="4732707" y="2984344"/>
                  <a:pt x="4731447" y="2989024"/>
                </a:cubicBezTo>
                <a:cubicBezTo>
                  <a:pt x="4735947" y="2987764"/>
                  <a:pt x="4740537" y="2984344"/>
                  <a:pt x="4743687" y="2980383"/>
                </a:cubicBezTo>
                <a:lnTo>
                  <a:pt x="4746729" y="2970342"/>
                </a:lnTo>
                <a:close/>
                <a:moveTo>
                  <a:pt x="6013275" y="2966567"/>
                </a:moveTo>
                <a:cubicBezTo>
                  <a:pt x="6017393" y="2966436"/>
                  <a:pt x="6021157" y="2967549"/>
                  <a:pt x="6023371" y="2970365"/>
                </a:cubicBezTo>
                <a:cubicBezTo>
                  <a:pt x="6016995" y="2986355"/>
                  <a:pt x="6005659" y="2970365"/>
                  <a:pt x="5998929" y="2988898"/>
                </a:cubicBezTo>
                <a:cubicBezTo>
                  <a:pt x="5985379" y="2978542"/>
                  <a:pt x="6000921" y="2966958"/>
                  <a:pt x="6013275" y="2966567"/>
                </a:cubicBezTo>
                <a:close/>
                <a:moveTo>
                  <a:pt x="4686087" y="2959502"/>
                </a:moveTo>
                <a:cubicBezTo>
                  <a:pt x="4679247" y="2960582"/>
                  <a:pt x="4676367" y="2963372"/>
                  <a:pt x="4674342" y="2967332"/>
                </a:cubicBezTo>
                <a:lnTo>
                  <a:pt x="4672135" y="2972286"/>
                </a:lnTo>
                <a:lnTo>
                  <a:pt x="4691039" y="2970486"/>
                </a:lnTo>
                <a:lnTo>
                  <a:pt x="4691951" y="2970023"/>
                </a:lnTo>
                <a:lnTo>
                  <a:pt x="4689057" y="2966612"/>
                </a:lnTo>
                <a:cubicBezTo>
                  <a:pt x="4686537" y="2964632"/>
                  <a:pt x="4683747" y="2962922"/>
                  <a:pt x="4686087" y="2959502"/>
                </a:cubicBezTo>
                <a:close/>
                <a:moveTo>
                  <a:pt x="5443824" y="2959100"/>
                </a:moveTo>
                <a:cubicBezTo>
                  <a:pt x="5450737" y="2959100"/>
                  <a:pt x="5457649" y="2963454"/>
                  <a:pt x="5464561" y="2970348"/>
                </a:cubicBezTo>
                <a:cubicBezTo>
                  <a:pt x="5455466" y="2977243"/>
                  <a:pt x="5446007" y="2984137"/>
                  <a:pt x="5439095" y="2981960"/>
                </a:cubicBezTo>
                <a:cubicBezTo>
                  <a:pt x="5430000" y="2972888"/>
                  <a:pt x="5448554" y="2968171"/>
                  <a:pt x="5443824" y="2959100"/>
                </a:cubicBezTo>
                <a:close/>
                <a:moveTo>
                  <a:pt x="5499752" y="2943378"/>
                </a:moveTo>
                <a:cubicBezTo>
                  <a:pt x="5492902" y="2943378"/>
                  <a:pt x="5467664" y="2954849"/>
                  <a:pt x="5481725" y="2966320"/>
                </a:cubicBezTo>
                <a:cubicBezTo>
                  <a:pt x="5486051" y="2959509"/>
                  <a:pt x="5506602" y="2952698"/>
                  <a:pt x="5499752" y="2943378"/>
                </a:cubicBezTo>
                <a:close/>
                <a:moveTo>
                  <a:pt x="5832167" y="2936875"/>
                </a:moveTo>
                <a:cubicBezTo>
                  <a:pt x="5850325" y="2945824"/>
                  <a:pt x="5820546" y="2961574"/>
                  <a:pt x="5815825" y="2973029"/>
                </a:cubicBezTo>
                <a:cubicBezTo>
                  <a:pt x="5795125" y="2966228"/>
                  <a:pt x="5820546" y="2936875"/>
                  <a:pt x="5832167" y="2936875"/>
                </a:cubicBezTo>
                <a:close/>
                <a:moveTo>
                  <a:pt x="4636269" y="2936119"/>
                </a:moveTo>
                <a:lnTo>
                  <a:pt x="4632906" y="2944780"/>
                </a:lnTo>
                <a:cubicBezTo>
                  <a:pt x="4630071" y="2947615"/>
                  <a:pt x="4626650" y="2949865"/>
                  <a:pt x="4624310" y="2954365"/>
                </a:cubicBezTo>
                <a:cubicBezTo>
                  <a:pt x="4620889" y="2953285"/>
                  <a:pt x="4620350" y="2945365"/>
                  <a:pt x="4621790" y="2938255"/>
                </a:cubicBezTo>
                <a:lnTo>
                  <a:pt x="4622524" y="2936362"/>
                </a:lnTo>
                <a:lnTo>
                  <a:pt x="4619846" y="2936820"/>
                </a:lnTo>
                <a:cubicBezTo>
                  <a:pt x="4613006" y="2943301"/>
                  <a:pt x="4631366" y="2963822"/>
                  <a:pt x="4613006" y="2954822"/>
                </a:cubicBezTo>
                <a:cubicBezTo>
                  <a:pt x="4610846" y="2956982"/>
                  <a:pt x="4610846" y="2959502"/>
                  <a:pt x="4613006" y="2961662"/>
                </a:cubicBezTo>
                <a:cubicBezTo>
                  <a:pt x="4613006" y="2961662"/>
                  <a:pt x="4613006" y="2961662"/>
                  <a:pt x="4608686" y="2968502"/>
                </a:cubicBezTo>
                <a:cubicBezTo>
                  <a:pt x="4613006" y="2966342"/>
                  <a:pt x="4619846" y="2968502"/>
                  <a:pt x="4624526" y="2970663"/>
                </a:cubicBezTo>
                <a:cubicBezTo>
                  <a:pt x="4631366" y="2959502"/>
                  <a:pt x="4631366" y="2950141"/>
                  <a:pt x="4640367" y="2936820"/>
                </a:cubicBezTo>
                <a:close/>
                <a:moveTo>
                  <a:pt x="252025" y="2928937"/>
                </a:moveTo>
                <a:cubicBezTo>
                  <a:pt x="275028" y="2931085"/>
                  <a:pt x="243039" y="2948983"/>
                  <a:pt x="258854" y="2958290"/>
                </a:cubicBezTo>
                <a:cubicBezTo>
                  <a:pt x="249868" y="2965092"/>
                  <a:pt x="243039" y="2940034"/>
                  <a:pt x="227224" y="2955785"/>
                </a:cubicBezTo>
                <a:cubicBezTo>
                  <a:pt x="218238" y="2937886"/>
                  <a:pt x="247711" y="2942182"/>
                  <a:pt x="252025" y="2928937"/>
                </a:cubicBezTo>
                <a:close/>
                <a:moveTo>
                  <a:pt x="5626997" y="2925762"/>
                </a:moveTo>
                <a:cubicBezTo>
                  <a:pt x="5631258" y="2930486"/>
                  <a:pt x="5631258" y="2939571"/>
                  <a:pt x="5624866" y="2934847"/>
                </a:cubicBezTo>
                <a:cubicBezTo>
                  <a:pt x="5620250" y="2939571"/>
                  <a:pt x="5629127" y="2943932"/>
                  <a:pt x="5631258" y="2948657"/>
                </a:cubicBezTo>
                <a:cubicBezTo>
                  <a:pt x="5626997" y="2950837"/>
                  <a:pt x="5622380" y="2950837"/>
                  <a:pt x="5618119" y="2955561"/>
                </a:cubicBezTo>
                <a:cubicBezTo>
                  <a:pt x="5604625" y="2946476"/>
                  <a:pt x="5618119" y="2925762"/>
                  <a:pt x="5626997" y="2925762"/>
                </a:cubicBezTo>
                <a:close/>
                <a:moveTo>
                  <a:pt x="5569016" y="2913062"/>
                </a:moveTo>
                <a:cubicBezTo>
                  <a:pt x="5591567" y="2915566"/>
                  <a:pt x="5571163" y="2933453"/>
                  <a:pt x="5557561" y="2938104"/>
                </a:cubicBezTo>
                <a:cubicBezTo>
                  <a:pt x="5555413" y="2926656"/>
                  <a:pt x="5575817" y="2917712"/>
                  <a:pt x="5569016" y="2913062"/>
                </a:cubicBezTo>
                <a:close/>
                <a:moveTo>
                  <a:pt x="4963533" y="2909563"/>
                </a:moveTo>
                <a:lnTo>
                  <a:pt x="4956803" y="2913035"/>
                </a:lnTo>
                <a:lnTo>
                  <a:pt x="4961344" y="2914170"/>
                </a:lnTo>
                <a:close/>
                <a:moveTo>
                  <a:pt x="5951087" y="2906294"/>
                </a:moveTo>
                <a:cubicBezTo>
                  <a:pt x="5960059" y="2901950"/>
                  <a:pt x="5969391" y="2929466"/>
                  <a:pt x="5955752" y="2942863"/>
                </a:cubicBezTo>
                <a:cubicBezTo>
                  <a:pt x="5928475" y="2936346"/>
                  <a:pt x="5966879" y="2915708"/>
                  <a:pt x="5951087" y="2906294"/>
                </a:cubicBezTo>
                <a:close/>
                <a:moveTo>
                  <a:pt x="5529315" y="2889250"/>
                </a:moveTo>
                <a:cubicBezTo>
                  <a:pt x="5536165" y="2918644"/>
                  <a:pt x="5504439" y="2913984"/>
                  <a:pt x="5495065" y="2934416"/>
                </a:cubicBezTo>
                <a:cubicBezTo>
                  <a:pt x="5515615" y="2952698"/>
                  <a:pt x="5531478" y="2902871"/>
                  <a:pt x="5556716" y="2889250"/>
                </a:cubicBezTo>
                <a:cubicBezTo>
                  <a:pt x="5558879" y="2893551"/>
                  <a:pt x="5561402" y="2905022"/>
                  <a:pt x="5554552" y="2900362"/>
                </a:cubicBezTo>
                <a:cubicBezTo>
                  <a:pt x="5554552" y="2907173"/>
                  <a:pt x="5561402" y="2905022"/>
                  <a:pt x="5558879" y="2916493"/>
                </a:cubicBezTo>
                <a:cubicBezTo>
                  <a:pt x="5518139" y="2945887"/>
                  <a:pt x="5518139" y="2979583"/>
                  <a:pt x="5472351" y="2988903"/>
                </a:cubicBezTo>
                <a:cubicBezTo>
                  <a:pt x="5465501" y="2982092"/>
                  <a:pt x="5481725" y="2961660"/>
                  <a:pt x="5463338" y="2963811"/>
                </a:cubicBezTo>
                <a:cubicBezTo>
                  <a:pt x="5483888" y="2934416"/>
                  <a:pt x="5499752" y="2907173"/>
                  <a:pt x="5529315" y="2889250"/>
                </a:cubicBezTo>
                <a:close/>
                <a:moveTo>
                  <a:pt x="5027369" y="2856895"/>
                </a:moveTo>
                <a:cubicBezTo>
                  <a:pt x="5027369" y="2856895"/>
                  <a:pt x="5027369" y="2856895"/>
                  <a:pt x="5026514" y="2858920"/>
                </a:cubicBezTo>
                <a:lnTo>
                  <a:pt x="5024078" y="2864691"/>
                </a:lnTo>
                <a:lnTo>
                  <a:pt x="5024153" y="2865133"/>
                </a:lnTo>
                <a:lnTo>
                  <a:pt x="5025260" y="2871928"/>
                </a:lnTo>
                <a:lnTo>
                  <a:pt x="5031284" y="2870441"/>
                </a:lnTo>
                <a:cubicBezTo>
                  <a:pt x="5034659" y="2869046"/>
                  <a:pt x="5037449" y="2866255"/>
                  <a:pt x="5038529" y="2859415"/>
                </a:cubicBezTo>
                <a:cubicBezTo>
                  <a:pt x="5038529" y="2859415"/>
                  <a:pt x="5038529" y="2859415"/>
                  <a:pt x="5027369" y="2856895"/>
                </a:cubicBezTo>
                <a:close/>
                <a:moveTo>
                  <a:pt x="5886913" y="2855912"/>
                </a:moveTo>
                <a:cubicBezTo>
                  <a:pt x="5896362" y="2880969"/>
                  <a:pt x="5870923" y="2896720"/>
                  <a:pt x="5850209" y="2928579"/>
                </a:cubicBezTo>
                <a:cubicBezTo>
                  <a:pt x="5841124" y="2923925"/>
                  <a:pt x="5845848" y="2917124"/>
                  <a:pt x="5836400" y="2912470"/>
                </a:cubicBezTo>
                <a:cubicBezTo>
                  <a:pt x="5861838" y="2892066"/>
                  <a:pt x="5873104" y="2865219"/>
                  <a:pt x="5886913" y="2855912"/>
                </a:cubicBezTo>
                <a:close/>
                <a:moveTo>
                  <a:pt x="6090037" y="2844800"/>
                </a:moveTo>
                <a:cubicBezTo>
                  <a:pt x="6090037" y="2865315"/>
                  <a:pt x="6080952" y="2878632"/>
                  <a:pt x="6071503" y="2890150"/>
                </a:cubicBezTo>
                <a:cubicBezTo>
                  <a:pt x="6059874" y="2903826"/>
                  <a:pt x="6048609" y="2915344"/>
                  <a:pt x="6043884" y="2933340"/>
                </a:cubicBezTo>
                <a:cubicBezTo>
                  <a:pt x="6030075" y="2924342"/>
                  <a:pt x="6030075" y="2924342"/>
                  <a:pt x="6030075" y="2924342"/>
                </a:cubicBezTo>
                <a:cubicBezTo>
                  <a:pt x="6064598" y="2896988"/>
                  <a:pt x="6057694" y="2862796"/>
                  <a:pt x="6090037" y="2844800"/>
                </a:cubicBezTo>
                <a:close/>
                <a:moveTo>
                  <a:pt x="4907326" y="2837622"/>
                </a:moveTo>
                <a:cubicBezTo>
                  <a:pt x="4905497" y="2837161"/>
                  <a:pt x="4903236" y="2837948"/>
                  <a:pt x="4900963" y="2839524"/>
                </a:cubicBezTo>
                <a:lnTo>
                  <a:pt x="4892787" y="2851488"/>
                </a:lnTo>
                <a:lnTo>
                  <a:pt x="4910108" y="2841756"/>
                </a:lnTo>
                <a:close/>
                <a:moveTo>
                  <a:pt x="5011169" y="2834213"/>
                </a:moveTo>
                <a:lnTo>
                  <a:pt x="5008857" y="2834951"/>
                </a:lnTo>
                <a:lnTo>
                  <a:pt x="5006753" y="2840377"/>
                </a:lnTo>
                <a:lnTo>
                  <a:pt x="5011494" y="2834925"/>
                </a:lnTo>
                <a:close/>
                <a:moveTo>
                  <a:pt x="5045369" y="2829533"/>
                </a:moveTo>
                <a:cubicBezTo>
                  <a:pt x="5043209" y="2836733"/>
                  <a:pt x="5038529" y="2836733"/>
                  <a:pt x="5036369" y="2841054"/>
                </a:cubicBezTo>
                <a:cubicBezTo>
                  <a:pt x="5040689" y="2847894"/>
                  <a:pt x="5038529" y="2856895"/>
                  <a:pt x="5045369" y="2861575"/>
                </a:cubicBezTo>
                <a:cubicBezTo>
                  <a:pt x="5049869" y="2854735"/>
                  <a:pt x="5056709" y="2851855"/>
                  <a:pt x="5063280" y="2848434"/>
                </a:cubicBezTo>
                <a:lnTo>
                  <a:pt x="5067179" y="2845884"/>
                </a:lnTo>
                <a:lnTo>
                  <a:pt x="5060844" y="2837060"/>
                </a:lnTo>
                <a:lnTo>
                  <a:pt x="5060472" y="2836427"/>
                </a:lnTo>
                <a:lnTo>
                  <a:pt x="5052209" y="2845734"/>
                </a:lnTo>
                <a:cubicBezTo>
                  <a:pt x="5050049" y="2841054"/>
                  <a:pt x="5056889" y="2829533"/>
                  <a:pt x="5045369" y="2829533"/>
                </a:cubicBezTo>
                <a:close/>
                <a:moveTo>
                  <a:pt x="4822528" y="2829533"/>
                </a:moveTo>
                <a:cubicBezTo>
                  <a:pt x="4822528" y="2829533"/>
                  <a:pt x="4822528" y="2829533"/>
                  <a:pt x="4813528" y="2843214"/>
                </a:cubicBezTo>
                <a:cubicBezTo>
                  <a:pt x="4818028" y="2845554"/>
                  <a:pt x="4821988" y="2845554"/>
                  <a:pt x="4825093" y="2843574"/>
                </a:cubicBezTo>
                <a:lnTo>
                  <a:pt x="4827313" y="2839600"/>
                </a:lnTo>
                <a:lnTo>
                  <a:pt x="4824325" y="2834394"/>
                </a:lnTo>
                <a:lnTo>
                  <a:pt x="4822687" y="2829577"/>
                </a:lnTo>
                <a:close/>
                <a:moveTo>
                  <a:pt x="5698288" y="2828925"/>
                </a:moveTo>
                <a:cubicBezTo>
                  <a:pt x="5705018" y="2828925"/>
                  <a:pt x="5740796" y="2854412"/>
                  <a:pt x="5725210" y="2868248"/>
                </a:cubicBezTo>
                <a:cubicBezTo>
                  <a:pt x="5713874" y="2854412"/>
                  <a:pt x="5707144" y="2840576"/>
                  <a:pt x="5698288" y="2828925"/>
                </a:cubicBezTo>
                <a:close/>
                <a:moveTo>
                  <a:pt x="5051945" y="2821928"/>
                </a:moveTo>
                <a:lnTo>
                  <a:pt x="5051669" y="2822288"/>
                </a:lnTo>
                <a:cubicBezTo>
                  <a:pt x="5048249" y="2825123"/>
                  <a:pt x="5044289" y="2827373"/>
                  <a:pt x="5050049" y="2827373"/>
                </a:cubicBezTo>
                <a:lnTo>
                  <a:pt x="5053874" y="2825208"/>
                </a:lnTo>
                <a:close/>
                <a:moveTo>
                  <a:pt x="5027369" y="2818372"/>
                </a:moveTo>
                <a:lnTo>
                  <a:pt x="5016394" y="2820268"/>
                </a:lnTo>
                <a:lnTo>
                  <a:pt x="5013565" y="2822805"/>
                </a:lnTo>
                <a:lnTo>
                  <a:pt x="5010575" y="2830519"/>
                </a:lnTo>
                <a:lnTo>
                  <a:pt x="5013314" y="2832832"/>
                </a:lnTo>
                <a:lnTo>
                  <a:pt x="5013951" y="2832100"/>
                </a:lnTo>
                <a:lnTo>
                  <a:pt x="5014416" y="2833762"/>
                </a:lnTo>
                <a:lnTo>
                  <a:pt x="5016389" y="2835428"/>
                </a:lnTo>
                <a:cubicBezTo>
                  <a:pt x="5019809" y="2837723"/>
                  <a:pt x="5022689" y="2839974"/>
                  <a:pt x="5022689" y="2843214"/>
                </a:cubicBezTo>
                <a:cubicBezTo>
                  <a:pt x="5031689" y="2843214"/>
                  <a:pt x="5022689" y="2827373"/>
                  <a:pt x="5027369" y="2818372"/>
                </a:cubicBezTo>
                <a:close/>
                <a:moveTo>
                  <a:pt x="6101820" y="2814889"/>
                </a:moveTo>
                <a:cubicBezTo>
                  <a:pt x="6104799" y="2814307"/>
                  <a:pt x="6108332" y="2815314"/>
                  <a:pt x="6112267" y="2818715"/>
                </a:cubicBezTo>
                <a:cubicBezTo>
                  <a:pt x="6107617" y="2829812"/>
                  <a:pt x="6100819" y="2836971"/>
                  <a:pt x="6094022" y="2841267"/>
                </a:cubicBezTo>
                <a:cubicBezTo>
                  <a:pt x="6088924" y="2832676"/>
                  <a:pt x="6092882" y="2816634"/>
                  <a:pt x="6101820" y="2814889"/>
                </a:cubicBezTo>
                <a:close/>
                <a:moveTo>
                  <a:pt x="5026984" y="2810769"/>
                </a:moveTo>
                <a:lnTo>
                  <a:pt x="5026115" y="2811549"/>
                </a:lnTo>
                <a:lnTo>
                  <a:pt x="5027369" y="2811532"/>
                </a:lnTo>
                <a:close/>
                <a:moveTo>
                  <a:pt x="5073081" y="2809378"/>
                </a:moveTo>
                <a:cubicBezTo>
                  <a:pt x="5070929" y="2811528"/>
                  <a:pt x="5070929" y="2815828"/>
                  <a:pt x="5068419" y="2815828"/>
                </a:cubicBezTo>
                <a:lnTo>
                  <a:pt x="5068875" y="2816738"/>
                </a:lnTo>
                <a:lnTo>
                  <a:pt x="5079066" y="2814350"/>
                </a:lnTo>
                <a:close/>
                <a:moveTo>
                  <a:pt x="5104636" y="2806870"/>
                </a:moveTo>
                <a:cubicBezTo>
                  <a:pt x="5104636" y="2811528"/>
                  <a:pt x="5104636" y="2818337"/>
                  <a:pt x="5107146" y="2825145"/>
                </a:cubicBezTo>
                <a:cubicBezTo>
                  <a:pt x="5098540" y="2803108"/>
                  <a:pt x="5091346" y="2817956"/>
                  <a:pt x="5082538" y="2817234"/>
                </a:cubicBezTo>
                <a:lnTo>
                  <a:pt x="5081692" y="2816531"/>
                </a:lnTo>
                <a:lnTo>
                  <a:pt x="5077522" y="2818749"/>
                </a:lnTo>
                <a:lnTo>
                  <a:pt x="5072346" y="2823658"/>
                </a:lnTo>
                <a:lnTo>
                  <a:pt x="5073053" y="2825067"/>
                </a:lnTo>
                <a:cubicBezTo>
                  <a:pt x="5073221" y="2830733"/>
                  <a:pt x="5069153" y="2835727"/>
                  <a:pt x="5070487" y="2841931"/>
                </a:cubicBezTo>
                <a:lnTo>
                  <a:pt x="5071342" y="2843163"/>
                </a:lnTo>
                <a:lnTo>
                  <a:pt x="5072606" y="2842336"/>
                </a:lnTo>
                <a:cubicBezTo>
                  <a:pt x="5075430" y="2839794"/>
                  <a:pt x="5077860" y="2836554"/>
                  <a:pt x="5079570" y="2832053"/>
                </a:cubicBezTo>
                <a:cubicBezTo>
                  <a:pt x="5093250" y="2829533"/>
                  <a:pt x="5093250" y="2838894"/>
                  <a:pt x="5102250" y="2838894"/>
                </a:cubicBezTo>
                <a:cubicBezTo>
                  <a:pt x="5107380" y="2833763"/>
                  <a:pt x="5110935" y="2828341"/>
                  <a:pt x="5113916" y="2823092"/>
                </a:cubicBezTo>
                <a:lnTo>
                  <a:pt x="5115415" y="2820404"/>
                </a:lnTo>
                <a:lnTo>
                  <a:pt x="5108625" y="2819591"/>
                </a:lnTo>
                <a:cubicBezTo>
                  <a:pt x="5108043" y="2816456"/>
                  <a:pt x="5108043" y="2811349"/>
                  <a:pt x="5104636" y="2806870"/>
                </a:cubicBezTo>
                <a:close/>
                <a:moveTo>
                  <a:pt x="5922755" y="2806700"/>
                </a:moveTo>
                <a:cubicBezTo>
                  <a:pt x="5940821" y="2813618"/>
                  <a:pt x="5911774" y="2832187"/>
                  <a:pt x="5907169" y="2846023"/>
                </a:cubicBezTo>
                <a:cubicBezTo>
                  <a:pt x="5898313" y="2832187"/>
                  <a:pt x="5911774" y="2829638"/>
                  <a:pt x="5922755" y="2806700"/>
                </a:cubicBezTo>
                <a:close/>
                <a:moveTo>
                  <a:pt x="5090882" y="2782623"/>
                </a:moveTo>
                <a:lnTo>
                  <a:pt x="5089062" y="2784132"/>
                </a:lnTo>
                <a:lnTo>
                  <a:pt x="5091368" y="2793253"/>
                </a:lnTo>
                <a:lnTo>
                  <a:pt x="5099372" y="2788369"/>
                </a:lnTo>
                <a:lnTo>
                  <a:pt x="5094915" y="2785025"/>
                </a:lnTo>
                <a:cubicBezTo>
                  <a:pt x="5093497" y="2783742"/>
                  <a:pt x="5092226" y="2782673"/>
                  <a:pt x="5090882" y="2782623"/>
                </a:cubicBezTo>
                <a:close/>
                <a:moveTo>
                  <a:pt x="4145654" y="2779378"/>
                </a:moveTo>
                <a:cubicBezTo>
                  <a:pt x="4143323" y="2780627"/>
                  <a:pt x="4141082" y="2783483"/>
                  <a:pt x="4139110" y="2787143"/>
                </a:cubicBezTo>
                <a:lnTo>
                  <a:pt x="4138936" y="2787586"/>
                </a:lnTo>
                <a:lnTo>
                  <a:pt x="4144643" y="2791010"/>
                </a:lnTo>
                <a:lnTo>
                  <a:pt x="4145968" y="2779784"/>
                </a:lnTo>
                <a:close/>
                <a:moveTo>
                  <a:pt x="4147508" y="2762344"/>
                </a:moveTo>
                <a:lnTo>
                  <a:pt x="4144282" y="2763601"/>
                </a:lnTo>
                <a:lnTo>
                  <a:pt x="4134878" y="2769094"/>
                </a:lnTo>
                <a:lnTo>
                  <a:pt x="4134345" y="2769913"/>
                </a:lnTo>
                <a:lnTo>
                  <a:pt x="4143502" y="2772952"/>
                </a:lnTo>
                <a:cubicBezTo>
                  <a:pt x="4147985" y="2775094"/>
                  <a:pt x="4148523" y="2768846"/>
                  <a:pt x="4149060" y="2762911"/>
                </a:cubicBezTo>
                <a:lnTo>
                  <a:pt x="4149124" y="2762539"/>
                </a:lnTo>
                <a:close/>
                <a:moveTo>
                  <a:pt x="6156896" y="2749550"/>
                </a:moveTo>
                <a:cubicBezTo>
                  <a:pt x="6168381" y="2761191"/>
                  <a:pt x="6170535" y="2754279"/>
                  <a:pt x="6177354" y="2765921"/>
                </a:cubicBezTo>
                <a:cubicBezTo>
                  <a:pt x="6166228" y="2781928"/>
                  <a:pt x="6150077" y="2772833"/>
                  <a:pt x="6138950" y="2784111"/>
                </a:cubicBezTo>
                <a:cubicBezTo>
                  <a:pt x="6136438" y="2781928"/>
                  <a:pt x="6143257" y="2756462"/>
                  <a:pt x="6156896" y="2749550"/>
                </a:cubicBezTo>
                <a:close/>
                <a:moveTo>
                  <a:pt x="4302588" y="2745985"/>
                </a:moveTo>
                <a:cubicBezTo>
                  <a:pt x="4300558" y="2746817"/>
                  <a:pt x="4299062" y="2748888"/>
                  <a:pt x="4297779" y="2751588"/>
                </a:cubicBezTo>
                <a:lnTo>
                  <a:pt x="4290880" y="2768533"/>
                </a:lnTo>
                <a:lnTo>
                  <a:pt x="4305181" y="2773097"/>
                </a:lnTo>
                <a:lnTo>
                  <a:pt x="4301418" y="2775776"/>
                </a:lnTo>
                <a:lnTo>
                  <a:pt x="4303494" y="2776744"/>
                </a:lnTo>
                <a:cubicBezTo>
                  <a:pt x="4307814" y="2777329"/>
                  <a:pt x="4311864" y="2776249"/>
                  <a:pt x="4315284" y="2773009"/>
                </a:cubicBezTo>
                <a:cubicBezTo>
                  <a:pt x="4299084" y="2770489"/>
                  <a:pt x="4303764" y="2759328"/>
                  <a:pt x="4310604" y="2747807"/>
                </a:cubicBezTo>
                <a:cubicBezTo>
                  <a:pt x="4307184" y="2745557"/>
                  <a:pt x="4304619" y="2745152"/>
                  <a:pt x="4302588" y="2745985"/>
                </a:cubicBezTo>
                <a:close/>
                <a:moveTo>
                  <a:pt x="5120174" y="2743881"/>
                </a:moveTo>
                <a:lnTo>
                  <a:pt x="5120610" y="2747807"/>
                </a:lnTo>
                <a:lnTo>
                  <a:pt x="5125554" y="2745782"/>
                </a:lnTo>
                <a:close/>
                <a:moveTo>
                  <a:pt x="5152290" y="2738807"/>
                </a:moveTo>
                <a:cubicBezTo>
                  <a:pt x="5149050" y="2759328"/>
                  <a:pt x="5122523" y="2755346"/>
                  <a:pt x="5116144" y="2763615"/>
                </a:cubicBezTo>
                <a:lnTo>
                  <a:pt x="5118040" y="2776978"/>
                </a:lnTo>
                <a:lnTo>
                  <a:pt x="5131888" y="2768528"/>
                </a:lnTo>
                <a:lnTo>
                  <a:pt x="5168406" y="2744200"/>
                </a:lnTo>
                <a:lnTo>
                  <a:pt x="5164542" y="2746047"/>
                </a:lnTo>
                <a:cubicBezTo>
                  <a:pt x="5160458" y="2745557"/>
                  <a:pt x="5160931" y="2736917"/>
                  <a:pt x="5152290" y="2738807"/>
                </a:cubicBezTo>
                <a:close/>
                <a:moveTo>
                  <a:pt x="5178063" y="2724707"/>
                </a:moveTo>
                <a:lnTo>
                  <a:pt x="5169869" y="2729479"/>
                </a:lnTo>
                <a:lnTo>
                  <a:pt x="5166045" y="2731324"/>
                </a:lnTo>
                <a:lnTo>
                  <a:pt x="5170520" y="2742792"/>
                </a:lnTo>
                <a:lnTo>
                  <a:pt x="5172766" y="2741295"/>
                </a:lnTo>
                <a:lnTo>
                  <a:pt x="5177307" y="2736081"/>
                </a:lnTo>
                <a:lnTo>
                  <a:pt x="5176904" y="2736482"/>
                </a:lnTo>
                <a:close/>
                <a:moveTo>
                  <a:pt x="4438045" y="2720445"/>
                </a:moveTo>
                <a:cubicBezTo>
                  <a:pt x="4433365" y="2734126"/>
                  <a:pt x="4419685" y="2731966"/>
                  <a:pt x="4422205" y="2745647"/>
                </a:cubicBezTo>
                <a:lnTo>
                  <a:pt x="4424640" y="2744875"/>
                </a:lnTo>
                <a:lnTo>
                  <a:pt x="4424776" y="2743195"/>
                </a:lnTo>
                <a:lnTo>
                  <a:pt x="4430124" y="2743134"/>
                </a:lnTo>
                <a:lnTo>
                  <a:pt x="4436245" y="2741192"/>
                </a:lnTo>
                <a:lnTo>
                  <a:pt x="4442387" y="2732055"/>
                </a:lnTo>
                <a:lnTo>
                  <a:pt x="4442510" y="2727325"/>
                </a:lnTo>
                <a:lnTo>
                  <a:pt x="4445567" y="2727325"/>
                </a:lnTo>
                <a:lnTo>
                  <a:pt x="4447045" y="2725126"/>
                </a:lnTo>
                <a:cubicBezTo>
                  <a:pt x="4447045" y="2725126"/>
                  <a:pt x="4447045" y="2725126"/>
                  <a:pt x="4438045" y="2720445"/>
                </a:cubicBezTo>
                <a:close/>
                <a:moveTo>
                  <a:pt x="4456045" y="2715765"/>
                </a:moveTo>
                <a:cubicBezTo>
                  <a:pt x="4457755" y="2719816"/>
                  <a:pt x="4458183" y="2722426"/>
                  <a:pt x="4457862" y="2724237"/>
                </a:cubicBezTo>
                <a:lnTo>
                  <a:pt x="4455619" y="2727325"/>
                </a:lnTo>
                <a:lnTo>
                  <a:pt x="4456148" y="2727325"/>
                </a:lnTo>
                <a:cubicBezTo>
                  <a:pt x="4458096" y="2727325"/>
                  <a:pt x="4458096" y="2727325"/>
                  <a:pt x="4458096" y="2727325"/>
                </a:cubicBezTo>
                <a:lnTo>
                  <a:pt x="4456883" y="2733989"/>
                </a:lnTo>
                <a:lnTo>
                  <a:pt x="4460320" y="2729536"/>
                </a:lnTo>
                <a:cubicBezTo>
                  <a:pt x="4462885" y="2723866"/>
                  <a:pt x="4462885" y="2717025"/>
                  <a:pt x="4456045" y="2715765"/>
                </a:cubicBezTo>
                <a:close/>
                <a:moveTo>
                  <a:pt x="4629542" y="2709558"/>
                </a:moveTo>
                <a:lnTo>
                  <a:pt x="4626478" y="2709798"/>
                </a:lnTo>
                <a:lnTo>
                  <a:pt x="4626729" y="2713865"/>
                </a:lnTo>
                <a:lnTo>
                  <a:pt x="4629656" y="2711985"/>
                </a:lnTo>
                <a:close/>
                <a:moveTo>
                  <a:pt x="5220553" y="2700337"/>
                </a:moveTo>
                <a:lnTo>
                  <a:pt x="5222727" y="2709574"/>
                </a:lnTo>
                <a:lnTo>
                  <a:pt x="5224507" y="2709291"/>
                </a:lnTo>
                <a:lnTo>
                  <a:pt x="5224713" y="2718017"/>
                </a:lnTo>
                <a:lnTo>
                  <a:pt x="5224759" y="2718212"/>
                </a:lnTo>
                <a:cubicBezTo>
                  <a:pt x="5224759" y="2711553"/>
                  <a:pt x="5235975" y="2713656"/>
                  <a:pt x="5227213" y="2718212"/>
                </a:cubicBezTo>
                <a:cubicBezTo>
                  <a:pt x="5224759" y="2718212"/>
                  <a:pt x="5222656" y="2720315"/>
                  <a:pt x="5222656" y="2724871"/>
                </a:cubicBezTo>
                <a:lnTo>
                  <a:pt x="5217566" y="2723312"/>
                </a:lnTo>
                <a:lnTo>
                  <a:pt x="5198049" y="2730128"/>
                </a:lnTo>
                <a:cubicBezTo>
                  <a:pt x="5195756" y="2721942"/>
                  <a:pt x="5198490" y="2716082"/>
                  <a:pt x="5203738" y="2712594"/>
                </a:cubicBezTo>
                <a:lnTo>
                  <a:pt x="5214755" y="2710842"/>
                </a:lnTo>
                <a:close/>
                <a:moveTo>
                  <a:pt x="4544966" y="2686243"/>
                </a:moveTo>
                <a:cubicBezTo>
                  <a:pt x="4538126" y="2695604"/>
                  <a:pt x="4553966" y="2697764"/>
                  <a:pt x="4547126" y="2704604"/>
                </a:cubicBezTo>
                <a:cubicBezTo>
                  <a:pt x="4538126" y="2713605"/>
                  <a:pt x="4544966" y="2693084"/>
                  <a:pt x="4533445" y="2693084"/>
                </a:cubicBezTo>
                <a:cubicBezTo>
                  <a:pt x="4531285" y="2702444"/>
                  <a:pt x="4526605" y="2697764"/>
                  <a:pt x="4522285" y="2706765"/>
                </a:cubicBezTo>
                <a:cubicBezTo>
                  <a:pt x="4531285" y="2715765"/>
                  <a:pt x="4535965" y="2711445"/>
                  <a:pt x="4542806" y="2711445"/>
                </a:cubicBezTo>
                <a:cubicBezTo>
                  <a:pt x="4535965" y="2729446"/>
                  <a:pt x="4522285" y="2711445"/>
                  <a:pt x="4515445" y="2727286"/>
                </a:cubicBezTo>
                <a:cubicBezTo>
                  <a:pt x="4501765" y="2722606"/>
                  <a:pt x="4503925" y="2711445"/>
                  <a:pt x="4494925" y="2713605"/>
                </a:cubicBezTo>
                <a:cubicBezTo>
                  <a:pt x="4490245" y="2725126"/>
                  <a:pt x="4497085" y="2720445"/>
                  <a:pt x="4503925" y="2725126"/>
                </a:cubicBezTo>
                <a:cubicBezTo>
                  <a:pt x="4497085" y="2743127"/>
                  <a:pt x="4481245" y="2715765"/>
                  <a:pt x="4476565" y="2738807"/>
                </a:cubicBezTo>
                <a:lnTo>
                  <a:pt x="4478403" y="2738640"/>
                </a:lnTo>
                <a:lnTo>
                  <a:pt x="4480320" y="2736427"/>
                </a:lnTo>
                <a:cubicBezTo>
                  <a:pt x="4482528" y="2735654"/>
                  <a:pt x="4484842" y="2736245"/>
                  <a:pt x="4486945" y="2737702"/>
                </a:cubicBezTo>
                <a:lnTo>
                  <a:pt x="4487022" y="2737856"/>
                </a:lnTo>
                <a:lnTo>
                  <a:pt x="4527551" y="2734171"/>
                </a:lnTo>
                <a:cubicBezTo>
                  <a:pt x="4544336" y="2730166"/>
                  <a:pt x="4560806" y="2723866"/>
                  <a:pt x="4576646" y="2715765"/>
                </a:cubicBezTo>
                <a:cubicBezTo>
                  <a:pt x="4572326" y="2713605"/>
                  <a:pt x="4565486" y="2709285"/>
                  <a:pt x="4558646" y="2713605"/>
                </a:cubicBezTo>
                <a:cubicBezTo>
                  <a:pt x="4553966" y="2706765"/>
                  <a:pt x="4563326" y="2695604"/>
                  <a:pt x="4560806" y="2686243"/>
                </a:cubicBezTo>
                <a:cubicBezTo>
                  <a:pt x="4553966" y="2684083"/>
                  <a:pt x="4549286" y="2684083"/>
                  <a:pt x="4544966" y="2686243"/>
                </a:cubicBezTo>
                <a:close/>
                <a:moveTo>
                  <a:pt x="4638207" y="2663562"/>
                </a:moveTo>
                <a:cubicBezTo>
                  <a:pt x="4629206" y="2659241"/>
                  <a:pt x="4619846" y="2679403"/>
                  <a:pt x="4633526" y="2684083"/>
                </a:cubicBezTo>
                <a:cubicBezTo>
                  <a:pt x="4640367" y="2675082"/>
                  <a:pt x="4633526" y="2672562"/>
                  <a:pt x="4638207" y="2663562"/>
                </a:cubicBezTo>
                <a:close/>
                <a:moveTo>
                  <a:pt x="4623581" y="2647901"/>
                </a:moveTo>
                <a:cubicBezTo>
                  <a:pt x="4619846" y="2649341"/>
                  <a:pt x="4616426" y="2652221"/>
                  <a:pt x="4613006" y="2654561"/>
                </a:cubicBezTo>
                <a:cubicBezTo>
                  <a:pt x="4610846" y="2661401"/>
                  <a:pt x="4610846" y="2675082"/>
                  <a:pt x="4599686" y="2672562"/>
                </a:cubicBezTo>
                <a:cubicBezTo>
                  <a:pt x="4599686" y="2666082"/>
                  <a:pt x="4601846" y="2656721"/>
                  <a:pt x="4597166" y="2652401"/>
                </a:cubicBezTo>
                <a:cubicBezTo>
                  <a:pt x="4590326" y="2659241"/>
                  <a:pt x="4581326" y="2661401"/>
                  <a:pt x="4588166" y="2672562"/>
                </a:cubicBezTo>
                <a:cubicBezTo>
                  <a:pt x="4597166" y="2666082"/>
                  <a:pt x="4597166" y="2686243"/>
                  <a:pt x="4606526" y="2679403"/>
                </a:cubicBezTo>
                <a:cubicBezTo>
                  <a:pt x="4601846" y="2697764"/>
                  <a:pt x="4588166" y="2684083"/>
                  <a:pt x="4581326" y="2686243"/>
                </a:cubicBezTo>
                <a:cubicBezTo>
                  <a:pt x="4579166" y="2690923"/>
                  <a:pt x="4572326" y="2697764"/>
                  <a:pt x="4576646" y="2702444"/>
                </a:cubicBezTo>
                <a:cubicBezTo>
                  <a:pt x="4583486" y="2695604"/>
                  <a:pt x="4590326" y="2697764"/>
                  <a:pt x="4599686" y="2697764"/>
                </a:cubicBezTo>
                <a:cubicBezTo>
                  <a:pt x="4599686" y="2713605"/>
                  <a:pt x="4590326" y="2699924"/>
                  <a:pt x="4586006" y="2715765"/>
                </a:cubicBezTo>
                <a:cubicBezTo>
                  <a:pt x="4591586" y="2715765"/>
                  <a:pt x="4597256" y="2713515"/>
                  <a:pt x="4603241" y="2711265"/>
                </a:cubicBezTo>
                <a:lnTo>
                  <a:pt x="4621790" y="2706900"/>
                </a:lnTo>
                <a:lnTo>
                  <a:pt x="4623158" y="2698283"/>
                </a:lnTo>
                <a:lnTo>
                  <a:pt x="4621190" y="2699086"/>
                </a:lnTo>
                <a:cubicBezTo>
                  <a:pt x="4616381" y="2700554"/>
                  <a:pt x="4612106" y="2701094"/>
                  <a:pt x="4608686" y="2699924"/>
                </a:cubicBezTo>
                <a:cubicBezTo>
                  <a:pt x="4613006" y="2699924"/>
                  <a:pt x="4615526" y="2697764"/>
                  <a:pt x="4619846" y="2695604"/>
                </a:cubicBezTo>
                <a:cubicBezTo>
                  <a:pt x="4610846" y="2688763"/>
                  <a:pt x="4601846" y="2697764"/>
                  <a:pt x="4610846" y="2681923"/>
                </a:cubicBezTo>
                <a:cubicBezTo>
                  <a:pt x="4617686" y="2670402"/>
                  <a:pt x="4613006" y="2699924"/>
                  <a:pt x="4619846" y="2688763"/>
                </a:cubicBezTo>
                <a:cubicBezTo>
                  <a:pt x="4631366" y="2672562"/>
                  <a:pt x="4613006" y="2684083"/>
                  <a:pt x="4615526" y="2672562"/>
                </a:cubicBezTo>
                <a:cubicBezTo>
                  <a:pt x="4629206" y="2670402"/>
                  <a:pt x="4617686" y="2654561"/>
                  <a:pt x="4636047" y="2649881"/>
                </a:cubicBezTo>
                <a:cubicBezTo>
                  <a:pt x="4631367" y="2646461"/>
                  <a:pt x="4627316" y="2646461"/>
                  <a:pt x="4623581" y="2647901"/>
                </a:cubicBezTo>
                <a:close/>
                <a:moveTo>
                  <a:pt x="4747084" y="2646790"/>
                </a:moveTo>
                <a:cubicBezTo>
                  <a:pt x="4752911" y="2645324"/>
                  <a:pt x="4759570" y="2645874"/>
                  <a:pt x="4762900" y="2646973"/>
                </a:cubicBezTo>
                <a:cubicBezTo>
                  <a:pt x="4762900" y="2651735"/>
                  <a:pt x="4756240" y="2653933"/>
                  <a:pt x="4758343" y="2658695"/>
                </a:cubicBezTo>
                <a:cubicBezTo>
                  <a:pt x="4747128" y="2651735"/>
                  <a:pt x="4745025" y="2656131"/>
                  <a:pt x="4736263" y="2658695"/>
                </a:cubicBezTo>
                <a:cubicBezTo>
                  <a:pt x="4736263" y="2651735"/>
                  <a:pt x="4741257" y="2648255"/>
                  <a:pt x="4747084" y="2646790"/>
                </a:cubicBezTo>
                <a:close/>
                <a:moveTo>
                  <a:pt x="5285941" y="2635750"/>
                </a:moveTo>
                <a:cubicBezTo>
                  <a:pt x="5281981" y="2635209"/>
                  <a:pt x="5279731" y="2636380"/>
                  <a:pt x="5277571" y="2645560"/>
                </a:cubicBezTo>
                <a:cubicBezTo>
                  <a:pt x="5281891" y="2652401"/>
                  <a:pt x="5304571" y="2652401"/>
                  <a:pt x="5304571" y="2636200"/>
                </a:cubicBezTo>
                <a:cubicBezTo>
                  <a:pt x="5295571" y="2638540"/>
                  <a:pt x="5289901" y="2636290"/>
                  <a:pt x="5285941" y="2635750"/>
                </a:cubicBezTo>
                <a:close/>
                <a:moveTo>
                  <a:pt x="5383618" y="2622550"/>
                </a:moveTo>
                <a:cubicBezTo>
                  <a:pt x="5381202" y="2633765"/>
                  <a:pt x="5377061" y="2644981"/>
                  <a:pt x="5368088" y="2649186"/>
                </a:cubicBezTo>
                <a:cubicBezTo>
                  <a:pt x="5368088" y="2633765"/>
                  <a:pt x="5374645" y="2627106"/>
                  <a:pt x="5383618" y="2622550"/>
                </a:cubicBezTo>
                <a:close/>
                <a:moveTo>
                  <a:pt x="4780467" y="2613540"/>
                </a:moveTo>
                <a:cubicBezTo>
                  <a:pt x="4778320" y="2618096"/>
                  <a:pt x="4785117" y="2618096"/>
                  <a:pt x="4782613" y="2622302"/>
                </a:cubicBezTo>
                <a:cubicBezTo>
                  <a:pt x="4775816" y="2624756"/>
                  <a:pt x="4771523" y="2638074"/>
                  <a:pt x="4760075" y="2628961"/>
                </a:cubicBezTo>
                <a:cubicBezTo>
                  <a:pt x="4760075" y="2611437"/>
                  <a:pt x="4775816" y="2626858"/>
                  <a:pt x="4778320" y="2615643"/>
                </a:cubicBezTo>
                <a:cubicBezTo>
                  <a:pt x="4775816" y="2615643"/>
                  <a:pt x="4775816" y="2611437"/>
                  <a:pt x="4780467" y="2613540"/>
                </a:cubicBezTo>
                <a:close/>
                <a:moveTo>
                  <a:pt x="5326870" y="2612231"/>
                </a:moveTo>
                <a:lnTo>
                  <a:pt x="5327264" y="2613476"/>
                </a:lnTo>
                <a:lnTo>
                  <a:pt x="5329833" y="2612887"/>
                </a:lnTo>
                <a:close/>
                <a:moveTo>
                  <a:pt x="5459373" y="2604518"/>
                </a:moveTo>
                <a:cubicBezTo>
                  <a:pt x="5452533" y="2604518"/>
                  <a:pt x="5450373" y="2609198"/>
                  <a:pt x="5445693" y="2611358"/>
                </a:cubicBezTo>
                <a:cubicBezTo>
                  <a:pt x="5445693" y="2614778"/>
                  <a:pt x="5445153" y="2619278"/>
                  <a:pt x="5446053" y="2622384"/>
                </a:cubicBezTo>
                <a:lnTo>
                  <a:pt x="5454847" y="2624978"/>
                </a:lnTo>
                <a:lnTo>
                  <a:pt x="5455183" y="2624420"/>
                </a:lnTo>
                <a:close/>
                <a:moveTo>
                  <a:pt x="5390725" y="2603500"/>
                </a:moveTo>
                <a:cubicBezTo>
                  <a:pt x="5399488" y="2603500"/>
                  <a:pt x="5399488" y="2638061"/>
                  <a:pt x="5388272" y="2624236"/>
                </a:cubicBezTo>
                <a:cubicBezTo>
                  <a:pt x="5399488" y="2621690"/>
                  <a:pt x="5372850" y="2610412"/>
                  <a:pt x="5390725" y="2603500"/>
                </a:cubicBezTo>
                <a:close/>
                <a:moveTo>
                  <a:pt x="4790767" y="2603500"/>
                </a:moveTo>
                <a:cubicBezTo>
                  <a:pt x="4790767" y="2603500"/>
                  <a:pt x="4790767" y="2603500"/>
                  <a:pt x="4804172" y="2608086"/>
                </a:cubicBezTo>
                <a:cubicBezTo>
                  <a:pt x="4802056" y="2616905"/>
                  <a:pt x="4793236" y="2614436"/>
                  <a:pt x="4788650" y="2619022"/>
                </a:cubicBezTo>
                <a:cubicBezTo>
                  <a:pt x="4793236" y="2612319"/>
                  <a:pt x="4788650" y="2610203"/>
                  <a:pt x="4790767" y="2603500"/>
                </a:cubicBezTo>
                <a:close/>
                <a:moveTo>
                  <a:pt x="5327655" y="2586160"/>
                </a:moveTo>
                <a:lnTo>
                  <a:pt x="5327613" y="2586185"/>
                </a:lnTo>
                <a:lnTo>
                  <a:pt x="5327724" y="2589899"/>
                </a:lnTo>
                <a:lnTo>
                  <a:pt x="5330806" y="2587321"/>
                </a:lnTo>
                <a:lnTo>
                  <a:pt x="5331571" y="2586486"/>
                </a:lnTo>
                <a:close/>
                <a:moveTo>
                  <a:pt x="5395212" y="2579687"/>
                </a:moveTo>
                <a:cubicBezTo>
                  <a:pt x="5395212" y="2589212"/>
                  <a:pt x="5397752" y="2589212"/>
                  <a:pt x="5406823" y="2579687"/>
                </a:cubicBezTo>
                <a:cubicBezTo>
                  <a:pt x="5409000" y="2584449"/>
                  <a:pt x="5404646" y="2591410"/>
                  <a:pt x="5397752" y="2598370"/>
                </a:cubicBezTo>
                <a:cubicBezTo>
                  <a:pt x="5395212" y="2593608"/>
                  <a:pt x="5388317" y="2596172"/>
                  <a:pt x="5383963" y="2589212"/>
                </a:cubicBezTo>
                <a:cubicBezTo>
                  <a:pt x="5395212" y="2579687"/>
                  <a:pt x="5395212" y="2579687"/>
                  <a:pt x="5395212" y="2579687"/>
                </a:cubicBezTo>
                <a:close/>
                <a:moveTo>
                  <a:pt x="5356394" y="2569242"/>
                </a:moveTo>
                <a:lnTo>
                  <a:pt x="5352919" y="2571173"/>
                </a:lnTo>
                <a:lnTo>
                  <a:pt x="5350205" y="2583548"/>
                </a:lnTo>
                <a:lnTo>
                  <a:pt x="5353196" y="2584172"/>
                </a:lnTo>
                <a:cubicBezTo>
                  <a:pt x="5355543" y="2580754"/>
                  <a:pt x="5355543" y="2577335"/>
                  <a:pt x="5355543" y="2573647"/>
                </a:cubicBezTo>
                <a:close/>
                <a:moveTo>
                  <a:pt x="5451949" y="2555069"/>
                </a:moveTo>
                <a:cubicBezTo>
                  <a:pt x="5447644" y="2559400"/>
                  <a:pt x="5442980" y="2559400"/>
                  <a:pt x="5440827" y="2559400"/>
                </a:cubicBezTo>
                <a:cubicBezTo>
                  <a:pt x="5438495" y="2564093"/>
                  <a:pt x="5442980" y="2565266"/>
                  <a:pt x="5445805" y="2567251"/>
                </a:cubicBezTo>
                <a:lnTo>
                  <a:pt x="5446081" y="2567841"/>
                </a:lnTo>
                <a:lnTo>
                  <a:pt x="5457842" y="2558326"/>
                </a:lnTo>
                <a:close/>
                <a:moveTo>
                  <a:pt x="4943920" y="2548497"/>
                </a:moveTo>
                <a:cubicBezTo>
                  <a:pt x="4946484" y="2547003"/>
                  <a:pt x="4950514" y="2548124"/>
                  <a:pt x="4953994" y="2551485"/>
                </a:cubicBezTo>
                <a:cubicBezTo>
                  <a:pt x="4956559" y="2563438"/>
                  <a:pt x="4949598" y="2563438"/>
                  <a:pt x="4942637" y="2561197"/>
                </a:cubicBezTo>
                <a:cubicBezTo>
                  <a:pt x="4940256" y="2554100"/>
                  <a:pt x="4941355" y="2549991"/>
                  <a:pt x="4943920" y="2548497"/>
                </a:cubicBezTo>
                <a:close/>
                <a:moveTo>
                  <a:pt x="4895084" y="2533650"/>
                </a:moveTo>
                <a:lnTo>
                  <a:pt x="4909384" y="2547141"/>
                </a:lnTo>
                <a:lnTo>
                  <a:pt x="4919673" y="2540000"/>
                </a:lnTo>
                <a:cubicBezTo>
                  <a:pt x="4926409" y="2546904"/>
                  <a:pt x="4894858" y="2569798"/>
                  <a:pt x="4890250" y="2558170"/>
                </a:cubicBezTo>
                <a:lnTo>
                  <a:pt x="4902060" y="2551902"/>
                </a:lnTo>
                <a:lnTo>
                  <a:pt x="4899722" y="2547285"/>
                </a:lnTo>
                <a:cubicBezTo>
                  <a:pt x="4888306" y="2563073"/>
                  <a:pt x="4872610" y="2574555"/>
                  <a:pt x="4856913" y="2585678"/>
                </a:cubicBezTo>
                <a:lnTo>
                  <a:pt x="4857138" y="2584945"/>
                </a:lnTo>
                <a:lnTo>
                  <a:pt x="4855897" y="2586908"/>
                </a:lnTo>
                <a:cubicBezTo>
                  <a:pt x="4849855" y="2591903"/>
                  <a:pt x="4842406" y="2596284"/>
                  <a:pt x="4837863" y="2598386"/>
                </a:cubicBezTo>
                <a:cubicBezTo>
                  <a:pt x="4838953" y="2592954"/>
                  <a:pt x="4844132" y="2588573"/>
                  <a:pt x="4849901" y="2584411"/>
                </a:cubicBezTo>
                <a:lnTo>
                  <a:pt x="4859764" y="2576396"/>
                </a:lnTo>
                <a:lnTo>
                  <a:pt x="4861874" y="2569526"/>
                </a:lnTo>
                <a:cubicBezTo>
                  <a:pt x="4869733" y="2556860"/>
                  <a:pt x="4884917" y="2552218"/>
                  <a:pt x="4895084" y="2533650"/>
                </a:cubicBezTo>
                <a:close/>
                <a:moveTo>
                  <a:pt x="264714" y="2532062"/>
                </a:moveTo>
                <a:cubicBezTo>
                  <a:pt x="267200" y="2538809"/>
                  <a:pt x="271461" y="2540939"/>
                  <a:pt x="278208" y="2543070"/>
                </a:cubicBezTo>
                <a:cubicBezTo>
                  <a:pt x="264714" y="2543070"/>
                  <a:pt x="251220" y="2556564"/>
                  <a:pt x="249090" y="2578935"/>
                </a:cubicBezTo>
                <a:cubicBezTo>
                  <a:pt x="244473" y="2581420"/>
                  <a:pt x="238082" y="2578935"/>
                  <a:pt x="235596" y="2585682"/>
                </a:cubicBezTo>
                <a:cubicBezTo>
                  <a:pt x="224588" y="2576804"/>
                  <a:pt x="240212" y="2572188"/>
                  <a:pt x="244473" y="2554433"/>
                </a:cubicBezTo>
                <a:cubicBezTo>
                  <a:pt x="253706" y="2561180"/>
                  <a:pt x="260453" y="2547686"/>
                  <a:pt x="264714" y="2532062"/>
                </a:cubicBezTo>
                <a:close/>
                <a:moveTo>
                  <a:pt x="518836" y="2525121"/>
                </a:moveTo>
                <a:cubicBezTo>
                  <a:pt x="507315" y="2531960"/>
                  <a:pt x="498314" y="2549958"/>
                  <a:pt x="486793" y="2561476"/>
                </a:cubicBezTo>
                <a:cubicBezTo>
                  <a:pt x="484633" y="2554637"/>
                  <a:pt x="475632" y="2549958"/>
                  <a:pt x="468791" y="2554637"/>
                </a:cubicBezTo>
                <a:cubicBezTo>
                  <a:pt x="459790" y="2581993"/>
                  <a:pt x="450429" y="2597831"/>
                  <a:pt x="450429" y="2625187"/>
                </a:cubicBezTo>
                <a:cubicBezTo>
                  <a:pt x="459790" y="2611509"/>
                  <a:pt x="455110" y="2632026"/>
                  <a:pt x="464110" y="2629506"/>
                </a:cubicBezTo>
                <a:cubicBezTo>
                  <a:pt x="470951" y="2609349"/>
                  <a:pt x="484633" y="2625187"/>
                  <a:pt x="491473" y="2606830"/>
                </a:cubicBezTo>
                <a:cubicBezTo>
                  <a:pt x="486793" y="2575154"/>
                  <a:pt x="511996" y="2554637"/>
                  <a:pt x="518836" y="2525121"/>
                </a:cubicBezTo>
                <a:close/>
                <a:moveTo>
                  <a:pt x="4944402" y="2523999"/>
                </a:moveTo>
                <a:cubicBezTo>
                  <a:pt x="4964510" y="2519362"/>
                  <a:pt x="4928880" y="2550755"/>
                  <a:pt x="4926763" y="2535058"/>
                </a:cubicBezTo>
                <a:cubicBezTo>
                  <a:pt x="4933466" y="2526140"/>
                  <a:pt x="4946519" y="2535058"/>
                  <a:pt x="4944402" y="2523999"/>
                </a:cubicBezTo>
                <a:close/>
                <a:moveTo>
                  <a:pt x="5006822" y="2513012"/>
                </a:moveTo>
                <a:cubicBezTo>
                  <a:pt x="5008957" y="2526417"/>
                  <a:pt x="5008957" y="2528534"/>
                  <a:pt x="5000061" y="2528534"/>
                </a:cubicBezTo>
                <a:cubicBezTo>
                  <a:pt x="4988675" y="2515128"/>
                  <a:pt x="5004331" y="2519715"/>
                  <a:pt x="5006822" y="2513012"/>
                </a:cubicBezTo>
                <a:close/>
                <a:moveTo>
                  <a:pt x="6100714" y="2503487"/>
                </a:moveTo>
                <a:cubicBezTo>
                  <a:pt x="6110068" y="2507809"/>
                  <a:pt x="6091721" y="2544550"/>
                  <a:pt x="6087044" y="2524018"/>
                </a:cubicBezTo>
                <a:cubicBezTo>
                  <a:pt x="6082727" y="2530862"/>
                  <a:pt x="6089562" y="2535185"/>
                  <a:pt x="6082727" y="2544550"/>
                </a:cubicBezTo>
                <a:cubicBezTo>
                  <a:pt x="6098556" y="2528341"/>
                  <a:pt x="6107549" y="2557877"/>
                  <a:pt x="6116903" y="2530862"/>
                </a:cubicBezTo>
                <a:cubicBezTo>
                  <a:pt x="6123378" y="2533023"/>
                  <a:pt x="6114385" y="2544550"/>
                  <a:pt x="6121220" y="2546711"/>
                </a:cubicBezTo>
                <a:cubicBezTo>
                  <a:pt x="6114385" y="2553555"/>
                  <a:pt x="6100714" y="2548872"/>
                  <a:pt x="6091721" y="2551034"/>
                </a:cubicBezTo>
                <a:cubicBezTo>
                  <a:pt x="6093879" y="2567243"/>
                  <a:pt x="6062221" y="2617311"/>
                  <a:pt x="6089562" y="2614790"/>
                </a:cubicBezTo>
                <a:cubicBezTo>
                  <a:pt x="6096397" y="2640004"/>
                  <a:pt x="6025887" y="2658374"/>
                  <a:pt x="6046393" y="2687911"/>
                </a:cubicBezTo>
                <a:cubicBezTo>
                  <a:pt x="6028045" y="2712765"/>
                  <a:pt x="6023369" y="2735458"/>
                  <a:pt x="6014375" y="2762833"/>
                </a:cubicBezTo>
                <a:cubicBezTo>
                  <a:pt x="6007540" y="2790209"/>
                  <a:pt x="6003223" y="2819745"/>
                  <a:pt x="5980199" y="2853965"/>
                </a:cubicBezTo>
                <a:cubicBezTo>
                  <a:pt x="5969047" y="2840277"/>
                  <a:pt x="5950700" y="2790209"/>
                  <a:pt x="5987034" y="2788047"/>
                </a:cubicBezTo>
                <a:cubicBezTo>
                  <a:pt x="5984876" y="2758511"/>
                  <a:pt x="5993870" y="2733296"/>
                  <a:pt x="6007540" y="2708442"/>
                </a:cubicBezTo>
                <a:cubicBezTo>
                  <a:pt x="6012217" y="2694755"/>
                  <a:pt x="6018512" y="2681607"/>
                  <a:pt x="6024493" y="2667920"/>
                </a:cubicBezTo>
                <a:lnTo>
                  <a:pt x="6031927" y="2646322"/>
                </a:lnTo>
                <a:lnTo>
                  <a:pt x="6032010" y="2638643"/>
                </a:lnTo>
                <a:cubicBezTo>
                  <a:pt x="6034283" y="2631452"/>
                  <a:pt x="6040013" y="2622804"/>
                  <a:pt x="6043470" y="2614612"/>
                </a:cubicBezTo>
                <a:lnTo>
                  <a:pt x="6048771" y="2626550"/>
                </a:lnTo>
                <a:lnTo>
                  <a:pt x="6051682" y="2627307"/>
                </a:lnTo>
                <a:cubicBezTo>
                  <a:pt x="6062289" y="2624335"/>
                  <a:pt x="6067888" y="2605965"/>
                  <a:pt x="6064380" y="2598941"/>
                </a:cubicBezTo>
                <a:cubicBezTo>
                  <a:pt x="6048551" y="2594618"/>
                  <a:pt x="6069057" y="2619472"/>
                  <a:pt x="6048551" y="2608306"/>
                </a:cubicBezTo>
                <a:cubicBezTo>
                  <a:pt x="6057545" y="2567243"/>
                  <a:pt x="6080568" y="2535185"/>
                  <a:pt x="6078050" y="2505648"/>
                </a:cubicBezTo>
                <a:cubicBezTo>
                  <a:pt x="6087044" y="2507809"/>
                  <a:pt x="6084885" y="2512492"/>
                  <a:pt x="6091721" y="2514653"/>
                </a:cubicBezTo>
                <a:cubicBezTo>
                  <a:pt x="6096397" y="2517174"/>
                  <a:pt x="6098556" y="2507809"/>
                  <a:pt x="6100714" y="2503487"/>
                </a:cubicBezTo>
                <a:close/>
                <a:moveTo>
                  <a:pt x="5026516" y="2502944"/>
                </a:moveTo>
                <a:cubicBezTo>
                  <a:pt x="5028827" y="2503061"/>
                  <a:pt x="5030667" y="2503350"/>
                  <a:pt x="5031212" y="2503350"/>
                </a:cubicBezTo>
                <a:cubicBezTo>
                  <a:pt x="5035937" y="2512246"/>
                  <a:pt x="5022127" y="2519006"/>
                  <a:pt x="5015223" y="2519006"/>
                </a:cubicBezTo>
                <a:cubicBezTo>
                  <a:pt x="5008409" y="2503795"/>
                  <a:pt x="5019584" y="2502594"/>
                  <a:pt x="5026516" y="2502944"/>
                </a:cubicBezTo>
                <a:close/>
                <a:moveTo>
                  <a:pt x="5010538" y="2482850"/>
                </a:moveTo>
                <a:cubicBezTo>
                  <a:pt x="5010538" y="2496255"/>
                  <a:pt x="4999314" y="2494139"/>
                  <a:pt x="4990263" y="2498372"/>
                </a:cubicBezTo>
                <a:cubicBezTo>
                  <a:pt x="4992435" y="2487436"/>
                  <a:pt x="4999314" y="2482850"/>
                  <a:pt x="5010538" y="2482850"/>
                </a:cubicBezTo>
                <a:close/>
                <a:moveTo>
                  <a:pt x="6100537" y="2481081"/>
                </a:moveTo>
                <a:cubicBezTo>
                  <a:pt x="6106261" y="2480503"/>
                  <a:pt x="6111985" y="2482193"/>
                  <a:pt x="6115437" y="2487886"/>
                </a:cubicBezTo>
                <a:cubicBezTo>
                  <a:pt x="6111076" y="2496781"/>
                  <a:pt x="6099447" y="2492155"/>
                  <a:pt x="6085638" y="2487886"/>
                </a:cubicBezTo>
                <a:cubicBezTo>
                  <a:pt x="6089091" y="2484506"/>
                  <a:pt x="6094814" y="2481659"/>
                  <a:pt x="6100537" y="2481081"/>
                </a:cubicBezTo>
                <a:close/>
                <a:moveTo>
                  <a:pt x="5540857" y="2478548"/>
                </a:moveTo>
                <a:lnTo>
                  <a:pt x="5533750" y="2486489"/>
                </a:lnTo>
                <a:cubicBezTo>
                  <a:pt x="5535902" y="2465915"/>
                  <a:pt x="5511147" y="2500205"/>
                  <a:pt x="5508635" y="2495873"/>
                </a:cubicBezTo>
                <a:cubicBezTo>
                  <a:pt x="5520116" y="2504897"/>
                  <a:pt x="5504330" y="2516086"/>
                  <a:pt x="5488544" y="2516086"/>
                </a:cubicBezTo>
                <a:cubicBezTo>
                  <a:pt x="5479216" y="2527637"/>
                  <a:pt x="5499666" y="2518613"/>
                  <a:pt x="5495002" y="2529802"/>
                </a:cubicBezTo>
                <a:lnTo>
                  <a:pt x="5481512" y="2537874"/>
                </a:lnTo>
                <a:lnTo>
                  <a:pt x="5484573" y="2545473"/>
                </a:lnTo>
                <a:cubicBezTo>
                  <a:pt x="5493573" y="2540793"/>
                  <a:pt x="5502573" y="2518112"/>
                  <a:pt x="5511933" y="2531793"/>
                </a:cubicBezTo>
                <a:cubicBezTo>
                  <a:pt x="5507253" y="2538633"/>
                  <a:pt x="5498253" y="2540793"/>
                  <a:pt x="5498253" y="2549794"/>
                </a:cubicBezTo>
                <a:cubicBezTo>
                  <a:pt x="5518773" y="2551954"/>
                  <a:pt x="5514093" y="2531793"/>
                  <a:pt x="5527773" y="2527112"/>
                </a:cubicBezTo>
                <a:cubicBezTo>
                  <a:pt x="5527773" y="2527112"/>
                  <a:pt x="5527773" y="2527112"/>
                  <a:pt x="5527773" y="2536113"/>
                </a:cubicBezTo>
                <a:cubicBezTo>
                  <a:pt x="5532093" y="2536113"/>
                  <a:pt x="5532093" y="2538633"/>
                  <a:pt x="5532093" y="2542953"/>
                </a:cubicBezTo>
                <a:cubicBezTo>
                  <a:pt x="5525613" y="2545473"/>
                  <a:pt x="5516253" y="2545473"/>
                  <a:pt x="5514093" y="2551954"/>
                </a:cubicBezTo>
                <a:cubicBezTo>
                  <a:pt x="5514093" y="2556634"/>
                  <a:pt x="5511933" y="2563475"/>
                  <a:pt x="5516253" y="2563475"/>
                </a:cubicBezTo>
                <a:lnTo>
                  <a:pt x="5537189" y="2545289"/>
                </a:lnTo>
                <a:lnTo>
                  <a:pt x="5537730" y="2540575"/>
                </a:lnTo>
                <a:cubicBezTo>
                  <a:pt x="5537730" y="2527255"/>
                  <a:pt x="5535480" y="2514835"/>
                  <a:pt x="5536560" y="2502416"/>
                </a:cubicBezTo>
                <a:close/>
                <a:moveTo>
                  <a:pt x="5725775" y="2474909"/>
                </a:moveTo>
                <a:cubicBezTo>
                  <a:pt x="5720015" y="2481749"/>
                  <a:pt x="5713175" y="2487960"/>
                  <a:pt x="5706920" y="2494440"/>
                </a:cubicBezTo>
                <a:lnTo>
                  <a:pt x="5695005" y="2510863"/>
                </a:lnTo>
                <a:lnTo>
                  <a:pt x="5695199" y="2511241"/>
                </a:lnTo>
                <a:lnTo>
                  <a:pt x="5695190" y="2513057"/>
                </a:lnTo>
                <a:lnTo>
                  <a:pt x="5714615" y="2499435"/>
                </a:lnTo>
                <a:cubicBezTo>
                  <a:pt x="5720015" y="2492370"/>
                  <a:pt x="5723435" y="2483909"/>
                  <a:pt x="5725775" y="2474909"/>
                </a:cubicBezTo>
                <a:close/>
                <a:moveTo>
                  <a:pt x="5100090" y="2472388"/>
                </a:moveTo>
                <a:cubicBezTo>
                  <a:pt x="5095410" y="2483909"/>
                  <a:pt x="5086410" y="2486069"/>
                  <a:pt x="5084250" y="2499750"/>
                </a:cubicBezTo>
                <a:lnTo>
                  <a:pt x="5089503" y="2499466"/>
                </a:lnTo>
                <a:lnTo>
                  <a:pt x="5091367" y="2492375"/>
                </a:lnTo>
                <a:lnTo>
                  <a:pt x="5094809" y="2499178"/>
                </a:lnTo>
                <a:lnTo>
                  <a:pt x="5094836" y="2499177"/>
                </a:lnTo>
                <a:cubicBezTo>
                  <a:pt x="5102970" y="2495160"/>
                  <a:pt x="5105130" y="2482739"/>
                  <a:pt x="5113770" y="2479229"/>
                </a:cubicBezTo>
                <a:cubicBezTo>
                  <a:pt x="5113770" y="2472388"/>
                  <a:pt x="5106930" y="2470228"/>
                  <a:pt x="5100090" y="2472388"/>
                </a:cubicBezTo>
                <a:close/>
                <a:moveTo>
                  <a:pt x="5821936" y="2463800"/>
                </a:moveTo>
                <a:cubicBezTo>
                  <a:pt x="5826522" y="2479765"/>
                  <a:pt x="5821936" y="2500448"/>
                  <a:pt x="5811000" y="2514237"/>
                </a:cubicBezTo>
                <a:cubicBezTo>
                  <a:pt x="5795125" y="2502988"/>
                  <a:pt x="5817703" y="2479765"/>
                  <a:pt x="5821936" y="2463800"/>
                </a:cubicBezTo>
                <a:close/>
                <a:moveTo>
                  <a:pt x="5504270" y="2438400"/>
                </a:moveTo>
                <a:cubicBezTo>
                  <a:pt x="5508566" y="2447485"/>
                  <a:pt x="5515367" y="2451845"/>
                  <a:pt x="5513219" y="2468198"/>
                </a:cubicBezTo>
                <a:cubicBezTo>
                  <a:pt x="5479213" y="2465655"/>
                  <a:pt x="5492816" y="2465655"/>
                  <a:pt x="5504270" y="2438400"/>
                </a:cubicBezTo>
                <a:close/>
                <a:moveTo>
                  <a:pt x="5015849" y="2436026"/>
                </a:moveTo>
                <a:cubicBezTo>
                  <a:pt x="5004329" y="2438546"/>
                  <a:pt x="4997849" y="2445027"/>
                  <a:pt x="4993169" y="2456547"/>
                </a:cubicBezTo>
                <a:cubicBezTo>
                  <a:pt x="5004329" y="2454387"/>
                  <a:pt x="5013689" y="2447547"/>
                  <a:pt x="5015849" y="2436026"/>
                </a:cubicBezTo>
                <a:close/>
                <a:moveTo>
                  <a:pt x="6105383" y="2435225"/>
                </a:moveTo>
                <a:cubicBezTo>
                  <a:pt x="6117024" y="2446673"/>
                  <a:pt x="6093741" y="2460267"/>
                  <a:pt x="6082463" y="2453470"/>
                </a:cubicBezTo>
                <a:cubicBezTo>
                  <a:pt x="6084646" y="2439875"/>
                  <a:pt x="6100653" y="2446673"/>
                  <a:pt x="6105383" y="2435225"/>
                </a:cubicBezTo>
                <a:close/>
                <a:moveTo>
                  <a:pt x="5067703" y="2432050"/>
                </a:moveTo>
                <a:cubicBezTo>
                  <a:pt x="5067703" y="2443273"/>
                  <a:pt x="5067703" y="2452325"/>
                  <a:pt x="5056938" y="2450152"/>
                </a:cubicBezTo>
                <a:cubicBezTo>
                  <a:pt x="5059021" y="2441101"/>
                  <a:pt x="5061105" y="2434222"/>
                  <a:pt x="5067703" y="2432050"/>
                </a:cubicBezTo>
                <a:close/>
                <a:moveTo>
                  <a:pt x="5147067" y="2429422"/>
                </a:moveTo>
                <a:cubicBezTo>
                  <a:pt x="5147067" y="2438673"/>
                  <a:pt x="5140270" y="2436182"/>
                  <a:pt x="5142417" y="2447569"/>
                </a:cubicBezTo>
                <a:cubicBezTo>
                  <a:pt x="5142417" y="2447569"/>
                  <a:pt x="5142417" y="2447569"/>
                  <a:pt x="5124171" y="2447569"/>
                </a:cubicBezTo>
                <a:cubicBezTo>
                  <a:pt x="5124171" y="2440808"/>
                  <a:pt x="5122025" y="2434047"/>
                  <a:pt x="5128822" y="2431913"/>
                </a:cubicBezTo>
                <a:cubicBezTo>
                  <a:pt x="5128822" y="2436182"/>
                  <a:pt x="5133473" y="2436182"/>
                  <a:pt x="5140270" y="2436182"/>
                </a:cubicBezTo>
                <a:cubicBezTo>
                  <a:pt x="5140270" y="2431913"/>
                  <a:pt x="5140270" y="2427287"/>
                  <a:pt x="5147067" y="2429422"/>
                </a:cubicBezTo>
                <a:close/>
                <a:moveTo>
                  <a:pt x="462355" y="2426237"/>
                </a:moveTo>
                <a:cubicBezTo>
                  <a:pt x="448761" y="2440012"/>
                  <a:pt x="453411" y="2449074"/>
                  <a:pt x="448761" y="2465024"/>
                </a:cubicBezTo>
                <a:cubicBezTo>
                  <a:pt x="437313" y="2460674"/>
                  <a:pt x="441963" y="2419350"/>
                  <a:pt x="462355" y="2426237"/>
                </a:cubicBezTo>
                <a:close/>
                <a:moveTo>
                  <a:pt x="6136018" y="2411412"/>
                </a:moveTo>
                <a:cubicBezTo>
                  <a:pt x="6151959" y="2447649"/>
                  <a:pt x="6122557" y="2488551"/>
                  <a:pt x="6125037" y="2526941"/>
                </a:cubicBezTo>
                <a:cubicBezTo>
                  <a:pt x="6109450" y="2497520"/>
                  <a:pt x="6142749" y="2445138"/>
                  <a:pt x="6136018" y="2411412"/>
                </a:cubicBezTo>
                <a:close/>
                <a:moveTo>
                  <a:pt x="6250376" y="2403475"/>
                </a:moveTo>
                <a:cubicBezTo>
                  <a:pt x="6227566" y="2423823"/>
                  <a:pt x="6239152" y="2448456"/>
                  <a:pt x="6209463" y="2477730"/>
                </a:cubicBezTo>
                <a:cubicBezTo>
                  <a:pt x="6216342" y="2462022"/>
                  <a:pt x="6218515" y="2403475"/>
                  <a:pt x="6250376" y="2403475"/>
                </a:cubicBezTo>
                <a:close/>
                <a:moveTo>
                  <a:pt x="5191627" y="2401613"/>
                </a:moveTo>
                <a:lnTo>
                  <a:pt x="5190496" y="2402724"/>
                </a:lnTo>
                <a:lnTo>
                  <a:pt x="5188389" y="2408310"/>
                </a:lnTo>
                <a:lnTo>
                  <a:pt x="5190882" y="2410985"/>
                </a:lnTo>
                <a:lnTo>
                  <a:pt x="5193470" y="2409595"/>
                </a:lnTo>
                <a:close/>
                <a:moveTo>
                  <a:pt x="6055590" y="2397125"/>
                </a:moveTo>
                <a:cubicBezTo>
                  <a:pt x="6069400" y="2401849"/>
                  <a:pt x="6057770" y="2422199"/>
                  <a:pt x="6050866" y="2426923"/>
                </a:cubicBezTo>
                <a:cubicBezTo>
                  <a:pt x="6039600" y="2422199"/>
                  <a:pt x="6055590" y="2406210"/>
                  <a:pt x="6055590" y="2397125"/>
                </a:cubicBezTo>
                <a:close/>
                <a:moveTo>
                  <a:pt x="5157467" y="2394874"/>
                </a:moveTo>
                <a:cubicBezTo>
                  <a:pt x="5175637" y="2392362"/>
                  <a:pt x="5164371" y="2417486"/>
                  <a:pt x="5159647" y="2424305"/>
                </a:cubicBezTo>
                <a:cubicBezTo>
                  <a:pt x="5162191" y="2412820"/>
                  <a:pt x="5148382" y="2433278"/>
                  <a:pt x="5148382" y="2419639"/>
                </a:cubicBezTo>
                <a:cubicBezTo>
                  <a:pt x="5159647" y="2417486"/>
                  <a:pt x="5145838" y="2408513"/>
                  <a:pt x="5148382" y="2401693"/>
                </a:cubicBezTo>
                <a:cubicBezTo>
                  <a:pt x="5152743" y="2401693"/>
                  <a:pt x="5159647" y="2403847"/>
                  <a:pt x="5159647" y="2399181"/>
                </a:cubicBezTo>
                <a:cubicBezTo>
                  <a:pt x="5157467" y="2399181"/>
                  <a:pt x="5155286" y="2397028"/>
                  <a:pt x="5157467" y="2394874"/>
                </a:cubicBezTo>
                <a:close/>
                <a:moveTo>
                  <a:pt x="5520933" y="2392823"/>
                </a:moveTo>
                <a:cubicBezTo>
                  <a:pt x="5516253" y="2395343"/>
                  <a:pt x="5514093" y="2399663"/>
                  <a:pt x="5514093" y="2404344"/>
                </a:cubicBezTo>
                <a:cubicBezTo>
                  <a:pt x="5514093" y="2413344"/>
                  <a:pt x="5520933" y="2415505"/>
                  <a:pt x="5518773" y="2429185"/>
                </a:cubicBezTo>
                <a:lnTo>
                  <a:pt x="5514844" y="2428778"/>
                </a:lnTo>
                <a:lnTo>
                  <a:pt x="5513771" y="2433270"/>
                </a:lnTo>
                <a:cubicBezTo>
                  <a:pt x="5499850" y="2428508"/>
                  <a:pt x="5499850" y="2421547"/>
                  <a:pt x="5504613" y="2414587"/>
                </a:cubicBezTo>
                <a:lnTo>
                  <a:pt x="5506152" y="2415718"/>
                </a:lnTo>
                <a:lnTo>
                  <a:pt x="5505864" y="2414655"/>
                </a:lnTo>
                <a:lnTo>
                  <a:pt x="5500895" y="2411491"/>
                </a:lnTo>
                <a:lnTo>
                  <a:pt x="5498047" y="2447698"/>
                </a:lnTo>
                <a:cubicBezTo>
                  <a:pt x="5488868" y="2453278"/>
                  <a:pt x="5480319" y="2460117"/>
                  <a:pt x="5472356" y="2467272"/>
                </a:cubicBezTo>
                <a:lnTo>
                  <a:pt x="5450404" y="2488514"/>
                </a:lnTo>
                <a:lnTo>
                  <a:pt x="5450373" y="2490750"/>
                </a:lnTo>
                <a:cubicBezTo>
                  <a:pt x="5457213" y="2481749"/>
                  <a:pt x="5479893" y="2472388"/>
                  <a:pt x="5479893" y="2490750"/>
                </a:cubicBezTo>
                <a:cubicBezTo>
                  <a:pt x="5459373" y="2506591"/>
                  <a:pt x="5436693" y="2520272"/>
                  <a:pt x="5427693" y="2545473"/>
                </a:cubicBezTo>
                <a:cubicBezTo>
                  <a:pt x="5429853" y="2545473"/>
                  <a:pt x="5434533" y="2545473"/>
                  <a:pt x="5434533" y="2549794"/>
                </a:cubicBezTo>
                <a:cubicBezTo>
                  <a:pt x="5424273" y="2553214"/>
                  <a:pt x="5422023" y="2547544"/>
                  <a:pt x="5420043" y="2541603"/>
                </a:cubicBezTo>
                <a:lnTo>
                  <a:pt x="5416662" y="2534352"/>
                </a:lnTo>
                <a:lnTo>
                  <a:pt x="5410253" y="2549986"/>
                </a:lnTo>
                <a:cubicBezTo>
                  <a:pt x="5403392" y="2545668"/>
                  <a:pt x="5405920" y="2540989"/>
                  <a:pt x="5410253" y="2534152"/>
                </a:cubicBezTo>
                <a:lnTo>
                  <a:pt x="5406528" y="2535076"/>
                </a:lnTo>
                <a:lnTo>
                  <a:pt x="5405176" y="2541952"/>
                </a:lnTo>
                <a:lnTo>
                  <a:pt x="5402308" y="2543173"/>
                </a:lnTo>
                <a:lnTo>
                  <a:pt x="5402579" y="2545218"/>
                </a:lnTo>
                <a:cubicBezTo>
                  <a:pt x="5403572" y="2548501"/>
                  <a:pt x="5404633" y="2551718"/>
                  <a:pt x="5404159" y="2553686"/>
                </a:cubicBezTo>
                <a:lnTo>
                  <a:pt x="5400608" y="2554141"/>
                </a:lnTo>
                <a:lnTo>
                  <a:pt x="5404518" y="2554964"/>
                </a:lnTo>
                <a:lnTo>
                  <a:pt x="5407122" y="2560735"/>
                </a:lnTo>
                <a:lnTo>
                  <a:pt x="5408871" y="2560939"/>
                </a:lnTo>
                <a:cubicBezTo>
                  <a:pt x="5410682" y="2561636"/>
                  <a:pt x="5412149" y="2563031"/>
                  <a:pt x="5412781" y="2565820"/>
                </a:cubicBezTo>
                <a:cubicBezTo>
                  <a:pt x="5403573" y="2566989"/>
                  <a:pt x="5396237" y="2568586"/>
                  <a:pt x="5390166" y="2570852"/>
                </a:cubicBezTo>
                <a:lnTo>
                  <a:pt x="5377427" y="2578519"/>
                </a:lnTo>
                <a:lnTo>
                  <a:pt x="5375132" y="2592997"/>
                </a:lnTo>
                <a:lnTo>
                  <a:pt x="5358855" y="2604646"/>
                </a:lnTo>
                <a:lnTo>
                  <a:pt x="5353196" y="2615840"/>
                </a:lnTo>
                <a:lnTo>
                  <a:pt x="5348309" y="2612040"/>
                </a:lnTo>
                <a:lnTo>
                  <a:pt x="5342991" y="2615567"/>
                </a:lnTo>
                <a:lnTo>
                  <a:pt x="5346661" y="2619181"/>
                </a:lnTo>
                <a:cubicBezTo>
                  <a:pt x="5347601" y="2624081"/>
                  <a:pt x="5337466" y="2627168"/>
                  <a:pt x="5347668" y="2633880"/>
                </a:cubicBezTo>
                <a:cubicBezTo>
                  <a:pt x="5345342" y="2638354"/>
                  <a:pt x="5340778" y="2633790"/>
                  <a:pt x="5336258" y="2628958"/>
                </a:cubicBezTo>
                <a:lnTo>
                  <a:pt x="5330838" y="2623627"/>
                </a:lnTo>
                <a:lnTo>
                  <a:pt x="5325452" y="2627199"/>
                </a:lnTo>
                <a:lnTo>
                  <a:pt x="5326346" y="2622472"/>
                </a:lnTo>
                <a:lnTo>
                  <a:pt x="5325116" y="2622425"/>
                </a:lnTo>
                <a:cubicBezTo>
                  <a:pt x="5322790" y="2619025"/>
                  <a:pt x="5322163" y="2616250"/>
                  <a:pt x="5322432" y="2613745"/>
                </a:cubicBezTo>
                <a:lnTo>
                  <a:pt x="5322846" y="2612655"/>
                </a:lnTo>
                <a:lnTo>
                  <a:pt x="5322217" y="2613149"/>
                </a:lnTo>
                <a:lnTo>
                  <a:pt x="5311367" y="2640340"/>
                </a:lnTo>
                <a:cubicBezTo>
                  <a:pt x="5304841" y="2650601"/>
                  <a:pt x="5295751" y="2660321"/>
                  <a:pt x="5284411" y="2666082"/>
                </a:cubicBezTo>
                <a:cubicBezTo>
                  <a:pt x="5270731" y="2670402"/>
                  <a:pt x="5279731" y="2654561"/>
                  <a:pt x="5266051" y="2659241"/>
                </a:cubicBezTo>
                <a:cubicBezTo>
                  <a:pt x="5252371" y="2666082"/>
                  <a:pt x="5245531" y="2666082"/>
                  <a:pt x="5248051" y="2684083"/>
                </a:cubicBezTo>
                <a:cubicBezTo>
                  <a:pt x="5239951" y="2686423"/>
                  <a:pt x="5237071" y="2684173"/>
                  <a:pt x="5235361" y="2680753"/>
                </a:cubicBezTo>
                <a:lnTo>
                  <a:pt x="5234338" y="2678886"/>
                </a:lnTo>
                <a:lnTo>
                  <a:pt x="5204334" y="2709409"/>
                </a:lnTo>
                <a:lnTo>
                  <a:pt x="5188157" y="2718829"/>
                </a:lnTo>
                <a:lnTo>
                  <a:pt x="5185071" y="2728348"/>
                </a:lnTo>
                <a:lnTo>
                  <a:pt x="5180074" y="2733325"/>
                </a:lnTo>
                <a:lnTo>
                  <a:pt x="5188095" y="2729504"/>
                </a:lnTo>
                <a:cubicBezTo>
                  <a:pt x="5190672" y="2730545"/>
                  <a:pt x="5193832" y="2733412"/>
                  <a:pt x="5197866" y="2739145"/>
                </a:cubicBezTo>
                <a:cubicBezTo>
                  <a:pt x="5180654" y="2769514"/>
                  <a:pt x="5148315" y="2769648"/>
                  <a:pt x="5129439" y="2790644"/>
                </a:cubicBezTo>
                <a:lnTo>
                  <a:pt x="5119104" y="2813785"/>
                </a:lnTo>
                <a:lnTo>
                  <a:pt x="5122140" y="2808337"/>
                </a:lnTo>
                <a:cubicBezTo>
                  <a:pt x="5127810" y="2799471"/>
                  <a:pt x="5135190" y="2793170"/>
                  <a:pt x="5152290" y="2793170"/>
                </a:cubicBezTo>
                <a:cubicBezTo>
                  <a:pt x="5161651" y="2797851"/>
                  <a:pt x="5136450" y="2809372"/>
                  <a:pt x="5154810" y="2811532"/>
                </a:cubicBezTo>
                <a:cubicBezTo>
                  <a:pt x="5156971" y="2793170"/>
                  <a:pt x="5159131" y="2791010"/>
                  <a:pt x="5172811" y="2782010"/>
                </a:cubicBezTo>
                <a:cubicBezTo>
                  <a:pt x="5181811" y="2786330"/>
                  <a:pt x="5152290" y="2806851"/>
                  <a:pt x="5172811" y="2806851"/>
                </a:cubicBezTo>
                <a:cubicBezTo>
                  <a:pt x="5172811" y="2791010"/>
                  <a:pt x="5186491" y="2788850"/>
                  <a:pt x="5179651" y="2770489"/>
                </a:cubicBezTo>
                <a:cubicBezTo>
                  <a:pt x="5207011" y="2766169"/>
                  <a:pt x="5170651" y="2791010"/>
                  <a:pt x="5195491" y="2791010"/>
                </a:cubicBezTo>
                <a:cubicBezTo>
                  <a:pt x="5198011" y="2770489"/>
                  <a:pt x="5218171" y="2770489"/>
                  <a:pt x="5200171" y="2761488"/>
                </a:cubicBezTo>
                <a:cubicBezTo>
                  <a:pt x="5222851" y="2766169"/>
                  <a:pt x="5236531" y="2756808"/>
                  <a:pt x="5227531" y="2743127"/>
                </a:cubicBezTo>
                <a:cubicBezTo>
                  <a:pt x="5231851" y="2743127"/>
                  <a:pt x="5236531" y="2740967"/>
                  <a:pt x="5236531" y="2734126"/>
                </a:cubicBezTo>
                <a:cubicBezTo>
                  <a:pt x="5245531" y="2734126"/>
                  <a:pt x="5250211" y="2752488"/>
                  <a:pt x="5261731" y="2738807"/>
                </a:cubicBezTo>
                <a:cubicBezTo>
                  <a:pt x="5261731" y="2729446"/>
                  <a:pt x="5254891" y="2725126"/>
                  <a:pt x="5252371" y="2718285"/>
                </a:cubicBezTo>
                <a:cubicBezTo>
                  <a:pt x="5261731" y="2711445"/>
                  <a:pt x="5279731" y="2688763"/>
                  <a:pt x="5286571" y="2699924"/>
                </a:cubicBezTo>
                <a:cubicBezTo>
                  <a:pt x="5275051" y="2699924"/>
                  <a:pt x="5270731" y="2713605"/>
                  <a:pt x="5261731" y="2718285"/>
                </a:cubicBezTo>
                <a:cubicBezTo>
                  <a:pt x="5291251" y="2711445"/>
                  <a:pt x="5309251" y="2672562"/>
                  <a:pt x="5329772" y="2697764"/>
                </a:cubicBezTo>
                <a:cubicBezTo>
                  <a:pt x="5334452" y="2679403"/>
                  <a:pt x="5357132" y="2681923"/>
                  <a:pt x="5361812" y="2661401"/>
                </a:cubicBezTo>
                <a:cubicBezTo>
                  <a:pt x="5352452" y="2670402"/>
                  <a:pt x="5331932" y="2666082"/>
                  <a:pt x="5331932" y="2686243"/>
                </a:cubicBezTo>
                <a:cubicBezTo>
                  <a:pt x="5331932" y="2686243"/>
                  <a:pt x="5331932" y="2686243"/>
                  <a:pt x="5313931" y="2686243"/>
                </a:cubicBezTo>
                <a:cubicBezTo>
                  <a:pt x="5316091" y="2679403"/>
                  <a:pt x="5316091" y="2675082"/>
                  <a:pt x="5318611" y="2670402"/>
                </a:cubicBezTo>
                <a:cubicBezTo>
                  <a:pt x="5331932" y="2668242"/>
                  <a:pt x="5345612" y="2656721"/>
                  <a:pt x="5363972" y="2649881"/>
                </a:cubicBezTo>
                <a:cubicBezTo>
                  <a:pt x="5368292" y="2654561"/>
                  <a:pt x="5363972" y="2668242"/>
                  <a:pt x="5377652" y="2666082"/>
                </a:cubicBezTo>
                <a:cubicBezTo>
                  <a:pt x="5381972" y="2640880"/>
                  <a:pt x="5414013" y="2631879"/>
                  <a:pt x="5420853" y="2627199"/>
                </a:cubicBezTo>
                <a:cubicBezTo>
                  <a:pt x="5416173" y="2613518"/>
                  <a:pt x="5432013" y="2599837"/>
                  <a:pt x="5418693" y="2592997"/>
                </a:cubicBezTo>
                <a:cubicBezTo>
                  <a:pt x="5420853" y="2590837"/>
                  <a:pt x="5423013" y="2588676"/>
                  <a:pt x="5423013" y="2583996"/>
                </a:cubicBezTo>
                <a:cubicBezTo>
                  <a:pt x="5434533" y="2592997"/>
                  <a:pt x="5448213" y="2581836"/>
                  <a:pt x="5450373" y="2597677"/>
                </a:cubicBezTo>
                <a:cubicBezTo>
                  <a:pt x="5456133" y="2591917"/>
                  <a:pt x="5456673" y="2585616"/>
                  <a:pt x="5454918" y="2580216"/>
                </a:cubicBezTo>
                <a:lnTo>
                  <a:pt x="5447075" y="2569962"/>
                </a:lnTo>
                <a:lnTo>
                  <a:pt x="5447739" y="2571379"/>
                </a:lnTo>
                <a:cubicBezTo>
                  <a:pt x="5447263" y="2573319"/>
                  <a:pt x="5445312" y="2576004"/>
                  <a:pt x="5440827" y="2579974"/>
                </a:cubicBezTo>
                <a:cubicBezTo>
                  <a:pt x="5445132" y="2559400"/>
                  <a:pt x="5425041" y="2579974"/>
                  <a:pt x="5415713" y="2582501"/>
                </a:cubicBezTo>
                <a:cubicBezTo>
                  <a:pt x="5420377" y="2548211"/>
                  <a:pt x="5477063" y="2516086"/>
                  <a:pt x="5495002" y="2489015"/>
                </a:cubicBezTo>
                <a:cubicBezTo>
                  <a:pt x="5501819" y="2486489"/>
                  <a:pt x="5508635" y="2489015"/>
                  <a:pt x="5515452" y="2489015"/>
                </a:cubicBezTo>
                <a:cubicBezTo>
                  <a:pt x="5520116" y="2484323"/>
                  <a:pt x="5513300" y="2479631"/>
                  <a:pt x="5511147" y="2477465"/>
                </a:cubicBezTo>
                <a:cubicBezTo>
                  <a:pt x="5516170" y="2471780"/>
                  <a:pt x="5522067" y="2467652"/>
                  <a:pt x="5528267" y="2464161"/>
                </a:cubicBezTo>
                <a:lnTo>
                  <a:pt x="5544975" y="2455796"/>
                </a:lnTo>
                <a:lnTo>
                  <a:pt x="5548079" y="2438698"/>
                </a:lnTo>
                <a:cubicBezTo>
                  <a:pt x="5548079" y="2432398"/>
                  <a:pt x="5546662" y="2425266"/>
                  <a:pt x="5544851" y="2417717"/>
                </a:cubicBezTo>
                <a:lnTo>
                  <a:pt x="5542509" y="2407883"/>
                </a:lnTo>
                <a:lnTo>
                  <a:pt x="5536188" y="2410166"/>
                </a:lnTo>
                <a:cubicBezTo>
                  <a:pt x="5534163" y="2411657"/>
                  <a:pt x="5532183" y="2414065"/>
                  <a:pt x="5529933" y="2418025"/>
                </a:cubicBezTo>
                <a:cubicBezTo>
                  <a:pt x="5518773" y="2413344"/>
                  <a:pt x="5527773" y="2397503"/>
                  <a:pt x="5520933" y="2392823"/>
                </a:cubicBezTo>
                <a:close/>
                <a:moveTo>
                  <a:pt x="4899929" y="2388143"/>
                </a:moveTo>
                <a:cubicBezTo>
                  <a:pt x="4906769" y="2397503"/>
                  <a:pt x="4897409" y="2399663"/>
                  <a:pt x="4897409" y="2413344"/>
                </a:cubicBezTo>
                <a:cubicBezTo>
                  <a:pt x="4911089" y="2413344"/>
                  <a:pt x="4915769" y="2399663"/>
                  <a:pt x="4911089" y="2388143"/>
                </a:cubicBezTo>
                <a:cubicBezTo>
                  <a:pt x="4908929" y="2385983"/>
                  <a:pt x="4906769" y="2388143"/>
                  <a:pt x="4906769" y="2390663"/>
                </a:cubicBezTo>
                <a:cubicBezTo>
                  <a:pt x="4906769" y="2390663"/>
                  <a:pt x="4906769" y="2390663"/>
                  <a:pt x="4899929" y="2388143"/>
                </a:cubicBezTo>
                <a:close/>
                <a:moveTo>
                  <a:pt x="5864190" y="2379662"/>
                </a:moveTo>
                <a:cubicBezTo>
                  <a:pt x="5870968" y="2388611"/>
                  <a:pt x="5859553" y="2402572"/>
                  <a:pt x="5862050" y="2411521"/>
                </a:cubicBezTo>
                <a:cubicBezTo>
                  <a:pt x="5850634" y="2415817"/>
                  <a:pt x="5850634" y="2409373"/>
                  <a:pt x="5839575" y="2404720"/>
                </a:cubicBezTo>
                <a:cubicBezTo>
                  <a:pt x="5857412" y="2400066"/>
                  <a:pt x="5850634" y="2393265"/>
                  <a:pt x="5864190" y="2379662"/>
                </a:cubicBezTo>
                <a:close/>
                <a:moveTo>
                  <a:pt x="5243371" y="2376982"/>
                </a:moveTo>
                <a:cubicBezTo>
                  <a:pt x="5234371" y="2385983"/>
                  <a:pt x="5222851" y="2395343"/>
                  <a:pt x="5220691" y="2413344"/>
                </a:cubicBezTo>
                <a:cubicBezTo>
                  <a:pt x="5231851" y="2404344"/>
                  <a:pt x="5243371" y="2395343"/>
                  <a:pt x="5243371" y="2376982"/>
                </a:cubicBezTo>
                <a:close/>
                <a:moveTo>
                  <a:pt x="5123178" y="2375380"/>
                </a:moveTo>
                <a:cubicBezTo>
                  <a:pt x="5125713" y="2373938"/>
                  <a:pt x="5130784" y="2375148"/>
                  <a:pt x="5137544" y="2383333"/>
                </a:cubicBezTo>
                <a:cubicBezTo>
                  <a:pt x="5137544" y="2390403"/>
                  <a:pt x="5124023" y="2376264"/>
                  <a:pt x="5124023" y="2383333"/>
                </a:cubicBezTo>
                <a:cubicBezTo>
                  <a:pt x="5120643" y="2380915"/>
                  <a:pt x="5120643" y="2376822"/>
                  <a:pt x="5123178" y="2375380"/>
                </a:cubicBezTo>
                <a:close/>
                <a:moveTo>
                  <a:pt x="553040" y="2361345"/>
                </a:moveTo>
                <a:cubicBezTo>
                  <a:pt x="548359" y="2377183"/>
                  <a:pt x="536838" y="2361345"/>
                  <a:pt x="532518" y="2372504"/>
                </a:cubicBezTo>
                <a:cubicBezTo>
                  <a:pt x="543679" y="2377183"/>
                  <a:pt x="516316" y="2397700"/>
                  <a:pt x="527837" y="2399860"/>
                </a:cubicBezTo>
                <a:cubicBezTo>
                  <a:pt x="536838" y="2381502"/>
                  <a:pt x="559881" y="2379343"/>
                  <a:pt x="553040" y="2361345"/>
                </a:cubicBezTo>
                <a:close/>
                <a:moveTo>
                  <a:pt x="5739455" y="2358621"/>
                </a:moveTo>
                <a:cubicBezTo>
                  <a:pt x="5725775" y="2356461"/>
                  <a:pt x="5716415" y="2361141"/>
                  <a:pt x="5709575" y="2372302"/>
                </a:cubicBezTo>
                <a:cubicBezTo>
                  <a:pt x="5714255" y="2388143"/>
                  <a:pt x="5725775" y="2367981"/>
                  <a:pt x="5732615" y="2374822"/>
                </a:cubicBezTo>
                <a:cubicBezTo>
                  <a:pt x="5732615" y="2397503"/>
                  <a:pt x="5718935" y="2390663"/>
                  <a:pt x="5707415" y="2399663"/>
                </a:cubicBezTo>
                <a:cubicBezTo>
                  <a:pt x="5707415" y="2409024"/>
                  <a:pt x="5714255" y="2409024"/>
                  <a:pt x="5707415" y="2413344"/>
                </a:cubicBezTo>
                <a:cubicBezTo>
                  <a:pt x="5725775" y="2418025"/>
                  <a:pt x="5741615" y="2381302"/>
                  <a:pt x="5739455" y="2358621"/>
                </a:cubicBezTo>
                <a:close/>
                <a:moveTo>
                  <a:pt x="6312121" y="2347912"/>
                </a:moveTo>
                <a:cubicBezTo>
                  <a:pt x="6323410" y="2352323"/>
                  <a:pt x="6316707" y="2368867"/>
                  <a:pt x="6312121" y="2382469"/>
                </a:cubicBezTo>
                <a:cubicBezTo>
                  <a:pt x="6292013" y="2382469"/>
                  <a:pt x="6312121" y="2359308"/>
                  <a:pt x="6312121" y="2347912"/>
                </a:cubicBezTo>
                <a:close/>
                <a:moveTo>
                  <a:pt x="6164649" y="2335212"/>
                </a:moveTo>
                <a:cubicBezTo>
                  <a:pt x="6162466" y="2342060"/>
                  <a:pt x="6160738" y="2352872"/>
                  <a:pt x="6157555" y="2364855"/>
                </a:cubicBezTo>
                <a:lnTo>
                  <a:pt x="6142086" y="2400701"/>
                </a:lnTo>
                <a:lnTo>
                  <a:pt x="6141817" y="2401528"/>
                </a:lnTo>
                <a:lnTo>
                  <a:pt x="6141758" y="2401462"/>
                </a:lnTo>
                <a:lnTo>
                  <a:pt x="6141730" y="2401526"/>
                </a:lnTo>
                <a:lnTo>
                  <a:pt x="6141724" y="2401425"/>
                </a:lnTo>
                <a:lnTo>
                  <a:pt x="6135469" y="2394478"/>
                </a:lnTo>
                <a:cubicBezTo>
                  <a:pt x="6135347" y="2391557"/>
                  <a:pt x="6136810" y="2388136"/>
                  <a:pt x="6138627" y="2384435"/>
                </a:cubicBezTo>
                <a:lnTo>
                  <a:pt x="6140477" y="2380328"/>
                </a:lnTo>
                <a:lnTo>
                  <a:pt x="6139411" y="2362287"/>
                </a:lnTo>
                <a:cubicBezTo>
                  <a:pt x="6143458" y="2348907"/>
                  <a:pt x="6152098" y="2337555"/>
                  <a:pt x="6164649" y="2335212"/>
                </a:cubicBezTo>
                <a:close/>
                <a:moveTo>
                  <a:pt x="6085280" y="2330839"/>
                </a:moveTo>
                <a:lnTo>
                  <a:pt x="6069539" y="2376127"/>
                </a:lnTo>
                <a:cubicBezTo>
                  <a:pt x="6060238" y="2367141"/>
                  <a:pt x="6062742" y="2319337"/>
                  <a:pt x="6085280" y="2330839"/>
                </a:cubicBezTo>
                <a:close/>
                <a:moveTo>
                  <a:pt x="5232290" y="2324100"/>
                </a:moveTo>
                <a:cubicBezTo>
                  <a:pt x="5248661" y="2335036"/>
                  <a:pt x="5223195" y="2355144"/>
                  <a:pt x="5214100" y="2361847"/>
                </a:cubicBezTo>
                <a:cubicBezTo>
                  <a:pt x="5214100" y="2348441"/>
                  <a:pt x="5232290" y="2330803"/>
                  <a:pt x="5232290" y="2324100"/>
                </a:cubicBezTo>
                <a:close/>
                <a:moveTo>
                  <a:pt x="3777806" y="2318660"/>
                </a:moveTo>
                <a:lnTo>
                  <a:pt x="3777885" y="2319422"/>
                </a:lnTo>
                <a:lnTo>
                  <a:pt x="3783336" y="2319715"/>
                </a:lnTo>
                <a:lnTo>
                  <a:pt x="3783152" y="2319677"/>
                </a:lnTo>
                <a:close/>
                <a:moveTo>
                  <a:pt x="5529933" y="2317938"/>
                </a:moveTo>
                <a:cubicBezTo>
                  <a:pt x="5518773" y="2320098"/>
                  <a:pt x="5525613" y="2322258"/>
                  <a:pt x="5525613" y="2326938"/>
                </a:cubicBezTo>
                <a:cubicBezTo>
                  <a:pt x="5514093" y="2347460"/>
                  <a:pt x="5495733" y="2358621"/>
                  <a:pt x="5505093" y="2376982"/>
                </a:cubicBezTo>
                <a:cubicBezTo>
                  <a:pt x="5518773" y="2365461"/>
                  <a:pt x="5516253" y="2345300"/>
                  <a:pt x="5534613" y="2335939"/>
                </a:cubicBezTo>
                <a:cubicBezTo>
                  <a:pt x="5536773" y="2326938"/>
                  <a:pt x="5532093" y="2322258"/>
                  <a:pt x="5529933" y="2317938"/>
                </a:cubicBezTo>
                <a:close/>
                <a:moveTo>
                  <a:pt x="3786078" y="2314247"/>
                </a:moveTo>
                <a:lnTo>
                  <a:pt x="3786179" y="2315627"/>
                </a:lnTo>
                <a:lnTo>
                  <a:pt x="3786725" y="2319897"/>
                </a:lnTo>
                <a:lnTo>
                  <a:pt x="3800850" y="2320655"/>
                </a:lnTo>
                <a:lnTo>
                  <a:pt x="3800764" y="2319016"/>
                </a:lnTo>
                <a:cubicBezTo>
                  <a:pt x="3798510" y="2313141"/>
                  <a:pt x="3791849" y="2318490"/>
                  <a:pt x="3787381" y="2316807"/>
                </a:cubicBezTo>
                <a:close/>
                <a:moveTo>
                  <a:pt x="5713309" y="2313143"/>
                </a:moveTo>
                <a:lnTo>
                  <a:pt x="5708208" y="2318325"/>
                </a:lnTo>
                <a:cubicBezTo>
                  <a:pt x="5694079" y="2327807"/>
                  <a:pt x="5677469" y="2330803"/>
                  <a:pt x="5692864" y="2342787"/>
                </a:cubicBezTo>
                <a:lnTo>
                  <a:pt x="5685201" y="2341919"/>
                </a:lnTo>
                <a:lnTo>
                  <a:pt x="5686794" y="2361573"/>
                </a:lnTo>
                <a:lnTo>
                  <a:pt x="5701430" y="2344928"/>
                </a:lnTo>
                <a:lnTo>
                  <a:pt x="5715355" y="2336059"/>
                </a:lnTo>
                <a:lnTo>
                  <a:pt x="5708266" y="2332576"/>
                </a:lnTo>
                <a:cubicBezTo>
                  <a:pt x="5706711" y="2329710"/>
                  <a:pt x="5708140" y="2325709"/>
                  <a:pt x="5709959" y="2321778"/>
                </a:cubicBezTo>
                <a:close/>
                <a:moveTo>
                  <a:pt x="3857860" y="2310610"/>
                </a:moveTo>
                <a:cubicBezTo>
                  <a:pt x="3853900" y="2309980"/>
                  <a:pt x="3851649" y="2311217"/>
                  <a:pt x="3850361" y="2313501"/>
                </a:cubicBezTo>
                <a:lnTo>
                  <a:pt x="3849086" y="2320269"/>
                </a:lnTo>
                <a:lnTo>
                  <a:pt x="3849189" y="2320311"/>
                </a:lnTo>
                <a:lnTo>
                  <a:pt x="3849070" y="2320355"/>
                </a:lnTo>
                <a:lnTo>
                  <a:pt x="3848772" y="2321934"/>
                </a:lnTo>
                <a:lnTo>
                  <a:pt x="3857673" y="2315978"/>
                </a:lnTo>
                <a:close/>
                <a:moveTo>
                  <a:pt x="6141201" y="2301875"/>
                </a:moveTo>
                <a:cubicBezTo>
                  <a:pt x="6152924" y="2311047"/>
                  <a:pt x="6155122" y="2319866"/>
                  <a:pt x="6152924" y="2333272"/>
                </a:cubicBezTo>
                <a:cubicBezTo>
                  <a:pt x="6148161" y="2324453"/>
                  <a:pt x="6136438" y="2317750"/>
                  <a:pt x="6141201" y="2301875"/>
                </a:cubicBezTo>
                <a:close/>
                <a:moveTo>
                  <a:pt x="3921795" y="2296189"/>
                </a:moveTo>
                <a:lnTo>
                  <a:pt x="3921532" y="2299589"/>
                </a:lnTo>
                <a:lnTo>
                  <a:pt x="3930507" y="2296940"/>
                </a:lnTo>
                <a:close/>
                <a:moveTo>
                  <a:pt x="3838715" y="2295193"/>
                </a:moveTo>
                <a:lnTo>
                  <a:pt x="3838548" y="2295215"/>
                </a:lnTo>
                <a:lnTo>
                  <a:pt x="3830720" y="2299577"/>
                </a:lnTo>
                <a:lnTo>
                  <a:pt x="3831365" y="2296135"/>
                </a:lnTo>
                <a:lnTo>
                  <a:pt x="3819666" y="2297635"/>
                </a:lnTo>
                <a:cubicBezTo>
                  <a:pt x="3817506" y="2297635"/>
                  <a:pt x="3819666" y="2301954"/>
                  <a:pt x="3819666" y="2301954"/>
                </a:cubicBezTo>
                <a:cubicBezTo>
                  <a:pt x="3813366" y="2302584"/>
                  <a:pt x="3809225" y="2301346"/>
                  <a:pt x="3805917" y="2299417"/>
                </a:cubicBezTo>
                <a:lnTo>
                  <a:pt x="3804159" y="2298074"/>
                </a:lnTo>
                <a:lnTo>
                  <a:pt x="3797740" y="2302993"/>
                </a:lnTo>
                <a:cubicBezTo>
                  <a:pt x="3794263" y="2304309"/>
                  <a:pt x="3790258" y="2304129"/>
                  <a:pt x="3785127" y="2301249"/>
                </a:cubicBezTo>
                <a:lnTo>
                  <a:pt x="3785325" y="2303953"/>
                </a:lnTo>
                <a:lnTo>
                  <a:pt x="3789867" y="2303619"/>
                </a:lnTo>
                <a:cubicBezTo>
                  <a:pt x="3793518" y="2303686"/>
                  <a:pt x="3797344" y="2304384"/>
                  <a:pt x="3801304" y="2306633"/>
                </a:cubicBezTo>
                <a:lnTo>
                  <a:pt x="3804935" y="2320874"/>
                </a:lnTo>
                <a:lnTo>
                  <a:pt x="3824106" y="2321903"/>
                </a:lnTo>
                <a:lnTo>
                  <a:pt x="3829342" y="2319951"/>
                </a:lnTo>
                <a:lnTo>
                  <a:pt x="3833799" y="2318696"/>
                </a:lnTo>
                <a:lnTo>
                  <a:pt x="3831575" y="2309665"/>
                </a:lnTo>
                <a:cubicBezTo>
                  <a:pt x="3831845" y="2305929"/>
                  <a:pt x="3834096" y="2302509"/>
                  <a:pt x="3839857" y="2296929"/>
                </a:cubicBezTo>
                <a:close/>
                <a:moveTo>
                  <a:pt x="3908217" y="2294334"/>
                </a:moveTo>
                <a:cubicBezTo>
                  <a:pt x="3904791" y="2294761"/>
                  <a:pt x="3901641" y="2296696"/>
                  <a:pt x="3898761" y="2301737"/>
                </a:cubicBezTo>
                <a:lnTo>
                  <a:pt x="3897551" y="2297904"/>
                </a:lnTo>
                <a:lnTo>
                  <a:pt x="3890228" y="2307751"/>
                </a:lnTo>
                <a:lnTo>
                  <a:pt x="3912151" y="2302359"/>
                </a:lnTo>
                <a:lnTo>
                  <a:pt x="3918957" y="2300349"/>
                </a:lnTo>
                <a:lnTo>
                  <a:pt x="3914737" y="2295298"/>
                </a:lnTo>
                <a:close/>
                <a:moveTo>
                  <a:pt x="5163811" y="2292736"/>
                </a:moveTo>
                <a:cubicBezTo>
                  <a:pt x="5159131" y="2304257"/>
                  <a:pt x="5145450" y="2297416"/>
                  <a:pt x="5138610" y="2299577"/>
                </a:cubicBezTo>
                <a:cubicBezTo>
                  <a:pt x="5138610" y="2313258"/>
                  <a:pt x="5145450" y="2315418"/>
                  <a:pt x="5159131" y="2315418"/>
                </a:cubicBezTo>
                <a:cubicBezTo>
                  <a:pt x="5156971" y="2304257"/>
                  <a:pt x="5170651" y="2306417"/>
                  <a:pt x="5163811" y="2292736"/>
                </a:cubicBezTo>
                <a:close/>
                <a:moveTo>
                  <a:pt x="3869118" y="2291003"/>
                </a:moveTo>
                <a:lnTo>
                  <a:pt x="3865060" y="2291365"/>
                </a:lnTo>
                <a:lnTo>
                  <a:pt x="3869652" y="2297919"/>
                </a:lnTo>
                <a:lnTo>
                  <a:pt x="3864860" y="2313991"/>
                </a:lnTo>
                <a:lnTo>
                  <a:pt x="3888685" y="2308131"/>
                </a:lnTo>
                <a:lnTo>
                  <a:pt x="3883967" y="2306431"/>
                </a:lnTo>
                <a:lnTo>
                  <a:pt x="3881965" y="2301280"/>
                </a:lnTo>
                <a:lnTo>
                  <a:pt x="3877363" y="2299082"/>
                </a:lnTo>
                <a:cubicBezTo>
                  <a:pt x="3874438" y="2299352"/>
                  <a:pt x="3873043" y="2302322"/>
                  <a:pt x="3872998" y="2299712"/>
                </a:cubicBezTo>
                <a:lnTo>
                  <a:pt x="3873519" y="2294555"/>
                </a:lnTo>
                <a:lnTo>
                  <a:pt x="3871614" y="2294665"/>
                </a:lnTo>
                <a:lnTo>
                  <a:pt x="3871919" y="2292873"/>
                </a:lnTo>
                <a:close/>
                <a:moveTo>
                  <a:pt x="3789107" y="2290129"/>
                </a:moveTo>
                <a:lnTo>
                  <a:pt x="3789260" y="2290956"/>
                </a:lnTo>
                <a:lnTo>
                  <a:pt x="3791240" y="2290818"/>
                </a:lnTo>
                <a:close/>
                <a:moveTo>
                  <a:pt x="3815780" y="2289046"/>
                </a:moveTo>
                <a:lnTo>
                  <a:pt x="3814512" y="2289066"/>
                </a:lnTo>
                <a:lnTo>
                  <a:pt x="3811171" y="2292116"/>
                </a:lnTo>
                <a:lnTo>
                  <a:pt x="3817675" y="2293771"/>
                </a:lnTo>
                <a:lnTo>
                  <a:pt x="3825172" y="2289801"/>
                </a:lnTo>
                <a:lnTo>
                  <a:pt x="3823689" y="2290137"/>
                </a:lnTo>
                <a:cubicBezTo>
                  <a:pt x="3820910" y="2290058"/>
                  <a:pt x="3818345" y="2289451"/>
                  <a:pt x="3815780" y="2289046"/>
                </a:cubicBezTo>
                <a:close/>
                <a:moveTo>
                  <a:pt x="5263688" y="2288656"/>
                </a:moveTo>
                <a:cubicBezTo>
                  <a:pt x="5265136" y="2288572"/>
                  <a:pt x="5266670" y="2289531"/>
                  <a:pt x="5268319" y="2292296"/>
                </a:cubicBezTo>
                <a:cubicBezTo>
                  <a:pt x="5259161" y="2294436"/>
                  <a:pt x="5270884" y="2299074"/>
                  <a:pt x="5263923" y="2301214"/>
                </a:cubicBezTo>
                <a:cubicBezTo>
                  <a:pt x="5259161" y="2290155"/>
                  <a:pt x="5259161" y="2310490"/>
                  <a:pt x="5263923" y="2310490"/>
                </a:cubicBezTo>
                <a:cubicBezTo>
                  <a:pt x="5263923" y="2310490"/>
                  <a:pt x="5263923" y="2310490"/>
                  <a:pt x="5256963" y="2312630"/>
                </a:cubicBezTo>
                <a:cubicBezTo>
                  <a:pt x="5254764" y="2312630"/>
                  <a:pt x="5252200" y="2312630"/>
                  <a:pt x="5252200" y="2307992"/>
                </a:cubicBezTo>
                <a:cubicBezTo>
                  <a:pt x="5259161" y="2305852"/>
                  <a:pt x="5252200" y="2303711"/>
                  <a:pt x="5252200" y="2296933"/>
                </a:cubicBezTo>
                <a:cubicBezTo>
                  <a:pt x="5255772" y="2298539"/>
                  <a:pt x="5259344" y="2288907"/>
                  <a:pt x="5263688" y="2288656"/>
                </a:cubicBezTo>
                <a:close/>
                <a:moveTo>
                  <a:pt x="3946641" y="2288056"/>
                </a:moveTo>
                <a:lnTo>
                  <a:pt x="3934012" y="2295905"/>
                </a:lnTo>
                <a:lnTo>
                  <a:pt x="3947263" y="2291993"/>
                </a:lnTo>
                <a:close/>
                <a:moveTo>
                  <a:pt x="3894441" y="2288056"/>
                </a:moveTo>
                <a:lnTo>
                  <a:pt x="3894326" y="2288129"/>
                </a:lnTo>
                <a:lnTo>
                  <a:pt x="3893869" y="2290782"/>
                </a:lnTo>
                <a:lnTo>
                  <a:pt x="3897184" y="2296742"/>
                </a:lnTo>
                <a:close/>
                <a:moveTo>
                  <a:pt x="5823335" y="2285896"/>
                </a:moveTo>
                <a:cubicBezTo>
                  <a:pt x="5812175" y="2290576"/>
                  <a:pt x="5802815" y="2299577"/>
                  <a:pt x="5798495" y="2308577"/>
                </a:cubicBezTo>
                <a:cubicBezTo>
                  <a:pt x="5800655" y="2313258"/>
                  <a:pt x="5830175" y="2299577"/>
                  <a:pt x="5823335" y="2285896"/>
                </a:cubicBezTo>
                <a:close/>
                <a:moveTo>
                  <a:pt x="3940263" y="2269509"/>
                </a:moveTo>
                <a:lnTo>
                  <a:pt x="3938901" y="2271315"/>
                </a:lnTo>
                <a:cubicBezTo>
                  <a:pt x="3937461" y="2274735"/>
                  <a:pt x="3937461" y="2278155"/>
                  <a:pt x="3939801" y="2281575"/>
                </a:cubicBezTo>
                <a:cubicBezTo>
                  <a:pt x="3943221" y="2282656"/>
                  <a:pt x="3946641" y="2280946"/>
                  <a:pt x="3949206" y="2278110"/>
                </a:cubicBezTo>
                <a:lnTo>
                  <a:pt x="3950995" y="2273835"/>
                </a:lnTo>
                <a:lnTo>
                  <a:pt x="3943252" y="2271610"/>
                </a:lnTo>
                <a:close/>
                <a:moveTo>
                  <a:pt x="5720925" y="2266950"/>
                </a:moveTo>
                <a:cubicBezTo>
                  <a:pt x="5729688" y="2280443"/>
                  <a:pt x="5705503" y="2293582"/>
                  <a:pt x="5703050" y="2286835"/>
                </a:cubicBezTo>
                <a:cubicBezTo>
                  <a:pt x="5712163" y="2282574"/>
                  <a:pt x="5707606" y="2269080"/>
                  <a:pt x="5720925" y="2266950"/>
                </a:cubicBezTo>
                <a:close/>
                <a:moveTo>
                  <a:pt x="5834855" y="2256374"/>
                </a:moveTo>
                <a:cubicBezTo>
                  <a:pt x="5832695" y="2265374"/>
                  <a:pt x="5825855" y="2272215"/>
                  <a:pt x="5825855" y="2283736"/>
                </a:cubicBezTo>
                <a:cubicBezTo>
                  <a:pt x="5839535" y="2276895"/>
                  <a:pt x="5841695" y="2285896"/>
                  <a:pt x="5855375" y="2274735"/>
                </a:cubicBezTo>
                <a:cubicBezTo>
                  <a:pt x="5853215" y="2263214"/>
                  <a:pt x="5839535" y="2267894"/>
                  <a:pt x="5834855" y="2256374"/>
                </a:cubicBezTo>
                <a:close/>
                <a:moveTo>
                  <a:pt x="5254891" y="2256374"/>
                </a:moveTo>
                <a:lnTo>
                  <a:pt x="5254647" y="2256827"/>
                </a:lnTo>
                <a:lnTo>
                  <a:pt x="5254969" y="2256374"/>
                </a:lnTo>
                <a:close/>
                <a:moveTo>
                  <a:pt x="5800655" y="2249533"/>
                </a:moveTo>
                <a:cubicBezTo>
                  <a:pt x="5791655" y="2258534"/>
                  <a:pt x="5786975" y="2267894"/>
                  <a:pt x="5786975" y="2281575"/>
                </a:cubicBezTo>
                <a:cubicBezTo>
                  <a:pt x="5795975" y="2276895"/>
                  <a:pt x="5800655" y="2276895"/>
                  <a:pt x="5800655" y="2285896"/>
                </a:cubicBezTo>
                <a:cubicBezTo>
                  <a:pt x="5816495" y="2281575"/>
                  <a:pt x="5821175" y="2267894"/>
                  <a:pt x="5828015" y="2256374"/>
                </a:cubicBezTo>
                <a:cubicBezTo>
                  <a:pt x="5816495" y="2245213"/>
                  <a:pt x="5816495" y="2274735"/>
                  <a:pt x="5802815" y="2274735"/>
                </a:cubicBezTo>
                <a:cubicBezTo>
                  <a:pt x="5791655" y="2274735"/>
                  <a:pt x="5802815" y="2256374"/>
                  <a:pt x="5800655" y="2249533"/>
                </a:cubicBezTo>
                <a:close/>
                <a:moveTo>
                  <a:pt x="6293228" y="2247900"/>
                </a:moveTo>
                <a:cubicBezTo>
                  <a:pt x="6286159" y="2258836"/>
                  <a:pt x="6279090" y="2270125"/>
                  <a:pt x="6276857" y="2285647"/>
                </a:cubicBezTo>
                <a:cubicBezTo>
                  <a:pt x="6272020" y="2272241"/>
                  <a:pt x="6269788" y="2247900"/>
                  <a:pt x="6293228" y="2247900"/>
                </a:cubicBezTo>
                <a:close/>
                <a:moveTo>
                  <a:pt x="5225011" y="2231532"/>
                </a:moveTo>
                <a:cubicBezTo>
                  <a:pt x="5211331" y="2238372"/>
                  <a:pt x="5225011" y="2247373"/>
                  <a:pt x="5222851" y="2261054"/>
                </a:cubicBezTo>
                <a:cubicBezTo>
                  <a:pt x="5202331" y="2265374"/>
                  <a:pt x="5179651" y="2288056"/>
                  <a:pt x="5200171" y="2306417"/>
                </a:cubicBezTo>
                <a:cubicBezTo>
                  <a:pt x="5181811" y="2308577"/>
                  <a:pt x="5188651" y="2285896"/>
                  <a:pt x="5174971" y="2285896"/>
                </a:cubicBezTo>
                <a:cubicBezTo>
                  <a:pt x="5179651" y="2292736"/>
                  <a:pt x="5179651" y="2306417"/>
                  <a:pt x="5184331" y="2313258"/>
                </a:cubicBezTo>
                <a:cubicBezTo>
                  <a:pt x="5172811" y="2317938"/>
                  <a:pt x="5163811" y="2324778"/>
                  <a:pt x="5163811" y="2340619"/>
                </a:cubicBezTo>
                <a:cubicBezTo>
                  <a:pt x="5150130" y="2342780"/>
                  <a:pt x="5159131" y="2320098"/>
                  <a:pt x="5141130" y="2326938"/>
                </a:cubicBezTo>
                <a:cubicBezTo>
                  <a:pt x="5141130" y="2326938"/>
                  <a:pt x="5141130" y="2326938"/>
                  <a:pt x="5141130" y="2351780"/>
                </a:cubicBezTo>
                <a:cubicBezTo>
                  <a:pt x="5129610" y="2338459"/>
                  <a:pt x="5122770" y="2354300"/>
                  <a:pt x="5109090" y="2356461"/>
                </a:cubicBezTo>
                <a:cubicBezTo>
                  <a:pt x="5109090" y="2361141"/>
                  <a:pt x="5113770" y="2363301"/>
                  <a:pt x="5111250" y="2367981"/>
                </a:cubicBezTo>
                <a:cubicBezTo>
                  <a:pt x="5093250" y="2372302"/>
                  <a:pt x="5077410" y="2388143"/>
                  <a:pt x="5086410" y="2411184"/>
                </a:cubicBezTo>
                <a:cubicBezTo>
                  <a:pt x="5074890" y="2402184"/>
                  <a:pt x="5059050" y="2418025"/>
                  <a:pt x="5065890" y="2427025"/>
                </a:cubicBezTo>
                <a:cubicBezTo>
                  <a:pt x="5038529" y="2418025"/>
                  <a:pt x="5045369" y="2447547"/>
                  <a:pt x="5027369" y="2449707"/>
                </a:cubicBezTo>
                <a:cubicBezTo>
                  <a:pt x="5034209" y="2458708"/>
                  <a:pt x="5024849" y="2451867"/>
                  <a:pt x="5022689" y="2458708"/>
                </a:cubicBezTo>
                <a:cubicBezTo>
                  <a:pt x="5027369" y="2461228"/>
                  <a:pt x="5029529" y="2463388"/>
                  <a:pt x="5031689" y="2465548"/>
                </a:cubicBezTo>
                <a:cubicBezTo>
                  <a:pt x="5029529" y="2472388"/>
                  <a:pt x="5027369" y="2486069"/>
                  <a:pt x="5015849" y="2486069"/>
                </a:cubicBezTo>
                <a:cubicBezTo>
                  <a:pt x="5018009" y="2474909"/>
                  <a:pt x="5031689" y="2470228"/>
                  <a:pt x="5018009" y="2463388"/>
                </a:cubicBezTo>
                <a:cubicBezTo>
                  <a:pt x="5006849" y="2481749"/>
                  <a:pt x="4974809" y="2470228"/>
                  <a:pt x="4963649" y="2486069"/>
                </a:cubicBezTo>
                <a:cubicBezTo>
                  <a:pt x="4958969" y="2495430"/>
                  <a:pt x="4958969" y="2502271"/>
                  <a:pt x="4965809" y="2508751"/>
                </a:cubicBezTo>
                <a:cubicBezTo>
                  <a:pt x="4991009" y="2508751"/>
                  <a:pt x="4963649" y="2488590"/>
                  <a:pt x="4981649" y="2486069"/>
                </a:cubicBezTo>
                <a:cubicBezTo>
                  <a:pt x="4977329" y="2502271"/>
                  <a:pt x="4993169" y="2504431"/>
                  <a:pt x="4995329" y="2515591"/>
                </a:cubicBezTo>
                <a:cubicBezTo>
                  <a:pt x="4981649" y="2504431"/>
                  <a:pt x="4972649" y="2518112"/>
                  <a:pt x="4961129" y="2520272"/>
                </a:cubicBezTo>
                <a:cubicBezTo>
                  <a:pt x="4958969" y="2511271"/>
                  <a:pt x="4958969" y="2499750"/>
                  <a:pt x="4947449" y="2497590"/>
                </a:cubicBezTo>
                <a:cubicBezTo>
                  <a:pt x="4943129" y="2504431"/>
                  <a:pt x="4954289" y="2515591"/>
                  <a:pt x="4943129" y="2515591"/>
                </a:cubicBezTo>
                <a:cubicBezTo>
                  <a:pt x="4943129" y="2511271"/>
                  <a:pt x="4940609" y="2506591"/>
                  <a:pt x="4938449" y="2504431"/>
                </a:cubicBezTo>
                <a:cubicBezTo>
                  <a:pt x="4931609" y="2511271"/>
                  <a:pt x="4924769" y="2522432"/>
                  <a:pt x="4915769" y="2529272"/>
                </a:cubicBezTo>
                <a:cubicBezTo>
                  <a:pt x="4895248" y="2515591"/>
                  <a:pt x="4879408" y="2549794"/>
                  <a:pt x="4858888" y="2549794"/>
                </a:cubicBezTo>
                <a:cubicBezTo>
                  <a:pt x="4863568" y="2551954"/>
                  <a:pt x="4861048" y="2558794"/>
                  <a:pt x="4863568" y="2563475"/>
                </a:cubicBezTo>
                <a:cubicBezTo>
                  <a:pt x="4856728" y="2565635"/>
                  <a:pt x="4849888" y="2561315"/>
                  <a:pt x="4849888" y="2574995"/>
                </a:cubicBezTo>
                <a:cubicBezTo>
                  <a:pt x="4829368" y="2558794"/>
                  <a:pt x="4827208" y="2583996"/>
                  <a:pt x="4813528" y="2592997"/>
                </a:cubicBezTo>
                <a:cubicBezTo>
                  <a:pt x="4813528" y="2581836"/>
                  <a:pt x="4802008" y="2595517"/>
                  <a:pt x="4799848" y="2583996"/>
                </a:cubicBezTo>
                <a:cubicBezTo>
                  <a:pt x="4802008" y="2572475"/>
                  <a:pt x="4806688" y="2568155"/>
                  <a:pt x="4813528" y="2565635"/>
                </a:cubicBezTo>
                <a:cubicBezTo>
                  <a:pt x="4799848" y="2549794"/>
                  <a:pt x="4781487" y="2565635"/>
                  <a:pt x="4772487" y="2581836"/>
                </a:cubicBezTo>
                <a:cubicBezTo>
                  <a:pt x="4781487" y="2581836"/>
                  <a:pt x="4783647" y="2570315"/>
                  <a:pt x="4795167" y="2579316"/>
                </a:cubicBezTo>
                <a:cubicBezTo>
                  <a:pt x="4776807" y="2595517"/>
                  <a:pt x="4756647" y="2602357"/>
                  <a:pt x="4738287" y="2625039"/>
                </a:cubicBezTo>
                <a:cubicBezTo>
                  <a:pt x="4738287" y="2627199"/>
                  <a:pt x="4742967" y="2629359"/>
                  <a:pt x="4747287" y="2631879"/>
                </a:cubicBezTo>
                <a:cubicBezTo>
                  <a:pt x="4747287" y="2631879"/>
                  <a:pt x="4747287" y="2631879"/>
                  <a:pt x="4740447" y="2649881"/>
                </a:cubicBezTo>
                <a:cubicBezTo>
                  <a:pt x="4729287" y="2645560"/>
                  <a:pt x="4738287" y="2634040"/>
                  <a:pt x="4724607" y="2629359"/>
                </a:cubicBezTo>
                <a:cubicBezTo>
                  <a:pt x="4704087" y="2625039"/>
                  <a:pt x="4713087" y="2649881"/>
                  <a:pt x="4695087" y="2638720"/>
                </a:cubicBezTo>
                <a:cubicBezTo>
                  <a:pt x="4692927" y="2656721"/>
                  <a:pt x="4715607" y="2654561"/>
                  <a:pt x="4722447" y="2647720"/>
                </a:cubicBezTo>
                <a:cubicBezTo>
                  <a:pt x="4719927" y="2666082"/>
                  <a:pt x="4697247" y="2649881"/>
                  <a:pt x="4701927" y="2668242"/>
                </a:cubicBezTo>
                <a:cubicBezTo>
                  <a:pt x="4688247" y="2659241"/>
                  <a:pt x="4699767" y="2640880"/>
                  <a:pt x="4676727" y="2634040"/>
                </a:cubicBezTo>
                <a:cubicBezTo>
                  <a:pt x="4670247" y="2649881"/>
                  <a:pt x="4629206" y="2654561"/>
                  <a:pt x="4645047" y="2684083"/>
                </a:cubicBezTo>
                <a:cubicBezTo>
                  <a:pt x="4654047" y="2672562"/>
                  <a:pt x="4663407" y="2668242"/>
                  <a:pt x="4674567" y="2661401"/>
                </a:cubicBezTo>
                <a:cubicBezTo>
                  <a:pt x="4676727" y="2675082"/>
                  <a:pt x="4660887" y="2668242"/>
                  <a:pt x="4670247" y="2681923"/>
                </a:cubicBezTo>
                <a:cubicBezTo>
                  <a:pt x="4659987" y="2681923"/>
                  <a:pt x="4648017" y="2687593"/>
                  <a:pt x="4636901" y="2692678"/>
                </a:cubicBezTo>
                <a:lnTo>
                  <a:pt x="4628304" y="2696185"/>
                </a:lnTo>
                <a:lnTo>
                  <a:pt x="4629977" y="2698664"/>
                </a:lnTo>
                <a:cubicBezTo>
                  <a:pt x="4631571" y="2699497"/>
                  <a:pt x="4633466" y="2699712"/>
                  <a:pt x="4635284" y="2700143"/>
                </a:cubicBezTo>
                <a:lnTo>
                  <a:pt x="4637518" y="2701420"/>
                </a:lnTo>
                <a:lnTo>
                  <a:pt x="4648557" y="2700059"/>
                </a:lnTo>
                <a:cubicBezTo>
                  <a:pt x="4654227" y="2698304"/>
                  <a:pt x="4658727" y="2695424"/>
                  <a:pt x="4660887" y="2690923"/>
                </a:cubicBezTo>
                <a:cubicBezTo>
                  <a:pt x="4658727" y="2699924"/>
                  <a:pt x="4672407" y="2695604"/>
                  <a:pt x="4670247" y="2686243"/>
                </a:cubicBezTo>
                <a:cubicBezTo>
                  <a:pt x="4674567" y="2688763"/>
                  <a:pt x="4676727" y="2690923"/>
                  <a:pt x="4679247" y="2695604"/>
                </a:cubicBezTo>
                <a:cubicBezTo>
                  <a:pt x="4683567" y="2690923"/>
                  <a:pt x="4688247" y="2686243"/>
                  <a:pt x="4690407" y="2679403"/>
                </a:cubicBezTo>
                <a:cubicBezTo>
                  <a:pt x="4706607" y="2690923"/>
                  <a:pt x="4715607" y="2677243"/>
                  <a:pt x="4726767" y="2666082"/>
                </a:cubicBezTo>
                <a:cubicBezTo>
                  <a:pt x="4724607" y="2672562"/>
                  <a:pt x="4736127" y="2675082"/>
                  <a:pt x="4736127" y="2679403"/>
                </a:cubicBezTo>
                <a:cubicBezTo>
                  <a:pt x="4742967" y="2666082"/>
                  <a:pt x="4756647" y="2666082"/>
                  <a:pt x="4767807" y="2663562"/>
                </a:cubicBezTo>
                <a:cubicBezTo>
                  <a:pt x="4779327" y="2659241"/>
                  <a:pt x="4790487" y="2656721"/>
                  <a:pt x="4790487" y="2640880"/>
                </a:cubicBezTo>
                <a:cubicBezTo>
                  <a:pt x="4802008" y="2649881"/>
                  <a:pt x="4804168" y="2634040"/>
                  <a:pt x="4808848" y="2627199"/>
                </a:cubicBezTo>
                <a:lnTo>
                  <a:pt x="4818574" y="2632082"/>
                </a:lnTo>
                <a:lnTo>
                  <a:pt x="4817225" y="2627535"/>
                </a:lnTo>
                <a:cubicBezTo>
                  <a:pt x="4831014" y="2611782"/>
                  <a:pt x="4860768" y="2611782"/>
                  <a:pt x="4867662" y="2600325"/>
                </a:cubicBezTo>
                <a:cubicBezTo>
                  <a:pt x="4867662" y="2608291"/>
                  <a:pt x="4865099" y="2614691"/>
                  <a:pt x="4861431" y="2620335"/>
                </a:cubicBezTo>
                <a:lnTo>
                  <a:pt x="4860096" y="2621942"/>
                </a:lnTo>
                <a:lnTo>
                  <a:pt x="4865514" y="2621506"/>
                </a:lnTo>
                <a:cubicBezTo>
                  <a:pt x="4871016" y="2620674"/>
                  <a:pt x="4875988" y="2619099"/>
                  <a:pt x="4879408" y="2615678"/>
                </a:cubicBezTo>
                <a:cubicBezTo>
                  <a:pt x="4879408" y="2609198"/>
                  <a:pt x="4874728" y="2606678"/>
                  <a:pt x="4874728" y="2602357"/>
                </a:cubicBezTo>
                <a:cubicBezTo>
                  <a:pt x="4888408" y="2597677"/>
                  <a:pt x="4890568" y="2595517"/>
                  <a:pt x="4904249" y="2586156"/>
                </a:cubicBezTo>
                <a:cubicBezTo>
                  <a:pt x="4911089" y="2595517"/>
                  <a:pt x="4895248" y="2602357"/>
                  <a:pt x="4906769" y="2606678"/>
                </a:cubicBezTo>
                <a:cubicBezTo>
                  <a:pt x="4907309" y="2596417"/>
                  <a:pt x="4910842" y="2588722"/>
                  <a:pt x="4916123" y="2582702"/>
                </a:cubicBezTo>
                <a:lnTo>
                  <a:pt x="4916553" y="2582401"/>
                </a:lnTo>
                <a:lnTo>
                  <a:pt x="4916926" y="2574036"/>
                </a:lnTo>
                <a:cubicBezTo>
                  <a:pt x="4919856" y="2561536"/>
                  <a:pt x="4928977" y="2559422"/>
                  <a:pt x="4940695" y="2555875"/>
                </a:cubicBezTo>
                <a:lnTo>
                  <a:pt x="4938110" y="2567927"/>
                </a:lnTo>
                <a:lnTo>
                  <a:pt x="4958862" y="2559593"/>
                </a:lnTo>
                <a:lnTo>
                  <a:pt x="4966610" y="2555482"/>
                </a:lnTo>
                <a:lnTo>
                  <a:pt x="4958513" y="2547013"/>
                </a:lnTo>
                <a:cubicBezTo>
                  <a:pt x="4965216" y="2547013"/>
                  <a:pt x="4963099" y="2540260"/>
                  <a:pt x="4967332" y="2538127"/>
                </a:cubicBezTo>
                <a:lnTo>
                  <a:pt x="4971093" y="2542074"/>
                </a:lnTo>
                <a:lnTo>
                  <a:pt x="4970489" y="2533953"/>
                </a:lnTo>
                <a:cubicBezTo>
                  <a:pt x="4981649" y="2533953"/>
                  <a:pt x="4986329" y="2522432"/>
                  <a:pt x="4995329" y="2518112"/>
                </a:cubicBezTo>
                <a:cubicBezTo>
                  <a:pt x="4993169" y="2529272"/>
                  <a:pt x="4993169" y="2536113"/>
                  <a:pt x="4997849" y="2542953"/>
                </a:cubicBezTo>
                <a:cubicBezTo>
                  <a:pt x="5020529" y="2531613"/>
                  <a:pt x="5039789" y="2511181"/>
                  <a:pt x="5059364" y="2492730"/>
                </a:cubicBezTo>
                <a:lnTo>
                  <a:pt x="5085382" y="2471262"/>
                </a:lnTo>
                <a:lnTo>
                  <a:pt x="5080515" y="2465113"/>
                </a:lnTo>
                <a:cubicBezTo>
                  <a:pt x="5077965" y="2463099"/>
                  <a:pt x="5075638" y="2463099"/>
                  <a:pt x="5074385" y="2467753"/>
                </a:cubicBezTo>
                <a:cubicBezTo>
                  <a:pt x="5063288" y="2451644"/>
                  <a:pt x="5092641" y="2442695"/>
                  <a:pt x="5097294" y="2438400"/>
                </a:cubicBezTo>
                <a:cubicBezTo>
                  <a:pt x="5099442" y="2447349"/>
                  <a:pt x="5094789" y="2451644"/>
                  <a:pt x="5090493" y="2456298"/>
                </a:cubicBezTo>
                <a:cubicBezTo>
                  <a:pt x="5089240" y="2458625"/>
                  <a:pt x="5087540" y="2460862"/>
                  <a:pt x="5086690" y="2463681"/>
                </a:cubicBezTo>
                <a:lnTo>
                  <a:pt x="5087396" y="2469601"/>
                </a:lnTo>
                <a:lnTo>
                  <a:pt x="5089430" y="2467922"/>
                </a:lnTo>
                <a:cubicBezTo>
                  <a:pt x="5099842" y="2461070"/>
                  <a:pt x="5110800" y="2456098"/>
                  <a:pt x="5122770" y="2454387"/>
                </a:cubicBezTo>
                <a:cubicBezTo>
                  <a:pt x="5118090" y="2456547"/>
                  <a:pt x="5111250" y="2458708"/>
                  <a:pt x="5111250" y="2468068"/>
                </a:cubicBezTo>
                <a:cubicBezTo>
                  <a:pt x="5122770" y="2465548"/>
                  <a:pt x="5120610" y="2474909"/>
                  <a:pt x="5129610" y="2472388"/>
                </a:cubicBezTo>
                <a:cubicBezTo>
                  <a:pt x="5128530" y="2461048"/>
                  <a:pt x="5133660" y="2458797"/>
                  <a:pt x="5139645" y="2458528"/>
                </a:cubicBezTo>
                <a:lnTo>
                  <a:pt x="5147964" y="2458705"/>
                </a:lnTo>
                <a:lnTo>
                  <a:pt x="5151722" y="2451292"/>
                </a:lnTo>
                <a:lnTo>
                  <a:pt x="5153522" y="2448734"/>
                </a:lnTo>
                <a:lnTo>
                  <a:pt x="5152740" y="2443992"/>
                </a:lnTo>
                <a:cubicBezTo>
                  <a:pt x="5151300" y="2441156"/>
                  <a:pt x="5150130" y="2438366"/>
                  <a:pt x="5152290" y="2431706"/>
                </a:cubicBezTo>
                <a:lnTo>
                  <a:pt x="5156567" y="2432383"/>
                </a:lnTo>
                <a:lnTo>
                  <a:pt x="5156433" y="2431030"/>
                </a:lnTo>
                <a:lnTo>
                  <a:pt x="5168768" y="2432975"/>
                </a:lnTo>
                <a:lnTo>
                  <a:pt x="5176405" y="2429657"/>
                </a:lnTo>
                <a:lnTo>
                  <a:pt x="5170203" y="2424156"/>
                </a:lnTo>
                <a:lnTo>
                  <a:pt x="5175016" y="2422039"/>
                </a:lnTo>
                <a:lnTo>
                  <a:pt x="5170651" y="2418025"/>
                </a:lnTo>
                <a:cubicBezTo>
                  <a:pt x="5179021" y="2414514"/>
                  <a:pt x="5184961" y="2398246"/>
                  <a:pt x="5191357" y="2394280"/>
                </a:cubicBezTo>
                <a:lnTo>
                  <a:pt x="5194116" y="2394721"/>
                </a:lnTo>
                <a:lnTo>
                  <a:pt x="5195998" y="2391994"/>
                </a:lnTo>
                <a:cubicBezTo>
                  <a:pt x="5200517" y="2387947"/>
                  <a:pt x="5206155" y="2384491"/>
                  <a:pt x="5204902" y="2376487"/>
                </a:cubicBezTo>
                <a:cubicBezTo>
                  <a:pt x="5211704" y="2385764"/>
                  <a:pt x="5210630" y="2391494"/>
                  <a:pt x="5207005" y="2396360"/>
                </a:cubicBezTo>
                <a:lnTo>
                  <a:pt x="5196538" y="2408007"/>
                </a:lnTo>
                <a:lnTo>
                  <a:pt x="5202061" y="2409879"/>
                </a:lnTo>
                <a:cubicBezTo>
                  <a:pt x="5205211" y="2412714"/>
                  <a:pt x="5208091" y="2417845"/>
                  <a:pt x="5216011" y="2420185"/>
                </a:cubicBezTo>
                <a:cubicBezTo>
                  <a:pt x="5220691" y="2409024"/>
                  <a:pt x="5213851" y="2406504"/>
                  <a:pt x="5209171" y="2402184"/>
                </a:cubicBezTo>
                <a:cubicBezTo>
                  <a:pt x="5218171" y="2388143"/>
                  <a:pt x="5241211" y="2372302"/>
                  <a:pt x="5259211" y="2356461"/>
                </a:cubicBezTo>
                <a:cubicBezTo>
                  <a:pt x="5250211" y="2349620"/>
                  <a:pt x="5259211" y="2338459"/>
                  <a:pt x="5257051" y="2326938"/>
                </a:cubicBezTo>
                <a:cubicBezTo>
                  <a:pt x="5270731" y="2322258"/>
                  <a:pt x="5263891" y="2342780"/>
                  <a:pt x="5277571" y="2335939"/>
                </a:cubicBezTo>
                <a:cubicBezTo>
                  <a:pt x="5272891" y="2320098"/>
                  <a:pt x="5279731" y="2311097"/>
                  <a:pt x="5284411" y="2299577"/>
                </a:cubicBezTo>
                <a:cubicBezTo>
                  <a:pt x="5277571" y="2297416"/>
                  <a:pt x="5272891" y="2306417"/>
                  <a:pt x="5272891" y="2299577"/>
                </a:cubicBezTo>
                <a:cubicBezTo>
                  <a:pt x="5284411" y="2297416"/>
                  <a:pt x="5277571" y="2283736"/>
                  <a:pt x="5270731" y="2281575"/>
                </a:cubicBezTo>
                <a:cubicBezTo>
                  <a:pt x="5275231" y="2280315"/>
                  <a:pt x="5276941" y="2276265"/>
                  <a:pt x="5279236" y="2272260"/>
                </a:cubicBezTo>
                <a:lnTo>
                  <a:pt x="5282361" y="2269907"/>
                </a:lnTo>
                <a:lnTo>
                  <a:pt x="5277905" y="2267494"/>
                </a:lnTo>
                <a:cubicBezTo>
                  <a:pt x="5259559" y="2264954"/>
                  <a:pt x="5257401" y="2278743"/>
                  <a:pt x="5259559" y="2285637"/>
                </a:cubicBezTo>
                <a:cubicBezTo>
                  <a:pt x="5247148" y="2281101"/>
                  <a:pt x="5246609" y="2271395"/>
                  <a:pt x="5251420" y="2261371"/>
                </a:cubicBezTo>
                <a:lnTo>
                  <a:pt x="5252212" y="2260256"/>
                </a:lnTo>
                <a:lnTo>
                  <a:pt x="5249356" y="2245888"/>
                </a:lnTo>
                <a:cubicBezTo>
                  <a:pt x="5247961" y="2241613"/>
                  <a:pt x="5245711" y="2238193"/>
                  <a:pt x="5241211" y="2235852"/>
                </a:cubicBezTo>
                <a:cubicBezTo>
                  <a:pt x="5234371" y="2251693"/>
                  <a:pt x="5231851" y="2238372"/>
                  <a:pt x="5225011" y="2231532"/>
                </a:cubicBezTo>
                <a:close/>
                <a:moveTo>
                  <a:pt x="5864315" y="2222500"/>
                </a:moveTo>
                <a:cubicBezTo>
                  <a:pt x="5870975" y="2231959"/>
                  <a:pt x="5864315" y="2245783"/>
                  <a:pt x="5864315" y="2257061"/>
                </a:cubicBezTo>
                <a:cubicBezTo>
                  <a:pt x="5844338" y="2254878"/>
                  <a:pt x="5866418" y="2234141"/>
                  <a:pt x="5864315" y="2222500"/>
                </a:cubicBezTo>
                <a:close/>
                <a:moveTo>
                  <a:pt x="5738681" y="2222500"/>
                </a:moveTo>
                <a:lnTo>
                  <a:pt x="5740797" y="2238985"/>
                </a:lnTo>
                <a:cubicBezTo>
                  <a:pt x="5736211" y="2241183"/>
                  <a:pt x="5727392" y="2245945"/>
                  <a:pt x="5725275" y="2241183"/>
                </a:cubicBezTo>
                <a:cubicBezTo>
                  <a:pt x="5731978" y="2236421"/>
                  <a:pt x="5731978" y="2227262"/>
                  <a:pt x="5738681" y="2222500"/>
                </a:cubicBezTo>
                <a:close/>
                <a:moveTo>
                  <a:pt x="5873376" y="2213171"/>
                </a:moveTo>
                <a:cubicBezTo>
                  <a:pt x="5859696" y="2222171"/>
                  <a:pt x="5859696" y="2231532"/>
                  <a:pt x="5843855" y="2231532"/>
                </a:cubicBezTo>
                <a:cubicBezTo>
                  <a:pt x="5850695" y="2242693"/>
                  <a:pt x="5862216" y="2247373"/>
                  <a:pt x="5855375" y="2267894"/>
                </a:cubicBezTo>
                <a:cubicBezTo>
                  <a:pt x="5880216" y="2265374"/>
                  <a:pt x="5864376" y="2235852"/>
                  <a:pt x="5873376" y="2213171"/>
                </a:cubicBezTo>
                <a:close/>
                <a:moveTo>
                  <a:pt x="5282057" y="2212875"/>
                </a:moveTo>
                <a:lnTo>
                  <a:pt x="5276631" y="2218402"/>
                </a:lnTo>
                <a:lnTo>
                  <a:pt x="5276929" y="2224691"/>
                </a:lnTo>
                <a:lnTo>
                  <a:pt x="5277571" y="2224691"/>
                </a:lnTo>
                <a:close/>
                <a:moveTo>
                  <a:pt x="5286207" y="2208646"/>
                </a:moveTo>
                <a:lnTo>
                  <a:pt x="5285490" y="2209377"/>
                </a:lnTo>
                <a:lnTo>
                  <a:pt x="5286319" y="2209122"/>
                </a:lnTo>
                <a:close/>
                <a:moveTo>
                  <a:pt x="6354040" y="2198687"/>
                </a:moveTo>
                <a:cubicBezTo>
                  <a:pt x="6365306" y="2207772"/>
                  <a:pt x="6367850" y="2212496"/>
                  <a:pt x="6358401" y="2226306"/>
                </a:cubicBezTo>
                <a:cubicBezTo>
                  <a:pt x="6338050" y="2228486"/>
                  <a:pt x="6354040" y="2210316"/>
                  <a:pt x="6354040" y="2198687"/>
                </a:cubicBezTo>
                <a:close/>
                <a:moveTo>
                  <a:pt x="5136450" y="2185809"/>
                </a:moveTo>
                <a:cubicBezTo>
                  <a:pt x="5122770" y="2183649"/>
                  <a:pt x="5124930" y="2201650"/>
                  <a:pt x="5138610" y="2199490"/>
                </a:cubicBezTo>
                <a:cubicBezTo>
                  <a:pt x="5143290" y="2192649"/>
                  <a:pt x="5138610" y="2194809"/>
                  <a:pt x="5136450" y="2185809"/>
                </a:cubicBezTo>
                <a:close/>
                <a:moveTo>
                  <a:pt x="5259211" y="2183649"/>
                </a:moveTo>
                <a:cubicBezTo>
                  <a:pt x="5252371" y="2190489"/>
                  <a:pt x="5247241" y="2196160"/>
                  <a:pt x="5242111" y="2202415"/>
                </a:cubicBezTo>
                <a:lnTo>
                  <a:pt x="5234310" y="2212577"/>
                </a:lnTo>
                <a:lnTo>
                  <a:pt x="5239790" y="2213896"/>
                </a:lnTo>
                <a:lnTo>
                  <a:pt x="5247376" y="2208355"/>
                </a:lnTo>
                <a:cubicBezTo>
                  <a:pt x="5253091" y="2201830"/>
                  <a:pt x="5257051" y="2193909"/>
                  <a:pt x="5259211" y="2183649"/>
                </a:cubicBezTo>
                <a:close/>
                <a:moveTo>
                  <a:pt x="6112501" y="2176462"/>
                </a:moveTo>
                <a:cubicBezTo>
                  <a:pt x="6132905" y="2189967"/>
                  <a:pt x="6114649" y="2205605"/>
                  <a:pt x="6110353" y="2223731"/>
                </a:cubicBezTo>
                <a:cubicBezTo>
                  <a:pt x="6096750" y="2210226"/>
                  <a:pt x="6117154" y="2194232"/>
                  <a:pt x="6112501" y="2176462"/>
                </a:cubicBezTo>
                <a:close/>
                <a:moveTo>
                  <a:pt x="5425527" y="2170204"/>
                </a:moveTo>
                <a:cubicBezTo>
                  <a:pt x="5421933" y="2170845"/>
                  <a:pt x="5420313" y="2177258"/>
                  <a:pt x="5418693" y="2172128"/>
                </a:cubicBezTo>
                <a:cubicBezTo>
                  <a:pt x="5411853" y="2181488"/>
                  <a:pt x="5418693" y="2199490"/>
                  <a:pt x="5400332" y="2201650"/>
                </a:cubicBezTo>
                <a:cubicBezTo>
                  <a:pt x="5414013" y="2208490"/>
                  <a:pt x="5432013" y="2187969"/>
                  <a:pt x="5429853" y="2172128"/>
                </a:cubicBezTo>
                <a:cubicBezTo>
                  <a:pt x="5428143" y="2170418"/>
                  <a:pt x="5426726" y="2169990"/>
                  <a:pt x="5425527" y="2170204"/>
                </a:cubicBezTo>
                <a:close/>
                <a:moveTo>
                  <a:pt x="6159281" y="2165350"/>
                </a:moveTo>
                <a:cubicBezTo>
                  <a:pt x="6172600" y="2167894"/>
                  <a:pt x="6163487" y="2190788"/>
                  <a:pt x="6156828" y="2195148"/>
                </a:cubicBezTo>
                <a:cubicBezTo>
                  <a:pt x="6145963" y="2186063"/>
                  <a:pt x="6152622" y="2176978"/>
                  <a:pt x="6159281" y="2165350"/>
                </a:cubicBezTo>
                <a:close/>
                <a:moveTo>
                  <a:pt x="5850695" y="2165287"/>
                </a:moveTo>
                <a:cubicBezTo>
                  <a:pt x="5841695" y="2174648"/>
                  <a:pt x="5843855" y="2187969"/>
                  <a:pt x="5846375" y="2204170"/>
                </a:cubicBezTo>
                <a:cubicBezTo>
                  <a:pt x="5859696" y="2197330"/>
                  <a:pt x="5853215" y="2178968"/>
                  <a:pt x="5850695" y="2165287"/>
                </a:cubicBezTo>
                <a:close/>
                <a:moveTo>
                  <a:pt x="5705255" y="2154127"/>
                </a:moveTo>
                <a:lnTo>
                  <a:pt x="5700505" y="2156365"/>
                </a:lnTo>
                <a:lnTo>
                  <a:pt x="5691245" y="2181216"/>
                </a:lnTo>
                <a:lnTo>
                  <a:pt x="5688196" y="2195294"/>
                </a:lnTo>
                <a:lnTo>
                  <a:pt x="5694005" y="2190759"/>
                </a:lnTo>
                <a:cubicBezTo>
                  <a:pt x="5697695" y="2186529"/>
                  <a:pt x="5701655" y="2182569"/>
                  <a:pt x="5709575" y="2181488"/>
                </a:cubicBezTo>
                <a:cubicBezTo>
                  <a:pt x="5705255" y="2165287"/>
                  <a:pt x="5705255" y="2169968"/>
                  <a:pt x="5705255" y="2154127"/>
                </a:cubicBezTo>
                <a:close/>
                <a:moveTo>
                  <a:pt x="3203455" y="2146445"/>
                </a:moveTo>
                <a:lnTo>
                  <a:pt x="3201514" y="2150944"/>
                </a:lnTo>
                <a:lnTo>
                  <a:pt x="3204174" y="2148737"/>
                </a:lnTo>
                <a:close/>
                <a:moveTo>
                  <a:pt x="6346164" y="2143125"/>
                </a:moveTo>
                <a:cubicBezTo>
                  <a:pt x="6348281" y="2152098"/>
                  <a:pt x="6350397" y="2177221"/>
                  <a:pt x="6341578" y="2184041"/>
                </a:cubicBezTo>
                <a:cubicBezTo>
                  <a:pt x="6337344" y="2172556"/>
                  <a:pt x="6334875" y="2149944"/>
                  <a:pt x="6346164" y="2143125"/>
                </a:cubicBezTo>
                <a:close/>
                <a:moveTo>
                  <a:pt x="6304064" y="2143125"/>
                </a:moveTo>
                <a:cubicBezTo>
                  <a:pt x="6331341" y="2152204"/>
                  <a:pt x="6299398" y="2175445"/>
                  <a:pt x="6313037" y="2195782"/>
                </a:cubicBezTo>
                <a:cubicBezTo>
                  <a:pt x="6308371" y="2198324"/>
                  <a:pt x="6299398" y="2198324"/>
                  <a:pt x="6290425" y="2195782"/>
                </a:cubicBezTo>
                <a:cubicBezTo>
                  <a:pt x="6299398" y="2172903"/>
                  <a:pt x="6301551" y="2168545"/>
                  <a:pt x="6304064" y="2143125"/>
                </a:cubicBezTo>
                <a:close/>
                <a:moveTo>
                  <a:pt x="3200741" y="2137801"/>
                </a:moveTo>
                <a:lnTo>
                  <a:pt x="3200615" y="2139580"/>
                </a:lnTo>
                <a:lnTo>
                  <a:pt x="3201207" y="2139285"/>
                </a:lnTo>
                <a:close/>
                <a:moveTo>
                  <a:pt x="3726543" y="2131377"/>
                </a:moveTo>
                <a:cubicBezTo>
                  <a:pt x="3724307" y="2131968"/>
                  <a:pt x="3723222" y="2134407"/>
                  <a:pt x="3722056" y="2137136"/>
                </a:cubicBezTo>
                <a:lnTo>
                  <a:pt x="3721736" y="2137618"/>
                </a:lnTo>
                <a:lnTo>
                  <a:pt x="3721736" y="2142857"/>
                </a:lnTo>
                <a:cubicBezTo>
                  <a:pt x="3725156" y="2142857"/>
                  <a:pt x="3728036" y="2142317"/>
                  <a:pt x="3730062" y="2140337"/>
                </a:cubicBezTo>
                <a:lnTo>
                  <a:pt x="3732186" y="2132921"/>
                </a:lnTo>
                <a:close/>
                <a:moveTo>
                  <a:pt x="5325889" y="2128837"/>
                </a:moveTo>
                <a:cubicBezTo>
                  <a:pt x="5355033" y="2128837"/>
                  <a:pt x="5323401" y="2145580"/>
                  <a:pt x="5330154" y="2152278"/>
                </a:cubicBezTo>
                <a:cubicBezTo>
                  <a:pt x="5307763" y="2145580"/>
                  <a:pt x="5336907" y="2133674"/>
                  <a:pt x="5325889" y="2128837"/>
                </a:cubicBezTo>
                <a:close/>
                <a:moveTo>
                  <a:pt x="3188159" y="2127514"/>
                </a:moveTo>
                <a:cubicBezTo>
                  <a:pt x="3185009" y="2128077"/>
                  <a:pt x="3181994" y="2129348"/>
                  <a:pt x="3179473" y="2131760"/>
                </a:cubicBezTo>
                <a:lnTo>
                  <a:pt x="3179083" y="2132519"/>
                </a:lnTo>
                <a:lnTo>
                  <a:pt x="3192234" y="2129386"/>
                </a:lnTo>
                <a:lnTo>
                  <a:pt x="3196071" y="2128261"/>
                </a:lnTo>
                <a:close/>
                <a:moveTo>
                  <a:pt x="5815407" y="2127250"/>
                </a:moveTo>
                <a:cubicBezTo>
                  <a:pt x="5815407" y="2141059"/>
                  <a:pt x="5808646" y="2147963"/>
                  <a:pt x="5799751" y="2157048"/>
                </a:cubicBezTo>
                <a:cubicBezTo>
                  <a:pt x="5795125" y="2143239"/>
                  <a:pt x="5806511" y="2136335"/>
                  <a:pt x="5815407" y="2127250"/>
                </a:cubicBezTo>
                <a:close/>
                <a:moveTo>
                  <a:pt x="713719" y="2127250"/>
                </a:moveTo>
                <a:cubicBezTo>
                  <a:pt x="732225" y="2143000"/>
                  <a:pt x="697753" y="2143000"/>
                  <a:pt x="697753" y="2163404"/>
                </a:cubicBezTo>
                <a:cubicBezTo>
                  <a:pt x="681788" y="2158750"/>
                  <a:pt x="709365" y="2138704"/>
                  <a:pt x="713719" y="2127250"/>
                </a:cubicBezTo>
                <a:close/>
                <a:moveTo>
                  <a:pt x="3603945" y="2126439"/>
                </a:moveTo>
                <a:cubicBezTo>
                  <a:pt x="3607391" y="2126048"/>
                  <a:pt x="3612244" y="2135505"/>
                  <a:pt x="3612244" y="2126796"/>
                </a:cubicBezTo>
                <a:cubicBezTo>
                  <a:pt x="3616730" y="2128973"/>
                  <a:pt x="3614314" y="2133690"/>
                  <a:pt x="3614314" y="2138408"/>
                </a:cubicBezTo>
                <a:cubicBezTo>
                  <a:pt x="3605687" y="2142762"/>
                  <a:pt x="3607757" y="2133690"/>
                  <a:pt x="3601200" y="2131150"/>
                </a:cubicBezTo>
                <a:cubicBezTo>
                  <a:pt x="3601804" y="2127794"/>
                  <a:pt x="3602796" y="2126569"/>
                  <a:pt x="3603945" y="2126439"/>
                </a:cubicBezTo>
                <a:close/>
                <a:moveTo>
                  <a:pt x="3335721" y="2124685"/>
                </a:moveTo>
                <a:cubicBezTo>
                  <a:pt x="3330941" y="2141170"/>
                  <a:pt x="3305942" y="2131645"/>
                  <a:pt x="3301163" y="2127249"/>
                </a:cubicBezTo>
                <a:cubicBezTo>
                  <a:pt x="3308148" y="2122487"/>
                  <a:pt x="3324324" y="2134210"/>
                  <a:pt x="3335721" y="2124685"/>
                </a:cubicBezTo>
                <a:close/>
                <a:moveTo>
                  <a:pt x="5735582" y="2124475"/>
                </a:moveTo>
                <a:lnTo>
                  <a:pt x="5722199" y="2131067"/>
                </a:lnTo>
                <a:lnTo>
                  <a:pt x="5722518" y="2133246"/>
                </a:lnTo>
                <a:lnTo>
                  <a:pt x="5728094" y="2131557"/>
                </a:lnTo>
                <a:lnTo>
                  <a:pt x="5727162" y="2134894"/>
                </a:lnTo>
                <a:lnTo>
                  <a:pt x="5733695" y="2129223"/>
                </a:lnTo>
                <a:close/>
                <a:moveTo>
                  <a:pt x="3805978" y="2122425"/>
                </a:moveTo>
                <a:lnTo>
                  <a:pt x="3793228" y="2124841"/>
                </a:lnTo>
                <a:lnTo>
                  <a:pt x="3790187" y="2127530"/>
                </a:lnTo>
                <a:lnTo>
                  <a:pt x="3802744" y="2123510"/>
                </a:lnTo>
                <a:close/>
                <a:moveTo>
                  <a:pt x="5479893" y="2122084"/>
                </a:moveTo>
                <a:lnTo>
                  <a:pt x="5479165" y="2122413"/>
                </a:lnTo>
                <a:lnTo>
                  <a:pt x="5477145" y="2125311"/>
                </a:lnTo>
                <a:lnTo>
                  <a:pt x="5475605" y="2124019"/>
                </a:lnTo>
                <a:lnTo>
                  <a:pt x="5467923" y="2127485"/>
                </a:lnTo>
                <a:cubicBezTo>
                  <a:pt x="5465673" y="2130095"/>
                  <a:pt x="5465133" y="2133605"/>
                  <a:pt x="5466213" y="2138286"/>
                </a:cubicBezTo>
                <a:cubicBezTo>
                  <a:pt x="5477733" y="2135765"/>
                  <a:pt x="5482413" y="2131085"/>
                  <a:pt x="5479893" y="2122084"/>
                </a:cubicBezTo>
                <a:close/>
                <a:moveTo>
                  <a:pt x="4619621" y="2121319"/>
                </a:moveTo>
                <a:cubicBezTo>
                  <a:pt x="4617056" y="2122714"/>
                  <a:pt x="4615346" y="2125505"/>
                  <a:pt x="4613006" y="2128925"/>
                </a:cubicBezTo>
                <a:cubicBezTo>
                  <a:pt x="4622366" y="2140446"/>
                  <a:pt x="4629206" y="2131085"/>
                  <a:pt x="4631366" y="2122084"/>
                </a:cubicBezTo>
                <a:cubicBezTo>
                  <a:pt x="4625606" y="2119924"/>
                  <a:pt x="4622186" y="2119924"/>
                  <a:pt x="4619621" y="2121319"/>
                </a:cubicBezTo>
                <a:close/>
                <a:moveTo>
                  <a:pt x="6123722" y="2112962"/>
                </a:moveTo>
                <a:cubicBezTo>
                  <a:pt x="6148780" y="2123997"/>
                  <a:pt x="6148780" y="2144645"/>
                  <a:pt x="6130524" y="2171344"/>
                </a:cubicBezTo>
                <a:cubicBezTo>
                  <a:pt x="6114773" y="2167072"/>
                  <a:pt x="6114773" y="2167072"/>
                  <a:pt x="6114773" y="2167072"/>
                </a:cubicBezTo>
                <a:cubicBezTo>
                  <a:pt x="6112625" y="2142153"/>
                  <a:pt x="6112625" y="2135389"/>
                  <a:pt x="6123722" y="2112962"/>
                </a:cubicBezTo>
                <a:close/>
                <a:moveTo>
                  <a:pt x="3438292" y="2111497"/>
                </a:moveTo>
                <a:cubicBezTo>
                  <a:pt x="3441311" y="2110581"/>
                  <a:pt x="3444072" y="2111680"/>
                  <a:pt x="3445280" y="2115160"/>
                </a:cubicBezTo>
                <a:cubicBezTo>
                  <a:pt x="3445280" y="2124319"/>
                  <a:pt x="3436307" y="2119923"/>
                  <a:pt x="3434237" y="2126883"/>
                </a:cubicBezTo>
                <a:lnTo>
                  <a:pt x="3432213" y="2122230"/>
                </a:lnTo>
                <a:lnTo>
                  <a:pt x="3402763" y="2133244"/>
                </a:lnTo>
                <a:cubicBezTo>
                  <a:pt x="3404374" y="2118032"/>
                  <a:pt x="3420080" y="2114229"/>
                  <a:pt x="3430701" y="2116131"/>
                </a:cubicBezTo>
                <a:lnTo>
                  <a:pt x="3432706" y="2117007"/>
                </a:lnTo>
                <a:close/>
                <a:moveTo>
                  <a:pt x="5416134" y="2111375"/>
                </a:moveTo>
                <a:cubicBezTo>
                  <a:pt x="5413902" y="2124771"/>
                  <a:pt x="5428041" y="2111375"/>
                  <a:pt x="5428041" y="2122598"/>
                </a:cubicBezTo>
                <a:cubicBezTo>
                  <a:pt x="5423204" y="2129477"/>
                  <a:pt x="5409065" y="2131650"/>
                  <a:pt x="5406832" y="2120426"/>
                </a:cubicBezTo>
                <a:cubicBezTo>
                  <a:pt x="5404600" y="2115719"/>
                  <a:pt x="5413902" y="2115719"/>
                  <a:pt x="5416134" y="2111375"/>
                </a:cubicBezTo>
                <a:close/>
                <a:moveTo>
                  <a:pt x="3351014" y="2107543"/>
                </a:moveTo>
                <a:cubicBezTo>
                  <a:pt x="3354034" y="2105853"/>
                  <a:pt x="3357312" y="2106475"/>
                  <a:pt x="3359555" y="2111101"/>
                </a:cubicBezTo>
                <a:cubicBezTo>
                  <a:pt x="3359555" y="2115371"/>
                  <a:pt x="3357139" y="2113236"/>
                  <a:pt x="3357139" y="2111101"/>
                </a:cubicBezTo>
                <a:cubicBezTo>
                  <a:pt x="3352998" y="2115371"/>
                  <a:pt x="3350582" y="2122131"/>
                  <a:pt x="3344025" y="2117861"/>
                </a:cubicBezTo>
                <a:cubicBezTo>
                  <a:pt x="3345233" y="2113236"/>
                  <a:pt x="3347994" y="2109233"/>
                  <a:pt x="3351014" y="2107543"/>
                </a:cubicBezTo>
                <a:close/>
                <a:moveTo>
                  <a:pt x="3644823" y="2104501"/>
                </a:moveTo>
                <a:cubicBezTo>
                  <a:pt x="3649921" y="2102004"/>
                  <a:pt x="3656182" y="2103056"/>
                  <a:pt x="3659581" y="2107437"/>
                </a:cubicBezTo>
                <a:cubicBezTo>
                  <a:pt x="3654930" y="2116549"/>
                  <a:pt x="3650637" y="2125311"/>
                  <a:pt x="3637042" y="2122858"/>
                </a:cubicBezTo>
                <a:cubicBezTo>
                  <a:pt x="3635790" y="2113044"/>
                  <a:pt x="3639726" y="2106999"/>
                  <a:pt x="3644823" y="2104501"/>
                </a:cubicBezTo>
                <a:close/>
                <a:moveTo>
                  <a:pt x="3839857" y="2103600"/>
                </a:moveTo>
                <a:lnTo>
                  <a:pt x="3839457" y="2104159"/>
                </a:lnTo>
                <a:lnTo>
                  <a:pt x="3830855" y="2105760"/>
                </a:lnTo>
                <a:cubicBezTo>
                  <a:pt x="3839857" y="2103600"/>
                  <a:pt x="3839857" y="2103600"/>
                  <a:pt x="3839857" y="2103600"/>
                </a:cubicBezTo>
                <a:close/>
                <a:moveTo>
                  <a:pt x="4725786" y="2101577"/>
                </a:moveTo>
                <a:lnTo>
                  <a:pt x="4722987" y="2103363"/>
                </a:lnTo>
                <a:lnTo>
                  <a:pt x="4688821" y="2123900"/>
                </a:lnTo>
                <a:lnTo>
                  <a:pt x="4694435" y="2123752"/>
                </a:lnTo>
                <a:cubicBezTo>
                  <a:pt x="4703087" y="2120799"/>
                  <a:pt x="4710985" y="2115569"/>
                  <a:pt x="4718231" y="2109337"/>
                </a:cubicBezTo>
                <a:close/>
                <a:moveTo>
                  <a:pt x="6406442" y="2099311"/>
                </a:moveTo>
                <a:cubicBezTo>
                  <a:pt x="6416676" y="2101443"/>
                  <a:pt x="6427111" y="2114881"/>
                  <a:pt x="6423900" y="2126886"/>
                </a:cubicBezTo>
                <a:cubicBezTo>
                  <a:pt x="6408204" y="2124339"/>
                  <a:pt x="6408204" y="2124339"/>
                  <a:pt x="6408204" y="2124339"/>
                </a:cubicBezTo>
                <a:cubicBezTo>
                  <a:pt x="6417122" y="2108332"/>
                  <a:pt x="6403566" y="2108332"/>
                  <a:pt x="6396788" y="2101420"/>
                </a:cubicBezTo>
                <a:cubicBezTo>
                  <a:pt x="6399642" y="2099146"/>
                  <a:pt x="6403031" y="2098600"/>
                  <a:pt x="6406442" y="2099311"/>
                </a:cubicBezTo>
                <a:close/>
                <a:moveTo>
                  <a:pt x="3789808" y="2096759"/>
                </a:moveTo>
                <a:cubicBezTo>
                  <a:pt x="3778285" y="2096759"/>
                  <a:pt x="3771444" y="2101080"/>
                  <a:pt x="3771444" y="2114760"/>
                </a:cubicBezTo>
                <a:cubicBezTo>
                  <a:pt x="3782966" y="2114760"/>
                  <a:pt x="3789808" y="2110440"/>
                  <a:pt x="3789808" y="2096759"/>
                </a:cubicBezTo>
                <a:close/>
                <a:moveTo>
                  <a:pt x="4686492" y="2096028"/>
                </a:moveTo>
                <a:cubicBezTo>
                  <a:pt x="4684197" y="2095983"/>
                  <a:pt x="4682487" y="2097063"/>
                  <a:pt x="4683567" y="2101563"/>
                </a:cubicBezTo>
                <a:cubicBezTo>
                  <a:pt x="4692927" y="2108403"/>
                  <a:pt x="4695087" y="2106243"/>
                  <a:pt x="4692927" y="2097243"/>
                </a:cubicBezTo>
                <a:cubicBezTo>
                  <a:pt x="4691667" y="2097243"/>
                  <a:pt x="4688787" y="2096073"/>
                  <a:pt x="4686492" y="2096028"/>
                </a:cubicBezTo>
                <a:close/>
                <a:moveTo>
                  <a:pt x="3717415" y="2094984"/>
                </a:moveTo>
                <a:lnTo>
                  <a:pt x="3718428" y="2102491"/>
                </a:lnTo>
                <a:lnTo>
                  <a:pt x="3723120" y="2101845"/>
                </a:lnTo>
                <a:lnTo>
                  <a:pt x="3722456" y="2099123"/>
                </a:lnTo>
                <a:cubicBezTo>
                  <a:pt x="3721916" y="2096244"/>
                  <a:pt x="3720836" y="2093904"/>
                  <a:pt x="3717415" y="2094984"/>
                </a:cubicBezTo>
                <a:close/>
                <a:moveTo>
                  <a:pt x="6378962" y="2090737"/>
                </a:moveTo>
                <a:cubicBezTo>
                  <a:pt x="6378962" y="2131671"/>
                  <a:pt x="6372057" y="2163911"/>
                  <a:pt x="6360792" y="2198325"/>
                </a:cubicBezTo>
                <a:cubicBezTo>
                  <a:pt x="6349163" y="2161737"/>
                  <a:pt x="6372057" y="2124788"/>
                  <a:pt x="6378962" y="2090737"/>
                </a:cubicBezTo>
                <a:close/>
                <a:moveTo>
                  <a:pt x="3676371" y="2090665"/>
                </a:moveTo>
                <a:cubicBezTo>
                  <a:pt x="3672951" y="2094084"/>
                  <a:pt x="3673491" y="2096334"/>
                  <a:pt x="3674346" y="2097999"/>
                </a:cubicBezTo>
                <a:lnTo>
                  <a:pt x="3674229" y="2101295"/>
                </a:lnTo>
                <a:lnTo>
                  <a:pt x="3674615" y="2106114"/>
                </a:lnTo>
                <a:cubicBezTo>
                  <a:pt x="3672201" y="2116088"/>
                  <a:pt x="3663965" y="2126821"/>
                  <a:pt x="3682868" y="2128441"/>
                </a:cubicBezTo>
                <a:lnTo>
                  <a:pt x="3694821" y="2094846"/>
                </a:lnTo>
                <a:lnTo>
                  <a:pt x="3694373" y="2092824"/>
                </a:lnTo>
                <a:cubicBezTo>
                  <a:pt x="3685372" y="2097504"/>
                  <a:pt x="3683212" y="2090665"/>
                  <a:pt x="3676371" y="2090665"/>
                </a:cubicBezTo>
                <a:close/>
                <a:moveTo>
                  <a:pt x="3486544" y="2087562"/>
                </a:moveTo>
                <a:cubicBezTo>
                  <a:pt x="3481919" y="2099285"/>
                  <a:pt x="3477293" y="2111008"/>
                  <a:pt x="3466263" y="2108444"/>
                </a:cubicBezTo>
                <a:cubicBezTo>
                  <a:pt x="3473024" y="2099285"/>
                  <a:pt x="3477293" y="2090126"/>
                  <a:pt x="3486544" y="2087562"/>
                </a:cubicBezTo>
                <a:close/>
                <a:moveTo>
                  <a:pt x="6135461" y="2085975"/>
                </a:moveTo>
                <a:cubicBezTo>
                  <a:pt x="6144619" y="2088121"/>
                  <a:pt x="6135461" y="2101716"/>
                  <a:pt x="6147184" y="2101716"/>
                </a:cubicBezTo>
                <a:cubicBezTo>
                  <a:pt x="6144619" y="2111017"/>
                  <a:pt x="6135461" y="2111017"/>
                  <a:pt x="6123738" y="2108513"/>
                </a:cubicBezTo>
                <a:cubicBezTo>
                  <a:pt x="6123738" y="2097423"/>
                  <a:pt x="6128500" y="2092772"/>
                  <a:pt x="6135461" y="2085975"/>
                </a:cubicBezTo>
                <a:close/>
                <a:moveTo>
                  <a:pt x="5333340" y="2081487"/>
                </a:moveTo>
                <a:lnTo>
                  <a:pt x="5332534" y="2087348"/>
                </a:lnTo>
                <a:cubicBezTo>
                  <a:pt x="5331797" y="2089525"/>
                  <a:pt x="5330402" y="2091392"/>
                  <a:pt x="5327612" y="2092562"/>
                </a:cubicBezTo>
                <a:cubicBezTo>
                  <a:pt x="5333192" y="2095983"/>
                  <a:pt x="5337692" y="2093192"/>
                  <a:pt x="5340257" y="2088107"/>
                </a:cubicBezTo>
                <a:lnTo>
                  <a:pt x="5340588" y="2082283"/>
                </a:lnTo>
                <a:lnTo>
                  <a:pt x="5340190" y="2082240"/>
                </a:lnTo>
                <a:close/>
                <a:moveTo>
                  <a:pt x="3553575" y="2081212"/>
                </a:moveTo>
                <a:cubicBezTo>
                  <a:pt x="3560536" y="2081212"/>
                  <a:pt x="3564932" y="2083384"/>
                  <a:pt x="3567497" y="2085557"/>
                </a:cubicBezTo>
                <a:cubicBezTo>
                  <a:pt x="3562734" y="2090264"/>
                  <a:pt x="3557972" y="2101488"/>
                  <a:pt x="3553575" y="2092436"/>
                </a:cubicBezTo>
                <a:cubicBezTo>
                  <a:pt x="3553575" y="2081212"/>
                  <a:pt x="3553575" y="2081212"/>
                  <a:pt x="3553575" y="2081212"/>
                </a:cubicBezTo>
                <a:close/>
                <a:moveTo>
                  <a:pt x="3441362" y="2076199"/>
                </a:moveTo>
                <a:lnTo>
                  <a:pt x="3439233" y="2076613"/>
                </a:lnTo>
                <a:lnTo>
                  <a:pt x="3441512" y="2086374"/>
                </a:lnTo>
                <a:lnTo>
                  <a:pt x="3441671" y="2080946"/>
                </a:lnTo>
                <a:cubicBezTo>
                  <a:pt x="3441829" y="2078967"/>
                  <a:pt x="3441908" y="2077122"/>
                  <a:pt x="3441362" y="2076199"/>
                </a:cubicBezTo>
                <a:close/>
                <a:moveTo>
                  <a:pt x="3844323" y="2074304"/>
                </a:moveTo>
                <a:lnTo>
                  <a:pt x="3841854" y="2074794"/>
                </a:lnTo>
                <a:lnTo>
                  <a:pt x="3848388" y="2076564"/>
                </a:lnTo>
                <a:lnTo>
                  <a:pt x="3848476" y="2076410"/>
                </a:lnTo>
                <a:close/>
                <a:moveTo>
                  <a:pt x="3726416" y="2072307"/>
                </a:moveTo>
                <a:lnTo>
                  <a:pt x="3727129" y="2072427"/>
                </a:lnTo>
                <a:lnTo>
                  <a:pt x="3726804" y="2072791"/>
                </a:lnTo>
                <a:close/>
                <a:moveTo>
                  <a:pt x="5341292" y="2069881"/>
                </a:moveTo>
                <a:cubicBezTo>
                  <a:pt x="5337872" y="2070421"/>
                  <a:pt x="5336004" y="2071816"/>
                  <a:pt x="5334953" y="2073678"/>
                </a:cubicBezTo>
                <a:lnTo>
                  <a:pt x="5333922" y="2078382"/>
                </a:lnTo>
                <a:lnTo>
                  <a:pt x="5338982" y="2074862"/>
                </a:lnTo>
                <a:lnTo>
                  <a:pt x="5341113" y="2073036"/>
                </a:lnTo>
                <a:close/>
                <a:moveTo>
                  <a:pt x="3735800" y="2069692"/>
                </a:moveTo>
                <a:lnTo>
                  <a:pt x="3755939" y="2076987"/>
                </a:lnTo>
                <a:cubicBezTo>
                  <a:pt x="3749099" y="2079326"/>
                  <a:pt x="3745138" y="2077077"/>
                  <a:pt x="3741178" y="2074782"/>
                </a:cubicBezTo>
                <a:lnTo>
                  <a:pt x="3732917" y="2073397"/>
                </a:lnTo>
                <a:lnTo>
                  <a:pt x="3732917" y="2080428"/>
                </a:lnTo>
                <a:lnTo>
                  <a:pt x="3733342" y="2080957"/>
                </a:lnTo>
                <a:cubicBezTo>
                  <a:pt x="3741696" y="2085378"/>
                  <a:pt x="3753239" y="2079776"/>
                  <a:pt x="3758099" y="2088145"/>
                </a:cubicBezTo>
                <a:cubicBezTo>
                  <a:pt x="3751619" y="2090665"/>
                  <a:pt x="3751619" y="2099663"/>
                  <a:pt x="3746938" y="2101823"/>
                </a:cubicBezTo>
                <a:cubicBezTo>
                  <a:pt x="3742258" y="2097504"/>
                  <a:pt x="3742258" y="2088145"/>
                  <a:pt x="3735417" y="2085985"/>
                </a:cubicBezTo>
                <a:lnTo>
                  <a:pt x="3727087" y="2101298"/>
                </a:lnTo>
                <a:lnTo>
                  <a:pt x="3730307" y="2100855"/>
                </a:lnTo>
                <a:cubicBezTo>
                  <a:pt x="3740839" y="2098290"/>
                  <a:pt x="3751101" y="2096580"/>
                  <a:pt x="3755601" y="2114760"/>
                </a:cubicBezTo>
                <a:cubicBezTo>
                  <a:pt x="3751281" y="2101080"/>
                  <a:pt x="3769284" y="2096759"/>
                  <a:pt x="3773965" y="2076238"/>
                </a:cubicBezTo>
                <a:lnTo>
                  <a:pt x="3762122" y="2072984"/>
                </a:lnTo>
                <a:lnTo>
                  <a:pt x="3758099" y="2072307"/>
                </a:lnTo>
                <a:lnTo>
                  <a:pt x="3758516" y="2072002"/>
                </a:lnTo>
                <a:close/>
                <a:moveTo>
                  <a:pt x="3687892" y="2063309"/>
                </a:moveTo>
                <a:cubicBezTo>
                  <a:pt x="3687892" y="2072307"/>
                  <a:pt x="3692213" y="2070148"/>
                  <a:pt x="3690052" y="2081666"/>
                </a:cubicBezTo>
                <a:cubicBezTo>
                  <a:pt x="3692213" y="2081666"/>
                  <a:pt x="3696893" y="2083826"/>
                  <a:pt x="3696893" y="2079146"/>
                </a:cubicBezTo>
                <a:cubicBezTo>
                  <a:pt x="3694373" y="2074827"/>
                  <a:pt x="3694373" y="2063309"/>
                  <a:pt x="3687892" y="2063309"/>
                </a:cubicBezTo>
                <a:close/>
                <a:moveTo>
                  <a:pt x="3707555" y="2063032"/>
                </a:moveTo>
                <a:lnTo>
                  <a:pt x="3707921" y="2066486"/>
                </a:lnTo>
                <a:lnTo>
                  <a:pt x="3708189" y="2064479"/>
                </a:lnTo>
                <a:close/>
                <a:moveTo>
                  <a:pt x="3660529" y="2061149"/>
                </a:moveTo>
                <a:cubicBezTo>
                  <a:pt x="3667370" y="2074827"/>
                  <a:pt x="3660529" y="2085985"/>
                  <a:pt x="3658009" y="2094984"/>
                </a:cubicBezTo>
                <a:lnTo>
                  <a:pt x="3646642" y="2089150"/>
                </a:lnTo>
                <a:lnTo>
                  <a:pt x="3646222" y="2089473"/>
                </a:lnTo>
                <a:lnTo>
                  <a:pt x="3641371" y="2087955"/>
                </a:lnTo>
                <a:lnTo>
                  <a:pt x="3638972" y="2087847"/>
                </a:lnTo>
                <a:cubicBezTo>
                  <a:pt x="3636789" y="2088505"/>
                  <a:pt x="3634156" y="2090035"/>
                  <a:pt x="3630646" y="2092824"/>
                </a:cubicBezTo>
                <a:cubicBezTo>
                  <a:pt x="3634247" y="2088325"/>
                  <a:pt x="3634877" y="2085535"/>
                  <a:pt x="3634607" y="2082701"/>
                </a:cubicBezTo>
                <a:lnTo>
                  <a:pt x="3633227" y="2072747"/>
                </a:lnTo>
                <a:lnTo>
                  <a:pt x="3633366" y="2072501"/>
                </a:lnTo>
                <a:lnTo>
                  <a:pt x="3639467" y="2078426"/>
                </a:lnTo>
                <a:lnTo>
                  <a:pt x="3641461" y="2078577"/>
                </a:lnTo>
                <a:lnTo>
                  <a:pt x="3644581" y="2071722"/>
                </a:lnTo>
                <a:lnTo>
                  <a:pt x="3642274" y="2067853"/>
                </a:lnTo>
                <a:cubicBezTo>
                  <a:pt x="3639658" y="2066818"/>
                  <a:pt x="3636834" y="2068168"/>
                  <a:pt x="3634291" y="2070868"/>
                </a:cubicBezTo>
                <a:lnTo>
                  <a:pt x="3633366" y="2072501"/>
                </a:lnTo>
                <a:lnTo>
                  <a:pt x="3633166" y="2072307"/>
                </a:lnTo>
                <a:lnTo>
                  <a:pt x="3633227" y="2072747"/>
                </a:lnTo>
                <a:lnTo>
                  <a:pt x="3627996" y="2081981"/>
                </a:lnTo>
                <a:cubicBezTo>
                  <a:pt x="3626506" y="2086345"/>
                  <a:pt x="3625786" y="2091024"/>
                  <a:pt x="3626326" y="2094984"/>
                </a:cubicBezTo>
                <a:cubicBezTo>
                  <a:pt x="3617325" y="2094984"/>
                  <a:pt x="3619485" y="2081666"/>
                  <a:pt x="3607964" y="2085985"/>
                </a:cubicBezTo>
                <a:cubicBezTo>
                  <a:pt x="3605803" y="2092824"/>
                  <a:pt x="3610484" y="2108662"/>
                  <a:pt x="3603643" y="2108662"/>
                </a:cubicBezTo>
                <a:cubicBezTo>
                  <a:pt x="3603643" y="2094984"/>
                  <a:pt x="3605803" y="2083826"/>
                  <a:pt x="3610484" y="2072307"/>
                </a:cubicBezTo>
                <a:cubicBezTo>
                  <a:pt x="3596802" y="2067988"/>
                  <a:pt x="3596802" y="2085985"/>
                  <a:pt x="3587801" y="2085985"/>
                </a:cubicBezTo>
                <a:cubicBezTo>
                  <a:pt x="3589962" y="2081666"/>
                  <a:pt x="3592122" y="2076987"/>
                  <a:pt x="3585281" y="2076987"/>
                </a:cubicBezTo>
                <a:cubicBezTo>
                  <a:pt x="3578440" y="2076987"/>
                  <a:pt x="3592122" y="2088145"/>
                  <a:pt x="3583121" y="2090665"/>
                </a:cubicBezTo>
                <a:cubicBezTo>
                  <a:pt x="3569440" y="2083826"/>
                  <a:pt x="3555758" y="2065468"/>
                  <a:pt x="3544237" y="2085985"/>
                </a:cubicBezTo>
                <a:cubicBezTo>
                  <a:pt x="3544237" y="2074827"/>
                  <a:pt x="3539916" y="2072307"/>
                  <a:pt x="3528395" y="2074827"/>
                </a:cubicBezTo>
                <a:cubicBezTo>
                  <a:pt x="3530555" y="2085985"/>
                  <a:pt x="3528395" y="2088145"/>
                  <a:pt x="3521554" y="2092824"/>
                </a:cubicBezTo>
                <a:cubicBezTo>
                  <a:pt x="3510393" y="2079146"/>
                  <a:pt x="3455667" y="2081666"/>
                  <a:pt x="3444146" y="2088145"/>
                </a:cubicBezTo>
                <a:lnTo>
                  <a:pt x="3441548" y="2086527"/>
                </a:lnTo>
                <a:lnTo>
                  <a:pt x="3443676" y="2095644"/>
                </a:lnTo>
                <a:cubicBezTo>
                  <a:pt x="3441504" y="2102534"/>
                  <a:pt x="3434625" y="2102534"/>
                  <a:pt x="3432452" y="2109424"/>
                </a:cubicBezTo>
                <a:cubicBezTo>
                  <a:pt x="3432452" y="2107249"/>
                  <a:pt x="3432452" y="2102081"/>
                  <a:pt x="3430144" y="2097458"/>
                </a:cubicBezTo>
                <a:lnTo>
                  <a:pt x="3414922" y="2089258"/>
                </a:lnTo>
                <a:lnTo>
                  <a:pt x="3413588" y="2089990"/>
                </a:lnTo>
                <a:lnTo>
                  <a:pt x="3412672" y="2090182"/>
                </a:lnTo>
                <a:lnTo>
                  <a:pt x="3409642" y="2093469"/>
                </a:lnTo>
                <a:lnTo>
                  <a:pt x="3409284" y="2090891"/>
                </a:lnTo>
                <a:lnTo>
                  <a:pt x="3402928" y="2092222"/>
                </a:lnTo>
                <a:cubicBezTo>
                  <a:pt x="3399952" y="2091789"/>
                  <a:pt x="3397701" y="2089945"/>
                  <a:pt x="3396621" y="2085985"/>
                </a:cubicBezTo>
                <a:cubicBezTo>
                  <a:pt x="3403462" y="2085985"/>
                  <a:pt x="3407782" y="2088145"/>
                  <a:pt x="3410303" y="2079146"/>
                </a:cubicBezTo>
                <a:cubicBezTo>
                  <a:pt x="3400942" y="2074827"/>
                  <a:pt x="3394101" y="2081666"/>
                  <a:pt x="3387260" y="2081666"/>
                </a:cubicBezTo>
                <a:cubicBezTo>
                  <a:pt x="3387260" y="2094984"/>
                  <a:pt x="3376099" y="2108662"/>
                  <a:pt x="3373579" y="2094984"/>
                </a:cubicBezTo>
                <a:cubicBezTo>
                  <a:pt x="3378259" y="2094984"/>
                  <a:pt x="3382940" y="2097504"/>
                  <a:pt x="3382940" y="2088145"/>
                </a:cubicBezTo>
                <a:cubicBezTo>
                  <a:pt x="3382940" y="2088145"/>
                  <a:pt x="3382940" y="2088145"/>
                  <a:pt x="3382940" y="2081666"/>
                </a:cubicBezTo>
                <a:cubicBezTo>
                  <a:pt x="3366738" y="2072307"/>
                  <a:pt x="3344056" y="2094984"/>
                  <a:pt x="3317053" y="2085985"/>
                </a:cubicBezTo>
                <a:cubicBezTo>
                  <a:pt x="3317053" y="2099663"/>
                  <a:pt x="3332894" y="2094984"/>
                  <a:pt x="3330374" y="2113341"/>
                </a:cubicBezTo>
                <a:cubicBezTo>
                  <a:pt x="3310212" y="2107582"/>
                  <a:pt x="3293831" y="2105332"/>
                  <a:pt x="3277089" y="2106772"/>
                </a:cubicBezTo>
                <a:lnTo>
                  <a:pt x="3221783" y="2122300"/>
                </a:lnTo>
                <a:lnTo>
                  <a:pt x="3221797" y="2122372"/>
                </a:lnTo>
                <a:lnTo>
                  <a:pt x="3241850" y="2126614"/>
                </a:lnTo>
                <a:cubicBezTo>
                  <a:pt x="3247296" y="2128639"/>
                  <a:pt x="3251346" y="2131519"/>
                  <a:pt x="3253686" y="2136018"/>
                </a:cubicBezTo>
                <a:cubicBezTo>
                  <a:pt x="3244505" y="2136018"/>
                  <a:pt x="3237665" y="2133768"/>
                  <a:pt x="3231094" y="2131204"/>
                </a:cubicBezTo>
                <a:lnTo>
                  <a:pt x="3222957" y="2128603"/>
                </a:lnTo>
                <a:lnTo>
                  <a:pt x="3225578" y="2142672"/>
                </a:lnTo>
                <a:lnTo>
                  <a:pt x="3228076" y="2142606"/>
                </a:lnTo>
                <a:lnTo>
                  <a:pt x="3225783" y="2143769"/>
                </a:lnTo>
                <a:lnTo>
                  <a:pt x="3225945" y="2144642"/>
                </a:lnTo>
                <a:lnTo>
                  <a:pt x="3220611" y="2151977"/>
                </a:lnTo>
                <a:lnTo>
                  <a:pt x="3228666" y="2152715"/>
                </a:lnTo>
                <a:cubicBezTo>
                  <a:pt x="3236513" y="2150436"/>
                  <a:pt x="3234286" y="2139906"/>
                  <a:pt x="3246436" y="2138286"/>
                </a:cubicBezTo>
                <a:cubicBezTo>
                  <a:pt x="3246436" y="2138286"/>
                  <a:pt x="3246436" y="2138286"/>
                  <a:pt x="3260116" y="2149446"/>
                </a:cubicBezTo>
                <a:lnTo>
                  <a:pt x="3269096" y="2148525"/>
                </a:lnTo>
                <a:lnTo>
                  <a:pt x="3269944" y="2147761"/>
                </a:lnTo>
                <a:cubicBezTo>
                  <a:pt x="3272040" y="2146666"/>
                  <a:pt x="3273792" y="2146595"/>
                  <a:pt x="3275204" y="2147300"/>
                </a:cubicBezTo>
                <a:lnTo>
                  <a:pt x="3275389" y="2147879"/>
                </a:lnTo>
                <a:lnTo>
                  <a:pt x="3368837" y="2138286"/>
                </a:lnTo>
                <a:lnTo>
                  <a:pt x="3454919" y="2130594"/>
                </a:lnTo>
                <a:lnTo>
                  <a:pt x="3452844" y="2124106"/>
                </a:lnTo>
                <a:cubicBezTo>
                  <a:pt x="3452012" y="2121222"/>
                  <a:pt x="3450872" y="2120106"/>
                  <a:pt x="3448594" y="2127175"/>
                </a:cubicBezTo>
                <a:cubicBezTo>
                  <a:pt x="3444038" y="2124571"/>
                  <a:pt x="3450697" y="2122338"/>
                  <a:pt x="3450697" y="2115269"/>
                </a:cubicBezTo>
                <a:cubicBezTo>
                  <a:pt x="3455254" y="2117873"/>
                  <a:pt x="3459810" y="2113037"/>
                  <a:pt x="3455254" y="2110804"/>
                </a:cubicBezTo>
                <a:cubicBezTo>
                  <a:pt x="3461913" y="2109502"/>
                  <a:pt x="3465768" y="2111827"/>
                  <a:pt x="3466031" y="2115920"/>
                </a:cubicBezTo>
                <a:lnTo>
                  <a:pt x="3456040" y="2130494"/>
                </a:lnTo>
                <a:lnTo>
                  <a:pt x="3473598" y="2128925"/>
                </a:lnTo>
                <a:cubicBezTo>
                  <a:pt x="3471078" y="2133605"/>
                  <a:pt x="3468918" y="2140446"/>
                  <a:pt x="3475758" y="2138286"/>
                </a:cubicBezTo>
                <a:cubicBezTo>
                  <a:pt x="3475758" y="2138286"/>
                  <a:pt x="3475758" y="2138286"/>
                  <a:pt x="3491598" y="2128925"/>
                </a:cubicBezTo>
                <a:lnTo>
                  <a:pt x="3544999" y="2133697"/>
                </a:lnTo>
                <a:lnTo>
                  <a:pt x="3547230" y="2128407"/>
                </a:lnTo>
                <a:cubicBezTo>
                  <a:pt x="3546358" y="2126528"/>
                  <a:pt x="3543343" y="2124931"/>
                  <a:pt x="3537042" y="2123761"/>
                </a:cubicBezTo>
                <a:cubicBezTo>
                  <a:pt x="3545143" y="2118181"/>
                  <a:pt x="3555405" y="2119891"/>
                  <a:pt x="3563372" y="2126146"/>
                </a:cubicBezTo>
                <a:lnTo>
                  <a:pt x="3567417" y="2135700"/>
                </a:lnTo>
                <a:lnTo>
                  <a:pt x="3596359" y="2138286"/>
                </a:lnTo>
                <a:cubicBezTo>
                  <a:pt x="3596359" y="2138286"/>
                  <a:pt x="3596359" y="2138286"/>
                  <a:pt x="3619444" y="2139197"/>
                </a:cubicBezTo>
                <a:lnTo>
                  <a:pt x="3637834" y="2139923"/>
                </a:lnTo>
                <a:lnTo>
                  <a:pt x="3637500" y="2135281"/>
                </a:lnTo>
                <a:cubicBezTo>
                  <a:pt x="3640921" y="2134741"/>
                  <a:pt x="3642901" y="2135754"/>
                  <a:pt x="3644094" y="2137650"/>
                </a:cubicBezTo>
                <a:lnTo>
                  <a:pt x="3644714" y="2140195"/>
                </a:lnTo>
                <a:lnTo>
                  <a:pt x="3651079" y="2140446"/>
                </a:lnTo>
                <a:cubicBezTo>
                  <a:pt x="3651079" y="2140446"/>
                  <a:pt x="3651079" y="2140446"/>
                  <a:pt x="3655039" y="2140446"/>
                </a:cubicBezTo>
                <a:lnTo>
                  <a:pt x="3663056" y="2140446"/>
                </a:lnTo>
                <a:lnTo>
                  <a:pt x="3656691" y="2138010"/>
                </a:lnTo>
                <a:cubicBezTo>
                  <a:pt x="3654626" y="2135551"/>
                  <a:pt x="3653343" y="2131231"/>
                  <a:pt x="3653343" y="2123761"/>
                </a:cubicBezTo>
                <a:cubicBezTo>
                  <a:pt x="3671346" y="2135281"/>
                  <a:pt x="3667025" y="2110440"/>
                  <a:pt x="3664505" y="2103600"/>
                </a:cubicBezTo>
                <a:cubicBezTo>
                  <a:pt x="3664505" y="2096759"/>
                  <a:pt x="3669186" y="2098920"/>
                  <a:pt x="3669186" y="2103600"/>
                </a:cubicBezTo>
                <a:lnTo>
                  <a:pt x="3672651" y="2098536"/>
                </a:lnTo>
                <a:lnTo>
                  <a:pt x="3669170" y="2091205"/>
                </a:lnTo>
                <a:cubicBezTo>
                  <a:pt x="3667730" y="2087245"/>
                  <a:pt x="3667190" y="2083826"/>
                  <a:pt x="3669530" y="2083826"/>
                </a:cubicBezTo>
                <a:cubicBezTo>
                  <a:pt x="3676371" y="2083826"/>
                  <a:pt x="3683212" y="2083826"/>
                  <a:pt x="3685372" y="2074827"/>
                </a:cubicBezTo>
                <a:cubicBezTo>
                  <a:pt x="3678531" y="2067988"/>
                  <a:pt x="3667370" y="2065468"/>
                  <a:pt x="3660529" y="2061149"/>
                </a:cubicBezTo>
                <a:close/>
                <a:moveTo>
                  <a:pt x="5277571" y="2058360"/>
                </a:moveTo>
                <a:cubicBezTo>
                  <a:pt x="5270731" y="2063040"/>
                  <a:pt x="5266051" y="2072041"/>
                  <a:pt x="5270731" y="2083562"/>
                </a:cubicBezTo>
                <a:cubicBezTo>
                  <a:pt x="5272891" y="2078881"/>
                  <a:pt x="5275051" y="2076721"/>
                  <a:pt x="5275051" y="2072041"/>
                </a:cubicBezTo>
                <a:cubicBezTo>
                  <a:pt x="5277571" y="2069881"/>
                  <a:pt x="5277571" y="2072041"/>
                  <a:pt x="5279731" y="2074561"/>
                </a:cubicBezTo>
                <a:cubicBezTo>
                  <a:pt x="5284411" y="2072041"/>
                  <a:pt x="5279731" y="2065201"/>
                  <a:pt x="5277571" y="2058360"/>
                </a:cubicBezTo>
                <a:close/>
                <a:moveTo>
                  <a:pt x="3731964" y="2054861"/>
                </a:moveTo>
                <a:lnTo>
                  <a:pt x="3714895" y="2065468"/>
                </a:lnTo>
                <a:cubicBezTo>
                  <a:pt x="3719575" y="2065468"/>
                  <a:pt x="3719575" y="2067988"/>
                  <a:pt x="3721736" y="2072307"/>
                </a:cubicBezTo>
                <a:cubicBezTo>
                  <a:pt x="3712735" y="2071228"/>
                  <a:pt x="3709944" y="2077527"/>
                  <a:pt x="3707379" y="2085491"/>
                </a:cubicBezTo>
                <a:lnTo>
                  <a:pt x="3703581" y="2092257"/>
                </a:lnTo>
                <a:lnTo>
                  <a:pt x="3710118" y="2098390"/>
                </a:lnTo>
                <a:lnTo>
                  <a:pt x="3717775" y="2082892"/>
                </a:lnTo>
                <a:lnTo>
                  <a:pt x="3726804" y="2072791"/>
                </a:lnTo>
                <a:lnTo>
                  <a:pt x="3730906" y="2077915"/>
                </a:lnTo>
                <a:lnTo>
                  <a:pt x="3729018" y="2075097"/>
                </a:lnTo>
                <a:lnTo>
                  <a:pt x="3729533" y="2072830"/>
                </a:lnTo>
                <a:lnTo>
                  <a:pt x="3727129" y="2072427"/>
                </a:lnTo>
                <a:lnTo>
                  <a:pt x="3730476" y="2068682"/>
                </a:lnTo>
                <a:lnTo>
                  <a:pt x="3731162" y="2065663"/>
                </a:lnTo>
                <a:close/>
                <a:moveTo>
                  <a:pt x="4745127" y="2051520"/>
                </a:moveTo>
                <a:cubicBezTo>
                  <a:pt x="4736127" y="2051520"/>
                  <a:pt x="4724607" y="2054040"/>
                  <a:pt x="4724607" y="2063040"/>
                </a:cubicBezTo>
                <a:cubicBezTo>
                  <a:pt x="4740447" y="2072041"/>
                  <a:pt x="4726767" y="2069881"/>
                  <a:pt x="4731447" y="2081402"/>
                </a:cubicBezTo>
                <a:cubicBezTo>
                  <a:pt x="4734867" y="2084192"/>
                  <a:pt x="4737140" y="2085430"/>
                  <a:pt x="4738771" y="2085716"/>
                </a:cubicBezTo>
                <a:lnTo>
                  <a:pt x="4742119" y="2084378"/>
                </a:lnTo>
                <a:lnTo>
                  <a:pt x="4748274" y="2077408"/>
                </a:lnTo>
                <a:lnTo>
                  <a:pt x="4740447" y="2069881"/>
                </a:lnTo>
                <a:cubicBezTo>
                  <a:pt x="4742967" y="2067721"/>
                  <a:pt x="4749807" y="2069881"/>
                  <a:pt x="4751967" y="2072041"/>
                </a:cubicBezTo>
                <a:cubicBezTo>
                  <a:pt x="4745127" y="2056200"/>
                  <a:pt x="4749807" y="2060880"/>
                  <a:pt x="4745127" y="2051520"/>
                </a:cubicBezTo>
                <a:close/>
                <a:moveTo>
                  <a:pt x="3817487" y="2051108"/>
                </a:moveTo>
                <a:lnTo>
                  <a:pt x="3812978" y="2054163"/>
                </a:lnTo>
                <a:lnTo>
                  <a:pt x="3809521" y="2063143"/>
                </a:lnTo>
                <a:cubicBezTo>
                  <a:pt x="3808621" y="2069398"/>
                  <a:pt x="3807991" y="2076239"/>
                  <a:pt x="3805650" y="2080919"/>
                </a:cubicBezTo>
                <a:lnTo>
                  <a:pt x="3808619" y="2080299"/>
                </a:lnTo>
                <a:lnTo>
                  <a:pt x="3816876" y="2070507"/>
                </a:lnTo>
                <a:lnTo>
                  <a:pt x="3819256" y="2052702"/>
                </a:lnTo>
                <a:close/>
                <a:moveTo>
                  <a:pt x="3738545" y="2050772"/>
                </a:moveTo>
                <a:lnTo>
                  <a:pt x="3734454" y="2053315"/>
                </a:lnTo>
                <a:lnTo>
                  <a:pt x="3737834" y="2058176"/>
                </a:lnTo>
                <a:cubicBezTo>
                  <a:pt x="3746645" y="2063728"/>
                  <a:pt x="3764063" y="2044827"/>
                  <a:pt x="3762443" y="2067238"/>
                </a:cubicBezTo>
                <a:lnTo>
                  <a:pt x="3767486" y="2065434"/>
                </a:lnTo>
                <a:lnTo>
                  <a:pt x="3770796" y="2063011"/>
                </a:lnTo>
                <a:lnTo>
                  <a:pt x="3774491" y="2062929"/>
                </a:lnTo>
                <a:lnTo>
                  <a:pt x="3780311" y="2060848"/>
                </a:lnTo>
                <a:lnTo>
                  <a:pt x="3784041" y="2054308"/>
                </a:lnTo>
                <a:lnTo>
                  <a:pt x="3763140" y="2051835"/>
                </a:lnTo>
                <a:cubicBezTo>
                  <a:pt x="3755039" y="2050418"/>
                  <a:pt x="3746713" y="2049282"/>
                  <a:pt x="3738545" y="2050772"/>
                </a:cubicBezTo>
                <a:close/>
                <a:moveTo>
                  <a:pt x="6132230" y="2049462"/>
                </a:moveTo>
                <a:cubicBezTo>
                  <a:pt x="6143495" y="2049462"/>
                  <a:pt x="6146039" y="2058557"/>
                  <a:pt x="6155125" y="2061103"/>
                </a:cubicBezTo>
                <a:cubicBezTo>
                  <a:pt x="6152944" y="2072381"/>
                  <a:pt x="6143495" y="2074928"/>
                  <a:pt x="6139135" y="2084023"/>
                </a:cubicBezTo>
                <a:cubicBezTo>
                  <a:pt x="6125325" y="2077111"/>
                  <a:pt x="6134410" y="2074928"/>
                  <a:pt x="6139135" y="2063286"/>
                </a:cubicBezTo>
                <a:cubicBezTo>
                  <a:pt x="6136591" y="2058557"/>
                  <a:pt x="6127505" y="2058557"/>
                  <a:pt x="6132230" y="2049462"/>
                </a:cubicBezTo>
                <a:close/>
                <a:moveTo>
                  <a:pt x="4074573" y="2042792"/>
                </a:moveTo>
                <a:cubicBezTo>
                  <a:pt x="4049370" y="2051790"/>
                  <a:pt x="4026688" y="2047471"/>
                  <a:pt x="4004006" y="2065468"/>
                </a:cubicBezTo>
                <a:cubicBezTo>
                  <a:pt x="4004006" y="2065468"/>
                  <a:pt x="4004006" y="2065468"/>
                  <a:pt x="4004006" y="2054310"/>
                </a:cubicBezTo>
                <a:cubicBezTo>
                  <a:pt x="3985644" y="2058629"/>
                  <a:pt x="3967642" y="2061149"/>
                  <a:pt x="3951800" y="2063309"/>
                </a:cubicBezTo>
                <a:cubicBezTo>
                  <a:pt x="3933438" y="2063309"/>
                  <a:pt x="3915436" y="2061149"/>
                  <a:pt x="3897074" y="2054310"/>
                </a:cubicBezTo>
                <a:cubicBezTo>
                  <a:pt x="3894914" y="2070148"/>
                  <a:pt x="3885553" y="2058629"/>
                  <a:pt x="3881233" y="2051790"/>
                </a:cubicBezTo>
                <a:cubicBezTo>
                  <a:pt x="3878712" y="2061149"/>
                  <a:pt x="3867551" y="2056470"/>
                  <a:pt x="3865031" y="2065468"/>
                </a:cubicBezTo>
                <a:cubicBezTo>
                  <a:pt x="3867551" y="2065468"/>
                  <a:pt x="3869711" y="2065468"/>
                  <a:pt x="3871872" y="2070148"/>
                </a:cubicBezTo>
                <a:cubicBezTo>
                  <a:pt x="3869711" y="2072487"/>
                  <a:pt x="3867461" y="2069608"/>
                  <a:pt x="3865481" y="2067583"/>
                </a:cubicBezTo>
                <a:lnTo>
                  <a:pt x="3864726" y="2067129"/>
                </a:lnTo>
                <a:lnTo>
                  <a:pt x="3865758" y="2073983"/>
                </a:lnTo>
                <a:lnTo>
                  <a:pt x="3869711" y="2076987"/>
                </a:lnTo>
                <a:lnTo>
                  <a:pt x="3866183" y="2076804"/>
                </a:lnTo>
                <a:lnTo>
                  <a:pt x="3866578" y="2079426"/>
                </a:lnTo>
                <a:cubicBezTo>
                  <a:pt x="3865759" y="2082288"/>
                  <a:pt x="3863485" y="2084559"/>
                  <a:pt x="3860029" y="2090373"/>
                </a:cubicBezTo>
                <a:cubicBezTo>
                  <a:pt x="3857483" y="2078745"/>
                  <a:pt x="3841475" y="2083469"/>
                  <a:pt x="3834563" y="2078745"/>
                </a:cubicBezTo>
                <a:lnTo>
                  <a:pt x="3838392" y="2075481"/>
                </a:lnTo>
                <a:lnTo>
                  <a:pt x="3834203" y="2076312"/>
                </a:lnTo>
                <a:cubicBezTo>
                  <a:pt x="3830940" y="2077459"/>
                  <a:pt x="3827891" y="2078753"/>
                  <a:pt x="3825365" y="2079197"/>
                </a:cubicBezTo>
                <a:lnTo>
                  <a:pt x="3821352" y="2077641"/>
                </a:lnTo>
                <a:lnTo>
                  <a:pt x="3819343" y="2081075"/>
                </a:lnTo>
                <a:lnTo>
                  <a:pt x="3818586" y="2090665"/>
                </a:lnTo>
                <a:lnTo>
                  <a:pt x="3818525" y="2091439"/>
                </a:lnTo>
                <a:lnTo>
                  <a:pt x="3819648" y="2099280"/>
                </a:lnTo>
                <a:lnTo>
                  <a:pt x="3823881" y="2116423"/>
                </a:lnTo>
                <a:lnTo>
                  <a:pt x="3833604" y="2113163"/>
                </a:lnTo>
                <a:lnTo>
                  <a:pt x="3833640" y="2112296"/>
                </a:lnTo>
                <a:lnTo>
                  <a:pt x="3839457" y="2104159"/>
                </a:lnTo>
                <a:lnTo>
                  <a:pt x="3871227" y="2098245"/>
                </a:lnTo>
                <a:cubicBezTo>
                  <a:pt x="3886575" y="2095949"/>
                  <a:pt x="3902508" y="2094239"/>
                  <a:pt x="3915110" y="2094239"/>
                </a:cubicBezTo>
                <a:lnTo>
                  <a:pt x="3917802" y="2102792"/>
                </a:lnTo>
                <a:lnTo>
                  <a:pt x="3923748" y="2101258"/>
                </a:lnTo>
                <a:lnTo>
                  <a:pt x="3919431" y="2094239"/>
                </a:lnTo>
                <a:cubicBezTo>
                  <a:pt x="3920511" y="2087579"/>
                  <a:pt x="3922762" y="2090459"/>
                  <a:pt x="3925327" y="2095274"/>
                </a:cubicBezTo>
                <a:lnTo>
                  <a:pt x="3927862" y="2100196"/>
                </a:lnTo>
                <a:lnTo>
                  <a:pt x="3936442" y="2097982"/>
                </a:lnTo>
                <a:cubicBezTo>
                  <a:pt x="3945094" y="2093387"/>
                  <a:pt x="3952610" y="2086165"/>
                  <a:pt x="3958281" y="2074827"/>
                </a:cubicBezTo>
                <a:cubicBezTo>
                  <a:pt x="3965121" y="2079146"/>
                  <a:pt x="3969802" y="2072307"/>
                  <a:pt x="3971962" y="2076987"/>
                </a:cubicBezTo>
                <a:cubicBezTo>
                  <a:pt x="3969802" y="2085985"/>
                  <a:pt x="3953960" y="2076987"/>
                  <a:pt x="3958281" y="2090665"/>
                </a:cubicBezTo>
                <a:cubicBezTo>
                  <a:pt x="3974482" y="2094984"/>
                  <a:pt x="3985644" y="2076987"/>
                  <a:pt x="3999325" y="2070148"/>
                </a:cubicBezTo>
                <a:cubicBezTo>
                  <a:pt x="4026688" y="2061149"/>
                  <a:pt x="4060891" y="2076987"/>
                  <a:pt x="4074573" y="2042792"/>
                </a:cubicBezTo>
                <a:close/>
                <a:moveTo>
                  <a:pt x="5268211" y="2042519"/>
                </a:moveTo>
                <a:cubicBezTo>
                  <a:pt x="5259211" y="2042519"/>
                  <a:pt x="5263891" y="2051520"/>
                  <a:pt x="5257051" y="2054040"/>
                </a:cubicBezTo>
                <a:cubicBezTo>
                  <a:pt x="5263891" y="2063040"/>
                  <a:pt x="5263891" y="2056200"/>
                  <a:pt x="5272891" y="2054040"/>
                </a:cubicBezTo>
                <a:close/>
                <a:moveTo>
                  <a:pt x="4807907" y="2041313"/>
                </a:moveTo>
                <a:lnTo>
                  <a:pt x="4786167" y="2058360"/>
                </a:lnTo>
                <a:lnTo>
                  <a:pt x="4786120" y="2058410"/>
                </a:lnTo>
                <a:lnTo>
                  <a:pt x="4806800" y="2042477"/>
                </a:lnTo>
                <a:close/>
                <a:moveTo>
                  <a:pt x="5386371" y="2039937"/>
                </a:moveTo>
                <a:cubicBezTo>
                  <a:pt x="5393132" y="2047034"/>
                  <a:pt x="5379611" y="2058613"/>
                  <a:pt x="5372850" y="2049275"/>
                </a:cubicBezTo>
                <a:cubicBezTo>
                  <a:pt x="5377476" y="2049275"/>
                  <a:pt x="5374985" y="2044419"/>
                  <a:pt x="5372850" y="2042178"/>
                </a:cubicBezTo>
                <a:cubicBezTo>
                  <a:pt x="5372850" y="2042178"/>
                  <a:pt x="5372850" y="2042178"/>
                  <a:pt x="5386371" y="2039937"/>
                </a:cubicBezTo>
                <a:close/>
                <a:moveTo>
                  <a:pt x="6328440" y="2036329"/>
                </a:moveTo>
                <a:cubicBezTo>
                  <a:pt x="6331135" y="2035937"/>
                  <a:pt x="6330675" y="2043781"/>
                  <a:pt x="6328834" y="2048966"/>
                </a:cubicBezTo>
                <a:cubicBezTo>
                  <a:pt x="6342153" y="2051148"/>
                  <a:pt x="6340050" y="2042053"/>
                  <a:pt x="6348813" y="2051148"/>
                </a:cubicBezTo>
                <a:cubicBezTo>
                  <a:pt x="6342153" y="2058061"/>
                  <a:pt x="6337947" y="2064973"/>
                  <a:pt x="6326731" y="2062790"/>
                </a:cubicBezTo>
                <a:cubicBezTo>
                  <a:pt x="6322175" y="2051148"/>
                  <a:pt x="6328834" y="2053695"/>
                  <a:pt x="6324628" y="2039871"/>
                </a:cubicBezTo>
                <a:cubicBezTo>
                  <a:pt x="6326293" y="2037506"/>
                  <a:pt x="6327542" y="2036460"/>
                  <a:pt x="6328440" y="2036329"/>
                </a:cubicBezTo>
                <a:close/>
                <a:moveTo>
                  <a:pt x="5915058" y="2028494"/>
                </a:moveTo>
                <a:lnTo>
                  <a:pt x="5908965" y="2031347"/>
                </a:lnTo>
                <a:lnTo>
                  <a:pt x="5907970" y="2036399"/>
                </a:lnTo>
                <a:lnTo>
                  <a:pt x="5905874" y="2032793"/>
                </a:lnTo>
                <a:lnTo>
                  <a:pt x="5889303" y="2040551"/>
                </a:lnTo>
                <a:cubicBezTo>
                  <a:pt x="5860868" y="2059810"/>
                  <a:pt x="5830723" y="2076820"/>
                  <a:pt x="5799993" y="2092749"/>
                </a:cubicBezTo>
                <a:lnTo>
                  <a:pt x="5797510" y="2093972"/>
                </a:lnTo>
                <a:lnTo>
                  <a:pt x="5798495" y="2094723"/>
                </a:lnTo>
                <a:lnTo>
                  <a:pt x="5796760" y="2094342"/>
                </a:lnTo>
                <a:lnTo>
                  <a:pt x="5747678" y="2118517"/>
                </a:lnTo>
                <a:lnTo>
                  <a:pt x="5746295" y="2124245"/>
                </a:lnTo>
                <a:cubicBezTo>
                  <a:pt x="5755295" y="2117764"/>
                  <a:pt x="5755295" y="2126765"/>
                  <a:pt x="5759615" y="2117764"/>
                </a:cubicBezTo>
                <a:cubicBezTo>
                  <a:pt x="5766455" y="2145126"/>
                  <a:pt x="5746295" y="2154127"/>
                  <a:pt x="5741615" y="2185809"/>
                </a:cubicBezTo>
                <a:cubicBezTo>
                  <a:pt x="5716415" y="2190489"/>
                  <a:pt x="5721095" y="2229012"/>
                  <a:pt x="5686895" y="2238372"/>
                </a:cubicBezTo>
                <a:cubicBezTo>
                  <a:pt x="5689235" y="2243953"/>
                  <a:pt x="5686445" y="2247283"/>
                  <a:pt x="5683925" y="2250928"/>
                </a:cubicBezTo>
                <a:lnTo>
                  <a:pt x="5682337" y="2254225"/>
                </a:lnTo>
                <a:lnTo>
                  <a:pt x="5682337" y="2264083"/>
                </a:lnTo>
                <a:lnTo>
                  <a:pt x="5682575" y="2265374"/>
                </a:lnTo>
                <a:cubicBezTo>
                  <a:pt x="5686895" y="2263214"/>
                  <a:pt x="5693735" y="2261054"/>
                  <a:pt x="5695895" y="2265374"/>
                </a:cubicBezTo>
                <a:cubicBezTo>
                  <a:pt x="5689685" y="2267084"/>
                  <a:pt x="5685590" y="2270505"/>
                  <a:pt x="5682552" y="2274921"/>
                </a:cubicBezTo>
                <a:lnTo>
                  <a:pt x="5682337" y="2275399"/>
                </a:lnTo>
                <a:lnTo>
                  <a:pt x="5682337" y="2306582"/>
                </a:lnTo>
                <a:lnTo>
                  <a:pt x="5683307" y="2318545"/>
                </a:lnTo>
                <a:lnTo>
                  <a:pt x="5692864" y="2322087"/>
                </a:lnTo>
                <a:cubicBezTo>
                  <a:pt x="5701867" y="2315187"/>
                  <a:pt x="5715552" y="2287587"/>
                  <a:pt x="5724915" y="2292308"/>
                </a:cubicBezTo>
                <a:cubicBezTo>
                  <a:pt x="5715552" y="2299208"/>
                  <a:pt x="5715552" y="2303929"/>
                  <a:pt x="5720233" y="2306108"/>
                </a:cubicBezTo>
                <a:lnTo>
                  <a:pt x="5714589" y="2311842"/>
                </a:lnTo>
                <a:lnTo>
                  <a:pt x="5721894" y="2317200"/>
                </a:lnTo>
                <a:cubicBezTo>
                  <a:pt x="5723360" y="2318895"/>
                  <a:pt x="5723773" y="2320449"/>
                  <a:pt x="5723483" y="2322149"/>
                </a:cubicBezTo>
                <a:lnTo>
                  <a:pt x="5716790" y="2335145"/>
                </a:lnTo>
                <a:lnTo>
                  <a:pt x="5718935" y="2333779"/>
                </a:lnTo>
                <a:cubicBezTo>
                  <a:pt x="5721095" y="2340619"/>
                  <a:pt x="5714255" y="2347460"/>
                  <a:pt x="5721095" y="2347460"/>
                </a:cubicBezTo>
                <a:cubicBezTo>
                  <a:pt x="5734775" y="2335939"/>
                  <a:pt x="5739455" y="2361141"/>
                  <a:pt x="5746295" y="2342780"/>
                </a:cubicBezTo>
                <a:cubicBezTo>
                  <a:pt x="5743775" y="2335939"/>
                  <a:pt x="5732615" y="2338459"/>
                  <a:pt x="5727935" y="2331619"/>
                </a:cubicBezTo>
                <a:cubicBezTo>
                  <a:pt x="5727935" y="2308577"/>
                  <a:pt x="5746295" y="2297416"/>
                  <a:pt x="5753135" y="2279055"/>
                </a:cubicBezTo>
                <a:cubicBezTo>
                  <a:pt x="5741615" y="2281575"/>
                  <a:pt x="5730095" y="2290576"/>
                  <a:pt x="5727935" y="2279055"/>
                </a:cubicBezTo>
                <a:cubicBezTo>
                  <a:pt x="5732615" y="2267894"/>
                  <a:pt x="5746295" y="2261054"/>
                  <a:pt x="5748455" y="2249533"/>
                </a:cubicBezTo>
                <a:cubicBezTo>
                  <a:pt x="5748455" y="2258534"/>
                  <a:pt x="5759615" y="2249533"/>
                  <a:pt x="5762135" y="2256374"/>
                </a:cubicBezTo>
                <a:cubicBezTo>
                  <a:pt x="5748455" y="2261054"/>
                  <a:pt x="5739455" y="2270055"/>
                  <a:pt x="5734775" y="2281575"/>
                </a:cubicBezTo>
                <a:cubicBezTo>
                  <a:pt x="5750615" y="2270055"/>
                  <a:pt x="5746295" y="2263214"/>
                  <a:pt x="5757455" y="2276895"/>
                </a:cubicBezTo>
                <a:lnTo>
                  <a:pt x="5777263" y="2250051"/>
                </a:lnTo>
                <a:lnTo>
                  <a:pt x="5770732" y="2233433"/>
                </a:lnTo>
                <a:cubicBezTo>
                  <a:pt x="5770141" y="2226613"/>
                  <a:pt x="5771868" y="2219794"/>
                  <a:pt x="5776592" y="2212975"/>
                </a:cubicBezTo>
                <a:cubicBezTo>
                  <a:pt x="5794762" y="2219794"/>
                  <a:pt x="5764963" y="2231279"/>
                  <a:pt x="5785677" y="2233433"/>
                </a:cubicBezTo>
                <a:lnTo>
                  <a:pt x="5782433" y="2243044"/>
                </a:lnTo>
                <a:lnTo>
                  <a:pt x="5795975" y="2224691"/>
                </a:lnTo>
                <a:cubicBezTo>
                  <a:pt x="5798495" y="2238372"/>
                  <a:pt x="5814335" y="2240533"/>
                  <a:pt x="5823335" y="2226852"/>
                </a:cubicBezTo>
                <a:cubicBezTo>
                  <a:pt x="5828015" y="2240533"/>
                  <a:pt x="5805335" y="2238372"/>
                  <a:pt x="5809655" y="2249533"/>
                </a:cubicBezTo>
                <a:cubicBezTo>
                  <a:pt x="5823335" y="2251693"/>
                  <a:pt x="5841695" y="2238372"/>
                  <a:pt x="5837015" y="2211011"/>
                </a:cubicBezTo>
                <a:cubicBezTo>
                  <a:pt x="5821175" y="2213171"/>
                  <a:pt x="5823335" y="2217851"/>
                  <a:pt x="5819015" y="2206330"/>
                </a:cubicBezTo>
                <a:cubicBezTo>
                  <a:pt x="5805335" y="2217851"/>
                  <a:pt x="5825855" y="2224691"/>
                  <a:pt x="5805335" y="2233692"/>
                </a:cubicBezTo>
                <a:cubicBezTo>
                  <a:pt x="5805335" y="2224691"/>
                  <a:pt x="5812175" y="2217851"/>
                  <a:pt x="5805335" y="2206330"/>
                </a:cubicBezTo>
                <a:cubicBezTo>
                  <a:pt x="5828015" y="2181488"/>
                  <a:pt x="5859696" y="2149446"/>
                  <a:pt x="5853215" y="2122084"/>
                </a:cubicBezTo>
                <a:cubicBezTo>
                  <a:pt x="5864376" y="2113084"/>
                  <a:pt x="5866536" y="2124245"/>
                  <a:pt x="5878056" y="2115244"/>
                </a:cubicBezTo>
                <a:cubicBezTo>
                  <a:pt x="5878056" y="2110924"/>
                  <a:pt x="5880216" y="2108403"/>
                  <a:pt x="5880216" y="2104083"/>
                </a:cubicBezTo>
                <a:cubicBezTo>
                  <a:pt x="5882736" y="2094723"/>
                  <a:pt x="5864376" y="2097243"/>
                  <a:pt x="5875896" y="2087882"/>
                </a:cubicBezTo>
                <a:cubicBezTo>
                  <a:pt x="5891286" y="2084642"/>
                  <a:pt x="5912954" y="2055682"/>
                  <a:pt x="5916143" y="2033659"/>
                </a:cubicBezTo>
                <a:close/>
                <a:moveTo>
                  <a:pt x="4149461" y="2022274"/>
                </a:moveTo>
                <a:cubicBezTo>
                  <a:pt x="4128939" y="2029113"/>
                  <a:pt x="4088254" y="2026954"/>
                  <a:pt x="4076733" y="2054310"/>
                </a:cubicBezTo>
                <a:cubicBezTo>
                  <a:pt x="4099415" y="2040632"/>
                  <a:pt x="4138299" y="2056470"/>
                  <a:pt x="4149461" y="2022274"/>
                </a:cubicBezTo>
                <a:close/>
                <a:moveTo>
                  <a:pt x="4742967" y="2021998"/>
                </a:moveTo>
                <a:cubicBezTo>
                  <a:pt x="4751967" y="2035678"/>
                  <a:pt x="4749807" y="2042519"/>
                  <a:pt x="4760967" y="2060880"/>
                </a:cubicBezTo>
                <a:cubicBezTo>
                  <a:pt x="4765647" y="2063040"/>
                  <a:pt x="4765647" y="2058360"/>
                  <a:pt x="4772487" y="2060880"/>
                </a:cubicBezTo>
                <a:cubicBezTo>
                  <a:pt x="4770327" y="2054040"/>
                  <a:pt x="4760967" y="2051520"/>
                  <a:pt x="4760967" y="2040359"/>
                </a:cubicBezTo>
                <a:cubicBezTo>
                  <a:pt x="4770327" y="2040359"/>
                  <a:pt x="4767807" y="2049359"/>
                  <a:pt x="4772487" y="2054040"/>
                </a:cubicBezTo>
                <a:cubicBezTo>
                  <a:pt x="4781487" y="2047199"/>
                  <a:pt x="4781487" y="2035678"/>
                  <a:pt x="4779327" y="2024158"/>
                </a:cubicBezTo>
                <a:cubicBezTo>
                  <a:pt x="4765647" y="2026678"/>
                  <a:pt x="4765647" y="2028838"/>
                  <a:pt x="4742967" y="2021998"/>
                </a:cubicBezTo>
                <a:close/>
                <a:moveTo>
                  <a:pt x="5291251" y="2017677"/>
                </a:moveTo>
                <a:cubicBezTo>
                  <a:pt x="5281891" y="2021998"/>
                  <a:pt x="5279731" y="2030998"/>
                  <a:pt x="5286571" y="2040359"/>
                </a:cubicBezTo>
                <a:cubicBezTo>
                  <a:pt x="5288731" y="2033518"/>
                  <a:pt x="5293411" y="2026678"/>
                  <a:pt x="5291251" y="2017677"/>
                </a:cubicBezTo>
                <a:close/>
                <a:moveTo>
                  <a:pt x="4811008" y="2012997"/>
                </a:moveTo>
                <a:cubicBezTo>
                  <a:pt x="4808848" y="2012997"/>
                  <a:pt x="4808848" y="2015157"/>
                  <a:pt x="4808848" y="2017677"/>
                </a:cubicBezTo>
                <a:cubicBezTo>
                  <a:pt x="4808848" y="2022178"/>
                  <a:pt x="4811098" y="2023798"/>
                  <a:pt x="4813348" y="2025463"/>
                </a:cubicBezTo>
                <a:lnTo>
                  <a:pt x="4816914" y="2031847"/>
                </a:lnTo>
                <a:lnTo>
                  <a:pt x="4828071" y="2020123"/>
                </a:lnTo>
                <a:lnTo>
                  <a:pt x="4822866" y="2021801"/>
                </a:lnTo>
                <a:cubicBezTo>
                  <a:pt x="4819468" y="2021210"/>
                  <a:pt x="4815598" y="2018667"/>
                  <a:pt x="4811008" y="2012997"/>
                </a:cubicBezTo>
                <a:close/>
                <a:moveTo>
                  <a:pt x="6387873" y="2011186"/>
                </a:moveTo>
                <a:cubicBezTo>
                  <a:pt x="6409122" y="2006600"/>
                  <a:pt x="6390438" y="2033411"/>
                  <a:pt x="6392636" y="2044347"/>
                </a:cubicBezTo>
                <a:cubicBezTo>
                  <a:pt x="6385675" y="2037644"/>
                  <a:pt x="6385675" y="2024239"/>
                  <a:pt x="6387873" y="2011186"/>
                </a:cubicBezTo>
                <a:close/>
                <a:moveTo>
                  <a:pt x="6085174" y="2008187"/>
                </a:moveTo>
                <a:cubicBezTo>
                  <a:pt x="6105911" y="2021743"/>
                  <a:pt x="6092087" y="2050996"/>
                  <a:pt x="6085174" y="2071330"/>
                </a:cubicBezTo>
                <a:cubicBezTo>
                  <a:pt x="6071350" y="2057774"/>
                  <a:pt x="6082992" y="2030661"/>
                  <a:pt x="6085174" y="2008187"/>
                </a:cubicBezTo>
                <a:close/>
                <a:moveTo>
                  <a:pt x="4240911" y="2001308"/>
                </a:moveTo>
                <a:cubicBezTo>
                  <a:pt x="4237760" y="2003017"/>
                  <a:pt x="4236050" y="2006437"/>
                  <a:pt x="4238390" y="2011116"/>
                </a:cubicBezTo>
                <a:cubicBezTo>
                  <a:pt x="4240551" y="2008596"/>
                  <a:pt x="4256392" y="2017955"/>
                  <a:pt x="4252072" y="2001757"/>
                </a:cubicBezTo>
                <a:cubicBezTo>
                  <a:pt x="4248651" y="1999598"/>
                  <a:pt x="4244061" y="1999598"/>
                  <a:pt x="4240911" y="2001308"/>
                </a:cubicBezTo>
                <a:close/>
                <a:moveTo>
                  <a:pt x="4804168" y="1999316"/>
                </a:moveTo>
                <a:cubicBezTo>
                  <a:pt x="4795167" y="1997156"/>
                  <a:pt x="4797327" y="2003996"/>
                  <a:pt x="4799848" y="2008317"/>
                </a:cubicBezTo>
                <a:cubicBezTo>
                  <a:pt x="4811008" y="2012997"/>
                  <a:pt x="4811008" y="2006156"/>
                  <a:pt x="4804168" y="1999316"/>
                </a:cubicBezTo>
                <a:close/>
                <a:moveTo>
                  <a:pt x="6026019" y="1997075"/>
                </a:moveTo>
                <a:cubicBezTo>
                  <a:pt x="6028135" y="2011045"/>
                  <a:pt x="6019316" y="2020236"/>
                  <a:pt x="6017199" y="2031632"/>
                </a:cubicBezTo>
                <a:cubicBezTo>
                  <a:pt x="6012613" y="2018030"/>
                  <a:pt x="6012613" y="2006266"/>
                  <a:pt x="6026019" y="1997075"/>
                </a:cubicBezTo>
                <a:close/>
                <a:moveTo>
                  <a:pt x="4831528" y="1992476"/>
                </a:moveTo>
                <a:cubicBezTo>
                  <a:pt x="4831528" y="1997156"/>
                  <a:pt x="4822528" y="2001476"/>
                  <a:pt x="4834048" y="2006156"/>
                </a:cubicBezTo>
                <a:cubicBezTo>
                  <a:pt x="4838908" y="2009667"/>
                  <a:pt x="4838908" y="2001431"/>
                  <a:pt x="4842401" y="2001954"/>
                </a:cubicBezTo>
                <a:lnTo>
                  <a:pt x="4844247" y="2003516"/>
                </a:lnTo>
                <a:lnTo>
                  <a:pt x="4854916" y="1993632"/>
                </a:lnTo>
                <a:lnTo>
                  <a:pt x="4851277" y="1995699"/>
                </a:lnTo>
                <a:cubicBezTo>
                  <a:pt x="4846356" y="1996616"/>
                  <a:pt x="4840078" y="1995896"/>
                  <a:pt x="4831528" y="1992476"/>
                </a:cubicBezTo>
                <a:close/>
                <a:moveTo>
                  <a:pt x="5307569" y="1986501"/>
                </a:moveTo>
                <a:cubicBezTo>
                  <a:pt x="5297798" y="1988358"/>
                  <a:pt x="5292331" y="2004896"/>
                  <a:pt x="5295571" y="2015157"/>
                </a:cubicBezTo>
                <a:cubicBezTo>
                  <a:pt x="5302411" y="2008317"/>
                  <a:pt x="5313931" y="1999316"/>
                  <a:pt x="5318611" y="1990315"/>
                </a:cubicBezTo>
                <a:cubicBezTo>
                  <a:pt x="5314561" y="1986895"/>
                  <a:pt x="5310826" y="1985883"/>
                  <a:pt x="5307569" y="1986501"/>
                </a:cubicBezTo>
                <a:close/>
                <a:moveTo>
                  <a:pt x="6139501" y="1977027"/>
                </a:moveTo>
                <a:cubicBezTo>
                  <a:pt x="6159892" y="1974850"/>
                  <a:pt x="6155242" y="1999887"/>
                  <a:pt x="6134850" y="1995170"/>
                </a:cubicBezTo>
                <a:cubicBezTo>
                  <a:pt x="6139501" y="1977027"/>
                  <a:pt x="6139501" y="1977027"/>
                  <a:pt x="6139501" y="1977027"/>
                </a:cubicBezTo>
                <a:close/>
                <a:moveTo>
                  <a:pt x="4329480" y="1970082"/>
                </a:moveTo>
                <a:lnTo>
                  <a:pt x="4325405" y="1976741"/>
                </a:lnTo>
                <a:lnTo>
                  <a:pt x="4324799" y="1976921"/>
                </a:lnTo>
                <a:cubicBezTo>
                  <a:pt x="4326959" y="1974761"/>
                  <a:pt x="4329480" y="1974761"/>
                  <a:pt x="4329480" y="1970082"/>
                </a:cubicBezTo>
                <a:close/>
                <a:moveTo>
                  <a:pt x="4941684" y="1955823"/>
                </a:moveTo>
                <a:lnTo>
                  <a:pt x="4940894" y="1959116"/>
                </a:lnTo>
                <a:lnTo>
                  <a:pt x="4943129" y="1958273"/>
                </a:lnTo>
                <a:close/>
                <a:moveTo>
                  <a:pt x="4858888" y="1953953"/>
                </a:moveTo>
                <a:cubicBezTo>
                  <a:pt x="4849888" y="1953953"/>
                  <a:pt x="4852048" y="1960793"/>
                  <a:pt x="4854208" y="1967634"/>
                </a:cubicBezTo>
                <a:cubicBezTo>
                  <a:pt x="4858888" y="1965114"/>
                  <a:pt x="4863568" y="1962954"/>
                  <a:pt x="4858888" y="1953953"/>
                </a:cubicBezTo>
                <a:close/>
                <a:moveTo>
                  <a:pt x="4539631" y="1946275"/>
                </a:moveTo>
                <a:cubicBezTo>
                  <a:pt x="4548580" y="1960084"/>
                  <a:pt x="4526028" y="1960084"/>
                  <a:pt x="4532829" y="1973893"/>
                </a:cubicBezTo>
                <a:cubicBezTo>
                  <a:pt x="4529428" y="1973893"/>
                  <a:pt x="4526028" y="1974438"/>
                  <a:pt x="4522627" y="1973847"/>
                </a:cubicBezTo>
                <a:lnTo>
                  <a:pt x="4517684" y="1970524"/>
                </a:lnTo>
                <a:lnTo>
                  <a:pt x="4515268" y="1980495"/>
                </a:lnTo>
                <a:cubicBezTo>
                  <a:pt x="4509150" y="1990597"/>
                  <a:pt x="4493986" y="1998705"/>
                  <a:pt x="4485438" y="1995162"/>
                </a:cubicBezTo>
                <a:cubicBezTo>
                  <a:pt x="4485438" y="1989529"/>
                  <a:pt x="4491228" y="1985532"/>
                  <a:pt x="4498167" y="1981807"/>
                </a:cubicBezTo>
                <a:lnTo>
                  <a:pt x="4517389" y="1970326"/>
                </a:lnTo>
                <a:lnTo>
                  <a:pt x="4512425" y="1966988"/>
                </a:lnTo>
                <a:cubicBezTo>
                  <a:pt x="4517079" y="1953179"/>
                  <a:pt x="4537483" y="1955360"/>
                  <a:pt x="4539631" y="1946275"/>
                </a:cubicBezTo>
                <a:close/>
                <a:moveTo>
                  <a:pt x="4977329" y="1926591"/>
                </a:moveTo>
                <a:cubicBezTo>
                  <a:pt x="4974809" y="1935592"/>
                  <a:pt x="4958969" y="1937752"/>
                  <a:pt x="4958969" y="1949273"/>
                </a:cubicBezTo>
                <a:cubicBezTo>
                  <a:pt x="4970489" y="1944592"/>
                  <a:pt x="4988489" y="1935592"/>
                  <a:pt x="4977329" y="1926591"/>
                </a:cubicBezTo>
                <a:close/>
                <a:moveTo>
                  <a:pt x="5350292" y="1921911"/>
                </a:moveTo>
                <a:cubicBezTo>
                  <a:pt x="5336612" y="1930911"/>
                  <a:pt x="5352452" y="1935592"/>
                  <a:pt x="5343452" y="1942432"/>
                </a:cubicBezTo>
                <a:cubicBezTo>
                  <a:pt x="5354972" y="1949273"/>
                  <a:pt x="5357132" y="1930911"/>
                  <a:pt x="5350292" y="1921911"/>
                </a:cubicBezTo>
                <a:close/>
                <a:moveTo>
                  <a:pt x="6150478" y="1903412"/>
                </a:moveTo>
                <a:cubicBezTo>
                  <a:pt x="6166250" y="1919220"/>
                  <a:pt x="6139613" y="1941855"/>
                  <a:pt x="6163796" y="1955507"/>
                </a:cubicBezTo>
                <a:cubicBezTo>
                  <a:pt x="6159590" y="1971315"/>
                  <a:pt x="6150478" y="1953352"/>
                  <a:pt x="6146272" y="1962333"/>
                </a:cubicBezTo>
                <a:cubicBezTo>
                  <a:pt x="6143819" y="1953352"/>
                  <a:pt x="6146272" y="1928202"/>
                  <a:pt x="6150478" y="1903412"/>
                </a:cubicBezTo>
                <a:close/>
                <a:moveTo>
                  <a:pt x="6452149" y="1901973"/>
                </a:moveTo>
                <a:cubicBezTo>
                  <a:pt x="6456510" y="1903743"/>
                  <a:pt x="6457461" y="1919551"/>
                  <a:pt x="6471038" y="1912937"/>
                </a:cubicBezTo>
                <a:lnTo>
                  <a:pt x="6468866" y="1928459"/>
                </a:lnTo>
                <a:cubicBezTo>
                  <a:pt x="6448228" y="1917523"/>
                  <a:pt x="6432297" y="1928459"/>
                  <a:pt x="6430125" y="1906234"/>
                </a:cubicBezTo>
                <a:cubicBezTo>
                  <a:pt x="6430125" y="1912937"/>
                  <a:pt x="6461986" y="1915053"/>
                  <a:pt x="6446056" y="1906234"/>
                </a:cubicBezTo>
                <a:cubicBezTo>
                  <a:pt x="6448862" y="1902353"/>
                  <a:pt x="6450695" y="1901383"/>
                  <a:pt x="6452149" y="1901973"/>
                </a:cubicBezTo>
                <a:close/>
                <a:moveTo>
                  <a:pt x="4648593" y="1892300"/>
                </a:moveTo>
                <a:cubicBezTo>
                  <a:pt x="4623590" y="1923693"/>
                  <a:pt x="4585371" y="1937249"/>
                  <a:pt x="4548938" y="1955443"/>
                </a:cubicBezTo>
                <a:cubicBezTo>
                  <a:pt x="4562868" y="1903715"/>
                  <a:pt x="4621447" y="1923693"/>
                  <a:pt x="4648593" y="1892300"/>
                </a:cubicBezTo>
                <a:close/>
                <a:moveTo>
                  <a:pt x="6117030" y="1881187"/>
                </a:moveTo>
                <a:cubicBezTo>
                  <a:pt x="6103436" y="1904253"/>
                  <a:pt x="6114526" y="1917948"/>
                  <a:pt x="6107729" y="1947501"/>
                </a:cubicBezTo>
                <a:cubicBezTo>
                  <a:pt x="6091988" y="1935968"/>
                  <a:pt x="6098785" y="1899567"/>
                  <a:pt x="6117030" y="1881187"/>
                </a:cubicBezTo>
                <a:close/>
                <a:moveTo>
                  <a:pt x="5470614" y="1881187"/>
                </a:moveTo>
                <a:cubicBezTo>
                  <a:pt x="5479591" y="1885949"/>
                  <a:pt x="5497904" y="1883751"/>
                  <a:pt x="5495390" y="1892910"/>
                </a:cubicBezTo>
                <a:cubicBezTo>
                  <a:pt x="5486413" y="1892910"/>
                  <a:pt x="5474923" y="1890712"/>
                  <a:pt x="5474923" y="1895108"/>
                </a:cubicBezTo>
                <a:cubicBezTo>
                  <a:pt x="5468100" y="1895108"/>
                  <a:pt x="5470614" y="1885949"/>
                  <a:pt x="5470614" y="1881187"/>
                </a:cubicBezTo>
                <a:close/>
                <a:moveTo>
                  <a:pt x="4951916" y="1879033"/>
                </a:moveTo>
                <a:cubicBezTo>
                  <a:pt x="4954455" y="1878199"/>
                  <a:pt x="4957841" y="1878471"/>
                  <a:pt x="4962919" y="1880741"/>
                </a:cubicBezTo>
                <a:lnTo>
                  <a:pt x="4959549" y="1883087"/>
                </a:lnTo>
                <a:lnTo>
                  <a:pt x="4962767" y="1890140"/>
                </a:lnTo>
                <a:cubicBezTo>
                  <a:pt x="4962018" y="1894966"/>
                  <a:pt x="4956283" y="1898931"/>
                  <a:pt x="4951509" y="1897896"/>
                </a:cubicBezTo>
                <a:lnTo>
                  <a:pt x="4948216" y="1894531"/>
                </a:lnTo>
                <a:lnTo>
                  <a:pt x="4944744" y="1906162"/>
                </a:lnTo>
                <a:cubicBezTo>
                  <a:pt x="4940111" y="1906162"/>
                  <a:pt x="4935834" y="1901441"/>
                  <a:pt x="4931201" y="1903983"/>
                </a:cubicBezTo>
                <a:cubicBezTo>
                  <a:pt x="4935834" y="1906162"/>
                  <a:pt x="4937972" y="1908341"/>
                  <a:pt x="4935834" y="1913062"/>
                </a:cubicBezTo>
                <a:cubicBezTo>
                  <a:pt x="4926925" y="1917783"/>
                  <a:pt x="4926925" y="1908341"/>
                  <a:pt x="4920154" y="1908341"/>
                </a:cubicBezTo>
                <a:cubicBezTo>
                  <a:pt x="4922292" y="1910883"/>
                  <a:pt x="4917659" y="1910883"/>
                  <a:pt x="4920154" y="1913062"/>
                </a:cubicBezTo>
                <a:cubicBezTo>
                  <a:pt x="4922292" y="1917783"/>
                  <a:pt x="4929063" y="1915241"/>
                  <a:pt x="4929063" y="1922141"/>
                </a:cubicBezTo>
                <a:cubicBezTo>
                  <a:pt x="4924430" y="1924319"/>
                  <a:pt x="4922292" y="1926862"/>
                  <a:pt x="4920154" y="1926862"/>
                </a:cubicBezTo>
                <a:cubicBezTo>
                  <a:pt x="4917659" y="1915241"/>
                  <a:pt x="4910888" y="1913062"/>
                  <a:pt x="4913383" y="1903983"/>
                </a:cubicBezTo>
                <a:cubicBezTo>
                  <a:pt x="4926925" y="1903983"/>
                  <a:pt x="4937972" y="1903983"/>
                  <a:pt x="4929063" y="1892362"/>
                </a:cubicBezTo>
                <a:cubicBezTo>
                  <a:pt x="4944298" y="1893996"/>
                  <a:pt x="4944298" y="1881535"/>
                  <a:pt x="4951916" y="1879033"/>
                </a:cubicBezTo>
                <a:close/>
                <a:moveTo>
                  <a:pt x="4938516" y="1866900"/>
                </a:moveTo>
                <a:cubicBezTo>
                  <a:pt x="4940688" y="1876201"/>
                  <a:pt x="4936343" y="1880494"/>
                  <a:pt x="4934171" y="1887291"/>
                </a:cubicBezTo>
                <a:cubicBezTo>
                  <a:pt x="4929464" y="1882998"/>
                  <a:pt x="4927292" y="1891942"/>
                  <a:pt x="4920413" y="1882998"/>
                </a:cubicBezTo>
                <a:cubicBezTo>
                  <a:pt x="4940688" y="1885145"/>
                  <a:pt x="4927292" y="1869404"/>
                  <a:pt x="4938516" y="1866900"/>
                </a:cubicBezTo>
                <a:close/>
                <a:moveTo>
                  <a:pt x="5366132" y="1858186"/>
                </a:moveTo>
                <a:cubicBezTo>
                  <a:pt x="5354972" y="1862867"/>
                  <a:pt x="5352452" y="1867187"/>
                  <a:pt x="5345612" y="1874027"/>
                </a:cubicBezTo>
                <a:cubicBezTo>
                  <a:pt x="5350292" y="1885548"/>
                  <a:pt x="5357132" y="1887708"/>
                  <a:pt x="5368292" y="1887708"/>
                </a:cubicBezTo>
                <a:cubicBezTo>
                  <a:pt x="5368292" y="1897069"/>
                  <a:pt x="5368292" y="1908230"/>
                  <a:pt x="5354972" y="1912910"/>
                </a:cubicBezTo>
                <a:cubicBezTo>
                  <a:pt x="5357132" y="1921911"/>
                  <a:pt x="5363972" y="1917590"/>
                  <a:pt x="5368292" y="1924071"/>
                </a:cubicBezTo>
                <a:cubicBezTo>
                  <a:pt x="5368292" y="1903909"/>
                  <a:pt x="5379812" y="1903909"/>
                  <a:pt x="5375132" y="1885548"/>
                </a:cubicBezTo>
                <a:cubicBezTo>
                  <a:pt x="5375132" y="1885548"/>
                  <a:pt x="5375132" y="1885548"/>
                  <a:pt x="5393492" y="1878708"/>
                </a:cubicBezTo>
                <a:cubicBezTo>
                  <a:pt x="5388812" y="1871867"/>
                  <a:pt x="5391332" y="1869707"/>
                  <a:pt x="5395652" y="1865027"/>
                </a:cubicBezTo>
                <a:cubicBezTo>
                  <a:pt x="5384492" y="1862867"/>
                  <a:pt x="5381972" y="1883388"/>
                  <a:pt x="5370812" y="1883388"/>
                </a:cubicBezTo>
                <a:cubicBezTo>
                  <a:pt x="5361812" y="1871867"/>
                  <a:pt x="5372972" y="1867187"/>
                  <a:pt x="5366132" y="1858186"/>
                </a:cubicBezTo>
                <a:close/>
                <a:moveTo>
                  <a:pt x="1221991" y="1854179"/>
                </a:moveTo>
                <a:cubicBezTo>
                  <a:pt x="1210469" y="1865337"/>
                  <a:pt x="1210469" y="1876856"/>
                  <a:pt x="1198948" y="1879015"/>
                </a:cubicBezTo>
                <a:cubicBezTo>
                  <a:pt x="1203629" y="1883695"/>
                  <a:pt x="1201108" y="1888014"/>
                  <a:pt x="1205789" y="1892693"/>
                </a:cubicBezTo>
                <a:cubicBezTo>
                  <a:pt x="1217310" y="1879015"/>
                  <a:pt x="1230992" y="1865337"/>
                  <a:pt x="1221991" y="1854179"/>
                </a:cubicBezTo>
                <a:close/>
                <a:moveTo>
                  <a:pt x="4822528" y="1853866"/>
                </a:moveTo>
                <a:cubicBezTo>
                  <a:pt x="4811008" y="1851346"/>
                  <a:pt x="4815688" y="1865027"/>
                  <a:pt x="4822528" y="1867187"/>
                </a:cubicBezTo>
                <a:cubicBezTo>
                  <a:pt x="4836208" y="1869707"/>
                  <a:pt x="4824688" y="1858186"/>
                  <a:pt x="4822528" y="1853866"/>
                </a:cubicBezTo>
                <a:close/>
                <a:moveTo>
                  <a:pt x="5385863" y="1852245"/>
                </a:moveTo>
                <a:lnTo>
                  <a:pt x="5380037" y="1855351"/>
                </a:lnTo>
                <a:cubicBezTo>
                  <a:pt x="5377472" y="1858726"/>
                  <a:pt x="5377472" y="1862687"/>
                  <a:pt x="5379812" y="1867187"/>
                </a:cubicBezTo>
                <a:cubicBezTo>
                  <a:pt x="5383232" y="1865027"/>
                  <a:pt x="5387822" y="1862777"/>
                  <a:pt x="5391242" y="1859672"/>
                </a:cubicBezTo>
                <a:lnTo>
                  <a:pt x="5392148" y="1857074"/>
                </a:lnTo>
                <a:lnTo>
                  <a:pt x="5387930" y="1852300"/>
                </a:lnTo>
                <a:close/>
                <a:moveTo>
                  <a:pt x="6405438" y="1847212"/>
                </a:moveTo>
                <a:cubicBezTo>
                  <a:pt x="6439294" y="1844675"/>
                  <a:pt x="6403300" y="1918262"/>
                  <a:pt x="6400805" y="1936387"/>
                </a:cubicBezTo>
                <a:cubicBezTo>
                  <a:pt x="6387263" y="1913550"/>
                  <a:pt x="6418980" y="1876937"/>
                  <a:pt x="6405438" y="1847212"/>
                </a:cubicBezTo>
                <a:close/>
                <a:moveTo>
                  <a:pt x="5771135" y="1840185"/>
                </a:moveTo>
                <a:cubicBezTo>
                  <a:pt x="5766455" y="1842345"/>
                  <a:pt x="5766455" y="1847026"/>
                  <a:pt x="5762135" y="1851346"/>
                </a:cubicBezTo>
                <a:cubicBezTo>
                  <a:pt x="5762135" y="1851346"/>
                  <a:pt x="5762135" y="1851346"/>
                  <a:pt x="5775815" y="1878708"/>
                </a:cubicBezTo>
                <a:cubicBezTo>
                  <a:pt x="5786975" y="1867187"/>
                  <a:pt x="5784815" y="1842345"/>
                  <a:pt x="5771135" y="1840185"/>
                </a:cubicBezTo>
                <a:close/>
                <a:moveTo>
                  <a:pt x="6501199" y="1836737"/>
                </a:moveTo>
                <a:cubicBezTo>
                  <a:pt x="6487375" y="1846185"/>
                  <a:pt x="6484828" y="1864356"/>
                  <a:pt x="6466638" y="1866536"/>
                </a:cubicBezTo>
                <a:cubicBezTo>
                  <a:pt x="6471004" y="1850546"/>
                  <a:pt x="6482645" y="1841461"/>
                  <a:pt x="6501199" y="1836737"/>
                </a:cubicBezTo>
                <a:close/>
                <a:moveTo>
                  <a:pt x="4956892" y="1835739"/>
                </a:moveTo>
                <a:cubicBezTo>
                  <a:pt x="4975083" y="1833562"/>
                  <a:pt x="4975083" y="1844810"/>
                  <a:pt x="4984541" y="1847350"/>
                </a:cubicBezTo>
                <a:cubicBezTo>
                  <a:pt x="4972900" y="1847350"/>
                  <a:pt x="4986724" y="1856422"/>
                  <a:pt x="4975083" y="1858599"/>
                </a:cubicBezTo>
                <a:cubicBezTo>
                  <a:pt x="4963805" y="1854245"/>
                  <a:pt x="4975083" y="1847350"/>
                  <a:pt x="4965987" y="1844810"/>
                </a:cubicBezTo>
                <a:cubicBezTo>
                  <a:pt x="4961258" y="1844810"/>
                  <a:pt x="4956892" y="1854245"/>
                  <a:pt x="4952163" y="1849527"/>
                </a:cubicBezTo>
                <a:cubicBezTo>
                  <a:pt x="4959075" y="1847350"/>
                  <a:pt x="4959075" y="1840456"/>
                  <a:pt x="4956892" y="1835739"/>
                </a:cubicBezTo>
                <a:close/>
                <a:moveTo>
                  <a:pt x="4729447" y="1835062"/>
                </a:moveTo>
                <a:cubicBezTo>
                  <a:pt x="4740663" y="1864556"/>
                  <a:pt x="4699780" y="1850888"/>
                  <a:pt x="4681328" y="1876065"/>
                </a:cubicBezTo>
                <a:cubicBezTo>
                  <a:pt x="4676625" y="1871389"/>
                  <a:pt x="4681328" y="1866714"/>
                  <a:pt x="4676625" y="1862398"/>
                </a:cubicBezTo>
                <a:cubicBezTo>
                  <a:pt x="4672283" y="1866714"/>
                  <a:pt x="4667580" y="1862398"/>
                  <a:pt x="4663238" y="1866714"/>
                </a:cubicBezTo>
                <a:cubicBezTo>
                  <a:pt x="4674454" y="1830387"/>
                  <a:pt x="4708825" y="1853406"/>
                  <a:pt x="4729447" y="1835062"/>
                </a:cubicBezTo>
                <a:close/>
                <a:moveTo>
                  <a:pt x="5601998" y="1831222"/>
                </a:moveTo>
                <a:lnTo>
                  <a:pt x="5597079" y="1832494"/>
                </a:lnTo>
                <a:lnTo>
                  <a:pt x="5594654" y="1832407"/>
                </a:lnTo>
                <a:lnTo>
                  <a:pt x="5596459" y="1847106"/>
                </a:lnTo>
                <a:lnTo>
                  <a:pt x="5599503" y="1838610"/>
                </a:lnTo>
                <a:close/>
                <a:moveTo>
                  <a:pt x="6370653" y="1830387"/>
                </a:moveTo>
                <a:cubicBezTo>
                  <a:pt x="6373133" y="1841896"/>
                  <a:pt x="6359672" y="1837221"/>
                  <a:pt x="6357192" y="1844054"/>
                </a:cubicBezTo>
                <a:cubicBezTo>
                  <a:pt x="6361797" y="1857722"/>
                  <a:pt x="6373133" y="1837221"/>
                  <a:pt x="6377384" y="1850888"/>
                </a:cubicBezTo>
                <a:cubicBezTo>
                  <a:pt x="6363923" y="1876065"/>
                  <a:pt x="6334875" y="1830387"/>
                  <a:pt x="6370653" y="1830387"/>
                </a:cubicBezTo>
                <a:close/>
                <a:moveTo>
                  <a:pt x="5955241" y="1827540"/>
                </a:moveTo>
                <a:lnTo>
                  <a:pt x="5945737" y="1835662"/>
                </a:lnTo>
                <a:cubicBezTo>
                  <a:pt x="5933857" y="1853618"/>
                  <a:pt x="5937367" y="1875828"/>
                  <a:pt x="5910096" y="1887708"/>
                </a:cubicBezTo>
                <a:cubicBezTo>
                  <a:pt x="5916936" y="1897069"/>
                  <a:pt x="5905416" y="1899229"/>
                  <a:pt x="5907576" y="1908230"/>
                </a:cubicBezTo>
                <a:cubicBezTo>
                  <a:pt x="5907576" y="1908230"/>
                  <a:pt x="5907576" y="1908230"/>
                  <a:pt x="5889576" y="1917590"/>
                </a:cubicBezTo>
                <a:cubicBezTo>
                  <a:pt x="5890656" y="1936852"/>
                  <a:pt x="5879226" y="1953323"/>
                  <a:pt x="5866400" y="1967814"/>
                </a:cubicBezTo>
                <a:lnTo>
                  <a:pt x="5848183" y="1987437"/>
                </a:lnTo>
                <a:lnTo>
                  <a:pt x="5888718" y="1971028"/>
                </a:lnTo>
                <a:lnTo>
                  <a:pt x="5969682" y="1931682"/>
                </a:lnTo>
                <a:lnTo>
                  <a:pt x="5969137" y="1926591"/>
                </a:lnTo>
                <a:lnTo>
                  <a:pt x="5974993" y="1929101"/>
                </a:lnTo>
                <a:lnTo>
                  <a:pt x="5980108" y="1926615"/>
                </a:lnTo>
                <a:lnTo>
                  <a:pt x="5983357" y="1922541"/>
                </a:lnTo>
                <a:cubicBezTo>
                  <a:pt x="5985337" y="1919121"/>
                  <a:pt x="5987452" y="1915273"/>
                  <a:pt x="5990197" y="1912415"/>
                </a:cubicBezTo>
                <a:lnTo>
                  <a:pt x="5991205" y="1912018"/>
                </a:lnTo>
                <a:lnTo>
                  <a:pt x="5993343" y="1900274"/>
                </a:lnTo>
                <a:cubicBezTo>
                  <a:pt x="5993596" y="1884023"/>
                  <a:pt x="5984688" y="1880176"/>
                  <a:pt x="5984688" y="1849397"/>
                </a:cubicBezTo>
                <a:lnTo>
                  <a:pt x="5979850" y="1845612"/>
                </a:lnTo>
                <a:lnTo>
                  <a:pt x="5979173" y="1849713"/>
                </a:lnTo>
                <a:cubicBezTo>
                  <a:pt x="5979588" y="1852830"/>
                  <a:pt x="5981293" y="1855794"/>
                  <a:pt x="5985295" y="1858600"/>
                </a:cubicBezTo>
                <a:cubicBezTo>
                  <a:pt x="5971470" y="1860772"/>
                  <a:pt x="5980565" y="1872358"/>
                  <a:pt x="5973653" y="1879238"/>
                </a:cubicBezTo>
                <a:cubicBezTo>
                  <a:pt x="5962375" y="1874531"/>
                  <a:pt x="5976200" y="1865479"/>
                  <a:pt x="5973653" y="1854255"/>
                </a:cubicBezTo>
                <a:cubicBezTo>
                  <a:pt x="5966741" y="1854255"/>
                  <a:pt x="5959829" y="1860772"/>
                  <a:pt x="5955463" y="1851721"/>
                </a:cubicBezTo>
                <a:lnTo>
                  <a:pt x="5969634" y="1837617"/>
                </a:lnTo>
                <a:lnTo>
                  <a:pt x="5959897" y="1829997"/>
                </a:lnTo>
                <a:close/>
                <a:moveTo>
                  <a:pt x="6050857" y="1826504"/>
                </a:moveTo>
                <a:lnTo>
                  <a:pt x="6037307" y="1849305"/>
                </a:lnTo>
                <a:lnTo>
                  <a:pt x="6044636" y="1857037"/>
                </a:lnTo>
                <a:lnTo>
                  <a:pt x="6057427" y="1841805"/>
                </a:lnTo>
                <a:cubicBezTo>
                  <a:pt x="6059407" y="1834425"/>
                  <a:pt x="6057697" y="1827584"/>
                  <a:pt x="6050857" y="1826504"/>
                </a:cubicBezTo>
                <a:close/>
                <a:moveTo>
                  <a:pt x="5707415" y="1819664"/>
                </a:moveTo>
                <a:cubicBezTo>
                  <a:pt x="5695895" y="1826504"/>
                  <a:pt x="5695895" y="1837665"/>
                  <a:pt x="5689415" y="1847026"/>
                </a:cubicBezTo>
                <a:cubicBezTo>
                  <a:pt x="5698415" y="1849186"/>
                  <a:pt x="5714255" y="1830824"/>
                  <a:pt x="5707415" y="1819664"/>
                </a:cubicBezTo>
                <a:close/>
                <a:moveTo>
                  <a:pt x="5782655" y="1812823"/>
                </a:moveTo>
                <a:cubicBezTo>
                  <a:pt x="5764295" y="1833345"/>
                  <a:pt x="5798495" y="1837665"/>
                  <a:pt x="5805335" y="1862867"/>
                </a:cubicBezTo>
                <a:cubicBezTo>
                  <a:pt x="5802815" y="1876548"/>
                  <a:pt x="5786975" y="1885548"/>
                  <a:pt x="5786975" y="1899229"/>
                </a:cubicBezTo>
                <a:cubicBezTo>
                  <a:pt x="5805335" y="1899229"/>
                  <a:pt x="5798495" y="1869707"/>
                  <a:pt x="5809655" y="1885548"/>
                </a:cubicBezTo>
                <a:cubicBezTo>
                  <a:pt x="5821175" y="1876548"/>
                  <a:pt x="5816495" y="1856026"/>
                  <a:pt x="5832695" y="1856026"/>
                </a:cubicBezTo>
                <a:cubicBezTo>
                  <a:pt x="5832695" y="1847026"/>
                  <a:pt x="5839535" y="1837665"/>
                  <a:pt x="5828015" y="1835505"/>
                </a:cubicBezTo>
                <a:cubicBezTo>
                  <a:pt x="5809655" y="1860346"/>
                  <a:pt x="5786975" y="1830824"/>
                  <a:pt x="5782655" y="1812823"/>
                </a:cubicBezTo>
                <a:close/>
                <a:moveTo>
                  <a:pt x="5009099" y="1803400"/>
                </a:moveTo>
                <a:cubicBezTo>
                  <a:pt x="5013720" y="1818922"/>
                  <a:pt x="4991329" y="1823155"/>
                  <a:pt x="4986708" y="1834444"/>
                </a:cubicBezTo>
                <a:cubicBezTo>
                  <a:pt x="4995594" y="1836561"/>
                  <a:pt x="4995594" y="1825625"/>
                  <a:pt x="5000214" y="1834444"/>
                </a:cubicBezTo>
                <a:cubicBezTo>
                  <a:pt x="4988841" y="1836561"/>
                  <a:pt x="4993461" y="1841147"/>
                  <a:pt x="4979956" y="1839030"/>
                </a:cubicBezTo>
                <a:cubicBezTo>
                  <a:pt x="4991329" y="1825625"/>
                  <a:pt x="4966450" y="1816805"/>
                  <a:pt x="4979956" y="1807633"/>
                </a:cubicBezTo>
                <a:cubicBezTo>
                  <a:pt x="4982088" y="1814336"/>
                  <a:pt x="4986708" y="1821039"/>
                  <a:pt x="4993461" y="1818922"/>
                </a:cubicBezTo>
                <a:cubicBezTo>
                  <a:pt x="5000214" y="1814336"/>
                  <a:pt x="4995594" y="1805516"/>
                  <a:pt x="5009099" y="1803400"/>
                </a:cubicBezTo>
                <a:close/>
                <a:moveTo>
                  <a:pt x="4710995" y="1803400"/>
                </a:moveTo>
                <a:cubicBezTo>
                  <a:pt x="4717908" y="1803400"/>
                  <a:pt x="4724820" y="1807754"/>
                  <a:pt x="4729549" y="1814648"/>
                </a:cubicBezTo>
                <a:cubicBezTo>
                  <a:pt x="4722637" y="1821543"/>
                  <a:pt x="4713178" y="1828437"/>
                  <a:pt x="4706630" y="1826260"/>
                </a:cubicBezTo>
                <a:cubicBezTo>
                  <a:pt x="4694988" y="1817188"/>
                  <a:pt x="4715725" y="1812471"/>
                  <a:pt x="4710995" y="1803400"/>
                </a:cubicBezTo>
                <a:close/>
                <a:moveTo>
                  <a:pt x="5420853" y="1799142"/>
                </a:moveTo>
                <a:cubicBezTo>
                  <a:pt x="5420853" y="1799142"/>
                  <a:pt x="5420853" y="1799142"/>
                  <a:pt x="5411853" y="1803823"/>
                </a:cubicBezTo>
                <a:cubicBezTo>
                  <a:pt x="5420853" y="1814983"/>
                  <a:pt x="5416173" y="1819664"/>
                  <a:pt x="5402493" y="1821824"/>
                </a:cubicBezTo>
                <a:cubicBezTo>
                  <a:pt x="5402493" y="1821824"/>
                  <a:pt x="5402493" y="1821824"/>
                  <a:pt x="5409333" y="1835505"/>
                </a:cubicBezTo>
                <a:cubicBezTo>
                  <a:pt x="5416173" y="1823984"/>
                  <a:pt x="5427693" y="1814983"/>
                  <a:pt x="5420853" y="1799142"/>
                </a:cubicBezTo>
                <a:close/>
                <a:moveTo>
                  <a:pt x="5899568" y="1793955"/>
                </a:moveTo>
                <a:lnTo>
                  <a:pt x="5898576" y="1794462"/>
                </a:lnTo>
                <a:cubicBezTo>
                  <a:pt x="5899746" y="1797342"/>
                  <a:pt x="5901478" y="1798940"/>
                  <a:pt x="5903453" y="1799643"/>
                </a:cubicBezTo>
                <a:lnTo>
                  <a:pt x="5906221" y="1799562"/>
                </a:lnTo>
                <a:close/>
                <a:moveTo>
                  <a:pt x="4766118" y="1787678"/>
                </a:moveTo>
                <a:cubicBezTo>
                  <a:pt x="4761458" y="1787678"/>
                  <a:pt x="4734573" y="1799149"/>
                  <a:pt x="4750346" y="1810620"/>
                </a:cubicBezTo>
                <a:cubicBezTo>
                  <a:pt x="4754647" y="1803809"/>
                  <a:pt x="4772929" y="1796998"/>
                  <a:pt x="4766118" y="1787678"/>
                </a:cubicBezTo>
                <a:close/>
                <a:moveTo>
                  <a:pt x="5484573" y="1780781"/>
                </a:moveTo>
                <a:cubicBezTo>
                  <a:pt x="5475213" y="1776461"/>
                  <a:pt x="5470893" y="1796982"/>
                  <a:pt x="5466213" y="1803823"/>
                </a:cubicBezTo>
                <a:cubicBezTo>
                  <a:pt x="5479893" y="1808143"/>
                  <a:pt x="5482413" y="1787621"/>
                  <a:pt x="5484573" y="1780781"/>
                </a:cubicBezTo>
                <a:close/>
                <a:moveTo>
                  <a:pt x="1303720" y="1780249"/>
                </a:moveTo>
                <a:cubicBezTo>
                  <a:pt x="1301402" y="1780390"/>
                  <a:pt x="1299129" y="1781290"/>
                  <a:pt x="1296879" y="1783629"/>
                </a:cubicBezTo>
                <a:cubicBezTo>
                  <a:pt x="1301559" y="1790468"/>
                  <a:pt x="1310560" y="1785789"/>
                  <a:pt x="1301559" y="1797307"/>
                </a:cubicBezTo>
                <a:cubicBezTo>
                  <a:pt x="1296879" y="1790468"/>
                  <a:pt x="1292198" y="1787949"/>
                  <a:pt x="1285357" y="1792628"/>
                </a:cubicBezTo>
                <a:cubicBezTo>
                  <a:pt x="1290038" y="1810985"/>
                  <a:pt x="1251514" y="1833662"/>
                  <a:pt x="1228471" y="1842661"/>
                </a:cubicBezTo>
                <a:cubicBezTo>
                  <a:pt x="1235312" y="1854179"/>
                  <a:pt x="1237832" y="1851659"/>
                  <a:pt x="1239993" y="1860658"/>
                </a:cubicBezTo>
                <a:cubicBezTo>
                  <a:pt x="1264835" y="1819984"/>
                  <a:pt x="1303719" y="1815305"/>
                  <a:pt x="1326402" y="1781110"/>
                </a:cubicBezTo>
                <a:cubicBezTo>
                  <a:pt x="1318031" y="1786239"/>
                  <a:pt x="1310673" y="1779827"/>
                  <a:pt x="1303720" y="1780249"/>
                </a:cubicBezTo>
                <a:close/>
                <a:moveTo>
                  <a:pt x="5643694" y="1778621"/>
                </a:moveTo>
                <a:cubicBezTo>
                  <a:pt x="5627854" y="1785461"/>
                  <a:pt x="5630014" y="1799142"/>
                  <a:pt x="5627854" y="1810663"/>
                </a:cubicBezTo>
                <a:cubicBezTo>
                  <a:pt x="5632174" y="1812823"/>
                  <a:pt x="5636854" y="1810663"/>
                  <a:pt x="5643694" y="1805983"/>
                </a:cubicBezTo>
                <a:cubicBezTo>
                  <a:pt x="5634694" y="1794462"/>
                  <a:pt x="5652694" y="1790142"/>
                  <a:pt x="5643694" y="1778621"/>
                </a:cubicBezTo>
                <a:close/>
                <a:moveTo>
                  <a:pt x="5095410" y="1762780"/>
                </a:moveTo>
                <a:cubicBezTo>
                  <a:pt x="5091090" y="1767100"/>
                  <a:pt x="5084250" y="1776461"/>
                  <a:pt x="5095410" y="1780781"/>
                </a:cubicBezTo>
                <a:cubicBezTo>
                  <a:pt x="5104410" y="1776461"/>
                  <a:pt x="5106930" y="1764940"/>
                  <a:pt x="5095410" y="1762780"/>
                </a:cubicBezTo>
                <a:close/>
                <a:moveTo>
                  <a:pt x="6271684" y="1757362"/>
                </a:moveTo>
                <a:cubicBezTo>
                  <a:pt x="6282900" y="1757362"/>
                  <a:pt x="6282900" y="1757362"/>
                  <a:pt x="6282900" y="1757362"/>
                </a:cubicBezTo>
                <a:cubicBezTo>
                  <a:pt x="6285003" y="1762095"/>
                  <a:pt x="6287106" y="1766465"/>
                  <a:pt x="6287106" y="1773383"/>
                </a:cubicBezTo>
                <a:cubicBezTo>
                  <a:pt x="6265025" y="1769013"/>
                  <a:pt x="6291663" y="1789768"/>
                  <a:pt x="6274138" y="1796686"/>
                </a:cubicBezTo>
                <a:cubicBezTo>
                  <a:pt x="6267478" y="1787219"/>
                  <a:pt x="6267478" y="1764280"/>
                  <a:pt x="6271684" y="1757362"/>
                </a:cubicBezTo>
                <a:close/>
                <a:moveTo>
                  <a:pt x="4835922" y="1757362"/>
                </a:moveTo>
                <a:cubicBezTo>
                  <a:pt x="4858147" y="1759508"/>
                  <a:pt x="4838039" y="1777753"/>
                  <a:pt x="4824633" y="1782404"/>
                </a:cubicBezTo>
                <a:cubicBezTo>
                  <a:pt x="4820400" y="1770956"/>
                  <a:pt x="4840156" y="1762012"/>
                  <a:pt x="4835922" y="1757362"/>
                </a:cubicBezTo>
                <a:close/>
                <a:moveTo>
                  <a:pt x="6226702" y="1751012"/>
                </a:moveTo>
                <a:cubicBezTo>
                  <a:pt x="6240841" y="1751012"/>
                  <a:pt x="6236004" y="1770990"/>
                  <a:pt x="6228934" y="1777649"/>
                </a:cubicBezTo>
                <a:cubicBezTo>
                  <a:pt x="6217400" y="1775546"/>
                  <a:pt x="6228934" y="1757671"/>
                  <a:pt x="6226702" y="1751012"/>
                </a:cubicBezTo>
                <a:close/>
                <a:moveTo>
                  <a:pt x="5777975" y="1749099"/>
                </a:moveTo>
                <a:cubicBezTo>
                  <a:pt x="5771135" y="1758099"/>
                  <a:pt x="5773295" y="1769620"/>
                  <a:pt x="5771135" y="1780781"/>
                </a:cubicBezTo>
                <a:cubicBezTo>
                  <a:pt x="5777975" y="1771780"/>
                  <a:pt x="5789495" y="1762780"/>
                  <a:pt x="5777975" y="1749099"/>
                </a:cubicBezTo>
                <a:close/>
                <a:moveTo>
                  <a:pt x="5037182" y="1746250"/>
                </a:moveTo>
                <a:cubicBezTo>
                  <a:pt x="5043885" y="1755321"/>
                  <a:pt x="5023777" y="1759675"/>
                  <a:pt x="5041769" y="1766570"/>
                </a:cubicBezTo>
                <a:cubicBezTo>
                  <a:pt x="5028363" y="1771287"/>
                  <a:pt x="5026246" y="1755321"/>
                  <a:pt x="5014957" y="1764393"/>
                </a:cubicBezTo>
                <a:cubicBezTo>
                  <a:pt x="5006138" y="1750604"/>
                  <a:pt x="5028363" y="1755321"/>
                  <a:pt x="5037182" y="1746250"/>
                </a:cubicBezTo>
                <a:close/>
                <a:moveTo>
                  <a:pt x="6390187" y="1743648"/>
                </a:moveTo>
                <a:cubicBezTo>
                  <a:pt x="6421436" y="1743648"/>
                  <a:pt x="6421436" y="1743648"/>
                  <a:pt x="6421436" y="1743648"/>
                </a:cubicBezTo>
                <a:cubicBezTo>
                  <a:pt x="6426052" y="1748331"/>
                  <a:pt x="6428183" y="1755176"/>
                  <a:pt x="6423922" y="1766343"/>
                </a:cubicBezTo>
                <a:cubicBezTo>
                  <a:pt x="6414689" y="1762021"/>
                  <a:pt x="6423922" y="1741487"/>
                  <a:pt x="6399065" y="1748331"/>
                </a:cubicBezTo>
                <a:cubicBezTo>
                  <a:pt x="6421436" y="1789399"/>
                  <a:pt x="6374563" y="1798405"/>
                  <a:pt x="6408297" y="1825783"/>
                </a:cubicBezTo>
                <a:cubicBezTo>
                  <a:pt x="6403681" y="1825783"/>
                  <a:pt x="6403681" y="1832628"/>
                  <a:pt x="6403681" y="1834790"/>
                </a:cubicBezTo>
                <a:cubicBezTo>
                  <a:pt x="6399065" y="1832628"/>
                  <a:pt x="6392318" y="1830106"/>
                  <a:pt x="6383440" y="1830106"/>
                </a:cubicBezTo>
                <a:cubicBezTo>
                  <a:pt x="6378824" y="1789399"/>
                  <a:pt x="6392318" y="1786877"/>
                  <a:pt x="6390187" y="1743648"/>
                </a:cubicBezTo>
                <a:close/>
                <a:moveTo>
                  <a:pt x="1458536" y="1740435"/>
                </a:moveTo>
                <a:cubicBezTo>
                  <a:pt x="1444854" y="1747274"/>
                  <a:pt x="1438014" y="1756273"/>
                  <a:pt x="1419652" y="1756273"/>
                </a:cubicBezTo>
                <a:cubicBezTo>
                  <a:pt x="1426492" y="1778950"/>
                  <a:pt x="1456016" y="1751594"/>
                  <a:pt x="1458536" y="1740435"/>
                </a:cubicBezTo>
                <a:close/>
                <a:moveTo>
                  <a:pt x="6353044" y="1739900"/>
                </a:moveTo>
                <a:cubicBezTo>
                  <a:pt x="6370682" y="1755830"/>
                  <a:pt x="6350574" y="1778640"/>
                  <a:pt x="6368566" y="1797105"/>
                </a:cubicBezTo>
                <a:cubicBezTo>
                  <a:pt x="6344224" y="1797105"/>
                  <a:pt x="6377385" y="1806157"/>
                  <a:pt x="6366449" y="1822088"/>
                </a:cubicBezTo>
                <a:cubicBezTo>
                  <a:pt x="6341755" y="1813036"/>
                  <a:pt x="6355160" y="1785519"/>
                  <a:pt x="6339638" y="1762710"/>
                </a:cubicBezTo>
                <a:cubicBezTo>
                  <a:pt x="6363980" y="1764882"/>
                  <a:pt x="6339638" y="1744244"/>
                  <a:pt x="6353044" y="1739900"/>
                </a:cubicBezTo>
                <a:close/>
                <a:moveTo>
                  <a:pt x="6105412" y="1734498"/>
                </a:moveTo>
                <a:lnTo>
                  <a:pt x="6104889" y="1742394"/>
                </a:lnTo>
                <a:lnTo>
                  <a:pt x="6112417" y="1740098"/>
                </a:lnTo>
                <a:cubicBezTo>
                  <a:pt x="6110167" y="1740638"/>
                  <a:pt x="6108322" y="1739761"/>
                  <a:pt x="6107000" y="1738281"/>
                </a:cubicBezTo>
                <a:close/>
                <a:moveTo>
                  <a:pt x="1364926" y="1733596"/>
                </a:moveTo>
                <a:cubicBezTo>
                  <a:pt x="1353765" y="1756273"/>
                  <a:pt x="1331082" y="1758433"/>
                  <a:pt x="1322081" y="1778950"/>
                </a:cubicBezTo>
                <a:cubicBezTo>
                  <a:pt x="1344764" y="1763112"/>
                  <a:pt x="1360605" y="1765272"/>
                  <a:pt x="1371767" y="1742595"/>
                </a:cubicBezTo>
                <a:cubicBezTo>
                  <a:pt x="1371767" y="1742595"/>
                  <a:pt x="1371767" y="1742595"/>
                  <a:pt x="1364926" y="1733596"/>
                </a:cubicBezTo>
                <a:close/>
                <a:moveTo>
                  <a:pt x="5947376" y="1733550"/>
                </a:moveTo>
                <a:cubicBezTo>
                  <a:pt x="5949609" y="1737911"/>
                  <a:pt x="5956678" y="1744815"/>
                  <a:pt x="5951841" y="1749539"/>
                </a:cubicBezTo>
                <a:cubicBezTo>
                  <a:pt x="5949609" y="1737911"/>
                  <a:pt x="5935470" y="1763348"/>
                  <a:pt x="5933238" y="1751720"/>
                </a:cubicBezTo>
                <a:cubicBezTo>
                  <a:pt x="5940307" y="1744815"/>
                  <a:pt x="5937703" y="1737911"/>
                  <a:pt x="5947376" y="1733550"/>
                </a:cubicBezTo>
                <a:close/>
                <a:moveTo>
                  <a:pt x="4797663" y="1733550"/>
                </a:moveTo>
                <a:cubicBezTo>
                  <a:pt x="4804474" y="1762944"/>
                  <a:pt x="4772929" y="1758284"/>
                  <a:pt x="4763967" y="1778716"/>
                </a:cubicBezTo>
                <a:cubicBezTo>
                  <a:pt x="4784041" y="1796998"/>
                  <a:pt x="4800172" y="1747171"/>
                  <a:pt x="4824906" y="1733550"/>
                </a:cubicBezTo>
                <a:cubicBezTo>
                  <a:pt x="4827416" y="1737851"/>
                  <a:pt x="4829567" y="1749322"/>
                  <a:pt x="4822756" y="1744662"/>
                </a:cubicBezTo>
                <a:cubicBezTo>
                  <a:pt x="4822756" y="1751473"/>
                  <a:pt x="4829567" y="1747171"/>
                  <a:pt x="4827416" y="1760435"/>
                </a:cubicBezTo>
                <a:cubicBezTo>
                  <a:pt x="4786551" y="1790187"/>
                  <a:pt x="4786551" y="1823883"/>
                  <a:pt x="4738875" y="1833203"/>
                </a:cubicBezTo>
                <a:cubicBezTo>
                  <a:pt x="4734573" y="1826392"/>
                  <a:pt x="4750346" y="1805960"/>
                  <a:pt x="4729913" y="1808111"/>
                </a:cubicBezTo>
                <a:cubicBezTo>
                  <a:pt x="4752496" y="1778716"/>
                  <a:pt x="4768269" y="1751473"/>
                  <a:pt x="4797663" y="1733550"/>
                </a:cubicBezTo>
                <a:close/>
                <a:moveTo>
                  <a:pt x="5046188" y="1726171"/>
                </a:moveTo>
                <a:cubicBezTo>
                  <a:pt x="5047639" y="1724785"/>
                  <a:pt x="5048819" y="1724248"/>
                  <a:pt x="5052266" y="1727647"/>
                </a:cubicBezTo>
                <a:cubicBezTo>
                  <a:pt x="5050089" y="1727647"/>
                  <a:pt x="5052266" y="1732298"/>
                  <a:pt x="5054443" y="1734444"/>
                </a:cubicBezTo>
                <a:cubicBezTo>
                  <a:pt x="5038477" y="1734444"/>
                  <a:pt x="5061337" y="1745892"/>
                  <a:pt x="5045371" y="1745892"/>
                </a:cubicBezTo>
                <a:cubicBezTo>
                  <a:pt x="5036300" y="1736591"/>
                  <a:pt x="5056983" y="1732298"/>
                  <a:pt x="5038477" y="1729793"/>
                </a:cubicBezTo>
                <a:cubicBezTo>
                  <a:pt x="5043013" y="1729793"/>
                  <a:pt x="5044736" y="1727557"/>
                  <a:pt x="5046188" y="1726171"/>
                </a:cubicBezTo>
                <a:close/>
                <a:moveTo>
                  <a:pt x="6324036" y="1725612"/>
                </a:moveTo>
                <a:cubicBezTo>
                  <a:pt x="6328306" y="1734561"/>
                  <a:pt x="6332932" y="1754965"/>
                  <a:pt x="6324036" y="1761767"/>
                </a:cubicBezTo>
                <a:cubicBezTo>
                  <a:pt x="6319411" y="1754965"/>
                  <a:pt x="6312650" y="1734561"/>
                  <a:pt x="6324036" y="1725612"/>
                </a:cubicBezTo>
                <a:close/>
                <a:moveTo>
                  <a:pt x="4929449" y="1719577"/>
                </a:moveTo>
                <a:cubicBezTo>
                  <a:pt x="4917929" y="1721737"/>
                  <a:pt x="4913609" y="1733258"/>
                  <a:pt x="4924769" y="1737578"/>
                </a:cubicBezTo>
                <a:cubicBezTo>
                  <a:pt x="4934129" y="1733258"/>
                  <a:pt x="4940609" y="1728577"/>
                  <a:pt x="4929449" y="1719577"/>
                </a:cubicBezTo>
                <a:close/>
                <a:moveTo>
                  <a:pt x="5452647" y="1714500"/>
                </a:moveTo>
                <a:cubicBezTo>
                  <a:pt x="5464553" y="1721404"/>
                  <a:pt x="5459716" y="1733033"/>
                  <a:pt x="5455251" y="1744298"/>
                </a:cubicBezTo>
                <a:cubicBezTo>
                  <a:pt x="5448182" y="1737394"/>
                  <a:pt x="5441113" y="1721404"/>
                  <a:pt x="5452647" y="1714500"/>
                </a:cubicBezTo>
                <a:close/>
                <a:moveTo>
                  <a:pt x="6105788" y="1713694"/>
                </a:moveTo>
                <a:lnTo>
                  <a:pt x="6106550" y="1717319"/>
                </a:lnTo>
                <a:lnTo>
                  <a:pt x="6105691" y="1730294"/>
                </a:lnTo>
                <a:lnTo>
                  <a:pt x="6106291" y="1728707"/>
                </a:lnTo>
                <a:cubicBezTo>
                  <a:pt x="6107534" y="1728083"/>
                  <a:pt x="6109537" y="1728488"/>
                  <a:pt x="6112417" y="1730738"/>
                </a:cubicBezTo>
                <a:cubicBezTo>
                  <a:pt x="6113497" y="1726237"/>
                  <a:pt x="6112327" y="1722277"/>
                  <a:pt x="6110032" y="1718587"/>
                </a:cubicBezTo>
                <a:close/>
                <a:moveTo>
                  <a:pt x="5802815" y="1708056"/>
                </a:moveTo>
                <a:cubicBezTo>
                  <a:pt x="5791655" y="1712736"/>
                  <a:pt x="5800655" y="1721737"/>
                  <a:pt x="5789495" y="1726417"/>
                </a:cubicBezTo>
                <a:cubicBezTo>
                  <a:pt x="5795975" y="1728577"/>
                  <a:pt x="5802815" y="1723897"/>
                  <a:pt x="5809655" y="1721737"/>
                </a:cubicBezTo>
                <a:cubicBezTo>
                  <a:pt x="5809655" y="1721737"/>
                  <a:pt x="5809655" y="1721737"/>
                  <a:pt x="5802815" y="1708056"/>
                </a:cubicBezTo>
                <a:close/>
                <a:moveTo>
                  <a:pt x="5118090" y="1705896"/>
                </a:moveTo>
                <a:cubicBezTo>
                  <a:pt x="5109090" y="1710576"/>
                  <a:pt x="5102250" y="1714896"/>
                  <a:pt x="5106930" y="1723897"/>
                </a:cubicBezTo>
                <a:cubicBezTo>
                  <a:pt x="5111250" y="1719577"/>
                  <a:pt x="5124930" y="1714896"/>
                  <a:pt x="5118090" y="1705896"/>
                </a:cubicBezTo>
                <a:close/>
                <a:moveTo>
                  <a:pt x="5994112" y="1700135"/>
                </a:moveTo>
                <a:cubicBezTo>
                  <a:pt x="5989027" y="1698965"/>
                  <a:pt x="5982817" y="1701215"/>
                  <a:pt x="5982817" y="1708056"/>
                </a:cubicBezTo>
                <a:cubicBezTo>
                  <a:pt x="5984977" y="1717417"/>
                  <a:pt x="5993977" y="1705896"/>
                  <a:pt x="5998657" y="1712736"/>
                </a:cubicBezTo>
                <a:cubicBezTo>
                  <a:pt x="6003157" y="1705896"/>
                  <a:pt x="5999197" y="1701305"/>
                  <a:pt x="5994112" y="1700135"/>
                </a:cubicBezTo>
                <a:close/>
                <a:moveTo>
                  <a:pt x="1355925" y="1699401"/>
                </a:moveTo>
                <a:cubicBezTo>
                  <a:pt x="1344764" y="1708400"/>
                  <a:pt x="1333243" y="1715239"/>
                  <a:pt x="1337923" y="1724238"/>
                </a:cubicBezTo>
                <a:cubicBezTo>
                  <a:pt x="1346924" y="1713079"/>
                  <a:pt x="1351604" y="1724238"/>
                  <a:pt x="1360605" y="1713079"/>
                </a:cubicBezTo>
                <a:cubicBezTo>
                  <a:pt x="1355925" y="1708400"/>
                  <a:pt x="1353765" y="1704081"/>
                  <a:pt x="1355925" y="1699401"/>
                </a:cubicBezTo>
                <a:close/>
                <a:moveTo>
                  <a:pt x="4719470" y="1693862"/>
                </a:moveTo>
                <a:cubicBezTo>
                  <a:pt x="4726375" y="1710348"/>
                  <a:pt x="4708204" y="1712546"/>
                  <a:pt x="4701299" y="1717308"/>
                </a:cubicBezTo>
                <a:cubicBezTo>
                  <a:pt x="4696575" y="1707783"/>
                  <a:pt x="4715109" y="1703387"/>
                  <a:pt x="4719470" y="1693862"/>
                </a:cubicBezTo>
                <a:close/>
                <a:moveTo>
                  <a:pt x="6319664" y="1692275"/>
                </a:moveTo>
                <a:cubicBezTo>
                  <a:pt x="6348808" y="1692275"/>
                  <a:pt x="6328549" y="1719924"/>
                  <a:pt x="6317531" y="1726836"/>
                </a:cubicBezTo>
                <a:cubicBezTo>
                  <a:pt x="6301538" y="1719924"/>
                  <a:pt x="6324284" y="1706099"/>
                  <a:pt x="6319664" y="1692275"/>
                </a:cubicBezTo>
                <a:close/>
                <a:moveTo>
                  <a:pt x="5944876" y="1690831"/>
                </a:moveTo>
                <a:cubicBezTo>
                  <a:pt x="5940742" y="1692283"/>
                  <a:pt x="5936017" y="1695545"/>
                  <a:pt x="5930257" y="1701216"/>
                </a:cubicBezTo>
                <a:cubicBezTo>
                  <a:pt x="5934937" y="1705896"/>
                  <a:pt x="5941777" y="1694375"/>
                  <a:pt x="5946457" y="1701216"/>
                </a:cubicBezTo>
                <a:cubicBezTo>
                  <a:pt x="5941777" y="1714896"/>
                  <a:pt x="5934937" y="1721737"/>
                  <a:pt x="5921256" y="1726417"/>
                </a:cubicBezTo>
                <a:cubicBezTo>
                  <a:pt x="5922337" y="1733258"/>
                  <a:pt x="5917836" y="1738388"/>
                  <a:pt x="5914461" y="1743789"/>
                </a:cubicBezTo>
                <a:lnTo>
                  <a:pt x="5912521" y="1748696"/>
                </a:lnTo>
                <a:lnTo>
                  <a:pt x="5914139" y="1751480"/>
                </a:lnTo>
                <a:lnTo>
                  <a:pt x="5929500" y="1761282"/>
                </a:lnTo>
                <a:lnTo>
                  <a:pt x="5939617" y="1755939"/>
                </a:lnTo>
                <a:cubicBezTo>
                  <a:pt x="5940697" y="1758189"/>
                  <a:pt x="5940382" y="1760012"/>
                  <a:pt x="5939443" y="1761627"/>
                </a:cubicBezTo>
                <a:lnTo>
                  <a:pt x="5936053" y="1765464"/>
                </a:lnTo>
                <a:lnTo>
                  <a:pt x="5942269" y="1769430"/>
                </a:lnTo>
                <a:lnTo>
                  <a:pt x="5942587" y="1769125"/>
                </a:lnTo>
                <a:cubicBezTo>
                  <a:pt x="5943307" y="1768113"/>
                  <a:pt x="5943960" y="1767607"/>
                  <a:pt x="5944860" y="1768209"/>
                </a:cubicBezTo>
                <a:lnTo>
                  <a:pt x="5948099" y="1773150"/>
                </a:lnTo>
                <a:lnTo>
                  <a:pt x="5948781" y="1773586"/>
                </a:lnTo>
                <a:lnTo>
                  <a:pt x="5962297" y="1744418"/>
                </a:lnTo>
                <a:cubicBezTo>
                  <a:pt x="5969137" y="1744418"/>
                  <a:pt x="5962297" y="1751259"/>
                  <a:pt x="5966617" y="1755939"/>
                </a:cubicBezTo>
                <a:cubicBezTo>
                  <a:pt x="5980297" y="1751259"/>
                  <a:pt x="5980297" y="1744418"/>
                  <a:pt x="5982817" y="1737578"/>
                </a:cubicBezTo>
                <a:cubicBezTo>
                  <a:pt x="5966617" y="1737578"/>
                  <a:pt x="5978137" y="1733258"/>
                  <a:pt x="5973457" y="1719577"/>
                </a:cubicBezTo>
                <a:cubicBezTo>
                  <a:pt x="5969137" y="1719577"/>
                  <a:pt x="5964457" y="1721737"/>
                  <a:pt x="5957617" y="1726417"/>
                </a:cubicBezTo>
                <a:cubicBezTo>
                  <a:pt x="5955457" y="1719577"/>
                  <a:pt x="5966617" y="1717417"/>
                  <a:pt x="5964457" y="1710576"/>
                </a:cubicBezTo>
                <a:cubicBezTo>
                  <a:pt x="5969137" y="1710576"/>
                  <a:pt x="5971297" y="1717417"/>
                  <a:pt x="5978137" y="1710576"/>
                </a:cubicBezTo>
                <a:cubicBezTo>
                  <a:pt x="5964367" y="1698425"/>
                  <a:pt x="5957279" y="1686477"/>
                  <a:pt x="5944876" y="1690831"/>
                </a:cubicBezTo>
                <a:close/>
                <a:moveTo>
                  <a:pt x="5458878" y="1687670"/>
                </a:moveTo>
                <a:cubicBezTo>
                  <a:pt x="5453793" y="1686005"/>
                  <a:pt x="5445873" y="1686635"/>
                  <a:pt x="5441373" y="1690055"/>
                </a:cubicBezTo>
                <a:cubicBezTo>
                  <a:pt x="5452533" y="1705896"/>
                  <a:pt x="5436693" y="1692215"/>
                  <a:pt x="5427693" y="1699055"/>
                </a:cubicBezTo>
                <a:cubicBezTo>
                  <a:pt x="5436693" y="1719577"/>
                  <a:pt x="5411853" y="1728577"/>
                  <a:pt x="5418693" y="1749099"/>
                </a:cubicBezTo>
                <a:cubicBezTo>
                  <a:pt x="5411853" y="1746939"/>
                  <a:pt x="5407173" y="1749099"/>
                  <a:pt x="5405013" y="1753779"/>
                </a:cubicBezTo>
                <a:cubicBezTo>
                  <a:pt x="5414013" y="1762780"/>
                  <a:pt x="5418693" y="1773941"/>
                  <a:pt x="5405013" y="1769620"/>
                </a:cubicBezTo>
                <a:cubicBezTo>
                  <a:pt x="5409333" y="1778621"/>
                  <a:pt x="5423013" y="1776461"/>
                  <a:pt x="5414013" y="1794462"/>
                </a:cubicBezTo>
                <a:cubicBezTo>
                  <a:pt x="5432013" y="1787621"/>
                  <a:pt x="5425533" y="1773941"/>
                  <a:pt x="5414013" y="1758099"/>
                </a:cubicBezTo>
                <a:cubicBezTo>
                  <a:pt x="5416173" y="1749099"/>
                  <a:pt x="5429853" y="1744418"/>
                  <a:pt x="5434533" y="1737578"/>
                </a:cubicBezTo>
                <a:cubicBezTo>
                  <a:pt x="5434533" y="1742258"/>
                  <a:pt x="5432013" y="1744418"/>
                  <a:pt x="5436693" y="1744418"/>
                </a:cubicBezTo>
                <a:cubicBezTo>
                  <a:pt x="5429853" y="1753779"/>
                  <a:pt x="5425533" y="1776461"/>
                  <a:pt x="5438853" y="1785461"/>
                </a:cubicBezTo>
                <a:cubicBezTo>
                  <a:pt x="5455053" y="1778621"/>
                  <a:pt x="5441373" y="1764940"/>
                  <a:pt x="5443533" y="1755939"/>
                </a:cubicBezTo>
                <a:cubicBezTo>
                  <a:pt x="5443533" y="1755939"/>
                  <a:pt x="5443533" y="1755939"/>
                  <a:pt x="5461893" y="1749099"/>
                </a:cubicBezTo>
                <a:cubicBezTo>
                  <a:pt x="5459373" y="1730738"/>
                  <a:pt x="5479893" y="1705896"/>
                  <a:pt x="5450373" y="1696895"/>
                </a:cubicBezTo>
                <a:cubicBezTo>
                  <a:pt x="5455053" y="1692215"/>
                  <a:pt x="5457213" y="1696895"/>
                  <a:pt x="5459373" y="1699055"/>
                </a:cubicBezTo>
                <a:cubicBezTo>
                  <a:pt x="5466213" y="1693295"/>
                  <a:pt x="5463963" y="1689335"/>
                  <a:pt x="5458878" y="1687670"/>
                </a:cubicBezTo>
                <a:close/>
                <a:moveTo>
                  <a:pt x="5067914" y="1685925"/>
                </a:moveTo>
                <a:cubicBezTo>
                  <a:pt x="5093090" y="1708150"/>
                  <a:pt x="5061080" y="1708150"/>
                  <a:pt x="5054247" y="1723672"/>
                </a:cubicBezTo>
                <a:cubicBezTo>
                  <a:pt x="5047413" y="1710619"/>
                  <a:pt x="5067914" y="1703916"/>
                  <a:pt x="5061080" y="1688041"/>
                </a:cubicBezTo>
                <a:cubicBezTo>
                  <a:pt x="5063598" y="1692628"/>
                  <a:pt x="5065756" y="1690511"/>
                  <a:pt x="5067914" y="1685925"/>
                </a:cubicBezTo>
                <a:close/>
                <a:moveTo>
                  <a:pt x="5616444" y="1682750"/>
                </a:moveTo>
                <a:cubicBezTo>
                  <a:pt x="5634435" y="1684982"/>
                  <a:pt x="5623146" y="1696888"/>
                  <a:pt x="5621030" y="1706190"/>
                </a:cubicBezTo>
                <a:cubicBezTo>
                  <a:pt x="5603038" y="1703957"/>
                  <a:pt x="5621030" y="1696888"/>
                  <a:pt x="5616444" y="1682750"/>
                </a:cubicBezTo>
                <a:close/>
                <a:moveTo>
                  <a:pt x="5082057" y="1662112"/>
                </a:moveTo>
                <a:cubicBezTo>
                  <a:pt x="5086913" y="1666594"/>
                  <a:pt x="5094010" y="1662112"/>
                  <a:pt x="5096251" y="1666594"/>
                </a:cubicBezTo>
                <a:cubicBezTo>
                  <a:pt x="5079816" y="1666594"/>
                  <a:pt x="5086913" y="1680788"/>
                  <a:pt x="5079816" y="1676306"/>
                </a:cubicBezTo>
                <a:cubicBezTo>
                  <a:pt x="5082057" y="1671450"/>
                  <a:pt x="5077575" y="1664353"/>
                  <a:pt x="5082057" y="1662112"/>
                </a:cubicBezTo>
                <a:close/>
                <a:moveTo>
                  <a:pt x="4948614" y="1654175"/>
                </a:moveTo>
                <a:cubicBezTo>
                  <a:pt x="4944132" y="1665234"/>
                  <a:pt x="4937035" y="1676649"/>
                  <a:pt x="4932179" y="1685568"/>
                </a:cubicBezTo>
                <a:cubicBezTo>
                  <a:pt x="4929938" y="1674152"/>
                  <a:pt x="4937035" y="1656315"/>
                  <a:pt x="4948614" y="1654175"/>
                </a:cubicBezTo>
                <a:close/>
                <a:moveTo>
                  <a:pt x="5871216" y="1653692"/>
                </a:moveTo>
                <a:cubicBezTo>
                  <a:pt x="5855375" y="1664853"/>
                  <a:pt x="5871216" y="1683214"/>
                  <a:pt x="5864376" y="1699055"/>
                </a:cubicBezTo>
                <a:cubicBezTo>
                  <a:pt x="5878056" y="1685374"/>
                  <a:pt x="5869056" y="1667013"/>
                  <a:pt x="5882736" y="1655852"/>
                </a:cubicBezTo>
                <a:cubicBezTo>
                  <a:pt x="5880216" y="1651172"/>
                  <a:pt x="5873376" y="1658013"/>
                  <a:pt x="5871216" y="1653692"/>
                </a:cubicBezTo>
                <a:close/>
                <a:moveTo>
                  <a:pt x="5700575" y="1649012"/>
                </a:moveTo>
                <a:cubicBezTo>
                  <a:pt x="5684735" y="1658013"/>
                  <a:pt x="5680055" y="1669533"/>
                  <a:pt x="5686895" y="1683214"/>
                </a:cubicBezTo>
                <a:cubicBezTo>
                  <a:pt x="5698415" y="1673854"/>
                  <a:pt x="5705255" y="1662693"/>
                  <a:pt x="5700575" y="1649012"/>
                </a:cubicBezTo>
                <a:close/>
                <a:moveTo>
                  <a:pt x="6424692" y="1646237"/>
                </a:moveTo>
                <a:cubicBezTo>
                  <a:pt x="6428985" y="1650598"/>
                  <a:pt x="6435782" y="1650598"/>
                  <a:pt x="6445084" y="1650598"/>
                </a:cubicBezTo>
                <a:cubicBezTo>
                  <a:pt x="6447230" y="1664407"/>
                  <a:pt x="6435782" y="1664407"/>
                  <a:pt x="6433636" y="1676036"/>
                </a:cubicBezTo>
                <a:cubicBezTo>
                  <a:pt x="6424692" y="1671312"/>
                  <a:pt x="6422188" y="1659683"/>
                  <a:pt x="6424692" y="1646237"/>
                </a:cubicBezTo>
                <a:close/>
                <a:moveTo>
                  <a:pt x="5104265" y="1642003"/>
                </a:moveTo>
                <a:cubicBezTo>
                  <a:pt x="5113724" y="1648706"/>
                  <a:pt x="5097717" y="1655409"/>
                  <a:pt x="5088258" y="1653292"/>
                </a:cubicBezTo>
                <a:cubicBezTo>
                  <a:pt x="5079163" y="1646590"/>
                  <a:pt x="5097717" y="1639887"/>
                  <a:pt x="5104265" y="1642003"/>
                </a:cubicBezTo>
                <a:close/>
                <a:moveTo>
                  <a:pt x="5918106" y="1625228"/>
                </a:moveTo>
                <a:cubicBezTo>
                  <a:pt x="5913989" y="1627523"/>
                  <a:pt x="5912706" y="1638121"/>
                  <a:pt x="5907576" y="1640011"/>
                </a:cubicBezTo>
                <a:cubicBezTo>
                  <a:pt x="5907576" y="1640011"/>
                  <a:pt x="5907576" y="1640011"/>
                  <a:pt x="5916936" y="1655852"/>
                </a:cubicBezTo>
                <a:cubicBezTo>
                  <a:pt x="5928097" y="1642171"/>
                  <a:pt x="5934937" y="1660173"/>
                  <a:pt x="5939617" y="1644332"/>
                </a:cubicBezTo>
                <a:cubicBezTo>
                  <a:pt x="5934937" y="1630651"/>
                  <a:pt x="5921256" y="1651172"/>
                  <a:pt x="5916936" y="1646852"/>
                </a:cubicBezTo>
                <a:cubicBezTo>
                  <a:pt x="5916936" y="1640011"/>
                  <a:pt x="5925937" y="1635331"/>
                  <a:pt x="5923417" y="1626330"/>
                </a:cubicBezTo>
                <a:cubicBezTo>
                  <a:pt x="5921167" y="1624620"/>
                  <a:pt x="5919479" y="1624463"/>
                  <a:pt x="5918106" y="1625228"/>
                </a:cubicBezTo>
                <a:close/>
                <a:moveTo>
                  <a:pt x="5676769" y="1616075"/>
                </a:moveTo>
                <a:cubicBezTo>
                  <a:pt x="5678885" y="1629189"/>
                  <a:pt x="5649957" y="1631605"/>
                  <a:pt x="5641138" y="1625048"/>
                </a:cubicBezTo>
                <a:cubicBezTo>
                  <a:pt x="5647841" y="1618491"/>
                  <a:pt x="5667949" y="1620561"/>
                  <a:pt x="5676769" y="1616075"/>
                </a:cubicBezTo>
                <a:close/>
                <a:moveTo>
                  <a:pt x="5184331" y="1614810"/>
                </a:moveTo>
                <a:cubicBezTo>
                  <a:pt x="5170651" y="1612649"/>
                  <a:pt x="5161651" y="1628491"/>
                  <a:pt x="5165971" y="1635331"/>
                </a:cubicBezTo>
                <a:cubicBezTo>
                  <a:pt x="5181811" y="1630651"/>
                  <a:pt x="5172811" y="1621650"/>
                  <a:pt x="5184331" y="1614810"/>
                </a:cubicBezTo>
                <a:close/>
                <a:moveTo>
                  <a:pt x="6398552" y="1614487"/>
                </a:moveTo>
                <a:cubicBezTo>
                  <a:pt x="6407724" y="1626098"/>
                  <a:pt x="6418660" y="1644241"/>
                  <a:pt x="6411957" y="1662747"/>
                </a:cubicBezTo>
                <a:cubicBezTo>
                  <a:pt x="6387263" y="1664924"/>
                  <a:pt x="6407724" y="1628275"/>
                  <a:pt x="6380913" y="1632992"/>
                </a:cubicBezTo>
                <a:cubicBezTo>
                  <a:pt x="6380913" y="1628275"/>
                  <a:pt x="6387263" y="1630452"/>
                  <a:pt x="6391849" y="1628275"/>
                </a:cubicBezTo>
                <a:cubicBezTo>
                  <a:pt x="6398552" y="1628275"/>
                  <a:pt x="6396435" y="1619204"/>
                  <a:pt x="6398552" y="1614487"/>
                </a:cubicBezTo>
                <a:close/>
                <a:moveTo>
                  <a:pt x="5759396" y="1606951"/>
                </a:moveTo>
                <a:cubicBezTo>
                  <a:pt x="5756892" y="1606529"/>
                  <a:pt x="5754035" y="1607339"/>
                  <a:pt x="5750615" y="1610129"/>
                </a:cubicBezTo>
                <a:cubicBezTo>
                  <a:pt x="5755295" y="1619490"/>
                  <a:pt x="5762135" y="1612649"/>
                  <a:pt x="5764295" y="1623810"/>
                </a:cubicBezTo>
                <a:cubicBezTo>
                  <a:pt x="5759615" y="1628491"/>
                  <a:pt x="5757455" y="1626330"/>
                  <a:pt x="5753135" y="1621650"/>
                </a:cubicBezTo>
                <a:cubicBezTo>
                  <a:pt x="5746295" y="1626330"/>
                  <a:pt x="5750615" y="1635331"/>
                  <a:pt x="5757455" y="1642171"/>
                </a:cubicBezTo>
                <a:cubicBezTo>
                  <a:pt x="5762135" y="1635331"/>
                  <a:pt x="5766455" y="1642171"/>
                  <a:pt x="5768975" y="1646852"/>
                </a:cubicBezTo>
                <a:cubicBezTo>
                  <a:pt x="5768975" y="1646852"/>
                  <a:pt x="5768975" y="1646852"/>
                  <a:pt x="5770685" y="1645682"/>
                </a:cubicBezTo>
                <a:lnTo>
                  <a:pt x="5773984" y="1643425"/>
                </a:lnTo>
                <a:lnTo>
                  <a:pt x="5771197" y="1635755"/>
                </a:lnTo>
                <a:lnTo>
                  <a:pt x="5770939" y="1634734"/>
                </a:lnTo>
                <a:lnTo>
                  <a:pt x="5764295" y="1633171"/>
                </a:lnTo>
                <a:cubicBezTo>
                  <a:pt x="5761955" y="1628491"/>
                  <a:pt x="5764205" y="1628491"/>
                  <a:pt x="5767625" y="1628491"/>
                </a:cubicBezTo>
                <a:lnTo>
                  <a:pt x="5769183" y="1627786"/>
                </a:lnTo>
                <a:lnTo>
                  <a:pt x="5764779" y="1610359"/>
                </a:lnTo>
                <a:close/>
                <a:moveTo>
                  <a:pt x="5882736" y="1605809"/>
                </a:moveTo>
                <a:cubicBezTo>
                  <a:pt x="5873376" y="1610129"/>
                  <a:pt x="5871216" y="1619490"/>
                  <a:pt x="5875896" y="1626330"/>
                </a:cubicBezTo>
                <a:cubicBezTo>
                  <a:pt x="5884896" y="1614810"/>
                  <a:pt x="5884896" y="1635331"/>
                  <a:pt x="5893896" y="1623810"/>
                </a:cubicBezTo>
                <a:cubicBezTo>
                  <a:pt x="5896416" y="1616970"/>
                  <a:pt x="5889576" y="1605809"/>
                  <a:pt x="5882736" y="1605809"/>
                </a:cubicBezTo>
                <a:close/>
                <a:moveTo>
                  <a:pt x="6135461" y="1604962"/>
                </a:moveTo>
                <a:cubicBezTo>
                  <a:pt x="6147184" y="1609195"/>
                  <a:pt x="6135461" y="1631773"/>
                  <a:pt x="6135461" y="1642709"/>
                </a:cubicBezTo>
                <a:cubicBezTo>
                  <a:pt x="6128500" y="1629303"/>
                  <a:pt x="6123738" y="1615898"/>
                  <a:pt x="6135461" y="1604962"/>
                </a:cubicBezTo>
                <a:close/>
                <a:moveTo>
                  <a:pt x="5912256" y="1598968"/>
                </a:moveTo>
                <a:cubicBezTo>
                  <a:pt x="5903256" y="1603289"/>
                  <a:pt x="5898576" y="1610129"/>
                  <a:pt x="5903256" y="1616970"/>
                </a:cubicBezTo>
                <a:cubicBezTo>
                  <a:pt x="5910096" y="1612649"/>
                  <a:pt x="5914416" y="1616970"/>
                  <a:pt x="5919096" y="1612649"/>
                </a:cubicBezTo>
                <a:close/>
                <a:moveTo>
                  <a:pt x="5690201" y="1597025"/>
                </a:moveTo>
                <a:cubicBezTo>
                  <a:pt x="5692434" y="1601787"/>
                  <a:pt x="5699503" y="1608747"/>
                  <a:pt x="5694666" y="1610945"/>
                </a:cubicBezTo>
                <a:cubicBezTo>
                  <a:pt x="5690201" y="1608747"/>
                  <a:pt x="5683132" y="1610945"/>
                  <a:pt x="5676063" y="1606549"/>
                </a:cubicBezTo>
                <a:cubicBezTo>
                  <a:pt x="5685365" y="1599589"/>
                  <a:pt x="5687597" y="1606549"/>
                  <a:pt x="5690201" y="1597025"/>
                </a:cubicBezTo>
                <a:close/>
                <a:moveTo>
                  <a:pt x="5495733" y="1594288"/>
                </a:moveTo>
                <a:cubicBezTo>
                  <a:pt x="5486733" y="1601129"/>
                  <a:pt x="5484573" y="1607969"/>
                  <a:pt x="5484573" y="1616970"/>
                </a:cubicBezTo>
                <a:cubicBezTo>
                  <a:pt x="5477733" y="1621650"/>
                  <a:pt x="5479893" y="1607969"/>
                  <a:pt x="5482413" y="1605809"/>
                </a:cubicBezTo>
                <a:cubicBezTo>
                  <a:pt x="5468373" y="1607969"/>
                  <a:pt x="5470893" y="1635331"/>
                  <a:pt x="5470893" y="1646852"/>
                </a:cubicBezTo>
                <a:cubicBezTo>
                  <a:pt x="5450373" y="1649012"/>
                  <a:pt x="5475213" y="1653692"/>
                  <a:pt x="5450373" y="1658013"/>
                </a:cubicBezTo>
                <a:cubicBezTo>
                  <a:pt x="5457213" y="1680694"/>
                  <a:pt x="5475213" y="1680694"/>
                  <a:pt x="5473053" y="1705896"/>
                </a:cubicBezTo>
                <a:cubicBezTo>
                  <a:pt x="5482413" y="1699055"/>
                  <a:pt x="5489253" y="1683214"/>
                  <a:pt x="5473053" y="1676374"/>
                </a:cubicBezTo>
                <a:cubicBezTo>
                  <a:pt x="5500413" y="1673854"/>
                  <a:pt x="5482413" y="1651172"/>
                  <a:pt x="5498253" y="1637491"/>
                </a:cubicBezTo>
                <a:cubicBezTo>
                  <a:pt x="5482413" y="1633171"/>
                  <a:pt x="5491413" y="1621650"/>
                  <a:pt x="5486733" y="1612649"/>
                </a:cubicBezTo>
                <a:cubicBezTo>
                  <a:pt x="5495733" y="1607969"/>
                  <a:pt x="5505093" y="1603289"/>
                  <a:pt x="5495733" y="1594288"/>
                </a:cubicBezTo>
                <a:close/>
                <a:moveTo>
                  <a:pt x="5129607" y="1587098"/>
                </a:moveTo>
                <a:cubicBezTo>
                  <a:pt x="5129607" y="1594002"/>
                  <a:pt x="5124981" y="1612536"/>
                  <a:pt x="5109325" y="1605632"/>
                </a:cubicBezTo>
                <a:cubicBezTo>
                  <a:pt x="5120711" y="1600907"/>
                  <a:pt x="5113951" y="1582737"/>
                  <a:pt x="5129607" y="1587098"/>
                </a:cubicBezTo>
                <a:close/>
                <a:moveTo>
                  <a:pt x="5536773" y="1585288"/>
                </a:moveTo>
                <a:cubicBezTo>
                  <a:pt x="5529933" y="1587448"/>
                  <a:pt x="5532093" y="1594288"/>
                  <a:pt x="5536773" y="1598968"/>
                </a:cubicBezTo>
                <a:cubicBezTo>
                  <a:pt x="5536773" y="1598968"/>
                  <a:pt x="5536773" y="1598968"/>
                  <a:pt x="5550453" y="1592128"/>
                </a:cubicBezTo>
                <a:cubicBezTo>
                  <a:pt x="5548293" y="1580607"/>
                  <a:pt x="5538933" y="1596448"/>
                  <a:pt x="5536773" y="1585288"/>
                </a:cubicBezTo>
                <a:close/>
                <a:moveTo>
                  <a:pt x="4802761" y="1582812"/>
                </a:moveTo>
                <a:cubicBezTo>
                  <a:pt x="4807347" y="1594346"/>
                  <a:pt x="4785122" y="1587276"/>
                  <a:pt x="4787239" y="1601415"/>
                </a:cubicBezTo>
                <a:cubicBezTo>
                  <a:pt x="4775950" y="1587276"/>
                  <a:pt x="4791825" y="1577975"/>
                  <a:pt x="4802761" y="1582812"/>
                </a:cubicBezTo>
                <a:close/>
                <a:moveTo>
                  <a:pt x="5067408" y="1582737"/>
                </a:moveTo>
                <a:cubicBezTo>
                  <a:pt x="5076744" y="1582737"/>
                  <a:pt x="5074230" y="1587043"/>
                  <a:pt x="5083566" y="1593860"/>
                </a:cubicBezTo>
                <a:cubicBezTo>
                  <a:pt x="5069921" y="1605343"/>
                  <a:pt x="5067408" y="1623284"/>
                  <a:pt x="5074230" y="1634766"/>
                </a:cubicBezTo>
                <a:cubicBezTo>
                  <a:pt x="5069921" y="1630101"/>
                  <a:pt x="5063099" y="1630101"/>
                  <a:pt x="5058431" y="1625795"/>
                </a:cubicBezTo>
                <a:cubicBezTo>
                  <a:pt x="5069921" y="1618978"/>
                  <a:pt x="5076744" y="1609648"/>
                  <a:pt x="5063099" y="1596013"/>
                </a:cubicBezTo>
                <a:cubicBezTo>
                  <a:pt x="5067408" y="1589554"/>
                  <a:pt x="5081052" y="1598525"/>
                  <a:pt x="5076744" y="1591707"/>
                </a:cubicBezTo>
                <a:cubicBezTo>
                  <a:pt x="5074230" y="1587043"/>
                  <a:pt x="5053763" y="1584890"/>
                  <a:pt x="5067408" y="1582737"/>
                </a:cubicBezTo>
                <a:close/>
                <a:moveTo>
                  <a:pt x="5810460" y="1579675"/>
                </a:moveTo>
                <a:lnTo>
                  <a:pt x="5813641" y="1591950"/>
                </a:lnTo>
                <a:lnTo>
                  <a:pt x="5814959" y="1584860"/>
                </a:lnTo>
                <a:close/>
                <a:moveTo>
                  <a:pt x="5486733" y="1576287"/>
                </a:moveTo>
                <a:cubicBezTo>
                  <a:pt x="5475213" y="1589968"/>
                  <a:pt x="5502573" y="1587448"/>
                  <a:pt x="5509413" y="1598968"/>
                </a:cubicBezTo>
                <a:cubicBezTo>
                  <a:pt x="5511933" y="1594288"/>
                  <a:pt x="5511933" y="1589968"/>
                  <a:pt x="5507253" y="1585288"/>
                </a:cubicBezTo>
                <a:cubicBezTo>
                  <a:pt x="5495733" y="1592128"/>
                  <a:pt x="5500413" y="1573767"/>
                  <a:pt x="5486733" y="1576287"/>
                </a:cubicBezTo>
                <a:close/>
                <a:moveTo>
                  <a:pt x="4800187" y="1563121"/>
                </a:moveTo>
                <a:cubicBezTo>
                  <a:pt x="4801713" y="1563313"/>
                  <a:pt x="4803525" y="1564313"/>
                  <a:pt x="4805768" y="1566639"/>
                </a:cubicBezTo>
                <a:cubicBezTo>
                  <a:pt x="4803352" y="1566639"/>
                  <a:pt x="4801281" y="1566639"/>
                  <a:pt x="4799211" y="1571476"/>
                </a:cubicBezTo>
                <a:cubicBezTo>
                  <a:pt x="4799211" y="1573708"/>
                  <a:pt x="4803352" y="1578545"/>
                  <a:pt x="4799211" y="1580778"/>
                </a:cubicBezTo>
                <a:cubicBezTo>
                  <a:pt x="4790238" y="1580778"/>
                  <a:pt x="4794724" y="1576313"/>
                  <a:pt x="4790238" y="1569243"/>
                </a:cubicBezTo>
                <a:cubicBezTo>
                  <a:pt x="4793602" y="1569243"/>
                  <a:pt x="4795609" y="1562546"/>
                  <a:pt x="4800187" y="1563121"/>
                </a:cubicBezTo>
                <a:close/>
                <a:moveTo>
                  <a:pt x="1294718" y="1560462"/>
                </a:moveTo>
                <a:cubicBezTo>
                  <a:pt x="1283197" y="1574140"/>
                  <a:pt x="1278517" y="1567301"/>
                  <a:pt x="1271676" y="1565141"/>
                </a:cubicBezTo>
                <a:cubicBezTo>
                  <a:pt x="1260515" y="1583498"/>
                  <a:pt x="1235312" y="1585658"/>
                  <a:pt x="1217310" y="1603655"/>
                </a:cubicBezTo>
                <a:cubicBezTo>
                  <a:pt x="1221991" y="1610494"/>
                  <a:pt x="1224151" y="1619853"/>
                  <a:pt x="1219470" y="1631011"/>
                </a:cubicBezTo>
                <a:cubicBezTo>
                  <a:pt x="1228471" y="1619853"/>
                  <a:pt x="1244673" y="1608335"/>
                  <a:pt x="1258355" y="1599336"/>
                </a:cubicBezTo>
                <a:cubicBezTo>
                  <a:pt x="1274196" y="1587818"/>
                  <a:pt x="1287878" y="1576659"/>
                  <a:pt x="1294718" y="1560462"/>
                </a:cubicBezTo>
                <a:close/>
                <a:moveTo>
                  <a:pt x="5193331" y="1560086"/>
                </a:moveTo>
                <a:cubicBezTo>
                  <a:pt x="5181811" y="1564766"/>
                  <a:pt x="5177491" y="1576287"/>
                  <a:pt x="5186491" y="1578447"/>
                </a:cubicBezTo>
                <a:cubicBezTo>
                  <a:pt x="5193331" y="1573767"/>
                  <a:pt x="5202331" y="1569446"/>
                  <a:pt x="5193331" y="1560086"/>
                </a:cubicBezTo>
                <a:close/>
                <a:moveTo>
                  <a:pt x="5557293" y="1555766"/>
                </a:moveTo>
                <a:cubicBezTo>
                  <a:pt x="5543613" y="1560086"/>
                  <a:pt x="5559453" y="1571607"/>
                  <a:pt x="5564133" y="1571607"/>
                </a:cubicBezTo>
                <a:cubicBezTo>
                  <a:pt x="5573133" y="1569446"/>
                  <a:pt x="5566293" y="1551085"/>
                  <a:pt x="5557293" y="1555766"/>
                </a:cubicBezTo>
                <a:close/>
                <a:moveTo>
                  <a:pt x="5131682" y="1555750"/>
                </a:moveTo>
                <a:cubicBezTo>
                  <a:pt x="5136412" y="1560104"/>
                  <a:pt x="5145507" y="1555750"/>
                  <a:pt x="5150236" y="1564821"/>
                </a:cubicBezTo>
                <a:cubicBezTo>
                  <a:pt x="5138595" y="1566998"/>
                  <a:pt x="5150236" y="1580787"/>
                  <a:pt x="5138595" y="1573893"/>
                </a:cubicBezTo>
                <a:cubicBezTo>
                  <a:pt x="5141141" y="1571715"/>
                  <a:pt x="5138595" y="1560104"/>
                  <a:pt x="5134229" y="1562644"/>
                </a:cubicBezTo>
                <a:cubicBezTo>
                  <a:pt x="5131682" y="1566998"/>
                  <a:pt x="5122587" y="1576433"/>
                  <a:pt x="5115675" y="1569538"/>
                </a:cubicBezTo>
                <a:cubicBezTo>
                  <a:pt x="5120404" y="1564821"/>
                  <a:pt x="5124770" y="1560104"/>
                  <a:pt x="5131682" y="1555750"/>
                </a:cubicBezTo>
                <a:close/>
                <a:moveTo>
                  <a:pt x="4993998" y="1555750"/>
                </a:moveTo>
                <a:cubicBezTo>
                  <a:pt x="4996239" y="1562847"/>
                  <a:pt x="4989142" y="1567329"/>
                  <a:pt x="4984660" y="1574426"/>
                </a:cubicBezTo>
                <a:cubicBezTo>
                  <a:pt x="4977563" y="1565088"/>
                  <a:pt x="4984660" y="1560232"/>
                  <a:pt x="4993998" y="1555750"/>
                </a:cubicBezTo>
                <a:close/>
                <a:moveTo>
                  <a:pt x="5381972" y="1553605"/>
                </a:moveTo>
                <a:cubicBezTo>
                  <a:pt x="5370812" y="1557926"/>
                  <a:pt x="5377652" y="1566926"/>
                  <a:pt x="5375132" y="1573767"/>
                </a:cubicBezTo>
                <a:cubicBezTo>
                  <a:pt x="5388812" y="1578447"/>
                  <a:pt x="5386652" y="1560086"/>
                  <a:pt x="5381972" y="1553605"/>
                </a:cubicBezTo>
                <a:close/>
                <a:moveTo>
                  <a:pt x="5926977" y="1552452"/>
                </a:moveTo>
                <a:cubicBezTo>
                  <a:pt x="5919907" y="1553786"/>
                  <a:pt x="5916126" y="1567016"/>
                  <a:pt x="5921256" y="1573767"/>
                </a:cubicBezTo>
                <a:cubicBezTo>
                  <a:pt x="5930257" y="1566926"/>
                  <a:pt x="5928097" y="1560086"/>
                  <a:pt x="5934937" y="1555766"/>
                </a:cubicBezTo>
                <a:cubicBezTo>
                  <a:pt x="5932057" y="1552886"/>
                  <a:pt x="5929334" y="1552008"/>
                  <a:pt x="5926977" y="1552452"/>
                </a:cubicBezTo>
                <a:close/>
                <a:moveTo>
                  <a:pt x="6167271" y="1547748"/>
                </a:moveTo>
                <a:cubicBezTo>
                  <a:pt x="6167804" y="1546915"/>
                  <a:pt x="6168872" y="1546915"/>
                  <a:pt x="6171007" y="1549193"/>
                </a:cubicBezTo>
                <a:cubicBezTo>
                  <a:pt x="6166737" y="1555853"/>
                  <a:pt x="6166737" y="1564615"/>
                  <a:pt x="6159977" y="1571274"/>
                </a:cubicBezTo>
                <a:cubicBezTo>
                  <a:pt x="6157486" y="1566718"/>
                  <a:pt x="6150725" y="1560058"/>
                  <a:pt x="6155351" y="1555853"/>
                </a:cubicBezTo>
                <a:cubicBezTo>
                  <a:pt x="6157486" y="1557956"/>
                  <a:pt x="6162111" y="1555853"/>
                  <a:pt x="6166737" y="1551296"/>
                </a:cubicBezTo>
                <a:cubicBezTo>
                  <a:pt x="6166737" y="1550245"/>
                  <a:pt x="6166737" y="1548580"/>
                  <a:pt x="6167271" y="1547748"/>
                </a:cubicBezTo>
                <a:close/>
                <a:moveTo>
                  <a:pt x="5900736" y="1546765"/>
                </a:moveTo>
                <a:cubicBezTo>
                  <a:pt x="5889576" y="1553605"/>
                  <a:pt x="5893896" y="1562606"/>
                  <a:pt x="5884896" y="1571607"/>
                </a:cubicBezTo>
                <a:cubicBezTo>
                  <a:pt x="5896416" y="1576287"/>
                  <a:pt x="5907576" y="1555766"/>
                  <a:pt x="5900736" y="1546765"/>
                </a:cubicBezTo>
                <a:close/>
                <a:moveTo>
                  <a:pt x="4814901" y="1535112"/>
                </a:moveTo>
                <a:cubicBezTo>
                  <a:pt x="4826391" y="1546328"/>
                  <a:pt x="4814901" y="1552987"/>
                  <a:pt x="4808078" y="1561749"/>
                </a:cubicBezTo>
                <a:cubicBezTo>
                  <a:pt x="4801256" y="1557193"/>
                  <a:pt x="4814901" y="1543874"/>
                  <a:pt x="4801256" y="1546328"/>
                </a:cubicBezTo>
                <a:cubicBezTo>
                  <a:pt x="4796588" y="1539668"/>
                  <a:pt x="4812746" y="1541771"/>
                  <a:pt x="4814901" y="1535112"/>
                </a:cubicBezTo>
                <a:close/>
                <a:moveTo>
                  <a:pt x="1317401" y="1533465"/>
                </a:moveTo>
                <a:cubicBezTo>
                  <a:pt x="1305880" y="1542464"/>
                  <a:pt x="1296879" y="1549303"/>
                  <a:pt x="1299039" y="1558302"/>
                </a:cubicBezTo>
                <a:cubicBezTo>
                  <a:pt x="1305880" y="1558302"/>
                  <a:pt x="1319561" y="1542464"/>
                  <a:pt x="1317401" y="1533465"/>
                </a:cubicBezTo>
                <a:close/>
                <a:moveTo>
                  <a:pt x="5834855" y="1523723"/>
                </a:moveTo>
                <a:cubicBezTo>
                  <a:pt x="5830175" y="1530564"/>
                  <a:pt x="5821175" y="1537404"/>
                  <a:pt x="5816495" y="1546765"/>
                </a:cubicBezTo>
                <a:cubicBezTo>
                  <a:pt x="5816495" y="1546765"/>
                  <a:pt x="5816495" y="1546765"/>
                  <a:pt x="5825855" y="1560086"/>
                </a:cubicBezTo>
                <a:cubicBezTo>
                  <a:pt x="5832695" y="1555766"/>
                  <a:pt x="5837015" y="1555766"/>
                  <a:pt x="5839535" y="1560086"/>
                </a:cubicBezTo>
                <a:cubicBezTo>
                  <a:pt x="5839535" y="1548925"/>
                  <a:pt x="5834855" y="1535244"/>
                  <a:pt x="5834855" y="1523723"/>
                </a:cubicBezTo>
                <a:close/>
                <a:moveTo>
                  <a:pt x="5018267" y="1523514"/>
                </a:moveTo>
                <a:lnTo>
                  <a:pt x="5018238" y="1523652"/>
                </a:lnTo>
                <a:lnTo>
                  <a:pt x="5018150" y="1523650"/>
                </a:lnTo>
                <a:close/>
                <a:moveTo>
                  <a:pt x="1290038" y="1521947"/>
                </a:moveTo>
                <a:lnTo>
                  <a:pt x="1274196" y="1535625"/>
                </a:lnTo>
                <a:cubicBezTo>
                  <a:pt x="1278517" y="1549303"/>
                  <a:pt x="1301559" y="1530946"/>
                  <a:pt x="1290038" y="1521947"/>
                </a:cubicBezTo>
                <a:close/>
                <a:moveTo>
                  <a:pt x="5709822" y="1519237"/>
                </a:moveTo>
                <a:cubicBezTo>
                  <a:pt x="5721728" y="1523470"/>
                  <a:pt x="5714659" y="1543578"/>
                  <a:pt x="5716891" y="1556984"/>
                </a:cubicBezTo>
                <a:cubicBezTo>
                  <a:pt x="5709822" y="1550281"/>
                  <a:pt x="5709822" y="1550281"/>
                  <a:pt x="5698288" y="1543578"/>
                </a:cubicBezTo>
                <a:cubicBezTo>
                  <a:pt x="5702753" y="1530173"/>
                  <a:pt x="5714659" y="1532642"/>
                  <a:pt x="5709822" y="1519237"/>
                </a:cubicBezTo>
                <a:close/>
                <a:moveTo>
                  <a:pt x="5921256" y="1512563"/>
                </a:moveTo>
                <a:cubicBezTo>
                  <a:pt x="5916936" y="1516883"/>
                  <a:pt x="5912256" y="1519403"/>
                  <a:pt x="5910096" y="1516883"/>
                </a:cubicBezTo>
                <a:cubicBezTo>
                  <a:pt x="5905416" y="1533084"/>
                  <a:pt x="5900736" y="1539924"/>
                  <a:pt x="5910096" y="1553605"/>
                </a:cubicBezTo>
                <a:cubicBezTo>
                  <a:pt x="5905416" y="1539924"/>
                  <a:pt x="5925937" y="1528404"/>
                  <a:pt x="5921256" y="1512563"/>
                </a:cubicBezTo>
                <a:close/>
                <a:moveTo>
                  <a:pt x="5020529" y="1512563"/>
                </a:moveTo>
                <a:cubicBezTo>
                  <a:pt x="5026109" y="1514723"/>
                  <a:pt x="5023229" y="1518143"/>
                  <a:pt x="5020664" y="1520708"/>
                </a:cubicBezTo>
                <a:lnTo>
                  <a:pt x="5018267" y="1523514"/>
                </a:lnTo>
                <a:close/>
                <a:moveTo>
                  <a:pt x="4876025" y="1500187"/>
                </a:moveTo>
                <a:cubicBezTo>
                  <a:pt x="4885138" y="1511828"/>
                  <a:pt x="4863056" y="1520923"/>
                  <a:pt x="4865159" y="1534748"/>
                </a:cubicBezTo>
                <a:cubicBezTo>
                  <a:pt x="4858500" y="1523106"/>
                  <a:pt x="4873922" y="1504916"/>
                  <a:pt x="4876025" y="1500187"/>
                </a:cubicBezTo>
                <a:close/>
                <a:moveTo>
                  <a:pt x="1512902" y="1499270"/>
                </a:moveTo>
                <a:cubicBezTo>
                  <a:pt x="1506061" y="1508269"/>
                  <a:pt x="1485899" y="1515108"/>
                  <a:pt x="1488059" y="1521947"/>
                </a:cubicBezTo>
                <a:cubicBezTo>
                  <a:pt x="1499220" y="1521947"/>
                  <a:pt x="1510741" y="1508269"/>
                  <a:pt x="1512902" y="1499270"/>
                </a:cubicBezTo>
                <a:close/>
                <a:moveTo>
                  <a:pt x="5980297" y="1496361"/>
                </a:moveTo>
                <a:cubicBezTo>
                  <a:pt x="5950777" y="1505722"/>
                  <a:pt x="5953297" y="1546765"/>
                  <a:pt x="5953297" y="1560086"/>
                </a:cubicBezTo>
                <a:cubicBezTo>
                  <a:pt x="5946457" y="1551085"/>
                  <a:pt x="5939617" y="1555766"/>
                  <a:pt x="5934937" y="1573767"/>
                </a:cubicBezTo>
                <a:cubicBezTo>
                  <a:pt x="5939617" y="1576287"/>
                  <a:pt x="5943937" y="1576287"/>
                  <a:pt x="5950777" y="1571607"/>
                </a:cubicBezTo>
                <a:cubicBezTo>
                  <a:pt x="5941777" y="1589968"/>
                  <a:pt x="5923417" y="1616970"/>
                  <a:pt x="5934937" y="1628491"/>
                </a:cubicBezTo>
                <a:cubicBezTo>
                  <a:pt x="5948617" y="1612649"/>
                  <a:pt x="5948617" y="1598968"/>
                  <a:pt x="5969137" y="1589968"/>
                </a:cubicBezTo>
                <a:cubicBezTo>
                  <a:pt x="5971297" y="1576287"/>
                  <a:pt x="5980297" y="1564766"/>
                  <a:pt x="5964457" y="1548925"/>
                </a:cubicBezTo>
                <a:cubicBezTo>
                  <a:pt x="5971297" y="1551085"/>
                  <a:pt x="5978137" y="1555766"/>
                  <a:pt x="5987137" y="1553605"/>
                </a:cubicBezTo>
                <a:cubicBezTo>
                  <a:pt x="5991817" y="1546765"/>
                  <a:pt x="5993977" y="1539924"/>
                  <a:pt x="5993977" y="1530564"/>
                </a:cubicBezTo>
                <a:cubicBezTo>
                  <a:pt x="5987137" y="1526244"/>
                  <a:pt x="5982817" y="1519403"/>
                  <a:pt x="5975977" y="1519403"/>
                </a:cubicBezTo>
                <a:cubicBezTo>
                  <a:pt x="5980297" y="1507882"/>
                  <a:pt x="5971297" y="1510042"/>
                  <a:pt x="5980297" y="1496361"/>
                </a:cubicBezTo>
                <a:close/>
                <a:moveTo>
                  <a:pt x="5165499" y="1495425"/>
                </a:moveTo>
                <a:cubicBezTo>
                  <a:pt x="5170261" y="1497915"/>
                  <a:pt x="5174657" y="1497915"/>
                  <a:pt x="5177222" y="1502185"/>
                </a:cubicBezTo>
                <a:cubicBezTo>
                  <a:pt x="5170261" y="1506811"/>
                  <a:pt x="5167697" y="1515706"/>
                  <a:pt x="5158538" y="1508946"/>
                </a:cubicBezTo>
                <a:cubicBezTo>
                  <a:pt x="5163301" y="1506811"/>
                  <a:pt x="5167697" y="1506811"/>
                  <a:pt x="5170261" y="1506811"/>
                </a:cubicBezTo>
                <a:cubicBezTo>
                  <a:pt x="5167697" y="1502185"/>
                  <a:pt x="5161102" y="1497915"/>
                  <a:pt x="5165499" y="1495425"/>
                </a:cubicBezTo>
                <a:close/>
                <a:moveTo>
                  <a:pt x="5629116" y="1479550"/>
                </a:moveTo>
                <a:cubicBezTo>
                  <a:pt x="5631256" y="1489223"/>
                  <a:pt x="5620197" y="1493688"/>
                  <a:pt x="5624835" y="1502990"/>
                </a:cubicBezTo>
                <a:cubicBezTo>
                  <a:pt x="5608782" y="1491456"/>
                  <a:pt x="5599863" y="1491456"/>
                  <a:pt x="5629116" y="1479550"/>
                </a:cubicBezTo>
                <a:close/>
                <a:moveTo>
                  <a:pt x="5810345" y="1474623"/>
                </a:moveTo>
                <a:lnTo>
                  <a:pt x="5807354" y="1486502"/>
                </a:lnTo>
                <a:lnTo>
                  <a:pt x="5811995" y="1490646"/>
                </a:lnTo>
                <a:cubicBezTo>
                  <a:pt x="5815955" y="1492671"/>
                  <a:pt x="5819915" y="1494381"/>
                  <a:pt x="5823335" y="1498882"/>
                </a:cubicBezTo>
                <a:cubicBezTo>
                  <a:pt x="5837015" y="1496361"/>
                  <a:pt x="5819015" y="1487361"/>
                  <a:pt x="5832695" y="1485201"/>
                </a:cubicBezTo>
                <a:cubicBezTo>
                  <a:pt x="5830175" y="1476200"/>
                  <a:pt x="5821175" y="1487361"/>
                  <a:pt x="5816495" y="1483041"/>
                </a:cubicBezTo>
                <a:close/>
                <a:moveTo>
                  <a:pt x="4899223" y="1468437"/>
                </a:moveTo>
                <a:cubicBezTo>
                  <a:pt x="4905780" y="1479685"/>
                  <a:pt x="4896807" y="1489120"/>
                  <a:pt x="4892666" y="1493474"/>
                </a:cubicBezTo>
                <a:cubicBezTo>
                  <a:pt x="4890250" y="1484402"/>
                  <a:pt x="4899223" y="1477508"/>
                  <a:pt x="4899223" y="1468437"/>
                </a:cubicBezTo>
                <a:close/>
                <a:moveTo>
                  <a:pt x="5934937" y="1464679"/>
                </a:moveTo>
                <a:cubicBezTo>
                  <a:pt x="5914416" y="1464679"/>
                  <a:pt x="5925937" y="1494201"/>
                  <a:pt x="5914416" y="1503202"/>
                </a:cubicBezTo>
                <a:cubicBezTo>
                  <a:pt x="5928097" y="1512563"/>
                  <a:pt x="5928097" y="1466839"/>
                  <a:pt x="5943937" y="1492041"/>
                </a:cubicBezTo>
                <a:cubicBezTo>
                  <a:pt x="5953297" y="1487361"/>
                  <a:pt x="5946457" y="1480520"/>
                  <a:pt x="5953297" y="1476200"/>
                </a:cubicBezTo>
                <a:cubicBezTo>
                  <a:pt x="5943937" y="1476200"/>
                  <a:pt x="5934937" y="1476200"/>
                  <a:pt x="5928097" y="1471520"/>
                </a:cubicBezTo>
                <a:close/>
                <a:moveTo>
                  <a:pt x="5817247" y="1455764"/>
                </a:moveTo>
                <a:lnTo>
                  <a:pt x="5815940" y="1458664"/>
                </a:lnTo>
                <a:lnTo>
                  <a:pt x="5817553" y="1457012"/>
                </a:lnTo>
                <a:close/>
                <a:moveTo>
                  <a:pt x="5170567" y="1454803"/>
                </a:moveTo>
                <a:cubicBezTo>
                  <a:pt x="5179511" y="1452562"/>
                  <a:pt x="5186308" y="1452562"/>
                  <a:pt x="5193105" y="1457044"/>
                </a:cubicBezTo>
                <a:cubicBezTo>
                  <a:pt x="5177364" y="1461900"/>
                  <a:pt x="5193105" y="1468997"/>
                  <a:pt x="5181657" y="1471238"/>
                </a:cubicBezTo>
                <a:cubicBezTo>
                  <a:pt x="5168063" y="1468997"/>
                  <a:pt x="5184162" y="1461900"/>
                  <a:pt x="5170567" y="1454803"/>
                </a:cubicBezTo>
                <a:close/>
                <a:moveTo>
                  <a:pt x="5126924" y="1450677"/>
                </a:moveTo>
                <a:cubicBezTo>
                  <a:pt x="5124434" y="1453281"/>
                  <a:pt x="5131194" y="1469653"/>
                  <a:pt x="5117673" y="1464816"/>
                </a:cubicBezTo>
                <a:cubicBezTo>
                  <a:pt x="5122299" y="1462583"/>
                  <a:pt x="5110913" y="1446212"/>
                  <a:pt x="5126924" y="1450677"/>
                </a:cubicBezTo>
                <a:close/>
                <a:moveTo>
                  <a:pt x="5922517" y="1447353"/>
                </a:moveTo>
                <a:cubicBezTo>
                  <a:pt x="5920266" y="1448208"/>
                  <a:pt x="5918016" y="1449918"/>
                  <a:pt x="5916936" y="1450998"/>
                </a:cubicBezTo>
                <a:cubicBezTo>
                  <a:pt x="5916936" y="1450998"/>
                  <a:pt x="5916936" y="1450998"/>
                  <a:pt x="5923417" y="1464679"/>
                </a:cubicBezTo>
                <a:cubicBezTo>
                  <a:pt x="5939617" y="1455679"/>
                  <a:pt x="5923417" y="1453519"/>
                  <a:pt x="5928097" y="1448838"/>
                </a:cubicBezTo>
                <a:cubicBezTo>
                  <a:pt x="5927017" y="1446498"/>
                  <a:pt x="5924767" y="1446498"/>
                  <a:pt x="5922517" y="1447353"/>
                </a:cubicBezTo>
                <a:close/>
                <a:moveTo>
                  <a:pt x="6439405" y="1443633"/>
                </a:moveTo>
                <a:cubicBezTo>
                  <a:pt x="6439405" y="1450545"/>
                  <a:pt x="6432607" y="1453091"/>
                  <a:pt x="6432607" y="1459640"/>
                </a:cubicBezTo>
                <a:cubicBezTo>
                  <a:pt x="6441551" y="1457457"/>
                  <a:pt x="6444055" y="1462186"/>
                  <a:pt x="6444055" y="1466552"/>
                </a:cubicBezTo>
                <a:cubicBezTo>
                  <a:pt x="6425810" y="1476011"/>
                  <a:pt x="6419013" y="1441450"/>
                  <a:pt x="6439405" y="1443633"/>
                </a:cubicBezTo>
                <a:close/>
                <a:moveTo>
                  <a:pt x="6294965" y="1435100"/>
                </a:moveTo>
                <a:cubicBezTo>
                  <a:pt x="6309103" y="1435100"/>
                  <a:pt x="6306871" y="1448656"/>
                  <a:pt x="6306871" y="1462212"/>
                </a:cubicBezTo>
                <a:cubicBezTo>
                  <a:pt x="6285663" y="1466493"/>
                  <a:pt x="6287895" y="1444018"/>
                  <a:pt x="6294965" y="1435100"/>
                </a:cubicBezTo>
                <a:close/>
                <a:moveTo>
                  <a:pt x="3923751" y="1429210"/>
                </a:moveTo>
                <a:cubicBezTo>
                  <a:pt x="3918924" y="1430610"/>
                  <a:pt x="3914806" y="1440059"/>
                  <a:pt x="3912916" y="1447078"/>
                </a:cubicBezTo>
                <a:cubicBezTo>
                  <a:pt x="3919757" y="1439879"/>
                  <a:pt x="3926597" y="1449238"/>
                  <a:pt x="3928758" y="1430880"/>
                </a:cubicBezTo>
                <a:cubicBezTo>
                  <a:pt x="3927048" y="1429171"/>
                  <a:pt x="3925360" y="1428743"/>
                  <a:pt x="3923751" y="1429210"/>
                </a:cubicBezTo>
                <a:close/>
                <a:moveTo>
                  <a:pt x="1958989" y="1408204"/>
                </a:moveTo>
                <a:cubicBezTo>
                  <a:pt x="1947468" y="1424041"/>
                  <a:pt x="1933786" y="1408204"/>
                  <a:pt x="1929466" y="1419722"/>
                </a:cubicBezTo>
                <a:cubicBezTo>
                  <a:pt x="1933786" y="1417202"/>
                  <a:pt x="1938467" y="1417202"/>
                  <a:pt x="1940627" y="1424041"/>
                </a:cubicBezTo>
                <a:cubicBezTo>
                  <a:pt x="1954309" y="1408204"/>
                  <a:pt x="1958989" y="1424041"/>
                  <a:pt x="1965830" y="1412883"/>
                </a:cubicBezTo>
                <a:cubicBezTo>
                  <a:pt x="1961149" y="1412883"/>
                  <a:pt x="1958989" y="1412883"/>
                  <a:pt x="1958989" y="1408204"/>
                </a:cubicBezTo>
                <a:close/>
                <a:moveTo>
                  <a:pt x="2081762" y="1401365"/>
                </a:moveTo>
                <a:cubicBezTo>
                  <a:pt x="2072761" y="1403524"/>
                  <a:pt x="2065920" y="1408204"/>
                  <a:pt x="2063760" y="1412883"/>
                </a:cubicBezTo>
                <a:cubicBezTo>
                  <a:pt x="2065920" y="1419722"/>
                  <a:pt x="2070601" y="1424041"/>
                  <a:pt x="2077442" y="1424041"/>
                </a:cubicBezTo>
                <a:cubicBezTo>
                  <a:pt x="2074921" y="1415043"/>
                  <a:pt x="2088603" y="1410363"/>
                  <a:pt x="2081762" y="1401365"/>
                </a:cubicBezTo>
                <a:close/>
                <a:moveTo>
                  <a:pt x="5591396" y="1400175"/>
                </a:moveTo>
                <a:cubicBezTo>
                  <a:pt x="5582577" y="1411629"/>
                  <a:pt x="5609035" y="1427380"/>
                  <a:pt x="5595630" y="1436329"/>
                </a:cubicBezTo>
                <a:cubicBezTo>
                  <a:pt x="5591396" y="1434181"/>
                  <a:pt x="5589280" y="1429528"/>
                  <a:pt x="5584694" y="1434181"/>
                </a:cubicBezTo>
                <a:cubicBezTo>
                  <a:pt x="5571288" y="1422726"/>
                  <a:pt x="5577991" y="1402323"/>
                  <a:pt x="5591396" y="1400175"/>
                </a:cubicBezTo>
                <a:close/>
                <a:moveTo>
                  <a:pt x="5885278" y="1398587"/>
                </a:moveTo>
                <a:cubicBezTo>
                  <a:pt x="5890011" y="1402868"/>
                  <a:pt x="5862339" y="1441396"/>
                  <a:pt x="5869257" y="1454952"/>
                </a:cubicBezTo>
                <a:cubicBezTo>
                  <a:pt x="5850688" y="1461730"/>
                  <a:pt x="5878360" y="1405365"/>
                  <a:pt x="5885278" y="1398587"/>
                </a:cubicBezTo>
                <a:close/>
                <a:moveTo>
                  <a:pt x="3727496" y="1396325"/>
                </a:moveTo>
                <a:cubicBezTo>
                  <a:pt x="3725786" y="1395155"/>
                  <a:pt x="3724076" y="1394526"/>
                  <a:pt x="3721736" y="1396685"/>
                </a:cubicBezTo>
                <a:cubicBezTo>
                  <a:pt x="3719575" y="1412883"/>
                  <a:pt x="3731097" y="1408204"/>
                  <a:pt x="3733257" y="1399205"/>
                </a:cubicBezTo>
                <a:cubicBezTo>
                  <a:pt x="3730917" y="1399205"/>
                  <a:pt x="3729206" y="1397495"/>
                  <a:pt x="3727496" y="1396325"/>
                </a:cubicBezTo>
                <a:close/>
                <a:moveTo>
                  <a:pt x="2122806" y="1390206"/>
                </a:moveTo>
                <a:cubicBezTo>
                  <a:pt x="2124967" y="1399205"/>
                  <a:pt x="2106965" y="1401365"/>
                  <a:pt x="2109125" y="1410363"/>
                </a:cubicBezTo>
                <a:cubicBezTo>
                  <a:pt x="2115966" y="1410363"/>
                  <a:pt x="2118126" y="1412883"/>
                  <a:pt x="2120286" y="1415043"/>
                </a:cubicBezTo>
                <a:cubicBezTo>
                  <a:pt x="2134328" y="1412883"/>
                  <a:pt x="2129647" y="1406044"/>
                  <a:pt x="2141168" y="1403524"/>
                </a:cubicBezTo>
                <a:cubicBezTo>
                  <a:pt x="2141168" y="1392366"/>
                  <a:pt x="2124967" y="1403524"/>
                  <a:pt x="2122806" y="1394526"/>
                </a:cubicBezTo>
                <a:cubicBezTo>
                  <a:pt x="2124967" y="1392366"/>
                  <a:pt x="2127127" y="1390206"/>
                  <a:pt x="2122806" y="1390206"/>
                </a:cubicBezTo>
                <a:close/>
                <a:moveTo>
                  <a:pt x="2168171" y="1387687"/>
                </a:moveTo>
                <a:cubicBezTo>
                  <a:pt x="2159170" y="1383367"/>
                  <a:pt x="2138648" y="1392366"/>
                  <a:pt x="2145489" y="1403524"/>
                </a:cubicBezTo>
                <a:cubicBezTo>
                  <a:pt x="2157010" y="1399205"/>
                  <a:pt x="2170692" y="1396685"/>
                  <a:pt x="2168171" y="1387687"/>
                </a:cubicBezTo>
                <a:close/>
                <a:moveTo>
                  <a:pt x="6293614" y="1384300"/>
                </a:moveTo>
                <a:cubicBezTo>
                  <a:pt x="6323404" y="1391101"/>
                  <a:pt x="6293614" y="1406851"/>
                  <a:pt x="6305100" y="1420454"/>
                </a:cubicBezTo>
                <a:cubicBezTo>
                  <a:pt x="6289307" y="1420454"/>
                  <a:pt x="6289307" y="1420454"/>
                  <a:pt x="6289307" y="1420454"/>
                </a:cubicBezTo>
                <a:cubicBezTo>
                  <a:pt x="6291461" y="1411505"/>
                  <a:pt x="6282488" y="1388953"/>
                  <a:pt x="6293614" y="1384300"/>
                </a:cubicBezTo>
                <a:close/>
                <a:moveTo>
                  <a:pt x="4891566" y="1384300"/>
                </a:moveTo>
                <a:cubicBezTo>
                  <a:pt x="4901000" y="1408483"/>
                  <a:pt x="4871246" y="1401824"/>
                  <a:pt x="4854917" y="1410936"/>
                </a:cubicBezTo>
                <a:cubicBezTo>
                  <a:pt x="4850563" y="1395165"/>
                  <a:pt x="4880317" y="1393062"/>
                  <a:pt x="4891566" y="1384300"/>
                </a:cubicBezTo>
                <a:close/>
                <a:moveTo>
                  <a:pt x="4044819" y="1379537"/>
                </a:moveTo>
                <a:cubicBezTo>
                  <a:pt x="4046935" y="1391260"/>
                  <a:pt x="4035646" y="1389062"/>
                  <a:pt x="4031413" y="1393458"/>
                </a:cubicBezTo>
                <a:cubicBezTo>
                  <a:pt x="4031413" y="1382101"/>
                  <a:pt x="4038116" y="1384299"/>
                  <a:pt x="4044819" y="1379537"/>
                </a:cubicBezTo>
                <a:close/>
                <a:moveTo>
                  <a:pt x="5061210" y="1378273"/>
                </a:moveTo>
                <a:cubicBezTo>
                  <a:pt x="5072730" y="1391954"/>
                  <a:pt x="5040689" y="1409956"/>
                  <a:pt x="5063730" y="1419316"/>
                </a:cubicBezTo>
                <a:cubicBezTo>
                  <a:pt x="5050049" y="1423636"/>
                  <a:pt x="5047529" y="1432637"/>
                  <a:pt x="5052209" y="1439478"/>
                </a:cubicBezTo>
                <a:cubicBezTo>
                  <a:pt x="5043209" y="1441998"/>
                  <a:pt x="5047529" y="1453519"/>
                  <a:pt x="5038529" y="1446678"/>
                </a:cubicBezTo>
                <a:cubicBezTo>
                  <a:pt x="5050049" y="1426157"/>
                  <a:pt x="5047529" y="1403115"/>
                  <a:pt x="5061210" y="1378273"/>
                </a:cubicBezTo>
                <a:close/>
                <a:moveTo>
                  <a:pt x="3884997" y="1377950"/>
                </a:moveTo>
                <a:cubicBezTo>
                  <a:pt x="3884997" y="1388725"/>
                  <a:pt x="3880601" y="1386368"/>
                  <a:pt x="3878036" y="1388725"/>
                </a:cubicBezTo>
                <a:cubicBezTo>
                  <a:pt x="3875838" y="1377950"/>
                  <a:pt x="3880601" y="1379970"/>
                  <a:pt x="3884997" y="1377950"/>
                </a:cubicBezTo>
                <a:close/>
                <a:moveTo>
                  <a:pt x="3900898" y="1375751"/>
                </a:moveTo>
                <a:cubicBezTo>
                  <a:pt x="3898517" y="1380147"/>
                  <a:pt x="3900898" y="1391870"/>
                  <a:pt x="3896475" y="1391870"/>
                </a:cubicBezTo>
                <a:cubicBezTo>
                  <a:pt x="3896475" y="1382712"/>
                  <a:pt x="3896475" y="1373187"/>
                  <a:pt x="3900898" y="1375751"/>
                </a:cubicBezTo>
                <a:close/>
                <a:moveTo>
                  <a:pt x="6417061" y="1371600"/>
                </a:moveTo>
                <a:cubicBezTo>
                  <a:pt x="6412332" y="1394159"/>
                  <a:pt x="6412332" y="1426028"/>
                  <a:pt x="6412332" y="1466492"/>
                </a:cubicBezTo>
                <a:cubicBezTo>
                  <a:pt x="6407966" y="1464343"/>
                  <a:pt x="6382500" y="1380552"/>
                  <a:pt x="6417061" y="1371600"/>
                </a:cubicBezTo>
                <a:close/>
                <a:moveTo>
                  <a:pt x="5884744" y="1368425"/>
                </a:moveTo>
                <a:cubicBezTo>
                  <a:pt x="5896651" y="1372786"/>
                  <a:pt x="5894046" y="1377510"/>
                  <a:pt x="5901116" y="1389138"/>
                </a:cubicBezTo>
                <a:cubicBezTo>
                  <a:pt x="5884744" y="1398223"/>
                  <a:pt x="5877675" y="1379690"/>
                  <a:pt x="5884744" y="1368425"/>
                </a:cubicBezTo>
                <a:close/>
                <a:moveTo>
                  <a:pt x="5586022" y="1366837"/>
                </a:moveTo>
                <a:cubicBezTo>
                  <a:pt x="5588526" y="1375950"/>
                  <a:pt x="5604267" y="1386815"/>
                  <a:pt x="5590673" y="1393474"/>
                </a:cubicBezTo>
                <a:cubicBezTo>
                  <a:pt x="5579225" y="1384712"/>
                  <a:pt x="5588526" y="1375950"/>
                  <a:pt x="5586022" y="1366837"/>
                </a:cubicBezTo>
                <a:close/>
                <a:moveTo>
                  <a:pt x="5949669" y="1364176"/>
                </a:moveTo>
                <a:cubicBezTo>
                  <a:pt x="5945984" y="1362500"/>
                  <a:pt x="5941687" y="1362342"/>
                  <a:pt x="5937097" y="1364592"/>
                </a:cubicBezTo>
                <a:cubicBezTo>
                  <a:pt x="5948617" y="1371433"/>
                  <a:pt x="5955457" y="1382954"/>
                  <a:pt x="5939617" y="1380433"/>
                </a:cubicBezTo>
                <a:cubicBezTo>
                  <a:pt x="5941777" y="1387274"/>
                  <a:pt x="5946457" y="1396275"/>
                  <a:pt x="5957617" y="1396275"/>
                </a:cubicBezTo>
                <a:cubicBezTo>
                  <a:pt x="5966257" y="1387904"/>
                  <a:pt x="5960722" y="1369205"/>
                  <a:pt x="5949669" y="1364176"/>
                </a:cubicBezTo>
                <a:close/>
                <a:moveTo>
                  <a:pt x="3994900" y="1362075"/>
                </a:moveTo>
                <a:cubicBezTo>
                  <a:pt x="3997098" y="1366281"/>
                  <a:pt x="4001861" y="1362075"/>
                  <a:pt x="4004059" y="1375393"/>
                </a:cubicBezTo>
                <a:cubicBezTo>
                  <a:pt x="3994900" y="1375393"/>
                  <a:pt x="3994900" y="1388711"/>
                  <a:pt x="3987940" y="1379599"/>
                </a:cubicBezTo>
                <a:cubicBezTo>
                  <a:pt x="3985375" y="1366281"/>
                  <a:pt x="3999296" y="1379599"/>
                  <a:pt x="3994900" y="1362075"/>
                </a:cubicBezTo>
                <a:close/>
                <a:moveTo>
                  <a:pt x="3558909" y="1361231"/>
                </a:moveTo>
                <a:cubicBezTo>
                  <a:pt x="3553508" y="1360961"/>
                  <a:pt x="3547838" y="1362670"/>
                  <a:pt x="3542077" y="1367170"/>
                </a:cubicBezTo>
                <a:cubicBezTo>
                  <a:pt x="3553598" y="1374009"/>
                  <a:pt x="3562599" y="1371849"/>
                  <a:pt x="3574120" y="1367170"/>
                </a:cubicBezTo>
                <a:cubicBezTo>
                  <a:pt x="3569440" y="1363750"/>
                  <a:pt x="3564309" y="1361501"/>
                  <a:pt x="3558909" y="1361231"/>
                </a:cubicBezTo>
                <a:close/>
                <a:moveTo>
                  <a:pt x="2183788" y="1355111"/>
                </a:moveTo>
                <a:cubicBezTo>
                  <a:pt x="2178973" y="1354841"/>
                  <a:pt x="2175012" y="1357091"/>
                  <a:pt x="2175012" y="1365010"/>
                </a:cubicBezTo>
                <a:cubicBezTo>
                  <a:pt x="2179692" y="1362850"/>
                  <a:pt x="2200215" y="1367170"/>
                  <a:pt x="2197694" y="1360331"/>
                </a:cubicBezTo>
                <a:cubicBezTo>
                  <a:pt x="2194274" y="1358171"/>
                  <a:pt x="2188604" y="1355381"/>
                  <a:pt x="2183788" y="1355111"/>
                </a:cubicBezTo>
                <a:close/>
                <a:moveTo>
                  <a:pt x="3836135" y="1352428"/>
                </a:moveTo>
                <a:cubicBezTo>
                  <a:pt x="3838745" y="1353893"/>
                  <a:pt x="3841035" y="1356824"/>
                  <a:pt x="3842134" y="1357923"/>
                </a:cubicBezTo>
                <a:cubicBezTo>
                  <a:pt x="3839936" y="1369645"/>
                  <a:pt x="3837738" y="1350962"/>
                  <a:pt x="3828213" y="1355725"/>
                </a:cubicBezTo>
                <a:cubicBezTo>
                  <a:pt x="3830595" y="1350962"/>
                  <a:pt x="3833525" y="1350962"/>
                  <a:pt x="3836135" y="1352428"/>
                </a:cubicBezTo>
                <a:close/>
                <a:moveTo>
                  <a:pt x="5769227" y="1350962"/>
                </a:moveTo>
                <a:cubicBezTo>
                  <a:pt x="5771404" y="1355724"/>
                  <a:pt x="5776121" y="1357922"/>
                  <a:pt x="5780475" y="1360120"/>
                </a:cubicBezTo>
                <a:cubicBezTo>
                  <a:pt x="5776121" y="1362685"/>
                  <a:pt x="5773581" y="1367081"/>
                  <a:pt x="5773581" y="1369645"/>
                </a:cubicBezTo>
                <a:cubicBezTo>
                  <a:pt x="5771404" y="1362685"/>
                  <a:pt x="5755438" y="1355724"/>
                  <a:pt x="5769227" y="1350962"/>
                </a:cubicBezTo>
                <a:close/>
                <a:moveTo>
                  <a:pt x="1519620" y="1350962"/>
                </a:moveTo>
                <a:cubicBezTo>
                  <a:pt x="1517414" y="1362591"/>
                  <a:pt x="1494254" y="1369496"/>
                  <a:pt x="1489474" y="1380761"/>
                </a:cubicBezTo>
                <a:cubicBezTo>
                  <a:pt x="1485063" y="1366952"/>
                  <a:pt x="1508224" y="1355686"/>
                  <a:pt x="1519620" y="1350962"/>
                </a:cubicBezTo>
                <a:close/>
                <a:moveTo>
                  <a:pt x="3675904" y="1348334"/>
                </a:moveTo>
                <a:cubicBezTo>
                  <a:pt x="3672208" y="1344740"/>
                  <a:pt x="3661069" y="1357091"/>
                  <a:pt x="3662689" y="1360331"/>
                </a:cubicBezTo>
                <a:cubicBezTo>
                  <a:pt x="3667370" y="1351332"/>
                  <a:pt x="3671690" y="1358171"/>
                  <a:pt x="3676371" y="1358171"/>
                </a:cubicBezTo>
                <a:cubicBezTo>
                  <a:pt x="3677541" y="1352502"/>
                  <a:pt x="3677136" y="1349532"/>
                  <a:pt x="3675904" y="1348334"/>
                </a:cubicBezTo>
                <a:close/>
                <a:moveTo>
                  <a:pt x="5441113" y="1345707"/>
                </a:moveTo>
                <a:cubicBezTo>
                  <a:pt x="5447816" y="1341437"/>
                  <a:pt x="5452049" y="1341437"/>
                  <a:pt x="5456635" y="1345707"/>
                </a:cubicBezTo>
                <a:cubicBezTo>
                  <a:pt x="5452049" y="1348197"/>
                  <a:pt x="5452049" y="1361719"/>
                  <a:pt x="5445346" y="1357093"/>
                </a:cubicBezTo>
                <a:cubicBezTo>
                  <a:pt x="5449932" y="1350332"/>
                  <a:pt x="5447816" y="1345707"/>
                  <a:pt x="5441113" y="1345707"/>
                </a:cubicBezTo>
                <a:close/>
                <a:moveTo>
                  <a:pt x="4060672" y="1344612"/>
                </a:moveTo>
                <a:cubicBezTo>
                  <a:pt x="4062807" y="1369654"/>
                  <a:pt x="4053911" y="1358206"/>
                  <a:pt x="4042525" y="1360353"/>
                </a:cubicBezTo>
                <a:cubicBezTo>
                  <a:pt x="4045016" y="1349262"/>
                  <a:pt x="4058537" y="1353555"/>
                  <a:pt x="4060672" y="1344612"/>
                </a:cubicBezTo>
                <a:close/>
                <a:moveTo>
                  <a:pt x="4096781" y="1341276"/>
                </a:moveTo>
                <a:cubicBezTo>
                  <a:pt x="4099367" y="1341019"/>
                  <a:pt x="4101800" y="1342138"/>
                  <a:pt x="4104074" y="1346075"/>
                </a:cubicBezTo>
                <a:cubicBezTo>
                  <a:pt x="4097162" y="1355382"/>
                  <a:pt x="4085520" y="1366479"/>
                  <a:pt x="4072060" y="1357530"/>
                </a:cubicBezTo>
                <a:cubicBezTo>
                  <a:pt x="4072060" y="1352876"/>
                  <a:pt x="4072060" y="1348581"/>
                  <a:pt x="4069513" y="1341779"/>
                </a:cubicBezTo>
                <a:cubicBezTo>
                  <a:pt x="4079881" y="1355203"/>
                  <a:pt x="4089022" y="1342048"/>
                  <a:pt x="4096781" y="1341276"/>
                </a:cubicBezTo>
                <a:close/>
                <a:moveTo>
                  <a:pt x="3406207" y="1340218"/>
                </a:moveTo>
                <a:cubicBezTo>
                  <a:pt x="3402202" y="1341073"/>
                  <a:pt x="3398781" y="1344493"/>
                  <a:pt x="3398781" y="1351332"/>
                </a:cubicBezTo>
                <a:cubicBezTo>
                  <a:pt x="3405622" y="1349172"/>
                  <a:pt x="3417143" y="1358171"/>
                  <a:pt x="3417143" y="1344493"/>
                </a:cubicBezTo>
                <a:cubicBezTo>
                  <a:pt x="3414803" y="1341073"/>
                  <a:pt x="3410213" y="1339364"/>
                  <a:pt x="3406207" y="1340218"/>
                </a:cubicBezTo>
                <a:close/>
                <a:moveTo>
                  <a:pt x="1969457" y="1339850"/>
                </a:moveTo>
                <a:cubicBezTo>
                  <a:pt x="1973663" y="1351573"/>
                  <a:pt x="1973663" y="1351573"/>
                  <a:pt x="1973663" y="1351573"/>
                </a:cubicBezTo>
                <a:cubicBezTo>
                  <a:pt x="1960344" y="1363295"/>
                  <a:pt x="1962797" y="1339850"/>
                  <a:pt x="1949479" y="1349375"/>
                </a:cubicBezTo>
                <a:cubicBezTo>
                  <a:pt x="1947025" y="1342414"/>
                  <a:pt x="1967003" y="1339850"/>
                  <a:pt x="1969457" y="1339850"/>
                </a:cubicBezTo>
                <a:close/>
                <a:moveTo>
                  <a:pt x="1876913" y="1339850"/>
                </a:moveTo>
                <a:cubicBezTo>
                  <a:pt x="1881579" y="1360317"/>
                  <a:pt x="1854302" y="1353494"/>
                  <a:pt x="1843176" y="1369653"/>
                </a:cubicBezTo>
                <a:cubicBezTo>
                  <a:pt x="1840663" y="1356008"/>
                  <a:pt x="1870094" y="1351340"/>
                  <a:pt x="1876913" y="1339850"/>
                </a:cubicBezTo>
                <a:close/>
                <a:moveTo>
                  <a:pt x="3889023" y="1338228"/>
                </a:moveTo>
                <a:cubicBezTo>
                  <a:pt x="3891008" y="1338850"/>
                  <a:pt x="3893301" y="1341163"/>
                  <a:pt x="3894535" y="1341163"/>
                </a:cubicBezTo>
                <a:cubicBezTo>
                  <a:pt x="3892066" y="1352194"/>
                  <a:pt x="3887833" y="1338672"/>
                  <a:pt x="3885363" y="1345433"/>
                </a:cubicBezTo>
                <a:cubicBezTo>
                  <a:pt x="3885363" y="1338673"/>
                  <a:pt x="3887039" y="1337605"/>
                  <a:pt x="3889023" y="1338228"/>
                </a:cubicBezTo>
                <a:close/>
                <a:moveTo>
                  <a:pt x="2382214" y="1335764"/>
                </a:moveTo>
                <a:cubicBezTo>
                  <a:pt x="2373123" y="1337204"/>
                  <a:pt x="2364032" y="1342333"/>
                  <a:pt x="2364032" y="1349172"/>
                </a:cubicBezTo>
                <a:cubicBezTo>
                  <a:pt x="2379874" y="1349172"/>
                  <a:pt x="2382034" y="1342333"/>
                  <a:pt x="2400396" y="1344493"/>
                </a:cubicBezTo>
                <a:cubicBezTo>
                  <a:pt x="2400396" y="1336574"/>
                  <a:pt x="2391305" y="1334324"/>
                  <a:pt x="2382214" y="1335764"/>
                </a:cubicBezTo>
                <a:close/>
                <a:moveTo>
                  <a:pt x="6478871" y="1335087"/>
                </a:moveTo>
                <a:cubicBezTo>
                  <a:pt x="6510730" y="1335087"/>
                  <a:pt x="6481376" y="1346352"/>
                  <a:pt x="6485672" y="1362706"/>
                </a:cubicBezTo>
                <a:cubicBezTo>
                  <a:pt x="6474575" y="1364886"/>
                  <a:pt x="6483524" y="1344172"/>
                  <a:pt x="6478871" y="1335087"/>
                </a:cubicBezTo>
                <a:close/>
                <a:moveTo>
                  <a:pt x="3995783" y="1331912"/>
                </a:moveTo>
                <a:cubicBezTo>
                  <a:pt x="3995783" y="1338709"/>
                  <a:pt x="3993666" y="1345506"/>
                  <a:pt x="3997899" y="1348010"/>
                </a:cubicBezTo>
                <a:cubicBezTo>
                  <a:pt x="4002485" y="1356954"/>
                  <a:pt x="3991197" y="1343360"/>
                  <a:pt x="3989080" y="1348010"/>
                </a:cubicBezTo>
                <a:cubicBezTo>
                  <a:pt x="3986963" y="1336562"/>
                  <a:pt x="3993666" y="1334416"/>
                  <a:pt x="3995783" y="1331912"/>
                </a:cubicBezTo>
                <a:close/>
                <a:moveTo>
                  <a:pt x="4904456" y="1328737"/>
                </a:moveTo>
                <a:cubicBezTo>
                  <a:pt x="4906946" y="1335631"/>
                  <a:pt x="4913707" y="1342525"/>
                  <a:pt x="4909081" y="1351597"/>
                </a:cubicBezTo>
                <a:cubicBezTo>
                  <a:pt x="4904456" y="1351597"/>
                  <a:pt x="4900186" y="1351597"/>
                  <a:pt x="4895560" y="1353774"/>
                </a:cubicBezTo>
                <a:cubicBezTo>
                  <a:pt x="4893425" y="1342525"/>
                  <a:pt x="4897695" y="1333091"/>
                  <a:pt x="4904456" y="1328737"/>
                </a:cubicBezTo>
                <a:close/>
                <a:moveTo>
                  <a:pt x="3742438" y="1324471"/>
                </a:moveTo>
                <a:cubicBezTo>
                  <a:pt x="3739017" y="1323616"/>
                  <a:pt x="3735597" y="1324156"/>
                  <a:pt x="3733257" y="1328655"/>
                </a:cubicBezTo>
                <a:cubicBezTo>
                  <a:pt x="3737937" y="1328655"/>
                  <a:pt x="3746938" y="1339814"/>
                  <a:pt x="3751619" y="1328655"/>
                </a:cubicBezTo>
                <a:cubicBezTo>
                  <a:pt x="3749279" y="1327576"/>
                  <a:pt x="3745858" y="1325326"/>
                  <a:pt x="3742438" y="1324471"/>
                </a:cubicBezTo>
                <a:close/>
                <a:moveTo>
                  <a:pt x="2473123" y="1323976"/>
                </a:moveTo>
                <a:cubicBezTo>
                  <a:pt x="2461602" y="1319657"/>
                  <a:pt x="2434599" y="1326496"/>
                  <a:pt x="2434599" y="1339814"/>
                </a:cubicBezTo>
                <a:cubicBezTo>
                  <a:pt x="2450441" y="1332975"/>
                  <a:pt x="2457282" y="1339814"/>
                  <a:pt x="2470963" y="1335494"/>
                </a:cubicBezTo>
                <a:cubicBezTo>
                  <a:pt x="2468443" y="1330815"/>
                  <a:pt x="2475284" y="1328655"/>
                  <a:pt x="2473123" y="1323976"/>
                </a:cubicBezTo>
                <a:close/>
                <a:moveTo>
                  <a:pt x="2059080" y="1323976"/>
                </a:moveTo>
                <a:cubicBezTo>
                  <a:pt x="2052239" y="1321816"/>
                  <a:pt x="2043238" y="1326496"/>
                  <a:pt x="2038558" y="1332975"/>
                </a:cubicBezTo>
                <a:cubicBezTo>
                  <a:pt x="2040718" y="1349172"/>
                  <a:pt x="2065920" y="1335494"/>
                  <a:pt x="2059080" y="1323976"/>
                </a:cubicBezTo>
                <a:close/>
                <a:moveTo>
                  <a:pt x="3653688" y="1321816"/>
                </a:moveTo>
                <a:cubicBezTo>
                  <a:pt x="3660529" y="1319657"/>
                  <a:pt x="3646848" y="1335494"/>
                  <a:pt x="3653688" y="1337654"/>
                </a:cubicBezTo>
                <a:cubicBezTo>
                  <a:pt x="3658009" y="1326496"/>
                  <a:pt x="3671690" y="1339814"/>
                  <a:pt x="3671690" y="1323976"/>
                </a:cubicBezTo>
                <a:cubicBezTo>
                  <a:pt x="3667370" y="1323976"/>
                  <a:pt x="3658009" y="1319657"/>
                  <a:pt x="3653688" y="1321816"/>
                </a:cubicBezTo>
                <a:close/>
                <a:moveTo>
                  <a:pt x="4038997" y="1317157"/>
                </a:moveTo>
                <a:cubicBezTo>
                  <a:pt x="4034411" y="1337562"/>
                  <a:pt x="4012186" y="1319663"/>
                  <a:pt x="4010070" y="1349017"/>
                </a:cubicBezTo>
                <a:cubicBezTo>
                  <a:pt x="4007953" y="1339710"/>
                  <a:pt x="4003367" y="1344363"/>
                  <a:pt x="4001250" y="1332908"/>
                </a:cubicBezTo>
                <a:cubicBezTo>
                  <a:pt x="4014656" y="1337562"/>
                  <a:pt x="4012186" y="1315010"/>
                  <a:pt x="4023475" y="1326465"/>
                </a:cubicBezTo>
                <a:cubicBezTo>
                  <a:pt x="4023475" y="1312862"/>
                  <a:pt x="4034411" y="1319663"/>
                  <a:pt x="4038997" y="1317157"/>
                </a:cubicBezTo>
                <a:close/>
                <a:moveTo>
                  <a:pt x="2885277" y="1316687"/>
                </a:moveTo>
                <a:cubicBezTo>
                  <a:pt x="2880417" y="1317767"/>
                  <a:pt x="2875826" y="1320556"/>
                  <a:pt x="2873486" y="1323976"/>
                </a:cubicBezTo>
                <a:cubicBezTo>
                  <a:pt x="2875646" y="1328655"/>
                  <a:pt x="2903009" y="1332975"/>
                  <a:pt x="2898689" y="1319657"/>
                </a:cubicBezTo>
                <a:cubicBezTo>
                  <a:pt x="2895269" y="1316237"/>
                  <a:pt x="2890138" y="1315607"/>
                  <a:pt x="2885277" y="1316687"/>
                </a:cubicBezTo>
                <a:close/>
                <a:moveTo>
                  <a:pt x="6328124" y="1312862"/>
                </a:moveTo>
                <a:cubicBezTo>
                  <a:pt x="6353562" y="1321787"/>
                  <a:pt x="6346657" y="1362485"/>
                  <a:pt x="6353562" y="1387118"/>
                </a:cubicBezTo>
                <a:cubicBezTo>
                  <a:pt x="6323763" y="1384976"/>
                  <a:pt x="6341933" y="1332854"/>
                  <a:pt x="6328124" y="1312862"/>
                </a:cubicBezTo>
                <a:close/>
                <a:moveTo>
                  <a:pt x="5528289" y="1312862"/>
                </a:moveTo>
                <a:cubicBezTo>
                  <a:pt x="5532558" y="1312862"/>
                  <a:pt x="5539319" y="1314978"/>
                  <a:pt x="5543944" y="1321681"/>
                </a:cubicBezTo>
                <a:cubicBezTo>
                  <a:pt x="5537184" y="1328384"/>
                  <a:pt x="5532558" y="1323798"/>
                  <a:pt x="5528289" y="1323798"/>
                </a:cubicBezTo>
                <a:cubicBezTo>
                  <a:pt x="5530423" y="1326267"/>
                  <a:pt x="5528289" y="1328384"/>
                  <a:pt x="5526154" y="1326267"/>
                </a:cubicBezTo>
                <a:cubicBezTo>
                  <a:pt x="5532558" y="1321681"/>
                  <a:pt x="5523663" y="1317095"/>
                  <a:pt x="5528289" y="1312862"/>
                </a:cubicBezTo>
                <a:close/>
                <a:moveTo>
                  <a:pt x="4052447" y="1312862"/>
                </a:moveTo>
                <a:cubicBezTo>
                  <a:pt x="4054828" y="1321914"/>
                  <a:pt x="4054828" y="1328793"/>
                  <a:pt x="4052447" y="1333138"/>
                </a:cubicBezTo>
                <a:cubicBezTo>
                  <a:pt x="4049669" y="1328793"/>
                  <a:pt x="4054828" y="1321914"/>
                  <a:pt x="4049669" y="1321914"/>
                </a:cubicBezTo>
                <a:cubicBezTo>
                  <a:pt x="4047288" y="1315034"/>
                  <a:pt x="4049669" y="1312862"/>
                  <a:pt x="4052447" y="1312862"/>
                </a:cubicBezTo>
                <a:close/>
                <a:moveTo>
                  <a:pt x="2973576" y="1312818"/>
                </a:moveTo>
                <a:cubicBezTo>
                  <a:pt x="2950894" y="1314977"/>
                  <a:pt x="2916690" y="1308138"/>
                  <a:pt x="2907689" y="1323976"/>
                </a:cubicBezTo>
                <a:cubicBezTo>
                  <a:pt x="2932532" y="1321816"/>
                  <a:pt x="2939373" y="1321816"/>
                  <a:pt x="2966736" y="1328655"/>
                </a:cubicBezTo>
                <a:cubicBezTo>
                  <a:pt x="2976097" y="1319657"/>
                  <a:pt x="2964576" y="1321816"/>
                  <a:pt x="2973576" y="1312818"/>
                </a:cubicBezTo>
                <a:close/>
                <a:moveTo>
                  <a:pt x="3570212" y="1312766"/>
                </a:moveTo>
                <a:cubicBezTo>
                  <a:pt x="3565906" y="1330711"/>
                  <a:pt x="3577029" y="1308100"/>
                  <a:pt x="3574876" y="1321738"/>
                </a:cubicBezTo>
                <a:cubicBezTo>
                  <a:pt x="3568059" y="1335377"/>
                  <a:pt x="3545453" y="1317073"/>
                  <a:pt x="3536124" y="1335377"/>
                </a:cubicBezTo>
                <a:cubicBezTo>
                  <a:pt x="3533971" y="1339684"/>
                  <a:pt x="3540788" y="1339684"/>
                  <a:pt x="3542941" y="1339684"/>
                </a:cubicBezTo>
                <a:cubicBezTo>
                  <a:pt x="3542941" y="1344350"/>
                  <a:pt x="3538456" y="1344350"/>
                  <a:pt x="3534509" y="1341524"/>
                </a:cubicBezTo>
                <a:lnTo>
                  <a:pt x="3531989" y="1338364"/>
                </a:lnTo>
                <a:lnTo>
                  <a:pt x="3529599" y="1334780"/>
                </a:lnTo>
                <a:lnTo>
                  <a:pt x="3529306" y="1326404"/>
                </a:lnTo>
                <a:cubicBezTo>
                  <a:pt x="3536124" y="1328558"/>
                  <a:pt x="3540788" y="1330711"/>
                  <a:pt x="3538635" y="1314919"/>
                </a:cubicBezTo>
                <a:cubicBezTo>
                  <a:pt x="3545453" y="1326404"/>
                  <a:pt x="3559088" y="1317073"/>
                  <a:pt x="3570212" y="1312766"/>
                </a:cubicBezTo>
                <a:close/>
                <a:moveTo>
                  <a:pt x="3599535" y="1311648"/>
                </a:moveTo>
                <a:cubicBezTo>
                  <a:pt x="3601934" y="1314263"/>
                  <a:pt x="3604039" y="1318932"/>
                  <a:pt x="3604039" y="1323601"/>
                </a:cubicBezTo>
                <a:cubicBezTo>
                  <a:pt x="3597641" y="1323601"/>
                  <a:pt x="3597641" y="1314263"/>
                  <a:pt x="3593263" y="1312022"/>
                </a:cubicBezTo>
                <a:cubicBezTo>
                  <a:pt x="3594442" y="1308473"/>
                  <a:pt x="3597136" y="1309034"/>
                  <a:pt x="3599535" y="1311648"/>
                </a:cubicBezTo>
                <a:close/>
                <a:moveTo>
                  <a:pt x="3524646" y="1310216"/>
                </a:moveTo>
                <a:cubicBezTo>
                  <a:pt x="3522521" y="1323622"/>
                  <a:pt x="3522521" y="1323622"/>
                  <a:pt x="3522521" y="1323622"/>
                </a:cubicBezTo>
                <a:cubicBezTo>
                  <a:pt x="3517916" y="1316919"/>
                  <a:pt x="3482138" y="1321505"/>
                  <a:pt x="3509060" y="1316919"/>
                </a:cubicBezTo>
                <a:cubicBezTo>
                  <a:pt x="3513311" y="1314803"/>
                  <a:pt x="3517916" y="1308100"/>
                  <a:pt x="3524646" y="1310216"/>
                </a:cubicBezTo>
                <a:close/>
                <a:moveTo>
                  <a:pt x="3384306" y="1309194"/>
                </a:moveTo>
                <a:cubicBezTo>
                  <a:pt x="3393391" y="1304925"/>
                  <a:pt x="3395935" y="1322715"/>
                  <a:pt x="3400296" y="1311685"/>
                </a:cubicBezTo>
                <a:cubicBezTo>
                  <a:pt x="3411925" y="1320580"/>
                  <a:pt x="3386486" y="1315955"/>
                  <a:pt x="3389030" y="1325206"/>
                </a:cubicBezTo>
                <a:cubicBezTo>
                  <a:pt x="3382125" y="1325206"/>
                  <a:pt x="3382125" y="1318446"/>
                  <a:pt x="3384306" y="1309194"/>
                </a:cubicBezTo>
                <a:close/>
                <a:moveTo>
                  <a:pt x="5597813" y="1303337"/>
                </a:moveTo>
                <a:cubicBezTo>
                  <a:pt x="5604701" y="1305697"/>
                  <a:pt x="5613854" y="1311506"/>
                  <a:pt x="5619835" y="1317542"/>
                </a:cubicBezTo>
                <a:lnTo>
                  <a:pt x="5620308" y="1318248"/>
                </a:lnTo>
                <a:lnTo>
                  <a:pt x="5629667" y="1316447"/>
                </a:lnTo>
                <a:cubicBezTo>
                  <a:pt x="5629130" y="1319828"/>
                  <a:pt x="5627318" y="1321940"/>
                  <a:pt x="5624723" y="1323208"/>
                </a:cubicBezTo>
                <a:lnTo>
                  <a:pt x="5623748" y="1323379"/>
                </a:lnTo>
                <a:lnTo>
                  <a:pt x="5625748" y="1326363"/>
                </a:lnTo>
                <a:cubicBezTo>
                  <a:pt x="5626473" y="1329092"/>
                  <a:pt x="5625725" y="1331474"/>
                  <a:pt x="5622825" y="1333108"/>
                </a:cubicBezTo>
                <a:cubicBezTo>
                  <a:pt x="5613763" y="1321853"/>
                  <a:pt x="5618475" y="1363242"/>
                  <a:pt x="5604700" y="1358522"/>
                </a:cubicBezTo>
                <a:cubicBezTo>
                  <a:pt x="5606875" y="1370140"/>
                  <a:pt x="5615938" y="1367599"/>
                  <a:pt x="5609050" y="1377038"/>
                </a:cubicBezTo>
                <a:cubicBezTo>
                  <a:pt x="5604700" y="1372319"/>
                  <a:pt x="5606875" y="1381395"/>
                  <a:pt x="5599988" y="1383937"/>
                </a:cubicBezTo>
                <a:cubicBezTo>
                  <a:pt x="5594369" y="1368870"/>
                  <a:pt x="5593825" y="1356162"/>
                  <a:pt x="5594686" y="1343501"/>
                </a:cubicBezTo>
                <a:lnTo>
                  <a:pt x="5596249" y="1323423"/>
                </a:lnTo>
                <a:lnTo>
                  <a:pt x="5593513" y="1323208"/>
                </a:lnTo>
                <a:lnTo>
                  <a:pt x="5596468" y="1320609"/>
                </a:lnTo>
                <a:close/>
                <a:moveTo>
                  <a:pt x="2193374" y="1301299"/>
                </a:moveTo>
                <a:cubicBezTo>
                  <a:pt x="2181853" y="1296620"/>
                  <a:pt x="2170692" y="1308138"/>
                  <a:pt x="2170692" y="1317137"/>
                </a:cubicBezTo>
                <a:cubicBezTo>
                  <a:pt x="2181853" y="1314977"/>
                  <a:pt x="2190854" y="1310298"/>
                  <a:pt x="2193374" y="1301299"/>
                </a:cubicBezTo>
                <a:close/>
                <a:moveTo>
                  <a:pt x="3951061" y="1298079"/>
                </a:moveTo>
                <a:cubicBezTo>
                  <a:pt x="3951061" y="1300261"/>
                  <a:pt x="3953259" y="1302444"/>
                  <a:pt x="3953259" y="1302444"/>
                </a:cubicBezTo>
                <a:lnTo>
                  <a:pt x="3951061" y="1298159"/>
                </a:lnTo>
                <a:close/>
                <a:moveTo>
                  <a:pt x="5271325" y="1297964"/>
                </a:moveTo>
                <a:cubicBezTo>
                  <a:pt x="5289928" y="1295400"/>
                  <a:pt x="5271325" y="1307123"/>
                  <a:pt x="5289928" y="1309321"/>
                </a:cubicBezTo>
                <a:cubicBezTo>
                  <a:pt x="5285463" y="1314083"/>
                  <a:pt x="5282859" y="1316281"/>
                  <a:pt x="5282859" y="1318845"/>
                </a:cubicBezTo>
                <a:cubicBezTo>
                  <a:pt x="5278394" y="1307123"/>
                  <a:pt x="5266488" y="1307123"/>
                  <a:pt x="5271325" y="1297964"/>
                </a:cubicBezTo>
                <a:close/>
                <a:moveTo>
                  <a:pt x="2234418" y="1296620"/>
                </a:moveTo>
                <a:cubicBezTo>
                  <a:pt x="2220737" y="1305978"/>
                  <a:pt x="2207055" y="1294460"/>
                  <a:pt x="2204535" y="1310298"/>
                </a:cubicBezTo>
                <a:cubicBezTo>
                  <a:pt x="2216056" y="1310298"/>
                  <a:pt x="2227578" y="1305978"/>
                  <a:pt x="2234418" y="1296620"/>
                </a:cubicBezTo>
                <a:close/>
                <a:moveTo>
                  <a:pt x="3949075" y="1294287"/>
                </a:moveTo>
                <a:lnTo>
                  <a:pt x="3951061" y="1298159"/>
                </a:lnTo>
                <a:lnTo>
                  <a:pt x="3951061" y="1302444"/>
                </a:lnTo>
                <a:cubicBezTo>
                  <a:pt x="3951061" y="1311903"/>
                  <a:pt x="3941536" y="1304991"/>
                  <a:pt x="3939338" y="1314086"/>
                </a:cubicBezTo>
                <a:cubicBezTo>
                  <a:pt x="3939338" y="1312449"/>
                  <a:pt x="3944490" y="1293827"/>
                  <a:pt x="3949075" y="1294287"/>
                </a:cubicBezTo>
                <a:close/>
                <a:moveTo>
                  <a:pt x="3094732" y="1292393"/>
                </a:moveTo>
                <a:cubicBezTo>
                  <a:pt x="3099152" y="1293244"/>
                  <a:pt x="3106824" y="1300450"/>
                  <a:pt x="3111894" y="1298848"/>
                </a:cubicBezTo>
                <a:cubicBezTo>
                  <a:pt x="3111894" y="1307744"/>
                  <a:pt x="3096239" y="1300983"/>
                  <a:pt x="3091613" y="1303118"/>
                </a:cubicBezTo>
                <a:cubicBezTo>
                  <a:pt x="3093748" y="1298848"/>
                  <a:pt x="3096239" y="1296357"/>
                  <a:pt x="3091613" y="1294222"/>
                </a:cubicBezTo>
                <a:cubicBezTo>
                  <a:pt x="3092147" y="1292532"/>
                  <a:pt x="3093259" y="1292110"/>
                  <a:pt x="3094732" y="1292393"/>
                </a:cubicBezTo>
                <a:close/>
                <a:moveTo>
                  <a:pt x="3906000" y="1292225"/>
                </a:moveTo>
                <a:cubicBezTo>
                  <a:pt x="3908779" y="1294457"/>
                  <a:pt x="3911160" y="1306363"/>
                  <a:pt x="3913541" y="1306363"/>
                </a:cubicBezTo>
                <a:cubicBezTo>
                  <a:pt x="3913541" y="1315665"/>
                  <a:pt x="3911160" y="1315665"/>
                  <a:pt x="3908779" y="1315665"/>
                </a:cubicBezTo>
                <a:cubicBezTo>
                  <a:pt x="3906000" y="1303759"/>
                  <a:pt x="3908779" y="1301526"/>
                  <a:pt x="3906000" y="1292225"/>
                </a:cubicBezTo>
                <a:close/>
                <a:moveTo>
                  <a:pt x="3900841" y="1292225"/>
                </a:moveTo>
                <a:cubicBezTo>
                  <a:pt x="3900841" y="1299003"/>
                  <a:pt x="3903222" y="1305781"/>
                  <a:pt x="3905603" y="1303284"/>
                </a:cubicBezTo>
                <a:cubicBezTo>
                  <a:pt x="3903222" y="1307921"/>
                  <a:pt x="3905603" y="1323618"/>
                  <a:pt x="3900841" y="1323618"/>
                </a:cubicBezTo>
                <a:cubicBezTo>
                  <a:pt x="3898063" y="1310062"/>
                  <a:pt x="3903222" y="1312559"/>
                  <a:pt x="3903222" y="1307921"/>
                </a:cubicBezTo>
                <a:cubicBezTo>
                  <a:pt x="3900841" y="1303284"/>
                  <a:pt x="3900841" y="1301143"/>
                  <a:pt x="3898063" y="1296506"/>
                </a:cubicBezTo>
                <a:cubicBezTo>
                  <a:pt x="3898063" y="1292225"/>
                  <a:pt x="3900841" y="1294365"/>
                  <a:pt x="3900841" y="1292225"/>
                </a:cubicBezTo>
                <a:close/>
                <a:moveTo>
                  <a:pt x="5465887" y="1290780"/>
                </a:moveTo>
                <a:lnTo>
                  <a:pt x="5463610" y="1290828"/>
                </a:lnTo>
                <a:lnTo>
                  <a:pt x="5466213" y="1291867"/>
                </a:lnTo>
                <a:close/>
                <a:moveTo>
                  <a:pt x="4841094" y="1280782"/>
                </a:moveTo>
                <a:cubicBezTo>
                  <a:pt x="4834613" y="1290141"/>
                  <a:pt x="4838934" y="1292300"/>
                  <a:pt x="4832093" y="1299139"/>
                </a:cubicBezTo>
                <a:cubicBezTo>
                  <a:pt x="4847935" y="1310298"/>
                  <a:pt x="4845775" y="1287621"/>
                  <a:pt x="4841094" y="1280782"/>
                </a:cubicBezTo>
                <a:close/>
                <a:moveTo>
                  <a:pt x="5445693" y="1280347"/>
                </a:moveTo>
                <a:lnTo>
                  <a:pt x="5445457" y="1281013"/>
                </a:lnTo>
                <a:lnTo>
                  <a:pt x="5445962" y="1281046"/>
                </a:lnTo>
                <a:close/>
                <a:moveTo>
                  <a:pt x="5345612" y="1280347"/>
                </a:moveTo>
                <a:cubicBezTo>
                  <a:pt x="5336612" y="1287187"/>
                  <a:pt x="5343452" y="1291867"/>
                  <a:pt x="5343452" y="1298708"/>
                </a:cubicBezTo>
                <a:cubicBezTo>
                  <a:pt x="5345612" y="1296188"/>
                  <a:pt x="5359292" y="1291867"/>
                  <a:pt x="5345612" y="1280347"/>
                </a:cubicBezTo>
                <a:close/>
                <a:moveTo>
                  <a:pt x="6021337" y="1276026"/>
                </a:moveTo>
                <a:cubicBezTo>
                  <a:pt x="6019177" y="1291867"/>
                  <a:pt x="6010177" y="1280347"/>
                  <a:pt x="6000817" y="1289707"/>
                </a:cubicBezTo>
                <a:cubicBezTo>
                  <a:pt x="6014497" y="1298708"/>
                  <a:pt x="5989657" y="1305548"/>
                  <a:pt x="5998657" y="1314549"/>
                </a:cubicBezTo>
                <a:cubicBezTo>
                  <a:pt x="6005497" y="1298708"/>
                  <a:pt x="6039697" y="1296188"/>
                  <a:pt x="6021337" y="1276026"/>
                </a:cubicBezTo>
                <a:close/>
                <a:moveTo>
                  <a:pt x="2440845" y="1273175"/>
                </a:moveTo>
                <a:cubicBezTo>
                  <a:pt x="2440845" y="1277937"/>
                  <a:pt x="2442994" y="1280135"/>
                  <a:pt x="2445142" y="1280135"/>
                </a:cubicBezTo>
                <a:cubicBezTo>
                  <a:pt x="2434042" y="1287096"/>
                  <a:pt x="2417928" y="1287096"/>
                  <a:pt x="2397875" y="1291858"/>
                </a:cubicBezTo>
                <a:cubicBezTo>
                  <a:pt x="2404321" y="1282700"/>
                  <a:pt x="2431535" y="1282700"/>
                  <a:pt x="2440845" y="1273175"/>
                </a:cubicBezTo>
                <a:close/>
                <a:moveTo>
                  <a:pt x="1829589" y="1271587"/>
                </a:moveTo>
                <a:cubicBezTo>
                  <a:pt x="1833950" y="1280349"/>
                  <a:pt x="1833950" y="1280349"/>
                  <a:pt x="1833950" y="1280349"/>
                </a:cubicBezTo>
                <a:cubicBezTo>
                  <a:pt x="1827045" y="1273690"/>
                  <a:pt x="1806694" y="1298224"/>
                  <a:pt x="1804150" y="1282803"/>
                </a:cubicBezTo>
                <a:close/>
                <a:moveTo>
                  <a:pt x="3918198" y="1270576"/>
                </a:moveTo>
                <a:cubicBezTo>
                  <a:pt x="3923933" y="1268598"/>
                  <a:pt x="3930214" y="1271475"/>
                  <a:pt x="3933673" y="1284064"/>
                </a:cubicBezTo>
                <a:cubicBezTo>
                  <a:pt x="3938406" y="1284064"/>
                  <a:pt x="3938406" y="1281906"/>
                  <a:pt x="3945324" y="1284064"/>
                </a:cubicBezTo>
                <a:cubicBezTo>
                  <a:pt x="3940591" y="1299889"/>
                  <a:pt x="3924570" y="1304565"/>
                  <a:pt x="3915467" y="1304565"/>
                </a:cubicBezTo>
                <a:cubicBezTo>
                  <a:pt x="3915467" y="1290898"/>
                  <a:pt x="3931488" y="1297731"/>
                  <a:pt x="3935857" y="1295214"/>
                </a:cubicBezTo>
                <a:cubicBezTo>
                  <a:pt x="3935857" y="1284064"/>
                  <a:pt x="3926755" y="1281906"/>
                  <a:pt x="3924570" y="1275072"/>
                </a:cubicBezTo>
                <a:cubicBezTo>
                  <a:pt x="3926755" y="1286222"/>
                  <a:pt x="3912918" y="1284064"/>
                  <a:pt x="3906000" y="1286222"/>
                </a:cubicBezTo>
                <a:cubicBezTo>
                  <a:pt x="3907275" y="1279388"/>
                  <a:pt x="3912463" y="1272554"/>
                  <a:pt x="3918198" y="1270576"/>
                </a:cubicBezTo>
                <a:close/>
                <a:moveTo>
                  <a:pt x="4370164" y="1267104"/>
                </a:moveTo>
                <a:cubicBezTo>
                  <a:pt x="4370164" y="1273943"/>
                  <a:pt x="4372685" y="1280782"/>
                  <a:pt x="4365844" y="1285461"/>
                </a:cubicBezTo>
                <a:cubicBezTo>
                  <a:pt x="4374845" y="1294460"/>
                  <a:pt x="4379525" y="1280782"/>
                  <a:pt x="4377005" y="1276463"/>
                </a:cubicBezTo>
                <a:cubicBezTo>
                  <a:pt x="4370164" y="1278622"/>
                  <a:pt x="4377005" y="1271783"/>
                  <a:pt x="4370164" y="1267104"/>
                </a:cubicBezTo>
                <a:close/>
                <a:moveTo>
                  <a:pt x="4917104" y="1266825"/>
                </a:moveTo>
                <a:cubicBezTo>
                  <a:pt x="4919608" y="1273785"/>
                  <a:pt x="4926405" y="1278548"/>
                  <a:pt x="4921755" y="1285508"/>
                </a:cubicBezTo>
                <a:cubicBezTo>
                  <a:pt x="4912811" y="1280746"/>
                  <a:pt x="4910307" y="1290270"/>
                  <a:pt x="4901363" y="1283310"/>
                </a:cubicBezTo>
                <a:cubicBezTo>
                  <a:pt x="4912811" y="1280746"/>
                  <a:pt x="4919608" y="1280746"/>
                  <a:pt x="4917104" y="1266825"/>
                </a:cubicBezTo>
                <a:close/>
                <a:moveTo>
                  <a:pt x="4888133" y="1266825"/>
                </a:moveTo>
                <a:cubicBezTo>
                  <a:pt x="4899422" y="1282933"/>
                  <a:pt x="4883547" y="1298683"/>
                  <a:pt x="4876844" y="1302979"/>
                </a:cubicBezTo>
                <a:cubicBezTo>
                  <a:pt x="4868025" y="1294030"/>
                  <a:pt x="4888133" y="1280427"/>
                  <a:pt x="4888133" y="1266825"/>
                </a:cubicBezTo>
                <a:close/>
                <a:moveTo>
                  <a:pt x="2474446" y="1266825"/>
                </a:moveTo>
                <a:cubicBezTo>
                  <a:pt x="2472344" y="1271587"/>
                  <a:pt x="2472344" y="1276350"/>
                  <a:pt x="2476900" y="1276350"/>
                </a:cubicBezTo>
                <a:cubicBezTo>
                  <a:pt x="2467787" y="1285508"/>
                  <a:pt x="2467787" y="1269389"/>
                  <a:pt x="2450263" y="1280746"/>
                </a:cubicBezTo>
                <a:cubicBezTo>
                  <a:pt x="2450263" y="1271587"/>
                  <a:pt x="2463582" y="1269389"/>
                  <a:pt x="2474446" y="1266825"/>
                </a:cubicBezTo>
                <a:close/>
                <a:moveTo>
                  <a:pt x="2446729" y="1262062"/>
                </a:moveTo>
                <a:cubicBezTo>
                  <a:pt x="2430900" y="1275618"/>
                  <a:pt x="2392409" y="1273121"/>
                  <a:pt x="2374063" y="1293455"/>
                </a:cubicBezTo>
                <a:cubicBezTo>
                  <a:pt x="2383416" y="1270980"/>
                  <a:pt x="2421907" y="1268840"/>
                  <a:pt x="2446729" y="1262062"/>
                </a:cubicBezTo>
                <a:close/>
                <a:moveTo>
                  <a:pt x="3939923" y="1257862"/>
                </a:moveTo>
                <a:cubicBezTo>
                  <a:pt x="3946802" y="1260045"/>
                  <a:pt x="3948974" y="1264774"/>
                  <a:pt x="3955854" y="1266957"/>
                </a:cubicBezTo>
                <a:cubicBezTo>
                  <a:pt x="3958026" y="1285511"/>
                  <a:pt x="3937750" y="1250950"/>
                  <a:pt x="3946802" y="1280782"/>
                </a:cubicBezTo>
                <a:cubicBezTo>
                  <a:pt x="3944630" y="1276416"/>
                  <a:pt x="3939923" y="1264774"/>
                  <a:pt x="3939923" y="1257862"/>
                </a:cubicBezTo>
                <a:close/>
                <a:moveTo>
                  <a:pt x="2571476" y="1257847"/>
                </a:moveTo>
                <a:cubicBezTo>
                  <a:pt x="2578363" y="1255712"/>
                  <a:pt x="2580538" y="1262472"/>
                  <a:pt x="2589601" y="1259982"/>
                </a:cubicBezTo>
                <a:cubicBezTo>
                  <a:pt x="2580538" y="1273503"/>
                  <a:pt x="2573651" y="1269233"/>
                  <a:pt x="2555525" y="1275994"/>
                </a:cubicBezTo>
                <a:cubicBezTo>
                  <a:pt x="2543925" y="1273503"/>
                  <a:pt x="2578363" y="1271368"/>
                  <a:pt x="2571476" y="1257847"/>
                </a:cubicBezTo>
                <a:close/>
                <a:moveTo>
                  <a:pt x="3969897" y="1257300"/>
                </a:moveTo>
                <a:cubicBezTo>
                  <a:pt x="3972278" y="1268075"/>
                  <a:pt x="3967516" y="1263698"/>
                  <a:pt x="3964738" y="1265718"/>
                </a:cubicBezTo>
                <a:cubicBezTo>
                  <a:pt x="3964738" y="1259320"/>
                  <a:pt x="3967516" y="1257300"/>
                  <a:pt x="3969897" y="1257300"/>
                </a:cubicBezTo>
                <a:close/>
                <a:moveTo>
                  <a:pt x="3960372" y="1255712"/>
                </a:moveTo>
                <a:cubicBezTo>
                  <a:pt x="3962753" y="1269633"/>
                  <a:pt x="3960372" y="1269633"/>
                  <a:pt x="3957594" y="1269633"/>
                </a:cubicBezTo>
                <a:cubicBezTo>
                  <a:pt x="3955213" y="1262673"/>
                  <a:pt x="3955213" y="1255712"/>
                  <a:pt x="3960372" y="1255712"/>
                </a:cubicBezTo>
                <a:close/>
                <a:moveTo>
                  <a:pt x="2099408" y="1252026"/>
                </a:moveTo>
                <a:cubicBezTo>
                  <a:pt x="2110642" y="1247775"/>
                  <a:pt x="2106293" y="1265486"/>
                  <a:pt x="2119701" y="1256631"/>
                </a:cubicBezTo>
                <a:cubicBezTo>
                  <a:pt x="2110642" y="1270091"/>
                  <a:pt x="2067158" y="1290283"/>
                  <a:pt x="2053388" y="1283552"/>
                </a:cubicBezTo>
                <a:cubicBezTo>
                  <a:pt x="2055925" y="1274696"/>
                  <a:pt x="2062810" y="1270091"/>
                  <a:pt x="2074043" y="1265486"/>
                </a:cubicBezTo>
                <a:cubicBezTo>
                  <a:pt x="2058099" y="1281427"/>
                  <a:pt x="2117527" y="1265486"/>
                  <a:pt x="2099408" y="1252026"/>
                </a:cubicBezTo>
                <a:close/>
                <a:moveTo>
                  <a:pt x="4411209" y="1249107"/>
                </a:moveTo>
                <a:cubicBezTo>
                  <a:pt x="4413369" y="1253426"/>
                  <a:pt x="4406888" y="1258105"/>
                  <a:pt x="4404368" y="1258105"/>
                </a:cubicBezTo>
                <a:cubicBezTo>
                  <a:pt x="4415889" y="1271783"/>
                  <a:pt x="4418049" y="1249107"/>
                  <a:pt x="4411209" y="1249107"/>
                </a:cubicBezTo>
                <a:close/>
                <a:moveTo>
                  <a:pt x="5515372" y="1247775"/>
                </a:moveTo>
                <a:cubicBezTo>
                  <a:pt x="5495264" y="1268123"/>
                  <a:pt x="5506553" y="1292756"/>
                  <a:pt x="5477625" y="1322030"/>
                </a:cubicBezTo>
                <a:cubicBezTo>
                  <a:pt x="5482211" y="1306322"/>
                  <a:pt x="5486444" y="1247775"/>
                  <a:pt x="5515372" y="1247775"/>
                </a:cubicBezTo>
                <a:close/>
                <a:moveTo>
                  <a:pt x="3982536" y="1247568"/>
                </a:moveTo>
                <a:cubicBezTo>
                  <a:pt x="3984683" y="1243012"/>
                  <a:pt x="3987187" y="1251774"/>
                  <a:pt x="3989333" y="1249671"/>
                </a:cubicBezTo>
                <a:cubicBezTo>
                  <a:pt x="3996131" y="1269649"/>
                  <a:pt x="3982536" y="1245115"/>
                  <a:pt x="3989333" y="1260887"/>
                </a:cubicBezTo>
                <a:cubicBezTo>
                  <a:pt x="3991480" y="1269649"/>
                  <a:pt x="3984683" y="1262990"/>
                  <a:pt x="3984683" y="1258433"/>
                </a:cubicBezTo>
                <a:cubicBezTo>
                  <a:pt x="3971088" y="1267546"/>
                  <a:pt x="3978243" y="1251774"/>
                  <a:pt x="3984683" y="1254228"/>
                </a:cubicBezTo>
                <a:cubicBezTo>
                  <a:pt x="3984683" y="1254228"/>
                  <a:pt x="3984683" y="1249671"/>
                  <a:pt x="3982536" y="1247568"/>
                </a:cubicBezTo>
                <a:close/>
                <a:moveTo>
                  <a:pt x="3996125" y="1242339"/>
                </a:moveTo>
                <a:cubicBezTo>
                  <a:pt x="3998282" y="1240958"/>
                  <a:pt x="4001561" y="1242080"/>
                  <a:pt x="4004839" y="1244323"/>
                </a:cubicBezTo>
                <a:cubicBezTo>
                  <a:pt x="4004839" y="1246394"/>
                  <a:pt x="4004839" y="1250880"/>
                  <a:pt x="4007255" y="1255367"/>
                </a:cubicBezTo>
                <a:cubicBezTo>
                  <a:pt x="3998282" y="1246394"/>
                  <a:pt x="4000698" y="1250880"/>
                  <a:pt x="3994141" y="1255367"/>
                </a:cubicBezTo>
                <a:cubicBezTo>
                  <a:pt x="3992933" y="1247602"/>
                  <a:pt x="3993969" y="1243719"/>
                  <a:pt x="3996125" y="1242339"/>
                </a:cubicBezTo>
                <a:close/>
                <a:moveTo>
                  <a:pt x="2173680" y="1239837"/>
                </a:moveTo>
                <a:cubicBezTo>
                  <a:pt x="2173680" y="1258520"/>
                  <a:pt x="2151128" y="1246797"/>
                  <a:pt x="2137525" y="1253758"/>
                </a:cubicBezTo>
                <a:cubicBezTo>
                  <a:pt x="2140031" y="1242401"/>
                  <a:pt x="2160077" y="1251560"/>
                  <a:pt x="2173680" y="1239837"/>
                </a:cubicBezTo>
                <a:close/>
                <a:moveTo>
                  <a:pt x="5360108" y="1238696"/>
                </a:moveTo>
                <a:cubicBezTo>
                  <a:pt x="5357515" y="1238989"/>
                  <a:pt x="5354252" y="1240564"/>
                  <a:pt x="5350292" y="1243984"/>
                </a:cubicBezTo>
                <a:cubicBezTo>
                  <a:pt x="5366132" y="1248664"/>
                  <a:pt x="5343452" y="1246144"/>
                  <a:pt x="5336612" y="1250825"/>
                </a:cubicBezTo>
                <a:cubicBezTo>
                  <a:pt x="5338772" y="1252985"/>
                  <a:pt x="5341292" y="1255505"/>
                  <a:pt x="5338772" y="1257665"/>
                </a:cubicBezTo>
                <a:cubicBezTo>
                  <a:pt x="5336612" y="1255325"/>
                  <a:pt x="5334362" y="1254785"/>
                  <a:pt x="5332112" y="1254245"/>
                </a:cubicBezTo>
                <a:lnTo>
                  <a:pt x="5329326" y="1252814"/>
                </a:lnTo>
                <a:lnTo>
                  <a:pt x="5329022" y="1256188"/>
                </a:lnTo>
                <a:lnTo>
                  <a:pt x="5325974" y="1259952"/>
                </a:lnTo>
                <a:lnTo>
                  <a:pt x="5336612" y="1259825"/>
                </a:lnTo>
                <a:cubicBezTo>
                  <a:pt x="5336612" y="1266666"/>
                  <a:pt x="5341292" y="1282867"/>
                  <a:pt x="5352452" y="1276026"/>
                </a:cubicBezTo>
                <a:cubicBezTo>
                  <a:pt x="5354792" y="1273686"/>
                  <a:pt x="5351372" y="1270806"/>
                  <a:pt x="5348222" y="1267656"/>
                </a:cubicBezTo>
                <a:lnTo>
                  <a:pt x="5345967" y="1264727"/>
                </a:lnTo>
                <a:lnTo>
                  <a:pt x="5344418" y="1264209"/>
                </a:lnTo>
                <a:lnTo>
                  <a:pt x="5344552" y="1262890"/>
                </a:lnTo>
                <a:lnTo>
                  <a:pt x="5344453" y="1262762"/>
                </a:lnTo>
                <a:lnTo>
                  <a:pt x="5344655" y="1261877"/>
                </a:lnTo>
                <a:lnTo>
                  <a:pt x="5344936" y="1259104"/>
                </a:lnTo>
                <a:cubicBezTo>
                  <a:pt x="5346377" y="1255290"/>
                  <a:pt x="5348703" y="1251198"/>
                  <a:pt x="5344052" y="1250081"/>
                </a:cubicBezTo>
                <a:cubicBezTo>
                  <a:pt x="5346377" y="1248314"/>
                  <a:pt x="5348424" y="1247872"/>
                  <a:pt x="5350075" y="1248349"/>
                </a:cubicBezTo>
                <a:cubicBezTo>
                  <a:pt x="5352552" y="1249064"/>
                  <a:pt x="5354139" y="1251846"/>
                  <a:pt x="5354444" y="1255321"/>
                </a:cubicBezTo>
                <a:lnTo>
                  <a:pt x="5353610" y="1258113"/>
                </a:lnTo>
                <a:lnTo>
                  <a:pt x="5356817" y="1255640"/>
                </a:lnTo>
                <a:cubicBezTo>
                  <a:pt x="5359922" y="1252535"/>
                  <a:pt x="5362712" y="1249745"/>
                  <a:pt x="5366132" y="1255505"/>
                </a:cubicBezTo>
                <a:cubicBezTo>
                  <a:pt x="5369642" y="1248484"/>
                  <a:pt x="5367887" y="1237819"/>
                  <a:pt x="5360108" y="1238696"/>
                </a:cubicBezTo>
                <a:close/>
                <a:moveTo>
                  <a:pt x="5795547" y="1236662"/>
                </a:moveTo>
                <a:cubicBezTo>
                  <a:pt x="5802616" y="1243463"/>
                  <a:pt x="5793315" y="1252412"/>
                  <a:pt x="5807453" y="1259214"/>
                </a:cubicBezTo>
                <a:cubicBezTo>
                  <a:pt x="5788850" y="1272817"/>
                  <a:pt x="5784013" y="1243463"/>
                  <a:pt x="5795547" y="1236662"/>
                </a:cubicBezTo>
                <a:close/>
                <a:moveTo>
                  <a:pt x="2388850" y="1235622"/>
                </a:moveTo>
                <a:cubicBezTo>
                  <a:pt x="2392230" y="1234204"/>
                  <a:pt x="2396767" y="1234204"/>
                  <a:pt x="2400147" y="1236508"/>
                </a:cubicBezTo>
                <a:cubicBezTo>
                  <a:pt x="2402282" y="1243243"/>
                  <a:pt x="2386626" y="1268057"/>
                  <a:pt x="2384491" y="1252105"/>
                </a:cubicBezTo>
                <a:lnTo>
                  <a:pt x="2393387" y="1249979"/>
                </a:lnTo>
                <a:cubicBezTo>
                  <a:pt x="2393387" y="1243243"/>
                  <a:pt x="2388761" y="1243243"/>
                  <a:pt x="2384491" y="1243243"/>
                </a:cubicBezTo>
                <a:cubicBezTo>
                  <a:pt x="2383246" y="1239876"/>
                  <a:pt x="2385470" y="1237040"/>
                  <a:pt x="2388850" y="1235622"/>
                </a:cubicBezTo>
                <a:close/>
                <a:moveTo>
                  <a:pt x="5570594" y="1231900"/>
                </a:moveTo>
                <a:cubicBezTo>
                  <a:pt x="5582042" y="1238860"/>
                  <a:pt x="5563797" y="1255345"/>
                  <a:pt x="5557000" y="1252781"/>
                </a:cubicBezTo>
                <a:cubicBezTo>
                  <a:pt x="5559146" y="1245821"/>
                  <a:pt x="5557000" y="1238860"/>
                  <a:pt x="5570594" y="1231900"/>
                </a:cubicBezTo>
                <a:close/>
                <a:moveTo>
                  <a:pt x="2842016" y="1231900"/>
                </a:moveTo>
                <a:cubicBezTo>
                  <a:pt x="2828357" y="1238860"/>
                  <a:pt x="2805713" y="1255345"/>
                  <a:pt x="2785225" y="1245821"/>
                </a:cubicBezTo>
                <a:cubicBezTo>
                  <a:pt x="2798884" y="1236662"/>
                  <a:pt x="2826201" y="1238860"/>
                  <a:pt x="2842016" y="1231900"/>
                </a:cubicBezTo>
                <a:close/>
                <a:moveTo>
                  <a:pt x="2202690" y="1230902"/>
                </a:moveTo>
                <a:cubicBezTo>
                  <a:pt x="2211775" y="1242513"/>
                  <a:pt x="2188880" y="1239973"/>
                  <a:pt x="2197965" y="1249408"/>
                </a:cubicBezTo>
                <a:cubicBezTo>
                  <a:pt x="2186700" y="1253762"/>
                  <a:pt x="2188880" y="1239973"/>
                  <a:pt x="2181975" y="1242513"/>
                </a:cubicBezTo>
                <a:cubicBezTo>
                  <a:pt x="2181975" y="1228725"/>
                  <a:pt x="2188880" y="1237796"/>
                  <a:pt x="2202690" y="1230902"/>
                </a:cubicBezTo>
                <a:close/>
                <a:moveTo>
                  <a:pt x="2445589" y="1227242"/>
                </a:moveTo>
                <a:cubicBezTo>
                  <a:pt x="2449656" y="1227005"/>
                  <a:pt x="2452941" y="1227137"/>
                  <a:pt x="2454663" y="1227666"/>
                </a:cubicBezTo>
                <a:cubicBezTo>
                  <a:pt x="2450313" y="1236486"/>
                  <a:pt x="2418051" y="1241072"/>
                  <a:pt x="2408988" y="1238603"/>
                </a:cubicBezTo>
                <a:cubicBezTo>
                  <a:pt x="2414154" y="1231988"/>
                  <a:pt x="2433389" y="1227953"/>
                  <a:pt x="2445589" y="1227242"/>
                </a:cubicBezTo>
                <a:close/>
                <a:moveTo>
                  <a:pt x="5132212" y="1223962"/>
                </a:moveTo>
                <a:cubicBezTo>
                  <a:pt x="5139124" y="1232911"/>
                  <a:pt x="5127846" y="1246514"/>
                  <a:pt x="5130029" y="1255821"/>
                </a:cubicBezTo>
                <a:cubicBezTo>
                  <a:pt x="5118387" y="1260117"/>
                  <a:pt x="5118387" y="1253315"/>
                  <a:pt x="5104563" y="1249020"/>
                </a:cubicBezTo>
                <a:cubicBezTo>
                  <a:pt x="5125300" y="1244366"/>
                  <a:pt x="5118387" y="1237565"/>
                  <a:pt x="5132212" y="1223962"/>
                </a:cubicBezTo>
                <a:close/>
                <a:moveTo>
                  <a:pt x="5632609" y="1221316"/>
                </a:moveTo>
                <a:cubicBezTo>
                  <a:pt x="5637262" y="1232540"/>
                  <a:pt x="5646211" y="1214437"/>
                  <a:pt x="5648717" y="1226023"/>
                </a:cubicBezTo>
                <a:cubicBezTo>
                  <a:pt x="5641916" y="1232540"/>
                  <a:pt x="5644064" y="1237247"/>
                  <a:pt x="5632609" y="1244126"/>
                </a:cubicBezTo>
                <a:cubicBezTo>
                  <a:pt x="5639410" y="1251005"/>
                  <a:pt x="5635115" y="1264763"/>
                  <a:pt x="5648717" y="1266936"/>
                </a:cubicBezTo>
                <a:cubicBezTo>
                  <a:pt x="5648717" y="1276349"/>
                  <a:pt x="5641916" y="1269470"/>
                  <a:pt x="5632609" y="1278522"/>
                </a:cubicBezTo>
                <a:cubicBezTo>
                  <a:pt x="5630461" y="1287573"/>
                  <a:pt x="5648717" y="1285401"/>
                  <a:pt x="5639410" y="1296625"/>
                </a:cubicBezTo>
                <a:cubicBezTo>
                  <a:pt x="5630461" y="1290108"/>
                  <a:pt x="5621512" y="1296625"/>
                  <a:pt x="5612563" y="1285401"/>
                </a:cubicBezTo>
                <a:cubicBezTo>
                  <a:pt x="5626166" y="1264763"/>
                  <a:pt x="5616859" y="1246298"/>
                  <a:pt x="5632609" y="1226023"/>
                </a:cubicBezTo>
                <a:cubicBezTo>
                  <a:pt x="5630461" y="1223488"/>
                  <a:pt x="5630461" y="1223488"/>
                  <a:pt x="5632609" y="1221316"/>
                </a:cubicBezTo>
                <a:close/>
                <a:moveTo>
                  <a:pt x="5837015" y="1221303"/>
                </a:moveTo>
                <a:cubicBezTo>
                  <a:pt x="5831435" y="1225803"/>
                  <a:pt x="5826935" y="1234894"/>
                  <a:pt x="5825225" y="1245154"/>
                </a:cubicBezTo>
                <a:lnTo>
                  <a:pt x="5829705" y="1273094"/>
                </a:lnTo>
                <a:lnTo>
                  <a:pt x="5831099" y="1271876"/>
                </a:lnTo>
                <a:lnTo>
                  <a:pt x="5836295" y="1248530"/>
                </a:lnTo>
                <a:lnTo>
                  <a:pt x="5836337" y="1246929"/>
                </a:lnTo>
                <a:lnTo>
                  <a:pt x="5836161" y="1238402"/>
                </a:lnTo>
                <a:lnTo>
                  <a:pt x="5836608" y="1236707"/>
                </a:lnTo>
                <a:close/>
                <a:moveTo>
                  <a:pt x="4417175" y="1220611"/>
                </a:moveTo>
                <a:cubicBezTo>
                  <a:pt x="4419310" y="1216025"/>
                  <a:pt x="4430696" y="1229430"/>
                  <a:pt x="4430696" y="1220611"/>
                </a:cubicBezTo>
                <a:cubicBezTo>
                  <a:pt x="4437457" y="1227314"/>
                  <a:pt x="4426071" y="1231547"/>
                  <a:pt x="4417175" y="1220611"/>
                </a:cubicBezTo>
                <a:close/>
                <a:moveTo>
                  <a:pt x="4391341" y="1220431"/>
                </a:moveTo>
                <a:cubicBezTo>
                  <a:pt x="4393876" y="1219268"/>
                  <a:pt x="4398946" y="1221035"/>
                  <a:pt x="4405707" y="1229221"/>
                </a:cubicBezTo>
                <a:cubicBezTo>
                  <a:pt x="4405707" y="1236290"/>
                  <a:pt x="4392186" y="1222151"/>
                  <a:pt x="4392186" y="1229221"/>
                </a:cubicBezTo>
                <a:cubicBezTo>
                  <a:pt x="4388805" y="1225686"/>
                  <a:pt x="4388805" y="1221593"/>
                  <a:pt x="4391341" y="1220431"/>
                </a:cubicBezTo>
                <a:close/>
                <a:moveTo>
                  <a:pt x="4950750" y="1220419"/>
                </a:moveTo>
                <a:cubicBezTo>
                  <a:pt x="4950972" y="1221331"/>
                  <a:pt x="4950528" y="1223154"/>
                  <a:pt x="4949641" y="1225112"/>
                </a:cubicBezTo>
                <a:lnTo>
                  <a:pt x="4946349" y="1229908"/>
                </a:lnTo>
                <a:lnTo>
                  <a:pt x="4949422" y="1230652"/>
                </a:lnTo>
                <a:cubicBezTo>
                  <a:pt x="4953463" y="1233126"/>
                  <a:pt x="4957895" y="1236555"/>
                  <a:pt x="4962922" y="1239085"/>
                </a:cubicBezTo>
                <a:cubicBezTo>
                  <a:pt x="4953750" y="1245832"/>
                  <a:pt x="4944931" y="1245832"/>
                  <a:pt x="4931525" y="1234824"/>
                </a:cubicBezTo>
                <a:lnTo>
                  <a:pt x="4937704" y="1228522"/>
                </a:lnTo>
                <a:lnTo>
                  <a:pt x="4936288" y="1225823"/>
                </a:lnTo>
                <a:cubicBezTo>
                  <a:pt x="4938529" y="1223332"/>
                  <a:pt x="4947867" y="1227958"/>
                  <a:pt x="4947867" y="1221197"/>
                </a:cubicBezTo>
                <a:cubicBezTo>
                  <a:pt x="4949641" y="1219507"/>
                  <a:pt x="4950528" y="1219507"/>
                  <a:pt x="4950750" y="1220419"/>
                </a:cubicBezTo>
                <a:close/>
                <a:moveTo>
                  <a:pt x="5495339" y="1220355"/>
                </a:moveTo>
                <a:cubicBezTo>
                  <a:pt x="5496899" y="1219538"/>
                  <a:pt x="5498329" y="1219538"/>
                  <a:pt x="5499492" y="1221238"/>
                </a:cubicBezTo>
                <a:cubicBezTo>
                  <a:pt x="5490549" y="1230187"/>
                  <a:pt x="5488402" y="1241643"/>
                  <a:pt x="5483751" y="1250592"/>
                </a:cubicBezTo>
                <a:cubicBezTo>
                  <a:pt x="5474450" y="1241643"/>
                  <a:pt x="5481605" y="1234841"/>
                  <a:pt x="5481605" y="1225892"/>
                </a:cubicBezTo>
                <a:cubicBezTo>
                  <a:pt x="5484825" y="1232604"/>
                  <a:pt x="5490661" y="1222804"/>
                  <a:pt x="5495339" y="1220355"/>
                </a:cubicBezTo>
                <a:close/>
                <a:moveTo>
                  <a:pt x="5941290" y="1216025"/>
                </a:moveTo>
                <a:cubicBezTo>
                  <a:pt x="5955100" y="1229849"/>
                  <a:pt x="5948195" y="1238944"/>
                  <a:pt x="5941290" y="1250586"/>
                </a:cubicBezTo>
                <a:cubicBezTo>
                  <a:pt x="5932205" y="1243674"/>
                  <a:pt x="5939110" y="1238944"/>
                  <a:pt x="5932205" y="1234579"/>
                </a:cubicBezTo>
                <a:cubicBezTo>
                  <a:pt x="5929661" y="1234579"/>
                  <a:pt x="5927480" y="1238944"/>
                  <a:pt x="5925300" y="1236761"/>
                </a:cubicBezTo>
                <a:cubicBezTo>
                  <a:pt x="5939110" y="1232032"/>
                  <a:pt x="5932205" y="1227666"/>
                  <a:pt x="5941290" y="1216025"/>
                </a:cubicBezTo>
                <a:close/>
                <a:moveTo>
                  <a:pt x="2809797" y="1212850"/>
                </a:moveTo>
                <a:cubicBezTo>
                  <a:pt x="2816616" y="1212850"/>
                  <a:pt x="2814463" y="1222041"/>
                  <a:pt x="2816616" y="1229026"/>
                </a:cubicBezTo>
                <a:cubicBezTo>
                  <a:pt x="2802978" y="1229026"/>
                  <a:pt x="2775700" y="1247407"/>
                  <a:pt x="2780366" y="1224246"/>
                </a:cubicBezTo>
                <a:cubicBezTo>
                  <a:pt x="2794005" y="1226820"/>
                  <a:pt x="2812309" y="1236011"/>
                  <a:pt x="2809797" y="1212850"/>
                </a:cubicBezTo>
                <a:close/>
                <a:moveTo>
                  <a:pt x="3391750" y="1207950"/>
                </a:moveTo>
                <a:cubicBezTo>
                  <a:pt x="3400813" y="1216846"/>
                  <a:pt x="3366376" y="1205815"/>
                  <a:pt x="3371088" y="1223606"/>
                </a:cubicBezTo>
                <a:cubicBezTo>
                  <a:pt x="3355138" y="1214711"/>
                  <a:pt x="3377976" y="1203325"/>
                  <a:pt x="3391750" y="1207950"/>
                </a:cubicBezTo>
                <a:close/>
                <a:moveTo>
                  <a:pt x="3303988" y="1207028"/>
                </a:moveTo>
                <a:cubicBezTo>
                  <a:pt x="3301885" y="1220434"/>
                  <a:pt x="3301885" y="1220434"/>
                  <a:pt x="3301885" y="1220434"/>
                </a:cubicBezTo>
                <a:cubicBezTo>
                  <a:pt x="3297328" y="1215848"/>
                  <a:pt x="3286113" y="1215848"/>
                  <a:pt x="3277350" y="1215848"/>
                </a:cubicBezTo>
                <a:cubicBezTo>
                  <a:pt x="3279453" y="1204912"/>
                  <a:pt x="3295225" y="1209145"/>
                  <a:pt x="3303988" y="1207028"/>
                </a:cubicBezTo>
                <a:close/>
                <a:moveTo>
                  <a:pt x="4849736" y="1204912"/>
                </a:moveTo>
                <a:cubicBezTo>
                  <a:pt x="4878784" y="1220862"/>
                  <a:pt x="4845131" y="1241525"/>
                  <a:pt x="4840526" y="1250587"/>
                </a:cubicBezTo>
                <a:cubicBezTo>
                  <a:pt x="4836275" y="1232100"/>
                  <a:pt x="4851862" y="1220862"/>
                  <a:pt x="4849736" y="1204912"/>
                </a:cubicBezTo>
                <a:close/>
                <a:moveTo>
                  <a:pt x="6269334" y="1198562"/>
                </a:moveTo>
                <a:cubicBezTo>
                  <a:pt x="6275993" y="1198562"/>
                  <a:pt x="6275993" y="1205221"/>
                  <a:pt x="6269334" y="1207324"/>
                </a:cubicBezTo>
                <a:cubicBezTo>
                  <a:pt x="6273890" y="1209427"/>
                  <a:pt x="6275993" y="1213983"/>
                  <a:pt x="6280550" y="1213983"/>
                </a:cubicBezTo>
                <a:cubicBezTo>
                  <a:pt x="6278096" y="1220643"/>
                  <a:pt x="6271437" y="1222746"/>
                  <a:pt x="6260572" y="1225199"/>
                </a:cubicBezTo>
                <a:cubicBezTo>
                  <a:pt x="6253913" y="1209427"/>
                  <a:pt x="6271437" y="1209427"/>
                  <a:pt x="6269334" y="1198562"/>
                </a:cubicBezTo>
                <a:close/>
                <a:moveTo>
                  <a:pt x="6046537" y="1196101"/>
                </a:moveTo>
                <a:cubicBezTo>
                  <a:pt x="6037177" y="1207622"/>
                  <a:pt x="6057697" y="1214462"/>
                  <a:pt x="6037177" y="1219142"/>
                </a:cubicBezTo>
                <a:cubicBezTo>
                  <a:pt x="6050857" y="1237144"/>
                  <a:pt x="6064537" y="1193941"/>
                  <a:pt x="6046537" y="1196101"/>
                </a:cubicBezTo>
                <a:close/>
                <a:moveTo>
                  <a:pt x="5647091" y="1194941"/>
                </a:moveTo>
                <a:cubicBezTo>
                  <a:pt x="5647903" y="1193912"/>
                  <a:pt x="5648516" y="1194021"/>
                  <a:pt x="5649152" y="1196212"/>
                </a:cubicBezTo>
                <a:cubicBezTo>
                  <a:pt x="5637523" y="1207427"/>
                  <a:pt x="5658237" y="1202871"/>
                  <a:pt x="5649152" y="1214086"/>
                </a:cubicBezTo>
                <a:cubicBezTo>
                  <a:pt x="5642247" y="1211983"/>
                  <a:pt x="5635343" y="1214086"/>
                  <a:pt x="5628438" y="1209530"/>
                </a:cubicBezTo>
                <a:cubicBezTo>
                  <a:pt x="5640430" y="1211370"/>
                  <a:pt x="5644655" y="1198030"/>
                  <a:pt x="5647091" y="1194941"/>
                </a:cubicBezTo>
                <a:close/>
                <a:moveTo>
                  <a:pt x="2191138" y="1194347"/>
                </a:moveTo>
                <a:cubicBezTo>
                  <a:pt x="2184250" y="1207868"/>
                  <a:pt x="2161413" y="1198972"/>
                  <a:pt x="2152351" y="1212494"/>
                </a:cubicBezTo>
                <a:cubicBezTo>
                  <a:pt x="2145463" y="1192212"/>
                  <a:pt x="2177725" y="1201107"/>
                  <a:pt x="2191138" y="1194347"/>
                </a:cubicBezTo>
                <a:close/>
                <a:moveTo>
                  <a:pt x="6398016" y="1192212"/>
                </a:moveTo>
                <a:cubicBezTo>
                  <a:pt x="6398016" y="1215131"/>
                  <a:pt x="6398016" y="1215131"/>
                  <a:pt x="6398016" y="1215131"/>
                </a:cubicBezTo>
                <a:cubicBezTo>
                  <a:pt x="6393350" y="1212948"/>
                  <a:pt x="6389043" y="1210402"/>
                  <a:pt x="6382224" y="1212948"/>
                </a:cubicBezTo>
                <a:lnTo>
                  <a:pt x="6382224" y="1226773"/>
                </a:lnTo>
                <a:cubicBezTo>
                  <a:pt x="6357100" y="1226773"/>
                  <a:pt x="6386531" y="1194395"/>
                  <a:pt x="6398016" y="1192212"/>
                </a:cubicBezTo>
                <a:close/>
                <a:moveTo>
                  <a:pt x="5578696" y="1192212"/>
                </a:moveTo>
                <a:cubicBezTo>
                  <a:pt x="5589985" y="1196577"/>
                  <a:pt x="5583282" y="1212948"/>
                  <a:pt x="5578696" y="1226773"/>
                </a:cubicBezTo>
                <a:cubicBezTo>
                  <a:pt x="5558588" y="1226773"/>
                  <a:pt x="5576580" y="1203490"/>
                  <a:pt x="5578696" y="1192212"/>
                </a:cubicBezTo>
                <a:close/>
                <a:moveTo>
                  <a:pt x="4976345" y="1191925"/>
                </a:moveTo>
                <a:cubicBezTo>
                  <a:pt x="4977458" y="1196521"/>
                  <a:pt x="4969875" y="1215619"/>
                  <a:pt x="4965982" y="1234717"/>
                </a:cubicBezTo>
                <a:cubicBezTo>
                  <a:pt x="4947400" y="1232216"/>
                  <a:pt x="4970718" y="1218992"/>
                  <a:pt x="4952136" y="1214346"/>
                </a:cubicBezTo>
                <a:cubicBezTo>
                  <a:pt x="4961973" y="1202462"/>
                  <a:pt x="4968190" y="1195672"/>
                  <a:pt x="4971874" y="1192701"/>
                </a:cubicBezTo>
                <a:cubicBezTo>
                  <a:pt x="4974637" y="1190473"/>
                  <a:pt x="4975974" y="1190393"/>
                  <a:pt x="4976345" y="1191925"/>
                </a:cubicBezTo>
                <a:close/>
                <a:moveTo>
                  <a:pt x="6321198" y="1189037"/>
                </a:moveTo>
                <a:cubicBezTo>
                  <a:pt x="6335119" y="1207015"/>
                  <a:pt x="6337684" y="1238657"/>
                  <a:pt x="6337684" y="1272815"/>
                </a:cubicBezTo>
                <a:cubicBezTo>
                  <a:pt x="6325961" y="1248005"/>
                  <a:pt x="6319000" y="1225353"/>
                  <a:pt x="6321198" y="1189037"/>
                </a:cubicBezTo>
                <a:close/>
                <a:moveTo>
                  <a:pt x="3495273" y="1181021"/>
                </a:moveTo>
                <a:cubicBezTo>
                  <a:pt x="3498667" y="1182756"/>
                  <a:pt x="3502650" y="1185068"/>
                  <a:pt x="3507176" y="1184001"/>
                </a:cubicBezTo>
                <a:cubicBezTo>
                  <a:pt x="3498124" y="1195031"/>
                  <a:pt x="3493418" y="1186136"/>
                  <a:pt x="3486900" y="1181510"/>
                </a:cubicBezTo>
                <a:cubicBezTo>
                  <a:pt x="3489073" y="1178130"/>
                  <a:pt x="3491879" y="1179286"/>
                  <a:pt x="3495273" y="1181021"/>
                </a:cubicBezTo>
                <a:close/>
                <a:moveTo>
                  <a:pt x="3597657" y="1177894"/>
                </a:moveTo>
                <a:cubicBezTo>
                  <a:pt x="3602075" y="1179634"/>
                  <a:pt x="3606819" y="1183115"/>
                  <a:pt x="3610353" y="1185496"/>
                </a:cubicBezTo>
                <a:cubicBezTo>
                  <a:pt x="3605516" y="1190258"/>
                  <a:pt x="3593610" y="1180733"/>
                  <a:pt x="3586913" y="1180733"/>
                </a:cubicBezTo>
                <a:cubicBezTo>
                  <a:pt x="3589146" y="1176154"/>
                  <a:pt x="3593238" y="1176154"/>
                  <a:pt x="3597657" y="1177894"/>
                </a:cubicBezTo>
                <a:close/>
                <a:moveTo>
                  <a:pt x="5648926" y="1168400"/>
                </a:moveTo>
                <a:lnTo>
                  <a:pt x="5658228" y="1179848"/>
                </a:lnTo>
                <a:cubicBezTo>
                  <a:pt x="5651159" y="1186645"/>
                  <a:pt x="5641857" y="1193442"/>
                  <a:pt x="5634788" y="1184498"/>
                </a:cubicBezTo>
                <a:cubicBezTo>
                  <a:pt x="5644090" y="1179848"/>
                  <a:pt x="5637020" y="1173050"/>
                  <a:pt x="5648926" y="1168400"/>
                </a:cubicBezTo>
                <a:close/>
                <a:moveTo>
                  <a:pt x="3531042" y="1168091"/>
                </a:moveTo>
                <a:cubicBezTo>
                  <a:pt x="3533820" y="1168664"/>
                  <a:pt x="3536642" y="1170340"/>
                  <a:pt x="3538935" y="1170340"/>
                </a:cubicBezTo>
                <a:cubicBezTo>
                  <a:pt x="3536466" y="1179159"/>
                  <a:pt x="3527647" y="1177042"/>
                  <a:pt x="3523413" y="1172456"/>
                </a:cubicBezTo>
                <a:cubicBezTo>
                  <a:pt x="3525530" y="1168047"/>
                  <a:pt x="3528264" y="1167517"/>
                  <a:pt x="3531042" y="1168091"/>
                </a:cubicBezTo>
                <a:close/>
                <a:moveTo>
                  <a:pt x="2156282" y="1167933"/>
                </a:moveTo>
                <a:cubicBezTo>
                  <a:pt x="2162323" y="1167119"/>
                  <a:pt x="2168138" y="1170015"/>
                  <a:pt x="2170500" y="1177980"/>
                </a:cubicBezTo>
                <a:cubicBezTo>
                  <a:pt x="2163595" y="1173273"/>
                  <a:pt x="2149785" y="1182325"/>
                  <a:pt x="2140700" y="1180152"/>
                </a:cubicBezTo>
                <a:cubicBezTo>
                  <a:pt x="2143971" y="1173273"/>
                  <a:pt x="2150240" y="1168748"/>
                  <a:pt x="2156282" y="1167933"/>
                </a:cubicBezTo>
                <a:close/>
                <a:moveTo>
                  <a:pt x="2543562" y="1164166"/>
                </a:moveTo>
                <a:cubicBezTo>
                  <a:pt x="2541381" y="1172986"/>
                  <a:pt x="2527572" y="1175103"/>
                  <a:pt x="2513763" y="1177572"/>
                </a:cubicBezTo>
                <a:cubicBezTo>
                  <a:pt x="2525029" y="1170869"/>
                  <a:pt x="2529753" y="1162050"/>
                  <a:pt x="2543562" y="1164166"/>
                </a:cubicBezTo>
                <a:close/>
                <a:moveTo>
                  <a:pt x="3395803" y="1161479"/>
                </a:moveTo>
                <a:cubicBezTo>
                  <a:pt x="3407159" y="1158875"/>
                  <a:pt x="3404961" y="1168176"/>
                  <a:pt x="3416684" y="1165944"/>
                </a:cubicBezTo>
                <a:cubicBezTo>
                  <a:pt x="3411922" y="1182315"/>
                  <a:pt x="3404961" y="1163712"/>
                  <a:pt x="3393238" y="1173013"/>
                </a:cubicBezTo>
                <a:cubicBezTo>
                  <a:pt x="3395803" y="1161479"/>
                  <a:pt x="3395803" y="1161479"/>
                  <a:pt x="3395803" y="1161479"/>
                </a:cubicBezTo>
                <a:close/>
                <a:moveTo>
                  <a:pt x="4922103" y="1158875"/>
                </a:moveTo>
                <a:cubicBezTo>
                  <a:pt x="4937525" y="1165672"/>
                  <a:pt x="4930865" y="1179266"/>
                  <a:pt x="4924206" y="1183917"/>
                </a:cubicBezTo>
                <a:cubicBezTo>
                  <a:pt x="4910888" y="1174616"/>
                  <a:pt x="4930865" y="1170323"/>
                  <a:pt x="4922103" y="1158875"/>
                </a:cubicBezTo>
                <a:close/>
                <a:moveTo>
                  <a:pt x="3490747" y="1158089"/>
                </a:moveTo>
                <a:cubicBezTo>
                  <a:pt x="3493037" y="1156993"/>
                  <a:pt x="3494777" y="1158133"/>
                  <a:pt x="3496059" y="1163740"/>
                </a:cubicBezTo>
                <a:cubicBezTo>
                  <a:pt x="3489099" y="1165843"/>
                  <a:pt x="3482138" y="1179161"/>
                  <a:pt x="3482138" y="1165843"/>
                </a:cubicBezTo>
                <a:cubicBezTo>
                  <a:pt x="3485619" y="1162514"/>
                  <a:pt x="3488458" y="1159184"/>
                  <a:pt x="3490747" y="1158089"/>
                </a:cubicBezTo>
                <a:close/>
                <a:moveTo>
                  <a:pt x="6411121" y="1155700"/>
                </a:moveTo>
                <a:cubicBezTo>
                  <a:pt x="6440875" y="1175728"/>
                  <a:pt x="6411121" y="1219005"/>
                  <a:pt x="6433981" y="1245829"/>
                </a:cubicBezTo>
                <a:cubicBezTo>
                  <a:pt x="6390438" y="1232238"/>
                  <a:pt x="6427087" y="1191823"/>
                  <a:pt x="6411121" y="1155700"/>
                </a:cubicBezTo>
                <a:close/>
                <a:moveTo>
                  <a:pt x="4981112" y="1155700"/>
                </a:moveTo>
                <a:cubicBezTo>
                  <a:pt x="4994668" y="1164771"/>
                  <a:pt x="4990387" y="1166948"/>
                  <a:pt x="4983609" y="1180737"/>
                </a:cubicBezTo>
                <a:cubicBezTo>
                  <a:pt x="4963275" y="1178560"/>
                  <a:pt x="4981112" y="1162594"/>
                  <a:pt x="4981112" y="1155700"/>
                </a:cubicBezTo>
                <a:close/>
                <a:moveTo>
                  <a:pt x="5592544" y="1152525"/>
                </a:moveTo>
                <a:cubicBezTo>
                  <a:pt x="5605863" y="1152525"/>
                  <a:pt x="5590441" y="1179161"/>
                  <a:pt x="5579225" y="1172502"/>
                </a:cubicBezTo>
                <a:cubicBezTo>
                  <a:pt x="5581678" y="1161637"/>
                  <a:pt x="5590441" y="1161637"/>
                  <a:pt x="5592544" y="1152525"/>
                </a:cubicBezTo>
                <a:close/>
                <a:moveTo>
                  <a:pt x="5167938" y="1150937"/>
                </a:moveTo>
                <a:cubicBezTo>
                  <a:pt x="5174740" y="1150937"/>
                  <a:pt x="5179393" y="1155616"/>
                  <a:pt x="5186194" y="1159936"/>
                </a:cubicBezTo>
                <a:cubicBezTo>
                  <a:pt x="5179393" y="1166775"/>
                  <a:pt x="5177245" y="1171454"/>
                  <a:pt x="5184047" y="1178294"/>
                </a:cubicBezTo>
                <a:cubicBezTo>
                  <a:pt x="5179393" y="1180453"/>
                  <a:pt x="5177245" y="1180453"/>
                  <a:pt x="5172592" y="1180453"/>
                </a:cubicBezTo>
                <a:cubicBezTo>
                  <a:pt x="5179393" y="1189812"/>
                  <a:pt x="5172592" y="1194132"/>
                  <a:pt x="5188342" y="1194132"/>
                </a:cubicBezTo>
                <a:cubicBezTo>
                  <a:pt x="5174740" y="1200971"/>
                  <a:pt x="5177245" y="1207810"/>
                  <a:pt x="5177245" y="1212490"/>
                </a:cubicBezTo>
                <a:cubicBezTo>
                  <a:pt x="5170444" y="1200971"/>
                  <a:pt x="5174740" y="1187293"/>
                  <a:pt x="5152188" y="1187293"/>
                </a:cubicBezTo>
                <a:cubicBezTo>
                  <a:pt x="5158989" y="1178294"/>
                  <a:pt x="5163643" y="1171454"/>
                  <a:pt x="5174740" y="1168935"/>
                </a:cubicBezTo>
                <a:cubicBezTo>
                  <a:pt x="5172592" y="1164615"/>
                  <a:pt x="5156841" y="1159936"/>
                  <a:pt x="5163643" y="1155616"/>
                </a:cubicBezTo>
                <a:cubicBezTo>
                  <a:pt x="5170444" y="1159936"/>
                  <a:pt x="5165791" y="1153097"/>
                  <a:pt x="5167938" y="1150937"/>
                </a:cubicBezTo>
                <a:close/>
                <a:moveTo>
                  <a:pt x="4880353" y="1150937"/>
                </a:moveTo>
                <a:cubicBezTo>
                  <a:pt x="4880353" y="1175995"/>
                  <a:pt x="4873284" y="1194516"/>
                  <a:pt x="4861378" y="1206137"/>
                </a:cubicBezTo>
                <a:cubicBezTo>
                  <a:pt x="4856913" y="1187616"/>
                  <a:pt x="4866215" y="1166916"/>
                  <a:pt x="4880353" y="1150937"/>
                </a:cubicBezTo>
                <a:close/>
                <a:moveTo>
                  <a:pt x="4506785" y="1149963"/>
                </a:moveTo>
                <a:cubicBezTo>
                  <a:pt x="4509320" y="1148869"/>
                  <a:pt x="4514389" y="1149374"/>
                  <a:pt x="4520001" y="1152573"/>
                </a:cubicBezTo>
                <a:cubicBezTo>
                  <a:pt x="4517829" y="1156950"/>
                  <a:pt x="4510949" y="1152573"/>
                  <a:pt x="4508777" y="1156950"/>
                </a:cubicBezTo>
                <a:cubicBezTo>
                  <a:pt x="4504251" y="1153751"/>
                  <a:pt x="4504251" y="1151057"/>
                  <a:pt x="4506785" y="1149963"/>
                </a:cubicBezTo>
                <a:close/>
                <a:moveTo>
                  <a:pt x="6053377" y="1146057"/>
                </a:moveTo>
                <a:cubicBezTo>
                  <a:pt x="6041857" y="1152898"/>
                  <a:pt x="6048697" y="1159738"/>
                  <a:pt x="6055537" y="1168739"/>
                </a:cubicBezTo>
                <a:cubicBezTo>
                  <a:pt x="6062377" y="1164419"/>
                  <a:pt x="6059857" y="1159738"/>
                  <a:pt x="6064537" y="1155418"/>
                </a:cubicBezTo>
                <a:cubicBezTo>
                  <a:pt x="6062377" y="1146057"/>
                  <a:pt x="6057697" y="1148578"/>
                  <a:pt x="6053377" y="1146057"/>
                </a:cubicBezTo>
                <a:close/>
                <a:moveTo>
                  <a:pt x="3348245" y="1143707"/>
                </a:moveTo>
                <a:cubicBezTo>
                  <a:pt x="3352664" y="1143190"/>
                  <a:pt x="3358524" y="1144311"/>
                  <a:pt x="3364291" y="1144311"/>
                </a:cubicBezTo>
                <a:cubicBezTo>
                  <a:pt x="3364291" y="1148798"/>
                  <a:pt x="3359826" y="1146382"/>
                  <a:pt x="3354989" y="1146382"/>
                </a:cubicBezTo>
                <a:cubicBezTo>
                  <a:pt x="3352757" y="1148798"/>
                  <a:pt x="3352757" y="1150868"/>
                  <a:pt x="3354989" y="1150868"/>
                </a:cubicBezTo>
                <a:cubicBezTo>
                  <a:pt x="3352757" y="1155355"/>
                  <a:pt x="3345687" y="1152939"/>
                  <a:pt x="3340850" y="1152939"/>
                </a:cubicBezTo>
                <a:cubicBezTo>
                  <a:pt x="3340850" y="1146382"/>
                  <a:pt x="3343827" y="1144225"/>
                  <a:pt x="3348245" y="1143707"/>
                </a:cubicBezTo>
                <a:close/>
                <a:moveTo>
                  <a:pt x="3476398" y="1143000"/>
                </a:moveTo>
                <a:cubicBezTo>
                  <a:pt x="3481161" y="1143000"/>
                  <a:pt x="3478596" y="1147586"/>
                  <a:pt x="3483359" y="1147586"/>
                </a:cubicBezTo>
                <a:cubicBezTo>
                  <a:pt x="3481161" y="1158522"/>
                  <a:pt x="3481161" y="1158522"/>
                  <a:pt x="3481161" y="1158522"/>
                </a:cubicBezTo>
                <a:cubicBezTo>
                  <a:pt x="3478596" y="1154289"/>
                  <a:pt x="3474200" y="1154289"/>
                  <a:pt x="3476398" y="1143000"/>
                </a:cubicBezTo>
                <a:close/>
                <a:moveTo>
                  <a:pt x="2628824" y="1143000"/>
                </a:moveTo>
                <a:cubicBezTo>
                  <a:pt x="2628824" y="1147625"/>
                  <a:pt x="2630977" y="1149760"/>
                  <a:pt x="2635641" y="1149760"/>
                </a:cubicBezTo>
                <a:cubicBezTo>
                  <a:pt x="2619854" y="1163281"/>
                  <a:pt x="2601554" y="1158655"/>
                  <a:pt x="2583613" y="1154386"/>
                </a:cubicBezTo>
                <a:cubicBezTo>
                  <a:pt x="2594737" y="1143000"/>
                  <a:pt x="2613036" y="1151895"/>
                  <a:pt x="2628824" y="1143000"/>
                </a:cubicBezTo>
                <a:close/>
                <a:moveTo>
                  <a:pt x="3053845" y="1135255"/>
                </a:moveTo>
                <a:cubicBezTo>
                  <a:pt x="3049036" y="1136421"/>
                  <a:pt x="3045080" y="1138754"/>
                  <a:pt x="3042743" y="1142162"/>
                </a:cubicBezTo>
                <a:cubicBezTo>
                  <a:pt x="3049575" y="1148980"/>
                  <a:pt x="3072230" y="1146468"/>
                  <a:pt x="3070072" y="1135345"/>
                </a:cubicBezTo>
                <a:cubicBezTo>
                  <a:pt x="3064319" y="1134089"/>
                  <a:pt x="3058655" y="1134089"/>
                  <a:pt x="3053845" y="1135255"/>
                </a:cubicBezTo>
                <a:close/>
                <a:moveTo>
                  <a:pt x="3149822" y="1135062"/>
                </a:moveTo>
                <a:cubicBezTo>
                  <a:pt x="3158994" y="1135062"/>
                  <a:pt x="3158994" y="1135062"/>
                  <a:pt x="3158994" y="1135062"/>
                </a:cubicBezTo>
                <a:cubicBezTo>
                  <a:pt x="3156524" y="1139332"/>
                  <a:pt x="3158994" y="1139332"/>
                  <a:pt x="3161110" y="1139332"/>
                </a:cubicBezTo>
                <a:cubicBezTo>
                  <a:pt x="3152291" y="1143957"/>
                  <a:pt x="3143119" y="1152853"/>
                  <a:pt x="3129713" y="1155344"/>
                </a:cubicBezTo>
                <a:cubicBezTo>
                  <a:pt x="3129713" y="1141822"/>
                  <a:pt x="3147705" y="1150718"/>
                  <a:pt x="3149822" y="1135062"/>
                </a:cubicBezTo>
                <a:close/>
                <a:moveTo>
                  <a:pt x="4822577" y="1131887"/>
                </a:moveTo>
                <a:cubicBezTo>
                  <a:pt x="4827294" y="1134451"/>
                  <a:pt x="4829471" y="1134451"/>
                  <a:pt x="4829471" y="1131887"/>
                </a:cubicBezTo>
                <a:cubicBezTo>
                  <a:pt x="4834189" y="1134451"/>
                  <a:pt x="4834189" y="1138848"/>
                  <a:pt x="4836366" y="1136649"/>
                </a:cubicBezTo>
                <a:cubicBezTo>
                  <a:pt x="4845437" y="1143610"/>
                  <a:pt x="4829471" y="1145808"/>
                  <a:pt x="4822577" y="1141412"/>
                </a:cubicBezTo>
                <a:cubicBezTo>
                  <a:pt x="4820400" y="1138848"/>
                  <a:pt x="4820400" y="1134451"/>
                  <a:pt x="4822577" y="1131887"/>
                </a:cubicBezTo>
                <a:close/>
                <a:moveTo>
                  <a:pt x="2792281" y="1131887"/>
                </a:moveTo>
                <a:cubicBezTo>
                  <a:pt x="2794397" y="1147659"/>
                  <a:pt x="2794397" y="1147659"/>
                  <a:pt x="2794397" y="1147659"/>
                </a:cubicBezTo>
                <a:cubicBezTo>
                  <a:pt x="2794397" y="1136443"/>
                  <a:pt x="2765470" y="1134340"/>
                  <a:pt x="2778875" y="1145206"/>
                </a:cubicBezTo>
                <a:cubicBezTo>
                  <a:pt x="2774289" y="1158524"/>
                  <a:pt x="2767939" y="1138546"/>
                  <a:pt x="2756650" y="1143103"/>
                </a:cubicBezTo>
                <a:cubicBezTo>
                  <a:pt x="2763353" y="1136443"/>
                  <a:pt x="2776759" y="1131887"/>
                  <a:pt x="2792281" y="1131887"/>
                </a:cubicBezTo>
                <a:close/>
                <a:moveTo>
                  <a:pt x="5039067" y="1131590"/>
                </a:moveTo>
                <a:cubicBezTo>
                  <a:pt x="5050679" y="1127125"/>
                  <a:pt x="5059750" y="1138659"/>
                  <a:pt x="5055033" y="1150565"/>
                </a:cubicBezTo>
                <a:cubicBezTo>
                  <a:pt x="5043784" y="1148332"/>
                  <a:pt x="5034713" y="1143496"/>
                  <a:pt x="5039067" y="1131590"/>
                </a:cubicBezTo>
                <a:close/>
                <a:moveTo>
                  <a:pt x="4773047" y="1130684"/>
                </a:moveTo>
                <a:cubicBezTo>
                  <a:pt x="4775207" y="1137523"/>
                  <a:pt x="4773047" y="1142202"/>
                  <a:pt x="4784208" y="1149041"/>
                </a:cubicBezTo>
                <a:cubicBezTo>
                  <a:pt x="4786728" y="1142202"/>
                  <a:pt x="4788889" y="1137523"/>
                  <a:pt x="4782048" y="1132844"/>
                </a:cubicBezTo>
                <a:cubicBezTo>
                  <a:pt x="4779887" y="1132844"/>
                  <a:pt x="4777367" y="1132844"/>
                  <a:pt x="4773047" y="1130684"/>
                </a:cubicBezTo>
                <a:close/>
                <a:moveTo>
                  <a:pt x="5181721" y="1127125"/>
                </a:moveTo>
                <a:cubicBezTo>
                  <a:pt x="5193107" y="1134194"/>
                  <a:pt x="5186346" y="1143496"/>
                  <a:pt x="5184211" y="1150565"/>
                </a:cubicBezTo>
                <a:cubicBezTo>
                  <a:pt x="5186346" y="1143496"/>
                  <a:pt x="5172825" y="1136426"/>
                  <a:pt x="5181721" y="1127125"/>
                </a:cubicBezTo>
                <a:close/>
                <a:moveTo>
                  <a:pt x="5529899" y="1124913"/>
                </a:moveTo>
                <a:cubicBezTo>
                  <a:pt x="5532235" y="1124092"/>
                  <a:pt x="5534775" y="1124247"/>
                  <a:pt x="5537587" y="1125934"/>
                </a:cubicBezTo>
                <a:cubicBezTo>
                  <a:pt x="5523799" y="1130195"/>
                  <a:pt x="5521621" y="1145820"/>
                  <a:pt x="5512550" y="1143689"/>
                </a:cubicBezTo>
                <a:cubicBezTo>
                  <a:pt x="5517720" y="1138629"/>
                  <a:pt x="5522892" y="1127377"/>
                  <a:pt x="5529899" y="1124913"/>
                </a:cubicBezTo>
                <a:close/>
                <a:moveTo>
                  <a:pt x="5982674" y="1123950"/>
                </a:moveTo>
                <a:cubicBezTo>
                  <a:pt x="5991617" y="1135239"/>
                  <a:pt x="5971226" y="1144058"/>
                  <a:pt x="5973372" y="1155347"/>
                </a:cubicBezTo>
                <a:cubicBezTo>
                  <a:pt x="5966575" y="1144058"/>
                  <a:pt x="5969079" y="1135239"/>
                  <a:pt x="5982674" y="1123950"/>
                </a:cubicBezTo>
                <a:close/>
                <a:moveTo>
                  <a:pt x="3226186" y="1116012"/>
                </a:moveTo>
                <a:cubicBezTo>
                  <a:pt x="3212350" y="1120598"/>
                  <a:pt x="3200699" y="1127301"/>
                  <a:pt x="3186863" y="1131534"/>
                </a:cubicBezTo>
                <a:cubicBezTo>
                  <a:pt x="3193781" y="1118481"/>
                  <a:pt x="3207617" y="1116012"/>
                  <a:pt x="3226186" y="1116012"/>
                </a:cubicBezTo>
                <a:close/>
                <a:moveTo>
                  <a:pt x="3145229" y="1108075"/>
                </a:moveTo>
                <a:cubicBezTo>
                  <a:pt x="3140554" y="1126374"/>
                  <a:pt x="3115382" y="1108075"/>
                  <a:pt x="3111067" y="1114892"/>
                </a:cubicBezTo>
                <a:cubicBezTo>
                  <a:pt x="3111067" y="1126374"/>
                  <a:pt x="3122214" y="1123863"/>
                  <a:pt x="3133721" y="1123863"/>
                </a:cubicBezTo>
                <a:cubicBezTo>
                  <a:pt x="3129047" y="1126374"/>
                  <a:pt x="3126889" y="1135345"/>
                  <a:pt x="3131564" y="1135345"/>
                </a:cubicBezTo>
                <a:cubicBezTo>
                  <a:pt x="3113224" y="1151133"/>
                  <a:pt x="3101717" y="1123863"/>
                  <a:pt x="3074747" y="1135345"/>
                </a:cubicBezTo>
                <a:cubicBezTo>
                  <a:pt x="3088412" y="1139650"/>
                  <a:pt x="3090569" y="1148980"/>
                  <a:pt x="3115382" y="1151133"/>
                </a:cubicBezTo>
                <a:cubicBezTo>
                  <a:pt x="3099559" y="1155797"/>
                  <a:pt x="3083737" y="1155797"/>
                  <a:pt x="3070072" y="1155797"/>
                </a:cubicBezTo>
                <a:cubicBezTo>
                  <a:pt x="3051733" y="1153285"/>
                  <a:pt x="3033753" y="1151133"/>
                  <a:pt x="3015413" y="1144315"/>
                </a:cubicBezTo>
                <a:cubicBezTo>
                  <a:pt x="3035910" y="1160103"/>
                  <a:pt x="3001748" y="1142162"/>
                  <a:pt x="2992758" y="1153285"/>
                </a:cubicBezTo>
                <a:cubicBezTo>
                  <a:pt x="2983768" y="1148980"/>
                  <a:pt x="3004265" y="1146468"/>
                  <a:pt x="2988443" y="1139650"/>
                </a:cubicBezTo>
                <a:cubicBezTo>
                  <a:pt x="2983768" y="1144315"/>
                  <a:pt x="2979093" y="1148980"/>
                  <a:pt x="2974778" y="1153285"/>
                </a:cubicBezTo>
                <a:cubicBezTo>
                  <a:pt x="2954281" y="1137498"/>
                  <a:pt x="2922277" y="1146468"/>
                  <a:pt x="2895307" y="1148980"/>
                </a:cubicBezTo>
                <a:cubicBezTo>
                  <a:pt x="2908612" y="1119557"/>
                  <a:pt x="2958596" y="1139650"/>
                  <a:pt x="2974778" y="1130680"/>
                </a:cubicBezTo>
                <a:cubicBezTo>
                  <a:pt x="2961113" y="1108075"/>
                  <a:pt x="2911129" y="1135345"/>
                  <a:pt x="2881642" y="1121710"/>
                </a:cubicBezTo>
                <a:cubicBezTo>
                  <a:pt x="2863302" y="1126374"/>
                  <a:pt x="2883799" y="1137498"/>
                  <a:pt x="2872292" y="1146468"/>
                </a:cubicBezTo>
                <a:cubicBezTo>
                  <a:pt x="2858627" y="1142162"/>
                  <a:pt x="2838130" y="1135345"/>
                  <a:pt x="2831657" y="1148980"/>
                </a:cubicBezTo>
                <a:cubicBezTo>
                  <a:pt x="2820150" y="1142162"/>
                  <a:pt x="2847480" y="1132833"/>
                  <a:pt x="2863302" y="1135345"/>
                </a:cubicBezTo>
                <a:cubicBezTo>
                  <a:pt x="2863302" y="1130680"/>
                  <a:pt x="2858627" y="1132833"/>
                  <a:pt x="2854312" y="1130680"/>
                </a:cubicBezTo>
                <a:cubicBezTo>
                  <a:pt x="2854312" y="1128527"/>
                  <a:pt x="2858627" y="1128527"/>
                  <a:pt x="2863302" y="1126374"/>
                </a:cubicBezTo>
                <a:cubicBezTo>
                  <a:pt x="2856470" y="1121710"/>
                  <a:pt x="2842805" y="1121710"/>
                  <a:pt x="2835973" y="1117045"/>
                </a:cubicBezTo>
                <a:cubicBezTo>
                  <a:pt x="2892789" y="1114892"/>
                  <a:pt x="2944931" y="1112739"/>
                  <a:pt x="2997433" y="1112739"/>
                </a:cubicBezTo>
                <a:cubicBezTo>
                  <a:pt x="3044900" y="1110228"/>
                  <a:pt x="3092727" y="1110228"/>
                  <a:pt x="3145229" y="1108075"/>
                </a:cubicBezTo>
                <a:close/>
                <a:moveTo>
                  <a:pt x="5559803" y="1091537"/>
                </a:moveTo>
                <a:cubicBezTo>
                  <a:pt x="5552734" y="1102663"/>
                  <a:pt x="5545665" y="1114149"/>
                  <a:pt x="5543432" y="1129941"/>
                </a:cubicBezTo>
                <a:cubicBezTo>
                  <a:pt x="5538595" y="1116302"/>
                  <a:pt x="5536363" y="1089025"/>
                  <a:pt x="5559803" y="1091537"/>
                </a:cubicBezTo>
                <a:close/>
                <a:moveTo>
                  <a:pt x="5163324" y="1087437"/>
                </a:moveTo>
                <a:cubicBezTo>
                  <a:pt x="5183583" y="1092154"/>
                  <a:pt x="5156571" y="1121908"/>
                  <a:pt x="5156571" y="1137874"/>
                </a:cubicBezTo>
                <a:cubicBezTo>
                  <a:pt x="5136313" y="1124085"/>
                  <a:pt x="5170077" y="1101225"/>
                  <a:pt x="5163324" y="1087437"/>
                </a:cubicBezTo>
                <a:close/>
                <a:moveTo>
                  <a:pt x="5920166" y="1070803"/>
                </a:moveTo>
                <a:cubicBezTo>
                  <a:pt x="5915329" y="1074944"/>
                  <a:pt x="5917933" y="1079430"/>
                  <a:pt x="5915329" y="1083917"/>
                </a:cubicBezTo>
                <a:cubicBezTo>
                  <a:pt x="5908259" y="1079430"/>
                  <a:pt x="5901190" y="1083917"/>
                  <a:pt x="5896725" y="1077360"/>
                </a:cubicBezTo>
                <a:cubicBezTo>
                  <a:pt x="5903794" y="1070803"/>
                  <a:pt x="5913096" y="1068387"/>
                  <a:pt x="5920166" y="1070803"/>
                </a:cubicBezTo>
                <a:close/>
                <a:moveTo>
                  <a:pt x="5197709" y="1068387"/>
                </a:moveTo>
                <a:lnTo>
                  <a:pt x="5208975" y="1077360"/>
                </a:lnTo>
                <a:cubicBezTo>
                  <a:pt x="5199889" y="1081501"/>
                  <a:pt x="5188260" y="1083917"/>
                  <a:pt x="5179175" y="1081501"/>
                </a:cubicBezTo>
                <a:cubicBezTo>
                  <a:pt x="5188260" y="1077360"/>
                  <a:pt x="5197709" y="1077360"/>
                  <a:pt x="5197709" y="1068387"/>
                </a:cubicBezTo>
                <a:close/>
                <a:moveTo>
                  <a:pt x="5130890" y="1066800"/>
                </a:moveTo>
                <a:cubicBezTo>
                  <a:pt x="5137550" y="1075895"/>
                  <a:pt x="5130890" y="1089719"/>
                  <a:pt x="5130890" y="1101361"/>
                </a:cubicBezTo>
                <a:cubicBezTo>
                  <a:pt x="5110913" y="1099178"/>
                  <a:pt x="5130890" y="1078441"/>
                  <a:pt x="5130890" y="1066800"/>
                </a:cubicBezTo>
                <a:close/>
                <a:moveTo>
                  <a:pt x="5481583" y="1063625"/>
                </a:moveTo>
                <a:cubicBezTo>
                  <a:pt x="5488380" y="1072696"/>
                  <a:pt x="5483730" y="1079590"/>
                  <a:pt x="5479079" y="1088662"/>
                </a:cubicBezTo>
                <a:cubicBezTo>
                  <a:pt x="5463338" y="1079590"/>
                  <a:pt x="5479079" y="1072696"/>
                  <a:pt x="5481583" y="1063625"/>
                </a:cubicBezTo>
                <a:close/>
                <a:moveTo>
                  <a:pt x="5043167" y="1057275"/>
                </a:moveTo>
                <a:cubicBezTo>
                  <a:pt x="5061337" y="1064094"/>
                  <a:pt x="5031538" y="1075220"/>
                  <a:pt x="5052252" y="1077733"/>
                </a:cubicBezTo>
                <a:cubicBezTo>
                  <a:pt x="5045347" y="1098191"/>
                  <a:pt x="5045347" y="1098191"/>
                  <a:pt x="5045347" y="1098191"/>
                </a:cubicBezTo>
                <a:cubicBezTo>
                  <a:pt x="5036262" y="1084552"/>
                  <a:pt x="5034082" y="1070913"/>
                  <a:pt x="5043167" y="1057275"/>
                </a:cubicBezTo>
                <a:close/>
                <a:moveTo>
                  <a:pt x="4815275" y="1057241"/>
                </a:moveTo>
                <a:cubicBezTo>
                  <a:pt x="4796741" y="1059424"/>
                  <a:pt x="4801465" y="1073248"/>
                  <a:pt x="4796741" y="1087073"/>
                </a:cubicBezTo>
                <a:cubicBezTo>
                  <a:pt x="4787655" y="1075431"/>
                  <a:pt x="4785475" y="1052512"/>
                  <a:pt x="4815275" y="1057241"/>
                </a:cubicBezTo>
                <a:close/>
                <a:moveTo>
                  <a:pt x="4497762" y="1055780"/>
                </a:moveTo>
                <a:cubicBezTo>
                  <a:pt x="4501973" y="1055246"/>
                  <a:pt x="4507303" y="1056216"/>
                  <a:pt x="4513645" y="1059567"/>
                </a:cubicBezTo>
                <a:cubicBezTo>
                  <a:pt x="4502249" y="1059567"/>
                  <a:pt x="4495264" y="1066270"/>
                  <a:pt x="4493058" y="1077559"/>
                </a:cubicBezTo>
                <a:cubicBezTo>
                  <a:pt x="4482580" y="1072532"/>
                  <a:pt x="4485131" y="1057385"/>
                  <a:pt x="4497762" y="1055780"/>
                </a:cubicBezTo>
                <a:close/>
                <a:moveTo>
                  <a:pt x="5900828" y="1042987"/>
                </a:moveTo>
                <a:cubicBezTo>
                  <a:pt x="5907488" y="1049881"/>
                  <a:pt x="5898725" y="1058952"/>
                  <a:pt x="5894169" y="1068024"/>
                </a:cubicBezTo>
                <a:cubicBezTo>
                  <a:pt x="5880850" y="1058952"/>
                  <a:pt x="5894169" y="1049881"/>
                  <a:pt x="5900828" y="1042987"/>
                </a:cubicBezTo>
                <a:close/>
                <a:moveTo>
                  <a:pt x="5620615" y="1042987"/>
                </a:moveTo>
                <a:cubicBezTo>
                  <a:pt x="5631881" y="1052072"/>
                  <a:pt x="5634425" y="1056796"/>
                  <a:pt x="5622795" y="1070606"/>
                </a:cubicBezTo>
                <a:cubicBezTo>
                  <a:pt x="5604625" y="1072786"/>
                  <a:pt x="5620615" y="1054616"/>
                  <a:pt x="5620615" y="1042987"/>
                </a:cubicBezTo>
                <a:close/>
                <a:moveTo>
                  <a:pt x="4965582" y="1041074"/>
                </a:moveTo>
                <a:cubicBezTo>
                  <a:pt x="4968426" y="1039292"/>
                  <a:pt x="4972363" y="1038782"/>
                  <a:pt x="4978189" y="1041085"/>
                </a:cubicBezTo>
                <a:cubicBezTo>
                  <a:pt x="4980374" y="1067652"/>
                  <a:pt x="4950517" y="1058796"/>
                  <a:pt x="4954886" y="1074383"/>
                </a:cubicBezTo>
                <a:cubicBezTo>
                  <a:pt x="4941050" y="1072257"/>
                  <a:pt x="4941050" y="1072257"/>
                  <a:pt x="4941050" y="1072257"/>
                </a:cubicBezTo>
                <a:cubicBezTo>
                  <a:pt x="4947968" y="1049941"/>
                  <a:pt x="4947968" y="1049941"/>
                  <a:pt x="4947968" y="1049941"/>
                </a:cubicBezTo>
                <a:cubicBezTo>
                  <a:pt x="4958345" y="1063224"/>
                  <a:pt x="4957048" y="1046420"/>
                  <a:pt x="4965582" y="1041074"/>
                </a:cubicBezTo>
                <a:close/>
                <a:moveTo>
                  <a:pt x="5920959" y="1038772"/>
                </a:moveTo>
                <a:cubicBezTo>
                  <a:pt x="5916494" y="1045532"/>
                  <a:pt x="5932866" y="1052293"/>
                  <a:pt x="5916494" y="1056919"/>
                </a:cubicBezTo>
                <a:cubicBezTo>
                  <a:pt x="5909425" y="1052293"/>
                  <a:pt x="5911657" y="1036637"/>
                  <a:pt x="5920959" y="1038772"/>
                </a:cubicBezTo>
                <a:close/>
                <a:moveTo>
                  <a:pt x="5207601" y="1038225"/>
                </a:moveTo>
                <a:cubicBezTo>
                  <a:pt x="5216903" y="1044985"/>
                  <a:pt x="5216903" y="1051746"/>
                  <a:pt x="5204997" y="1058506"/>
                </a:cubicBezTo>
                <a:cubicBezTo>
                  <a:pt x="5198300" y="1056371"/>
                  <a:pt x="5204997" y="1051746"/>
                  <a:pt x="5193463" y="1047476"/>
                </a:cubicBezTo>
                <a:cubicBezTo>
                  <a:pt x="5198300" y="1044985"/>
                  <a:pt x="5202765" y="1040715"/>
                  <a:pt x="5207601" y="1038225"/>
                </a:cubicBezTo>
                <a:close/>
                <a:moveTo>
                  <a:pt x="4805936" y="1031875"/>
                </a:moveTo>
                <a:cubicBezTo>
                  <a:pt x="4808053" y="1036637"/>
                  <a:pt x="4816872" y="1055320"/>
                  <a:pt x="4801350" y="1050558"/>
                </a:cubicBezTo>
                <a:cubicBezTo>
                  <a:pt x="4808053" y="1043598"/>
                  <a:pt x="4803467" y="1041400"/>
                  <a:pt x="4805936" y="1031875"/>
                </a:cubicBezTo>
                <a:close/>
                <a:moveTo>
                  <a:pt x="4717566" y="1025525"/>
                </a:moveTo>
                <a:cubicBezTo>
                  <a:pt x="4724269" y="1027781"/>
                  <a:pt x="4717566" y="1034924"/>
                  <a:pt x="4726385" y="1037180"/>
                </a:cubicBezTo>
                <a:cubicBezTo>
                  <a:pt x="4724269" y="1039436"/>
                  <a:pt x="4715449" y="1034924"/>
                  <a:pt x="4710863" y="1032292"/>
                </a:cubicBezTo>
                <a:cubicBezTo>
                  <a:pt x="4715449" y="1032292"/>
                  <a:pt x="4717566" y="1030036"/>
                  <a:pt x="4717566" y="1025525"/>
                </a:cubicBezTo>
                <a:close/>
                <a:moveTo>
                  <a:pt x="5379076" y="1020762"/>
                </a:moveTo>
                <a:cubicBezTo>
                  <a:pt x="5399480" y="1031862"/>
                  <a:pt x="5381224" y="1050125"/>
                  <a:pt x="5376928" y="1068029"/>
                </a:cubicBezTo>
                <a:cubicBezTo>
                  <a:pt x="5363325" y="1054780"/>
                  <a:pt x="5381224" y="1038666"/>
                  <a:pt x="5379076" y="1020762"/>
                </a:cubicBezTo>
                <a:close/>
                <a:moveTo>
                  <a:pt x="4686637" y="1012621"/>
                </a:moveTo>
                <a:cubicBezTo>
                  <a:pt x="4681957" y="1012621"/>
                  <a:pt x="4675117" y="1021620"/>
                  <a:pt x="4681957" y="1023779"/>
                </a:cubicBezTo>
                <a:cubicBezTo>
                  <a:pt x="4684117" y="1023779"/>
                  <a:pt x="4686637" y="1023779"/>
                  <a:pt x="4690958" y="1026299"/>
                </a:cubicBezTo>
                <a:cubicBezTo>
                  <a:pt x="4688798" y="1028459"/>
                  <a:pt x="4688798" y="1030618"/>
                  <a:pt x="4690958" y="1030618"/>
                </a:cubicBezTo>
                <a:cubicBezTo>
                  <a:pt x="4690958" y="1023779"/>
                  <a:pt x="4700319" y="1026299"/>
                  <a:pt x="4700319" y="1021620"/>
                </a:cubicBezTo>
                <a:cubicBezTo>
                  <a:pt x="4688798" y="1019460"/>
                  <a:pt x="4693479" y="1014781"/>
                  <a:pt x="4686637" y="1012621"/>
                </a:cubicBezTo>
                <a:close/>
                <a:moveTo>
                  <a:pt x="4732779" y="1009650"/>
                </a:moveTo>
                <a:cubicBezTo>
                  <a:pt x="4739088" y="1016610"/>
                  <a:pt x="4717006" y="1014412"/>
                  <a:pt x="4721563" y="1023570"/>
                </a:cubicBezTo>
                <a:cubicBezTo>
                  <a:pt x="4712450" y="1016610"/>
                  <a:pt x="4725769" y="1009650"/>
                  <a:pt x="4732779" y="1009650"/>
                </a:cubicBezTo>
                <a:close/>
                <a:moveTo>
                  <a:pt x="5490855" y="993775"/>
                </a:moveTo>
                <a:cubicBezTo>
                  <a:pt x="5504260" y="993775"/>
                  <a:pt x="5499674" y="1007296"/>
                  <a:pt x="5497557" y="1014056"/>
                </a:cubicBezTo>
                <a:cubicBezTo>
                  <a:pt x="5490855" y="1007296"/>
                  <a:pt x="5488738" y="1000535"/>
                  <a:pt x="5490855" y="993775"/>
                </a:cubicBezTo>
                <a:close/>
                <a:moveTo>
                  <a:pt x="4813257" y="993775"/>
                </a:moveTo>
                <a:cubicBezTo>
                  <a:pt x="4824791" y="1011766"/>
                  <a:pt x="4817721" y="1009297"/>
                  <a:pt x="4815489" y="1031522"/>
                </a:cubicBezTo>
                <a:cubicBezTo>
                  <a:pt x="4801350" y="1022703"/>
                  <a:pt x="4810652" y="1007180"/>
                  <a:pt x="4813257" y="993775"/>
                </a:cubicBezTo>
                <a:close/>
                <a:moveTo>
                  <a:pt x="4914286" y="989224"/>
                </a:moveTo>
                <a:cubicBezTo>
                  <a:pt x="4910525" y="990345"/>
                  <a:pt x="4907081" y="993126"/>
                  <a:pt x="4903637" y="995278"/>
                </a:cubicBezTo>
                <a:cubicBezTo>
                  <a:pt x="4908350" y="1004607"/>
                  <a:pt x="4924300" y="1004607"/>
                  <a:pt x="4926837" y="993125"/>
                </a:cubicBezTo>
                <a:cubicBezTo>
                  <a:pt x="4922125" y="988641"/>
                  <a:pt x="4918047" y="988102"/>
                  <a:pt x="4914286" y="989224"/>
                </a:cubicBezTo>
                <a:close/>
                <a:moveTo>
                  <a:pt x="5612011" y="987425"/>
                </a:moveTo>
                <a:cubicBezTo>
                  <a:pt x="5616152" y="996398"/>
                  <a:pt x="5618568" y="1021521"/>
                  <a:pt x="5609595" y="1028341"/>
                </a:cubicBezTo>
                <a:cubicBezTo>
                  <a:pt x="5605454" y="1016856"/>
                  <a:pt x="5603038" y="994244"/>
                  <a:pt x="5612011" y="987425"/>
                </a:cubicBezTo>
                <a:close/>
                <a:moveTo>
                  <a:pt x="5570639" y="987425"/>
                </a:moveTo>
                <a:cubicBezTo>
                  <a:pt x="5597916" y="996504"/>
                  <a:pt x="5565973" y="1019745"/>
                  <a:pt x="5579612" y="1040082"/>
                </a:cubicBezTo>
                <a:cubicBezTo>
                  <a:pt x="5572792" y="1042624"/>
                  <a:pt x="5565973" y="1042624"/>
                  <a:pt x="5557000" y="1040082"/>
                </a:cubicBezTo>
                <a:cubicBezTo>
                  <a:pt x="5565973" y="1017203"/>
                  <a:pt x="5565973" y="1012845"/>
                  <a:pt x="5570639" y="987425"/>
                </a:cubicBezTo>
                <a:close/>
                <a:moveTo>
                  <a:pt x="4994669" y="975857"/>
                </a:moveTo>
                <a:cubicBezTo>
                  <a:pt x="4985774" y="994161"/>
                  <a:pt x="4990399" y="1000981"/>
                  <a:pt x="4979014" y="1012466"/>
                </a:cubicBezTo>
                <a:cubicBezTo>
                  <a:pt x="4974388" y="1007800"/>
                  <a:pt x="4976879" y="971550"/>
                  <a:pt x="4994669" y="975857"/>
                </a:cubicBezTo>
                <a:close/>
                <a:moveTo>
                  <a:pt x="6083047" y="973137"/>
                </a:moveTo>
                <a:cubicBezTo>
                  <a:pt x="6098979" y="984592"/>
                  <a:pt x="6096806" y="995689"/>
                  <a:pt x="6101151" y="1009292"/>
                </a:cubicBezTo>
                <a:cubicBezTo>
                  <a:pt x="6087392" y="993541"/>
                  <a:pt x="6080875" y="982086"/>
                  <a:pt x="6083047" y="973137"/>
                </a:cubicBezTo>
                <a:close/>
                <a:moveTo>
                  <a:pt x="4816248" y="973137"/>
                </a:moveTo>
                <a:cubicBezTo>
                  <a:pt x="4823209" y="973137"/>
                  <a:pt x="4827972" y="988659"/>
                  <a:pt x="4814050" y="984426"/>
                </a:cubicBezTo>
                <a:cubicBezTo>
                  <a:pt x="4821011" y="979840"/>
                  <a:pt x="4816248" y="979840"/>
                  <a:pt x="4816248" y="973137"/>
                </a:cubicBezTo>
                <a:close/>
                <a:moveTo>
                  <a:pt x="4593161" y="973137"/>
                </a:moveTo>
                <a:cubicBezTo>
                  <a:pt x="4620017" y="973137"/>
                  <a:pt x="4590654" y="989508"/>
                  <a:pt x="4595309" y="996578"/>
                </a:cubicBezTo>
                <a:cubicBezTo>
                  <a:pt x="4572750" y="989508"/>
                  <a:pt x="4604261" y="977974"/>
                  <a:pt x="4593161" y="973137"/>
                </a:cubicBezTo>
                <a:close/>
                <a:moveTo>
                  <a:pt x="4523064" y="953847"/>
                </a:moveTo>
                <a:cubicBezTo>
                  <a:pt x="4526826" y="956547"/>
                  <a:pt x="4525512" y="968956"/>
                  <a:pt x="4530506" y="962248"/>
                </a:cubicBezTo>
                <a:cubicBezTo>
                  <a:pt x="4543825" y="964395"/>
                  <a:pt x="4528403" y="971192"/>
                  <a:pt x="4528403" y="971192"/>
                </a:cubicBezTo>
                <a:cubicBezTo>
                  <a:pt x="4517188" y="968688"/>
                  <a:pt x="4528403" y="959744"/>
                  <a:pt x="4517188" y="955451"/>
                </a:cubicBezTo>
                <a:cubicBezTo>
                  <a:pt x="4519992" y="953126"/>
                  <a:pt x="4521810" y="952947"/>
                  <a:pt x="4523064" y="953847"/>
                </a:cubicBezTo>
                <a:close/>
                <a:moveTo>
                  <a:pt x="5450373" y="950564"/>
                </a:moveTo>
                <a:cubicBezTo>
                  <a:pt x="5432013" y="957404"/>
                  <a:pt x="5459373" y="964245"/>
                  <a:pt x="5441373" y="971085"/>
                </a:cubicBezTo>
                <a:cubicBezTo>
                  <a:pt x="5445693" y="975406"/>
                  <a:pt x="5452533" y="973246"/>
                  <a:pt x="5448213" y="977926"/>
                </a:cubicBezTo>
                <a:cubicBezTo>
                  <a:pt x="5459373" y="977926"/>
                  <a:pt x="5464053" y="957404"/>
                  <a:pt x="5450373" y="950564"/>
                </a:cubicBezTo>
                <a:close/>
                <a:moveTo>
                  <a:pt x="4536736" y="946150"/>
                </a:moveTo>
                <a:cubicBezTo>
                  <a:pt x="4550162" y="948714"/>
                  <a:pt x="4545808" y="957872"/>
                  <a:pt x="4538914" y="960070"/>
                </a:cubicBezTo>
                <a:cubicBezTo>
                  <a:pt x="4525125" y="957872"/>
                  <a:pt x="4529842" y="948714"/>
                  <a:pt x="4536736" y="946150"/>
                </a:cubicBezTo>
                <a:close/>
                <a:moveTo>
                  <a:pt x="5673017" y="943611"/>
                </a:moveTo>
                <a:cubicBezTo>
                  <a:pt x="5683251" y="945743"/>
                  <a:pt x="5693686" y="959181"/>
                  <a:pt x="5690475" y="971186"/>
                </a:cubicBezTo>
                <a:cubicBezTo>
                  <a:pt x="5674779" y="968639"/>
                  <a:pt x="5674779" y="968639"/>
                  <a:pt x="5674779" y="968639"/>
                </a:cubicBezTo>
                <a:cubicBezTo>
                  <a:pt x="5681557" y="952632"/>
                  <a:pt x="5670141" y="952632"/>
                  <a:pt x="5663363" y="945720"/>
                </a:cubicBezTo>
                <a:cubicBezTo>
                  <a:pt x="5666217" y="943446"/>
                  <a:pt x="5669606" y="942900"/>
                  <a:pt x="5673017" y="943611"/>
                </a:cubicBezTo>
                <a:close/>
                <a:moveTo>
                  <a:pt x="4748089" y="942975"/>
                </a:moveTo>
                <a:cubicBezTo>
                  <a:pt x="4764474" y="947692"/>
                  <a:pt x="4750638" y="963658"/>
                  <a:pt x="4745904" y="968012"/>
                </a:cubicBezTo>
                <a:cubicBezTo>
                  <a:pt x="4725150" y="961480"/>
                  <a:pt x="4750638" y="956763"/>
                  <a:pt x="4748089" y="942975"/>
                </a:cubicBezTo>
                <a:close/>
                <a:moveTo>
                  <a:pt x="5424739" y="940703"/>
                </a:moveTo>
                <a:cubicBezTo>
                  <a:pt x="5413127" y="944972"/>
                  <a:pt x="5435987" y="951733"/>
                  <a:pt x="5424739" y="958494"/>
                </a:cubicBezTo>
                <a:cubicBezTo>
                  <a:pt x="5410950" y="954224"/>
                  <a:pt x="5415304" y="938212"/>
                  <a:pt x="5424739" y="940703"/>
                </a:cubicBezTo>
                <a:close/>
                <a:moveTo>
                  <a:pt x="6083182" y="936625"/>
                </a:moveTo>
                <a:cubicBezTo>
                  <a:pt x="6094716" y="943284"/>
                  <a:pt x="6090251" y="952046"/>
                  <a:pt x="6099553" y="952046"/>
                </a:cubicBezTo>
                <a:cubicBezTo>
                  <a:pt x="6092484" y="956602"/>
                  <a:pt x="6094716" y="963261"/>
                  <a:pt x="6090251" y="961158"/>
                </a:cubicBezTo>
                <a:cubicBezTo>
                  <a:pt x="6087647" y="954499"/>
                  <a:pt x="6076113" y="954499"/>
                  <a:pt x="6083182" y="936625"/>
                </a:cubicBezTo>
                <a:close/>
                <a:moveTo>
                  <a:pt x="5645537" y="935037"/>
                </a:moveTo>
                <a:cubicBezTo>
                  <a:pt x="5645537" y="975971"/>
                  <a:pt x="5638632" y="1008211"/>
                  <a:pt x="5627367" y="1042625"/>
                </a:cubicBezTo>
                <a:cubicBezTo>
                  <a:pt x="5615738" y="1006037"/>
                  <a:pt x="5638632" y="966915"/>
                  <a:pt x="5645537" y="935037"/>
                </a:cubicBezTo>
                <a:close/>
                <a:moveTo>
                  <a:pt x="4859725" y="934850"/>
                </a:moveTo>
                <a:cubicBezTo>
                  <a:pt x="4865394" y="934850"/>
                  <a:pt x="4872198" y="936016"/>
                  <a:pt x="4876734" y="934939"/>
                </a:cubicBezTo>
                <a:cubicBezTo>
                  <a:pt x="4870202" y="957545"/>
                  <a:pt x="4893062" y="984815"/>
                  <a:pt x="4858591" y="1002756"/>
                </a:cubicBezTo>
                <a:cubicBezTo>
                  <a:pt x="4860768" y="1009574"/>
                  <a:pt x="4865485" y="1002756"/>
                  <a:pt x="4874556" y="1005268"/>
                </a:cubicBezTo>
                <a:cubicBezTo>
                  <a:pt x="4876734" y="1014238"/>
                  <a:pt x="4849519" y="1014238"/>
                  <a:pt x="4860768" y="1018903"/>
                </a:cubicBezTo>
                <a:cubicBezTo>
                  <a:pt x="4856414" y="1025720"/>
                  <a:pt x="4853874" y="1012085"/>
                  <a:pt x="4840085" y="1014238"/>
                </a:cubicBezTo>
                <a:cubicBezTo>
                  <a:pt x="4837908" y="1021056"/>
                  <a:pt x="4837908" y="1021056"/>
                  <a:pt x="4837908" y="1021056"/>
                </a:cubicBezTo>
                <a:cubicBezTo>
                  <a:pt x="4840085" y="1025720"/>
                  <a:pt x="4846979" y="1021056"/>
                  <a:pt x="4851696" y="1030026"/>
                </a:cubicBezTo>
                <a:cubicBezTo>
                  <a:pt x="4828836" y="1034691"/>
                  <a:pt x="4817225" y="1012085"/>
                  <a:pt x="4835731" y="991633"/>
                </a:cubicBezTo>
                <a:cubicBezTo>
                  <a:pt x="4837908" y="993786"/>
                  <a:pt x="4842625" y="995939"/>
                  <a:pt x="4849519" y="998450"/>
                </a:cubicBezTo>
                <a:cubicBezTo>
                  <a:pt x="4860768" y="995939"/>
                  <a:pt x="4858591" y="980151"/>
                  <a:pt x="4867662" y="975486"/>
                </a:cubicBezTo>
                <a:cubicBezTo>
                  <a:pt x="4863308" y="966515"/>
                  <a:pt x="4858591" y="962210"/>
                  <a:pt x="4842625" y="964363"/>
                </a:cubicBezTo>
                <a:cubicBezTo>
                  <a:pt x="4840085" y="950727"/>
                  <a:pt x="4853874" y="950727"/>
                  <a:pt x="4863308" y="946063"/>
                </a:cubicBezTo>
                <a:cubicBezTo>
                  <a:pt x="4867662" y="934939"/>
                  <a:pt x="4844802" y="950727"/>
                  <a:pt x="4849519" y="941757"/>
                </a:cubicBezTo>
                <a:cubicBezTo>
                  <a:pt x="4849519" y="936016"/>
                  <a:pt x="4854055" y="934850"/>
                  <a:pt x="4859725" y="934850"/>
                </a:cubicBezTo>
                <a:close/>
                <a:moveTo>
                  <a:pt x="5401202" y="930275"/>
                </a:moveTo>
                <a:cubicBezTo>
                  <a:pt x="5413108" y="932421"/>
                  <a:pt x="5403434" y="946016"/>
                  <a:pt x="5415341" y="946016"/>
                </a:cubicBezTo>
                <a:cubicBezTo>
                  <a:pt x="5413108" y="955317"/>
                  <a:pt x="5403434" y="955317"/>
                  <a:pt x="5391900" y="952813"/>
                </a:cubicBezTo>
                <a:cubicBezTo>
                  <a:pt x="5391900" y="941723"/>
                  <a:pt x="5396365" y="937072"/>
                  <a:pt x="5401202" y="930275"/>
                </a:cubicBezTo>
                <a:close/>
                <a:moveTo>
                  <a:pt x="4981350" y="927662"/>
                </a:moveTo>
                <a:cubicBezTo>
                  <a:pt x="4988238" y="925115"/>
                  <a:pt x="4990775" y="943669"/>
                  <a:pt x="4995125" y="932028"/>
                </a:cubicBezTo>
                <a:cubicBezTo>
                  <a:pt x="5002013" y="934574"/>
                  <a:pt x="4997663" y="941486"/>
                  <a:pt x="5004188" y="941486"/>
                </a:cubicBezTo>
                <a:cubicBezTo>
                  <a:pt x="4995125" y="955311"/>
                  <a:pt x="4983888" y="920750"/>
                  <a:pt x="4981350" y="945852"/>
                </a:cubicBezTo>
                <a:cubicBezTo>
                  <a:pt x="4958513" y="943669"/>
                  <a:pt x="4972288" y="932028"/>
                  <a:pt x="4981350" y="927662"/>
                </a:cubicBezTo>
                <a:close/>
                <a:moveTo>
                  <a:pt x="4564606" y="922866"/>
                </a:moveTo>
                <a:cubicBezTo>
                  <a:pt x="4573369" y="920750"/>
                  <a:pt x="4586688" y="927453"/>
                  <a:pt x="4586688" y="936272"/>
                </a:cubicBezTo>
                <a:cubicBezTo>
                  <a:pt x="4571266" y="934155"/>
                  <a:pt x="4560050" y="929569"/>
                  <a:pt x="4564606" y="922866"/>
                </a:cubicBezTo>
                <a:close/>
                <a:moveTo>
                  <a:pt x="4951850" y="915987"/>
                </a:moveTo>
                <a:cubicBezTo>
                  <a:pt x="4956563" y="947919"/>
                  <a:pt x="4944963" y="984156"/>
                  <a:pt x="4931187" y="1029363"/>
                </a:cubicBezTo>
                <a:cubicBezTo>
                  <a:pt x="4917413" y="1065600"/>
                  <a:pt x="4906175" y="1113318"/>
                  <a:pt x="4878625" y="1147403"/>
                </a:cubicBezTo>
                <a:cubicBezTo>
                  <a:pt x="4864850" y="1138075"/>
                  <a:pt x="4892400" y="1106502"/>
                  <a:pt x="4892400" y="1079234"/>
                </a:cubicBezTo>
                <a:cubicBezTo>
                  <a:pt x="4894575" y="1058783"/>
                  <a:pt x="4889863" y="1063447"/>
                  <a:pt x="4899287" y="1047661"/>
                </a:cubicBezTo>
                <a:cubicBezTo>
                  <a:pt x="4899287" y="1042997"/>
                  <a:pt x="4892400" y="1020393"/>
                  <a:pt x="4885513" y="1040844"/>
                </a:cubicBezTo>
                <a:cubicBezTo>
                  <a:pt x="4880800" y="1018240"/>
                  <a:pt x="4913063" y="993125"/>
                  <a:pt x="4899287" y="972675"/>
                </a:cubicBezTo>
                <a:cubicBezTo>
                  <a:pt x="4913063" y="979492"/>
                  <a:pt x="4913063" y="974827"/>
                  <a:pt x="4924300" y="981644"/>
                </a:cubicBezTo>
                <a:cubicBezTo>
                  <a:pt x="4924300" y="981644"/>
                  <a:pt x="4924300" y="981644"/>
                  <a:pt x="4926837" y="968011"/>
                </a:cubicBezTo>
                <a:cubicBezTo>
                  <a:pt x="4929013" y="963705"/>
                  <a:pt x="4919950" y="963705"/>
                  <a:pt x="4913063" y="961552"/>
                </a:cubicBezTo>
                <a:cubicBezTo>
                  <a:pt x="4944963" y="959041"/>
                  <a:pt x="4938075" y="927468"/>
                  <a:pt x="4951850" y="915987"/>
                </a:cubicBezTo>
                <a:close/>
                <a:moveTo>
                  <a:pt x="5031086" y="911783"/>
                </a:moveTo>
                <a:cubicBezTo>
                  <a:pt x="5056574" y="914287"/>
                  <a:pt x="5028902" y="930028"/>
                  <a:pt x="5026717" y="934679"/>
                </a:cubicBezTo>
                <a:cubicBezTo>
                  <a:pt x="5017250" y="932175"/>
                  <a:pt x="5024168" y="909637"/>
                  <a:pt x="5031086" y="911783"/>
                </a:cubicBezTo>
                <a:close/>
                <a:moveTo>
                  <a:pt x="4615083" y="911225"/>
                </a:moveTo>
                <a:cubicBezTo>
                  <a:pt x="4632722" y="918185"/>
                  <a:pt x="4610497" y="922948"/>
                  <a:pt x="4621786" y="927710"/>
                </a:cubicBezTo>
                <a:cubicBezTo>
                  <a:pt x="4619317" y="929908"/>
                  <a:pt x="4617200" y="927710"/>
                  <a:pt x="4617200" y="927710"/>
                </a:cubicBezTo>
                <a:cubicBezTo>
                  <a:pt x="4608381" y="925146"/>
                  <a:pt x="4606264" y="927710"/>
                  <a:pt x="4594975" y="925146"/>
                </a:cubicBezTo>
                <a:cubicBezTo>
                  <a:pt x="4599561" y="918185"/>
                  <a:pt x="4612614" y="920750"/>
                  <a:pt x="4615083" y="911225"/>
                </a:cubicBezTo>
                <a:close/>
                <a:moveTo>
                  <a:pt x="5420853" y="902681"/>
                </a:moveTo>
                <a:lnTo>
                  <a:pt x="5420123" y="903142"/>
                </a:lnTo>
                <a:lnTo>
                  <a:pt x="5420767" y="903528"/>
                </a:lnTo>
                <a:close/>
                <a:moveTo>
                  <a:pt x="5445693" y="891520"/>
                </a:moveTo>
                <a:lnTo>
                  <a:pt x="5453609" y="901168"/>
                </a:lnTo>
                <a:lnTo>
                  <a:pt x="5454884" y="900000"/>
                </a:lnTo>
                <a:cubicBezTo>
                  <a:pt x="5459245" y="902147"/>
                  <a:pt x="5466150" y="906798"/>
                  <a:pt x="5463969" y="913595"/>
                </a:cubicBezTo>
                <a:lnTo>
                  <a:pt x="5456977" y="914300"/>
                </a:lnTo>
                <a:lnTo>
                  <a:pt x="5457213" y="916362"/>
                </a:lnTo>
                <a:cubicBezTo>
                  <a:pt x="5459373" y="914201"/>
                  <a:pt x="5461893" y="916362"/>
                  <a:pt x="5466213" y="914201"/>
                </a:cubicBezTo>
                <a:cubicBezTo>
                  <a:pt x="5473053" y="907361"/>
                  <a:pt x="5457213" y="895840"/>
                  <a:pt x="5470893" y="895840"/>
                </a:cubicBezTo>
                <a:cubicBezTo>
                  <a:pt x="5477733" y="911681"/>
                  <a:pt x="5464053" y="927882"/>
                  <a:pt x="5473053" y="943724"/>
                </a:cubicBezTo>
                <a:cubicBezTo>
                  <a:pt x="5477733" y="945884"/>
                  <a:pt x="5484573" y="934723"/>
                  <a:pt x="5489253" y="939043"/>
                </a:cubicBezTo>
                <a:cubicBezTo>
                  <a:pt x="5479893" y="945884"/>
                  <a:pt x="5491413" y="950564"/>
                  <a:pt x="5477733" y="957404"/>
                </a:cubicBezTo>
                <a:cubicBezTo>
                  <a:pt x="5473053" y="955244"/>
                  <a:pt x="5470893" y="950564"/>
                  <a:pt x="5466213" y="952724"/>
                </a:cubicBezTo>
                <a:cubicBezTo>
                  <a:pt x="5466213" y="962085"/>
                  <a:pt x="5473053" y="984766"/>
                  <a:pt x="5484573" y="977926"/>
                </a:cubicBezTo>
                <a:cubicBezTo>
                  <a:pt x="5473053" y="984766"/>
                  <a:pt x="5479893" y="989087"/>
                  <a:pt x="5468373" y="995927"/>
                </a:cubicBezTo>
                <a:cubicBezTo>
                  <a:pt x="5457213" y="989087"/>
                  <a:pt x="5479893" y="980086"/>
                  <a:pt x="5466213" y="973246"/>
                </a:cubicBezTo>
                <a:cubicBezTo>
                  <a:pt x="5455053" y="986926"/>
                  <a:pt x="5459373" y="991607"/>
                  <a:pt x="5438853" y="1002768"/>
                </a:cubicBezTo>
                <a:cubicBezTo>
                  <a:pt x="5441373" y="1007448"/>
                  <a:pt x="5443533" y="1009608"/>
                  <a:pt x="5443533" y="1012128"/>
                </a:cubicBezTo>
                <a:cubicBezTo>
                  <a:pt x="5452533" y="1012128"/>
                  <a:pt x="5448213" y="1009608"/>
                  <a:pt x="5455053" y="1002768"/>
                </a:cubicBezTo>
                <a:cubicBezTo>
                  <a:pt x="5459373" y="1007448"/>
                  <a:pt x="5464053" y="1007448"/>
                  <a:pt x="5468373" y="1005288"/>
                </a:cubicBezTo>
                <a:cubicBezTo>
                  <a:pt x="5479893" y="1012128"/>
                  <a:pt x="5470893" y="1021129"/>
                  <a:pt x="5477733" y="1027969"/>
                </a:cubicBezTo>
                <a:cubicBezTo>
                  <a:pt x="5493573" y="1023289"/>
                  <a:pt x="5479893" y="1005288"/>
                  <a:pt x="5493573" y="1016448"/>
                </a:cubicBezTo>
                <a:cubicBezTo>
                  <a:pt x="5491413" y="1027969"/>
                  <a:pt x="5489253" y="1052811"/>
                  <a:pt x="5479893" y="1057491"/>
                </a:cubicBezTo>
                <a:cubicBezTo>
                  <a:pt x="5484573" y="1052811"/>
                  <a:pt x="5477733" y="1045971"/>
                  <a:pt x="5470893" y="1041650"/>
                </a:cubicBezTo>
                <a:cubicBezTo>
                  <a:pt x="5455053" y="1059651"/>
                  <a:pt x="5470893" y="1084853"/>
                  <a:pt x="5457213" y="1093854"/>
                </a:cubicBezTo>
                <a:cubicBezTo>
                  <a:pt x="5461893" y="1098534"/>
                  <a:pt x="5466213" y="1096014"/>
                  <a:pt x="5470893" y="1091694"/>
                </a:cubicBezTo>
                <a:cubicBezTo>
                  <a:pt x="5482413" y="1098534"/>
                  <a:pt x="5479893" y="1105375"/>
                  <a:pt x="5479893" y="1114375"/>
                </a:cubicBezTo>
                <a:cubicBezTo>
                  <a:pt x="5455053" y="1130216"/>
                  <a:pt x="5464053" y="1155418"/>
                  <a:pt x="5468373" y="1182420"/>
                </a:cubicBezTo>
                <a:cubicBezTo>
                  <a:pt x="5464053" y="1178100"/>
                  <a:pt x="5468373" y="1164419"/>
                  <a:pt x="5457213" y="1168739"/>
                </a:cubicBezTo>
                <a:cubicBezTo>
                  <a:pt x="5443533" y="1178100"/>
                  <a:pt x="5464053" y="1189620"/>
                  <a:pt x="5459373" y="1198621"/>
                </a:cubicBezTo>
                <a:cubicBezTo>
                  <a:pt x="5452533" y="1198621"/>
                  <a:pt x="5448213" y="1189620"/>
                  <a:pt x="5441373" y="1198621"/>
                </a:cubicBezTo>
                <a:cubicBezTo>
                  <a:pt x="5441373" y="1198621"/>
                  <a:pt x="5441373" y="1198621"/>
                  <a:pt x="5452533" y="1207622"/>
                </a:cubicBezTo>
                <a:cubicBezTo>
                  <a:pt x="5432013" y="1221303"/>
                  <a:pt x="5466213" y="1237144"/>
                  <a:pt x="5461893" y="1252985"/>
                </a:cubicBezTo>
                <a:cubicBezTo>
                  <a:pt x="5451633" y="1258745"/>
                  <a:pt x="5448213" y="1268466"/>
                  <a:pt x="5449608" y="1276746"/>
                </a:cubicBezTo>
                <a:lnTo>
                  <a:pt x="5452007" y="1281441"/>
                </a:lnTo>
                <a:lnTo>
                  <a:pt x="5463307" y="1282181"/>
                </a:lnTo>
                <a:lnTo>
                  <a:pt x="5463108" y="1281517"/>
                </a:lnTo>
                <a:cubicBezTo>
                  <a:pt x="5461713" y="1278097"/>
                  <a:pt x="5461713" y="1275846"/>
                  <a:pt x="5468373" y="1278186"/>
                </a:cubicBezTo>
                <a:cubicBezTo>
                  <a:pt x="5461893" y="1287187"/>
                  <a:pt x="5479893" y="1273506"/>
                  <a:pt x="5482413" y="1280347"/>
                </a:cubicBezTo>
                <a:lnTo>
                  <a:pt x="5475630" y="1287844"/>
                </a:lnTo>
                <a:lnTo>
                  <a:pt x="5477261" y="1290544"/>
                </a:lnTo>
                <a:lnTo>
                  <a:pt x="5473110" y="1290630"/>
                </a:lnTo>
                <a:lnTo>
                  <a:pt x="5461893" y="1303028"/>
                </a:lnTo>
                <a:cubicBezTo>
                  <a:pt x="5455053" y="1297448"/>
                  <a:pt x="5452173" y="1295198"/>
                  <a:pt x="5450418" y="1292633"/>
                </a:cubicBezTo>
                <a:lnTo>
                  <a:pt x="5449119" y="1289254"/>
                </a:lnTo>
                <a:lnTo>
                  <a:pt x="5446156" y="1288338"/>
                </a:lnTo>
                <a:lnTo>
                  <a:pt x="5444293" y="1284292"/>
                </a:lnTo>
                <a:lnTo>
                  <a:pt x="5434353" y="1312299"/>
                </a:lnTo>
                <a:cubicBezTo>
                  <a:pt x="5433813" y="1322560"/>
                  <a:pt x="5436693" y="1331650"/>
                  <a:pt x="5443533" y="1337231"/>
                </a:cubicBezTo>
                <a:cubicBezTo>
                  <a:pt x="5436693" y="1332550"/>
                  <a:pt x="5427693" y="1348751"/>
                  <a:pt x="5425533" y="1350911"/>
                </a:cubicBezTo>
                <a:cubicBezTo>
                  <a:pt x="5445693" y="1355592"/>
                  <a:pt x="5418693" y="1371433"/>
                  <a:pt x="5423013" y="1380433"/>
                </a:cubicBezTo>
                <a:cubicBezTo>
                  <a:pt x="5427693" y="1382954"/>
                  <a:pt x="5443533" y="1394114"/>
                  <a:pt x="5438853" y="1398795"/>
                </a:cubicBezTo>
                <a:cubicBezTo>
                  <a:pt x="5429853" y="1396275"/>
                  <a:pt x="5423013" y="1394114"/>
                  <a:pt x="5414013" y="1398795"/>
                </a:cubicBezTo>
                <a:cubicBezTo>
                  <a:pt x="5427693" y="1414636"/>
                  <a:pt x="5395652" y="1414636"/>
                  <a:pt x="5411853" y="1430477"/>
                </a:cubicBezTo>
                <a:cubicBezTo>
                  <a:pt x="5414013" y="1421476"/>
                  <a:pt x="5418693" y="1428317"/>
                  <a:pt x="5425533" y="1430477"/>
                </a:cubicBezTo>
                <a:cubicBezTo>
                  <a:pt x="5420853" y="1441998"/>
                  <a:pt x="5420853" y="1464679"/>
                  <a:pt x="5407173" y="1448838"/>
                </a:cubicBezTo>
                <a:cubicBezTo>
                  <a:pt x="5414013" y="1464679"/>
                  <a:pt x="5418693" y="1489881"/>
                  <a:pt x="5402493" y="1507882"/>
                </a:cubicBezTo>
                <a:cubicBezTo>
                  <a:pt x="5402493" y="1507882"/>
                  <a:pt x="5402493" y="1507882"/>
                  <a:pt x="5411853" y="1516883"/>
                </a:cubicBezTo>
                <a:cubicBezTo>
                  <a:pt x="5400332" y="1528404"/>
                  <a:pt x="5400332" y="1507882"/>
                  <a:pt x="5393492" y="1512563"/>
                </a:cubicBezTo>
                <a:cubicBezTo>
                  <a:pt x="5391332" y="1530564"/>
                  <a:pt x="5402493" y="1542085"/>
                  <a:pt x="5393492" y="1562606"/>
                </a:cubicBezTo>
                <a:cubicBezTo>
                  <a:pt x="5405013" y="1557926"/>
                  <a:pt x="5393492" y="1551085"/>
                  <a:pt x="5405013" y="1546765"/>
                </a:cubicBezTo>
                <a:cubicBezTo>
                  <a:pt x="5398172" y="1557926"/>
                  <a:pt x="5407173" y="1583127"/>
                  <a:pt x="5391332" y="1585288"/>
                </a:cubicBezTo>
                <a:cubicBezTo>
                  <a:pt x="5395652" y="1583127"/>
                  <a:pt x="5395652" y="1566926"/>
                  <a:pt x="5391332" y="1571607"/>
                </a:cubicBezTo>
                <a:cubicBezTo>
                  <a:pt x="5386652" y="1580607"/>
                  <a:pt x="5377652" y="1589968"/>
                  <a:pt x="5386652" y="1603289"/>
                </a:cubicBezTo>
                <a:cubicBezTo>
                  <a:pt x="5391332" y="1596448"/>
                  <a:pt x="5391332" y="1587448"/>
                  <a:pt x="5400332" y="1596448"/>
                </a:cubicBezTo>
                <a:cubicBezTo>
                  <a:pt x="5393492" y="1603289"/>
                  <a:pt x="5398172" y="1614810"/>
                  <a:pt x="5384492" y="1607969"/>
                </a:cubicBezTo>
                <a:cubicBezTo>
                  <a:pt x="5402493" y="1614810"/>
                  <a:pt x="5388812" y="1619490"/>
                  <a:pt x="5391332" y="1630651"/>
                </a:cubicBezTo>
                <a:cubicBezTo>
                  <a:pt x="5395832" y="1628491"/>
                  <a:pt x="5398622" y="1625700"/>
                  <a:pt x="5401727" y="1622865"/>
                </a:cubicBezTo>
                <a:lnTo>
                  <a:pt x="5408220" y="1618608"/>
                </a:lnTo>
                <a:lnTo>
                  <a:pt x="5410031" y="1612904"/>
                </a:lnTo>
                <a:lnTo>
                  <a:pt x="5412279" y="1610086"/>
                </a:lnTo>
                <a:lnTo>
                  <a:pt x="5411403" y="1607699"/>
                </a:lnTo>
                <a:cubicBezTo>
                  <a:pt x="5411673" y="1605179"/>
                  <a:pt x="5411673" y="1602389"/>
                  <a:pt x="5407173" y="1598968"/>
                </a:cubicBezTo>
                <a:cubicBezTo>
                  <a:pt x="5448213" y="1589968"/>
                  <a:pt x="5411853" y="1546765"/>
                  <a:pt x="5448213" y="1528404"/>
                </a:cubicBezTo>
                <a:cubicBezTo>
                  <a:pt x="5438853" y="1512563"/>
                  <a:pt x="5466213" y="1501042"/>
                  <a:pt x="5452533" y="1485201"/>
                </a:cubicBezTo>
                <a:cubicBezTo>
                  <a:pt x="5464053" y="1462519"/>
                  <a:pt x="5475213" y="1437317"/>
                  <a:pt x="5475213" y="1412476"/>
                </a:cubicBezTo>
                <a:cubicBezTo>
                  <a:pt x="5482413" y="1414636"/>
                  <a:pt x="5489253" y="1407795"/>
                  <a:pt x="5495733" y="1412476"/>
                </a:cubicBezTo>
                <a:cubicBezTo>
                  <a:pt x="5495733" y="1405635"/>
                  <a:pt x="5505093" y="1400955"/>
                  <a:pt x="5498253" y="1394114"/>
                </a:cubicBezTo>
                <a:cubicBezTo>
                  <a:pt x="5509413" y="1385114"/>
                  <a:pt x="5518773" y="1387274"/>
                  <a:pt x="5527773" y="1385114"/>
                </a:cubicBezTo>
                <a:cubicBezTo>
                  <a:pt x="5520933" y="1378273"/>
                  <a:pt x="5516253" y="1371433"/>
                  <a:pt x="5509413" y="1369273"/>
                </a:cubicBezTo>
                <a:cubicBezTo>
                  <a:pt x="5511933" y="1355592"/>
                  <a:pt x="5525613" y="1350911"/>
                  <a:pt x="5529933" y="1348751"/>
                </a:cubicBezTo>
                <a:cubicBezTo>
                  <a:pt x="5520933" y="1341911"/>
                  <a:pt x="5516253" y="1341911"/>
                  <a:pt x="5520933" y="1332550"/>
                </a:cubicBezTo>
                <a:cubicBezTo>
                  <a:pt x="5534613" y="1335070"/>
                  <a:pt x="5529933" y="1350911"/>
                  <a:pt x="5543613" y="1346231"/>
                </a:cubicBezTo>
                <a:cubicBezTo>
                  <a:pt x="5541453" y="1337231"/>
                  <a:pt x="5534613" y="1321389"/>
                  <a:pt x="5552613" y="1323550"/>
                </a:cubicBezTo>
                <a:cubicBezTo>
                  <a:pt x="5548293" y="1316709"/>
                  <a:pt x="5550453" y="1312389"/>
                  <a:pt x="5548293" y="1305548"/>
                </a:cubicBezTo>
                <a:cubicBezTo>
                  <a:pt x="5538933" y="1307708"/>
                  <a:pt x="5532093" y="1307708"/>
                  <a:pt x="5525613" y="1296188"/>
                </a:cubicBezTo>
                <a:cubicBezTo>
                  <a:pt x="5534613" y="1289707"/>
                  <a:pt x="5529933" y="1303028"/>
                  <a:pt x="5543613" y="1296188"/>
                </a:cubicBezTo>
                <a:cubicBezTo>
                  <a:pt x="5534613" y="1280347"/>
                  <a:pt x="5552613" y="1273506"/>
                  <a:pt x="5552613" y="1255505"/>
                </a:cubicBezTo>
                <a:cubicBezTo>
                  <a:pt x="5564133" y="1266666"/>
                  <a:pt x="5561973" y="1271346"/>
                  <a:pt x="5575653" y="1269186"/>
                </a:cubicBezTo>
                <a:cubicBezTo>
                  <a:pt x="5568813" y="1273506"/>
                  <a:pt x="5582493" y="1278186"/>
                  <a:pt x="5584653" y="1282867"/>
                </a:cubicBezTo>
                <a:cubicBezTo>
                  <a:pt x="5577813" y="1291867"/>
                  <a:pt x="5579973" y="1300868"/>
                  <a:pt x="5577813" y="1309869"/>
                </a:cubicBezTo>
                <a:cubicBezTo>
                  <a:pt x="5568813" y="1305548"/>
                  <a:pt x="5577813" y="1291867"/>
                  <a:pt x="5566293" y="1296188"/>
                </a:cubicBezTo>
                <a:cubicBezTo>
                  <a:pt x="5577813" y="1307708"/>
                  <a:pt x="5548293" y="1319229"/>
                  <a:pt x="5570973" y="1323550"/>
                </a:cubicBezTo>
                <a:cubicBezTo>
                  <a:pt x="5552613" y="1339391"/>
                  <a:pt x="5548293" y="1350911"/>
                  <a:pt x="5538933" y="1369273"/>
                </a:cubicBezTo>
                <a:lnTo>
                  <a:pt x="5542511" y="1372068"/>
                </a:lnTo>
                <a:lnTo>
                  <a:pt x="5548694" y="1361765"/>
                </a:lnTo>
                <a:cubicBezTo>
                  <a:pt x="5553811" y="1359517"/>
                  <a:pt x="5561262" y="1358370"/>
                  <a:pt x="5569341" y="1357312"/>
                </a:cubicBezTo>
                <a:lnTo>
                  <a:pt x="5542884" y="1372360"/>
                </a:lnTo>
                <a:lnTo>
                  <a:pt x="5550453" y="1378273"/>
                </a:lnTo>
                <a:cubicBezTo>
                  <a:pt x="5548293" y="1380433"/>
                  <a:pt x="5543613" y="1385114"/>
                  <a:pt x="5550453" y="1387274"/>
                </a:cubicBezTo>
                <a:cubicBezTo>
                  <a:pt x="5541453" y="1400955"/>
                  <a:pt x="5538933" y="1380433"/>
                  <a:pt x="5532093" y="1387274"/>
                </a:cubicBezTo>
                <a:cubicBezTo>
                  <a:pt x="5525613" y="1396275"/>
                  <a:pt x="5532093" y="1405635"/>
                  <a:pt x="5543613" y="1405635"/>
                </a:cubicBezTo>
                <a:cubicBezTo>
                  <a:pt x="5536773" y="1412476"/>
                  <a:pt x="5532093" y="1405635"/>
                  <a:pt x="5525613" y="1412476"/>
                </a:cubicBezTo>
                <a:cubicBezTo>
                  <a:pt x="5520933" y="1428317"/>
                  <a:pt x="5536773" y="1435157"/>
                  <a:pt x="5511933" y="1448838"/>
                </a:cubicBezTo>
                <a:cubicBezTo>
                  <a:pt x="5516253" y="1455679"/>
                  <a:pt x="5523093" y="1448838"/>
                  <a:pt x="5525613" y="1455679"/>
                </a:cubicBezTo>
                <a:cubicBezTo>
                  <a:pt x="5518773" y="1469360"/>
                  <a:pt x="5516253" y="1471520"/>
                  <a:pt x="5529933" y="1466839"/>
                </a:cubicBezTo>
                <a:cubicBezTo>
                  <a:pt x="5529933" y="1473680"/>
                  <a:pt x="5518773" y="1480520"/>
                  <a:pt x="5516253" y="1487361"/>
                </a:cubicBezTo>
                <a:cubicBezTo>
                  <a:pt x="5527773" y="1514723"/>
                  <a:pt x="5495733" y="1535244"/>
                  <a:pt x="5491413" y="1553605"/>
                </a:cubicBezTo>
                <a:cubicBezTo>
                  <a:pt x="5498253" y="1564766"/>
                  <a:pt x="5505093" y="1580607"/>
                  <a:pt x="5518773" y="1573767"/>
                </a:cubicBezTo>
                <a:cubicBezTo>
                  <a:pt x="5514093" y="1566926"/>
                  <a:pt x="5507253" y="1569446"/>
                  <a:pt x="5509413" y="1560086"/>
                </a:cubicBezTo>
                <a:cubicBezTo>
                  <a:pt x="5516253" y="1551085"/>
                  <a:pt x="5518773" y="1566926"/>
                  <a:pt x="5525613" y="1557926"/>
                </a:cubicBezTo>
                <a:cubicBezTo>
                  <a:pt x="5538933" y="1521563"/>
                  <a:pt x="5548293" y="1485201"/>
                  <a:pt x="5570973" y="1448838"/>
                </a:cubicBezTo>
                <a:cubicBezTo>
                  <a:pt x="5582493" y="1457839"/>
                  <a:pt x="5568813" y="1464679"/>
                  <a:pt x="5573133" y="1471520"/>
                </a:cubicBezTo>
                <a:cubicBezTo>
                  <a:pt x="5584653" y="1476200"/>
                  <a:pt x="5584653" y="1462519"/>
                  <a:pt x="5593653" y="1471520"/>
                </a:cubicBezTo>
                <a:cubicBezTo>
                  <a:pt x="5589333" y="1476200"/>
                  <a:pt x="5584653" y="1476200"/>
                  <a:pt x="5579973" y="1476200"/>
                </a:cubicBezTo>
                <a:cubicBezTo>
                  <a:pt x="5586813" y="1492041"/>
                  <a:pt x="5593653" y="1494201"/>
                  <a:pt x="5591493" y="1507882"/>
                </a:cubicBezTo>
                <a:cubicBezTo>
                  <a:pt x="5589333" y="1492041"/>
                  <a:pt x="5579973" y="1503202"/>
                  <a:pt x="5570973" y="1494201"/>
                </a:cubicBezTo>
                <a:cubicBezTo>
                  <a:pt x="5575653" y="1492041"/>
                  <a:pt x="5584653" y="1487361"/>
                  <a:pt x="5582493" y="1483041"/>
                </a:cubicBezTo>
                <a:cubicBezTo>
                  <a:pt x="5575653" y="1483041"/>
                  <a:pt x="5568813" y="1473680"/>
                  <a:pt x="5559453" y="1480520"/>
                </a:cubicBezTo>
                <a:cubicBezTo>
                  <a:pt x="5582493" y="1483041"/>
                  <a:pt x="5557293" y="1492041"/>
                  <a:pt x="5566293" y="1505722"/>
                </a:cubicBezTo>
                <a:cubicBezTo>
                  <a:pt x="5575653" y="1498882"/>
                  <a:pt x="5579973" y="1516883"/>
                  <a:pt x="5582493" y="1521563"/>
                </a:cubicBezTo>
                <a:cubicBezTo>
                  <a:pt x="5568813" y="1542085"/>
                  <a:pt x="5573133" y="1601129"/>
                  <a:pt x="5550453" y="1612649"/>
                </a:cubicBezTo>
                <a:cubicBezTo>
                  <a:pt x="5555133" y="1616970"/>
                  <a:pt x="5564133" y="1607969"/>
                  <a:pt x="5568813" y="1619490"/>
                </a:cubicBezTo>
                <a:cubicBezTo>
                  <a:pt x="5543613" y="1628491"/>
                  <a:pt x="5545773" y="1633171"/>
                  <a:pt x="5536773" y="1649012"/>
                </a:cubicBezTo>
                <a:cubicBezTo>
                  <a:pt x="5536773" y="1635331"/>
                  <a:pt x="5523093" y="1635331"/>
                  <a:pt x="5532093" y="1626330"/>
                </a:cubicBezTo>
                <a:cubicBezTo>
                  <a:pt x="5534613" y="1630651"/>
                  <a:pt x="5536773" y="1633171"/>
                  <a:pt x="5543613" y="1628491"/>
                </a:cubicBezTo>
                <a:cubicBezTo>
                  <a:pt x="5538933" y="1623810"/>
                  <a:pt x="5538933" y="1610129"/>
                  <a:pt x="5529933" y="1607969"/>
                </a:cubicBezTo>
                <a:cubicBezTo>
                  <a:pt x="5534613" y="1619490"/>
                  <a:pt x="5507253" y="1646852"/>
                  <a:pt x="5538933" y="1658013"/>
                </a:cubicBezTo>
                <a:cubicBezTo>
                  <a:pt x="5532093" y="1667013"/>
                  <a:pt x="5534613" y="1676374"/>
                  <a:pt x="5527773" y="1685374"/>
                </a:cubicBezTo>
                <a:cubicBezTo>
                  <a:pt x="5516253" y="1676374"/>
                  <a:pt x="5525613" y="1660173"/>
                  <a:pt x="5511933" y="1664853"/>
                </a:cubicBezTo>
                <a:cubicBezTo>
                  <a:pt x="5500413" y="1671693"/>
                  <a:pt x="5520933" y="1687535"/>
                  <a:pt x="5509413" y="1694375"/>
                </a:cubicBezTo>
                <a:cubicBezTo>
                  <a:pt x="5536773" y="1694375"/>
                  <a:pt x="5507253" y="1728577"/>
                  <a:pt x="5520933" y="1735418"/>
                </a:cubicBezTo>
                <a:cubicBezTo>
                  <a:pt x="5511933" y="1735418"/>
                  <a:pt x="5516253" y="1730738"/>
                  <a:pt x="5509413" y="1728577"/>
                </a:cubicBezTo>
                <a:cubicBezTo>
                  <a:pt x="5502573" y="1735418"/>
                  <a:pt x="5495733" y="1746939"/>
                  <a:pt x="5507253" y="1749099"/>
                </a:cubicBezTo>
                <a:cubicBezTo>
                  <a:pt x="5491413" y="1755939"/>
                  <a:pt x="5505093" y="1762780"/>
                  <a:pt x="5489253" y="1762780"/>
                </a:cubicBezTo>
                <a:cubicBezTo>
                  <a:pt x="5486733" y="1773941"/>
                  <a:pt x="5489253" y="1785461"/>
                  <a:pt x="5500413" y="1787621"/>
                </a:cubicBezTo>
                <a:cubicBezTo>
                  <a:pt x="5500413" y="1801302"/>
                  <a:pt x="5484573" y="1783301"/>
                  <a:pt x="5484573" y="1794462"/>
                </a:cubicBezTo>
                <a:cubicBezTo>
                  <a:pt x="5493573" y="1796982"/>
                  <a:pt x="5500413" y="1803823"/>
                  <a:pt x="5486733" y="1817503"/>
                </a:cubicBezTo>
                <a:cubicBezTo>
                  <a:pt x="5482413" y="1819664"/>
                  <a:pt x="5479893" y="1810663"/>
                  <a:pt x="5475213" y="1810663"/>
                </a:cubicBezTo>
                <a:cubicBezTo>
                  <a:pt x="5470893" y="1821824"/>
                  <a:pt x="5479893" y="1817503"/>
                  <a:pt x="5484573" y="1821824"/>
                </a:cubicBezTo>
                <a:cubicBezTo>
                  <a:pt x="5477733" y="1823984"/>
                  <a:pt x="5479893" y="1828664"/>
                  <a:pt x="5473053" y="1830824"/>
                </a:cubicBezTo>
                <a:cubicBezTo>
                  <a:pt x="5459373" y="1830824"/>
                  <a:pt x="5479893" y="1814983"/>
                  <a:pt x="5464053" y="1814983"/>
                </a:cubicBezTo>
                <a:cubicBezTo>
                  <a:pt x="5452533" y="1826504"/>
                  <a:pt x="5457213" y="1844505"/>
                  <a:pt x="5475213" y="1847026"/>
                </a:cubicBezTo>
                <a:cubicBezTo>
                  <a:pt x="5457213" y="1849186"/>
                  <a:pt x="5438853" y="1860346"/>
                  <a:pt x="5459373" y="1867187"/>
                </a:cubicBezTo>
                <a:cubicBezTo>
                  <a:pt x="5455053" y="1876548"/>
                  <a:pt x="5452533" y="1869707"/>
                  <a:pt x="5443533" y="1869707"/>
                </a:cubicBezTo>
                <a:cubicBezTo>
                  <a:pt x="5438853" y="1903909"/>
                  <a:pt x="5420853" y="1912910"/>
                  <a:pt x="5418693" y="1947112"/>
                </a:cubicBezTo>
                <a:cubicBezTo>
                  <a:pt x="5407173" y="1953953"/>
                  <a:pt x="5405013" y="1944592"/>
                  <a:pt x="5398172" y="1947112"/>
                </a:cubicBezTo>
                <a:cubicBezTo>
                  <a:pt x="5395652" y="1965114"/>
                  <a:pt x="5407173" y="1981315"/>
                  <a:pt x="5386652" y="1981315"/>
                </a:cubicBezTo>
                <a:cubicBezTo>
                  <a:pt x="5391332" y="1994636"/>
                  <a:pt x="5377652" y="1999316"/>
                  <a:pt x="5384492" y="2006156"/>
                </a:cubicBezTo>
                <a:cubicBezTo>
                  <a:pt x="5381972" y="2003996"/>
                  <a:pt x="5377652" y="2006156"/>
                  <a:pt x="5372972" y="2006156"/>
                </a:cubicBezTo>
                <a:cubicBezTo>
                  <a:pt x="5377652" y="2015157"/>
                  <a:pt x="5372972" y="2060880"/>
                  <a:pt x="5352452" y="2049359"/>
                </a:cubicBezTo>
                <a:lnTo>
                  <a:pt x="5354735" y="2071448"/>
                </a:lnTo>
                <a:lnTo>
                  <a:pt x="5355247" y="2071804"/>
                </a:lnTo>
                <a:lnTo>
                  <a:pt x="5354899" y="2073029"/>
                </a:lnTo>
                <a:lnTo>
                  <a:pt x="5355062" y="2074606"/>
                </a:lnTo>
                <a:cubicBezTo>
                  <a:pt x="5355332" y="2082842"/>
                  <a:pt x="5355872" y="2090222"/>
                  <a:pt x="5359292" y="2094723"/>
                </a:cubicBezTo>
                <a:cubicBezTo>
                  <a:pt x="5329772" y="2097243"/>
                  <a:pt x="5322932" y="2156287"/>
                  <a:pt x="5309251" y="2131085"/>
                </a:cubicBezTo>
                <a:cubicBezTo>
                  <a:pt x="5295571" y="2138286"/>
                  <a:pt x="5318611" y="2149446"/>
                  <a:pt x="5298091" y="2151606"/>
                </a:cubicBezTo>
                <a:cubicBezTo>
                  <a:pt x="5286571" y="2154127"/>
                  <a:pt x="5311771" y="2138286"/>
                  <a:pt x="5295571" y="2138286"/>
                </a:cubicBezTo>
                <a:cubicBezTo>
                  <a:pt x="5284411" y="2145126"/>
                  <a:pt x="5268211" y="2163127"/>
                  <a:pt x="5288731" y="2172128"/>
                </a:cubicBezTo>
                <a:cubicBezTo>
                  <a:pt x="5288731" y="2165287"/>
                  <a:pt x="5300251" y="2151606"/>
                  <a:pt x="5304571" y="2158447"/>
                </a:cubicBezTo>
                <a:cubicBezTo>
                  <a:pt x="5291251" y="2172128"/>
                  <a:pt x="5279731" y="2192649"/>
                  <a:pt x="5261731" y="2194809"/>
                </a:cubicBezTo>
                <a:cubicBezTo>
                  <a:pt x="5259211" y="2206330"/>
                  <a:pt x="5272891" y="2194809"/>
                  <a:pt x="5270731" y="2208490"/>
                </a:cubicBezTo>
                <a:cubicBezTo>
                  <a:pt x="5252371" y="2211011"/>
                  <a:pt x="5263891" y="2217851"/>
                  <a:pt x="5254891" y="2224691"/>
                </a:cubicBezTo>
                <a:lnTo>
                  <a:pt x="5267986" y="2224691"/>
                </a:lnTo>
                <a:lnTo>
                  <a:pt x="5266401" y="2223500"/>
                </a:lnTo>
                <a:cubicBezTo>
                  <a:pt x="5262492" y="2215795"/>
                  <a:pt x="5276452" y="2209456"/>
                  <a:pt x="5281553" y="2204330"/>
                </a:cubicBezTo>
                <a:lnTo>
                  <a:pt x="5289665" y="2208092"/>
                </a:lnTo>
                <a:lnTo>
                  <a:pt x="5294363" y="2206646"/>
                </a:lnTo>
                <a:lnTo>
                  <a:pt x="5306611" y="2199654"/>
                </a:lnTo>
                <a:cubicBezTo>
                  <a:pt x="5288355" y="2190662"/>
                  <a:pt x="5301957" y="2211164"/>
                  <a:pt x="5284059" y="2199654"/>
                </a:cubicBezTo>
                <a:cubicBezTo>
                  <a:pt x="5290860" y="2192821"/>
                  <a:pt x="5297662" y="2185987"/>
                  <a:pt x="5315560" y="2190662"/>
                </a:cubicBezTo>
                <a:cubicBezTo>
                  <a:pt x="5324867" y="2199654"/>
                  <a:pt x="5297662" y="2206488"/>
                  <a:pt x="5320213" y="2217998"/>
                </a:cubicBezTo>
                <a:cubicBezTo>
                  <a:pt x="5315739" y="2216739"/>
                  <a:pt x="5305537" y="2216739"/>
                  <a:pt x="5297303" y="2215885"/>
                </a:cubicBezTo>
                <a:lnTo>
                  <a:pt x="5293414" y="2215027"/>
                </a:lnTo>
                <a:lnTo>
                  <a:pt x="5286571" y="2226852"/>
                </a:lnTo>
                <a:lnTo>
                  <a:pt x="5277110" y="2228525"/>
                </a:lnTo>
                <a:lnTo>
                  <a:pt x="5277258" y="2231665"/>
                </a:lnTo>
                <a:lnTo>
                  <a:pt x="5273426" y="2228783"/>
                </a:lnTo>
                <a:lnTo>
                  <a:pt x="5264476" y="2227977"/>
                </a:lnTo>
                <a:cubicBezTo>
                  <a:pt x="5258221" y="2227392"/>
                  <a:pt x="5253631" y="2227932"/>
                  <a:pt x="5252371" y="2235852"/>
                </a:cubicBezTo>
                <a:cubicBezTo>
                  <a:pt x="5252371" y="2241613"/>
                  <a:pt x="5254711" y="2243953"/>
                  <a:pt x="5257321" y="2246248"/>
                </a:cubicBezTo>
                <a:lnTo>
                  <a:pt x="5259631" y="2249808"/>
                </a:lnTo>
                <a:lnTo>
                  <a:pt x="5261836" y="2246704"/>
                </a:lnTo>
                <a:cubicBezTo>
                  <a:pt x="5266102" y="2242139"/>
                  <a:pt x="5270890" y="2238103"/>
                  <a:pt x="5275387" y="2235200"/>
                </a:cubicBezTo>
                <a:cubicBezTo>
                  <a:pt x="5282222" y="2237740"/>
                  <a:pt x="5289057" y="2242094"/>
                  <a:pt x="5291575" y="2239917"/>
                </a:cubicBezTo>
                <a:cubicBezTo>
                  <a:pt x="5307403" y="2248988"/>
                  <a:pt x="5293734" y="2253705"/>
                  <a:pt x="5293734" y="2255883"/>
                </a:cubicBezTo>
                <a:cubicBezTo>
                  <a:pt x="5282222" y="2258060"/>
                  <a:pt x="5277905" y="2248988"/>
                  <a:pt x="5286899" y="2246811"/>
                </a:cubicBezTo>
                <a:cubicBezTo>
                  <a:pt x="5282222" y="2246811"/>
                  <a:pt x="5280064" y="2248988"/>
                  <a:pt x="5271071" y="2244634"/>
                </a:cubicBezTo>
                <a:cubicBezTo>
                  <a:pt x="5268553" y="2251165"/>
                  <a:pt x="5275387" y="2255883"/>
                  <a:pt x="5275387" y="2260600"/>
                </a:cubicBezTo>
                <a:cubicBezTo>
                  <a:pt x="5289057" y="2253705"/>
                  <a:pt x="5300568" y="2269671"/>
                  <a:pt x="5300568" y="2278743"/>
                </a:cubicBezTo>
                <a:lnTo>
                  <a:pt x="5290124" y="2273957"/>
                </a:lnTo>
                <a:lnTo>
                  <a:pt x="5284411" y="2279055"/>
                </a:lnTo>
                <a:cubicBezTo>
                  <a:pt x="5298091" y="2274735"/>
                  <a:pt x="5291251" y="2285896"/>
                  <a:pt x="5288731" y="2290576"/>
                </a:cubicBezTo>
                <a:cubicBezTo>
                  <a:pt x="5298091" y="2279055"/>
                  <a:pt x="5309251" y="2274735"/>
                  <a:pt x="5320772" y="2279055"/>
                </a:cubicBezTo>
                <a:cubicBezTo>
                  <a:pt x="5309251" y="2274735"/>
                  <a:pt x="5309251" y="2292736"/>
                  <a:pt x="5316091" y="2290576"/>
                </a:cubicBezTo>
                <a:cubicBezTo>
                  <a:pt x="5336612" y="2279055"/>
                  <a:pt x="5329772" y="2251693"/>
                  <a:pt x="5341292" y="2238372"/>
                </a:cubicBezTo>
                <a:cubicBezTo>
                  <a:pt x="5343452" y="2247373"/>
                  <a:pt x="5341292" y="2261054"/>
                  <a:pt x="5357132" y="2254213"/>
                </a:cubicBezTo>
                <a:cubicBezTo>
                  <a:pt x="5348132" y="2238372"/>
                  <a:pt x="5345612" y="2211011"/>
                  <a:pt x="5366132" y="2211011"/>
                </a:cubicBezTo>
                <a:cubicBezTo>
                  <a:pt x="5359292" y="2211011"/>
                  <a:pt x="5354972" y="2222171"/>
                  <a:pt x="5363972" y="2222171"/>
                </a:cubicBezTo>
                <a:cubicBezTo>
                  <a:pt x="5370812" y="2211011"/>
                  <a:pt x="5381972" y="2201650"/>
                  <a:pt x="5384492" y="2185809"/>
                </a:cubicBezTo>
                <a:cubicBezTo>
                  <a:pt x="5393492" y="2183649"/>
                  <a:pt x="5400332" y="2183649"/>
                  <a:pt x="5405013" y="2185809"/>
                </a:cubicBezTo>
                <a:cubicBezTo>
                  <a:pt x="5407173" y="2172128"/>
                  <a:pt x="5402493" y="2176808"/>
                  <a:pt x="5400332" y="2163127"/>
                </a:cubicBezTo>
                <a:cubicBezTo>
                  <a:pt x="5407173" y="2163127"/>
                  <a:pt x="5407173" y="2158447"/>
                  <a:pt x="5414013" y="2156287"/>
                </a:cubicBezTo>
                <a:cubicBezTo>
                  <a:pt x="5420853" y="2156287"/>
                  <a:pt x="5418693" y="2163127"/>
                  <a:pt x="5423013" y="2160967"/>
                </a:cubicBezTo>
                <a:cubicBezTo>
                  <a:pt x="5450373" y="2140446"/>
                  <a:pt x="5443533" y="2113084"/>
                  <a:pt x="5455053" y="2087882"/>
                </a:cubicBezTo>
                <a:cubicBezTo>
                  <a:pt x="5459373" y="2094723"/>
                  <a:pt x="5466213" y="2101563"/>
                  <a:pt x="5475213" y="2104083"/>
                </a:cubicBezTo>
                <a:cubicBezTo>
                  <a:pt x="5477733" y="2094723"/>
                  <a:pt x="5489253" y="2087882"/>
                  <a:pt x="5482413" y="2074561"/>
                </a:cubicBezTo>
                <a:cubicBezTo>
                  <a:pt x="5473053" y="2078881"/>
                  <a:pt x="5477733" y="2101563"/>
                  <a:pt x="5466213" y="2087882"/>
                </a:cubicBezTo>
                <a:cubicBezTo>
                  <a:pt x="5468373" y="2074561"/>
                  <a:pt x="5482413" y="2069881"/>
                  <a:pt x="5500413" y="2060880"/>
                </a:cubicBezTo>
                <a:cubicBezTo>
                  <a:pt x="5495733" y="2042519"/>
                  <a:pt x="5486733" y="2065201"/>
                  <a:pt x="5477733" y="2056200"/>
                </a:cubicBezTo>
                <a:cubicBezTo>
                  <a:pt x="5505093" y="2033518"/>
                  <a:pt x="5505093" y="1999316"/>
                  <a:pt x="5511933" y="1974474"/>
                </a:cubicBezTo>
                <a:cubicBezTo>
                  <a:pt x="5518773" y="1983475"/>
                  <a:pt x="5507253" y="1983475"/>
                  <a:pt x="5509413" y="1990315"/>
                </a:cubicBezTo>
                <a:cubicBezTo>
                  <a:pt x="5518053" y="1985185"/>
                  <a:pt x="5520213" y="1991598"/>
                  <a:pt x="5524550" y="1992239"/>
                </a:cubicBezTo>
                <a:lnTo>
                  <a:pt x="5526506" y="1991540"/>
                </a:lnTo>
                <a:lnTo>
                  <a:pt x="5530859" y="1965456"/>
                </a:lnTo>
                <a:lnTo>
                  <a:pt x="5530895" y="1964489"/>
                </a:lnTo>
                <a:lnTo>
                  <a:pt x="5531076" y="1964153"/>
                </a:lnTo>
                <a:lnTo>
                  <a:pt x="5537473" y="1925825"/>
                </a:lnTo>
                <a:lnTo>
                  <a:pt x="5532145" y="1928454"/>
                </a:lnTo>
                <a:cubicBezTo>
                  <a:pt x="5531079" y="1925053"/>
                  <a:pt x="5533389" y="1920579"/>
                  <a:pt x="5536233" y="1914672"/>
                </a:cubicBezTo>
                <a:lnTo>
                  <a:pt x="5542594" y="1895141"/>
                </a:lnTo>
                <a:lnTo>
                  <a:pt x="5544055" y="1886384"/>
                </a:lnTo>
                <a:lnTo>
                  <a:pt x="5539081" y="1887807"/>
                </a:lnTo>
                <a:cubicBezTo>
                  <a:pt x="5539081" y="1885650"/>
                  <a:pt x="5541593" y="1885650"/>
                  <a:pt x="5543746" y="1885650"/>
                </a:cubicBezTo>
                <a:cubicBezTo>
                  <a:pt x="5548410" y="1871992"/>
                  <a:pt x="5534775" y="1860490"/>
                  <a:pt x="5550563" y="1847191"/>
                </a:cubicBezTo>
                <a:lnTo>
                  <a:pt x="5550595" y="1847196"/>
                </a:lnTo>
                <a:lnTo>
                  <a:pt x="5557077" y="1808358"/>
                </a:lnTo>
                <a:cubicBezTo>
                  <a:pt x="5557077" y="1794679"/>
                  <a:pt x="5543399" y="1780999"/>
                  <a:pt x="5570755" y="1769840"/>
                </a:cubicBezTo>
                <a:cubicBezTo>
                  <a:pt x="5581013" y="1782259"/>
                  <a:pt x="5587852" y="1796479"/>
                  <a:pt x="5592127" y="1811823"/>
                </a:cubicBezTo>
                <a:lnTo>
                  <a:pt x="5593821" y="1825625"/>
                </a:lnTo>
                <a:lnTo>
                  <a:pt x="5602091" y="1825625"/>
                </a:lnTo>
                <a:lnTo>
                  <a:pt x="5603888" y="1825625"/>
                </a:lnTo>
                <a:lnTo>
                  <a:pt x="5605545" y="1820716"/>
                </a:lnTo>
                <a:cubicBezTo>
                  <a:pt x="5606749" y="1814556"/>
                  <a:pt x="5606884" y="1808143"/>
                  <a:pt x="5605174" y="1801302"/>
                </a:cubicBezTo>
                <a:cubicBezTo>
                  <a:pt x="5607334" y="1808143"/>
                  <a:pt x="5612014" y="1808143"/>
                  <a:pt x="5618854" y="1808143"/>
                </a:cubicBezTo>
                <a:cubicBezTo>
                  <a:pt x="5623174" y="1767100"/>
                  <a:pt x="5630014" y="1773941"/>
                  <a:pt x="5650534" y="1746939"/>
                </a:cubicBezTo>
                <a:cubicBezTo>
                  <a:pt x="5652694" y="1753779"/>
                  <a:pt x="5657374" y="1758099"/>
                  <a:pt x="5664215" y="1755939"/>
                </a:cubicBezTo>
                <a:cubicBezTo>
                  <a:pt x="5652694" y="1740098"/>
                  <a:pt x="5675735" y="1749099"/>
                  <a:pt x="5671055" y="1735418"/>
                </a:cubicBezTo>
                <a:cubicBezTo>
                  <a:pt x="5666375" y="1726417"/>
                  <a:pt x="5662055" y="1721737"/>
                  <a:pt x="5657374" y="1721737"/>
                </a:cubicBezTo>
                <a:cubicBezTo>
                  <a:pt x="5664215" y="1717417"/>
                  <a:pt x="5668895" y="1712736"/>
                  <a:pt x="5668895" y="1705896"/>
                </a:cubicBezTo>
                <a:cubicBezTo>
                  <a:pt x="5664215" y="1701216"/>
                  <a:pt x="5657374" y="1710576"/>
                  <a:pt x="5655214" y="1705896"/>
                </a:cubicBezTo>
                <a:lnTo>
                  <a:pt x="5658633" y="1701163"/>
                </a:lnTo>
                <a:lnTo>
                  <a:pt x="5658237" y="1701182"/>
                </a:lnTo>
                <a:cubicBezTo>
                  <a:pt x="5652794" y="1701447"/>
                  <a:pt x="5652794" y="1701447"/>
                  <a:pt x="5652794" y="1701447"/>
                </a:cubicBezTo>
                <a:cubicBezTo>
                  <a:pt x="5651071" y="1697566"/>
                  <a:pt x="5652794" y="1694943"/>
                  <a:pt x="5656383" y="1693328"/>
                </a:cubicBezTo>
                <a:lnTo>
                  <a:pt x="5667337" y="1691796"/>
                </a:lnTo>
                <a:lnTo>
                  <a:pt x="5670149" y="1688885"/>
                </a:lnTo>
                <a:cubicBezTo>
                  <a:pt x="5671640" y="1686792"/>
                  <a:pt x="5673395" y="1683664"/>
                  <a:pt x="5675735" y="1678534"/>
                </a:cubicBezTo>
                <a:cubicBezTo>
                  <a:pt x="5668895" y="1680694"/>
                  <a:pt x="5659534" y="1690055"/>
                  <a:pt x="5657374" y="1678534"/>
                </a:cubicBezTo>
                <a:cubicBezTo>
                  <a:pt x="5684735" y="1662693"/>
                  <a:pt x="5686895" y="1614810"/>
                  <a:pt x="5709575" y="1635331"/>
                </a:cubicBezTo>
                <a:cubicBezTo>
                  <a:pt x="5721095" y="1623810"/>
                  <a:pt x="5712095" y="1607969"/>
                  <a:pt x="5718935" y="1596448"/>
                </a:cubicBezTo>
                <a:cubicBezTo>
                  <a:pt x="5721095" y="1598968"/>
                  <a:pt x="5723255" y="1605809"/>
                  <a:pt x="5727935" y="1603289"/>
                </a:cubicBezTo>
                <a:cubicBezTo>
                  <a:pt x="5723255" y="1587448"/>
                  <a:pt x="5746295" y="1592128"/>
                  <a:pt x="5743775" y="1576287"/>
                </a:cubicBezTo>
                <a:cubicBezTo>
                  <a:pt x="5732615" y="1566926"/>
                  <a:pt x="5718935" y="1573767"/>
                  <a:pt x="5709575" y="1566926"/>
                </a:cubicBezTo>
                <a:cubicBezTo>
                  <a:pt x="5727935" y="1564766"/>
                  <a:pt x="5746295" y="1539924"/>
                  <a:pt x="5725775" y="1533084"/>
                </a:cubicBezTo>
                <a:lnTo>
                  <a:pt x="5738193" y="1498416"/>
                </a:lnTo>
                <a:lnTo>
                  <a:pt x="5738088" y="1497582"/>
                </a:lnTo>
                <a:cubicBezTo>
                  <a:pt x="5737722" y="1488891"/>
                  <a:pt x="5738037" y="1479059"/>
                  <a:pt x="5739207" y="1467090"/>
                </a:cubicBezTo>
                <a:cubicBezTo>
                  <a:pt x="5741367" y="1444410"/>
                  <a:pt x="5761884" y="1428571"/>
                  <a:pt x="5768723" y="1412731"/>
                </a:cubicBezTo>
                <a:cubicBezTo>
                  <a:pt x="5770883" y="1408052"/>
                  <a:pt x="5761884" y="1403372"/>
                  <a:pt x="5764043" y="1396532"/>
                </a:cubicBezTo>
                <a:cubicBezTo>
                  <a:pt x="5766293" y="1391492"/>
                  <a:pt x="5770252" y="1386002"/>
                  <a:pt x="5775072" y="1380175"/>
                </a:cubicBezTo>
                <a:lnTo>
                  <a:pt x="5779424" y="1375234"/>
                </a:lnTo>
                <a:lnTo>
                  <a:pt x="5802815" y="1291867"/>
                </a:lnTo>
                <a:cubicBezTo>
                  <a:pt x="5814335" y="1300868"/>
                  <a:pt x="5795975" y="1307708"/>
                  <a:pt x="5802815" y="1316709"/>
                </a:cubicBezTo>
                <a:cubicBezTo>
                  <a:pt x="5812175" y="1316709"/>
                  <a:pt x="5805335" y="1328230"/>
                  <a:pt x="5816495" y="1321389"/>
                </a:cubicBezTo>
                <a:cubicBezTo>
                  <a:pt x="5814335" y="1319229"/>
                  <a:pt x="5821175" y="1314549"/>
                  <a:pt x="5819015" y="1312389"/>
                </a:cubicBezTo>
                <a:cubicBezTo>
                  <a:pt x="5814335" y="1307708"/>
                  <a:pt x="5809655" y="1309869"/>
                  <a:pt x="5807495" y="1303028"/>
                </a:cubicBezTo>
                <a:cubicBezTo>
                  <a:pt x="5810915" y="1297448"/>
                  <a:pt x="5813795" y="1296908"/>
                  <a:pt x="5816360" y="1297493"/>
                </a:cubicBezTo>
                <a:lnTo>
                  <a:pt x="5819653" y="1298066"/>
                </a:lnTo>
                <a:lnTo>
                  <a:pt x="5819249" y="1292675"/>
                </a:lnTo>
                <a:cubicBezTo>
                  <a:pt x="5819227" y="1288131"/>
                  <a:pt x="5819913" y="1283721"/>
                  <a:pt x="5822449" y="1279435"/>
                </a:cubicBezTo>
                <a:lnTo>
                  <a:pt x="5822748" y="1279174"/>
                </a:lnTo>
                <a:lnTo>
                  <a:pt x="5816495" y="1278186"/>
                </a:lnTo>
                <a:cubicBezTo>
                  <a:pt x="5805335" y="1289707"/>
                  <a:pt x="5793815" y="1289707"/>
                  <a:pt x="5782655" y="1294028"/>
                </a:cubicBezTo>
                <a:cubicBezTo>
                  <a:pt x="5789495" y="1287187"/>
                  <a:pt x="5780135" y="1280347"/>
                  <a:pt x="5791655" y="1273506"/>
                </a:cubicBezTo>
                <a:cubicBezTo>
                  <a:pt x="5795975" y="1278186"/>
                  <a:pt x="5800655" y="1289707"/>
                  <a:pt x="5807495" y="1278186"/>
                </a:cubicBezTo>
                <a:cubicBezTo>
                  <a:pt x="5802815" y="1259825"/>
                  <a:pt x="5834855" y="1239304"/>
                  <a:pt x="5819015" y="1219142"/>
                </a:cubicBezTo>
                <a:cubicBezTo>
                  <a:pt x="5830175" y="1214462"/>
                  <a:pt x="5832695" y="1212302"/>
                  <a:pt x="5821175" y="1207622"/>
                </a:cubicBezTo>
                <a:cubicBezTo>
                  <a:pt x="5832695" y="1202941"/>
                  <a:pt x="5830175" y="1193941"/>
                  <a:pt x="5834855" y="1187100"/>
                </a:cubicBezTo>
                <a:cubicBezTo>
                  <a:pt x="5838275" y="1192861"/>
                  <a:pt x="5838275" y="1198531"/>
                  <a:pt x="5838275" y="1203931"/>
                </a:cubicBezTo>
                <a:lnTo>
                  <a:pt x="5841485" y="1218207"/>
                </a:lnTo>
                <a:lnTo>
                  <a:pt x="5843906" y="1209023"/>
                </a:lnTo>
                <a:lnTo>
                  <a:pt x="5854080" y="1194580"/>
                </a:lnTo>
                <a:lnTo>
                  <a:pt x="5854205" y="1193671"/>
                </a:lnTo>
                <a:cubicBezTo>
                  <a:pt x="5853665" y="1184850"/>
                  <a:pt x="5850875" y="1175760"/>
                  <a:pt x="5853215" y="1166579"/>
                </a:cubicBezTo>
                <a:cubicBezTo>
                  <a:pt x="5869056" y="1168739"/>
                  <a:pt x="5862216" y="1150738"/>
                  <a:pt x="5869056" y="1143897"/>
                </a:cubicBezTo>
                <a:cubicBezTo>
                  <a:pt x="5880216" y="1146057"/>
                  <a:pt x="5887056" y="1164419"/>
                  <a:pt x="5898576" y="1157578"/>
                </a:cubicBezTo>
                <a:cubicBezTo>
                  <a:pt x="5884896" y="1146057"/>
                  <a:pt x="5896416" y="1134897"/>
                  <a:pt x="5893896" y="1123376"/>
                </a:cubicBezTo>
                <a:cubicBezTo>
                  <a:pt x="5882736" y="1112215"/>
                  <a:pt x="5884896" y="1116535"/>
                  <a:pt x="5873376" y="1112215"/>
                </a:cubicBezTo>
                <a:cubicBezTo>
                  <a:pt x="5887056" y="1102854"/>
                  <a:pt x="5884896" y="1102854"/>
                  <a:pt x="5896416" y="1091694"/>
                </a:cubicBezTo>
                <a:cubicBezTo>
                  <a:pt x="5905416" y="1098534"/>
                  <a:pt x="5907576" y="1096014"/>
                  <a:pt x="5921256" y="1098534"/>
                </a:cubicBezTo>
                <a:cubicBezTo>
                  <a:pt x="5923417" y="1107535"/>
                  <a:pt x="5912256" y="1116535"/>
                  <a:pt x="5923417" y="1125896"/>
                </a:cubicBezTo>
                <a:cubicBezTo>
                  <a:pt x="5908296" y="1142907"/>
                  <a:pt x="5909579" y="1159919"/>
                  <a:pt x="5905394" y="1179816"/>
                </a:cubicBezTo>
                <a:lnTo>
                  <a:pt x="5900701" y="1194247"/>
                </a:lnTo>
                <a:lnTo>
                  <a:pt x="5899938" y="1198865"/>
                </a:lnTo>
                <a:cubicBezTo>
                  <a:pt x="5900439" y="1203826"/>
                  <a:pt x="5903431" y="1207358"/>
                  <a:pt x="5911979" y="1207898"/>
                </a:cubicBezTo>
                <a:lnTo>
                  <a:pt x="5907385" y="1213224"/>
                </a:lnTo>
                <a:lnTo>
                  <a:pt x="5905326" y="1224588"/>
                </a:lnTo>
                <a:cubicBezTo>
                  <a:pt x="5901906" y="1232553"/>
                  <a:pt x="5896236" y="1240564"/>
                  <a:pt x="5898576" y="1248664"/>
                </a:cubicBezTo>
                <a:cubicBezTo>
                  <a:pt x="5903256" y="1246144"/>
                  <a:pt x="5905416" y="1243984"/>
                  <a:pt x="5910096" y="1248664"/>
                </a:cubicBezTo>
                <a:cubicBezTo>
                  <a:pt x="5901456" y="1253795"/>
                  <a:pt x="5905776" y="1260140"/>
                  <a:pt x="5901642" y="1265878"/>
                </a:cubicBezTo>
                <a:lnTo>
                  <a:pt x="5899764" y="1267204"/>
                </a:lnTo>
                <a:lnTo>
                  <a:pt x="5899871" y="1268416"/>
                </a:lnTo>
                <a:lnTo>
                  <a:pt x="5896047" y="1285358"/>
                </a:lnTo>
                <a:lnTo>
                  <a:pt x="5903256" y="1291867"/>
                </a:lnTo>
                <a:cubicBezTo>
                  <a:pt x="5891736" y="1300868"/>
                  <a:pt x="5891736" y="1305548"/>
                  <a:pt x="5900736" y="1316709"/>
                </a:cubicBezTo>
                <a:cubicBezTo>
                  <a:pt x="5898576" y="1321389"/>
                  <a:pt x="5893896" y="1321389"/>
                  <a:pt x="5889576" y="1321389"/>
                </a:cubicBezTo>
                <a:cubicBezTo>
                  <a:pt x="5891736" y="1328230"/>
                  <a:pt x="5900736" y="1337231"/>
                  <a:pt x="5896416" y="1344071"/>
                </a:cubicBezTo>
                <a:cubicBezTo>
                  <a:pt x="5879136" y="1344071"/>
                  <a:pt x="5885144" y="1331312"/>
                  <a:pt x="5888316" y="1319162"/>
                </a:cubicBezTo>
                <a:lnTo>
                  <a:pt x="5888969" y="1313229"/>
                </a:lnTo>
                <a:lnTo>
                  <a:pt x="5873314" y="1349222"/>
                </a:lnTo>
                <a:lnTo>
                  <a:pt x="5866210" y="1362587"/>
                </a:lnTo>
                <a:lnTo>
                  <a:pt x="5869056" y="1366753"/>
                </a:lnTo>
                <a:lnTo>
                  <a:pt x="5862598" y="1369380"/>
                </a:lnTo>
                <a:lnTo>
                  <a:pt x="5855151" y="1383390"/>
                </a:lnTo>
                <a:lnTo>
                  <a:pt x="5856950" y="1386329"/>
                </a:lnTo>
                <a:cubicBezTo>
                  <a:pt x="5857536" y="1389704"/>
                  <a:pt x="5857536" y="1393035"/>
                  <a:pt x="5859696" y="1396275"/>
                </a:cubicBezTo>
                <a:cubicBezTo>
                  <a:pt x="5857536" y="1398615"/>
                  <a:pt x="5851865" y="1399785"/>
                  <a:pt x="5847320" y="1401495"/>
                </a:cubicBezTo>
                <a:lnTo>
                  <a:pt x="5843645" y="1403664"/>
                </a:lnTo>
                <a:lnTo>
                  <a:pt x="5841833" y="1406806"/>
                </a:lnTo>
                <a:lnTo>
                  <a:pt x="5841695" y="1409956"/>
                </a:lnTo>
                <a:cubicBezTo>
                  <a:pt x="5850695" y="1407795"/>
                  <a:pt x="5862216" y="1400955"/>
                  <a:pt x="5871216" y="1416796"/>
                </a:cubicBezTo>
                <a:cubicBezTo>
                  <a:pt x="5843855" y="1419316"/>
                  <a:pt x="5864376" y="1430477"/>
                  <a:pt x="5839535" y="1435157"/>
                </a:cubicBezTo>
                <a:cubicBezTo>
                  <a:pt x="5850695" y="1446678"/>
                  <a:pt x="5846375" y="1444158"/>
                  <a:pt x="5850695" y="1457839"/>
                </a:cubicBezTo>
                <a:cubicBezTo>
                  <a:pt x="5857536" y="1450998"/>
                  <a:pt x="5850695" y="1428317"/>
                  <a:pt x="5866536" y="1432637"/>
                </a:cubicBezTo>
                <a:cubicBezTo>
                  <a:pt x="5866536" y="1448838"/>
                  <a:pt x="5853215" y="1464679"/>
                  <a:pt x="5850695" y="1480520"/>
                </a:cubicBezTo>
                <a:cubicBezTo>
                  <a:pt x="5871216" y="1483041"/>
                  <a:pt x="5846375" y="1519403"/>
                  <a:pt x="5848535" y="1537404"/>
                </a:cubicBezTo>
                <a:cubicBezTo>
                  <a:pt x="5862216" y="1523723"/>
                  <a:pt x="5878056" y="1483041"/>
                  <a:pt x="5900736" y="1496361"/>
                </a:cubicBezTo>
                <a:cubicBezTo>
                  <a:pt x="5903256" y="1489881"/>
                  <a:pt x="5903256" y="1485201"/>
                  <a:pt x="5898576" y="1478360"/>
                </a:cubicBezTo>
                <a:cubicBezTo>
                  <a:pt x="5893896" y="1483041"/>
                  <a:pt x="5889576" y="1483041"/>
                  <a:pt x="5884896" y="1478360"/>
                </a:cubicBezTo>
                <a:cubicBezTo>
                  <a:pt x="5898576" y="1457839"/>
                  <a:pt x="5866536" y="1464679"/>
                  <a:pt x="5875896" y="1444158"/>
                </a:cubicBezTo>
                <a:cubicBezTo>
                  <a:pt x="5880216" y="1453519"/>
                  <a:pt x="5884896" y="1459999"/>
                  <a:pt x="5891736" y="1455679"/>
                </a:cubicBezTo>
                <a:cubicBezTo>
                  <a:pt x="5896416" y="1450998"/>
                  <a:pt x="5898576" y="1446678"/>
                  <a:pt x="5898576" y="1441998"/>
                </a:cubicBezTo>
                <a:cubicBezTo>
                  <a:pt x="5898576" y="1441998"/>
                  <a:pt x="5898576" y="1441998"/>
                  <a:pt x="5889576" y="1428317"/>
                </a:cubicBezTo>
                <a:cubicBezTo>
                  <a:pt x="5898576" y="1421476"/>
                  <a:pt x="5898576" y="1414636"/>
                  <a:pt x="5907576" y="1405635"/>
                </a:cubicBezTo>
                <a:cubicBezTo>
                  <a:pt x="5921256" y="1416796"/>
                  <a:pt x="5910096" y="1423636"/>
                  <a:pt x="5916936" y="1432637"/>
                </a:cubicBezTo>
                <a:cubicBezTo>
                  <a:pt x="5923417" y="1428317"/>
                  <a:pt x="5925937" y="1421476"/>
                  <a:pt x="5925937" y="1416796"/>
                </a:cubicBezTo>
                <a:cubicBezTo>
                  <a:pt x="5925937" y="1416796"/>
                  <a:pt x="5925937" y="1416796"/>
                  <a:pt x="5912256" y="1398795"/>
                </a:cubicBezTo>
                <a:cubicBezTo>
                  <a:pt x="5910096" y="1405635"/>
                  <a:pt x="5907576" y="1407795"/>
                  <a:pt x="5900736" y="1403115"/>
                </a:cubicBezTo>
                <a:cubicBezTo>
                  <a:pt x="5912256" y="1387274"/>
                  <a:pt x="5912256" y="1369273"/>
                  <a:pt x="5919096" y="1350911"/>
                </a:cubicBezTo>
                <a:cubicBezTo>
                  <a:pt x="5873376" y="1323550"/>
                  <a:pt x="5946457" y="1276026"/>
                  <a:pt x="5923417" y="1246144"/>
                </a:cubicBezTo>
                <a:cubicBezTo>
                  <a:pt x="5930257" y="1259825"/>
                  <a:pt x="5937097" y="1259825"/>
                  <a:pt x="5946457" y="1262345"/>
                </a:cubicBezTo>
                <a:cubicBezTo>
                  <a:pt x="5930257" y="1278186"/>
                  <a:pt x="5910096" y="1303028"/>
                  <a:pt x="5930257" y="1314549"/>
                </a:cubicBezTo>
                <a:cubicBezTo>
                  <a:pt x="5914416" y="1323550"/>
                  <a:pt x="5916936" y="1332550"/>
                  <a:pt x="5916936" y="1344071"/>
                </a:cubicBezTo>
                <a:cubicBezTo>
                  <a:pt x="5930257" y="1341911"/>
                  <a:pt x="5921256" y="1326070"/>
                  <a:pt x="5939617" y="1330390"/>
                </a:cubicBezTo>
                <a:cubicBezTo>
                  <a:pt x="5916936" y="1316709"/>
                  <a:pt x="5962297" y="1303028"/>
                  <a:pt x="5932777" y="1296188"/>
                </a:cubicBezTo>
                <a:cubicBezTo>
                  <a:pt x="5955457" y="1282867"/>
                  <a:pt x="5943937" y="1269186"/>
                  <a:pt x="5955457" y="1252985"/>
                </a:cubicBezTo>
                <a:cubicBezTo>
                  <a:pt x="5962297" y="1262345"/>
                  <a:pt x="5957617" y="1269186"/>
                  <a:pt x="5969137" y="1262345"/>
                </a:cubicBezTo>
                <a:cubicBezTo>
                  <a:pt x="5962297" y="1255505"/>
                  <a:pt x="5978137" y="1252985"/>
                  <a:pt x="5980297" y="1252985"/>
                </a:cubicBezTo>
                <a:cubicBezTo>
                  <a:pt x="5966617" y="1252985"/>
                  <a:pt x="5982817" y="1241824"/>
                  <a:pt x="5969137" y="1232463"/>
                </a:cubicBezTo>
                <a:cubicBezTo>
                  <a:pt x="5966617" y="1239304"/>
                  <a:pt x="5964457" y="1241824"/>
                  <a:pt x="5957617" y="1237144"/>
                </a:cubicBezTo>
                <a:cubicBezTo>
                  <a:pt x="5966617" y="1225983"/>
                  <a:pt x="5957617" y="1214462"/>
                  <a:pt x="5975977" y="1202941"/>
                </a:cubicBezTo>
                <a:cubicBezTo>
                  <a:pt x="5980297" y="1205461"/>
                  <a:pt x="5984977" y="1214462"/>
                  <a:pt x="5989657" y="1212302"/>
                </a:cubicBezTo>
                <a:cubicBezTo>
                  <a:pt x="5991817" y="1196101"/>
                  <a:pt x="5980297" y="1196101"/>
                  <a:pt x="5975977" y="1182420"/>
                </a:cubicBezTo>
                <a:cubicBezTo>
                  <a:pt x="6000817" y="1175579"/>
                  <a:pt x="5984977" y="1157578"/>
                  <a:pt x="6010177" y="1148578"/>
                </a:cubicBezTo>
                <a:cubicBezTo>
                  <a:pt x="6005497" y="1134897"/>
                  <a:pt x="6026017" y="1116535"/>
                  <a:pt x="6026017" y="1109695"/>
                </a:cubicBezTo>
                <a:cubicBezTo>
                  <a:pt x="6019177" y="1116535"/>
                  <a:pt x="6035017" y="1119056"/>
                  <a:pt x="6039697" y="1119056"/>
                </a:cubicBezTo>
                <a:cubicBezTo>
                  <a:pt x="6039697" y="1107535"/>
                  <a:pt x="6059857" y="1089173"/>
                  <a:pt x="6041857" y="1096014"/>
                </a:cubicBezTo>
                <a:cubicBezTo>
                  <a:pt x="6046537" y="1080173"/>
                  <a:pt x="6048697" y="1091694"/>
                  <a:pt x="6059857" y="1087013"/>
                </a:cubicBezTo>
                <a:cubicBezTo>
                  <a:pt x="6053377" y="1080173"/>
                  <a:pt x="6069217" y="1073332"/>
                  <a:pt x="6064537" y="1068652"/>
                </a:cubicBezTo>
                <a:cubicBezTo>
                  <a:pt x="6050857" y="1064332"/>
                  <a:pt x="6057697" y="1073332"/>
                  <a:pt x="6050857" y="1082333"/>
                </a:cubicBezTo>
                <a:cubicBezTo>
                  <a:pt x="6039697" y="1082333"/>
                  <a:pt x="6048697" y="1075493"/>
                  <a:pt x="6037177" y="1068652"/>
                </a:cubicBezTo>
                <a:cubicBezTo>
                  <a:pt x="6046537" y="1062172"/>
                  <a:pt x="6048697" y="1057491"/>
                  <a:pt x="6039697" y="1050651"/>
                </a:cubicBezTo>
                <a:cubicBezTo>
                  <a:pt x="6050857" y="1050651"/>
                  <a:pt x="6048697" y="1030129"/>
                  <a:pt x="6062377" y="1039130"/>
                </a:cubicBezTo>
                <a:cubicBezTo>
                  <a:pt x="6059857" y="1043810"/>
                  <a:pt x="6039697" y="1048491"/>
                  <a:pt x="6057697" y="1064332"/>
                </a:cubicBezTo>
                <a:cubicBezTo>
                  <a:pt x="6067057" y="1043810"/>
                  <a:pt x="6071377" y="1057491"/>
                  <a:pt x="6087217" y="1048491"/>
                </a:cubicBezTo>
                <a:cubicBezTo>
                  <a:pt x="6071377" y="1036970"/>
                  <a:pt x="6100897" y="1023289"/>
                  <a:pt x="6091897" y="1012128"/>
                </a:cubicBezTo>
                <a:cubicBezTo>
                  <a:pt x="6103417" y="1018969"/>
                  <a:pt x="6094057" y="1025809"/>
                  <a:pt x="6105577" y="1030129"/>
                </a:cubicBezTo>
                <a:cubicBezTo>
                  <a:pt x="6089737" y="1041650"/>
                  <a:pt x="6091897" y="1050651"/>
                  <a:pt x="6094057" y="1062172"/>
                </a:cubicBezTo>
                <a:cubicBezTo>
                  <a:pt x="6098737" y="1059651"/>
                  <a:pt x="6105577" y="1059651"/>
                  <a:pt x="6100897" y="1064332"/>
                </a:cubicBezTo>
                <a:cubicBezTo>
                  <a:pt x="6089737" y="1068652"/>
                  <a:pt x="6096577" y="1098534"/>
                  <a:pt x="6105577" y="1112215"/>
                </a:cubicBezTo>
                <a:cubicBezTo>
                  <a:pt x="6098737" y="1121216"/>
                  <a:pt x="6094057" y="1114375"/>
                  <a:pt x="6087217" y="1123376"/>
                </a:cubicBezTo>
                <a:cubicBezTo>
                  <a:pt x="6094057" y="1134897"/>
                  <a:pt x="6094057" y="1157578"/>
                  <a:pt x="6080737" y="1159738"/>
                </a:cubicBezTo>
                <a:cubicBezTo>
                  <a:pt x="6067057" y="1152898"/>
                  <a:pt x="6094057" y="1148578"/>
                  <a:pt x="6085057" y="1141737"/>
                </a:cubicBezTo>
                <a:cubicBezTo>
                  <a:pt x="6076057" y="1141737"/>
                  <a:pt x="6069217" y="1119056"/>
                  <a:pt x="6059857" y="1130216"/>
                </a:cubicBezTo>
                <a:cubicBezTo>
                  <a:pt x="6057697" y="1139217"/>
                  <a:pt x="6067057" y="1132376"/>
                  <a:pt x="6071377" y="1143897"/>
                </a:cubicBezTo>
                <a:cubicBezTo>
                  <a:pt x="6062377" y="1150738"/>
                  <a:pt x="6071377" y="1159738"/>
                  <a:pt x="6067057" y="1168739"/>
                </a:cubicBezTo>
                <a:cubicBezTo>
                  <a:pt x="6059857" y="1180260"/>
                  <a:pt x="6055537" y="1162259"/>
                  <a:pt x="6048697" y="1173419"/>
                </a:cubicBezTo>
                <a:cubicBezTo>
                  <a:pt x="6064537" y="1175579"/>
                  <a:pt x="6067057" y="1193941"/>
                  <a:pt x="6062377" y="1202941"/>
                </a:cubicBezTo>
                <a:cubicBezTo>
                  <a:pt x="6076057" y="1202941"/>
                  <a:pt x="6078217" y="1205461"/>
                  <a:pt x="6085057" y="1212302"/>
                </a:cubicBezTo>
                <a:cubicBezTo>
                  <a:pt x="6076057" y="1228143"/>
                  <a:pt x="6085057" y="1243984"/>
                  <a:pt x="6071377" y="1259825"/>
                </a:cubicBezTo>
                <a:cubicBezTo>
                  <a:pt x="6064537" y="1257665"/>
                  <a:pt x="6073897" y="1241824"/>
                  <a:pt x="6062377" y="1248664"/>
                </a:cubicBezTo>
                <a:cubicBezTo>
                  <a:pt x="6067057" y="1264506"/>
                  <a:pt x="6048697" y="1264506"/>
                  <a:pt x="6057697" y="1282867"/>
                </a:cubicBezTo>
                <a:cubicBezTo>
                  <a:pt x="6048697" y="1282867"/>
                  <a:pt x="6035017" y="1307708"/>
                  <a:pt x="6039697" y="1321389"/>
                </a:cubicBezTo>
                <a:cubicBezTo>
                  <a:pt x="6028177" y="1332550"/>
                  <a:pt x="6023497" y="1314549"/>
                  <a:pt x="6010177" y="1330390"/>
                </a:cubicBezTo>
                <a:cubicBezTo>
                  <a:pt x="6026017" y="1332550"/>
                  <a:pt x="6014497" y="1350911"/>
                  <a:pt x="6028177" y="1355592"/>
                </a:cubicBezTo>
                <a:cubicBezTo>
                  <a:pt x="6019177" y="1359912"/>
                  <a:pt x="6026017" y="1366753"/>
                  <a:pt x="6019177" y="1371433"/>
                </a:cubicBezTo>
                <a:cubicBezTo>
                  <a:pt x="6017017" y="1366753"/>
                  <a:pt x="6012337" y="1359912"/>
                  <a:pt x="6007657" y="1366753"/>
                </a:cubicBezTo>
                <a:cubicBezTo>
                  <a:pt x="6012337" y="1371433"/>
                  <a:pt x="6007657" y="1376113"/>
                  <a:pt x="6012337" y="1382954"/>
                </a:cubicBezTo>
                <a:cubicBezTo>
                  <a:pt x="6003337" y="1391954"/>
                  <a:pt x="5998657" y="1380433"/>
                  <a:pt x="5989657" y="1385114"/>
                </a:cubicBezTo>
                <a:cubicBezTo>
                  <a:pt x="6007657" y="1398795"/>
                  <a:pt x="5989657" y="1407795"/>
                  <a:pt x="5993977" y="1421476"/>
                </a:cubicBezTo>
                <a:cubicBezTo>
                  <a:pt x="6003337" y="1409956"/>
                  <a:pt x="6007657" y="1400955"/>
                  <a:pt x="6014497" y="1391954"/>
                </a:cubicBezTo>
                <a:cubicBezTo>
                  <a:pt x="6019177" y="1412476"/>
                  <a:pt x="5993977" y="1428317"/>
                  <a:pt x="6000817" y="1450998"/>
                </a:cubicBezTo>
                <a:cubicBezTo>
                  <a:pt x="6012337" y="1426157"/>
                  <a:pt x="6032857" y="1405635"/>
                  <a:pt x="6032857" y="1380433"/>
                </a:cubicBezTo>
                <a:cubicBezTo>
                  <a:pt x="6026017" y="1385114"/>
                  <a:pt x="6021337" y="1389794"/>
                  <a:pt x="6019177" y="1382954"/>
                </a:cubicBezTo>
                <a:cubicBezTo>
                  <a:pt x="6030337" y="1373593"/>
                  <a:pt x="6030337" y="1378273"/>
                  <a:pt x="6037177" y="1366753"/>
                </a:cubicBezTo>
                <a:cubicBezTo>
                  <a:pt x="6044017" y="1369273"/>
                  <a:pt x="6048697" y="1376113"/>
                  <a:pt x="6055537" y="1376113"/>
                </a:cubicBezTo>
                <a:cubicBezTo>
                  <a:pt x="6030337" y="1400955"/>
                  <a:pt x="6017017" y="1428317"/>
                  <a:pt x="6032857" y="1448838"/>
                </a:cubicBezTo>
                <a:cubicBezTo>
                  <a:pt x="6028177" y="1441998"/>
                  <a:pt x="6017017" y="1457839"/>
                  <a:pt x="6028177" y="1462519"/>
                </a:cubicBezTo>
                <a:cubicBezTo>
                  <a:pt x="6019177" y="1473680"/>
                  <a:pt x="6014497" y="1455679"/>
                  <a:pt x="6005497" y="1459999"/>
                </a:cubicBezTo>
                <a:cubicBezTo>
                  <a:pt x="6010177" y="1466839"/>
                  <a:pt x="6000817" y="1473680"/>
                  <a:pt x="6000817" y="1483041"/>
                </a:cubicBezTo>
                <a:cubicBezTo>
                  <a:pt x="6007657" y="1478360"/>
                  <a:pt x="6012337" y="1457839"/>
                  <a:pt x="6019177" y="1473680"/>
                </a:cubicBezTo>
                <a:cubicBezTo>
                  <a:pt x="6028177" y="1480520"/>
                  <a:pt x="6003337" y="1483041"/>
                  <a:pt x="6010177" y="1489881"/>
                </a:cubicBezTo>
                <a:cubicBezTo>
                  <a:pt x="6023497" y="1498882"/>
                  <a:pt x="6023497" y="1494201"/>
                  <a:pt x="6026017" y="1512563"/>
                </a:cubicBezTo>
                <a:cubicBezTo>
                  <a:pt x="6035017" y="1501042"/>
                  <a:pt x="6039697" y="1510042"/>
                  <a:pt x="6044017" y="1512563"/>
                </a:cubicBezTo>
                <a:cubicBezTo>
                  <a:pt x="6030337" y="1521563"/>
                  <a:pt x="6050857" y="1528404"/>
                  <a:pt x="6053377" y="1535244"/>
                </a:cubicBezTo>
                <a:cubicBezTo>
                  <a:pt x="6041857" y="1544245"/>
                  <a:pt x="6037177" y="1521563"/>
                  <a:pt x="6026017" y="1530564"/>
                </a:cubicBezTo>
                <a:cubicBezTo>
                  <a:pt x="6030337" y="1544245"/>
                  <a:pt x="6026017" y="1555766"/>
                  <a:pt x="6021337" y="1569446"/>
                </a:cubicBezTo>
                <a:cubicBezTo>
                  <a:pt x="6017017" y="1560086"/>
                  <a:pt x="6021337" y="1553605"/>
                  <a:pt x="6010177" y="1557926"/>
                </a:cubicBezTo>
                <a:cubicBezTo>
                  <a:pt x="6007657" y="1569446"/>
                  <a:pt x="5998657" y="1562606"/>
                  <a:pt x="5989657" y="1571607"/>
                </a:cubicBezTo>
                <a:cubicBezTo>
                  <a:pt x="6005497" y="1576287"/>
                  <a:pt x="5987137" y="1589968"/>
                  <a:pt x="5973457" y="1596448"/>
                </a:cubicBezTo>
                <a:cubicBezTo>
                  <a:pt x="5978137" y="1610129"/>
                  <a:pt x="5980297" y="1621650"/>
                  <a:pt x="5991817" y="1621650"/>
                </a:cubicBezTo>
                <a:cubicBezTo>
                  <a:pt x="5980297" y="1635331"/>
                  <a:pt x="5971297" y="1630651"/>
                  <a:pt x="5962297" y="1628491"/>
                </a:cubicBezTo>
                <a:cubicBezTo>
                  <a:pt x="5975977" y="1642171"/>
                  <a:pt x="5953297" y="1660173"/>
                  <a:pt x="5969137" y="1667013"/>
                </a:cubicBezTo>
                <a:cubicBezTo>
                  <a:pt x="5964457" y="1671693"/>
                  <a:pt x="5948617" y="1673854"/>
                  <a:pt x="5953297" y="1680694"/>
                </a:cubicBezTo>
                <a:cubicBezTo>
                  <a:pt x="5982817" y="1687535"/>
                  <a:pt x="5980297" y="1633171"/>
                  <a:pt x="6005497" y="1635331"/>
                </a:cubicBezTo>
                <a:cubicBezTo>
                  <a:pt x="5998657" y="1651172"/>
                  <a:pt x="5987137" y="1662693"/>
                  <a:pt x="5980297" y="1678534"/>
                </a:cubicBezTo>
                <a:cubicBezTo>
                  <a:pt x="6007657" y="1673854"/>
                  <a:pt x="6012337" y="1696895"/>
                  <a:pt x="6035017" y="1701216"/>
                </a:cubicBezTo>
                <a:cubicBezTo>
                  <a:pt x="6014497" y="1712736"/>
                  <a:pt x="6023497" y="1746939"/>
                  <a:pt x="6014497" y="1776461"/>
                </a:cubicBezTo>
                <a:cubicBezTo>
                  <a:pt x="6012337" y="1762780"/>
                  <a:pt x="6005497" y="1760260"/>
                  <a:pt x="6003337" y="1742258"/>
                </a:cubicBezTo>
                <a:cubicBezTo>
                  <a:pt x="5990737" y="1753599"/>
                  <a:pt x="5979847" y="1765570"/>
                  <a:pt x="5972692" y="1778396"/>
                </a:cubicBezTo>
                <a:lnTo>
                  <a:pt x="5969085" y="1787749"/>
                </a:lnTo>
                <a:lnTo>
                  <a:pt x="6007364" y="1817718"/>
                </a:lnTo>
                <a:lnTo>
                  <a:pt x="6029303" y="1840862"/>
                </a:lnTo>
                <a:lnTo>
                  <a:pt x="6046537" y="1817503"/>
                </a:lnTo>
                <a:cubicBezTo>
                  <a:pt x="6039697" y="1803823"/>
                  <a:pt x="6044017" y="1808143"/>
                  <a:pt x="6055537" y="1803823"/>
                </a:cubicBezTo>
                <a:cubicBezTo>
                  <a:pt x="6055537" y="1780781"/>
                  <a:pt x="6064537" y="1746939"/>
                  <a:pt x="6082897" y="1740098"/>
                </a:cubicBezTo>
                <a:cubicBezTo>
                  <a:pt x="6077137" y="1730918"/>
                  <a:pt x="6082807" y="1720117"/>
                  <a:pt x="6091042" y="1711296"/>
                </a:cubicBezTo>
                <a:lnTo>
                  <a:pt x="6096182" y="1706887"/>
                </a:lnTo>
                <a:lnTo>
                  <a:pt x="6098948" y="1681162"/>
                </a:lnTo>
                <a:lnTo>
                  <a:pt x="6103108" y="1700946"/>
                </a:lnTo>
                <a:lnTo>
                  <a:pt x="6104210" y="1700000"/>
                </a:lnTo>
                <a:cubicBezTo>
                  <a:pt x="6108502" y="1697030"/>
                  <a:pt x="6112327" y="1695005"/>
                  <a:pt x="6114577" y="1694375"/>
                </a:cubicBezTo>
                <a:cubicBezTo>
                  <a:pt x="6110257" y="1696895"/>
                  <a:pt x="6110257" y="1714896"/>
                  <a:pt x="6114577" y="1708056"/>
                </a:cubicBezTo>
                <a:cubicBezTo>
                  <a:pt x="6121418" y="1701216"/>
                  <a:pt x="6123578" y="1692215"/>
                  <a:pt x="6121418" y="1683214"/>
                </a:cubicBezTo>
                <a:cubicBezTo>
                  <a:pt x="6117098" y="1687535"/>
                  <a:pt x="6114577" y="1690055"/>
                  <a:pt x="6112417" y="1680694"/>
                </a:cubicBezTo>
                <a:cubicBezTo>
                  <a:pt x="6121418" y="1669533"/>
                  <a:pt x="6117098" y="1655852"/>
                  <a:pt x="6119258" y="1642171"/>
                </a:cubicBezTo>
                <a:cubicBezTo>
                  <a:pt x="6128258" y="1678534"/>
                  <a:pt x="6148778" y="1680694"/>
                  <a:pt x="6126098" y="1701216"/>
                </a:cubicBezTo>
                <a:cubicBezTo>
                  <a:pt x="6132938" y="1719577"/>
                  <a:pt x="6119258" y="1735418"/>
                  <a:pt x="6121418" y="1753779"/>
                </a:cubicBezTo>
                <a:cubicBezTo>
                  <a:pt x="6112417" y="1762780"/>
                  <a:pt x="6103417" y="1753779"/>
                  <a:pt x="6100897" y="1767100"/>
                </a:cubicBezTo>
                <a:lnTo>
                  <a:pt x="6099749" y="1760179"/>
                </a:lnTo>
                <a:lnTo>
                  <a:pt x="6092253" y="1760179"/>
                </a:lnTo>
                <a:lnTo>
                  <a:pt x="6081322" y="1798962"/>
                </a:lnTo>
                <a:cubicBezTo>
                  <a:pt x="6078757" y="1813453"/>
                  <a:pt x="6079297" y="1826504"/>
                  <a:pt x="6087217" y="1835505"/>
                </a:cubicBezTo>
                <a:cubicBezTo>
                  <a:pt x="6076057" y="1844505"/>
                  <a:pt x="6073897" y="1828664"/>
                  <a:pt x="6059857" y="1837665"/>
                </a:cubicBezTo>
                <a:cubicBezTo>
                  <a:pt x="6066877" y="1847926"/>
                  <a:pt x="6062917" y="1857646"/>
                  <a:pt x="6056932" y="1866197"/>
                </a:cubicBezTo>
                <a:lnTo>
                  <a:pt x="6053633" y="1870372"/>
                </a:lnTo>
                <a:lnTo>
                  <a:pt x="6075753" y="1913115"/>
                </a:lnTo>
                <a:cubicBezTo>
                  <a:pt x="6066035" y="1930214"/>
                  <a:pt x="6053909" y="1944884"/>
                  <a:pt x="6040091" y="1957731"/>
                </a:cubicBezTo>
                <a:lnTo>
                  <a:pt x="6004049" y="1984225"/>
                </a:lnTo>
                <a:lnTo>
                  <a:pt x="6000817" y="1992476"/>
                </a:lnTo>
                <a:cubicBezTo>
                  <a:pt x="5991817" y="2001476"/>
                  <a:pt x="5989657" y="1992476"/>
                  <a:pt x="5980297" y="1999316"/>
                </a:cubicBezTo>
                <a:cubicBezTo>
                  <a:pt x="5982817" y="2010837"/>
                  <a:pt x="5982817" y="2024158"/>
                  <a:pt x="5980297" y="2033518"/>
                </a:cubicBezTo>
                <a:cubicBezTo>
                  <a:pt x="5974717" y="2033518"/>
                  <a:pt x="5971927" y="2027848"/>
                  <a:pt x="5969362" y="2021593"/>
                </a:cubicBezTo>
                <a:lnTo>
                  <a:pt x="5960452" y="2007244"/>
                </a:lnTo>
                <a:lnTo>
                  <a:pt x="5958310" y="2008247"/>
                </a:lnTo>
                <a:lnTo>
                  <a:pt x="5952577" y="2016417"/>
                </a:lnTo>
                <a:cubicBezTo>
                  <a:pt x="5951497" y="2020378"/>
                  <a:pt x="5950957" y="2024338"/>
                  <a:pt x="5948617" y="2026678"/>
                </a:cubicBezTo>
                <a:cubicBezTo>
                  <a:pt x="5964457" y="2028838"/>
                  <a:pt x="5950777" y="2047199"/>
                  <a:pt x="5946457" y="2051520"/>
                </a:cubicBezTo>
                <a:cubicBezTo>
                  <a:pt x="5962297" y="2054040"/>
                  <a:pt x="5948617" y="2067721"/>
                  <a:pt x="5955457" y="2069881"/>
                </a:cubicBezTo>
                <a:cubicBezTo>
                  <a:pt x="5957617" y="2069881"/>
                  <a:pt x="5959777" y="2067721"/>
                  <a:pt x="5962297" y="2072041"/>
                </a:cubicBezTo>
                <a:cubicBezTo>
                  <a:pt x="5948617" y="2083562"/>
                  <a:pt x="5950777" y="2060880"/>
                  <a:pt x="5939617" y="2069881"/>
                </a:cubicBezTo>
                <a:cubicBezTo>
                  <a:pt x="5923417" y="2085722"/>
                  <a:pt x="5948617" y="2110924"/>
                  <a:pt x="5932777" y="2119924"/>
                </a:cubicBezTo>
                <a:cubicBezTo>
                  <a:pt x="5932777" y="2108403"/>
                  <a:pt x="5928097" y="2104083"/>
                  <a:pt x="5921256" y="2106243"/>
                </a:cubicBezTo>
                <a:cubicBezTo>
                  <a:pt x="5896416" y="2126765"/>
                  <a:pt x="5919096" y="2154127"/>
                  <a:pt x="5921256" y="2163127"/>
                </a:cubicBezTo>
                <a:cubicBezTo>
                  <a:pt x="5916936" y="2154127"/>
                  <a:pt x="5907576" y="2160967"/>
                  <a:pt x="5900736" y="2158447"/>
                </a:cubicBezTo>
                <a:cubicBezTo>
                  <a:pt x="5898576" y="2147286"/>
                  <a:pt x="5907576" y="2124245"/>
                  <a:pt x="5898576" y="2122084"/>
                </a:cubicBezTo>
                <a:cubicBezTo>
                  <a:pt x="5873376" y="2149446"/>
                  <a:pt x="5896416" y="2158447"/>
                  <a:pt x="5889576" y="2185809"/>
                </a:cubicBezTo>
                <a:cubicBezTo>
                  <a:pt x="5882736" y="2190489"/>
                  <a:pt x="5880216" y="2185809"/>
                  <a:pt x="5873376" y="2190489"/>
                </a:cubicBezTo>
                <a:cubicBezTo>
                  <a:pt x="5875896" y="2199490"/>
                  <a:pt x="5875896" y="2206330"/>
                  <a:pt x="5878056" y="2215331"/>
                </a:cubicBezTo>
                <a:cubicBezTo>
                  <a:pt x="5884896" y="2213171"/>
                  <a:pt x="5887056" y="2187969"/>
                  <a:pt x="5896416" y="2197330"/>
                </a:cubicBezTo>
                <a:cubicBezTo>
                  <a:pt x="5889576" y="2208490"/>
                  <a:pt x="5878056" y="2220011"/>
                  <a:pt x="5875896" y="2233692"/>
                </a:cubicBezTo>
                <a:cubicBezTo>
                  <a:pt x="5903256" y="2201650"/>
                  <a:pt x="5921256" y="2165287"/>
                  <a:pt x="5943937" y="2131085"/>
                </a:cubicBezTo>
                <a:cubicBezTo>
                  <a:pt x="5946457" y="2169968"/>
                  <a:pt x="5878056" y="2215331"/>
                  <a:pt x="5898576" y="2238372"/>
                </a:cubicBezTo>
                <a:lnTo>
                  <a:pt x="5897028" y="2245267"/>
                </a:lnTo>
                <a:lnTo>
                  <a:pt x="5902653" y="2251681"/>
                </a:lnTo>
                <a:cubicBezTo>
                  <a:pt x="5903602" y="2263094"/>
                  <a:pt x="5888408" y="2281600"/>
                  <a:pt x="5888408" y="2293574"/>
                </a:cubicBezTo>
                <a:cubicBezTo>
                  <a:pt x="5878279" y="2286680"/>
                  <a:pt x="5881655" y="2277517"/>
                  <a:pt x="5886720" y="2268355"/>
                </a:cubicBezTo>
                <a:lnTo>
                  <a:pt x="5893432" y="2256124"/>
                </a:lnTo>
                <a:lnTo>
                  <a:pt x="5884896" y="2267894"/>
                </a:lnTo>
                <a:cubicBezTo>
                  <a:pt x="5884896" y="2263214"/>
                  <a:pt x="5884896" y="2254213"/>
                  <a:pt x="5880216" y="2256374"/>
                </a:cubicBezTo>
                <a:cubicBezTo>
                  <a:pt x="5866536" y="2274735"/>
                  <a:pt x="5846375" y="2288056"/>
                  <a:pt x="5834855" y="2308577"/>
                </a:cubicBezTo>
                <a:cubicBezTo>
                  <a:pt x="5832695" y="2301737"/>
                  <a:pt x="5832695" y="2294896"/>
                  <a:pt x="5828015" y="2297416"/>
                </a:cubicBezTo>
                <a:cubicBezTo>
                  <a:pt x="5830175" y="2308577"/>
                  <a:pt x="5812175" y="2311097"/>
                  <a:pt x="5814335" y="2324778"/>
                </a:cubicBezTo>
                <a:cubicBezTo>
                  <a:pt x="5821175" y="2320098"/>
                  <a:pt x="5823335" y="2311097"/>
                  <a:pt x="5834855" y="2308577"/>
                </a:cubicBezTo>
                <a:cubicBezTo>
                  <a:pt x="5832695" y="2333779"/>
                  <a:pt x="5823335" y="2342780"/>
                  <a:pt x="5830175" y="2367981"/>
                </a:cubicBezTo>
                <a:cubicBezTo>
                  <a:pt x="5812175" y="2379142"/>
                  <a:pt x="5832695" y="2381302"/>
                  <a:pt x="5802815" y="2402184"/>
                </a:cubicBezTo>
                <a:cubicBezTo>
                  <a:pt x="5805335" y="2431706"/>
                  <a:pt x="5762135" y="2465548"/>
                  <a:pt x="5739455" y="2492910"/>
                </a:cubicBezTo>
                <a:cubicBezTo>
                  <a:pt x="5739455" y="2488590"/>
                  <a:pt x="5739455" y="2479229"/>
                  <a:pt x="5734775" y="2479229"/>
                </a:cubicBezTo>
                <a:cubicBezTo>
                  <a:pt x="5734775" y="2483909"/>
                  <a:pt x="5732615" y="2486069"/>
                  <a:pt x="5725775" y="2488590"/>
                </a:cubicBezTo>
                <a:cubicBezTo>
                  <a:pt x="5736935" y="2492910"/>
                  <a:pt x="5734775" y="2511271"/>
                  <a:pt x="5716415" y="2518112"/>
                </a:cubicBezTo>
                <a:cubicBezTo>
                  <a:pt x="5712095" y="2520272"/>
                  <a:pt x="5712095" y="2511271"/>
                  <a:pt x="5707415" y="2511271"/>
                </a:cubicBezTo>
                <a:cubicBezTo>
                  <a:pt x="5707415" y="2522432"/>
                  <a:pt x="5714255" y="2518112"/>
                  <a:pt x="5707415" y="2529272"/>
                </a:cubicBezTo>
                <a:cubicBezTo>
                  <a:pt x="5698415" y="2533953"/>
                  <a:pt x="5698415" y="2524952"/>
                  <a:pt x="5695895" y="2524952"/>
                </a:cubicBezTo>
                <a:cubicBezTo>
                  <a:pt x="5693735" y="2533953"/>
                  <a:pt x="5700575" y="2531793"/>
                  <a:pt x="5698415" y="2540793"/>
                </a:cubicBezTo>
                <a:lnTo>
                  <a:pt x="5693085" y="2546840"/>
                </a:lnTo>
                <a:lnTo>
                  <a:pt x="5690284" y="2562101"/>
                </a:lnTo>
                <a:cubicBezTo>
                  <a:pt x="5688838" y="2571174"/>
                  <a:pt x="5688006" y="2580713"/>
                  <a:pt x="5689175" y="2590973"/>
                </a:cubicBezTo>
                <a:cubicBezTo>
                  <a:pt x="5686656" y="2602493"/>
                  <a:pt x="5670819" y="2586293"/>
                  <a:pt x="5666139" y="2595653"/>
                </a:cubicBezTo>
                <a:cubicBezTo>
                  <a:pt x="5672978" y="2615812"/>
                  <a:pt x="5670819" y="2632012"/>
                  <a:pt x="5666139" y="2650011"/>
                </a:cubicBezTo>
                <a:cubicBezTo>
                  <a:pt x="5659301" y="2668370"/>
                  <a:pt x="5648142" y="2684210"/>
                  <a:pt x="5636624" y="2700049"/>
                </a:cubicBezTo>
                <a:cubicBezTo>
                  <a:pt x="5616107" y="2732088"/>
                  <a:pt x="5586592" y="2756927"/>
                  <a:pt x="5579753" y="2791126"/>
                </a:cubicBezTo>
                <a:cubicBezTo>
                  <a:pt x="5563916" y="2802646"/>
                  <a:pt x="5545559" y="2813806"/>
                  <a:pt x="5529721" y="2829645"/>
                </a:cubicBezTo>
                <a:lnTo>
                  <a:pt x="5511952" y="2848674"/>
                </a:lnTo>
                <a:lnTo>
                  <a:pt x="5512453" y="2849139"/>
                </a:lnTo>
                <a:cubicBezTo>
                  <a:pt x="5514134" y="2854397"/>
                  <a:pt x="5513498" y="2860530"/>
                  <a:pt x="5510045" y="2865086"/>
                </a:cubicBezTo>
                <a:lnTo>
                  <a:pt x="5503956" y="2857238"/>
                </a:lnTo>
                <a:lnTo>
                  <a:pt x="5494275" y="2867606"/>
                </a:lnTo>
                <a:lnTo>
                  <a:pt x="5495070" y="2876181"/>
                </a:lnTo>
                <a:cubicBezTo>
                  <a:pt x="5497264" y="2885120"/>
                  <a:pt x="5500300" y="2890403"/>
                  <a:pt x="5494400" y="2886870"/>
                </a:cubicBezTo>
                <a:lnTo>
                  <a:pt x="5483043" y="2878369"/>
                </a:lnTo>
                <a:lnTo>
                  <a:pt x="5445000" y="2911092"/>
                </a:lnTo>
                <a:cubicBezTo>
                  <a:pt x="5430197" y="2921892"/>
                  <a:pt x="5414900" y="2929902"/>
                  <a:pt x="5397983" y="2932242"/>
                </a:cubicBezTo>
                <a:cubicBezTo>
                  <a:pt x="5384305" y="2943401"/>
                  <a:pt x="5368107" y="2952761"/>
                  <a:pt x="5352270" y="2963921"/>
                </a:cubicBezTo>
                <a:cubicBezTo>
                  <a:pt x="5338592" y="2973280"/>
                  <a:pt x="5322755" y="2982280"/>
                  <a:pt x="5306917" y="2991280"/>
                </a:cubicBezTo>
                <a:cubicBezTo>
                  <a:pt x="5291080" y="3000280"/>
                  <a:pt x="5274883" y="3011799"/>
                  <a:pt x="5261565" y="3018639"/>
                </a:cubicBezTo>
                <a:cubicBezTo>
                  <a:pt x="5245367" y="3027639"/>
                  <a:pt x="5229530" y="3034478"/>
                  <a:pt x="5215852" y="3043478"/>
                </a:cubicBezTo>
                <a:cubicBezTo>
                  <a:pt x="5206853" y="3048158"/>
                  <a:pt x="5197855" y="3054638"/>
                  <a:pt x="5188497" y="3063637"/>
                </a:cubicBezTo>
                <a:cubicBezTo>
                  <a:pt x="5179498" y="3072997"/>
                  <a:pt x="5172659" y="3079477"/>
                  <a:pt x="5165820" y="3088837"/>
                </a:cubicBezTo>
                <a:cubicBezTo>
                  <a:pt x="5149983" y="3106836"/>
                  <a:pt x="5134145" y="3125195"/>
                  <a:pt x="5115788" y="3138875"/>
                </a:cubicBezTo>
                <a:cubicBezTo>
                  <a:pt x="5104270" y="3145715"/>
                  <a:pt x="5074755" y="3143195"/>
                  <a:pt x="5061077" y="3147875"/>
                </a:cubicBezTo>
                <a:cubicBezTo>
                  <a:pt x="5049919" y="3152555"/>
                  <a:pt x="5040560" y="3166234"/>
                  <a:pt x="5031562" y="3166234"/>
                </a:cubicBezTo>
                <a:cubicBezTo>
                  <a:pt x="5020224" y="3166234"/>
                  <a:pt x="5010303" y="3161104"/>
                  <a:pt x="5000944" y="3153623"/>
                </a:cubicBezTo>
                <a:lnTo>
                  <a:pt x="4975480" y="3128650"/>
                </a:lnTo>
                <a:lnTo>
                  <a:pt x="4975138" y="3128756"/>
                </a:lnTo>
                <a:cubicBezTo>
                  <a:pt x="4971784" y="3128962"/>
                  <a:pt x="4969205" y="3127956"/>
                  <a:pt x="4968038" y="3125094"/>
                </a:cubicBezTo>
                <a:lnTo>
                  <a:pt x="4970532" y="3124266"/>
                </a:lnTo>
                <a:lnTo>
                  <a:pt x="4952620" y="3109346"/>
                </a:lnTo>
                <a:lnTo>
                  <a:pt x="4932329" y="3109407"/>
                </a:lnTo>
                <a:cubicBezTo>
                  <a:pt x="4918649" y="3111972"/>
                  <a:pt x="4908929" y="3118273"/>
                  <a:pt x="4911089" y="3131954"/>
                </a:cubicBezTo>
                <a:cubicBezTo>
                  <a:pt x="4897409" y="3125113"/>
                  <a:pt x="4895248" y="3145635"/>
                  <a:pt x="4881568" y="3138794"/>
                </a:cubicBezTo>
                <a:cubicBezTo>
                  <a:pt x="4881568" y="3130153"/>
                  <a:pt x="4893111" y="3127993"/>
                  <a:pt x="4895085" y="3125631"/>
                </a:cubicBezTo>
                <a:lnTo>
                  <a:pt x="4893544" y="3123564"/>
                </a:lnTo>
                <a:lnTo>
                  <a:pt x="4885420" y="3124249"/>
                </a:lnTo>
                <a:lnTo>
                  <a:pt x="4876573" y="3125743"/>
                </a:lnTo>
                <a:lnTo>
                  <a:pt x="4864177" y="3138183"/>
                </a:lnTo>
                <a:lnTo>
                  <a:pt x="4859833" y="3134744"/>
                </a:lnTo>
                <a:lnTo>
                  <a:pt x="4863575" y="3126088"/>
                </a:lnTo>
                <a:lnTo>
                  <a:pt x="4856000" y="3126726"/>
                </a:lnTo>
                <a:lnTo>
                  <a:pt x="4848889" y="3125715"/>
                </a:lnTo>
                <a:lnTo>
                  <a:pt x="4839358" y="3141854"/>
                </a:lnTo>
                <a:cubicBezTo>
                  <a:pt x="4828288" y="3155805"/>
                  <a:pt x="4813528" y="3167236"/>
                  <a:pt x="4799848" y="3172997"/>
                </a:cubicBezTo>
                <a:cubicBezTo>
                  <a:pt x="4811008" y="3159316"/>
                  <a:pt x="4786167" y="3163636"/>
                  <a:pt x="4783647" y="3166156"/>
                </a:cubicBezTo>
                <a:cubicBezTo>
                  <a:pt x="4781487" y="3184157"/>
                  <a:pt x="4747287" y="3179837"/>
                  <a:pt x="4731447" y="3184157"/>
                </a:cubicBezTo>
                <a:cubicBezTo>
                  <a:pt x="4733967" y="3179837"/>
                  <a:pt x="4742967" y="3170476"/>
                  <a:pt x="4738287" y="3168316"/>
                </a:cubicBezTo>
                <a:cubicBezTo>
                  <a:pt x="4719927" y="3166156"/>
                  <a:pt x="4722447" y="3195678"/>
                  <a:pt x="4708767" y="3195678"/>
                </a:cubicBezTo>
                <a:cubicBezTo>
                  <a:pt x="4710927" y="3175157"/>
                  <a:pt x="4692927" y="3200358"/>
                  <a:pt x="4686087" y="3200358"/>
                </a:cubicBezTo>
                <a:cubicBezTo>
                  <a:pt x="4692927" y="3190998"/>
                  <a:pt x="4672407" y="3190998"/>
                  <a:pt x="4667727" y="3186678"/>
                </a:cubicBezTo>
                <a:cubicBezTo>
                  <a:pt x="4663407" y="3193518"/>
                  <a:pt x="4656567" y="3190998"/>
                  <a:pt x="4651887" y="3197838"/>
                </a:cubicBezTo>
                <a:cubicBezTo>
                  <a:pt x="4660887" y="3193518"/>
                  <a:pt x="4672407" y="3193518"/>
                  <a:pt x="4667727" y="3204679"/>
                </a:cubicBezTo>
                <a:cubicBezTo>
                  <a:pt x="4651887" y="3202519"/>
                  <a:pt x="4633526" y="3204679"/>
                  <a:pt x="4640367" y="3220520"/>
                </a:cubicBezTo>
                <a:cubicBezTo>
                  <a:pt x="4624526" y="3220520"/>
                  <a:pt x="4645047" y="3209359"/>
                  <a:pt x="4631366" y="3206839"/>
                </a:cubicBezTo>
                <a:cubicBezTo>
                  <a:pt x="4619846" y="3227360"/>
                  <a:pt x="4619846" y="3211519"/>
                  <a:pt x="4608686" y="3216200"/>
                </a:cubicBezTo>
                <a:cubicBezTo>
                  <a:pt x="4601846" y="3225200"/>
                  <a:pt x="4606526" y="3229880"/>
                  <a:pt x="4608686" y="3234201"/>
                </a:cubicBezTo>
                <a:cubicBezTo>
                  <a:pt x="4608686" y="3220520"/>
                  <a:pt x="4636047" y="3229880"/>
                  <a:pt x="4647207" y="3225200"/>
                </a:cubicBezTo>
                <a:cubicBezTo>
                  <a:pt x="4638207" y="3232041"/>
                  <a:pt x="4649727" y="3234201"/>
                  <a:pt x="4645047" y="3243201"/>
                </a:cubicBezTo>
                <a:cubicBezTo>
                  <a:pt x="4639287" y="3243201"/>
                  <a:pt x="4634156" y="3243201"/>
                  <a:pt x="4629341" y="3244371"/>
                </a:cubicBezTo>
                <a:lnTo>
                  <a:pt x="4615723" y="3252445"/>
                </a:lnTo>
                <a:lnTo>
                  <a:pt x="4646992" y="3249579"/>
                </a:lnTo>
                <a:cubicBezTo>
                  <a:pt x="4653833" y="3256420"/>
                  <a:pt x="4653833" y="3267940"/>
                  <a:pt x="4649513" y="3276941"/>
                </a:cubicBezTo>
                <a:cubicBezTo>
                  <a:pt x="4649513" y="3276941"/>
                  <a:pt x="4649513" y="3276941"/>
                  <a:pt x="4660674" y="3274780"/>
                </a:cubicBezTo>
                <a:cubicBezTo>
                  <a:pt x="4663194" y="3258940"/>
                  <a:pt x="4653833" y="3258940"/>
                  <a:pt x="4651673" y="3249579"/>
                </a:cubicBezTo>
                <a:cubicBezTo>
                  <a:pt x="4653833" y="3236259"/>
                  <a:pt x="4660674" y="3261100"/>
                  <a:pt x="4665354" y="3263260"/>
                </a:cubicBezTo>
                <a:cubicBezTo>
                  <a:pt x="4676515" y="3258940"/>
                  <a:pt x="4685877" y="3254259"/>
                  <a:pt x="4697037" y="3249579"/>
                </a:cubicBezTo>
                <a:cubicBezTo>
                  <a:pt x="4690197" y="3281621"/>
                  <a:pt x="4717560" y="3254259"/>
                  <a:pt x="4733761" y="3263260"/>
                </a:cubicBezTo>
                <a:cubicBezTo>
                  <a:pt x="4726561" y="3283781"/>
                  <a:pt x="4708559" y="3263260"/>
                  <a:pt x="4703878" y="3290621"/>
                </a:cubicBezTo>
                <a:cubicBezTo>
                  <a:pt x="4681196" y="3286301"/>
                  <a:pt x="4672195" y="3286301"/>
                  <a:pt x="4653833" y="3302142"/>
                </a:cubicBezTo>
                <a:cubicBezTo>
                  <a:pt x="4660674" y="3317983"/>
                  <a:pt x="4670035" y="3293141"/>
                  <a:pt x="4674355" y="3304302"/>
                </a:cubicBezTo>
                <a:cubicBezTo>
                  <a:pt x="4670035" y="3352184"/>
                  <a:pt x="4685877" y="3336343"/>
                  <a:pt x="4710719" y="3304302"/>
                </a:cubicBezTo>
                <a:cubicBezTo>
                  <a:pt x="4694877" y="3324823"/>
                  <a:pt x="4706399" y="3347504"/>
                  <a:pt x="4717560" y="3361185"/>
                </a:cubicBezTo>
                <a:cubicBezTo>
                  <a:pt x="4701718" y="3368025"/>
                  <a:pt x="4701718" y="3352184"/>
                  <a:pt x="4694877" y="3343184"/>
                </a:cubicBezTo>
                <a:cubicBezTo>
                  <a:pt x="4688037" y="3354344"/>
                  <a:pt x="4685877" y="3368025"/>
                  <a:pt x="4674355" y="3372705"/>
                </a:cubicBezTo>
                <a:cubicBezTo>
                  <a:pt x="4665354" y="3372705"/>
                  <a:pt x="4672195" y="3350024"/>
                  <a:pt x="4660674" y="3354344"/>
                </a:cubicBezTo>
                <a:cubicBezTo>
                  <a:pt x="4649513" y="3363705"/>
                  <a:pt x="4653833" y="3402227"/>
                  <a:pt x="4631151" y="3393226"/>
                </a:cubicBezTo>
                <a:cubicBezTo>
                  <a:pt x="4631151" y="3386386"/>
                  <a:pt x="4644832" y="3390706"/>
                  <a:pt x="4642672" y="3381706"/>
                </a:cubicBezTo>
                <a:cubicBezTo>
                  <a:pt x="4624310" y="3372705"/>
                  <a:pt x="4624310" y="3388546"/>
                  <a:pt x="4626470" y="3404387"/>
                </a:cubicBezTo>
                <a:cubicBezTo>
                  <a:pt x="4610629" y="3406547"/>
                  <a:pt x="4615309" y="3397546"/>
                  <a:pt x="4617469" y="3386386"/>
                </a:cubicBezTo>
                <a:cubicBezTo>
                  <a:pt x="4612789" y="3400066"/>
                  <a:pt x="4594787" y="3400066"/>
                  <a:pt x="4590106" y="3413387"/>
                </a:cubicBezTo>
                <a:cubicBezTo>
                  <a:pt x="4592627" y="3420227"/>
                  <a:pt x="4601627" y="3418067"/>
                  <a:pt x="4608468" y="3418067"/>
                </a:cubicBezTo>
                <a:cubicBezTo>
                  <a:pt x="4603788" y="3424908"/>
                  <a:pt x="4601627" y="3433908"/>
                  <a:pt x="4590106" y="3436428"/>
                </a:cubicBezTo>
                <a:lnTo>
                  <a:pt x="4596039" y="3444964"/>
                </a:lnTo>
                <a:lnTo>
                  <a:pt x="4606769" y="3441721"/>
                </a:lnTo>
                <a:lnTo>
                  <a:pt x="4606803" y="3441588"/>
                </a:lnTo>
                <a:cubicBezTo>
                  <a:pt x="4607954" y="3439542"/>
                  <a:pt x="4609105" y="3437814"/>
                  <a:pt x="4609105" y="3434358"/>
                </a:cubicBezTo>
                <a:cubicBezTo>
                  <a:pt x="4614596" y="3433266"/>
                  <a:pt x="4617961" y="3434994"/>
                  <a:pt x="4621636" y="3436449"/>
                </a:cubicBezTo>
                <a:lnTo>
                  <a:pt x="4622023" y="3436462"/>
                </a:lnTo>
                <a:lnTo>
                  <a:pt x="4639449" y="3423989"/>
                </a:lnTo>
                <a:lnTo>
                  <a:pt x="4639005" y="3422562"/>
                </a:lnTo>
                <a:cubicBezTo>
                  <a:pt x="4637437" y="3419804"/>
                  <a:pt x="4635302" y="3418669"/>
                  <a:pt x="4631885" y="3420360"/>
                </a:cubicBezTo>
                <a:cubicBezTo>
                  <a:pt x="4620375" y="3411460"/>
                  <a:pt x="4640876" y="3400425"/>
                  <a:pt x="4650228" y="3406832"/>
                </a:cubicBezTo>
                <a:lnTo>
                  <a:pt x="4652040" y="3413341"/>
                </a:lnTo>
                <a:lnTo>
                  <a:pt x="4667122" y="3398708"/>
                </a:lnTo>
                <a:lnTo>
                  <a:pt x="4665429" y="3390688"/>
                </a:lnTo>
                <a:cubicBezTo>
                  <a:pt x="4649843" y="3383924"/>
                  <a:pt x="4665429" y="3413115"/>
                  <a:pt x="4649843" y="3406351"/>
                </a:cubicBezTo>
                <a:cubicBezTo>
                  <a:pt x="4647363" y="3386416"/>
                  <a:pt x="4647363" y="3386416"/>
                  <a:pt x="4647363" y="3386416"/>
                </a:cubicBezTo>
                <a:cubicBezTo>
                  <a:pt x="4658698" y="3388552"/>
                  <a:pt x="4658698" y="3375025"/>
                  <a:pt x="4670034" y="3379653"/>
                </a:cubicBezTo>
                <a:lnTo>
                  <a:pt x="4674296" y="3391524"/>
                </a:lnTo>
                <a:lnTo>
                  <a:pt x="4688177" y="3377547"/>
                </a:lnTo>
                <a:cubicBezTo>
                  <a:pt x="4695016" y="3386907"/>
                  <a:pt x="4704015" y="3393747"/>
                  <a:pt x="4710854" y="3400587"/>
                </a:cubicBezTo>
                <a:cubicBezTo>
                  <a:pt x="4707434" y="3409676"/>
                  <a:pt x="4702598" y="3417056"/>
                  <a:pt x="4696912" y="3423260"/>
                </a:cubicBezTo>
                <a:lnTo>
                  <a:pt x="4689839" y="3429063"/>
                </a:lnTo>
                <a:lnTo>
                  <a:pt x="4689871" y="3429134"/>
                </a:lnTo>
                <a:lnTo>
                  <a:pt x="4689709" y="3429170"/>
                </a:lnTo>
                <a:lnTo>
                  <a:pt x="4677874" y="3438880"/>
                </a:lnTo>
                <a:lnTo>
                  <a:pt x="4658667" y="3449953"/>
                </a:lnTo>
                <a:lnTo>
                  <a:pt x="4657062" y="3458806"/>
                </a:lnTo>
                <a:lnTo>
                  <a:pt x="4652054" y="3453766"/>
                </a:lnTo>
                <a:lnTo>
                  <a:pt x="4638145" y="3461785"/>
                </a:lnTo>
                <a:cubicBezTo>
                  <a:pt x="4627887" y="3468624"/>
                  <a:pt x="4618259" y="3477174"/>
                  <a:pt x="4605481" y="3482889"/>
                </a:cubicBezTo>
                <a:lnTo>
                  <a:pt x="4598596" y="3484728"/>
                </a:lnTo>
                <a:lnTo>
                  <a:pt x="4599467" y="3486471"/>
                </a:lnTo>
                <a:cubicBezTo>
                  <a:pt x="4608468" y="3483950"/>
                  <a:pt x="4615309" y="3481790"/>
                  <a:pt x="4619629" y="3474950"/>
                </a:cubicBezTo>
                <a:cubicBezTo>
                  <a:pt x="4626470" y="3474950"/>
                  <a:pt x="4619629" y="3497631"/>
                  <a:pt x="4637991" y="3486471"/>
                </a:cubicBezTo>
                <a:cubicBezTo>
                  <a:pt x="4632231" y="3496551"/>
                  <a:pt x="4632231" y="3503301"/>
                  <a:pt x="4632546" y="3510412"/>
                </a:cubicBezTo>
                <a:lnTo>
                  <a:pt x="4631568" y="3517588"/>
                </a:lnTo>
                <a:lnTo>
                  <a:pt x="4639351" y="3518573"/>
                </a:lnTo>
                <a:lnTo>
                  <a:pt x="4643730" y="3517881"/>
                </a:lnTo>
                <a:lnTo>
                  <a:pt x="4643720" y="3517872"/>
                </a:lnTo>
                <a:cubicBezTo>
                  <a:pt x="4646426" y="3509305"/>
                  <a:pt x="4669305" y="3492171"/>
                  <a:pt x="4652146" y="3475037"/>
                </a:cubicBezTo>
                <a:cubicBezTo>
                  <a:pt x="4657956" y="3484284"/>
                  <a:pt x="4664221" y="3492262"/>
                  <a:pt x="4669623" y="3501373"/>
                </a:cubicBezTo>
                <a:lnTo>
                  <a:pt x="4676794" y="3520687"/>
                </a:lnTo>
                <a:lnTo>
                  <a:pt x="4687351" y="3523042"/>
                </a:lnTo>
                <a:lnTo>
                  <a:pt x="4694382" y="3496235"/>
                </a:lnTo>
                <a:cubicBezTo>
                  <a:pt x="4712219" y="3507332"/>
                  <a:pt x="4718997" y="3498382"/>
                  <a:pt x="4746109" y="3494087"/>
                </a:cubicBezTo>
                <a:cubicBezTo>
                  <a:pt x="4748606" y="3505184"/>
                  <a:pt x="4743969" y="3509837"/>
                  <a:pt x="4732910" y="3511985"/>
                </a:cubicBezTo>
                <a:cubicBezTo>
                  <a:pt x="4732910" y="3516639"/>
                  <a:pt x="4735050" y="3516639"/>
                  <a:pt x="4737191" y="3516639"/>
                </a:cubicBezTo>
                <a:cubicBezTo>
                  <a:pt x="4731483" y="3514312"/>
                  <a:pt x="4721940" y="3517086"/>
                  <a:pt x="4712130" y="3520755"/>
                </a:cubicBezTo>
                <a:lnTo>
                  <a:pt x="4698629" y="3525558"/>
                </a:lnTo>
                <a:lnTo>
                  <a:pt x="4705740" y="3527144"/>
                </a:lnTo>
                <a:cubicBezTo>
                  <a:pt x="4721573" y="3529664"/>
                  <a:pt x="4739565" y="3529664"/>
                  <a:pt x="4757916" y="3529664"/>
                </a:cubicBezTo>
                <a:cubicBezTo>
                  <a:pt x="4796418" y="3527144"/>
                  <a:pt x="4835280" y="3524985"/>
                  <a:pt x="4873782" y="3518146"/>
                </a:cubicBezTo>
                <a:cubicBezTo>
                  <a:pt x="4955824" y="3506628"/>
                  <a:pt x="5039665" y="3486472"/>
                  <a:pt x="5126385" y="3470275"/>
                </a:cubicBezTo>
                <a:cubicBezTo>
                  <a:pt x="5137540" y="3490791"/>
                  <a:pt x="5121707" y="3497630"/>
                  <a:pt x="5114871" y="3509148"/>
                </a:cubicBezTo>
                <a:cubicBezTo>
                  <a:pt x="5080687" y="3513467"/>
                  <a:pt x="5053339" y="3527144"/>
                  <a:pt x="5026352" y="3543341"/>
                </a:cubicBezTo>
                <a:lnTo>
                  <a:pt x="5006317" y="3551957"/>
                </a:lnTo>
                <a:lnTo>
                  <a:pt x="5009704" y="3556904"/>
                </a:lnTo>
                <a:cubicBezTo>
                  <a:pt x="5010459" y="3561786"/>
                  <a:pt x="5009533" y="3567140"/>
                  <a:pt x="5007019" y="3570551"/>
                </a:cubicBezTo>
                <a:cubicBezTo>
                  <a:pt x="4998200" y="3573098"/>
                  <a:pt x="4998200" y="3559273"/>
                  <a:pt x="4984794" y="3566186"/>
                </a:cubicBezTo>
                <a:lnTo>
                  <a:pt x="4985052" y="3561102"/>
                </a:lnTo>
                <a:lnTo>
                  <a:pt x="4983666" y="3561698"/>
                </a:lnTo>
                <a:lnTo>
                  <a:pt x="4961178" y="3564852"/>
                </a:lnTo>
                <a:lnTo>
                  <a:pt x="4980376" y="3572257"/>
                </a:lnTo>
                <a:cubicBezTo>
                  <a:pt x="4948136" y="3581260"/>
                  <a:pt x="4902492" y="3622315"/>
                  <a:pt x="4874961" y="3603948"/>
                </a:cubicBezTo>
                <a:cubicBezTo>
                  <a:pt x="4873874" y="3600527"/>
                  <a:pt x="4874418" y="3598276"/>
                  <a:pt x="4875233" y="3596025"/>
                </a:cubicBezTo>
                <a:lnTo>
                  <a:pt x="4876381" y="3591245"/>
                </a:lnTo>
                <a:lnTo>
                  <a:pt x="4874356" y="3591752"/>
                </a:lnTo>
                <a:cubicBezTo>
                  <a:pt x="4808540" y="3601673"/>
                  <a:pt x="4736956" y="3577175"/>
                  <a:pt x="4680552" y="3577175"/>
                </a:cubicBezTo>
                <a:cubicBezTo>
                  <a:pt x="4665798" y="3567097"/>
                  <a:pt x="4644748" y="3560888"/>
                  <a:pt x="4621404" y="3558054"/>
                </a:cubicBezTo>
                <a:lnTo>
                  <a:pt x="4592278" y="3558503"/>
                </a:lnTo>
                <a:lnTo>
                  <a:pt x="4585859" y="3561185"/>
                </a:lnTo>
                <a:cubicBezTo>
                  <a:pt x="4582073" y="3563649"/>
                  <a:pt x="4578765" y="3567205"/>
                  <a:pt x="4576425" y="3572875"/>
                </a:cubicBezTo>
                <a:lnTo>
                  <a:pt x="4566282" y="3558904"/>
                </a:lnTo>
                <a:lnTo>
                  <a:pt x="4551520" y="3559132"/>
                </a:lnTo>
                <a:lnTo>
                  <a:pt x="4553743" y="3575035"/>
                </a:lnTo>
                <a:cubicBezTo>
                  <a:pt x="4531060" y="3584035"/>
                  <a:pt x="4515219" y="3563874"/>
                  <a:pt x="4501537" y="3595556"/>
                </a:cubicBezTo>
                <a:cubicBezTo>
                  <a:pt x="4496857" y="3590875"/>
                  <a:pt x="4492536" y="3586555"/>
                  <a:pt x="4490016" y="3579715"/>
                </a:cubicBezTo>
                <a:cubicBezTo>
                  <a:pt x="4439971" y="3588715"/>
                  <a:pt x="4406127" y="3597716"/>
                  <a:pt x="4369403" y="3604556"/>
                </a:cubicBezTo>
                <a:cubicBezTo>
                  <a:pt x="4335560" y="3609236"/>
                  <a:pt x="4298836" y="3613917"/>
                  <a:pt x="4251311" y="3611396"/>
                </a:cubicBezTo>
                <a:cubicBezTo>
                  <a:pt x="4253471" y="3602396"/>
                  <a:pt x="4251311" y="3593396"/>
                  <a:pt x="4244470" y="3590875"/>
                </a:cubicBezTo>
                <a:cubicBezTo>
                  <a:pt x="4230789" y="3597716"/>
                  <a:pt x="4251311" y="3609236"/>
                  <a:pt x="4246630" y="3622917"/>
                </a:cubicBezTo>
                <a:cubicBezTo>
                  <a:pt x="4169222" y="3607076"/>
                  <a:pt x="4108016" y="3622917"/>
                  <a:pt x="4030608" y="3620757"/>
                </a:cubicBezTo>
                <a:cubicBezTo>
                  <a:pt x="4028087" y="3629757"/>
                  <a:pt x="4030608" y="3634078"/>
                  <a:pt x="4037448" y="3636598"/>
                </a:cubicBezTo>
                <a:cubicBezTo>
                  <a:pt x="4030608" y="3643438"/>
                  <a:pt x="4028087" y="3638758"/>
                  <a:pt x="4012246" y="3640918"/>
                </a:cubicBezTo>
                <a:cubicBezTo>
                  <a:pt x="4021247" y="3625077"/>
                  <a:pt x="4019087" y="3625077"/>
                  <a:pt x="4007925" y="3618237"/>
                </a:cubicBezTo>
                <a:cubicBezTo>
                  <a:pt x="4001085" y="3620757"/>
                  <a:pt x="4001085" y="3631917"/>
                  <a:pt x="3998564" y="3638758"/>
                </a:cubicBezTo>
                <a:cubicBezTo>
                  <a:pt x="3991724" y="3636598"/>
                  <a:pt x="3989563" y="3629757"/>
                  <a:pt x="3994244" y="3618237"/>
                </a:cubicBezTo>
                <a:cubicBezTo>
                  <a:pt x="3994244" y="3618237"/>
                  <a:pt x="3994244" y="3618237"/>
                  <a:pt x="3930517" y="3611396"/>
                </a:cubicBezTo>
                <a:cubicBezTo>
                  <a:pt x="3930517" y="3631917"/>
                  <a:pt x="3944199" y="3620757"/>
                  <a:pt x="3948519" y="3634078"/>
                </a:cubicBezTo>
                <a:cubicBezTo>
                  <a:pt x="3930517" y="3652438"/>
                  <a:pt x="3927997" y="3640918"/>
                  <a:pt x="3925837" y="3625077"/>
                </a:cubicBezTo>
                <a:cubicBezTo>
                  <a:pt x="3921156" y="3611396"/>
                  <a:pt x="3916836" y="3595556"/>
                  <a:pt x="3896314" y="3604556"/>
                </a:cubicBezTo>
                <a:cubicBezTo>
                  <a:pt x="3891633" y="3622917"/>
                  <a:pt x="3909995" y="3618237"/>
                  <a:pt x="3914676" y="3627597"/>
                </a:cubicBezTo>
                <a:cubicBezTo>
                  <a:pt x="3911255" y="3631557"/>
                  <a:pt x="3909388" y="3634797"/>
                  <a:pt x="3908443" y="3637751"/>
                </a:cubicBezTo>
                <a:lnTo>
                  <a:pt x="3908141" y="3641398"/>
                </a:lnTo>
                <a:lnTo>
                  <a:pt x="3926181" y="3648258"/>
                </a:lnTo>
                <a:cubicBezTo>
                  <a:pt x="3921681" y="3653388"/>
                  <a:pt x="3917879" y="3655683"/>
                  <a:pt x="3914494" y="3656201"/>
                </a:cubicBezTo>
                <a:lnTo>
                  <a:pt x="3907778" y="3654211"/>
                </a:lnTo>
                <a:lnTo>
                  <a:pt x="3907835" y="3668279"/>
                </a:lnTo>
                <a:cubicBezTo>
                  <a:pt x="3912155" y="3663959"/>
                  <a:pt x="3918996" y="3666119"/>
                  <a:pt x="3921156" y="3659279"/>
                </a:cubicBezTo>
                <a:cubicBezTo>
                  <a:pt x="3921156" y="3668279"/>
                  <a:pt x="3918996" y="3670440"/>
                  <a:pt x="3918996" y="3672960"/>
                </a:cubicBezTo>
                <a:cubicBezTo>
                  <a:pt x="3918996" y="3672960"/>
                  <a:pt x="3918996" y="3672960"/>
                  <a:pt x="3934838" y="3670440"/>
                </a:cubicBezTo>
                <a:cubicBezTo>
                  <a:pt x="3923677" y="3690960"/>
                  <a:pt x="3900994" y="3677280"/>
                  <a:pt x="3887313" y="3688800"/>
                </a:cubicBezTo>
                <a:cubicBezTo>
                  <a:pt x="3882632" y="3686640"/>
                  <a:pt x="3889473" y="3672960"/>
                  <a:pt x="3882632" y="3672960"/>
                </a:cubicBezTo>
                <a:cubicBezTo>
                  <a:pt x="3848429" y="3688800"/>
                  <a:pt x="3798383" y="3688800"/>
                  <a:pt x="3768860" y="3668279"/>
                </a:cubicBezTo>
                <a:cubicBezTo>
                  <a:pt x="3768860" y="3647758"/>
                  <a:pt x="3782542" y="3675120"/>
                  <a:pt x="3789382" y="3659279"/>
                </a:cubicBezTo>
                <a:cubicBezTo>
                  <a:pt x="3787222" y="3650278"/>
                  <a:pt x="3777861" y="3650278"/>
                  <a:pt x="3777861" y="3636598"/>
                </a:cubicBezTo>
                <a:cubicBezTo>
                  <a:pt x="3762020" y="3650278"/>
                  <a:pt x="3757339" y="3640918"/>
                  <a:pt x="3734657" y="3640918"/>
                </a:cubicBezTo>
                <a:cubicBezTo>
                  <a:pt x="3741497" y="3645598"/>
                  <a:pt x="3762020" y="3657119"/>
                  <a:pt x="3737177" y="3657119"/>
                </a:cubicBezTo>
                <a:cubicBezTo>
                  <a:pt x="3737177" y="3668279"/>
                  <a:pt x="3746178" y="3668279"/>
                  <a:pt x="3741497" y="3684120"/>
                </a:cubicBezTo>
                <a:cubicBezTo>
                  <a:pt x="3734657" y="3677280"/>
                  <a:pt x="3730336" y="3670440"/>
                  <a:pt x="3725656" y="3661439"/>
                </a:cubicBezTo>
                <a:cubicBezTo>
                  <a:pt x="3716655" y="3663959"/>
                  <a:pt x="3718815" y="3681960"/>
                  <a:pt x="3707294" y="3677280"/>
                </a:cubicBezTo>
                <a:cubicBezTo>
                  <a:pt x="3707294" y="3677280"/>
                  <a:pt x="3707294" y="3677280"/>
                  <a:pt x="3709814" y="3657119"/>
                </a:cubicBezTo>
                <a:cubicBezTo>
                  <a:pt x="3691452" y="3661439"/>
                  <a:pt x="3682451" y="3657119"/>
                  <a:pt x="3670930" y="3670440"/>
                </a:cubicBezTo>
                <a:cubicBezTo>
                  <a:pt x="3643927" y="3675120"/>
                  <a:pt x="3648248" y="3645598"/>
                  <a:pt x="3620885" y="3661439"/>
                </a:cubicBezTo>
                <a:cubicBezTo>
                  <a:pt x="3616564" y="3650278"/>
                  <a:pt x="3623405" y="3654599"/>
                  <a:pt x="3623405" y="3638758"/>
                </a:cubicBezTo>
                <a:cubicBezTo>
                  <a:pt x="3609724" y="3640918"/>
                  <a:pt x="3598202" y="3645598"/>
                  <a:pt x="3596042" y="3661439"/>
                </a:cubicBezTo>
                <a:cubicBezTo>
                  <a:pt x="3587041" y="3622917"/>
                  <a:pt x="3554998" y="3659279"/>
                  <a:pt x="3529795" y="3647758"/>
                </a:cubicBezTo>
                <a:cubicBezTo>
                  <a:pt x="3529795" y="3652438"/>
                  <a:pt x="3529795" y="3654599"/>
                  <a:pt x="3529795" y="3659279"/>
                </a:cubicBezTo>
                <a:cubicBezTo>
                  <a:pt x="3529795" y="3670440"/>
                  <a:pt x="3543477" y="3659279"/>
                  <a:pt x="3548157" y="3661439"/>
                </a:cubicBezTo>
                <a:cubicBezTo>
                  <a:pt x="3543657" y="3667200"/>
                  <a:pt x="3543117" y="3669450"/>
                  <a:pt x="3542847" y="3671970"/>
                </a:cubicBezTo>
                <a:lnTo>
                  <a:pt x="3542493" y="3673135"/>
                </a:lnTo>
                <a:lnTo>
                  <a:pt x="3558363" y="3671361"/>
                </a:lnTo>
                <a:lnTo>
                  <a:pt x="3558976" y="3667505"/>
                </a:lnTo>
                <a:cubicBezTo>
                  <a:pt x="3559294" y="3665504"/>
                  <a:pt x="3559294" y="3665504"/>
                  <a:pt x="3559294" y="3665504"/>
                </a:cubicBezTo>
                <a:cubicBezTo>
                  <a:pt x="3575284" y="3660775"/>
                  <a:pt x="3575284" y="3665504"/>
                  <a:pt x="3589093" y="3660775"/>
                </a:cubicBezTo>
                <a:lnTo>
                  <a:pt x="3590563" y="3667762"/>
                </a:lnTo>
                <a:lnTo>
                  <a:pt x="3600793" y="3666618"/>
                </a:lnTo>
                <a:lnTo>
                  <a:pt x="3596115" y="3678908"/>
                </a:lnTo>
                <a:lnTo>
                  <a:pt x="3609807" y="3665504"/>
                </a:lnTo>
                <a:cubicBezTo>
                  <a:pt x="3614168" y="3667687"/>
                  <a:pt x="3609807" y="3681512"/>
                  <a:pt x="3616712" y="3681512"/>
                </a:cubicBezTo>
                <a:cubicBezTo>
                  <a:pt x="3614350" y="3688424"/>
                  <a:pt x="3607445" y="3691334"/>
                  <a:pt x="3600858" y="3690470"/>
                </a:cubicBezTo>
                <a:lnTo>
                  <a:pt x="3594201" y="3683935"/>
                </a:lnTo>
                <a:lnTo>
                  <a:pt x="3588656" y="3698499"/>
                </a:lnTo>
                <a:cubicBezTo>
                  <a:pt x="3574450" y="3722326"/>
                  <a:pt x="3554271" y="3725296"/>
                  <a:pt x="3530245" y="3737176"/>
                </a:cubicBezTo>
                <a:cubicBezTo>
                  <a:pt x="3519086" y="3732496"/>
                  <a:pt x="3507568" y="3730336"/>
                  <a:pt x="3500729" y="3718816"/>
                </a:cubicBezTo>
                <a:lnTo>
                  <a:pt x="3425690" y="3735591"/>
                </a:lnTo>
                <a:lnTo>
                  <a:pt x="3425384" y="3736683"/>
                </a:lnTo>
                <a:lnTo>
                  <a:pt x="3424297" y="3735903"/>
                </a:lnTo>
                <a:lnTo>
                  <a:pt x="3420012" y="3736860"/>
                </a:lnTo>
                <a:lnTo>
                  <a:pt x="3401802" y="3740852"/>
                </a:lnTo>
                <a:lnTo>
                  <a:pt x="3400182" y="3745683"/>
                </a:lnTo>
                <a:lnTo>
                  <a:pt x="3395375" y="3742261"/>
                </a:lnTo>
                <a:lnTo>
                  <a:pt x="3370631" y="3747685"/>
                </a:lnTo>
                <a:lnTo>
                  <a:pt x="3370659" y="3747843"/>
                </a:lnTo>
                <a:cubicBezTo>
                  <a:pt x="3363818" y="3750363"/>
                  <a:pt x="3356977" y="3750363"/>
                  <a:pt x="3350136" y="3752523"/>
                </a:cubicBezTo>
                <a:cubicBezTo>
                  <a:pt x="3350136" y="3761524"/>
                  <a:pt x="3352657" y="3768364"/>
                  <a:pt x="3359497" y="3766204"/>
                </a:cubicBezTo>
                <a:cubicBezTo>
                  <a:pt x="3352657" y="3778805"/>
                  <a:pt x="3348066" y="3774214"/>
                  <a:pt x="3343476" y="3765079"/>
                </a:cubicBezTo>
                <a:lnTo>
                  <a:pt x="3338351" y="3753972"/>
                </a:lnTo>
                <a:lnTo>
                  <a:pt x="3310539" y="3757316"/>
                </a:lnTo>
                <a:lnTo>
                  <a:pt x="3313773" y="3759364"/>
                </a:lnTo>
                <a:cubicBezTo>
                  <a:pt x="3327454" y="3770524"/>
                  <a:pt x="3296131" y="3757204"/>
                  <a:pt x="3309812" y="3766204"/>
                </a:cubicBezTo>
                <a:cubicBezTo>
                  <a:pt x="3307922" y="3778085"/>
                  <a:pt x="3302387" y="3765664"/>
                  <a:pt x="3296851" y="3760686"/>
                </a:cubicBezTo>
                <a:lnTo>
                  <a:pt x="3292125" y="3759529"/>
                </a:lnTo>
                <a:lnTo>
                  <a:pt x="3291499" y="3759605"/>
                </a:lnTo>
                <a:lnTo>
                  <a:pt x="3293116" y="3767644"/>
                </a:lnTo>
                <a:cubicBezTo>
                  <a:pt x="3295951" y="3770794"/>
                  <a:pt x="3299371" y="3775384"/>
                  <a:pt x="3298291" y="3784565"/>
                </a:cubicBezTo>
                <a:cubicBezTo>
                  <a:pt x="3293610" y="3784565"/>
                  <a:pt x="3293610" y="3786725"/>
                  <a:pt x="3293610" y="3791405"/>
                </a:cubicBezTo>
                <a:cubicBezTo>
                  <a:pt x="3290190" y="3787985"/>
                  <a:pt x="3287940" y="3782765"/>
                  <a:pt x="3286275" y="3776420"/>
                </a:cubicBezTo>
                <a:lnTo>
                  <a:pt x="3283485" y="3760568"/>
                </a:lnTo>
                <a:lnTo>
                  <a:pt x="3271446" y="3762015"/>
                </a:lnTo>
                <a:lnTo>
                  <a:pt x="3263906" y="3761813"/>
                </a:lnTo>
                <a:lnTo>
                  <a:pt x="3264087" y="3766204"/>
                </a:lnTo>
                <a:cubicBezTo>
                  <a:pt x="3266248" y="3773044"/>
                  <a:pt x="3268768" y="3759364"/>
                  <a:pt x="3270928" y="3768364"/>
                </a:cubicBezTo>
                <a:cubicBezTo>
                  <a:pt x="3272008" y="3780964"/>
                  <a:pt x="3262377" y="3769624"/>
                  <a:pt x="3253331" y="3761929"/>
                </a:cubicBezTo>
                <a:lnTo>
                  <a:pt x="3252404" y="3761505"/>
                </a:lnTo>
                <a:lnTo>
                  <a:pt x="3239348" y="3761155"/>
                </a:lnTo>
                <a:lnTo>
                  <a:pt x="3238731" y="3762404"/>
                </a:lnTo>
                <a:cubicBezTo>
                  <a:pt x="3238277" y="3765726"/>
                  <a:pt x="3238390" y="3770570"/>
                  <a:pt x="3239245" y="3777365"/>
                </a:cubicBezTo>
                <a:cubicBezTo>
                  <a:pt x="3227724" y="3777365"/>
                  <a:pt x="3218723" y="3768364"/>
                  <a:pt x="3205041" y="3777365"/>
                </a:cubicBezTo>
                <a:cubicBezTo>
                  <a:pt x="3207201" y="3782045"/>
                  <a:pt x="3209362" y="3784565"/>
                  <a:pt x="3207201" y="3786725"/>
                </a:cubicBezTo>
                <a:cubicBezTo>
                  <a:pt x="3218723" y="3795726"/>
                  <a:pt x="3214042" y="3797886"/>
                  <a:pt x="3229884" y="3818406"/>
                </a:cubicBezTo>
                <a:cubicBezTo>
                  <a:pt x="3223043" y="3818406"/>
                  <a:pt x="3211882" y="3795726"/>
                  <a:pt x="3209362" y="3814086"/>
                </a:cubicBezTo>
                <a:cubicBezTo>
                  <a:pt x="3207201" y="3804726"/>
                  <a:pt x="3202521" y="3793565"/>
                  <a:pt x="3196040" y="3795726"/>
                </a:cubicBezTo>
                <a:cubicBezTo>
                  <a:pt x="3193520" y="3797886"/>
                  <a:pt x="3198200" y="3809406"/>
                  <a:pt x="3200361" y="3816246"/>
                </a:cubicBezTo>
                <a:cubicBezTo>
                  <a:pt x="3193520" y="3811566"/>
                  <a:pt x="3184519" y="3809406"/>
                  <a:pt x="3193520" y="3818406"/>
                </a:cubicBezTo>
                <a:cubicBezTo>
                  <a:pt x="3184519" y="3832087"/>
                  <a:pt x="3172998" y="3797886"/>
                  <a:pt x="3170838" y="3788885"/>
                </a:cubicBezTo>
                <a:cubicBezTo>
                  <a:pt x="3157156" y="3816246"/>
                  <a:pt x="3186679" y="3832087"/>
                  <a:pt x="3196040" y="3861609"/>
                </a:cubicBezTo>
                <a:cubicBezTo>
                  <a:pt x="3189200" y="3854768"/>
                  <a:pt x="3186679" y="3866289"/>
                  <a:pt x="3193520" y="3868449"/>
                </a:cubicBezTo>
                <a:cubicBezTo>
                  <a:pt x="3186679" y="3893650"/>
                  <a:pt x="3184519" y="3845768"/>
                  <a:pt x="3172998" y="3854768"/>
                </a:cubicBezTo>
                <a:cubicBezTo>
                  <a:pt x="3170838" y="3884650"/>
                  <a:pt x="3189200" y="3895810"/>
                  <a:pt x="3179839" y="3904811"/>
                </a:cubicBezTo>
                <a:cubicBezTo>
                  <a:pt x="3191360" y="3918491"/>
                  <a:pt x="3205041" y="3893650"/>
                  <a:pt x="3216202" y="3921011"/>
                </a:cubicBezTo>
                <a:cubicBezTo>
                  <a:pt x="3216202" y="3932172"/>
                  <a:pt x="3202521" y="3921011"/>
                  <a:pt x="3198200" y="3909491"/>
                </a:cubicBezTo>
                <a:cubicBezTo>
                  <a:pt x="3191360" y="3916331"/>
                  <a:pt x="3198200" y="3936852"/>
                  <a:pt x="3186679" y="3936852"/>
                </a:cubicBezTo>
                <a:cubicBezTo>
                  <a:pt x="3182359" y="3921011"/>
                  <a:pt x="3177678" y="3925332"/>
                  <a:pt x="3175518" y="3911651"/>
                </a:cubicBezTo>
                <a:cubicBezTo>
                  <a:pt x="3172998" y="3927852"/>
                  <a:pt x="3182359" y="3954853"/>
                  <a:pt x="3175518" y="3961693"/>
                </a:cubicBezTo>
                <a:cubicBezTo>
                  <a:pt x="3175518" y="3948013"/>
                  <a:pt x="3172998" y="3939012"/>
                  <a:pt x="3163997" y="3941172"/>
                </a:cubicBezTo>
                <a:cubicBezTo>
                  <a:pt x="3161837" y="3936852"/>
                  <a:pt x="3168677" y="3923172"/>
                  <a:pt x="3170838" y="3932172"/>
                </a:cubicBezTo>
                <a:cubicBezTo>
                  <a:pt x="3170838" y="3930012"/>
                  <a:pt x="3168677" y="3921011"/>
                  <a:pt x="3170838" y="3921011"/>
                </a:cubicBezTo>
                <a:cubicBezTo>
                  <a:pt x="3168677" y="3907331"/>
                  <a:pt x="3163997" y="3914171"/>
                  <a:pt x="3159676" y="3902650"/>
                </a:cubicBezTo>
                <a:cubicBezTo>
                  <a:pt x="3154996" y="3902650"/>
                  <a:pt x="3163997" y="3927852"/>
                  <a:pt x="3166157" y="3916331"/>
                </a:cubicBezTo>
                <a:cubicBezTo>
                  <a:pt x="3168677" y="3932172"/>
                  <a:pt x="3154996" y="3921011"/>
                  <a:pt x="3152836" y="3918491"/>
                </a:cubicBezTo>
                <a:cubicBezTo>
                  <a:pt x="3154996" y="3895810"/>
                  <a:pt x="3132314" y="3904811"/>
                  <a:pt x="3132314" y="3888970"/>
                </a:cubicBezTo>
                <a:cubicBezTo>
                  <a:pt x="3127633" y="3893650"/>
                  <a:pt x="3122953" y="3882130"/>
                  <a:pt x="3116112" y="3888970"/>
                </a:cubicBezTo>
                <a:cubicBezTo>
                  <a:pt x="3132314" y="3897970"/>
                  <a:pt x="3132314" y="3909491"/>
                  <a:pt x="3145995" y="3927852"/>
                </a:cubicBezTo>
                <a:cubicBezTo>
                  <a:pt x="3143475" y="3932172"/>
                  <a:pt x="3141314" y="3934332"/>
                  <a:pt x="3136634" y="3936852"/>
                </a:cubicBezTo>
                <a:cubicBezTo>
                  <a:pt x="3141314" y="3927852"/>
                  <a:pt x="3132314" y="3925332"/>
                  <a:pt x="3132314" y="3916331"/>
                </a:cubicBezTo>
                <a:cubicBezTo>
                  <a:pt x="3127633" y="3909491"/>
                  <a:pt x="3118632" y="3909491"/>
                  <a:pt x="3118632" y="3916331"/>
                </a:cubicBezTo>
                <a:cubicBezTo>
                  <a:pt x="3122953" y="3930012"/>
                  <a:pt x="3125473" y="3923172"/>
                  <a:pt x="3129793" y="3927852"/>
                </a:cubicBezTo>
                <a:cubicBezTo>
                  <a:pt x="3132314" y="3945853"/>
                  <a:pt x="3109271" y="3925332"/>
                  <a:pt x="3118632" y="3945853"/>
                </a:cubicBezTo>
                <a:cubicBezTo>
                  <a:pt x="3102430" y="3934332"/>
                  <a:pt x="3100270" y="3950533"/>
                  <a:pt x="3079748" y="3954853"/>
                </a:cubicBezTo>
                <a:cubicBezTo>
                  <a:pt x="3077588" y="3950533"/>
                  <a:pt x="3082268" y="3950533"/>
                  <a:pt x="3082268" y="3948013"/>
                </a:cubicBezTo>
                <a:cubicBezTo>
                  <a:pt x="3079748" y="3943692"/>
                  <a:pt x="3077588" y="3945853"/>
                  <a:pt x="3075428" y="3945853"/>
                </a:cubicBezTo>
                <a:cubicBezTo>
                  <a:pt x="3070747" y="3930012"/>
                  <a:pt x="3086589" y="3948013"/>
                  <a:pt x="3089109" y="3939012"/>
                </a:cubicBezTo>
                <a:cubicBezTo>
                  <a:pt x="3089109" y="3939012"/>
                  <a:pt x="3089109" y="3939012"/>
                  <a:pt x="3084429" y="3930012"/>
                </a:cubicBezTo>
                <a:cubicBezTo>
                  <a:pt x="3077588" y="3923172"/>
                  <a:pt x="3070747" y="3932172"/>
                  <a:pt x="3061746" y="3918491"/>
                </a:cubicBezTo>
                <a:cubicBezTo>
                  <a:pt x="3066067" y="3934332"/>
                  <a:pt x="3079748" y="3964214"/>
                  <a:pt x="3095950" y="3975374"/>
                </a:cubicBezTo>
                <a:cubicBezTo>
                  <a:pt x="3091269" y="3977894"/>
                  <a:pt x="3079748" y="3973214"/>
                  <a:pt x="3089109" y="3980054"/>
                </a:cubicBezTo>
                <a:cubicBezTo>
                  <a:pt x="3093429" y="3991575"/>
                  <a:pt x="3077588" y="3971054"/>
                  <a:pt x="3072907" y="3973214"/>
                </a:cubicBezTo>
                <a:cubicBezTo>
                  <a:pt x="3077588" y="3980054"/>
                  <a:pt x="3084429" y="3986894"/>
                  <a:pt x="3086589" y="3986894"/>
                </a:cubicBezTo>
                <a:cubicBezTo>
                  <a:pt x="3089109" y="3998055"/>
                  <a:pt x="3075428" y="4000575"/>
                  <a:pt x="3086589" y="4018576"/>
                </a:cubicBezTo>
                <a:cubicBezTo>
                  <a:pt x="3084429" y="4018576"/>
                  <a:pt x="3079748" y="4009576"/>
                  <a:pt x="3082268" y="4009576"/>
                </a:cubicBezTo>
                <a:cubicBezTo>
                  <a:pt x="3075428" y="4000575"/>
                  <a:pt x="3072907" y="4014256"/>
                  <a:pt x="3066067" y="3995895"/>
                </a:cubicBezTo>
                <a:cubicBezTo>
                  <a:pt x="3063906" y="3984734"/>
                  <a:pt x="3070747" y="3995895"/>
                  <a:pt x="3075428" y="3989055"/>
                </a:cubicBezTo>
                <a:cubicBezTo>
                  <a:pt x="3070747" y="3982214"/>
                  <a:pt x="3068587" y="3984734"/>
                  <a:pt x="3063906" y="3977894"/>
                </a:cubicBezTo>
                <a:cubicBezTo>
                  <a:pt x="3054905" y="3977894"/>
                  <a:pt x="3068587" y="3998055"/>
                  <a:pt x="3057066" y="3989055"/>
                </a:cubicBezTo>
                <a:cubicBezTo>
                  <a:pt x="3068587" y="4011736"/>
                  <a:pt x="3072907" y="4025416"/>
                  <a:pt x="3061746" y="4023256"/>
                </a:cubicBezTo>
                <a:cubicBezTo>
                  <a:pt x="3050225" y="4009576"/>
                  <a:pt x="3052385" y="4000575"/>
                  <a:pt x="3052385" y="3991575"/>
                </a:cubicBezTo>
                <a:cubicBezTo>
                  <a:pt x="3050225" y="3989055"/>
                  <a:pt x="3045544" y="3986894"/>
                  <a:pt x="3043384" y="3980054"/>
                </a:cubicBezTo>
                <a:cubicBezTo>
                  <a:pt x="3048065" y="3991575"/>
                  <a:pt x="3048065" y="3998055"/>
                  <a:pt x="3050225" y="4007416"/>
                </a:cubicBezTo>
                <a:cubicBezTo>
                  <a:pt x="3045544" y="4009576"/>
                  <a:pt x="3038704" y="3998055"/>
                  <a:pt x="3032223" y="3989055"/>
                </a:cubicBezTo>
                <a:cubicBezTo>
                  <a:pt x="3036544" y="3998055"/>
                  <a:pt x="3041224" y="4011736"/>
                  <a:pt x="3027543" y="4004895"/>
                </a:cubicBezTo>
                <a:cubicBezTo>
                  <a:pt x="3032223" y="4011736"/>
                  <a:pt x="3038704" y="4021096"/>
                  <a:pt x="3041224" y="4018576"/>
                </a:cubicBezTo>
                <a:cubicBezTo>
                  <a:pt x="3050225" y="4032257"/>
                  <a:pt x="3036544" y="4023256"/>
                  <a:pt x="3032223" y="4014256"/>
                </a:cubicBezTo>
                <a:cubicBezTo>
                  <a:pt x="3029703" y="4016416"/>
                  <a:pt x="3043384" y="4034417"/>
                  <a:pt x="3029703" y="4023256"/>
                </a:cubicBezTo>
                <a:cubicBezTo>
                  <a:pt x="3032223" y="4025416"/>
                  <a:pt x="3057066" y="4048458"/>
                  <a:pt x="3052385" y="4057458"/>
                </a:cubicBezTo>
                <a:cubicBezTo>
                  <a:pt x="3061746" y="4068618"/>
                  <a:pt x="3063906" y="4055298"/>
                  <a:pt x="3070747" y="4059618"/>
                </a:cubicBezTo>
                <a:cubicBezTo>
                  <a:pt x="3072907" y="4057458"/>
                  <a:pt x="3068587" y="4050618"/>
                  <a:pt x="3061746" y="4041617"/>
                </a:cubicBezTo>
                <a:cubicBezTo>
                  <a:pt x="3070747" y="4048458"/>
                  <a:pt x="3068587" y="4048458"/>
                  <a:pt x="3070747" y="4041617"/>
                </a:cubicBezTo>
                <a:cubicBezTo>
                  <a:pt x="3082268" y="4057458"/>
                  <a:pt x="3072907" y="4059618"/>
                  <a:pt x="3091269" y="4077979"/>
                </a:cubicBezTo>
                <a:cubicBezTo>
                  <a:pt x="3089109" y="4084819"/>
                  <a:pt x="3077588" y="4066458"/>
                  <a:pt x="3077588" y="4061778"/>
                </a:cubicBezTo>
                <a:cubicBezTo>
                  <a:pt x="3072907" y="4071138"/>
                  <a:pt x="3075428" y="4073299"/>
                  <a:pt x="3075428" y="4082299"/>
                </a:cubicBezTo>
                <a:cubicBezTo>
                  <a:pt x="3079748" y="4086979"/>
                  <a:pt x="3082268" y="4084819"/>
                  <a:pt x="3086589" y="4091660"/>
                </a:cubicBezTo>
                <a:cubicBezTo>
                  <a:pt x="3079748" y="4093820"/>
                  <a:pt x="3070747" y="4089139"/>
                  <a:pt x="3070747" y="4100660"/>
                </a:cubicBezTo>
                <a:cubicBezTo>
                  <a:pt x="3068587" y="4091660"/>
                  <a:pt x="3070747" y="4093820"/>
                  <a:pt x="3059226" y="4084819"/>
                </a:cubicBezTo>
                <a:cubicBezTo>
                  <a:pt x="3066067" y="4093820"/>
                  <a:pt x="3059226" y="4095980"/>
                  <a:pt x="3070747" y="4107500"/>
                </a:cubicBezTo>
                <a:cubicBezTo>
                  <a:pt x="3066067" y="4104980"/>
                  <a:pt x="3059226" y="4098140"/>
                  <a:pt x="3052385" y="4091660"/>
                </a:cubicBezTo>
                <a:cubicBezTo>
                  <a:pt x="3050225" y="4102820"/>
                  <a:pt x="3038704" y="4104980"/>
                  <a:pt x="3022862" y="4098140"/>
                </a:cubicBezTo>
                <a:cubicBezTo>
                  <a:pt x="3022862" y="4102820"/>
                  <a:pt x="3043384" y="4116501"/>
                  <a:pt x="3045544" y="4109660"/>
                </a:cubicBezTo>
                <a:cubicBezTo>
                  <a:pt x="3057066" y="4125501"/>
                  <a:pt x="3041224" y="4125501"/>
                  <a:pt x="3027543" y="4107500"/>
                </a:cubicBezTo>
                <a:cubicBezTo>
                  <a:pt x="3022862" y="4111820"/>
                  <a:pt x="3018542" y="4114341"/>
                  <a:pt x="3020702" y="4121181"/>
                </a:cubicBezTo>
                <a:cubicBezTo>
                  <a:pt x="3032223" y="4125501"/>
                  <a:pt x="3020702" y="4114341"/>
                  <a:pt x="3034383" y="4123341"/>
                </a:cubicBezTo>
                <a:cubicBezTo>
                  <a:pt x="3038704" y="4137022"/>
                  <a:pt x="3029703" y="4146022"/>
                  <a:pt x="3013861" y="4152862"/>
                </a:cubicBezTo>
                <a:cubicBezTo>
                  <a:pt x="2995499" y="4134862"/>
                  <a:pt x="3020702" y="4139182"/>
                  <a:pt x="3018542" y="4125501"/>
                </a:cubicBezTo>
                <a:cubicBezTo>
                  <a:pt x="2993339" y="4109660"/>
                  <a:pt x="3009181" y="4107500"/>
                  <a:pt x="2995499" y="4095980"/>
                </a:cubicBezTo>
                <a:cubicBezTo>
                  <a:pt x="2998019" y="4109660"/>
                  <a:pt x="2989019" y="4093820"/>
                  <a:pt x="2984338" y="4102820"/>
                </a:cubicBezTo>
                <a:cubicBezTo>
                  <a:pt x="3002340" y="4111820"/>
                  <a:pt x="3004860" y="4123341"/>
                  <a:pt x="3009181" y="4134862"/>
                </a:cubicBezTo>
                <a:cubicBezTo>
                  <a:pt x="2998019" y="4128021"/>
                  <a:pt x="2993339" y="4134862"/>
                  <a:pt x="2986498" y="4139182"/>
                </a:cubicBezTo>
                <a:cubicBezTo>
                  <a:pt x="2995499" y="4141702"/>
                  <a:pt x="3007020" y="4152862"/>
                  <a:pt x="3013861" y="4152862"/>
                </a:cubicBezTo>
                <a:cubicBezTo>
                  <a:pt x="3029703" y="4152862"/>
                  <a:pt x="3016021" y="4166543"/>
                  <a:pt x="3032223" y="4178064"/>
                </a:cubicBezTo>
                <a:cubicBezTo>
                  <a:pt x="3027543" y="4180224"/>
                  <a:pt x="3016021" y="4168703"/>
                  <a:pt x="3011701" y="4171223"/>
                </a:cubicBezTo>
                <a:cubicBezTo>
                  <a:pt x="3007020" y="4164383"/>
                  <a:pt x="3016021" y="4168703"/>
                  <a:pt x="3013861" y="4161863"/>
                </a:cubicBezTo>
                <a:cubicBezTo>
                  <a:pt x="3000180" y="4152862"/>
                  <a:pt x="3000180" y="4171223"/>
                  <a:pt x="3000180" y="4178064"/>
                </a:cubicBezTo>
                <a:cubicBezTo>
                  <a:pt x="3009181" y="4184904"/>
                  <a:pt x="2998019" y="4168703"/>
                  <a:pt x="3007020" y="4168703"/>
                </a:cubicBezTo>
                <a:cubicBezTo>
                  <a:pt x="3022862" y="4189224"/>
                  <a:pt x="3013861" y="4191744"/>
                  <a:pt x="3011701" y="4205065"/>
                </a:cubicBezTo>
                <a:cubicBezTo>
                  <a:pt x="3004860" y="4200745"/>
                  <a:pt x="2995499" y="4191744"/>
                  <a:pt x="2993339" y="4193904"/>
                </a:cubicBezTo>
                <a:cubicBezTo>
                  <a:pt x="2986498" y="4189224"/>
                  <a:pt x="3002340" y="4191744"/>
                  <a:pt x="2984338" y="4180224"/>
                </a:cubicBezTo>
                <a:cubicBezTo>
                  <a:pt x="2982178" y="4182384"/>
                  <a:pt x="2982178" y="4187064"/>
                  <a:pt x="2979658" y="4189224"/>
                </a:cubicBezTo>
                <a:cubicBezTo>
                  <a:pt x="2972817" y="4191744"/>
                  <a:pt x="2975337" y="4178064"/>
                  <a:pt x="2959135" y="4173383"/>
                </a:cubicBezTo>
                <a:cubicBezTo>
                  <a:pt x="2975337" y="4193904"/>
                  <a:pt x="2965976" y="4189224"/>
                  <a:pt x="2984338" y="4207585"/>
                </a:cubicBezTo>
                <a:cubicBezTo>
                  <a:pt x="2982178" y="4211905"/>
                  <a:pt x="2979658" y="4221266"/>
                  <a:pt x="2977497" y="4225586"/>
                </a:cubicBezTo>
                <a:cubicBezTo>
                  <a:pt x="2972817" y="4232426"/>
                  <a:pt x="2968496" y="4234946"/>
                  <a:pt x="2952295" y="4228106"/>
                </a:cubicBezTo>
                <a:cubicBezTo>
                  <a:pt x="2950134" y="4232426"/>
                  <a:pt x="2970657" y="4239266"/>
                  <a:pt x="2977497" y="4243947"/>
                </a:cubicBezTo>
                <a:cubicBezTo>
                  <a:pt x="2970657" y="4246107"/>
                  <a:pt x="2959135" y="4248627"/>
                  <a:pt x="2952295" y="4239266"/>
                </a:cubicBezTo>
                <a:cubicBezTo>
                  <a:pt x="2950134" y="4243947"/>
                  <a:pt x="2956975" y="4250787"/>
                  <a:pt x="2945454" y="4248627"/>
                </a:cubicBezTo>
                <a:cubicBezTo>
                  <a:pt x="2931773" y="4243947"/>
                  <a:pt x="2936453" y="4239266"/>
                  <a:pt x="2925292" y="4234946"/>
                </a:cubicBezTo>
                <a:cubicBezTo>
                  <a:pt x="2920611" y="4241787"/>
                  <a:pt x="2936453" y="4248627"/>
                  <a:pt x="2947974" y="4255467"/>
                </a:cubicBezTo>
                <a:cubicBezTo>
                  <a:pt x="2963816" y="4264468"/>
                  <a:pt x="2943294" y="4243947"/>
                  <a:pt x="2954815" y="4252947"/>
                </a:cubicBezTo>
                <a:cubicBezTo>
                  <a:pt x="2968496" y="4255467"/>
                  <a:pt x="2959135" y="4266628"/>
                  <a:pt x="2950134" y="4259788"/>
                </a:cubicBezTo>
                <a:cubicBezTo>
                  <a:pt x="2952295" y="4266628"/>
                  <a:pt x="2959135" y="4271308"/>
                  <a:pt x="2959135" y="4275628"/>
                </a:cubicBezTo>
                <a:cubicBezTo>
                  <a:pt x="2954815" y="4284989"/>
                  <a:pt x="2938613" y="4278148"/>
                  <a:pt x="2931773" y="4282469"/>
                </a:cubicBezTo>
                <a:cubicBezTo>
                  <a:pt x="2943294" y="4282469"/>
                  <a:pt x="2961656" y="4291829"/>
                  <a:pt x="2959135" y="4287149"/>
                </a:cubicBezTo>
                <a:cubicBezTo>
                  <a:pt x="2975337" y="4289309"/>
                  <a:pt x="2963816" y="4309830"/>
                  <a:pt x="2952295" y="4309830"/>
                </a:cubicBezTo>
                <a:cubicBezTo>
                  <a:pt x="2943294" y="4305510"/>
                  <a:pt x="2963816" y="4305510"/>
                  <a:pt x="2952295" y="4296149"/>
                </a:cubicBezTo>
                <a:cubicBezTo>
                  <a:pt x="2936453" y="4298669"/>
                  <a:pt x="2956975" y="4321350"/>
                  <a:pt x="2931773" y="4316670"/>
                </a:cubicBezTo>
                <a:cubicBezTo>
                  <a:pt x="2931773" y="4325671"/>
                  <a:pt x="2950134" y="4321350"/>
                  <a:pt x="2952295" y="4328191"/>
                </a:cubicBezTo>
                <a:cubicBezTo>
                  <a:pt x="2943294" y="4328191"/>
                  <a:pt x="2936453" y="4330351"/>
                  <a:pt x="2927452" y="4332511"/>
                </a:cubicBezTo>
                <a:cubicBezTo>
                  <a:pt x="2938613" y="4337191"/>
                  <a:pt x="2927452" y="4346192"/>
                  <a:pt x="2943294" y="4350872"/>
                </a:cubicBezTo>
                <a:cubicBezTo>
                  <a:pt x="2927452" y="4366713"/>
                  <a:pt x="2913771" y="4371393"/>
                  <a:pt x="2915931" y="4391914"/>
                </a:cubicBezTo>
                <a:cubicBezTo>
                  <a:pt x="2913771" y="4389394"/>
                  <a:pt x="2906930" y="4385074"/>
                  <a:pt x="2897929" y="4382553"/>
                </a:cubicBezTo>
                <a:cubicBezTo>
                  <a:pt x="2925292" y="4409915"/>
                  <a:pt x="2888928" y="4439436"/>
                  <a:pt x="2879567" y="4464637"/>
                </a:cubicBezTo>
                <a:cubicBezTo>
                  <a:pt x="2879567" y="4471478"/>
                  <a:pt x="2897929" y="4471478"/>
                  <a:pt x="2877407" y="4473638"/>
                </a:cubicBezTo>
                <a:cubicBezTo>
                  <a:pt x="2877407" y="4475798"/>
                  <a:pt x="2882087" y="4478318"/>
                  <a:pt x="2879567" y="4480478"/>
                </a:cubicBezTo>
                <a:cubicBezTo>
                  <a:pt x="2886408" y="4480478"/>
                  <a:pt x="2888928" y="4478318"/>
                  <a:pt x="2893248" y="4475798"/>
                </a:cubicBezTo>
                <a:cubicBezTo>
                  <a:pt x="2893248" y="4487318"/>
                  <a:pt x="2868046" y="4505679"/>
                  <a:pt x="2891088" y="4521520"/>
                </a:cubicBezTo>
                <a:cubicBezTo>
                  <a:pt x="2877407" y="4525840"/>
                  <a:pt x="2859045" y="4539521"/>
                  <a:pt x="2874887" y="4555722"/>
                </a:cubicBezTo>
                <a:cubicBezTo>
                  <a:pt x="2850044" y="4564722"/>
                  <a:pt x="2843203" y="4610084"/>
                  <a:pt x="2843203" y="4637445"/>
                </a:cubicBezTo>
                <a:cubicBezTo>
                  <a:pt x="2836362" y="4635285"/>
                  <a:pt x="2836362" y="4630605"/>
                  <a:pt x="2829522" y="4628445"/>
                </a:cubicBezTo>
                <a:cubicBezTo>
                  <a:pt x="2829522" y="4639606"/>
                  <a:pt x="2820521" y="4642126"/>
                  <a:pt x="2815840" y="4651126"/>
                </a:cubicBezTo>
                <a:cubicBezTo>
                  <a:pt x="2818361" y="4655806"/>
                  <a:pt x="2822681" y="4651126"/>
                  <a:pt x="2832042" y="4653286"/>
                </a:cubicBezTo>
                <a:cubicBezTo>
                  <a:pt x="2845363" y="4673807"/>
                  <a:pt x="2804679" y="4696488"/>
                  <a:pt x="2804679" y="4726010"/>
                </a:cubicBezTo>
                <a:cubicBezTo>
                  <a:pt x="2793158" y="4721689"/>
                  <a:pt x="2786317" y="4721689"/>
                  <a:pt x="2779477" y="4723850"/>
                </a:cubicBezTo>
                <a:cubicBezTo>
                  <a:pt x="2786317" y="4737530"/>
                  <a:pt x="2765795" y="4740050"/>
                  <a:pt x="2784157" y="4746891"/>
                </a:cubicBezTo>
                <a:cubicBezTo>
                  <a:pt x="2781637" y="4755891"/>
                  <a:pt x="2768315" y="4749051"/>
                  <a:pt x="2765795" y="4755891"/>
                </a:cubicBezTo>
                <a:cubicBezTo>
                  <a:pt x="2768315" y="4764892"/>
                  <a:pt x="2781637" y="4749051"/>
                  <a:pt x="2795318" y="4755891"/>
                </a:cubicBezTo>
                <a:cubicBezTo>
                  <a:pt x="2784157" y="4764892"/>
                  <a:pt x="2795318" y="4767052"/>
                  <a:pt x="2786317" y="4778572"/>
                </a:cubicBezTo>
                <a:cubicBezTo>
                  <a:pt x="2752114" y="4753371"/>
                  <a:pt x="2761475" y="4808094"/>
                  <a:pt x="2747793" y="4823934"/>
                </a:cubicBezTo>
                <a:cubicBezTo>
                  <a:pt x="2752114" y="4817094"/>
                  <a:pt x="2770476" y="4823934"/>
                  <a:pt x="2777316" y="4814934"/>
                </a:cubicBezTo>
                <a:cubicBezTo>
                  <a:pt x="2784157" y="4817094"/>
                  <a:pt x="2774796" y="4819614"/>
                  <a:pt x="2768315" y="4819614"/>
                </a:cubicBezTo>
                <a:cubicBezTo>
                  <a:pt x="2758954" y="4846976"/>
                  <a:pt x="2781637" y="4846976"/>
                  <a:pt x="2754634" y="4855976"/>
                </a:cubicBezTo>
                <a:cubicBezTo>
                  <a:pt x="2754634" y="4862816"/>
                  <a:pt x="2761475" y="4855976"/>
                  <a:pt x="2770476" y="4858136"/>
                </a:cubicBezTo>
                <a:cubicBezTo>
                  <a:pt x="2770476" y="4876497"/>
                  <a:pt x="2754634" y="4873977"/>
                  <a:pt x="2747793" y="4883337"/>
                </a:cubicBezTo>
                <a:cubicBezTo>
                  <a:pt x="2756794" y="4887657"/>
                  <a:pt x="2774796" y="4903498"/>
                  <a:pt x="2743113" y="4906018"/>
                </a:cubicBezTo>
                <a:cubicBezTo>
                  <a:pt x="2745273" y="4908178"/>
                  <a:pt x="2752114" y="4926539"/>
                  <a:pt x="2734112" y="4919699"/>
                </a:cubicBezTo>
                <a:cubicBezTo>
                  <a:pt x="2734112" y="4928699"/>
                  <a:pt x="2745273" y="4928699"/>
                  <a:pt x="2745273" y="4937700"/>
                </a:cubicBezTo>
                <a:cubicBezTo>
                  <a:pt x="2756794" y="4940220"/>
                  <a:pt x="2752114" y="4924019"/>
                  <a:pt x="2754634" y="4919699"/>
                </a:cubicBezTo>
                <a:cubicBezTo>
                  <a:pt x="2788477" y="4930859"/>
                  <a:pt x="2802159" y="4919699"/>
                  <a:pt x="2829522" y="4926539"/>
                </a:cubicBezTo>
                <a:cubicBezTo>
                  <a:pt x="2807920" y="4937879"/>
                  <a:pt x="2782897" y="4946340"/>
                  <a:pt x="2757874" y="4955116"/>
                </a:cubicBezTo>
                <a:lnTo>
                  <a:pt x="2691823" y="4983202"/>
                </a:lnTo>
                <a:lnTo>
                  <a:pt x="2691621" y="4988380"/>
                </a:lnTo>
                <a:lnTo>
                  <a:pt x="2693405" y="4989306"/>
                </a:lnTo>
                <a:cubicBezTo>
                  <a:pt x="2703261" y="4988057"/>
                  <a:pt x="2718180" y="4976581"/>
                  <a:pt x="2711429" y="4997102"/>
                </a:cubicBezTo>
                <a:cubicBezTo>
                  <a:pt x="2720430" y="4994582"/>
                  <a:pt x="2718270" y="4985582"/>
                  <a:pt x="2734112" y="4992422"/>
                </a:cubicBezTo>
                <a:cubicBezTo>
                  <a:pt x="2738432" y="4978742"/>
                  <a:pt x="2727271" y="4978742"/>
                  <a:pt x="2738432" y="4971901"/>
                </a:cubicBezTo>
                <a:cubicBezTo>
                  <a:pt x="2749953" y="4974062"/>
                  <a:pt x="2747793" y="4983422"/>
                  <a:pt x="2743113" y="4992422"/>
                </a:cubicBezTo>
                <a:cubicBezTo>
                  <a:pt x="2749953" y="4990262"/>
                  <a:pt x="2774796" y="4980902"/>
                  <a:pt x="2781637" y="4992422"/>
                </a:cubicBezTo>
                <a:cubicBezTo>
                  <a:pt x="2793158" y="4987742"/>
                  <a:pt x="2813680" y="4971901"/>
                  <a:pt x="2825201" y="4983422"/>
                </a:cubicBezTo>
                <a:cubicBezTo>
                  <a:pt x="2820521" y="4992422"/>
                  <a:pt x="2818361" y="5001423"/>
                  <a:pt x="2809000" y="5008263"/>
                </a:cubicBezTo>
                <a:cubicBezTo>
                  <a:pt x="2772636" y="5006103"/>
                  <a:pt x="2763635" y="5028784"/>
                  <a:pt x="2734112" y="5015103"/>
                </a:cubicBezTo>
                <a:cubicBezTo>
                  <a:pt x="2722591" y="5026624"/>
                  <a:pt x="2708909" y="5026624"/>
                  <a:pt x="2693067" y="5026624"/>
                </a:cubicBezTo>
                <a:cubicBezTo>
                  <a:pt x="2694778" y="5030044"/>
                  <a:pt x="2694778" y="5033734"/>
                  <a:pt x="2694063" y="5037486"/>
                </a:cubicBezTo>
                <a:lnTo>
                  <a:pt x="2693543" y="5039263"/>
                </a:lnTo>
                <a:lnTo>
                  <a:pt x="2695469" y="5066073"/>
                </a:lnTo>
                <a:lnTo>
                  <a:pt x="2694324" y="5066078"/>
                </a:lnTo>
                <a:lnTo>
                  <a:pt x="2695228" y="5067306"/>
                </a:lnTo>
                <a:cubicBezTo>
                  <a:pt x="2706749" y="5062986"/>
                  <a:pt x="2693067" y="5051465"/>
                  <a:pt x="2706749" y="5044625"/>
                </a:cubicBezTo>
                <a:cubicBezTo>
                  <a:pt x="2727271" y="5040304"/>
                  <a:pt x="2752114" y="5069826"/>
                  <a:pt x="2763635" y="5051465"/>
                </a:cubicBezTo>
                <a:cubicBezTo>
                  <a:pt x="2781637" y="5056145"/>
                  <a:pt x="2761475" y="5060466"/>
                  <a:pt x="2763635" y="5074146"/>
                </a:cubicBezTo>
                <a:cubicBezTo>
                  <a:pt x="2736272" y="5074146"/>
                  <a:pt x="2722591" y="5065146"/>
                  <a:pt x="2708909" y="5085667"/>
                </a:cubicBezTo>
                <a:cubicBezTo>
                  <a:pt x="2702068" y="5078826"/>
                  <a:pt x="2711429" y="5078826"/>
                  <a:pt x="2699908" y="5071986"/>
                </a:cubicBezTo>
                <a:cubicBezTo>
                  <a:pt x="2688387" y="5083506"/>
                  <a:pt x="2668225" y="5085667"/>
                  <a:pt x="2656704" y="5099347"/>
                </a:cubicBezTo>
                <a:cubicBezTo>
                  <a:pt x="2658864" y="5104028"/>
                  <a:pt x="2672545" y="5101508"/>
                  <a:pt x="2681546" y="5110868"/>
                </a:cubicBezTo>
                <a:cubicBezTo>
                  <a:pt x="2674706" y="5119868"/>
                  <a:pt x="2668225" y="5131029"/>
                  <a:pt x="2686227" y="5135709"/>
                </a:cubicBezTo>
                <a:cubicBezTo>
                  <a:pt x="2697748" y="5135709"/>
                  <a:pt x="2693067" y="5117348"/>
                  <a:pt x="2697748" y="5113028"/>
                </a:cubicBezTo>
                <a:cubicBezTo>
                  <a:pt x="2720430" y="5094667"/>
                  <a:pt x="2740952" y="5128869"/>
                  <a:pt x="2752114" y="5106188"/>
                </a:cubicBezTo>
                <a:cubicBezTo>
                  <a:pt x="2754634" y="5117348"/>
                  <a:pt x="2763635" y="5122028"/>
                  <a:pt x="2781637" y="5117348"/>
                </a:cubicBezTo>
                <a:cubicBezTo>
                  <a:pt x="2779477" y="5122028"/>
                  <a:pt x="2777316" y="5128869"/>
                  <a:pt x="2784157" y="5128869"/>
                </a:cubicBezTo>
                <a:cubicBezTo>
                  <a:pt x="2756794" y="5144710"/>
                  <a:pt x="2640862" y="5144710"/>
                  <a:pt x="2693067" y="5181071"/>
                </a:cubicBezTo>
                <a:cubicBezTo>
                  <a:pt x="2713590" y="5174591"/>
                  <a:pt x="2725111" y="5178911"/>
                  <a:pt x="2745273" y="5190432"/>
                </a:cubicBezTo>
                <a:cubicBezTo>
                  <a:pt x="2756794" y="5183591"/>
                  <a:pt x="2781637" y="5169911"/>
                  <a:pt x="2799999" y="5183591"/>
                </a:cubicBezTo>
                <a:cubicBezTo>
                  <a:pt x="2752114" y="5228954"/>
                  <a:pt x="2636181" y="5192592"/>
                  <a:pt x="2610979" y="5247314"/>
                </a:cubicBezTo>
                <a:cubicBezTo>
                  <a:pt x="2610979" y="5256315"/>
                  <a:pt x="2631501" y="5254155"/>
                  <a:pt x="2634021" y="5263155"/>
                </a:cubicBezTo>
                <a:cubicBezTo>
                  <a:pt x="2665705" y="5247314"/>
                  <a:pt x="2738432" y="5260995"/>
                  <a:pt x="2774796" y="5251634"/>
                </a:cubicBezTo>
                <a:cubicBezTo>
                  <a:pt x="2761475" y="5283676"/>
                  <a:pt x="2718270" y="5249474"/>
                  <a:pt x="2704589" y="5283676"/>
                </a:cubicBezTo>
                <a:cubicBezTo>
                  <a:pt x="2665705" y="5276836"/>
                  <a:pt x="2647703" y="5294837"/>
                  <a:pt x="2608819" y="5290516"/>
                </a:cubicBezTo>
                <a:cubicBezTo>
                  <a:pt x="2606658" y="5297357"/>
                  <a:pt x="2613499" y="5299517"/>
                  <a:pt x="2608819" y="5306357"/>
                </a:cubicBezTo>
                <a:cubicBezTo>
                  <a:pt x="2604498" y="5304197"/>
                  <a:pt x="2606658" y="5297357"/>
                  <a:pt x="2595137" y="5297357"/>
                </a:cubicBezTo>
                <a:cubicBezTo>
                  <a:pt x="2586136" y="5308517"/>
                  <a:pt x="2570295" y="5313198"/>
                  <a:pt x="2568134" y="5331198"/>
                </a:cubicBezTo>
                <a:cubicBezTo>
                  <a:pt x="2604498" y="5342719"/>
                  <a:pt x="2622500" y="5317518"/>
                  <a:pt x="2652023" y="5335878"/>
                </a:cubicBezTo>
                <a:cubicBezTo>
                  <a:pt x="2674706" y="5320038"/>
                  <a:pt x="2695228" y="5324358"/>
                  <a:pt x="2727271" y="5335878"/>
                </a:cubicBezTo>
                <a:cubicBezTo>
                  <a:pt x="2704589" y="5365400"/>
                  <a:pt x="2617820" y="5370080"/>
                  <a:pt x="2599818" y="5361080"/>
                </a:cubicBezTo>
                <a:cubicBezTo>
                  <a:pt x="2588296" y="5361080"/>
                  <a:pt x="2586136" y="5370080"/>
                  <a:pt x="2581456" y="5376920"/>
                </a:cubicBezTo>
                <a:cubicBezTo>
                  <a:pt x="2556613" y="5356400"/>
                  <a:pt x="2501887" y="5388081"/>
                  <a:pt x="2488206" y="5363240"/>
                </a:cubicBezTo>
                <a:cubicBezTo>
                  <a:pt x="2474525" y="5376920"/>
                  <a:pt x="2477045" y="5372240"/>
                  <a:pt x="2460843" y="5365400"/>
                </a:cubicBezTo>
                <a:lnTo>
                  <a:pt x="2449554" y="5374677"/>
                </a:lnTo>
                <a:lnTo>
                  <a:pt x="2433311" y="5421222"/>
                </a:lnTo>
                <a:lnTo>
                  <a:pt x="2449052" y="5417197"/>
                </a:lnTo>
                <a:cubicBezTo>
                  <a:pt x="2454722" y="5417242"/>
                  <a:pt x="2458683" y="5420123"/>
                  <a:pt x="2458683" y="5429123"/>
                </a:cubicBezTo>
                <a:cubicBezTo>
                  <a:pt x="2465524" y="5426963"/>
                  <a:pt x="2470204" y="5420122"/>
                  <a:pt x="2472364" y="5413282"/>
                </a:cubicBezTo>
                <a:cubicBezTo>
                  <a:pt x="2490726" y="5411122"/>
                  <a:pt x="2481365" y="5424443"/>
                  <a:pt x="2490726" y="5426963"/>
                </a:cubicBezTo>
                <a:cubicBezTo>
                  <a:pt x="2504408" y="5426963"/>
                  <a:pt x="2486046" y="5420122"/>
                  <a:pt x="2499727" y="5415442"/>
                </a:cubicBezTo>
                <a:cubicBezTo>
                  <a:pt x="2510888" y="5415442"/>
                  <a:pt x="2501887" y="5429123"/>
                  <a:pt x="2510888" y="5429123"/>
                </a:cubicBezTo>
                <a:cubicBezTo>
                  <a:pt x="2492886" y="5447484"/>
                  <a:pt x="2474525" y="5438484"/>
                  <a:pt x="2454002" y="5449644"/>
                </a:cubicBezTo>
                <a:cubicBezTo>
                  <a:pt x="2449682" y="5435963"/>
                  <a:pt x="2440681" y="5447484"/>
                  <a:pt x="2431320" y="5438484"/>
                </a:cubicBezTo>
                <a:cubicBezTo>
                  <a:pt x="2436000" y="5444964"/>
                  <a:pt x="2433840" y="5454324"/>
                  <a:pt x="2431320" y="5465485"/>
                </a:cubicBezTo>
                <a:cubicBezTo>
                  <a:pt x="2421059" y="5458644"/>
                  <a:pt x="2413138" y="5457564"/>
                  <a:pt x="2406072" y="5457024"/>
                </a:cubicBezTo>
                <a:lnTo>
                  <a:pt x="2401495" y="5455836"/>
                </a:lnTo>
                <a:lnTo>
                  <a:pt x="2384640" y="5472949"/>
                </a:lnTo>
                <a:lnTo>
                  <a:pt x="2356470" y="5491182"/>
                </a:lnTo>
                <a:lnTo>
                  <a:pt x="2357860" y="5491992"/>
                </a:lnTo>
                <a:cubicBezTo>
                  <a:pt x="2378361" y="5496214"/>
                  <a:pt x="2404076" y="5483549"/>
                  <a:pt x="2434853" y="5483549"/>
                </a:cubicBezTo>
                <a:cubicBezTo>
                  <a:pt x="2443853" y="5483549"/>
                  <a:pt x="2443853" y="5492484"/>
                  <a:pt x="2448172" y="5492484"/>
                </a:cubicBezTo>
                <a:cubicBezTo>
                  <a:pt x="2491728" y="5497130"/>
                  <a:pt x="2548603" y="5472112"/>
                  <a:pt x="2569121" y="5474614"/>
                </a:cubicBezTo>
                <a:cubicBezTo>
                  <a:pt x="2587120" y="5476758"/>
                  <a:pt x="2580281" y="5483549"/>
                  <a:pt x="2605478" y="5472112"/>
                </a:cubicBezTo>
                <a:cubicBezTo>
                  <a:pt x="2602958" y="5492484"/>
                  <a:pt x="2582440" y="5492484"/>
                  <a:pt x="2587120" y="5519646"/>
                </a:cubicBezTo>
                <a:cubicBezTo>
                  <a:pt x="2571281" y="5519646"/>
                  <a:pt x="2584960" y="5501419"/>
                  <a:pt x="2573441" y="5499274"/>
                </a:cubicBezTo>
                <a:cubicBezTo>
                  <a:pt x="2557603" y="5501419"/>
                  <a:pt x="2543924" y="5519646"/>
                  <a:pt x="2530245" y="5508209"/>
                </a:cubicBezTo>
                <a:cubicBezTo>
                  <a:pt x="2518726" y="5508209"/>
                  <a:pt x="2534925" y="5521790"/>
                  <a:pt x="2521246" y="5526436"/>
                </a:cubicBezTo>
                <a:cubicBezTo>
                  <a:pt x="2500728" y="5512855"/>
                  <a:pt x="2505407" y="5537873"/>
                  <a:pt x="2487049" y="5540018"/>
                </a:cubicBezTo>
                <a:cubicBezTo>
                  <a:pt x="2471210" y="5537873"/>
                  <a:pt x="2475530" y="5526436"/>
                  <a:pt x="2468690" y="5519646"/>
                </a:cubicBezTo>
                <a:cubicBezTo>
                  <a:pt x="2461851" y="5540018"/>
                  <a:pt x="2409656" y="5515000"/>
                  <a:pt x="2404976" y="5515000"/>
                </a:cubicBezTo>
                <a:cubicBezTo>
                  <a:pt x="2382838" y="5515000"/>
                  <a:pt x="2347944" y="5520227"/>
                  <a:pt x="2338562" y="5504596"/>
                </a:cubicBezTo>
                <a:lnTo>
                  <a:pt x="2338748" y="5496464"/>
                </a:lnTo>
                <a:lnTo>
                  <a:pt x="2318321" y="5502198"/>
                </a:lnTo>
                <a:cubicBezTo>
                  <a:pt x="2311482" y="5515878"/>
                  <a:pt x="2314001" y="5527397"/>
                  <a:pt x="2290965" y="5532077"/>
                </a:cubicBezTo>
                <a:cubicBezTo>
                  <a:pt x="2272968" y="5509038"/>
                  <a:pt x="2259290" y="5525237"/>
                  <a:pt x="2225096" y="5513718"/>
                </a:cubicBezTo>
                <a:lnTo>
                  <a:pt x="2225237" y="5510213"/>
                </a:lnTo>
                <a:lnTo>
                  <a:pt x="2224172" y="5509763"/>
                </a:lnTo>
                <a:cubicBezTo>
                  <a:pt x="2221105" y="5507249"/>
                  <a:pt x="2218828" y="5504028"/>
                  <a:pt x="2217415" y="5500661"/>
                </a:cubicBezTo>
                <a:lnTo>
                  <a:pt x="2219795" y="5483836"/>
                </a:lnTo>
                <a:lnTo>
                  <a:pt x="2199787" y="5474007"/>
                </a:lnTo>
                <a:cubicBezTo>
                  <a:pt x="2186290" y="5469619"/>
                  <a:pt x="2171285" y="5466109"/>
                  <a:pt x="2156077" y="5462239"/>
                </a:cubicBezTo>
                <a:lnTo>
                  <a:pt x="2116987" y="5450121"/>
                </a:lnTo>
                <a:lnTo>
                  <a:pt x="2106708" y="5451028"/>
                </a:lnTo>
                <a:lnTo>
                  <a:pt x="2106605" y="5451402"/>
                </a:lnTo>
                <a:cubicBezTo>
                  <a:pt x="2105205" y="5456161"/>
                  <a:pt x="2104867" y="5452313"/>
                  <a:pt x="2092987" y="5452313"/>
                </a:cubicBezTo>
                <a:cubicBezTo>
                  <a:pt x="2092987" y="5452313"/>
                  <a:pt x="2092987" y="5452313"/>
                  <a:pt x="2110987" y="5477515"/>
                </a:cubicBezTo>
                <a:cubicBezTo>
                  <a:pt x="2101987" y="5484356"/>
                  <a:pt x="2099827" y="5491196"/>
                  <a:pt x="2104147" y="5500196"/>
                </a:cubicBezTo>
                <a:cubicBezTo>
                  <a:pt x="2117827" y="5498036"/>
                  <a:pt x="2108827" y="5491196"/>
                  <a:pt x="2113507" y="5486516"/>
                </a:cubicBezTo>
                <a:cubicBezTo>
                  <a:pt x="2119987" y="5498036"/>
                  <a:pt x="2126827" y="5500196"/>
                  <a:pt x="2134027" y="5500196"/>
                </a:cubicBezTo>
                <a:cubicBezTo>
                  <a:pt x="2129347" y="5507037"/>
                  <a:pt x="2138347" y="5516038"/>
                  <a:pt x="2122507" y="5520718"/>
                </a:cubicBezTo>
                <a:cubicBezTo>
                  <a:pt x="2115667" y="5516038"/>
                  <a:pt x="2110987" y="5509197"/>
                  <a:pt x="2099827" y="5518558"/>
                </a:cubicBezTo>
                <a:cubicBezTo>
                  <a:pt x="2113507" y="5529718"/>
                  <a:pt x="2126827" y="5543400"/>
                  <a:pt x="2138347" y="5554920"/>
                </a:cubicBezTo>
                <a:cubicBezTo>
                  <a:pt x="2113507" y="5561760"/>
                  <a:pt x="2158868" y="5579762"/>
                  <a:pt x="2136187" y="5586602"/>
                </a:cubicBezTo>
                <a:cubicBezTo>
                  <a:pt x="2124667" y="5584442"/>
                  <a:pt x="2131507" y="5575442"/>
                  <a:pt x="2117827" y="5577602"/>
                </a:cubicBezTo>
                <a:cubicBezTo>
                  <a:pt x="2126827" y="5572922"/>
                  <a:pt x="2115667" y="5563921"/>
                  <a:pt x="2117827" y="5559240"/>
                </a:cubicBezTo>
                <a:cubicBezTo>
                  <a:pt x="2113507" y="5561760"/>
                  <a:pt x="2108827" y="5559240"/>
                  <a:pt x="2101987" y="5563921"/>
                </a:cubicBezTo>
                <a:cubicBezTo>
                  <a:pt x="2101987" y="5563921"/>
                  <a:pt x="2101987" y="5563921"/>
                  <a:pt x="2115667" y="5579762"/>
                </a:cubicBezTo>
                <a:cubicBezTo>
                  <a:pt x="2095147" y="5579762"/>
                  <a:pt x="2110987" y="5595603"/>
                  <a:pt x="2101987" y="5604964"/>
                </a:cubicBezTo>
                <a:cubicBezTo>
                  <a:pt x="2088307" y="5584442"/>
                  <a:pt x="2104147" y="5559240"/>
                  <a:pt x="2067787" y="5550240"/>
                </a:cubicBezTo>
                <a:cubicBezTo>
                  <a:pt x="2054107" y="5568601"/>
                  <a:pt x="2101987" y="5609284"/>
                  <a:pt x="2056627" y="5613964"/>
                </a:cubicBezTo>
                <a:cubicBezTo>
                  <a:pt x="2054107" y="5620804"/>
                  <a:pt x="2060947" y="5625485"/>
                  <a:pt x="2065627" y="5632326"/>
                </a:cubicBezTo>
                <a:cubicBezTo>
                  <a:pt x="2070307" y="5629806"/>
                  <a:pt x="2074627" y="5625485"/>
                  <a:pt x="2077147" y="5629806"/>
                </a:cubicBezTo>
                <a:cubicBezTo>
                  <a:pt x="2063467" y="5661848"/>
                  <a:pt x="2081467" y="5700370"/>
                  <a:pt x="2063467" y="5732412"/>
                </a:cubicBezTo>
                <a:cubicBezTo>
                  <a:pt x="2067787" y="5729892"/>
                  <a:pt x="2072467" y="5736732"/>
                  <a:pt x="2077147" y="5736732"/>
                </a:cubicBezTo>
                <a:cubicBezTo>
                  <a:pt x="2063467" y="5741413"/>
                  <a:pt x="2077147" y="5750414"/>
                  <a:pt x="2067787" y="5757254"/>
                </a:cubicBezTo>
                <a:cubicBezTo>
                  <a:pt x="2058787" y="5748254"/>
                  <a:pt x="2065627" y="5739253"/>
                  <a:pt x="2051947" y="5743573"/>
                </a:cubicBezTo>
                <a:cubicBezTo>
                  <a:pt x="2049787" y="5757254"/>
                  <a:pt x="2045107" y="5770935"/>
                  <a:pt x="2047267" y="5784616"/>
                </a:cubicBezTo>
                <a:cubicBezTo>
                  <a:pt x="2040427" y="5793616"/>
                  <a:pt x="2036107" y="5786776"/>
                  <a:pt x="2029267" y="5793616"/>
                </a:cubicBezTo>
                <a:cubicBezTo>
                  <a:pt x="2033587" y="5796136"/>
                  <a:pt x="2038267" y="5796136"/>
                  <a:pt x="2040427" y="5800457"/>
                </a:cubicBezTo>
                <a:cubicBezTo>
                  <a:pt x="2033587" y="5805138"/>
                  <a:pt x="2026747" y="5802977"/>
                  <a:pt x="2019907" y="5809458"/>
                </a:cubicBezTo>
                <a:cubicBezTo>
                  <a:pt x="2026747" y="5820978"/>
                  <a:pt x="2022427" y="5820978"/>
                  <a:pt x="2031427" y="5825658"/>
                </a:cubicBezTo>
                <a:cubicBezTo>
                  <a:pt x="2019907" y="5829979"/>
                  <a:pt x="2010906" y="5823138"/>
                  <a:pt x="1999746" y="5827819"/>
                </a:cubicBezTo>
                <a:cubicBezTo>
                  <a:pt x="2001906" y="5836820"/>
                  <a:pt x="2008746" y="5848340"/>
                  <a:pt x="1997226" y="5855181"/>
                </a:cubicBezTo>
                <a:cubicBezTo>
                  <a:pt x="1997226" y="5855181"/>
                  <a:pt x="1997226" y="5855181"/>
                  <a:pt x="1992906" y="5850500"/>
                </a:cubicBezTo>
                <a:cubicBezTo>
                  <a:pt x="1990386" y="5850500"/>
                  <a:pt x="1988226" y="5852660"/>
                  <a:pt x="1988226" y="5850500"/>
                </a:cubicBezTo>
                <a:cubicBezTo>
                  <a:pt x="1999746" y="5845820"/>
                  <a:pt x="1997226" y="5829979"/>
                  <a:pt x="1988226" y="5832499"/>
                </a:cubicBezTo>
                <a:cubicBezTo>
                  <a:pt x="1986066" y="5850500"/>
                  <a:pt x="1983546" y="5862021"/>
                  <a:pt x="1995066" y="5877862"/>
                </a:cubicBezTo>
                <a:cubicBezTo>
                  <a:pt x="1979226" y="5877862"/>
                  <a:pt x="1988226" y="5889383"/>
                  <a:pt x="1974546" y="5889383"/>
                </a:cubicBezTo>
                <a:cubicBezTo>
                  <a:pt x="1981386" y="5889383"/>
                  <a:pt x="1988226" y="5896224"/>
                  <a:pt x="1981386" y="5903064"/>
                </a:cubicBezTo>
                <a:cubicBezTo>
                  <a:pt x="1972386" y="5891544"/>
                  <a:pt x="1960866" y="5889383"/>
                  <a:pt x="1947186" y="5898384"/>
                </a:cubicBezTo>
                <a:cubicBezTo>
                  <a:pt x="1947186" y="5886863"/>
                  <a:pt x="1947186" y="5877862"/>
                  <a:pt x="1945026" y="5868862"/>
                </a:cubicBezTo>
                <a:cubicBezTo>
                  <a:pt x="1936026" y="5873182"/>
                  <a:pt x="1931346" y="5859501"/>
                  <a:pt x="1922346" y="5871022"/>
                </a:cubicBezTo>
                <a:cubicBezTo>
                  <a:pt x="1940346" y="5884703"/>
                  <a:pt x="1938186" y="5898384"/>
                  <a:pt x="1938186" y="5916385"/>
                </a:cubicBezTo>
                <a:cubicBezTo>
                  <a:pt x="1949706" y="5916385"/>
                  <a:pt x="1967706" y="5925746"/>
                  <a:pt x="1956546" y="5936906"/>
                </a:cubicBezTo>
                <a:cubicBezTo>
                  <a:pt x="1949706" y="5930066"/>
                  <a:pt x="1954026" y="5925746"/>
                  <a:pt x="1945026" y="5918905"/>
                </a:cubicBezTo>
                <a:cubicBezTo>
                  <a:pt x="1936026" y="5918905"/>
                  <a:pt x="1926666" y="5927906"/>
                  <a:pt x="1926666" y="5932586"/>
                </a:cubicBezTo>
                <a:cubicBezTo>
                  <a:pt x="1929186" y="5934746"/>
                  <a:pt x="1947186" y="5932586"/>
                  <a:pt x="1940346" y="5943747"/>
                </a:cubicBezTo>
                <a:cubicBezTo>
                  <a:pt x="1938186" y="5939426"/>
                  <a:pt x="1922346" y="5939426"/>
                  <a:pt x="1929186" y="5946267"/>
                </a:cubicBezTo>
                <a:cubicBezTo>
                  <a:pt x="1933506" y="5955268"/>
                  <a:pt x="1945026" y="5948427"/>
                  <a:pt x="1949706" y="5962108"/>
                </a:cubicBezTo>
                <a:cubicBezTo>
                  <a:pt x="1942866" y="5966788"/>
                  <a:pt x="1924506" y="5964268"/>
                  <a:pt x="1929186" y="5971108"/>
                </a:cubicBezTo>
                <a:cubicBezTo>
                  <a:pt x="1936026" y="5968948"/>
                  <a:pt x="1956546" y="5977949"/>
                  <a:pt x="1951866" y="5986950"/>
                </a:cubicBezTo>
                <a:cubicBezTo>
                  <a:pt x="1940346" y="5991630"/>
                  <a:pt x="1942866" y="5980110"/>
                  <a:pt x="1936026" y="5982630"/>
                </a:cubicBezTo>
                <a:cubicBezTo>
                  <a:pt x="1942866" y="5991630"/>
                  <a:pt x="1917666" y="5984790"/>
                  <a:pt x="1926666" y="5991630"/>
                </a:cubicBezTo>
                <a:cubicBezTo>
                  <a:pt x="1949706" y="5986950"/>
                  <a:pt x="1954026" y="6021152"/>
                  <a:pt x="1942866" y="6032673"/>
                </a:cubicBezTo>
                <a:cubicBezTo>
                  <a:pt x="1949706" y="6036993"/>
                  <a:pt x="1958706" y="6036993"/>
                  <a:pt x="1965546" y="6036993"/>
                </a:cubicBezTo>
                <a:cubicBezTo>
                  <a:pt x="1956546" y="6043834"/>
                  <a:pt x="1958706" y="6050674"/>
                  <a:pt x="1970226" y="6048514"/>
                </a:cubicBezTo>
                <a:cubicBezTo>
                  <a:pt x="1963386" y="6055354"/>
                  <a:pt x="1970226" y="6062195"/>
                  <a:pt x="1960866" y="6066876"/>
                </a:cubicBezTo>
                <a:cubicBezTo>
                  <a:pt x="1947186" y="6060035"/>
                  <a:pt x="1938186" y="6034833"/>
                  <a:pt x="1938186" y="6021152"/>
                </a:cubicBezTo>
                <a:cubicBezTo>
                  <a:pt x="1936026" y="6023312"/>
                  <a:pt x="1933506" y="6021152"/>
                  <a:pt x="1929186" y="6021152"/>
                </a:cubicBezTo>
                <a:cubicBezTo>
                  <a:pt x="1942866" y="6064355"/>
                  <a:pt x="1926666" y="6087036"/>
                  <a:pt x="1949706" y="6132760"/>
                </a:cubicBezTo>
                <a:cubicBezTo>
                  <a:pt x="1938186" y="6134920"/>
                  <a:pt x="1942866" y="6141760"/>
                  <a:pt x="1933506" y="6146440"/>
                </a:cubicBezTo>
                <a:cubicBezTo>
                  <a:pt x="1917666" y="6130600"/>
                  <a:pt x="1922346" y="6102878"/>
                  <a:pt x="1894986" y="6089557"/>
                </a:cubicBezTo>
                <a:cubicBezTo>
                  <a:pt x="1894986" y="6089557"/>
                  <a:pt x="1894986" y="6089557"/>
                  <a:pt x="1888145" y="6091717"/>
                </a:cubicBezTo>
                <a:cubicBezTo>
                  <a:pt x="1901826" y="6121239"/>
                  <a:pt x="1931346" y="6153281"/>
                  <a:pt x="1901826" y="6178123"/>
                </a:cubicBezTo>
                <a:cubicBezTo>
                  <a:pt x="1906506" y="6203324"/>
                  <a:pt x="1917666" y="6239687"/>
                  <a:pt x="1894986" y="6253368"/>
                </a:cubicBezTo>
                <a:cubicBezTo>
                  <a:pt x="1901826" y="6253368"/>
                  <a:pt x="1903986" y="6260208"/>
                  <a:pt x="1899666" y="6264529"/>
                </a:cubicBezTo>
                <a:cubicBezTo>
                  <a:pt x="1894986" y="6257688"/>
                  <a:pt x="1890306" y="6253368"/>
                  <a:pt x="1881305" y="6260208"/>
                </a:cubicBezTo>
                <a:cubicBezTo>
                  <a:pt x="1881305" y="6267049"/>
                  <a:pt x="1876625" y="6273530"/>
                  <a:pt x="1865465" y="6278210"/>
                </a:cubicBezTo>
                <a:cubicBezTo>
                  <a:pt x="1869785" y="6285050"/>
                  <a:pt x="1865465" y="6291890"/>
                  <a:pt x="1876625" y="6287210"/>
                </a:cubicBezTo>
                <a:cubicBezTo>
                  <a:pt x="1876625" y="6285050"/>
                  <a:pt x="1872305" y="6280370"/>
                  <a:pt x="1874465" y="6278210"/>
                </a:cubicBezTo>
                <a:cubicBezTo>
                  <a:pt x="1890306" y="6280370"/>
                  <a:pt x="1881305" y="6298731"/>
                  <a:pt x="1894986" y="6310252"/>
                </a:cubicBezTo>
                <a:cubicBezTo>
                  <a:pt x="1858625" y="6312412"/>
                  <a:pt x="1856105" y="6346614"/>
                  <a:pt x="1838105" y="6367136"/>
                </a:cubicBezTo>
                <a:cubicBezTo>
                  <a:pt x="1826585" y="6360296"/>
                  <a:pt x="1815425" y="6376136"/>
                  <a:pt x="1803905" y="6382977"/>
                </a:cubicBezTo>
                <a:cubicBezTo>
                  <a:pt x="1767545" y="6376136"/>
                  <a:pt x="1747024" y="6335094"/>
                  <a:pt x="1735864" y="6294051"/>
                </a:cubicBezTo>
                <a:cubicBezTo>
                  <a:pt x="1749544" y="6294051"/>
                  <a:pt x="1744864" y="6303412"/>
                  <a:pt x="1753864" y="6303412"/>
                </a:cubicBezTo>
                <a:cubicBezTo>
                  <a:pt x="1765385" y="6289730"/>
                  <a:pt x="1742704" y="6280370"/>
                  <a:pt x="1751704" y="6262368"/>
                </a:cubicBezTo>
                <a:cubicBezTo>
                  <a:pt x="1705984" y="6253368"/>
                  <a:pt x="1742704" y="6184964"/>
                  <a:pt x="1722184" y="6162282"/>
                </a:cubicBezTo>
                <a:cubicBezTo>
                  <a:pt x="1747024" y="6134920"/>
                  <a:pt x="1735864" y="6091717"/>
                  <a:pt x="1726504" y="6073356"/>
                </a:cubicBezTo>
                <a:cubicBezTo>
                  <a:pt x="1724344" y="6080196"/>
                  <a:pt x="1733344" y="6100718"/>
                  <a:pt x="1715344" y="6098558"/>
                </a:cubicBezTo>
                <a:cubicBezTo>
                  <a:pt x="1712824" y="6078036"/>
                  <a:pt x="1722184" y="6062195"/>
                  <a:pt x="1708504" y="6046354"/>
                </a:cubicBezTo>
                <a:cubicBezTo>
                  <a:pt x="1717504" y="6027992"/>
                  <a:pt x="1722184" y="5996310"/>
                  <a:pt x="1703824" y="5991630"/>
                </a:cubicBezTo>
                <a:cubicBezTo>
                  <a:pt x="1708504" y="5977949"/>
                  <a:pt x="1710664" y="5993790"/>
                  <a:pt x="1719664" y="5984790"/>
                </a:cubicBezTo>
                <a:cubicBezTo>
                  <a:pt x="1719664" y="5971108"/>
                  <a:pt x="1699144" y="5957428"/>
                  <a:pt x="1712824" y="5946267"/>
                </a:cubicBezTo>
                <a:cubicBezTo>
                  <a:pt x="1719664" y="5950588"/>
                  <a:pt x="1703824" y="5964268"/>
                  <a:pt x="1717504" y="5962108"/>
                </a:cubicBezTo>
                <a:cubicBezTo>
                  <a:pt x="1722184" y="5950588"/>
                  <a:pt x="1733344" y="5930066"/>
                  <a:pt x="1710664" y="5934746"/>
                </a:cubicBezTo>
                <a:cubicBezTo>
                  <a:pt x="1724344" y="5907384"/>
                  <a:pt x="1722184" y="5875702"/>
                  <a:pt x="1722184" y="5845820"/>
                </a:cubicBezTo>
                <a:cubicBezTo>
                  <a:pt x="1701664" y="5839340"/>
                  <a:pt x="1685823" y="5807298"/>
                  <a:pt x="1685823" y="5789296"/>
                </a:cubicBezTo>
                <a:cubicBezTo>
                  <a:pt x="1674303" y="5789296"/>
                  <a:pt x="1662783" y="5789296"/>
                  <a:pt x="1651623" y="5793616"/>
                </a:cubicBezTo>
                <a:cubicBezTo>
                  <a:pt x="1651623" y="5798297"/>
                  <a:pt x="1653783" y="5802977"/>
                  <a:pt x="1658463" y="5809458"/>
                </a:cubicBezTo>
                <a:cubicBezTo>
                  <a:pt x="1667463" y="5805138"/>
                  <a:pt x="1674303" y="5805138"/>
                  <a:pt x="1681143" y="5811978"/>
                </a:cubicBezTo>
                <a:cubicBezTo>
                  <a:pt x="1674303" y="5827819"/>
                  <a:pt x="1667463" y="5843660"/>
                  <a:pt x="1674303" y="5859501"/>
                </a:cubicBezTo>
                <a:cubicBezTo>
                  <a:pt x="1669623" y="5864182"/>
                  <a:pt x="1665303" y="5862021"/>
                  <a:pt x="1658463" y="5864182"/>
                </a:cubicBezTo>
                <a:cubicBezTo>
                  <a:pt x="1674303" y="5871022"/>
                  <a:pt x="1660623" y="5875702"/>
                  <a:pt x="1665303" y="5884703"/>
                </a:cubicBezTo>
                <a:cubicBezTo>
                  <a:pt x="1669623" y="5884703"/>
                  <a:pt x="1672143" y="5882542"/>
                  <a:pt x="1674303" y="5884703"/>
                </a:cubicBezTo>
                <a:cubicBezTo>
                  <a:pt x="1667463" y="5886863"/>
                  <a:pt x="1665303" y="5891544"/>
                  <a:pt x="1662783" y="5896224"/>
                </a:cubicBezTo>
                <a:cubicBezTo>
                  <a:pt x="1655943" y="5884703"/>
                  <a:pt x="1651623" y="5859501"/>
                  <a:pt x="1633263" y="5864182"/>
                </a:cubicBezTo>
                <a:cubicBezTo>
                  <a:pt x="1635783" y="5886863"/>
                  <a:pt x="1653783" y="5898384"/>
                  <a:pt x="1642623" y="5916385"/>
                </a:cubicBezTo>
                <a:cubicBezTo>
                  <a:pt x="1633263" y="5923226"/>
                  <a:pt x="1631103" y="5907384"/>
                  <a:pt x="1622103" y="5916385"/>
                </a:cubicBezTo>
                <a:cubicBezTo>
                  <a:pt x="1615263" y="5927906"/>
                  <a:pt x="1626423" y="5943747"/>
                  <a:pt x="1612743" y="5955268"/>
                </a:cubicBezTo>
                <a:cubicBezTo>
                  <a:pt x="1608423" y="5948427"/>
                  <a:pt x="1603743" y="5941586"/>
                  <a:pt x="1594743" y="5946267"/>
                </a:cubicBezTo>
                <a:cubicBezTo>
                  <a:pt x="1585743" y="5955268"/>
                  <a:pt x="1601583" y="5966788"/>
                  <a:pt x="1581063" y="5975789"/>
                </a:cubicBezTo>
                <a:cubicBezTo>
                  <a:pt x="1583223" y="5977949"/>
                  <a:pt x="1587903" y="5975789"/>
                  <a:pt x="1590063" y="5980110"/>
                </a:cubicBezTo>
                <a:cubicBezTo>
                  <a:pt x="1572063" y="5991630"/>
                  <a:pt x="1569543" y="6005311"/>
                  <a:pt x="1572063" y="6021152"/>
                </a:cubicBezTo>
                <a:cubicBezTo>
                  <a:pt x="1549382" y="6030153"/>
                  <a:pt x="1558383" y="6043834"/>
                  <a:pt x="1542182" y="6055354"/>
                </a:cubicBezTo>
                <a:cubicBezTo>
                  <a:pt x="1522022" y="5996310"/>
                  <a:pt x="1544702" y="5939426"/>
                  <a:pt x="1519502" y="5877862"/>
                </a:cubicBezTo>
                <a:cubicBezTo>
                  <a:pt x="1533182" y="5862021"/>
                  <a:pt x="1524182" y="5841500"/>
                  <a:pt x="1512662" y="5820978"/>
                </a:cubicBezTo>
                <a:cubicBezTo>
                  <a:pt x="1531022" y="5807298"/>
                  <a:pt x="1528502" y="5777776"/>
                  <a:pt x="1503662" y="5766254"/>
                </a:cubicBezTo>
                <a:cubicBezTo>
                  <a:pt x="1508342" y="5782456"/>
                  <a:pt x="1526342" y="5798297"/>
                  <a:pt x="1515182" y="5811978"/>
                </a:cubicBezTo>
                <a:cubicBezTo>
                  <a:pt x="1505822" y="5786776"/>
                  <a:pt x="1487822" y="5761934"/>
                  <a:pt x="1501502" y="5739253"/>
                </a:cubicBezTo>
                <a:cubicBezTo>
                  <a:pt x="1487822" y="5743573"/>
                  <a:pt x="1485662" y="5725572"/>
                  <a:pt x="1487822" y="5716211"/>
                </a:cubicBezTo>
                <a:cubicBezTo>
                  <a:pt x="1496822" y="5723052"/>
                  <a:pt x="1501502" y="5741413"/>
                  <a:pt x="1512662" y="5741413"/>
                </a:cubicBezTo>
                <a:cubicBezTo>
                  <a:pt x="1510502" y="5720892"/>
                  <a:pt x="1483142" y="5714051"/>
                  <a:pt x="1478822" y="5693530"/>
                </a:cubicBezTo>
                <a:cubicBezTo>
                  <a:pt x="1485662" y="5689210"/>
                  <a:pt x="1489982" y="5691370"/>
                  <a:pt x="1494662" y="5686689"/>
                </a:cubicBezTo>
                <a:cubicBezTo>
                  <a:pt x="1494662" y="5677688"/>
                  <a:pt x="1485662" y="5657167"/>
                  <a:pt x="1501502" y="5664008"/>
                </a:cubicBezTo>
                <a:cubicBezTo>
                  <a:pt x="1498982" y="5661848"/>
                  <a:pt x="1501502" y="5659328"/>
                  <a:pt x="1498982" y="5657167"/>
                </a:cubicBezTo>
                <a:cubicBezTo>
                  <a:pt x="1489982" y="5655007"/>
                  <a:pt x="1483142" y="5643486"/>
                  <a:pt x="1474142" y="5643486"/>
                </a:cubicBezTo>
                <a:cubicBezTo>
                  <a:pt x="1471982" y="5645646"/>
                  <a:pt x="1471982" y="5648166"/>
                  <a:pt x="1471982" y="5652487"/>
                </a:cubicBezTo>
                <a:cubicBezTo>
                  <a:pt x="1476302" y="5659328"/>
                  <a:pt x="1483142" y="5655007"/>
                  <a:pt x="1487822" y="5664008"/>
                </a:cubicBezTo>
                <a:cubicBezTo>
                  <a:pt x="1469462" y="5668688"/>
                  <a:pt x="1494662" y="5677688"/>
                  <a:pt x="1485662" y="5682369"/>
                </a:cubicBezTo>
                <a:cubicBezTo>
                  <a:pt x="1469462" y="5670848"/>
                  <a:pt x="1480982" y="5670848"/>
                  <a:pt x="1471982" y="5657167"/>
                </a:cubicBezTo>
                <a:cubicBezTo>
                  <a:pt x="1462622" y="5655007"/>
                  <a:pt x="1451462" y="5664008"/>
                  <a:pt x="1453622" y="5673008"/>
                </a:cubicBezTo>
                <a:cubicBezTo>
                  <a:pt x="1446782" y="5664008"/>
                  <a:pt x="1439942" y="5652487"/>
                  <a:pt x="1428422" y="5659328"/>
                </a:cubicBezTo>
                <a:cubicBezTo>
                  <a:pt x="1444622" y="5673008"/>
                  <a:pt x="1478822" y="5705050"/>
                  <a:pt x="1451462" y="5714051"/>
                </a:cubicBezTo>
                <a:cubicBezTo>
                  <a:pt x="1453622" y="5720892"/>
                  <a:pt x="1455782" y="5727732"/>
                  <a:pt x="1455782" y="5736732"/>
                </a:cubicBezTo>
                <a:cubicBezTo>
                  <a:pt x="1460462" y="5734572"/>
                  <a:pt x="1465142" y="5734572"/>
                  <a:pt x="1469462" y="5734572"/>
                </a:cubicBezTo>
                <a:cubicBezTo>
                  <a:pt x="1462622" y="5741413"/>
                  <a:pt x="1458302" y="5745734"/>
                  <a:pt x="1460462" y="5752574"/>
                </a:cubicBezTo>
                <a:cubicBezTo>
                  <a:pt x="1483142" y="5823138"/>
                  <a:pt x="1474142" y="5900544"/>
                  <a:pt x="1469462" y="5957428"/>
                </a:cubicBezTo>
                <a:cubicBezTo>
                  <a:pt x="1451462" y="5936906"/>
                  <a:pt x="1451462" y="5930066"/>
                  <a:pt x="1439942" y="5914225"/>
                </a:cubicBezTo>
                <a:cubicBezTo>
                  <a:pt x="1437782" y="5930066"/>
                  <a:pt x="1437782" y="5946267"/>
                  <a:pt x="1437782" y="5962108"/>
                </a:cubicBezTo>
                <a:cubicBezTo>
                  <a:pt x="1433102" y="5966788"/>
                  <a:pt x="1415101" y="5971108"/>
                  <a:pt x="1419421" y="5975789"/>
                </a:cubicBezTo>
                <a:cubicBezTo>
                  <a:pt x="1439942" y="5982630"/>
                  <a:pt x="1408261" y="6000630"/>
                  <a:pt x="1426261" y="6014312"/>
                </a:cubicBezTo>
                <a:cubicBezTo>
                  <a:pt x="1412581" y="6018992"/>
                  <a:pt x="1421941" y="6025832"/>
                  <a:pt x="1415101" y="6036993"/>
                </a:cubicBezTo>
                <a:cubicBezTo>
                  <a:pt x="1408261" y="6030153"/>
                  <a:pt x="1415101" y="6023312"/>
                  <a:pt x="1408261" y="6016472"/>
                </a:cubicBezTo>
                <a:cubicBezTo>
                  <a:pt x="1398901" y="6021152"/>
                  <a:pt x="1389901" y="6018992"/>
                  <a:pt x="1387741" y="6027992"/>
                </a:cubicBezTo>
                <a:cubicBezTo>
                  <a:pt x="1364701" y="6000630"/>
                  <a:pt x="1353541" y="5968948"/>
                  <a:pt x="1337701" y="5934746"/>
                </a:cubicBezTo>
                <a:cubicBezTo>
                  <a:pt x="1328341" y="5912064"/>
                  <a:pt x="1305661" y="5864182"/>
                  <a:pt x="1312501" y="5839340"/>
                </a:cubicBezTo>
                <a:cubicBezTo>
                  <a:pt x="1285140" y="5807298"/>
                  <a:pt x="1287660" y="5757254"/>
                  <a:pt x="1287660" y="5720892"/>
                </a:cubicBezTo>
                <a:cubicBezTo>
                  <a:pt x="1269300" y="5691370"/>
                  <a:pt x="1271460" y="5657167"/>
                  <a:pt x="1269300" y="5622965"/>
                </a:cubicBezTo>
                <a:cubicBezTo>
                  <a:pt x="1273980" y="5625485"/>
                  <a:pt x="1276140" y="5625485"/>
                  <a:pt x="1280820" y="5622965"/>
                </a:cubicBezTo>
                <a:cubicBezTo>
                  <a:pt x="1273980" y="5611804"/>
                  <a:pt x="1282980" y="5586602"/>
                  <a:pt x="1264620" y="5588762"/>
                </a:cubicBezTo>
                <a:cubicBezTo>
                  <a:pt x="1264620" y="5588762"/>
                  <a:pt x="1264620" y="5588762"/>
                  <a:pt x="1282980" y="5577602"/>
                </a:cubicBezTo>
                <a:cubicBezTo>
                  <a:pt x="1276140" y="5536559"/>
                  <a:pt x="1262460" y="5495516"/>
                  <a:pt x="1228260" y="5459154"/>
                </a:cubicBezTo>
                <a:cubicBezTo>
                  <a:pt x="1237620" y="5445472"/>
                  <a:pt x="1235100" y="5429632"/>
                  <a:pt x="1217100" y="5422791"/>
                </a:cubicBezTo>
                <a:cubicBezTo>
                  <a:pt x="1251300" y="5386428"/>
                  <a:pt x="1262460" y="5334225"/>
                  <a:pt x="1251300" y="5300022"/>
                </a:cubicBezTo>
                <a:cubicBezTo>
                  <a:pt x="1244460" y="5304703"/>
                  <a:pt x="1255620" y="5311544"/>
                  <a:pt x="1246620" y="5313704"/>
                </a:cubicBezTo>
                <a:cubicBezTo>
                  <a:pt x="1235100" y="5306863"/>
                  <a:pt x="1237620" y="5302183"/>
                  <a:pt x="1223940" y="5295342"/>
                </a:cubicBezTo>
                <a:cubicBezTo>
                  <a:pt x="1223940" y="5288502"/>
                  <a:pt x="1232940" y="5281662"/>
                  <a:pt x="1221780" y="5272661"/>
                </a:cubicBezTo>
                <a:cubicBezTo>
                  <a:pt x="1232940" y="5265820"/>
                  <a:pt x="1239780" y="5258980"/>
                  <a:pt x="1237620" y="5249979"/>
                </a:cubicBezTo>
                <a:cubicBezTo>
                  <a:pt x="1228260" y="5252140"/>
                  <a:pt x="1221780" y="5243139"/>
                  <a:pt x="1214940" y="5236298"/>
                </a:cubicBezTo>
                <a:cubicBezTo>
                  <a:pt x="1251300" y="5188415"/>
                  <a:pt x="1260300" y="5138372"/>
                  <a:pt x="1241940" y="5081488"/>
                </a:cubicBezTo>
                <a:cubicBezTo>
                  <a:pt x="1264620" y="5072487"/>
                  <a:pt x="1237620" y="5051966"/>
                  <a:pt x="1241940" y="5040805"/>
                </a:cubicBezTo>
                <a:cubicBezTo>
                  <a:pt x="1210260" y="5038285"/>
                  <a:pt x="1239780" y="4988241"/>
                  <a:pt x="1200900" y="4999762"/>
                </a:cubicBezTo>
                <a:cubicBezTo>
                  <a:pt x="1255620" y="4942878"/>
                  <a:pt x="1208100" y="4849632"/>
                  <a:pt x="1230780" y="4801748"/>
                </a:cubicBezTo>
                <a:cubicBezTo>
                  <a:pt x="1217100" y="4783747"/>
                  <a:pt x="1214940" y="4747385"/>
                  <a:pt x="1223940" y="4724343"/>
                </a:cubicBezTo>
                <a:cubicBezTo>
                  <a:pt x="1208100" y="4681140"/>
                  <a:pt x="1219260" y="4642618"/>
                  <a:pt x="1228260" y="4603735"/>
                </a:cubicBezTo>
                <a:cubicBezTo>
                  <a:pt x="1219260" y="4567372"/>
                  <a:pt x="1223940" y="4549371"/>
                  <a:pt x="1214940" y="4517329"/>
                </a:cubicBezTo>
                <a:cubicBezTo>
                  <a:pt x="1221780" y="4510488"/>
                  <a:pt x="1235100" y="4517329"/>
                  <a:pt x="1232940" y="4508328"/>
                </a:cubicBezTo>
                <a:cubicBezTo>
                  <a:pt x="1210260" y="4501488"/>
                  <a:pt x="1219260" y="4469446"/>
                  <a:pt x="1221780" y="4451444"/>
                </a:cubicBezTo>
                <a:cubicBezTo>
                  <a:pt x="1223940" y="4456125"/>
                  <a:pt x="1226100" y="4465126"/>
                  <a:pt x="1230780" y="4462605"/>
                </a:cubicBezTo>
                <a:cubicBezTo>
                  <a:pt x="1217100" y="4430923"/>
                  <a:pt x="1221780" y="4380880"/>
                  <a:pt x="1244460" y="4353518"/>
                </a:cubicBezTo>
                <a:cubicBezTo>
                  <a:pt x="1244460" y="4362518"/>
                  <a:pt x="1260300" y="4408242"/>
                  <a:pt x="1232940" y="4401401"/>
                </a:cubicBezTo>
                <a:cubicBezTo>
                  <a:pt x="1232940" y="4417242"/>
                  <a:pt x="1244460" y="4435603"/>
                  <a:pt x="1246620" y="4451444"/>
                </a:cubicBezTo>
                <a:cubicBezTo>
                  <a:pt x="1253460" y="4449284"/>
                  <a:pt x="1253460" y="4442444"/>
                  <a:pt x="1260300" y="4439924"/>
                </a:cubicBezTo>
                <a:cubicBezTo>
                  <a:pt x="1267140" y="4451444"/>
                  <a:pt x="1248780" y="4469446"/>
                  <a:pt x="1264620" y="4474126"/>
                </a:cubicBezTo>
                <a:cubicBezTo>
                  <a:pt x="1264620" y="4458285"/>
                  <a:pt x="1278300" y="4430923"/>
                  <a:pt x="1255620" y="4417242"/>
                </a:cubicBezTo>
                <a:cubicBezTo>
                  <a:pt x="1276140" y="4401401"/>
                  <a:pt x="1277310" y="4378090"/>
                  <a:pt x="1277625" y="4353608"/>
                </a:cubicBezTo>
                <a:lnTo>
                  <a:pt x="1279209" y="4326402"/>
                </a:lnTo>
                <a:lnTo>
                  <a:pt x="1278808" y="4325916"/>
                </a:lnTo>
                <a:lnTo>
                  <a:pt x="1279351" y="4323970"/>
                </a:lnTo>
                <a:lnTo>
                  <a:pt x="1279768" y="4316795"/>
                </a:lnTo>
                <a:lnTo>
                  <a:pt x="1292062" y="4288555"/>
                </a:lnTo>
                <a:lnTo>
                  <a:pt x="1258586" y="4280447"/>
                </a:lnTo>
                <a:lnTo>
                  <a:pt x="1259615" y="4290503"/>
                </a:lnTo>
                <a:lnTo>
                  <a:pt x="1257799" y="4299596"/>
                </a:lnTo>
                <a:lnTo>
                  <a:pt x="1268893" y="4298792"/>
                </a:lnTo>
                <a:cubicBezTo>
                  <a:pt x="1262063" y="4316504"/>
                  <a:pt x="1273565" y="4323235"/>
                  <a:pt x="1273565" y="4336696"/>
                </a:cubicBezTo>
                <a:cubicBezTo>
                  <a:pt x="1267814" y="4332268"/>
                  <a:pt x="1260985" y="4332268"/>
                  <a:pt x="1253617" y="4333109"/>
                </a:cubicBezTo>
                <a:lnTo>
                  <a:pt x="1248532" y="4333430"/>
                </a:lnTo>
                <a:lnTo>
                  <a:pt x="1245961" y="4347812"/>
                </a:lnTo>
                <a:lnTo>
                  <a:pt x="1241667" y="4333862"/>
                </a:lnTo>
                <a:lnTo>
                  <a:pt x="1230433" y="4334570"/>
                </a:lnTo>
                <a:cubicBezTo>
                  <a:pt x="1227917" y="4318984"/>
                  <a:pt x="1216775" y="4309774"/>
                  <a:pt x="1216775" y="4294187"/>
                </a:cubicBezTo>
                <a:cubicBezTo>
                  <a:pt x="1230433" y="4298792"/>
                  <a:pt x="1246248" y="4303043"/>
                  <a:pt x="1244092" y="4318984"/>
                </a:cubicBezTo>
                <a:cubicBezTo>
                  <a:pt x="1250292" y="4318364"/>
                  <a:pt x="1253235" y="4316504"/>
                  <a:pt x="1254589" y="4314135"/>
                </a:cubicBezTo>
                <a:lnTo>
                  <a:pt x="1255340" y="4307951"/>
                </a:lnTo>
                <a:lnTo>
                  <a:pt x="1244679" y="4316055"/>
                </a:lnTo>
                <a:cubicBezTo>
                  <a:pt x="1258273" y="4298218"/>
                  <a:pt x="1242175" y="4271106"/>
                  <a:pt x="1255769" y="4252912"/>
                </a:cubicBezTo>
                <a:lnTo>
                  <a:pt x="1258253" y="4277187"/>
                </a:lnTo>
                <a:lnTo>
                  <a:pt x="1260843" y="4258437"/>
                </a:lnTo>
                <a:cubicBezTo>
                  <a:pt x="1262239" y="4251372"/>
                  <a:pt x="1264489" y="4245162"/>
                  <a:pt x="1268990" y="4241742"/>
                </a:cubicBezTo>
                <a:cubicBezTo>
                  <a:pt x="1268990" y="4239222"/>
                  <a:pt x="1264309" y="4237061"/>
                  <a:pt x="1266830" y="4232381"/>
                </a:cubicBezTo>
                <a:cubicBezTo>
                  <a:pt x="1262149" y="4232381"/>
                  <a:pt x="1262149" y="4237061"/>
                  <a:pt x="1259988" y="4241742"/>
                </a:cubicBezTo>
                <a:cubicBezTo>
                  <a:pt x="1246306" y="4234901"/>
                  <a:pt x="1268990" y="4225541"/>
                  <a:pt x="1273671" y="4221220"/>
                </a:cubicBezTo>
                <a:cubicBezTo>
                  <a:pt x="1246306" y="4214380"/>
                  <a:pt x="1227943" y="4202860"/>
                  <a:pt x="1200578" y="4214380"/>
                </a:cubicBezTo>
                <a:cubicBezTo>
                  <a:pt x="1200578" y="4230221"/>
                  <a:pt x="1207779" y="4241742"/>
                  <a:pt x="1198417" y="4252902"/>
                </a:cubicBezTo>
                <a:cubicBezTo>
                  <a:pt x="1150889" y="4246062"/>
                  <a:pt x="1118843" y="4214380"/>
                  <a:pt x="1070954" y="4196019"/>
                </a:cubicBezTo>
                <a:cubicBezTo>
                  <a:pt x="1064113" y="4200700"/>
                  <a:pt x="1068794" y="4228061"/>
                  <a:pt x="1075635" y="4237061"/>
                </a:cubicBezTo>
                <a:cubicBezTo>
                  <a:pt x="1066633" y="4250742"/>
                  <a:pt x="1043949" y="4250742"/>
                  <a:pt x="1037108" y="4266583"/>
                </a:cubicBezTo>
                <a:cubicBezTo>
                  <a:pt x="1011903" y="4264422"/>
                  <a:pt x="1016584" y="4261902"/>
                  <a:pt x="996061" y="4264422"/>
                </a:cubicBezTo>
                <a:cubicBezTo>
                  <a:pt x="982378" y="4243902"/>
                  <a:pt x="957173" y="4230221"/>
                  <a:pt x="948172" y="4207540"/>
                </a:cubicBezTo>
                <a:cubicBezTo>
                  <a:pt x="950332" y="4198180"/>
                  <a:pt x="964015" y="4200700"/>
                  <a:pt x="966535" y="4191699"/>
                </a:cubicBezTo>
                <a:cubicBezTo>
                  <a:pt x="957173" y="4180178"/>
                  <a:pt x="952853" y="4152817"/>
                  <a:pt x="966535" y="4139137"/>
                </a:cubicBezTo>
                <a:cubicBezTo>
                  <a:pt x="943491" y="4145977"/>
                  <a:pt x="939170" y="4116456"/>
                  <a:pt x="950332" y="4102775"/>
                </a:cubicBezTo>
                <a:cubicBezTo>
                  <a:pt x="925488" y="4118616"/>
                  <a:pt x="895962" y="4104935"/>
                  <a:pt x="886961" y="4139137"/>
                </a:cubicBezTo>
                <a:cubicBezTo>
                  <a:pt x="904964" y="4127976"/>
                  <a:pt x="902804" y="4139137"/>
                  <a:pt x="884440" y="4143817"/>
                </a:cubicBezTo>
                <a:cubicBezTo>
                  <a:pt x="886961" y="4150657"/>
                  <a:pt x="891282" y="4143817"/>
                  <a:pt x="900283" y="4145977"/>
                </a:cubicBezTo>
                <a:cubicBezTo>
                  <a:pt x="900283" y="4152817"/>
                  <a:pt x="893442" y="4152817"/>
                  <a:pt x="893442" y="4157498"/>
                </a:cubicBezTo>
                <a:cubicBezTo>
                  <a:pt x="900283" y="4168658"/>
                  <a:pt x="916486" y="4175498"/>
                  <a:pt x="930169" y="4182339"/>
                </a:cubicBezTo>
                <a:cubicBezTo>
                  <a:pt x="920807" y="4189179"/>
                  <a:pt x="913966" y="4200700"/>
                  <a:pt x="913966" y="4216540"/>
                </a:cubicBezTo>
                <a:cubicBezTo>
                  <a:pt x="886961" y="4214380"/>
                  <a:pt x="898123" y="4182339"/>
                  <a:pt x="870758" y="4191699"/>
                </a:cubicBezTo>
                <a:cubicBezTo>
                  <a:pt x="870758" y="4180178"/>
                  <a:pt x="875439" y="4164338"/>
                  <a:pt x="859596" y="4164338"/>
                </a:cubicBezTo>
                <a:cubicBezTo>
                  <a:pt x="870758" y="4161818"/>
                  <a:pt x="863917" y="4139137"/>
                  <a:pt x="875439" y="4139137"/>
                </a:cubicBezTo>
                <a:cubicBezTo>
                  <a:pt x="866437" y="4134816"/>
                  <a:pt x="857075" y="4127976"/>
                  <a:pt x="845913" y="4123296"/>
                </a:cubicBezTo>
                <a:cubicBezTo>
                  <a:pt x="850234" y="4114296"/>
                  <a:pt x="873278" y="4123296"/>
                  <a:pt x="884440" y="4123296"/>
                </a:cubicBezTo>
                <a:cubicBezTo>
                  <a:pt x="891282" y="4118616"/>
                  <a:pt x="893442" y="4107455"/>
                  <a:pt x="902804" y="4107455"/>
                </a:cubicBezTo>
                <a:cubicBezTo>
                  <a:pt x="895962" y="4068573"/>
                  <a:pt x="845913" y="4075414"/>
                  <a:pt x="832231" y="4036892"/>
                </a:cubicBezTo>
                <a:cubicBezTo>
                  <a:pt x="818548" y="4039052"/>
                  <a:pt x="827550" y="4061733"/>
                  <a:pt x="816388" y="4061733"/>
                </a:cubicBezTo>
                <a:cubicBezTo>
                  <a:pt x="816388" y="4068573"/>
                  <a:pt x="825390" y="4064253"/>
                  <a:pt x="827550" y="4059573"/>
                </a:cubicBezTo>
                <a:cubicBezTo>
                  <a:pt x="843393" y="4059573"/>
                  <a:pt x="811707" y="4071094"/>
                  <a:pt x="829710" y="4073254"/>
                </a:cubicBezTo>
                <a:cubicBezTo>
                  <a:pt x="827550" y="4082254"/>
                  <a:pt x="809547" y="4075414"/>
                  <a:pt x="807026" y="4084774"/>
                </a:cubicBezTo>
                <a:cubicBezTo>
                  <a:pt x="800185" y="4066413"/>
                  <a:pt x="784342" y="4073254"/>
                  <a:pt x="756977" y="4066413"/>
                </a:cubicBezTo>
                <a:cubicBezTo>
                  <a:pt x="759498" y="4048412"/>
                  <a:pt x="750136" y="4039052"/>
                  <a:pt x="725291" y="4041572"/>
                </a:cubicBezTo>
                <a:cubicBezTo>
                  <a:pt x="725291" y="4021051"/>
                  <a:pt x="697926" y="4018531"/>
                  <a:pt x="706928" y="3993690"/>
                </a:cubicBezTo>
                <a:cubicBezTo>
                  <a:pt x="706928" y="3993690"/>
                  <a:pt x="706928" y="3993690"/>
                  <a:pt x="679563" y="3991530"/>
                </a:cubicBezTo>
                <a:cubicBezTo>
                  <a:pt x="677403" y="3980009"/>
                  <a:pt x="672722" y="3966328"/>
                  <a:pt x="679563" y="3945808"/>
                </a:cubicBezTo>
                <a:cubicBezTo>
                  <a:pt x="686404" y="3941127"/>
                  <a:pt x="697926" y="3943647"/>
                  <a:pt x="711609" y="3945808"/>
                </a:cubicBezTo>
                <a:cubicBezTo>
                  <a:pt x="706928" y="3954808"/>
                  <a:pt x="709449" y="3961648"/>
                  <a:pt x="711609" y="3968488"/>
                </a:cubicBezTo>
                <a:cubicBezTo>
                  <a:pt x="720611" y="3968488"/>
                  <a:pt x="732133" y="3950488"/>
                  <a:pt x="727452" y="3968488"/>
                </a:cubicBezTo>
                <a:cubicBezTo>
                  <a:pt x="736453" y="3966328"/>
                  <a:pt x="741134" y="3959488"/>
                  <a:pt x="743295" y="3947968"/>
                </a:cubicBezTo>
                <a:cubicBezTo>
                  <a:pt x="741134" y="3941127"/>
                  <a:pt x="736453" y="3950488"/>
                  <a:pt x="727452" y="3945808"/>
                </a:cubicBezTo>
                <a:cubicBezTo>
                  <a:pt x="754817" y="3929967"/>
                  <a:pt x="700087" y="3925286"/>
                  <a:pt x="723131" y="3909446"/>
                </a:cubicBezTo>
                <a:cubicBezTo>
                  <a:pt x="711609" y="3911786"/>
                  <a:pt x="705308" y="3911246"/>
                  <a:pt x="701617" y="3907826"/>
                </a:cubicBezTo>
                <a:lnTo>
                  <a:pt x="699646" y="3901458"/>
                </a:lnTo>
                <a:lnTo>
                  <a:pt x="687943" y="3904240"/>
                </a:lnTo>
                <a:lnTo>
                  <a:pt x="687035" y="3912866"/>
                </a:lnTo>
                <a:cubicBezTo>
                  <a:pt x="687035" y="3921416"/>
                  <a:pt x="687665" y="3929967"/>
                  <a:pt x="682084" y="3936807"/>
                </a:cubicBezTo>
                <a:cubicBezTo>
                  <a:pt x="674072" y="3931677"/>
                  <a:pt x="671349" y="3923284"/>
                  <a:pt x="671023" y="3913434"/>
                </a:cubicBezTo>
                <a:lnTo>
                  <a:pt x="671571" y="3908131"/>
                </a:lnTo>
                <a:lnTo>
                  <a:pt x="655291" y="3912000"/>
                </a:lnTo>
                <a:cubicBezTo>
                  <a:pt x="648450" y="3921359"/>
                  <a:pt x="666812" y="3914520"/>
                  <a:pt x="659971" y="3923518"/>
                </a:cubicBezTo>
                <a:cubicBezTo>
                  <a:pt x="632608" y="3937196"/>
                  <a:pt x="621087" y="3946195"/>
                  <a:pt x="586883" y="3939356"/>
                </a:cubicBezTo>
                <a:cubicBezTo>
                  <a:pt x="566361" y="3957714"/>
                  <a:pt x="557360" y="3985070"/>
                  <a:pt x="529997" y="3994068"/>
                </a:cubicBezTo>
                <a:cubicBezTo>
                  <a:pt x="536838" y="3962033"/>
                  <a:pt x="555200" y="3932517"/>
                  <a:pt x="568882" y="3909840"/>
                </a:cubicBezTo>
                <a:cubicBezTo>
                  <a:pt x="573202" y="3903002"/>
                  <a:pt x="562041" y="3903002"/>
                  <a:pt x="562041" y="3898322"/>
                </a:cubicBezTo>
                <a:cubicBezTo>
                  <a:pt x="546199" y="3898322"/>
                  <a:pt x="543679" y="3898322"/>
                  <a:pt x="541519" y="3889324"/>
                </a:cubicBezTo>
                <a:cubicBezTo>
                  <a:pt x="525677" y="3887164"/>
                  <a:pt x="523157" y="3907681"/>
                  <a:pt x="507315" y="3896162"/>
                </a:cubicBezTo>
                <a:cubicBezTo>
                  <a:pt x="509475" y="3907681"/>
                  <a:pt x="500474" y="3909840"/>
                  <a:pt x="493634" y="3914520"/>
                </a:cubicBezTo>
                <a:cubicBezTo>
                  <a:pt x="491473" y="3923518"/>
                  <a:pt x="500474" y="3930358"/>
                  <a:pt x="500474" y="3939356"/>
                </a:cubicBezTo>
                <a:cubicBezTo>
                  <a:pt x="491473" y="3941516"/>
                  <a:pt x="489313" y="3937196"/>
                  <a:pt x="484633" y="3937196"/>
                </a:cubicBezTo>
                <a:cubicBezTo>
                  <a:pt x="457270" y="3959873"/>
                  <a:pt x="427747" y="3980390"/>
                  <a:pt x="391383" y="3996228"/>
                </a:cubicBezTo>
                <a:cubicBezTo>
                  <a:pt x="391383" y="4003067"/>
                  <a:pt x="391383" y="4012066"/>
                  <a:pt x="384542" y="4014585"/>
                </a:cubicBezTo>
                <a:cubicBezTo>
                  <a:pt x="352499" y="3987229"/>
                  <a:pt x="429907" y="3968872"/>
                  <a:pt x="434587" y="3934677"/>
                </a:cubicBezTo>
                <a:cubicBezTo>
                  <a:pt x="423066" y="3925678"/>
                  <a:pt x="411905" y="3934677"/>
                  <a:pt x="405064" y="3925678"/>
                </a:cubicBezTo>
                <a:cubicBezTo>
                  <a:pt x="407224" y="3921359"/>
                  <a:pt x="432427" y="3912000"/>
                  <a:pt x="407224" y="3909840"/>
                </a:cubicBezTo>
                <a:cubicBezTo>
                  <a:pt x="409385" y="3900842"/>
                  <a:pt x="423066" y="3903002"/>
                  <a:pt x="425586" y="3894003"/>
                </a:cubicBezTo>
                <a:cubicBezTo>
                  <a:pt x="436748" y="3896162"/>
                  <a:pt x="420906" y="3903002"/>
                  <a:pt x="423066" y="3907681"/>
                </a:cubicBezTo>
                <a:cubicBezTo>
                  <a:pt x="441428" y="3907681"/>
                  <a:pt x="438908" y="3891843"/>
                  <a:pt x="438908" y="3882484"/>
                </a:cubicBezTo>
                <a:cubicBezTo>
                  <a:pt x="464110" y="3875646"/>
                  <a:pt x="482472" y="3880325"/>
                  <a:pt x="507315" y="3871326"/>
                </a:cubicBezTo>
                <a:cubicBezTo>
                  <a:pt x="514156" y="3875646"/>
                  <a:pt x="514156" y="3882484"/>
                  <a:pt x="520996" y="3885004"/>
                </a:cubicBezTo>
                <a:cubicBezTo>
                  <a:pt x="534678" y="3875646"/>
                  <a:pt x="525677" y="3857648"/>
                  <a:pt x="511996" y="3855128"/>
                </a:cubicBezTo>
                <a:cubicBezTo>
                  <a:pt x="527837" y="3846130"/>
                  <a:pt x="532518" y="3821294"/>
                  <a:pt x="553040" y="3816614"/>
                </a:cubicBezTo>
                <a:cubicBezTo>
                  <a:pt x="582563" y="3816614"/>
                  <a:pt x="591564" y="3828132"/>
                  <a:pt x="609566" y="3832452"/>
                </a:cubicBezTo>
                <a:cubicBezTo>
                  <a:pt x="625768" y="3828132"/>
                  <a:pt x="632608" y="3814454"/>
                  <a:pt x="639449" y="3800776"/>
                </a:cubicBezTo>
                <a:cubicBezTo>
                  <a:pt x="650790" y="3801316"/>
                  <a:pt x="659431" y="3797739"/>
                  <a:pt x="666761" y="3791963"/>
                </a:cubicBezTo>
                <a:lnTo>
                  <a:pt x="680352" y="3776584"/>
                </a:lnTo>
                <a:lnTo>
                  <a:pt x="670111" y="3744558"/>
                </a:lnTo>
                <a:cubicBezTo>
                  <a:pt x="664710" y="3702571"/>
                  <a:pt x="677943" y="3648433"/>
                  <a:pt x="700087" y="3595511"/>
                </a:cubicBezTo>
                <a:cubicBezTo>
                  <a:pt x="688925" y="3593351"/>
                  <a:pt x="697926" y="3618192"/>
                  <a:pt x="682084" y="3607031"/>
                </a:cubicBezTo>
                <a:cubicBezTo>
                  <a:pt x="688925" y="3577150"/>
                  <a:pt x="688925" y="3554469"/>
                  <a:pt x="688925" y="3515947"/>
                </a:cubicBezTo>
                <a:cubicBezTo>
                  <a:pt x="693246" y="3520267"/>
                  <a:pt x="700087" y="3524947"/>
                  <a:pt x="711609" y="3524947"/>
                </a:cubicBezTo>
                <a:cubicBezTo>
                  <a:pt x="711609" y="3524947"/>
                  <a:pt x="711609" y="3524947"/>
                  <a:pt x="713769" y="3515947"/>
                </a:cubicBezTo>
                <a:cubicBezTo>
                  <a:pt x="713769" y="3500106"/>
                  <a:pt x="702607" y="3518107"/>
                  <a:pt x="693246" y="3511267"/>
                </a:cubicBezTo>
                <a:cubicBezTo>
                  <a:pt x="697926" y="3497586"/>
                  <a:pt x="716290" y="3506586"/>
                  <a:pt x="725291" y="3497586"/>
                </a:cubicBezTo>
                <a:cubicBezTo>
                  <a:pt x="724751" y="3493086"/>
                  <a:pt x="723064" y="3490701"/>
                  <a:pt x="720763" y="3489367"/>
                </a:cubicBezTo>
                <a:lnTo>
                  <a:pt x="715509" y="3488147"/>
                </a:lnTo>
                <a:lnTo>
                  <a:pt x="698495" y="3498060"/>
                </a:lnTo>
                <a:cubicBezTo>
                  <a:pt x="600565" y="3509579"/>
                  <a:pt x="555200" y="3523257"/>
                  <a:pt x="466631" y="3525416"/>
                </a:cubicBezTo>
                <a:cubicBezTo>
                  <a:pt x="459790" y="3525416"/>
                  <a:pt x="461950" y="3534415"/>
                  <a:pt x="457270" y="3536935"/>
                </a:cubicBezTo>
                <a:cubicBezTo>
                  <a:pt x="450429" y="3530096"/>
                  <a:pt x="434587" y="3530096"/>
                  <a:pt x="436748" y="3520737"/>
                </a:cubicBezTo>
                <a:cubicBezTo>
                  <a:pt x="429907" y="3520737"/>
                  <a:pt x="432427" y="3530096"/>
                  <a:pt x="425586" y="3530096"/>
                </a:cubicBezTo>
                <a:cubicBezTo>
                  <a:pt x="409385" y="3511738"/>
                  <a:pt x="386702" y="3513898"/>
                  <a:pt x="355019" y="3513898"/>
                </a:cubicBezTo>
                <a:cubicBezTo>
                  <a:pt x="352499" y="3509579"/>
                  <a:pt x="352499" y="3504899"/>
                  <a:pt x="352499" y="3500580"/>
                </a:cubicBezTo>
                <a:cubicBezTo>
                  <a:pt x="316135" y="3511738"/>
                  <a:pt x="307134" y="3480063"/>
                  <a:pt x="270770" y="3486902"/>
                </a:cubicBezTo>
                <a:cubicBezTo>
                  <a:pt x="286612" y="3416352"/>
                  <a:pt x="202363" y="3375318"/>
                  <a:pt x="220725" y="3302609"/>
                </a:cubicBezTo>
                <a:cubicBezTo>
                  <a:pt x="241247" y="3304768"/>
                  <a:pt x="250248" y="3291090"/>
                  <a:pt x="261769" y="3284251"/>
                </a:cubicBezTo>
                <a:cubicBezTo>
                  <a:pt x="284451" y="3323126"/>
                  <a:pt x="293452" y="3370639"/>
                  <a:pt x="318655" y="3406993"/>
                </a:cubicBezTo>
                <a:cubicBezTo>
                  <a:pt x="329816" y="3411673"/>
                  <a:pt x="336657" y="3404834"/>
                  <a:pt x="341337" y="3400514"/>
                </a:cubicBezTo>
                <a:cubicBezTo>
                  <a:pt x="343498" y="3393675"/>
                  <a:pt x="322976" y="3400514"/>
                  <a:pt x="332337" y="3388996"/>
                </a:cubicBezTo>
                <a:cubicBezTo>
                  <a:pt x="375541" y="3397995"/>
                  <a:pt x="352499" y="3338963"/>
                  <a:pt x="357179" y="3313767"/>
                </a:cubicBezTo>
                <a:cubicBezTo>
                  <a:pt x="361860" y="3306928"/>
                  <a:pt x="373021" y="3306928"/>
                  <a:pt x="377701" y="3300449"/>
                </a:cubicBezTo>
                <a:cubicBezTo>
                  <a:pt x="368700" y="3279932"/>
                  <a:pt x="373021" y="3247897"/>
                  <a:pt x="386702" y="3234219"/>
                </a:cubicBezTo>
                <a:cubicBezTo>
                  <a:pt x="382382" y="3216221"/>
                  <a:pt x="379862" y="3195704"/>
                  <a:pt x="382382" y="3175187"/>
                </a:cubicBezTo>
                <a:cubicBezTo>
                  <a:pt x="384542" y="3156830"/>
                  <a:pt x="389223" y="3138832"/>
                  <a:pt x="405064" y="3127314"/>
                </a:cubicBezTo>
                <a:cubicBezTo>
                  <a:pt x="382382" y="3166188"/>
                  <a:pt x="384542" y="3213702"/>
                  <a:pt x="402904" y="3245737"/>
                </a:cubicBezTo>
                <a:cubicBezTo>
                  <a:pt x="425586" y="3238898"/>
                  <a:pt x="407224" y="3218381"/>
                  <a:pt x="409385" y="3204703"/>
                </a:cubicBezTo>
                <a:cubicBezTo>
                  <a:pt x="420906" y="3211542"/>
                  <a:pt x="423066" y="3223060"/>
                  <a:pt x="423066" y="3227380"/>
                </a:cubicBezTo>
                <a:cubicBezTo>
                  <a:pt x="452949" y="3220541"/>
                  <a:pt x="425586" y="3200383"/>
                  <a:pt x="423066" y="3186705"/>
                </a:cubicBezTo>
                <a:cubicBezTo>
                  <a:pt x="455110" y="3173027"/>
                  <a:pt x="455110" y="3131993"/>
                  <a:pt x="448269" y="3113636"/>
                </a:cubicBezTo>
                <a:cubicBezTo>
                  <a:pt x="438908" y="3118315"/>
                  <a:pt x="434587" y="3122995"/>
                  <a:pt x="425586" y="3125154"/>
                </a:cubicBezTo>
                <a:cubicBezTo>
                  <a:pt x="420906" y="3118315"/>
                  <a:pt x="418746" y="3113636"/>
                  <a:pt x="414065" y="3106797"/>
                </a:cubicBezTo>
                <a:cubicBezTo>
                  <a:pt x="405064" y="3109317"/>
                  <a:pt x="398223" y="3113636"/>
                  <a:pt x="396063" y="3125154"/>
                </a:cubicBezTo>
                <a:cubicBezTo>
                  <a:pt x="379862" y="3111476"/>
                  <a:pt x="366180" y="3131993"/>
                  <a:pt x="355019" y="3143152"/>
                </a:cubicBezTo>
                <a:cubicBezTo>
                  <a:pt x="339177" y="3136673"/>
                  <a:pt x="368700" y="3116156"/>
                  <a:pt x="373021" y="3125154"/>
                </a:cubicBezTo>
                <a:cubicBezTo>
                  <a:pt x="375541" y="3118315"/>
                  <a:pt x="373021" y="3111476"/>
                  <a:pt x="370861" y="3118315"/>
                </a:cubicBezTo>
                <a:cubicBezTo>
                  <a:pt x="366180" y="3116156"/>
                  <a:pt x="368700" y="3106797"/>
                  <a:pt x="373021" y="3106797"/>
                </a:cubicBezTo>
                <a:cubicBezTo>
                  <a:pt x="366180" y="3102478"/>
                  <a:pt x="357179" y="3093479"/>
                  <a:pt x="334497" y="3095639"/>
                </a:cubicBezTo>
                <a:cubicBezTo>
                  <a:pt x="348178" y="3072962"/>
                  <a:pt x="313975" y="3061444"/>
                  <a:pt x="318655" y="3036967"/>
                </a:cubicBezTo>
                <a:cubicBezTo>
                  <a:pt x="309294" y="3027608"/>
                  <a:pt x="300293" y="3045966"/>
                  <a:pt x="300293" y="3036967"/>
                </a:cubicBezTo>
                <a:cubicBezTo>
                  <a:pt x="300293" y="3030128"/>
                  <a:pt x="304974" y="3030128"/>
                  <a:pt x="309294" y="3030128"/>
                </a:cubicBezTo>
                <a:cubicBezTo>
                  <a:pt x="311814" y="3004932"/>
                  <a:pt x="318655" y="2993413"/>
                  <a:pt x="320815" y="2968577"/>
                </a:cubicBezTo>
                <a:cubicBezTo>
                  <a:pt x="311814" y="2952739"/>
                  <a:pt x="293452" y="2939061"/>
                  <a:pt x="309294" y="2907026"/>
                </a:cubicBezTo>
                <a:cubicBezTo>
                  <a:pt x="286612" y="2902707"/>
                  <a:pt x="282291" y="2911705"/>
                  <a:pt x="261769" y="2900187"/>
                </a:cubicBezTo>
                <a:cubicBezTo>
                  <a:pt x="257089" y="2870671"/>
                  <a:pt x="279771" y="2841156"/>
                  <a:pt x="302813" y="2806961"/>
                </a:cubicBezTo>
                <a:cubicBezTo>
                  <a:pt x="322976" y="2773125"/>
                  <a:pt x="336657" y="2743250"/>
                  <a:pt x="309294" y="2718413"/>
                </a:cubicBezTo>
                <a:cubicBezTo>
                  <a:pt x="325496" y="2706895"/>
                  <a:pt x="334497" y="2711574"/>
                  <a:pt x="343498" y="2725252"/>
                </a:cubicBezTo>
                <a:cubicBezTo>
                  <a:pt x="393543" y="2670540"/>
                  <a:pt x="448269" y="2584153"/>
                  <a:pt x="477792" y="2513603"/>
                </a:cubicBezTo>
                <a:cubicBezTo>
                  <a:pt x="468791" y="2515763"/>
                  <a:pt x="455110" y="2508924"/>
                  <a:pt x="445749" y="2522602"/>
                </a:cubicBezTo>
                <a:cubicBezTo>
                  <a:pt x="438908" y="2504604"/>
                  <a:pt x="425586" y="2513603"/>
                  <a:pt x="407224" y="2506764"/>
                </a:cubicBezTo>
                <a:cubicBezTo>
                  <a:pt x="418746" y="2499925"/>
                  <a:pt x="429907" y="2488767"/>
                  <a:pt x="438908" y="2475089"/>
                </a:cubicBezTo>
                <a:cubicBezTo>
                  <a:pt x="441428" y="2479408"/>
                  <a:pt x="445749" y="2490926"/>
                  <a:pt x="452949" y="2475089"/>
                </a:cubicBezTo>
                <a:cubicBezTo>
                  <a:pt x="455110" y="2479408"/>
                  <a:pt x="457270" y="2486247"/>
                  <a:pt x="455110" y="2493086"/>
                </a:cubicBezTo>
                <a:cubicBezTo>
                  <a:pt x="464110" y="2484087"/>
                  <a:pt x="464110" y="2479408"/>
                  <a:pt x="475632" y="2468250"/>
                </a:cubicBezTo>
                <a:cubicBezTo>
                  <a:pt x="479952" y="2458891"/>
                  <a:pt x="466631" y="2458891"/>
                  <a:pt x="466631" y="2452052"/>
                </a:cubicBezTo>
                <a:cubicBezTo>
                  <a:pt x="475632" y="2440894"/>
                  <a:pt x="484633" y="2438734"/>
                  <a:pt x="493634" y="2447733"/>
                </a:cubicBezTo>
                <a:cubicBezTo>
                  <a:pt x="498314" y="2427216"/>
                  <a:pt x="500474" y="2438734"/>
                  <a:pt x="511996" y="2431895"/>
                </a:cubicBezTo>
                <a:cubicBezTo>
                  <a:pt x="516316" y="2427216"/>
                  <a:pt x="498314" y="2418217"/>
                  <a:pt x="498314" y="2425056"/>
                </a:cubicBezTo>
                <a:cubicBezTo>
                  <a:pt x="509475" y="2415697"/>
                  <a:pt x="523157" y="2377183"/>
                  <a:pt x="525677" y="2351987"/>
                </a:cubicBezTo>
                <a:cubicBezTo>
                  <a:pt x="525677" y="2377183"/>
                  <a:pt x="555200" y="2318152"/>
                  <a:pt x="543679" y="2349827"/>
                </a:cubicBezTo>
                <a:cubicBezTo>
                  <a:pt x="586883" y="2292955"/>
                  <a:pt x="603085" y="2265599"/>
                  <a:pt x="643769" y="2229244"/>
                </a:cubicBezTo>
                <a:cubicBezTo>
                  <a:pt x="648450" y="2218086"/>
                  <a:pt x="636929" y="2231764"/>
                  <a:pt x="636929" y="2218086"/>
                </a:cubicBezTo>
                <a:cubicBezTo>
                  <a:pt x="659971" y="2206568"/>
                  <a:pt x="680133" y="2170213"/>
                  <a:pt x="705336" y="2181731"/>
                </a:cubicBezTo>
                <a:cubicBezTo>
                  <a:pt x="723698" y="2151856"/>
                  <a:pt x="732699" y="2138538"/>
                  <a:pt x="741700" y="2120180"/>
                </a:cubicBezTo>
                <a:cubicBezTo>
                  <a:pt x="737019" y="2113341"/>
                  <a:pt x="732699" y="2118021"/>
                  <a:pt x="728018" y="2124500"/>
                </a:cubicBezTo>
                <a:cubicBezTo>
                  <a:pt x="725858" y="2106502"/>
                  <a:pt x="748541" y="2111182"/>
                  <a:pt x="755381" y="2111182"/>
                </a:cubicBezTo>
                <a:cubicBezTo>
                  <a:pt x="771223" y="2076987"/>
                  <a:pt x="798586" y="2058629"/>
                  <a:pt x="805427" y="2026954"/>
                </a:cubicBezTo>
                <a:cubicBezTo>
                  <a:pt x="814428" y="2038112"/>
                  <a:pt x="823789" y="2024434"/>
                  <a:pt x="832790" y="2029113"/>
                </a:cubicBezTo>
                <a:cubicBezTo>
                  <a:pt x="832790" y="2022274"/>
                  <a:pt x="839630" y="2015435"/>
                  <a:pt x="834950" y="2011116"/>
                </a:cubicBezTo>
                <a:cubicBezTo>
                  <a:pt x="823789" y="2008596"/>
                  <a:pt x="832790" y="2024434"/>
                  <a:pt x="821268" y="2024434"/>
                </a:cubicBezTo>
                <a:cubicBezTo>
                  <a:pt x="841790" y="1990599"/>
                  <a:pt x="887515" y="1942726"/>
                  <a:pt x="889676" y="1904212"/>
                </a:cubicBezTo>
                <a:cubicBezTo>
                  <a:pt x="903357" y="1894853"/>
                  <a:pt x="898676" y="1904212"/>
                  <a:pt x="905517" y="1911051"/>
                </a:cubicBezTo>
                <a:cubicBezTo>
                  <a:pt x="921359" y="1890534"/>
                  <a:pt x="910198" y="1879015"/>
                  <a:pt x="930720" y="1858498"/>
                </a:cubicBezTo>
                <a:cubicBezTo>
                  <a:pt x="930720" y="1870017"/>
                  <a:pt x="919199" y="1888014"/>
                  <a:pt x="923879" y="1899532"/>
                </a:cubicBezTo>
                <a:cubicBezTo>
                  <a:pt x="939721" y="1883695"/>
                  <a:pt x="953402" y="1890534"/>
                  <a:pt x="967084" y="1870017"/>
                </a:cubicBezTo>
                <a:cubicBezTo>
                  <a:pt x="973924" y="1860658"/>
                  <a:pt x="955563" y="1870017"/>
                  <a:pt x="971404" y="1854179"/>
                </a:cubicBezTo>
                <a:cubicBezTo>
                  <a:pt x="964563" y="1844820"/>
                  <a:pt x="953402" y="1856339"/>
                  <a:pt x="946562" y="1844820"/>
                </a:cubicBezTo>
                <a:cubicBezTo>
                  <a:pt x="955563" y="1840501"/>
                  <a:pt x="976085" y="1835822"/>
                  <a:pt x="976085" y="1849500"/>
                </a:cubicBezTo>
                <a:cubicBezTo>
                  <a:pt x="980765" y="1842661"/>
                  <a:pt x="987606" y="1837981"/>
                  <a:pt x="991926" y="1842661"/>
                </a:cubicBezTo>
                <a:cubicBezTo>
                  <a:pt x="994447" y="1831142"/>
                  <a:pt x="998767" y="1817824"/>
                  <a:pt x="1007768" y="1804146"/>
                </a:cubicBezTo>
                <a:cubicBezTo>
                  <a:pt x="996607" y="1799467"/>
                  <a:pt x="996607" y="1817824"/>
                  <a:pt x="989766" y="1822144"/>
                </a:cubicBezTo>
                <a:cubicBezTo>
                  <a:pt x="982925" y="1804146"/>
                  <a:pt x="1010288" y="1781110"/>
                  <a:pt x="1021449" y="1760592"/>
                </a:cubicBezTo>
                <a:cubicBezTo>
                  <a:pt x="1021449" y="1772111"/>
                  <a:pt x="1017129" y="1785789"/>
                  <a:pt x="1010288" y="1799467"/>
                </a:cubicBezTo>
                <a:cubicBezTo>
                  <a:pt x="1023970" y="1797307"/>
                  <a:pt x="1030810" y="1787949"/>
                  <a:pt x="1037651" y="1776790"/>
                </a:cubicBezTo>
                <a:cubicBezTo>
                  <a:pt x="1037651" y="1781110"/>
                  <a:pt x="1037651" y="1783629"/>
                  <a:pt x="1041972" y="1787949"/>
                </a:cubicBezTo>
                <a:cubicBezTo>
                  <a:pt x="1060334" y="1763112"/>
                  <a:pt x="1071495" y="1754113"/>
                  <a:pt x="1089857" y="1726757"/>
                </a:cubicBezTo>
                <a:cubicBezTo>
                  <a:pt x="1096697" y="1726757"/>
                  <a:pt x="1101018" y="1726757"/>
                  <a:pt x="1107859" y="1724238"/>
                </a:cubicBezTo>
                <a:cubicBezTo>
                  <a:pt x="1114699" y="1710920"/>
                  <a:pt x="1112539" y="1706240"/>
                  <a:pt x="1130901" y="1704081"/>
                </a:cubicBezTo>
                <a:cubicBezTo>
                  <a:pt x="1130901" y="1699401"/>
                  <a:pt x="1133061" y="1694722"/>
                  <a:pt x="1133061" y="1690403"/>
                </a:cubicBezTo>
                <a:cubicBezTo>
                  <a:pt x="1126221" y="1685723"/>
                  <a:pt x="1114699" y="1706240"/>
                  <a:pt x="1107859" y="1704081"/>
                </a:cubicBezTo>
                <a:cubicBezTo>
                  <a:pt x="1105698" y="1697242"/>
                  <a:pt x="1130901" y="1683564"/>
                  <a:pt x="1137742" y="1681044"/>
                </a:cubicBezTo>
                <a:cubicBezTo>
                  <a:pt x="1128381" y="1674205"/>
                  <a:pt x="1160424" y="1663047"/>
                  <a:pt x="1155744" y="1642530"/>
                </a:cubicBezTo>
                <a:cubicBezTo>
                  <a:pt x="1160424" y="1644689"/>
                  <a:pt x="1158264" y="1647209"/>
                  <a:pt x="1155744" y="1649369"/>
                </a:cubicBezTo>
                <a:cubicBezTo>
                  <a:pt x="1183107" y="1631011"/>
                  <a:pt x="1205789" y="1601496"/>
                  <a:pt x="1230992" y="1569820"/>
                </a:cubicBezTo>
                <a:cubicBezTo>
                  <a:pt x="1258355" y="1540304"/>
                  <a:pt x="1285357" y="1512948"/>
                  <a:pt x="1317401" y="1499270"/>
                </a:cubicBezTo>
                <a:cubicBezTo>
                  <a:pt x="1324242" y="1490272"/>
                  <a:pt x="1328562" y="1480913"/>
                  <a:pt x="1340083" y="1471914"/>
                </a:cubicBezTo>
                <a:cubicBezTo>
                  <a:pt x="1346924" y="1471914"/>
                  <a:pt x="1351604" y="1474074"/>
                  <a:pt x="1353765" y="1480913"/>
                </a:cubicBezTo>
                <a:cubicBezTo>
                  <a:pt x="1360605" y="1476594"/>
                  <a:pt x="1367446" y="1467235"/>
                  <a:pt x="1371767" y="1471914"/>
                </a:cubicBezTo>
                <a:cubicBezTo>
                  <a:pt x="1376447" y="1467235"/>
                  <a:pt x="1385808" y="1447078"/>
                  <a:pt x="1371767" y="1453917"/>
                </a:cubicBezTo>
                <a:cubicBezTo>
                  <a:pt x="1369606" y="1444558"/>
                  <a:pt x="1394809" y="1442399"/>
                  <a:pt x="1387968" y="1456077"/>
                </a:cubicBezTo>
                <a:cubicBezTo>
                  <a:pt x="1394809" y="1465075"/>
                  <a:pt x="1410651" y="1447078"/>
                  <a:pt x="1424332" y="1439879"/>
                </a:cubicBezTo>
                <a:cubicBezTo>
                  <a:pt x="1422172" y="1426561"/>
                  <a:pt x="1408490" y="1444558"/>
                  <a:pt x="1401650" y="1442399"/>
                </a:cubicBezTo>
                <a:cubicBezTo>
                  <a:pt x="1431173" y="1419722"/>
                  <a:pt x="1442334" y="1415043"/>
                  <a:pt x="1467537" y="1383367"/>
                </a:cubicBezTo>
                <a:cubicBezTo>
                  <a:pt x="1483378" y="1378688"/>
                  <a:pt x="1451695" y="1396685"/>
                  <a:pt x="1453855" y="1401365"/>
                </a:cubicBezTo>
                <a:cubicBezTo>
                  <a:pt x="1472217" y="1410363"/>
                  <a:pt x="1497060" y="1403524"/>
                  <a:pt x="1522263" y="1394526"/>
                </a:cubicBezTo>
                <a:cubicBezTo>
                  <a:pt x="1508581" y="1412883"/>
                  <a:pt x="1479058" y="1403524"/>
                  <a:pt x="1458536" y="1415043"/>
                </a:cubicBezTo>
                <a:cubicBezTo>
                  <a:pt x="1465377" y="1433040"/>
                  <a:pt x="1412811" y="1453917"/>
                  <a:pt x="1385808" y="1471914"/>
                </a:cubicBezTo>
                <a:cubicBezTo>
                  <a:pt x="1381128" y="1474074"/>
                  <a:pt x="1383288" y="1476594"/>
                  <a:pt x="1378967" y="1480913"/>
                </a:cubicBezTo>
                <a:cubicBezTo>
                  <a:pt x="1381128" y="1485592"/>
                  <a:pt x="1385808" y="1483433"/>
                  <a:pt x="1392289" y="1480913"/>
                </a:cubicBezTo>
                <a:cubicBezTo>
                  <a:pt x="1378967" y="1501430"/>
                  <a:pt x="1328562" y="1501430"/>
                  <a:pt x="1335403" y="1533465"/>
                </a:cubicBezTo>
                <a:cubicBezTo>
                  <a:pt x="1351604" y="1533465"/>
                  <a:pt x="1349084" y="1506109"/>
                  <a:pt x="1367446" y="1521947"/>
                </a:cubicBezTo>
                <a:cubicBezTo>
                  <a:pt x="1371767" y="1517268"/>
                  <a:pt x="1378967" y="1496751"/>
                  <a:pt x="1387968" y="1501430"/>
                </a:cubicBezTo>
                <a:cubicBezTo>
                  <a:pt x="1353765" y="1565141"/>
                  <a:pt x="1262675" y="1596816"/>
                  <a:pt x="1237832" y="1642530"/>
                </a:cubicBezTo>
                <a:cubicBezTo>
                  <a:pt x="1260515" y="1628852"/>
                  <a:pt x="1281037" y="1617333"/>
                  <a:pt x="1303719" y="1613014"/>
                </a:cubicBezTo>
                <a:cubicBezTo>
                  <a:pt x="1310560" y="1617333"/>
                  <a:pt x="1283197" y="1624172"/>
                  <a:pt x="1299039" y="1631011"/>
                </a:cubicBezTo>
                <a:cubicBezTo>
                  <a:pt x="1308400" y="1633531"/>
                  <a:pt x="1326402" y="1603655"/>
                  <a:pt x="1340083" y="1610494"/>
                </a:cubicBezTo>
                <a:cubicBezTo>
                  <a:pt x="1349084" y="1599336"/>
                  <a:pt x="1328562" y="1613014"/>
                  <a:pt x="1326402" y="1601496"/>
                </a:cubicBezTo>
                <a:cubicBezTo>
                  <a:pt x="1335403" y="1606175"/>
                  <a:pt x="1353765" y="1580979"/>
                  <a:pt x="1340083" y="1587818"/>
                </a:cubicBezTo>
                <a:cubicBezTo>
                  <a:pt x="1364926" y="1571980"/>
                  <a:pt x="1444854" y="1542464"/>
                  <a:pt x="1460696" y="1508269"/>
                </a:cubicBezTo>
                <a:cubicBezTo>
                  <a:pt x="1476538" y="1506109"/>
                  <a:pt x="1458536" y="1524107"/>
                  <a:pt x="1462856" y="1530946"/>
                </a:cubicBezTo>
                <a:cubicBezTo>
                  <a:pt x="1474377" y="1512948"/>
                  <a:pt x="1497060" y="1494591"/>
                  <a:pt x="1515422" y="1476594"/>
                </a:cubicBezTo>
                <a:cubicBezTo>
                  <a:pt x="1526583" y="1471914"/>
                  <a:pt x="1512902" y="1483433"/>
                  <a:pt x="1526583" y="1483433"/>
                </a:cubicBezTo>
                <a:cubicBezTo>
                  <a:pt x="1535584" y="1476594"/>
                  <a:pt x="1538104" y="1471914"/>
                  <a:pt x="1531263" y="1465075"/>
                </a:cubicBezTo>
                <a:cubicBezTo>
                  <a:pt x="1540264" y="1471914"/>
                  <a:pt x="1562947" y="1460396"/>
                  <a:pt x="1560787" y="1471914"/>
                </a:cubicBezTo>
                <a:cubicBezTo>
                  <a:pt x="1569788" y="1458236"/>
                  <a:pt x="1581309" y="1444558"/>
                  <a:pt x="1597150" y="1430880"/>
                </a:cubicBezTo>
                <a:cubicBezTo>
                  <a:pt x="1599311" y="1437719"/>
                  <a:pt x="1592470" y="1442399"/>
                  <a:pt x="1594990" y="1447078"/>
                </a:cubicBezTo>
                <a:cubicBezTo>
                  <a:pt x="1617673" y="1412883"/>
                  <a:pt x="1654036" y="1408204"/>
                  <a:pt x="1676719" y="1383367"/>
                </a:cubicBezTo>
                <a:cubicBezTo>
                  <a:pt x="1679239" y="1387687"/>
                  <a:pt x="1674559" y="1390206"/>
                  <a:pt x="1676719" y="1392366"/>
                </a:cubicBezTo>
                <a:cubicBezTo>
                  <a:pt x="1715603" y="1367170"/>
                  <a:pt x="1749807" y="1353492"/>
                  <a:pt x="1781490" y="1339814"/>
                </a:cubicBezTo>
                <a:cubicBezTo>
                  <a:pt x="1811013" y="1326496"/>
                  <a:pt x="1840537" y="1312818"/>
                  <a:pt x="1876900" y="1290141"/>
                </a:cubicBezTo>
                <a:cubicBezTo>
                  <a:pt x="1876900" y="1299139"/>
                  <a:pt x="1870060" y="1308138"/>
                  <a:pt x="1854218" y="1312818"/>
                </a:cubicBezTo>
                <a:cubicBezTo>
                  <a:pt x="1879421" y="1326496"/>
                  <a:pt x="1915785" y="1290141"/>
                  <a:pt x="1945308" y="1280782"/>
                </a:cubicBezTo>
                <a:cubicBezTo>
                  <a:pt x="1952148" y="1278622"/>
                  <a:pt x="1961149" y="1285461"/>
                  <a:pt x="1967990" y="1285461"/>
                </a:cubicBezTo>
                <a:cubicBezTo>
                  <a:pt x="1974831" y="1283302"/>
                  <a:pt x="1972671" y="1269624"/>
                  <a:pt x="1972671" y="1269624"/>
                </a:cubicBezTo>
                <a:cubicBezTo>
                  <a:pt x="1986352" y="1264944"/>
                  <a:pt x="2024876" y="1249107"/>
                  <a:pt x="2033877" y="1255946"/>
                </a:cubicBezTo>
                <a:cubicBezTo>
                  <a:pt x="2018035" y="1264944"/>
                  <a:pt x="1995353" y="1269624"/>
                  <a:pt x="1988512" y="1280782"/>
                </a:cubicBezTo>
                <a:cubicBezTo>
                  <a:pt x="2004354" y="1290141"/>
                  <a:pt x="2038558" y="1273943"/>
                  <a:pt x="2052239" y="1290141"/>
                </a:cubicBezTo>
                <a:cubicBezTo>
                  <a:pt x="2018035" y="1296620"/>
                  <a:pt x="2018035" y="1294460"/>
                  <a:pt x="1997513" y="1305978"/>
                </a:cubicBezTo>
                <a:cubicBezTo>
                  <a:pt x="1990672" y="1296620"/>
                  <a:pt x="1993193" y="1292300"/>
                  <a:pt x="2006874" y="1290141"/>
                </a:cubicBezTo>
                <a:cubicBezTo>
                  <a:pt x="2004354" y="1285461"/>
                  <a:pt x="1997513" y="1290141"/>
                  <a:pt x="1995353" y="1285461"/>
                </a:cubicBezTo>
                <a:cubicBezTo>
                  <a:pt x="1979511" y="1314977"/>
                  <a:pt x="1940627" y="1319657"/>
                  <a:pt x="1902103" y="1328655"/>
                </a:cubicBezTo>
                <a:cubicBezTo>
                  <a:pt x="1865739" y="1335494"/>
                  <a:pt x="1826855" y="1349172"/>
                  <a:pt x="1811013" y="1390206"/>
                </a:cubicBezTo>
                <a:cubicBezTo>
                  <a:pt x="1781490" y="1383367"/>
                  <a:pt x="1726765" y="1424041"/>
                  <a:pt x="1695081" y="1444558"/>
                </a:cubicBezTo>
                <a:cubicBezTo>
                  <a:pt x="1692561" y="1435560"/>
                  <a:pt x="1701922" y="1430880"/>
                  <a:pt x="1699401" y="1424041"/>
                </a:cubicBezTo>
                <a:cubicBezTo>
                  <a:pt x="1674559" y="1435560"/>
                  <a:pt x="1686080" y="1439879"/>
                  <a:pt x="1686080" y="1449238"/>
                </a:cubicBezTo>
                <a:cubicBezTo>
                  <a:pt x="1669878" y="1449238"/>
                  <a:pt x="1672398" y="1451397"/>
                  <a:pt x="1651876" y="1465075"/>
                </a:cubicBezTo>
                <a:cubicBezTo>
                  <a:pt x="1636035" y="1451397"/>
                  <a:pt x="1617673" y="1483433"/>
                  <a:pt x="1597150" y="1476594"/>
                </a:cubicBezTo>
                <a:cubicBezTo>
                  <a:pt x="1592470" y="1478753"/>
                  <a:pt x="1594990" y="1480913"/>
                  <a:pt x="1590310" y="1485592"/>
                </a:cubicBezTo>
                <a:cubicBezTo>
                  <a:pt x="1594990" y="1494591"/>
                  <a:pt x="1606151" y="1487752"/>
                  <a:pt x="1615512" y="1487752"/>
                </a:cubicBezTo>
                <a:cubicBezTo>
                  <a:pt x="1579149" y="1501430"/>
                  <a:pt x="1519742" y="1547143"/>
                  <a:pt x="1476538" y="1549303"/>
                </a:cubicBezTo>
                <a:cubicBezTo>
                  <a:pt x="1469697" y="1556142"/>
                  <a:pt x="1474377" y="1565141"/>
                  <a:pt x="1469697" y="1571980"/>
                </a:cubicBezTo>
                <a:cubicBezTo>
                  <a:pt x="1451695" y="1558302"/>
                  <a:pt x="1440174" y="1596816"/>
                  <a:pt x="1438014" y="1578819"/>
                </a:cubicBezTo>
                <a:cubicBezTo>
                  <a:pt x="1428653" y="1594657"/>
                  <a:pt x="1417491" y="1606175"/>
                  <a:pt x="1415331" y="1628852"/>
                </a:cubicBezTo>
                <a:cubicBezTo>
                  <a:pt x="1394809" y="1647209"/>
                  <a:pt x="1419652" y="1606175"/>
                  <a:pt x="1399129" y="1624172"/>
                </a:cubicBezTo>
                <a:cubicBezTo>
                  <a:pt x="1394809" y="1619853"/>
                  <a:pt x="1412811" y="1613014"/>
                  <a:pt x="1417491" y="1606175"/>
                </a:cubicBezTo>
                <a:cubicBezTo>
                  <a:pt x="1390129" y="1608335"/>
                  <a:pt x="1369606" y="1619853"/>
                  <a:pt x="1349084" y="1651528"/>
                </a:cubicBezTo>
                <a:cubicBezTo>
                  <a:pt x="1360605" y="1656208"/>
                  <a:pt x="1374287" y="1642530"/>
                  <a:pt x="1387968" y="1640370"/>
                </a:cubicBezTo>
                <a:cubicBezTo>
                  <a:pt x="1394809" y="1649369"/>
                  <a:pt x="1378967" y="1658367"/>
                  <a:pt x="1390129" y="1667366"/>
                </a:cubicBezTo>
                <a:cubicBezTo>
                  <a:pt x="1355925" y="1685723"/>
                  <a:pt x="1383288" y="1692562"/>
                  <a:pt x="1360605" y="1699401"/>
                </a:cubicBezTo>
                <a:cubicBezTo>
                  <a:pt x="1367446" y="1701561"/>
                  <a:pt x="1374287" y="1699401"/>
                  <a:pt x="1381128" y="1692562"/>
                </a:cubicBezTo>
                <a:cubicBezTo>
                  <a:pt x="1378967" y="1708400"/>
                  <a:pt x="1355925" y="1722078"/>
                  <a:pt x="1337923" y="1737916"/>
                </a:cubicBezTo>
                <a:cubicBezTo>
                  <a:pt x="1355925" y="1754113"/>
                  <a:pt x="1349084" y="1724238"/>
                  <a:pt x="1374287" y="1713079"/>
                </a:cubicBezTo>
                <a:cubicBezTo>
                  <a:pt x="1374287" y="1717759"/>
                  <a:pt x="1369606" y="1724238"/>
                  <a:pt x="1374287" y="1728917"/>
                </a:cubicBezTo>
                <a:cubicBezTo>
                  <a:pt x="1419652" y="1708400"/>
                  <a:pt x="1451695" y="1699401"/>
                  <a:pt x="1494900" y="1678884"/>
                </a:cubicBezTo>
                <a:cubicBezTo>
                  <a:pt x="1488059" y="1649369"/>
                  <a:pt x="1526583" y="1672045"/>
                  <a:pt x="1551786" y="1656208"/>
                </a:cubicBezTo>
                <a:cubicBezTo>
                  <a:pt x="1543145" y="1662957"/>
                  <a:pt x="1529441" y="1672338"/>
                  <a:pt x="1529812" y="1681466"/>
                </a:cubicBezTo>
                <a:lnTo>
                  <a:pt x="1535431" y="1690166"/>
                </a:lnTo>
                <a:lnTo>
                  <a:pt x="1535227" y="1690630"/>
                </a:lnTo>
                <a:lnTo>
                  <a:pt x="1528687" y="1694789"/>
                </a:lnTo>
                <a:cubicBezTo>
                  <a:pt x="1523050" y="1695869"/>
                  <a:pt x="1520553" y="1689053"/>
                  <a:pt x="1515422" y="1692562"/>
                </a:cubicBezTo>
                <a:cubicBezTo>
                  <a:pt x="1517582" y="1704081"/>
                  <a:pt x="1526583" y="1697242"/>
                  <a:pt x="1533424" y="1694722"/>
                </a:cubicBezTo>
                <a:lnTo>
                  <a:pt x="1535227" y="1690630"/>
                </a:lnTo>
                <a:lnTo>
                  <a:pt x="1535584" y="1690403"/>
                </a:lnTo>
                <a:lnTo>
                  <a:pt x="1535431" y="1690166"/>
                </a:lnTo>
                <a:lnTo>
                  <a:pt x="1541030" y="1677461"/>
                </a:lnTo>
                <a:cubicBezTo>
                  <a:pt x="1544742" y="1673496"/>
                  <a:pt x="1549445" y="1670943"/>
                  <a:pt x="1554576" y="1668671"/>
                </a:cubicBezTo>
                <a:lnTo>
                  <a:pt x="1567593" y="1662932"/>
                </a:lnTo>
                <a:lnTo>
                  <a:pt x="1567627" y="1663047"/>
                </a:lnTo>
                <a:lnTo>
                  <a:pt x="1567846" y="1662821"/>
                </a:lnTo>
                <a:lnTo>
                  <a:pt x="1570688" y="1661568"/>
                </a:lnTo>
                <a:cubicBezTo>
                  <a:pt x="1576111" y="1658727"/>
                  <a:pt x="1581399" y="1655038"/>
                  <a:pt x="1585989" y="1649369"/>
                </a:cubicBezTo>
                <a:cubicBezTo>
                  <a:pt x="1581309" y="1645949"/>
                  <a:pt x="1579599" y="1648739"/>
                  <a:pt x="1577619" y="1652698"/>
                </a:cubicBezTo>
                <a:lnTo>
                  <a:pt x="1567846" y="1662821"/>
                </a:lnTo>
                <a:lnTo>
                  <a:pt x="1567593" y="1662932"/>
                </a:lnTo>
                <a:lnTo>
                  <a:pt x="1562947" y="1647209"/>
                </a:lnTo>
                <a:cubicBezTo>
                  <a:pt x="1583469" y="1631011"/>
                  <a:pt x="1588149" y="1642530"/>
                  <a:pt x="1597150" y="1651528"/>
                </a:cubicBezTo>
                <a:cubicBezTo>
                  <a:pt x="1615512" y="1626692"/>
                  <a:pt x="1629194" y="1619853"/>
                  <a:pt x="1663037" y="1601496"/>
                </a:cubicBezTo>
                <a:cubicBezTo>
                  <a:pt x="1674559" y="1592497"/>
                  <a:pt x="1654036" y="1596816"/>
                  <a:pt x="1656197" y="1590337"/>
                </a:cubicBezTo>
                <a:cubicBezTo>
                  <a:pt x="1667718" y="1587818"/>
                  <a:pt x="1681399" y="1578819"/>
                  <a:pt x="1688240" y="1592497"/>
                </a:cubicBezTo>
                <a:cubicBezTo>
                  <a:pt x="1701922" y="1585658"/>
                  <a:pt x="1697241" y="1578819"/>
                  <a:pt x="1708763" y="1574140"/>
                </a:cubicBezTo>
                <a:cubicBezTo>
                  <a:pt x="1704082" y="1569820"/>
                  <a:pt x="1699401" y="1569820"/>
                  <a:pt x="1692561" y="1571980"/>
                </a:cubicBezTo>
                <a:cubicBezTo>
                  <a:pt x="1701922" y="1556142"/>
                  <a:pt x="1749807" y="1569820"/>
                  <a:pt x="1747287" y="1537785"/>
                </a:cubicBezTo>
                <a:cubicBezTo>
                  <a:pt x="1779330" y="1535625"/>
                  <a:pt x="1826855" y="1517268"/>
                  <a:pt x="1856378" y="1483433"/>
                </a:cubicBezTo>
                <a:cubicBezTo>
                  <a:pt x="1854218" y="1496751"/>
                  <a:pt x="1854218" y="1496751"/>
                  <a:pt x="1865739" y="1501430"/>
                </a:cubicBezTo>
                <a:cubicBezTo>
                  <a:pt x="1881581" y="1483433"/>
                  <a:pt x="1911104" y="1467235"/>
                  <a:pt x="1926946" y="1483433"/>
                </a:cubicBezTo>
                <a:cubicBezTo>
                  <a:pt x="1938467" y="1469755"/>
                  <a:pt x="1956829" y="1458236"/>
                  <a:pt x="1970510" y="1447078"/>
                </a:cubicBezTo>
                <a:cubicBezTo>
                  <a:pt x="1963670" y="1439879"/>
                  <a:pt x="1945308" y="1458236"/>
                  <a:pt x="1943147" y="1442399"/>
                </a:cubicBezTo>
                <a:cubicBezTo>
                  <a:pt x="1952148" y="1447078"/>
                  <a:pt x="1974831" y="1439879"/>
                  <a:pt x="1977351" y="1428721"/>
                </a:cubicBezTo>
                <a:cubicBezTo>
                  <a:pt x="1988512" y="1433040"/>
                  <a:pt x="1995353" y="1433040"/>
                  <a:pt x="1993193" y="1444558"/>
                </a:cubicBezTo>
                <a:cubicBezTo>
                  <a:pt x="2006874" y="1437719"/>
                  <a:pt x="2018035" y="1428721"/>
                  <a:pt x="2031717" y="1421882"/>
                </a:cubicBezTo>
                <a:cubicBezTo>
                  <a:pt x="2020196" y="1410363"/>
                  <a:pt x="2009034" y="1430880"/>
                  <a:pt x="2004354" y="1412883"/>
                </a:cubicBezTo>
                <a:cubicBezTo>
                  <a:pt x="1961149" y="1435560"/>
                  <a:pt x="1908944" y="1421882"/>
                  <a:pt x="1890582" y="1458236"/>
                </a:cubicBezTo>
                <a:cubicBezTo>
                  <a:pt x="1879421" y="1453917"/>
                  <a:pt x="1845217" y="1469755"/>
                  <a:pt x="1845217" y="1480913"/>
                </a:cubicBezTo>
                <a:cubicBezTo>
                  <a:pt x="1829375" y="1462916"/>
                  <a:pt x="1813534" y="1476594"/>
                  <a:pt x="1795172" y="1494591"/>
                </a:cubicBezTo>
                <a:cubicBezTo>
                  <a:pt x="1781490" y="1471914"/>
                  <a:pt x="1788331" y="1462916"/>
                  <a:pt x="1769969" y="1433040"/>
                </a:cubicBezTo>
                <a:cubicBezTo>
                  <a:pt x="1779330" y="1424041"/>
                  <a:pt x="1781490" y="1412883"/>
                  <a:pt x="1786171" y="1403524"/>
                </a:cubicBezTo>
                <a:cubicBezTo>
                  <a:pt x="1813534" y="1410363"/>
                  <a:pt x="1822535" y="1394526"/>
                  <a:pt x="1849898" y="1383367"/>
                </a:cubicBezTo>
                <a:cubicBezTo>
                  <a:pt x="1843057" y="1415043"/>
                  <a:pt x="1908944" y="1374009"/>
                  <a:pt x="1890582" y="1367170"/>
                </a:cubicBezTo>
                <a:cubicBezTo>
                  <a:pt x="1906784" y="1367170"/>
                  <a:pt x="1920105" y="1378688"/>
                  <a:pt x="1936307" y="1380848"/>
                </a:cubicBezTo>
                <a:cubicBezTo>
                  <a:pt x="1949988" y="1376528"/>
                  <a:pt x="1938467" y="1365010"/>
                  <a:pt x="1947468" y="1358171"/>
                </a:cubicBezTo>
                <a:cubicBezTo>
                  <a:pt x="1954309" y="1371849"/>
                  <a:pt x="1977351" y="1358171"/>
                  <a:pt x="1995353" y="1351332"/>
                </a:cubicBezTo>
                <a:cubicBezTo>
                  <a:pt x="1993193" y="1344493"/>
                  <a:pt x="1988512" y="1346653"/>
                  <a:pt x="1983832" y="1346653"/>
                </a:cubicBezTo>
                <a:cubicBezTo>
                  <a:pt x="2011195" y="1335494"/>
                  <a:pt x="2061240" y="1305978"/>
                  <a:pt x="2095444" y="1312818"/>
                </a:cubicBezTo>
                <a:cubicBezTo>
                  <a:pt x="2100124" y="1310298"/>
                  <a:pt x="2095444" y="1303459"/>
                  <a:pt x="2095444" y="1299139"/>
                </a:cubicBezTo>
                <a:cubicBezTo>
                  <a:pt x="2152330" y="1305978"/>
                  <a:pt x="2190854" y="1287621"/>
                  <a:pt x="2257101" y="1269624"/>
                </a:cubicBezTo>
                <a:cubicBezTo>
                  <a:pt x="2254580" y="1273943"/>
                  <a:pt x="2254580" y="1278622"/>
                  <a:pt x="2254580" y="1283302"/>
                </a:cubicBezTo>
                <a:cubicBezTo>
                  <a:pt x="2275103" y="1278622"/>
                  <a:pt x="2286624" y="1269624"/>
                  <a:pt x="2309306" y="1276463"/>
                </a:cubicBezTo>
                <a:cubicBezTo>
                  <a:pt x="2275103" y="1287621"/>
                  <a:pt x="2261421" y="1305978"/>
                  <a:pt x="2213896" y="1319657"/>
                </a:cubicBezTo>
                <a:cubicBezTo>
                  <a:pt x="2234418" y="1332975"/>
                  <a:pt x="2263941" y="1303459"/>
                  <a:pt x="2284104" y="1321816"/>
                </a:cubicBezTo>
                <a:cubicBezTo>
                  <a:pt x="2259261" y="1305978"/>
                  <a:pt x="2297785" y="1305978"/>
                  <a:pt x="2311466" y="1314977"/>
                </a:cubicBezTo>
                <a:cubicBezTo>
                  <a:pt x="2325148" y="1299139"/>
                  <a:pt x="2343510" y="1305978"/>
                  <a:pt x="2361512" y="1290141"/>
                </a:cubicBezTo>
                <a:cubicBezTo>
                  <a:pt x="2368352" y="1296620"/>
                  <a:pt x="2352511" y="1308138"/>
                  <a:pt x="2364032" y="1305978"/>
                </a:cubicBezTo>
                <a:cubicBezTo>
                  <a:pt x="2354671" y="1317137"/>
                  <a:pt x="2293465" y="1314977"/>
                  <a:pt x="2295625" y="1342333"/>
                </a:cubicBezTo>
                <a:cubicBezTo>
                  <a:pt x="2277263" y="1349172"/>
                  <a:pt x="2293465" y="1337654"/>
                  <a:pt x="2286624" y="1328655"/>
                </a:cubicBezTo>
                <a:cubicBezTo>
                  <a:pt x="2272942" y="1335494"/>
                  <a:pt x="2279783" y="1349172"/>
                  <a:pt x="2270782" y="1358171"/>
                </a:cubicBezTo>
                <a:cubicBezTo>
                  <a:pt x="2290944" y="1342333"/>
                  <a:pt x="2325148" y="1353492"/>
                  <a:pt x="2334509" y="1332975"/>
                </a:cubicBezTo>
                <a:cubicBezTo>
                  <a:pt x="2388875" y="1332975"/>
                  <a:pt x="2454762" y="1321816"/>
                  <a:pt x="2484645" y="1294460"/>
                </a:cubicBezTo>
                <a:cubicBezTo>
                  <a:pt x="2482124" y="1305978"/>
                  <a:pt x="2493646" y="1301299"/>
                  <a:pt x="2495806" y="1308138"/>
                </a:cubicBezTo>
                <a:cubicBezTo>
                  <a:pt x="2530010" y="1287621"/>
                  <a:pt x="2586896" y="1299139"/>
                  <a:pt x="2598417" y="1262785"/>
                </a:cubicBezTo>
                <a:cubicBezTo>
                  <a:pt x="2607418" y="1260265"/>
                  <a:pt x="2600577" y="1273943"/>
                  <a:pt x="2605257" y="1280782"/>
                </a:cubicBezTo>
                <a:cubicBezTo>
                  <a:pt x="2555212" y="1310298"/>
                  <a:pt x="2511648" y="1294460"/>
                  <a:pt x="2477804" y="1326496"/>
                </a:cubicBezTo>
                <a:cubicBezTo>
                  <a:pt x="2479964" y="1335494"/>
                  <a:pt x="2507327" y="1323976"/>
                  <a:pt x="2498326" y="1337654"/>
                </a:cubicBezTo>
                <a:cubicBezTo>
                  <a:pt x="2552692" y="1317137"/>
                  <a:pt x="2636941" y="1314977"/>
                  <a:pt x="2682306" y="1301299"/>
                </a:cubicBezTo>
                <a:cubicBezTo>
                  <a:pt x="2689146" y="1314977"/>
                  <a:pt x="2664304" y="1303459"/>
                  <a:pt x="2666464" y="1314977"/>
                </a:cubicBezTo>
                <a:cubicBezTo>
                  <a:pt x="2728030" y="1296620"/>
                  <a:pt x="2802918" y="1314977"/>
                  <a:pt x="2848643" y="1278622"/>
                </a:cubicBezTo>
                <a:cubicBezTo>
                  <a:pt x="2850803" y="1292300"/>
                  <a:pt x="2832802" y="1285461"/>
                  <a:pt x="2834962" y="1296620"/>
                </a:cubicBezTo>
                <a:cubicBezTo>
                  <a:pt x="2866645" y="1283302"/>
                  <a:pt x="2889688" y="1323976"/>
                  <a:pt x="2921371" y="1294460"/>
                </a:cubicBezTo>
                <a:cubicBezTo>
                  <a:pt x="2928212" y="1299139"/>
                  <a:pt x="2930372" y="1305978"/>
                  <a:pt x="2935052" y="1310298"/>
                </a:cubicBezTo>
                <a:cubicBezTo>
                  <a:pt x="2950894" y="1308138"/>
                  <a:pt x="2978257" y="1294460"/>
                  <a:pt x="2989778" y="1301299"/>
                </a:cubicBezTo>
                <a:cubicBezTo>
                  <a:pt x="2989778" y="1305978"/>
                  <a:pt x="2982937" y="1303459"/>
                  <a:pt x="2978257" y="1305978"/>
                </a:cubicBezTo>
                <a:cubicBezTo>
                  <a:pt x="2978257" y="1308138"/>
                  <a:pt x="2982937" y="1308138"/>
                  <a:pt x="2985098" y="1308138"/>
                </a:cubicBezTo>
                <a:cubicBezTo>
                  <a:pt x="2971416" y="1332975"/>
                  <a:pt x="3000939" y="1330815"/>
                  <a:pt x="3037303" y="1326496"/>
                </a:cubicBezTo>
                <a:cubicBezTo>
                  <a:pt x="3041984" y="1323976"/>
                  <a:pt x="3048824" y="1323976"/>
                  <a:pt x="3053145" y="1321816"/>
                </a:cubicBezTo>
                <a:cubicBezTo>
                  <a:pt x="3053145" y="1321816"/>
                  <a:pt x="3053145" y="1321816"/>
                  <a:pt x="3064666" y="1319657"/>
                </a:cubicBezTo>
                <a:cubicBezTo>
                  <a:pt x="3073667" y="1319657"/>
                  <a:pt x="3080508" y="1317137"/>
                  <a:pt x="3089869" y="1314977"/>
                </a:cubicBezTo>
                <a:cubicBezTo>
                  <a:pt x="3103190" y="1310298"/>
                  <a:pt x="3116872" y="1308138"/>
                  <a:pt x="3123712" y="1308138"/>
                </a:cubicBezTo>
                <a:cubicBezTo>
                  <a:pt x="3128393" y="1308138"/>
                  <a:pt x="3121552" y="1310298"/>
                  <a:pt x="3121552" y="1314977"/>
                </a:cubicBezTo>
                <a:cubicBezTo>
                  <a:pt x="3148915" y="1314977"/>
                  <a:pt x="3176278" y="1314977"/>
                  <a:pt x="3201121" y="1314977"/>
                </a:cubicBezTo>
                <a:cubicBezTo>
                  <a:pt x="3214802" y="1312818"/>
                  <a:pt x="3228483" y="1312818"/>
                  <a:pt x="3242165" y="1314977"/>
                </a:cubicBezTo>
                <a:cubicBezTo>
                  <a:pt x="3255846" y="1314977"/>
                  <a:pt x="3267008" y="1317137"/>
                  <a:pt x="3280689" y="1319657"/>
                </a:cubicBezTo>
                <a:cubicBezTo>
                  <a:pt x="3285369" y="1319657"/>
                  <a:pt x="3283209" y="1312818"/>
                  <a:pt x="3278529" y="1312818"/>
                </a:cubicBezTo>
                <a:cubicBezTo>
                  <a:pt x="3290050" y="1312818"/>
                  <a:pt x="3323894" y="1346653"/>
                  <a:pt x="3346576" y="1319657"/>
                </a:cubicBezTo>
                <a:cubicBezTo>
                  <a:pt x="3344056" y="1323976"/>
                  <a:pt x="3339735" y="1326496"/>
                  <a:pt x="3337215" y="1330815"/>
                </a:cubicBezTo>
                <a:cubicBezTo>
                  <a:pt x="3348736" y="1330815"/>
                  <a:pt x="3350896" y="1312818"/>
                  <a:pt x="3364578" y="1312818"/>
                </a:cubicBezTo>
                <a:cubicBezTo>
                  <a:pt x="3364578" y="1321816"/>
                  <a:pt x="3360257" y="1323976"/>
                  <a:pt x="3357737" y="1328655"/>
                </a:cubicBezTo>
                <a:cubicBezTo>
                  <a:pt x="3378259" y="1344493"/>
                  <a:pt x="3403462" y="1321816"/>
                  <a:pt x="3414623" y="1335494"/>
                </a:cubicBezTo>
                <a:cubicBezTo>
                  <a:pt x="3421464" y="1335494"/>
                  <a:pt x="3423984" y="1328655"/>
                  <a:pt x="3432985" y="1330815"/>
                </a:cubicBezTo>
                <a:cubicBezTo>
                  <a:pt x="3439826" y="1314977"/>
                  <a:pt x="3423984" y="1321816"/>
                  <a:pt x="3428305" y="1310298"/>
                </a:cubicBezTo>
                <a:cubicBezTo>
                  <a:pt x="3430465" y="1312818"/>
                  <a:pt x="3432985" y="1312818"/>
                  <a:pt x="3435145" y="1314977"/>
                </a:cubicBezTo>
                <a:cubicBezTo>
                  <a:pt x="3437306" y="1314977"/>
                  <a:pt x="3439826" y="1314977"/>
                  <a:pt x="3441986" y="1314977"/>
                </a:cubicBezTo>
                <a:cubicBezTo>
                  <a:pt x="3439826" y="1317137"/>
                  <a:pt x="3437306" y="1326496"/>
                  <a:pt x="3435145" y="1326496"/>
                </a:cubicBezTo>
                <a:cubicBezTo>
                  <a:pt x="3435145" y="1332975"/>
                  <a:pt x="3441986" y="1319657"/>
                  <a:pt x="3439826" y="1332975"/>
                </a:cubicBezTo>
                <a:cubicBezTo>
                  <a:pt x="3444146" y="1328655"/>
                  <a:pt x="3448827" y="1328655"/>
                  <a:pt x="3453507" y="1319657"/>
                </a:cubicBezTo>
                <a:cubicBezTo>
                  <a:pt x="3455667" y="1319657"/>
                  <a:pt x="3453507" y="1328655"/>
                  <a:pt x="3453507" y="1335494"/>
                </a:cubicBezTo>
                <a:cubicBezTo>
                  <a:pt x="3476190" y="1344493"/>
                  <a:pt x="3496712" y="1335494"/>
                  <a:pt x="3524075" y="1326496"/>
                </a:cubicBezTo>
                <a:lnTo>
                  <a:pt x="3529599" y="1334780"/>
                </a:lnTo>
                <a:lnTo>
                  <a:pt x="3529620" y="1335394"/>
                </a:lnTo>
                <a:lnTo>
                  <a:pt x="3531989" y="1338364"/>
                </a:lnTo>
                <a:lnTo>
                  <a:pt x="3539016" y="1348902"/>
                </a:lnTo>
                <a:cubicBezTo>
                  <a:pt x="3546667" y="1352592"/>
                  <a:pt x="3555758" y="1352592"/>
                  <a:pt x="3562599" y="1349172"/>
                </a:cubicBezTo>
                <a:cubicBezTo>
                  <a:pt x="3555758" y="1362850"/>
                  <a:pt x="3574120" y="1356011"/>
                  <a:pt x="3576280" y="1367170"/>
                </a:cubicBezTo>
                <a:cubicBezTo>
                  <a:pt x="3578440" y="1367170"/>
                  <a:pt x="3578440" y="1362850"/>
                  <a:pt x="3580961" y="1362850"/>
                </a:cubicBezTo>
                <a:cubicBezTo>
                  <a:pt x="3585281" y="1349172"/>
                  <a:pt x="3576280" y="1356011"/>
                  <a:pt x="3578440" y="1344493"/>
                </a:cubicBezTo>
                <a:cubicBezTo>
                  <a:pt x="3585281" y="1349172"/>
                  <a:pt x="3589962" y="1360331"/>
                  <a:pt x="3592122" y="1371849"/>
                </a:cubicBezTo>
                <a:cubicBezTo>
                  <a:pt x="3587801" y="1358171"/>
                  <a:pt x="3587801" y="1374009"/>
                  <a:pt x="3578440" y="1371849"/>
                </a:cubicBezTo>
                <a:cubicBezTo>
                  <a:pt x="3580961" y="1380848"/>
                  <a:pt x="3592122" y="1371849"/>
                  <a:pt x="3598963" y="1371849"/>
                </a:cubicBezTo>
                <a:cubicBezTo>
                  <a:pt x="3601123" y="1360331"/>
                  <a:pt x="3596802" y="1360331"/>
                  <a:pt x="3592122" y="1360331"/>
                </a:cubicBezTo>
                <a:cubicBezTo>
                  <a:pt x="3601123" y="1365010"/>
                  <a:pt x="3633166" y="1349172"/>
                  <a:pt x="3637847" y="1371849"/>
                </a:cubicBezTo>
                <a:cubicBezTo>
                  <a:pt x="3646848" y="1362850"/>
                  <a:pt x="3635326" y="1360331"/>
                  <a:pt x="3644687" y="1344493"/>
                </a:cubicBezTo>
                <a:cubicBezTo>
                  <a:pt x="3630646" y="1349172"/>
                  <a:pt x="3610484" y="1356011"/>
                  <a:pt x="3603643" y="1328655"/>
                </a:cubicBezTo>
                <a:cubicBezTo>
                  <a:pt x="3612644" y="1332975"/>
                  <a:pt x="3617325" y="1323976"/>
                  <a:pt x="3619485" y="1312818"/>
                </a:cubicBezTo>
                <a:cubicBezTo>
                  <a:pt x="3628486" y="1312818"/>
                  <a:pt x="3640007" y="1310298"/>
                  <a:pt x="3642167" y="1321816"/>
                </a:cubicBezTo>
                <a:cubicBezTo>
                  <a:pt x="3646848" y="1317137"/>
                  <a:pt x="3651528" y="1314977"/>
                  <a:pt x="3655849" y="1310298"/>
                </a:cubicBezTo>
                <a:cubicBezTo>
                  <a:pt x="3674211" y="1317137"/>
                  <a:pt x="3696893" y="1294460"/>
                  <a:pt x="3708054" y="1321816"/>
                </a:cubicBezTo>
                <a:cubicBezTo>
                  <a:pt x="3701213" y="1323976"/>
                  <a:pt x="3703734" y="1310298"/>
                  <a:pt x="3699053" y="1319657"/>
                </a:cubicBezTo>
                <a:cubicBezTo>
                  <a:pt x="3701213" y="1328655"/>
                  <a:pt x="3705894" y="1323976"/>
                  <a:pt x="3712735" y="1321816"/>
                </a:cubicBezTo>
                <a:cubicBezTo>
                  <a:pt x="3712735" y="1317137"/>
                  <a:pt x="3712735" y="1314977"/>
                  <a:pt x="3712735" y="1314977"/>
                </a:cubicBezTo>
                <a:cubicBezTo>
                  <a:pt x="3724256" y="1317137"/>
                  <a:pt x="3751619" y="1290141"/>
                  <a:pt x="3760620" y="1312818"/>
                </a:cubicBezTo>
                <a:cubicBezTo>
                  <a:pt x="3771781" y="1292300"/>
                  <a:pt x="3792303" y="1319657"/>
                  <a:pt x="3799144" y="1292300"/>
                </a:cubicBezTo>
                <a:cubicBezTo>
                  <a:pt x="3801304" y="1301299"/>
                  <a:pt x="3803824" y="1310298"/>
                  <a:pt x="3810665" y="1314977"/>
                </a:cubicBezTo>
                <a:cubicBezTo>
                  <a:pt x="3810665" y="1305978"/>
                  <a:pt x="3817506" y="1294460"/>
                  <a:pt x="3817506" y="1314977"/>
                </a:cubicBezTo>
                <a:cubicBezTo>
                  <a:pt x="3833347" y="1303459"/>
                  <a:pt x="3842348" y="1305978"/>
                  <a:pt x="3853870" y="1303459"/>
                </a:cubicBezTo>
                <a:cubicBezTo>
                  <a:pt x="3865031" y="1303459"/>
                  <a:pt x="3874392" y="1301299"/>
                  <a:pt x="3881233" y="1280782"/>
                </a:cubicBezTo>
                <a:cubicBezTo>
                  <a:pt x="3883393" y="1283302"/>
                  <a:pt x="3883393" y="1292300"/>
                  <a:pt x="3885553" y="1292300"/>
                </a:cubicBezTo>
                <a:cubicBezTo>
                  <a:pt x="3885553" y="1285461"/>
                  <a:pt x="3883393" y="1285461"/>
                  <a:pt x="3883393" y="1276463"/>
                </a:cubicBezTo>
                <a:cubicBezTo>
                  <a:pt x="3888073" y="1292300"/>
                  <a:pt x="3890233" y="1280782"/>
                  <a:pt x="3892394" y="1287621"/>
                </a:cubicBezTo>
                <a:cubicBezTo>
                  <a:pt x="3894914" y="1287621"/>
                  <a:pt x="3888073" y="1301299"/>
                  <a:pt x="3894914" y="1301299"/>
                </a:cubicBezTo>
                <a:cubicBezTo>
                  <a:pt x="3892394" y="1308138"/>
                  <a:pt x="3888073" y="1290141"/>
                  <a:pt x="3883393" y="1296620"/>
                </a:cubicBezTo>
                <a:cubicBezTo>
                  <a:pt x="3883393" y="1303459"/>
                  <a:pt x="3888073" y="1301299"/>
                  <a:pt x="3890233" y="1303459"/>
                </a:cubicBezTo>
                <a:cubicBezTo>
                  <a:pt x="3890233" y="1314977"/>
                  <a:pt x="3885553" y="1303459"/>
                  <a:pt x="3883393" y="1303459"/>
                </a:cubicBezTo>
                <a:cubicBezTo>
                  <a:pt x="3888073" y="1317137"/>
                  <a:pt x="3894914" y="1314977"/>
                  <a:pt x="3899234" y="1317137"/>
                </a:cubicBezTo>
                <a:cubicBezTo>
                  <a:pt x="3888073" y="1323976"/>
                  <a:pt x="3871872" y="1319657"/>
                  <a:pt x="3858190" y="1317137"/>
                </a:cubicBezTo>
                <a:cubicBezTo>
                  <a:pt x="3851709" y="1317137"/>
                  <a:pt x="3844869" y="1317137"/>
                  <a:pt x="3838028" y="1319657"/>
                </a:cubicBezTo>
                <a:cubicBezTo>
                  <a:pt x="3831187" y="1321816"/>
                  <a:pt x="3817506" y="1326496"/>
                  <a:pt x="3808505" y="1335494"/>
                </a:cubicBezTo>
                <a:cubicBezTo>
                  <a:pt x="3803824" y="1332975"/>
                  <a:pt x="3801304" y="1323976"/>
                  <a:pt x="3796984" y="1319657"/>
                </a:cubicBezTo>
                <a:cubicBezTo>
                  <a:pt x="3792303" y="1321816"/>
                  <a:pt x="3794463" y="1335494"/>
                  <a:pt x="3790143" y="1332975"/>
                </a:cubicBezTo>
                <a:cubicBezTo>
                  <a:pt x="3787983" y="1308138"/>
                  <a:pt x="3776461" y="1349172"/>
                  <a:pt x="3778622" y="1321816"/>
                </a:cubicBezTo>
                <a:cubicBezTo>
                  <a:pt x="3774301" y="1335494"/>
                  <a:pt x="3767460" y="1339814"/>
                  <a:pt x="3764940" y="1346653"/>
                </a:cubicBezTo>
                <a:cubicBezTo>
                  <a:pt x="3760620" y="1349172"/>
                  <a:pt x="3758099" y="1342333"/>
                  <a:pt x="3758099" y="1335494"/>
                </a:cubicBezTo>
                <a:cubicBezTo>
                  <a:pt x="3760620" y="1360331"/>
                  <a:pt x="3724256" y="1339814"/>
                  <a:pt x="3721736" y="1353492"/>
                </a:cubicBezTo>
                <a:cubicBezTo>
                  <a:pt x="3714895" y="1346653"/>
                  <a:pt x="3703734" y="1351332"/>
                  <a:pt x="3690052" y="1353492"/>
                </a:cubicBezTo>
                <a:cubicBezTo>
                  <a:pt x="3690052" y="1378688"/>
                  <a:pt x="3714895" y="1369689"/>
                  <a:pt x="3719575" y="1360331"/>
                </a:cubicBezTo>
                <a:cubicBezTo>
                  <a:pt x="3728576" y="1378688"/>
                  <a:pt x="3746938" y="1371849"/>
                  <a:pt x="3753779" y="1371849"/>
                </a:cubicBezTo>
                <a:cubicBezTo>
                  <a:pt x="3755939" y="1383367"/>
                  <a:pt x="3749099" y="1376528"/>
                  <a:pt x="3749099" y="1387687"/>
                </a:cubicBezTo>
                <a:cubicBezTo>
                  <a:pt x="3749099" y="1390206"/>
                  <a:pt x="3749099" y="1394526"/>
                  <a:pt x="3749099" y="1399205"/>
                </a:cubicBezTo>
                <a:cubicBezTo>
                  <a:pt x="3758099" y="1396685"/>
                  <a:pt x="3769621" y="1399205"/>
                  <a:pt x="3771781" y="1385527"/>
                </a:cubicBezTo>
                <a:cubicBezTo>
                  <a:pt x="3790143" y="1392366"/>
                  <a:pt x="3803824" y="1380848"/>
                  <a:pt x="3821826" y="1408204"/>
                </a:cubicBezTo>
                <a:cubicBezTo>
                  <a:pt x="3826507" y="1403524"/>
                  <a:pt x="3831187" y="1394526"/>
                  <a:pt x="3838028" y="1396685"/>
                </a:cubicBezTo>
                <a:cubicBezTo>
                  <a:pt x="3842348" y="1401365"/>
                  <a:pt x="3835508" y="1403524"/>
                  <a:pt x="3831187" y="1403524"/>
                </a:cubicBezTo>
                <a:cubicBezTo>
                  <a:pt x="3838028" y="1410363"/>
                  <a:pt x="3844869" y="1415043"/>
                  <a:pt x="3853870" y="1406044"/>
                </a:cubicBezTo>
                <a:cubicBezTo>
                  <a:pt x="3853870" y="1396685"/>
                  <a:pt x="3849189" y="1406044"/>
                  <a:pt x="3844869" y="1403524"/>
                </a:cubicBezTo>
                <a:cubicBezTo>
                  <a:pt x="3847029" y="1380848"/>
                  <a:pt x="3856030" y="1399205"/>
                  <a:pt x="3862871" y="1392366"/>
                </a:cubicBezTo>
                <a:cubicBezTo>
                  <a:pt x="3860710" y="1399205"/>
                  <a:pt x="3860710" y="1401365"/>
                  <a:pt x="3858190" y="1401365"/>
                </a:cubicBezTo>
                <a:cubicBezTo>
                  <a:pt x="3867551" y="1412883"/>
                  <a:pt x="3876552" y="1417202"/>
                  <a:pt x="3885553" y="1408204"/>
                </a:cubicBezTo>
                <a:cubicBezTo>
                  <a:pt x="3885553" y="1396685"/>
                  <a:pt x="3881233" y="1406044"/>
                  <a:pt x="3881233" y="1394526"/>
                </a:cubicBezTo>
                <a:cubicBezTo>
                  <a:pt x="3883393" y="1396685"/>
                  <a:pt x="3890233" y="1410363"/>
                  <a:pt x="3888073" y="1392366"/>
                </a:cubicBezTo>
                <a:cubicBezTo>
                  <a:pt x="3894914" y="1403524"/>
                  <a:pt x="3901755" y="1403524"/>
                  <a:pt x="3903915" y="1390206"/>
                </a:cubicBezTo>
                <a:cubicBezTo>
                  <a:pt x="3906075" y="1399205"/>
                  <a:pt x="3910756" y="1399205"/>
                  <a:pt x="3915436" y="1396685"/>
                </a:cubicBezTo>
                <a:cubicBezTo>
                  <a:pt x="3908595" y="1406044"/>
                  <a:pt x="3901755" y="1401365"/>
                  <a:pt x="3890233" y="1412883"/>
                </a:cubicBezTo>
                <a:cubicBezTo>
                  <a:pt x="3897074" y="1426561"/>
                  <a:pt x="3903915" y="1426561"/>
                  <a:pt x="3908595" y="1417202"/>
                </a:cubicBezTo>
                <a:cubicBezTo>
                  <a:pt x="3908595" y="1437719"/>
                  <a:pt x="3928758" y="1401365"/>
                  <a:pt x="3938119" y="1437719"/>
                </a:cubicBezTo>
                <a:cubicBezTo>
                  <a:pt x="3953960" y="1424041"/>
                  <a:pt x="3965121" y="1449238"/>
                  <a:pt x="3983483" y="1430880"/>
                </a:cubicBezTo>
                <a:cubicBezTo>
                  <a:pt x="3974482" y="1449238"/>
                  <a:pt x="3995005" y="1437719"/>
                  <a:pt x="4001845" y="1435560"/>
                </a:cubicBezTo>
                <a:cubicBezTo>
                  <a:pt x="3999325" y="1421882"/>
                  <a:pt x="3997165" y="1426561"/>
                  <a:pt x="3992484" y="1421882"/>
                </a:cubicBezTo>
                <a:cubicBezTo>
                  <a:pt x="3995005" y="1428721"/>
                  <a:pt x="3992484" y="1433040"/>
                  <a:pt x="3988164" y="1433040"/>
                </a:cubicBezTo>
                <a:cubicBezTo>
                  <a:pt x="3983483" y="1415043"/>
                  <a:pt x="3997165" y="1410363"/>
                  <a:pt x="4004006" y="1428721"/>
                </a:cubicBezTo>
                <a:cubicBezTo>
                  <a:pt x="4022007" y="1421882"/>
                  <a:pt x="4033529" y="1415043"/>
                  <a:pt x="4056211" y="1433040"/>
                </a:cubicBezTo>
                <a:cubicBezTo>
                  <a:pt x="4058731" y="1428721"/>
                  <a:pt x="4049370" y="1426561"/>
                  <a:pt x="4047210" y="1424041"/>
                </a:cubicBezTo>
                <a:cubicBezTo>
                  <a:pt x="4056211" y="1424041"/>
                  <a:pt x="4079253" y="1410363"/>
                  <a:pt x="4095095" y="1410363"/>
                </a:cubicBezTo>
                <a:cubicBezTo>
                  <a:pt x="4104096" y="1396685"/>
                  <a:pt x="4117777" y="1403524"/>
                  <a:pt x="4135779" y="1399205"/>
                </a:cubicBezTo>
                <a:cubicBezTo>
                  <a:pt x="4133619" y="1396685"/>
                  <a:pt x="4133619" y="1396685"/>
                  <a:pt x="4131459" y="1396685"/>
                </a:cubicBezTo>
                <a:cubicBezTo>
                  <a:pt x="4165663" y="1376528"/>
                  <a:pt x="4202026" y="1365010"/>
                  <a:pt x="4226869" y="1339814"/>
                </a:cubicBezTo>
                <a:cubicBezTo>
                  <a:pt x="4231549" y="1346653"/>
                  <a:pt x="4226869" y="1346653"/>
                  <a:pt x="4233710" y="1353492"/>
                </a:cubicBezTo>
                <a:cubicBezTo>
                  <a:pt x="4245231" y="1362850"/>
                  <a:pt x="4243071" y="1344493"/>
                  <a:pt x="4236230" y="1337654"/>
                </a:cubicBezTo>
                <a:cubicBezTo>
                  <a:pt x="4247391" y="1344493"/>
                  <a:pt x="4256392" y="1332975"/>
                  <a:pt x="4265753" y="1319657"/>
                </a:cubicBezTo>
                <a:cubicBezTo>
                  <a:pt x="4274754" y="1308138"/>
                  <a:pt x="4283755" y="1292300"/>
                  <a:pt x="4297437" y="1294460"/>
                </a:cubicBezTo>
                <a:lnTo>
                  <a:pt x="4302117" y="1299139"/>
                </a:lnTo>
                <a:cubicBezTo>
                  <a:pt x="4302117" y="1299139"/>
                  <a:pt x="4302117" y="1285461"/>
                  <a:pt x="4308958" y="1299139"/>
                </a:cubicBezTo>
                <a:cubicBezTo>
                  <a:pt x="4306437" y="1278622"/>
                  <a:pt x="4322639" y="1276463"/>
                  <a:pt x="4326959" y="1262785"/>
                </a:cubicBezTo>
                <a:cubicBezTo>
                  <a:pt x="4331640" y="1262785"/>
                  <a:pt x="4338481" y="1267104"/>
                  <a:pt x="4340641" y="1273943"/>
                </a:cubicBezTo>
                <a:cubicBezTo>
                  <a:pt x="4343161" y="1271783"/>
                  <a:pt x="4343161" y="1269624"/>
                  <a:pt x="4345321" y="1267104"/>
                </a:cubicBezTo>
                <a:cubicBezTo>
                  <a:pt x="4347482" y="1262785"/>
                  <a:pt x="4340641" y="1262785"/>
                  <a:pt x="4333800" y="1255946"/>
                </a:cubicBezTo>
                <a:cubicBezTo>
                  <a:pt x="4347482" y="1253426"/>
                  <a:pt x="4365844" y="1255946"/>
                  <a:pt x="4365844" y="1242268"/>
                </a:cubicBezTo>
                <a:cubicBezTo>
                  <a:pt x="4372685" y="1249107"/>
                  <a:pt x="4374845" y="1249107"/>
                  <a:pt x="4379525" y="1251266"/>
                </a:cubicBezTo>
                <a:cubicBezTo>
                  <a:pt x="4379525" y="1244427"/>
                  <a:pt x="4390686" y="1239748"/>
                  <a:pt x="4393207" y="1235429"/>
                </a:cubicBezTo>
                <a:cubicBezTo>
                  <a:pt x="4402207" y="1244427"/>
                  <a:pt x="4393207" y="1244427"/>
                  <a:pt x="4400047" y="1251266"/>
                </a:cubicBezTo>
                <a:cubicBezTo>
                  <a:pt x="4409049" y="1237588"/>
                  <a:pt x="4445412" y="1242268"/>
                  <a:pt x="4445412" y="1214912"/>
                </a:cubicBezTo>
                <a:cubicBezTo>
                  <a:pt x="4463414" y="1223910"/>
                  <a:pt x="4440731" y="1223910"/>
                  <a:pt x="4452253" y="1232909"/>
                </a:cubicBezTo>
                <a:cubicBezTo>
                  <a:pt x="4468095" y="1228590"/>
                  <a:pt x="4452253" y="1192235"/>
                  <a:pt x="4477095" y="1194395"/>
                </a:cubicBezTo>
                <a:cubicBezTo>
                  <a:pt x="4481776" y="1192235"/>
                  <a:pt x="4470255" y="1187556"/>
                  <a:pt x="4470255" y="1185396"/>
                </a:cubicBezTo>
                <a:cubicBezTo>
                  <a:pt x="4493297" y="1185396"/>
                  <a:pt x="4497617" y="1171718"/>
                  <a:pt x="4495457" y="1155880"/>
                </a:cubicBezTo>
                <a:cubicBezTo>
                  <a:pt x="4540822" y="1180717"/>
                  <a:pt x="4520300" y="1132844"/>
                  <a:pt x="4554503" y="1135363"/>
                </a:cubicBezTo>
                <a:lnTo>
                  <a:pt x="4558539" y="1119306"/>
                </a:lnTo>
                <a:lnTo>
                  <a:pt x="4554193" y="1117418"/>
                </a:lnTo>
                <a:cubicBezTo>
                  <a:pt x="4549067" y="1116874"/>
                  <a:pt x="4544480" y="1116330"/>
                  <a:pt x="4544480" y="1111794"/>
                </a:cubicBezTo>
                <a:cubicBezTo>
                  <a:pt x="4526134" y="1109254"/>
                  <a:pt x="4523976" y="1123043"/>
                  <a:pt x="4526134" y="1129937"/>
                </a:cubicBezTo>
                <a:cubicBezTo>
                  <a:pt x="4501313" y="1120865"/>
                  <a:pt x="4523976" y="1088571"/>
                  <a:pt x="4542322" y="1079500"/>
                </a:cubicBezTo>
                <a:cubicBezTo>
                  <a:pt x="4548797" y="1081677"/>
                  <a:pt x="4555632" y="1086394"/>
                  <a:pt x="4558150" y="1081677"/>
                </a:cubicBezTo>
                <a:cubicBezTo>
                  <a:pt x="4573978" y="1093288"/>
                  <a:pt x="4558150" y="1095465"/>
                  <a:pt x="4560309" y="1100183"/>
                </a:cubicBezTo>
                <a:cubicBezTo>
                  <a:pt x="4548797" y="1102360"/>
                  <a:pt x="4544480" y="1093288"/>
                  <a:pt x="4553474" y="1091111"/>
                </a:cubicBezTo>
                <a:cubicBezTo>
                  <a:pt x="4548797" y="1088571"/>
                  <a:pt x="4546639" y="1093288"/>
                  <a:pt x="4537646" y="1088571"/>
                </a:cubicBezTo>
                <a:cubicBezTo>
                  <a:pt x="4532969" y="1095465"/>
                  <a:pt x="4542322" y="1100183"/>
                  <a:pt x="4542322" y="1104900"/>
                </a:cubicBezTo>
                <a:cubicBezTo>
                  <a:pt x="4548977" y="1101453"/>
                  <a:pt x="4554643" y="1103720"/>
                  <a:pt x="4558915" y="1107984"/>
                </a:cubicBezTo>
                <a:lnTo>
                  <a:pt x="4562676" y="1114869"/>
                </a:lnTo>
                <a:lnTo>
                  <a:pt x="4577186" y="1105848"/>
                </a:lnTo>
                <a:cubicBezTo>
                  <a:pt x="4577186" y="1101168"/>
                  <a:pt x="4572865" y="1099009"/>
                  <a:pt x="4570705" y="1094329"/>
                </a:cubicBezTo>
                <a:cubicBezTo>
                  <a:pt x="4572865" y="1087490"/>
                  <a:pt x="4572865" y="1094329"/>
                  <a:pt x="4581867" y="1096489"/>
                </a:cubicBezTo>
                <a:cubicBezTo>
                  <a:pt x="4584027" y="1094329"/>
                  <a:pt x="4575026" y="1089650"/>
                  <a:pt x="4577186" y="1085331"/>
                </a:cubicBezTo>
                <a:cubicBezTo>
                  <a:pt x="4572865" y="1082811"/>
                  <a:pt x="4572865" y="1087490"/>
                  <a:pt x="4572865" y="1087490"/>
                </a:cubicBezTo>
                <a:cubicBezTo>
                  <a:pt x="4570525" y="1080651"/>
                  <a:pt x="4572775" y="1074982"/>
                  <a:pt x="4576196" y="1069583"/>
                </a:cubicBezTo>
                <a:lnTo>
                  <a:pt x="4581096" y="1061873"/>
                </a:lnTo>
                <a:lnTo>
                  <a:pt x="4565466" y="1060420"/>
                </a:lnTo>
                <a:cubicBezTo>
                  <a:pt x="4557233" y="1059559"/>
                  <a:pt x="4550969" y="1057837"/>
                  <a:pt x="4554370" y="1053124"/>
                </a:cubicBezTo>
                <a:cubicBezTo>
                  <a:pt x="4540767" y="1053124"/>
                  <a:pt x="4545421" y="1071612"/>
                  <a:pt x="4545421" y="1075962"/>
                </a:cubicBezTo>
                <a:cubicBezTo>
                  <a:pt x="4520363" y="1064725"/>
                  <a:pt x="4543273" y="1055662"/>
                  <a:pt x="4549716" y="1046237"/>
                </a:cubicBezTo>
                <a:cubicBezTo>
                  <a:pt x="4556518" y="1048774"/>
                  <a:pt x="4559023" y="1050949"/>
                  <a:pt x="4559023" y="1053124"/>
                </a:cubicBezTo>
                <a:cubicBezTo>
                  <a:pt x="4567972" y="1053124"/>
                  <a:pt x="4572626" y="1050949"/>
                  <a:pt x="4574774" y="1044062"/>
                </a:cubicBezTo>
                <a:cubicBezTo>
                  <a:pt x="4556518" y="1034999"/>
                  <a:pt x="4567972" y="1053124"/>
                  <a:pt x="4552222" y="1044062"/>
                </a:cubicBezTo>
                <a:cubicBezTo>
                  <a:pt x="4559023" y="1037174"/>
                  <a:pt x="4565825" y="1030287"/>
                  <a:pt x="4583723" y="1034999"/>
                </a:cubicBezTo>
                <a:cubicBezTo>
                  <a:pt x="4590703" y="1041796"/>
                  <a:pt x="4575937" y="1047370"/>
                  <a:pt x="4578538" y="1054625"/>
                </a:cubicBezTo>
                <a:lnTo>
                  <a:pt x="4583276" y="1058442"/>
                </a:lnTo>
                <a:lnTo>
                  <a:pt x="4586547" y="1053295"/>
                </a:lnTo>
                <a:lnTo>
                  <a:pt x="4587511" y="1061853"/>
                </a:lnTo>
                <a:lnTo>
                  <a:pt x="4588376" y="1062550"/>
                </a:lnTo>
                <a:lnTo>
                  <a:pt x="4587581" y="1062476"/>
                </a:lnTo>
                <a:lnTo>
                  <a:pt x="4588482" y="1070483"/>
                </a:lnTo>
                <a:cubicBezTo>
                  <a:pt x="4586457" y="1076152"/>
                  <a:pt x="4581867" y="1080651"/>
                  <a:pt x="4575026" y="1080651"/>
                </a:cubicBezTo>
                <a:cubicBezTo>
                  <a:pt x="4575026" y="1082811"/>
                  <a:pt x="4581867" y="1085331"/>
                  <a:pt x="4581867" y="1087490"/>
                </a:cubicBezTo>
                <a:cubicBezTo>
                  <a:pt x="4595548" y="1092170"/>
                  <a:pt x="4604549" y="1085331"/>
                  <a:pt x="4593388" y="1075972"/>
                </a:cubicBezTo>
                <a:cubicBezTo>
                  <a:pt x="4600229" y="1071653"/>
                  <a:pt x="4611389" y="1071653"/>
                  <a:pt x="4618231" y="1069133"/>
                </a:cubicBezTo>
                <a:cubicBezTo>
                  <a:pt x="4622911" y="1062654"/>
                  <a:pt x="4600229" y="1057975"/>
                  <a:pt x="4602389" y="1053295"/>
                </a:cubicBezTo>
                <a:cubicBezTo>
                  <a:pt x="4643433" y="1064814"/>
                  <a:pt x="4618231" y="1026299"/>
                  <a:pt x="4647753" y="1030618"/>
                </a:cubicBezTo>
                <a:cubicBezTo>
                  <a:pt x="4645593" y="1016940"/>
                  <a:pt x="4657115" y="1001103"/>
                  <a:pt x="4668275" y="987425"/>
                </a:cubicBezTo>
                <a:cubicBezTo>
                  <a:pt x="4677277" y="996423"/>
                  <a:pt x="4684117" y="996423"/>
                  <a:pt x="4688798" y="989584"/>
                </a:cubicBezTo>
                <a:cubicBezTo>
                  <a:pt x="4688798" y="1003262"/>
                  <a:pt x="4668275" y="994264"/>
                  <a:pt x="4681957" y="1010101"/>
                </a:cubicBezTo>
                <a:cubicBezTo>
                  <a:pt x="4690958" y="1010101"/>
                  <a:pt x="4700319" y="1012621"/>
                  <a:pt x="4700319" y="1005782"/>
                </a:cubicBezTo>
                <a:cubicBezTo>
                  <a:pt x="4688798" y="1010101"/>
                  <a:pt x="4690958" y="1003262"/>
                  <a:pt x="4695639" y="996423"/>
                </a:cubicBezTo>
                <a:cubicBezTo>
                  <a:pt x="4697799" y="998943"/>
                  <a:pt x="4704639" y="1003262"/>
                  <a:pt x="4711481" y="1005782"/>
                </a:cubicBezTo>
                <a:cubicBezTo>
                  <a:pt x="4704639" y="1019460"/>
                  <a:pt x="4695639" y="1046456"/>
                  <a:pt x="4711481" y="1066973"/>
                </a:cubicBezTo>
                <a:cubicBezTo>
                  <a:pt x="4716161" y="1060134"/>
                  <a:pt x="4720481" y="1051135"/>
                  <a:pt x="4723001" y="1046456"/>
                </a:cubicBezTo>
                <a:cubicBezTo>
                  <a:pt x="4716161" y="1044296"/>
                  <a:pt x="4711481" y="1044296"/>
                  <a:pt x="4709320" y="1048976"/>
                </a:cubicBezTo>
                <a:cubicBezTo>
                  <a:pt x="4702479" y="1046456"/>
                  <a:pt x="4711481" y="1042137"/>
                  <a:pt x="4709320" y="1039617"/>
                </a:cubicBezTo>
                <a:cubicBezTo>
                  <a:pt x="4718321" y="1048976"/>
                  <a:pt x="4720481" y="1039617"/>
                  <a:pt x="4732003" y="1042137"/>
                </a:cubicBezTo>
                <a:cubicBezTo>
                  <a:pt x="4732003" y="1042137"/>
                  <a:pt x="4732003" y="1042137"/>
                  <a:pt x="4729842" y="1053295"/>
                </a:cubicBezTo>
                <a:lnTo>
                  <a:pt x="4737887" y="1053625"/>
                </a:lnTo>
                <a:lnTo>
                  <a:pt x="4744856" y="1036845"/>
                </a:lnTo>
                <a:cubicBezTo>
                  <a:pt x="4746549" y="1029764"/>
                  <a:pt x="4746549" y="1023540"/>
                  <a:pt x="4744232" y="1019030"/>
                </a:cubicBezTo>
                <a:cubicBezTo>
                  <a:pt x="4757775" y="1014340"/>
                  <a:pt x="4757775" y="1009650"/>
                  <a:pt x="4769179" y="1009650"/>
                </a:cubicBezTo>
                <a:cubicBezTo>
                  <a:pt x="4755636" y="1012175"/>
                  <a:pt x="4775594" y="1034905"/>
                  <a:pt x="4751004" y="1032380"/>
                </a:cubicBezTo>
                <a:lnTo>
                  <a:pt x="4750899" y="1035591"/>
                </a:lnTo>
                <a:lnTo>
                  <a:pt x="4755175" y="1037941"/>
                </a:lnTo>
                <a:cubicBezTo>
                  <a:pt x="4755281" y="1038695"/>
                  <a:pt x="4754212" y="1039392"/>
                  <a:pt x="4752930" y="1040247"/>
                </a:cubicBezTo>
                <a:lnTo>
                  <a:pt x="4750474" y="1048606"/>
                </a:lnTo>
                <a:lnTo>
                  <a:pt x="4750462" y="1048978"/>
                </a:lnTo>
                <a:lnTo>
                  <a:pt x="4761824" y="1049268"/>
                </a:lnTo>
                <a:cubicBezTo>
                  <a:pt x="4768591" y="1047041"/>
                  <a:pt x="4763866" y="1038537"/>
                  <a:pt x="4770887" y="1035298"/>
                </a:cubicBezTo>
                <a:cubicBezTo>
                  <a:pt x="4791049" y="1046456"/>
                  <a:pt x="4773047" y="1057975"/>
                  <a:pt x="4773047" y="1066973"/>
                </a:cubicBezTo>
                <a:cubicBezTo>
                  <a:pt x="4773047" y="1073812"/>
                  <a:pt x="4784208" y="1075972"/>
                  <a:pt x="4770887" y="1080651"/>
                </a:cubicBezTo>
                <a:cubicBezTo>
                  <a:pt x="4777367" y="1085331"/>
                  <a:pt x="4782048" y="1099009"/>
                  <a:pt x="4782048" y="1110167"/>
                </a:cubicBezTo>
                <a:cubicBezTo>
                  <a:pt x="4777367" y="1108007"/>
                  <a:pt x="4777367" y="1105848"/>
                  <a:pt x="4773047" y="1103328"/>
                </a:cubicBezTo>
                <a:cubicBezTo>
                  <a:pt x="4769626" y="1109087"/>
                  <a:pt x="4771877" y="1114846"/>
                  <a:pt x="4776962" y="1120291"/>
                </a:cubicBezTo>
                <a:lnTo>
                  <a:pt x="4785899" y="1126727"/>
                </a:lnTo>
                <a:lnTo>
                  <a:pt x="4788468" y="1120865"/>
                </a:lnTo>
                <a:cubicBezTo>
                  <a:pt x="4792732" y="1115423"/>
                  <a:pt x="4800170" y="1109163"/>
                  <a:pt x="4802529" y="1108075"/>
                </a:cubicBezTo>
                <a:cubicBezTo>
                  <a:pt x="4823212" y="1119686"/>
                  <a:pt x="4786564" y="1121863"/>
                  <a:pt x="4793458" y="1128758"/>
                </a:cubicBezTo>
                <a:lnTo>
                  <a:pt x="4787609" y="1127959"/>
                </a:lnTo>
                <a:lnTo>
                  <a:pt x="4797889" y="1135363"/>
                </a:lnTo>
                <a:cubicBezTo>
                  <a:pt x="4804730" y="1135363"/>
                  <a:pt x="4795729" y="1128524"/>
                  <a:pt x="4804730" y="1126365"/>
                </a:cubicBezTo>
                <a:cubicBezTo>
                  <a:pt x="4802570" y="1142202"/>
                  <a:pt x="4816251" y="1135363"/>
                  <a:pt x="4827773" y="1151201"/>
                </a:cubicBezTo>
                <a:cubicBezTo>
                  <a:pt x="4823092" y="1164879"/>
                  <a:pt x="4809411" y="1180717"/>
                  <a:pt x="4829933" y="1185396"/>
                </a:cubicBezTo>
                <a:cubicBezTo>
                  <a:pt x="4827773" y="1205913"/>
                  <a:pt x="4814091" y="1214912"/>
                  <a:pt x="4827773" y="1230749"/>
                </a:cubicBezTo>
                <a:cubicBezTo>
                  <a:pt x="4800409" y="1235429"/>
                  <a:pt x="4814091" y="1260265"/>
                  <a:pt x="4816251" y="1276463"/>
                </a:cubicBezTo>
                <a:lnTo>
                  <a:pt x="4821104" y="1273483"/>
                </a:lnTo>
                <a:lnTo>
                  <a:pt x="4820420" y="1271903"/>
                </a:lnTo>
                <a:cubicBezTo>
                  <a:pt x="4820889" y="1268172"/>
                  <a:pt x="4823326" y="1264868"/>
                  <a:pt x="4827713" y="1264030"/>
                </a:cubicBezTo>
                <a:lnTo>
                  <a:pt x="4831952" y="1264855"/>
                </a:lnTo>
                <a:lnTo>
                  <a:pt x="4836773" y="1253426"/>
                </a:lnTo>
                <a:cubicBezTo>
                  <a:pt x="4847935" y="1258105"/>
                  <a:pt x="4847935" y="1271783"/>
                  <a:pt x="4841094" y="1271783"/>
                </a:cubicBezTo>
                <a:cubicBezTo>
                  <a:pt x="4841094" y="1276463"/>
                  <a:pt x="4847935" y="1280782"/>
                  <a:pt x="4854775" y="1285461"/>
                </a:cubicBezTo>
                <a:cubicBezTo>
                  <a:pt x="4870977" y="1278622"/>
                  <a:pt x="4854775" y="1255946"/>
                  <a:pt x="4875297" y="1255946"/>
                </a:cubicBezTo>
                <a:cubicBezTo>
                  <a:pt x="4875297" y="1267104"/>
                  <a:pt x="4875297" y="1294460"/>
                  <a:pt x="4866297" y="1312818"/>
                </a:cubicBezTo>
                <a:cubicBezTo>
                  <a:pt x="4864137" y="1321816"/>
                  <a:pt x="4836773" y="1339814"/>
                  <a:pt x="4857295" y="1339814"/>
                </a:cubicBezTo>
                <a:cubicBezTo>
                  <a:pt x="4861616" y="1351332"/>
                  <a:pt x="4823092" y="1358171"/>
                  <a:pt x="4854775" y="1376528"/>
                </a:cubicBezTo>
                <a:cubicBezTo>
                  <a:pt x="4834613" y="1417202"/>
                  <a:pt x="4820932" y="1453917"/>
                  <a:pt x="4795729" y="1501430"/>
                </a:cubicBezTo>
                <a:cubicBezTo>
                  <a:pt x="4802570" y="1506109"/>
                  <a:pt x="4802570" y="1494591"/>
                  <a:pt x="4807251" y="1492431"/>
                </a:cubicBezTo>
                <a:cubicBezTo>
                  <a:pt x="4811571" y="1503590"/>
                  <a:pt x="4811571" y="1490272"/>
                  <a:pt x="4820932" y="1499270"/>
                </a:cubicBezTo>
                <a:cubicBezTo>
                  <a:pt x="4811571" y="1501430"/>
                  <a:pt x="4804730" y="1506109"/>
                  <a:pt x="4793569" y="1506109"/>
                </a:cubicBezTo>
                <a:cubicBezTo>
                  <a:pt x="4795729" y="1533465"/>
                  <a:pt x="4750365" y="1542464"/>
                  <a:pt x="4766206" y="1571980"/>
                </a:cubicBezTo>
                <a:cubicBezTo>
                  <a:pt x="4754685" y="1576659"/>
                  <a:pt x="4750365" y="1578819"/>
                  <a:pt x="4761525" y="1587818"/>
                </a:cubicBezTo>
                <a:cubicBezTo>
                  <a:pt x="4741003" y="1592497"/>
                  <a:pt x="4750365" y="1617333"/>
                  <a:pt x="4734523" y="1624172"/>
                </a:cubicBezTo>
                <a:cubicBezTo>
                  <a:pt x="4761525" y="1647209"/>
                  <a:pt x="4766206" y="1606175"/>
                  <a:pt x="4784208" y="1601496"/>
                </a:cubicBezTo>
                <a:cubicBezTo>
                  <a:pt x="4780967" y="1620393"/>
                  <a:pt x="4760918" y="1635241"/>
                  <a:pt x="4749121" y="1653935"/>
                </a:cubicBezTo>
                <a:lnTo>
                  <a:pt x="4744285" y="1666011"/>
                </a:lnTo>
                <a:lnTo>
                  <a:pt x="4748827" y="1670769"/>
                </a:lnTo>
                <a:cubicBezTo>
                  <a:pt x="4750703" y="1679393"/>
                  <a:pt x="4736106" y="1687149"/>
                  <a:pt x="4729285" y="1687149"/>
                </a:cubicBezTo>
                <a:lnTo>
                  <a:pt x="4731410" y="1680267"/>
                </a:lnTo>
                <a:lnTo>
                  <a:pt x="4709320" y="1694227"/>
                </a:lnTo>
                <a:cubicBezTo>
                  <a:pt x="4698519" y="1702821"/>
                  <a:pt x="4688798" y="1712000"/>
                  <a:pt x="4684117" y="1717759"/>
                </a:cubicBezTo>
                <a:cubicBezTo>
                  <a:pt x="4693479" y="1726757"/>
                  <a:pt x="4702479" y="1726757"/>
                  <a:pt x="4711481" y="1717759"/>
                </a:cubicBezTo>
                <a:cubicBezTo>
                  <a:pt x="4716161" y="1724238"/>
                  <a:pt x="4702479" y="1726757"/>
                  <a:pt x="4702479" y="1731077"/>
                </a:cubicBezTo>
                <a:lnTo>
                  <a:pt x="4696137" y="1728970"/>
                </a:lnTo>
                <a:lnTo>
                  <a:pt x="4684673" y="1744540"/>
                </a:lnTo>
                <a:cubicBezTo>
                  <a:pt x="4682167" y="1749978"/>
                  <a:pt x="4679393" y="1755144"/>
                  <a:pt x="4671518" y="1758587"/>
                </a:cubicBezTo>
                <a:lnTo>
                  <a:pt x="4666572" y="1747872"/>
                </a:lnTo>
                <a:lnTo>
                  <a:pt x="4659185" y="1753124"/>
                </a:lnTo>
                <a:cubicBezTo>
                  <a:pt x="4649554" y="1758523"/>
                  <a:pt x="4638752" y="1764192"/>
                  <a:pt x="4634072" y="1778950"/>
                </a:cubicBezTo>
                <a:cubicBezTo>
                  <a:pt x="4634072" y="1778950"/>
                  <a:pt x="4634072" y="1778950"/>
                  <a:pt x="4629751" y="1772111"/>
                </a:cubicBezTo>
                <a:cubicBezTo>
                  <a:pt x="4602389" y="1792628"/>
                  <a:pt x="4575026" y="1806306"/>
                  <a:pt x="4547663" y="1819984"/>
                </a:cubicBezTo>
                <a:cubicBezTo>
                  <a:pt x="4522821" y="1835822"/>
                  <a:pt x="4495457" y="1847340"/>
                  <a:pt x="4468095" y="1860658"/>
                </a:cubicBezTo>
                <a:cubicBezTo>
                  <a:pt x="4433891" y="1881175"/>
                  <a:pt x="4388526" y="1915370"/>
                  <a:pt x="4340641" y="1920049"/>
                </a:cubicBezTo>
                <a:cubicBezTo>
                  <a:pt x="4336321" y="1931208"/>
                  <a:pt x="4352162" y="1935887"/>
                  <a:pt x="4356483" y="1933727"/>
                </a:cubicBezTo>
                <a:cubicBezTo>
                  <a:pt x="4349642" y="1940566"/>
                  <a:pt x="4329480" y="1951725"/>
                  <a:pt x="4317959" y="1954244"/>
                </a:cubicBezTo>
                <a:cubicBezTo>
                  <a:pt x="4311118" y="1940566"/>
                  <a:pt x="4324799" y="1954244"/>
                  <a:pt x="4322639" y="1944886"/>
                </a:cubicBezTo>
                <a:cubicBezTo>
                  <a:pt x="4320119" y="1935887"/>
                  <a:pt x="4313278" y="1947405"/>
                  <a:pt x="4308958" y="1947405"/>
                </a:cubicBezTo>
                <a:cubicBezTo>
                  <a:pt x="4304277" y="1949565"/>
                  <a:pt x="4311118" y="1951725"/>
                  <a:pt x="4311118" y="1956404"/>
                </a:cubicBezTo>
                <a:cubicBezTo>
                  <a:pt x="4256392" y="1979081"/>
                  <a:pt x="4213187" y="1985920"/>
                  <a:pt x="4160982" y="2008596"/>
                </a:cubicBezTo>
                <a:cubicBezTo>
                  <a:pt x="4176824" y="2033793"/>
                  <a:pt x="4213187" y="1981600"/>
                  <a:pt x="4224709" y="2011116"/>
                </a:cubicBezTo>
                <a:cubicBezTo>
                  <a:pt x="4206347" y="2001757"/>
                  <a:pt x="4202026" y="2024434"/>
                  <a:pt x="4188345" y="2022274"/>
                </a:cubicBezTo>
                <a:cubicBezTo>
                  <a:pt x="4197346" y="2040632"/>
                  <a:pt x="4213187" y="2017955"/>
                  <a:pt x="4215708" y="2013276"/>
                </a:cubicBezTo>
                <a:cubicBezTo>
                  <a:pt x="4215708" y="2013276"/>
                  <a:pt x="4215708" y="2013276"/>
                  <a:pt x="4220028" y="2024434"/>
                </a:cubicBezTo>
                <a:cubicBezTo>
                  <a:pt x="4220028" y="2013276"/>
                  <a:pt x="4224709" y="2015435"/>
                  <a:pt x="4233710" y="2015435"/>
                </a:cubicBezTo>
                <a:cubicBezTo>
                  <a:pt x="4229389" y="2008596"/>
                  <a:pt x="4231549" y="2008596"/>
                  <a:pt x="4231549" y="1992759"/>
                </a:cubicBezTo>
                <a:cubicBezTo>
                  <a:pt x="4243071" y="1999598"/>
                  <a:pt x="4252072" y="1983760"/>
                  <a:pt x="4256392" y="1999598"/>
                </a:cubicBezTo>
                <a:cubicBezTo>
                  <a:pt x="4270073" y="2001757"/>
                  <a:pt x="4261073" y="1985920"/>
                  <a:pt x="4272594" y="1985920"/>
                </a:cubicBezTo>
                <a:cubicBezTo>
                  <a:pt x="4279435" y="1994918"/>
                  <a:pt x="4270073" y="1994918"/>
                  <a:pt x="4272594" y="2001757"/>
                </a:cubicBezTo>
                <a:cubicBezTo>
                  <a:pt x="4281595" y="2001757"/>
                  <a:pt x="4276914" y="1994918"/>
                  <a:pt x="4283755" y="1992759"/>
                </a:cubicBezTo>
                <a:cubicBezTo>
                  <a:pt x="4281595" y="1988079"/>
                  <a:pt x="4274754" y="1992759"/>
                  <a:pt x="4274754" y="1981600"/>
                </a:cubicBezTo>
                <a:cubicBezTo>
                  <a:pt x="4285915" y="1979081"/>
                  <a:pt x="4304277" y="1981600"/>
                  <a:pt x="4313278" y="1967922"/>
                </a:cubicBezTo>
                <a:cubicBezTo>
                  <a:pt x="4313278" y="1976921"/>
                  <a:pt x="4315799" y="1972242"/>
                  <a:pt x="4320119" y="1983760"/>
                </a:cubicBezTo>
                <a:cubicBezTo>
                  <a:pt x="4324799" y="1983760"/>
                  <a:pt x="4324799" y="1980881"/>
                  <a:pt x="4324799" y="1977731"/>
                </a:cubicBezTo>
                <a:lnTo>
                  <a:pt x="4325405" y="1976741"/>
                </a:lnTo>
                <a:lnTo>
                  <a:pt x="4377410" y="1961308"/>
                </a:lnTo>
                <a:cubicBezTo>
                  <a:pt x="4393657" y="1954784"/>
                  <a:pt x="4409049" y="1947405"/>
                  <a:pt x="4424890" y="1940566"/>
                </a:cubicBezTo>
                <a:cubicBezTo>
                  <a:pt x="4456573" y="1926888"/>
                  <a:pt x="4483936" y="1908531"/>
                  <a:pt x="4515979" y="1894853"/>
                </a:cubicBezTo>
                <a:cubicBezTo>
                  <a:pt x="4520300" y="1890534"/>
                  <a:pt x="4511299" y="1892693"/>
                  <a:pt x="4513459" y="1883695"/>
                </a:cubicBezTo>
                <a:cubicBezTo>
                  <a:pt x="4524981" y="1876856"/>
                  <a:pt x="4531821" y="1860658"/>
                  <a:pt x="4545503" y="1876856"/>
                </a:cubicBezTo>
                <a:cubicBezTo>
                  <a:pt x="4554503" y="1865337"/>
                  <a:pt x="4570705" y="1867497"/>
                  <a:pt x="4568185" y="1847340"/>
                </a:cubicBezTo>
                <a:cubicBezTo>
                  <a:pt x="4579707" y="1856339"/>
                  <a:pt x="4579707" y="1835822"/>
                  <a:pt x="4588707" y="1847340"/>
                </a:cubicBezTo>
                <a:cubicBezTo>
                  <a:pt x="4593388" y="1842661"/>
                  <a:pt x="4588707" y="1835822"/>
                  <a:pt x="4586547" y="1828983"/>
                </a:cubicBezTo>
                <a:cubicBezTo>
                  <a:pt x="4595548" y="1828983"/>
                  <a:pt x="4631912" y="1824303"/>
                  <a:pt x="4622911" y="1808466"/>
                </a:cubicBezTo>
                <a:cubicBezTo>
                  <a:pt x="4645593" y="1815305"/>
                  <a:pt x="4650274" y="1790468"/>
                  <a:pt x="4663955" y="1799467"/>
                </a:cubicBezTo>
                <a:cubicBezTo>
                  <a:pt x="4666115" y="1792628"/>
                  <a:pt x="4672956" y="1787949"/>
                  <a:pt x="4661435" y="1776790"/>
                </a:cubicBezTo>
                <a:cubicBezTo>
                  <a:pt x="4663955" y="1776790"/>
                  <a:pt x="4666115" y="1781110"/>
                  <a:pt x="4670796" y="1785789"/>
                </a:cubicBezTo>
                <a:cubicBezTo>
                  <a:pt x="4684117" y="1763112"/>
                  <a:pt x="4707160" y="1744755"/>
                  <a:pt x="4729842" y="1728917"/>
                </a:cubicBezTo>
                <a:cubicBezTo>
                  <a:pt x="4743523" y="1719918"/>
                  <a:pt x="4754685" y="1710920"/>
                  <a:pt x="4766206" y="1701561"/>
                </a:cubicBezTo>
                <a:lnTo>
                  <a:pt x="4768118" y="1698929"/>
                </a:lnTo>
                <a:lnTo>
                  <a:pt x="4766408" y="1696857"/>
                </a:lnTo>
                <a:cubicBezTo>
                  <a:pt x="4762216" y="1693790"/>
                  <a:pt x="4759986" y="1690460"/>
                  <a:pt x="4767835" y="1682750"/>
                </a:cubicBezTo>
                <a:lnTo>
                  <a:pt x="4774711" y="1689855"/>
                </a:lnTo>
                <a:lnTo>
                  <a:pt x="4791049" y="1667366"/>
                </a:lnTo>
                <a:cubicBezTo>
                  <a:pt x="4800409" y="1683564"/>
                  <a:pt x="4800409" y="1658367"/>
                  <a:pt x="4809411" y="1667366"/>
                </a:cubicBezTo>
                <a:cubicBezTo>
                  <a:pt x="4861616" y="1585658"/>
                  <a:pt x="4923183" y="1517268"/>
                  <a:pt x="4971068" y="1439879"/>
                </a:cubicBezTo>
                <a:cubicBezTo>
                  <a:pt x="4948025" y="1492431"/>
                  <a:pt x="4916342" y="1547143"/>
                  <a:pt x="4877458" y="1596816"/>
                </a:cubicBezTo>
                <a:cubicBezTo>
                  <a:pt x="4859276" y="1620753"/>
                  <a:pt x="4838844" y="1643519"/>
                  <a:pt x="4817826" y="1664036"/>
                </a:cubicBezTo>
                <a:lnTo>
                  <a:pt x="4777761" y="1698125"/>
                </a:lnTo>
                <a:lnTo>
                  <a:pt x="4776753" y="1709386"/>
                </a:lnTo>
                <a:lnTo>
                  <a:pt x="4771708" y="1703276"/>
                </a:lnTo>
                <a:lnTo>
                  <a:pt x="4762374" y="1711217"/>
                </a:lnTo>
                <a:lnTo>
                  <a:pt x="4763233" y="1720481"/>
                </a:lnTo>
                <a:cubicBezTo>
                  <a:pt x="4764330" y="1724951"/>
                  <a:pt x="4765638" y="1728506"/>
                  <a:pt x="4765933" y="1730502"/>
                </a:cubicBezTo>
                <a:lnTo>
                  <a:pt x="4762947" y="1731094"/>
                </a:lnTo>
                <a:lnTo>
                  <a:pt x="4766206" y="1737916"/>
                </a:lnTo>
                <a:cubicBezTo>
                  <a:pt x="4754685" y="1733596"/>
                  <a:pt x="4745684" y="1737916"/>
                  <a:pt x="4743523" y="1744755"/>
                </a:cubicBezTo>
                <a:cubicBezTo>
                  <a:pt x="4734523" y="1737916"/>
                  <a:pt x="4725161" y="1747274"/>
                  <a:pt x="4718321" y="1758433"/>
                </a:cubicBezTo>
                <a:cubicBezTo>
                  <a:pt x="4720481" y="1763112"/>
                  <a:pt x="4725161" y="1767431"/>
                  <a:pt x="4727322" y="1765272"/>
                </a:cubicBezTo>
                <a:cubicBezTo>
                  <a:pt x="4718321" y="1765272"/>
                  <a:pt x="4709320" y="1769951"/>
                  <a:pt x="4704639" y="1778950"/>
                </a:cubicBezTo>
                <a:cubicBezTo>
                  <a:pt x="4697799" y="1785789"/>
                  <a:pt x="4693479" y="1794788"/>
                  <a:pt x="4690958" y="1806306"/>
                </a:cubicBezTo>
                <a:cubicBezTo>
                  <a:pt x="4690958" y="1806306"/>
                  <a:pt x="4690958" y="1806306"/>
                  <a:pt x="4684117" y="1797307"/>
                </a:cubicBezTo>
                <a:cubicBezTo>
                  <a:pt x="4672956" y="1817824"/>
                  <a:pt x="4650274" y="1837981"/>
                  <a:pt x="4622911" y="1837981"/>
                </a:cubicBezTo>
                <a:cubicBezTo>
                  <a:pt x="4634072" y="1851659"/>
                  <a:pt x="4634072" y="1842661"/>
                  <a:pt x="4643433" y="1856339"/>
                </a:cubicBezTo>
                <a:cubicBezTo>
                  <a:pt x="4634072" y="1854179"/>
                  <a:pt x="4627231" y="1847340"/>
                  <a:pt x="4618231" y="1844820"/>
                </a:cubicBezTo>
                <a:cubicBezTo>
                  <a:pt x="4600229" y="1858498"/>
                  <a:pt x="4581867" y="1874336"/>
                  <a:pt x="4563865" y="1888014"/>
                </a:cubicBezTo>
                <a:cubicBezTo>
                  <a:pt x="4545503" y="1899532"/>
                  <a:pt x="4522821" y="1908531"/>
                  <a:pt x="4495457" y="1913210"/>
                </a:cubicBezTo>
                <a:cubicBezTo>
                  <a:pt x="4497617" y="1920049"/>
                  <a:pt x="4502298" y="1917890"/>
                  <a:pt x="4506979" y="1915370"/>
                </a:cubicBezTo>
                <a:cubicBezTo>
                  <a:pt x="4481776" y="1926888"/>
                  <a:pt x="4456573" y="1940566"/>
                  <a:pt x="4429571" y="1954244"/>
                </a:cubicBezTo>
                <a:cubicBezTo>
                  <a:pt x="4404368" y="1970082"/>
                  <a:pt x="4379525" y="1988079"/>
                  <a:pt x="4349642" y="2001757"/>
                </a:cubicBezTo>
                <a:cubicBezTo>
                  <a:pt x="4322639" y="2015435"/>
                  <a:pt x="4295276" y="2033793"/>
                  <a:pt x="4267913" y="2044951"/>
                </a:cubicBezTo>
                <a:cubicBezTo>
                  <a:pt x="4238390" y="2056470"/>
                  <a:pt x="4208867" y="2067988"/>
                  <a:pt x="4181504" y="2074827"/>
                </a:cubicBezTo>
                <a:cubicBezTo>
                  <a:pt x="4174663" y="2074827"/>
                  <a:pt x="4174663" y="2079146"/>
                  <a:pt x="4176824" y="2088145"/>
                </a:cubicBezTo>
                <a:cubicBezTo>
                  <a:pt x="4124618" y="2079146"/>
                  <a:pt x="4069892" y="2113341"/>
                  <a:pt x="4031368" y="2136018"/>
                </a:cubicBezTo>
                <a:cubicBezTo>
                  <a:pt x="4031368" y="2136018"/>
                  <a:pt x="4031368" y="2136018"/>
                  <a:pt x="4031053" y="2134038"/>
                </a:cubicBezTo>
                <a:lnTo>
                  <a:pt x="4029177" y="2122249"/>
                </a:lnTo>
                <a:lnTo>
                  <a:pt x="4028391" y="2123711"/>
                </a:lnTo>
                <a:lnTo>
                  <a:pt x="4026927" y="2121351"/>
                </a:lnTo>
                <a:lnTo>
                  <a:pt x="3998875" y="2138448"/>
                </a:lnTo>
                <a:cubicBezTo>
                  <a:pt x="3988074" y="2143577"/>
                  <a:pt x="3976643" y="2147536"/>
                  <a:pt x="3965121" y="2149696"/>
                </a:cubicBezTo>
                <a:lnTo>
                  <a:pt x="3953971" y="2151539"/>
                </a:lnTo>
                <a:lnTo>
                  <a:pt x="3957655" y="2152844"/>
                </a:lnTo>
                <a:cubicBezTo>
                  <a:pt x="3962954" y="2153024"/>
                  <a:pt x="3968286" y="2151967"/>
                  <a:pt x="3973552" y="2150977"/>
                </a:cubicBezTo>
                <a:lnTo>
                  <a:pt x="3977365" y="2150616"/>
                </a:lnTo>
                <a:lnTo>
                  <a:pt x="3978842" y="2148962"/>
                </a:lnTo>
                <a:lnTo>
                  <a:pt x="3978092" y="2150548"/>
                </a:lnTo>
                <a:lnTo>
                  <a:pt x="3989043" y="2149514"/>
                </a:lnTo>
                <a:cubicBezTo>
                  <a:pt x="3994072" y="2149964"/>
                  <a:pt x="3998932" y="2151787"/>
                  <a:pt x="4003522" y="2156287"/>
                </a:cubicBezTo>
                <a:cubicBezTo>
                  <a:pt x="4048882" y="2133605"/>
                  <a:pt x="4094602" y="2158447"/>
                  <a:pt x="4135283" y="2135765"/>
                </a:cubicBezTo>
                <a:cubicBezTo>
                  <a:pt x="4135283" y="2135765"/>
                  <a:pt x="4135283" y="2135765"/>
                  <a:pt x="4142123" y="2147286"/>
                </a:cubicBezTo>
                <a:cubicBezTo>
                  <a:pt x="4159223" y="2138106"/>
                  <a:pt x="4177493" y="2138106"/>
                  <a:pt x="4194593" y="2137521"/>
                </a:cubicBezTo>
                <a:lnTo>
                  <a:pt x="4215963" y="2135306"/>
                </a:lnTo>
                <a:lnTo>
                  <a:pt x="4216723" y="2132623"/>
                </a:lnTo>
                <a:lnTo>
                  <a:pt x="4226729" y="2131063"/>
                </a:lnTo>
                <a:lnTo>
                  <a:pt x="4240043" y="2124245"/>
                </a:lnTo>
                <a:cubicBezTo>
                  <a:pt x="4253723" y="2142606"/>
                  <a:pt x="4262723" y="2113084"/>
                  <a:pt x="4272083" y="2133605"/>
                </a:cubicBezTo>
                <a:cubicBezTo>
                  <a:pt x="4272083" y="2133605"/>
                  <a:pt x="4272083" y="2133605"/>
                  <a:pt x="4276403" y="2119924"/>
                </a:cubicBezTo>
                <a:cubicBezTo>
                  <a:pt x="4287924" y="2133605"/>
                  <a:pt x="4294764" y="2119924"/>
                  <a:pt x="4308444" y="2117764"/>
                </a:cubicBezTo>
                <a:cubicBezTo>
                  <a:pt x="4319604" y="2117764"/>
                  <a:pt x="4333284" y="2117764"/>
                  <a:pt x="4346964" y="2115244"/>
                </a:cubicBezTo>
                <a:cubicBezTo>
                  <a:pt x="4358484" y="2115244"/>
                  <a:pt x="4369644" y="2113084"/>
                  <a:pt x="4369644" y="2104083"/>
                </a:cubicBezTo>
                <a:cubicBezTo>
                  <a:pt x="4383325" y="2104083"/>
                  <a:pt x="4394845" y="2099403"/>
                  <a:pt x="4406365" y="2097243"/>
                </a:cubicBezTo>
                <a:cubicBezTo>
                  <a:pt x="4406365" y="2097243"/>
                  <a:pt x="4406365" y="2097243"/>
                  <a:pt x="4440205" y="2085722"/>
                </a:cubicBezTo>
                <a:cubicBezTo>
                  <a:pt x="4451725" y="2081402"/>
                  <a:pt x="4460725" y="2076721"/>
                  <a:pt x="4472245" y="2074561"/>
                </a:cubicBezTo>
                <a:cubicBezTo>
                  <a:pt x="4483405" y="2069881"/>
                  <a:pt x="4494925" y="2069881"/>
                  <a:pt x="4506445" y="2067721"/>
                </a:cubicBezTo>
                <a:cubicBezTo>
                  <a:pt x="4506445" y="2063040"/>
                  <a:pt x="4503925" y="2060880"/>
                  <a:pt x="4503925" y="2058360"/>
                </a:cubicBezTo>
                <a:cubicBezTo>
                  <a:pt x="4515445" y="2056200"/>
                  <a:pt x="4529125" y="2056200"/>
                  <a:pt x="4542806" y="2051520"/>
                </a:cubicBezTo>
                <a:cubicBezTo>
                  <a:pt x="4553966" y="2047199"/>
                  <a:pt x="4563326" y="2040359"/>
                  <a:pt x="4570166" y="2028838"/>
                </a:cubicBezTo>
                <a:cubicBezTo>
                  <a:pt x="4570166" y="2028838"/>
                  <a:pt x="4570166" y="2028838"/>
                  <a:pt x="4586006" y="2040359"/>
                </a:cubicBezTo>
                <a:cubicBezTo>
                  <a:pt x="4588166" y="2024158"/>
                  <a:pt x="4599686" y="2024158"/>
                  <a:pt x="4608686" y="2026678"/>
                </a:cubicBezTo>
                <a:cubicBezTo>
                  <a:pt x="4606526" y="2021998"/>
                  <a:pt x="4604006" y="2019837"/>
                  <a:pt x="4601846" y="2017677"/>
                </a:cubicBezTo>
                <a:cubicBezTo>
                  <a:pt x="4604006" y="2012997"/>
                  <a:pt x="4622366" y="2024158"/>
                  <a:pt x="4622366" y="2017677"/>
                </a:cubicBezTo>
                <a:cubicBezTo>
                  <a:pt x="4629206" y="2008317"/>
                  <a:pt x="4636047" y="1999316"/>
                  <a:pt x="4647207" y="1992476"/>
                </a:cubicBezTo>
                <a:cubicBezTo>
                  <a:pt x="4658727" y="1987795"/>
                  <a:pt x="4670247" y="1983475"/>
                  <a:pt x="4683567" y="1978795"/>
                </a:cubicBezTo>
                <a:cubicBezTo>
                  <a:pt x="4679247" y="1983475"/>
                  <a:pt x="4676727" y="1976634"/>
                  <a:pt x="4672407" y="1969794"/>
                </a:cubicBezTo>
                <a:cubicBezTo>
                  <a:pt x="4688247" y="1967634"/>
                  <a:pt x="4701927" y="1960793"/>
                  <a:pt x="4713087" y="1949273"/>
                </a:cubicBezTo>
                <a:cubicBezTo>
                  <a:pt x="4724607" y="1940272"/>
                  <a:pt x="4733967" y="1928751"/>
                  <a:pt x="4745127" y="1917590"/>
                </a:cubicBezTo>
                <a:cubicBezTo>
                  <a:pt x="4751967" y="1917590"/>
                  <a:pt x="4754127" y="1921911"/>
                  <a:pt x="4760967" y="1921911"/>
                </a:cubicBezTo>
                <a:cubicBezTo>
                  <a:pt x="4751967" y="1908230"/>
                  <a:pt x="4765647" y="1910750"/>
                  <a:pt x="4756647" y="1899229"/>
                </a:cubicBezTo>
                <a:cubicBezTo>
                  <a:pt x="4779327" y="1903909"/>
                  <a:pt x="4772487" y="1887708"/>
                  <a:pt x="4790487" y="1887708"/>
                </a:cubicBezTo>
                <a:cubicBezTo>
                  <a:pt x="4783647" y="1869707"/>
                  <a:pt x="4813528" y="1858186"/>
                  <a:pt x="4822528" y="1842345"/>
                </a:cubicBezTo>
                <a:cubicBezTo>
                  <a:pt x="4845208" y="1851346"/>
                  <a:pt x="4834048" y="1814983"/>
                  <a:pt x="4856728" y="1812823"/>
                </a:cubicBezTo>
                <a:cubicBezTo>
                  <a:pt x="4854208" y="1805983"/>
                  <a:pt x="4847368" y="1808143"/>
                  <a:pt x="4843048" y="1803823"/>
                </a:cubicBezTo>
                <a:cubicBezTo>
                  <a:pt x="4847368" y="1801302"/>
                  <a:pt x="4865728" y="1803823"/>
                  <a:pt x="4854208" y="1790142"/>
                </a:cubicBezTo>
                <a:cubicBezTo>
                  <a:pt x="4874728" y="1780781"/>
                  <a:pt x="4881568" y="1762780"/>
                  <a:pt x="4888408" y="1749099"/>
                </a:cubicBezTo>
                <a:cubicBezTo>
                  <a:pt x="4899929" y="1744418"/>
                  <a:pt x="4899929" y="1760260"/>
                  <a:pt x="4911089" y="1755939"/>
                </a:cubicBezTo>
                <a:cubicBezTo>
                  <a:pt x="4906769" y="1735418"/>
                  <a:pt x="4904249" y="1719577"/>
                  <a:pt x="4915769" y="1699055"/>
                </a:cubicBezTo>
                <a:cubicBezTo>
                  <a:pt x="4927289" y="1703736"/>
                  <a:pt x="4915769" y="1708056"/>
                  <a:pt x="4922609" y="1714896"/>
                </a:cubicBezTo>
                <a:cubicBezTo>
                  <a:pt x="4931609" y="1710576"/>
                  <a:pt x="4934129" y="1719577"/>
                  <a:pt x="4943129" y="1717417"/>
                </a:cubicBezTo>
                <a:cubicBezTo>
                  <a:pt x="4936289" y="1703736"/>
                  <a:pt x="4934129" y="1690055"/>
                  <a:pt x="4947449" y="1687535"/>
                </a:cubicBezTo>
                <a:cubicBezTo>
                  <a:pt x="4947449" y="1690055"/>
                  <a:pt x="4938449" y="1699055"/>
                  <a:pt x="4949969" y="1701216"/>
                </a:cubicBezTo>
                <a:cubicBezTo>
                  <a:pt x="4956809" y="1692215"/>
                  <a:pt x="4963649" y="1680694"/>
                  <a:pt x="4956809" y="1667013"/>
                </a:cubicBezTo>
                <a:cubicBezTo>
                  <a:pt x="4963649" y="1664853"/>
                  <a:pt x="4965809" y="1669533"/>
                  <a:pt x="4974809" y="1664853"/>
                </a:cubicBezTo>
                <a:cubicBezTo>
                  <a:pt x="4972649" y="1655852"/>
                  <a:pt x="4984169" y="1651172"/>
                  <a:pt x="4965809" y="1642171"/>
                </a:cubicBezTo>
                <a:cubicBezTo>
                  <a:pt x="4991009" y="1633171"/>
                  <a:pt x="4979489" y="1614810"/>
                  <a:pt x="4986329" y="1601129"/>
                </a:cubicBezTo>
                <a:cubicBezTo>
                  <a:pt x="4981649" y="1594288"/>
                  <a:pt x="4970489" y="1607969"/>
                  <a:pt x="4965809" y="1598968"/>
                </a:cubicBezTo>
                <a:cubicBezTo>
                  <a:pt x="4974809" y="1589968"/>
                  <a:pt x="4991009" y="1603289"/>
                  <a:pt x="4991009" y="1592128"/>
                </a:cubicBezTo>
                <a:cubicBezTo>
                  <a:pt x="4984169" y="1592128"/>
                  <a:pt x="4965809" y="1580607"/>
                  <a:pt x="4981649" y="1576287"/>
                </a:cubicBezTo>
                <a:cubicBezTo>
                  <a:pt x="4986329" y="1580607"/>
                  <a:pt x="4988489" y="1585288"/>
                  <a:pt x="4993169" y="1585288"/>
                </a:cubicBezTo>
                <a:cubicBezTo>
                  <a:pt x="5002169" y="1573947"/>
                  <a:pt x="5008379" y="1562606"/>
                  <a:pt x="5012654" y="1550680"/>
                </a:cubicBezTo>
                <a:lnTo>
                  <a:pt x="5018238" y="1523652"/>
                </a:lnTo>
                <a:lnTo>
                  <a:pt x="5022689" y="1523723"/>
                </a:lnTo>
                <a:cubicBezTo>
                  <a:pt x="5031689" y="1510042"/>
                  <a:pt x="5052209" y="1480520"/>
                  <a:pt x="5034209" y="1476200"/>
                </a:cubicBezTo>
                <a:cubicBezTo>
                  <a:pt x="5040689" y="1473680"/>
                  <a:pt x="5038529" y="1469360"/>
                  <a:pt x="5040689" y="1466839"/>
                </a:cubicBezTo>
                <a:cubicBezTo>
                  <a:pt x="5043209" y="1469360"/>
                  <a:pt x="5047529" y="1473680"/>
                  <a:pt x="5052209" y="1469360"/>
                </a:cubicBezTo>
                <a:cubicBezTo>
                  <a:pt x="5040689" y="1462519"/>
                  <a:pt x="5059050" y="1459999"/>
                  <a:pt x="5045369" y="1453519"/>
                </a:cubicBezTo>
                <a:cubicBezTo>
                  <a:pt x="5043209" y="1457839"/>
                  <a:pt x="5040689" y="1459999"/>
                  <a:pt x="5038529" y="1464679"/>
                </a:cubicBezTo>
                <a:cubicBezTo>
                  <a:pt x="5024849" y="1450998"/>
                  <a:pt x="5063730" y="1455679"/>
                  <a:pt x="5052209" y="1439478"/>
                </a:cubicBezTo>
                <a:cubicBezTo>
                  <a:pt x="5065890" y="1437317"/>
                  <a:pt x="5054369" y="1428317"/>
                  <a:pt x="5063730" y="1423636"/>
                </a:cubicBezTo>
                <a:cubicBezTo>
                  <a:pt x="5072730" y="1428317"/>
                  <a:pt x="5063730" y="1437317"/>
                  <a:pt x="5072730" y="1432637"/>
                </a:cubicBezTo>
                <a:cubicBezTo>
                  <a:pt x="5081730" y="1416796"/>
                  <a:pt x="5086410" y="1400955"/>
                  <a:pt x="5079570" y="1382954"/>
                </a:cubicBezTo>
                <a:cubicBezTo>
                  <a:pt x="5084250" y="1385114"/>
                  <a:pt x="5088570" y="1385114"/>
                  <a:pt x="5093250" y="1385114"/>
                </a:cubicBezTo>
                <a:cubicBezTo>
                  <a:pt x="5088570" y="1380433"/>
                  <a:pt x="5097930" y="1378273"/>
                  <a:pt x="5093250" y="1371433"/>
                </a:cubicBezTo>
                <a:cubicBezTo>
                  <a:pt x="5088570" y="1369273"/>
                  <a:pt x="5084250" y="1371433"/>
                  <a:pt x="5079570" y="1369273"/>
                </a:cubicBezTo>
                <a:cubicBezTo>
                  <a:pt x="5088570" y="1362432"/>
                  <a:pt x="5091090" y="1355592"/>
                  <a:pt x="5093250" y="1348751"/>
                </a:cubicBezTo>
                <a:cubicBezTo>
                  <a:pt x="5090910" y="1349831"/>
                  <a:pt x="5086320" y="1349831"/>
                  <a:pt x="5083170" y="1348976"/>
                </a:cubicBezTo>
                <a:lnTo>
                  <a:pt x="5082085" y="1348330"/>
                </a:lnTo>
                <a:lnTo>
                  <a:pt x="5076844" y="1358537"/>
                </a:lnTo>
                <a:cubicBezTo>
                  <a:pt x="5070066" y="1352731"/>
                  <a:pt x="5072296" y="1344113"/>
                  <a:pt x="5076800" y="1334951"/>
                </a:cubicBezTo>
                <a:lnTo>
                  <a:pt x="5078858" y="1330887"/>
                </a:lnTo>
                <a:lnTo>
                  <a:pt x="5075423" y="1328560"/>
                </a:lnTo>
                <a:cubicBezTo>
                  <a:pt x="5075103" y="1325209"/>
                  <a:pt x="5077392" y="1321329"/>
                  <a:pt x="5081971" y="1319212"/>
                </a:cubicBezTo>
                <a:lnTo>
                  <a:pt x="5083132" y="1322449"/>
                </a:lnTo>
                <a:lnTo>
                  <a:pt x="5090400" y="1308100"/>
                </a:lnTo>
                <a:cubicBezTo>
                  <a:pt x="5092540" y="1316083"/>
                  <a:pt x="5091916" y="1325245"/>
                  <a:pt x="5089375" y="1334135"/>
                </a:cubicBezTo>
                <a:lnTo>
                  <a:pt x="5084232" y="1344149"/>
                </a:lnTo>
                <a:lnTo>
                  <a:pt x="5092547" y="1344408"/>
                </a:lnTo>
                <a:cubicBezTo>
                  <a:pt x="5098200" y="1340696"/>
                  <a:pt x="5091450" y="1327060"/>
                  <a:pt x="5100090" y="1323550"/>
                </a:cubicBezTo>
                <a:cubicBezTo>
                  <a:pt x="5106930" y="1321389"/>
                  <a:pt x="5111250" y="1332550"/>
                  <a:pt x="5118090" y="1330390"/>
                </a:cubicBezTo>
                <a:cubicBezTo>
                  <a:pt x="5104410" y="1319229"/>
                  <a:pt x="5118090" y="1312389"/>
                  <a:pt x="5115930" y="1303028"/>
                </a:cubicBezTo>
                <a:cubicBezTo>
                  <a:pt x="5100090" y="1309869"/>
                  <a:pt x="5104410" y="1291867"/>
                  <a:pt x="5106930" y="1287187"/>
                </a:cubicBezTo>
                <a:cubicBezTo>
                  <a:pt x="5111250" y="1294028"/>
                  <a:pt x="5118090" y="1300868"/>
                  <a:pt x="5131770" y="1294028"/>
                </a:cubicBezTo>
                <a:cubicBezTo>
                  <a:pt x="5129610" y="1289707"/>
                  <a:pt x="5115930" y="1285027"/>
                  <a:pt x="5122770" y="1280347"/>
                </a:cubicBezTo>
                <a:cubicBezTo>
                  <a:pt x="5147970" y="1289707"/>
                  <a:pt x="5147970" y="1250825"/>
                  <a:pt x="5150130" y="1237144"/>
                </a:cubicBezTo>
                <a:cubicBezTo>
                  <a:pt x="5147970" y="1239304"/>
                  <a:pt x="5143290" y="1241824"/>
                  <a:pt x="5138610" y="1237144"/>
                </a:cubicBezTo>
                <a:cubicBezTo>
                  <a:pt x="5154810" y="1228143"/>
                  <a:pt x="5141130" y="1232463"/>
                  <a:pt x="5141130" y="1223463"/>
                </a:cubicBezTo>
                <a:cubicBezTo>
                  <a:pt x="5141130" y="1223463"/>
                  <a:pt x="5141130" y="1223463"/>
                  <a:pt x="5156971" y="1214462"/>
                </a:cubicBezTo>
                <a:cubicBezTo>
                  <a:pt x="5163811" y="1223463"/>
                  <a:pt x="5170651" y="1216622"/>
                  <a:pt x="5179651" y="1219142"/>
                </a:cubicBezTo>
                <a:cubicBezTo>
                  <a:pt x="5170651" y="1232463"/>
                  <a:pt x="5165971" y="1234984"/>
                  <a:pt x="5174971" y="1248664"/>
                </a:cubicBezTo>
                <a:cubicBezTo>
                  <a:pt x="5152290" y="1257665"/>
                  <a:pt x="5168131" y="1257665"/>
                  <a:pt x="5147970" y="1271346"/>
                </a:cubicBezTo>
                <a:cubicBezTo>
                  <a:pt x="5159131" y="1269186"/>
                  <a:pt x="5163811" y="1280347"/>
                  <a:pt x="5159131" y="1287187"/>
                </a:cubicBezTo>
                <a:cubicBezTo>
                  <a:pt x="5154810" y="1285027"/>
                  <a:pt x="5152290" y="1278186"/>
                  <a:pt x="5147970" y="1280347"/>
                </a:cubicBezTo>
                <a:cubicBezTo>
                  <a:pt x="5152290" y="1285027"/>
                  <a:pt x="5131770" y="1285027"/>
                  <a:pt x="5138610" y="1291867"/>
                </a:cubicBezTo>
                <a:cubicBezTo>
                  <a:pt x="5150130" y="1296188"/>
                  <a:pt x="5159131" y="1291867"/>
                  <a:pt x="5168131" y="1300868"/>
                </a:cubicBezTo>
                <a:cubicBezTo>
                  <a:pt x="5156971" y="1307708"/>
                  <a:pt x="5150130" y="1289707"/>
                  <a:pt x="5138610" y="1300868"/>
                </a:cubicBezTo>
                <a:cubicBezTo>
                  <a:pt x="5154810" y="1312389"/>
                  <a:pt x="5115930" y="1321389"/>
                  <a:pt x="5136450" y="1332550"/>
                </a:cubicBezTo>
                <a:cubicBezTo>
                  <a:pt x="5145450" y="1330390"/>
                  <a:pt x="5156971" y="1321389"/>
                  <a:pt x="5163811" y="1328230"/>
                </a:cubicBezTo>
                <a:cubicBezTo>
                  <a:pt x="5147970" y="1335070"/>
                  <a:pt x="5150130" y="1337231"/>
                  <a:pt x="5134290" y="1335070"/>
                </a:cubicBezTo>
                <a:cubicBezTo>
                  <a:pt x="5152290" y="1355592"/>
                  <a:pt x="5134290" y="1376113"/>
                  <a:pt x="5127450" y="1396275"/>
                </a:cubicBezTo>
                <a:cubicBezTo>
                  <a:pt x="5129610" y="1394114"/>
                  <a:pt x="5131770" y="1394114"/>
                  <a:pt x="5134290" y="1398795"/>
                </a:cubicBezTo>
                <a:cubicBezTo>
                  <a:pt x="5141130" y="1394114"/>
                  <a:pt x="5131770" y="1389794"/>
                  <a:pt x="5143290" y="1387274"/>
                </a:cubicBezTo>
                <a:cubicBezTo>
                  <a:pt x="5152290" y="1398795"/>
                  <a:pt x="5124930" y="1398795"/>
                  <a:pt x="5124930" y="1407795"/>
                </a:cubicBezTo>
                <a:cubicBezTo>
                  <a:pt x="5134290" y="1407795"/>
                  <a:pt x="5141130" y="1409956"/>
                  <a:pt x="5136450" y="1419316"/>
                </a:cubicBezTo>
                <a:cubicBezTo>
                  <a:pt x="5127450" y="1405635"/>
                  <a:pt x="5127450" y="1421476"/>
                  <a:pt x="5111250" y="1423636"/>
                </a:cubicBezTo>
                <a:cubicBezTo>
                  <a:pt x="5120610" y="1439478"/>
                  <a:pt x="5093250" y="1478360"/>
                  <a:pt x="5118090" y="1489881"/>
                </a:cubicBezTo>
                <a:cubicBezTo>
                  <a:pt x="5109090" y="1496361"/>
                  <a:pt x="5106930" y="1489881"/>
                  <a:pt x="5100090" y="1489881"/>
                </a:cubicBezTo>
                <a:cubicBezTo>
                  <a:pt x="5097930" y="1503202"/>
                  <a:pt x="5084250" y="1516883"/>
                  <a:pt x="5091090" y="1530564"/>
                </a:cubicBezTo>
                <a:cubicBezTo>
                  <a:pt x="5086410" y="1526244"/>
                  <a:pt x="5081730" y="1521563"/>
                  <a:pt x="5077410" y="1523723"/>
                </a:cubicBezTo>
                <a:cubicBezTo>
                  <a:pt x="5077410" y="1530564"/>
                  <a:pt x="5072730" y="1535244"/>
                  <a:pt x="5081730" y="1542085"/>
                </a:cubicBezTo>
                <a:cubicBezTo>
                  <a:pt x="5088570" y="1539924"/>
                  <a:pt x="5093250" y="1535244"/>
                  <a:pt x="5097930" y="1537404"/>
                </a:cubicBezTo>
                <a:cubicBezTo>
                  <a:pt x="5091090" y="1542085"/>
                  <a:pt x="5100090" y="1548925"/>
                  <a:pt x="5088570" y="1553605"/>
                </a:cubicBezTo>
                <a:cubicBezTo>
                  <a:pt x="5081730" y="1544245"/>
                  <a:pt x="5074890" y="1542085"/>
                  <a:pt x="5065890" y="1548925"/>
                </a:cubicBezTo>
                <a:cubicBezTo>
                  <a:pt x="5081730" y="1566926"/>
                  <a:pt x="5034209" y="1578447"/>
                  <a:pt x="5061210" y="1594288"/>
                </a:cubicBezTo>
                <a:cubicBezTo>
                  <a:pt x="5059050" y="1598968"/>
                  <a:pt x="5056889" y="1601129"/>
                  <a:pt x="5050049" y="1598968"/>
                </a:cubicBezTo>
                <a:cubicBezTo>
                  <a:pt x="5061210" y="1605809"/>
                  <a:pt x="5045369" y="1612649"/>
                  <a:pt x="5056889" y="1612649"/>
                </a:cubicBezTo>
                <a:cubicBezTo>
                  <a:pt x="5059050" y="1610129"/>
                  <a:pt x="5059050" y="1605809"/>
                  <a:pt x="5065890" y="1607969"/>
                </a:cubicBezTo>
                <a:cubicBezTo>
                  <a:pt x="5061210" y="1619490"/>
                  <a:pt x="5045369" y="1628491"/>
                  <a:pt x="5038529" y="1637491"/>
                </a:cubicBezTo>
                <a:cubicBezTo>
                  <a:pt x="5043209" y="1635331"/>
                  <a:pt x="5045369" y="1640011"/>
                  <a:pt x="5047529" y="1640011"/>
                </a:cubicBezTo>
                <a:cubicBezTo>
                  <a:pt x="5054369" y="1637491"/>
                  <a:pt x="5054369" y="1635331"/>
                  <a:pt x="5059050" y="1633171"/>
                </a:cubicBezTo>
                <a:cubicBezTo>
                  <a:pt x="5065890" y="1660173"/>
                  <a:pt x="5022689" y="1673854"/>
                  <a:pt x="5036369" y="1705896"/>
                </a:cubicBezTo>
                <a:cubicBezTo>
                  <a:pt x="5022689" y="1710576"/>
                  <a:pt x="5036369" y="1699055"/>
                  <a:pt x="5027369" y="1701216"/>
                </a:cubicBezTo>
                <a:cubicBezTo>
                  <a:pt x="5011169" y="1712736"/>
                  <a:pt x="5011169" y="1728577"/>
                  <a:pt x="5000009" y="1740098"/>
                </a:cubicBezTo>
                <a:cubicBezTo>
                  <a:pt x="5015849" y="1762780"/>
                  <a:pt x="4958969" y="1769620"/>
                  <a:pt x="4984169" y="1787621"/>
                </a:cubicBezTo>
                <a:cubicBezTo>
                  <a:pt x="4963649" y="1783301"/>
                  <a:pt x="4981649" y="1805983"/>
                  <a:pt x="4956809" y="1805983"/>
                </a:cubicBezTo>
                <a:cubicBezTo>
                  <a:pt x="4967969" y="1819664"/>
                  <a:pt x="4954289" y="1821824"/>
                  <a:pt x="4952129" y="1828664"/>
                </a:cubicBezTo>
                <a:cubicBezTo>
                  <a:pt x="4934129" y="1821824"/>
                  <a:pt x="4924769" y="1844505"/>
                  <a:pt x="4938449" y="1860346"/>
                </a:cubicBezTo>
                <a:cubicBezTo>
                  <a:pt x="4929449" y="1865027"/>
                  <a:pt x="4929449" y="1858186"/>
                  <a:pt x="4922609" y="1856026"/>
                </a:cubicBezTo>
                <a:cubicBezTo>
                  <a:pt x="4927289" y="1865027"/>
                  <a:pt x="4906769" y="1860346"/>
                  <a:pt x="4913609" y="1867187"/>
                </a:cubicBezTo>
                <a:cubicBezTo>
                  <a:pt x="4920449" y="1869707"/>
                  <a:pt x="4929449" y="1880868"/>
                  <a:pt x="4920449" y="1880868"/>
                </a:cubicBezTo>
                <a:cubicBezTo>
                  <a:pt x="4915769" y="1878708"/>
                  <a:pt x="4915769" y="1867187"/>
                  <a:pt x="4908929" y="1867187"/>
                </a:cubicBezTo>
                <a:cubicBezTo>
                  <a:pt x="4897409" y="1869707"/>
                  <a:pt x="4913609" y="1887708"/>
                  <a:pt x="4908929" y="1892389"/>
                </a:cubicBezTo>
                <a:cubicBezTo>
                  <a:pt x="4899929" y="1887708"/>
                  <a:pt x="4899929" y="1887708"/>
                  <a:pt x="4890568" y="1890228"/>
                </a:cubicBezTo>
                <a:cubicBezTo>
                  <a:pt x="4899929" y="1903909"/>
                  <a:pt x="4888408" y="1908230"/>
                  <a:pt x="4897409" y="1921911"/>
                </a:cubicBezTo>
                <a:cubicBezTo>
                  <a:pt x="4899929" y="1919751"/>
                  <a:pt x="4904249" y="1919751"/>
                  <a:pt x="4908929" y="1924071"/>
                </a:cubicBezTo>
                <a:cubicBezTo>
                  <a:pt x="4906769" y="1924071"/>
                  <a:pt x="4902089" y="1924071"/>
                  <a:pt x="4902089" y="1926591"/>
                </a:cubicBezTo>
                <a:cubicBezTo>
                  <a:pt x="4906769" y="1930911"/>
                  <a:pt x="4915769" y="1928751"/>
                  <a:pt x="4917929" y="1933431"/>
                </a:cubicBezTo>
                <a:cubicBezTo>
                  <a:pt x="4897409" y="1937752"/>
                  <a:pt x="4917929" y="1949273"/>
                  <a:pt x="4893088" y="1951433"/>
                </a:cubicBezTo>
                <a:cubicBezTo>
                  <a:pt x="4888408" y="1944592"/>
                  <a:pt x="4906769" y="1937752"/>
                  <a:pt x="4886248" y="1937752"/>
                </a:cubicBezTo>
                <a:cubicBezTo>
                  <a:pt x="4879408" y="1928751"/>
                  <a:pt x="4899929" y="1926591"/>
                  <a:pt x="4888408" y="1921911"/>
                </a:cubicBezTo>
                <a:cubicBezTo>
                  <a:pt x="4881568" y="1924071"/>
                  <a:pt x="4886248" y="1933431"/>
                  <a:pt x="4867888" y="1928751"/>
                </a:cubicBezTo>
                <a:cubicBezTo>
                  <a:pt x="4876888" y="1942432"/>
                  <a:pt x="4861048" y="1937752"/>
                  <a:pt x="4867888" y="1947112"/>
                </a:cubicBezTo>
                <a:cubicBezTo>
                  <a:pt x="4876888" y="1949273"/>
                  <a:pt x="4872568" y="1942432"/>
                  <a:pt x="4879408" y="1942432"/>
                </a:cubicBezTo>
                <a:cubicBezTo>
                  <a:pt x="4879408" y="1949273"/>
                  <a:pt x="4888408" y="1949273"/>
                  <a:pt x="4893088" y="1951433"/>
                </a:cubicBezTo>
                <a:cubicBezTo>
                  <a:pt x="4897409" y="1960793"/>
                  <a:pt x="4893088" y="1965114"/>
                  <a:pt x="4883728" y="1965114"/>
                </a:cubicBezTo>
                <a:cubicBezTo>
                  <a:pt x="4881568" y="1960793"/>
                  <a:pt x="4881568" y="1953953"/>
                  <a:pt x="4876888" y="1953953"/>
                </a:cubicBezTo>
                <a:cubicBezTo>
                  <a:pt x="4876888" y="1956113"/>
                  <a:pt x="4872568" y="1956113"/>
                  <a:pt x="4872568" y="1958273"/>
                </a:cubicBezTo>
                <a:cubicBezTo>
                  <a:pt x="4872568" y="1962954"/>
                  <a:pt x="4875358" y="1964664"/>
                  <a:pt x="4878148" y="1966059"/>
                </a:cubicBezTo>
                <a:lnTo>
                  <a:pt x="4882006" y="1970135"/>
                </a:lnTo>
                <a:lnTo>
                  <a:pt x="4916342" y="1951725"/>
                </a:lnTo>
                <a:cubicBezTo>
                  <a:pt x="4918682" y="1946146"/>
                  <a:pt x="4922643" y="1942186"/>
                  <a:pt x="4927458" y="1941061"/>
                </a:cubicBezTo>
                <a:lnTo>
                  <a:pt x="4943071" y="1947158"/>
                </a:lnTo>
                <a:lnTo>
                  <a:pt x="4944434" y="1945582"/>
                </a:lnTo>
                <a:cubicBezTo>
                  <a:pt x="4949789" y="1941892"/>
                  <a:pt x="4957709" y="1939012"/>
                  <a:pt x="4961129" y="1937752"/>
                </a:cubicBezTo>
                <a:cubicBezTo>
                  <a:pt x="4974809" y="1928751"/>
                  <a:pt x="4965809" y="1903909"/>
                  <a:pt x="4981649" y="1908230"/>
                </a:cubicBezTo>
                <a:cubicBezTo>
                  <a:pt x="4979489" y="1912910"/>
                  <a:pt x="4981649" y="1919751"/>
                  <a:pt x="4974809" y="1921911"/>
                </a:cubicBezTo>
                <a:cubicBezTo>
                  <a:pt x="5000459" y="1925421"/>
                  <a:pt x="4990266" y="1899364"/>
                  <a:pt x="4998906" y="1886116"/>
                </a:cubicBezTo>
                <a:lnTo>
                  <a:pt x="5015305" y="1878946"/>
                </a:lnTo>
                <a:lnTo>
                  <a:pt x="5015949" y="1877475"/>
                </a:lnTo>
                <a:lnTo>
                  <a:pt x="5017419" y="1859401"/>
                </a:lnTo>
                <a:cubicBezTo>
                  <a:pt x="5026987" y="1841243"/>
                  <a:pt x="5053920" y="1826324"/>
                  <a:pt x="5038529" y="1812823"/>
                </a:cubicBezTo>
                <a:cubicBezTo>
                  <a:pt x="5047529" y="1812823"/>
                  <a:pt x="5043209" y="1805983"/>
                  <a:pt x="5052209" y="1805983"/>
                </a:cubicBezTo>
                <a:cubicBezTo>
                  <a:pt x="5043209" y="1799142"/>
                  <a:pt x="5054369" y="1778621"/>
                  <a:pt x="5072730" y="1787621"/>
                </a:cubicBezTo>
                <a:cubicBezTo>
                  <a:pt x="5079570" y="1769620"/>
                  <a:pt x="5070570" y="1746939"/>
                  <a:pt x="5091090" y="1735418"/>
                </a:cubicBezTo>
                <a:cubicBezTo>
                  <a:pt x="5097930" y="1735418"/>
                  <a:pt x="5097930" y="1746939"/>
                  <a:pt x="5104410" y="1746939"/>
                </a:cubicBezTo>
                <a:cubicBezTo>
                  <a:pt x="5104410" y="1742258"/>
                  <a:pt x="5104410" y="1730738"/>
                  <a:pt x="5093250" y="1735418"/>
                </a:cubicBezTo>
                <a:cubicBezTo>
                  <a:pt x="5093250" y="1712736"/>
                  <a:pt x="5122770" y="1699055"/>
                  <a:pt x="5115930" y="1673854"/>
                </a:cubicBezTo>
                <a:cubicBezTo>
                  <a:pt x="5127450" y="1676374"/>
                  <a:pt x="5131770" y="1664853"/>
                  <a:pt x="5118090" y="1660173"/>
                </a:cubicBezTo>
                <a:cubicBezTo>
                  <a:pt x="5124930" y="1655852"/>
                  <a:pt x="5127450" y="1660173"/>
                  <a:pt x="5131770" y="1660173"/>
                </a:cubicBezTo>
                <a:cubicBezTo>
                  <a:pt x="5131770" y="1651172"/>
                  <a:pt x="5150130" y="1640011"/>
                  <a:pt x="5131770" y="1633171"/>
                </a:cubicBezTo>
                <a:cubicBezTo>
                  <a:pt x="5138610" y="1626330"/>
                  <a:pt x="5141130" y="1616970"/>
                  <a:pt x="5145450" y="1610129"/>
                </a:cubicBezTo>
                <a:cubicBezTo>
                  <a:pt x="5177491" y="1605809"/>
                  <a:pt x="5163811" y="1553605"/>
                  <a:pt x="5198011" y="1533084"/>
                </a:cubicBezTo>
                <a:cubicBezTo>
                  <a:pt x="5179651" y="1503202"/>
                  <a:pt x="5236531" y="1483041"/>
                  <a:pt x="5211331" y="1453519"/>
                </a:cubicBezTo>
                <a:cubicBezTo>
                  <a:pt x="5227531" y="1448838"/>
                  <a:pt x="5211331" y="1441998"/>
                  <a:pt x="5222851" y="1439478"/>
                </a:cubicBezTo>
                <a:cubicBezTo>
                  <a:pt x="5231851" y="1455679"/>
                  <a:pt x="5218171" y="1476200"/>
                  <a:pt x="5220691" y="1498882"/>
                </a:cubicBezTo>
                <a:cubicBezTo>
                  <a:pt x="5225011" y="1498882"/>
                  <a:pt x="5231851" y="1503202"/>
                  <a:pt x="5238691" y="1503202"/>
                </a:cubicBezTo>
                <a:cubicBezTo>
                  <a:pt x="5243371" y="1496361"/>
                  <a:pt x="5243371" y="1492041"/>
                  <a:pt x="5234371" y="1483041"/>
                </a:cubicBezTo>
                <a:cubicBezTo>
                  <a:pt x="5245531" y="1473680"/>
                  <a:pt x="5248051" y="1498882"/>
                  <a:pt x="5259211" y="1485201"/>
                </a:cubicBezTo>
                <a:cubicBezTo>
                  <a:pt x="5245531" y="1483041"/>
                  <a:pt x="5263891" y="1459999"/>
                  <a:pt x="5241211" y="1464679"/>
                </a:cubicBezTo>
                <a:cubicBezTo>
                  <a:pt x="5257051" y="1455679"/>
                  <a:pt x="5241211" y="1444158"/>
                  <a:pt x="5252371" y="1439478"/>
                </a:cubicBezTo>
                <a:cubicBezTo>
                  <a:pt x="5236531" y="1444158"/>
                  <a:pt x="5241211" y="1435157"/>
                  <a:pt x="5227531" y="1432637"/>
                </a:cubicBezTo>
                <a:cubicBezTo>
                  <a:pt x="5245531" y="1421476"/>
                  <a:pt x="5238691" y="1409956"/>
                  <a:pt x="5231851" y="1400955"/>
                </a:cubicBezTo>
                <a:cubicBezTo>
                  <a:pt x="5238691" y="1394114"/>
                  <a:pt x="5243371" y="1403115"/>
                  <a:pt x="5250211" y="1398795"/>
                </a:cubicBezTo>
                <a:cubicBezTo>
                  <a:pt x="5248051" y="1385114"/>
                  <a:pt x="5252371" y="1359912"/>
                  <a:pt x="5266051" y="1355592"/>
                </a:cubicBezTo>
                <a:cubicBezTo>
                  <a:pt x="5259211" y="1364592"/>
                  <a:pt x="5268211" y="1376113"/>
                  <a:pt x="5263891" y="1387274"/>
                </a:cubicBezTo>
                <a:cubicBezTo>
                  <a:pt x="5272891" y="1380433"/>
                  <a:pt x="5279731" y="1389794"/>
                  <a:pt x="5288731" y="1378273"/>
                </a:cubicBezTo>
                <a:cubicBezTo>
                  <a:pt x="5277571" y="1378273"/>
                  <a:pt x="5284411" y="1371433"/>
                  <a:pt x="5275051" y="1364592"/>
                </a:cubicBezTo>
                <a:cubicBezTo>
                  <a:pt x="5295571" y="1369273"/>
                  <a:pt x="5318611" y="1319229"/>
                  <a:pt x="5302411" y="1309869"/>
                </a:cubicBezTo>
                <a:cubicBezTo>
                  <a:pt x="5311771" y="1300868"/>
                  <a:pt x="5313931" y="1314549"/>
                  <a:pt x="5320772" y="1305548"/>
                </a:cubicBezTo>
                <a:cubicBezTo>
                  <a:pt x="5318611" y="1303028"/>
                  <a:pt x="5320772" y="1300868"/>
                  <a:pt x="5318611" y="1298708"/>
                </a:cubicBezTo>
                <a:cubicBezTo>
                  <a:pt x="5307091" y="1296188"/>
                  <a:pt x="5300251" y="1291867"/>
                  <a:pt x="5288731" y="1300868"/>
                </a:cubicBezTo>
                <a:cubicBezTo>
                  <a:pt x="5293411" y="1294028"/>
                  <a:pt x="5293411" y="1287187"/>
                  <a:pt x="5293411" y="1280347"/>
                </a:cubicBezTo>
                <a:cubicBezTo>
                  <a:pt x="5281891" y="1282867"/>
                  <a:pt x="5284411" y="1296188"/>
                  <a:pt x="5275051" y="1291867"/>
                </a:cubicBezTo>
                <a:cubicBezTo>
                  <a:pt x="5291251" y="1285027"/>
                  <a:pt x="5270731" y="1276026"/>
                  <a:pt x="5286571" y="1269186"/>
                </a:cubicBezTo>
                <a:cubicBezTo>
                  <a:pt x="5300251" y="1273506"/>
                  <a:pt x="5295571" y="1282867"/>
                  <a:pt x="5307091" y="1282867"/>
                </a:cubicBezTo>
                <a:cubicBezTo>
                  <a:pt x="5316091" y="1276026"/>
                  <a:pt x="5304571" y="1266666"/>
                  <a:pt x="5313931" y="1259825"/>
                </a:cubicBezTo>
                <a:lnTo>
                  <a:pt x="5316222" y="1259853"/>
                </a:lnTo>
                <a:lnTo>
                  <a:pt x="5316893" y="1257959"/>
                </a:lnTo>
                <a:cubicBezTo>
                  <a:pt x="5319755" y="1252236"/>
                  <a:pt x="5323752" y="1245967"/>
                  <a:pt x="5323752" y="1241425"/>
                </a:cubicBezTo>
                <a:cubicBezTo>
                  <a:pt x="5327205" y="1242515"/>
                  <a:pt x="5329090" y="1244627"/>
                  <a:pt x="5329828" y="1247256"/>
                </a:cubicBezTo>
                <a:lnTo>
                  <a:pt x="5329726" y="1248385"/>
                </a:lnTo>
                <a:lnTo>
                  <a:pt x="5335307" y="1245199"/>
                </a:lnTo>
                <a:cubicBezTo>
                  <a:pt x="5340122" y="1244614"/>
                  <a:pt x="5345792" y="1243984"/>
                  <a:pt x="5350292" y="1239304"/>
                </a:cubicBezTo>
                <a:cubicBezTo>
                  <a:pt x="5348132" y="1234984"/>
                  <a:pt x="5350292" y="1230303"/>
                  <a:pt x="5343452" y="1228143"/>
                </a:cubicBezTo>
                <a:cubicBezTo>
                  <a:pt x="5336612" y="1228143"/>
                  <a:pt x="5341292" y="1241824"/>
                  <a:pt x="5331932" y="1234984"/>
                </a:cubicBezTo>
                <a:lnTo>
                  <a:pt x="5335681" y="1219274"/>
                </a:lnTo>
                <a:lnTo>
                  <a:pt x="5331417" y="1207937"/>
                </a:lnTo>
                <a:cubicBezTo>
                  <a:pt x="5329115" y="1191223"/>
                  <a:pt x="5334347" y="1166422"/>
                  <a:pt x="5350253" y="1174779"/>
                </a:cubicBezTo>
                <a:lnTo>
                  <a:pt x="5345637" y="1189682"/>
                </a:lnTo>
                <a:lnTo>
                  <a:pt x="5354522" y="1211357"/>
                </a:lnTo>
                <a:cubicBezTo>
                  <a:pt x="5357672" y="1217883"/>
                  <a:pt x="5360552" y="1224723"/>
                  <a:pt x="5361812" y="1234984"/>
                </a:cubicBezTo>
                <a:cubicBezTo>
                  <a:pt x="5366132" y="1232463"/>
                  <a:pt x="5368292" y="1232463"/>
                  <a:pt x="5370812" y="1232463"/>
                </a:cubicBezTo>
                <a:cubicBezTo>
                  <a:pt x="5370812" y="1214462"/>
                  <a:pt x="5361812" y="1193941"/>
                  <a:pt x="5363972" y="1175579"/>
                </a:cubicBezTo>
                <a:cubicBezTo>
                  <a:pt x="5370812" y="1171259"/>
                  <a:pt x="5372972" y="1175579"/>
                  <a:pt x="5377652" y="1173419"/>
                </a:cubicBezTo>
                <a:cubicBezTo>
                  <a:pt x="5375132" y="1171259"/>
                  <a:pt x="5377652" y="1168739"/>
                  <a:pt x="5377652" y="1166579"/>
                </a:cubicBezTo>
                <a:cubicBezTo>
                  <a:pt x="5372972" y="1164419"/>
                  <a:pt x="5368292" y="1168739"/>
                  <a:pt x="5366132" y="1166579"/>
                </a:cubicBezTo>
                <a:cubicBezTo>
                  <a:pt x="5363972" y="1159738"/>
                  <a:pt x="5361812" y="1143897"/>
                  <a:pt x="5377652" y="1141737"/>
                </a:cubicBezTo>
                <a:cubicBezTo>
                  <a:pt x="5372972" y="1128056"/>
                  <a:pt x="5348132" y="1102854"/>
                  <a:pt x="5368292" y="1096014"/>
                </a:cubicBezTo>
                <a:cubicBezTo>
                  <a:pt x="5368292" y="1100694"/>
                  <a:pt x="5379812" y="1112215"/>
                  <a:pt x="5388812" y="1132376"/>
                </a:cubicBezTo>
                <a:cubicBezTo>
                  <a:pt x="5393492" y="1116535"/>
                  <a:pt x="5375132" y="1100694"/>
                  <a:pt x="5391332" y="1084853"/>
                </a:cubicBezTo>
                <a:cubicBezTo>
                  <a:pt x="5379812" y="1096014"/>
                  <a:pt x="5372972" y="1082333"/>
                  <a:pt x="5363972" y="1087013"/>
                </a:cubicBezTo>
                <a:cubicBezTo>
                  <a:pt x="5368292" y="1082333"/>
                  <a:pt x="5359292" y="1078013"/>
                  <a:pt x="5366132" y="1075493"/>
                </a:cubicBezTo>
                <a:cubicBezTo>
                  <a:pt x="5370812" y="1084853"/>
                  <a:pt x="5384492" y="1087013"/>
                  <a:pt x="5398172" y="1080173"/>
                </a:cubicBezTo>
                <a:cubicBezTo>
                  <a:pt x="5379812" y="1071172"/>
                  <a:pt x="5391332" y="1064332"/>
                  <a:pt x="5405013" y="1057491"/>
                </a:cubicBezTo>
                <a:cubicBezTo>
                  <a:pt x="5394752" y="1043810"/>
                  <a:pt x="5394752" y="1033010"/>
                  <a:pt x="5396462" y="1022479"/>
                </a:cubicBezTo>
                <a:lnTo>
                  <a:pt x="5398408" y="1011333"/>
                </a:lnTo>
                <a:lnTo>
                  <a:pt x="5397457" y="1014052"/>
                </a:lnTo>
                <a:cubicBezTo>
                  <a:pt x="5381348" y="1011896"/>
                  <a:pt x="5381348" y="1011896"/>
                  <a:pt x="5381348" y="1011896"/>
                </a:cubicBezTo>
                <a:cubicBezTo>
                  <a:pt x="5379200" y="986735"/>
                  <a:pt x="5379200" y="979906"/>
                  <a:pt x="5390655" y="957262"/>
                </a:cubicBezTo>
                <a:cubicBezTo>
                  <a:pt x="5396830" y="960047"/>
                  <a:pt x="5401327" y="963417"/>
                  <a:pt x="5404353" y="967298"/>
                </a:cubicBezTo>
                <a:lnTo>
                  <a:pt x="5408294" y="977897"/>
                </a:lnTo>
                <a:lnTo>
                  <a:pt x="5416134" y="971550"/>
                </a:lnTo>
                <a:cubicBezTo>
                  <a:pt x="5428041" y="973791"/>
                  <a:pt x="5420971" y="990226"/>
                  <a:pt x="5411669" y="987985"/>
                </a:cubicBezTo>
                <a:cubicBezTo>
                  <a:pt x="5413902" y="985557"/>
                  <a:pt x="5413251" y="983783"/>
                  <a:pt x="5411483" y="982616"/>
                </a:cubicBezTo>
                <a:lnTo>
                  <a:pt x="5408695" y="981916"/>
                </a:lnTo>
                <a:lnTo>
                  <a:pt x="5404888" y="992801"/>
                </a:lnTo>
                <a:lnTo>
                  <a:pt x="5407825" y="994425"/>
                </a:lnTo>
                <a:cubicBezTo>
                  <a:pt x="5411200" y="999792"/>
                  <a:pt x="5409985" y="1007791"/>
                  <a:pt x="5413360" y="1012527"/>
                </a:cubicBezTo>
                <a:lnTo>
                  <a:pt x="5422438" y="1016215"/>
                </a:lnTo>
                <a:lnTo>
                  <a:pt x="5423399" y="1014041"/>
                </a:lnTo>
                <a:lnTo>
                  <a:pt x="5425134" y="1003229"/>
                </a:lnTo>
                <a:cubicBezTo>
                  <a:pt x="5423936" y="990234"/>
                  <a:pt x="5416713" y="977746"/>
                  <a:pt x="5438853" y="964245"/>
                </a:cubicBezTo>
                <a:cubicBezTo>
                  <a:pt x="5427693" y="950564"/>
                  <a:pt x="5434533" y="936883"/>
                  <a:pt x="5434533" y="923202"/>
                </a:cubicBezTo>
                <a:cubicBezTo>
                  <a:pt x="5431113" y="920862"/>
                  <a:pt x="5427693" y="920322"/>
                  <a:pt x="5424543" y="919512"/>
                </a:cubicBezTo>
                <a:lnTo>
                  <a:pt x="5417599" y="915106"/>
                </a:lnTo>
                <a:lnTo>
                  <a:pt x="5416246" y="917500"/>
                </a:lnTo>
                <a:cubicBezTo>
                  <a:pt x="5413111" y="920683"/>
                  <a:pt x="5409659" y="923594"/>
                  <a:pt x="5407297" y="928323"/>
                </a:cubicBezTo>
                <a:cubicBezTo>
                  <a:pt x="5393488" y="921411"/>
                  <a:pt x="5402573" y="918864"/>
                  <a:pt x="5407297" y="907586"/>
                </a:cubicBezTo>
                <a:cubicBezTo>
                  <a:pt x="5405117" y="902857"/>
                  <a:pt x="5395668" y="902857"/>
                  <a:pt x="5398212" y="893762"/>
                </a:cubicBezTo>
                <a:cubicBezTo>
                  <a:pt x="5405117" y="893762"/>
                  <a:pt x="5409114" y="896036"/>
                  <a:pt x="5412521" y="898582"/>
                </a:cubicBezTo>
                <a:lnTo>
                  <a:pt x="5413089" y="898923"/>
                </a:lnTo>
                <a:lnTo>
                  <a:pt x="5415560" y="897354"/>
                </a:lnTo>
                <a:cubicBezTo>
                  <a:pt x="5422361" y="896358"/>
                  <a:pt x="5425263" y="906551"/>
                  <a:pt x="5432013" y="911681"/>
                </a:cubicBezTo>
                <a:cubicBezTo>
                  <a:pt x="5432013" y="908351"/>
                  <a:pt x="5432598" y="907114"/>
                  <a:pt x="5433582" y="906956"/>
                </a:cubicBezTo>
                <a:lnTo>
                  <a:pt x="5437467" y="908675"/>
                </a:lnTo>
                <a:lnTo>
                  <a:pt x="5439501" y="904277"/>
                </a:lnTo>
                <a:lnTo>
                  <a:pt x="5444043" y="903859"/>
                </a:lnTo>
                <a:lnTo>
                  <a:pt x="5436693" y="897685"/>
                </a:lnTo>
                <a:cubicBezTo>
                  <a:pt x="5435523" y="894310"/>
                  <a:pt x="5437773" y="891520"/>
                  <a:pt x="5445693" y="891520"/>
                </a:cubicBezTo>
                <a:close/>
                <a:moveTo>
                  <a:pt x="4785894" y="890587"/>
                </a:moveTo>
                <a:cubicBezTo>
                  <a:pt x="4820041" y="894911"/>
                  <a:pt x="4772236" y="920133"/>
                  <a:pt x="4797037" y="931303"/>
                </a:cubicBezTo>
                <a:cubicBezTo>
                  <a:pt x="4788051" y="929141"/>
                  <a:pt x="4779065" y="942833"/>
                  <a:pt x="4792724" y="949680"/>
                </a:cubicBezTo>
                <a:cubicBezTo>
                  <a:pt x="4785894" y="949680"/>
                  <a:pt x="4774392" y="951842"/>
                  <a:pt x="4790208" y="961210"/>
                </a:cubicBezTo>
                <a:cubicBezTo>
                  <a:pt x="4767563" y="967696"/>
                  <a:pt x="4781222" y="988234"/>
                  <a:pt x="4767563" y="999764"/>
                </a:cubicBezTo>
                <a:cubicBezTo>
                  <a:pt x="4763250" y="981388"/>
                  <a:pt x="4765407" y="963372"/>
                  <a:pt x="4770079" y="944995"/>
                </a:cubicBezTo>
                <a:cubicBezTo>
                  <a:pt x="4776549" y="929141"/>
                  <a:pt x="4785894" y="910765"/>
                  <a:pt x="4785894" y="890587"/>
                </a:cubicBezTo>
                <a:close/>
                <a:moveTo>
                  <a:pt x="4864158" y="884237"/>
                </a:moveTo>
                <a:cubicBezTo>
                  <a:pt x="4884316" y="895474"/>
                  <a:pt x="4893675" y="891124"/>
                  <a:pt x="4907353" y="904537"/>
                </a:cubicBezTo>
                <a:cubicBezTo>
                  <a:pt x="4897994" y="913962"/>
                  <a:pt x="4884316" y="916137"/>
                  <a:pt x="4891155" y="929912"/>
                </a:cubicBezTo>
                <a:cubicBezTo>
                  <a:pt x="4873157" y="927737"/>
                  <a:pt x="4891155" y="916137"/>
                  <a:pt x="4879996" y="904537"/>
                </a:cubicBezTo>
                <a:cubicBezTo>
                  <a:pt x="4870997" y="909250"/>
                  <a:pt x="4868477" y="923025"/>
                  <a:pt x="4859478" y="927737"/>
                </a:cubicBezTo>
                <a:cubicBezTo>
                  <a:pt x="4845800" y="913962"/>
                  <a:pt x="4873157" y="895474"/>
                  <a:pt x="4864158" y="884237"/>
                </a:cubicBezTo>
                <a:close/>
                <a:moveTo>
                  <a:pt x="5591887" y="881624"/>
                </a:moveTo>
                <a:cubicBezTo>
                  <a:pt x="5598792" y="874712"/>
                  <a:pt x="5596248" y="886353"/>
                  <a:pt x="5596248" y="893266"/>
                </a:cubicBezTo>
                <a:cubicBezTo>
                  <a:pt x="5610057" y="895448"/>
                  <a:pt x="5607877" y="886353"/>
                  <a:pt x="5616962" y="895448"/>
                </a:cubicBezTo>
                <a:cubicBezTo>
                  <a:pt x="5610057" y="902361"/>
                  <a:pt x="5605696" y="909273"/>
                  <a:pt x="5591887" y="907090"/>
                </a:cubicBezTo>
                <a:cubicBezTo>
                  <a:pt x="5587163" y="895448"/>
                  <a:pt x="5596248" y="897995"/>
                  <a:pt x="5591887" y="881624"/>
                </a:cubicBezTo>
                <a:close/>
                <a:moveTo>
                  <a:pt x="4594975" y="863600"/>
                </a:moveTo>
                <a:cubicBezTo>
                  <a:pt x="4606617" y="867954"/>
                  <a:pt x="4617895" y="872671"/>
                  <a:pt x="4629536" y="877388"/>
                </a:cubicBezTo>
                <a:lnTo>
                  <a:pt x="4626990" y="888637"/>
                </a:lnTo>
                <a:cubicBezTo>
                  <a:pt x="4615712" y="879565"/>
                  <a:pt x="4597158" y="874848"/>
                  <a:pt x="4594975" y="863600"/>
                </a:cubicBezTo>
                <a:close/>
                <a:moveTo>
                  <a:pt x="5654814" y="853016"/>
                </a:moveTo>
                <a:cubicBezTo>
                  <a:pt x="5675697" y="850900"/>
                  <a:pt x="5657013" y="877711"/>
                  <a:pt x="5659211" y="888647"/>
                </a:cubicBezTo>
                <a:cubicBezTo>
                  <a:pt x="5652250" y="881944"/>
                  <a:pt x="5652250" y="868539"/>
                  <a:pt x="5654814" y="853016"/>
                </a:cubicBezTo>
                <a:close/>
                <a:moveTo>
                  <a:pt x="5351331" y="852487"/>
                </a:moveTo>
                <a:cubicBezTo>
                  <a:pt x="5369322" y="866043"/>
                  <a:pt x="5355917" y="895296"/>
                  <a:pt x="5349214" y="915630"/>
                </a:cubicBezTo>
                <a:cubicBezTo>
                  <a:pt x="5337925" y="902074"/>
                  <a:pt x="5349214" y="874961"/>
                  <a:pt x="5351331" y="852487"/>
                </a:cubicBezTo>
                <a:close/>
                <a:moveTo>
                  <a:pt x="5411669" y="846137"/>
                </a:moveTo>
                <a:cubicBezTo>
                  <a:pt x="5420971" y="855444"/>
                  <a:pt x="5404600" y="868689"/>
                  <a:pt x="5428041" y="871195"/>
                </a:cubicBezTo>
                <a:cubicBezTo>
                  <a:pt x="5423204" y="877996"/>
                  <a:pt x="5416134" y="873343"/>
                  <a:pt x="5411669" y="882292"/>
                </a:cubicBezTo>
                <a:cubicBezTo>
                  <a:pt x="5406832" y="871195"/>
                  <a:pt x="5404600" y="857592"/>
                  <a:pt x="5411669" y="846137"/>
                </a:cubicBezTo>
                <a:close/>
                <a:moveTo>
                  <a:pt x="5407664" y="820066"/>
                </a:moveTo>
                <a:cubicBezTo>
                  <a:pt x="5428055" y="817562"/>
                  <a:pt x="5423405" y="842604"/>
                  <a:pt x="5403013" y="837953"/>
                </a:cubicBezTo>
                <a:cubicBezTo>
                  <a:pt x="5407664" y="820066"/>
                  <a:pt x="5407664" y="820066"/>
                  <a:pt x="5407664" y="820066"/>
                </a:cubicBezTo>
                <a:close/>
                <a:moveTo>
                  <a:pt x="4599372" y="817995"/>
                </a:moveTo>
                <a:lnTo>
                  <a:pt x="4599372" y="826750"/>
                </a:lnTo>
                <a:cubicBezTo>
                  <a:pt x="4575925" y="824393"/>
                  <a:pt x="4575925" y="824393"/>
                  <a:pt x="4575925" y="824393"/>
                </a:cubicBezTo>
                <a:cubicBezTo>
                  <a:pt x="4578489" y="815975"/>
                  <a:pt x="4589846" y="817995"/>
                  <a:pt x="4599372" y="817995"/>
                </a:cubicBezTo>
                <a:close/>
                <a:moveTo>
                  <a:pt x="5451808" y="815975"/>
                </a:moveTo>
                <a:cubicBezTo>
                  <a:pt x="5458687" y="820737"/>
                  <a:pt x="5463393" y="815975"/>
                  <a:pt x="5467738" y="820737"/>
                </a:cubicBezTo>
                <a:cubicBezTo>
                  <a:pt x="5463393" y="825133"/>
                  <a:pt x="5465566" y="829896"/>
                  <a:pt x="5458687" y="834658"/>
                </a:cubicBezTo>
                <a:cubicBezTo>
                  <a:pt x="5456514" y="822935"/>
                  <a:pt x="5447463" y="822935"/>
                  <a:pt x="5451808" y="815975"/>
                </a:cubicBezTo>
                <a:close/>
                <a:moveTo>
                  <a:pt x="4804663" y="809625"/>
                </a:moveTo>
                <a:cubicBezTo>
                  <a:pt x="4839088" y="837021"/>
                  <a:pt x="4793430" y="846033"/>
                  <a:pt x="4797778" y="891814"/>
                </a:cubicBezTo>
                <a:cubicBezTo>
                  <a:pt x="4772775" y="873430"/>
                  <a:pt x="4802489" y="832335"/>
                  <a:pt x="4804663" y="809625"/>
                </a:cubicBezTo>
                <a:close/>
                <a:moveTo>
                  <a:pt x="4002838" y="803885"/>
                </a:moveTo>
                <a:cubicBezTo>
                  <a:pt x="4016759" y="808647"/>
                  <a:pt x="4009798" y="806449"/>
                  <a:pt x="4007600" y="806449"/>
                </a:cubicBezTo>
                <a:cubicBezTo>
                  <a:pt x="4007600" y="810845"/>
                  <a:pt x="3998075" y="801687"/>
                  <a:pt x="4002838" y="803885"/>
                </a:cubicBezTo>
                <a:close/>
                <a:moveTo>
                  <a:pt x="5500346" y="792747"/>
                </a:moveTo>
                <a:cubicBezTo>
                  <a:pt x="5498114" y="797454"/>
                  <a:pt x="5502579" y="797454"/>
                  <a:pt x="5507416" y="797454"/>
                </a:cubicBezTo>
                <a:cubicBezTo>
                  <a:pt x="5495509" y="803971"/>
                  <a:pt x="5502579" y="808677"/>
                  <a:pt x="5493277" y="810850"/>
                </a:cubicBezTo>
                <a:cubicBezTo>
                  <a:pt x="5483975" y="806505"/>
                  <a:pt x="5493277" y="790575"/>
                  <a:pt x="5500346" y="792747"/>
                </a:cubicBezTo>
                <a:close/>
                <a:moveTo>
                  <a:pt x="4977132" y="758825"/>
                </a:moveTo>
                <a:cubicBezTo>
                  <a:pt x="4993076" y="797811"/>
                  <a:pt x="4963362" y="850153"/>
                  <a:pt x="4960825" y="898164"/>
                </a:cubicBezTo>
                <a:cubicBezTo>
                  <a:pt x="4949592" y="893471"/>
                  <a:pt x="4937996" y="886612"/>
                  <a:pt x="4926763" y="881920"/>
                </a:cubicBezTo>
                <a:cubicBezTo>
                  <a:pt x="4928937" y="866036"/>
                  <a:pt x="4940170" y="884446"/>
                  <a:pt x="4953940" y="881920"/>
                </a:cubicBezTo>
                <a:cubicBezTo>
                  <a:pt x="4956477" y="829577"/>
                  <a:pt x="4960825" y="793118"/>
                  <a:pt x="4977132" y="758825"/>
                </a:cubicBezTo>
                <a:close/>
                <a:moveTo>
                  <a:pt x="5566847" y="755786"/>
                </a:moveTo>
                <a:lnTo>
                  <a:pt x="5566444" y="757378"/>
                </a:lnTo>
                <a:cubicBezTo>
                  <a:pt x="5565707" y="760284"/>
                  <a:pt x="5564697" y="764269"/>
                  <a:pt x="5563350" y="769583"/>
                </a:cubicBezTo>
                <a:cubicBezTo>
                  <a:pt x="5563350" y="769583"/>
                  <a:pt x="5564023" y="766926"/>
                  <a:pt x="5564865" y="763605"/>
                </a:cubicBezTo>
                <a:close/>
                <a:moveTo>
                  <a:pt x="5505231" y="755650"/>
                </a:moveTo>
                <a:cubicBezTo>
                  <a:pt x="5518550" y="759994"/>
                  <a:pt x="5505231" y="769046"/>
                  <a:pt x="5500675" y="775925"/>
                </a:cubicBezTo>
                <a:cubicBezTo>
                  <a:pt x="5491913" y="769046"/>
                  <a:pt x="5507334" y="762167"/>
                  <a:pt x="5505231" y="755650"/>
                </a:cubicBezTo>
                <a:close/>
                <a:moveTo>
                  <a:pt x="5567896" y="751650"/>
                </a:moveTo>
                <a:cubicBezTo>
                  <a:pt x="5568401" y="749657"/>
                  <a:pt x="5568064" y="750986"/>
                  <a:pt x="5567391" y="753642"/>
                </a:cubicBezTo>
                <a:lnTo>
                  <a:pt x="5566847" y="755786"/>
                </a:lnTo>
                <a:close/>
                <a:moveTo>
                  <a:pt x="5418991" y="747712"/>
                </a:moveTo>
                <a:cubicBezTo>
                  <a:pt x="5434413" y="763656"/>
                  <a:pt x="5407775" y="786485"/>
                  <a:pt x="5431959" y="800255"/>
                </a:cubicBezTo>
                <a:cubicBezTo>
                  <a:pt x="5427753" y="814024"/>
                  <a:pt x="5416537" y="798080"/>
                  <a:pt x="5414434" y="807139"/>
                </a:cubicBezTo>
                <a:cubicBezTo>
                  <a:pt x="5412331" y="798080"/>
                  <a:pt x="5414434" y="772715"/>
                  <a:pt x="5418991" y="747712"/>
                </a:cubicBezTo>
                <a:close/>
                <a:moveTo>
                  <a:pt x="5720277" y="746273"/>
                </a:moveTo>
                <a:cubicBezTo>
                  <a:pt x="5724668" y="748043"/>
                  <a:pt x="5725476" y="763851"/>
                  <a:pt x="5739204" y="757237"/>
                </a:cubicBezTo>
                <a:lnTo>
                  <a:pt x="5736692" y="772759"/>
                </a:lnTo>
                <a:cubicBezTo>
                  <a:pt x="5716234" y="761470"/>
                  <a:pt x="5698288" y="772759"/>
                  <a:pt x="5698288" y="750534"/>
                </a:cubicBezTo>
                <a:cubicBezTo>
                  <a:pt x="5698288" y="757237"/>
                  <a:pt x="5727719" y="759353"/>
                  <a:pt x="5714080" y="750534"/>
                </a:cubicBezTo>
                <a:cubicBezTo>
                  <a:pt x="5716951" y="746653"/>
                  <a:pt x="5718813" y="745683"/>
                  <a:pt x="5720277" y="746273"/>
                </a:cubicBezTo>
                <a:close/>
                <a:moveTo>
                  <a:pt x="4752138" y="741362"/>
                </a:moveTo>
                <a:cubicBezTo>
                  <a:pt x="4776321" y="741362"/>
                  <a:pt x="4778775" y="759509"/>
                  <a:pt x="4760900" y="761644"/>
                </a:cubicBezTo>
                <a:cubicBezTo>
                  <a:pt x="4770013" y="743853"/>
                  <a:pt x="4760900" y="752748"/>
                  <a:pt x="4752138" y="741362"/>
                </a:cubicBezTo>
                <a:close/>
                <a:moveTo>
                  <a:pt x="4565350" y="740419"/>
                </a:moveTo>
                <a:cubicBezTo>
                  <a:pt x="4589793" y="743024"/>
                  <a:pt x="4563225" y="750093"/>
                  <a:pt x="4574206" y="754930"/>
                </a:cubicBezTo>
                <a:cubicBezTo>
                  <a:pt x="4599003" y="738187"/>
                  <a:pt x="4578812" y="745256"/>
                  <a:pt x="4605734" y="757163"/>
                </a:cubicBezTo>
                <a:cubicBezTo>
                  <a:pt x="4596524" y="761628"/>
                  <a:pt x="4583062" y="761628"/>
                  <a:pt x="4567476" y="759395"/>
                </a:cubicBezTo>
                <a:cubicBezTo>
                  <a:pt x="4563225" y="757163"/>
                  <a:pt x="4565350" y="750093"/>
                  <a:pt x="4565350" y="740419"/>
                </a:cubicBezTo>
                <a:close/>
                <a:moveTo>
                  <a:pt x="5475408" y="738187"/>
                </a:moveTo>
                <a:cubicBezTo>
                  <a:pt x="5486794" y="742813"/>
                  <a:pt x="5473273" y="751708"/>
                  <a:pt x="5473273" y="758469"/>
                </a:cubicBezTo>
                <a:cubicBezTo>
                  <a:pt x="5466513" y="751708"/>
                  <a:pt x="5466513" y="744947"/>
                  <a:pt x="5475408" y="738187"/>
                </a:cubicBezTo>
                <a:close/>
                <a:moveTo>
                  <a:pt x="4810094" y="736600"/>
                </a:moveTo>
                <a:cubicBezTo>
                  <a:pt x="4843858" y="736600"/>
                  <a:pt x="4816846" y="748054"/>
                  <a:pt x="4826087" y="761299"/>
                </a:cubicBezTo>
                <a:cubicBezTo>
                  <a:pt x="4814714" y="763805"/>
                  <a:pt x="4807961" y="768100"/>
                  <a:pt x="4799076" y="772754"/>
                </a:cubicBezTo>
                <a:cubicBezTo>
                  <a:pt x="4796588" y="765953"/>
                  <a:pt x="4807961" y="754856"/>
                  <a:pt x="4810094" y="736600"/>
                </a:cubicBezTo>
                <a:close/>
                <a:moveTo>
                  <a:pt x="4661870" y="734511"/>
                </a:moveTo>
                <a:cubicBezTo>
                  <a:pt x="4665917" y="733659"/>
                  <a:pt x="4669373" y="733659"/>
                  <a:pt x="4672829" y="737067"/>
                </a:cubicBezTo>
                <a:cubicBezTo>
                  <a:pt x="4675012" y="743885"/>
                  <a:pt x="4670646" y="748549"/>
                  <a:pt x="4656822" y="743885"/>
                </a:cubicBezTo>
                <a:cubicBezTo>
                  <a:pt x="4681924" y="755367"/>
                  <a:pt x="4659005" y="773308"/>
                  <a:pt x="4654275" y="782278"/>
                </a:cubicBezTo>
                <a:cubicBezTo>
                  <a:pt x="4647363" y="764337"/>
                  <a:pt x="4652092" y="757520"/>
                  <a:pt x="4647363" y="737067"/>
                </a:cubicBezTo>
                <a:cubicBezTo>
                  <a:pt x="4653184" y="737067"/>
                  <a:pt x="4657822" y="735363"/>
                  <a:pt x="4661870" y="734511"/>
                </a:cubicBezTo>
                <a:close/>
                <a:moveTo>
                  <a:pt x="5383605" y="725487"/>
                </a:moveTo>
                <a:cubicBezTo>
                  <a:pt x="5370011" y="748553"/>
                  <a:pt x="5381101" y="761888"/>
                  <a:pt x="5374304" y="791801"/>
                </a:cubicBezTo>
                <a:cubicBezTo>
                  <a:pt x="5358563" y="778106"/>
                  <a:pt x="5365360" y="743867"/>
                  <a:pt x="5383605" y="725487"/>
                </a:cubicBezTo>
                <a:close/>
                <a:moveTo>
                  <a:pt x="4737369" y="725487"/>
                </a:moveTo>
                <a:cubicBezTo>
                  <a:pt x="4746287" y="730249"/>
                  <a:pt x="4764481" y="728051"/>
                  <a:pt x="4762341" y="737210"/>
                </a:cubicBezTo>
                <a:cubicBezTo>
                  <a:pt x="4753066" y="737210"/>
                  <a:pt x="4742007" y="735012"/>
                  <a:pt x="4739509" y="739408"/>
                </a:cubicBezTo>
                <a:cubicBezTo>
                  <a:pt x="4733088" y="739408"/>
                  <a:pt x="4737369" y="730249"/>
                  <a:pt x="4737369" y="725487"/>
                </a:cubicBezTo>
                <a:close/>
                <a:moveTo>
                  <a:pt x="4919213" y="715491"/>
                </a:moveTo>
                <a:cubicBezTo>
                  <a:pt x="4923063" y="714687"/>
                  <a:pt x="4927920" y="714709"/>
                  <a:pt x="4934215" y="715879"/>
                </a:cubicBezTo>
                <a:cubicBezTo>
                  <a:pt x="4931697" y="729556"/>
                  <a:pt x="4931697" y="743233"/>
                  <a:pt x="4940690" y="750071"/>
                </a:cubicBezTo>
                <a:cubicBezTo>
                  <a:pt x="4931697" y="756909"/>
                  <a:pt x="4918027" y="756909"/>
                  <a:pt x="4911192" y="765907"/>
                </a:cubicBezTo>
                <a:cubicBezTo>
                  <a:pt x="4904358" y="784263"/>
                  <a:pt x="4931697" y="802259"/>
                  <a:pt x="4904358" y="809098"/>
                </a:cubicBezTo>
                <a:cubicBezTo>
                  <a:pt x="4906876" y="815936"/>
                  <a:pt x="4911192" y="809098"/>
                  <a:pt x="4920545" y="811257"/>
                </a:cubicBezTo>
                <a:cubicBezTo>
                  <a:pt x="4897523" y="836452"/>
                  <a:pt x="4920545" y="861646"/>
                  <a:pt x="4900041" y="888640"/>
                </a:cubicBezTo>
                <a:cubicBezTo>
                  <a:pt x="4888530" y="877482"/>
                  <a:pt x="4895364" y="861646"/>
                  <a:pt x="4870543" y="854807"/>
                </a:cubicBezTo>
                <a:lnTo>
                  <a:pt x="4874983" y="831503"/>
                </a:lnTo>
                <a:lnTo>
                  <a:pt x="4869340" y="826326"/>
                </a:lnTo>
                <a:cubicBezTo>
                  <a:pt x="4867277" y="818295"/>
                  <a:pt x="4878054" y="807059"/>
                  <a:pt x="4874507" y="798512"/>
                </a:cubicBezTo>
                <a:cubicBezTo>
                  <a:pt x="4879145" y="800810"/>
                  <a:pt x="4882033" y="803245"/>
                  <a:pt x="4883648" y="805824"/>
                </a:cubicBezTo>
                <a:lnTo>
                  <a:pt x="4884387" y="809854"/>
                </a:lnTo>
                <a:lnTo>
                  <a:pt x="4887990" y="802889"/>
                </a:lnTo>
                <a:cubicBezTo>
                  <a:pt x="4895364" y="788672"/>
                  <a:pt x="4898782" y="776165"/>
                  <a:pt x="4881695" y="761228"/>
                </a:cubicBezTo>
                <a:cubicBezTo>
                  <a:pt x="4897523" y="772746"/>
                  <a:pt x="4897523" y="747911"/>
                  <a:pt x="4911192" y="743233"/>
                </a:cubicBezTo>
                <a:cubicBezTo>
                  <a:pt x="4909034" y="740713"/>
                  <a:pt x="4900041" y="740713"/>
                  <a:pt x="4900041" y="736394"/>
                </a:cubicBezTo>
                <a:cubicBezTo>
                  <a:pt x="4905167" y="727756"/>
                  <a:pt x="4907663" y="717903"/>
                  <a:pt x="4919213" y="715491"/>
                </a:cubicBezTo>
                <a:close/>
                <a:moveTo>
                  <a:pt x="4989116" y="695261"/>
                </a:moveTo>
                <a:cubicBezTo>
                  <a:pt x="4990263" y="699221"/>
                  <a:pt x="4989734" y="713817"/>
                  <a:pt x="4986382" y="736244"/>
                </a:cubicBezTo>
                <a:cubicBezTo>
                  <a:pt x="4961688" y="734108"/>
                  <a:pt x="4981796" y="720580"/>
                  <a:pt x="4981796" y="718088"/>
                </a:cubicBezTo>
                <a:cubicBezTo>
                  <a:pt x="4985147" y="697975"/>
                  <a:pt x="4987970" y="691300"/>
                  <a:pt x="4989116" y="695261"/>
                </a:cubicBezTo>
                <a:close/>
                <a:moveTo>
                  <a:pt x="5673366" y="691512"/>
                </a:moveTo>
                <a:cubicBezTo>
                  <a:pt x="5707454" y="688975"/>
                  <a:pt x="5671213" y="762200"/>
                  <a:pt x="5666548" y="780687"/>
                </a:cubicBezTo>
                <a:cubicBezTo>
                  <a:pt x="5655425" y="757850"/>
                  <a:pt x="5687001" y="721237"/>
                  <a:pt x="5673366" y="691512"/>
                </a:cubicBezTo>
                <a:close/>
                <a:moveTo>
                  <a:pt x="4814985" y="690428"/>
                </a:moveTo>
                <a:cubicBezTo>
                  <a:pt x="4837591" y="685800"/>
                  <a:pt x="4830773" y="708227"/>
                  <a:pt x="4823956" y="714990"/>
                </a:cubicBezTo>
                <a:cubicBezTo>
                  <a:pt x="4821803" y="723890"/>
                  <a:pt x="4839744" y="721754"/>
                  <a:pt x="4853379" y="721754"/>
                </a:cubicBezTo>
                <a:cubicBezTo>
                  <a:pt x="4844409" y="744181"/>
                  <a:pt x="4823956" y="717126"/>
                  <a:pt x="4806015" y="730653"/>
                </a:cubicBezTo>
                <a:cubicBezTo>
                  <a:pt x="4803503" y="728518"/>
                  <a:pt x="4808168" y="728518"/>
                  <a:pt x="4810321" y="728518"/>
                </a:cubicBezTo>
                <a:cubicBezTo>
                  <a:pt x="4814985" y="714990"/>
                  <a:pt x="4801350" y="703599"/>
                  <a:pt x="4814985" y="690428"/>
                </a:cubicBezTo>
                <a:close/>
                <a:moveTo>
                  <a:pt x="4922274" y="682625"/>
                </a:moveTo>
                <a:cubicBezTo>
                  <a:pt x="4924498" y="683251"/>
                  <a:pt x="4926032" y="685824"/>
                  <a:pt x="4926799" y="689331"/>
                </a:cubicBezTo>
                <a:lnTo>
                  <a:pt x="4926735" y="699482"/>
                </a:lnTo>
                <a:lnTo>
                  <a:pt x="4935925" y="700672"/>
                </a:lnTo>
                <a:cubicBezTo>
                  <a:pt x="4935380" y="703478"/>
                  <a:pt x="4933245" y="706013"/>
                  <a:pt x="4930417" y="707953"/>
                </a:cubicBezTo>
                <a:lnTo>
                  <a:pt x="4922684" y="710927"/>
                </a:lnTo>
                <a:lnTo>
                  <a:pt x="4921573" y="713482"/>
                </a:lnTo>
                <a:cubicBezTo>
                  <a:pt x="4918960" y="716676"/>
                  <a:pt x="4915424" y="718779"/>
                  <a:pt x="4910888" y="718779"/>
                </a:cubicBezTo>
                <a:lnTo>
                  <a:pt x="4913602" y="710160"/>
                </a:lnTo>
                <a:lnTo>
                  <a:pt x="4912314" y="709888"/>
                </a:lnTo>
                <a:cubicBezTo>
                  <a:pt x="4910304" y="708162"/>
                  <a:pt x="4909396" y="705198"/>
                  <a:pt x="4910486" y="700672"/>
                </a:cubicBezTo>
                <a:lnTo>
                  <a:pt x="4916844" y="699866"/>
                </a:lnTo>
                <a:close/>
                <a:moveTo>
                  <a:pt x="5638815" y="674687"/>
                </a:moveTo>
                <a:cubicBezTo>
                  <a:pt x="5638815" y="686196"/>
                  <a:pt x="5627834" y="681521"/>
                  <a:pt x="5625709" y="688354"/>
                </a:cubicBezTo>
                <a:cubicBezTo>
                  <a:pt x="5629960" y="702022"/>
                  <a:pt x="5641295" y="681521"/>
                  <a:pt x="5645546" y="695188"/>
                </a:cubicBezTo>
                <a:cubicBezTo>
                  <a:pt x="5632085" y="720365"/>
                  <a:pt x="5603038" y="674687"/>
                  <a:pt x="5638815" y="674687"/>
                </a:cubicBezTo>
                <a:close/>
                <a:moveTo>
                  <a:pt x="4666434" y="674687"/>
                </a:moveTo>
                <a:cubicBezTo>
                  <a:pt x="4696212" y="683994"/>
                  <a:pt x="4661713" y="692943"/>
                  <a:pt x="4671154" y="710842"/>
                </a:cubicBezTo>
                <a:cubicBezTo>
                  <a:pt x="4654813" y="708694"/>
                  <a:pt x="4671154" y="690795"/>
                  <a:pt x="4641013" y="695091"/>
                </a:cubicBezTo>
                <a:cubicBezTo>
                  <a:pt x="4654813" y="686142"/>
                  <a:pt x="4675512" y="692943"/>
                  <a:pt x="4666434" y="674687"/>
                </a:cubicBezTo>
                <a:close/>
                <a:moveTo>
                  <a:pt x="4852601" y="669925"/>
                </a:moveTo>
                <a:cubicBezTo>
                  <a:pt x="4881955" y="669925"/>
                  <a:pt x="4881955" y="669925"/>
                  <a:pt x="4881955" y="669925"/>
                </a:cubicBezTo>
                <a:cubicBezTo>
                  <a:pt x="4881955" y="674321"/>
                  <a:pt x="4845800" y="683845"/>
                  <a:pt x="4852601" y="669925"/>
                </a:cubicBezTo>
                <a:close/>
                <a:moveTo>
                  <a:pt x="4576651" y="669925"/>
                </a:moveTo>
                <a:cubicBezTo>
                  <a:pt x="4588262" y="672102"/>
                  <a:pt x="4574474" y="688068"/>
                  <a:pt x="4576651" y="694962"/>
                </a:cubicBezTo>
                <a:cubicBezTo>
                  <a:pt x="4563225" y="690608"/>
                  <a:pt x="4570119" y="678996"/>
                  <a:pt x="4576651" y="669925"/>
                </a:cubicBezTo>
                <a:close/>
                <a:moveTo>
                  <a:pt x="4948616" y="667844"/>
                </a:moveTo>
                <a:lnTo>
                  <a:pt x="4946383" y="681365"/>
                </a:lnTo>
                <a:cubicBezTo>
                  <a:pt x="4925175" y="683856"/>
                  <a:pt x="4927780" y="663575"/>
                  <a:pt x="4948616" y="667844"/>
                </a:cubicBezTo>
                <a:close/>
                <a:moveTo>
                  <a:pt x="4585147" y="627571"/>
                </a:moveTo>
                <a:cubicBezTo>
                  <a:pt x="4595086" y="629190"/>
                  <a:pt x="4602295" y="640840"/>
                  <a:pt x="4605735" y="646078"/>
                </a:cubicBezTo>
                <a:cubicBezTo>
                  <a:pt x="4599032" y="648284"/>
                  <a:pt x="4596563" y="653063"/>
                  <a:pt x="4594446" y="655269"/>
                </a:cubicBezTo>
                <a:cubicBezTo>
                  <a:pt x="4583157" y="650858"/>
                  <a:pt x="4594446" y="629903"/>
                  <a:pt x="4574338" y="629903"/>
                </a:cubicBezTo>
                <a:cubicBezTo>
                  <a:pt x="4578218" y="627605"/>
                  <a:pt x="4581834" y="627031"/>
                  <a:pt x="4585147" y="627571"/>
                </a:cubicBezTo>
                <a:close/>
                <a:moveTo>
                  <a:pt x="5522541" y="614362"/>
                </a:moveTo>
                <a:cubicBezTo>
                  <a:pt x="5529331" y="616516"/>
                  <a:pt x="5527187" y="621184"/>
                  <a:pt x="5531475" y="625493"/>
                </a:cubicBezTo>
                <a:cubicBezTo>
                  <a:pt x="5525042" y="634829"/>
                  <a:pt x="5518252" y="625493"/>
                  <a:pt x="5511461" y="630161"/>
                </a:cubicBezTo>
                <a:cubicBezTo>
                  <a:pt x="5527187" y="636984"/>
                  <a:pt x="5504671" y="650629"/>
                  <a:pt x="5518252" y="657451"/>
                </a:cubicBezTo>
                <a:cubicBezTo>
                  <a:pt x="5518252" y="652783"/>
                  <a:pt x="5525042" y="630161"/>
                  <a:pt x="5538266" y="639138"/>
                </a:cubicBezTo>
                <a:cubicBezTo>
                  <a:pt x="5527187" y="648115"/>
                  <a:pt x="5540768" y="671096"/>
                  <a:pt x="5515750" y="689050"/>
                </a:cubicBezTo>
                <a:cubicBezTo>
                  <a:pt x="5518252" y="695872"/>
                  <a:pt x="5529331" y="700540"/>
                  <a:pt x="5513606" y="709517"/>
                </a:cubicBezTo>
                <a:cubicBezTo>
                  <a:pt x="5520396" y="718494"/>
                  <a:pt x="5533977" y="725317"/>
                  <a:pt x="5529331" y="734653"/>
                </a:cubicBezTo>
                <a:cubicBezTo>
                  <a:pt x="5506815" y="725317"/>
                  <a:pt x="5508960" y="721008"/>
                  <a:pt x="5495379" y="721008"/>
                </a:cubicBezTo>
                <a:cubicBezTo>
                  <a:pt x="5497880" y="709517"/>
                  <a:pt x="5513606" y="714185"/>
                  <a:pt x="5508960" y="707363"/>
                </a:cubicBezTo>
                <a:cubicBezTo>
                  <a:pt x="5504671" y="702695"/>
                  <a:pt x="5502169" y="709517"/>
                  <a:pt x="5497880" y="707363"/>
                </a:cubicBezTo>
                <a:cubicBezTo>
                  <a:pt x="5508960" y="702695"/>
                  <a:pt x="5511461" y="698386"/>
                  <a:pt x="5500025" y="691563"/>
                </a:cubicBezTo>
                <a:cubicBezTo>
                  <a:pt x="5513606" y="668582"/>
                  <a:pt x="5506815" y="648115"/>
                  <a:pt x="5508960" y="628007"/>
                </a:cubicBezTo>
                <a:cubicBezTo>
                  <a:pt x="5472863" y="614362"/>
                  <a:pt x="5522541" y="634829"/>
                  <a:pt x="5522541" y="614362"/>
                </a:cubicBezTo>
                <a:close/>
                <a:moveTo>
                  <a:pt x="4968188" y="609600"/>
                </a:moveTo>
                <a:cubicBezTo>
                  <a:pt x="4972900" y="616401"/>
                  <a:pt x="4975075" y="625350"/>
                  <a:pt x="4981963" y="630004"/>
                </a:cubicBezTo>
                <a:cubicBezTo>
                  <a:pt x="4966013" y="627856"/>
                  <a:pt x="4950063" y="638953"/>
                  <a:pt x="4952238" y="625350"/>
                </a:cubicBezTo>
                <a:cubicBezTo>
                  <a:pt x="4938463" y="627856"/>
                  <a:pt x="4945350" y="632151"/>
                  <a:pt x="4945350" y="636805"/>
                </a:cubicBezTo>
                <a:cubicBezTo>
                  <a:pt x="4940638" y="645754"/>
                  <a:pt x="4945350" y="627856"/>
                  <a:pt x="4936288" y="630004"/>
                </a:cubicBezTo>
                <a:cubicBezTo>
                  <a:pt x="4938463" y="625350"/>
                  <a:pt x="4945350" y="623202"/>
                  <a:pt x="4943175" y="616401"/>
                </a:cubicBezTo>
                <a:cubicBezTo>
                  <a:pt x="4954413" y="618549"/>
                  <a:pt x="4970725" y="621054"/>
                  <a:pt x="4968188" y="609600"/>
                </a:cubicBezTo>
                <a:close/>
                <a:moveTo>
                  <a:pt x="5538397" y="601662"/>
                </a:moveTo>
                <a:cubicBezTo>
                  <a:pt x="5549845" y="601662"/>
                  <a:pt x="5549845" y="601662"/>
                  <a:pt x="5549845" y="601662"/>
                </a:cubicBezTo>
                <a:cubicBezTo>
                  <a:pt x="5551992" y="606248"/>
                  <a:pt x="5554496" y="610481"/>
                  <a:pt x="5554496" y="617184"/>
                </a:cubicBezTo>
                <a:cubicBezTo>
                  <a:pt x="5531600" y="612951"/>
                  <a:pt x="5556642" y="633059"/>
                  <a:pt x="5540901" y="639409"/>
                </a:cubicBezTo>
                <a:cubicBezTo>
                  <a:pt x="5534104" y="630590"/>
                  <a:pt x="5534104" y="606248"/>
                  <a:pt x="5538397" y="601662"/>
                </a:cubicBezTo>
                <a:close/>
                <a:moveTo>
                  <a:pt x="5493277" y="595312"/>
                </a:moveTo>
                <a:cubicBezTo>
                  <a:pt x="5507416" y="595312"/>
                  <a:pt x="5502579" y="615290"/>
                  <a:pt x="5495509" y="621949"/>
                </a:cubicBezTo>
                <a:cubicBezTo>
                  <a:pt x="5483975" y="619846"/>
                  <a:pt x="5495509" y="601971"/>
                  <a:pt x="5493277" y="595312"/>
                </a:cubicBezTo>
                <a:close/>
                <a:moveTo>
                  <a:pt x="5656926" y="587948"/>
                </a:moveTo>
                <a:cubicBezTo>
                  <a:pt x="5688860" y="587948"/>
                  <a:pt x="5688860" y="587948"/>
                  <a:pt x="5688860" y="587948"/>
                </a:cubicBezTo>
                <a:cubicBezTo>
                  <a:pt x="5693166" y="592631"/>
                  <a:pt x="5693166" y="599476"/>
                  <a:pt x="5691013" y="610643"/>
                </a:cubicBezTo>
                <a:cubicBezTo>
                  <a:pt x="5682043" y="606321"/>
                  <a:pt x="5691013" y="585787"/>
                  <a:pt x="5665896" y="592631"/>
                </a:cubicBezTo>
                <a:cubicBezTo>
                  <a:pt x="5688860" y="633699"/>
                  <a:pt x="5641138" y="642705"/>
                  <a:pt x="5675225" y="670083"/>
                </a:cubicBezTo>
                <a:cubicBezTo>
                  <a:pt x="5670561" y="670083"/>
                  <a:pt x="5670561" y="676928"/>
                  <a:pt x="5668408" y="679090"/>
                </a:cubicBezTo>
                <a:cubicBezTo>
                  <a:pt x="5663743" y="676928"/>
                  <a:pt x="5656926" y="674406"/>
                  <a:pt x="5647955" y="674406"/>
                </a:cubicBezTo>
                <a:cubicBezTo>
                  <a:pt x="5645444" y="633699"/>
                  <a:pt x="5659079" y="631177"/>
                  <a:pt x="5656926" y="587948"/>
                </a:cubicBezTo>
                <a:close/>
                <a:moveTo>
                  <a:pt x="5621403" y="584200"/>
                </a:moveTo>
                <a:cubicBezTo>
                  <a:pt x="5639301" y="600130"/>
                  <a:pt x="5619255" y="622940"/>
                  <a:pt x="5637154" y="641043"/>
                </a:cubicBezTo>
                <a:cubicBezTo>
                  <a:pt x="5612454" y="641043"/>
                  <a:pt x="5643955" y="650457"/>
                  <a:pt x="5635006" y="666388"/>
                </a:cubicBezTo>
                <a:cubicBezTo>
                  <a:pt x="5609948" y="657336"/>
                  <a:pt x="5623551" y="629819"/>
                  <a:pt x="5607800" y="607010"/>
                </a:cubicBezTo>
                <a:cubicBezTo>
                  <a:pt x="5632500" y="609182"/>
                  <a:pt x="5607800" y="588544"/>
                  <a:pt x="5621403" y="584200"/>
                </a:cubicBezTo>
                <a:close/>
                <a:moveTo>
                  <a:pt x="5588477" y="569912"/>
                </a:moveTo>
                <a:cubicBezTo>
                  <a:pt x="5594881" y="578861"/>
                  <a:pt x="5599507" y="599265"/>
                  <a:pt x="5590611" y="606067"/>
                </a:cubicBezTo>
                <a:cubicBezTo>
                  <a:pt x="5585986" y="599265"/>
                  <a:pt x="5579225" y="578861"/>
                  <a:pt x="5588477" y="569912"/>
                </a:cubicBezTo>
                <a:close/>
                <a:moveTo>
                  <a:pt x="4951653" y="556883"/>
                </a:moveTo>
                <a:cubicBezTo>
                  <a:pt x="4953728" y="559735"/>
                  <a:pt x="4951619" y="571144"/>
                  <a:pt x="4948081" y="571144"/>
                </a:cubicBezTo>
                <a:cubicBezTo>
                  <a:pt x="4929938" y="568653"/>
                  <a:pt x="4952798" y="566518"/>
                  <a:pt x="4948081" y="557622"/>
                </a:cubicBezTo>
                <a:cubicBezTo>
                  <a:pt x="4949804" y="555932"/>
                  <a:pt x="4950961" y="555932"/>
                  <a:pt x="4951653" y="556883"/>
                </a:cubicBezTo>
                <a:close/>
                <a:moveTo>
                  <a:pt x="4985997" y="554037"/>
                </a:moveTo>
                <a:cubicBezTo>
                  <a:pt x="4992594" y="556518"/>
                  <a:pt x="4988080" y="563254"/>
                  <a:pt x="4994678" y="563254"/>
                </a:cubicBezTo>
                <a:cubicBezTo>
                  <a:pt x="4985997" y="565381"/>
                  <a:pt x="4992594" y="590195"/>
                  <a:pt x="4983913" y="585587"/>
                </a:cubicBezTo>
                <a:cubicBezTo>
                  <a:pt x="4985997" y="576724"/>
                  <a:pt x="4985997" y="565381"/>
                  <a:pt x="4985997" y="554037"/>
                </a:cubicBezTo>
                <a:close/>
                <a:moveTo>
                  <a:pt x="5008960" y="546005"/>
                </a:moveTo>
                <a:lnTo>
                  <a:pt x="5008960" y="566473"/>
                </a:lnTo>
                <a:cubicBezTo>
                  <a:pt x="4993438" y="571141"/>
                  <a:pt x="4993438" y="541337"/>
                  <a:pt x="5008960" y="546005"/>
                </a:cubicBezTo>
                <a:close/>
                <a:moveTo>
                  <a:pt x="5586238" y="537135"/>
                </a:moveTo>
                <a:cubicBezTo>
                  <a:pt x="5613788" y="534987"/>
                  <a:pt x="5595300" y="564340"/>
                  <a:pt x="5584063" y="571142"/>
                </a:cubicBezTo>
                <a:cubicBezTo>
                  <a:pt x="5568113" y="564340"/>
                  <a:pt x="5590950" y="550737"/>
                  <a:pt x="5586238" y="537135"/>
                </a:cubicBezTo>
                <a:close/>
                <a:moveTo>
                  <a:pt x="4939191" y="535561"/>
                </a:moveTo>
                <a:cubicBezTo>
                  <a:pt x="4950621" y="535869"/>
                  <a:pt x="4963230" y="539221"/>
                  <a:pt x="4964500" y="543630"/>
                </a:cubicBezTo>
                <a:cubicBezTo>
                  <a:pt x="4920957" y="545747"/>
                  <a:pt x="4920957" y="545747"/>
                  <a:pt x="4920957" y="545747"/>
                </a:cubicBezTo>
                <a:cubicBezTo>
                  <a:pt x="4917510" y="537986"/>
                  <a:pt x="4927761" y="535252"/>
                  <a:pt x="4939191" y="535561"/>
                </a:cubicBezTo>
                <a:close/>
                <a:moveTo>
                  <a:pt x="4882812" y="527050"/>
                </a:moveTo>
                <a:cubicBezTo>
                  <a:pt x="4901006" y="529282"/>
                  <a:pt x="4889591" y="540816"/>
                  <a:pt x="4887450" y="550490"/>
                </a:cubicBezTo>
                <a:cubicBezTo>
                  <a:pt x="4869613" y="547885"/>
                  <a:pt x="4887450" y="540816"/>
                  <a:pt x="4882812" y="527050"/>
                </a:cubicBezTo>
                <a:close/>
                <a:moveTo>
                  <a:pt x="5366922" y="525462"/>
                </a:moveTo>
                <a:cubicBezTo>
                  <a:pt x="5378828" y="545842"/>
                  <a:pt x="5373991" y="575161"/>
                  <a:pt x="5371759" y="604479"/>
                </a:cubicBezTo>
                <a:cubicBezTo>
                  <a:pt x="5355388" y="604479"/>
                  <a:pt x="5355388" y="604479"/>
                  <a:pt x="5355388" y="604479"/>
                </a:cubicBezTo>
                <a:cubicBezTo>
                  <a:pt x="5366922" y="579809"/>
                  <a:pt x="5357620" y="545842"/>
                  <a:pt x="5366922" y="525462"/>
                </a:cubicBezTo>
                <a:close/>
                <a:moveTo>
                  <a:pt x="4874188" y="511175"/>
                </a:moveTo>
                <a:cubicBezTo>
                  <a:pt x="4883526" y="520482"/>
                  <a:pt x="4876429" y="543033"/>
                  <a:pt x="4864850" y="547329"/>
                </a:cubicBezTo>
                <a:cubicBezTo>
                  <a:pt x="4867091" y="540528"/>
                  <a:pt x="4869706" y="524777"/>
                  <a:pt x="4874188" y="511175"/>
                </a:cubicBezTo>
                <a:close/>
                <a:moveTo>
                  <a:pt x="5688763" y="490537"/>
                </a:moveTo>
                <a:cubicBezTo>
                  <a:pt x="5693117" y="495205"/>
                  <a:pt x="5702189" y="495205"/>
                  <a:pt x="5711623" y="495205"/>
                </a:cubicBezTo>
                <a:cubicBezTo>
                  <a:pt x="5713800" y="508850"/>
                  <a:pt x="5702189" y="508850"/>
                  <a:pt x="5697834" y="520341"/>
                </a:cubicBezTo>
                <a:cubicBezTo>
                  <a:pt x="5688763" y="515673"/>
                  <a:pt x="5688763" y="504182"/>
                  <a:pt x="5688763" y="490537"/>
                </a:cubicBezTo>
                <a:close/>
                <a:moveTo>
                  <a:pt x="4944931" y="460375"/>
                </a:moveTo>
                <a:cubicBezTo>
                  <a:pt x="4947047" y="473780"/>
                  <a:pt x="4918119" y="475897"/>
                  <a:pt x="4909300" y="469547"/>
                </a:cubicBezTo>
                <a:cubicBezTo>
                  <a:pt x="4913886" y="462844"/>
                  <a:pt x="4936111" y="464961"/>
                  <a:pt x="4944931" y="460375"/>
                </a:cubicBezTo>
                <a:close/>
                <a:moveTo>
                  <a:pt x="5663010" y="458787"/>
                </a:moveTo>
                <a:cubicBezTo>
                  <a:pt x="5674299" y="470398"/>
                  <a:pt x="5685235" y="488541"/>
                  <a:pt x="5676416" y="504507"/>
                </a:cubicBezTo>
                <a:cubicBezTo>
                  <a:pt x="5654191" y="509224"/>
                  <a:pt x="5671830" y="472575"/>
                  <a:pt x="5647488" y="476930"/>
                </a:cubicBezTo>
                <a:cubicBezTo>
                  <a:pt x="5647488" y="472575"/>
                  <a:pt x="5654191" y="474752"/>
                  <a:pt x="5658424" y="472575"/>
                </a:cubicBezTo>
                <a:cubicBezTo>
                  <a:pt x="5665127" y="472575"/>
                  <a:pt x="5663010" y="463504"/>
                  <a:pt x="5663010" y="458787"/>
                </a:cubicBezTo>
                <a:close/>
                <a:moveTo>
                  <a:pt x="5126578" y="442912"/>
                </a:moveTo>
                <a:cubicBezTo>
                  <a:pt x="5128734" y="445037"/>
                  <a:pt x="5135564" y="445037"/>
                  <a:pt x="5142393" y="445037"/>
                </a:cubicBezTo>
                <a:cubicBezTo>
                  <a:pt x="5140236" y="456373"/>
                  <a:pt x="5147066" y="458498"/>
                  <a:pt x="5144550" y="469834"/>
                </a:cubicBezTo>
                <a:cubicBezTo>
                  <a:pt x="5135564" y="467354"/>
                  <a:pt x="5119749" y="474085"/>
                  <a:pt x="5128734" y="476210"/>
                </a:cubicBezTo>
                <a:cubicBezTo>
                  <a:pt x="5124062" y="482941"/>
                  <a:pt x="5110403" y="467354"/>
                  <a:pt x="5112919" y="485421"/>
                </a:cubicBezTo>
                <a:cubicBezTo>
                  <a:pt x="5099261" y="485421"/>
                  <a:pt x="5108247" y="469834"/>
                  <a:pt x="5090275" y="471959"/>
                </a:cubicBezTo>
                <a:cubicBezTo>
                  <a:pt x="5112919" y="463103"/>
                  <a:pt x="5117233" y="458498"/>
                  <a:pt x="5126578" y="442912"/>
                </a:cubicBezTo>
                <a:close/>
                <a:moveTo>
                  <a:pt x="4949781" y="415925"/>
                </a:moveTo>
                <a:cubicBezTo>
                  <a:pt x="4967680" y="415925"/>
                  <a:pt x="4951929" y="429330"/>
                  <a:pt x="4945128" y="431447"/>
                </a:cubicBezTo>
                <a:cubicBezTo>
                  <a:pt x="4931525" y="427214"/>
                  <a:pt x="4954077" y="424744"/>
                  <a:pt x="4949781" y="415925"/>
                </a:cubicBezTo>
                <a:close/>
                <a:moveTo>
                  <a:pt x="5127012" y="388937"/>
                </a:moveTo>
                <a:cubicBezTo>
                  <a:pt x="5135955" y="395842"/>
                  <a:pt x="5135955" y="402746"/>
                  <a:pt x="5131305" y="414375"/>
                </a:cubicBezTo>
                <a:cubicBezTo>
                  <a:pt x="5110913" y="418736"/>
                  <a:pt x="5122361" y="393661"/>
                  <a:pt x="5127012" y="388937"/>
                </a:cubicBezTo>
                <a:close/>
                <a:moveTo>
                  <a:pt x="5651721" y="344487"/>
                </a:moveTo>
                <a:cubicBezTo>
                  <a:pt x="5658424" y="346622"/>
                  <a:pt x="5663010" y="358008"/>
                  <a:pt x="5656307" y="364769"/>
                </a:cubicBezTo>
                <a:cubicBezTo>
                  <a:pt x="5647488" y="362634"/>
                  <a:pt x="5654191" y="349113"/>
                  <a:pt x="5651721" y="344487"/>
                </a:cubicBezTo>
                <a:close/>
                <a:moveTo>
                  <a:pt x="4897825" y="325437"/>
                </a:moveTo>
                <a:cubicBezTo>
                  <a:pt x="4897825" y="335111"/>
                  <a:pt x="4888739" y="339576"/>
                  <a:pt x="4893464" y="348878"/>
                </a:cubicBezTo>
                <a:cubicBezTo>
                  <a:pt x="4877110" y="337343"/>
                  <a:pt x="4868025" y="337343"/>
                  <a:pt x="4897825" y="325437"/>
                </a:cubicBezTo>
                <a:close/>
                <a:moveTo>
                  <a:pt x="5705420" y="287933"/>
                </a:moveTo>
                <a:cubicBezTo>
                  <a:pt x="5707567" y="294845"/>
                  <a:pt x="5700769" y="297028"/>
                  <a:pt x="5700769" y="303940"/>
                </a:cubicBezTo>
                <a:cubicBezTo>
                  <a:pt x="5709713" y="301757"/>
                  <a:pt x="5709713" y="306486"/>
                  <a:pt x="5712217" y="310852"/>
                </a:cubicBezTo>
                <a:cubicBezTo>
                  <a:pt x="5693972" y="320311"/>
                  <a:pt x="5687175" y="285750"/>
                  <a:pt x="5705420" y="287933"/>
                </a:cubicBezTo>
                <a:close/>
                <a:moveTo>
                  <a:pt x="4972903" y="284162"/>
                </a:moveTo>
                <a:cubicBezTo>
                  <a:pt x="4988325" y="290984"/>
                  <a:pt x="4975006" y="307143"/>
                  <a:pt x="4970800" y="313966"/>
                </a:cubicBezTo>
                <a:cubicBezTo>
                  <a:pt x="4961688" y="309298"/>
                  <a:pt x="4977460" y="295652"/>
                  <a:pt x="4972903" y="284162"/>
                </a:cubicBezTo>
                <a:close/>
                <a:moveTo>
                  <a:pt x="5561763" y="279400"/>
                </a:moveTo>
                <a:cubicBezTo>
                  <a:pt x="5575684" y="279400"/>
                  <a:pt x="5573119" y="292956"/>
                  <a:pt x="5573119" y="306512"/>
                </a:cubicBezTo>
                <a:cubicBezTo>
                  <a:pt x="5552238" y="310793"/>
                  <a:pt x="5554802" y="288318"/>
                  <a:pt x="5561763" y="279400"/>
                </a:cubicBezTo>
                <a:close/>
                <a:moveTo>
                  <a:pt x="5562135" y="228600"/>
                </a:moveTo>
                <a:cubicBezTo>
                  <a:pt x="5591566" y="235401"/>
                  <a:pt x="5562135" y="251151"/>
                  <a:pt x="5573262" y="264754"/>
                </a:cubicBezTo>
                <a:cubicBezTo>
                  <a:pt x="5557469" y="264754"/>
                  <a:pt x="5557469" y="264754"/>
                  <a:pt x="5557469" y="264754"/>
                </a:cubicBezTo>
                <a:cubicBezTo>
                  <a:pt x="5559623" y="255805"/>
                  <a:pt x="5550650" y="232895"/>
                  <a:pt x="5562135" y="228600"/>
                </a:cubicBezTo>
                <a:close/>
                <a:moveTo>
                  <a:pt x="5634066" y="226545"/>
                </a:moveTo>
                <a:cubicBezTo>
                  <a:pt x="5644931" y="222250"/>
                  <a:pt x="5642828" y="244801"/>
                  <a:pt x="5649488" y="235852"/>
                </a:cubicBezTo>
                <a:cubicBezTo>
                  <a:pt x="5658250" y="235852"/>
                  <a:pt x="5651590" y="251603"/>
                  <a:pt x="5654044" y="258404"/>
                </a:cubicBezTo>
                <a:cubicBezTo>
                  <a:pt x="5647385" y="253750"/>
                  <a:pt x="5647385" y="244801"/>
                  <a:pt x="5634066" y="244801"/>
                </a:cubicBezTo>
                <a:cubicBezTo>
                  <a:pt x="5642828" y="238000"/>
                  <a:pt x="5631613" y="235852"/>
                  <a:pt x="5634066" y="226545"/>
                </a:cubicBezTo>
                <a:close/>
                <a:moveTo>
                  <a:pt x="4993301" y="220662"/>
                </a:moveTo>
                <a:cubicBezTo>
                  <a:pt x="5002196" y="227484"/>
                  <a:pt x="5008957" y="241130"/>
                  <a:pt x="5000061" y="250466"/>
                </a:cubicBezTo>
                <a:cubicBezTo>
                  <a:pt x="4988675" y="247952"/>
                  <a:pt x="5000061" y="234307"/>
                  <a:pt x="4993301" y="220662"/>
                </a:cubicBezTo>
                <a:close/>
                <a:moveTo>
                  <a:pt x="5682060" y="215900"/>
                </a:moveTo>
                <a:cubicBezTo>
                  <a:pt x="5677474" y="238459"/>
                  <a:pt x="5677474" y="270328"/>
                  <a:pt x="5679591" y="310792"/>
                </a:cubicBezTo>
                <a:cubicBezTo>
                  <a:pt x="5675357" y="308643"/>
                  <a:pt x="5650663" y="224852"/>
                  <a:pt x="5682060" y="215900"/>
                </a:cubicBezTo>
                <a:close/>
                <a:moveTo>
                  <a:pt x="4653581" y="210719"/>
                </a:moveTo>
                <a:cubicBezTo>
                  <a:pt x="4671648" y="206375"/>
                  <a:pt x="4662792" y="224477"/>
                  <a:pt x="4685109" y="215426"/>
                </a:cubicBezTo>
                <a:cubicBezTo>
                  <a:pt x="4680504" y="222305"/>
                  <a:pt x="4671648" y="226650"/>
                  <a:pt x="4660312" y="226650"/>
                </a:cubicBezTo>
                <a:cubicBezTo>
                  <a:pt x="4653581" y="222305"/>
                  <a:pt x="4642600" y="219771"/>
                  <a:pt x="4653581" y="210719"/>
                </a:cubicBezTo>
                <a:close/>
                <a:moveTo>
                  <a:pt x="6080169" y="208429"/>
                </a:moveTo>
                <a:cubicBezTo>
                  <a:pt x="6084403" y="201612"/>
                  <a:pt x="6093222" y="251488"/>
                  <a:pt x="6077700" y="253641"/>
                </a:cubicBezTo>
                <a:cubicBezTo>
                  <a:pt x="6080169" y="242517"/>
                  <a:pt x="6080169" y="228882"/>
                  <a:pt x="6080169" y="208429"/>
                </a:cubicBezTo>
                <a:close/>
                <a:moveTo>
                  <a:pt x="4995025" y="207351"/>
                </a:moveTo>
                <a:cubicBezTo>
                  <a:pt x="5008947" y="204787"/>
                  <a:pt x="5006748" y="213945"/>
                  <a:pt x="5008947" y="223470"/>
                </a:cubicBezTo>
                <a:cubicBezTo>
                  <a:pt x="5001986" y="218708"/>
                  <a:pt x="4997590" y="213945"/>
                  <a:pt x="4995025" y="207351"/>
                </a:cubicBezTo>
                <a:close/>
                <a:moveTo>
                  <a:pt x="4975318" y="206090"/>
                </a:moveTo>
                <a:cubicBezTo>
                  <a:pt x="4976920" y="208988"/>
                  <a:pt x="4976783" y="220782"/>
                  <a:pt x="4981962" y="222669"/>
                </a:cubicBezTo>
                <a:cubicBezTo>
                  <a:pt x="4968152" y="222669"/>
                  <a:pt x="4968152" y="222669"/>
                  <a:pt x="4968152" y="222669"/>
                </a:cubicBezTo>
                <a:cubicBezTo>
                  <a:pt x="4965972" y="240641"/>
                  <a:pt x="4981962" y="240641"/>
                  <a:pt x="4979781" y="256815"/>
                </a:cubicBezTo>
                <a:cubicBezTo>
                  <a:pt x="4952163" y="249986"/>
                  <a:pt x="4965972" y="222669"/>
                  <a:pt x="4972877" y="206854"/>
                </a:cubicBezTo>
                <a:cubicBezTo>
                  <a:pt x="4974058" y="205147"/>
                  <a:pt x="4974785" y="205124"/>
                  <a:pt x="4975318" y="206090"/>
                </a:cubicBezTo>
                <a:close/>
                <a:moveTo>
                  <a:pt x="4832750" y="201612"/>
                </a:moveTo>
                <a:cubicBezTo>
                  <a:pt x="4830296" y="208573"/>
                  <a:pt x="4819431" y="212969"/>
                  <a:pt x="4808216" y="215533"/>
                </a:cubicBezTo>
                <a:cubicBezTo>
                  <a:pt x="4806113" y="206374"/>
                  <a:pt x="4819431" y="203810"/>
                  <a:pt x="4832750" y="201612"/>
                </a:cubicBezTo>
                <a:close/>
                <a:moveTo>
                  <a:pt x="4991010" y="186714"/>
                </a:moveTo>
                <a:cubicBezTo>
                  <a:pt x="5002589" y="184150"/>
                  <a:pt x="4998107" y="198071"/>
                  <a:pt x="5000348" y="205031"/>
                </a:cubicBezTo>
                <a:cubicBezTo>
                  <a:pt x="4983913" y="207595"/>
                  <a:pt x="4991010" y="191110"/>
                  <a:pt x="4991010" y="186714"/>
                </a:cubicBezTo>
                <a:close/>
                <a:moveTo>
                  <a:pt x="5745879" y="179387"/>
                </a:moveTo>
                <a:cubicBezTo>
                  <a:pt x="5775711" y="179387"/>
                  <a:pt x="5748062" y="190652"/>
                  <a:pt x="5752792" y="207006"/>
                </a:cubicBezTo>
                <a:cubicBezTo>
                  <a:pt x="5741150" y="209186"/>
                  <a:pt x="5750245" y="188472"/>
                  <a:pt x="5745879" y="179387"/>
                </a:cubicBezTo>
                <a:close/>
                <a:moveTo>
                  <a:pt x="5623675" y="163512"/>
                </a:moveTo>
                <a:cubicBezTo>
                  <a:pt x="5632834" y="165628"/>
                  <a:pt x="5637597" y="170215"/>
                  <a:pt x="5637597" y="179034"/>
                </a:cubicBezTo>
                <a:cubicBezTo>
                  <a:pt x="5628438" y="176565"/>
                  <a:pt x="5626240" y="172331"/>
                  <a:pt x="5623675" y="163512"/>
                </a:cubicBezTo>
                <a:close/>
                <a:moveTo>
                  <a:pt x="4896247" y="160747"/>
                </a:moveTo>
                <a:cubicBezTo>
                  <a:pt x="4894131" y="174269"/>
                  <a:pt x="4871906" y="167508"/>
                  <a:pt x="4858500" y="167508"/>
                </a:cubicBezTo>
                <a:cubicBezTo>
                  <a:pt x="4867319" y="153987"/>
                  <a:pt x="4882842" y="167508"/>
                  <a:pt x="4896247" y="160747"/>
                </a:cubicBezTo>
                <a:close/>
                <a:moveTo>
                  <a:pt x="5596286" y="157162"/>
                </a:moveTo>
                <a:cubicBezTo>
                  <a:pt x="5619544" y="166087"/>
                  <a:pt x="5612639" y="206785"/>
                  <a:pt x="5621725" y="231418"/>
                </a:cubicBezTo>
                <a:cubicBezTo>
                  <a:pt x="5591925" y="229276"/>
                  <a:pt x="5610095" y="177154"/>
                  <a:pt x="5596286" y="157162"/>
                </a:cubicBezTo>
                <a:close/>
                <a:moveTo>
                  <a:pt x="4958786" y="152400"/>
                </a:moveTo>
                <a:cubicBezTo>
                  <a:pt x="4967682" y="152400"/>
                  <a:pt x="4960921" y="165921"/>
                  <a:pt x="4965547" y="172681"/>
                </a:cubicBezTo>
                <a:cubicBezTo>
                  <a:pt x="4958786" y="165921"/>
                  <a:pt x="4947400" y="159160"/>
                  <a:pt x="4958786" y="152400"/>
                </a:cubicBezTo>
                <a:close/>
                <a:moveTo>
                  <a:pt x="4710863" y="125412"/>
                </a:moveTo>
                <a:cubicBezTo>
                  <a:pt x="4719958" y="130175"/>
                  <a:pt x="4745424" y="120650"/>
                  <a:pt x="4745424" y="134571"/>
                </a:cubicBezTo>
                <a:cubicBezTo>
                  <a:pt x="4731600" y="134571"/>
                  <a:pt x="4710863" y="139333"/>
                  <a:pt x="4710863" y="125412"/>
                </a:cubicBezTo>
                <a:close/>
                <a:moveTo>
                  <a:pt x="5644313" y="122237"/>
                </a:moveTo>
                <a:cubicBezTo>
                  <a:pt x="5656036" y="122237"/>
                  <a:pt x="5649075" y="136431"/>
                  <a:pt x="5662997" y="131575"/>
                </a:cubicBezTo>
                <a:cubicBezTo>
                  <a:pt x="5662997" y="133816"/>
                  <a:pt x="5660432" y="133816"/>
                  <a:pt x="5658234" y="133816"/>
                </a:cubicBezTo>
                <a:cubicBezTo>
                  <a:pt x="5658234" y="140913"/>
                  <a:pt x="5658234" y="140913"/>
                  <a:pt x="5658234" y="140913"/>
                </a:cubicBezTo>
                <a:cubicBezTo>
                  <a:pt x="5649075" y="138672"/>
                  <a:pt x="5646511" y="131575"/>
                  <a:pt x="5644313" y="122237"/>
                </a:cubicBezTo>
                <a:close/>
                <a:moveTo>
                  <a:pt x="6085387" y="106362"/>
                </a:moveTo>
                <a:cubicBezTo>
                  <a:pt x="6094787" y="115311"/>
                  <a:pt x="6090275" y="131062"/>
                  <a:pt x="6090275" y="142517"/>
                </a:cubicBezTo>
                <a:cubicBezTo>
                  <a:pt x="6080875" y="137863"/>
                  <a:pt x="6087643" y="117459"/>
                  <a:pt x="6085387" y="106362"/>
                </a:cubicBezTo>
                <a:close/>
                <a:moveTo>
                  <a:pt x="4654928" y="95250"/>
                </a:moveTo>
                <a:cubicBezTo>
                  <a:pt x="4645626" y="102162"/>
                  <a:pt x="4645626" y="115986"/>
                  <a:pt x="4647859" y="129811"/>
                </a:cubicBezTo>
                <a:cubicBezTo>
                  <a:pt x="4643394" y="129811"/>
                  <a:pt x="4638557" y="127264"/>
                  <a:pt x="4631488" y="129811"/>
                </a:cubicBezTo>
                <a:cubicBezTo>
                  <a:pt x="4640790" y="115986"/>
                  <a:pt x="4640790" y="113440"/>
                  <a:pt x="4633720" y="99979"/>
                </a:cubicBezTo>
                <a:cubicBezTo>
                  <a:pt x="4654928" y="95250"/>
                  <a:pt x="4654928" y="95250"/>
                  <a:pt x="4654928" y="95250"/>
                </a:cubicBezTo>
                <a:close/>
                <a:moveTo>
                  <a:pt x="5537070" y="42862"/>
                </a:moveTo>
                <a:cubicBezTo>
                  <a:pt x="5543975" y="42862"/>
                  <a:pt x="5543975" y="49171"/>
                  <a:pt x="5537070" y="51624"/>
                </a:cubicBezTo>
                <a:cubicBezTo>
                  <a:pt x="5539251" y="53727"/>
                  <a:pt x="5543975" y="58283"/>
                  <a:pt x="5548700" y="58283"/>
                </a:cubicBezTo>
                <a:cubicBezTo>
                  <a:pt x="5546156" y="64943"/>
                  <a:pt x="5537070" y="67046"/>
                  <a:pt x="5527985" y="69499"/>
                </a:cubicBezTo>
                <a:cubicBezTo>
                  <a:pt x="5518900" y="53727"/>
                  <a:pt x="5539251" y="53727"/>
                  <a:pt x="5537070" y="42862"/>
                </a:cubicBezTo>
                <a:close/>
                <a:moveTo>
                  <a:pt x="5664004" y="36512"/>
                </a:moveTo>
                <a:cubicBezTo>
                  <a:pt x="5666176" y="59431"/>
                  <a:pt x="5666176" y="59431"/>
                  <a:pt x="5666176" y="59431"/>
                </a:cubicBezTo>
                <a:cubicBezTo>
                  <a:pt x="5661831" y="57248"/>
                  <a:pt x="5657124" y="54702"/>
                  <a:pt x="5650245" y="57248"/>
                </a:cubicBezTo>
                <a:lnTo>
                  <a:pt x="5650245" y="71073"/>
                </a:lnTo>
                <a:cubicBezTo>
                  <a:pt x="5625263" y="71073"/>
                  <a:pt x="5652418" y="38695"/>
                  <a:pt x="5664004" y="36512"/>
                </a:cubicBezTo>
                <a:close/>
                <a:moveTo>
                  <a:pt x="5589727" y="33337"/>
                </a:moveTo>
                <a:cubicBezTo>
                  <a:pt x="5603282" y="51596"/>
                  <a:pt x="5603282" y="83103"/>
                  <a:pt x="5605847" y="117117"/>
                </a:cubicBezTo>
                <a:cubicBezTo>
                  <a:pt x="5591925" y="92412"/>
                  <a:pt x="5587163" y="69856"/>
                  <a:pt x="5589727" y="33337"/>
                </a:cubicBezTo>
                <a:close/>
                <a:moveTo>
                  <a:pt x="5217443" y="31750"/>
                </a:moveTo>
                <a:cubicBezTo>
                  <a:pt x="5219977" y="33933"/>
                  <a:pt x="5231201" y="31750"/>
                  <a:pt x="5231201" y="38662"/>
                </a:cubicBezTo>
                <a:cubicBezTo>
                  <a:pt x="5213098" y="40845"/>
                  <a:pt x="5199340" y="66311"/>
                  <a:pt x="5190288" y="49940"/>
                </a:cubicBezTo>
                <a:cubicBezTo>
                  <a:pt x="5194633" y="49940"/>
                  <a:pt x="5201512" y="49940"/>
                  <a:pt x="5208391" y="47757"/>
                </a:cubicBezTo>
                <a:cubicBezTo>
                  <a:pt x="5206219" y="36479"/>
                  <a:pt x="5206219" y="36479"/>
                  <a:pt x="5206219" y="36479"/>
                </a:cubicBezTo>
                <a:cubicBezTo>
                  <a:pt x="5210563" y="33933"/>
                  <a:pt x="5217443" y="33933"/>
                  <a:pt x="5217443" y="31750"/>
                </a:cubicBezTo>
                <a:close/>
                <a:moveTo>
                  <a:pt x="5677271" y="0"/>
                </a:moveTo>
                <a:cubicBezTo>
                  <a:pt x="5704283" y="20028"/>
                  <a:pt x="5677271" y="63305"/>
                  <a:pt x="5699662" y="90129"/>
                </a:cubicBezTo>
                <a:cubicBezTo>
                  <a:pt x="5657013" y="76538"/>
                  <a:pt x="5692909" y="36123"/>
                  <a:pt x="5677271" y="0"/>
                </a:cubicBezTo>
                <a:close/>
                <a:moveTo>
                  <a:pt x="5158538" y="0"/>
                </a:moveTo>
                <a:cubicBezTo>
                  <a:pt x="5163094" y="0"/>
                  <a:pt x="5160991" y="2140"/>
                  <a:pt x="5163094" y="4281"/>
                </a:cubicBezTo>
                <a:cubicBezTo>
                  <a:pt x="5171856" y="4281"/>
                  <a:pt x="5185175" y="15696"/>
                  <a:pt x="5185175" y="31393"/>
                </a:cubicBezTo>
                <a:cubicBezTo>
                  <a:pt x="5178515" y="17837"/>
                  <a:pt x="5160991" y="15696"/>
                  <a:pt x="5158538" y="0"/>
                </a:cubicBezTo>
                <a:close/>
              </a:path>
            </a:pathLst>
          </a:custGeom>
          <a:blipFill>
            <a:blip r:embed="rId2"/>
            <a:stretch>
              <a:fillRect/>
            </a:stretch>
          </a:blipFill>
          <a:ln>
            <a:noFill/>
          </a:ln>
          <a:effectLst/>
        </p:spPr>
        <p:txBody>
          <a:bodyPr wrap="square" anchor="ctr">
            <a:noAutofit/>
          </a:bodyPr>
          <a:lstStyle/>
          <a:p>
            <a:endParaRPr lang="en-US" dirty="0">
              <a:latin typeface="微软雅黑 Light" panose="020B0502040204020203" pitchFamily="34" charset="-122"/>
            </a:endParaRPr>
          </a:p>
        </p:txBody>
      </p:sp>
      <p:sp>
        <p:nvSpPr>
          <p:cNvPr id="7" name="TextBox 1214">
            <a:extLst>
              <a:ext uri="{FF2B5EF4-FFF2-40B4-BE49-F238E27FC236}">
                <a16:creationId xmlns:a16="http://schemas.microsoft.com/office/drawing/2014/main" id="{288788B3-79F6-4747-A76B-06C74A66C66D}"/>
              </a:ext>
            </a:extLst>
          </p:cNvPr>
          <p:cNvSpPr txBox="1"/>
          <p:nvPr/>
        </p:nvSpPr>
        <p:spPr>
          <a:xfrm>
            <a:off x="3533122" y="2629625"/>
            <a:ext cx="2031325" cy="830997"/>
          </a:xfrm>
          <a:prstGeom prst="rect">
            <a:avLst/>
          </a:prstGeom>
          <a:noFill/>
        </p:spPr>
        <p:txBody>
          <a:bodyPr wrap="none" rtlCol="0" anchor="ctr" anchorCtr="0">
            <a:spAutoFit/>
          </a:bodyPr>
          <a:lstStyle/>
          <a:p>
            <a:pPr algn="r"/>
            <a:r>
              <a:rPr lang="zh-CN" altLang="en-US" sz="4800" dirty="0">
                <a:latin typeface="微软雅黑" panose="020B0503020204020204" pitchFamily="34" charset="-122"/>
                <a:ea typeface="微软雅黑" panose="020B0503020204020204" pitchFamily="34" charset="-122"/>
                <a:cs typeface="Montserrat Semi" charset="0"/>
              </a:rPr>
              <a:t>集线器</a:t>
            </a:r>
            <a:endParaRPr lang="en-US" sz="4800" dirty="0">
              <a:latin typeface="微软雅黑" panose="020B0503020204020204" pitchFamily="34" charset="-122"/>
              <a:ea typeface="微软雅黑" panose="020B0503020204020204" pitchFamily="34" charset="-122"/>
              <a:cs typeface="Montserrat Semi" charset="0"/>
            </a:endParaRPr>
          </a:p>
        </p:txBody>
      </p:sp>
      <p:cxnSp>
        <p:nvCxnSpPr>
          <p:cNvPr id="9" name="Straight Connector 3">
            <a:extLst>
              <a:ext uri="{FF2B5EF4-FFF2-40B4-BE49-F238E27FC236}">
                <a16:creationId xmlns:a16="http://schemas.microsoft.com/office/drawing/2014/main" id="{EE20A837-24F5-4F47-B175-4874DB01ACFA}"/>
              </a:ext>
            </a:extLst>
          </p:cNvPr>
          <p:cNvCxnSpPr>
            <a:cxnSpLocks/>
          </p:cNvCxnSpPr>
          <p:nvPr/>
        </p:nvCxnSpPr>
        <p:spPr>
          <a:xfrm>
            <a:off x="1052093" y="3460622"/>
            <a:ext cx="4512354" cy="0"/>
          </a:xfrm>
          <a:prstGeom prst="line">
            <a:avLst/>
          </a:prstGeom>
          <a:ln w="317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 name="文本框 1">
            <a:extLst>
              <a:ext uri="{FF2B5EF4-FFF2-40B4-BE49-F238E27FC236}">
                <a16:creationId xmlns:a16="http://schemas.microsoft.com/office/drawing/2014/main" id="{BE7B3A57-F336-4E14-9A57-34076BFB4713}"/>
              </a:ext>
            </a:extLst>
          </p:cNvPr>
          <p:cNvSpPr txBox="1"/>
          <p:nvPr/>
        </p:nvSpPr>
        <p:spPr>
          <a:xfrm>
            <a:off x="1789055" y="3460622"/>
            <a:ext cx="3775393" cy="1888209"/>
          </a:xfrm>
          <a:prstGeom prst="rect">
            <a:avLst/>
          </a:prstGeom>
          <a:noFill/>
        </p:spPr>
        <p:txBody>
          <a:bodyPr wrap="none" lIns="91440" tIns="45720" rIns="91440" bIns="45720" rtlCol="0">
            <a:spAutoFit/>
          </a:bodyPr>
          <a:lstStyle/>
          <a:p>
            <a:pPr algn="r">
              <a:lnSpc>
                <a:spcPct val="150000"/>
              </a:lnSpc>
            </a:pPr>
            <a:r>
              <a:rPr lang="zh-CN" altLang="en-US" sz="2000" dirty="0">
                <a:solidFill>
                  <a:schemeClr val="tx1"/>
                </a:solidFill>
                <a:latin typeface="微软雅黑 Light" panose="020B0502040204020203" pitchFamily="34" charset="-122"/>
                <a:ea typeface="微软雅黑 Light" panose="020B0502040204020203" pitchFamily="34" charset="-122"/>
              </a:rPr>
              <a:t>全端口转发</a:t>
            </a:r>
            <a:endParaRPr lang="en-US" altLang="zh-CN" sz="2000" dirty="0">
              <a:solidFill>
                <a:schemeClr val="tx1"/>
              </a:solidFill>
              <a:latin typeface="微软雅黑 Light" panose="020B0502040204020203" pitchFamily="34" charset="-122"/>
              <a:ea typeface="微软雅黑 Light" panose="020B0502040204020203" pitchFamily="34" charset="-122"/>
            </a:endParaRPr>
          </a:p>
          <a:p>
            <a:pPr algn="r">
              <a:lnSpc>
                <a:spcPct val="150000"/>
              </a:lnSpc>
            </a:pPr>
            <a:r>
              <a:rPr lang="zh-CN" altLang="en-US" sz="2000" dirty="0">
                <a:solidFill>
                  <a:schemeClr val="tx1"/>
                </a:solidFill>
                <a:latin typeface="微软雅黑 Light" panose="020B0502040204020203" pitchFamily="34" charset="-122"/>
                <a:ea typeface="微软雅黑 Light" panose="020B0502040204020203" pitchFamily="34" charset="-122"/>
              </a:rPr>
              <a:t>互联主机属于同一个冲突域</a:t>
            </a:r>
          </a:p>
          <a:p>
            <a:pPr algn="r">
              <a:lnSpc>
                <a:spcPct val="150000"/>
              </a:lnSpc>
            </a:pPr>
            <a:r>
              <a:rPr lang="zh-CN" altLang="en-US" sz="2000" dirty="0">
                <a:solidFill>
                  <a:schemeClr val="tx1"/>
                </a:solidFill>
                <a:latin typeface="微软雅黑 Light" panose="020B0502040204020203" pitchFamily="34" charset="-122"/>
                <a:ea typeface="微软雅黑 Light" panose="020B0502040204020203" pitchFamily="34" charset="-122"/>
              </a:rPr>
              <a:t>互联主机适配器速率必须一致</a:t>
            </a:r>
          </a:p>
          <a:p>
            <a:pPr algn="r">
              <a:lnSpc>
                <a:spcPct val="150000"/>
              </a:lnSpc>
            </a:pPr>
            <a:r>
              <a:rPr lang="zh-CN" altLang="en-US" sz="2000" dirty="0">
                <a:solidFill>
                  <a:schemeClr val="tx1"/>
                </a:solidFill>
                <a:latin typeface="微软雅黑 Light" panose="020B0502040204020203" pitchFamily="34" charset="-122"/>
                <a:ea typeface="微软雅黑 Light" panose="020B0502040204020203" pitchFamily="34" charset="-122"/>
              </a:rPr>
              <a:t>拓展网络也会相应的扩展冲突域</a:t>
            </a:r>
          </a:p>
        </p:txBody>
      </p:sp>
      <p:sp>
        <p:nvSpPr>
          <p:cNvPr id="8" name="TextBox 1215">
            <a:extLst>
              <a:ext uri="{FF2B5EF4-FFF2-40B4-BE49-F238E27FC236}">
                <a16:creationId xmlns:a16="http://schemas.microsoft.com/office/drawing/2014/main" id="{3ABE03A6-E090-4FDE-8EBD-8F4A0B9DB644}"/>
              </a:ext>
            </a:extLst>
          </p:cNvPr>
          <p:cNvSpPr txBox="1"/>
          <p:nvPr/>
        </p:nvSpPr>
        <p:spPr>
          <a:xfrm>
            <a:off x="4201573" y="1879184"/>
            <a:ext cx="1362874" cy="830997"/>
          </a:xfrm>
          <a:prstGeom prst="rect">
            <a:avLst/>
          </a:prstGeom>
          <a:noFill/>
        </p:spPr>
        <p:txBody>
          <a:bodyPr wrap="none" rtlCol="0" anchor="ctr" anchorCtr="0">
            <a:spAutoFit/>
          </a:bodyPr>
          <a:lstStyle/>
          <a:p>
            <a:pPr algn="r"/>
            <a:r>
              <a:rPr lang="en-US" altLang="zh-CN" sz="4800" dirty="0">
                <a:latin typeface="微软雅黑 Light" panose="020B0502040204020203" pitchFamily="34" charset="-122"/>
                <a:ea typeface="Microsoft YaHei Light" panose="020B0502040204020203" pitchFamily="34" charset="-122"/>
                <a:cs typeface="Courier New" panose="02070309020205020404" pitchFamily="49" charset="0"/>
              </a:rPr>
              <a:t>Hub</a:t>
            </a:r>
            <a:endParaRPr lang="en-US" sz="4800" dirty="0">
              <a:latin typeface="微软雅黑 Light" panose="020B0502040204020203" pitchFamily="34" charset="-122"/>
              <a:ea typeface="Microsoft YaHei Light" panose="020B0502040204020203" pitchFamily="34" charset="-122"/>
              <a:cs typeface="Courier New" panose="02070309020205020404" pitchFamily="49" charset="0"/>
            </a:endParaRPr>
          </a:p>
        </p:txBody>
      </p:sp>
      <p:sp>
        <p:nvSpPr>
          <p:cNvPr id="3" name="文本框 2">
            <a:extLst>
              <a:ext uri="{FF2B5EF4-FFF2-40B4-BE49-F238E27FC236}">
                <a16:creationId xmlns:a16="http://schemas.microsoft.com/office/drawing/2014/main" id="{324E6E7F-B6A3-424B-87C4-AF9E3C4A58F7}"/>
              </a:ext>
            </a:extLst>
          </p:cNvPr>
          <p:cNvSpPr txBox="1"/>
          <p:nvPr/>
        </p:nvSpPr>
        <p:spPr>
          <a:xfrm>
            <a:off x="1052092" y="3060511"/>
            <a:ext cx="1787669" cy="400110"/>
          </a:xfrm>
          <a:prstGeom prst="rect">
            <a:avLst/>
          </a:prstGeom>
          <a:noFill/>
        </p:spPr>
        <p:txBody>
          <a:bodyPr wrap="none" lIns="91440" tIns="45720" rIns="91440" bIns="45720" rtlCol="0">
            <a:spAutoFit/>
          </a:bodyPr>
          <a:lstStyle/>
          <a:p>
            <a:pPr algn="l"/>
            <a:r>
              <a:rPr lang="zh-CN" altLang="en-US" sz="2000" dirty="0">
                <a:solidFill>
                  <a:schemeClr val="tx1"/>
                </a:solidFill>
                <a:latin typeface="微软雅黑 Light" panose="020B0502040204020203" pitchFamily="34" charset="-122"/>
                <a:ea typeface="微软雅黑 Light" panose="020B0502040204020203" pitchFamily="34" charset="-122"/>
              </a:rPr>
              <a:t>拓展以太网之</a:t>
            </a:r>
          </a:p>
        </p:txBody>
      </p:sp>
    </p:spTree>
    <p:extLst>
      <p:ext uri="{BB962C8B-B14F-4D97-AF65-F5344CB8AC3E}">
        <p14:creationId xmlns:p14="http://schemas.microsoft.com/office/powerpoint/2010/main" val="30866544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Char"/>
      </p:transition>
    </mc:Choice>
    <mc:Fallback xmlns="">
      <p:transition>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reeform 1213">
            <a:extLst>
              <a:ext uri="{FF2B5EF4-FFF2-40B4-BE49-F238E27FC236}">
                <a16:creationId xmlns:a16="http://schemas.microsoft.com/office/drawing/2014/main" id="{1295A84E-0FDB-4B65-8716-3682E693F4E4}"/>
              </a:ext>
            </a:extLst>
          </p:cNvPr>
          <p:cNvSpPr>
            <a:spLocks noChangeAspect="1" noChangeArrowheads="1"/>
          </p:cNvSpPr>
          <p:nvPr/>
        </p:nvSpPr>
        <p:spPr bwMode="auto">
          <a:xfrm>
            <a:off x="5933379" y="1066981"/>
            <a:ext cx="6074982" cy="4550534"/>
          </a:xfrm>
          <a:custGeom>
            <a:avLst/>
            <a:gdLst>
              <a:gd name="connsiteX0" fmla="*/ 1776545 w 6501199"/>
              <a:gd name="connsiteY0" fmla="*/ 6193964 h 6382977"/>
              <a:gd name="connsiteX1" fmla="*/ 1788065 w 6501199"/>
              <a:gd name="connsiteY1" fmla="*/ 6217006 h 6382977"/>
              <a:gd name="connsiteX2" fmla="*/ 1776545 w 6501199"/>
              <a:gd name="connsiteY2" fmla="*/ 6193964 h 6382977"/>
              <a:gd name="connsiteX3" fmla="*/ 1428422 w 6501199"/>
              <a:gd name="connsiteY3" fmla="*/ 5800457 h 6382977"/>
              <a:gd name="connsiteX4" fmla="*/ 1417261 w 6501199"/>
              <a:gd name="connsiteY4" fmla="*/ 5816298 h 6382977"/>
              <a:gd name="connsiteX5" fmla="*/ 1437782 w 6501199"/>
              <a:gd name="connsiteY5" fmla="*/ 5818818 h 6382977"/>
              <a:gd name="connsiteX6" fmla="*/ 1428422 w 6501199"/>
              <a:gd name="connsiteY6" fmla="*/ 5800457 h 6382977"/>
              <a:gd name="connsiteX7" fmla="*/ 1974546 w 6501199"/>
              <a:gd name="connsiteY7" fmla="*/ 5798297 h 6382977"/>
              <a:gd name="connsiteX8" fmla="*/ 1981386 w 6501199"/>
              <a:gd name="connsiteY8" fmla="*/ 5811978 h 6382977"/>
              <a:gd name="connsiteX9" fmla="*/ 1983546 w 6501199"/>
              <a:gd name="connsiteY9" fmla="*/ 5802977 h 6382977"/>
              <a:gd name="connsiteX10" fmla="*/ 1974546 w 6501199"/>
              <a:gd name="connsiteY10" fmla="*/ 5798297 h 6382977"/>
              <a:gd name="connsiteX11" fmla="*/ 1951866 w 6501199"/>
              <a:gd name="connsiteY11" fmla="*/ 5791456 h 6382977"/>
              <a:gd name="connsiteX12" fmla="*/ 1942866 w 6501199"/>
              <a:gd name="connsiteY12" fmla="*/ 5811978 h 6382977"/>
              <a:gd name="connsiteX13" fmla="*/ 1929186 w 6501199"/>
              <a:gd name="connsiteY13" fmla="*/ 5805138 h 6382977"/>
              <a:gd name="connsiteX14" fmla="*/ 1924506 w 6501199"/>
              <a:gd name="connsiteY14" fmla="*/ 5855181 h 6382977"/>
              <a:gd name="connsiteX15" fmla="*/ 1972386 w 6501199"/>
              <a:gd name="connsiteY15" fmla="*/ 5855181 h 6382977"/>
              <a:gd name="connsiteX16" fmla="*/ 1940346 w 6501199"/>
              <a:gd name="connsiteY16" fmla="*/ 5850500 h 6382977"/>
              <a:gd name="connsiteX17" fmla="*/ 1970226 w 6501199"/>
              <a:gd name="connsiteY17" fmla="*/ 5839340 h 6382977"/>
              <a:gd name="connsiteX18" fmla="*/ 1972386 w 6501199"/>
              <a:gd name="connsiteY18" fmla="*/ 5823138 h 6382977"/>
              <a:gd name="connsiteX19" fmla="*/ 1951866 w 6501199"/>
              <a:gd name="connsiteY19" fmla="*/ 5791456 h 6382977"/>
              <a:gd name="connsiteX20" fmla="*/ 1933506 w 6501199"/>
              <a:gd name="connsiteY20" fmla="*/ 5782456 h 6382977"/>
              <a:gd name="connsiteX21" fmla="*/ 1929186 w 6501199"/>
              <a:gd name="connsiteY21" fmla="*/ 5800457 h 6382977"/>
              <a:gd name="connsiteX22" fmla="*/ 1933506 w 6501199"/>
              <a:gd name="connsiteY22" fmla="*/ 5782456 h 6382977"/>
              <a:gd name="connsiteX23" fmla="*/ 1653783 w 6501199"/>
              <a:gd name="connsiteY23" fmla="*/ 5770935 h 6382977"/>
              <a:gd name="connsiteX24" fmla="*/ 1658463 w 6501199"/>
              <a:gd name="connsiteY24" fmla="*/ 5789296 h 6382977"/>
              <a:gd name="connsiteX25" fmla="*/ 1653783 w 6501199"/>
              <a:gd name="connsiteY25" fmla="*/ 5770935 h 6382977"/>
              <a:gd name="connsiteX26" fmla="*/ 1681143 w 6501199"/>
              <a:gd name="connsiteY26" fmla="*/ 5750414 h 6382977"/>
              <a:gd name="connsiteX27" fmla="*/ 1662783 w 6501199"/>
              <a:gd name="connsiteY27" fmla="*/ 5759414 h 6382977"/>
              <a:gd name="connsiteX28" fmla="*/ 1676463 w 6501199"/>
              <a:gd name="connsiteY28" fmla="*/ 5777776 h 6382977"/>
              <a:gd name="connsiteX29" fmla="*/ 1681143 w 6501199"/>
              <a:gd name="connsiteY29" fmla="*/ 5770935 h 6382977"/>
              <a:gd name="connsiteX30" fmla="*/ 1699144 w 6501199"/>
              <a:gd name="connsiteY30" fmla="*/ 5768775 h 6382977"/>
              <a:gd name="connsiteX31" fmla="*/ 1681143 w 6501199"/>
              <a:gd name="connsiteY31" fmla="*/ 5750414 h 6382977"/>
              <a:gd name="connsiteX32" fmla="*/ 1947186 w 6501199"/>
              <a:gd name="connsiteY32" fmla="*/ 5718732 h 6382977"/>
              <a:gd name="connsiteX33" fmla="*/ 1945026 w 6501199"/>
              <a:gd name="connsiteY33" fmla="*/ 5755094 h 6382977"/>
              <a:gd name="connsiteX34" fmla="*/ 1947186 w 6501199"/>
              <a:gd name="connsiteY34" fmla="*/ 5718732 h 6382977"/>
              <a:gd name="connsiteX35" fmla="*/ 1967706 w 6501199"/>
              <a:gd name="connsiteY35" fmla="*/ 5673008 h 6382977"/>
              <a:gd name="connsiteX36" fmla="*/ 1963386 w 6501199"/>
              <a:gd name="connsiteY36" fmla="*/ 5689210 h 6382977"/>
              <a:gd name="connsiteX37" fmla="*/ 1967706 w 6501199"/>
              <a:gd name="connsiteY37" fmla="*/ 5673008 h 6382977"/>
              <a:gd name="connsiteX38" fmla="*/ 1467302 w 6501199"/>
              <a:gd name="connsiteY38" fmla="*/ 5581922 h 6382977"/>
              <a:gd name="connsiteX39" fmla="*/ 1453622 w 6501199"/>
              <a:gd name="connsiteY39" fmla="*/ 5591282 h 6382977"/>
              <a:gd name="connsiteX40" fmla="*/ 1485662 w 6501199"/>
              <a:gd name="connsiteY40" fmla="*/ 5643486 h 6382977"/>
              <a:gd name="connsiteX41" fmla="*/ 1467302 w 6501199"/>
              <a:gd name="connsiteY41" fmla="*/ 5581922 h 6382977"/>
              <a:gd name="connsiteX42" fmla="*/ 2454663 w 6501199"/>
              <a:gd name="connsiteY42" fmla="*/ 5568266 h 6382977"/>
              <a:gd name="connsiteX43" fmla="*/ 2434388 w 6501199"/>
              <a:gd name="connsiteY43" fmla="*/ 5583921 h 6382977"/>
              <a:gd name="connsiteX44" fmla="*/ 2454663 w 6501199"/>
              <a:gd name="connsiteY44" fmla="*/ 5568266 h 6382977"/>
              <a:gd name="connsiteX45" fmla="*/ 2549669 w 6501199"/>
              <a:gd name="connsiteY45" fmla="*/ 5543550 h 6382977"/>
              <a:gd name="connsiteX46" fmla="*/ 2558587 w 6501199"/>
              <a:gd name="connsiteY46" fmla="*/ 5572478 h 6382977"/>
              <a:gd name="connsiteX47" fmla="*/ 2513638 w 6501199"/>
              <a:gd name="connsiteY47" fmla="*/ 5556956 h 6382977"/>
              <a:gd name="connsiteX48" fmla="*/ 2545031 w 6501199"/>
              <a:gd name="connsiteY48" fmla="*/ 5563658 h 6382977"/>
              <a:gd name="connsiteX49" fmla="*/ 2549669 w 6501199"/>
              <a:gd name="connsiteY49" fmla="*/ 5543550 h 6382977"/>
              <a:gd name="connsiteX50" fmla="*/ 1460462 w 6501199"/>
              <a:gd name="connsiteY50" fmla="*/ 5522878 h 6382977"/>
              <a:gd name="connsiteX51" fmla="*/ 1458302 w 6501199"/>
              <a:gd name="connsiteY51" fmla="*/ 5572922 h 6382977"/>
              <a:gd name="connsiteX52" fmla="*/ 1476302 w 6501199"/>
              <a:gd name="connsiteY52" fmla="*/ 5568601 h 6382977"/>
              <a:gd name="connsiteX53" fmla="*/ 1460462 w 6501199"/>
              <a:gd name="connsiteY53" fmla="*/ 5522878 h 6382977"/>
              <a:gd name="connsiteX54" fmla="*/ 2191815 w 6501199"/>
              <a:gd name="connsiteY54" fmla="*/ 5490491 h 6382977"/>
              <a:gd name="connsiteX55" fmla="*/ 2200671 w 6501199"/>
              <a:gd name="connsiteY55" fmla="*/ 5499435 h 6382977"/>
              <a:gd name="connsiteX56" fmla="*/ 2158163 w 6501199"/>
              <a:gd name="connsiteY56" fmla="*/ 5499435 h 6382977"/>
              <a:gd name="connsiteX57" fmla="*/ 2191815 w 6501199"/>
              <a:gd name="connsiteY57" fmla="*/ 5490491 h 6382977"/>
              <a:gd name="connsiteX58" fmla="*/ 2223615 w 6501199"/>
              <a:gd name="connsiteY58" fmla="*/ 5485713 h 6382977"/>
              <a:gd name="connsiteX59" fmla="*/ 2233422 w 6501199"/>
              <a:gd name="connsiteY59" fmla="*/ 5492248 h 6382977"/>
              <a:gd name="connsiteX60" fmla="*/ 2234454 w 6501199"/>
              <a:gd name="connsiteY60" fmla="*/ 5491038 h 6382977"/>
              <a:gd name="connsiteX61" fmla="*/ 2648288 w 6501199"/>
              <a:gd name="connsiteY61" fmla="*/ 5462587 h 6382977"/>
              <a:gd name="connsiteX62" fmla="*/ 2661607 w 6501199"/>
              <a:gd name="connsiteY62" fmla="*/ 5485447 h 6382977"/>
              <a:gd name="connsiteX63" fmla="*/ 2648288 w 6501199"/>
              <a:gd name="connsiteY63" fmla="*/ 5462587 h 6382977"/>
              <a:gd name="connsiteX64" fmla="*/ 1469462 w 6501199"/>
              <a:gd name="connsiteY64" fmla="*/ 5445472 h 6382977"/>
              <a:gd name="connsiteX65" fmla="*/ 1455782 w 6501199"/>
              <a:gd name="connsiteY65" fmla="*/ 5447993 h 6382977"/>
              <a:gd name="connsiteX66" fmla="*/ 1465142 w 6501199"/>
              <a:gd name="connsiteY66" fmla="*/ 5495516 h 6382977"/>
              <a:gd name="connsiteX67" fmla="*/ 1489982 w 6501199"/>
              <a:gd name="connsiteY67" fmla="*/ 5504876 h 6382977"/>
              <a:gd name="connsiteX68" fmla="*/ 1469462 w 6501199"/>
              <a:gd name="connsiteY68" fmla="*/ 5445472 h 6382977"/>
              <a:gd name="connsiteX69" fmla="*/ 2559622 w 6501199"/>
              <a:gd name="connsiteY69" fmla="*/ 5434012 h 6382977"/>
              <a:gd name="connsiteX70" fmla="*/ 2543925 w 6501199"/>
              <a:gd name="connsiteY70" fmla="*/ 5458196 h 6382977"/>
              <a:gd name="connsiteX71" fmla="*/ 2559622 w 6501199"/>
              <a:gd name="connsiteY71" fmla="*/ 5434012 h 6382977"/>
              <a:gd name="connsiteX72" fmla="*/ 2553087 w 6501199"/>
              <a:gd name="connsiteY72" fmla="*/ 5413341 h 6382977"/>
              <a:gd name="connsiteX73" fmla="*/ 2548726 w 6501199"/>
              <a:gd name="connsiteY73" fmla="*/ 5443173 h 6382977"/>
              <a:gd name="connsiteX74" fmla="*/ 2528012 w 6501199"/>
              <a:gd name="connsiteY74" fmla="*/ 5436261 h 6382977"/>
              <a:gd name="connsiteX75" fmla="*/ 2523288 w 6501199"/>
              <a:gd name="connsiteY75" fmla="*/ 5431895 h 6382977"/>
              <a:gd name="connsiteX76" fmla="*/ 2553087 w 6501199"/>
              <a:gd name="connsiteY76" fmla="*/ 5413341 h 6382977"/>
              <a:gd name="connsiteX77" fmla="*/ 2613743 w 6501199"/>
              <a:gd name="connsiteY77" fmla="*/ 5395731 h 6382977"/>
              <a:gd name="connsiteX78" fmla="*/ 2697554 w 6501199"/>
              <a:gd name="connsiteY78" fmla="*/ 5404848 h 6382977"/>
              <a:gd name="connsiteX79" fmla="*/ 2640751 w 6501199"/>
              <a:gd name="connsiteY79" fmla="*/ 5448391 h 6382977"/>
              <a:gd name="connsiteX80" fmla="*/ 2558782 w 6501199"/>
              <a:gd name="connsiteY80" fmla="*/ 5429885 h 6382977"/>
              <a:gd name="connsiteX81" fmla="*/ 2613743 w 6501199"/>
              <a:gd name="connsiteY81" fmla="*/ 5395731 h 6382977"/>
              <a:gd name="connsiteX82" fmla="*/ 2488206 w 6501199"/>
              <a:gd name="connsiteY82" fmla="*/ 5304197 h 6382977"/>
              <a:gd name="connsiteX83" fmla="*/ 2484143 w 6501199"/>
              <a:gd name="connsiteY83" fmla="*/ 5306138 h 6382977"/>
              <a:gd name="connsiteX84" fmla="*/ 2458972 w 6501199"/>
              <a:gd name="connsiteY84" fmla="*/ 5350103 h 6382977"/>
              <a:gd name="connsiteX85" fmla="*/ 2465524 w 6501199"/>
              <a:gd name="connsiteY85" fmla="*/ 5361080 h 6382977"/>
              <a:gd name="connsiteX86" fmla="*/ 2477045 w 6501199"/>
              <a:gd name="connsiteY86" fmla="*/ 5335878 h 6382977"/>
              <a:gd name="connsiteX87" fmla="*/ 2499727 w 6501199"/>
              <a:gd name="connsiteY87" fmla="*/ 5356400 h 6382977"/>
              <a:gd name="connsiteX88" fmla="*/ 2529250 w 6501199"/>
              <a:gd name="connsiteY88" fmla="*/ 5335878 h 6382977"/>
              <a:gd name="connsiteX89" fmla="*/ 2547612 w 6501199"/>
              <a:gd name="connsiteY89" fmla="*/ 5304197 h 6382977"/>
              <a:gd name="connsiteX90" fmla="*/ 2515569 w 6501199"/>
              <a:gd name="connsiteY90" fmla="*/ 5306357 h 6382977"/>
              <a:gd name="connsiteX91" fmla="*/ 2520249 w 6501199"/>
              <a:gd name="connsiteY91" fmla="*/ 5326878 h 6382977"/>
              <a:gd name="connsiteX92" fmla="*/ 2497567 w 6501199"/>
              <a:gd name="connsiteY92" fmla="*/ 5333718 h 6382977"/>
              <a:gd name="connsiteX93" fmla="*/ 2488206 w 6501199"/>
              <a:gd name="connsiteY93" fmla="*/ 5304197 h 6382977"/>
              <a:gd name="connsiteX94" fmla="*/ 2586136 w 6501199"/>
              <a:gd name="connsiteY94" fmla="*/ 5294837 h 6382977"/>
              <a:gd name="connsiteX95" fmla="*/ 2558773 w 6501199"/>
              <a:gd name="connsiteY95" fmla="*/ 5301677 h 6382977"/>
              <a:gd name="connsiteX96" fmla="*/ 2570295 w 6501199"/>
              <a:gd name="connsiteY96" fmla="*/ 5315358 h 6382977"/>
              <a:gd name="connsiteX97" fmla="*/ 2586136 w 6501199"/>
              <a:gd name="connsiteY97" fmla="*/ 5294837 h 6382977"/>
              <a:gd name="connsiteX98" fmla="*/ 2795926 w 6501199"/>
              <a:gd name="connsiteY98" fmla="*/ 5115905 h 6382977"/>
              <a:gd name="connsiteX99" fmla="*/ 2813450 w 6501199"/>
              <a:gd name="connsiteY99" fmla="*/ 5117819 h 6382977"/>
              <a:gd name="connsiteX100" fmla="*/ 2800132 w 6501199"/>
              <a:gd name="connsiteY100" fmla="*/ 5132013 h 6382977"/>
              <a:gd name="connsiteX101" fmla="*/ 2786813 w 6501199"/>
              <a:gd name="connsiteY101" fmla="*/ 5122675 h 6382977"/>
              <a:gd name="connsiteX102" fmla="*/ 2795926 w 6501199"/>
              <a:gd name="connsiteY102" fmla="*/ 5115905 h 6382977"/>
              <a:gd name="connsiteX103" fmla="*/ 2805134 w 6501199"/>
              <a:gd name="connsiteY103" fmla="*/ 5051425 h 6382977"/>
              <a:gd name="connsiteX104" fmla="*/ 2777777 w 6501199"/>
              <a:gd name="connsiteY104" fmla="*/ 5060374 h 6382977"/>
              <a:gd name="connsiteX105" fmla="*/ 2805134 w 6501199"/>
              <a:gd name="connsiteY105" fmla="*/ 5051425 h 6382977"/>
              <a:gd name="connsiteX106" fmla="*/ 2691234 w 6501199"/>
              <a:gd name="connsiteY106" fmla="*/ 4998292 h 6382977"/>
              <a:gd name="connsiteX107" fmla="*/ 2691133 w 6501199"/>
              <a:gd name="connsiteY107" fmla="*/ 5000874 h 6382977"/>
              <a:gd name="connsiteX108" fmla="*/ 2695228 w 6501199"/>
              <a:gd name="connsiteY108" fmla="*/ 4999262 h 6382977"/>
              <a:gd name="connsiteX109" fmla="*/ 2622500 w 6501199"/>
              <a:gd name="connsiteY109" fmla="*/ 4871816 h 6382977"/>
              <a:gd name="connsiteX110" fmla="*/ 2604498 w 6501199"/>
              <a:gd name="connsiteY110" fmla="*/ 4885497 h 6382977"/>
              <a:gd name="connsiteX111" fmla="*/ 2622500 w 6501199"/>
              <a:gd name="connsiteY111" fmla="*/ 4871816 h 6382977"/>
              <a:gd name="connsiteX112" fmla="*/ 2734112 w 6501199"/>
              <a:gd name="connsiteY112" fmla="*/ 4858136 h 6382977"/>
              <a:gd name="connsiteX113" fmla="*/ 2727271 w 6501199"/>
              <a:gd name="connsiteY113" fmla="*/ 4883337 h 6382977"/>
              <a:gd name="connsiteX114" fmla="*/ 2734112 w 6501199"/>
              <a:gd name="connsiteY114" fmla="*/ 4858136 h 6382977"/>
              <a:gd name="connsiteX115" fmla="*/ 2643976 w 6501199"/>
              <a:gd name="connsiteY115" fmla="*/ 4840208 h 6382977"/>
              <a:gd name="connsiteX116" fmla="*/ 2638342 w 6501199"/>
              <a:gd name="connsiteY116" fmla="*/ 4846976 h 6382977"/>
              <a:gd name="connsiteX117" fmla="*/ 2644706 w 6501199"/>
              <a:gd name="connsiteY117" fmla="*/ 4846976 h 6382977"/>
              <a:gd name="connsiteX118" fmla="*/ 2701570 w 6501199"/>
              <a:gd name="connsiteY118" fmla="*/ 4836655 h 6382977"/>
              <a:gd name="connsiteX119" fmla="*/ 2701288 w 6501199"/>
              <a:gd name="connsiteY119" fmla="*/ 4840353 h 6382977"/>
              <a:gd name="connsiteX120" fmla="*/ 2704589 w 6501199"/>
              <a:gd name="connsiteY120" fmla="*/ 4840135 h 6382977"/>
              <a:gd name="connsiteX121" fmla="*/ 2720430 w 6501199"/>
              <a:gd name="connsiteY121" fmla="*/ 4867136 h 6382977"/>
              <a:gd name="connsiteX122" fmla="*/ 2713590 w 6501199"/>
              <a:gd name="connsiteY122" fmla="*/ 4853456 h 6382977"/>
              <a:gd name="connsiteX123" fmla="*/ 2720430 w 6501199"/>
              <a:gd name="connsiteY123" fmla="*/ 4844455 h 6382977"/>
              <a:gd name="connsiteX124" fmla="*/ 2708099 w 6501199"/>
              <a:gd name="connsiteY124" fmla="*/ 4837390 h 6382977"/>
              <a:gd name="connsiteX125" fmla="*/ 2734112 w 6501199"/>
              <a:gd name="connsiteY125" fmla="*/ 4833295 h 6382977"/>
              <a:gd name="connsiteX126" fmla="*/ 2758954 w 6501199"/>
              <a:gd name="connsiteY126" fmla="*/ 4842295 h 6382977"/>
              <a:gd name="connsiteX127" fmla="*/ 2734112 w 6501199"/>
              <a:gd name="connsiteY127" fmla="*/ 4833295 h 6382977"/>
              <a:gd name="connsiteX128" fmla="*/ 2641267 w 6501199"/>
              <a:gd name="connsiteY128" fmla="*/ 4797518 h 6382977"/>
              <a:gd name="connsiteX129" fmla="*/ 2629341 w 6501199"/>
              <a:gd name="connsiteY129" fmla="*/ 4805933 h 6382977"/>
              <a:gd name="connsiteX130" fmla="*/ 2656704 w 6501199"/>
              <a:gd name="connsiteY130" fmla="*/ 4801253 h 6382977"/>
              <a:gd name="connsiteX131" fmla="*/ 2641267 w 6501199"/>
              <a:gd name="connsiteY131" fmla="*/ 4797518 h 6382977"/>
              <a:gd name="connsiteX132" fmla="*/ 2778352 w 6501199"/>
              <a:gd name="connsiteY132" fmla="*/ 4792753 h 6382977"/>
              <a:gd name="connsiteX133" fmla="*/ 2785302 w 6501199"/>
              <a:gd name="connsiteY133" fmla="*/ 4808174 h 6382977"/>
              <a:gd name="connsiteX134" fmla="*/ 2764588 w 6501199"/>
              <a:gd name="connsiteY134" fmla="*/ 4801280 h 6382977"/>
              <a:gd name="connsiteX135" fmla="*/ 2778352 w 6501199"/>
              <a:gd name="connsiteY135" fmla="*/ 4792753 h 6382977"/>
              <a:gd name="connsiteX136" fmla="*/ 2786317 w 6501199"/>
              <a:gd name="connsiteY136" fmla="*/ 4694328 h 6382977"/>
              <a:gd name="connsiteX137" fmla="*/ 2754634 w 6501199"/>
              <a:gd name="connsiteY137" fmla="*/ 4730690 h 6382977"/>
              <a:gd name="connsiteX138" fmla="*/ 2786317 w 6501199"/>
              <a:gd name="connsiteY138" fmla="*/ 4714849 h 6382977"/>
              <a:gd name="connsiteX139" fmla="*/ 2793158 w 6501199"/>
              <a:gd name="connsiteY139" fmla="*/ 4714849 h 6382977"/>
              <a:gd name="connsiteX140" fmla="*/ 2786317 w 6501199"/>
              <a:gd name="connsiteY140" fmla="*/ 4694328 h 6382977"/>
              <a:gd name="connsiteX141" fmla="*/ 2813680 w 6501199"/>
              <a:gd name="connsiteY141" fmla="*/ 4657966 h 6382977"/>
              <a:gd name="connsiteX142" fmla="*/ 2795318 w 6501199"/>
              <a:gd name="connsiteY142" fmla="*/ 4664807 h 6382977"/>
              <a:gd name="connsiteX143" fmla="*/ 2802159 w 6501199"/>
              <a:gd name="connsiteY143" fmla="*/ 4676327 h 6382977"/>
              <a:gd name="connsiteX144" fmla="*/ 2813680 w 6501199"/>
              <a:gd name="connsiteY144" fmla="*/ 4657966 h 6382977"/>
              <a:gd name="connsiteX145" fmla="*/ 1253460 w 6501199"/>
              <a:gd name="connsiteY145" fmla="*/ 4581053 h 6382977"/>
              <a:gd name="connsiteX146" fmla="*/ 1241940 w 6501199"/>
              <a:gd name="connsiteY146" fmla="*/ 4585734 h 6382977"/>
              <a:gd name="connsiteX147" fmla="*/ 1248780 w 6501199"/>
              <a:gd name="connsiteY147" fmla="*/ 4596894 h 6382977"/>
              <a:gd name="connsiteX148" fmla="*/ 1253460 w 6501199"/>
              <a:gd name="connsiteY148" fmla="*/ 4581053 h 6382977"/>
              <a:gd name="connsiteX149" fmla="*/ 1237620 w 6501199"/>
              <a:gd name="connsiteY149" fmla="*/ 4553692 h 6382977"/>
              <a:gd name="connsiteX150" fmla="*/ 1230780 w 6501199"/>
              <a:gd name="connsiteY150" fmla="*/ 4574213 h 6382977"/>
              <a:gd name="connsiteX151" fmla="*/ 1258140 w 6501199"/>
              <a:gd name="connsiteY151" fmla="*/ 4576733 h 6382977"/>
              <a:gd name="connsiteX152" fmla="*/ 1237620 w 6501199"/>
              <a:gd name="connsiteY152" fmla="*/ 4553692 h 6382977"/>
              <a:gd name="connsiteX153" fmla="*/ 1255620 w 6501199"/>
              <a:gd name="connsiteY153" fmla="*/ 4515169 h 6382977"/>
              <a:gd name="connsiteX154" fmla="*/ 1237620 w 6501199"/>
              <a:gd name="connsiteY154" fmla="*/ 4528850 h 6382977"/>
              <a:gd name="connsiteX155" fmla="*/ 1269300 w 6501199"/>
              <a:gd name="connsiteY155" fmla="*/ 4537850 h 6382977"/>
              <a:gd name="connsiteX156" fmla="*/ 1255620 w 6501199"/>
              <a:gd name="connsiteY156" fmla="*/ 4515169 h 6382977"/>
              <a:gd name="connsiteX157" fmla="*/ 1237620 w 6501199"/>
              <a:gd name="connsiteY157" fmla="*/ 4480966 h 6382977"/>
              <a:gd name="connsiteX158" fmla="*/ 1253460 w 6501199"/>
              <a:gd name="connsiteY158" fmla="*/ 4496808 h 6382977"/>
              <a:gd name="connsiteX159" fmla="*/ 1246620 w 6501199"/>
              <a:gd name="connsiteY159" fmla="*/ 4506168 h 6382977"/>
              <a:gd name="connsiteX160" fmla="*/ 1273980 w 6501199"/>
              <a:gd name="connsiteY160" fmla="*/ 4515169 h 6382977"/>
              <a:gd name="connsiteX161" fmla="*/ 1255620 w 6501199"/>
              <a:gd name="connsiteY161" fmla="*/ 4483487 h 6382977"/>
              <a:gd name="connsiteX162" fmla="*/ 1237620 w 6501199"/>
              <a:gd name="connsiteY162" fmla="*/ 4480966 h 6382977"/>
              <a:gd name="connsiteX163" fmla="*/ 2928150 w 6501199"/>
              <a:gd name="connsiteY163" fmla="*/ 4465086 h 6382977"/>
              <a:gd name="connsiteX164" fmla="*/ 2912225 w 6501199"/>
              <a:gd name="connsiteY164" fmla="*/ 4471634 h 6382977"/>
              <a:gd name="connsiteX165" fmla="*/ 2928150 w 6501199"/>
              <a:gd name="connsiteY165" fmla="*/ 4465086 h 6382977"/>
              <a:gd name="connsiteX166" fmla="*/ 2971294 w 6501199"/>
              <a:gd name="connsiteY166" fmla="*/ 4314555 h 6382977"/>
              <a:gd name="connsiteX167" fmla="*/ 2975313 w 6501199"/>
              <a:gd name="connsiteY167" fmla="*/ 4318794 h 6382977"/>
              <a:gd name="connsiteX168" fmla="*/ 2992838 w 6501199"/>
              <a:gd name="connsiteY168" fmla="*/ 4320924 h 6382977"/>
              <a:gd name="connsiteX169" fmla="*/ 2986178 w 6501199"/>
              <a:gd name="connsiteY169" fmla="*/ 4331932 h 6382977"/>
              <a:gd name="connsiteX170" fmla="*/ 2971294 w 6501199"/>
              <a:gd name="connsiteY170" fmla="*/ 4314555 h 6382977"/>
              <a:gd name="connsiteX171" fmla="*/ 2909090 w 6501199"/>
              <a:gd name="connsiteY171" fmla="*/ 4312350 h 6382977"/>
              <a:gd name="connsiteX172" fmla="*/ 2922772 w 6501199"/>
              <a:gd name="connsiteY172" fmla="*/ 4330351 h 6382977"/>
              <a:gd name="connsiteX173" fmla="*/ 2909090 w 6501199"/>
              <a:gd name="connsiteY173" fmla="*/ 4312350 h 6382977"/>
              <a:gd name="connsiteX174" fmla="*/ 933197 w 6501199"/>
              <a:gd name="connsiteY174" fmla="*/ 4310062 h 6382977"/>
              <a:gd name="connsiteX175" fmla="*/ 971938 w 6501199"/>
              <a:gd name="connsiteY175" fmla="*/ 4330344 h 6382977"/>
              <a:gd name="connsiteX176" fmla="*/ 933197 w 6501199"/>
              <a:gd name="connsiteY176" fmla="*/ 4310062 h 6382977"/>
              <a:gd name="connsiteX177" fmla="*/ 297727 w 6501199"/>
              <a:gd name="connsiteY177" fmla="*/ 4273550 h 6382977"/>
              <a:gd name="connsiteX178" fmla="*/ 311536 w 6501199"/>
              <a:gd name="connsiteY178" fmla="*/ 4280619 h 6382977"/>
              <a:gd name="connsiteX179" fmla="*/ 281738 w 6501199"/>
              <a:gd name="connsiteY179" fmla="*/ 4289921 h 6382977"/>
              <a:gd name="connsiteX180" fmla="*/ 297727 w 6501199"/>
              <a:gd name="connsiteY180" fmla="*/ 4273550 h 6382977"/>
              <a:gd name="connsiteX181" fmla="*/ 838950 w 6501199"/>
              <a:gd name="connsiteY181" fmla="*/ 4219575 h 6382977"/>
              <a:gd name="connsiteX182" fmla="*/ 862391 w 6501199"/>
              <a:gd name="connsiteY182" fmla="*/ 4238259 h 6382977"/>
              <a:gd name="connsiteX183" fmla="*/ 838950 w 6501199"/>
              <a:gd name="connsiteY183" fmla="*/ 4219575 h 6382977"/>
              <a:gd name="connsiteX184" fmla="*/ 3063649 w 6501199"/>
              <a:gd name="connsiteY184" fmla="*/ 4203700 h 6382977"/>
              <a:gd name="connsiteX185" fmla="*/ 3075372 w 6501199"/>
              <a:gd name="connsiteY185" fmla="*/ 4215423 h 6382977"/>
              <a:gd name="connsiteX186" fmla="*/ 3068411 w 6501199"/>
              <a:gd name="connsiteY186" fmla="*/ 4222384 h 6382977"/>
              <a:gd name="connsiteX187" fmla="*/ 3063649 w 6501199"/>
              <a:gd name="connsiteY187" fmla="*/ 4203700 h 6382977"/>
              <a:gd name="connsiteX188" fmla="*/ 2917287 w 6501199"/>
              <a:gd name="connsiteY188" fmla="*/ 4202047 h 6382977"/>
              <a:gd name="connsiteX189" fmla="*/ 2915641 w 6501199"/>
              <a:gd name="connsiteY189" fmla="*/ 4205166 h 6382977"/>
              <a:gd name="connsiteX190" fmla="*/ 2920656 w 6501199"/>
              <a:gd name="connsiteY190" fmla="*/ 4211230 h 6382977"/>
              <a:gd name="connsiteX191" fmla="*/ 2913771 w 6501199"/>
              <a:gd name="connsiteY191" fmla="*/ 4214425 h 6382977"/>
              <a:gd name="connsiteX192" fmla="*/ 2929612 w 6501199"/>
              <a:gd name="connsiteY192" fmla="*/ 4207585 h 6382977"/>
              <a:gd name="connsiteX193" fmla="*/ 2922828 w 6501199"/>
              <a:gd name="connsiteY193" fmla="*/ 4208256 h 6382977"/>
              <a:gd name="connsiteX194" fmla="*/ 3034046 w 6501199"/>
              <a:gd name="connsiteY194" fmla="*/ 4201602 h 6382977"/>
              <a:gd name="connsiteX195" fmla="*/ 3045213 w 6501199"/>
              <a:gd name="connsiteY195" fmla="*/ 4208553 h 6382977"/>
              <a:gd name="connsiteX196" fmla="*/ 3040869 w 6501199"/>
              <a:gd name="connsiteY196" fmla="*/ 4217624 h 6382977"/>
              <a:gd name="connsiteX197" fmla="*/ 3034046 w 6501199"/>
              <a:gd name="connsiteY197" fmla="*/ 4201602 h 6382977"/>
              <a:gd name="connsiteX198" fmla="*/ 2945454 w 6501199"/>
              <a:gd name="connsiteY198" fmla="*/ 4200745 h 6382977"/>
              <a:gd name="connsiteX199" fmla="*/ 2963816 w 6501199"/>
              <a:gd name="connsiteY199" fmla="*/ 4218746 h 6382977"/>
              <a:gd name="connsiteX200" fmla="*/ 2947974 w 6501199"/>
              <a:gd name="connsiteY200" fmla="*/ 4218746 h 6382977"/>
              <a:gd name="connsiteX201" fmla="*/ 2965976 w 6501199"/>
              <a:gd name="connsiteY201" fmla="*/ 4218746 h 6382977"/>
              <a:gd name="connsiteX202" fmla="*/ 2945454 w 6501199"/>
              <a:gd name="connsiteY202" fmla="*/ 4200745 h 6382977"/>
              <a:gd name="connsiteX203" fmla="*/ 1175120 w 6501199"/>
              <a:gd name="connsiteY203" fmla="*/ 4194394 h 6382977"/>
              <a:gd name="connsiteX204" fmla="*/ 1166731 w 6501199"/>
              <a:gd name="connsiteY204" fmla="*/ 4198180 h 6382977"/>
              <a:gd name="connsiteX205" fmla="*/ 1180414 w 6501199"/>
              <a:gd name="connsiteY205" fmla="*/ 4216540 h 6382977"/>
              <a:gd name="connsiteX206" fmla="*/ 1168892 w 6501199"/>
              <a:gd name="connsiteY206" fmla="*/ 4218700 h 6382977"/>
              <a:gd name="connsiteX207" fmla="*/ 1191576 w 6501199"/>
              <a:gd name="connsiteY207" fmla="*/ 4211860 h 6382977"/>
              <a:gd name="connsiteX208" fmla="*/ 1175120 w 6501199"/>
              <a:gd name="connsiteY208" fmla="*/ 4194394 h 6382977"/>
              <a:gd name="connsiteX209" fmla="*/ 3072053 w 6501199"/>
              <a:gd name="connsiteY209" fmla="*/ 4190684 h 6382977"/>
              <a:gd name="connsiteX210" fmla="*/ 3081732 w 6501199"/>
              <a:gd name="connsiteY210" fmla="*/ 4196583 h 6382977"/>
              <a:gd name="connsiteX211" fmla="*/ 3077107 w 6501199"/>
              <a:gd name="connsiteY211" fmla="*/ 4203344 h 6382977"/>
              <a:gd name="connsiteX212" fmla="*/ 3072053 w 6501199"/>
              <a:gd name="connsiteY212" fmla="*/ 4190684 h 6382977"/>
              <a:gd name="connsiteX213" fmla="*/ 3057099 w 6501199"/>
              <a:gd name="connsiteY213" fmla="*/ 4158307 h 6382977"/>
              <a:gd name="connsiteX214" fmla="*/ 3070619 w 6501199"/>
              <a:gd name="connsiteY214" fmla="*/ 4172446 h 6382977"/>
              <a:gd name="connsiteX215" fmla="*/ 3059234 w 6501199"/>
              <a:gd name="connsiteY215" fmla="*/ 4176910 h 6382977"/>
              <a:gd name="connsiteX216" fmla="*/ 3057099 w 6501199"/>
              <a:gd name="connsiteY216" fmla="*/ 4158307 h 6382977"/>
              <a:gd name="connsiteX217" fmla="*/ 3089320 w 6501199"/>
              <a:gd name="connsiteY217" fmla="*/ 4125912 h 6382977"/>
              <a:gd name="connsiteX218" fmla="*/ 3093553 w 6501199"/>
              <a:gd name="connsiteY218" fmla="*/ 4141924 h 6382977"/>
              <a:gd name="connsiteX219" fmla="*/ 3089320 w 6501199"/>
              <a:gd name="connsiteY219" fmla="*/ 4125912 h 6382977"/>
              <a:gd name="connsiteX220" fmla="*/ 3078871 w 6501199"/>
              <a:gd name="connsiteY220" fmla="*/ 4105495 h 6382977"/>
              <a:gd name="connsiteX221" fmla="*/ 3086484 w 6501199"/>
              <a:gd name="connsiteY221" fmla="*/ 4108261 h 6382977"/>
              <a:gd name="connsiteX222" fmla="*/ 3077326 w 6501199"/>
              <a:gd name="connsiteY222" fmla="*/ 4121906 h 6382977"/>
              <a:gd name="connsiteX223" fmla="*/ 3078871 w 6501199"/>
              <a:gd name="connsiteY223" fmla="*/ 4105495 h 6382977"/>
              <a:gd name="connsiteX224" fmla="*/ 870815 w 6501199"/>
              <a:gd name="connsiteY224" fmla="*/ 4083050 h 6382977"/>
              <a:gd name="connsiteX225" fmla="*/ 884624 w 6501199"/>
              <a:gd name="connsiteY225" fmla="*/ 4087701 h 6382977"/>
              <a:gd name="connsiteX226" fmla="*/ 875539 w 6501199"/>
              <a:gd name="connsiteY226" fmla="*/ 4108092 h 6382977"/>
              <a:gd name="connsiteX227" fmla="*/ 857005 w 6501199"/>
              <a:gd name="connsiteY227" fmla="*/ 4094498 h 6382977"/>
              <a:gd name="connsiteX228" fmla="*/ 870815 w 6501199"/>
              <a:gd name="connsiteY228" fmla="*/ 4083050 h 6382977"/>
              <a:gd name="connsiteX229" fmla="*/ 3022840 w 6501199"/>
              <a:gd name="connsiteY229" fmla="*/ 4062104 h 6382977"/>
              <a:gd name="connsiteX230" fmla="*/ 3020702 w 6501199"/>
              <a:gd name="connsiteY230" fmla="*/ 4064298 h 6382977"/>
              <a:gd name="connsiteX231" fmla="*/ 3034383 w 6501199"/>
              <a:gd name="connsiteY231" fmla="*/ 4080139 h 6382977"/>
              <a:gd name="connsiteX232" fmla="*/ 3034383 w 6501199"/>
              <a:gd name="connsiteY232" fmla="*/ 4066458 h 6382977"/>
              <a:gd name="connsiteX233" fmla="*/ 3022840 w 6501199"/>
              <a:gd name="connsiteY233" fmla="*/ 4062104 h 6382977"/>
              <a:gd name="connsiteX234" fmla="*/ 958236 w 6501199"/>
              <a:gd name="connsiteY234" fmla="*/ 4046646 h 6382977"/>
              <a:gd name="connsiteX235" fmla="*/ 955587 w 6501199"/>
              <a:gd name="connsiteY235" fmla="*/ 4052001 h 6382977"/>
              <a:gd name="connsiteX236" fmla="*/ 952853 w 6501199"/>
              <a:gd name="connsiteY236" fmla="*/ 4064253 h 6382977"/>
              <a:gd name="connsiteX237" fmla="*/ 950332 w 6501199"/>
              <a:gd name="connsiteY237" fmla="*/ 4084774 h 6382977"/>
              <a:gd name="connsiteX238" fmla="*/ 982378 w 6501199"/>
              <a:gd name="connsiteY238" fmla="*/ 4084774 h 6382977"/>
              <a:gd name="connsiteX239" fmla="*/ 966985 w 6501199"/>
              <a:gd name="connsiteY239" fmla="*/ 4058701 h 6382977"/>
              <a:gd name="connsiteX240" fmla="*/ 968257 w 6501199"/>
              <a:gd name="connsiteY240" fmla="*/ 4047574 h 6382977"/>
              <a:gd name="connsiteX241" fmla="*/ 960243 w 6501199"/>
              <a:gd name="connsiteY241" fmla="*/ 4050940 h 6382977"/>
              <a:gd name="connsiteX242" fmla="*/ 3093102 w 6501199"/>
              <a:gd name="connsiteY242" fmla="*/ 4039061 h 6382977"/>
              <a:gd name="connsiteX243" fmla="*/ 3107565 w 6501199"/>
              <a:gd name="connsiteY243" fmla="*/ 4048124 h 6382977"/>
              <a:gd name="connsiteX244" fmla="*/ 3100660 w 6501199"/>
              <a:gd name="connsiteY244" fmla="*/ 4068400 h 6382977"/>
              <a:gd name="connsiteX245" fmla="*/ 3096299 w 6501199"/>
              <a:gd name="connsiteY245" fmla="*/ 4057176 h 6382977"/>
              <a:gd name="connsiteX246" fmla="*/ 3102840 w 6501199"/>
              <a:gd name="connsiteY246" fmla="*/ 4048124 h 6382977"/>
              <a:gd name="connsiteX247" fmla="*/ 3096299 w 6501199"/>
              <a:gd name="connsiteY247" fmla="*/ 4048124 h 6382977"/>
              <a:gd name="connsiteX248" fmla="*/ 3093102 w 6501199"/>
              <a:gd name="connsiteY248" fmla="*/ 4039061 h 6382977"/>
              <a:gd name="connsiteX249" fmla="*/ 1034432 w 6501199"/>
              <a:gd name="connsiteY249" fmla="*/ 4034878 h 6382977"/>
              <a:gd name="connsiteX250" fmla="*/ 1030361 w 6501199"/>
              <a:gd name="connsiteY250" fmla="*/ 4036992 h 6382977"/>
              <a:gd name="connsiteX251" fmla="*/ 1026494 w 6501199"/>
              <a:gd name="connsiteY251" fmla="*/ 4038699 h 6382977"/>
              <a:gd name="connsiteX252" fmla="*/ 1050655 w 6501199"/>
              <a:gd name="connsiteY252" fmla="*/ 4052193 h 6382977"/>
              <a:gd name="connsiteX253" fmla="*/ 1089317 w 6501199"/>
              <a:gd name="connsiteY253" fmla="*/ 4073254 h 6382977"/>
              <a:gd name="connsiteX254" fmla="*/ 1093998 w 6501199"/>
              <a:gd name="connsiteY254" fmla="*/ 4050572 h 6382977"/>
              <a:gd name="connsiteX255" fmla="*/ 1040731 w 6501199"/>
              <a:gd name="connsiteY255" fmla="*/ 4035081 h 6382977"/>
              <a:gd name="connsiteX256" fmla="*/ 3004860 w 6501199"/>
              <a:gd name="connsiteY256" fmla="*/ 4032257 h 6382977"/>
              <a:gd name="connsiteX257" fmla="*/ 3002340 w 6501199"/>
              <a:gd name="connsiteY257" fmla="*/ 4041617 h 6382977"/>
              <a:gd name="connsiteX258" fmla="*/ 3027543 w 6501199"/>
              <a:gd name="connsiteY258" fmla="*/ 4052778 h 6382977"/>
              <a:gd name="connsiteX259" fmla="*/ 3004860 w 6501199"/>
              <a:gd name="connsiteY259" fmla="*/ 4032257 h 6382977"/>
              <a:gd name="connsiteX260" fmla="*/ 2943294 w 6501199"/>
              <a:gd name="connsiteY260" fmla="*/ 4027936 h 6382977"/>
              <a:gd name="connsiteX261" fmla="*/ 2936453 w 6501199"/>
              <a:gd name="connsiteY261" fmla="*/ 4048458 h 6382977"/>
              <a:gd name="connsiteX262" fmla="*/ 2943294 w 6501199"/>
              <a:gd name="connsiteY262" fmla="*/ 4027936 h 6382977"/>
              <a:gd name="connsiteX263" fmla="*/ 3082909 w 6501199"/>
              <a:gd name="connsiteY263" fmla="*/ 4016449 h 6382977"/>
              <a:gd name="connsiteX264" fmla="*/ 3080418 w 6501199"/>
              <a:gd name="connsiteY264" fmla="*/ 4035053 h 6382977"/>
              <a:gd name="connsiteX265" fmla="*/ 3082909 w 6501199"/>
              <a:gd name="connsiteY265" fmla="*/ 4016449 h 6382977"/>
              <a:gd name="connsiteX266" fmla="*/ 3000180 w 6501199"/>
              <a:gd name="connsiteY266" fmla="*/ 4016416 h 6382977"/>
              <a:gd name="connsiteX267" fmla="*/ 3018542 w 6501199"/>
              <a:gd name="connsiteY267" fmla="*/ 4039097 h 6382977"/>
              <a:gd name="connsiteX268" fmla="*/ 3000180 w 6501199"/>
              <a:gd name="connsiteY268" fmla="*/ 4016416 h 6382977"/>
              <a:gd name="connsiteX269" fmla="*/ 786503 w 6501199"/>
              <a:gd name="connsiteY269" fmla="*/ 3998010 h 6382977"/>
              <a:gd name="connsiteX270" fmla="*/ 765979 w 6501199"/>
              <a:gd name="connsiteY270" fmla="*/ 4014211 h 6382977"/>
              <a:gd name="connsiteX271" fmla="*/ 782182 w 6501199"/>
              <a:gd name="connsiteY271" fmla="*/ 4014211 h 6382977"/>
              <a:gd name="connsiteX272" fmla="*/ 786503 w 6501199"/>
              <a:gd name="connsiteY272" fmla="*/ 3998010 h 6382977"/>
              <a:gd name="connsiteX273" fmla="*/ 477862 w 6501199"/>
              <a:gd name="connsiteY273" fmla="*/ 3973512 h 6382977"/>
              <a:gd name="connsiteX274" fmla="*/ 436832 w 6501199"/>
              <a:gd name="connsiteY274" fmla="*/ 4078026 h 6382977"/>
              <a:gd name="connsiteX275" fmla="*/ 407319 w 6501199"/>
              <a:gd name="connsiteY275" fmla="*/ 4104962 h 6382977"/>
              <a:gd name="connsiteX276" fmla="*/ 384645 w 6501199"/>
              <a:gd name="connsiteY276" fmla="*/ 4109631 h 6382977"/>
              <a:gd name="connsiteX277" fmla="*/ 375647 w 6501199"/>
              <a:gd name="connsiteY277" fmla="*/ 4134772 h 6382977"/>
              <a:gd name="connsiteX278" fmla="*/ 423155 w 6501199"/>
              <a:gd name="connsiteY278" fmla="*/ 4227793 h 6382977"/>
              <a:gd name="connsiteX279" fmla="*/ 409479 w 6501199"/>
              <a:gd name="connsiteY279" fmla="*/ 4238927 h 6382977"/>
              <a:gd name="connsiteX280" fmla="*/ 370968 w 6501199"/>
              <a:gd name="connsiteY280" fmla="*/ 4207321 h 6382977"/>
              <a:gd name="connsiteX281" fmla="*/ 343615 w 6501199"/>
              <a:gd name="connsiteY281" fmla="*/ 4207321 h 6382977"/>
              <a:gd name="connsiteX282" fmla="*/ 332458 w 6501199"/>
              <a:gd name="connsiteY282" fmla="*/ 4204807 h 6382977"/>
              <a:gd name="connsiteX283" fmla="*/ 339296 w 6501199"/>
              <a:gd name="connsiteY283" fmla="*/ 4236772 h 6382977"/>
              <a:gd name="connsiteX284" fmla="*/ 314102 w 6501199"/>
              <a:gd name="connsiteY284" fmla="*/ 4238927 h 6382977"/>
              <a:gd name="connsiteX285" fmla="*/ 305105 w 6501199"/>
              <a:gd name="connsiteY285" fmla="*/ 4211631 h 6382977"/>
              <a:gd name="connsiteX286" fmla="*/ 289269 w 6501199"/>
              <a:gd name="connsiteY286" fmla="*/ 4139082 h 6382977"/>
              <a:gd name="connsiteX287" fmla="*/ 273073 w 6501199"/>
              <a:gd name="connsiteY287" fmla="*/ 4189004 h 6382977"/>
              <a:gd name="connsiteX288" fmla="*/ 252558 w 6501199"/>
              <a:gd name="connsiteY288" fmla="*/ 4195828 h 6382977"/>
              <a:gd name="connsiteX289" fmla="*/ 264075 w 6501199"/>
              <a:gd name="connsiteY289" fmla="*/ 4127948 h 6382977"/>
              <a:gd name="connsiteX290" fmla="*/ 282430 w 6501199"/>
              <a:gd name="connsiteY290" fmla="*/ 4132258 h 6382977"/>
              <a:gd name="connsiteX291" fmla="*/ 357292 w 6501199"/>
              <a:gd name="connsiteY291" fmla="*/ 4087005 h 6382977"/>
              <a:gd name="connsiteX292" fmla="*/ 355132 w 6501199"/>
              <a:gd name="connsiteY292" fmla="*/ 4073357 h 6382977"/>
              <a:gd name="connsiteX293" fmla="*/ 375647 w 6501199"/>
              <a:gd name="connsiteY293" fmla="*/ 4073357 h 6382977"/>
              <a:gd name="connsiteX294" fmla="*/ 389324 w 6501199"/>
              <a:gd name="connsiteY294" fmla="*/ 4057554 h 6382977"/>
              <a:gd name="connsiteX295" fmla="*/ 382485 w 6501199"/>
              <a:gd name="connsiteY295" fmla="*/ 4046061 h 6382977"/>
              <a:gd name="connsiteX296" fmla="*/ 405160 w 6501199"/>
              <a:gd name="connsiteY296" fmla="*/ 4037082 h 6382977"/>
              <a:gd name="connsiteX297" fmla="*/ 398321 w 6501199"/>
              <a:gd name="connsiteY297" fmla="*/ 4023434 h 6382977"/>
              <a:gd name="connsiteX298" fmla="*/ 436832 w 6501199"/>
              <a:gd name="connsiteY298" fmla="*/ 4005118 h 6382977"/>
              <a:gd name="connsiteX299" fmla="*/ 477862 w 6501199"/>
              <a:gd name="connsiteY299" fmla="*/ 3973512 h 6382977"/>
              <a:gd name="connsiteX300" fmla="*/ 3197641 w 6501199"/>
              <a:gd name="connsiteY300" fmla="*/ 3949049 h 6382977"/>
              <a:gd name="connsiteX301" fmla="*/ 3211906 w 6501199"/>
              <a:gd name="connsiteY301" fmla="*/ 3955381 h 6382977"/>
              <a:gd name="connsiteX302" fmla="*/ 3205108 w 6501199"/>
              <a:gd name="connsiteY302" fmla="*/ 3984782 h 6382977"/>
              <a:gd name="connsiteX303" fmla="*/ 3193660 w 6501199"/>
              <a:gd name="connsiteY303" fmla="*/ 3982302 h 6382977"/>
              <a:gd name="connsiteX304" fmla="*/ 3196165 w 6501199"/>
              <a:gd name="connsiteY304" fmla="*/ 3964591 h 6382977"/>
              <a:gd name="connsiteX305" fmla="*/ 3186863 w 6501199"/>
              <a:gd name="connsiteY305" fmla="*/ 3957860 h 6382977"/>
              <a:gd name="connsiteX306" fmla="*/ 3197641 w 6501199"/>
              <a:gd name="connsiteY306" fmla="*/ 3949049 h 6382977"/>
              <a:gd name="connsiteX307" fmla="*/ 3149995 w 6501199"/>
              <a:gd name="connsiteY307" fmla="*/ 3940664 h 6382977"/>
              <a:gd name="connsiteX308" fmla="*/ 3143242 w 6501199"/>
              <a:gd name="connsiteY308" fmla="*/ 3995377 h 6382977"/>
              <a:gd name="connsiteX309" fmla="*/ 3141110 w 6501199"/>
              <a:gd name="connsiteY309" fmla="*/ 3961181 h 6382977"/>
              <a:gd name="connsiteX310" fmla="*/ 3132224 w 6501199"/>
              <a:gd name="connsiteY310" fmla="*/ 3954342 h 6382977"/>
              <a:gd name="connsiteX311" fmla="*/ 3127604 w 6501199"/>
              <a:gd name="connsiteY311" fmla="*/ 3974860 h 6382977"/>
              <a:gd name="connsiteX312" fmla="*/ 3109478 w 6501199"/>
              <a:gd name="connsiteY312" fmla="*/ 3968021 h 6382977"/>
              <a:gd name="connsiteX313" fmla="*/ 3107346 w 6501199"/>
              <a:gd name="connsiteY313" fmla="*/ 3952183 h 6382977"/>
              <a:gd name="connsiteX314" fmla="*/ 3129736 w 6501199"/>
              <a:gd name="connsiteY314" fmla="*/ 3950023 h 6382977"/>
              <a:gd name="connsiteX315" fmla="*/ 3122984 w 6501199"/>
              <a:gd name="connsiteY315" fmla="*/ 3947503 h 6382977"/>
              <a:gd name="connsiteX316" fmla="*/ 3149995 w 6501199"/>
              <a:gd name="connsiteY316" fmla="*/ 3940664 h 6382977"/>
              <a:gd name="connsiteX317" fmla="*/ 3086589 w 6501199"/>
              <a:gd name="connsiteY317" fmla="*/ 3900490 h 6382977"/>
              <a:gd name="connsiteX318" fmla="*/ 3079748 w 6501199"/>
              <a:gd name="connsiteY318" fmla="*/ 3909491 h 6382977"/>
              <a:gd name="connsiteX319" fmla="*/ 3091269 w 6501199"/>
              <a:gd name="connsiteY319" fmla="*/ 3925332 h 6382977"/>
              <a:gd name="connsiteX320" fmla="*/ 3086589 w 6501199"/>
              <a:gd name="connsiteY320" fmla="*/ 3900490 h 6382977"/>
              <a:gd name="connsiteX321" fmla="*/ 283987 w 6501199"/>
              <a:gd name="connsiteY321" fmla="*/ 3894137 h 6382977"/>
              <a:gd name="connsiteX322" fmla="*/ 263250 w 6501199"/>
              <a:gd name="connsiteY322" fmla="*/ 3936646 h 6382977"/>
              <a:gd name="connsiteX323" fmla="*/ 283987 w 6501199"/>
              <a:gd name="connsiteY323" fmla="*/ 3894137 h 6382977"/>
              <a:gd name="connsiteX324" fmla="*/ 3250186 w 6501199"/>
              <a:gd name="connsiteY324" fmla="*/ 3890962 h 6382977"/>
              <a:gd name="connsiteX325" fmla="*/ 3241367 w 6501199"/>
              <a:gd name="connsiteY325" fmla="*/ 3904359 h 6382977"/>
              <a:gd name="connsiteX326" fmla="*/ 3250186 w 6501199"/>
              <a:gd name="connsiteY326" fmla="*/ 3890962 h 6382977"/>
              <a:gd name="connsiteX327" fmla="*/ 336840 w 6501199"/>
              <a:gd name="connsiteY327" fmla="*/ 3886200 h 6382977"/>
              <a:gd name="connsiteX328" fmla="*/ 369115 w 6501199"/>
              <a:gd name="connsiteY328" fmla="*/ 3886200 h 6382977"/>
              <a:gd name="connsiteX329" fmla="*/ 398850 w 6501199"/>
              <a:gd name="connsiteY329" fmla="*/ 3897136 h 6382977"/>
              <a:gd name="connsiteX330" fmla="*/ 369115 w 6501199"/>
              <a:gd name="connsiteY330" fmla="*/ 3923947 h 6382977"/>
              <a:gd name="connsiteX331" fmla="*/ 341555 w 6501199"/>
              <a:gd name="connsiteY331" fmla="*/ 3901722 h 6382977"/>
              <a:gd name="connsiteX332" fmla="*/ 343730 w 6501199"/>
              <a:gd name="connsiteY332" fmla="*/ 3913011 h 6382977"/>
              <a:gd name="connsiteX333" fmla="*/ 336840 w 6501199"/>
              <a:gd name="connsiteY333" fmla="*/ 3886200 h 6382977"/>
              <a:gd name="connsiteX334" fmla="*/ 3209495 w 6501199"/>
              <a:gd name="connsiteY334" fmla="*/ 3884432 h 6382977"/>
              <a:gd name="connsiteX335" fmla="*/ 3218705 w 6501199"/>
              <a:gd name="connsiteY335" fmla="*/ 3891262 h 6382977"/>
              <a:gd name="connsiteX336" fmla="*/ 3218705 w 6501199"/>
              <a:gd name="connsiteY336" fmla="*/ 3907077 h 6382977"/>
              <a:gd name="connsiteX337" fmla="*/ 3238896 w 6501199"/>
              <a:gd name="connsiteY337" fmla="*/ 3931878 h 6382977"/>
              <a:gd name="connsiteX338" fmla="*/ 3216225 w 6501199"/>
              <a:gd name="connsiteY338" fmla="*/ 3920735 h 6382977"/>
              <a:gd name="connsiteX339" fmla="*/ 3198514 w 6501199"/>
              <a:gd name="connsiteY339" fmla="*/ 3893418 h 6382977"/>
              <a:gd name="connsiteX340" fmla="*/ 3209495 w 6501199"/>
              <a:gd name="connsiteY340" fmla="*/ 3884432 h 6382977"/>
              <a:gd name="connsiteX341" fmla="*/ 3143475 w 6501199"/>
              <a:gd name="connsiteY341" fmla="*/ 3882130 h 6382977"/>
              <a:gd name="connsiteX342" fmla="*/ 3163997 w 6501199"/>
              <a:gd name="connsiteY342" fmla="*/ 3900490 h 6382977"/>
              <a:gd name="connsiteX343" fmla="*/ 3163997 w 6501199"/>
              <a:gd name="connsiteY343" fmla="*/ 3884650 h 6382977"/>
              <a:gd name="connsiteX344" fmla="*/ 3143475 w 6501199"/>
              <a:gd name="connsiteY344" fmla="*/ 3882130 h 6382977"/>
              <a:gd name="connsiteX345" fmla="*/ 3102430 w 6501199"/>
              <a:gd name="connsiteY345" fmla="*/ 3873129 h 6382977"/>
              <a:gd name="connsiteX346" fmla="*/ 3091269 w 6501199"/>
              <a:gd name="connsiteY346" fmla="*/ 3879970 h 6382977"/>
              <a:gd name="connsiteX347" fmla="*/ 3102430 w 6501199"/>
              <a:gd name="connsiteY347" fmla="*/ 3902650 h 6382977"/>
              <a:gd name="connsiteX348" fmla="*/ 3116112 w 6501199"/>
              <a:gd name="connsiteY348" fmla="*/ 3900490 h 6382977"/>
              <a:gd name="connsiteX349" fmla="*/ 3102430 w 6501199"/>
              <a:gd name="connsiteY349" fmla="*/ 3873129 h 6382977"/>
              <a:gd name="connsiteX350" fmla="*/ 3223830 w 6501199"/>
              <a:gd name="connsiteY350" fmla="*/ 3872518 h 6382977"/>
              <a:gd name="connsiteX351" fmla="*/ 3237307 w 6501199"/>
              <a:gd name="connsiteY351" fmla="*/ 3874840 h 6382977"/>
              <a:gd name="connsiteX352" fmla="*/ 3221651 w 6501199"/>
              <a:gd name="connsiteY352" fmla="*/ 3890612 h 6382977"/>
              <a:gd name="connsiteX353" fmla="*/ 3217025 w 6501199"/>
              <a:gd name="connsiteY353" fmla="*/ 3881499 h 6382977"/>
              <a:gd name="connsiteX354" fmla="*/ 3223830 w 6501199"/>
              <a:gd name="connsiteY354" fmla="*/ 3872518 h 6382977"/>
              <a:gd name="connsiteX355" fmla="*/ 3163997 w 6501199"/>
              <a:gd name="connsiteY355" fmla="*/ 3857288 h 6382977"/>
              <a:gd name="connsiteX356" fmla="*/ 3159676 w 6501199"/>
              <a:gd name="connsiteY356" fmla="*/ 3870969 h 6382977"/>
              <a:gd name="connsiteX357" fmla="*/ 3168677 w 6501199"/>
              <a:gd name="connsiteY357" fmla="*/ 3893650 h 6382977"/>
              <a:gd name="connsiteX358" fmla="*/ 3163997 w 6501199"/>
              <a:gd name="connsiteY358" fmla="*/ 3857288 h 6382977"/>
              <a:gd name="connsiteX359" fmla="*/ 3134474 w 6501199"/>
              <a:gd name="connsiteY359" fmla="*/ 3825247 h 6382977"/>
              <a:gd name="connsiteX360" fmla="*/ 3132314 w 6501199"/>
              <a:gd name="connsiteY360" fmla="*/ 3836767 h 6382977"/>
              <a:gd name="connsiteX361" fmla="*/ 3132314 w 6501199"/>
              <a:gd name="connsiteY361" fmla="*/ 3850448 h 6382977"/>
              <a:gd name="connsiteX362" fmla="*/ 3148155 w 6501199"/>
              <a:gd name="connsiteY362" fmla="*/ 3870969 h 6382977"/>
              <a:gd name="connsiteX363" fmla="*/ 3154996 w 6501199"/>
              <a:gd name="connsiteY363" fmla="*/ 3854768 h 6382977"/>
              <a:gd name="connsiteX364" fmla="*/ 3134474 w 6501199"/>
              <a:gd name="connsiteY364" fmla="*/ 3825247 h 6382977"/>
              <a:gd name="connsiteX365" fmla="*/ 3112208 w 6501199"/>
              <a:gd name="connsiteY365" fmla="*/ 3818277 h 6382977"/>
              <a:gd name="connsiteX366" fmla="*/ 3109271 w 6501199"/>
              <a:gd name="connsiteY366" fmla="*/ 3825247 h 6382977"/>
              <a:gd name="connsiteX367" fmla="*/ 3125473 w 6501199"/>
              <a:gd name="connsiteY367" fmla="*/ 3845768 h 6382977"/>
              <a:gd name="connsiteX368" fmla="*/ 3112208 w 6501199"/>
              <a:gd name="connsiteY368" fmla="*/ 3818277 h 6382977"/>
              <a:gd name="connsiteX369" fmla="*/ 3214485 w 6501199"/>
              <a:gd name="connsiteY369" fmla="*/ 3816350 h 6382977"/>
              <a:gd name="connsiteX370" fmla="*/ 3242062 w 6501199"/>
              <a:gd name="connsiteY370" fmla="*/ 3825320 h 6382977"/>
              <a:gd name="connsiteX371" fmla="*/ 3205414 w 6501199"/>
              <a:gd name="connsiteY371" fmla="*/ 3868378 h 6382977"/>
              <a:gd name="connsiteX372" fmla="*/ 3196342 w 6501199"/>
              <a:gd name="connsiteY372" fmla="*/ 3845773 h 6382977"/>
              <a:gd name="connsiteX373" fmla="*/ 3191625 w 6501199"/>
              <a:gd name="connsiteY373" fmla="*/ 3847926 h 6382977"/>
              <a:gd name="connsiteX374" fmla="*/ 3214485 w 6501199"/>
              <a:gd name="connsiteY374" fmla="*/ 3816350 h 6382977"/>
              <a:gd name="connsiteX375" fmla="*/ 3389293 w 6501199"/>
              <a:gd name="connsiteY375" fmla="*/ 3814091 h 6382977"/>
              <a:gd name="connsiteX376" fmla="*/ 3382895 w 6501199"/>
              <a:gd name="connsiteY376" fmla="*/ 3834125 h 6382977"/>
              <a:gd name="connsiteX377" fmla="*/ 3389293 w 6501199"/>
              <a:gd name="connsiteY377" fmla="*/ 3814091 h 6382977"/>
              <a:gd name="connsiteX378" fmla="*/ 3435242 w 6501199"/>
              <a:gd name="connsiteY378" fmla="*/ 3811331 h 6382977"/>
              <a:gd name="connsiteX379" fmla="*/ 3445275 w 6501199"/>
              <a:gd name="connsiteY379" fmla="*/ 3823369 h 6382977"/>
              <a:gd name="connsiteX380" fmla="*/ 3423194 w 6501199"/>
              <a:gd name="connsiteY380" fmla="*/ 3830274 h 6382977"/>
              <a:gd name="connsiteX381" fmla="*/ 3418638 w 6501199"/>
              <a:gd name="connsiteY381" fmla="*/ 3816464 h 6382977"/>
              <a:gd name="connsiteX382" fmla="*/ 3435242 w 6501199"/>
              <a:gd name="connsiteY382" fmla="*/ 3811331 h 6382977"/>
              <a:gd name="connsiteX383" fmla="*/ 3344611 w 6501199"/>
              <a:gd name="connsiteY383" fmla="*/ 3806825 h 6382977"/>
              <a:gd name="connsiteX384" fmla="*/ 3344611 w 6501199"/>
              <a:gd name="connsiteY384" fmla="*/ 3811086 h 6382977"/>
              <a:gd name="connsiteX385" fmla="*/ 3351596 w 6501199"/>
              <a:gd name="connsiteY385" fmla="*/ 3820318 h 6382977"/>
              <a:gd name="connsiteX386" fmla="*/ 3317038 w 6501199"/>
              <a:gd name="connsiteY386" fmla="*/ 3831326 h 6382977"/>
              <a:gd name="connsiteX387" fmla="*/ 3344611 w 6501199"/>
              <a:gd name="connsiteY387" fmla="*/ 3806825 h 6382977"/>
              <a:gd name="connsiteX388" fmla="*/ 3285972 w 6501199"/>
              <a:gd name="connsiteY388" fmla="*/ 3802590 h 6382977"/>
              <a:gd name="connsiteX389" fmla="*/ 3296036 w 6501199"/>
              <a:gd name="connsiteY389" fmla="*/ 3811753 h 6382977"/>
              <a:gd name="connsiteX390" fmla="*/ 3277467 w 6501199"/>
              <a:gd name="connsiteY390" fmla="*/ 3832011 h 6382977"/>
              <a:gd name="connsiteX391" fmla="*/ 3261447 w 6501199"/>
              <a:gd name="connsiteY391" fmla="*/ 3829879 h 6382977"/>
              <a:gd name="connsiteX392" fmla="*/ 3285972 w 6501199"/>
              <a:gd name="connsiteY392" fmla="*/ 3802590 h 6382977"/>
              <a:gd name="connsiteX393" fmla="*/ 3136634 w 6501199"/>
              <a:gd name="connsiteY393" fmla="*/ 3795726 h 6382977"/>
              <a:gd name="connsiteX394" fmla="*/ 3163997 w 6501199"/>
              <a:gd name="connsiteY394" fmla="*/ 3845768 h 6382977"/>
              <a:gd name="connsiteX395" fmla="*/ 3175518 w 6501199"/>
              <a:gd name="connsiteY395" fmla="*/ 3843608 h 6382977"/>
              <a:gd name="connsiteX396" fmla="*/ 3157156 w 6501199"/>
              <a:gd name="connsiteY396" fmla="*/ 3800406 h 6382977"/>
              <a:gd name="connsiteX397" fmla="*/ 3136634 w 6501199"/>
              <a:gd name="connsiteY397" fmla="*/ 3795726 h 6382977"/>
              <a:gd name="connsiteX398" fmla="*/ 3345766 w 6501199"/>
              <a:gd name="connsiteY398" fmla="*/ 3792420 h 6382977"/>
              <a:gd name="connsiteX399" fmla="*/ 3344025 w 6501199"/>
              <a:gd name="connsiteY399" fmla="*/ 3796593 h 6382977"/>
              <a:gd name="connsiteX400" fmla="*/ 3344341 w 6501199"/>
              <a:gd name="connsiteY400" fmla="*/ 3792682 h 6382977"/>
              <a:gd name="connsiteX401" fmla="*/ 3184519 w 6501199"/>
              <a:gd name="connsiteY401" fmla="*/ 3779885 h 6382977"/>
              <a:gd name="connsiteX402" fmla="*/ 3186679 w 6501199"/>
              <a:gd name="connsiteY402" fmla="*/ 3793565 h 6382977"/>
              <a:gd name="connsiteX403" fmla="*/ 3202521 w 6501199"/>
              <a:gd name="connsiteY403" fmla="*/ 3782045 h 6382977"/>
              <a:gd name="connsiteX404" fmla="*/ 3184519 w 6501199"/>
              <a:gd name="connsiteY404" fmla="*/ 3779885 h 6382977"/>
              <a:gd name="connsiteX405" fmla="*/ 3389806 w 6501199"/>
              <a:gd name="connsiteY405" fmla="*/ 3778250 h 6382977"/>
              <a:gd name="connsiteX406" fmla="*/ 3385120 w 6501199"/>
              <a:gd name="connsiteY406" fmla="*/ 3801268 h 6382977"/>
              <a:gd name="connsiteX407" fmla="*/ 3391969 w 6501199"/>
              <a:gd name="connsiteY407" fmla="*/ 3782926 h 6382977"/>
              <a:gd name="connsiteX408" fmla="*/ 3426215 w 6501199"/>
              <a:gd name="connsiteY408" fmla="*/ 3794435 h 6382977"/>
              <a:gd name="connsiteX409" fmla="*/ 3389806 w 6501199"/>
              <a:gd name="connsiteY409" fmla="*/ 3798751 h 6382977"/>
              <a:gd name="connsiteX410" fmla="*/ 3396655 w 6501199"/>
              <a:gd name="connsiteY410" fmla="*/ 3808102 h 6382977"/>
              <a:gd name="connsiteX411" fmla="*/ 3369259 w 6501199"/>
              <a:gd name="connsiteY411" fmla="*/ 3796593 h 6382977"/>
              <a:gd name="connsiteX412" fmla="*/ 3357724 w 6501199"/>
              <a:gd name="connsiteY412" fmla="*/ 3810260 h 6382977"/>
              <a:gd name="connsiteX413" fmla="*/ 3344025 w 6501199"/>
              <a:gd name="connsiteY413" fmla="*/ 3801268 h 6382977"/>
              <a:gd name="connsiteX414" fmla="*/ 3346549 w 6501199"/>
              <a:gd name="connsiteY414" fmla="*/ 3792277 h 6382977"/>
              <a:gd name="connsiteX415" fmla="*/ 3345766 w 6501199"/>
              <a:gd name="connsiteY415" fmla="*/ 3792420 h 6382977"/>
              <a:gd name="connsiteX416" fmla="*/ 3348621 w 6501199"/>
              <a:gd name="connsiteY416" fmla="*/ 3785578 h 6382977"/>
              <a:gd name="connsiteX417" fmla="*/ 3360247 w 6501199"/>
              <a:gd name="connsiteY417" fmla="*/ 3782926 h 6382977"/>
              <a:gd name="connsiteX418" fmla="*/ 3389806 w 6501199"/>
              <a:gd name="connsiteY418" fmla="*/ 3778250 h 6382977"/>
              <a:gd name="connsiteX419" fmla="*/ 3429387 w 6501199"/>
              <a:gd name="connsiteY419" fmla="*/ 3750072 h 6382977"/>
              <a:gd name="connsiteX420" fmla="*/ 3404350 w 6501199"/>
              <a:gd name="connsiteY420" fmla="*/ 3769957 h 6382977"/>
              <a:gd name="connsiteX421" fmla="*/ 3429387 w 6501199"/>
              <a:gd name="connsiteY421" fmla="*/ 3750072 h 6382977"/>
              <a:gd name="connsiteX422" fmla="*/ 3447952 w 6501199"/>
              <a:gd name="connsiteY422" fmla="*/ 3748432 h 6382977"/>
              <a:gd name="connsiteX423" fmla="*/ 3472260 w 6501199"/>
              <a:gd name="connsiteY423" fmla="*/ 3757846 h 6382977"/>
              <a:gd name="connsiteX424" fmla="*/ 3447566 w 6501199"/>
              <a:gd name="connsiteY424" fmla="*/ 3753192 h 6382977"/>
              <a:gd name="connsiteX425" fmla="*/ 3447952 w 6501199"/>
              <a:gd name="connsiteY425" fmla="*/ 3748432 h 6382977"/>
              <a:gd name="connsiteX426" fmla="*/ 4356488 w 6501199"/>
              <a:gd name="connsiteY426" fmla="*/ 3736304 h 6382977"/>
              <a:gd name="connsiteX427" fmla="*/ 4310813 w 6501199"/>
              <a:gd name="connsiteY427" fmla="*/ 3752045 h 6382977"/>
              <a:gd name="connsiteX428" fmla="*/ 4356488 w 6501199"/>
              <a:gd name="connsiteY428" fmla="*/ 3736304 h 6382977"/>
              <a:gd name="connsiteX429" fmla="*/ 4426341 w 6501199"/>
              <a:gd name="connsiteY429" fmla="*/ 3729581 h 6382977"/>
              <a:gd name="connsiteX430" fmla="*/ 4369550 w 6501199"/>
              <a:gd name="connsiteY430" fmla="*/ 3747724 h 6382977"/>
              <a:gd name="connsiteX431" fmla="*/ 4426341 w 6501199"/>
              <a:gd name="connsiteY431" fmla="*/ 3729581 h 6382977"/>
              <a:gd name="connsiteX432" fmla="*/ 3909785 w 6501199"/>
              <a:gd name="connsiteY432" fmla="*/ 3704880 h 6382977"/>
              <a:gd name="connsiteX433" fmla="*/ 3932634 w 6501199"/>
              <a:gd name="connsiteY433" fmla="*/ 3714601 h 6382977"/>
              <a:gd name="connsiteX434" fmla="*/ 3914922 w 6501199"/>
              <a:gd name="connsiteY434" fmla="*/ 3719066 h 6382977"/>
              <a:gd name="connsiteX435" fmla="*/ 3890125 w 6501199"/>
              <a:gd name="connsiteY435" fmla="*/ 3721670 h 6382977"/>
              <a:gd name="connsiteX436" fmla="*/ 3909785 w 6501199"/>
              <a:gd name="connsiteY436" fmla="*/ 3704880 h 6382977"/>
              <a:gd name="connsiteX437" fmla="*/ 110597 w 6501199"/>
              <a:gd name="connsiteY437" fmla="*/ 3681412 h 6382977"/>
              <a:gd name="connsiteX438" fmla="*/ 130574 w 6501199"/>
              <a:gd name="connsiteY438" fmla="*/ 3700096 h 6382977"/>
              <a:gd name="connsiteX439" fmla="*/ 103938 w 6501199"/>
              <a:gd name="connsiteY439" fmla="*/ 3693135 h 6382977"/>
              <a:gd name="connsiteX440" fmla="*/ 110597 w 6501199"/>
              <a:gd name="connsiteY440" fmla="*/ 3681412 h 6382977"/>
              <a:gd name="connsiteX441" fmla="*/ 4488713 w 6501199"/>
              <a:gd name="connsiteY441" fmla="*/ 3680970 h 6382977"/>
              <a:gd name="connsiteX442" fmla="*/ 4486301 w 6501199"/>
              <a:gd name="connsiteY442" fmla="*/ 3682688 h 6382977"/>
              <a:gd name="connsiteX443" fmla="*/ 4488406 w 6501199"/>
              <a:gd name="connsiteY443" fmla="*/ 3685009 h 6382977"/>
              <a:gd name="connsiteX444" fmla="*/ 4491195 w 6501199"/>
              <a:gd name="connsiteY444" fmla="*/ 3681126 h 6382977"/>
              <a:gd name="connsiteX445" fmla="*/ 4962922 w 6501199"/>
              <a:gd name="connsiteY445" fmla="*/ 3652837 h 6382977"/>
              <a:gd name="connsiteX446" fmla="*/ 4933994 w 6501199"/>
              <a:gd name="connsiteY446" fmla="*/ 3680043 h 6382977"/>
              <a:gd name="connsiteX447" fmla="*/ 4962922 w 6501199"/>
              <a:gd name="connsiteY447" fmla="*/ 3652837 h 6382977"/>
              <a:gd name="connsiteX448" fmla="*/ 589713 w 6501199"/>
              <a:gd name="connsiteY448" fmla="*/ 3652837 h 6382977"/>
              <a:gd name="connsiteX449" fmla="*/ 605678 w 6501199"/>
              <a:gd name="connsiteY449" fmla="*/ 3654953 h 6382977"/>
              <a:gd name="connsiteX450" fmla="*/ 598784 w 6501199"/>
              <a:gd name="connsiteY450" fmla="*/ 3668359 h 6382977"/>
              <a:gd name="connsiteX451" fmla="*/ 589713 w 6501199"/>
              <a:gd name="connsiteY451" fmla="*/ 3652837 h 6382977"/>
              <a:gd name="connsiteX452" fmla="*/ 3518747 w 6501199"/>
              <a:gd name="connsiteY452" fmla="*/ 3652365 h 6382977"/>
              <a:gd name="connsiteX453" fmla="*/ 3509633 w 6501199"/>
              <a:gd name="connsiteY453" fmla="*/ 3670440 h 6382977"/>
              <a:gd name="connsiteX454" fmla="*/ 3500272 w 6501199"/>
              <a:gd name="connsiteY454" fmla="*/ 3677280 h 6382977"/>
              <a:gd name="connsiteX455" fmla="*/ 3527635 w 6501199"/>
              <a:gd name="connsiteY455" fmla="*/ 3652438 h 6382977"/>
              <a:gd name="connsiteX456" fmla="*/ 3518747 w 6501199"/>
              <a:gd name="connsiteY456" fmla="*/ 3652365 h 6382977"/>
              <a:gd name="connsiteX457" fmla="*/ 3450227 w 6501199"/>
              <a:gd name="connsiteY457" fmla="*/ 3647758 h 6382977"/>
              <a:gd name="connsiteX458" fmla="*/ 3450902 w 6501199"/>
              <a:gd name="connsiteY458" fmla="*/ 3665534 h 6382977"/>
              <a:gd name="connsiteX459" fmla="*/ 3450366 w 6501199"/>
              <a:gd name="connsiteY459" fmla="*/ 3668232 h 6382977"/>
              <a:gd name="connsiteX460" fmla="*/ 3455888 w 6501199"/>
              <a:gd name="connsiteY460" fmla="*/ 3675867 h 6382977"/>
              <a:gd name="connsiteX461" fmla="*/ 3456663 w 6501199"/>
              <a:gd name="connsiteY461" fmla="*/ 3674310 h 6382977"/>
              <a:gd name="connsiteX462" fmla="*/ 3461748 w 6501199"/>
              <a:gd name="connsiteY462" fmla="*/ 3663959 h 6382977"/>
              <a:gd name="connsiteX463" fmla="*/ 3466429 w 6501199"/>
              <a:gd name="connsiteY463" fmla="*/ 3663959 h 6382977"/>
              <a:gd name="connsiteX464" fmla="*/ 3450227 w 6501199"/>
              <a:gd name="connsiteY464" fmla="*/ 3647758 h 6382977"/>
              <a:gd name="connsiteX465" fmla="*/ 15732 w 6501199"/>
              <a:gd name="connsiteY465" fmla="*/ 3643312 h 6382977"/>
              <a:gd name="connsiteX466" fmla="*/ 4454 w 6501199"/>
              <a:gd name="connsiteY466" fmla="*/ 3660951 h 6382977"/>
              <a:gd name="connsiteX467" fmla="*/ 15732 w 6501199"/>
              <a:gd name="connsiteY467" fmla="*/ 3643312 h 6382977"/>
              <a:gd name="connsiteX468" fmla="*/ 4713676 w 6501199"/>
              <a:gd name="connsiteY468" fmla="*/ 3641725 h 6382977"/>
              <a:gd name="connsiteX469" fmla="*/ 4693400 w 6501199"/>
              <a:gd name="connsiteY469" fmla="*/ 3665171 h 6382977"/>
              <a:gd name="connsiteX470" fmla="*/ 4693400 w 6501199"/>
              <a:gd name="connsiteY470" fmla="*/ 3644289 h 6382977"/>
              <a:gd name="connsiteX471" fmla="*/ 4713676 w 6501199"/>
              <a:gd name="connsiteY471" fmla="*/ 3641725 h 6382977"/>
              <a:gd name="connsiteX472" fmla="*/ 3866283 w 6501199"/>
              <a:gd name="connsiteY472" fmla="*/ 3638734 h 6382977"/>
              <a:gd name="connsiteX473" fmla="*/ 3865514 w 6501199"/>
              <a:gd name="connsiteY473" fmla="*/ 3645784 h 6382977"/>
              <a:gd name="connsiteX474" fmla="*/ 3853109 w 6501199"/>
              <a:gd name="connsiteY474" fmla="*/ 3663959 h 6382977"/>
              <a:gd name="connsiteX475" fmla="*/ 3887313 w 6501199"/>
              <a:gd name="connsiteY475" fmla="*/ 3657119 h 6382977"/>
              <a:gd name="connsiteX476" fmla="*/ 3874082 w 6501199"/>
              <a:gd name="connsiteY476" fmla="*/ 3642808 h 6382977"/>
              <a:gd name="connsiteX477" fmla="*/ 3873702 w 6501199"/>
              <a:gd name="connsiteY477" fmla="*/ 3639666 h 6382977"/>
              <a:gd name="connsiteX478" fmla="*/ 57528 w 6501199"/>
              <a:gd name="connsiteY478" fmla="*/ 3638550 h 6382977"/>
              <a:gd name="connsiteX479" fmla="*/ 34088 w 6501199"/>
              <a:gd name="connsiteY479" fmla="*/ 3665187 h 6382977"/>
              <a:gd name="connsiteX480" fmla="*/ 57528 w 6501199"/>
              <a:gd name="connsiteY480" fmla="*/ 3638550 h 6382977"/>
              <a:gd name="connsiteX481" fmla="*/ 3757295 w 6501199"/>
              <a:gd name="connsiteY481" fmla="*/ 3627393 h 6382977"/>
              <a:gd name="connsiteX482" fmla="*/ 3757339 w 6501199"/>
              <a:gd name="connsiteY482" fmla="*/ 3627597 h 6382977"/>
              <a:gd name="connsiteX483" fmla="*/ 3759464 w 6501199"/>
              <a:gd name="connsiteY483" fmla="*/ 3627543 h 6382977"/>
              <a:gd name="connsiteX484" fmla="*/ 3737419 w 6501199"/>
              <a:gd name="connsiteY484" fmla="*/ 3623937 h 6382977"/>
              <a:gd name="connsiteX485" fmla="*/ 3737177 w 6501199"/>
              <a:gd name="connsiteY485" fmla="*/ 3625077 h 6382977"/>
              <a:gd name="connsiteX486" fmla="*/ 3741065 w 6501199"/>
              <a:gd name="connsiteY486" fmla="*/ 3624634 h 6382977"/>
              <a:gd name="connsiteX487" fmla="*/ 3712143 w 6501199"/>
              <a:gd name="connsiteY487" fmla="*/ 3619108 h 6382977"/>
              <a:gd name="connsiteX488" fmla="*/ 3711974 w 6501199"/>
              <a:gd name="connsiteY488" fmla="*/ 3620757 h 6382977"/>
              <a:gd name="connsiteX489" fmla="*/ 3725656 w 6501199"/>
              <a:gd name="connsiteY489" fmla="*/ 3625077 h 6382977"/>
              <a:gd name="connsiteX490" fmla="*/ 3726465 w 6501199"/>
              <a:gd name="connsiteY490" fmla="*/ 3621844 h 6382977"/>
              <a:gd name="connsiteX491" fmla="*/ 4663092 w 6501199"/>
              <a:gd name="connsiteY491" fmla="*/ 3617429 h 6382977"/>
              <a:gd name="connsiteX492" fmla="*/ 4702565 w 6501199"/>
              <a:gd name="connsiteY492" fmla="*/ 3621566 h 6382977"/>
              <a:gd name="connsiteX493" fmla="*/ 4605899 w 6501199"/>
              <a:gd name="connsiteY493" fmla="*/ 3683731 h 6382977"/>
              <a:gd name="connsiteX494" fmla="*/ 4596660 w 6501199"/>
              <a:gd name="connsiteY494" fmla="*/ 3683843 h 6382977"/>
              <a:gd name="connsiteX495" fmla="*/ 4595002 w 6501199"/>
              <a:gd name="connsiteY495" fmla="*/ 3684234 h 6382977"/>
              <a:gd name="connsiteX496" fmla="*/ 4542588 w 6501199"/>
              <a:gd name="connsiteY496" fmla="*/ 3690584 h 6382977"/>
              <a:gd name="connsiteX497" fmla="*/ 4542588 w 6501199"/>
              <a:gd name="connsiteY497" fmla="*/ 3684353 h 6382977"/>
              <a:gd name="connsiteX498" fmla="*/ 4505490 w 6501199"/>
              <a:gd name="connsiteY498" fmla="*/ 3682023 h 6382977"/>
              <a:gd name="connsiteX499" fmla="*/ 4505537 w 6501199"/>
              <a:gd name="connsiteY499" fmla="*/ 3682265 h 6382977"/>
              <a:gd name="connsiteX500" fmla="*/ 4503828 w 6501199"/>
              <a:gd name="connsiteY500" fmla="*/ 3694683 h 6382977"/>
              <a:gd name="connsiteX501" fmla="*/ 4488406 w 6501199"/>
              <a:gd name="connsiteY501" fmla="*/ 3696915 h 6382977"/>
              <a:gd name="connsiteX502" fmla="*/ 4483850 w 6501199"/>
              <a:gd name="connsiteY502" fmla="*/ 3685009 h 6382977"/>
              <a:gd name="connsiteX503" fmla="*/ 4485326 w 6501199"/>
              <a:gd name="connsiteY503" fmla="*/ 3683382 h 6382977"/>
              <a:gd name="connsiteX504" fmla="*/ 4456671 w 6501199"/>
              <a:gd name="connsiteY504" fmla="*/ 3703789 h 6382977"/>
              <a:gd name="connsiteX505" fmla="*/ 4331743 w 6501199"/>
              <a:gd name="connsiteY505" fmla="*/ 3708498 h 6382977"/>
              <a:gd name="connsiteX506" fmla="*/ 4220137 w 6501199"/>
              <a:gd name="connsiteY506" fmla="*/ 3726609 h 6382977"/>
              <a:gd name="connsiteX507" fmla="*/ 4015645 w 6501199"/>
              <a:gd name="connsiteY507" fmla="*/ 3694734 h 6382977"/>
              <a:gd name="connsiteX508" fmla="*/ 3942561 w 6501199"/>
              <a:gd name="connsiteY508" fmla="*/ 3703789 h 6382977"/>
              <a:gd name="connsiteX509" fmla="*/ 3935721 w 6501199"/>
              <a:gd name="connsiteY509" fmla="*/ 3692198 h 6382977"/>
              <a:gd name="connsiteX510" fmla="*/ 3947241 w 6501199"/>
              <a:gd name="connsiteY510" fmla="*/ 3655614 h 6382977"/>
              <a:gd name="connsiteX511" fmla="*/ 3983603 w 6501199"/>
              <a:gd name="connsiteY511" fmla="*/ 3671552 h 6382977"/>
              <a:gd name="connsiteX512" fmla="*/ 4105160 w 6501199"/>
              <a:gd name="connsiteY512" fmla="*/ 3675882 h 6382977"/>
              <a:gd name="connsiteX513" fmla="*/ 4119537 w 6501199"/>
              <a:gd name="connsiteY513" fmla="*/ 3676018 h 6382977"/>
              <a:gd name="connsiteX514" fmla="*/ 4119505 w 6501199"/>
              <a:gd name="connsiteY514" fmla="*/ 3674963 h 6382977"/>
              <a:gd name="connsiteX515" fmla="*/ 4156463 w 6501199"/>
              <a:gd name="connsiteY515" fmla="*/ 3670300 h 6382977"/>
              <a:gd name="connsiteX516" fmla="*/ 4155331 w 6501199"/>
              <a:gd name="connsiteY516" fmla="*/ 3673285 h 6382977"/>
              <a:gd name="connsiteX517" fmla="*/ 4180670 w 6501199"/>
              <a:gd name="connsiteY517" fmla="*/ 3665802 h 6382977"/>
              <a:gd name="connsiteX518" fmla="*/ 4217977 w 6501199"/>
              <a:gd name="connsiteY518" fmla="*/ 3653441 h 6382977"/>
              <a:gd name="connsiteX519" fmla="*/ 4295787 w 6501199"/>
              <a:gd name="connsiteY519" fmla="*/ 3642438 h 6382977"/>
              <a:gd name="connsiteX520" fmla="*/ 4308531 w 6501199"/>
              <a:gd name="connsiteY520" fmla="*/ 3641673 h 6382977"/>
              <a:gd name="connsiteX521" fmla="*/ 4308821 w 6501199"/>
              <a:gd name="connsiteY521" fmla="*/ 3641596 h 6382977"/>
              <a:gd name="connsiteX522" fmla="*/ 4379313 w 6501199"/>
              <a:gd name="connsiteY522" fmla="*/ 3632200 h 6382977"/>
              <a:gd name="connsiteX523" fmla="*/ 4380579 w 6501199"/>
              <a:gd name="connsiteY523" fmla="*/ 3637431 h 6382977"/>
              <a:gd name="connsiteX524" fmla="*/ 4531915 w 6501199"/>
              <a:gd name="connsiteY524" fmla="*/ 3630621 h 6382977"/>
              <a:gd name="connsiteX525" fmla="*/ 4663092 w 6501199"/>
              <a:gd name="connsiteY525" fmla="*/ 3617429 h 6382977"/>
              <a:gd name="connsiteX526" fmla="*/ 3690114 w 6501199"/>
              <a:gd name="connsiteY526" fmla="*/ 3612038 h 6382977"/>
              <a:gd name="connsiteX527" fmla="*/ 3689292 w 6501199"/>
              <a:gd name="connsiteY527" fmla="*/ 3613917 h 6382977"/>
              <a:gd name="connsiteX528" fmla="*/ 3691452 w 6501199"/>
              <a:gd name="connsiteY528" fmla="*/ 3625077 h 6382977"/>
              <a:gd name="connsiteX529" fmla="*/ 3703586 w 6501199"/>
              <a:gd name="connsiteY529" fmla="*/ 3616529 h 6382977"/>
              <a:gd name="connsiteX530" fmla="*/ 4858141 w 6501199"/>
              <a:gd name="connsiteY530" fmla="*/ 3608924 h 6382977"/>
              <a:gd name="connsiteX531" fmla="*/ 4737850 w 6501199"/>
              <a:gd name="connsiteY531" fmla="*/ 3640825 h 6382977"/>
              <a:gd name="connsiteX532" fmla="*/ 4858141 w 6501199"/>
              <a:gd name="connsiteY532" fmla="*/ 3608924 h 6382977"/>
              <a:gd name="connsiteX533" fmla="*/ 3616991 w 6501199"/>
              <a:gd name="connsiteY533" fmla="*/ 3602900 h 6382977"/>
              <a:gd name="connsiteX534" fmla="*/ 3606663 w 6501199"/>
              <a:gd name="connsiteY534" fmla="*/ 3609381 h 6382977"/>
              <a:gd name="connsiteX535" fmla="*/ 3606281 w 6501199"/>
              <a:gd name="connsiteY535" fmla="*/ 3614316 h 6382977"/>
              <a:gd name="connsiteX536" fmla="*/ 3609724 w 6501199"/>
              <a:gd name="connsiteY536" fmla="*/ 3629757 h 6382977"/>
              <a:gd name="connsiteX537" fmla="*/ 3639247 w 6501199"/>
              <a:gd name="connsiteY537" fmla="*/ 3629757 h 6382977"/>
              <a:gd name="connsiteX538" fmla="*/ 3648248 w 6501199"/>
              <a:gd name="connsiteY538" fmla="*/ 3607076 h 6382977"/>
              <a:gd name="connsiteX539" fmla="*/ 3616564 w 6501199"/>
              <a:gd name="connsiteY539" fmla="*/ 3625077 h 6382977"/>
              <a:gd name="connsiteX540" fmla="*/ 3625374 w 6501199"/>
              <a:gd name="connsiteY540" fmla="*/ 3611053 h 6382977"/>
              <a:gd name="connsiteX541" fmla="*/ 3625546 w 6501199"/>
              <a:gd name="connsiteY541" fmla="*/ 3603254 h 6382977"/>
              <a:gd name="connsiteX542" fmla="*/ 3857430 w 6501199"/>
              <a:gd name="connsiteY542" fmla="*/ 3595556 h 6382977"/>
              <a:gd name="connsiteX543" fmla="*/ 3846268 w 6501199"/>
              <a:gd name="connsiteY543" fmla="*/ 3620757 h 6382977"/>
              <a:gd name="connsiteX544" fmla="*/ 3839428 w 6501199"/>
              <a:gd name="connsiteY544" fmla="*/ 3609236 h 6382977"/>
              <a:gd name="connsiteX545" fmla="*/ 3837267 w 6501199"/>
              <a:gd name="connsiteY545" fmla="*/ 3625077 h 6382977"/>
              <a:gd name="connsiteX546" fmla="*/ 3856215 w 6501199"/>
              <a:gd name="connsiteY546" fmla="*/ 3627147 h 6382977"/>
              <a:gd name="connsiteX547" fmla="*/ 3861385 w 6501199"/>
              <a:gd name="connsiteY547" fmla="*/ 3630535 h 6382977"/>
              <a:gd name="connsiteX548" fmla="*/ 3872614 w 6501199"/>
              <a:gd name="connsiteY548" fmla="*/ 3630666 h 6382977"/>
              <a:gd name="connsiteX549" fmla="*/ 3871111 w 6501199"/>
              <a:gd name="connsiteY549" fmla="*/ 3618237 h 6382977"/>
              <a:gd name="connsiteX550" fmla="*/ 3887313 w 6501199"/>
              <a:gd name="connsiteY550" fmla="*/ 3629757 h 6382977"/>
              <a:gd name="connsiteX551" fmla="*/ 3857430 w 6501199"/>
              <a:gd name="connsiteY551" fmla="*/ 3595556 h 6382977"/>
              <a:gd name="connsiteX552" fmla="*/ 3718815 w 6501199"/>
              <a:gd name="connsiteY552" fmla="*/ 3593396 h 6382977"/>
              <a:gd name="connsiteX553" fmla="*/ 3716294 w 6501199"/>
              <a:gd name="connsiteY553" fmla="*/ 3598810 h 6382977"/>
              <a:gd name="connsiteX554" fmla="*/ 3731841 w 6501199"/>
              <a:gd name="connsiteY554" fmla="*/ 3601150 h 6382977"/>
              <a:gd name="connsiteX555" fmla="*/ 3729886 w 6501199"/>
              <a:gd name="connsiteY555" fmla="*/ 3598166 h 6382977"/>
              <a:gd name="connsiteX556" fmla="*/ 3718815 w 6501199"/>
              <a:gd name="connsiteY556" fmla="*/ 3593396 h 6382977"/>
              <a:gd name="connsiteX557" fmla="*/ 3750858 w 6501199"/>
              <a:gd name="connsiteY557" fmla="*/ 3584035 h 6382977"/>
              <a:gd name="connsiteX558" fmla="*/ 3745908 w 6501199"/>
              <a:gd name="connsiteY558" fmla="*/ 3595241 h 6382977"/>
              <a:gd name="connsiteX559" fmla="*/ 3740789 w 6501199"/>
              <a:gd name="connsiteY559" fmla="*/ 3602498 h 6382977"/>
              <a:gd name="connsiteX560" fmla="*/ 3758967 w 6501199"/>
              <a:gd name="connsiteY560" fmla="*/ 3605235 h 6382977"/>
              <a:gd name="connsiteX561" fmla="*/ 3759859 w 6501199"/>
              <a:gd name="connsiteY561" fmla="*/ 3604556 h 6382977"/>
              <a:gd name="connsiteX562" fmla="*/ 3759649 w 6501199"/>
              <a:gd name="connsiteY562" fmla="*/ 3605337 h 6382977"/>
              <a:gd name="connsiteX563" fmla="*/ 3767275 w 6501199"/>
              <a:gd name="connsiteY563" fmla="*/ 3606485 h 6382977"/>
              <a:gd name="connsiteX564" fmla="*/ 3767555 w 6501199"/>
              <a:gd name="connsiteY564" fmla="*/ 3601811 h 6382977"/>
              <a:gd name="connsiteX565" fmla="*/ 3773541 w 6501199"/>
              <a:gd name="connsiteY565" fmla="*/ 3584035 h 6382977"/>
              <a:gd name="connsiteX566" fmla="*/ 3753019 w 6501199"/>
              <a:gd name="connsiteY566" fmla="*/ 3600236 h 6382977"/>
              <a:gd name="connsiteX567" fmla="*/ 3750858 w 6501199"/>
              <a:gd name="connsiteY567" fmla="*/ 3584035 h 6382977"/>
              <a:gd name="connsiteX568" fmla="*/ 59130 w 6501199"/>
              <a:gd name="connsiteY568" fmla="*/ 3581400 h 6382977"/>
              <a:gd name="connsiteX569" fmla="*/ 11863 w 6501199"/>
              <a:gd name="connsiteY569" fmla="*/ 3642952 h 6382977"/>
              <a:gd name="connsiteX570" fmla="*/ 59130 w 6501199"/>
              <a:gd name="connsiteY570" fmla="*/ 3581400 h 6382977"/>
              <a:gd name="connsiteX571" fmla="*/ 3800544 w 6501199"/>
              <a:gd name="connsiteY571" fmla="*/ 3579715 h 6382977"/>
              <a:gd name="connsiteX572" fmla="*/ 3796223 w 6501199"/>
              <a:gd name="connsiteY572" fmla="*/ 3611396 h 6382977"/>
              <a:gd name="connsiteX573" fmla="*/ 3782272 w 6501199"/>
              <a:gd name="connsiteY573" fmla="*/ 3604286 h 6382977"/>
              <a:gd name="connsiteX574" fmla="*/ 3777362 w 6501199"/>
              <a:gd name="connsiteY574" fmla="*/ 3608004 h 6382977"/>
              <a:gd name="connsiteX575" fmla="*/ 3779325 w 6501199"/>
              <a:gd name="connsiteY575" fmla="*/ 3608300 h 6382977"/>
              <a:gd name="connsiteX576" fmla="*/ 3811382 w 6501199"/>
              <a:gd name="connsiteY576" fmla="*/ 3617254 h 6382977"/>
              <a:gd name="connsiteX577" fmla="*/ 3811861 w 6501199"/>
              <a:gd name="connsiteY577" fmla="*/ 3617492 h 6382977"/>
              <a:gd name="connsiteX578" fmla="*/ 3812813 w 6501199"/>
              <a:gd name="connsiteY578" fmla="*/ 3614850 h 6382977"/>
              <a:gd name="connsiteX579" fmla="*/ 3814585 w 6501199"/>
              <a:gd name="connsiteY579" fmla="*/ 3602396 h 6382977"/>
              <a:gd name="connsiteX580" fmla="*/ 3820166 w 6501199"/>
              <a:gd name="connsiteY580" fmla="*/ 3613736 h 6382977"/>
              <a:gd name="connsiteX581" fmla="*/ 3819231 w 6501199"/>
              <a:gd name="connsiteY581" fmla="*/ 3621143 h 6382977"/>
              <a:gd name="connsiteX582" fmla="*/ 3825745 w 6501199"/>
              <a:gd name="connsiteY582" fmla="*/ 3624369 h 6382977"/>
              <a:gd name="connsiteX583" fmla="*/ 3825701 w 6501199"/>
              <a:gd name="connsiteY583" fmla="*/ 3605861 h 6382977"/>
              <a:gd name="connsiteX584" fmla="*/ 3818906 w 6501199"/>
              <a:gd name="connsiteY584" fmla="*/ 3593396 h 6382977"/>
              <a:gd name="connsiteX585" fmla="*/ 3800544 w 6501199"/>
              <a:gd name="connsiteY585" fmla="*/ 3579715 h 6382977"/>
              <a:gd name="connsiteX586" fmla="*/ 79218 w 6501199"/>
              <a:gd name="connsiteY586" fmla="*/ 3576637 h 6382977"/>
              <a:gd name="connsiteX587" fmla="*/ 74863 w 6501199"/>
              <a:gd name="connsiteY587" fmla="*/ 3608034 h 6382977"/>
              <a:gd name="connsiteX588" fmla="*/ 74863 w 6501199"/>
              <a:gd name="connsiteY588" fmla="*/ 3599215 h 6382977"/>
              <a:gd name="connsiteX589" fmla="*/ 61075 w 6501199"/>
              <a:gd name="connsiteY589" fmla="*/ 3587926 h 6382977"/>
              <a:gd name="connsiteX590" fmla="*/ 79218 w 6501199"/>
              <a:gd name="connsiteY590" fmla="*/ 3576637 h 6382977"/>
              <a:gd name="connsiteX591" fmla="*/ 4430970 w 6501199"/>
              <a:gd name="connsiteY591" fmla="*/ 3568194 h 6382977"/>
              <a:gd name="connsiteX592" fmla="*/ 4401447 w 6501199"/>
              <a:gd name="connsiteY592" fmla="*/ 3579715 h 6382977"/>
              <a:gd name="connsiteX593" fmla="*/ 4430970 w 6501199"/>
              <a:gd name="connsiteY593" fmla="*/ 3568194 h 6382977"/>
              <a:gd name="connsiteX594" fmla="*/ 4953239 w 6501199"/>
              <a:gd name="connsiteY594" fmla="*/ 3565966 h 6382977"/>
              <a:gd name="connsiteX595" fmla="*/ 4937473 w 6501199"/>
              <a:gd name="connsiteY595" fmla="*/ 3568177 h 6382977"/>
              <a:gd name="connsiteX596" fmla="*/ 4906686 w 6501199"/>
              <a:gd name="connsiteY596" fmla="*/ 3583651 h 6382977"/>
              <a:gd name="connsiteX597" fmla="*/ 4892302 w 6501199"/>
              <a:gd name="connsiteY597" fmla="*/ 3587255 h 6382977"/>
              <a:gd name="connsiteX598" fmla="*/ 4899824 w 6501199"/>
              <a:gd name="connsiteY598" fmla="*/ 3586835 h 6382977"/>
              <a:gd name="connsiteX599" fmla="*/ 4941192 w 6501199"/>
              <a:gd name="connsiteY599" fmla="*/ 3569546 h 6382977"/>
              <a:gd name="connsiteX600" fmla="*/ 4462653 w 6501199"/>
              <a:gd name="connsiteY600" fmla="*/ 3559194 h 6382977"/>
              <a:gd name="connsiteX601" fmla="*/ 4448971 w 6501199"/>
              <a:gd name="connsiteY601" fmla="*/ 3581875 h 6382977"/>
              <a:gd name="connsiteX602" fmla="*/ 4462653 w 6501199"/>
              <a:gd name="connsiteY602" fmla="*/ 3559194 h 6382977"/>
              <a:gd name="connsiteX603" fmla="*/ 114686 w 6501199"/>
              <a:gd name="connsiteY603" fmla="*/ 3547085 h 6382977"/>
              <a:gd name="connsiteX604" fmla="*/ 87068 w 6501199"/>
              <a:gd name="connsiteY604" fmla="*/ 3563570 h 6382977"/>
              <a:gd name="connsiteX605" fmla="*/ 114686 w 6501199"/>
              <a:gd name="connsiteY605" fmla="*/ 3547085 h 6382977"/>
              <a:gd name="connsiteX606" fmla="*/ 4547685 w 6501199"/>
              <a:gd name="connsiteY606" fmla="*/ 3537100 h 6382977"/>
              <a:gd name="connsiteX607" fmla="*/ 4544741 w 6501199"/>
              <a:gd name="connsiteY607" fmla="*/ 3538673 h 6382977"/>
              <a:gd name="connsiteX608" fmla="*/ 4547086 w 6501199"/>
              <a:gd name="connsiteY608" fmla="*/ 3544706 h 6382977"/>
              <a:gd name="connsiteX609" fmla="*/ 4547458 w 6501199"/>
              <a:gd name="connsiteY609" fmla="*/ 3538077 h 6382977"/>
              <a:gd name="connsiteX610" fmla="*/ 4119881 w 6501199"/>
              <a:gd name="connsiteY610" fmla="*/ 3529194 h 6382977"/>
              <a:gd name="connsiteX611" fmla="*/ 4114857 w 6501199"/>
              <a:gd name="connsiteY611" fmla="*/ 3531833 h 6382977"/>
              <a:gd name="connsiteX612" fmla="*/ 4114857 w 6501199"/>
              <a:gd name="connsiteY612" fmla="*/ 3552354 h 6382977"/>
              <a:gd name="connsiteX613" fmla="*/ 4135019 w 6501199"/>
              <a:gd name="connsiteY613" fmla="*/ 3547673 h 6382977"/>
              <a:gd name="connsiteX614" fmla="*/ 4128313 w 6501199"/>
              <a:gd name="connsiteY614" fmla="*/ 3531248 h 6382977"/>
              <a:gd name="connsiteX615" fmla="*/ 4119881 w 6501199"/>
              <a:gd name="connsiteY615" fmla="*/ 3529194 h 6382977"/>
              <a:gd name="connsiteX616" fmla="*/ 4652146 w 6501199"/>
              <a:gd name="connsiteY616" fmla="*/ 3511662 h 6382977"/>
              <a:gd name="connsiteX617" fmla="*/ 4649286 w 6501199"/>
              <a:gd name="connsiteY617" fmla="*/ 3516513 h 6382977"/>
              <a:gd name="connsiteX618" fmla="*/ 4649335 w 6501199"/>
              <a:gd name="connsiteY618" fmla="*/ 3516996 h 6382977"/>
              <a:gd name="connsiteX619" fmla="*/ 4655723 w 6501199"/>
              <a:gd name="connsiteY619" fmla="*/ 3515986 h 6382977"/>
              <a:gd name="connsiteX620" fmla="*/ 4658476 w 6501199"/>
              <a:gd name="connsiteY620" fmla="*/ 3516600 h 6382977"/>
              <a:gd name="connsiteX621" fmla="*/ 4169222 w 6501199"/>
              <a:gd name="connsiteY621" fmla="*/ 3506631 h 6382977"/>
              <a:gd name="connsiteX622" fmla="*/ 4144379 w 6501199"/>
              <a:gd name="connsiteY622" fmla="*/ 3518152 h 6382977"/>
              <a:gd name="connsiteX623" fmla="*/ 4171743 w 6501199"/>
              <a:gd name="connsiteY623" fmla="*/ 3545513 h 6382977"/>
              <a:gd name="connsiteX624" fmla="*/ 4169222 w 6501199"/>
              <a:gd name="connsiteY624" fmla="*/ 3506631 h 6382977"/>
              <a:gd name="connsiteX625" fmla="*/ 4064811 w 6501199"/>
              <a:gd name="connsiteY625" fmla="*/ 3502311 h 6382977"/>
              <a:gd name="connsiteX626" fmla="*/ 4064811 w 6501199"/>
              <a:gd name="connsiteY626" fmla="*/ 3533993 h 6382977"/>
              <a:gd name="connsiteX627" fmla="*/ 4064811 w 6501199"/>
              <a:gd name="connsiteY627" fmla="*/ 3502311 h 6382977"/>
              <a:gd name="connsiteX628" fmla="*/ 4005405 w 6501199"/>
              <a:gd name="connsiteY628" fmla="*/ 3502311 h 6382977"/>
              <a:gd name="connsiteX629" fmla="*/ 3987403 w 6501199"/>
              <a:gd name="connsiteY629" fmla="*/ 3531833 h 6382977"/>
              <a:gd name="connsiteX630" fmla="*/ 3975882 w 6501199"/>
              <a:gd name="connsiteY630" fmla="*/ 3515992 h 6382977"/>
              <a:gd name="connsiteX631" fmla="*/ 3998564 w 6501199"/>
              <a:gd name="connsiteY631" fmla="*/ 3538673 h 6382977"/>
              <a:gd name="connsiteX632" fmla="*/ 4005405 w 6501199"/>
              <a:gd name="connsiteY632" fmla="*/ 3502311 h 6382977"/>
              <a:gd name="connsiteX633" fmla="*/ 4255631 w 6501199"/>
              <a:gd name="connsiteY633" fmla="*/ 3500151 h 6382977"/>
              <a:gd name="connsiteX634" fmla="*/ 4258151 w 6501199"/>
              <a:gd name="connsiteY634" fmla="*/ 3527152 h 6382977"/>
              <a:gd name="connsiteX635" fmla="*/ 4271833 w 6501199"/>
              <a:gd name="connsiteY635" fmla="*/ 3511312 h 6382977"/>
              <a:gd name="connsiteX636" fmla="*/ 4298836 w 6501199"/>
              <a:gd name="connsiteY636" fmla="*/ 3531833 h 6382977"/>
              <a:gd name="connsiteX637" fmla="*/ 4255631 w 6501199"/>
              <a:gd name="connsiteY637" fmla="*/ 3500151 h 6382977"/>
              <a:gd name="connsiteX638" fmla="*/ 4319358 w 6501199"/>
              <a:gd name="connsiteY638" fmla="*/ 3495471 h 6382977"/>
              <a:gd name="connsiteX639" fmla="*/ 4326199 w 6501199"/>
              <a:gd name="connsiteY639" fmla="*/ 3527152 h 6382977"/>
              <a:gd name="connsiteX640" fmla="*/ 4335560 w 6501199"/>
              <a:gd name="connsiteY640" fmla="*/ 3538673 h 6382977"/>
              <a:gd name="connsiteX641" fmla="*/ 4342400 w 6501199"/>
              <a:gd name="connsiteY641" fmla="*/ 3506631 h 6382977"/>
              <a:gd name="connsiteX642" fmla="*/ 4360402 w 6501199"/>
              <a:gd name="connsiteY642" fmla="*/ 3495471 h 6382977"/>
              <a:gd name="connsiteX643" fmla="*/ 4319358 w 6501199"/>
              <a:gd name="connsiteY643" fmla="*/ 3495471 h 6382977"/>
              <a:gd name="connsiteX644" fmla="*/ 4108016 w 6501199"/>
              <a:gd name="connsiteY644" fmla="*/ 3493311 h 6382977"/>
              <a:gd name="connsiteX645" fmla="*/ 4089654 w 6501199"/>
              <a:gd name="connsiteY645" fmla="*/ 3520312 h 6382977"/>
              <a:gd name="connsiteX646" fmla="*/ 4108016 w 6501199"/>
              <a:gd name="connsiteY646" fmla="*/ 3493311 h 6382977"/>
              <a:gd name="connsiteX647" fmla="*/ 4226028 w 6501199"/>
              <a:gd name="connsiteY647" fmla="*/ 3493131 h 6382977"/>
              <a:gd name="connsiteX648" fmla="*/ 4237429 w 6501199"/>
              <a:gd name="connsiteY648" fmla="*/ 3496017 h 6382977"/>
              <a:gd name="connsiteX649" fmla="*/ 4203282 w 6501199"/>
              <a:gd name="connsiteY649" fmla="*/ 3520717 h 6382977"/>
              <a:gd name="connsiteX650" fmla="*/ 4226028 w 6501199"/>
              <a:gd name="connsiteY650" fmla="*/ 3493131 h 6382977"/>
              <a:gd name="connsiteX651" fmla="*/ 4610629 w 6501199"/>
              <a:gd name="connsiteY651" fmla="*/ 3490791 h 6382977"/>
              <a:gd name="connsiteX652" fmla="*/ 4615309 w 6501199"/>
              <a:gd name="connsiteY652" fmla="*/ 3515992 h 6382977"/>
              <a:gd name="connsiteX653" fmla="*/ 4610629 w 6501199"/>
              <a:gd name="connsiteY653" fmla="*/ 3490791 h 6382977"/>
              <a:gd name="connsiteX654" fmla="*/ 4558423 w 6501199"/>
              <a:gd name="connsiteY654" fmla="*/ 3490791 h 6382977"/>
              <a:gd name="connsiteX655" fmla="*/ 4540061 w 6501199"/>
              <a:gd name="connsiteY655" fmla="*/ 3524992 h 6382977"/>
              <a:gd name="connsiteX656" fmla="*/ 4551013 w 6501199"/>
              <a:gd name="connsiteY656" fmla="*/ 3522763 h 6382977"/>
              <a:gd name="connsiteX657" fmla="*/ 4553171 w 6501199"/>
              <a:gd name="connsiteY657" fmla="*/ 3513467 h 6382977"/>
              <a:gd name="connsiteX658" fmla="*/ 4558709 w 6501199"/>
              <a:gd name="connsiteY658" fmla="*/ 3511752 h 6382977"/>
              <a:gd name="connsiteX659" fmla="*/ 4556983 w 6501199"/>
              <a:gd name="connsiteY659" fmla="*/ 3511638 h 6382977"/>
              <a:gd name="connsiteX660" fmla="*/ 4553743 w 6501199"/>
              <a:gd name="connsiteY660" fmla="*/ 3506631 h 6382977"/>
              <a:gd name="connsiteX661" fmla="*/ 4558423 w 6501199"/>
              <a:gd name="connsiteY661" fmla="*/ 3490791 h 6382977"/>
              <a:gd name="connsiteX662" fmla="*/ 4589481 w 6501199"/>
              <a:gd name="connsiteY662" fmla="*/ 3487163 h 6382977"/>
              <a:gd name="connsiteX663" fmla="*/ 4583479 w 6501199"/>
              <a:gd name="connsiteY663" fmla="*/ 3488767 h 6382977"/>
              <a:gd name="connsiteX664" fmla="*/ 4580284 w 6501199"/>
              <a:gd name="connsiteY664" fmla="*/ 3488574 h 6382977"/>
              <a:gd name="connsiteX665" fmla="*/ 4580284 w 6501199"/>
              <a:gd name="connsiteY665" fmla="*/ 3488580 h 6382977"/>
              <a:gd name="connsiteX666" fmla="*/ 4576425 w 6501199"/>
              <a:gd name="connsiteY666" fmla="*/ 3495471 h 6382977"/>
              <a:gd name="connsiteX667" fmla="*/ 4760064 w 6501199"/>
              <a:gd name="connsiteY667" fmla="*/ 3484562 h 6382977"/>
              <a:gd name="connsiteX668" fmla="*/ 4794081 w 6501199"/>
              <a:gd name="connsiteY668" fmla="*/ 3484562 h 6382977"/>
              <a:gd name="connsiteX669" fmla="*/ 4748963 w 6501199"/>
              <a:gd name="connsiteY669" fmla="*/ 3519123 h 6382977"/>
              <a:gd name="connsiteX670" fmla="*/ 4760064 w 6501199"/>
              <a:gd name="connsiteY670" fmla="*/ 3484562 h 6382977"/>
              <a:gd name="connsiteX671" fmla="*/ 4126018 w 6501199"/>
              <a:gd name="connsiteY671" fmla="*/ 3483950 h 6382977"/>
              <a:gd name="connsiteX672" fmla="*/ 4121337 w 6501199"/>
              <a:gd name="connsiteY672" fmla="*/ 3515992 h 6382977"/>
              <a:gd name="connsiteX673" fmla="*/ 4141859 w 6501199"/>
              <a:gd name="connsiteY673" fmla="*/ 3502311 h 6382977"/>
              <a:gd name="connsiteX674" fmla="*/ 4128178 w 6501199"/>
              <a:gd name="connsiteY674" fmla="*/ 3495471 h 6382977"/>
              <a:gd name="connsiteX675" fmla="*/ 4126018 w 6501199"/>
              <a:gd name="connsiteY675" fmla="*/ 3483950 h 6382977"/>
              <a:gd name="connsiteX676" fmla="*/ 5228024 w 6501199"/>
              <a:gd name="connsiteY676" fmla="*/ 3477656 h 6382977"/>
              <a:gd name="connsiteX677" fmla="*/ 5193463 w 6501199"/>
              <a:gd name="connsiteY677" fmla="*/ 3495530 h 6382977"/>
              <a:gd name="connsiteX678" fmla="*/ 5228024 w 6501199"/>
              <a:gd name="connsiteY678" fmla="*/ 3477656 h 6382977"/>
              <a:gd name="connsiteX679" fmla="*/ 4467333 w 6501199"/>
              <a:gd name="connsiteY679" fmla="*/ 3477110 h 6382977"/>
              <a:gd name="connsiteX680" fmla="*/ 4465173 w 6501199"/>
              <a:gd name="connsiteY680" fmla="*/ 3497631 h 6382977"/>
              <a:gd name="connsiteX681" fmla="*/ 4476335 w 6501199"/>
              <a:gd name="connsiteY681" fmla="*/ 3486471 h 6382977"/>
              <a:gd name="connsiteX682" fmla="*/ 4490016 w 6501199"/>
              <a:gd name="connsiteY682" fmla="*/ 3490791 h 6382977"/>
              <a:gd name="connsiteX683" fmla="*/ 4467333 w 6501199"/>
              <a:gd name="connsiteY683" fmla="*/ 3477110 h 6382977"/>
              <a:gd name="connsiteX684" fmla="*/ 4399286 w 6501199"/>
              <a:gd name="connsiteY684" fmla="*/ 3474950 h 6382977"/>
              <a:gd name="connsiteX685" fmla="*/ 4371923 w 6501199"/>
              <a:gd name="connsiteY685" fmla="*/ 3483950 h 6382977"/>
              <a:gd name="connsiteX686" fmla="*/ 4362563 w 6501199"/>
              <a:gd name="connsiteY686" fmla="*/ 3527152 h 6382977"/>
              <a:gd name="connsiteX687" fmla="*/ 4383085 w 6501199"/>
              <a:gd name="connsiteY687" fmla="*/ 3500151 h 6382977"/>
              <a:gd name="connsiteX688" fmla="*/ 4380925 w 6501199"/>
              <a:gd name="connsiteY688" fmla="*/ 3520312 h 6382977"/>
              <a:gd name="connsiteX689" fmla="*/ 4399286 w 6501199"/>
              <a:gd name="connsiteY689" fmla="*/ 3474950 h 6382977"/>
              <a:gd name="connsiteX690" fmla="*/ 4164423 w 6501199"/>
              <a:gd name="connsiteY690" fmla="*/ 3473111 h 6382977"/>
              <a:gd name="connsiteX691" fmla="*/ 4160221 w 6501199"/>
              <a:gd name="connsiteY691" fmla="*/ 3474950 h 6382977"/>
              <a:gd name="connsiteX692" fmla="*/ 4155541 w 6501199"/>
              <a:gd name="connsiteY692" fmla="*/ 3506631 h 6382977"/>
              <a:gd name="connsiteX693" fmla="*/ 4182903 w 6501199"/>
              <a:gd name="connsiteY693" fmla="*/ 3477110 h 6382977"/>
              <a:gd name="connsiteX694" fmla="*/ 4164423 w 6501199"/>
              <a:gd name="connsiteY694" fmla="*/ 3473111 h 6382977"/>
              <a:gd name="connsiteX695" fmla="*/ 4519113 w 6501199"/>
              <a:gd name="connsiteY695" fmla="*/ 3469494 h 6382977"/>
              <a:gd name="connsiteX696" fmla="*/ 4519342 w 6501199"/>
              <a:gd name="connsiteY696" fmla="*/ 3471153 h 6382977"/>
              <a:gd name="connsiteX697" fmla="*/ 4503697 w 6501199"/>
              <a:gd name="connsiteY697" fmla="*/ 3474950 h 6382977"/>
              <a:gd name="connsiteX698" fmla="*/ 4535741 w 6501199"/>
              <a:gd name="connsiteY698" fmla="*/ 3497631 h 6382977"/>
              <a:gd name="connsiteX699" fmla="*/ 4535741 w 6501199"/>
              <a:gd name="connsiteY699" fmla="*/ 3481790 h 6382977"/>
              <a:gd name="connsiteX700" fmla="*/ 4548882 w 6501199"/>
              <a:gd name="connsiteY700" fmla="*/ 3489216 h 6382977"/>
              <a:gd name="connsiteX701" fmla="*/ 4553503 w 6501199"/>
              <a:gd name="connsiteY701" fmla="*/ 3486827 h 6382977"/>
              <a:gd name="connsiteX702" fmla="*/ 4536338 w 6501199"/>
              <a:gd name="connsiteY702" fmla="*/ 3480358 h 6382977"/>
              <a:gd name="connsiteX703" fmla="*/ 4520175 w 6501199"/>
              <a:gd name="connsiteY703" fmla="*/ 3470154 h 6382977"/>
              <a:gd name="connsiteX704" fmla="*/ 4237629 w 6501199"/>
              <a:gd name="connsiteY704" fmla="*/ 3468110 h 6382977"/>
              <a:gd name="connsiteX705" fmla="*/ 4182903 w 6501199"/>
              <a:gd name="connsiteY705" fmla="*/ 3502311 h 6382977"/>
              <a:gd name="connsiteX706" fmla="*/ 4196585 w 6501199"/>
              <a:gd name="connsiteY706" fmla="*/ 3536513 h 6382977"/>
              <a:gd name="connsiteX707" fmla="*/ 4232949 w 6501199"/>
              <a:gd name="connsiteY707" fmla="*/ 3511312 h 6382977"/>
              <a:gd name="connsiteX708" fmla="*/ 4228629 w 6501199"/>
              <a:gd name="connsiteY708" fmla="*/ 3531833 h 6382977"/>
              <a:gd name="connsiteX709" fmla="*/ 4258151 w 6501199"/>
              <a:gd name="connsiteY709" fmla="*/ 3490791 h 6382977"/>
              <a:gd name="connsiteX710" fmla="*/ 4237629 w 6501199"/>
              <a:gd name="connsiteY710" fmla="*/ 3468110 h 6382977"/>
              <a:gd name="connsiteX711" fmla="*/ 4448769 w 6501199"/>
              <a:gd name="connsiteY711" fmla="*/ 3462794 h 6382977"/>
              <a:gd name="connsiteX712" fmla="*/ 4426289 w 6501199"/>
              <a:gd name="connsiteY712" fmla="*/ 3468110 h 6382977"/>
              <a:gd name="connsiteX713" fmla="*/ 4424129 w 6501199"/>
              <a:gd name="connsiteY713" fmla="*/ 3488631 h 6382977"/>
              <a:gd name="connsiteX714" fmla="*/ 4412608 w 6501199"/>
              <a:gd name="connsiteY714" fmla="*/ 3479630 h 6382977"/>
              <a:gd name="connsiteX715" fmla="*/ 4406127 w 6501199"/>
              <a:gd name="connsiteY715" fmla="*/ 3500151 h 6382977"/>
              <a:gd name="connsiteX716" fmla="*/ 4451492 w 6501199"/>
              <a:gd name="connsiteY716" fmla="*/ 3493311 h 6382977"/>
              <a:gd name="connsiteX717" fmla="*/ 4453652 w 6501199"/>
              <a:gd name="connsiteY717" fmla="*/ 3465950 h 6382977"/>
              <a:gd name="connsiteX718" fmla="*/ 4448769 w 6501199"/>
              <a:gd name="connsiteY718" fmla="*/ 3462794 h 6382977"/>
              <a:gd name="connsiteX719" fmla="*/ 4845390 w 6501199"/>
              <a:gd name="connsiteY719" fmla="*/ 3459697 h 6382977"/>
              <a:gd name="connsiteX720" fmla="*/ 4852201 w 6501199"/>
              <a:gd name="connsiteY720" fmla="*/ 3482526 h 6382977"/>
              <a:gd name="connsiteX721" fmla="*/ 4863672 w 6501199"/>
              <a:gd name="connsiteY721" fmla="*/ 3480351 h 6382977"/>
              <a:gd name="connsiteX722" fmla="*/ 4865823 w 6501199"/>
              <a:gd name="connsiteY722" fmla="*/ 3464407 h 6382977"/>
              <a:gd name="connsiteX723" fmla="*/ 4870483 w 6501199"/>
              <a:gd name="connsiteY723" fmla="*/ 3501006 h 6382977"/>
              <a:gd name="connsiteX724" fmla="*/ 4822807 w 6501199"/>
              <a:gd name="connsiteY724" fmla="*/ 3516950 h 6382977"/>
              <a:gd name="connsiteX725" fmla="*/ 4804525 w 6501199"/>
              <a:gd name="connsiteY725" fmla="*/ 3482526 h 6382977"/>
              <a:gd name="connsiteX726" fmla="*/ 4836429 w 6501199"/>
              <a:gd name="connsiteY726" fmla="*/ 3475641 h 6382977"/>
              <a:gd name="connsiteX727" fmla="*/ 4827467 w 6501199"/>
              <a:gd name="connsiteY727" fmla="*/ 3473467 h 6382977"/>
              <a:gd name="connsiteX728" fmla="*/ 4845390 w 6501199"/>
              <a:gd name="connsiteY728" fmla="*/ 3459697 h 6382977"/>
              <a:gd name="connsiteX729" fmla="*/ 4473929 w 6501199"/>
              <a:gd name="connsiteY729" fmla="*/ 3456325 h 6382977"/>
              <a:gd name="connsiteX730" fmla="*/ 4455724 w 6501199"/>
              <a:gd name="connsiteY730" fmla="*/ 3458104 h 6382977"/>
              <a:gd name="connsiteX731" fmla="*/ 4453652 w 6501199"/>
              <a:gd name="connsiteY731" fmla="*/ 3461269 h 6382977"/>
              <a:gd name="connsiteX732" fmla="*/ 4476335 w 6501199"/>
              <a:gd name="connsiteY732" fmla="*/ 3470270 h 6382977"/>
              <a:gd name="connsiteX733" fmla="*/ 4475119 w 6501199"/>
              <a:gd name="connsiteY733" fmla="*/ 3460189 h 6382977"/>
              <a:gd name="connsiteX734" fmla="*/ 4488050 w 6501199"/>
              <a:gd name="connsiteY734" fmla="*/ 3454945 h 6382977"/>
              <a:gd name="connsiteX735" fmla="*/ 4481267 w 6501199"/>
              <a:gd name="connsiteY735" fmla="*/ 3455608 h 6382977"/>
              <a:gd name="connsiteX736" fmla="*/ 4481251 w 6501199"/>
              <a:gd name="connsiteY736" fmla="*/ 3456904 h 6382977"/>
              <a:gd name="connsiteX737" fmla="*/ 4490016 w 6501199"/>
              <a:gd name="connsiteY737" fmla="*/ 3470270 h 6382977"/>
              <a:gd name="connsiteX738" fmla="*/ 4490944 w 6501199"/>
              <a:gd name="connsiteY738" fmla="*/ 3455901 h 6382977"/>
              <a:gd name="connsiteX739" fmla="*/ 4771866 w 6501199"/>
              <a:gd name="connsiteY739" fmla="*/ 3451814 h 6382977"/>
              <a:gd name="connsiteX740" fmla="*/ 4774006 w 6501199"/>
              <a:gd name="connsiteY740" fmla="*/ 3465602 h 6382977"/>
              <a:gd name="connsiteX741" fmla="*/ 4753672 w 6501199"/>
              <a:gd name="connsiteY741" fmla="*/ 3474674 h 6382977"/>
              <a:gd name="connsiteX742" fmla="*/ 4744753 w 6501199"/>
              <a:gd name="connsiteY742" fmla="*/ 3472497 h 6382977"/>
              <a:gd name="connsiteX743" fmla="*/ 4749391 w 6501199"/>
              <a:gd name="connsiteY743" fmla="*/ 3453991 h 6382977"/>
              <a:gd name="connsiteX744" fmla="*/ 4753672 w 6501199"/>
              <a:gd name="connsiteY744" fmla="*/ 3465602 h 6382977"/>
              <a:gd name="connsiteX745" fmla="*/ 4771866 w 6501199"/>
              <a:gd name="connsiteY745" fmla="*/ 3451814 h 6382977"/>
              <a:gd name="connsiteX746" fmla="*/ 4422635 w 6501199"/>
              <a:gd name="connsiteY746" fmla="*/ 3450793 h 6382977"/>
              <a:gd name="connsiteX747" fmla="*/ 4420945 w 6501199"/>
              <a:gd name="connsiteY747" fmla="*/ 3451505 h 6382977"/>
              <a:gd name="connsiteX748" fmla="*/ 4421969 w 6501199"/>
              <a:gd name="connsiteY748" fmla="*/ 3452269 h 6382977"/>
              <a:gd name="connsiteX749" fmla="*/ 4389447 w 6501199"/>
              <a:gd name="connsiteY749" fmla="*/ 3450421 h 6382977"/>
              <a:gd name="connsiteX750" fmla="*/ 4394606 w 6501199"/>
              <a:gd name="connsiteY750" fmla="*/ 3459109 h 6382977"/>
              <a:gd name="connsiteX751" fmla="*/ 4398986 w 6501199"/>
              <a:gd name="connsiteY751" fmla="*/ 3457608 h 6382977"/>
              <a:gd name="connsiteX752" fmla="*/ 5193107 w 6501199"/>
              <a:gd name="connsiteY752" fmla="*/ 3449637 h 6382977"/>
              <a:gd name="connsiteX753" fmla="*/ 5145761 w 6501199"/>
              <a:gd name="connsiteY753" fmla="*/ 3481030 h 6382977"/>
              <a:gd name="connsiteX754" fmla="*/ 5193107 w 6501199"/>
              <a:gd name="connsiteY754" fmla="*/ 3449637 h 6382977"/>
              <a:gd name="connsiteX755" fmla="*/ 4066026 w 6501199"/>
              <a:gd name="connsiteY755" fmla="*/ 3449434 h 6382977"/>
              <a:gd name="connsiteX756" fmla="*/ 4060131 w 6501199"/>
              <a:gd name="connsiteY756" fmla="*/ 3452269 h 6382977"/>
              <a:gd name="connsiteX757" fmla="*/ 4055450 w 6501199"/>
              <a:gd name="connsiteY757" fmla="*/ 3479630 h 6382977"/>
              <a:gd name="connsiteX758" fmla="*/ 4078493 w 6501199"/>
              <a:gd name="connsiteY758" fmla="*/ 3454429 h 6382977"/>
              <a:gd name="connsiteX759" fmla="*/ 4073812 w 6501199"/>
              <a:gd name="connsiteY759" fmla="*/ 3450109 h 6382977"/>
              <a:gd name="connsiteX760" fmla="*/ 4066026 w 6501199"/>
              <a:gd name="connsiteY760" fmla="*/ 3449434 h 6382977"/>
              <a:gd name="connsiteX761" fmla="*/ 5292556 w 6501199"/>
              <a:gd name="connsiteY761" fmla="*/ 3438525 h 6382977"/>
              <a:gd name="connsiteX762" fmla="*/ 5258539 w 6501199"/>
              <a:gd name="connsiteY762" fmla="*/ 3468357 h 6382977"/>
              <a:gd name="connsiteX763" fmla="*/ 5292556 w 6501199"/>
              <a:gd name="connsiteY763" fmla="*/ 3438525 h 6382977"/>
              <a:gd name="connsiteX764" fmla="*/ 4369674 w 6501199"/>
              <a:gd name="connsiteY764" fmla="*/ 3438464 h 6382977"/>
              <a:gd name="connsiteX765" fmla="*/ 4363208 w 6501199"/>
              <a:gd name="connsiteY765" fmla="*/ 3438725 h 6382977"/>
              <a:gd name="connsiteX766" fmla="*/ 4366928 w 6501199"/>
              <a:gd name="connsiteY766" fmla="*/ 3438768 h 6382977"/>
              <a:gd name="connsiteX767" fmla="*/ 4374084 w 6501199"/>
              <a:gd name="connsiteY767" fmla="*/ 3447589 h 6382977"/>
              <a:gd name="connsiteX768" fmla="*/ 4375838 w 6501199"/>
              <a:gd name="connsiteY768" fmla="*/ 3441541 h 6382977"/>
              <a:gd name="connsiteX769" fmla="*/ 4352276 w 6501199"/>
              <a:gd name="connsiteY769" fmla="*/ 3436255 h 6382977"/>
              <a:gd name="connsiteX770" fmla="*/ 4351401 w 6501199"/>
              <a:gd name="connsiteY770" fmla="*/ 3438588 h 6382977"/>
              <a:gd name="connsiteX771" fmla="*/ 4353529 w 6501199"/>
              <a:gd name="connsiteY771" fmla="*/ 3438613 h 6382977"/>
              <a:gd name="connsiteX772" fmla="*/ 4988317 w 6501199"/>
              <a:gd name="connsiteY772" fmla="*/ 3432175 h 6382977"/>
              <a:gd name="connsiteX773" fmla="*/ 4956772 w 6501199"/>
              <a:gd name="connsiteY773" fmla="*/ 3447900 h 6382977"/>
              <a:gd name="connsiteX774" fmla="*/ 4949961 w 6501199"/>
              <a:gd name="connsiteY774" fmla="*/ 3470416 h 6382977"/>
              <a:gd name="connsiteX775" fmla="*/ 4888663 w 6501199"/>
              <a:gd name="connsiteY775" fmla="*/ 3490787 h 6382977"/>
              <a:gd name="connsiteX776" fmla="*/ 4888663 w 6501199"/>
              <a:gd name="connsiteY776" fmla="*/ 3463983 h 6382977"/>
              <a:gd name="connsiteX777" fmla="*/ 4988317 w 6501199"/>
              <a:gd name="connsiteY777" fmla="*/ 3432175 h 6382977"/>
              <a:gd name="connsiteX778" fmla="*/ 4324573 w 6501199"/>
              <a:gd name="connsiteY778" fmla="*/ 3423091 h 6382977"/>
              <a:gd name="connsiteX779" fmla="*/ 4317198 w 6501199"/>
              <a:gd name="connsiteY779" fmla="*/ 3427068 h 6382977"/>
              <a:gd name="connsiteX780" fmla="*/ 4321878 w 6501199"/>
              <a:gd name="connsiteY780" fmla="*/ 3438588 h 6382977"/>
              <a:gd name="connsiteX781" fmla="*/ 4303516 w 6501199"/>
              <a:gd name="connsiteY781" fmla="*/ 3443268 h 6382977"/>
              <a:gd name="connsiteX782" fmla="*/ 4298836 w 6501199"/>
              <a:gd name="connsiteY782" fmla="*/ 3431748 h 6382977"/>
              <a:gd name="connsiteX783" fmla="*/ 4296675 w 6501199"/>
              <a:gd name="connsiteY783" fmla="*/ 3454429 h 6382977"/>
              <a:gd name="connsiteX784" fmla="*/ 4319358 w 6501199"/>
              <a:gd name="connsiteY784" fmla="*/ 3454429 h 6382977"/>
              <a:gd name="connsiteX785" fmla="*/ 4324573 w 6501199"/>
              <a:gd name="connsiteY785" fmla="*/ 3423091 h 6382977"/>
              <a:gd name="connsiteX786" fmla="*/ 4185064 w 6501199"/>
              <a:gd name="connsiteY786" fmla="*/ 3418067 h 6382977"/>
              <a:gd name="connsiteX787" fmla="*/ 4167062 w 6501199"/>
              <a:gd name="connsiteY787" fmla="*/ 3454429 h 6382977"/>
              <a:gd name="connsiteX788" fmla="*/ 4169222 w 6501199"/>
              <a:gd name="connsiteY788" fmla="*/ 3465950 h 6382977"/>
              <a:gd name="connsiteX789" fmla="*/ 4194425 w 6501199"/>
              <a:gd name="connsiteY789" fmla="*/ 3424908 h 6382977"/>
              <a:gd name="connsiteX790" fmla="*/ 4185064 w 6501199"/>
              <a:gd name="connsiteY790" fmla="*/ 3418067 h 6382977"/>
              <a:gd name="connsiteX791" fmla="*/ 4519539 w 6501199"/>
              <a:gd name="connsiteY791" fmla="*/ 3415907 h 6382977"/>
              <a:gd name="connsiteX792" fmla="*/ 4518731 w 6501199"/>
              <a:gd name="connsiteY792" fmla="*/ 3417383 h 6382977"/>
              <a:gd name="connsiteX793" fmla="*/ 4531243 w 6501199"/>
              <a:gd name="connsiteY793" fmla="*/ 3416426 h 6382977"/>
              <a:gd name="connsiteX794" fmla="*/ 4530973 w 6501199"/>
              <a:gd name="connsiteY794" fmla="*/ 3418406 h 6382977"/>
              <a:gd name="connsiteX795" fmla="*/ 4529869 w 6501199"/>
              <a:gd name="connsiteY795" fmla="*/ 3426499 h 6382977"/>
              <a:gd name="connsiteX796" fmla="*/ 4539071 w 6501199"/>
              <a:gd name="connsiteY796" fmla="*/ 3428373 h 6382977"/>
              <a:gd name="connsiteX797" fmla="*/ 4549062 w 6501199"/>
              <a:gd name="connsiteY797" fmla="*/ 3418067 h 6382977"/>
              <a:gd name="connsiteX798" fmla="*/ 4519539 w 6501199"/>
              <a:gd name="connsiteY798" fmla="*/ 3415907 h 6382977"/>
              <a:gd name="connsiteX799" fmla="*/ 518836 w 6501199"/>
              <a:gd name="connsiteY799" fmla="*/ 3413832 h 6382977"/>
              <a:gd name="connsiteX800" fmla="*/ 493634 w 6501199"/>
              <a:gd name="connsiteY800" fmla="*/ 3420671 h 6382977"/>
              <a:gd name="connsiteX801" fmla="*/ 511996 w 6501199"/>
              <a:gd name="connsiteY801" fmla="*/ 3425351 h 6382977"/>
              <a:gd name="connsiteX802" fmla="*/ 518836 w 6501199"/>
              <a:gd name="connsiteY802" fmla="*/ 3413832 h 6382977"/>
              <a:gd name="connsiteX803" fmla="*/ 5203774 w 6501199"/>
              <a:gd name="connsiteY803" fmla="*/ 3413125 h 6382977"/>
              <a:gd name="connsiteX804" fmla="*/ 5210567 w 6501199"/>
              <a:gd name="connsiteY804" fmla="*/ 3433661 h 6382977"/>
              <a:gd name="connsiteX805" fmla="*/ 5131550 w 6501199"/>
              <a:gd name="connsiteY805" fmla="*/ 3463564 h 6382977"/>
              <a:gd name="connsiteX806" fmla="*/ 5203774 w 6501199"/>
              <a:gd name="connsiteY806" fmla="*/ 3413125 h 6382977"/>
              <a:gd name="connsiteX807" fmla="*/ 5395854 w 6501199"/>
              <a:gd name="connsiteY807" fmla="*/ 3409228 h 6382977"/>
              <a:gd name="connsiteX808" fmla="*/ 5371154 w 6501199"/>
              <a:gd name="connsiteY808" fmla="*/ 3433411 h 6382977"/>
              <a:gd name="connsiteX809" fmla="*/ 5395854 w 6501199"/>
              <a:gd name="connsiteY809" fmla="*/ 3409228 h 6382977"/>
              <a:gd name="connsiteX810" fmla="*/ 5344314 w 6501199"/>
              <a:gd name="connsiteY810" fmla="*/ 3408962 h 6382977"/>
              <a:gd name="connsiteX811" fmla="*/ 5351860 w 6501199"/>
              <a:gd name="connsiteY811" fmla="*/ 3422910 h 6382977"/>
              <a:gd name="connsiteX812" fmla="*/ 5322932 w 6501199"/>
              <a:gd name="connsiteY812" fmla="*/ 3436577 h 6382977"/>
              <a:gd name="connsiteX813" fmla="*/ 5344314 w 6501199"/>
              <a:gd name="connsiteY813" fmla="*/ 3408962 h 6382977"/>
              <a:gd name="connsiteX814" fmla="*/ 4861312 w 6501199"/>
              <a:gd name="connsiteY814" fmla="*/ 3406775 h 6382977"/>
              <a:gd name="connsiteX815" fmla="*/ 4836275 w 6501199"/>
              <a:gd name="connsiteY815" fmla="*/ 3422786 h 6382977"/>
              <a:gd name="connsiteX816" fmla="*/ 4861312 w 6501199"/>
              <a:gd name="connsiteY816" fmla="*/ 3406775 h 6382977"/>
              <a:gd name="connsiteX817" fmla="*/ 4483175 w 6501199"/>
              <a:gd name="connsiteY817" fmla="*/ 3402227 h 6382977"/>
              <a:gd name="connsiteX818" fmla="*/ 4484244 w 6501199"/>
              <a:gd name="connsiteY818" fmla="*/ 3419643 h 6382977"/>
              <a:gd name="connsiteX819" fmla="*/ 4484233 w 6501199"/>
              <a:gd name="connsiteY819" fmla="*/ 3419718 h 6382977"/>
              <a:gd name="connsiteX820" fmla="*/ 4485344 w 6501199"/>
              <a:gd name="connsiteY820" fmla="*/ 3419936 h 6382977"/>
              <a:gd name="connsiteX821" fmla="*/ 4503021 w 6501199"/>
              <a:gd name="connsiteY821" fmla="*/ 3418584 h 6382977"/>
              <a:gd name="connsiteX822" fmla="*/ 4506217 w 6501199"/>
              <a:gd name="connsiteY822" fmla="*/ 3415907 h 6382977"/>
              <a:gd name="connsiteX823" fmla="*/ 4506217 w 6501199"/>
              <a:gd name="connsiteY823" fmla="*/ 3406547 h 6382977"/>
              <a:gd name="connsiteX824" fmla="*/ 4487855 w 6501199"/>
              <a:gd name="connsiteY824" fmla="*/ 3411227 h 6382977"/>
              <a:gd name="connsiteX825" fmla="*/ 4483175 w 6501199"/>
              <a:gd name="connsiteY825" fmla="*/ 3402227 h 6382977"/>
              <a:gd name="connsiteX826" fmla="*/ 5456641 w 6501199"/>
              <a:gd name="connsiteY826" fmla="*/ 3390900 h 6382977"/>
              <a:gd name="connsiteX827" fmla="*/ 5467742 w 6501199"/>
              <a:gd name="connsiteY827" fmla="*/ 3409243 h 6382977"/>
              <a:gd name="connsiteX828" fmla="*/ 5422623 w 6501199"/>
              <a:gd name="connsiteY828" fmla="*/ 3434059 h 6382977"/>
              <a:gd name="connsiteX829" fmla="*/ 5456641 w 6501199"/>
              <a:gd name="connsiteY829" fmla="*/ 3390900 h 6382977"/>
              <a:gd name="connsiteX830" fmla="*/ 5155701 w 6501199"/>
              <a:gd name="connsiteY830" fmla="*/ 3387620 h 6382977"/>
              <a:gd name="connsiteX831" fmla="*/ 5166799 w 6501199"/>
              <a:gd name="connsiteY831" fmla="*/ 3388078 h 6382977"/>
              <a:gd name="connsiteX832" fmla="*/ 5117263 w 6501199"/>
              <a:gd name="connsiteY832" fmla="*/ 3419122 h 6382977"/>
              <a:gd name="connsiteX833" fmla="*/ 5155701 w 6501199"/>
              <a:gd name="connsiteY833" fmla="*/ 3387620 h 6382977"/>
              <a:gd name="connsiteX834" fmla="*/ 4553743 w 6501199"/>
              <a:gd name="connsiteY834" fmla="*/ 3386386 h 6382977"/>
              <a:gd name="connsiteX835" fmla="*/ 4576425 w 6501199"/>
              <a:gd name="connsiteY835" fmla="*/ 3411227 h 6382977"/>
              <a:gd name="connsiteX836" fmla="*/ 4553743 w 6501199"/>
              <a:gd name="connsiteY836" fmla="*/ 3386386 h 6382977"/>
              <a:gd name="connsiteX837" fmla="*/ 4836335 w 6501199"/>
              <a:gd name="connsiteY837" fmla="*/ 3386137 h 6382977"/>
              <a:gd name="connsiteX838" fmla="*/ 4763250 w 6501199"/>
              <a:gd name="connsiteY838" fmla="*/ 3404078 h 6382977"/>
              <a:gd name="connsiteX839" fmla="*/ 4781340 w 6501199"/>
              <a:gd name="connsiteY839" fmla="*/ 3397260 h 6382977"/>
              <a:gd name="connsiteX840" fmla="*/ 4795089 w 6501199"/>
              <a:gd name="connsiteY840" fmla="*/ 3410895 h 6382977"/>
              <a:gd name="connsiteX841" fmla="*/ 4836335 w 6501199"/>
              <a:gd name="connsiteY841" fmla="*/ 3386137 h 6382977"/>
              <a:gd name="connsiteX842" fmla="*/ 5475584 w 6501199"/>
              <a:gd name="connsiteY842" fmla="*/ 3385887 h 6382977"/>
              <a:gd name="connsiteX843" fmla="*/ 5476023 w 6501199"/>
              <a:gd name="connsiteY843" fmla="*/ 3385908 h 6382977"/>
              <a:gd name="connsiteX844" fmla="*/ 5473407 w 6501199"/>
              <a:gd name="connsiteY844" fmla="*/ 3394764 h 6382977"/>
              <a:gd name="connsiteX845" fmla="*/ 5475584 w 6501199"/>
              <a:gd name="connsiteY845" fmla="*/ 3385887 h 6382977"/>
              <a:gd name="connsiteX846" fmla="*/ 5089913 w 6501199"/>
              <a:gd name="connsiteY846" fmla="*/ 3357562 h 6382977"/>
              <a:gd name="connsiteX847" fmla="*/ 5060208 w 6501199"/>
              <a:gd name="connsiteY847" fmla="*/ 3409657 h 6382977"/>
              <a:gd name="connsiteX848" fmla="*/ 4984861 w 6501199"/>
              <a:gd name="connsiteY848" fmla="*/ 3411813 h 6382977"/>
              <a:gd name="connsiteX849" fmla="*/ 4982325 w 6501199"/>
              <a:gd name="connsiteY849" fmla="*/ 3398160 h 6382977"/>
              <a:gd name="connsiteX850" fmla="*/ 5089913 w 6501199"/>
              <a:gd name="connsiteY850" fmla="*/ 3357562 h 6382977"/>
              <a:gd name="connsiteX851" fmla="*/ 5320102 w 6501199"/>
              <a:gd name="connsiteY851" fmla="*/ 3352800 h 6382977"/>
              <a:gd name="connsiteX852" fmla="*/ 5228888 w 6501199"/>
              <a:gd name="connsiteY852" fmla="*/ 3420702 h 6382977"/>
              <a:gd name="connsiteX853" fmla="*/ 5222038 w 6501199"/>
              <a:gd name="connsiteY853" fmla="*/ 3404894 h 6382977"/>
              <a:gd name="connsiteX854" fmla="*/ 5320102 w 6501199"/>
              <a:gd name="connsiteY854" fmla="*/ 3352800 h 6382977"/>
              <a:gd name="connsiteX855" fmla="*/ 4166262 w 6501199"/>
              <a:gd name="connsiteY855" fmla="*/ 3350709 h 6382977"/>
              <a:gd name="connsiteX856" fmla="*/ 4156354 w 6501199"/>
              <a:gd name="connsiteY856" fmla="*/ 3351203 h 6382977"/>
              <a:gd name="connsiteX857" fmla="*/ 4148557 w 6501199"/>
              <a:gd name="connsiteY857" fmla="*/ 3357644 h 6382977"/>
              <a:gd name="connsiteX858" fmla="*/ 4137688 w 6501199"/>
              <a:gd name="connsiteY858" fmla="*/ 3357295 h 6382977"/>
              <a:gd name="connsiteX859" fmla="*/ 4134132 w 6501199"/>
              <a:gd name="connsiteY859" fmla="*/ 3352311 h 6382977"/>
              <a:gd name="connsiteX860" fmla="*/ 4111866 w 6501199"/>
              <a:gd name="connsiteY860" fmla="*/ 3353420 h 6382977"/>
              <a:gd name="connsiteX861" fmla="*/ 4110311 w 6501199"/>
              <a:gd name="connsiteY861" fmla="*/ 3357157 h 6382977"/>
              <a:gd name="connsiteX862" fmla="*/ 4103335 w 6501199"/>
              <a:gd name="connsiteY862" fmla="*/ 3377025 h 6382977"/>
              <a:gd name="connsiteX863" fmla="*/ 4130698 w 6501199"/>
              <a:gd name="connsiteY863" fmla="*/ 3379545 h 6382977"/>
              <a:gd name="connsiteX864" fmla="*/ 4137539 w 6501199"/>
              <a:gd name="connsiteY864" fmla="*/ 3363705 h 6382977"/>
              <a:gd name="connsiteX865" fmla="*/ 4154730 w 6501199"/>
              <a:gd name="connsiteY865" fmla="*/ 3370281 h 6382977"/>
              <a:gd name="connsiteX866" fmla="*/ 4172256 w 6501199"/>
              <a:gd name="connsiteY866" fmla="*/ 3368851 h 6382977"/>
              <a:gd name="connsiteX867" fmla="*/ 4171616 w 6501199"/>
              <a:gd name="connsiteY867" fmla="*/ 3364317 h 6382977"/>
              <a:gd name="connsiteX868" fmla="*/ 4170174 w 6501199"/>
              <a:gd name="connsiteY868" fmla="*/ 3354931 h 6382977"/>
              <a:gd name="connsiteX869" fmla="*/ 4165217 w 6501199"/>
              <a:gd name="connsiteY869" fmla="*/ 3354532 h 6382977"/>
              <a:gd name="connsiteX870" fmla="*/ 5542350 w 6501199"/>
              <a:gd name="connsiteY870" fmla="*/ 3350022 h 6382977"/>
              <a:gd name="connsiteX871" fmla="*/ 5495048 w 6501199"/>
              <a:gd name="connsiteY871" fmla="*/ 3386824 h 6382977"/>
              <a:gd name="connsiteX872" fmla="*/ 5476023 w 6501199"/>
              <a:gd name="connsiteY872" fmla="*/ 3385908 h 6382977"/>
              <a:gd name="connsiteX873" fmla="*/ 5477699 w 6501199"/>
              <a:gd name="connsiteY873" fmla="*/ 3380233 h 6382977"/>
              <a:gd name="connsiteX874" fmla="*/ 5542350 w 6501199"/>
              <a:gd name="connsiteY874" fmla="*/ 3350022 h 6382977"/>
              <a:gd name="connsiteX875" fmla="*/ 5220150 w 6501199"/>
              <a:gd name="connsiteY875" fmla="*/ 3349625 h 6382977"/>
              <a:gd name="connsiteX876" fmla="*/ 5229136 w 6501199"/>
              <a:gd name="connsiteY876" fmla="*/ 3351773 h 6382977"/>
              <a:gd name="connsiteX877" fmla="*/ 5235966 w 6501199"/>
              <a:gd name="connsiteY877" fmla="*/ 3353920 h 6382977"/>
              <a:gd name="connsiteX878" fmla="*/ 5186004 w 6501199"/>
              <a:gd name="connsiteY878" fmla="*/ 3381125 h 6382977"/>
              <a:gd name="connsiteX879" fmla="*/ 5220150 w 6501199"/>
              <a:gd name="connsiteY879" fmla="*/ 3349625 h 6382977"/>
              <a:gd name="connsiteX880" fmla="*/ 486793 w 6501199"/>
              <a:gd name="connsiteY880" fmla="*/ 3347962 h 6382977"/>
              <a:gd name="connsiteX881" fmla="*/ 475632 w 6501199"/>
              <a:gd name="connsiteY881" fmla="*/ 3361640 h 6382977"/>
              <a:gd name="connsiteX882" fmla="*/ 486793 w 6501199"/>
              <a:gd name="connsiteY882" fmla="*/ 3386836 h 6382977"/>
              <a:gd name="connsiteX883" fmla="*/ 546199 w 6501199"/>
              <a:gd name="connsiteY883" fmla="*/ 3402674 h 6382977"/>
              <a:gd name="connsiteX884" fmla="*/ 562041 w 6501199"/>
              <a:gd name="connsiteY884" fmla="*/ 3382157 h 6382977"/>
              <a:gd name="connsiteX885" fmla="*/ 507315 w 6501199"/>
              <a:gd name="connsiteY885" fmla="*/ 3370639 h 6382977"/>
              <a:gd name="connsiteX886" fmla="*/ 486793 w 6501199"/>
              <a:gd name="connsiteY886" fmla="*/ 3347962 h 6382977"/>
              <a:gd name="connsiteX887" fmla="*/ 4034470 w 6501199"/>
              <a:gd name="connsiteY887" fmla="*/ 3347780 h 6382977"/>
              <a:gd name="connsiteX888" fmla="*/ 4034073 w 6501199"/>
              <a:gd name="connsiteY888" fmla="*/ 3349889 h 6382977"/>
              <a:gd name="connsiteX889" fmla="*/ 4028087 w 6501199"/>
              <a:gd name="connsiteY889" fmla="*/ 3381706 h 6382977"/>
              <a:gd name="connsiteX890" fmla="*/ 4055450 w 6501199"/>
              <a:gd name="connsiteY890" fmla="*/ 3383866 h 6382977"/>
              <a:gd name="connsiteX891" fmla="*/ 4069132 w 6501199"/>
              <a:gd name="connsiteY891" fmla="*/ 3356864 h 6382977"/>
              <a:gd name="connsiteX892" fmla="*/ 4069132 w 6501199"/>
              <a:gd name="connsiteY892" fmla="*/ 3379545 h 6382977"/>
              <a:gd name="connsiteX893" fmla="*/ 4103335 w 6501199"/>
              <a:gd name="connsiteY893" fmla="*/ 3361185 h 6382977"/>
              <a:gd name="connsiteX894" fmla="*/ 4096686 w 6501199"/>
              <a:gd name="connsiteY894" fmla="*/ 3356105 h 6382977"/>
              <a:gd name="connsiteX895" fmla="*/ 4095682 w 6501199"/>
              <a:gd name="connsiteY895" fmla="*/ 3354037 h 6382977"/>
              <a:gd name="connsiteX896" fmla="*/ 3947979 w 6501199"/>
              <a:gd name="connsiteY896" fmla="*/ 3339194 h 6382977"/>
              <a:gd name="connsiteX897" fmla="*/ 3953200 w 6501199"/>
              <a:gd name="connsiteY897" fmla="*/ 3370185 h 6382977"/>
              <a:gd name="connsiteX898" fmla="*/ 3971202 w 6501199"/>
              <a:gd name="connsiteY898" fmla="*/ 3365865 h 6382977"/>
              <a:gd name="connsiteX899" fmla="*/ 3962201 w 6501199"/>
              <a:gd name="connsiteY899" fmla="*/ 3386386 h 6382977"/>
              <a:gd name="connsiteX900" fmla="*/ 3994244 w 6501199"/>
              <a:gd name="connsiteY900" fmla="*/ 3361185 h 6382977"/>
              <a:gd name="connsiteX901" fmla="*/ 3978402 w 6501199"/>
              <a:gd name="connsiteY901" fmla="*/ 3393226 h 6382977"/>
              <a:gd name="connsiteX902" fmla="*/ 4020071 w 6501199"/>
              <a:gd name="connsiteY902" fmla="*/ 3355357 h 6382977"/>
              <a:gd name="connsiteX903" fmla="*/ 4031729 w 6501199"/>
              <a:gd name="connsiteY903" fmla="*/ 3347500 h 6382977"/>
              <a:gd name="connsiteX904" fmla="*/ 4030294 w 6501199"/>
              <a:gd name="connsiteY904" fmla="*/ 3347353 h 6382977"/>
              <a:gd name="connsiteX905" fmla="*/ 3998480 w 6501199"/>
              <a:gd name="connsiteY905" fmla="*/ 3343334 h 6382977"/>
              <a:gd name="connsiteX906" fmla="*/ 3997101 w 6501199"/>
              <a:gd name="connsiteY906" fmla="*/ 3344505 h 6382977"/>
              <a:gd name="connsiteX907" fmla="*/ 3996352 w 6501199"/>
              <a:gd name="connsiteY907" fmla="*/ 3343065 h 6382977"/>
              <a:gd name="connsiteX908" fmla="*/ 3966224 w 6501199"/>
              <a:gd name="connsiteY908" fmla="*/ 3339259 h 6382977"/>
              <a:gd name="connsiteX909" fmla="*/ 3926085 w 6501199"/>
              <a:gd name="connsiteY909" fmla="*/ 3339117 h 6382977"/>
              <a:gd name="connsiteX910" fmla="*/ 3927277 w 6501199"/>
              <a:gd name="connsiteY910" fmla="*/ 3352454 h 6382977"/>
              <a:gd name="connsiteX911" fmla="*/ 3937358 w 6501199"/>
              <a:gd name="connsiteY911" fmla="*/ 3363705 h 6382977"/>
              <a:gd name="connsiteX912" fmla="*/ 3941678 w 6501199"/>
              <a:gd name="connsiteY912" fmla="*/ 3340664 h 6382977"/>
              <a:gd name="connsiteX913" fmla="*/ 3936137 w 6501199"/>
              <a:gd name="connsiteY913" fmla="*/ 3339152 h 6382977"/>
              <a:gd name="connsiteX914" fmla="*/ 3916700 w 6501199"/>
              <a:gd name="connsiteY914" fmla="*/ 3339083 h 6382977"/>
              <a:gd name="connsiteX915" fmla="*/ 3913776 w 6501199"/>
              <a:gd name="connsiteY915" fmla="*/ 3351554 h 6382977"/>
              <a:gd name="connsiteX916" fmla="*/ 3905315 w 6501199"/>
              <a:gd name="connsiteY916" fmla="*/ 3354344 h 6382977"/>
              <a:gd name="connsiteX917" fmla="*/ 3909995 w 6501199"/>
              <a:gd name="connsiteY917" fmla="*/ 3345344 h 6382977"/>
              <a:gd name="connsiteX918" fmla="*/ 3900243 w 6501199"/>
              <a:gd name="connsiteY918" fmla="*/ 3342445 h 6382977"/>
              <a:gd name="connsiteX919" fmla="*/ 3896854 w 6501199"/>
              <a:gd name="connsiteY919" fmla="*/ 3339701 h 6382977"/>
              <a:gd name="connsiteX920" fmla="*/ 3891531 w 6501199"/>
              <a:gd name="connsiteY920" fmla="*/ 3340497 h 6382977"/>
              <a:gd name="connsiteX921" fmla="*/ 3889473 w 6501199"/>
              <a:gd name="connsiteY921" fmla="*/ 3343184 h 6382977"/>
              <a:gd name="connsiteX922" fmla="*/ 3891633 w 6501199"/>
              <a:gd name="connsiteY922" fmla="*/ 3359024 h 6382977"/>
              <a:gd name="connsiteX923" fmla="*/ 3918996 w 6501199"/>
              <a:gd name="connsiteY923" fmla="*/ 3365865 h 6382977"/>
              <a:gd name="connsiteX924" fmla="*/ 3923047 w 6501199"/>
              <a:gd name="connsiteY924" fmla="*/ 3352184 h 6382977"/>
              <a:gd name="connsiteX925" fmla="*/ 3917100 w 6501199"/>
              <a:gd name="connsiteY925" fmla="*/ 3339085 h 6382977"/>
              <a:gd name="connsiteX926" fmla="*/ 5460913 w 6501199"/>
              <a:gd name="connsiteY926" fmla="*/ 3328987 h 6382977"/>
              <a:gd name="connsiteX927" fmla="*/ 5478854 w 6501199"/>
              <a:gd name="connsiteY927" fmla="*/ 3360898 h 6382977"/>
              <a:gd name="connsiteX928" fmla="*/ 5460913 w 6501199"/>
              <a:gd name="connsiteY928" fmla="*/ 3383744 h 6382977"/>
              <a:gd name="connsiteX929" fmla="*/ 5435796 w 6501199"/>
              <a:gd name="connsiteY929" fmla="*/ 3363437 h 6382977"/>
              <a:gd name="connsiteX930" fmla="*/ 5374438 w 6501199"/>
              <a:gd name="connsiteY930" fmla="*/ 3390634 h 6382977"/>
              <a:gd name="connsiteX931" fmla="*/ 5460913 w 6501199"/>
              <a:gd name="connsiteY931" fmla="*/ 3328987 h 6382977"/>
              <a:gd name="connsiteX932" fmla="*/ 4539656 w 6501199"/>
              <a:gd name="connsiteY932" fmla="*/ 3328918 h 6382977"/>
              <a:gd name="connsiteX933" fmla="*/ 4533221 w 6501199"/>
              <a:gd name="connsiteY933" fmla="*/ 3345344 h 6382977"/>
              <a:gd name="connsiteX934" fmla="*/ 4558423 w 6501199"/>
              <a:gd name="connsiteY934" fmla="*/ 3354344 h 6382977"/>
              <a:gd name="connsiteX935" fmla="*/ 4563103 w 6501199"/>
              <a:gd name="connsiteY935" fmla="*/ 3329503 h 6382977"/>
              <a:gd name="connsiteX936" fmla="*/ 4539656 w 6501199"/>
              <a:gd name="connsiteY936" fmla="*/ 3328918 h 6382977"/>
              <a:gd name="connsiteX937" fmla="*/ 4766807 w 6501199"/>
              <a:gd name="connsiteY937" fmla="*/ 3327850 h 6382977"/>
              <a:gd name="connsiteX938" fmla="*/ 4778759 w 6501199"/>
              <a:gd name="connsiteY938" fmla="*/ 3329296 h 6382977"/>
              <a:gd name="connsiteX939" fmla="*/ 4778759 w 6501199"/>
              <a:gd name="connsiteY939" fmla="*/ 3338058 h 6382977"/>
              <a:gd name="connsiteX940" fmla="*/ 4760075 w 6501199"/>
              <a:gd name="connsiteY940" fmla="*/ 3342615 h 6382977"/>
              <a:gd name="connsiteX941" fmla="*/ 4760075 w 6501199"/>
              <a:gd name="connsiteY941" fmla="*/ 3331399 h 6382977"/>
              <a:gd name="connsiteX942" fmla="*/ 4766807 w 6501199"/>
              <a:gd name="connsiteY942" fmla="*/ 3327850 h 6382977"/>
              <a:gd name="connsiteX943" fmla="*/ 4637991 w 6501199"/>
              <a:gd name="connsiteY943" fmla="*/ 3324823 h 6382977"/>
              <a:gd name="connsiteX944" fmla="*/ 4642672 w 6501199"/>
              <a:gd name="connsiteY944" fmla="*/ 3345344 h 6382977"/>
              <a:gd name="connsiteX945" fmla="*/ 4663194 w 6501199"/>
              <a:gd name="connsiteY945" fmla="*/ 3331663 h 6382977"/>
              <a:gd name="connsiteX946" fmla="*/ 4642672 w 6501199"/>
              <a:gd name="connsiteY946" fmla="*/ 3329503 h 6382977"/>
              <a:gd name="connsiteX947" fmla="*/ 4637991 w 6501199"/>
              <a:gd name="connsiteY947" fmla="*/ 3324823 h 6382977"/>
              <a:gd name="connsiteX948" fmla="*/ 5524897 w 6501199"/>
              <a:gd name="connsiteY948" fmla="*/ 3324817 h 6382977"/>
              <a:gd name="connsiteX949" fmla="*/ 5493500 w 6501199"/>
              <a:gd name="connsiteY949" fmla="*/ 3350256 h 6382977"/>
              <a:gd name="connsiteX950" fmla="*/ 5524897 w 6501199"/>
              <a:gd name="connsiteY950" fmla="*/ 3324817 h 6382977"/>
              <a:gd name="connsiteX951" fmla="*/ 4484076 w 6501199"/>
              <a:gd name="connsiteY951" fmla="*/ 3316633 h 6382977"/>
              <a:gd name="connsiteX952" fmla="*/ 4474174 w 6501199"/>
              <a:gd name="connsiteY952" fmla="*/ 3329503 h 6382977"/>
              <a:gd name="connsiteX953" fmla="*/ 4494696 w 6501199"/>
              <a:gd name="connsiteY953" fmla="*/ 3333823 h 6382977"/>
              <a:gd name="connsiteX954" fmla="*/ 4476335 w 6501199"/>
              <a:gd name="connsiteY954" fmla="*/ 3345344 h 6382977"/>
              <a:gd name="connsiteX955" fmla="*/ 4446811 w 6501199"/>
              <a:gd name="connsiteY955" fmla="*/ 3340664 h 6382977"/>
              <a:gd name="connsiteX956" fmla="*/ 4433130 w 6501199"/>
              <a:gd name="connsiteY956" fmla="*/ 3352184 h 6382977"/>
              <a:gd name="connsiteX957" fmla="*/ 4444651 w 6501199"/>
              <a:gd name="connsiteY957" fmla="*/ 3377025 h 6382977"/>
              <a:gd name="connsiteX958" fmla="*/ 4453652 w 6501199"/>
              <a:gd name="connsiteY958" fmla="*/ 3361185 h 6382977"/>
              <a:gd name="connsiteX959" fmla="*/ 4481015 w 6501199"/>
              <a:gd name="connsiteY959" fmla="*/ 3374865 h 6382977"/>
              <a:gd name="connsiteX960" fmla="*/ 4506217 w 6501199"/>
              <a:gd name="connsiteY960" fmla="*/ 3374865 h 6382977"/>
              <a:gd name="connsiteX961" fmla="*/ 4515219 w 6501199"/>
              <a:gd name="connsiteY961" fmla="*/ 3336343 h 6382977"/>
              <a:gd name="connsiteX962" fmla="*/ 4499377 w 6501199"/>
              <a:gd name="connsiteY962" fmla="*/ 3322663 h 6382977"/>
              <a:gd name="connsiteX963" fmla="*/ 4484076 w 6501199"/>
              <a:gd name="connsiteY963" fmla="*/ 3316633 h 6382977"/>
              <a:gd name="connsiteX964" fmla="*/ 5384073 w 6501199"/>
              <a:gd name="connsiteY964" fmla="*/ 3312512 h 6382977"/>
              <a:gd name="connsiteX965" fmla="*/ 5399479 w 6501199"/>
              <a:gd name="connsiteY965" fmla="*/ 3319639 h 6382977"/>
              <a:gd name="connsiteX966" fmla="*/ 5351674 w 6501199"/>
              <a:gd name="connsiteY966" fmla="*/ 3339747 h 6382977"/>
              <a:gd name="connsiteX967" fmla="*/ 5384073 w 6501199"/>
              <a:gd name="connsiteY967" fmla="*/ 3312512 h 6382977"/>
              <a:gd name="connsiteX968" fmla="*/ 4774918 w 6501199"/>
              <a:gd name="connsiteY968" fmla="*/ 3307453 h 6382977"/>
              <a:gd name="connsiteX969" fmla="*/ 4785116 w 6501199"/>
              <a:gd name="connsiteY969" fmla="*/ 3318164 h 6382977"/>
              <a:gd name="connsiteX970" fmla="*/ 4733088 w 6501199"/>
              <a:gd name="connsiteY970" fmla="*/ 3327137 h 6382977"/>
              <a:gd name="connsiteX971" fmla="*/ 4774918 w 6501199"/>
              <a:gd name="connsiteY971" fmla="*/ 3307453 h 6382977"/>
              <a:gd name="connsiteX972" fmla="*/ 4264743 w 6501199"/>
              <a:gd name="connsiteY972" fmla="*/ 3304985 h 6382977"/>
              <a:gd name="connsiteX973" fmla="*/ 4259667 w 6501199"/>
              <a:gd name="connsiteY973" fmla="*/ 3309839 h 6382977"/>
              <a:gd name="connsiteX974" fmla="*/ 4269313 w 6501199"/>
              <a:gd name="connsiteY974" fmla="*/ 3311142 h 6382977"/>
              <a:gd name="connsiteX975" fmla="*/ 4263919 w 6501199"/>
              <a:gd name="connsiteY975" fmla="*/ 3322722 h 6382977"/>
              <a:gd name="connsiteX976" fmla="*/ 4272298 w 6501199"/>
              <a:gd name="connsiteY976" fmla="*/ 3323245 h 6382977"/>
              <a:gd name="connsiteX977" fmla="*/ 4272690 w 6501199"/>
              <a:gd name="connsiteY977" fmla="*/ 3323375 h 6382977"/>
              <a:gd name="connsiteX978" fmla="*/ 4273099 w 6501199"/>
              <a:gd name="connsiteY978" fmla="*/ 3321279 h 6382977"/>
              <a:gd name="connsiteX979" fmla="*/ 4278674 w 6501199"/>
              <a:gd name="connsiteY979" fmla="*/ 3311142 h 6382977"/>
              <a:gd name="connsiteX980" fmla="*/ 4271113 w 6501199"/>
              <a:gd name="connsiteY980" fmla="*/ 3305967 h 6382977"/>
              <a:gd name="connsiteX981" fmla="*/ 5497747 w 6501199"/>
              <a:gd name="connsiteY981" fmla="*/ 3302625 h 6382977"/>
              <a:gd name="connsiteX982" fmla="*/ 5509231 w 6501199"/>
              <a:gd name="connsiteY982" fmla="*/ 3323415 h 6382977"/>
              <a:gd name="connsiteX983" fmla="*/ 5487150 w 6501199"/>
              <a:gd name="connsiteY983" fmla="*/ 3307307 h 6382977"/>
              <a:gd name="connsiteX984" fmla="*/ 5497747 w 6501199"/>
              <a:gd name="connsiteY984" fmla="*/ 3302625 h 6382977"/>
              <a:gd name="connsiteX985" fmla="*/ 4239375 w 6501199"/>
              <a:gd name="connsiteY985" fmla="*/ 3300412 h 6382977"/>
              <a:gd name="connsiteX986" fmla="*/ 4244905 w 6501199"/>
              <a:gd name="connsiteY986" fmla="*/ 3301926 h 6382977"/>
              <a:gd name="connsiteX987" fmla="*/ 4246873 w 6501199"/>
              <a:gd name="connsiteY987" fmla="*/ 3302465 h 6382977"/>
              <a:gd name="connsiteX988" fmla="*/ 4635831 w 6501199"/>
              <a:gd name="connsiteY988" fmla="*/ 3288461 h 6382977"/>
              <a:gd name="connsiteX989" fmla="*/ 4596947 w 6501199"/>
              <a:gd name="connsiteY989" fmla="*/ 3324823 h 6382977"/>
              <a:gd name="connsiteX990" fmla="*/ 4610629 w 6501199"/>
              <a:gd name="connsiteY990" fmla="*/ 3338504 h 6382977"/>
              <a:gd name="connsiteX991" fmla="*/ 4635831 w 6501199"/>
              <a:gd name="connsiteY991" fmla="*/ 3288461 h 6382977"/>
              <a:gd name="connsiteX992" fmla="*/ 4459654 w 6501199"/>
              <a:gd name="connsiteY992" fmla="*/ 3286717 h 6382977"/>
              <a:gd name="connsiteX993" fmla="*/ 4448971 w 6501199"/>
              <a:gd name="connsiteY993" fmla="*/ 3299982 h 6382977"/>
              <a:gd name="connsiteX994" fmla="*/ 4439971 w 6501199"/>
              <a:gd name="connsiteY994" fmla="*/ 3295301 h 6382977"/>
              <a:gd name="connsiteX995" fmla="*/ 4448971 w 6501199"/>
              <a:gd name="connsiteY995" fmla="*/ 3315822 h 6382977"/>
              <a:gd name="connsiteX996" fmla="*/ 4460493 w 6501199"/>
              <a:gd name="connsiteY996" fmla="*/ 3313302 h 6382977"/>
              <a:gd name="connsiteX997" fmla="*/ 4467333 w 6501199"/>
              <a:gd name="connsiteY997" fmla="*/ 3288461 h 6382977"/>
              <a:gd name="connsiteX998" fmla="*/ 4459654 w 6501199"/>
              <a:gd name="connsiteY998" fmla="*/ 3286717 h 6382977"/>
              <a:gd name="connsiteX999" fmla="*/ 4474174 w 6501199"/>
              <a:gd name="connsiteY999" fmla="*/ 3286301 h 6382977"/>
              <a:gd name="connsiteX1000" fmla="*/ 4478855 w 6501199"/>
              <a:gd name="connsiteY1000" fmla="*/ 3313302 h 6382977"/>
              <a:gd name="connsiteX1001" fmla="*/ 4485020 w 6501199"/>
              <a:gd name="connsiteY1001" fmla="*/ 3298181 h 6382977"/>
              <a:gd name="connsiteX1002" fmla="*/ 4477860 w 6501199"/>
              <a:gd name="connsiteY1002" fmla="*/ 3290339 h 6382977"/>
              <a:gd name="connsiteX1003" fmla="*/ 4474325 w 6501199"/>
              <a:gd name="connsiteY1003" fmla="*/ 3290660 h 6382977"/>
              <a:gd name="connsiteX1004" fmla="*/ 4476610 w 6501199"/>
              <a:gd name="connsiteY1004" fmla="*/ 3288969 h 6382977"/>
              <a:gd name="connsiteX1005" fmla="*/ 4963307 w 6501199"/>
              <a:gd name="connsiteY1005" fmla="*/ 3284590 h 6382977"/>
              <a:gd name="connsiteX1006" fmla="*/ 4970253 w 6501199"/>
              <a:gd name="connsiteY1006" fmla="*/ 3286124 h 6382977"/>
              <a:gd name="connsiteX1007" fmla="*/ 4944787 w 6501199"/>
              <a:gd name="connsiteY1007" fmla="*/ 3300045 h 6382977"/>
              <a:gd name="connsiteX1008" fmla="*/ 4963307 w 6501199"/>
              <a:gd name="connsiteY1008" fmla="*/ 3284590 h 6382977"/>
              <a:gd name="connsiteX1009" fmla="*/ 4523497 w 6501199"/>
              <a:gd name="connsiteY1009" fmla="*/ 3281828 h 6382977"/>
              <a:gd name="connsiteX1010" fmla="*/ 4508378 w 6501199"/>
              <a:gd name="connsiteY1010" fmla="*/ 3295301 h 6382977"/>
              <a:gd name="connsiteX1011" fmla="*/ 4529665 w 6501199"/>
              <a:gd name="connsiteY1011" fmla="*/ 3291251 h 6382977"/>
              <a:gd name="connsiteX1012" fmla="*/ 4535529 w 6501199"/>
              <a:gd name="connsiteY1012" fmla="*/ 3284754 h 6382977"/>
              <a:gd name="connsiteX1013" fmla="*/ 4542581 w 6501199"/>
              <a:gd name="connsiteY1013" fmla="*/ 3276941 h 6382977"/>
              <a:gd name="connsiteX1014" fmla="*/ 4538738 w 6501199"/>
              <a:gd name="connsiteY1014" fmla="*/ 3277663 h 6382977"/>
              <a:gd name="connsiteX1015" fmla="*/ 4539719 w 6501199"/>
              <a:gd name="connsiteY1015" fmla="*/ 3280112 h 6382977"/>
              <a:gd name="connsiteX1016" fmla="*/ 4506768 w 6501199"/>
              <a:gd name="connsiteY1016" fmla="*/ 3267169 h 6382977"/>
              <a:gd name="connsiteX1017" fmla="*/ 4506217 w 6501199"/>
              <a:gd name="connsiteY1017" fmla="*/ 3270100 h 6382977"/>
              <a:gd name="connsiteX1018" fmla="*/ 4510990 w 6501199"/>
              <a:gd name="connsiteY1018" fmla="*/ 3268465 h 6382977"/>
              <a:gd name="connsiteX1019" fmla="*/ 4510690 w 6501199"/>
              <a:gd name="connsiteY1019" fmla="*/ 3267986 h 6382977"/>
              <a:gd name="connsiteX1020" fmla="*/ 4598938 w 6501199"/>
              <a:gd name="connsiteY1020" fmla="*/ 3265718 h 6382977"/>
              <a:gd name="connsiteX1021" fmla="*/ 4572105 w 6501199"/>
              <a:gd name="connsiteY1021" fmla="*/ 3274780 h 6382977"/>
              <a:gd name="connsiteX1022" fmla="*/ 4572105 w 6501199"/>
              <a:gd name="connsiteY1022" fmla="*/ 3290621 h 6382977"/>
              <a:gd name="connsiteX1023" fmla="*/ 4606308 w 6501199"/>
              <a:gd name="connsiteY1023" fmla="*/ 3270100 h 6382977"/>
              <a:gd name="connsiteX1024" fmla="*/ 4598938 w 6501199"/>
              <a:gd name="connsiteY1024" fmla="*/ 3265718 h 6382977"/>
              <a:gd name="connsiteX1025" fmla="*/ 4572105 w 6501199"/>
              <a:gd name="connsiteY1025" fmla="*/ 3258940 h 6382977"/>
              <a:gd name="connsiteX1026" fmla="*/ 4571947 w 6501199"/>
              <a:gd name="connsiteY1026" fmla="*/ 3259446 h 6382977"/>
              <a:gd name="connsiteX1027" fmla="*/ 4563103 w 6501199"/>
              <a:gd name="connsiteY1027" fmla="*/ 3261100 h 6382977"/>
              <a:gd name="connsiteX1028" fmla="*/ 4572105 w 6501199"/>
              <a:gd name="connsiteY1028" fmla="*/ 3258940 h 6382977"/>
              <a:gd name="connsiteX1029" fmla="*/ 4388005 w 6501199"/>
              <a:gd name="connsiteY1029" fmla="*/ 3252562 h 6382977"/>
              <a:gd name="connsiteX1030" fmla="*/ 4319604 w 6501199"/>
              <a:gd name="connsiteY1030" fmla="*/ 3270563 h 6382977"/>
              <a:gd name="connsiteX1031" fmla="*/ 4290084 w 6501199"/>
              <a:gd name="connsiteY1031" fmla="*/ 3273083 h 6382977"/>
              <a:gd name="connsiteX1032" fmla="*/ 4269563 w 6501199"/>
              <a:gd name="connsiteY1032" fmla="*/ 3254722 h 6382977"/>
              <a:gd name="connsiteX1033" fmla="*/ 4240043 w 6501199"/>
              <a:gd name="connsiteY1033" fmla="*/ 3293605 h 6382977"/>
              <a:gd name="connsiteX1034" fmla="*/ 4222043 w 6501199"/>
              <a:gd name="connsiteY1034" fmla="*/ 3277404 h 6382977"/>
              <a:gd name="connsiteX1035" fmla="*/ 4235723 w 6501199"/>
              <a:gd name="connsiteY1035" fmla="*/ 3261563 h 6382977"/>
              <a:gd name="connsiteX1036" fmla="*/ 4195223 w 6501199"/>
              <a:gd name="connsiteY1036" fmla="*/ 3268549 h 6382977"/>
              <a:gd name="connsiteX1037" fmla="*/ 4189006 w 6501199"/>
              <a:gd name="connsiteY1037" fmla="*/ 3276008 h 6382977"/>
              <a:gd name="connsiteX1038" fmla="*/ 4189964 w 6501199"/>
              <a:gd name="connsiteY1038" fmla="*/ 3277410 h 6382977"/>
              <a:gd name="connsiteX1039" fmla="*/ 4202558 w 6501199"/>
              <a:gd name="connsiteY1039" fmla="*/ 3277449 h 6382977"/>
              <a:gd name="connsiteX1040" fmla="*/ 4210523 w 6501199"/>
              <a:gd name="connsiteY1040" fmla="*/ 3284244 h 6382977"/>
              <a:gd name="connsiteX1041" fmla="*/ 4198426 w 6501199"/>
              <a:gd name="connsiteY1041" fmla="*/ 3287166 h 6382977"/>
              <a:gd name="connsiteX1042" fmla="*/ 4213088 w 6501199"/>
              <a:gd name="connsiteY1042" fmla="*/ 3302223 h 6382977"/>
              <a:gd name="connsiteX1043" fmla="*/ 4214947 w 6501199"/>
              <a:gd name="connsiteY1043" fmla="*/ 3297462 h 6382977"/>
              <a:gd name="connsiteX1044" fmla="*/ 4235351 w 6501199"/>
              <a:gd name="connsiteY1044" fmla="*/ 3308346 h 6382977"/>
              <a:gd name="connsiteX1045" fmla="*/ 4236772 w 6501199"/>
              <a:gd name="connsiteY1045" fmla="*/ 3315704 h 6382977"/>
              <a:gd name="connsiteX1046" fmla="*/ 4237523 w 6501199"/>
              <a:gd name="connsiteY1046" fmla="*/ 3315840 h 6382977"/>
              <a:gd name="connsiteX1047" fmla="*/ 4240761 w 6501199"/>
              <a:gd name="connsiteY1047" fmla="*/ 3317798 h 6382977"/>
              <a:gd name="connsiteX1048" fmla="*/ 4252661 w 6501199"/>
              <a:gd name="connsiteY1048" fmla="*/ 3308892 h 6382977"/>
              <a:gd name="connsiteX1049" fmla="*/ 4255483 w 6501199"/>
              <a:gd name="connsiteY1049" fmla="*/ 3309273 h 6382977"/>
              <a:gd name="connsiteX1050" fmla="*/ 4249952 w 6501199"/>
              <a:gd name="connsiteY1050" fmla="*/ 3305520 h 6382977"/>
              <a:gd name="connsiteX1051" fmla="*/ 4249356 w 6501199"/>
              <a:gd name="connsiteY1051" fmla="*/ 3303144 h 6382977"/>
              <a:gd name="connsiteX1052" fmla="*/ 4248603 w 6501199"/>
              <a:gd name="connsiteY1052" fmla="*/ 3300138 h 6382977"/>
              <a:gd name="connsiteX1053" fmla="*/ 4258276 w 6501199"/>
              <a:gd name="connsiteY1053" fmla="*/ 3290887 h 6382977"/>
              <a:gd name="connsiteX1054" fmla="*/ 4262927 w 6501199"/>
              <a:gd name="connsiteY1054" fmla="*/ 3295779 h 6382977"/>
              <a:gd name="connsiteX1055" fmla="*/ 4265712 w 6501199"/>
              <a:gd name="connsiteY1055" fmla="*/ 3299667 h 6382977"/>
              <a:gd name="connsiteX1056" fmla="*/ 4276829 w 6501199"/>
              <a:gd name="connsiteY1056" fmla="*/ 3290126 h 6382977"/>
              <a:gd name="connsiteX1057" fmla="*/ 4269313 w 6501199"/>
              <a:gd name="connsiteY1057" fmla="*/ 3279461 h 6382977"/>
              <a:gd name="connsiteX1058" fmla="*/ 4295505 w 6501199"/>
              <a:gd name="connsiteY1058" fmla="*/ 3281666 h 6382977"/>
              <a:gd name="connsiteX1059" fmla="*/ 4300366 w 6501199"/>
              <a:gd name="connsiteY1059" fmla="*/ 3287858 h 6382977"/>
              <a:gd name="connsiteX1060" fmla="*/ 4309800 w 6501199"/>
              <a:gd name="connsiteY1060" fmla="*/ 3282973 h 6382977"/>
              <a:gd name="connsiteX1061" fmla="*/ 4324663 w 6501199"/>
              <a:gd name="connsiteY1061" fmla="*/ 3275012 h 6382977"/>
              <a:gd name="connsiteX1062" fmla="*/ 4336263 w 6501199"/>
              <a:gd name="connsiteY1062" fmla="*/ 3293159 h 6382977"/>
              <a:gd name="connsiteX1063" fmla="*/ 4305269 w 6501199"/>
              <a:gd name="connsiteY1063" fmla="*/ 3291107 h 6382977"/>
              <a:gd name="connsiteX1064" fmla="*/ 4302836 w 6501199"/>
              <a:gd name="connsiteY1064" fmla="*/ 3291004 h 6382977"/>
              <a:gd name="connsiteX1065" fmla="*/ 4305260 w 6501199"/>
              <a:gd name="connsiteY1065" fmla="*/ 3294092 h 6382977"/>
              <a:gd name="connsiteX1066" fmla="*/ 4308197 w 6501199"/>
              <a:gd name="connsiteY1066" fmla="*/ 3311142 h 6382977"/>
              <a:gd name="connsiteX1067" fmla="*/ 4290735 w 6501199"/>
              <a:gd name="connsiteY1067" fmla="*/ 3323968 h 6382977"/>
              <a:gd name="connsiteX1068" fmla="*/ 4288527 w 6501199"/>
              <a:gd name="connsiteY1068" fmla="*/ 3328609 h 6382977"/>
              <a:gd name="connsiteX1069" fmla="*/ 4308889 w 6501199"/>
              <a:gd name="connsiteY1069" fmla="*/ 3335339 h 6382977"/>
              <a:gd name="connsiteX1070" fmla="*/ 4342944 w 6501199"/>
              <a:gd name="connsiteY1070" fmla="*/ 3355520 h 6382977"/>
              <a:gd name="connsiteX1071" fmla="*/ 4351401 w 6501199"/>
              <a:gd name="connsiteY1071" fmla="*/ 3354344 h 6382977"/>
              <a:gd name="connsiteX1072" fmla="*/ 4352890 w 6501199"/>
              <a:gd name="connsiteY1072" fmla="*/ 3361414 h 6382977"/>
              <a:gd name="connsiteX1073" fmla="*/ 4365069 w 6501199"/>
              <a:gd name="connsiteY1073" fmla="*/ 3368632 h 6382977"/>
              <a:gd name="connsiteX1074" fmla="*/ 4367243 w 6501199"/>
              <a:gd name="connsiteY1074" fmla="*/ 3368025 h 6382977"/>
              <a:gd name="connsiteX1075" fmla="*/ 4369403 w 6501199"/>
              <a:gd name="connsiteY1075" fmla="*/ 3338504 h 6382977"/>
              <a:gd name="connsiteX1076" fmla="*/ 4385605 w 6501199"/>
              <a:gd name="connsiteY1076" fmla="*/ 3352184 h 6382977"/>
              <a:gd name="connsiteX1077" fmla="*/ 4376244 w 6501199"/>
              <a:gd name="connsiteY1077" fmla="*/ 3363705 h 6382977"/>
              <a:gd name="connsiteX1078" fmla="*/ 4383085 w 6501199"/>
              <a:gd name="connsiteY1078" fmla="*/ 3374865 h 6382977"/>
              <a:gd name="connsiteX1079" fmla="*/ 4394606 w 6501199"/>
              <a:gd name="connsiteY1079" fmla="*/ 3352184 h 6382977"/>
              <a:gd name="connsiteX1080" fmla="*/ 4394606 w 6501199"/>
              <a:gd name="connsiteY1080" fmla="*/ 3331663 h 6382977"/>
              <a:gd name="connsiteX1081" fmla="*/ 4374084 w 6501199"/>
              <a:gd name="connsiteY1081" fmla="*/ 3331663 h 6382977"/>
              <a:gd name="connsiteX1082" fmla="*/ 4370933 w 6501199"/>
              <a:gd name="connsiteY1082" fmla="*/ 3309387 h 6382977"/>
              <a:gd name="connsiteX1083" fmla="*/ 4370918 w 6501199"/>
              <a:gd name="connsiteY1083" fmla="*/ 3309200 h 6382977"/>
              <a:gd name="connsiteX1084" fmla="*/ 4367200 w 6501199"/>
              <a:gd name="connsiteY1084" fmla="*/ 3311168 h 6382977"/>
              <a:gd name="connsiteX1085" fmla="*/ 4358438 w 6501199"/>
              <a:gd name="connsiteY1085" fmla="*/ 3304390 h 6382977"/>
              <a:gd name="connsiteX1086" fmla="*/ 4369434 w 6501199"/>
              <a:gd name="connsiteY1086" fmla="*/ 3291280 h 6382977"/>
              <a:gd name="connsiteX1087" fmla="*/ 4369453 w 6501199"/>
              <a:gd name="connsiteY1087" fmla="*/ 3291231 h 6382977"/>
              <a:gd name="connsiteX1088" fmla="*/ 4369403 w 6501199"/>
              <a:gd name="connsiteY1088" fmla="*/ 3290621 h 6382977"/>
              <a:gd name="connsiteX1089" fmla="*/ 4369654 w 6501199"/>
              <a:gd name="connsiteY1089" fmla="*/ 3290707 h 6382977"/>
              <a:gd name="connsiteX1090" fmla="*/ 4373859 w 6501199"/>
              <a:gd name="connsiteY1090" fmla="*/ 3279775 h 6382977"/>
              <a:gd name="connsiteX1091" fmla="*/ 4385075 w 6501199"/>
              <a:gd name="connsiteY1091" fmla="*/ 3290834 h 6382977"/>
              <a:gd name="connsiteX1092" fmla="*/ 4377488 w 6501199"/>
              <a:gd name="connsiteY1092" fmla="*/ 3296537 h 6382977"/>
              <a:gd name="connsiteX1093" fmla="*/ 4378809 w 6501199"/>
              <a:gd name="connsiteY1093" fmla="*/ 3300657 h 6382977"/>
              <a:gd name="connsiteX1094" fmla="*/ 4383085 w 6501199"/>
              <a:gd name="connsiteY1094" fmla="*/ 3315822 h 6382977"/>
              <a:gd name="connsiteX1095" fmla="*/ 4415128 w 6501199"/>
              <a:gd name="connsiteY1095" fmla="*/ 3299982 h 6382977"/>
              <a:gd name="connsiteX1096" fmla="*/ 4387765 w 6501199"/>
              <a:gd name="connsiteY1096" fmla="*/ 3279461 h 6382977"/>
              <a:gd name="connsiteX1097" fmla="*/ 4399151 w 6501199"/>
              <a:gd name="connsiteY1097" fmla="*/ 3276895 h 6382977"/>
              <a:gd name="connsiteX1098" fmla="*/ 4398840 w 6501199"/>
              <a:gd name="connsiteY1098" fmla="*/ 3270712 h 6382977"/>
              <a:gd name="connsiteX1099" fmla="*/ 4392685 w 6501199"/>
              <a:gd name="connsiteY1099" fmla="*/ 3277404 h 6382977"/>
              <a:gd name="connsiteX1100" fmla="*/ 4388410 w 6501199"/>
              <a:gd name="connsiteY1100" fmla="*/ 3271598 h 6382977"/>
              <a:gd name="connsiteX1101" fmla="*/ 4390153 w 6501199"/>
              <a:gd name="connsiteY1101" fmla="*/ 3267397 h 6382977"/>
              <a:gd name="connsiteX1102" fmla="*/ 4384911 w 6501199"/>
              <a:gd name="connsiteY1102" fmla="*/ 3275228 h 6382977"/>
              <a:gd name="connsiteX1103" fmla="*/ 4370109 w 6501199"/>
              <a:gd name="connsiteY1103" fmla="*/ 3278908 h 6382977"/>
              <a:gd name="connsiteX1104" fmla="*/ 4371211 w 6501199"/>
              <a:gd name="connsiteY1104" fmla="*/ 3271124 h 6382977"/>
              <a:gd name="connsiteX1105" fmla="*/ 4368384 w 6501199"/>
              <a:gd name="connsiteY1105" fmla="*/ 3273667 h 6382977"/>
              <a:gd name="connsiteX1106" fmla="*/ 4348483 w 6501199"/>
              <a:gd name="connsiteY1106" fmla="*/ 3284184 h 6382977"/>
              <a:gd name="connsiteX1107" fmla="*/ 4339388 w 6501199"/>
              <a:gd name="connsiteY1107" fmla="*/ 3277481 h 6382977"/>
              <a:gd name="connsiteX1108" fmla="*/ 4359261 w 6501199"/>
              <a:gd name="connsiteY1108" fmla="*/ 3271484 h 6382977"/>
              <a:gd name="connsiteX1109" fmla="*/ 4371493 w 6501199"/>
              <a:gd name="connsiteY1109" fmla="*/ 3269134 h 6382977"/>
              <a:gd name="connsiteX1110" fmla="*/ 4371825 w 6501199"/>
              <a:gd name="connsiteY1110" fmla="*/ 3266784 h 6382977"/>
              <a:gd name="connsiteX1111" fmla="*/ 4378203 w 6501199"/>
              <a:gd name="connsiteY1111" fmla="*/ 3260245 h 6382977"/>
              <a:gd name="connsiteX1112" fmla="*/ 4391885 w 6501199"/>
              <a:gd name="connsiteY1112" fmla="*/ 3262918 h 6382977"/>
              <a:gd name="connsiteX1113" fmla="*/ 4393495 w 6501199"/>
              <a:gd name="connsiteY1113" fmla="*/ 3258367 h 6382977"/>
              <a:gd name="connsiteX1114" fmla="*/ 4388005 w 6501199"/>
              <a:gd name="connsiteY1114" fmla="*/ 3252562 h 6382977"/>
              <a:gd name="connsiteX1115" fmla="*/ 4522059 w 6501199"/>
              <a:gd name="connsiteY1115" fmla="*/ 3252099 h 6382977"/>
              <a:gd name="connsiteX1116" fmla="*/ 4520644 w 6501199"/>
              <a:gd name="connsiteY1116" fmla="*/ 3252515 h 6382977"/>
              <a:gd name="connsiteX1117" fmla="*/ 4516453 w 6501199"/>
              <a:gd name="connsiteY1117" fmla="*/ 3254933 h 6382977"/>
              <a:gd name="connsiteX1118" fmla="*/ 4512567 w 6501199"/>
              <a:gd name="connsiteY1118" fmla="*/ 3263575 h 6382977"/>
              <a:gd name="connsiteX1119" fmla="*/ 4518091 w 6501199"/>
              <a:gd name="connsiteY1119" fmla="*/ 3264434 h 6382977"/>
              <a:gd name="connsiteX1120" fmla="*/ 4778762 w 6501199"/>
              <a:gd name="connsiteY1120" fmla="*/ 3249612 h 6382977"/>
              <a:gd name="connsiteX1121" fmla="*/ 4760228 w 6501199"/>
              <a:gd name="connsiteY1121" fmla="*/ 3279416 h 6382977"/>
              <a:gd name="connsiteX1122" fmla="*/ 4748963 w 6501199"/>
              <a:gd name="connsiteY1122" fmla="*/ 3261102 h 6382977"/>
              <a:gd name="connsiteX1123" fmla="*/ 4778762 w 6501199"/>
              <a:gd name="connsiteY1123" fmla="*/ 3249612 h 6382977"/>
              <a:gd name="connsiteX1124" fmla="*/ 4551738 w 6501199"/>
              <a:gd name="connsiteY1124" fmla="*/ 3249209 h 6382977"/>
              <a:gd name="connsiteX1125" fmla="*/ 4552438 w 6501199"/>
              <a:gd name="connsiteY1125" fmla="*/ 3255430 h 6382977"/>
              <a:gd name="connsiteX1126" fmla="*/ 4555903 w 6501199"/>
              <a:gd name="connsiteY1126" fmla="*/ 3293141 h 6382977"/>
              <a:gd name="connsiteX1127" fmla="*/ 4563103 w 6501199"/>
              <a:gd name="connsiteY1127" fmla="*/ 3290621 h 6382977"/>
              <a:gd name="connsiteX1128" fmla="*/ 4566659 w 6501199"/>
              <a:gd name="connsiteY1128" fmla="*/ 3276401 h 6382977"/>
              <a:gd name="connsiteX1129" fmla="*/ 4571947 w 6501199"/>
              <a:gd name="connsiteY1129" fmla="*/ 3259446 h 6382977"/>
              <a:gd name="connsiteX1130" fmla="*/ 4595430 w 6501199"/>
              <a:gd name="connsiteY1130" fmla="*/ 3255055 h 6382977"/>
              <a:gd name="connsiteX1131" fmla="*/ 4588166 w 6501199"/>
              <a:gd name="connsiteY1131" fmla="*/ 3250042 h 6382977"/>
              <a:gd name="connsiteX1132" fmla="*/ 4564226 w 6501199"/>
              <a:gd name="connsiteY1132" fmla="*/ 3253012 h 6382977"/>
              <a:gd name="connsiteX1133" fmla="*/ 4410072 w 6501199"/>
              <a:gd name="connsiteY1133" fmla="*/ 3248152 h 6382977"/>
              <a:gd name="connsiteX1134" fmla="*/ 4401685 w 6501199"/>
              <a:gd name="connsiteY1134" fmla="*/ 3250042 h 6382977"/>
              <a:gd name="connsiteX1135" fmla="*/ 4396128 w 6501199"/>
              <a:gd name="connsiteY1135" fmla="*/ 3257608 h 6382977"/>
              <a:gd name="connsiteX1136" fmla="*/ 4397653 w 6501199"/>
              <a:gd name="connsiteY1136" fmla="*/ 3262715 h 6382977"/>
              <a:gd name="connsiteX1137" fmla="*/ 4396766 w 6501199"/>
              <a:gd name="connsiteY1137" fmla="*/ 3258940 h 6382977"/>
              <a:gd name="connsiteX1138" fmla="*/ 4401447 w 6501199"/>
              <a:gd name="connsiteY1138" fmla="*/ 3258940 h 6382977"/>
              <a:gd name="connsiteX1139" fmla="*/ 4406127 w 6501199"/>
              <a:gd name="connsiteY1139" fmla="*/ 3252099 h 6382977"/>
              <a:gd name="connsiteX1140" fmla="*/ 4404001 w 6501199"/>
              <a:gd name="connsiteY1140" fmla="*/ 3279489 h 6382977"/>
              <a:gd name="connsiteX1141" fmla="*/ 4405290 w 6501199"/>
              <a:gd name="connsiteY1141" fmla="*/ 3279986 h 6382977"/>
              <a:gd name="connsiteX1142" fmla="*/ 4409352 w 6501199"/>
              <a:gd name="connsiteY1142" fmla="*/ 3276600 h 6382977"/>
              <a:gd name="connsiteX1143" fmla="*/ 4411078 w 6501199"/>
              <a:gd name="connsiteY1143" fmla="*/ 3277432 h 6382977"/>
              <a:gd name="connsiteX1144" fmla="*/ 4416525 w 6501199"/>
              <a:gd name="connsiteY1144" fmla="*/ 3280058 h 6382977"/>
              <a:gd name="connsiteX1145" fmla="*/ 4422853 w 6501199"/>
              <a:gd name="connsiteY1145" fmla="*/ 3263197 h 6382977"/>
              <a:gd name="connsiteX1146" fmla="*/ 4415860 w 6501199"/>
              <a:gd name="connsiteY1146" fmla="*/ 3253282 h 6382977"/>
              <a:gd name="connsiteX1147" fmla="*/ 4410072 w 6501199"/>
              <a:gd name="connsiteY1147" fmla="*/ 3248152 h 6382977"/>
              <a:gd name="connsiteX1148" fmla="*/ 5340940 w 6501199"/>
              <a:gd name="connsiteY1148" fmla="*/ 3247180 h 6382977"/>
              <a:gd name="connsiteX1149" fmla="*/ 5350253 w 6501199"/>
              <a:gd name="connsiteY1149" fmla="*/ 3256676 h 6382977"/>
              <a:gd name="connsiteX1150" fmla="*/ 5326813 w 6501199"/>
              <a:gd name="connsiteY1150" fmla="*/ 3268327 h 6382977"/>
              <a:gd name="connsiteX1151" fmla="*/ 5340940 w 6501199"/>
              <a:gd name="connsiteY1151" fmla="*/ 3247180 h 6382977"/>
              <a:gd name="connsiteX1152" fmla="*/ 4207868 w 6501199"/>
              <a:gd name="connsiteY1152" fmla="*/ 3241401 h 6382977"/>
              <a:gd name="connsiteX1153" fmla="*/ 4192163 w 6501199"/>
              <a:gd name="connsiteY1153" fmla="*/ 3247882 h 6382977"/>
              <a:gd name="connsiteX1154" fmla="*/ 4215203 w 6501199"/>
              <a:gd name="connsiteY1154" fmla="*/ 3250042 h 6382977"/>
              <a:gd name="connsiteX1155" fmla="*/ 4207868 w 6501199"/>
              <a:gd name="connsiteY1155" fmla="*/ 3241401 h 6382977"/>
              <a:gd name="connsiteX1156" fmla="*/ 4178865 w 6501199"/>
              <a:gd name="connsiteY1156" fmla="*/ 3233854 h 6382977"/>
              <a:gd name="connsiteX1157" fmla="*/ 4172540 w 6501199"/>
              <a:gd name="connsiteY1157" fmla="*/ 3233998 h 6382977"/>
              <a:gd name="connsiteX1158" fmla="*/ 4173981 w 6501199"/>
              <a:gd name="connsiteY1158" fmla="*/ 3241233 h 6382977"/>
              <a:gd name="connsiteX1159" fmla="*/ 4489454 w 6501199"/>
              <a:gd name="connsiteY1159" fmla="*/ 3227209 h 6382977"/>
              <a:gd name="connsiteX1160" fmla="*/ 4487179 w 6501199"/>
              <a:gd name="connsiteY1160" fmla="*/ 3232986 h 6382977"/>
              <a:gd name="connsiteX1161" fmla="*/ 4472245 w 6501199"/>
              <a:gd name="connsiteY1161" fmla="*/ 3234201 h 6382977"/>
              <a:gd name="connsiteX1162" fmla="*/ 4472245 w 6501199"/>
              <a:gd name="connsiteY1162" fmla="*/ 3254722 h 6382977"/>
              <a:gd name="connsiteX1163" fmla="*/ 4488085 w 6501199"/>
              <a:gd name="connsiteY1163" fmla="*/ 3259403 h 6382977"/>
              <a:gd name="connsiteX1164" fmla="*/ 4479389 w 6501199"/>
              <a:gd name="connsiteY1164" fmla="*/ 3258089 h 6382977"/>
              <a:gd name="connsiteX1165" fmla="*/ 4487855 w 6501199"/>
              <a:gd name="connsiteY1165" fmla="*/ 3270100 h 6382977"/>
              <a:gd name="connsiteX1166" fmla="*/ 4506217 w 6501199"/>
              <a:gd name="connsiteY1166" fmla="*/ 3231578 h 6382977"/>
              <a:gd name="connsiteX1167" fmla="*/ 4503124 w 6501199"/>
              <a:gd name="connsiteY1167" fmla="*/ 3230728 h 6382977"/>
              <a:gd name="connsiteX1168" fmla="*/ 4500595 w 6501199"/>
              <a:gd name="connsiteY1168" fmla="*/ 3241356 h 6382977"/>
              <a:gd name="connsiteX1169" fmla="*/ 4490245 w 6501199"/>
              <a:gd name="connsiteY1169" fmla="*/ 3243201 h 6382977"/>
              <a:gd name="connsiteX1170" fmla="*/ 4496776 w 6501199"/>
              <a:gd name="connsiteY1170" fmla="*/ 3230544 h 6382977"/>
              <a:gd name="connsiteX1171" fmla="*/ 4493904 w 6501199"/>
              <a:gd name="connsiteY1171" fmla="*/ 3228194 h 6382977"/>
              <a:gd name="connsiteX1172" fmla="*/ 4490826 w 6501199"/>
              <a:gd name="connsiteY1172" fmla="*/ 3227348 h 6382977"/>
              <a:gd name="connsiteX1173" fmla="*/ 4204452 w 6501199"/>
              <a:gd name="connsiteY1173" fmla="*/ 3227018 h 6382977"/>
              <a:gd name="connsiteX1174" fmla="*/ 4189813 w 6501199"/>
              <a:gd name="connsiteY1174" fmla="*/ 3232378 h 6382977"/>
              <a:gd name="connsiteX1175" fmla="*/ 4185323 w 6501199"/>
              <a:gd name="connsiteY1175" fmla="*/ 3236721 h 6382977"/>
              <a:gd name="connsiteX1176" fmla="*/ 4215203 w 6501199"/>
              <a:gd name="connsiteY1176" fmla="*/ 3227360 h 6382977"/>
              <a:gd name="connsiteX1177" fmla="*/ 4547126 w 6501199"/>
              <a:gd name="connsiteY1177" fmla="*/ 3218360 h 6382977"/>
              <a:gd name="connsiteX1178" fmla="*/ 4541760 w 6501199"/>
              <a:gd name="connsiteY1178" fmla="*/ 3219478 h 6382977"/>
              <a:gd name="connsiteX1179" fmla="*/ 4540061 w 6501199"/>
              <a:gd name="connsiteY1179" fmla="*/ 3236259 h 6382977"/>
              <a:gd name="connsiteX1180" fmla="*/ 4543285 w 6501199"/>
              <a:gd name="connsiteY1180" fmla="*/ 3235447 h 6382977"/>
              <a:gd name="connsiteX1181" fmla="*/ 4544516 w 6501199"/>
              <a:gd name="connsiteY1181" fmla="*/ 3231230 h 6382977"/>
              <a:gd name="connsiteX1182" fmla="*/ 4547126 w 6501199"/>
              <a:gd name="connsiteY1182" fmla="*/ 3218360 h 6382977"/>
              <a:gd name="connsiteX1183" fmla="*/ 5648500 w 6501199"/>
              <a:gd name="connsiteY1183" fmla="*/ 3213687 h 6382977"/>
              <a:gd name="connsiteX1184" fmla="*/ 5614493 w 6501199"/>
              <a:gd name="connsiteY1184" fmla="*/ 3255012 h 6382977"/>
              <a:gd name="connsiteX1185" fmla="*/ 5648500 w 6501199"/>
              <a:gd name="connsiteY1185" fmla="*/ 3213687 h 6382977"/>
              <a:gd name="connsiteX1186" fmla="*/ 4595554 w 6501199"/>
              <a:gd name="connsiteY1186" fmla="*/ 3213435 h 6382977"/>
              <a:gd name="connsiteX1187" fmla="*/ 4585516 w 6501199"/>
              <a:gd name="connsiteY1187" fmla="*/ 3217673 h 6382977"/>
              <a:gd name="connsiteX1188" fmla="*/ 4584652 w 6501199"/>
              <a:gd name="connsiteY1188" fmla="*/ 3217707 h 6382977"/>
              <a:gd name="connsiteX1189" fmla="*/ 4584476 w 6501199"/>
              <a:gd name="connsiteY1189" fmla="*/ 3218045 h 6382977"/>
              <a:gd name="connsiteX1190" fmla="*/ 4583486 w 6501199"/>
              <a:gd name="connsiteY1190" fmla="*/ 3227360 h 6382977"/>
              <a:gd name="connsiteX1191" fmla="*/ 4578266 w 6501199"/>
              <a:gd name="connsiteY1191" fmla="*/ 3221735 h 6382977"/>
              <a:gd name="connsiteX1192" fmla="*/ 4577310 w 6501199"/>
              <a:gd name="connsiteY1192" fmla="*/ 3218000 h 6382977"/>
              <a:gd name="connsiteX1193" fmla="*/ 4563373 w 6501199"/>
              <a:gd name="connsiteY1193" fmla="*/ 3218556 h 6382977"/>
              <a:gd name="connsiteX1194" fmla="*/ 4560550 w 6501199"/>
              <a:gd name="connsiteY1194" fmla="*/ 3216098 h 6382977"/>
              <a:gd name="connsiteX1195" fmla="*/ 4558331 w 6501199"/>
              <a:gd name="connsiteY1195" fmla="*/ 3223175 h 6382977"/>
              <a:gd name="connsiteX1196" fmla="*/ 4557766 w 6501199"/>
              <a:gd name="connsiteY1196" fmla="*/ 3224788 h 6382977"/>
              <a:gd name="connsiteX1197" fmla="*/ 4560583 w 6501199"/>
              <a:gd name="connsiteY1197" fmla="*/ 3224738 h 6382977"/>
              <a:gd name="connsiteX1198" fmla="*/ 4550850 w 6501199"/>
              <a:gd name="connsiteY1198" fmla="*/ 3239633 h 6382977"/>
              <a:gd name="connsiteX1199" fmla="*/ 4560463 w 6501199"/>
              <a:gd name="connsiteY1199" fmla="*/ 3241575 h 6382977"/>
              <a:gd name="connsiteX1200" fmla="*/ 4573091 w 6501199"/>
              <a:gd name="connsiteY1200" fmla="*/ 3238566 h 6382977"/>
              <a:gd name="connsiteX1201" fmla="*/ 4578485 w 6501199"/>
              <a:gd name="connsiteY1201" fmla="*/ 3236620 h 6382977"/>
              <a:gd name="connsiteX1202" fmla="*/ 4567988 w 6501199"/>
              <a:gd name="connsiteY1202" fmla="*/ 3234112 h 6382977"/>
              <a:gd name="connsiteX1203" fmla="*/ 4581812 w 6501199"/>
              <a:gd name="connsiteY1203" fmla="*/ 3231971 h 6382977"/>
              <a:gd name="connsiteX1204" fmla="*/ 4587224 w 6501199"/>
              <a:gd name="connsiteY1204" fmla="*/ 3223855 h 6382977"/>
              <a:gd name="connsiteX1205" fmla="*/ 4597798 w 6501199"/>
              <a:gd name="connsiteY1205" fmla="*/ 3220563 h 6382977"/>
              <a:gd name="connsiteX1206" fmla="*/ 4598066 w 6501199"/>
              <a:gd name="connsiteY1206" fmla="*/ 3216604 h 6382977"/>
              <a:gd name="connsiteX1207" fmla="*/ 4718444 w 6501199"/>
              <a:gd name="connsiteY1207" fmla="*/ 3208337 h 6382977"/>
              <a:gd name="connsiteX1208" fmla="*/ 4648950 w 6501199"/>
              <a:gd name="connsiteY1208" fmla="*/ 3219561 h 6382977"/>
              <a:gd name="connsiteX1209" fmla="*/ 4718444 w 6501199"/>
              <a:gd name="connsiteY1209" fmla="*/ 3208337 h 6382977"/>
              <a:gd name="connsiteX1210" fmla="*/ 4546902 w 6501199"/>
              <a:gd name="connsiteY1210" fmla="*/ 3204217 h 6382977"/>
              <a:gd name="connsiteX1211" fmla="*/ 4546791 w 6501199"/>
              <a:gd name="connsiteY1211" fmla="*/ 3204531 h 6382977"/>
              <a:gd name="connsiteX1212" fmla="*/ 4547126 w 6501199"/>
              <a:gd name="connsiteY1212" fmla="*/ 3204679 h 6382977"/>
              <a:gd name="connsiteX1213" fmla="*/ 4547269 w 6501199"/>
              <a:gd name="connsiteY1213" fmla="*/ 3204536 h 6382977"/>
              <a:gd name="connsiteX1214" fmla="*/ 5365205 w 6501199"/>
              <a:gd name="connsiteY1214" fmla="*/ 3203575 h 6382977"/>
              <a:gd name="connsiteX1215" fmla="*/ 5371952 w 6501199"/>
              <a:gd name="connsiteY1215" fmla="*/ 3224288 h 6382977"/>
              <a:gd name="connsiteX1216" fmla="*/ 5347450 w 6501199"/>
              <a:gd name="connsiteY1216" fmla="*/ 3222108 h 6382977"/>
              <a:gd name="connsiteX1217" fmla="*/ 5365205 w 6501199"/>
              <a:gd name="connsiteY1217" fmla="*/ 3203575 h 6382977"/>
              <a:gd name="connsiteX1218" fmla="*/ 4913134 w 6501199"/>
              <a:gd name="connsiteY1218" fmla="*/ 3201513 h 6382977"/>
              <a:gd name="connsiteX1219" fmla="*/ 4870002 w 6501199"/>
              <a:gd name="connsiteY1219" fmla="*/ 3233375 h 6382977"/>
              <a:gd name="connsiteX1220" fmla="*/ 4863173 w 6501199"/>
              <a:gd name="connsiteY1220" fmla="*/ 3215272 h 6382977"/>
              <a:gd name="connsiteX1221" fmla="*/ 4896959 w 6501199"/>
              <a:gd name="connsiteY1221" fmla="*/ 3217444 h 6382977"/>
              <a:gd name="connsiteX1222" fmla="*/ 4913134 w 6501199"/>
              <a:gd name="connsiteY1222" fmla="*/ 3201513 h 6382977"/>
              <a:gd name="connsiteX1223" fmla="*/ 4523653 w 6501199"/>
              <a:gd name="connsiteY1223" fmla="*/ 3199423 h 6382977"/>
              <a:gd name="connsiteX1224" fmla="*/ 4520691 w 6501199"/>
              <a:gd name="connsiteY1224" fmla="*/ 3205346 h 6382977"/>
              <a:gd name="connsiteX1225" fmla="*/ 4524219 w 6501199"/>
              <a:gd name="connsiteY1225" fmla="*/ 3199897 h 6382977"/>
              <a:gd name="connsiteX1226" fmla="*/ 4835505 w 6501199"/>
              <a:gd name="connsiteY1226" fmla="*/ 3198393 h 6382977"/>
              <a:gd name="connsiteX1227" fmla="*/ 4842265 w 6501199"/>
              <a:gd name="connsiteY1227" fmla="*/ 3203111 h 6382977"/>
              <a:gd name="connsiteX1228" fmla="*/ 4828643 w 6501199"/>
              <a:gd name="connsiteY1228" fmla="*/ 3205112 h 6382977"/>
              <a:gd name="connsiteX1229" fmla="*/ 4822487 w 6501199"/>
              <a:gd name="connsiteY1229" fmla="*/ 3217647 h 6382977"/>
              <a:gd name="connsiteX1230" fmla="*/ 4827972 w 6501199"/>
              <a:gd name="connsiteY1230" fmla="*/ 3219853 h 6382977"/>
              <a:gd name="connsiteX1231" fmla="*/ 4827972 w 6501199"/>
              <a:gd name="connsiteY1231" fmla="*/ 3248996 h 6382977"/>
              <a:gd name="connsiteX1232" fmla="*/ 4809288 w 6501199"/>
              <a:gd name="connsiteY1232" fmla="*/ 3222340 h 6382977"/>
              <a:gd name="connsiteX1233" fmla="*/ 4814050 w 6501199"/>
              <a:gd name="connsiteY1233" fmla="*/ 3217720 h 6382977"/>
              <a:gd name="connsiteX1234" fmla="*/ 4818093 w 6501199"/>
              <a:gd name="connsiteY1234" fmla="*/ 3217333 h 6382977"/>
              <a:gd name="connsiteX1235" fmla="*/ 4815021 w 6501199"/>
              <a:gd name="connsiteY1235" fmla="*/ 3215839 h 6382977"/>
              <a:gd name="connsiteX1236" fmla="*/ 4801264 w 6501199"/>
              <a:gd name="connsiteY1236" fmla="*/ 3212206 h 6382977"/>
              <a:gd name="connsiteX1237" fmla="*/ 4835505 w 6501199"/>
              <a:gd name="connsiteY1237" fmla="*/ 3198393 h 6382977"/>
              <a:gd name="connsiteX1238" fmla="*/ 4625264 w 6501199"/>
              <a:gd name="connsiteY1238" fmla="*/ 3182161 h 6382977"/>
              <a:gd name="connsiteX1239" fmla="*/ 4619371 w 6501199"/>
              <a:gd name="connsiteY1239" fmla="*/ 3186261 h 6382977"/>
              <a:gd name="connsiteX1240" fmla="*/ 4619621 w 6501199"/>
              <a:gd name="connsiteY1240" fmla="*/ 3186678 h 6382977"/>
              <a:gd name="connsiteX1241" fmla="*/ 4622366 w 6501199"/>
              <a:gd name="connsiteY1241" fmla="*/ 3193518 h 6382977"/>
              <a:gd name="connsiteX1242" fmla="*/ 4632627 w 6501199"/>
              <a:gd name="connsiteY1242" fmla="*/ 3190053 h 6382977"/>
              <a:gd name="connsiteX1243" fmla="*/ 4639150 w 6501199"/>
              <a:gd name="connsiteY1243" fmla="*/ 3183558 h 6382977"/>
              <a:gd name="connsiteX1244" fmla="*/ 457270 w 6501199"/>
              <a:gd name="connsiteY1244" fmla="*/ 3182026 h 6382977"/>
              <a:gd name="connsiteX1245" fmla="*/ 441428 w 6501199"/>
              <a:gd name="connsiteY1245" fmla="*/ 3220541 h 6382977"/>
              <a:gd name="connsiteX1246" fmla="*/ 457270 w 6501199"/>
              <a:gd name="connsiteY1246" fmla="*/ 3182026 h 6382977"/>
              <a:gd name="connsiteX1247" fmla="*/ 4829564 w 6501199"/>
              <a:gd name="connsiteY1247" fmla="*/ 3179666 h 6382977"/>
              <a:gd name="connsiteX1248" fmla="*/ 4813689 w 6501199"/>
              <a:gd name="connsiteY1248" fmla="*/ 3200124 h 6382977"/>
              <a:gd name="connsiteX1249" fmla="*/ 4799979 w 6501199"/>
              <a:gd name="connsiteY1249" fmla="*/ 3186485 h 6382977"/>
              <a:gd name="connsiteX1250" fmla="*/ 4763539 w 6501199"/>
              <a:gd name="connsiteY1250" fmla="*/ 3211250 h 6382977"/>
              <a:gd name="connsiteX1251" fmla="*/ 4726738 w 6501199"/>
              <a:gd name="connsiteY1251" fmla="*/ 3206584 h 6382977"/>
              <a:gd name="connsiteX1252" fmla="*/ 4829564 w 6501199"/>
              <a:gd name="connsiteY1252" fmla="*/ 3179666 h 6382977"/>
              <a:gd name="connsiteX1253" fmla="*/ 4618098 w 6501199"/>
              <a:gd name="connsiteY1253" fmla="*/ 3179455 h 6382977"/>
              <a:gd name="connsiteX1254" fmla="*/ 4615526 w 6501199"/>
              <a:gd name="connsiteY1254" fmla="*/ 3179837 h 6382977"/>
              <a:gd name="connsiteX1255" fmla="*/ 4616282 w 6501199"/>
              <a:gd name="connsiteY1255" fmla="*/ 3181101 h 6382977"/>
              <a:gd name="connsiteX1256" fmla="*/ 4617919 w 6501199"/>
              <a:gd name="connsiteY1256" fmla="*/ 3179670 h 6382977"/>
              <a:gd name="connsiteX1257" fmla="*/ 4701927 w 6501199"/>
              <a:gd name="connsiteY1257" fmla="*/ 3163636 h 6382977"/>
              <a:gd name="connsiteX1258" fmla="*/ 4673487 w 6501199"/>
              <a:gd name="connsiteY1258" fmla="*/ 3169981 h 6382977"/>
              <a:gd name="connsiteX1259" fmla="*/ 4658345 w 6501199"/>
              <a:gd name="connsiteY1259" fmla="*/ 3175229 h 6382977"/>
              <a:gd name="connsiteX1260" fmla="*/ 4656300 w 6501199"/>
              <a:gd name="connsiteY1260" fmla="*/ 3178784 h 6382977"/>
              <a:gd name="connsiteX1261" fmla="*/ 4670067 w 6501199"/>
              <a:gd name="connsiteY1261" fmla="*/ 3177497 h 6382977"/>
              <a:gd name="connsiteX1262" fmla="*/ 4695087 w 6501199"/>
              <a:gd name="connsiteY1262" fmla="*/ 3175157 h 6382977"/>
              <a:gd name="connsiteX1263" fmla="*/ 4701927 w 6501199"/>
              <a:gd name="connsiteY1263" fmla="*/ 3163636 h 6382977"/>
              <a:gd name="connsiteX1264" fmla="*/ 4856705 w 6501199"/>
              <a:gd name="connsiteY1264" fmla="*/ 3157405 h 6382977"/>
              <a:gd name="connsiteX1265" fmla="*/ 4869263 w 6501199"/>
              <a:gd name="connsiteY1265" fmla="*/ 3159059 h 6382977"/>
              <a:gd name="connsiteX1266" fmla="*/ 4844728 w 6501199"/>
              <a:gd name="connsiteY1266" fmla="*/ 3184161 h 6382977"/>
              <a:gd name="connsiteX1267" fmla="*/ 4856705 w 6501199"/>
              <a:gd name="connsiteY1267" fmla="*/ 3157405 h 6382977"/>
              <a:gd name="connsiteX1268" fmla="*/ 4741437 w 6501199"/>
              <a:gd name="connsiteY1268" fmla="*/ 3152019 h 6382977"/>
              <a:gd name="connsiteX1269" fmla="*/ 4713087 w 6501199"/>
              <a:gd name="connsiteY1269" fmla="*/ 3152475 h 6382977"/>
              <a:gd name="connsiteX1270" fmla="*/ 4710927 w 6501199"/>
              <a:gd name="connsiteY1270" fmla="*/ 3166156 h 6382977"/>
              <a:gd name="connsiteX1271" fmla="*/ 4745127 w 6501199"/>
              <a:gd name="connsiteY1271" fmla="*/ 3156795 h 6382977"/>
              <a:gd name="connsiteX1272" fmla="*/ 4741437 w 6501199"/>
              <a:gd name="connsiteY1272" fmla="*/ 3152019 h 6382977"/>
              <a:gd name="connsiteX1273" fmla="*/ 5809050 w 6501199"/>
              <a:gd name="connsiteY1273" fmla="*/ 3140075 h 6382977"/>
              <a:gd name="connsiteX1274" fmla="*/ 5790907 w 6501199"/>
              <a:gd name="connsiteY1274" fmla="*/ 3171472 h 6382977"/>
              <a:gd name="connsiteX1275" fmla="*/ 5809050 w 6501199"/>
              <a:gd name="connsiteY1275" fmla="*/ 3140075 h 6382977"/>
              <a:gd name="connsiteX1276" fmla="*/ 4785211 w 6501199"/>
              <a:gd name="connsiteY1276" fmla="*/ 3139863 h 6382977"/>
              <a:gd name="connsiteX1277" fmla="*/ 4754127 w 6501199"/>
              <a:gd name="connsiteY1277" fmla="*/ 3145635 h 6382977"/>
              <a:gd name="connsiteX1278" fmla="*/ 4765647 w 6501199"/>
              <a:gd name="connsiteY1278" fmla="*/ 3154635 h 6382977"/>
              <a:gd name="connsiteX1279" fmla="*/ 4747287 w 6501199"/>
              <a:gd name="connsiteY1279" fmla="*/ 3175157 h 6382977"/>
              <a:gd name="connsiteX1280" fmla="*/ 4773342 w 6501199"/>
              <a:gd name="connsiteY1280" fmla="*/ 3166336 h 6382977"/>
              <a:gd name="connsiteX1281" fmla="*/ 4788476 w 6501199"/>
              <a:gd name="connsiteY1281" fmla="*/ 3148062 h 6382977"/>
              <a:gd name="connsiteX1282" fmla="*/ 4783447 w 6501199"/>
              <a:gd name="connsiteY1282" fmla="*/ 3145174 h 6382977"/>
              <a:gd name="connsiteX1283" fmla="*/ 4785213 w 6501199"/>
              <a:gd name="connsiteY1283" fmla="*/ 3140708 h 6382977"/>
              <a:gd name="connsiteX1284" fmla="*/ 4785994 w 6501199"/>
              <a:gd name="connsiteY1284" fmla="*/ 3140720 h 6382977"/>
              <a:gd name="connsiteX1285" fmla="*/ 4865656 w 6501199"/>
              <a:gd name="connsiteY1285" fmla="*/ 3139353 h 6382977"/>
              <a:gd name="connsiteX1286" fmla="*/ 4868608 w 6501199"/>
              <a:gd name="connsiteY1286" fmla="*/ 3140144 h 6382977"/>
              <a:gd name="connsiteX1287" fmla="*/ 4870408 w 6501199"/>
              <a:gd name="connsiteY1287" fmla="*/ 3143115 h 6382977"/>
              <a:gd name="connsiteX1288" fmla="*/ 4864177 w 6501199"/>
              <a:gd name="connsiteY1288" fmla="*/ 3138183 h 6382977"/>
              <a:gd name="connsiteX1289" fmla="*/ 4865656 w 6501199"/>
              <a:gd name="connsiteY1289" fmla="*/ 3139353 h 6382977"/>
              <a:gd name="connsiteX1290" fmla="*/ 4863568 w 6501199"/>
              <a:gd name="connsiteY1290" fmla="*/ 3138794 h 6382977"/>
              <a:gd name="connsiteX1291" fmla="*/ 307698 w 6501199"/>
              <a:gd name="connsiteY1291" fmla="*/ 3133323 h 6382977"/>
              <a:gd name="connsiteX1292" fmla="*/ 341705 w 6501199"/>
              <a:gd name="connsiteY1292" fmla="*/ 3133323 h 6382977"/>
              <a:gd name="connsiteX1293" fmla="*/ 312351 w 6501199"/>
              <a:gd name="connsiteY1293" fmla="*/ 3154037 h 6382977"/>
              <a:gd name="connsiteX1294" fmla="*/ 307698 w 6501199"/>
              <a:gd name="connsiteY1294" fmla="*/ 3133323 h 6382977"/>
              <a:gd name="connsiteX1295" fmla="*/ 5251836 w 6501199"/>
              <a:gd name="connsiteY1295" fmla="*/ 3124200 h 6382977"/>
              <a:gd name="connsiteX1296" fmla="*/ 5217275 w 6501199"/>
              <a:gd name="connsiteY1296" fmla="*/ 3149274 h 6382977"/>
              <a:gd name="connsiteX1297" fmla="*/ 5251836 w 6501199"/>
              <a:gd name="connsiteY1297" fmla="*/ 3124200 h 6382977"/>
              <a:gd name="connsiteX1298" fmla="*/ 4829368 w 6501199"/>
              <a:gd name="connsiteY1298" fmla="*/ 3118273 h 6382977"/>
              <a:gd name="connsiteX1299" fmla="*/ 4821943 w 6501199"/>
              <a:gd name="connsiteY1299" fmla="*/ 3129974 h 6382977"/>
              <a:gd name="connsiteX1300" fmla="*/ 4819751 w 6501199"/>
              <a:gd name="connsiteY1300" fmla="*/ 3131249 h 6382977"/>
              <a:gd name="connsiteX1301" fmla="*/ 4819546 w 6501199"/>
              <a:gd name="connsiteY1301" fmla="*/ 3136770 h 6382977"/>
              <a:gd name="connsiteX1302" fmla="*/ 4808694 w 6501199"/>
              <a:gd name="connsiteY1302" fmla="*/ 3147965 h 6382977"/>
              <a:gd name="connsiteX1303" fmla="*/ 4800899 w 6501199"/>
              <a:gd name="connsiteY1303" fmla="*/ 3149873 h 6382977"/>
              <a:gd name="connsiteX1304" fmla="*/ 4799313 w 6501199"/>
              <a:gd name="connsiteY1304" fmla="*/ 3155260 h 6382977"/>
              <a:gd name="connsiteX1305" fmla="*/ 4806688 w 6501199"/>
              <a:gd name="connsiteY1305" fmla="*/ 3161476 h 6382977"/>
              <a:gd name="connsiteX1306" fmla="*/ 4840528 w 6501199"/>
              <a:gd name="connsiteY1306" fmla="*/ 3129794 h 6382977"/>
              <a:gd name="connsiteX1307" fmla="*/ 4839623 w 6501199"/>
              <a:gd name="connsiteY1307" fmla="*/ 3124398 h 6382977"/>
              <a:gd name="connsiteX1308" fmla="*/ 4836450 w 6501199"/>
              <a:gd name="connsiteY1308" fmla="*/ 3123947 h 6382977"/>
              <a:gd name="connsiteX1309" fmla="*/ 4830628 w 6501199"/>
              <a:gd name="connsiteY1309" fmla="*/ 3118783 h 6382977"/>
              <a:gd name="connsiteX1310" fmla="*/ 5750351 w 6501199"/>
              <a:gd name="connsiteY1310" fmla="*/ 3106737 h 6382977"/>
              <a:gd name="connsiteX1311" fmla="*/ 5750351 w 6501199"/>
              <a:gd name="connsiteY1311" fmla="*/ 3122730 h 6382977"/>
              <a:gd name="connsiteX1312" fmla="*/ 5772803 w 6501199"/>
              <a:gd name="connsiteY1312" fmla="*/ 3120242 h 6382977"/>
              <a:gd name="connsiteX1313" fmla="*/ 5770665 w 6501199"/>
              <a:gd name="connsiteY1313" fmla="*/ 3145121 h 6382977"/>
              <a:gd name="connsiteX1314" fmla="*/ 5736809 w 6501199"/>
              <a:gd name="connsiteY1314" fmla="*/ 3142633 h 6382977"/>
              <a:gd name="connsiteX1315" fmla="*/ 5750351 w 6501199"/>
              <a:gd name="connsiteY1315" fmla="*/ 3106737 h 6382977"/>
              <a:gd name="connsiteX1316" fmla="*/ 5484769 w 6501199"/>
              <a:gd name="connsiteY1316" fmla="*/ 3106737 h 6382977"/>
              <a:gd name="connsiteX1317" fmla="*/ 5484769 w 6501199"/>
              <a:gd name="connsiteY1317" fmla="*/ 3131779 h 6382977"/>
              <a:gd name="connsiteX1318" fmla="*/ 5484769 w 6501199"/>
              <a:gd name="connsiteY1318" fmla="*/ 3106737 h 6382977"/>
              <a:gd name="connsiteX1319" fmla="*/ 4924008 w 6501199"/>
              <a:gd name="connsiteY1319" fmla="*/ 3097051 h 6382977"/>
              <a:gd name="connsiteX1320" fmla="*/ 4910710 w 6501199"/>
              <a:gd name="connsiteY1320" fmla="*/ 3097739 h 6382977"/>
              <a:gd name="connsiteX1321" fmla="*/ 4902350 w 6501199"/>
              <a:gd name="connsiteY1321" fmla="*/ 3103403 h 6382977"/>
              <a:gd name="connsiteX1322" fmla="*/ 4902135 w 6501199"/>
              <a:gd name="connsiteY1322" fmla="*/ 3105321 h 6382977"/>
              <a:gd name="connsiteX1323" fmla="*/ 4912776 w 6501199"/>
              <a:gd name="connsiteY1323" fmla="*/ 3102100 h 6382977"/>
              <a:gd name="connsiteX1324" fmla="*/ 5508494 w 6501199"/>
              <a:gd name="connsiteY1324" fmla="*/ 3087687 h 6382977"/>
              <a:gd name="connsiteX1325" fmla="*/ 5513080 w 6501199"/>
              <a:gd name="connsiteY1325" fmla="*/ 3101826 h 6382977"/>
              <a:gd name="connsiteX1326" fmla="*/ 5519782 w 6501199"/>
              <a:gd name="connsiteY1326" fmla="*/ 3094756 h 6382977"/>
              <a:gd name="connsiteX1327" fmla="*/ 5504260 w 6501199"/>
              <a:gd name="connsiteY1327" fmla="*/ 3108895 h 6382977"/>
              <a:gd name="connsiteX1328" fmla="*/ 5495088 w 6501199"/>
              <a:gd name="connsiteY1328" fmla="*/ 3096989 h 6382977"/>
              <a:gd name="connsiteX1329" fmla="*/ 5508494 w 6501199"/>
              <a:gd name="connsiteY1329" fmla="*/ 3087687 h 6382977"/>
              <a:gd name="connsiteX1330" fmla="*/ 236622 w 6501199"/>
              <a:gd name="connsiteY1330" fmla="*/ 3068637 h 6382977"/>
              <a:gd name="connsiteX1331" fmla="*/ 257055 w 6501199"/>
              <a:gd name="connsiteY1331" fmla="*/ 3125043 h 6382977"/>
              <a:gd name="connsiteX1332" fmla="*/ 268526 w 6501199"/>
              <a:gd name="connsiteY1332" fmla="*/ 3122901 h 6382977"/>
              <a:gd name="connsiteX1333" fmla="*/ 266016 w 6501199"/>
              <a:gd name="connsiteY1333" fmla="*/ 3093627 h 6382977"/>
              <a:gd name="connsiteX1334" fmla="*/ 306882 w 6501199"/>
              <a:gd name="connsiteY1334" fmla="*/ 3086844 h 6382977"/>
              <a:gd name="connsiteX1335" fmla="*/ 270676 w 6501199"/>
              <a:gd name="connsiteY1335" fmla="*/ 3133968 h 6382977"/>
              <a:gd name="connsiteX1336" fmla="*/ 232320 w 6501199"/>
              <a:gd name="connsiteY1336" fmla="*/ 3142893 h 6382977"/>
              <a:gd name="connsiteX1337" fmla="*/ 211888 w 6501199"/>
              <a:gd name="connsiteY1337" fmla="*/ 3111477 h 6382977"/>
              <a:gd name="connsiteX1338" fmla="*/ 234471 w 6501199"/>
              <a:gd name="connsiteY1338" fmla="*/ 3093627 h 6382977"/>
              <a:gd name="connsiteX1339" fmla="*/ 236622 w 6501199"/>
              <a:gd name="connsiteY1339" fmla="*/ 3068637 h 6382977"/>
              <a:gd name="connsiteX1340" fmla="*/ 272159 w 6501199"/>
              <a:gd name="connsiteY1340" fmla="*/ 3056008 h 6382977"/>
              <a:gd name="connsiteX1341" fmla="*/ 288212 w 6501199"/>
              <a:gd name="connsiteY1341" fmla="*/ 3080980 h 6382977"/>
              <a:gd name="connsiteX1342" fmla="*/ 270018 w 6501199"/>
              <a:gd name="connsiteY1342" fmla="*/ 3076342 h 6382977"/>
              <a:gd name="connsiteX1343" fmla="*/ 272159 w 6501199"/>
              <a:gd name="connsiteY1343" fmla="*/ 3056008 h 6382977"/>
              <a:gd name="connsiteX1344" fmla="*/ 4215383 w 6501199"/>
              <a:gd name="connsiteY1344" fmla="*/ 3048428 h 6382977"/>
              <a:gd name="connsiteX1345" fmla="*/ 4196573 w 6501199"/>
              <a:gd name="connsiteY1345" fmla="*/ 3051972 h 6382977"/>
              <a:gd name="connsiteX1346" fmla="*/ 4192107 w 6501199"/>
              <a:gd name="connsiteY1346" fmla="*/ 3052195 h 6382977"/>
              <a:gd name="connsiteX1347" fmla="*/ 4192450 w 6501199"/>
              <a:gd name="connsiteY1347" fmla="*/ 3054006 h 6382977"/>
              <a:gd name="connsiteX1348" fmla="*/ 4201265 w 6501199"/>
              <a:gd name="connsiteY1348" fmla="*/ 3054090 h 6382977"/>
              <a:gd name="connsiteX1349" fmla="*/ 4199927 w 6501199"/>
              <a:gd name="connsiteY1349" fmla="*/ 3058818 h 6382977"/>
              <a:gd name="connsiteX1350" fmla="*/ 4205123 w 6501199"/>
              <a:gd name="connsiteY1350" fmla="*/ 3058689 h 6382977"/>
              <a:gd name="connsiteX1351" fmla="*/ 4237883 w 6501199"/>
              <a:gd name="connsiteY1351" fmla="*/ 3061389 h 6382977"/>
              <a:gd name="connsiteX1352" fmla="*/ 4215383 w 6501199"/>
              <a:gd name="connsiteY1352" fmla="*/ 3048428 h 6382977"/>
              <a:gd name="connsiteX1353" fmla="*/ 4388844 w 6501199"/>
              <a:gd name="connsiteY1353" fmla="*/ 3045528 h 6382977"/>
              <a:gd name="connsiteX1354" fmla="*/ 4383325 w 6501199"/>
              <a:gd name="connsiteY1354" fmla="*/ 3048068 h 6382977"/>
              <a:gd name="connsiteX1355" fmla="*/ 4388506 w 6501199"/>
              <a:gd name="connsiteY1355" fmla="*/ 3047689 h 6382977"/>
              <a:gd name="connsiteX1356" fmla="*/ 4306351 w 6501199"/>
              <a:gd name="connsiteY1356" fmla="*/ 3042775 h 6382977"/>
              <a:gd name="connsiteX1357" fmla="*/ 4293955 w 6501199"/>
              <a:gd name="connsiteY1357" fmla="*/ 3045572 h 6382977"/>
              <a:gd name="connsiteX1358" fmla="*/ 4292058 w 6501199"/>
              <a:gd name="connsiteY1358" fmla="*/ 3047264 h 6382977"/>
              <a:gd name="connsiteX1359" fmla="*/ 4288455 w 6501199"/>
              <a:gd name="connsiteY1359" fmla="*/ 3048398 h 6382977"/>
              <a:gd name="connsiteX1360" fmla="*/ 4278406 w 6501199"/>
              <a:gd name="connsiteY1360" fmla="*/ 3053609 h 6382977"/>
              <a:gd name="connsiteX1361" fmla="*/ 4265243 w 6501199"/>
              <a:gd name="connsiteY1361" fmla="*/ 3059229 h 6382977"/>
              <a:gd name="connsiteX1362" fmla="*/ 4310604 w 6501199"/>
              <a:gd name="connsiteY1362" fmla="*/ 3052748 h 6382977"/>
              <a:gd name="connsiteX1363" fmla="*/ 4308468 w 6501199"/>
              <a:gd name="connsiteY1363" fmla="*/ 3047738 h 6382977"/>
              <a:gd name="connsiteX1364" fmla="*/ 4308197 w 6501199"/>
              <a:gd name="connsiteY1364" fmla="*/ 3047610 h 6382977"/>
              <a:gd name="connsiteX1365" fmla="*/ 4308331 w 6501199"/>
              <a:gd name="connsiteY1365" fmla="*/ 3047416 h 6382977"/>
              <a:gd name="connsiteX1366" fmla="*/ 5868122 w 6501199"/>
              <a:gd name="connsiteY1366" fmla="*/ 3040271 h 6382977"/>
              <a:gd name="connsiteX1367" fmla="*/ 5877321 w 6501199"/>
              <a:gd name="connsiteY1367" fmla="*/ 3045827 h 6382977"/>
              <a:gd name="connsiteX1368" fmla="*/ 5852879 w 6501199"/>
              <a:gd name="connsiteY1368" fmla="*/ 3068275 h 6382977"/>
              <a:gd name="connsiteX1369" fmla="*/ 5868122 w 6501199"/>
              <a:gd name="connsiteY1369" fmla="*/ 3040271 h 6382977"/>
              <a:gd name="connsiteX1370" fmla="*/ 4407815 w 6501199"/>
              <a:gd name="connsiteY1370" fmla="*/ 3036798 h 6382977"/>
              <a:gd name="connsiteX1371" fmla="*/ 4405764 w 6501199"/>
              <a:gd name="connsiteY1371" fmla="*/ 3037741 h 6382977"/>
              <a:gd name="connsiteX1372" fmla="*/ 4408287 w 6501199"/>
              <a:gd name="connsiteY1372" fmla="*/ 3038609 h 6382977"/>
              <a:gd name="connsiteX1373" fmla="*/ 4095727 w 6501199"/>
              <a:gd name="connsiteY1373" fmla="*/ 3030787 h 6382977"/>
              <a:gd name="connsiteX1374" fmla="*/ 4078762 w 6501199"/>
              <a:gd name="connsiteY1374" fmla="*/ 3032227 h 6382977"/>
              <a:gd name="connsiteX1375" fmla="*/ 4078350 w 6501199"/>
              <a:gd name="connsiteY1375" fmla="*/ 3033432 h 6382977"/>
              <a:gd name="connsiteX1376" fmla="*/ 4078493 w 6501199"/>
              <a:gd name="connsiteY1376" fmla="*/ 3033929 h 6382977"/>
              <a:gd name="connsiteX1377" fmla="*/ 4078252 w 6501199"/>
              <a:gd name="connsiteY1377" fmla="*/ 3033717 h 6382977"/>
              <a:gd name="connsiteX1378" fmla="*/ 4075297 w 6501199"/>
              <a:gd name="connsiteY1378" fmla="*/ 3042353 h 6382977"/>
              <a:gd name="connsiteX1379" fmla="*/ 4072940 w 6501199"/>
              <a:gd name="connsiteY1379" fmla="*/ 3046251 h 6382977"/>
              <a:gd name="connsiteX1380" fmla="*/ 4071466 w 6501199"/>
              <a:gd name="connsiteY1380" fmla="*/ 3047470 h 6382977"/>
              <a:gd name="connsiteX1381" fmla="*/ 4070645 w 6501199"/>
              <a:gd name="connsiteY1381" fmla="*/ 3052611 h 6382977"/>
              <a:gd name="connsiteX1382" fmla="*/ 4067967 w 6501199"/>
              <a:gd name="connsiteY1382" fmla="*/ 3052987 h 6382977"/>
              <a:gd name="connsiteX1383" fmla="*/ 4075128 w 6501199"/>
              <a:gd name="connsiteY1383" fmla="*/ 3053581 h 6382977"/>
              <a:gd name="connsiteX1384" fmla="*/ 4098922 w 6501199"/>
              <a:gd name="connsiteY1384" fmla="*/ 3041228 h 6382977"/>
              <a:gd name="connsiteX1385" fmla="*/ 4100954 w 6501199"/>
              <a:gd name="connsiteY1385" fmla="*/ 3033265 h 6382977"/>
              <a:gd name="connsiteX1386" fmla="*/ 4100871 w 6501199"/>
              <a:gd name="connsiteY1386" fmla="*/ 3033087 h 6382977"/>
              <a:gd name="connsiteX1387" fmla="*/ 4032443 w 6501199"/>
              <a:gd name="connsiteY1387" fmla="*/ 3029717 h 6382977"/>
              <a:gd name="connsiteX1388" fmla="*/ 4031748 w 6501199"/>
              <a:gd name="connsiteY1388" fmla="*/ 3034279 h 6382977"/>
              <a:gd name="connsiteX1389" fmla="*/ 4035202 w 6501199"/>
              <a:gd name="connsiteY1389" fmla="*/ 3030067 h 6382977"/>
              <a:gd name="connsiteX1390" fmla="*/ 4335804 w 6501199"/>
              <a:gd name="connsiteY1390" fmla="*/ 3027547 h 6382977"/>
              <a:gd name="connsiteX1391" fmla="*/ 4335394 w 6501199"/>
              <a:gd name="connsiteY1391" fmla="*/ 3028367 h 6382977"/>
              <a:gd name="connsiteX1392" fmla="*/ 4336572 w 6501199"/>
              <a:gd name="connsiteY1392" fmla="*/ 3028072 h 6382977"/>
              <a:gd name="connsiteX1393" fmla="*/ 5916912 w 6501199"/>
              <a:gd name="connsiteY1393" fmla="*/ 3025775 h 6382977"/>
              <a:gd name="connsiteX1394" fmla="*/ 5894001 w 6501199"/>
              <a:gd name="connsiteY1394" fmla="*/ 3060332 h 6382977"/>
              <a:gd name="connsiteX1395" fmla="*/ 5916912 w 6501199"/>
              <a:gd name="connsiteY1395" fmla="*/ 3025775 h 6382977"/>
              <a:gd name="connsiteX1396" fmla="*/ 4193693 w 6501199"/>
              <a:gd name="connsiteY1396" fmla="*/ 3015486 h 6382977"/>
              <a:gd name="connsiteX1397" fmla="*/ 4183163 w 6501199"/>
              <a:gd name="connsiteY1397" fmla="*/ 3023226 h 6382977"/>
              <a:gd name="connsiteX1398" fmla="*/ 4192937 w 6501199"/>
              <a:gd name="connsiteY1398" fmla="*/ 3024900 h 6382977"/>
              <a:gd name="connsiteX1399" fmla="*/ 4194425 w 6501199"/>
              <a:gd name="connsiteY1399" fmla="*/ 3022768 h 6382977"/>
              <a:gd name="connsiteX1400" fmla="*/ 4194080 w 6501199"/>
              <a:gd name="connsiteY1400" fmla="*/ 3025096 h 6382977"/>
              <a:gd name="connsiteX1401" fmla="*/ 4197878 w 6501199"/>
              <a:gd name="connsiteY1401" fmla="*/ 3025746 h 6382977"/>
              <a:gd name="connsiteX1402" fmla="*/ 4205843 w 6501199"/>
              <a:gd name="connsiteY1402" fmla="*/ 3016386 h 6382977"/>
              <a:gd name="connsiteX1403" fmla="*/ 4193693 w 6501199"/>
              <a:gd name="connsiteY1403" fmla="*/ 3015486 h 6382977"/>
              <a:gd name="connsiteX1404" fmla="*/ 4361576 w 6501199"/>
              <a:gd name="connsiteY1404" fmla="*/ 3011879 h 6382977"/>
              <a:gd name="connsiteX1405" fmla="*/ 4357928 w 6501199"/>
              <a:gd name="connsiteY1405" fmla="*/ 3015297 h 6382977"/>
              <a:gd name="connsiteX1406" fmla="*/ 4360644 w 6501199"/>
              <a:gd name="connsiteY1406" fmla="*/ 3016386 h 6382977"/>
              <a:gd name="connsiteX1407" fmla="*/ 4072727 w 6501199"/>
              <a:gd name="connsiteY1407" fmla="*/ 3011063 h 6382977"/>
              <a:gd name="connsiteX1408" fmla="*/ 4071568 w 6501199"/>
              <a:gd name="connsiteY1408" fmla="*/ 3011132 h 6382977"/>
              <a:gd name="connsiteX1409" fmla="*/ 4071111 w 6501199"/>
              <a:gd name="connsiteY1409" fmla="*/ 3011435 h 6382977"/>
              <a:gd name="connsiteX1410" fmla="*/ 4072102 w 6501199"/>
              <a:gd name="connsiteY1410" fmla="*/ 3011743 h 6382977"/>
              <a:gd name="connsiteX1411" fmla="*/ 4074764 w 6501199"/>
              <a:gd name="connsiteY1411" fmla="*/ 3020983 h 6382977"/>
              <a:gd name="connsiteX1412" fmla="*/ 4083892 w 6501199"/>
              <a:gd name="connsiteY1412" fmla="*/ 3019986 h 6382977"/>
              <a:gd name="connsiteX1413" fmla="*/ 4095131 w 6501199"/>
              <a:gd name="connsiteY1413" fmla="*/ 3020875 h 6382977"/>
              <a:gd name="connsiteX1414" fmla="*/ 4095170 w 6501199"/>
              <a:gd name="connsiteY1414" fmla="*/ 3020909 h 6382977"/>
              <a:gd name="connsiteX1415" fmla="*/ 4094913 w 6501199"/>
              <a:gd name="connsiteY1415" fmla="*/ 3020360 h 6382977"/>
              <a:gd name="connsiteX1416" fmla="*/ 4110618 w 6501199"/>
              <a:gd name="connsiteY1416" fmla="*/ 3016099 h 6382977"/>
              <a:gd name="connsiteX1417" fmla="*/ 4116136 w 6501199"/>
              <a:gd name="connsiteY1417" fmla="*/ 3015796 h 6382977"/>
              <a:gd name="connsiteX1418" fmla="*/ 4117283 w 6501199"/>
              <a:gd name="connsiteY1418" fmla="*/ 3013866 h 6382977"/>
              <a:gd name="connsiteX1419" fmla="*/ 4093482 w 6501199"/>
              <a:gd name="connsiteY1419" fmla="*/ 3011102 h 6382977"/>
              <a:gd name="connsiteX1420" fmla="*/ 4091641 w 6501199"/>
              <a:gd name="connsiteY1420" fmla="*/ 3011720 h 6382977"/>
              <a:gd name="connsiteX1421" fmla="*/ 4076380 w 6501199"/>
              <a:gd name="connsiteY1421" fmla="*/ 3012563 h 6382977"/>
              <a:gd name="connsiteX1422" fmla="*/ 4367008 w 6501199"/>
              <a:gd name="connsiteY1422" fmla="*/ 3006788 h 6382977"/>
              <a:gd name="connsiteX1423" fmla="*/ 4366487 w 6501199"/>
              <a:gd name="connsiteY1423" fmla="*/ 3007276 h 6382977"/>
              <a:gd name="connsiteX1424" fmla="*/ 4367461 w 6501199"/>
              <a:gd name="connsiteY1424" fmla="*/ 3007031 h 6382977"/>
              <a:gd name="connsiteX1425" fmla="*/ 4367450 w 6501199"/>
              <a:gd name="connsiteY1425" fmla="*/ 3007008 h 6382977"/>
              <a:gd name="connsiteX1426" fmla="*/ 4324238 w 6501199"/>
              <a:gd name="connsiteY1426" fmla="*/ 3006301 h 6382977"/>
              <a:gd name="connsiteX1427" fmla="*/ 4315284 w 6501199"/>
              <a:gd name="connsiteY1427" fmla="*/ 3011706 h 6382977"/>
              <a:gd name="connsiteX1428" fmla="*/ 4337964 w 6501199"/>
              <a:gd name="connsiteY1428" fmla="*/ 3012290 h 6382977"/>
              <a:gd name="connsiteX1429" fmla="*/ 4338159 w 6501199"/>
              <a:gd name="connsiteY1429" fmla="*/ 3012281 h 6382977"/>
              <a:gd name="connsiteX1430" fmla="*/ 4324039 w 6501199"/>
              <a:gd name="connsiteY1430" fmla="*/ 3006568 h 6382977"/>
              <a:gd name="connsiteX1431" fmla="*/ 5786830 w 6501199"/>
              <a:gd name="connsiteY1431" fmla="*/ 2997200 h 6382977"/>
              <a:gd name="connsiteX1432" fmla="*/ 5739563 w 6501199"/>
              <a:gd name="connsiteY1432" fmla="*/ 3055579 h 6382977"/>
              <a:gd name="connsiteX1433" fmla="*/ 5786830 w 6501199"/>
              <a:gd name="connsiteY1433" fmla="*/ 2997200 h 6382977"/>
              <a:gd name="connsiteX1434" fmla="*/ 3630322 w 6501199"/>
              <a:gd name="connsiteY1434" fmla="*/ 2994339 h 6382977"/>
              <a:gd name="connsiteX1435" fmla="*/ 3621390 w 6501199"/>
              <a:gd name="connsiteY1435" fmla="*/ 3001287 h 6382977"/>
              <a:gd name="connsiteX1436" fmla="*/ 3621348 w 6501199"/>
              <a:gd name="connsiteY1436" fmla="*/ 3004042 h 6382977"/>
              <a:gd name="connsiteX1437" fmla="*/ 3627725 w 6501199"/>
              <a:gd name="connsiteY1437" fmla="*/ 3009088 h 6382977"/>
              <a:gd name="connsiteX1438" fmla="*/ 4547065 w 6501199"/>
              <a:gd name="connsiteY1438" fmla="*/ 2992982 h 6382977"/>
              <a:gd name="connsiteX1439" fmla="*/ 4537162 w 6501199"/>
              <a:gd name="connsiteY1439" fmla="*/ 2993210 h 6382977"/>
              <a:gd name="connsiteX1440" fmla="*/ 4540466 w 6501199"/>
              <a:gd name="connsiteY1440" fmla="*/ 3003373 h 6382977"/>
              <a:gd name="connsiteX1441" fmla="*/ 4544423 w 6501199"/>
              <a:gd name="connsiteY1441" fmla="*/ 3006464 h 6382977"/>
              <a:gd name="connsiteX1442" fmla="*/ 4545360 w 6501199"/>
              <a:gd name="connsiteY1442" fmla="*/ 3005810 h 6382977"/>
              <a:gd name="connsiteX1443" fmla="*/ 4547126 w 6501199"/>
              <a:gd name="connsiteY1443" fmla="*/ 2998025 h 6382977"/>
              <a:gd name="connsiteX1444" fmla="*/ 4547711 w 6501199"/>
              <a:gd name="connsiteY1444" fmla="*/ 3004865 h 6382977"/>
              <a:gd name="connsiteX1445" fmla="*/ 4550589 w 6501199"/>
              <a:gd name="connsiteY1445" fmla="*/ 3009673 h 6382977"/>
              <a:gd name="connsiteX1446" fmla="*/ 4560583 w 6501199"/>
              <a:gd name="connsiteY1446" fmla="*/ 3004408 h 6382977"/>
              <a:gd name="connsiteX1447" fmla="*/ 4551447 w 6501199"/>
              <a:gd name="connsiteY1447" fmla="*/ 2997297 h 6382977"/>
              <a:gd name="connsiteX1448" fmla="*/ 4603788 w 6501199"/>
              <a:gd name="connsiteY1448" fmla="*/ 2992887 h 6382977"/>
              <a:gd name="connsiteX1449" fmla="*/ 4603654 w 6501199"/>
              <a:gd name="connsiteY1449" fmla="*/ 2993581 h 6382977"/>
              <a:gd name="connsiteX1450" fmla="*/ 4605583 w 6501199"/>
              <a:gd name="connsiteY1450" fmla="*/ 2993342 h 6382977"/>
              <a:gd name="connsiteX1451" fmla="*/ 538976 w 6501199"/>
              <a:gd name="connsiteY1451" fmla="*/ 2991057 h 6382977"/>
              <a:gd name="connsiteX1452" fmla="*/ 505155 w 6501199"/>
              <a:gd name="connsiteY1452" fmla="*/ 3020769 h 6382977"/>
              <a:gd name="connsiteX1453" fmla="*/ 566361 w 6501199"/>
              <a:gd name="connsiteY1453" fmla="*/ 3018610 h 6382977"/>
              <a:gd name="connsiteX1454" fmla="*/ 555200 w 6501199"/>
              <a:gd name="connsiteY1454" fmla="*/ 2991254 h 6382977"/>
              <a:gd name="connsiteX1455" fmla="*/ 538976 w 6501199"/>
              <a:gd name="connsiteY1455" fmla="*/ 2991057 h 6382977"/>
              <a:gd name="connsiteX1456" fmla="*/ 5461339 w 6501199"/>
              <a:gd name="connsiteY1456" fmla="*/ 2990762 h 6382977"/>
              <a:gd name="connsiteX1457" fmla="*/ 5415602 w 6501199"/>
              <a:gd name="connsiteY1457" fmla="*/ 3031765 h 6382977"/>
              <a:gd name="connsiteX1458" fmla="*/ 5408760 w 6501199"/>
              <a:gd name="connsiteY1458" fmla="*/ 3018098 h 6382977"/>
              <a:gd name="connsiteX1459" fmla="*/ 5395075 w 6501199"/>
              <a:gd name="connsiteY1459" fmla="*/ 3022773 h 6382977"/>
              <a:gd name="connsiteX1460" fmla="*/ 5461339 w 6501199"/>
              <a:gd name="connsiteY1460" fmla="*/ 2990762 h 6382977"/>
              <a:gd name="connsiteX1461" fmla="*/ 4622150 w 6501199"/>
              <a:gd name="connsiteY1461" fmla="*/ 2990727 h 6382977"/>
              <a:gd name="connsiteX1462" fmla="*/ 4622069 w 6501199"/>
              <a:gd name="connsiteY1462" fmla="*/ 2991295 h 6382977"/>
              <a:gd name="connsiteX1463" fmla="*/ 4622890 w 6501199"/>
              <a:gd name="connsiteY1463" fmla="*/ 2991193 h 6382977"/>
              <a:gd name="connsiteX1464" fmla="*/ 3933222 w 6501199"/>
              <a:gd name="connsiteY1464" fmla="*/ 2990008 h 6382977"/>
              <a:gd name="connsiteX1465" fmla="*/ 3933123 w 6501199"/>
              <a:gd name="connsiteY1465" fmla="*/ 2990039 h 6382977"/>
              <a:gd name="connsiteX1466" fmla="*/ 3921218 w 6501199"/>
              <a:gd name="connsiteY1466" fmla="*/ 2993671 h 6382977"/>
              <a:gd name="connsiteX1467" fmla="*/ 3923123 w 6501199"/>
              <a:gd name="connsiteY1467" fmla="*/ 2996117 h 6382977"/>
              <a:gd name="connsiteX1468" fmla="*/ 3927336 w 6501199"/>
              <a:gd name="connsiteY1468" fmla="*/ 2996089 h 6382977"/>
              <a:gd name="connsiteX1469" fmla="*/ 3932141 w 6501199"/>
              <a:gd name="connsiteY1469" fmla="*/ 2995950 h 6382977"/>
              <a:gd name="connsiteX1470" fmla="*/ 3933578 w 6501199"/>
              <a:gd name="connsiteY1470" fmla="*/ 2991132 h 6382977"/>
              <a:gd name="connsiteX1471" fmla="*/ 4691017 w 6501199"/>
              <a:gd name="connsiteY1471" fmla="*/ 2986554 h 6382977"/>
              <a:gd name="connsiteX1472" fmla="*/ 4673534 w 6501199"/>
              <a:gd name="connsiteY1472" fmla="*/ 2992381 h 6382977"/>
              <a:gd name="connsiteX1473" fmla="*/ 4672894 w 6501199"/>
              <a:gd name="connsiteY1473" fmla="*/ 2992111 h 6382977"/>
              <a:gd name="connsiteX1474" fmla="*/ 4668329 w 6501199"/>
              <a:gd name="connsiteY1474" fmla="*/ 2994998 h 6382977"/>
              <a:gd name="connsiteX1475" fmla="*/ 4658727 w 6501199"/>
              <a:gd name="connsiteY1475" fmla="*/ 2998025 h 6382977"/>
              <a:gd name="connsiteX1476" fmla="*/ 4670247 w 6501199"/>
              <a:gd name="connsiteY1476" fmla="*/ 3007025 h 6382977"/>
              <a:gd name="connsiteX1477" fmla="*/ 4672623 w 6501199"/>
              <a:gd name="connsiteY1477" fmla="*/ 3004262 h 6382977"/>
              <a:gd name="connsiteX1478" fmla="*/ 4672837 w 6501199"/>
              <a:gd name="connsiteY1478" fmla="*/ 3001962 h 6382977"/>
              <a:gd name="connsiteX1479" fmla="*/ 4673723 w 6501199"/>
              <a:gd name="connsiteY1479" fmla="*/ 3002982 h 6382977"/>
              <a:gd name="connsiteX1480" fmla="*/ 4675973 w 6501199"/>
              <a:gd name="connsiteY1480" fmla="*/ 3000365 h 6382977"/>
              <a:gd name="connsiteX1481" fmla="*/ 4699767 w 6501199"/>
              <a:gd name="connsiteY1481" fmla="*/ 2989024 h 6382977"/>
              <a:gd name="connsiteX1482" fmla="*/ 4711900 w 6501199"/>
              <a:gd name="connsiteY1482" fmla="*/ 2983694 h 6382977"/>
              <a:gd name="connsiteX1483" fmla="*/ 4710927 w 6501199"/>
              <a:gd name="connsiteY1483" fmla="*/ 2984344 h 6382977"/>
              <a:gd name="connsiteX1484" fmla="*/ 4712850 w 6501199"/>
              <a:gd name="connsiteY1484" fmla="*/ 2984539 h 6382977"/>
              <a:gd name="connsiteX1485" fmla="*/ 4607966 w 6501199"/>
              <a:gd name="connsiteY1485" fmla="*/ 2978493 h 6382977"/>
              <a:gd name="connsiteX1486" fmla="*/ 4596786 w 6501199"/>
              <a:gd name="connsiteY1486" fmla="*/ 2983152 h 6382977"/>
              <a:gd name="connsiteX1487" fmla="*/ 4612789 w 6501199"/>
              <a:gd name="connsiteY1487" fmla="*/ 2988567 h 6382977"/>
              <a:gd name="connsiteX1488" fmla="*/ 4622363 w 6501199"/>
              <a:gd name="connsiteY1488" fmla="*/ 2980040 h 6382977"/>
              <a:gd name="connsiteX1489" fmla="*/ 5805651 w 6501199"/>
              <a:gd name="connsiteY1489" fmla="*/ 2971949 h 6382977"/>
              <a:gd name="connsiteX1490" fmla="*/ 5812230 w 6501199"/>
              <a:gd name="connsiteY1490" fmla="*/ 2976509 h 6382977"/>
              <a:gd name="connsiteX1491" fmla="*/ 5793985 w 6501199"/>
              <a:gd name="connsiteY1491" fmla="*/ 2996843 h 6382977"/>
              <a:gd name="connsiteX1492" fmla="*/ 5787188 w 6501199"/>
              <a:gd name="connsiteY1492" fmla="*/ 2983287 h 6382977"/>
              <a:gd name="connsiteX1493" fmla="*/ 5805651 w 6501199"/>
              <a:gd name="connsiteY1493" fmla="*/ 2971949 h 6382977"/>
              <a:gd name="connsiteX1494" fmla="*/ 4783185 w 6501199"/>
              <a:gd name="connsiteY1494" fmla="*/ 2971087 h 6382977"/>
              <a:gd name="connsiteX1495" fmla="*/ 4765025 w 6501199"/>
              <a:gd name="connsiteY1495" fmla="*/ 2971576 h 6382977"/>
              <a:gd name="connsiteX1496" fmla="*/ 4762734 w 6501199"/>
              <a:gd name="connsiteY1496" fmla="*/ 2971131 h 6382977"/>
              <a:gd name="connsiteX1497" fmla="*/ 4756512 w 6501199"/>
              <a:gd name="connsiteY1497" fmla="*/ 2978713 h 6382977"/>
              <a:gd name="connsiteX1498" fmla="*/ 4745127 w 6501199"/>
              <a:gd name="connsiteY1498" fmla="*/ 2982183 h 6382977"/>
              <a:gd name="connsiteX1499" fmla="*/ 4774945 w 6501199"/>
              <a:gd name="connsiteY1499" fmla="*/ 2976665 h 6382977"/>
              <a:gd name="connsiteX1500" fmla="*/ 4778028 w 6501199"/>
              <a:gd name="connsiteY1500" fmla="*/ 2976302 h 6382977"/>
              <a:gd name="connsiteX1501" fmla="*/ 4783666 w 6501199"/>
              <a:gd name="connsiteY1501" fmla="*/ 2971773 h 6382977"/>
              <a:gd name="connsiteX1502" fmla="*/ 4743012 w 6501199"/>
              <a:gd name="connsiteY1502" fmla="*/ 2969355 h 6382977"/>
              <a:gd name="connsiteX1503" fmla="*/ 4737297 w 6501199"/>
              <a:gd name="connsiteY1503" fmla="*/ 2970496 h 6382977"/>
              <a:gd name="connsiteX1504" fmla="*/ 4735607 w 6501199"/>
              <a:gd name="connsiteY1504" fmla="*/ 2975775 h 6382977"/>
              <a:gd name="connsiteX1505" fmla="*/ 4724715 w 6501199"/>
              <a:gd name="connsiteY1505" fmla="*/ 2982728 h 6382977"/>
              <a:gd name="connsiteX1506" fmla="*/ 4723999 w 6501199"/>
              <a:gd name="connsiteY1506" fmla="*/ 2985668 h 6382977"/>
              <a:gd name="connsiteX1507" fmla="*/ 4724697 w 6501199"/>
              <a:gd name="connsiteY1507" fmla="*/ 2985739 h 6382977"/>
              <a:gd name="connsiteX1508" fmla="*/ 4731447 w 6501199"/>
              <a:gd name="connsiteY1508" fmla="*/ 2989024 h 6382977"/>
              <a:gd name="connsiteX1509" fmla="*/ 4743687 w 6501199"/>
              <a:gd name="connsiteY1509" fmla="*/ 2980383 h 6382977"/>
              <a:gd name="connsiteX1510" fmla="*/ 4746729 w 6501199"/>
              <a:gd name="connsiteY1510" fmla="*/ 2970342 h 6382977"/>
              <a:gd name="connsiteX1511" fmla="*/ 6013275 w 6501199"/>
              <a:gd name="connsiteY1511" fmla="*/ 2966567 h 6382977"/>
              <a:gd name="connsiteX1512" fmla="*/ 6023371 w 6501199"/>
              <a:gd name="connsiteY1512" fmla="*/ 2970365 h 6382977"/>
              <a:gd name="connsiteX1513" fmla="*/ 5998929 w 6501199"/>
              <a:gd name="connsiteY1513" fmla="*/ 2988898 h 6382977"/>
              <a:gd name="connsiteX1514" fmla="*/ 6013275 w 6501199"/>
              <a:gd name="connsiteY1514" fmla="*/ 2966567 h 6382977"/>
              <a:gd name="connsiteX1515" fmla="*/ 4686087 w 6501199"/>
              <a:gd name="connsiteY1515" fmla="*/ 2959502 h 6382977"/>
              <a:gd name="connsiteX1516" fmla="*/ 4674342 w 6501199"/>
              <a:gd name="connsiteY1516" fmla="*/ 2967332 h 6382977"/>
              <a:gd name="connsiteX1517" fmla="*/ 4672135 w 6501199"/>
              <a:gd name="connsiteY1517" fmla="*/ 2972286 h 6382977"/>
              <a:gd name="connsiteX1518" fmla="*/ 4691039 w 6501199"/>
              <a:gd name="connsiteY1518" fmla="*/ 2970486 h 6382977"/>
              <a:gd name="connsiteX1519" fmla="*/ 4691951 w 6501199"/>
              <a:gd name="connsiteY1519" fmla="*/ 2970023 h 6382977"/>
              <a:gd name="connsiteX1520" fmla="*/ 4689057 w 6501199"/>
              <a:gd name="connsiteY1520" fmla="*/ 2966612 h 6382977"/>
              <a:gd name="connsiteX1521" fmla="*/ 4686087 w 6501199"/>
              <a:gd name="connsiteY1521" fmla="*/ 2959502 h 6382977"/>
              <a:gd name="connsiteX1522" fmla="*/ 5443824 w 6501199"/>
              <a:gd name="connsiteY1522" fmla="*/ 2959100 h 6382977"/>
              <a:gd name="connsiteX1523" fmla="*/ 5464561 w 6501199"/>
              <a:gd name="connsiteY1523" fmla="*/ 2970348 h 6382977"/>
              <a:gd name="connsiteX1524" fmla="*/ 5439095 w 6501199"/>
              <a:gd name="connsiteY1524" fmla="*/ 2981960 h 6382977"/>
              <a:gd name="connsiteX1525" fmla="*/ 5443824 w 6501199"/>
              <a:gd name="connsiteY1525" fmla="*/ 2959100 h 6382977"/>
              <a:gd name="connsiteX1526" fmla="*/ 5499752 w 6501199"/>
              <a:gd name="connsiteY1526" fmla="*/ 2943378 h 6382977"/>
              <a:gd name="connsiteX1527" fmla="*/ 5481725 w 6501199"/>
              <a:gd name="connsiteY1527" fmla="*/ 2966320 h 6382977"/>
              <a:gd name="connsiteX1528" fmla="*/ 5499752 w 6501199"/>
              <a:gd name="connsiteY1528" fmla="*/ 2943378 h 6382977"/>
              <a:gd name="connsiteX1529" fmla="*/ 5832167 w 6501199"/>
              <a:gd name="connsiteY1529" fmla="*/ 2936875 h 6382977"/>
              <a:gd name="connsiteX1530" fmla="*/ 5815825 w 6501199"/>
              <a:gd name="connsiteY1530" fmla="*/ 2973029 h 6382977"/>
              <a:gd name="connsiteX1531" fmla="*/ 5832167 w 6501199"/>
              <a:gd name="connsiteY1531" fmla="*/ 2936875 h 6382977"/>
              <a:gd name="connsiteX1532" fmla="*/ 4636269 w 6501199"/>
              <a:gd name="connsiteY1532" fmla="*/ 2936119 h 6382977"/>
              <a:gd name="connsiteX1533" fmla="*/ 4632906 w 6501199"/>
              <a:gd name="connsiteY1533" fmla="*/ 2944780 h 6382977"/>
              <a:gd name="connsiteX1534" fmla="*/ 4624310 w 6501199"/>
              <a:gd name="connsiteY1534" fmla="*/ 2954365 h 6382977"/>
              <a:gd name="connsiteX1535" fmla="*/ 4621790 w 6501199"/>
              <a:gd name="connsiteY1535" fmla="*/ 2938255 h 6382977"/>
              <a:gd name="connsiteX1536" fmla="*/ 4622524 w 6501199"/>
              <a:gd name="connsiteY1536" fmla="*/ 2936362 h 6382977"/>
              <a:gd name="connsiteX1537" fmla="*/ 4619846 w 6501199"/>
              <a:gd name="connsiteY1537" fmla="*/ 2936820 h 6382977"/>
              <a:gd name="connsiteX1538" fmla="*/ 4613006 w 6501199"/>
              <a:gd name="connsiteY1538" fmla="*/ 2954822 h 6382977"/>
              <a:gd name="connsiteX1539" fmla="*/ 4613006 w 6501199"/>
              <a:gd name="connsiteY1539" fmla="*/ 2961662 h 6382977"/>
              <a:gd name="connsiteX1540" fmla="*/ 4608686 w 6501199"/>
              <a:gd name="connsiteY1540" fmla="*/ 2968502 h 6382977"/>
              <a:gd name="connsiteX1541" fmla="*/ 4624526 w 6501199"/>
              <a:gd name="connsiteY1541" fmla="*/ 2970663 h 6382977"/>
              <a:gd name="connsiteX1542" fmla="*/ 4640367 w 6501199"/>
              <a:gd name="connsiteY1542" fmla="*/ 2936820 h 6382977"/>
              <a:gd name="connsiteX1543" fmla="*/ 252025 w 6501199"/>
              <a:gd name="connsiteY1543" fmla="*/ 2928937 h 6382977"/>
              <a:gd name="connsiteX1544" fmla="*/ 258854 w 6501199"/>
              <a:gd name="connsiteY1544" fmla="*/ 2958290 h 6382977"/>
              <a:gd name="connsiteX1545" fmla="*/ 227224 w 6501199"/>
              <a:gd name="connsiteY1545" fmla="*/ 2955785 h 6382977"/>
              <a:gd name="connsiteX1546" fmla="*/ 252025 w 6501199"/>
              <a:gd name="connsiteY1546" fmla="*/ 2928937 h 6382977"/>
              <a:gd name="connsiteX1547" fmla="*/ 5626997 w 6501199"/>
              <a:gd name="connsiteY1547" fmla="*/ 2925762 h 6382977"/>
              <a:gd name="connsiteX1548" fmla="*/ 5624866 w 6501199"/>
              <a:gd name="connsiteY1548" fmla="*/ 2934847 h 6382977"/>
              <a:gd name="connsiteX1549" fmla="*/ 5631258 w 6501199"/>
              <a:gd name="connsiteY1549" fmla="*/ 2948657 h 6382977"/>
              <a:gd name="connsiteX1550" fmla="*/ 5618119 w 6501199"/>
              <a:gd name="connsiteY1550" fmla="*/ 2955561 h 6382977"/>
              <a:gd name="connsiteX1551" fmla="*/ 5626997 w 6501199"/>
              <a:gd name="connsiteY1551" fmla="*/ 2925762 h 6382977"/>
              <a:gd name="connsiteX1552" fmla="*/ 5569016 w 6501199"/>
              <a:gd name="connsiteY1552" fmla="*/ 2913062 h 6382977"/>
              <a:gd name="connsiteX1553" fmla="*/ 5557561 w 6501199"/>
              <a:gd name="connsiteY1553" fmla="*/ 2938104 h 6382977"/>
              <a:gd name="connsiteX1554" fmla="*/ 5569016 w 6501199"/>
              <a:gd name="connsiteY1554" fmla="*/ 2913062 h 6382977"/>
              <a:gd name="connsiteX1555" fmla="*/ 4963533 w 6501199"/>
              <a:gd name="connsiteY1555" fmla="*/ 2909563 h 6382977"/>
              <a:gd name="connsiteX1556" fmla="*/ 4956803 w 6501199"/>
              <a:gd name="connsiteY1556" fmla="*/ 2913035 h 6382977"/>
              <a:gd name="connsiteX1557" fmla="*/ 4961344 w 6501199"/>
              <a:gd name="connsiteY1557" fmla="*/ 2914170 h 6382977"/>
              <a:gd name="connsiteX1558" fmla="*/ 5951087 w 6501199"/>
              <a:gd name="connsiteY1558" fmla="*/ 2906294 h 6382977"/>
              <a:gd name="connsiteX1559" fmla="*/ 5955752 w 6501199"/>
              <a:gd name="connsiteY1559" fmla="*/ 2942863 h 6382977"/>
              <a:gd name="connsiteX1560" fmla="*/ 5951087 w 6501199"/>
              <a:gd name="connsiteY1560" fmla="*/ 2906294 h 6382977"/>
              <a:gd name="connsiteX1561" fmla="*/ 5529315 w 6501199"/>
              <a:gd name="connsiteY1561" fmla="*/ 2889250 h 6382977"/>
              <a:gd name="connsiteX1562" fmla="*/ 5495065 w 6501199"/>
              <a:gd name="connsiteY1562" fmla="*/ 2934416 h 6382977"/>
              <a:gd name="connsiteX1563" fmla="*/ 5556716 w 6501199"/>
              <a:gd name="connsiteY1563" fmla="*/ 2889250 h 6382977"/>
              <a:gd name="connsiteX1564" fmla="*/ 5554552 w 6501199"/>
              <a:gd name="connsiteY1564" fmla="*/ 2900362 h 6382977"/>
              <a:gd name="connsiteX1565" fmla="*/ 5558879 w 6501199"/>
              <a:gd name="connsiteY1565" fmla="*/ 2916493 h 6382977"/>
              <a:gd name="connsiteX1566" fmla="*/ 5472351 w 6501199"/>
              <a:gd name="connsiteY1566" fmla="*/ 2988903 h 6382977"/>
              <a:gd name="connsiteX1567" fmla="*/ 5463338 w 6501199"/>
              <a:gd name="connsiteY1567" fmla="*/ 2963811 h 6382977"/>
              <a:gd name="connsiteX1568" fmla="*/ 5529315 w 6501199"/>
              <a:gd name="connsiteY1568" fmla="*/ 2889250 h 6382977"/>
              <a:gd name="connsiteX1569" fmla="*/ 5027369 w 6501199"/>
              <a:gd name="connsiteY1569" fmla="*/ 2856895 h 6382977"/>
              <a:gd name="connsiteX1570" fmla="*/ 5026514 w 6501199"/>
              <a:gd name="connsiteY1570" fmla="*/ 2858920 h 6382977"/>
              <a:gd name="connsiteX1571" fmla="*/ 5024078 w 6501199"/>
              <a:gd name="connsiteY1571" fmla="*/ 2864691 h 6382977"/>
              <a:gd name="connsiteX1572" fmla="*/ 5024153 w 6501199"/>
              <a:gd name="connsiteY1572" fmla="*/ 2865133 h 6382977"/>
              <a:gd name="connsiteX1573" fmla="*/ 5025260 w 6501199"/>
              <a:gd name="connsiteY1573" fmla="*/ 2871928 h 6382977"/>
              <a:gd name="connsiteX1574" fmla="*/ 5031284 w 6501199"/>
              <a:gd name="connsiteY1574" fmla="*/ 2870441 h 6382977"/>
              <a:gd name="connsiteX1575" fmla="*/ 5038529 w 6501199"/>
              <a:gd name="connsiteY1575" fmla="*/ 2859415 h 6382977"/>
              <a:gd name="connsiteX1576" fmla="*/ 5027369 w 6501199"/>
              <a:gd name="connsiteY1576" fmla="*/ 2856895 h 6382977"/>
              <a:gd name="connsiteX1577" fmla="*/ 5886913 w 6501199"/>
              <a:gd name="connsiteY1577" fmla="*/ 2855912 h 6382977"/>
              <a:gd name="connsiteX1578" fmla="*/ 5850209 w 6501199"/>
              <a:gd name="connsiteY1578" fmla="*/ 2928579 h 6382977"/>
              <a:gd name="connsiteX1579" fmla="*/ 5836400 w 6501199"/>
              <a:gd name="connsiteY1579" fmla="*/ 2912470 h 6382977"/>
              <a:gd name="connsiteX1580" fmla="*/ 5886913 w 6501199"/>
              <a:gd name="connsiteY1580" fmla="*/ 2855912 h 6382977"/>
              <a:gd name="connsiteX1581" fmla="*/ 6090037 w 6501199"/>
              <a:gd name="connsiteY1581" fmla="*/ 2844800 h 6382977"/>
              <a:gd name="connsiteX1582" fmla="*/ 6071503 w 6501199"/>
              <a:gd name="connsiteY1582" fmla="*/ 2890150 h 6382977"/>
              <a:gd name="connsiteX1583" fmla="*/ 6043884 w 6501199"/>
              <a:gd name="connsiteY1583" fmla="*/ 2933340 h 6382977"/>
              <a:gd name="connsiteX1584" fmla="*/ 6030075 w 6501199"/>
              <a:gd name="connsiteY1584" fmla="*/ 2924342 h 6382977"/>
              <a:gd name="connsiteX1585" fmla="*/ 6090037 w 6501199"/>
              <a:gd name="connsiteY1585" fmla="*/ 2844800 h 6382977"/>
              <a:gd name="connsiteX1586" fmla="*/ 4907326 w 6501199"/>
              <a:gd name="connsiteY1586" fmla="*/ 2837622 h 6382977"/>
              <a:gd name="connsiteX1587" fmla="*/ 4900963 w 6501199"/>
              <a:gd name="connsiteY1587" fmla="*/ 2839524 h 6382977"/>
              <a:gd name="connsiteX1588" fmla="*/ 4892787 w 6501199"/>
              <a:gd name="connsiteY1588" fmla="*/ 2851488 h 6382977"/>
              <a:gd name="connsiteX1589" fmla="*/ 4910108 w 6501199"/>
              <a:gd name="connsiteY1589" fmla="*/ 2841756 h 6382977"/>
              <a:gd name="connsiteX1590" fmla="*/ 5011169 w 6501199"/>
              <a:gd name="connsiteY1590" fmla="*/ 2834213 h 6382977"/>
              <a:gd name="connsiteX1591" fmla="*/ 5008857 w 6501199"/>
              <a:gd name="connsiteY1591" fmla="*/ 2834951 h 6382977"/>
              <a:gd name="connsiteX1592" fmla="*/ 5006753 w 6501199"/>
              <a:gd name="connsiteY1592" fmla="*/ 2840377 h 6382977"/>
              <a:gd name="connsiteX1593" fmla="*/ 5011494 w 6501199"/>
              <a:gd name="connsiteY1593" fmla="*/ 2834925 h 6382977"/>
              <a:gd name="connsiteX1594" fmla="*/ 5045369 w 6501199"/>
              <a:gd name="connsiteY1594" fmla="*/ 2829533 h 6382977"/>
              <a:gd name="connsiteX1595" fmla="*/ 5036369 w 6501199"/>
              <a:gd name="connsiteY1595" fmla="*/ 2841054 h 6382977"/>
              <a:gd name="connsiteX1596" fmla="*/ 5045369 w 6501199"/>
              <a:gd name="connsiteY1596" fmla="*/ 2861575 h 6382977"/>
              <a:gd name="connsiteX1597" fmla="*/ 5063280 w 6501199"/>
              <a:gd name="connsiteY1597" fmla="*/ 2848434 h 6382977"/>
              <a:gd name="connsiteX1598" fmla="*/ 5067179 w 6501199"/>
              <a:gd name="connsiteY1598" fmla="*/ 2845884 h 6382977"/>
              <a:gd name="connsiteX1599" fmla="*/ 5060844 w 6501199"/>
              <a:gd name="connsiteY1599" fmla="*/ 2837060 h 6382977"/>
              <a:gd name="connsiteX1600" fmla="*/ 5060472 w 6501199"/>
              <a:gd name="connsiteY1600" fmla="*/ 2836427 h 6382977"/>
              <a:gd name="connsiteX1601" fmla="*/ 5052209 w 6501199"/>
              <a:gd name="connsiteY1601" fmla="*/ 2845734 h 6382977"/>
              <a:gd name="connsiteX1602" fmla="*/ 5045369 w 6501199"/>
              <a:gd name="connsiteY1602" fmla="*/ 2829533 h 6382977"/>
              <a:gd name="connsiteX1603" fmla="*/ 4822528 w 6501199"/>
              <a:gd name="connsiteY1603" fmla="*/ 2829533 h 6382977"/>
              <a:gd name="connsiteX1604" fmla="*/ 4813528 w 6501199"/>
              <a:gd name="connsiteY1604" fmla="*/ 2843214 h 6382977"/>
              <a:gd name="connsiteX1605" fmla="*/ 4825093 w 6501199"/>
              <a:gd name="connsiteY1605" fmla="*/ 2843574 h 6382977"/>
              <a:gd name="connsiteX1606" fmla="*/ 4827313 w 6501199"/>
              <a:gd name="connsiteY1606" fmla="*/ 2839600 h 6382977"/>
              <a:gd name="connsiteX1607" fmla="*/ 4824325 w 6501199"/>
              <a:gd name="connsiteY1607" fmla="*/ 2834394 h 6382977"/>
              <a:gd name="connsiteX1608" fmla="*/ 4822687 w 6501199"/>
              <a:gd name="connsiteY1608" fmla="*/ 2829577 h 6382977"/>
              <a:gd name="connsiteX1609" fmla="*/ 5698288 w 6501199"/>
              <a:gd name="connsiteY1609" fmla="*/ 2828925 h 6382977"/>
              <a:gd name="connsiteX1610" fmla="*/ 5725210 w 6501199"/>
              <a:gd name="connsiteY1610" fmla="*/ 2868248 h 6382977"/>
              <a:gd name="connsiteX1611" fmla="*/ 5698288 w 6501199"/>
              <a:gd name="connsiteY1611" fmla="*/ 2828925 h 6382977"/>
              <a:gd name="connsiteX1612" fmla="*/ 5051945 w 6501199"/>
              <a:gd name="connsiteY1612" fmla="*/ 2821928 h 6382977"/>
              <a:gd name="connsiteX1613" fmla="*/ 5051669 w 6501199"/>
              <a:gd name="connsiteY1613" fmla="*/ 2822288 h 6382977"/>
              <a:gd name="connsiteX1614" fmla="*/ 5050049 w 6501199"/>
              <a:gd name="connsiteY1614" fmla="*/ 2827373 h 6382977"/>
              <a:gd name="connsiteX1615" fmla="*/ 5053874 w 6501199"/>
              <a:gd name="connsiteY1615" fmla="*/ 2825208 h 6382977"/>
              <a:gd name="connsiteX1616" fmla="*/ 5027369 w 6501199"/>
              <a:gd name="connsiteY1616" fmla="*/ 2818372 h 6382977"/>
              <a:gd name="connsiteX1617" fmla="*/ 5016394 w 6501199"/>
              <a:gd name="connsiteY1617" fmla="*/ 2820268 h 6382977"/>
              <a:gd name="connsiteX1618" fmla="*/ 5013565 w 6501199"/>
              <a:gd name="connsiteY1618" fmla="*/ 2822805 h 6382977"/>
              <a:gd name="connsiteX1619" fmla="*/ 5010575 w 6501199"/>
              <a:gd name="connsiteY1619" fmla="*/ 2830519 h 6382977"/>
              <a:gd name="connsiteX1620" fmla="*/ 5013314 w 6501199"/>
              <a:gd name="connsiteY1620" fmla="*/ 2832832 h 6382977"/>
              <a:gd name="connsiteX1621" fmla="*/ 5013951 w 6501199"/>
              <a:gd name="connsiteY1621" fmla="*/ 2832100 h 6382977"/>
              <a:gd name="connsiteX1622" fmla="*/ 5014416 w 6501199"/>
              <a:gd name="connsiteY1622" fmla="*/ 2833762 h 6382977"/>
              <a:gd name="connsiteX1623" fmla="*/ 5016389 w 6501199"/>
              <a:gd name="connsiteY1623" fmla="*/ 2835428 h 6382977"/>
              <a:gd name="connsiteX1624" fmla="*/ 5022689 w 6501199"/>
              <a:gd name="connsiteY1624" fmla="*/ 2843214 h 6382977"/>
              <a:gd name="connsiteX1625" fmla="*/ 5027369 w 6501199"/>
              <a:gd name="connsiteY1625" fmla="*/ 2818372 h 6382977"/>
              <a:gd name="connsiteX1626" fmla="*/ 6101820 w 6501199"/>
              <a:gd name="connsiteY1626" fmla="*/ 2814889 h 6382977"/>
              <a:gd name="connsiteX1627" fmla="*/ 6112267 w 6501199"/>
              <a:gd name="connsiteY1627" fmla="*/ 2818715 h 6382977"/>
              <a:gd name="connsiteX1628" fmla="*/ 6094022 w 6501199"/>
              <a:gd name="connsiteY1628" fmla="*/ 2841267 h 6382977"/>
              <a:gd name="connsiteX1629" fmla="*/ 6101820 w 6501199"/>
              <a:gd name="connsiteY1629" fmla="*/ 2814889 h 6382977"/>
              <a:gd name="connsiteX1630" fmla="*/ 5026984 w 6501199"/>
              <a:gd name="connsiteY1630" fmla="*/ 2810769 h 6382977"/>
              <a:gd name="connsiteX1631" fmla="*/ 5026115 w 6501199"/>
              <a:gd name="connsiteY1631" fmla="*/ 2811549 h 6382977"/>
              <a:gd name="connsiteX1632" fmla="*/ 5027369 w 6501199"/>
              <a:gd name="connsiteY1632" fmla="*/ 2811532 h 6382977"/>
              <a:gd name="connsiteX1633" fmla="*/ 5073081 w 6501199"/>
              <a:gd name="connsiteY1633" fmla="*/ 2809378 h 6382977"/>
              <a:gd name="connsiteX1634" fmla="*/ 5068419 w 6501199"/>
              <a:gd name="connsiteY1634" fmla="*/ 2815828 h 6382977"/>
              <a:gd name="connsiteX1635" fmla="*/ 5068875 w 6501199"/>
              <a:gd name="connsiteY1635" fmla="*/ 2816738 h 6382977"/>
              <a:gd name="connsiteX1636" fmla="*/ 5079066 w 6501199"/>
              <a:gd name="connsiteY1636" fmla="*/ 2814350 h 6382977"/>
              <a:gd name="connsiteX1637" fmla="*/ 5104636 w 6501199"/>
              <a:gd name="connsiteY1637" fmla="*/ 2806870 h 6382977"/>
              <a:gd name="connsiteX1638" fmla="*/ 5107146 w 6501199"/>
              <a:gd name="connsiteY1638" fmla="*/ 2825145 h 6382977"/>
              <a:gd name="connsiteX1639" fmla="*/ 5082538 w 6501199"/>
              <a:gd name="connsiteY1639" fmla="*/ 2817234 h 6382977"/>
              <a:gd name="connsiteX1640" fmla="*/ 5081692 w 6501199"/>
              <a:gd name="connsiteY1640" fmla="*/ 2816531 h 6382977"/>
              <a:gd name="connsiteX1641" fmla="*/ 5077522 w 6501199"/>
              <a:gd name="connsiteY1641" fmla="*/ 2818749 h 6382977"/>
              <a:gd name="connsiteX1642" fmla="*/ 5072346 w 6501199"/>
              <a:gd name="connsiteY1642" fmla="*/ 2823658 h 6382977"/>
              <a:gd name="connsiteX1643" fmla="*/ 5073053 w 6501199"/>
              <a:gd name="connsiteY1643" fmla="*/ 2825067 h 6382977"/>
              <a:gd name="connsiteX1644" fmla="*/ 5070487 w 6501199"/>
              <a:gd name="connsiteY1644" fmla="*/ 2841931 h 6382977"/>
              <a:gd name="connsiteX1645" fmla="*/ 5071342 w 6501199"/>
              <a:gd name="connsiteY1645" fmla="*/ 2843163 h 6382977"/>
              <a:gd name="connsiteX1646" fmla="*/ 5072606 w 6501199"/>
              <a:gd name="connsiteY1646" fmla="*/ 2842336 h 6382977"/>
              <a:gd name="connsiteX1647" fmla="*/ 5079570 w 6501199"/>
              <a:gd name="connsiteY1647" fmla="*/ 2832053 h 6382977"/>
              <a:gd name="connsiteX1648" fmla="*/ 5102250 w 6501199"/>
              <a:gd name="connsiteY1648" fmla="*/ 2838894 h 6382977"/>
              <a:gd name="connsiteX1649" fmla="*/ 5113916 w 6501199"/>
              <a:gd name="connsiteY1649" fmla="*/ 2823092 h 6382977"/>
              <a:gd name="connsiteX1650" fmla="*/ 5115415 w 6501199"/>
              <a:gd name="connsiteY1650" fmla="*/ 2820404 h 6382977"/>
              <a:gd name="connsiteX1651" fmla="*/ 5108625 w 6501199"/>
              <a:gd name="connsiteY1651" fmla="*/ 2819591 h 6382977"/>
              <a:gd name="connsiteX1652" fmla="*/ 5104636 w 6501199"/>
              <a:gd name="connsiteY1652" fmla="*/ 2806870 h 6382977"/>
              <a:gd name="connsiteX1653" fmla="*/ 5922755 w 6501199"/>
              <a:gd name="connsiteY1653" fmla="*/ 2806700 h 6382977"/>
              <a:gd name="connsiteX1654" fmla="*/ 5907169 w 6501199"/>
              <a:gd name="connsiteY1654" fmla="*/ 2846023 h 6382977"/>
              <a:gd name="connsiteX1655" fmla="*/ 5922755 w 6501199"/>
              <a:gd name="connsiteY1655" fmla="*/ 2806700 h 6382977"/>
              <a:gd name="connsiteX1656" fmla="*/ 5090882 w 6501199"/>
              <a:gd name="connsiteY1656" fmla="*/ 2782623 h 6382977"/>
              <a:gd name="connsiteX1657" fmla="*/ 5089062 w 6501199"/>
              <a:gd name="connsiteY1657" fmla="*/ 2784132 h 6382977"/>
              <a:gd name="connsiteX1658" fmla="*/ 5091368 w 6501199"/>
              <a:gd name="connsiteY1658" fmla="*/ 2793253 h 6382977"/>
              <a:gd name="connsiteX1659" fmla="*/ 5099372 w 6501199"/>
              <a:gd name="connsiteY1659" fmla="*/ 2788369 h 6382977"/>
              <a:gd name="connsiteX1660" fmla="*/ 5094915 w 6501199"/>
              <a:gd name="connsiteY1660" fmla="*/ 2785025 h 6382977"/>
              <a:gd name="connsiteX1661" fmla="*/ 5090882 w 6501199"/>
              <a:gd name="connsiteY1661" fmla="*/ 2782623 h 6382977"/>
              <a:gd name="connsiteX1662" fmla="*/ 4145654 w 6501199"/>
              <a:gd name="connsiteY1662" fmla="*/ 2779378 h 6382977"/>
              <a:gd name="connsiteX1663" fmla="*/ 4139110 w 6501199"/>
              <a:gd name="connsiteY1663" fmla="*/ 2787143 h 6382977"/>
              <a:gd name="connsiteX1664" fmla="*/ 4138936 w 6501199"/>
              <a:gd name="connsiteY1664" fmla="*/ 2787586 h 6382977"/>
              <a:gd name="connsiteX1665" fmla="*/ 4144643 w 6501199"/>
              <a:gd name="connsiteY1665" fmla="*/ 2791010 h 6382977"/>
              <a:gd name="connsiteX1666" fmla="*/ 4145968 w 6501199"/>
              <a:gd name="connsiteY1666" fmla="*/ 2779784 h 6382977"/>
              <a:gd name="connsiteX1667" fmla="*/ 4147508 w 6501199"/>
              <a:gd name="connsiteY1667" fmla="*/ 2762344 h 6382977"/>
              <a:gd name="connsiteX1668" fmla="*/ 4144282 w 6501199"/>
              <a:gd name="connsiteY1668" fmla="*/ 2763601 h 6382977"/>
              <a:gd name="connsiteX1669" fmla="*/ 4134878 w 6501199"/>
              <a:gd name="connsiteY1669" fmla="*/ 2769094 h 6382977"/>
              <a:gd name="connsiteX1670" fmla="*/ 4134345 w 6501199"/>
              <a:gd name="connsiteY1670" fmla="*/ 2769913 h 6382977"/>
              <a:gd name="connsiteX1671" fmla="*/ 4143502 w 6501199"/>
              <a:gd name="connsiteY1671" fmla="*/ 2772952 h 6382977"/>
              <a:gd name="connsiteX1672" fmla="*/ 4149060 w 6501199"/>
              <a:gd name="connsiteY1672" fmla="*/ 2762911 h 6382977"/>
              <a:gd name="connsiteX1673" fmla="*/ 4149124 w 6501199"/>
              <a:gd name="connsiteY1673" fmla="*/ 2762539 h 6382977"/>
              <a:gd name="connsiteX1674" fmla="*/ 6156896 w 6501199"/>
              <a:gd name="connsiteY1674" fmla="*/ 2749550 h 6382977"/>
              <a:gd name="connsiteX1675" fmla="*/ 6177354 w 6501199"/>
              <a:gd name="connsiteY1675" fmla="*/ 2765921 h 6382977"/>
              <a:gd name="connsiteX1676" fmla="*/ 6138950 w 6501199"/>
              <a:gd name="connsiteY1676" fmla="*/ 2784111 h 6382977"/>
              <a:gd name="connsiteX1677" fmla="*/ 6156896 w 6501199"/>
              <a:gd name="connsiteY1677" fmla="*/ 2749550 h 6382977"/>
              <a:gd name="connsiteX1678" fmla="*/ 4302588 w 6501199"/>
              <a:gd name="connsiteY1678" fmla="*/ 2745985 h 6382977"/>
              <a:gd name="connsiteX1679" fmla="*/ 4297779 w 6501199"/>
              <a:gd name="connsiteY1679" fmla="*/ 2751588 h 6382977"/>
              <a:gd name="connsiteX1680" fmla="*/ 4290880 w 6501199"/>
              <a:gd name="connsiteY1680" fmla="*/ 2768533 h 6382977"/>
              <a:gd name="connsiteX1681" fmla="*/ 4305181 w 6501199"/>
              <a:gd name="connsiteY1681" fmla="*/ 2773097 h 6382977"/>
              <a:gd name="connsiteX1682" fmla="*/ 4301418 w 6501199"/>
              <a:gd name="connsiteY1682" fmla="*/ 2775776 h 6382977"/>
              <a:gd name="connsiteX1683" fmla="*/ 4303494 w 6501199"/>
              <a:gd name="connsiteY1683" fmla="*/ 2776744 h 6382977"/>
              <a:gd name="connsiteX1684" fmla="*/ 4315284 w 6501199"/>
              <a:gd name="connsiteY1684" fmla="*/ 2773009 h 6382977"/>
              <a:gd name="connsiteX1685" fmla="*/ 4310604 w 6501199"/>
              <a:gd name="connsiteY1685" fmla="*/ 2747807 h 6382977"/>
              <a:gd name="connsiteX1686" fmla="*/ 4302588 w 6501199"/>
              <a:gd name="connsiteY1686" fmla="*/ 2745985 h 6382977"/>
              <a:gd name="connsiteX1687" fmla="*/ 5120174 w 6501199"/>
              <a:gd name="connsiteY1687" fmla="*/ 2743881 h 6382977"/>
              <a:gd name="connsiteX1688" fmla="*/ 5120610 w 6501199"/>
              <a:gd name="connsiteY1688" fmla="*/ 2747807 h 6382977"/>
              <a:gd name="connsiteX1689" fmla="*/ 5125554 w 6501199"/>
              <a:gd name="connsiteY1689" fmla="*/ 2745782 h 6382977"/>
              <a:gd name="connsiteX1690" fmla="*/ 5152290 w 6501199"/>
              <a:gd name="connsiteY1690" fmla="*/ 2738807 h 6382977"/>
              <a:gd name="connsiteX1691" fmla="*/ 5116144 w 6501199"/>
              <a:gd name="connsiteY1691" fmla="*/ 2763615 h 6382977"/>
              <a:gd name="connsiteX1692" fmla="*/ 5118040 w 6501199"/>
              <a:gd name="connsiteY1692" fmla="*/ 2776978 h 6382977"/>
              <a:gd name="connsiteX1693" fmla="*/ 5131888 w 6501199"/>
              <a:gd name="connsiteY1693" fmla="*/ 2768528 h 6382977"/>
              <a:gd name="connsiteX1694" fmla="*/ 5168406 w 6501199"/>
              <a:gd name="connsiteY1694" fmla="*/ 2744200 h 6382977"/>
              <a:gd name="connsiteX1695" fmla="*/ 5164542 w 6501199"/>
              <a:gd name="connsiteY1695" fmla="*/ 2746047 h 6382977"/>
              <a:gd name="connsiteX1696" fmla="*/ 5152290 w 6501199"/>
              <a:gd name="connsiteY1696" fmla="*/ 2738807 h 6382977"/>
              <a:gd name="connsiteX1697" fmla="*/ 5178063 w 6501199"/>
              <a:gd name="connsiteY1697" fmla="*/ 2724707 h 6382977"/>
              <a:gd name="connsiteX1698" fmla="*/ 5169869 w 6501199"/>
              <a:gd name="connsiteY1698" fmla="*/ 2729479 h 6382977"/>
              <a:gd name="connsiteX1699" fmla="*/ 5166045 w 6501199"/>
              <a:gd name="connsiteY1699" fmla="*/ 2731324 h 6382977"/>
              <a:gd name="connsiteX1700" fmla="*/ 5170520 w 6501199"/>
              <a:gd name="connsiteY1700" fmla="*/ 2742792 h 6382977"/>
              <a:gd name="connsiteX1701" fmla="*/ 5172766 w 6501199"/>
              <a:gd name="connsiteY1701" fmla="*/ 2741295 h 6382977"/>
              <a:gd name="connsiteX1702" fmla="*/ 5177307 w 6501199"/>
              <a:gd name="connsiteY1702" fmla="*/ 2736081 h 6382977"/>
              <a:gd name="connsiteX1703" fmla="*/ 5176904 w 6501199"/>
              <a:gd name="connsiteY1703" fmla="*/ 2736482 h 6382977"/>
              <a:gd name="connsiteX1704" fmla="*/ 4438045 w 6501199"/>
              <a:gd name="connsiteY1704" fmla="*/ 2720445 h 6382977"/>
              <a:gd name="connsiteX1705" fmla="*/ 4422205 w 6501199"/>
              <a:gd name="connsiteY1705" fmla="*/ 2745647 h 6382977"/>
              <a:gd name="connsiteX1706" fmla="*/ 4424640 w 6501199"/>
              <a:gd name="connsiteY1706" fmla="*/ 2744875 h 6382977"/>
              <a:gd name="connsiteX1707" fmla="*/ 4424776 w 6501199"/>
              <a:gd name="connsiteY1707" fmla="*/ 2743195 h 6382977"/>
              <a:gd name="connsiteX1708" fmla="*/ 4430124 w 6501199"/>
              <a:gd name="connsiteY1708" fmla="*/ 2743134 h 6382977"/>
              <a:gd name="connsiteX1709" fmla="*/ 4436245 w 6501199"/>
              <a:gd name="connsiteY1709" fmla="*/ 2741192 h 6382977"/>
              <a:gd name="connsiteX1710" fmla="*/ 4442387 w 6501199"/>
              <a:gd name="connsiteY1710" fmla="*/ 2732055 h 6382977"/>
              <a:gd name="connsiteX1711" fmla="*/ 4442510 w 6501199"/>
              <a:gd name="connsiteY1711" fmla="*/ 2727325 h 6382977"/>
              <a:gd name="connsiteX1712" fmla="*/ 4445567 w 6501199"/>
              <a:gd name="connsiteY1712" fmla="*/ 2727325 h 6382977"/>
              <a:gd name="connsiteX1713" fmla="*/ 4447045 w 6501199"/>
              <a:gd name="connsiteY1713" fmla="*/ 2725126 h 6382977"/>
              <a:gd name="connsiteX1714" fmla="*/ 4438045 w 6501199"/>
              <a:gd name="connsiteY1714" fmla="*/ 2720445 h 6382977"/>
              <a:gd name="connsiteX1715" fmla="*/ 4456045 w 6501199"/>
              <a:gd name="connsiteY1715" fmla="*/ 2715765 h 6382977"/>
              <a:gd name="connsiteX1716" fmla="*/ 4457862 w 6501199"/>
              <a:gd name="connsiteY1716" fmla="*/ 2724237 h 6382977"/>
              <a:gd name="connsiteX1717" fmla="*/ 4455619 w 6501199"/>
              <a:gd name="connsiteY1717" fmla="*/ 2727325 h 6382977"/>
              <a:gd name="connsiteX1718" fmla="*/ 4456148 w 6501199"/>
              <a:gd name="connsiteY1718" fmla="*/ 2727325 h 6382977"/>
              <a:gd name="connsiteX1719" fmla="*/ 4458096 w 6501199"/>
              <a:gd name="connsiteY1719" fmla="*/ 2727325 h 6382977"/>
              <a:gd name="connsiteX1720" fmla="*/ 4456883 w 6501199"/>
              <a:gd name="connsiteY1720" fmla="*/ 2733989 h 6382977"/>
              <a:gd name="connsiteX1721" fmla="*/ 4460320 w 6501199"/>
              <a:gd name="connsiteY1721" fmla="*/ 2729536 h 6382977"/>
              <a:gd name="connsiteX1722" fmla="*/ 4456045 w 6501199"/>
              <a:gd name="connsiteY1722" fmla="*/ 2715765 h 6382977"/>
              <a:gd name="connsiteX1723" fmla="*/ 4629542 w 6501199"/>
              <a:gd name="connsiteY1723" fmla="*/ 2709558 h 6382977"/>
              <a:gd name="connsiteX1724" fmla="*/ 4626478 w 6501199"/>
              <a:gd name="connsiteY1724" fmla="*/ 2709798 h 6382977"/>
              <a:gd name="connsiteX1725" fmla="*/ 4626729 w 6501199"/>
              <a:gd name="connsiteY1725" fmla="*/ 2713865 h 6382977"/>
              <a:gd name="connsiteX1726" fmla="*/ 4629656 w 6501199"/>
              <a:gd name="connsiteY1726" fmla="*/ 2711985 h 6382977"/>
              <a:gd name="connsiteX1727" fmla="*/ 5220553 w 6501199"/>
              <a:gd name="connsiteY1727" fmla="*/ 2700337 h 6382977"/>
              <a:gd name="connsiteX1728" fmla="*/ 5222727 w 6501199"/>
              <a:gd name="connsiteY1728" fmla="*/ 2709574 h 6382977"/>
              <a:gd name="connsiteX1729" fmla="*/ 5224507 w 6501199"/>
              <a:gd name="connsiteY1729" fmla="*/ 2709291 h 6382977"/>
              <a:gd name="connsiteX1730" fmla="*/ 5224713 w 6501199"/>
              <a:gd name="connsiteY1730" fmla="*/ 2718017 h 6382977"/>
              <a:gd name="connsiteX1731" fmla="*/ 5224759 w 6501199"/>
              <a:gd name="connsiteY1731" fmla="*/ 2718212 h 6382977"/>
              <a:gd name="connsiteX1732" fmla="*/ 5227213 w 6501199"/>
              <a:gd name="connsiteY1732" fmla="*/ 2718212 h 6382977"/>
              <a:gd name="connsiteX1733" fmla="*/ 5222656 w 6501199"/>
              <a:gd name="connsiteY1733" fmla="*/ 2724871 h 6382977"/>
              <a:gd name="connsiteX1734" fmla="*/ 5217566 w 6501199"/>
              <a:gd name="connsiteY1734" fmla="*/ 2723312 h 6382977"/>
              <a:gd name="connsiteX1735" fmla="*/ 5198049 w 6501199"/>
              <a:gd name="connsiteY1735" fmla="*/ 2730128 h 6382977"/>
              <a:gd name="connsiteX1736" fmla="*/ 5203738 w 6501199"/>
              <a:gd name="connsiteY1736" fmla="*/ 2712594 h 6382977"/>
              <a:gd name="connsiteX1737" fmla="*/ 5214755 w 6501199"/>
              <a:gd name="connsiteY1737" fmla="*/ 2710842 h 6382977"/>
              <a:gd name="connsiteX1738" fmla="*/ 4544966 w 6501199"/>
              <a:gd name="connsiteY1738" fmla="*/ 2686243 h 6382977"/>
              <a:gd name="connsiteX1739" fmla="*/ 4547126 w 6501199"/>
              <a:gd name="connsiteY1739" fmla="*/ 2704604 h 6382977"/>
              <a:gd name="connsiteX1740" fmla="*/ 4533445 w 6501199"/>
              <a:gd name="connsiteY1740" fmla="*/ 2693084 h 6382977"/>
              <a:gd name="connsiteX1741" fmla="*/ 4522285 w 6501199"/>
              <a:gd name="connsiteY1741" fmla="*/ 2706765 h 6382977"/>
              <a:gd name="connsiteX1742" fmla="*/ 4542806 w 6501199"/>
              <a:gd name="connsiteY1742" fmla="*/ 2711445 h 6382977"/>
              <a:gd name="connsiteX1743" fmla="*/ 4515445 w 6501199"/>
              <a:gd name="connsiteY1743" fmla="*/ 2727286 h 6382977"/>
              <a:gd name="connsiteX1744" fmla="*/ 4494925 w 6501199"/>
              <a:gd name="connsiteY1744" fmla="*/ 2713605 h 6382977"/>
              <a:gd name="connsiteX1745" fmla="*/ 4503925 w 6501199"/>
              <a:gd name="connsiteY1745" fmla="*/ 2725126 h 6382977"/>
              <a:gd name="connsiteX1746" fmla="*/ 4476565 w 6501199"/>
              <a:gd name="connsiteY1746" fmla="*/ 2738807 h 6382977"/>
              <a:gd name="connsiteX1747" fmla="*/ 4478403 w 6501199"/>
              <a:gd name="connsiteY1747" fmla="*/ 2738640 h 6382977"/>
              <a:gd name="connsiteX1748" fmla="*/ 4480320 w 6501199"/>
              <a:gd name="connsiteY1748" fmla="*/ 2736427 h 6382977"/>
              <a:gd name="connsiteX1749" fmla="*/ 4486945 w 6501199"/>
              <a:gd name="connsiteY1749" fmla="*/ 2737702 h 6382977"/>
              <a:gd name="connsiteX1750" fmla="*/ 4487022 w 6501199"/>
              <a:gd name="connsiteY1750" fmla="*/ 2737856 h 6382977"/>
              <a:gd name="connsiteX1751" fmla="*/ 4527551 w 6501199"/>
              <a:gd name="connsiteY1751" fmla="*/ 2734171 h 6382977"/>
              <a:gd name="connsiteX1752" fmla="*/ 4576646 w 6501199"/>
              <a:gd name="connsiteY1752" fmla="*/ 2715765 h 6382977"/>
              <a:gd name="connsiteX1753" fmla="*/ 4558646 w 6501199"/>
              <a:gd name="connsiteY1753" fmla="*/ 2713605 h 6382977"/>
              <a:gd name="connsiteX1754" fmla="*/ 4560806 w 6501199"/>
              <a:gd name="connsiteY1754" fmla="*/ 2686243 h 6382977"/>
              <a:gd name="connsiteX1755" fmla="*/ 4544966 w 6501199"/>
              <a:gd name="connsiteY1755" fmla="*/ 2686243 h 6382977"/>
              <a:gd name="connsiteX1756" fmla="*/ 4638207 w 6501199"/>
              <a:gd name="connsiteY1756" fmla="*/ 2663562 h 6382977"/>
              <a:gd name="connsiteX1757" fmla="*/ 4633526 w 6501199"/>
              <a:gd name="connsiteY1757" fmla="*/ 2684083 h 6382977"/>
              <a:gd name="connsiteX1758" fmla="*/ 4638207 w 6501199"/>
              <a:gd name="connsiteY1758" fmla="*/ 2663562 h 6382977"/>
              <a:gd name="connsiteX1759" fmla="*/ 4623581 w 6501199"/>
              <a:gd name="connsiteY1759" fmla="*/ 2647901 h 6382977"/>
              <a:gd name="connsiteX1760" fmla="*/ 4613006 w 6501199"/>
              <a:gd name="connsiteY1760" fmla="*/ 2654561 h 6382977"/>
              <a:gd name="connsiteX1761" fmla="*/ 4599686 w 6501199"/>
              <a:gd name="connsiteY1761" fmla="*/ 2672562 h 6382977"/>
              <a:gd name="connsiteX1762" fmla="*/ 4597166 w 6501199"/>
              <a:gd name="connsiteY1762" fmla="*/ 2652401 h 6382977"/>
              <a:gd name="connsiteX1763" fmla="*/ 4588166 w 6501199"/>
              <a:gd name="connsiteY1763" fmla="*/ 2672562 h 6382977"/>
              <a:gd name="connsiteX1764" fmla="*/ 4606526 w 6501199"/>
              <a:gd name="connsiteY1764" fmla="*/ 2679403 h 6382977"/>
              <a:gd name="connsiteX1765" fmla="*/ 4581326 w 6501199"/>
              <a:gd name="connsiteY1765" fmla="*/ 2686243 h 6382977"/>
              <a:gd name="connsiteX1766" fmla="*/ 4576646 w 6501199"/>
              <a:gd name="connsiteY1766" fmla="*/ 2702444 h 6382977"/>
              <a:gd name="connsiteX1767" fmla="*/ 4599686 w 6501199"/>
              <a:gd name="connsiteY1767" fmla="*/ 2697764 h 6382977"/>
              <a:gd name="connsiteX1768" fmla="*/ 4586006 w 6501199"/>
              <a:gd name="connsiteY1768" fmla="*/ 2715765 h 6382977"/>
              <a:gd name="connsiteX1769" fmla="*/ 4603241 w 6501199"/>
              <a:gd name="connsiteY1769" fmla="*/ 2711265 h 6382977"/>
              <a:gd name="connsiteX1770" fmla="*/ 4621790 w 6501199"/>
              <a:gd name="connsiteY1770" fmla="*/ 2706900 h 6382977"/>
              <a:gd name="connsiteX1771" fmla="*/ 4623158 w 6501199"/>
              <a:gd name="connsiteY1771" fmla="*/ 2698283 h 6382977"/>
              <a:gd name="connsiteX1772" fmla="*/ 4621190 w 6501199"/>
              <a:gd name="connsiteY1772" fmla="*/ 2699086 h 6382977"/>
              <a:gd name="connsiteX1773" fmla="*/ 4608686 w 6501199"/>
              <a:gd name="connsiteY1773" fmla="*/ 2699924 h 6382977"/>
              <a:gd name="connsiteX1774" fmla="*/ 4619846 w 6501199"/>
              <a:gd name="connsiteY1774" fmla="*/ 2695604 h 6382977"/>
              <a:gd name="connsiteX1775" fmla="*/ 4610846 w 6501199"/>
              <a:gd name="connsiteY1775" fmla="*/ 2681923 h 6382977"/>
              <a:gd name="connsiteX1776" fmla="*/ 4619846 w 6501199"/>
              <a:gd name="connsiteY1776" fmla="*/ 2688763 h 6382977"/>
              <a:gd name="connsiteX1777" fmla="*/ 4615526 w 6501199"/>
              <a:gd name="connsiteY1777" fmla="*/ 2672562 h 6382977"/>
              <a:gd name="connsiteX1778" fmla="*/ 4636047 w 6501199"/>
              <a:gd name="connsiteY1778" fmla="*/ 2649881 h 6382977"/>
              <a:gd name="connsiteX1779" fmla="*/ 4623581 w 6501199"/>
              <a:gd name="connsiteY1779" fmla="*/ 2647901 h 6382977"/>
              <a:gd name="connsiteX1780" fmla="*/ 4747084 w 6501199"/>
              <a:gd name="connsiteY1780" fmla="*/ 2646790 h 6382977"/>
              <a:gd name="connsiteX1781" fmla="*/ 4762900 w 6501199"/>
              <a:gd name="connsiteY1781" fmla="*/ 2646973 h 6382977"/>
              <a:gd name="connsiteX1782" fmla="*/ 4758343 w 6501199"/>
              <a:gd name="connsiteY1782" fmla="*/ 2658695 h 6382977"/>
              <a:gd name="connsiteX1783" fmla="*/ 4736263 w 6501199"/>
              <a:gd name="connsiteY1783" fmla="*/ 2658695 h 6382977"/>
              <a:gd name="connsiteX1784" fmla="*/ 4747084 w 6501199"/>
              <a:gd name="connsiteY1784" fmla="*/ 2646790 h 6382977"/>
              <a:gd name="connsiteX1785" fmla="*/ 5285941 w 6501199"/>
              <a:gd name="connsiteY1785" fmla="*/ 2635750 h 6382977"/>
              <a:gd name="connsiteX1786" fmla="*/ 5277571 w 6501199"/>
              <a:gd name="connsiteY1786" fmla="*/ 2645560 h 6382977"/>
              <a:gd name="connsiteX1787" fmla="*/ 5304571 w 6501199"/>
              <a:gd name="connsiteY1787" fmla="*/ 2636200 h 6382977"/>
              <a:gd name="connsiteX1788" fmla="*/ 5285941 w 6501199"/>
              <a:gd name="connsiteY1788" fmla="*/ 2635750 h 6382977"/>
              <a:gd name="connsiteX1789" fmla="*/ 5383618 w 6501199"/>
              <a:gd name="connsiteY1789" fmla="*/ 2622550 h 6382977"/>
              <a:gd name="connsiteX1790" fmla="*/ 5368088 w 6501199"/>
              <a:gd name="connsiteY1790" fmla="*/ 2649186 h 6382977"/>
              <a:gd name="connsiteX1791" fmla="*/ 5383618 w 6501199"/>
              <a:gd name="connsiteY1791" fmla="*/ 2622550 h 6382977"/>
              <a:gd name="connsiteX1792" fmla="*/ 4780467 w 6501199"/>
              <a:gd name="connsiteY1792" fmla="*/ 2613540 h 6382977"/>
              <a:gd name="connsiteX1793" fmla="*/ 4782613 w 6501199"/>
              <a:gd name="connsiteY1793" fmla="*/ 2622302 h 6382977"/>
              <a:gd name="connsiteX1794" fmla="*/ 4760075 w 6501199"/>
              <a:gd name="connsiteY1794" fmla="*/ 2628961 h 6382977"/>
              <a:gd name="connsiteX1795" fmla="*/ 4778320 w 6501199"/>
              <a:gd name="connsiteY1795" fmla="*/ 2615643 h 6382977"/>
              <a:gd name="connsiteX1796" fmla="*/ 4780467 w 6501199"/>
              <a:gd name="connsiteY1796" fmla="*/ 2613540 h 6382977"/>
              <a:gd name="connsiteX1797" fmla="*/ 5326870 w 6501199"/>
              <a:gd name="connsiteY1797" fmla="*/ 2612231 h 6382977"/>
              <a:gd name="connsiteX1798" fmla="*/ 5327264 w 6501199"/>
              <a:gd name="connsiteY1798" fmla="*/ 2613476 h 6382977"/>
              <a:gd name="connsiteX1799" fmla="*/ 5329833 w 6501199"/>
              <a:gd name="connsiteY1799" fmla="*/ 2612887 h 6382977"/>
              <a:gd name="connsiteX1800" fmla="*/ 5459373 w 6501199"/>
              <a:gd name="connsiteY1800" fmla="*/ 2604518 h 6382977"/>
              <a:gd name="connsiteX1801" fmla="*/ 5445693 w 6501199"/>
              <a:gd name="connsiteY1801" fmla="*/ 2611358 h 6382977"/>
              <a:gd name="connsiteX1802" fmla="*/ 5446053 w 6501199"/>
              <a:gd name="connsiteY1802" fmla="*/ 2622384 h 6382977"/>
              <a:gd name="connsiteX1803" fmla="*/ 5454847 w 6501199"/>
              <a:gd name="connsiteY1803" fmla="*/ 2624978 h 6382977"/>
              <a:gd name="connsiteX1804" fmla="*/ 5455183 w 6501199"/>
              <a:gd name="connsiteY1804" fmla="*/ 2624420 h 6382977"/>
              <a:gd name="connsiteX1805" fmla="*/ 5390725 w 6501199"/>
              <a:gd name="connsiteY1805" fmla="*/ 2603500 h 6382977"/>
              <a:gd name="connsiteX1806" fmla="*/ 5388272 w 6501199"/>
              <a:gd name="connsiteY1806" fmla="*/ 2624236 h 6382977"/>
              <a:gd name="connsiteX1807" fmla="*/ 5390725 w 6501199"/>
              <a:gd name="connsiteY1807" fmla="*/ 2603500 h 6382977"/>
              <a:gd name="connsiteX1808" fmla="*/ 4790767 w 6501199"/>
              <a:gd name="connsiteY1808" fmla="*/ 2603500 h 6382977"/>
              <a:gd name="connsiteX1809" fmla="*/ 4804172 w 6501199"/>
              <a:gd name="connsiteY1809" fmla="*/ 2608086 h 6382977"/>
              <a:gd name="connsiteX1810" fmla="*/ 4788650 w 6501199"/>
              <a:gd name="connsiteY1810" fmla="*/ 2619022 h 6382977"/>
              <a:gd name="connsiteX1811" fmla="*/ 4790767 w 6501199"/>
              <a:gd name="connsiteY1811" fmla="*/ 2603500 h 6382977"/>
              <a:gd name="connsiteX1812" fmla="*/ 5327655 w 6501199"/>
              <a:gd name="connsiteY1812" fmla="*/ 2586160 h 6382977"/>
              <a:gd name="connsiteX1813" fmla="*/ 5327613 w 6501199"/>
              <a:gd name="connsiteY1813" fmla="*/ 2586185 h 6382977"/>
              <a:gd name="connsiteX1814" fmla="*/ 5327724 w 6501199"/>
              <a:gd name="connsiteY1814" fmla="*/ 2589899 h 6382977"/>
              <a:gd name="connsiteX1815" fmla="*/ 5330806 w 6501199"/>
              <a:gd name="connsiteY1815" fmla="*/ 2587321 h 6382977"/>
              <a:gd name="connsiteX1816" fmla="*/ 5331571 w 6501199"/>
              <a:gd name="connsiteY1816" fmla="*/ 2586486 h 6382977"/>
              <a:gd name="connsiteX1817" fmla="*/ 5395212 w 6501199"/>
              <a:gd name="connsiteY1817" fmla="*/ 2579687 h 6382977"/>
              <a:gd name="connsiteX1818" fmla="*/ 5406823 w 6501199"/>
              <a:gd name="connsiteY1818" fmla="*/ 2579687 h 6382977"/>
              <a:gd name="connsiteX1819" fmla="*/ 5397752 w 6501199"/>
              <a:gd name="connsiteY1819" fmla="*/ 2598370 h 6382977"/>
              <a:gd name="connsiteX1820" fmla="*/ 5383963 w 6501199"/>
              <a:gd name="connsiteY1820" fmla="*/ 2589212 h 6382977"/>
              <a:gd name="connsiteX1821" fmla="*/ 5395212 w 6501199"/>
              <a:gd name="connsiteY1821" fmla="*/ 2579687 h 6382977"/>
              <a:gd name="connsiteX1822" fmla="*/ 5356394 w 6501199"/>
              <a:gd name="connsiteY1822" fmla="*/ 2569242 h 6382977"/>
              <a:gd name="connsiteX1823" fmla="*/ 5352919 w 6501199"/>
              <a:gd name="connsiteY1823" fmla="*/ 2571173 h 6382977"/>
              <a:gd name="connsiteX1824" fmla="*/ 5350205 w 6501199"/>
              <a:gd name="connsiteY1824" fmla="*/ 2583548 h 6382977"/>
              <a:gd name="connsiteX1825" fmla="*/ 5353196 w 6501199"/>
              <a:gd name="connsiteY1825" fmla="*/ 2584172 h 6382977"/>
              <a:gd name="connsiteX1826" fmla="*/ 5355543 w 6501199"/>
              <a:gd name="connsiteY1826" fmla="*/ 2573647 h 6382977"/>
              <a:gd name="connsiteX1827" fmla="*/ 5451949 w 6501199"/>
              <a:gd name="connsiteY1827" fmla="*/ 2555069 h 6382977"/>
              <a:gd name="connsiteX1828" fmla="*/ 5440827 w 6501199"/>
              <a:gd name="connsiteY1828" fmla="*/ 2559400 h 6382977"/>
              <a:gd name="connsiteX1829" fmla="*/ 5445805 w 6501199"/>
              <a:gd name="connsiteY1829" fmla="*/ 2567251 h 6382977"/>
              <a:gd name="connsiteX1830" fmla="*/ 5446081 w 6501199"/>
              <a:gd name="connsiteY1830" fmla="*/ 2567841 h 6382977"/>
              <a:gd name="connsiteX1831" fmla="*/ 5457842 w 6501199"/>
              <a:gd name="connsiteY1831" fmla="*/ 2558326 h 6382977"/>
              <a:gd name="connsiteX1832" fmla="*/ 4943920 w 6501199"/>
              <a:gd name="connsiteY1832" fmla="*/ 2548497 h 6382977"/>
              <a:gd name="connsiteX1833" fmla="*/ 4953994 w 6501199"/>
              <a:gd name="connsiteY1833" fmla="*/ 2551485 h 6382977"/>
              <a:gd name="connsiteX1834" fmla="*/ 4942637 w 6501199"/>
              <a:gd name="connsiteY1834" fmla="*/ 2561197 h 6382977"/>
              <a:gd name="connsiteX1835" fmla="*/ 4943920 w 6501199"/>
              <a:gd name="connsiteY1835" fmla="*/ 2548497 h 6382977"/>
              <a:gd name="connsiteX1836" fmla="*/ 4895084 w 6501199"/>
              <a:gd name="connsiteY1836" fmla="*/ 2533650 h 6382977"/>
              <a:gd name="connsiteX1837" fmla="*/ 4909384 w 6501199"/>
              <a:gd name="connsiteY1837" fmla="*/ 2547141 h 6382977"/>
              <a:gd name="connsiteX1838" fmla="*/ 4919673 w 6501199"/>
              <a:gd name="connsiteY1838" fmla="*/ 2540000 h 6382977"/>
              <a:gd name="connsiteX1839" fmla="*/ 4890250 w 6501199"/>
              <a:gd name="connsiteY1839" fmla="*/ 2558170 h 6382977"/>
              <a:gd name="connsiteX1840" fmla="*/ 4902060 w 6501199"/>
              <a:gd name="connsiteY1840" fmla="*/ 2551902 h 6382977"/>
              <a:gd name="connsiteX1841" fmla="*/ 4899722 w 6501199"/>
              <a:gd name="connsiteY1841" fmla="*/ 2547285 h 6382977"/>
              <a:gd name="connsiteX1842" fmla="*/ 4856913 w 6501199"/>
              <a:gd name="connsiteY1842" fmla="*/ 2585678 h 6382977"/>
              <a:gd name="connsiteX1843" fmla="*/ 4857138 w 6501199"/>
              <a:gd name="connsiteY1843" fmla="*/ 2584945 h 6382977"/>
              <a:gd name="connsiteX1844" fmla="*/ 4855897 w 6501199"/>
              <a:gd name="connsiteY1844" fmla="*/ 2586908 h 6382977"/>
              <a:gd name="connsiteX1845" fmla="*/ 4837863 w 6501199"/>
              <a:gd name="connsiteY1845" fmla="*/ 2598386 h 6382977"/>
              <a:gd name="connsiteX1846" fmla="*/ 4849901 w 6501199"/>
              <a:gd name="connsiteY1846" fmla="*/ 2584411 h 6382977"/>
              <a:gd name="connsiteX1847" fmla="*/ 4859764 w 6501199"/>
              <a:gd name="connsiteY1847" fmla="*/ 2576396 h 6382977"/>
              <a:gd name="connsiteX1848" fmla="*/ 4861874 w 6501199"/>
              <a:gd name="connsiteY1848" fmla="*/ 2569526 h 6382977"/>
              <a:gd name="connsiteX1849" fmla="*/ 4895084 w 6501199"/>
              <a:gd name="connsiteY1849" fmla="*/ 2533650 h 6382977"/>
              <a:gd name="connsiteX1850" fmla="*/ 264714 w 6501199"/>
              <a:gd name="connsiteY1850" fmla="*/ 2532062 h 6382977"/>
              <a:gd name="connsiteX1851" fmla="*/ 278208 w 6501199"/>
              <a:gd name="connsiteY1851" fmla="*/ 2543070 h 6382977"/>
              <a:gd name="connsiteX1852" fmla="*/ 249090 w 6501199"/>
              <a:gd name="connsiteY1852" fmla="*/ 2578935 h 6382977"/>
              <a:gd name="connsiteX1853" fmla="*/ 235596 w 6501199"/>
              <a:gd name="connsiteY1853" fmla="*/ 2585682 h 6382977"/>
              <a:gd name="connsiteX1854" fmla="*/ 244473 w 6501199"/>
              <a:gd name="connsiteY1854" fmla="*/ 2554433 h 6382977"/>
              <a:gd name="connsiteX1855" fmla="*/ 264714 w 6501199"/>
              <a:gd name="connsiteY1855" fmla="*/ 2532062 h 6382977"/>
              <a:gd name="connsiteX1856" fmla="*/ 518836 w 6501199"/>
              <a:gd name="connsiteY1856" fmla="*/ 2525121 h 6382977"/>
              <a:gd name="connsiteX1857" fmla="*/ 486793 w 6501199"/>
              <a:gd name="connsiteY1857" fmla="*/ 2561476 h 6382977"/>
              <a:gd name="connsiteX1858" fmla="*/ 468791 w 6501199"/>
              <a:gd name="connsiteY1858" fmla="*/ 2554637 h 6382977"/>
              <a:gd name="connsiteX1859" fmla="*/ 450429 w 6501199"/>
              <a:gd name="connsiteY1859" fmla="*/ 2625187 h 6382977"/>
              <a:gd name="connsiteX1860" fmla="*/ 464110 w 6501199"/>
              <a:gd name="connsiteY1860" fmla="*/ 2629506 h 6382977"/>
              <a:gd name="connsiteX1861" fmla="*/ 491473 w 6501199"/>
              <a:gd name="connsiteY1861" fmla="*/ 2606830 h 6382977"/>
              <a:gd name="connsiteX1862" fmla="*/ 518836 w 6501199"/>
              <a:gd name="connsiteY1862" fmla="*/ 2525121 h 6382977"/>
              <a:gd name="connsiteX1863" fmla="*/ 4944402 w 6501199"/>
              <a:gd name="connsiteY1863" fmla="*/ 2523999 h 6382977"/>
              <a:gd name="connsiteX1864" fmla="*/ 4926763 w 6501199"/>
              <a:gd name="connsiteY1864" fmla="*/ 2535058 h 6382977"/>
              <a:gd name="connsiteX1865" fmla="*/ 4944402 w 6501199"/>
              <a:gd name="connsiteY1865" fmla="*/ 2523999 h 6382977"/>
              <a:gd name="connsiteX1866" fmla="*/ 5006822 w 6501199"/>
              <a:gd name="connsiteY1866" fmla="*/ 2513012 h 6382977"/>
              <a:gd name="connsiteX1867" fmla="*/ 5000061 w 6501199"/>
              <a:gd name="connsiteY1867" fmla="*/ 2528534 h 6382977"/>
              <a:gd name="connsiteX1868" fmla="*/ 5006822 w 6501199"/>
              <a:gd name="connsiteY1868" fmla="*/ 2513012 h 6382977"/>
              <a:gd name="connsiteX1869" fmla="*/ 6100714 w 6501199"/>
              <a:gd name="connsiteY1869" fmla="*/ 2503487 h 6382977"/>
              <a:gd name="connsiteX1870" fmla="*/ 6087044 w 6501199"/>
              <a:gd name="connsiteY1870" fmla="*/ 2524018 h 6382977"/>
              <a:gd name="connsiteX1871" fmla="*/ 6082727 w 6501199"/>
              <a:gd name="connsiteY1871" fmla="*/ 2544550 h 6382977"/>
              <a:gd name="connsiteX1872" fmla="*/ 6116903 w 6501199"/>
              <a:gd name="connsiteY1872" fmla="*/ 2530862 h 6382977"/>
              <a:gd name="connsiteX1873" fmla="*/ 6121220 w 6501199"/>
              <a:gd name="connsiteY1873" fmla="*/ 2546711 h 6382977"/>
              <a:gd name="connsiteX1874" fmla="*/ 6091721 w 6501199"/>
              <a:gd name="connsiteY1874" fmla="*/ 2551034 h 6382977"/>
              <a:gd name="connsiteX1875" fmla="*/ 6089562 w 6501199"/>
              <a:gd name="connsiteY1875" fmla="*/ 2614790 h 6382977"/>
              <a:gd name="connsiteX1876" fmla="*/ 6046393 w 6501199"/>
              <a:gd name="connsiteY1876" fmla="*/ 2687911 h 6382977"/>
              <a:gd name="connsiteX1877" fmla="*/ 6014375 w 6501199"/>
              <a:gd name="connsiteY1877" fmla="*/ 2762833 h 6382977"/>
              <a:gd name="connsiteX1878" fmla="*/ 5980199 w 6501199"/>
              <a:gd name="connsiteY1878" fmla="*/ 2853965 h 6382977"/>
              <a:gd name="connsiteX1879" fmla="*/ 5987034 w 6501199"/>
              <a:gd name="connsiteY1879" fmla="*/ 2788047 h 6382977"/>
              <a:gd name="connsiteX1880" fmla="*/ 6007540 w 6501199"/>
              <a:gd name="connsiteY1880" fmla="*/ 2708442 h 6382977"/>
              <a:gd name="connsiteX1881" fmla="*/ 6024493 w 6501199"/>
              <a:gd name="connsiteY1881" fmla="*/ 2667920 h 6382977"/>
              <a:gd name="connsiteX1882" fmla="*/ 6031927 w 6501199"/>
              <a:gd name="connsiteY1882" fmla="*/ 2646322 h 6382977"/>
              <a:gd name="connsiteX1883" fmla="*/ 6032010 w 6501199"/>
              <a:gd name="connsiteY1883" fmla="*/ 2638643 h 6382977"/>
              <a:gd name="connsiteX1884" fmla="*/ 6043470 w 6501199"/>
              <a:gd name="connsiteY1884" fmla="*/ 2614612 h 6382977"/>
              <a:gd name="connsiteX1885" fmla="*/ 6048771 w 6501199"/>
              <a:gd name="connsiteY1885" fmla="*/ 2626550 h 6382977"/>
              <a:gd name="connsiteX1886" fmla="*/ 6051682 w 6501199"/>
              <a:gd name="connsiteY1886" fmla="*/ 2627307 h 6382977"/>
              <a:gd name="connsiteX1887" fmla="*/ 6064380 w 6501199"/>
              <a:gd name="connsiteY1887" fmla="*/ 2598941 h 6382977"/>
              <a:gd name="connsiteX1888" fmla="*/ 6048551 w 6501199"/>
              <a:gd name="connsiteY1888" fmla="*/ 2608306 h 6382977"/>
              <a:gd name="connsiteX1889" fmla="*/ 6078050 w 6501199"/>
              <a:gd name="connsiteY1889" fmla="*/ 2505648 h 6382977"/>
              <a:gd name="connsiteX1890" fmla="*/ 6091721 w 6501199"/>
              <a:gd name="connsiteY1890" fmla="*/ 2514653 h 6382977"/>
              <a:gd name="connsiteX1891" fmla="*/ 6100714 w 6501199"/>
              <a:gd name="connsiteY1891" fmla="*/ 2503487 h 6382977"/>
              <a:gd name="connsiteX1892" fmla="*/ 5026516 w 6501199"/>
              <a:gd name="connsiteY1892" fmla="*/ 2502944 h 6382977"/>
              <a:gd name="connsiteX1893" fmla="*/ 5031212 w 6501199"/>
              <a:gd name="connsiteY1893" fmla="*/ 2503350 h 6382977"/>
              <a:gd name="connsiteX1894" fmla="*/ 5015223 w 6501199"/>
              <a:gd name="connsiteY1894" fmla="*/ 2519006 h 6382977"/>
              <a:gd name="connsiteX1895" fmla="*/ 5026516 w 6501199"/>
              <a:gd name="connsiteY1895" fmla="*/ 2502944 h 6382977"/>
              <a:gd name="connsiteX1896" fmla="*/ 5010538 w 6501199"/>
              <a:gd name="connsiteY1896" fmla="*/ 2482850 h 6382977"/>
              <a:gd name="connsiteX1897" fmla="*/ 4990263 w 6501199"/>
              <a:gd name="connsiteY1897" fmla="*/ 2498372 h 6382977"/>
              <a:gd name="connsiteX1898" fmla="*/ 5010538 w 6501199"/>
              <a:gd name="connsiteY1898" fmla="*/ 2482850 h 6382977"/>
              <a:gd name="connsiteX1899" fmla="*/ 6100537 w 6501199"/>
              <a:gd name="connsiteY1899" fmla="*/ 2481081 h 6382977"/>
              <a:gd name="connsiteX1900" fmla="*/ 6115437 w 6501199"/>
              <a:gd name="connsiteY1900" fmla="*/ 2487886 h 6382977"/>
              <a:gd name="connsiteX1901" fmla="*/ 6085638 w 6501199"/>
              <a:gd name="connsiteY1901" fmla="*/ 2487886 h 6382977"/>
              <a:gd name="connsiteX1902" fmla="*/ 6100537 w 6501199"/>
              <a:gd name="connsiteY1902" fmla="*/ 2481081 h 6382977"/>
              <a:gd name="connsiteX1903" fmla="*/ 5540857 w 6501199"/>
              <a:gd name="connsiteY1903" fmla="*/ 2478548 h 6382977"/>
              <a:gd name="connsiteX1904" fmla="*/ 5533750 w 6501199"/>
              <a:gd name="connsiteY1904" fmla="*/ 2486489 h 6382977"/>
              <a:gd name="connsiteX1905" fmla="*/ 5508635 w 6501199"/>
              <a:gd name="connsiteY1905" fmla="*/ 2495873 h 6382977"/>
              <a:gd name="connsiteX1906" fmla="*/ 5488544 w 6501199"/>
              <a:gd name="connsiteY1906" fmla="*/ 2516086 h 6382977"/>
              <a:gd name="connsiteX1907" fmla="*/ 5495002 w 6501199"/>
              <a:gd name="connsiteY1907" fmla="*/ 2529802 h 6382977"/>
              <a:gd name="connsiteX1908" fmla="*/ 5481512 w 6501199"/>
              <a:gd name="connsiteY1908" fmla="*/ 2537874 h 6382977"/>
              <a:gd name="connsiteX1909" fmla="*/ 5484573 w 6501199"/>
              <a:gd name="connsiteY1909" fmla="*/ 2545473 h 6382977"/>
              <a:gd name="connsiteX1910" fmla="*/ 5511933 w 6501199"/>
              <a:gd name="connsiteY1910" fmla="*/ 2531793 h 6382977"/>
              <a:gd name="connsiteX1911" fmla="*/ 5498253 w 6501199"/>
              <a:gd name="connsiteY1911" fmla="*/ 2549794 h 6382977"/>
              <a:gd name="connsiteX1912" fmla="*/ 5527773 w 6501199"/>
              <a:gd name="connsiteY1912" fmla="*/ 2527112 h 6382977"/>
              <a:gd name="connsiteX1913" fmla="*/ 5527773 w 6501199"/>
              <a:gd name="connsiteY1913" fmla="*/ 2536113 h 6382977"/>
              <a:gd name="connsiteX1914" fmla="*/ 5532093 w 6501199"/>
              <a:gd name="connsiteY1914" fmla="*/ 2542953 h 6382977"/>
              <a:gd name="connsiteX1915" fmla="*/ 5514093 w 6501199"/>
              <a:gd name="connsiteY1915" fmla="*/ 2551954 h 6382977"/>
              <a:gd name="connsiteX1916" fmla="*/ 5516253 w 6501199"/>
              <a:gd name="connsiteY1916" fmla="*/ 2563475 h 6382977"/>
              <a:gd name="connsiteX1917" fmla="*/ 5537189 w 6501199"/>
              <a:gd name="connsiteY1917" fmla="*/ 2545289 h 6382977"/>
              <a:gd name="connsiteX1918" fmla="*/ 5537730 w 6501199"/>
              <a:gd name="connsiteY1918" fmla="*/ 2540575 h 6382977"/>
              <a:gd name="connsiteX1919" fmla="*/ 5536560 w 6501199"/>
              <a:gd name="connsiteY1919" fmla="*/ 2502416 h 6382977"/>
              <a:gd name="connsiteX1920" fmla="*/ 5725775 w 6501199"/>
              <a:gd name="connsiteY1920" fmla="*/ 2474909 h 6382977"/>
              <a:gd name="connsiteX1921" fmla="*/ 5706920 w 6501199"/>
              <a:gd name="connsiteY1921" fmla="*/ 2494440 h 6382977"/>
              <a:gd name="connsiteX1922" fmla="*/ 5695005 w 6501199"/>
              <a:gd name="connsiteY1922" fmla="*/ 2510863 h 6382977"/>
              <a:gd name="connsiteX1923" fmla="*/ 5695199 w 6501199"/>
              <a:gd name="connsiteY1923" fmla="*/ 2511241 h 6382977"/>
              <a:gd name="connsiteX1924" fmla="*/ 5695190 w 6501199"/>
              <a:gd name="connsiteY1924" fmla="*/ 2513057 h 6382977"/>
              <a:gd name="connsiteX1925" fmla="*/ 5714615 w 6501199"/>
              <a:gd name="connsiteY1925" fmla="*/ 2499435 h 6382977"/>
              <a:gd name="connsiteX1926" fmla="*/ 5725775 w 6501199"/>
              <a:gd name="connsiteY1926" fmla="*/ 2474909 h 6382977"/>
              <a:gd name="connsiteX1927" fmla="*/ 5100090 w 6501199"/>
              <a:gd name="connsiteY1927" fmla="*/ 2472388 h 6382977"/>
              <a:gd name="connsiteX1928" fmla="*/ 5084250 w 6501199"/>
              <a:gd name="connsiteY1928" fmla="*/ 2499750 h 6382977"/>
              <a:gd name="connsiteX1929" fmla="*/ 5089503 w 6501199"/>
              <a:gd name="connsiteY1929" fmla="*/ 2499466 h 6382977"/>
              <a:gd name="connsiteX1930" fmla="*/ 5091367 w 6501199"/>
              <a:gd name="connsiteY1930" fmla="*/ 2492375 h 6382977"/>
              <a:gd name="connsiteX1931" fmla="*/ 5094809 w 6501199"/>
              <a:gd name="connsiteY1931" fmla="*/ 2499178 h 6382977"/>
              <a:gd name="connsiteX1932" fmla="*/ 5094836 w 6501199"/>
              <a:gd name="connsiteY1932" fmla="*/ 2499177 h 6382977"/>
              <a:gd name="connsiteX1933" fmla="*/ 5113770 w 6501199"/>
              <a:gd name="connsiteY1933" fmla="*/ 2479229 h 6382977"/>
              <a:gd name="connsiteX1934" fmla="*/ 5100090 w 6501199"/>
              <a:gd name="connsiteY1934" fmla="*/ 2472388 h 6382977"/>
              <a:gd name="connsiteX1935" fmla="*/ 5821936 w 6501199"/>
              <a:gd name="connsiteY1935" fmla="*/ 2463800 h 6382977"/>
              <a:gd name="connsiteX1936" fmla="*/ 5811000 w 6501199"/>
              <a:gd name="connsiteY1936" fmla="*/ 2514237 h 6382977"/>
              <a:gd name="connsiteX1937" fmla="*/ 5821936 w 6501199"/>
              <a:gd name="connsiteY1937" fmla="*/ 2463800 h 6382977"/>
              <a:gd name="connsiteX1938" fmla="*/ 5504270 w 6501199"/>
              <a:gd name="connsiteY1938" fmla="*/ 2438400 h 6382977"/>
              <a:gd name="connsiteX1939" fmla="*/ 5513219 w 6501199"/>
              <a:gd name="connsiteY1939" fmla="*/ 2468198 h 6382977"/>
              <a:gd name="connsiteX1940" fmla="*/ 5504270 w 6501199"/>
              <a:gd name="connsiteY1940" fmla="*/ 2438400 h 6382977"/>
              <a:gd name="connsiteX1941" fmla="*/ 5015849 w 6501199"/>
              <a:gd name="connsiteY1941" fmla="*/ 2436026 h 6382977"/>
              <a:gd name="connsiteX1942" fmla="*/ 4993169 w 6501199"/>
              <a:gd name="connsiteY1942" fmla="*/ 2456547 h 6382977"/>
              <a:gd name="connsiteX1943" fmla="*/ 5015849 w 6501199"/>
              <a:gd name="connsiteY1943" fmla="*/ 2436026 h 6382977"/>
              <a:gd name="connsiteX1944" fmla="*/ 6105383 w 6501199"/>
              <a:gd name="connsiteY1944" fmla="*/ 2435225 h 6382977"/>
              <a:gd name="connsiteX1945" fmla="*/ 6082463 w 6501199"/>
              <a:gd name="connsiteY1945" fmla="*/ 2453470 h 6382977"/>
              <a:gd name="connsiteX1946" fmla="*/ 6105383 w 6501199"/>
              <a:gd name="connsiteY1946" fmla="*/ 2435225 h 6382977"/>
              <a:gd name="connsiteX1947" fmla="*/ 5067703 w 6501199"/>
              <a:gd name="connsiteY1947" fmla="*/ 2432050 h 6382977"/>
              <a:gd name="connsiteX1948" fmla="*/ 5056938 w 6501199"/>
              <a:gd name="connsiteY1948" fmla="*/ 2450152 h 6382977"/>
              <a:gd name="connsiteX1949" fmla="*/ 5067703 w 6501199"/>
              <a:gd name="connsiteY1949" fmla="*/ 2432050 h 6382977"/>
              <a:gd name="connsiteX1950" fmla="*/ 5147067 w 6501199"/>
              <a:gd name="connsiteY1950" fmla="*/ 2429422 h 6382977"/>
              <a:gd name="connsiteX1951" fmla="*/ 5142417 w 6501199"/>
              <a:gd name="connsiteY1951" fmla="*/ 2447569 h 6382977"/>
              <a:gd name="connsiteX1952" fmla="*/ 5124171 w 6501199"/>
              <a:gd name="connsiteY1952" fmla="*/ 2447569 h 6382977"/>
              <a:gd name="connsiteX1953" fmla="*/ 5128822 w 6501199"/>
              <a:gd name="connsiteY1953" fmla="*/ 2431913 h 6382977"/>
              <a:gd name="connsiteX1954" fmla="*/ 5140270 w 6501199"/>
              <a:gd name="connsiteY1954" fmla="*/ 2436182 h 6382977"/>
              <a:gd name="connsiteX1955" fmla="*/ 5147067 w 6501199"/>
              <a:gd name="connsiteY1955" fmla="*/ 2429422 h 6382977"/>
              <a:gd name="connsiteX1956" fmla="*/ 462355 w 6501199"/>
              <a:gd name="connsiteY1956" fmla="*/ 2426237 h 6382977"/>
              <a:gd name="connsiteX1957" fmla="*/ 448761 w 6501199"/>
              <a:gd name="connsiteY1957" fmla="*/ 2465024 h 6382977"/>
              <a:gd name="connsiteX1958" fmla="*/ 462355 w 6501199"/>
              <a:gd name="connsiteY1958" fmla="*/ 2426237 h 6382977"/>
              <a:gd name="connsiteX1959" fmla="*/ 6136018 w 6501199"/>
              <a:gd name="connsiteY1959" fmla="*/ 2411412 h 6382977"/>
              <a:gd name="connsiteX1960" fmla="*/ 6125037 w 6501199"/>
              <a:gd name="connsiteY1960" fmla="*/ 2526941 h 6382977"/>
              <a:gd name="connsiteX1961" fmla="*/ 6136018 w 6501199"/>
              <a:gd name="connsiteY1961" fmla="*/ 2411412 h 6382977"/>
              <a:gd name="connsiteX1962" fmla="*/ 6250376 w 6501199"/>
              <a:gd name="connsiteY1962" fmla="*/ 2403475 h 6382977"/>
              <a:gd name="connsiteX1963" fmla="*/ 6209463 w 6501199"/>
              <a:gd name="connsiteY1963" fmla="*/ 2477730 h 6382977"/>
              <a:gd name="connsiteX1964" fmla="*/ 6250376 w 6501199"/>
              <a:gd name="connsiteY1964" fmla="*/ 2403475 h 6382977"/>
              <a:gd name="connsiteX1965" fmla="*/ 5191627 w 6501199"/>
              <a:gd name="connsiteY1965" fmla="*/ 2401613 h 6382977"/>
              <a:gd name="connsiteX1966" fmla="*/ 5190496 w 6501199"/>
              <a:gd name="connsiteY1966" fmla="*/ 2402724 h 6382977"/>
              <a:gd name="connsiteX1967" fmla="*/ 5188389 w 6501199"/>
              <a:gd name="connsiteY1967" fmla="*/ 2408310 h 6382977"/>
              <a:gd name="connsiteX1968" fmla="*/ 5190882 w 6501199"/>
              <a:gd name="connsiteY1968" fmla="*/ 2410985 h 6382977"/>
              <a:gd name="connsiteX1969" fmla="*/ 5193470 w 6501199"/>
              <a:gd name="connsiteY1969" fmla="*/ 2409595 h 6382977"/>
              <a:gd name="connsiteX1970" fmla="*/ 6055590 w 6501199"/>
              <a:gd name="connsiteY1970" fmla="*/ 2397125 h 6382977"/>
              <a:gd name="connsiteX1971" fmla="*/ 6050866 w 6501199"/>
              <a:gd name="connsiteY1971" fmla="*/ 2426923 h 6382977"/>
              <a:gd name="connsiteX1972" fmla="*/ 6055590 w 6501199"/>
              <a:gd name="connsiteY1972" fmla="*/ 2397125 h 6382977"/>
              <a:gd name="connsiteX1973" fmla="*/ 5157467 w 6501199"/>
              <a:gd name="connsiteY1973" fmla="*/ 2394874 h 6382977"/>
              <a:gd name="connsiteX1974" fmla="*/ 5159647 w 6501199"/>
              <a:gd name="connsiteY1974" fmla="*/ 2424305 h 6382977"/>
              <a:gd name="connsiteX1975" fmla="*/ 5148382 w 6501199"/>
              <a:gd name="connsiteY1975" fmla="*/ 2419639 h 6382977"/>
              <a:gd name="connsiteX1976" fmla="*/ 5148382 w 6501199"/>
              <a:gd name="connsiteY1976" fmla="*/ 2401693 h 6382977"/>
              <a:gd name="connsiteX1977" fmla="*/ 5159647 w 6501199"/>
              <a:gd name="connsiteY1977" fmla="*/ 2399181 h 6382977"/>
              <a:gd name="connsiteX1978" fmla="*/ 5157467 w 6501199"/>
              <a:gd name="connsiteY1978" fmla="*/ 2394874 h 6382977"/>
              <a:gd name="connsiteX1979" fmla="*/ 5520933 w 6501199"/>
              <a:gd name="connsiteY1979" fmla="*/ 2392823 h 6382977"/>
              <a:gd name="connsiteX1980" fmla="*/ 5514093 w 6501199"/>
              <a:gd name="connsiteY1980" fmla="*/ 2404344 h 6382977"/>
              <a:gd name="connsiteX1981" fmla="*/ 5518773 w 6501199"/>
              <a:gd name="connsiteY1981" fmla="*/ 2429185 h 6382977"/>
              <a:gd name="connsiteX1982" fmla="*/ 5514844 w 6501199"/>
              <a:gd name="connsiteY1982" fmla="*/ 2428778 h 6382977"/>
              <a:gd name="connsiteX1983" fmla="*/ 5513771 w 6501199"/>
              <a:gd name="connsiteY1983" fmla="*/ 2433270 h 6382977"/>
              <a:gd name="connsiteX1984" fmla="*/ 5504613 w 6501199"/>
              <a:gd name="connsiteY1984" fmla="*/ 2414587 h 6382977"/>
              <a:gd name="connsiteX1985" fmla="*/ 5506152 w 6501199"/>
              <a:gd name="connsiteY1985" fmla="*/ 2415718 h 6382977"/>
              <a:gd name="connsiteX1986" fmla="*/ 5505864 w 6501199"/>
              <a:gd name="connsiteY1986" fmla="*/ 2414655 h 6382977"/>
              <a:gd name="connsiteX1987" fmla="*/ 5500895 w 6501199"/>
              <a:gd name="connsiteY1987" fmla="*/ 2411491 h 6382977"/>
              <a:gd name="connsiteX1988" fmla="*/ 5498047 w 6501199"/>
              <a:gd name="connsiteY1988" fmla="*/ 2447698 h 6382977"/>
              <a:gd name="connsiteX1989" fmla="*/ 5472356 w 6501199"/>
              <a:gd name="connsiteY1989" fmla="*/ 2467272 h 6382977"/>
              <a:gd name="connsiteX1990" fmla="*/ 5450404 w 6501199"/>
              <a:gd name="connsiteY1990" fmla="*/ 2488514 h 6382977"/>
              <a:gd name="connsiteX1991" fmla="*/ 5450373 w 6501199"/>
              <a:gd name="connsiteY1991" fmla="*/ 2490750 h 6382977"/>
              <a:gd name="connsiteX1992" fmla="*/ 5479893 w 6501199"/>
              <a:gd name="connsiteY1992" fmla="*/ 2490750 h 6382977"/>
              <a:gd name="connsiteX1993" fmla="*/ 5427693 w 6501199"/>
              <a:gd name="connsiteY1993" fmla="*/ 2545473 h 6382977"/>
              <a:gd name="connsiteX1994" fmla="*/ 5434533 w 6501199"/>
              <a:gd name="connsiteY1994" fmla="*/ 2549794 h 6382977"/>
              <a:gd name="connsiteX1995" fmla="*/ 5420043 w 6501199"/>
              <a:gd name="connsiteY1995" fmla="*/ 2541603 h 6382977"/>
              <a:gd name="connsiteX1996" fmla="*/ 5416662 w 6501199"/>
              <a:gd name="connsiteY1996" fmla="*/ 2534352 h 6382977"/>
              <a:gd name="connsiteX1997" fmla="*/ 5410253 w 6501199"/>
              <a:gd name="connsiteY1997" fmla="*/ 2549986 h 6382977"/>
              <a:gd name="connsiteX1998" fmla="*/ 5410253 w 6501199"/>
              <a:gd name="connsiteY1998" fmla="*/ 2534152 h 6382977"/>
              <a:gd name="connsiteX1999" fmla="*/ 5406528 w 6501199"/>
              <a:gd name="connsiteY1999" fmla="*/ 2535076 h 6382977"/>
              <a:gd name="connsiteX2000" fmla="*/ 5405176 w 6501199"/>
              <a:gd name="connsiteY2000" fmla="*/ 2541952 h 6382977"/>
              <a:gd name="connsiteX2001" fmla="*/ 5402308 w 6501199"/>
              <a:gd name="connsiteY2001" fmla="*/ 2543173 h 6382977"/>
              <a:gd name="connsiteX2002" fmla="*/ 5402579 w 6501199"/>
              <a:gd name="connsiteY2002" fmla="*/ 2545218 h 6382977"/>
              <a:gd name="connsiteX2003" fmla="*/ 5404159 w 6501199"/>
              <a:gd name="connsiteY2003" fmla="*/ 2553686 h 6382977"/>
              <a:gd name="connsiteX2004" fmla="*/ 5400608 w 6501199"/>
              <a:gd name="connsiteY2004" fmla="*/ 2554141 h 6382977"/>
              <a:gd name="connsiteX2005" fmla="*/ 5404518 w 6501199"/>
              <a:gd name="connsiteY2005" fmla="*/ 2554964 h 6382977"/>
              <a:gd name="connsiteX2006" fmla="*/ 5407122 w 6501199"/>
              <a:gd name="connsiteY2006" fmla="*/ 2560735 h 6382977"/>
              <a:gd name="connsiteX2007" fmla="*/ 5408871 w 6501199"/>
              <a:gd name="connsiteY2007" fmla="*/ 2560939 h 6382977"/>
              <a:gd name="connsiteX2008" fmla="*/ 5412781 w 6501199"/>
              <a:gd name="connsiteY2008" fmla="*/ 2565820 h 6382977"/>
              <a:gd name="connsiteX2009" fmla="*/ 5390166 w 6501199"/>
              <a:gd name="connsiteY2009" fmla="*/ 2570852 h 6382977"/>
              <a:gd name="connsiteX2010" fmla="*/ 5377427 w 6501199"/>
              <a:gd name="connsiteY2010" fmla="*/ 2578519 h 6382977"/>
              <a:gd name="connsiteX2011" fmla="*/ 5375132 w 6501199"/>
              <a:gd name="connsiteY2011" fmla="*/ 2592997 h 6382977"/>
              <a:gd name="connsiteX2012" fmla="*/ 5358855 w 6501199"/>
              <a:gd name="connsiteY2012" fmla="*/ 2604646 h 6382977"/>
              <a:gd name="connsiteX2013" fmla="*/ 5353196 w 6501199"/>
              <a:gd name="connsiteY2013" fmla="*/ 2615840 h 6382977"/>
              <a:gd name="connsiteX2014" fmla="*/ 5348309 w 6501199"/>
              <a:gd name="connsiteY2014" fmla="*/ 2612040 h 6382977"/>
              <a:gd name="connsiteX2015" fmla="*/ 5342991 w 6501199"/>
              <a:gd name="connsiteY2015" fmla="*/ 2615567 h 6382977"/>
              <a:gd name="connsiteX2016" fmla="*/ 5346661 w 6501199"/>
              <a:gd name="connsiteY2016" fmla="*/ 2619181 h 6382977"/>
              <a:gd name="connsiteX2017" fmla="*/ 5347668 w 6501199"/>
              <a:gd name="connsiteY2017" fmla="*/ 2633880 h 6382977"/>
              <a:gd name="connsiteX2018" fmla="*/ 5336258 w 6501199"/>
              <a:gd name="connsiteY2018" fmla="*/ 2628958 h 6382977"/>
              <a:gd name="connsiteX2019" fmla="*/ 5330838 w 6501199"/>
              <a:gd name="connsiteY2019" fmla="*/ 2623627 h 6382977"/>
              <a:gd name="connsiteX2020" fmla="*/ 5325452 w 6501199"/>
              <a:gd name="connsiteY2020" fmla="*/ 2627199 h 6382977"/>
              <a:gd name="connsiteX2021" fmla="*/ 5326346 w 6501199"/>
              <a:gd name="connsiteY2021" fmla="*/ 2622472 h 6382977"/>
              <a:gd name="connsiteX2022" fmla="*/ 5325116 w 6501199"/>
              <a:gd name="connsiteY2022" fmla="*/ 2622425 h 6382977"/>
              <a:gd name="connsiteX2023" fmla="*/ 5322432 w 6501199"/>
              <a:gd name="connsiteY2023" fmla="*/ 2613745 h 6382977"/>
              <a:gd name="connsiteX2024" fmla="*/ 5322846 w 6501199"/>
              <a:gd name="connsiteY2024" fmla="*/ 2612655 h 6382977"/>
              <a:gd name="connsiteX2025" fmla="*/ 5322217 w 6501199"/>
              <a:gd name="connsiteY2025" fmla="*/ 2613149 h 6382977"/>
              <a:gd name="connsiteX2026" fmla="*/ 5311367 w 6501199"/>
              <a:gd name="connsiteY2026" fmla="*/ 2640340 h 6382977"/>
              <a:gd name="connsiteX2027" fmla="*/ 5284411 w 6501199"/>
              <a:gd name="connsiteY2027" fmla="*/ 2666082 h 6382977"/>
              <a:gd name="connsiteX2028" fmla="*/ 5266051 w 6501199"/>
              <a:gd name="connsiteY2028" fmla="*/ 2659241 h 6382977"/>
              <a:gd name="connsiteX2029" fmla="*/ 5248051 w 6501199"/>
              <a:gd name="connsiteY2029" fmla="*/ 2684083 h 6382977"/>
              <a:gd name="connsiteX2030" fmla="*/ 5235361 w 6501199"/>
              <a:gd name="connsiteY2030" fmla="*/ 2680753 h 6382977"/>
              <a:gd name="connsiteX2031" fmla="*/ 5234338 w 6501199"/>
              <a:gd name="connsiteY2031" fmla="*/ 2678886 h 6382977"/>
              <a:gd name="connsiteX2032" fmla="*/ 5204334 w 6501199"/>
              <a:gd name="connsiteY2032" fmla="*/ 2709409 h 6382977"/>
              <a:gd name="connsiteX2033" fmla="*/ 5188157 w 6501199"/>
              <a:gd name="connsiteY2033" fmla="*/ 2718829 h 6382977"/>
              <a:gd name="connsiteX2034" fmla="*/ 5185071 w 6501199"/>
              <a:gd name="connsiteY2034" fmla="*/ 2728348 h 6382977"/>
              <a:gd name="connsiteX2035" fmla="*/ 5180074 w 6501199"/>
              <a:gd name="connsiteY2035" fmla="*/ 2733325 h 6382977"/>
              <a:gd name="connsiteX2036" fmla="*/ 5188095 w 6501199"/>
              <a:gd name="connsiteY2036" fmla="*/ 2729504 h 6382977"/>
              <a:gd name="connsiteX2037" fmla="*/ 5197866 w 6501199"/>
              <a:gd name="connsiteY2037" fmla="*/ 2739145 h 6382977"/>
              <a:gd name="connsiteX2038" fmla="*/ 5129439 w 6501199"/>
              <a:gd name="connsiteY2038" fmla="*/ 2790644 h 6382977"/>
              <a:gd name="connsiteX2039" fmla="*/ 5119104 w 6501199"/>
              <a:gd name="connsiteY2039" fmla="*/ 2813785 h 6382977"/>
              <a:gd name="connsiteX2040" fmla="*/ 5122140 w 6501199"/>
              <a:gd name="connsiteY2040" fmla="*/ 2808337 h 6382977"/>
              <a:gd name="connsiteX2041" fmla="*/ 5152290 w 6501199"/>
              <a:gd name="connsiteY2041" fmla="*/ 2793170 h 6382977"/>
              <a:gd name="connsiteX2042" fmla="*/ 5154810 w 6501199"/>
              <a:gd name="connsiteY2042" fmla="*/ 2811532 h 6382977"/>
              <a:gd name="connsiteX2043" fmla="*/ 5172811 w 6501199"/>
              <a:gd name="connsiteY2043" fmla="*/ 2782010 h 6382977"/>
              <a:gd name="connsiteX2044" fmla="*/ 5172811 w 6501199"/>
              <a:gd name="connsiteY2044" fmla="*/ 2806851 h 6382977"/>
              <a:gd name="connsiteX2045" fmla="*/ 5179651 w 6501199"/>
              <a:gd name="connsiteY2045" fmla="*/ 2770489 h 6382977"/>
              <a:gd name="connsiteX2046" fmla="*/ 5195491 w 6501199"/>
              <a:gd name="connsiteY2046" fmla="*/ 2791010 h 6382977"/>
              <a:gd name="connsiteX2047" fmla="*/ 5200171 w 6501199"/>
              <a:gd name="connsiteY2047" fmla="*/ 2761488 h 6382977"/>
              <a:gd name="connsiteX2048" fmla="*/ 5227531 w 6501199"/>
              <a:gd name="connsiteY2048" fmla="*/ 2743127 h 6382977"/>
              <a:gd name="connsiteX2049" fmla="*/ 5236531 w 6501199"/>
              <a:gd name="connsiteY2049" fmla="*/ 2734126 h 6382977"/>
              <a:gd name="connsiteX2050" fmla="*/ 5261731 w 6501199"/>
              <a:gd name="connsiteY2050" fmla="*/ 2738807 h 6382977"/>
              <a:gd name="connsiteX2051" fmla="*/ 5252371 w 6501199"/>
              <a:gd name="connsiteY2051" fmla="*/ 2718285 h 6382977"/>
              <a:gd name="connsiteX2052" fmla="*/ 5286571 w 6501199"/>
              <a:gd name="connsiteY2052" fmla="*/ 2699924 h 6382977"/>
              <a:gd name="connsiteX2053" fmla="*/ 5261731 w 6501199"/>
              <a:gd name="connsiteY2053" fmla="*/ 2718285 h 6382977"/>
              <a:gd name="connsiteX2054" fmla="*/ 5329772 w 6501199"/>
              <a:gd name="connsiteY2054" fmla="*/ 2697764 h 6382977"/>
              <a:gd name="connsiteX2055" fmla="*/ 5361812 w 6501199"/>
              <a:gd name="connsiteY2055" fmla="*/ 2661401 h 6382977"/>
              <a:gd name="connsiteX2056" fmla="*/ 5331932 w 6501199"/>
              <a:gd name="connsiteY2056" fmla="*/ 2686243 h 6382977"/>
              <a:gd name="connsiteX2057" fmla="*/ 5313931 w 6501199"/>
              <a:gd name="connsiteY2057" fmla="*/ 2686243 h 6382977"/>
              <a:gd name="connsiteX2058" fmla="*/ 5318611 w 6501199"/>
              <a:gd name="connsiteY2058" fmla="*/ 2670402 h 6382977"/>
              <a:gd name="connsiteX2059" fmla="*/ 5363972 w 6501199"/>
              <a:gd name="connsiteY2059" fmla="*/ 2649881 h 6382977"/>
              <a:gd name="connsiteX2060" fmla="*/ 5377652 w 6501199"/>
              <a:gd name="connsiteY2060" fmla="*/ 2666082 h 6382977"/>
              <a:gd name="connsiteX2061" fmla="*/ 5420853 w 6501199"/>
              <a:gd name="connsiteY2061" fmla="*/ 2627199 h 6382977"/>
              <a:gd name="connsiteX2062" fmla="*/ 5418693 w 6501199"/>
              <a:gd name="connsiteY2062" fmla="*/ 2592997 h 6382977"/>
              <a:gd name="connsiteX2063" fmla="*/ 5423013 w 6501199"/>
              <a:gd name="connsiteY2063" fmla="*/ 2583996 h 6382977"/>
              <a:gd name="connsiteX2064" fmla="*/ 5450373 w 6501199"/>
              <a:gd name="connsiteY2064" fmla="*/ 2597677 h 6382977"/>
              <a:gd name="connsiteX2065" fmla="*/ 5454918 w 6501199"/>
              <a:gd name="connsiteY2065" fmla="*/ 2580216 h 6382977"/>
              <a:gd name="connsiteX2066" fmla="*/ 5447075 w 6501199"/>
              <a:gd name="connsiteY2066" fmla="*/ 2569962 h 6382977"/>
              <a:gd name="connsiteX2067" fmla="*/ 5447739 w 6501199"/>
              <a:gd name="connsiteY2067" fmla="*/ 2571379 h 6382977"/>
              <a:gd name="connsiteX2068" fmla="*/ 5440827 w 6501199"/>
              <a:gd name="connsiteY2068" fmla="*/ 2579974 h 6382977"/>
              <a:gd name="connsiteX2069" fmla="*/ 5415713 w 6501199"/>
              <a:gd name="connsiteY2069" fmla="*/ 2582501 h 6382977"/>
              <a:gd name="connsiteX2070" fmla="*/ 5495002 w 6501199"/>
              <a:gd name="connsiteY2070" fmla="*/ 2489015 h 6382977"/>
              <a:gd name="connsiteX2071" fmla="*/ 5515452 w 6501199"/>
              <a:gd name="connsiteY2071" fmla="*/ 2489015 h 6382977"/>
              <a:gd name="connsiteX2072" fmla="*/ 5511147 w 6501199"/>
              <a:gd name="connsiteY2072" fmla="*/ 2477465 h 6382977"/>
              <a:gd name="connsiteX2073" fmla="*/ 5528267 w 6501199"/>
              <a:gd name="connsiteY2073" fmla="*/ 2464161 h 6382977"/>
              <a:gd name="connsiteX2074" fmla="*/ 5544975 w 6501199"/>
              <a:gd name="connsiteY2074" fmla="*/ 2455796 h 6382977"/>
              <a:gd name="connsiteX2075" fmla="*/ 5548079 w 6501199"/>
              <a:gd name="connsiteY2075" fmla="*/ 2438698 h 6382977"/>
              <a:gd name="connsiteX2076" fmla="*/ 5544851 w 6501199"/>
              <a:gd name="connsiteY2076" fmla="*/ 2417717 h 6382977"/>
              <a:gd name="connsiteX2077" fmla="*/ 5542509 w 6501199"/>
              <a:gd name="connsiteY2077" fmla="*/ 2407883 h 6382977"/>
              <a:gd name="connsiteX2078" fmla="*/ 5536188 w 6501199"/>
              <a:gd name="connsiteY2078" fmla="*/ 2410166 h 6382977"/>
              <a:gd name="connsiteX2079" fmla="*/ 5529933 w 6501199"/>
              <a:gd name="connsiteY2079" fmla="*/ 2418025 h 6382977"/>
              <a:gd name="connsiteX2080" fmla="*/ 5520933 w 6501199"/>
              <a:gd name="connsiteY2080" fmla="*/ 2392823 h 6382977"/>
              <a:gd name="connsiteX2081" fmla="*/ 4899929 w 6501199"/>
              <a:gd name="connsiteY2081" fmla="*/ 2388143 h 6382977"/>
              <a:gd name="connsiteX2082" fmla="*/ 4897409 w 6501199"/>
              <a:gd name="connsiteY2082" fmla="*/ 2413344 h 6382977"/>
              <a:gd name="connsiteX2083" fmla="*/ 4911089 w 6501199"/>
              <a:gd name="connsiteY2083" fmla="*/ 2388143 h 6382977"/>
              <a:gd name="connsiteX2084" fmla="*/ 4906769 w 6501199"/>
              <a:gd name="connsiteY2084" fmla="*/ 2390663 h 6382977"/>
              <a:gd name="connsiteX2085" fmla="*/ 4899929 w 6501199"/>
              <a:gd name="connsiteY2085" fmla="*/ 2388143 h 6382977"/>
              <a:gd name="connsiteX2086" fmla="*/ 5864190 w 6501199"/>
              <a:gd name="connsiteY2086" fmla="*/ 2379662 h 6382977"/>
              <a:gd name="connsiteX2087" fmla="*/ 5862050 w 6501199"/>
              <a:gd name="connsiteY2087" fmla="*/ 2411521 h 6382977"/>
              <a:gd name="connsiteX2088" fmla="*/ 5839575 w 6501199"/>
              <a:gd name="connsiteY2088" fmla="*/ 2404720 h 6382977"/>
              <a:gd name="connsiteX2089" fmla="*/ 5864190 w 6501199"/>
              <a:gd name="connsiteY2089" fmla="*/ 2379662 h 6382977"/>
              <a:gd name="connsiteX2090" fmla="*/ 5243371 w 6501199"/>
              <a:gd name="connsiteY2090" fmla="*/ 2376982 h 6382977"/>
              <a:gd name="connsiteX2091" fmla="*/ 5220691 w 6501199"/>
              <a:gd name="connsiteY2091" fmla="*/ 2413344 h 6382977"/>
              <a:gd name="connsiteX2092" fmla="*/ 5243371 w 6501199"/>
              <a:gd name="connsiteY2092" fmla="*/ 2376982 h 6382977"/>
              <a:gd name="connsiteX2093" fmla="*/ 5123178 w 6501199"/>
              <a:gd name="connsiteY2093" fmla="*/ 2375380 h 6382977"/>
              <a:gd name="connsiteX2094" fmla="*/ 5137544 w 6501199"/>
              <a:gd name="connsiteY2094" fmla="*/ 2383333 h 6382977"/>
              <a:gd name="connsiteX2095" fmla="*/ 5124023 w 6501199"/>
              <a:gd name="connsiteY2095" fmla="*/ 2383333 h 6382977"/>
              <a:gd name="connsiteX2096" fmla="*/ 5123178 w 6501199"/>
              <a:gd name="connsiteY2096" fmla="*/ 2375380 h 6382977"/>
              <a:gd name="connsiteX2097" fmla="*/ 553040 w 6501199"/>
              <a:gd name="connsiteY2097" fmla="*/ 2361345 h 6382977"/>
              <a:gd name="connsiteX2098" fmla="*/ 532518 w 6501199"/>
              <a:gd name="connsiteY2098" fmla="*/ 2372504 h 6382977"/>
              <a:gd name="connsiteX2099" fmla="*/ 527837 w 6501199"/>
              <a:gd name="connsiteY2099" fmla="*/ 2399860 h 6382977"/>
              <a:gd name="connsiteX2100" fmla="*/ 553040 w 6501199"/>
              <a:gd name="connsiteY2100" fmla="*/ 2361345 h 6382977"/>
              <a:gd name="connsiteX2101" fmla="*/ 5739455 w 6501199"/>
              <a:gd name="connsiteY2101" fmla="*/ 2358621 h 6382977"/>
              <a:gd name="connsiteX2102" fmla="*/ 5709575 w 6501199"/>
              <a:gd name="connsiteY2102" fmla="*/ 2372302 h 6382977"/>
              <a:gd name="connsiteX2103" fmla="*/ 5732615 w 6501199"/>
              <a:gd name="connsiteY2103" fmla="*/ 2374822 h 6382977"/>
              <a:gd name="connsiteX2104" fmla="*/ 5707415 w 6501199"/>
              <a:gd name="connsiteY2104" fmla="*/ 2399663 h 6382977"/>
              <a:gd name="connsiteX2105" fmla="*/ 5707415 w 6501199"/>
              <a:gd name="connsiteY2105" fmla="*/ 2413344 h 6382977"/>
              <a:gd name="connsiteX2106" fmla="*/ 5739455 w 6501199"/>
              <a:gd name="connsiteY2106" fmla="*/ 2358621 h 6382977"/>
              <a:gd name="connsiteX2107" fmla="*/ 6312121 w 6501199"/>
              <a:gd name="connsiteY2107" fmla="*/ 2347912 h 6382977"/>
              <a:gd name="connsiteX2108" fmla="*/ 6312121 w 6501199"/>
              <a:gd name="connsiteY2108" fmla="*/ 2382469 h 6382977"/>
              <a:gd name="connsiteX2109" fmla="*/ 6312121 w 6501199"/>
              <a:gd name="connsiteY2109" fmla="*/ 2347912 h 6382977"/>
              <a:gd name="connsiteX2110" fmla="*/ 6164649 w 6501199"/>
              <a:gd name="connsiteY2110" fmla="*/ 2335212 h 6382977"/>
              <a:gd name="connsiteX2111" fmla="*/ 6157555 w 6501199"/>
              <a:gd name="connsiteY2111" fmla="*/ 2364855 h 6382977"/>
              <a:gd name="connsiteX2112" fmla="*/ 6142086 w 6501199"/>
              <a:gd name="connsiteY2112" fmla="*/ 2400701 h 6382977"/>
              <a:gd name="connsiteX2113" fmla="*/ 6141817 w 6501199"/>
              <a:gd name="connsiteY2113" fmla="*/ 2401528 h 6382977"/>
              <a:gd name="connsiteX2114" fmla="*/ 6141758 w 6501199"/>
              <a:gd name="connsiteY2114" fmla="*/ 2401462 h 6382977"/>
              <a:gd name="connsiteX2115" fmla="*/ 6141730 w 6501199"/>
              <a:gd name="connsiteY2115" fmla="*/ 2401526 h 6382977"/>
              <a:gd name="connsiteX2116" fmla="*/ 6141724 w 6501199"/>
              <a:gd name="connsiteY2116" fmla="*/ 2401425 h 6382977"/>
              <a:gd name="connsiteX2117" fmla="*/ 6135469 w 6501199"/>
              <a:gd name="connsiteY2117" fmla="*/ 2394478 h 6382977"/>
              <a:gd name="connsiteX2118" fmla="*/ 6138627 w 6501199"/>
              <a:gd name="connsiteY2118" fmla="*/ 2384435 h 6382977"/>
              <a:gd name="connsiteX2119" fmla="*/ 6140477 w 6501199"/>
              <a:gd name="connsiteY2119" fmla="*/ 2380328 h 6382977"/>
              <a:gd name="connsiteX2120" fmla="*/ 6139411 w 6501199"/>
              <a:gd name="connsiteY2120" fmla="*/ 2362287 h 6382977"/>
              <a:gd name="connsiteX2121" fmla="*/ 6164649 w 6501199"/>
              <a:gd name="connsiteY2121" fmla="*/ 2335212 h 6382977"/>
              <a:gd name="connsiteX2122" fmla="*/ 6085280 w 6501199"/>
              <a:gd name="connsiteY2122" fmla="*/ 2330839 h 6382977"/>
              <a:gd name="connsiteX2123" fmla="*/ 6069539 w 6501199"/>
              <a:gd name="connsiteY2123" fmla="*/ 2376127 h 6382977"/>
              <a:gd name="connsiteX2124" fmla="*/ 6085280 w 6501199"/>
              <a:gd name="connsiteY2124" fmla="*/ 2330839 h 6382977"/>
              <a:gd name="connsiteX2125" fmla="*/ 5232290 w 6501199"/>
              <a:gd name="connsiteY2125" fmla="*/ 2324100 h 6382977"/>
              <a:gd name="connsiteX2126" fmla="*/ 5214100 w 6501199"/>
              <a:gd name="connsiteY2126" fmla="*/ 2361847 h 6382977"/>
              <a:gd name="connsiteX2127" fmla="*/ 5232290 w 6501199"/>
              <a:gd name="connsiteY2127" fmla="*/ 2324100 h 6382977"/>
              <a:gd name="connsiteX2128" fmla="*/ 3777806 w 6501199"/>
              <a:gd name="connsiteY2128" fmla="*/ 2318660 h 6382977"/>
              <a:gd name="connsiteX2129" fmla="*/ 3777885 w 6501199"/>
              <a:gd name="connsiteY2129" fmla="*/ 2319422 h 6382977"/>
              <a:gd name="connsiteX2130" fmla="*/ 3783336 w 6501199"/>
              <a:gd name="connsiteY2130" fmla="*/ 2319715 h 6382977"/>
              <a:gd name="connsiteX2131" fmla="*/ 3783152 w 6501199"/>
              <a:gd name="connsiteY2131" fmla="*/ 2319677 h 6382977"/>
              <a:gd name="connsiteX2132" fmla="*/ 5529933 w 6501199"/>
              <a:gd name="connsiteY2132" fmla="*/ 2317938 h 6382977"/>
              <a:gd name="connsiteX2133" fmla="*/ 5525613 w 6501199"/>
              <a:gd name="connsiteY2133" fmla="*/ 2326938 h 6382977"/>
              <a:gd name="connsiteX2134" fmla="*/ 5505093 w 6501199"/>
              <a:gd name="connsiteY2134" fmla="*/ 2376982 h 6382977"/>
              <a:gd name="connsiteX2135" fmla="*/ 5534613 w 6501199"/>
              <a:gd name="connsiteY2135" fmla="*/ 2335939 h 6382977"/>
              <a:gd name="connsiteX2136" fmla="*/ 5529933 w 6501199"/>
              <a:gd name="connsiteY2136" fmla="*/ 2317938 h 6382977"/>
              <a:gd name="connsiteX2137" fmla="*/ 3786078 w 6501199"/>
              <a:gd name="connsiteY2137" fmla="*/ 2314247 h 6382977"/>
              <a:gd name="connsiteX2138" fmla="*/ 3786179 w 6501199"/>
              <a:gd name="connsiteY2138" fmla="*/ 2315627 h 6382977"/>
              <a:gd name="connsiteX2139" fmla="*/ 3786725 w 6501199"/>
              <a:gd name="connsiteY2139" fmla="*/ 2319897 h 6382977"/>
              <a:gd name="connsiteX2140" fmla="*/ 3800850 w 6501199"/>
              <a:gd name="connsiteY2140" fmla="*/ 2320655 h 6382977"/>
              <a:gd name="connsiteX2141" fmla="*/ 3800764 w 6501199"/>
              <a:gd name="connsiteY2141" fmla="*/ 2319016 h 6382977"/>
              <a:gd name="connsiteX2142" fmla="*/ 3787381 w 6501199"/>
              <a:gd name="connsiteY2142" fmla="*/ 2316807 h 6382977"/>
              <a:gd name="connsiteX2143" fmla="*/ 5713309 w 6501199"/>
              <a:gd name="connsiteY2143" fmla="*/ 2313143 h 6382977"/>
              <a:gd name="connsiteX2144" fmla="*/ 5708208 w 6501199"/>
              <a:gd name="connsiteY2144" fmla="*/ 2318325 h 6382977"/>
              <a:gd name="connsiteX2145" fmla="*/ 5692864 w 6501199"/>
              <a:gd name="connsiteY2145" fmla="*/ 2342787 h 6382977"/>
              <a:gd name="connsiteX2146" fmla="*/ 5685201 w 6501199"/>
              <a:gd name="connsiteY2146" fmla="*/ 2341919 h 6382977"/>
              <a:gd name="connsiteX2147" fmla="*/ 5686794 w 6501199"/>
              <a:gd name="connsiteY2147" fmla="*/ 2361573 h 6382977"/>
              <a:gd name="connsiteX2148" fmla="*/ 5701430 w 6501199"/>
              <a:gd name="connsiteY2148" fmla="*/ 2344928 h 6382977"/>
              <a:gd name="connsiteX2149" fmla="*/ 5715355 w 6501199"/>
              <a:gd name="connsiteY2149" fmla="*/ 2336059 h 6382977"/>
              <a:gd name="connsiteX2150" fmla="*/ 5708266 w 6501199"/>
              <a:gd name="connsiteY2150" fmla="*/ 2332576 h 6382977"/>
              <a:gd name="connsiteX2151" fmla="*/ 5709959 w 6501199"/>
              <a:gd name="connsiteY2151" fmla="*/ 2321778 h 6382977"/>
              <a:gd name="connsiteX2152" fmla="*/ 3857860 w 6501199"/>
              <a:gd name="connsiteY2152" fmla="*/ 2310610 h 6382977"/>
              <a:gd name="connsiteX2153" fmla="*/ 3850361 w 6501199"/>
              <a:gd name="connsiteY2153" fmla="*/ 2313501 h 6382977"/>
              <a:gd name="connsiteX2154" fmla="*/ 3849086 w 6501199"/>
              <a:gd name="connsiteY2154" fmla="*/ 2320269 h 6382977"/>
              <a:gd name="connsiteX2155" fmla="*/ 3849189 w 6501199"/>
              <a:gd name="connsiteY2155" fmla="*/ 2320311 h 6382977"/>
              <a:gd name="connsiteX2156" fmla="*/ 3849070 w 6501199"/>
              <a:gd name="connsiteY2156" fmla="*/ 2320355 h 6382977"/>
              <a:gd name="connsiteX2157" fmla="*/ 3848772 w 6501199"/>
              <a:gd name="connsiteY2157" fmla="*/ 2321934 h 6382977"/>
              <a:gd name="connsiteX2158" fmla="*/ 3857673 w 6501199"/>
              <a:gd name="connsiteY2158" fmla="*/ 2315978 h 6382977"/>
              <a:gd name="connsiteX2159" fmla="*/ 6141201 w 6501199"/>
              <a:gd name="connsiteY2159" fmla="*/ 2301875 h 6382977"/>
              <a:gd name="connsiteX2160" fmla="*/ 6152924 w 6501199"/>
              <a:gd name="connsiteY2160" fmla="*/ 2333272 h 6382977"/>
              <a:gd name="connsiteX2161" fmla="*/ 6141201 w 6501199"/>
              <a:gd name="connsiteY2161" fmla="*/ 2301875 h 6382977"/>
              <a:gd name="connsiteX2162" fmla="*/ 3921795 w 6501199"/>
              <a:gd name="connsiteY2162" fmla="*/ 2296189 h 6382977"/>
              <a:gd name="connsiteX2163" fmla="*/ 3921532 w 6501199"/>
              <a:gd name="connsiteY2163" fmla="*/ 2299589 h 6382977"/>
              <a:gd name="connsiteX2164" fmla="*/ 3930507 w 6501199"/>
              <a:gd name="connsiteY2164" fmla="*/ 2296940 h 6382977"/>
              <a:gd name="connsiteX2165" fmla="*/ 3838715 w 6501199"/>
              <a:gd name="connsiteY2165" fmla="*/ 2295193 h 6382977"/>
              <a:gd name="connsiteX2166" fmla="*/ 3838548 w 6501199"/>
              <a:gd name="connsiteY2166" fmla="*/ 2295215 h 6382977"/>
              <a:gd name="connsiteX2167" fmla="*/ 3830720 w 6501199"/>
              <a:gd name="connsiteY2167" fmla="*/ 2299577 h 6382977"/>
              <a:gd name="connsiteX2168" fmla="*/ 3831365 w 6501199"/>
              <a:gd name="connsiteY2168" fmla="*/ 2296135 h 6382977"/>
              <a:gd name="connsiteX2169" fmla="*/ 3819666 w 6501199"/>
              <a:gd name="connsiteY2169" fmla="*/ 2297635 h 6382977"/>
              <a:gd name="connsiteX2170" fmla="*/ 3819666 w 6501199"/>
              <a:gd name="connsiteY2170" fmla="*/ 2301954 h 6382977"/>
              <a:gd name="connsiteX2171" fmla="*/ 3805917 w 6501199"/>
              <a:gd name="connsiteY2171" fmla="*/ 2299417 h 6382977"/>
              <a:gd name="connsiteX2172" fmla="*/ 3804159 w 6501199"/>
              <a:gd name="connsiteY2172" fmla="*/ 2298074 h 6382977"/>
              <a:gd name="connsiteX2173" fmla="*/ 3797740 w 6501199"/>
              <a:gd name="connsiteY2173" fmla="*/ 2302993 h 6382977"/>
              <a:gd name="connsiteX2174" fmla="*/ 3785127 w 6501199"/>
              <a:gd name="connsiteY2174" fmla="*/ 2301249 h 6382977"/>
              <a:gd name="connsiteX2175" fmla="*/ 3785325 w 6501199"/>
              <a:gd name="connsiteY2175" fmla="*/ 2303953 h 6382977"/>
              <a:gd name="connsiteX2176" fmla="*/ 3789867 w 6501199"/>
              <a:gd name="connsiteY2176" fmla="*/ 2303619 h 6382977"/>
              <a:gd name="connsiteX2177" fmla="*/ 3801304 w 6501199"/>
              <a:gd name="connsiteY2177" fmla="*/ 2306633 h 6382977"/>
              <a:gd name="connsiteX2178" fmla="*/ 3804935 w 6501199"/>
              <a:gd name="connsiteY2178" fmla="*/ 2320874 h 6382977"/>
              <a:gd name="connsiteX2179" fmla="*/ 3824106 w 6501199"/>
              <a:gd name="connsiteY2179" fmla="*/ 2321903 h 6382977"/>
              <a:gd name="connsiteX2180" fmla="*/ 3829342 w 6501199"/>
              <a:gd name="connsiteY2180" fmla="*/ 2319951 h 6382977"/>
              <a:gd name="connsiteX2181" fmla="*/ 3833799 w 6501199"/>
              <a:gd name="connsiteY2181" fmla="*/ 2318696 h 6382977"/>
              <a:gd name="connsiteX2182" fmla="*/ 3831575 w 6501199"/>
              <a:gd name="connsiteY2182" fmla="*/ 2309665 h 6382977"/>
              <a:gd name="connsiteX2183" fmla="*/ 3839857 w 6501199"/>
              <a:gd name="connsiteY2183" fmla="*/ 2296929 h 6382977"/>
              <a:gd name="connsiteX2184" fmla="*/ 3908217 w 6501199"/>
              <a:gd name="connsiteY2184" fmla="*/ 2294334 h 6382977"/>
              <a:gd name="connsiteX2185" fmla="*/ 3898761 w 6501199"/>
              <a:gd name="connsiteY2185" fmla="*/ 2301737 h 6382977"/>
              <a:gd name="connsiteX2186" fmla="*/ 3897551 w 6501199"/>
              <a:gd name="connsiteY2186" fmla="*/ 2297904 h 6382977"/>
              <a:gd name="connsiteX2187" fmla="*/ 3890228 w 6501199"/>
              <a:gd name="connsiteY2187" fmla="*/ 2307751 h 6382977"/>
              <a:gd name="connsiteX2188" fmla="*/ 3912151 w 6501199"/>
              <a:gd name="connsiteY2188" fmla="*/ 2302359 h 6382977"/>
              <a:gd name="connsiteX2189" fmla="*/ 3918957 w 6501199"/>
              <a:gd name="connsiteY2189" fmla="*/ 2300349 h 6382977"/>
              <a:gd name="connsiteX2190" fmla="*/ 3914737 w 6501199"/>
              <a:gd name="connsiteY2190" fmla="*/ 2295298 h 6382977"/>
              <a:gd name="connsiteX2191" fmla="*/ 5163811 w 6501199"/>
              <a:gd name="connsiteY2191" fmla="*/ 2292736 h 6382977"/>
              <a:gd name="connsiteX2192" fmla="*/ 5138610 w 6501199"/>
              <a:gd name="connsiteY2192" fmla="*/ 2299577 h 6382977"/>
              <a:gd name="connsiteX2193" fmla="*/ 5159131 w 6501199"/>
              <a:gd name="connsiteY2193" fmla="*/ 2315418 h 6382977"/>
              <a:gd name="connsiteX2194" fmla="*/ 5163811 w 6501199"/>
              <a:gd name="connsiteY2194" fmla="*/ 2292736 h 6382977"/>
              <a:gd name="connsiteX2195" fmla="*/ 3869118 w 6501199"/>
              <a:gd name="connsiteY2195" fmla="*/ 2291003 h 6382977"/>
              <a:gd name="connsiteX2196" fmla="*/ 3865060 w 6501199"/>
              <a:gd name="connsiteY2196" fmla="*/ 2291365 h 6382977"/>
              <a:gd name="connsiteX2197" fmla="*/ 3869652 w 6501199"/>
              <a:gd name="connsiteY2197" fmla="*/ 2297919 h 6382977"/>
              <a:gd name="connsiteX2198" fmla="*/ 3864860 w 6501199"/>
              <a:gd name="connsiteY2198" fmla="*/ 2313991 h 6382977"/>
              <a:gd name="connsiteX2199" fmla="*/ 3888685 w 6501199"/>
              <a:gd name="connsiteY2199" fmla="*/ 2308131 h 6382977"/>
              <a:gd name="connsiteX2200" fmla="*/ 3883967 w 6501199"/>
              <a:gd name="connsiteY2200" fmla="*/ 2306431 h 6382977"/>
              <a:gd name="connsiteX2201" fmla="*/ 3881965 w 6501199"/>
              <a:gd name="connsiteY2201" fmla="*/ 2301280 h 6382977"/>
              <a:gd name="connsiteX2202" fmla="*/ 3877363 w 6501199"/>
              <a:gd name="connsiteY2202" fmla="*/ 2299082 h 6382977"/>
              <a:gd name="connsiteX2203" fmla="*/ 3872998 w 6501199"/>
              <a:gd name="connsiteY2203" fmla="*/ 2299712 h 6382977"/>
              <a:gd name="connsiteX2204" fmla="*/ 3873519 w 6501199"/>
              <a:gd name="connsiteY2204" fmla="*/ 2294555 h 6382977"/>
              <a:gd name="connsiteX2205" fmla="*/ 3871614 w 6501199"/>
              <a:gd name="connsiteY2205" fmla="*/ 2294665 h 6382977"/>
              <a:gd name="connsiteX2206" fmla="*/ 3871919 w 6501199"/>
              <a:gd name="connsiteY2206" fmla="*/ 2292873 h 6382977"/>
              <a:gd name="connsiteX2207" fmla="*/ 3789107 w 6501199"/>
              <a:gd name="connsiteY2207" fmla="*/ 2290129 h 6382977"/>
              <a:gd name="connsiteX2208" fmla="*/ 3789260 w 6501199"/>
              <a:gd name="connsiteY2208" fmla="*/ 2290956 h 6382977"/>
              <a:gd name="connsiteX2209" fmla="*/ 3791240 w 6501199"/>
              <a:gd name="connsiteY2209" fmla="*/ 2290818 h 6382977"/>
              <a:gd name="connsiteX2210" fmla="*/ 3815780 w 6501199"/>
              <a:gd name="connsiteY2210" fmla="*/ 2289046 h 6382977"/>
              <a:gd name="connsiteX2211" fmla="*/ 3814512 w 6501199"/>
              <a:gd name="connsiteY2211" fmla="*/ 2289066 h 6382977"/>
              <a:gd name="connsiteX2212" fmla="*/ 3811171 w 6501199"/>
              <a:gd name="connsiteY2212" fmla="*/ 2292116 h 6382977"/>
              <a:gd name="connsiteX2213" fmla="*/ 3817675 w 6501199"/>
              <a:gd name="connsiteY2213" fmla="*/ 2293771 h 6382977"/>
              <a:gd name="connsiteX2214" fmla="*/ 3825172 w 6501199"/>
              <a:gd name="connsiteY2214" fmla="*/ 2289801 h 6382977"/>
              <a:gd name="connsiteX2215" fmla="*/ 3823689 w 6501199"/>
              <a:gd name="connsiteY2215" fmla="*/ 2290137 h 6382977"/>
              <a:gd name="connsiteX2216" fmla="*/ 3815780 w 6501199"/>
              <a:gd name="connsiteY2216" fmla="*/ 2289046 h 6382977"/>
              <a:gd name="connsiteX2217" fmla="*/ 5263688 w 6501199"/>
              <a:gd name="connsiteY2217" fmla="*/ 2288656 h 6382977"/>
              <a:gd name="connsiteX2218" fmla="*/ 5268319 w 6501199"/>
              <a:gd name="connsiteY2218" fmla="*/ 2292296 h 6382977"/>
              <a:gd name="connsiteX2219" fmla="*/ 5263923 w 6501199"/>
              <a:gd name="connsiteY2219" fmla="*/ 2301214 h 6382977"/>
              <a:gd name="connsiteX2220" fmla="*/ 5263923 w 6501199"/>
              <a:gd name="connsiteY2220" fmla="*/ 2310490 h 6382977"/>
              <a:gd name="connsiteX2221" fmla="*/ 5256963 w 6501199"/>
              <a:gd name="connsiteY2221" fmla="*/ 2312630 h 6382977"/>
              <a:gd name="connsiteX2222" fmla="*/ 5252200 w 6501199"/>
              <a:gd name="connsiteY2222" fmla="*/ 2307992 h 6382977"/>
              <a:gd name="connsiteX2223" fmla="*/ 5252200 w 6501199"/>
              <a:gd name="connsiteY2223" fmla="*/ 2296933 h 6382977"/>
              <a:gd name="connsiteX2224" fmla="*/ 5263688 w 6501199"/>
              <a:gd name="connsiteY2224" fmla="*/ 2288656 h 6382977"/>
              <a:gd name="connsiteX2225" fmla="*/ 3946641 w 6501199"/>
              <a:gd name="connsiteY2225" fmla="*/ 2288056 h 6382977"/>
              <a:gd name="connsiteX2226" fmla="*/ 3934012 w 6501199"/>
              <a:gd name="connsiteY2226" fmla="*/ 2295905 h 6382977"/>
              <a:gd name="connsiteX2227" fmla="*/ 3947263 w 6501199"/>
              <a:gd name="connsiteY2227" fmla="*/ 2291993 h 6382977"/>
              <a:gd name="connsiteX2228" fmla="*/ 3894441 w 6501199"/>
              <a:gd name="connsiteY2228" fmla="*/ 2288056 h 6382977"/>
              <a:gd name="connsiteX2229" fmla="*/ 3894326 w 6501199"/>
              <a:gd name="connsiteY2229" fmla="*/ 2288129 h 6382977"/>
              <a:gd name="connsiteX2230" fmla="*/ 3893869 w 6501199"/>
              <a:gd name="connsiteY2230" fmla="*/ 2290782 h 6382977"/>
              <a:gd name="connsiteX2231" fmla="*/ 3897184 w 6501199"/>
              <a:gd name="connsiteY2231" fmla="*/ 2296742 h 6382977"/>
              <a:gd name="connsiteX2232" fmla="*/ 5823335 w 6501199"/>
              <a:gd name="connsiteY2232" fmla="*/ 2285896 h 6382977"/>
              <a:gd name="connsiteX2233" fmla="*/ 5798495 w 6501199"/>
              <a:gd name="connsiteY2233" fmla="*/ 2308577 h 6382977"/>
              <a:gd name="connsiteX2234" fmla="*/ 5823335 w 6501199"/>
              <a:gd name="connsiteY2234" fmla="*/ 2285896 h 6382977"/>
              <a:gd name="connsiteX2235" fmla="*/ 3940263 w 6501199"/>
              <a:gd name="connsiteY2235" fmla="*/ 2269509 h 6382977"/>
              <a:gd name="connsiteX2236" fmla="*/ 3938901 w 6501199"/>
              <a:gd name="connsiteY2236" fmla="*/ 2271315 h 6382977"/>
              <a:gd name="connsiteX2237" fmla="*/ 3939801 w 6501199"/>
              <a:gd name="connsiteY2237" fmla="*/ 2281575 h 6382977"/>
              <a:gd name="connsiteX2238" fmla="*/ 3949206 w 6501199"/>
              <a:gd name="connsiteY2238" fmla="*/ 2278110 h 6382977"/>
              <a:gd name="connsiteX2239" fmla="*/ 3950995 w 6501199"/>
              <a:gd name="connsiteY2239" fmla="*/ 2273835 h 6382977"/>
              <a:gd name="connsiteX2240" fmla="*/ 3943252 w 6501199"/>
              <a:gd name="connsiteY2240" fmla="*/ 2271610 h 6382977"/>
              <a:gd name="connsiteX2241" fmla="*/ 5720925 w 6501199"/>
              <a:gd name="connsiteY2241" fmla="*/ 2266950 h 6382977"/>
              <a:gd name="connsiteX2242" fmla="*/ 5703050 w 6501199"/>
              <a:gd name="connsiteY2242" fmla="*/ 2286835 h 6382977"/>
              <a:gd name="connsiteX2243" fmla="*/ 5720925 w 6501199"/>
              <a:gd name="connsiteY2243" fmla="*/ 2266950 h 6382977"/>
              <a:gd name="connsiteX2244" fmla="*/ 5834855 w 6501199"/>
              <a:gd name="connsiteY2244" fmla="*/ 2256374 h 6382977"/>
              <a:gd name="connsiteX2245" fmla="*/ 5825855 w 6501199"/>
              <a:gd name="connsiteY2245" fmla="*/ 2283736 h 6382977"/>
              <a:gd name="connsiteX2246" fmla="*/ 5855375 w 6501199"/>
              <a:gd name="connsiteY2246" fmla="*/ 2274735 h 6382977"/>
              <a:gd name="connsiteX2247" fmla="*/ 5834855 w 6501199"/>
              <a:gd name="connsiteY2247" fmla="*/ 2256374 h 6382977"/>
              <a:gd name="connsiteX2248" fmla="*/ 5254891 w 6501199"/>
              <a:gd name="connsiteY2248" fmla="*/ 2256374 h 6382977"/>
              <a:gd name="connsiteX2249" fmla="*/ 5254647 w 6501199"/>
              <a:gd name="connsiteY2249" fmla="*/ 2256827 h 6382977"/>
              <a:gd name="connsiteX2250" fmla="*/ 5254969 w 6501199"/>
              <a:gd name="connsiteY2250" fmla="*/ 2256374 h 6382977"/>
              <a:gd name="connsiteX2251" fmla="*/ 5800655 w 6501199"/>
              <a:gd name="connsiteY2251" fmla="*/ 2249533 h 6382977"/>
              <a:gd name="connsiteX2252" fmla="*/ 5786975 w 6501199"/>
              <a:gd name="connsiteY2252" fmla="*/ 2281575 h 6382977"/>
              <a:gd name="connsiteX2253" fmla="*/ 5800655 w 6501199"/>
              <a:gd name="connsiteY2253" fmla="*/ 2285896 h 6382977"/>
              <a:gd name="connsiteX2254" fmla="*/ 5828015 w 6501199"/>
              <a:gd name="connsiteY2254" fmla="*/ 2256374 h 6382977"/>
              <a:gd name="connsiteX2255" fmla="*/ 5802815 w 6501199"/>
              <a:gd name="connsiteY2255" fmla="*/ 2274735 h 6382977"/>
              <a:gd name="connsiteX2256" fmla="*/ 5800655 w 6501199"/>
              <a:gd name="connsiteY2256" fmla="*/ 2249533 h 6382977"/>
              <a:gd name="connsiteX2257" fmla="*/ 6293228 w 6501199"/>
              <a:gd name="connsiteY2257" fmla="*/ 2247900 h 6382977"/>
              <a:gd name="connsiteX2258" fmla="*/ 6276857 w 6501199"/>
              <a:gd name="connsiteY2258" fmla="*/ 2285647 h 6382977"/>
              <a:gd name="connsiteX2259" fmla="*/ 6293228 w 6501199"/>
              <a:gd name="connsiteY2259" fmla="*/ 2247900 h 6382977"/>
              <a:gd name="connsiteX2260" fmla="*/ 5225011 w 6501199"/>
              <a:gd name="connsiteY2260" fmla="*/ 2231532 h 6382977"/>
              <a:gd name="connsiteX2261" fmla="*/ 5222851 w 6501199"/>
              <a:gd name="connsiteY2261" fmla="*/ 2261054 h 6382977"/>
              <a:gd name="connsiteX2262" fmla="*/ 5200171 w 6501199"/>
              <a:gd name="connsiteY2262" fmla="*/ 2306417 h 6382977"/>
              <a:gd name="connsiteX2263" fmla="*/ 5174971 w 6501199"/>
              <a:gd name="connsiteY2263" fmla="*/ 2285896 h 6382977"/>
              <a:gd name="connsiteX2264" fmla="*/ 5184331 w 6501199"/>
              <a:gd name="connsiteY2264" fmla="*/ 2313258 h 6382977"/>
              <a:gd name="connsiteX2265" fmla="*/ 5163811 w 6501199"/>
              <a:gd name="connsiteY2265" fmla="*/ 2340619 h 6382977"/>
              <a:gd name="connsiteX2266" fmla="*/ 5141130 w 6501199"/>
              <a:gd name="connsiteY2266" fmla="*/ 2326938 h 6382977"/>
              <a:gd name="connsiteX2267" fmla="*/ 5141130 w 6501199"/>
              <a:gd name="connsiteY2267" fmla="*/ 2351780 h 6382977"/>
              <a:gd name="connsiteX2268" fmla="*/ 5109090 w 6501199"/>
              <a:gd name="connsiteY2268" fmla="*/ 2356461 h 6382977"/>
              <a:gd name="connsiteX2269" fmla="*/ 5111250 w 6501199"/>
              <a:gd name="connsiteY2269" fmla="*/ 2367981 h 6382977"/>
              <a:gd name="connsiteX2270" fmla="*/ 5086410 w 6501199"/>
              <a:gd name="connsiteY2270" fmla="*/ 2411184 h 6382977"/>
              <a:gd name="connsiteX2271" fmla="*/ 5065890 w 6501199"/>
              <a:gd name="connsiteY2271" fmla="*/ 2427025 h 6382977"/>
              <a:gd name="connsiteX2272" fmla="*/ 5027369 w 6501199"/>
              <a:gd name="connsiteY2272" fmla="*/ 2449707 h 6382977"/>
              <a:gd name="connsiteX2273" fmla="*/ 5022689 w 6501199"/>
              <a:gd name="connsiteY2273" fmla="*/ 2458708 h 6382977"/>
              <a:gd name="connsiteX2274" fmla="*/ 5031689 w 6501199"/>
              <a:gd name="connsiteY2274" fmla="*/ 2465548 h 6382977"/>
              <a:gd name="connsiteX2275" fmla="*/ 5015849 w 6501199"/>
              <a:gd name="connsiteY2275" fmla="*/ 2486069 h 6382977"/>
              <a:gd name="connsiteX2276" fmla="*/ 5018009 w 6501199"/>
              <a:gd name="connsiteY2276" fmla="*/ 2463388 h 6382977"/>
              <a:gd name="connsiteX2277" fmla="*/ 4963649 w 6501199"/>
              <a:gd name="connsiteY2277" fmla="*/ 2486069 h 6382977"/>
              <a:gd name="connsiteX2278" fmla="*/ 4965809 w 6501199"/>
              <a:gd name="connsiteY2278" fmla="*/ 2508751 h 6382977"/>
              <a:gd name="connsiteX2279" fmla="*/ 4981649 w 6501199"/>
              <a:gd name="connsiteY2279" fmla="*/ 2486069 h 6382977"/>
              <a:gd name="connsiteX2280" fmla="*/ 4995329 w 6501199"/>
              <a:gd name="connsiteY2280" fmla="*/ 2515591 h 6382977"/>
              <a:gd name="connsiteX2281" fmla="*/ 4961129 w 6501199"/>
              <a:gd name="connsiteY2281" fmla="*/ 2520272 h 6382977"/>
              <a:gd name="connsiteX2282" fmla="*/ 4947449 w 6501199"/>
              <a:gd name="connsiteY2282" fmla="*/ 2497590 h 6382977"/>
              <a:gd name="connsiteX2283" fmla="*/ 4943129 w 6501199"/>
              <a:gd name="connsiteY2283" fmla="*/ 2515591 h 6382977"/>
              <a:gd name="connsiteX2284" fmla="*/ 4938449 w 6501199"/>
              <a:gd name="connsiteY2284" fmla="*/ 2504431 h 6382977"/>
              <a:gd name="connsiteX2285" fmla="*/ 4915769 w 6501199"/>
              <a:gd name="connsiteY2285" fmla="*/ 2529272 h 6382977"/>
              <a:gd name="connsiteX2286" fmla="*/ 4858888 w 6501199"/>
              <a:gd name="connsiteY2286" fmla="*/ 2549794 h 6382977"/>
              <a:gd name="connsiteX2287" fmla="*/ 4863568 w 6501199"/>
              <a:gd name="connsiteY2287" fmla="*/ 2563475 h 6382977"/>
              <a:gd name="connsiteX2288" fmla="*/ 4849888 w 6501199"/>
              <a:gd name="connsiteY2288" fmla="*/ 2574995 h 6382977"/>
              <a:gd name="connsiteX2289" fmla="*/ 4813528 w 6501199"/>
              <a:gd name="connsiteY2289" fmla="*/ 2592997 h 6382977"/>
              <a:gd name="connsiteX2290" fmla="*/ 4799848 w 6501199"/>
              <a:gd name="connsiteY2290" fmla="*/ 2583996 h 6382977"/>
              <a:gd name="connsiteX2291" fmla="*/ 4813528 w 6501199"/>
              <a:gd name="connsiteY2291" fmla="*/ 2565635 h 6382977"/>
              <a:gd name="connsiteX2292" fmla="*/ 4772487 w 6501199"/>
              <a:gd name="connsiteY2292" fmla="*/ 2581836 h 6382977"/>
              <a:gd name="connsiteX2293" fmla="*/ 4795167 w 6501199"/>
              <a:gd name="connsiteY2293" fmla="*/ 2579316 h 6382977"/>
              <a:gd name="connsiteX2294" fmla="*/ 4738287 w 6501199"/>
              <a:gd name="connsiteY2294" fmla="*/ 2625039 h 6382977"/>
              <a:gd name="connsiteX2295" fmla="*/ 4747287 w 6501199"/>
              <a:gd name="connsiteY2295" fmla="*/ 2631879 h 6382977"/>
              <a:gd name="connsiteX2296" fmla="*/ 4740447 w 6501199"/>
              <a:gd name="connsiteY2296" fmla="*/ 2649881 h 6382977"/>
              <a:gd name="connsiteX2297" fmla="*/ 4724607 w 6501199"/>
              <a:gd name="connsiteY2297" fmla="*/ 2629359 h 6382977"/>
              <a:gd name="connsiteX2298" fmla="*/ 4695087 w 6501199"/>
              <a:gd name="connsiteY2298" fmla="*/ 2638720 h 6382977"/>
              <a:gd name="connsiteX2299" fmla="*/ 4722447 w 6501199"/>
              <a:gd name="connsiteY2299" fmla="*/ 2647720 h 6382977"/>
              <a:gd name="connsiteX2300" fmla="*/ 4701927 w 6501199"/>
              <a:gd name="connsiteY2300" fmla="*/ 2668242 h 6382977"/>
              <a:gd name="connsiteX2301" fmla="*/ 4676727 w 6501199"/>
              <a:gd name="connsiteY2301" fmla="*/ 2634040 h 6382977"/>
              <a:gd name="connsiteX2302" fmla="*/ 4645047 w 6501199"/>
              <a:gd name="connsiteY2302" fmla="*/ 2684083 h 6382977"/>
              <a:gd name="connsiteX2303" fmla="*/ 4674567 w 6501199"/>
              <a:gd name="connsiteY2303" fmla="*/ 2661401 h 6382977"/>
              <a:gd name="connsiteX2304" fmla="*/ 4670247 w 6501199"/>
              <a:gd name="connsiteY2304" fmla="*/ 2681923 h 6382977"/>
              <a:gd name="connsiteX2305" fmla="*/ 4636901 w 6501199"/>
              <a:gd name="connsiteY2305" fmla="*/ 2692678 h 6382977"/>
              <a:gd name="connsiteX2306" fmla="*/ 4628304 w 6501199"/>
              <a:gd name="connsiteY2306" fmla="*/ 2696185 h 6382977"/>
              <a:gd name="connsiteX2307" fmla="*/ 4629977 w 6501199"/>
              <a:gd name="connsiteY2307" fmla="*/ 2698664 h 6382977"/>
              <a:gd name="connsiteX2308" fmla="*/ 4635284 w 6501199"/>
              <a:gd name="connsiteY2308" fmla="*/ 2700143 h 6382977"/>
              <a:gd name="connsiteX2309" fmla="*/ 4637518 w 6501199"/>
              <a:gd name="connsiteY2309" fmla="*/ 2701420 h 6382977"/>
              <a:gd name="connsiteX2310" fmla="*/ 4648557 w 6501199"/>
              <a:gd name="connsiteY2310" fmla="*/ 2700059 h 6382977"/>
              <a:gd name="connsiteX2311" fmla="*/ 4660887 w 6501199"/>
              <a:gd name="connsiteY2311" fmla="*/ 2690923 h 6382977"/>
              <a:gd name="connsiteX2312" fmla="*/ 4670247 w 6501199"/>
              <a:gd name="connsiteY2312" fmla="*/ 2686243 h 6382977"/>
              <a:gd name="connsiteX2313" fmla="*/ 4679247 w 6501199"/>
              <a:gd name="connsiteY2313" fmla="*/ 2695604 h 6382977"/>
              <a:gd name="connsiteX2314" fmla="*/ 4690407 w 6501199"/>
              <a:gd name="connsiteY2314" fmla="*/ 2679403 h 6382977"/>
              <a:gd name="connsiteX2315" fmla="*/ 4726767 w 6501199"/>
              <a:gd name="connsiteY2315" fmla="*/ 2666082 h 6382977"/>
              <a:gd name="connsiteX2316" fmla="*/ 4736127 w 6501199"/>
              <a:gd name="connsiteY2316" fmla="*/ 2679403 h 6382977"/>
              <a:gd name="connsiteX2317" fmla="*/ 4767807 w 6501199"/>
              <a:gd name="connsiteY2317" fmla="*/ 2663562 h 6382977"/>
              <a:gd name="connsiteX2318" fmla="*/ 4790487 w 6501199"/>
              <a:gd name="connsiteY2318" fmla="*/ 2640880 h 6382977"/>
              <a:gd name="connsiteX2319" fmla="*/ 4808848 w 6501199"/>
              <a:gd name="connsiteY2319" fmla="*/ 2627199 h 6382977"/>
              <a:gd name="connsiteX2320" fmla="*/ 4818574 w 6501199"/>
              <a:gd name="connsiteY2320" fmla="*/ 2632082 h 6382977"/>
              <a:gd name="connsiteX2321" fmla="*/ 4817225 w 6501199"/>
              <a:gd name="connsiteY2321" fmla="*/ 2627535 h 6382977"/>
              <a:gd name="connsiteX2322" fmla="*/ 4867662 w 6501199"/>
              <a:gd name="connsiteY2322" fmla="*/ 2600325 h 6382977"/>
              <a:gd name="connsiteX2323" fmla="*/ 4861431 w 6501199"/>
              <a:gd name="connsiteY2323" fmla="*/ 2620335 h 6382977"/>
              <a:gd name="connsiteX2324" fmla="*/ 4860096 w 6501199"/>
              <a:gd name="connsiteY2324" fmla="*/ 2621942 h 6382977"/>
              <a:gd name="connsiteX2325" fmla="*/ 4865514 w 6501199"/>
              <a:gd name="connsiteY2325" fmla="*/ 2621506 h 6382977"/>
              <a:gd name="connsiteX2326" fmla="*/ 4879408 w 6501199"/>
              <a:gd name="connsiteY2326" fmla="*/ 2615678 h 6382977"/>
              <a:gd name="connsiteX2327" fmla="*/ 4874728 w 6501199"/>
              <a:gd name="connsiteY2327" fmla="*/ 2602357 h 6382977"/>
              <a:gd name="connsiteX2328" fmla="*/ 4904249 w 6501199"/>
              <a:gd name="connsiteY2328" fmla="*/ 2586156 h 6382977"/>
              <a:gd name="connsiteX2329" fmla="*/ 4906769 w 6501199"/>
              <a:gd name="connsiteY2329" fmla="*/ 2606678 h 6382977"/>
              <a:gd name="connsiteX2330" fmla="*/ 4916123 w 6501199"/>
              <a:gd name="connsiteY2330" fmla="*/ 2582702 h 6382977"/>
              <a:gd name="connsiteX2331" fmla="*/ 4916553 w 6501199"/>
              <a:gd name="connsiteY2331" fmla="*/ 2582401 h 6382977"/>
              <a:gd name="connsiteX2332" fmla="*/ 4916926 w 6501199"/>
              <a:gd name="connsiteY2332" fmla="*/ 2574036 h 6382977"/>
              <a:gd name="connsiteX2333" fmla="*/ 4940695 w 6501199"/>
              <a:gd name="connsiteY2333" fmla="*/ 2555875 h 6382977"/>
              <a:gd name="connsiteX2334" fmla="*/ 4938110 w 6501199"/>
              <a:gd name="connsiteY2334" fmla="*/ 2567927 h 6382977"/>
              <a:gd name="connsiteX2335" fmla="*/ 4958862 w 6501199"/>
              <a:gd name="connsiteY2335" fmla="*/ 2559593 h 6382977"/>
              <a:gd name="connsiteX2336" fmla="*/ 4966610 w 6501199"/>
              <a:gd name="connsiteY2336" fmla="*/ 2555482 h 6382977"/>
              <a:gd name="connsiteX2337" fmla="*/ 4958513 w 6501199"/>
              <a:gd name="connsiteY2337" fmla="*/ 2547013 h 6382977"/>
              <a:gd name="connsiteX2338" fmla="*/ 4967332 w 6501199"/>
              <a:gd name="connsiteY2338" fmla="*/ 2538127 h 6382977"/>
              <a:gd name="connsiteX2339" fmla="*/ 4971093 w 6501199"/>
              <a:gd name="connsiteY2339" fmla="*/ 2542074 h 6382977"/>
              <a:gd name="connsiteX2340" fmla="*/ 4970489 w 6501199"/>
              <a:gd name="connsiteY2340" fmla="*/ 2533953 h 6382977"/>
              <a:gd name="connsiteX2341" fmla="*/ 4995329 w 6501199"/>
              <a:gd name="connsiteY2341" fmla="*/ 2518112 h 6382977"/>
              <a:gd name="connsiteX2342" fmla="*/ 4997849 w 6501199"/>
              <a:gd name="connsiteY2342" fmla="*/ 2542953 h 6382977"/>
              <a:gd name="connsiteX2343" fmla="*/ 5059364 w 6501199"/>
              <a:gd name="connsiteY2343" fmla="*/ 2492730 h 6382977"/>
              <a:gd name="connsiteX2344" fmla="*/ 5085382 w 6501199"/>
              <a:gd name="connsiteY2344" fmla="*/ 2471262 h 6382977"/>
              <a:gd name="connsiteX2345" fmla="*/ 5080515 w 6501199"/>
              <a:gd name="connsiteY2345" fmla="*/ 2465113 h 6382977"/>
              <a:gd name="connsiteX2346" fmla="*/ 5074385 w 6501199"/>
              <a:gd name="connsiteY2346" fmla="*/ 2467753 h 6382977"/>
              <a:gd name="connsiteX2347" fmla="*/ 5097294 w 6501199"/>
              <a:gd name="connsiteY2347" fmla="*/ 2438400 h 6382977"/>
              <a:gd name="connsiteX2348" fmla="*/ 5090493 w 6501199"/>
              <a:gd name="connsiteY2348" fmla="*/ 2456298 h 6382977"/>
              <a:gd name="connsiteX2349" fmla="*/ 5086690 w 6501199"/>
              <a:gd name="connsiteY2349" fmla="*/ 2463681 h 6382977"/>
              <a:gd name="connsiteX2350" fmla="*/ 5087396 w 6501199"/>
              <a:gd name="connsiteY2350" fmla="*/ 2469601 h 6382977"/>
              <a:gd name="connsiteX2351" fmla="*/ 5089430 w 6501199"/>
              <a:gd name="connsiteY2351" fmla="*/ 2467922 h 6382977"/>
              <a:gd name="connsiteX2352" fmla="*/ 5122770 w 6501199"/>
              <a:gd name="connsiteY2352" fmla="*/ 2454387 h 6382977"/>
              <a:gd name="connsiteX2353" fmla="*/ 5111250 w 6501199"/>
              <a:gd name="connsiteY2353" fmla="*/ 2468068 h 6382977"/>
              <a:gd name="connsiteX2354" fmla="*/ 5129610 w 6501199"/>
              <a:gd name="connsiteY2354" fmla="*/ 2472388 h 6382977"/>
              <a:gd name="connsiteX2355" fmla="*/ 5139645 w 6501199"/>
              <a:gd name="connsiteY2355" fmla="*/ 2458528 h 6382977"/>
              <a:gd name="connsiteX2356" fmla="*/ 5147964 w 6501199"/>
              <a:gd name="connsiteY2356" fmla="*/ 2458705 h 6382977"/>
              <a:gd name="connsiteX2357" fmla="*/ 5151722 w 6501199"/>
              <a:gd name="connsiteY2357" fmla="*/ 2451292 h 6382977"/>
              <a:gd name="connsiteX2358" fmla="*/ 5153522 w 6501199"/>
              <a:gd name="connsiteY2358" fmla="*/ 2448734 h 6382977"/>
              <a:gd name="connsiteX2359" fmla="*/ 5152740 w 6501199"/>
              <a:gd name="connsiteY2359" fmla="*/ 2443992 h 6382977"/>
              <a:gd name="connsiteX2360" fmla="*/ 5152290 w 6501199"/>
              <a:gd name="connsiteY2360" fmla="*/ 2431706 h 6382977"/>
              <a:gd name="connsiteX2361" fmla="*/ 5156567 w 6501199"/>
              <a:gd name="connsiteY2361" fmla="*/ 2432383 h 6382977"/>
              <a:gd name="connsiteX2362" fmla="*/ 5156433 w 6501199"/>
              <a:gd name="connsiteY2362" fmla="*/ 2431030 h 6382977"/>
              <a:gd name="connsiteX2363" fmla="*/ 5168768 w 6501199"/>
              <a:gd name="connsiteY2363" fmla="*/ 2432975 h 6382977"/>
              <a:gd name="connsiteX2364" fmla="*/ 5176405 w 6501199"/>
              <a:gd name="connsiteY2364" fmla="*/ 2429657 h 6382977"/>
              <a:gd name="connsiteX2365" fmla="*/ 5170203 w 6501199"/>
              <a:gd name="connsiteY2365" fmla="*/ 2424156 h 6382977"/>
              <a:gd name="connsiteX2366" fmla="*/ 5175016 w 6501199"/>
              <a:gd name="connsiteY2366" fmla="*/ 2422039 h 6382977"/>
              <a:gd name="connsiteX2367" fmla="*/ 5170651 w 6501199"/>
              <a:gd name="connsiteY2367" fmla="*/ 2418025 h 6382977"/>
              <a:gd name="connsiteX2368" fmla="*/ 5191357 w 6501199"/>
              <a:gd name="connsiteY2368" fmla="*/ 2394280 h 6382977"/>
              <a:gd name="connsiteX2369" fmla="*/ 5194116 w 6501199"/>
              <a:gd name="connsiteY2369" fmla="*/ 2394721 h 6382977"/>
              <a:gd name="connsiteX2370" fmla="*/ 5195998 w 6501199"/>
              <a:gd name="connsiteY2370" fmla="*/ 2391994 h 6382977"/>
              <a:gd name="connsiteX2371" fmla="*/ 5204902 w 6501199"/>
              <a:gd name="connsiteY2371" fmla="*/ 2376487 h 6382977"/>
              <a:gd name="connsiteX2372" fmla="*/ 5207005 w 6501199"/>
              <a:gd name="connsiteY2372" fmla="*/ 2396360 h 6382977"/>
              <a:gd name="connsiteX2373" fmla="*/ 5196538 w 6501199"/>
              <a:gd name="connsiteY2373" fmla="*/ 2408007 h 6382977"/>
              <a:gd name="connsiteX2374" fmla="*/ 5202061 w 6501199"/>
              <a:gd name="connsiteY2374" fmla="*/ 2409879 h 6382977"/>
              <a:gd name="connsiteX2375" fmla="*/ 5216011 w 6501199"/>
              <a:gd name="connsiteY2375" fmla="*/ 2420185 h 6382977"/>
              <a:gd name="connsiteX2376" fmla="*/ 5209171 w 6501199"/>
              <a:gd name="connsiteY2376" fmla="*/ 2402184 h 6382977"/>
              <a:gd name="connsiteX2377" fmla="*/ 5259211 w 6501199"/>
              <a:gd name="connsiteY2377" fmla="*/ 2356461 h 6382977"/>
              <a:gd name="connsiteX2378" fmla="*/ 5257051 w 6501199"/>
              <a:gd name="connsiteY2378" fmla="*/ 2326938 h 6382977"/>
              <a:gd name="connsiteX2379" fmla="*/ 5277571 w 6501199"/>
              <a:gd name="connsiteY2379" fmla="*/ 2335939 h 6382977"/>
              <a:gd name="connsiteX2380" fmla="*/ 5284411 w 6501199"/>
              <a:gd name="connsiteY2380" fmla="*/ 2299577 h 6382977"/>
              <a:gd name="connsiteX2381" fmla="*/ 5272891 w 6501199"/>
              <a:gd name="connsiteY2381" fmla="*/ 2299577 h 6382977"/>
              <a:gd name="connsiteX2382" fmla="*/ 5270731 w 6501199"/>
              <a:gd name="connsiteY2382" fmla="*/ 2281575 h 6382977"/>
              <a:gd name="connsiteX2383" fmla="*/ 5279236 w 6501199"/>
              <a:gd name="connsiteY2383" fmla="*/ 2272260 h 6382977"/>
              <a:gd name="connsiteX2384" fmla="*/ 5282361 w 6501199"/>
              <a:gd name="connsiteY2384" fmla="*/ 2269907 h 6382977"/>
              <a:gd name="connsiteX2385" fmla="*/ 5277905 w 6501199"/>
              <a:gd name="connsiteY2385" fmla="*/ 2267494 h 6382977"/>
              <a:gd name="connsiteX2386" fmla="*/ 5259559 w 6501199"/>
              <a:gd name="connsiteY2386" fmla="*/ 2285637 h 6382977"/>
              <a:gd name="connsiteX2387" fmla="*/ 5251420 w 6501199"/>
              <a:gd name="connsiteY2387" fmla="*/ 2261371 h 6382977"/>
              <a:gd name="connsiteX2388" fmla="*/ 5252212 w 6501199"/>
              <a:gd name="connsiteY2388" fmla="*/ 2260256 h 6382977"/>
              <a:gd name="connsiteX2389" fmla="*/ 5249356 w 6501199"/>
              <a:gd name="connsiteY2389" fmla="*/ 2245888 h 6382977"/>
              <a:gd name="connsiteX2390" fmla="*/ 5241211 w 6501199"/>
              <a:gd name="connsiteY2390" fmla="*/ 2235852 h 6382977"/>
              <a:gd name="connsiteX2391" fmla="*/ 5225011 w 6501199"/>
              <a:gd name="connsiteY2391" fmla="*/ 2231532 h 6382977"/>
              <a:gd name="connsiteX2392" fmla="*/ 5864315 w 6501199"/>
              <a:gd name="connsiteY2392" fmla="*/ 2222500 h 6382977"/>
              <a:gd name="connsiteX2393" fmla="*/ 5864315 w 6501199"/>
              <a:gd name="connsiteY2393" fmla="*/ 2257061 h 6382977"/>
              <a:gd name="connsiteX2394" fmla="*/ 5864315 w 6501199"/>
              <a:gd name="connsiteY2394" fmla="*/ 2222500 h 6382977"/>
              <a:gd name="connsiteX2395" fmla="*/ 5738681 w 6501199"/>
              <a:gd name="connsiteY2395" fmla="*/ 2222500 h 6382977"/>
              <a:gd name="connsiteX2396" fmla="*/ 5740797 w 6501199"/>
              <a:gd name="connsiteY2396" fmla="*/ 2238985 h 6382977"/>
              <a:gd name="connsiteX2397" fmla="*/ 5725275 w 6501199"/>
              <a:gd name="connsiteY2397" fmla="*/ 2241183 h 6382977"/>
              <a:gd name="connsiteX2398" fmla="*/ 5738681 w 6501199"/>
              <a:gd name="connsiteY2398" fmla="*/ 2222500 h 6382977"/>
              <a:gd name="connsiteX2399" fmla="*/ 5873376 w 6501199"/>
              <a:gd name="connsiteY2399" fmla="*/ 2213171 h 6382977"/>
              <a:gd name="connsiteX2400" fmla="*/ 5843855 w 6501199"/>
              <a:gd name="connsiteY2400" fmla="*/ 2231532 h 6382977"/>
              <a:gd name="connsiteX2401" fmla="*/ 5855375 w 6501199"/>
              <a:gd name="connsiteY2401" fmla="*/ 2267894 h 6382977"/>
              <a:gd name="connsiteX2402" fmla="*/ 5873376 w 6501199"/>
              <a:gd name="connsiteY2402" fmla="*/ 2213171 h 6382977"/>
              <a:gd name="connsiteX2403" fmla="*/ 5282057 w 6501199"/>
              <a:gd name="connsiteY2403" fmla="*/ 2212875 h 6382977"/>
              <a:gd name="connsiteX2404" fmla="*/ 5276631 w 6501199"/>
              <a:gd name="connsiteY2404" fmla="*/ 2218402 h 6382977"/>
              <a:gd name="connsiteX2405" fmla="*/ 5276929 w 6501199"/>
              <a:gd name="connsiteY2405" fmla="*/ 2224691 h 6382977"/>
              <a:gd name="connsiteX2406" fmla="*/ 5277571 w 6501199"/>
              <a:gd name="connsiteY2406" fmla="*/ 2224691 h 6382977"/>
              <a:gd name="connsiteX2407" fmla="*/ 5286207 w 6501199"/>
              <a:gd name="connsiteY2407" fmla="*/ 2208646 h 6382977"/>
              <a:gd name="connsiteX2408" fmla="*/ 5285490 w 6501199"/>
              <a:gd name="connsiteY2408" fmla="*/ 2209377 h 6382977"/>
              <a:gd name="connsiteX2409" fmla="*/ 5286319 w 6501199"/>
              <a:gd name="connsiteY2409" fmla="*/ 2209122 h 6382977"/>
              <a:gd name="connsiteX2410" fmla="*/ 6354040 w 6501199"/>
              <a:gd name="connsiteY2410" fmla="*/ 2198687 h 6382977"/>
              <a:gd name="connsiteX2411" fmla="*/ 6358401 w 6501199"/>
              <a:gd name="connsiteY2411" fmla="*/ 2226306 h 6382977"/>
              <a:gd name="connsiteX2412" fmla="*/ 6354040 w 6501199"/>
              <a:gd name="connsiteY2412" fmla="*/ 2198687 h 6382977"/>
              <a:gd name="connsiteX2413" fmla="*/ 5136450 w 6501199"/>
              <a:gd name="connsiteY2413" fmla="*/ 2185809 h 6382977"/>
              <a:gd name="connsiteX2414" fmla="*/ 5138610 w 6501199"/>
              <a:gd name="connsiteY2414" fmla="*/ 2199490 h 6382977"/>
              <a:gd name="connsiteX2415" fmla="*/ 5136450 w 6501199"/>
              <a:gd name="connsiteY2415" fmla="*/ 2185809 h 6382977"/>
              <a:gd name="connsiteX2416" fmla="*/ 5259211 w 6501199"/>
              <a:gd name="connsiteY2416" fmla="*/ 2183649 h 6382977"/>
              <a:gd name="connsiteX2417" fmla="*/ 5242111 w 6501199"/>
              <a:gd name="connsiteY2417" fmla="*/ 2202415 h 6382977"/>
              <a:gd name="connsiteX2418" fmla="*/ 5234310 w 6501199"/>
              <a:gd name="connsiteY2418" fmla="*/ 2212577 h 6382977"/>
              <a:gd name="connsiteX2419" fmla="*/ 5239790 w 6501199"/>
              <a:gd name="connsiteY2419" fmla="*/ 2213896 h 6382977"/>
              <a:gd name="connsiteX2420" fmla="*/ 5247376 w 6501199"/>
              <a:gd name="connsiteY2420" fmla="*/ 2208355 h 6382977"/>
              <a:gd name="connsiteX2421" fmla="*/ 5259211 w 6501199"/>
              <a:gd name="connsiteY2421" fmla="*/ 2183649 h 6382977"/>
              <a:gd name="connsiteX2422" fmla="*/ 6112501 w 6501199"/>
              <a:gd name="connsiteY2422" fmla="*/ 2176462 h 6382977"/>
              <a:gd name="connsiteX2423" fmla="*/ 6110353 w 6501199"/>
              <a:gd name="connsiteY2423" fmla="*/ 2223731 h 6382977"/>
              <a:gd name="connsiteX2424" fmla="*/ 6112501 w 6501199"/>
              <a:gd name="connsiteY2424" fmla="*/ 2176462 h 6382977"/>
              <a:gd name="connsiteX2425" fmla="*/ 5425527 w 6501199"/>
              <a:gd name="connsiteY2425" fmla="*/ 2170204 h 6382977"/>
              <a:gd name="connsiteX2426" fmla="*/ 5418693 w 6501199"/>
              <a:gd name="connsiteY2426" fmla="*/ 2172128 h 6382977"/>
              <a:gd name="connsiteX2427" fmla="*/ 5400332 w 6501199"/>
              <a:gd name="connsiteY2427" fmla="*/ 2201650 h 6382977"/>
              <a:gd name="connsiteX2428" fmla="*/ 5429853 w 6501199"/>
              <a:gd name="connsiteY2428" fmla="*/ 2172128 h 6382977"/>
              <a:gd name="connsiteX2429" fmla="*/ 5425527 w 6501199"/>
              <a:gd name="connsiteY2429" fmla="*/ 2170204 h 6382977"/>
              <a:gd name="connsiteX2430" fmla="*/ 6159281 w 6501199"/>
              <a:gd name="connsiteY2430" fmla="*/ 2165350 h 6382977"/>
              <a:gd name="connsiteX2431" fmla="*/ 6156828 w 6501199"/>
              <a:gd name="connsiteY2431" fmla="*/ 2195148 h 6382977"/>
              <a:gd name="connsiteX2432" fmla="*/ 6159281 w 6501199"/>
              <a:gd name="connsiteY2432" fmla="*/ 2165350 h 6382977"/>
              <a:gd name="connsiteX2433" fmla="*/ 5850695 w 6501199"/>
              <a:gd name="connsiteY2433" fmla="*/ 2165287 h 6382977"/>
              <a:gd name="connsiteX2434" fmla="*/ 5846375 w 6501199"/>
              <a:gd name="connsiteY2434" fmla="*/ 2204170 h 6382977"/>
              <a:gd name="connsiteX2435" fmla="*/ 5850695 w 6501199"/>
              <a:gd name="connsiteY2435" fmla="*/ 2165287 h 6382977"/>
              <a:gd name="connsiteX2436" fmla="*/ 5705255 w 6501199"/>
              <a:gd name="connsiteY2436" fmla="*/ 2154127 h 6382977"/>
              <a:gd name="connsiteX2437" fmla="*/ 5700505 w 6501199"/>
              <a:gd name="connsiteY2437" fmla="*/ 2156365 h 6382977"/>
              <a:gd name="connsiteX2438" fmla="*/ 5691245 w 6501199"/>
              <a:gd name="connsiteY2438" fmla="*/ 2181216 h 6382977"/>
              <a:gd name="connsiteX2439" fmla="*/ 5688196 w 6501199"/>
              <a:gd name="connsiteY2439" fmla="*/ 2195294 h 6382977"/>
              <a:gd name="connsiteX2440" fmla="*/ 5694005 w 6501199"/>
              <a:gd name="connsiteY2440" fmla="*/ 2190759 h 6382977"/>
              <a:gd name="connsiteX2441" fmla="*/ 5709575 w 6501199"/>
              <a:gd name="connsiteY2441" fmla="*/ 2181488 h 6382977"/>
              <a:gd name="connsiteX2442" fmla="*/ 5705255 w 6501199"/>
              <a:gd name="connsiteY2442" fmla="*/ 2154127 h 6382977"/>
              <a:gd name="connsiteX2443" fmla="*/ 3203455 w 6501199"/>
              <a:gd name="connsiteY2443" fmla="*/ 2146445 h 6382977"/>
              <a:gd name="connsiteX2444" fmla="*/ 3201514 w 6501199"/>
              <a:gd name="connsiteY2444" fmla="*/ 2150944 h 6382977"/>
              <a:gd name="connsiteX2445" fmla="*/ 3204174 w 6501199"/>
              <a:gd name="connsiteY2445" fmla="*/ 2148737 h 6382977"/>
              <a:gd name="connsiteX2446" fmla="*/ 6346164 w 6501199"/>
              <a:gd name="connsiteY2446" fmla="*/ 2143125 h 6382977"/>
              <a:gd name="connsiteX2447" fmla="*/ 6341578 w 6501199"/>
              <a:gd name="connsiteY2447" fmla="*/ 2184041 h 6382977"/>
              <a:gd name="connsiteX2448" fmla="*/ 6346164 w 6501199"/>
              <a:gd name="connsiteY2448" fmla="*/ 2143125 h 6382977"/>
              <a:gd name="connsiteX2449" fmla="*/ 6304064 w 6501199"/>
              <a:gd name="connsiteY2449" fmla="*/ 2143125 h 6382977"/>
              <a:gd name="connsiteX2450" fmla="*/ 6313037 w 6501199"/>
              <a:gd name="connsiteY2450" fmla="*/ 2195782 h 6382977"/>
              <a:gd name="connsiteX2451" fmla="*/ 6290425 w 6501199"/>
              <a:gd name="connsiteY2451" fmla="*/ 2195782 h 6382977"/>
              <a:gd name="connsiteX2452" fmla="*/ 6304064 w 6501199"/>
              <a:gd name="connsiteY2452" fmla="*/ 2143125 h 6382977"/>
              <a:gd name="connsiteX2453" fmla="*/ 3200741 w 6501199"/>
              <a:gd name="connsiteY2453" fmla="*/ 2137801 h 6382977"/>
              <a:gd name="connsiteX2454" fmla="*/ 3200615 w 6501199"/>
              <a:gd name="connsiteY2454" fmla="*/ 2139580 h 6382977"/>
              <a:gd name="connsiteX2455" fmla="*/ 3201207 w 6501199"/>
              <a:gd name="connsiteY2455" fmla="*/ 2139285 h 6382977"/>
              <a:gd name="connsiteX2456" fmla="*/ 3726543 w 6501199"/>
              <a:gd name="connsiteY2456" fmla="*/ 2131377 h 6382977"/>
              <a:gd name="connsiteX2457" fmla="*/ 3722056 w 6501199"/>
              <a:gd name="connsiteY2457" fmla="*/ 2137136 h 6382977"/>
              <a:gd name="connsiteX2458" fmla="*/ 3721736 w 6501199"/>
              <a:gd name="connsiteY2458" fmla="*/ 2137618 h 6382977"/>
              <a:gd name="connsiteX2459" fmla="*/ 3721736 w 6501199"/>
              <a:gd name="connsiteY2459" fmla="*/ 2142857 h 6382977"/>
              <a:gd name="connsiteX2460" fmla="*/ 3730062 w 6501199"/>
              <a:gd name="connsiteY2460" fmla="*/ 2140337 h 6382977"/>
              <a:gd name="connsiteX2461" fmla="*/ 3732186 w 6501199"/>
              <a:gd name="connsiteY2461" fmla="*/ 2132921 h 6382977"/>
              <a:gd name="connsiteX2462" fmla="*/ 5325889 w 6501199"/>
              <a:gd name="connsiteY2462" fmla="*/ 2128837 h 6382977"/>
              <a:gd name="connsiteX2463" fmla="*/ 5330154 w 6501199"/>
              <a:gd name="connsiteY2463" fmla="*/ 2152278 h 6382977"/>
              <a:gd name="connsiteX2464" fmla="*/ 5325889 w 6501199"/>
              <a:gd name="connsiteY2464" fmla="*/ 2128837 h 6382977"/>
              <a:gd name="connsiteX2465" fmla="*/ 3188159 w 6501199"/>
              <a:gd name="connsiteY2465" fmla="*/ 2127514 h 6382977"/>
              <a:gd name="connsiteX2466" fmla="*/ 3179473 w 6501199"/>
              <a:gd name="connsiteY2466" fmla="*/ 2131760 h 6382977"/>
              <a:gd name="connsiteX2467" fmla="*/ 3179083 w 6501199"/>
              <a:gd name="connsiteY2467" fmla="*/ 2132519 h 6382977"/>
              <a:gd name="connsiteX2468" fmla="*/ 3192234 w 6501199"/>
              <a:gd name="connsiteY2468" fmla="*/ 2129386 h 6382977"/>
              <a:gd name="connsiteX2469" fmla="*/ 3196071 w 6501199"/>
              <a:gd name="connsiteY2469" fmla="*/ 2128261 h 6382977"/>
              <a:gd name="connsiteX2470" fmla="*/ 5815407 w 6501199"/>
              <a:gd name="connsiteY2470" fmla="*/ 2127250 h 6382977"/>
              <a:gd name="connsiteX2471" fmla="*/ 5799751 w 6501199"/>
              <a:gd name="connsiteY2471" fmla="*/ 2157048 h 6382977"/>
              <a:gd name="connsiteX2472" fmla="*/ 5815407 w 6501199"/>
              <a:gd name="connsiteY2472" fmla="*/ 2127250 h 6382977"/>
              <a:gd name="connsiteX2473" fmla="*/ 713719 w 6501199"/>
              <a:gd name="connsiteY2473" fmla="*/ 2127250 h 6382977"/>
              <a:gd name="connsiteX2474" fmla="*/ 697753 w 6501199"/>
              <a:gd name="connsiteY2474" fmla="*/ 2163404 h 6382977"/>
              <a:gd name="connsiteX2475" fmla="*/ 713719 w 6501199"/>
              <a:gd name="connsiteY2475" fmla="*/ 2127250 h 6382977"/>
              <a:gd name="connsiteX2476" fmla="*/ 3603945 w 6501199"/>
              <a:gd name="connsiteY2476" fmla="*/ 2126439 h 6382977"/>
              <a:gd name="connsiteX2477" fmla="*/ 3612244 w 6501199"/>
              <a:gd name="connsiteY2477" fmla="*/ 2126796 h 6382977"/>
              <a:gd name="connsiteX2478" fmla="*/ 3614314 w 6501199"/>
              <a:gd name="connsiteY2478" fmla="*/ 2138408 h 6382977"/>
              <a:gd name="connsiteX2479" fmla="*/ 3601200 w 6501199"/>
              <a:gd name="connsiteY2479" fmla="*/ 2131150 h 6382977"/>
              <a:gd name="connsiteX2480" fmla="*/ 3603945 w 6501199"/>
              <a:gd name="connsiteY2480" fmla="*/ 2126439 h 6382977"/>
              <a:gd name="connsiteX2481" fmla="*/ 3335721 w 6501199"/>
              <a:gd name="connsiteY2481" fmla="*/ 2124685 h 6382977"/>
              <a:gd name="connsiteX2482" fmla="*/ 3301163 w 6501199"/>
              <a:gd name="connsiteY2482" fmla="*/ 2127249 h 6382977"/>
              <a:gd name="connsiteX2483" fmla="*/ 3335721 w 6501199"/>
              <a:gd name="connsiteY2483" fmla="*/ 2124685 h 6382977"/>
              <a:gd name="connsiteX2484" fmla="*/ 5735582 w 6501199"/>
              <a:gd name="connsiteY2484" fmla="*/ 2124475 h 6382977"/>
              <a:gd name="connsiteX2485" fmla="*/ 5722199 w 6501199"/>
              <a:gd name="connsiteY2485" fmla="*/ 2131067 h 6382977"/>
              <a:gd name="connsiteX2486" fmla="*/ 5722518 w 6501199"/>
              <a:gd name="connsiteY2486" fmla="*/ 2133246 h 6382977"/>
              <a:gd name="connsiteX2487" fmla="*/ 5728094 w 6501199"/>
              <a:gd name="connsiteY2487" fmla="*/ 2131557 h 6382977"/>
              <a:gd name="connsiteX2488" fmla="*/ 5727162 w 6501199"/>
              <a:gd name="connsiteY2488" fmla="*/ 2134894 h 6382977"/>
              <a:gd name="connsiteX2489" fmla="*/ 5733695 w 6501199"/>
              <a:gd name="connsiteY2489" fmla="*/ 2129223 h 6382977"/>
              <a:gd name="connsiteX2490" fmla="*/ 3805978 w 6501199"/>
              <a:gd name="connsiteY2490" fmla="*/ 2122425 h 6382977"/>
              <a:gd name="connsiteX2491" fmla="*/ 3793228 w 6501199"/>
              <a:gd name="connsiteY2491" fmla="*/ 2124841 h 6382977"/>
              <a:gd name="connsiteX2492" fmla="*/ 3790187 w 6501199"/>
              <a:gd name="connsiteY2492" fmla="*/ 2127530 h 6382977"/>
              <a:gd name="connsiteX2493" fmla="*/ 3802744 w 6501199"/>
              <a:gd name="connsiteY2493" fmla="*/ 2123510 h 6382977"/>
              <a:gd name="connsiteX2494" fmla="*/ 5479893 w 6501199"/>
              <a:gd name="connsiteY2494" fmla="*/ 2122084 h 6382977"/>
              <a:gd name="connsiteX2495" fmla="*/ 5479165 w 6501199"/>
              <a:gd name="connsiteY2495" fmla="*/ 2122413 h 6382977"/>
              <a:gd name="connsiteX2496" fmla="*/ 5477145 w 6501199"/>
              <a:gd name="connsiteY2496" fmla="*/ 2125311 h 6382977"/>
              <a:gd name="connsiteX2497" fmla="*/ 5475605 w 6501199"/>
              <a:gd name="connsiteY2497" fmla="*/ 2124019 h 6382977"/>
              <a:gd name="connsiteX2498" fmla="*/ 5467923 w 6501199"/>
              <a:gd name="connsiteY2498" fmla="*/ 2127485 h 6382977"/>
              <a:gd name="connsiteX2499" fmla="*/ 5466213 w 6501199"/>
              <a:gd name="connsiteY2499" fmla="*/ 2138286 h 6382977"/>
              <a:gd name="connsiteX2500" fmla="*/ 5479893 w 6501199"/>
              <a:gd name="connsiteY2500" fmla="*/ 2122084 h 6382977"/>
              <a:gd name="connsiteX2501" fmla="*/ 4619621 w 6501199"/>
              <a:gd name="connsiteY2501" fmla="*/ 2121319 h 6382977"/>
              <a:gd name="connsiteX2502" fmla="*/ 4613006 w 6501199"/>
              <a:gd name="connsiteY2502" fmla="*/ 2128925 h 6382977"/>
              <a:gd name="connsiteX2503" fmla="*/ 4631366 w 6501199"/>
              <a:gd name="connsiteY2503" fmla="*/ 2122084 h 6382977"/>
              <a:gd name="connsiteX2504" fmla="*/ 4619621 w 6501199"/>
              <a:gd name="connsiteY2504" fmla="*/ 2121319 h 6382977"/>
              <a:gd name="connsiteX2505" fmla="*/ 6123722 w 6501199"/>
              <a:gd name="connsiteY2505" fmla="*/ 2112962 h 6382977"/>
              <a:gd name="connsiteX2506" fmla="*/ 6130524 w 6501199"/>
              <a:gd name="connsiteY2506" fmla="*/ 2171344 h 6382977"/>
              <a:gd name="connsiteX2507" fmla="*/ 6114773 w 6501199"/>
              <a:gd name="connsiteY2507" fmla="*/ 2167072 h 6382977"/>
              <a:gd name="connsiteX2508" fmla="*/ 6123722 w 6501199"/>
              <a:gd name="connsiteY2508" fmla="*/ 2112962 h 6382977"/>
              <a:gd name="connsiteX2509" fmla="*/ 3438292 w 6501199"/>
              <a:gd name="connsiteY2509" fmla="*/ 2111497 h 6382977"/>
              <a:gd name="connsiteX2510" fmla="*/ 3445280 w 6501199"/>
              <a:gd name="connsiteY2510" fmla="*/ 2115160 h 6382977"/>
              <a:gd name="connsiteX2511" fmla="*/ 3434237 w 6501199"/>
              <a:gd name="connsiteY2511" fmla="*/ 2126883 h 6382977"/>
              <a:gd name="connsiteX2512" fmla="*/ 3432213 w 6501199"/>
              <a:gd name="connsiteY2512" fmla="*/ 2122230 h 6382977"/>
              <a:gd name="connsiteX2513" fmla="*/ 3402763 w 6501199"/>
              <a:gd name="connsiteY2513" fmla="*/ 2133244 h 6382977"/>
              <a:gd name="connsiteX2514" fmla="*/ 3430701 w 6501199"/>
              <a:gd name="connsiteY2514" fmla="*/ 2116131 h 6382977"/>
              <a:gd name="connsiteX2515" fmla="*/ 3432706 w 6501199"/>
              <a:gd name="connsiteY2515" fmla="*/ 2117007 h 6382977"/>
              <a:gd name="connsiteX2516" fmla="*/ 5416134 w 6501199"/>
              <a:gd name="connsiteY2516" fmla="*/ 2111375 h 6382977"/>
              <a:gd name="connsiteX2517" fmla="*/ 5428041 w 6501199"/>
              <a:gd name="connsiteY2517" fmla="*/ 2122598 h 6382977"/>
              <a:gd name="connsiteX2518" fmla="*/ 5406832 w 6501199"/>
              <a:gd name="connsiteY2518" fmla="*/ 2120426 h 6382977"/>
              <a:gd name="connsiteX2519" fmla="*/ 5416134 w 6501199"/>
              <a:gd name="connsiteY2519" fmla="*/ 2111375 h 6382977"/>
              <a:gd name="connsiteX2520" fmla="*/ 3351014 w 6501199"/>
              <a:gd name="connsiteY2520" fmla="*/ 2107543 h 6382977"/>
              <a:gd name="connsiteX2521" fmla="*/ 3359555 w 6501199"/>
              <a:gd name="connsiteY2521" fmla="*/ 2111101 h 6382977"/>
              <a:gd name="connsiteX2522" fmla="*/ 3357139 w 6501199"/>
              <a:gd name="connsiteY2522" fmla="*/ 2111101 h 6382977"/>
              <a:gd name="connsiteX2523" fmla="*/ 3344025 w 6501199"/>
              <a:gd name="connsiteY2523" fmla="*/ 2117861 h 6382977"/>
              <a:gd name="connsiteX2524" fmla="*/ 3351014 w 6501199"/>
              <a:gd name="connsiteY2524" fmla="*/ 2107543 h 6382977"/>
              <a:gd name="connsiteX2525" fmla="*/ 3644823 w 6501199"/>
              <a:gd name="connsiteY2525" fmla="*/ 2104501 h 6382977"/>
              <a:gd name="connsiteX2526" fmla="*/ 3659581 w 6501199"/>
              <a:gd name="connsiteY2526" fmla="*/ 2107437 h 6382977"/>
              <a:gd name="connsiteX2527" fmla="*/ 3637042 w 6501199"/>
              <a:gd name="connsiteY2527" fmla="*/ 2122858 h 6382977"/>
              <a:gd name="connsiteX2528" fmla="*/ 3644823 w 6501199"/>
              <a:gd name="connsiteY2528" fmla="*/ 2104501 h 6382977"/>
              <a:gd name="connsiteX2529" fmla="*/ 3839857 w 6501199"/>
              <a:gd name="connsiteY2529" fmla="*/ 2103600 h 6382977"/>
              <a:gd name="connsiteX2530" fmla="*/ 3839457 w 6501199"/>
              <a:gd name="connsiteY2530" fmla="*/ 2104159 h 6382977"/>
              <a:gd name="connsiteX2531" fmla="*/ 3830855 w 6501199"/>
              <a:gd name="connsiteY2531" fmla="*/ 2105760 h 6382977"/>
              <a:gd name="connsiteX2532" fmla="*/ 3839857 w 6501199"/>
              <a:gd name="connsiteY2532" fmla="*/ 2103600 h 6382977"/>
              <a:gd name="connsiteX2533" fmla="*/ 4725786 w 6501199"/>
              <a:gd name="connsiteY2533" fmla="*/ 2101577 h 6382977"/>
              <a:gd name="connsiteX2534" fmla="*/ 4722987 w 6501199"/>
              <a:gd name="connsiteY2534" fmla="*/ 2103363 h 6382977"/>
              <a:gd name="connsiteX2535" fmla="*/ 4688821 w 6501199"/>
              <a:gd name="connsiteY2535" fmla="*/ 2123900 h 6382977"/>
              <a:gd name="connsiteX2536" fmla="*/ 4694435 w 6501199"/>
              <a:gd name="connsiteY2536" fmla="*/ 2123752 h 6382977"/>
              <a:gd name="connsiteX2537" fmla="*/ 4718231 w 6501199"/>
              <a:gd name="connsiteY2537" fmla="*/ 2109337 h 6382977"/>
              <a:gd name="connsiteX2538" fmla="*/ 6406442 w 6501199"/>
              <a:gd name="connsiteY2538" fmla="*/ 2099311 h 6382977"/>
              <a:gd name="connsiteX2539" fmla="*/ 6423900 w 6501199"/>
              <a:gd name="connsiteY2539" fmla="*/ 2126886 h 6382977"/>
              <a:gd name="connsiteX2540" fmla="*/ 6408204 w 6501199"/>
              <a:gd name="connsiteY2540" fmla="*/ 2124339 h 6382977"/>
              <a:gd name="connsiteX2541" fmla="*/ 6396788 w 6501199"/>
              <a:gd name="connsiteY2541" fmla="*/ 2101420 h 6382977"/>
              <a:gd name="connsiteX2542" fmla="*/ 6406442 w 6501199"/>
              <a:gd name="connsiteY2542" fmla="*/ 2099311 h 6382977"/>
              <a:gd name="connsiteX2543" fmla="*/ 3789808 w 6501199"/>
              <a:gd name="connsiteY2543" fmla="*/ 2096759 h 6382977"/>
              <a:gd name="connsiteX2544" fmla="*/ 3771444 w 6501199"/>
              <a:gd name="connsiteY2544" fmla="*/ 2114760 h 6382977"/>
              <a:gd name="connsiteX2545" fmla="*/ 3789808 w 6501199"/>
              <a:gd name="connsiteY2545" fmla="*/ 2096759 h 6382977"/>
              <a:gd name="connsiteX2546" fmla="*/ 4686492 w 6501199"/>
              <a:gd name="connsiteY2546" fmla="*/ 2096028 h 6382977"/>
              <a:gd name="connsiteX2547" fmla="*/ 4683567 w 6501199"/>
              <a:gd name="connsiteY2547" fmla="*/ 2101563 h 6382977"/>
              <a:gd name="connsiteX2548" fmla="*/ 4692927 w 6501199"/>
              <a:gd name="connsiteY2548" fmla="*/ 2097243 h 6382977"/>
              <a:gd name="connsiteX2549" fmla="*/ 4686492 w 6501199"/>
              <a:gd name="connsiteY2549" fmla="*/ 2096028 h 6382977"/>
              <a:gd name="connsiteX2550" fmla="*/ 3717415 w 6501199"/>
              <a:gd name="connsiteY2550" fmla="*/ 2094984 h 6382977"/>
              <a:gd name="connsiteX2551" fmla="*/ 3718428 w 6501199"/>
              <a:gd name="connsiteY2551" fmla="*/ 2102491 h 6382977"/>
              <a:gd name="connsiteX2552" fmla="*/ 3723120 w 6501199"/>
              <a:gd name="connsiteY2552" fmla="*/ 2101845 h 6382977"/>
              <a:gd name="connsiteX2553" fmla="*/ 3722456 w 6501199"/>
              <a:gd name="connsiteY2553" fmla="*/ 2099123 h 6382977"/>
              <a:gd name="connsiteX2554" fmla="*/ 3717415 w 6501199"/>
              <a:gd name="connsiteY2554" fmla="*/ 2094984 h 6382977"/>
              <a:gd name="connsiteX2555" fmla="*/ 6378962 w 6501199"/>
              <a:gd name="connsiteY2555" fmla="*/ 2090737 h 6382977"/>
              <a:gd name="connsiteX2556" fmla="*/ 6360792 w 6501199"/>
              <a:gd name="connsiteY2556" fmla="*/ 2198325 h 6382977"/>
              <a:gd name="connsiteX2557" fmla="*/ 6378962 w 6501199"/>
              <a:gd name="connsiteY2557" fmla="*/ 2090737 h 6382977"/>
              <a:gd name="connsiteX2558" fmla="*/ 3676371 w 6501199"/>
              <a:gd name="connsiteY2558" fmla="*/ 2090665 h 6382977"/>
              <a:gd name="connsiteX2559" fmla="*/ 3674346 w 6501199"/>
              <a:gd name="connsiteY2559" fmla="*/ 2097999 h 6382977"/>
              <a:gd name="connsiteX2560" fmla="*/ 3674229 w 6501199"/>
              <a:gd name="connsiteY2560" fmla="*/ 2101295 h 6382977"/>
              <a:gd name="connsiteX2561" fmla="*/ 3674615 w 6501199"/>
              <a:gd name="connsiteY2561" fmla="*/ 2106114 h 6382977"/>
              <a:gd name="connsiteX2562" fmla="*/ 3682868 w 6501199"/>
              <a:gd name="connsiteY2562" fmla="*/ 2128441 h 6382977"/>
              <a:gd name="connsiteX2563" fmla="*/ 3694821 w 6501199"/>
              <a:gd name="connsiteY2563" fmla="*/ 2094846 h 6382977"/>
              <a:gd name="connsiteX2564" fmla="*/ 3694373 w 6501199"/>
              <a:gd name="connsiteY2564" fmla="*/ 2092824 h 6382977"/>
              <a:gd name="connsiteX2565" fmla="*/ 3676371 w 6501199"/>
              <a:gd name="connsiteY2565" fmla="*/ 2090665 h 6382977"/>
              <a:gd name="connsiteX2566" fmla="*/ 3486544 w 6501199"/>
              <a:gd name="connsiteY2566" fmla="*/ 2087562 h 6382977"/>
              <a:gd name="connsiteX2567" fmla="*/ 3466263 w 6501199"/>
              <a:gd name="connsiteY2567" fmla="*/ 2108444 h 6382977"/>
              <a:gd name="connsiteX2568" fmla="*/ 3486544 w 6501199"/>
              <a:gd name="connsiteY2568" fmla="*/ 2087562 h 6382977"/>
              <a:gd name="connsiteX2569" fmla="*/ 6135461 w 6501199"/>
              <a:gd name="connsiteY2569" fmla="*/ 2085975 h 6382977"/>
              <a:gd name="connsiteX2570" fmla="*/ 6147184 w 6501199"/>
              <a:gd name="connsiteY2570" fmla="*/ 2101716 h 6382977"/>
              <a:gd name="connsiteX2571" fmla="*/ 6123738 w 6501199"/>
              <a:gd name="connsiteY2571" fmla="*/ 2108513 h 6382977"/>
              <a:gd name="connsiteX2572" fmla="*/ 6135461 w 6501199"/>
              <a:gd name="connsiteY2572" fmla="*/ 2085975 h 6382977"/>
              <a:gd name="connsiteX2573" fmla="*/ 5333340 w 6501199"/>
              <a:gd name="connsiteY2573" fmla="*/ 2081487 h 6382977"/>
              <a:gd name="connsiteX2574" fmla="*/ 5332534 w 6501199"/>
              <a:gd name="connsiteY2574" fmla="*/ 2087348 h 6382977"/>
              <a:gd name="connsiteX2575" fmla="*/ 5327612 w 6501199"/>
              <a:gd name="connsiteY2575" fmla="*/ 2092562 h 6382977"/>
              <a:gd name="connsiteX2576" fmla="*/ 5340257 w 6501199"/>
              <a:gd name="connsiteY2576" fmla="*/ 2088107 h 6382977"/>
              <a:gd name="connsiteX2577" fmla="*/ 5340588 w 6501199"/>
              <a:gd name="connsiteY2577" fmla="*/ 2082283 h 6382977"/>
              <a:gd name="connsiteX2578" fmla="*/ 5340190 w 6501199"/>
              <a:gd name="connsiteY2578" fmla="*/ 2082240 h 6382977"/>
              <a:gd name="connsiteX2579" fmla="*/ 3553575 w 6501199"/>
              <a:gd name="connsiteY2579" fmla="*/ 2081212 h 6382977"/>
              <a:gd name="connsiteX2580" fmla="*/ 3567497 w 6501199"/>
              <a:gd name="connsiteY2580" fmla="*/ 2085557 h 6382977"/>
              <a:gd name="connsiteX2581" fmla="*/ 3553575 w 6501199"/>
              <a:gd name="connsiteY2581" fmla="*/ 2092436 h 6382977"/>
              <a:gd name="connsiteX2582" fmla="*/ 3553575 w 6501199"/>
              <a:gd name="connsiteY2582" fmla="*/ 2081212 h 6382977"/>
              <a:gd name="connsiteX2583" fmla="*/ 3441362 w 6501199"/>
              <a:gd name="connsiteY2583" fmla="*/ 2076199 h 6382977"/>
              <a:gd name="connsiteX2584" fmla="*/ 3439233 w 6501199"/>
              <a:gd name="connsiteY2584" fmla="*/ 2076613 h 6382977"/>
              <a:gd name="connsiteX2585" fmla="*/ 3441512 w 6501199"/>
              <a:gd name="connsiteY2585" fmla="*/ 2086374 h 6382977"/>
              <a:gd name="connsiteX2586" fmla="*/ 3441671 w 6501199"/>
              <a:gd name="connsiteY2586" fmla="*/ 2080946 h 6382977"/>
              <a:gd name="connsiteX2587" fmla="*/ 3441362 w 6501199"/>
              <a:gd name="connsiteY2587" fmla="*/ 2076199 h 6382977"/>
              <a:gd name="connsiteX2588" fmla="*/ 3844323 w 6501199"/>
              <a:gd name="connsiteY2588" fmla="*/ 2074304 h 6382977"/>
              <a:gd name="connsiteX2589" fmla="*/ 3841854 w 6501199"/>
              <a:gd name="connsiteY2589" fmla="*/ 2074794 h 6382977"/>
              <a:gd name="connsiteX2590" fmla="*/ 3848388 w 6501199"/>
              <a:gd name="connsiteY2590" fmla="*/ 2076564 h 6382977"/>
              <a:gd name="connsiteX2591" fmla="*/ 3848476 w 6501199"/>
              <a:gd name="connsiteY2591" fmla="*/ 2076410 h 6382977"/>
              <a:gd name="connsiteX2592" fmla="*/ 3726416 w 6501199"/>
              <a:gd name="connsiteY2592" fmla="*/ 2072307 h 6382977"/>
              <a:gd name="connsiteX2593" fmla="*/ 3727129 w 6501199"/>
              <a:gd name="connsiteY2593" fmla="*/ 2072427 h 6382977"/>
              <a:gd name="connsiteX2594" fmla="*/ 3726804 w 6501199"/>
              <a:gd name="connsiteY2594" fmla="*/ 2072791 h 6382977"/>
              <a:gd name="connsiteX2595" fmla="*/ 5341292 w 6501199"/>
              <a:gd name="connsiteY2595" fmla="*/ 2069881 h 6382977"/>
              <a:gd name="connsiteX2596" fmla="*/ 5334953 w 6501199"/>
              <a:gd name="connsiteY2596" fmla="*/ 2073678 h 6382977"/>
              <a:gd name="connsiteX2597" fmla="*/ 5333922 w 6501199"/>
              <a:gd name="connsiteY2597" fmla="*/ 2078382 h 6382977"/>
              <a:gd name="connsiteX2598" fmla="*/ 5338982 w 6501199"/>
              <a:gd name="connsiteY2598" fmla="*/ 2074862 h 6382977"/>
              <a:gd name="connsiteX2599" fmla="*/ 5341113 w 6501199"/>
              <a:gd name="connsiteY2599" fmla="*/ 2073036 h 6382977"/>
              <a:gd name="connsiteX2600" fmla="*/ 3735800 w 6501199"/>
              <a:gd name="connsiteY2600" fmla="*/ 2069692 h 6382977"/>
              <a:gd name="connsiteX2601" fmla="*/ 3755939 w 6501199"/>
              <a:gd name="connsiteY2601" fmla="*/ 2076987 h 6382977"/>
              <a:gd name="connsiteX2602" fmla="*/ 3741178 w 6501199"/>
              <a:gd name="connsiteY2602" fmla="*/ 2074782 h 6382977"/>
              <a:gd name="connsiteX2603" fmla="*/ 3732917 w 6501199"/>
              <a:gd name="connsiteY2603" fmla="*/ 2073397 h 6382977"/>
              <a:gd name="connsiteX2604" fmla="*/ 3732917 w 6501199"/>
              <a:gd name="connsiteY2604" fmla="*/ 2080428 h 6382977"/>
              <a:gd name="connsiteX2605" fmla="*/ 3733342 w 6501199"/>
              <a:gd name="connsiteY2605" fmla="*/ 2080957 h 6382977"/>
              <a:gd name="connsiteX2606" fmla="*/ 3758099 w 6501199"/>
              <a:gd name="connsiteY2606" fmla="*/ 2088145 h 6382977"/>
              <a:gd name="connsiteX2607" fmla="*/ 3746938 w 6501199"/>
              <a:gd name="connsiteY2607" fmla="*/ 2101823 h 6382977"/>
              <a:gd name="connsiteX2608" fmla="*/ 3735417 w 6501199"/>
              <a:gd name="connsiteY2608" fmla="*/ 2085985 h 6382977"/>
              <a:gd name="connsiteX2609" fmla="*/ 3727087 w 6501199"/>
              <a:gd name="connsiteY2609" fmla="*/ 2101298 h 6382977"/>
              <a:gd name="connsiteX2610" fmla="*/ 3730307 w 6501199"/>
              <a:gd name="connsiteY2610" fmla="*/ 2100855 h 6382977"/>
              <a:gd name="connsiteX2611" fmla="*/ 3755601 w 6501199"/>
              <a:gd name="connsiteY2611" fmla="*/ 2114760 h 6382977"/>
              <a:gd name="connsiteX2612" fmla="*/ 3773965 w 6501199"/>
              <a:gd name="connsiteY2612" fmla="*/ 2076238 h 6382977"/>
              <a:gd name="connsiteX2613" fmla="*/ 3762122 w 6501199"/>
              <a:gd name="connsiteY2613" fmla="*/ 2072984 h 6382977"/>
              <a:gd name="connsiteX2614" fmla="*/ 3758099 w 6501199"/>
              <a:gd name="connsiteY2614" fmla="*/ 2072307 h 6382977"/>
              <a:gd name="connsiteX2615" fmla="*/ 3758516 w 6501199"/>
              <a:gd name="connsiteY2615" fmla="*/ 2072002 h 6382977"/>
              <a:gd name="connsiteX2616" fmla="*/ 3687892 w 6501199"/>
              <a:gd name="connsiteY2616" fmla="*/ 2063309 h 6382977"/>
              <a:gd name="connsiteX2617" fmla="*/ 3690052 w 6501199"/>
              <a:gd name="connsiteY2617" fmla="*/ 2081666 h 6382977"/>
              <a:gd name="connsiteX2618" fmla="*/ 3696893 w 6501199"/>
              <a:gd name="connsiteY2618" fmla="*/ 2079146 h 6382977"/>
              <a:gd name="connsiteX2619" fmla="*/ 3687892 w 6501199"/>
              <a:gd name="connsiteY2619" fmla="*/ 2063309 h 6382977"/>
              <a:gd name="connsiteX2620" fmla="*/ 3707555 w 6501199"/>
              <a:gd name="connsiteY2620" fmla="*/ 2063032 h 6382977"/>
              <a:gd name="connsiteX2621" fmla="*/ 3707921 w 6501199"/>
              <a:gd name="connsiteY2621" fmla="*/ 2066486 h 6382977"/>
              <a:gd name="connsiteX2622" fmla="*/ 3708189 w 6501199"/>
              <a:gd name="connsiteY2622" fmla="*/ 2064479 h 6382977"/>
              <a:gd name="connsiteX2623" fmla="*/ 3660529 w 6501199"/>
              <a:gd name="connsiteY2623" fmla="*/ 2061149 h 6382977"/>
              <a:gd name="connsiteX2624" fmla="*/ 3658009 w 6501199"/>
              <a:gd name="connsiteY2624" fmla="*/ 2094984 h 6382977"/>
              <a:gd name="connsiteX2625" fmla="*/ 3646642 w 6501199"/>
              <a:gd name="connsiteY2625" fmla="*/ 2089150 h 6382977"/>
              <a:gd name="connsiteX2626" fmla="*/ 3646222 w 6501199"/>
              <a:gd name="connsiteY2626" fmla="*/ 2089473 h 6382977"/>
              <a:gd name="connsiteX2627" fmla="*/ 3641371 w 6501199"/>
              <a:gd name="connsiteY2627" fmla="*/ 2087955 h 6382977"/>
              <a:gd name="connsiteX2628" fmla="*/ 3638972 w 6501199"/>
              <a:gd name="connsiteY2628" fmla="*/ 2087847 h 6382977"/>
              <a:gd name="connsiteX2629" fmla="*/ 3630646 w 6501199"/>
              <a:gd name="connsiteY2629" fmla="*/ 2092824 h 6382977"/>
              <a:gd name="connsiteX2630" fmla="*/ 3634607 w 6501199"/>
              <a:gd name="connsiteY2630" fmla="*/ 2082701 h 6382977"/>
              <a:gd name="connsiteX2631" fmla="*/ 3633227 w 6501199"/>
              <a:gd name="connsiteY2631" fmla="*/ 2072747 h 6382977"/>
              <a:gd name="connsiteX2632" fmla="*/ 3633366 w 6501199"/>
              <a:gd name="connsiteY2632" fmla="*/ 2072501 h 6382977"/>
              <a:gd name="connsiteX2633" fmla="*/ 3639467 w 6501199"/>
              <a:gd name="connsiteY2633" fmla="*/ 2078426 h 6382977"/>
              <a:gd name="connsiteX2634" fmla="*/ 3641461 w 6501199"/>
              <a:gd name="connsiteY2634" fmla="*/ 2078577 h 6382977"/>
              <a:gd name="connsiteX2635" fmla="*/ 3644581 w 6501199"/>
              <a:gd name="connsiteY2635" fmla="*/ 2071722 h 6382977"/>
              <a:gd name="connsiteX2636" fmla="*/ 3642274 w 6501199"/>
              <a:gd name="connsiteY2636" fmla="*/ 2067853 h 6382977"/>
              <a:gd name="connsiteX2637" fmla="*/ 3634291 w 6501199"/>
              <a:gd name="connsiteY2637" fmla="*/ 2070868 h 6382977"/>
              <a:gd name="connsiteX2638" fmla="*/ 3633366 w 6501199"/>
              <a:gd name="connsiteY2638" fmla="*/ 2072501 h 6382977"/>
              <a:gd name="connsiteX2639" fmla="*/ 3633166 w 6501199"/>
              <a:gd name="connsiteY2639" fmla="*/ 2072307 h 6382977"/>
              <a:gd name="connsiteX2640" fmla="*/ 3633227 w 6501199"/>
              <a:gd name="connsiteY2640" fmla="*/ 2072747 h 6382977"/>
              <a:gd name="connsiteX2641" fmla="*/ 3627996 w 6501199"/>
              <a:gd name="connsiteY2641" fmla="*/ 2081981 h 6382977"/>
              <a:gd name="connsiteX2642" fmla="*/ 3626326 w 6501199"/>
              <a:gd name="connsiteY2642" fmla="*/ 2094984 h 6382977"/>
              <a:gd name="connsiteX2643" fmla="*/ 3607964 w 6501199"/>
              <a:gd name="connsiteY2643" fmla="*/ 2085985 h 6382977"/>
              <a:gd name="connsiteX2644" fmla="*/ 3603643 w 6501199"/>
              <a:gd name="connsiteY2644" fmla="*/ 2108662 h 6382977"/>
              <a:gd name="connsiteX2645" fmla="*/ 3610484 w 6501199"/>
              <a:gd name="connsiteY2645" fmla="*/ 2072307 h 6382977"/>
              <a:gd name="connsiteX2646" fmla="*/ 3587801 w 6501199"/>
              <a:gd name="connsiteY2646" fmla="*/ 2085985 h 6382977"/>
              <a:gd name="connsiteX2647" fmla="*/ 3585281 w 6501199"/>
              <a:gd name="connsiteY2647" fmla="*/ 2076987 h 6382977"/>
              <a:gd name="connsiteX2648" fmla="*/ 3583121 w 6501199"/>
              <a:gd name="connsiteY2648" fmla="*/ 2090665 h 6382977"/>
              <a:gd name="connsiteX2649" fmla="*/ 3544237 w 6501199"/>
              <a:gd name="connsiteY2649" fmla="*/ 2085985 h 6382977"/>
              <a:gd name="connsiteX2650" fmla="*/ 3528395 w 6501199"/>
              <a:gd name="connsiteY2650" fmla="*/ 2074827 h 6382977"/>
              <a:gd name="connsiteX2651" fmla="*/ 3521554 w 6501199"/>
              <a:gd name="connsiteY2651" fmla="*/ 2092824 h 6382977"/>
              <a:gd name="connsiteX2652" fmla="*/ 3444146 w 6501199"/>
              <a:gd name="connsiteY2652" fmla="*/ 2088145 h 6382977"/>
              <a:gd name="connsiteX2653" fmla="*/ 3441548 w 6501199"/>
              <a:gd name="connsiteY2653" fmla="*/ 2086527 h 6382977"/>
              <a:gd name="connsiteX2654" fmla="*/ 3443676 w 6501199"/>
              <a:gd name="connsiteY2654" fmla="*/ 2095644 h 6382977"/>
              <a:gd name="connsiteX2655" fmla="*/ 3432452 w 6501199"/>
              <a:gd name="connsiteY2655" fmla="*/ 2109424 h 6382977"/>
              <a:gd name="connsiteX2656" fmla="*/ 3430144 w 6501199"/>
              <a:gd name="connsiteY2656" fmla="*/ 2097458 h 6382977"/>
              <a:gd name="connsiteX2657" fmla="*/ 3414922 w 6501199"/>
              <a:gd name="connsiteY2657" fmla="*/ 2089258 h 6382977"/>
              <a:gd name="connsiteX2658" fmla="*/ 3413588 w 6501199"/>
              <a:gd name="connsiteY2658" fmla="*/ 2089990 h 6382977"/>
              <a:gd name="connsiteX2659" fmla="*/ 3412672 w 6501199"/>
              <a:gd name="connsiteY2659" fmla="*/ 2090182 h 6382977"/>
              <a:gd name="connsiteX2660" fmla="*/ 3409642 w 6501199"/>
              <a:gd name="connsiteY2660" fmla="*/ 2093469 h 6382977"/>
              <a:gd name="connsiteX2661" fmla="*/ 3409284 w 6501199"/>
              <a:gd name="connsiteY2661" fmla="*/ 2090891 h 6382977"/>
              <a:gd name="connsiteX2662" fmla="*/ 3402928 w 6501199"/>
              <a:gd name="connsiteY2662" fmla="*/ 2092222 h 6382977"/>
              <a:gd name="connsiteX2663" fmla="*/ 3396621 w 6501199"/>
              <a:gd name="connsiteY2663" fmla="*/ 2085985 h 6382977"/>
              <a:gd name="connsiteX2664" fmla="*/ 3410303 w 6501199"/>
              <a:gd name="connsiteY2664" fmla="*/ 2079146 h 6382977"/>
              <a:gd name="connsiteX2665" fmla="*/ 3387260 w 6501199"/>
              <a:gd name="connsiteY2665" fmla="*/ 2081666 h 6382977"/>
              <a:gd name="connsiteX2666" fmla="*/ 3373579 w 6501199"/>
              <a:gd name="connsiteY2666" fmla="*/ 2094984 h 6382977"/>
              <a:gd name="connsiteX2667" fmla="*/ 3382940 w 6501199"/>
              <a:gd name="connsiteY2667" fmla="*/ 2088145 h 6382977"/>
              <a:gd name="connsiteX2668" fmla="*/ 3382940 w 6501199"/>
              <a:gd name="connsiteY2668" fmla="*/ 2081666 h 6382977"/>
              <a:gd name="connsiteX2669" fmla="*/ 3317053 w 6501199"/>
              <a:gd name="connsiteY2669" fmla="*/ 2085985 h 6382977"/>
              <a:gd name="connsiteX2670" fmla="*/ 3330374 w 6501199"/>
              <a:gd name="connsiteY2670" fmla="*/ 2113341 h 6382977"/>
              <a:gd name="connsiteX2671" fmla="*/ 3277089 w 6501199"/>
              <a:gd name="connsiteY2671" fmla="*/ 2106772 h 6382977"/>
              <a:gd name="connsiteX2672" fmla="*/ 3221783 w 6501199"/>
              <a:gd name="connsiteY2672" fmla="*/ 2122300 h 6382977"/>
              <a:gd name="connsiteX2673" fmla="*/ 3221797 w 6501199"/>
              <a:gd name="connsiteY2673" fmla="*/ 2122372 h 6382977"/>
              <a:gd name="connsiteX2674" fmla="*/ 3241850 w 6501199"/>
              <a:gd name="connsiteY2674" fmla="*/ 2126614 h 6382977"/>
              <a:gd name="connsiteX2675" fmla="*/ 3253686 w 6501199"/>
              <a:gd name="connsiteY2675" fmla="*/ 2136018 h 6382977"/>
              <a:gd name="connsiteX2676" fmla="*/ 3231094 w 6501199"/>
              <a:gd name="connsiteY2676" fmla="*/ 2131204 h 6382977"/>
              <a:gd name="connsiteX2677" fmla="*/ 3222957 w 6501199"/>
              <a:gd name="connsiteY2677" fmla="*/ 2128603 h 6382977"/>
              <a:gd name="connsiteX2678" fmla="*/ 3225578 w 6501199"/>
              <a:gd name="connsiteY2678" fmla="*/ 2142672 h 6382977"/>
              <a:gd name="connsiteX2679" fmla="*/ 3228076 w 6501199"/>
              <a:gd name="connsiteY2679" fmla="*/ 2142606 h 6382977"/>
              <a:gd name="connsiteX2680" fmla="*/ 3225783 w 6501199"/>
              <a:gd name="connsiteY2680" fmla="*/ 2143769 h 6382977"/>
              <a:gd name="connsiteX2681" fmla="*/ 3225945 w 6501199"/>
              <a:gd name="connsiteY2681" fmla="*/ 2144642 h 6382977"/>
              <a:gd name="connsiteX2682" fmla="*/ 3220611 w 6501199"/>
              <a:gd name="connsiteY2682" fmla="*/ 2151977 h 6382977"/>
              <a:gd name="connsiteX2683" fmla="*/ 3228666 w 6501199"/>
              <a:gd name="connsiteY2683" fmla="*/ 2152715 h 6382977"/>
              <a:gd name="connsiteX2684" fmla="*/ 3246436 w 6501199"/>
              <a:gd name="connsiteY2684" fmla="*/ 2138286 h 6382977"/>
              <a:gd name="connsiteX2685" fmla="*/ 3260116 w 6501199"/>
              <a:gd name="connsiteY2685" fmla="*/ 2149446 h 6382977"/>
              <a:gd name="connsiteX2686" fmla="*/ 3269096 w 6501199"/>
              <a:gd name="connsiteY2686" fmla="*/ 2148525 h 6382977"/>
              <a:gd name="connsiteX2687" fmla="*/ 3269944 w 6501199"/>
              <a:gd name="connsiteY2687" fmla="*/ 2147761 h 6382977"/>
              <a:gd name="connsiteX2688" fmla="*/ 3275204 w 6501199"/>
              <a:gd name="connsiteY2688" fmla="*/ 2147300 h 6382977"/>
              <a:gd name="connsiteX2689" fmla="*/ 3275389 w 6501199"/>
              <a:gd name="connsiteY2689" fmla="*/ 2147879 h 6382977"/>
              <a:gd name="connsiteX2690" fmla="*/ 3368837 w 6501199"/>
              <a:gd name="connsiteY2690" fmla="*/ 2138286 h 6382977"/>
              <a:gd name="connsiteX2691" fmla="*/ 3454919 w 6501199"/>
              <a:gd name="connsiteY2691" fmla="*/ 2130594 h 6382977"/>
              <a:gd name="connsiteX2692" fmla="*/ 3452844 w 6501199"/>
              <a:gd name="connsiteY2692" fmla="*/ 2124106 h 6382977"/>
              <a:gd name="connsiteX2693" fmla="*/ 3448594 w 6501199"/>
              <a:gd name="connsiteY2693" fmla="*/ 2127175 h 6382977"/>
              <a:gd name="connsiteX2694" fmla="*/ 3450697 w 6501199"/>
              <a:gd name="connsiteY2694" fmla="*/ 2115269 h 6382977"/>
              <a:gd name="connsiteX2695" fmla="*/ 3455254 w 6501199"/>
              <a:gd name="connsiteY2695" fmla="*/ 2110804 h 6382977"/>
              <a:gd name="connsiteX2696" fmla="*/ 3466031 w 6501199"/>
              <a:gd name="connsiteY2696" fmla="*/ 2115920 h 6382977"/>
              <a:gd name="connsiteX2697" fmla="*/ 3456040 w 6501199"/>
              <a:gd name="connsiteY2697" fmla="*/ 2130494 h 6382977"/>
              <a:gd name="connsiteX2698" fmla="*/ 3473598 w 6501199"/>
              <a:gd name="connsiteY2698" fmla="*/ 2128925 h 6382977"/>
              <a:gd name="connsiteX2699" fmla="*/ 3475758 w 6501199"/>
              <a:gd name="connsiteY2699" fmla="*/ 2138286 h 6382977"/>
              <a:gd name="connsiteX2700" fmla="*/ 3491598 w 6501199"/>
              <a:gd name="connsiteY2700" fmla="*/ 2128925 h 6382977"/>
              <a:gd name="connsiteX2701" fmla="*/ 3544999 w 6501199"/>
              <a:gd name="connsiteY2701" fmla="*/ 2133697 h 6382977"/>
              <a:gd name="connsiteX2702" fmla="*/ 3547230 w 6501199"/>
              <a:gd name="connsiteY2702" fmla="*/ 2128407 h 6382977"/>
              <a:gd name="connsiteX2703" fmla="*/ 3537042 w 6501199"/>
              <a:gd name="connsiteY2703" fmla="*/ 2123761 h 6382977"/>
              <a:gd name="connsiteX2704" fmla="*/ 3563372 w 6501199"/>
              <a:gd name="connsiteY2704" fmla="*/ 2126146 h 6382977"/>
              <a:gd name="connsiteX2705" fmla="*/ 3567417 w 6501199"/>
              <a:gd name="connsiteY2705" fmla="*/ 2135700 h 6382977"/>
              <a:gd name="connsiteX2706" fmla="*/ 3596359 w 6501199"/>
              <a:gd name="connsiteY2706" fmla="*/ 2138286 h 6382977"/>
              <a:gd name="connsiteX2707" fmla="*/ 3619444 w 6501199"/>
              <a:gd name="connsiteY2707" fmla="*/ 2139197 h 6382977"/>
              <a:gd name="connsiteX2708" fmla="*/ 3637834 w 6501199"/>
              <a:gd name="connsiteY2708" fmla="*/ 2139923 h 6382977"/>
              <a:gd name="connsiteX2709" fmla="*/ 3637500 w 6501199"/>
              <a:gd name="connsiteY2709" fmla="*/ 2135281 h 6382977"/>
              <a:gd name="connsiteX2710" fmla="*/ 3644094 w 6501199"/>
              <a:gd name="connsiteY2710" fmla="*/ 2137650 h 6382977"/>
              <a:gd name="connsiteX2711" fmla="*/ 3644714 w 6501199"/>
              <a:gd name="connsiteY2711" fmla="*/ 2140195 h 6382977"/>
              <a:gd name="connsiteX2712" fmla="*/ 3651079 w 6501199"/>
              <a:gd name="connsiteY2712" fmla="*/ 2140446 h 6382977"/>
              <a:gd name="connsiteX2713" fmla="*/ 3655039 w 6501199"/>
              <a:gd name="connsiteY2713" fmla="*/ 2140446 h 6382977"/>
              <a:gd name="connsiteX2714" fmla="*/ 3663056 w 6501199"/>
              <a:gd name="connsiteY2714" fmla="*/ 2140446 h 6382977"/>
              <a:gd name="connsiteX2715" fmla="*/ 3656691 w 6501199"/>
              <a:gd name="connsiteY2715" fmla="*/ 2138010 h 6382977"/>
              <a:gd name="connsiteX2716" fmla="*/ 3653343 w 6501199"/>
              <a:gd name="connsiteY2716" fmla="*/ 2123761 h 6382977"/>
              <a:gd name="connsiteX2717" fmla="*/ 3664505 w 6501199"/>
              <a:gd name="connsiteY2717" fmla="*/ 2103600 h 6382977"/>
              <a:gd name="connsiteX2718" fmla="*/ 3669186 w 6501199"/>
              <a:gd name="connsiteY2718" fmla="*/ 2103600 h 6382977"/>
              <a:gd name="connsiteX2719" fmla="*/ 3672651 w 6501199"/>
              <a:gd name="connsiteY2719" fmla="*/ 2098536 h 6382977"/>
              <a:gd name="connsiteX2720" fmla="*/ 3669170 w 6501199"/>
              <a:gd name="connsiteY2720" fmla="*/ 2091205 h 6382977"/>
              <a:gd name="connsiteX2721" fmla="*/ 3669530 w 6501199"/>
              <a:gd name="connsiteY2721" fmla="*/ 2083826 h 6382977"/>
              <a:gd name="connsiteX2722" fmla="*/ 3685372 w 6501199"/>
              <a:gd name="connsiteY2722" fmla="*/ 2074827 h 6382977"/>
              <a:gd name="connsiteX2723" fmla="*/ 3660529 w 6501199"/>
              <a:gd name="connsiteY2723" fmla="*/ 2061149 h 6382977"/>
              <a:gd name="connsiteX2724" fmla="*/ 5277571 w 6501199"/>
              <a:gd name="connsiteY2724" fmla="*/ 2058360 h 6382977"/>
              <a:gd name="connsiteX2725" fmla="*/ 5270731 w 6501199"/>
              <a:gd name="connsiteY2725" fmla="*/ 2083562 h 6382977"/>
              <a:gd name="connsiteX2726" fmla="*/ 5275051 w 6501199"/>
              <a:gd name="connsiteY2726" fmla="*/ 2072041 h 6382977"/>
              <a:gd name="connsiteX2727" fmla="*/ 5279731 w 6501199"/>
              <a:gd name="connsiteY2727" fmla="*/ 2074561 h 6382977"/>
              <a:gd name="connsiteX2728" fmla="*/ 5277571 w 6501199"/>
              <a:gd name="connsiteY2728" fmla="*/ 2058360 h 6382977"/>
              <a:gd name="connsiteX2729" fmla="*/ 3731964 w 6501199"/>
              <a:gd name="connsiteY2729" fmla="*/ 2054861 h 6382977"/>
              <a:gd name="connsiteX2730" fmla="*/ 3714895 w 6501199"/>
              <a:gd name="connsiteY2730" fmla="*/ 2065468 h 6382977"/>
              <a:gd name="connsiteX2731" fmla="*/ 3721736 w 6501199"/>
              <a:gd name="connsiteY2731" fmla="*/ 2072307 h 6382977"/>
              <a:gd name="connsiteX2732" fmla="*/ 3707379 w 6501199"/>
              <a:gd name="connsiteY2732" fmla="*/ 2085491 h 6382977"/>
              <a:gd name="connsiteX2733" fmla="*/ 3703581 w 6501199"/>
              <a:gd name="connsiteY2733" fmla="*/ 2092257 h 6382977"/>
              <a:gd name="connsiteX2734" fmla="*/ 3710118 w 6501199"/>
              <a:gd name="connsiteY2734" fmla="*/ 2098390 h 6382977"/>
              <a:gd name="connsiteX2735" fmla="*/ 3717775 w 6501199"/>
              <a:gd name="connsiteY2735" fmla="*/ 2082892 h 6382977"/>
              <a:gd name="connsiteX2736" fmla="*/ 3726804 w 6501199"/>
              <a:gd name="connsiteY2736" fmla="*/ 2072791 h 6382977"/>
              <a:gd name="connsiteX2737" fmla="*/ 3730906 w 6501199"/>
              <a:gd name="connsiteY2737" fmla="*/ 2077915 h 6382977"/>
              <a:gd name="connsiteX2738" fmla="*/ 3729018 w 6501199"/>
              <a:gd name="connsiteY2738" fmla="*/ 2075097 h 6382977"/>
              <a:gd name="connsiteX2739" fmla="*/ 3729533 w 6501199"/>
              <a:gd name="connsiteY2739" fmla="*/ 2072830 h 6382977"/>
              <a:gd name="connsiteX2740" fmla="*/ 3727129 w 6501199"/>
              <a:gd name="connsiteY2740" fmla="*/ 2072427 h 6382977"/>
              <a:gd name="connsiteX2741" fmla="*/ 3730476 w 6501199"/>
              <a:gd name="connsiteY2741" fmla="*/ 2068682 h 6382977"/>
              <a:gd name="connsiteX2742" fmla="*/ 3731162 w 6501199"/>
              <a:gd name="connsiteY2742" fmla="*/ 2065663 h 6382977"/>
              <a:gd name="connsiteX2743" fmla="*/ 4745127 w 6501199"/>
              <a:gd name="connsiteY2743" fmla="*/ 2051520 h 6382977"/>
              <a:gd name="connsiteX2744" fmla="*/ 4724607 w 6501199"/>
              <a:gd name="connsiteY2744" fmla="*/ 2063040 h 6382977"/>
              <a:gd name="connsiteX2745" fmla="*/ 4731447 w 6501199"/>
              <a:gd name="connsiteY2745" fmla="*/ 2081402 h 6382977"/>
              <a:gd name="connsiteX2746" fmla="*/ 4738771 w 6501199"/>
              <a:gd name="connsiteY2746" fmla="*/ 2085716 h 6382977"/>
              <a:gd name="connsiteX2747" fmla="*/ 4742119 w 6501199"/>
              <a:gd name="connsiteY2747" fmla="*/ 2084378 h 6382977"/>
              <a:gd name="connsiteX2748" fmla="*/ 4748274 w 6501199"/>
              <a:gd name="connsiteY2748" fmla="*/ 2077408 h 6382977"/>
              <a:gd name="connsiteX2749" fmla="*/ 4740447 w 6501199"/>
              <a:gd name="connsiteY2749" fmla="*/ 2069881 h 6382977"/>
              <a:gd name="connsiteX2750" fmla="*/ 4751967 w 6501199"/>
              <a:gd name="connsiteY2750" fmla="*/ 2072041 h 6382977"/>
              <a:gd name="connsiteX2751" fmla="*/ 4745127 w 6501199"/>
              <a:gd name="connsiteY2751" fmla="*/ 2051520 h 6382977"/>
              <a:gd name="connsiteX2752" fmla="*/ 3817487 w 6501199"/>
              <a:gd name="connsiteY2752" fmla="*/ 2051108 h 6382977"/>
              <a:gd name="connsiteX2753" fmla="*/ 3812978 w 6501199"/>
              <a:gd name="connsiteY2753" fmla="*/ 2054163 h 6382977"/>
              <a:gd name="connsiteX2754" fmla="*/ 3809521 w 6501199"/>
              <a:gd name="connsiteY2754" fmla="*/ 2063143 h 6382977"/>
              <a:gd name="connsiteX2755" fmla="*/ 3805650 w 6501199"/>
              <a:gd name="connsiteY2755" fmla="*/ 2080919 h 6382977"/>
              <a:gd name="connsiteX2756" fmla="*/ 3808619 w 6501199"/>
              <a:gd name="connsiteY2756" fmla="*/ 2080299 h 6382977"/>
              <a:gd name="connsiteX2757" fmla="*/ 3816876 w 6501199"/>
              <a:gd name="connsiteY2757" fmla="*/ 2070507 h 6382977"/>
              <a:gd name="connsiteX2758" fmla="*/ 3819256 w 6501199"/>
              <a:gd name="connsiteY2758" fmla="*/ 2052702 h 6382977"/>
              <a:gd name="connsiteX2759" fmla="*/ 3738545 w 6501199"/>
              <a:gd name="connsiteY2759" fmla="*/ 2050772 h 6382977"/>
              <a:gd name="connsiteX2760" fmla="*/ 3734454 w 6501199"/>
              <a:gd name="connsiteY2760" fmla="*/ 2053315 h 6382977"/>
              <a:gd name="connsiteX2761" fmla="*/ 3737834 w 6501199"/>
              <a:gd name="connsiteY2761" fmla="*/ 2058176 h 6382977"/>
              <a:gd name="connsiteX2762" fmla="*/ 3762443 w 6501199"/>
              <a:gd name="connsiteY2762" fmla="*/ 2067238 h 6382977"/>
              <a:gd name="connsiteX2763" fmla="*/ 3767486 w 6501199"/>
              <a:gd name="connsiteY2763" fmla="*/ 2065434 h 6382977"/>
              <a:gd name="connsiteX2764" fmla="*/ 3770796 w 6501199"/>
              <a:gd name="connsiteY2764" fmla="*/ 2063011 h 6382977"/>
              <a:gd name="connsiteX2765" fmla="*/ 3774491 w 6501199"/>
              <a:gd name="connsiteY2765" fmla="*/ 2062929 h 6382977"/>
              <a:gd name="connsiteX2766" fmla="*/ 3780311 w 6501199"/>
              <a:gd name="connsiteY2766" fmla="*/ 2060848 h 6382977"/>
              <a:gd name="connsiteX2767" fmla="*/ 3784041 w 6501199"/>
              <a:gd name="connsiteY2767" fmla="*/ 2054308 h 6382977"/>
              <a:gd name="connsiteX2768" fmla="*/ 3763140 w 6501199"/>
              <a:gd name="connsiteY2768" fmla="*/ 2051835 h 6382977"/>
              <a:gd name="connsiteX2769" fmla="*/ 3738545 w 6501199"/>
              <a:gd name="connsiteY2769" fmla="*/ 2050772 h 6382977"/>
              <a:gd name="connsiteX2770" fmla="*/ 6132230 w 6501199"/>
              <a:gd name="connsiteY2770" fmla="*/ 2049462 h 6382977"/>
              <a:gd name="connsiteX2771" fmla="*/ 6155125 w 6501199"/>
              <a:gd name="connsiteY2771" fmla="*/ 2061103 h 6382977"/>
              <a:gd name="connsiteX2772" fmla="*/ 6139135 w 6501199"/>
              <a:gd name="connsiteY2772" fmla="*/ 2084023 h 6382977"/>
              <a:gd name="connsiteX2773" fmla="*/ 6139135 w 6501199"/>
              <a:gd name="connsiteY2773" fmla="*/ 2063286 h 6382977"/>
              <a:gd name="connsiteX2774" fmla="*/ 6132230 w 6501199"/>
              <a:gd name="connsiteY2774" fmla="*/ 2049462 h 6382977"/>
              <a:gd name="connsiteX2775" fmla="*/ 4074573 w 6501199"/>
              <a:gd name="connsiteY2775" fmla="*/ 2042792 h 6382977"/>
              <a:gd name="connsiteX2776" fmla="*/ 4004006 w 6501199"/>
              <a:gd name="connsiteY2776" fmla="*/ 2065468 h 6382977"/>
              <a:gd name="connsiteX2777" fmla="*/ 4004006 w 6501199"/>
              <a:gd name="connsiteY2777" fmla="*/ 2054310 h 6382977"/>
              <a:gd name="connsiteX2778" fmla="*/ 3951800 w 6501199"/>
              <a:gd name="connsiteY2778" fmla="*/ 2063309 h 6382977"/>
              <a:gd name="connsiteX2779" fmla="*/ 3897074 w 6501199"/>
              <a:gd name="connsiteY2779" fmla="*/ 2054310 h 6382977"/>
              <a:gd name="connsiteX2780" fmla="*/ 3881233 w 6501199"/>
              <a:gd name="connsiteY2780" fmla="*/ 2051790 h 6382977"/>
              <a:gd name="connsiteX2781" fmla="*/ 3865031 w 6501199"/>
              <a:gd name="connsiteY2781" fmla="*/ 2065468 h 6382977"/>
              <a:gd name="connsiteX2782" fmla="*/ 3871872 w 6501199"/>
              <a:gd name="connsiteY2782" fmla="*/ 2070148 h 6382977"/>
              <a:gd name="connsiteX2783" fmla="*/ 3865481 w 6501199"/>
              <a:gd name="connsiteY2783" fmla="*/ 2067583 h 6382977"/>
              <a:gd name="connsiteX2784" fmla="*/ 3864726 w 6501199"/>
              <a:gd name="connsiteY2784" fmla="*/ 2067129 h 6382977"/>
              <a:gd name="connsiteX2785" fmla="*/ 3865758 w 6501199"/>
              <a:gd name="connsiteY2785" fmla="*/ 2073983 h 6382977"/>
              <a:gd name="connsiteX2786" fmla="*/ 3869711 w 6501199"/>
              <a:gd name="connsiteY2786" fmla="*/ 2076987 h 6382977"/>
              <a:gd name="connsiteX2787" fmla="*/ 3866183 w 6501199"/>
              <a:gd name="connsiteY2787" fmla="*/ 2076804 h 6382977"/>
              <a:gd name="connsiteX2788" fmla="*/ 3866578 w 6501199"/>
              <a:gd name="connsiteY2788" fmla="*/ 2079426 h 6382977"/>
              <a:gd name="connsiteX2789" fmla="*/ 3860029 w 6501199"/>
              <a:gd name="connsiteY2789" fmla="*/ 2090373 h 6382977"/>
              <a:gd name="connsiteX2790" fmla="*/ 3834563 w 6501199"/>
              <a:gd name="connsiteY2790" fmla="*/ 2078745 h 6382977"/>
              <a:gd name="connsiteX2791" fmla="*/ 3838392 w 6501199"/>
              <a:gd name="connsiteY2791" fmla="*/ 2075481 h 6382977"/>
              <a:gd name="connsiteX2792" fmla="*/ 3834203 w 6501199"/>
              <a:gd name="connsiteY2792" fmla="*/ 2076312 h 6382977"/>
              <a:gd name="connsiteX2793" fmla="*/ 3825365 w 6501199"/>
              <a:gd name="connsiteY2793" fmla="*/ 2079197 h 6382977"/>
              <a:gd name="connsiteX2794" fmla="*/ 3821352 w 6501199"/>
              <a:gd name="connsiteY2794" fmla="*/ 2077641 h 6382977"/>
              <a:gd name="connsiteX2795" fmla="*/ 3819343 w 6501199"/>
              <a:gd name="connsiteY2795" fmla="*/ 2081075 h 6382977"/>
              <a:gd name="connsiteX2796" fmla="*/ 3818586 w 6501199"/>
              <a:gd name="connsiteY2796" fmla="*/ 2090665 h 6382977"/>
              <a:gd name="connsiteX2797" fmla="*/ 3818525 w 6501199"/>
              <a:gd name="connsiteY2797" fmla="*/ 2091439 h 6382977"/>
              <a:gd name="connsiteX2798" fmla="*/ 3819648 w 6501199"/>
              <a:gd name="connsiteY2798" fmla="*/ 2099280 h 6382977"/>
              <a:gd name="connsiteX2799" fmla="*/ 3823881 w 6501199"/>
              <a:gd name="connsiteY2799" fmla="*/ 2116423 h 6382977"/>
              <a:gd name="connsiteX2800" fmla="*/ 3833604 w 6501199"/>
              <a:gd name="connsiteY2800" fmla="*/ 2113163 h 6382977"/>
              <a:gd name="connsiteX2801" fmla="*/ 3833640 w 6501199"/>
              <a:gd name="connsiteY2801" fmla="*/ 2112296 h 6382977"/>
              <a:gd name="connsiteX2802" fmla="*/ 3839457 w 6501199"/>
              <a:gd name="connsiteY2802" fmla="*/ 2104159 h 6382977"/>
              <a:gd name="connsiteX2803" fmla="*/ 3871227 w 6501199"/>
              <a:gd name="connsiteY2803" fmla="*/ 2098245 h 6382977"/>
              <a:gd name="connsiteX2804" fmla="*/ 3915110 w 6501199"/>
              <a:gd name="connsiteY2804" fmla="*/ 2094239 h 6382977"/>
              <a:gd name="connsiteX2805" fmla="*/ 3917802 w 6501199"/>
              <a:gd name="connsiteY2805" fmla="*/ 2102792 h 6382977"/>
              <a:gd name="connsiteX2806" fmla="*/ 3923748 w 6501199"/>
              <a:gd name="connsiteY2806" fmla="*/ 2101258 h 6382977"/>
              <a:gd name="connsiteX2807" fmla="*/ 3919431 w 6501199"/>
              <a:gd name="connsiteY2807" fmla="*/ 2094239 h 6382977"/>
              <a:gd name="connsiteX2808" fmla="*/ 3925327 w 6501199"/>
              <a:gd name="connsiteY2808" fmla="*/ 2095274 h 6382977"/>
              <a:gd name="connsiteX2809" fmla="*/ 3927862 w 6501199"/>
              <a:gd name="connsiteY2809" fmla="*/ 2100196 h 6382977"/>
              <a:gd name="connsiteX2810" fmla="*/ 3936442 w 6501199"/>
              <a:gd name="connsiteY2810" fmla="*/ 2097982 h 6382977"/>
              <a:gd name="connsiteX2811" fmla="*/ 3958281 w 6501199"/>
              <a:gd name="connsiteY2811" fmla="*/ 2074827 h 6382977"/>
              <a:gd name="connsiteX2812" fmla="*/ 3971962 w 6501199"/>
              <a:gd name="connsiteY2812" fmla="*/ 2076987 h 6382977"/>
              <a:gd name="connsiteX2813" fmla="*/ 3958281 w 6501199"/>
              <a:gd name="connsiteY2813" fmla="*/ 2090665 h 6382977"/>
              <a:gd name="connsiteX2814" fmla="*/ 3999325 w 6501199"/>
              <a:gd name="connsiteY2814" fmla="*/ 2070148 h 6382977"/>
              <a:gd name="connsiteX2815" fmla="*/ 4074573 w 6501199"/>
              <a:gd name="connsiteY2815" fmla="*/ 2042792 h 6382977"/>
              <a:gd name="connsiteX2816" fmla="*/ 5268211 w 6501199"/>
              <a:gd name="connsiteY2816" fmla="*/ 2042519 h 6382977"/>
              <a:gd name="connsiteX2817" fmla="*/ 5257051 w 6501199"/>
              <a:gd name="connsiteY2817" fmla="*/ 2054040 h 6382977"/>
              <a:gd name="connsiteX2818" fmla="*/ 5272891 w 6501199"/>
              <a:gd name="connsiteY2818" fmla="*/ 2054040 h 6382977"/>
              <a:gd name="connsiteX2819" fmla="*/ 4807907 w 6501199"/>
              <a:gd name="connsiteY2819" fmla="*/ 2041313 h 6382977"/>
              <a:gd name="connsiteX2820" fmla="*/ 4786167 w 6501199"/>
              <a:gd name="connsiteY2820" fmla="*/ 2058360 h 6382977"/>
              <a:gd name="connsiteX2821" fmla="*/ 4786120 w 6501199"/>
              <a:gd name="connsiteY2821" fmla="*/ 2058410 h 6382977"/>
              <a:gd name="connsiteX2822" fmla="*/ 4806800 w 6501199"/>
              <a:gd name="connsiteY2822" fmla="*/ 2042477 h 6382977"/>
              <a:gd name="connsiteX2823" fmla="*/ 5386371 w 6501199"/>
              <a:gd name="connsiteY2823" fmla="*/ 2039937 h 6382977"/>
              <a:gd name="connsiteX2824" fmla="*/ 5372850 w 6501199"/>
              <a:gd name="connsiteY2824" fmla="*/ 2049275 h 6382977"/>
              <a:gd name="connsiteX2825" fmla="*/ 5372850 w 6501199"/>
              <a:gd name="connsiteY2825" fmla="*/ 2042178 h 6382977"/>
              <a:gd name="connsiteX2826" fmla="*/ 5386371 w 6501199"/>
              <a:gd name="connsiteY2826" fmla="*/ 2039937 h 6382977"/>
              <a:gd name="connsiteX2827" fmla="*/ 6328440 w 6501199"/>
              <a:gd name="connsiteY2827" fmla="*/ 2036329 h 6382977"/>
              <a:gd name="connsiteX2828" fmla="*/ 6328834 w 6501199"/>
              <a:gd name="connsiteY2828" fmla="*/ 2048966 h 6382977"/>
              <a:gd name="connsiteX2829" fmla="*/ 6348813 w 6501199"/>
              <a:gd name="connsiteY2829" fmla="*/ 2051148 h 6382977"/>
              <a:gd name="connsiteX2830" fmla="*/ 6326731 w 6501199"/>
              <a:gd name="connsiteY2830" fmla="*/ 2062790 h 6382977"/>
              <a:gd name="connsiteX2831" fmla="*/ 6324628 w 6501199"/>
              <a:gd name="connsiteY2831" fmla="*/ 2039871 h 6382977"/>
              <a:gd name="connsiteX2832" fmla="*/ 6328440 w 6501199"/>
              <a:gd name="connsiteY2832" fmla="*/ 2036329 h 6382977"/>
              <a:gd name="connsiteX2833" fmla="*/ 5915058 w 6501199"/>
              <a:gd name="connsiteY2833" fmla="*/ 2028494 h 6382977"/>
              <a:gd name="connsiteX2834" fmla="*/ 5908965 w 6501199"/>
              <a:gd name="connsiteY2834" fmla="*/ 2031347 h 6382977"/>
              <a:gd name="connsiteX2835" fmla="*/ 5907970 w 6501199"/>
              <a:gd name="connsiteY2835" fmla="*/ 2036399 h 6382977"/>
              <a:gd name="connsiteX2836" fmla="*/ 5905874 w 6501199"/>
              <a:gd name="connsiteY2836" fmla="*/ 2032793 h 6382977"/>
              <a:gd name="connsiteX2837" fmla="*/ 5889303 w 6501199"/>
              <a:gd name="connsiteY2837" fmla="*/ 2040551 h 6382977"/>
              <a:gd name="connsiteX2838" fmla="*/ 5799993 w 6501199"/>
              <a:gd name="connsiteY2838" fmla="*/ 2092749 h 6382977"/>
              <a:gd name="connsiteX2839" fmla="*/ 5797510 w 6501199"/>
              <a:gd name="connsiteY2839" fmla="*/ 2093972 h 6382977"/>
              <a:gd name="connsiteX2840" fmla="*/ 5798495 w 6501199"/>
              <a:gd name="connsiteY2840" fmla="*/ 2094723 h 6382977"/>
              <a:gd name="connsiteX2841" fmla="*/ 5796760 w 6501199"/>
              <a:gd name="connsiteY2841" fmla="*/ 2094342 h 6382977"/>
              <a:gd name="connsiteX2842" fmla="*/ 5747678 w 6501199"/>
              <a:gd name="connsiteY2842" fmla="*/ 2118517 h 6382977"/>
              <a:gd name="connsiteX2843" fmla="*/ 5746295 w 6501199"/>
              <a:gd name="connsiteY2843" fmla="*/ 2124245 h 6382977"/>
              <a:gd name="connsiteX2844" fmla="*/ 5759615 w 6501199"/>
              <a:gd name="connsiteY2844" fmla="*/ 2117764 h 6382977"/>
              <a:gd name="connsiteX2845" fmla="*/ 5741615 w 6501199"/>
              <a:gd name="connsiteY2845" fmla="*/ 2185809 h 6382977"/>
              <a:gd name="connsiteX2846" fmla="*/ 5686895 w 6501199"/>
              <a:gd name="connsiteY2846" fmla="*/ 2238372 h 6382977"/>
              <a:gd name="connsiteX2847" fmla="*/ 5683925 w 6501199"/>
              <a:gd name="connsiteY2847" fmla="*/ 2250928 h 6382977"/>
              <a:gd name="connsiteX2848" fmla="*/ 5682337 w 6501199"/>
              <a:gd name="connsiteY2848" fmla="*/ 2254225 h 6382977"/>
              <a:gd name="connsiteX2849" fmla="*/ 5682337 w 6501199"/>
              <a:gd name="connsiteY2849" fmla="*/ 2264083 h 6382977"/>
              <a:gd name="connsiteX2850" fmla="*/ 5682575 w 6501199"/>
              <a:gd name="connsiteY2850" fmla="*/ 2265374 h 6382977"/>
              <a:gd name="connsiteX2851" fmla="*/ 5695895 w 6501199"/>
              <a:gd name="connsiteY2851" fmla="*/ 2265374 h 6382977"/>
              <a:gd name="connsiteX2852" fmla="*/ 5682552 w 6501199"/>
              <a:gd name="connsiteY2852" fmla="*/ 2274921 h 6382977"/>
              <a:gd name="connsiteX2853" fmla="*/ 5682337 w 6501199"/>
              <a:gd name="connsiteY2853" fmla="*/ 2275399 h 6382977"/>
              <a:gd name="connsiteX2854" fmla="*/ 5682337 w 6501199"/>
              <a:gd name="connsiteY2854" fmla="*/ 2306582 h 6382977"/>
              <a:gd name="connsiteX2855" fmla="*/ 5683307 w 6501199"/>
              <a:gd name="connsiteY2855" fmla="*/ 2318545 h 6382977"/>
              <a:gd name="connsiteX2856" fmla="*/ 5692864 w 6501199"/>
              <a:gd name="connsiteY2856" fmla="*/ 2322087 h 6382977"/>
              <a:gd name="connsiteX2857" fmla="*/ 5724915 w 6501199"/>
              <a:gd name="connsiteY2857" fmla="*/ 2292308 h 6382977"/>
              <a:gd name="connsiteX2858" fmla="*/ 5720233 w 6501199"/>
              <a:gd name="connsiteY2858" fmla="*/ 2306108 h 6382977"/>
              <a:gd name="connsiteX2859" fmla="*/ 5714589 w 6501199"/>
              <a:gd name="connsiteY2859" fmla="*/ 2311842 h 6382977"/>
              <a:gd name="connsiteX2860" fmla="*/ 5721894 w 6501199"/>
              <a:gd name="connsiteY2860" fmla="*/ 2317200 h 6382977"/>
              <a:gd name="connsiteX2861" fmla="*/ 5723483 w 6501199"/>
              <a:gd name="connsiteY2861" fmla="*/ 2322149 h 6382977"/>
              <a:gd name="connsiteX2862" fmla="*/ 5716790 w 6501199"/>
              <a:gd name="connsiteY2862" fmla="*/ 2335145 h 6382977"/>
              <a:gd name="connsiteX2863" fmla="*/ 5718935 w 6501199"/>
              <a:gd name="connsiteY2863" fmla="*/ 2333779 h 6382977"/>
              <a:gd name="connsiteX2864" fmla="*/ 5721095 w 6501199"/>
              <a:gd name="connsiteY2864" fmla="*/ 2347460 h 6382977"/>
              <a:gd name="connsiteX2865" fmla="*/ 5746295 w 6501199"/>
              <a:gd name="connsiteY2865" fmla="*/ 2342780 h 6382977"/>
              <a:gd name="connsiteX2866" fmla="*/ 5727935 w 6501199"/>
              <a:gd name="connsiteY2866" fmla="*/ 2331619 h 6382977"/>
              <a:gd name="connsiteX2867" fmla="*/ 5753135 w 6501199"/>
              <a:gd name="connsiteY2867" fmla="*/ 2279055 h 6382977"/>
              <a:gd name="connsiteX2868" fmla="*/ 5727935 w 6501199"/>
              <a:gd name="connsiteY2868" fmla="*/ 2279055 h 6382977"/>
              <a:gd name="connsiteX2869" fmla="*/ 5748455 w 6501199"/>
              <a:gd name="connsiteY2869" fmla="*/ 2249533 h 6382977"/>
              <a:gd name="connsiteX2870" fmla="*/ 5762135 w 6501199"/>
              <a:gd name="connsiteY2870" fmla="*/ 2256374 h 6382977"/>
              <a:gd name="connsiteX2871" fmla="*/ 5734775 w 6501199"/>
              <a:gd name="connsiteY2871" fmla="*/ 2281575 h 6382977"/>
              <a:gd name="connsiteX2872" fmla="*/ 5757455 w 6501199"/>
              <a:gd name="connsiteY2872" fmla="*/ 2276895 h 6382977"/>
              <a:gd name="connsiteX2873" fmla="*/ 5777263 w 6501199"/>
              <a:gd name="connsiteY2873" fmla="*/ 2250051 h 6382977"/>
              <a:gd name="connsiteX2874" fmla="*/ 5770732 w 6501199"/>
              <a:gd name="connsiteY2874" fmla="*/ 2233433 h 6382977"/>
              <a:gd name="connsiteX2875" fmla="*/ 5776592 w 6501199"/>
              <a:gd name="connsiteY2875" fmla="*/ 2212975 h 6382977"/>
              <a:gd name="connsiteX2876" fmla="*/ 5785677 w 6501199"/>
              <a:gd name="connsiteY2876" fmla="*/ 2233433 h 6382977"/>
              <a:gd name="connsiteX2877" fmla="*/ 5782433 w 6501199"/>
              <a:gd name="connsiteY2877" fmla="*/ 2243044 h 6382977"/>
              <a:gd name="connsiteX2878" fmla="*/ 5795975 w 6501199"/>
              <a:gd name="connsiteY2878" fmla="*/ 2224691 h 6382977"/>
              <a:gd name="connsiteX2879" fmla="*/ 5823335 w 6501199"/>
              <a:gd name="connsiteY2879" fmla="*/ 2226852 h 6382977"/>
              <a:gd name="connsiteX2880" fmla="*/ 5809655 w 6501199"/>
              <a:gd name="connsiteY2880" fmla="*/ 2249533 h 6382977"/>
              <a:gd name="connsiteX2881" fmla="*/ 5837015 w 6501199"/>
              <a:gd name="connsiteY2881" fmla="*/ 2211011 h 6382977"/>
              <a:gd name="connsiteX2882" fmla="*/ 5819015 w 6501199"/>
              <a:gd name="connsiteY2882" fmla="*/ 2206330 h 6382977"/>
              <a:gd name="connsiteX2883" fmla="*/ 5805335 w 6501199"/>
              <a:gd name="connsiteY2883" fmla="*/ 2233692 h 6382977"/>
              <a:gd name="connsiteX2884" fmla="*/ 5805335 w 6501199"/>
              <a:gd name="connsiteY2884" fmla="*/ 2206330 h 6382977"/>
              <a:gd name="connsiteX2885" fmla="*/ 5853215 w 6501199"/>
              <a:gd name="connsiteY2885" fmla="*/ 2122084 h 6382977"/>
              <a:gd name="connsiteX2886" fmla="*/ 5878056 w 6501199"/>
              <a:gd name="connsiteY2886" fmla="*/ 2115244 h 6382977"/>
              <a:gd name="connsiteX2887" fmla="*/ 5880216 w 6501199"/>
              <a:gd name="connsiteY2887" fmla="*/ 2104083 h 6382977"/>
              <a:gd name="connsiteX2888" fmla="*/ 5875896 w 6501199"/>
              <a:gd name="connsiteY2888" fmla="*/ 2087882 h 6382977"/>
              <a:gd name="connsiteX2889" fmla="*/ 5916143 w 6501199"/>
              <a:gd name="connsiteY2889" fmla="*/ 2033659 h 6382977"/>
              <a:gd name="connsiteX2890" fmla="*/ 4149461 w 6501199"/>
              <a:gd name="connsiteY2890" fmla="*/ 2022274 h 6382977"/>
              <a:gd name="connsiteX2891" fmla="*/ 4076733 w 6501199"/>
              <a:gd name="connsiteY2891" fmla="*/ 2054310 h 6382977"/>
              <a:gd name="connsiteX2892" fmla="*/ 4149461 w 6501199"/>
              <a:gd name="connsiteY2892" fmla="*/ 2022274 h 6382977"/>
              <a:gd name="connsiteX2893" fmla="*/ 4742967 w 6501199"/>
              <a:gd name="connsiteY2893" fmla="*/ 2021998 h 6382977"/>
              <a:gd name="connsiteX2894" fmla="*/ 4760967 w 6501199"/>
              <a:gd name="connsiteY2894" fmla="*/ 2060880 h 6382977"/>
              <a:gd name="connsiteX2895" fmla="*/ 4772487 w 6501199"/>
              <a:gd name="connsiteY2895" fmla="*/ 2060880 h 6382977"/>
              <a:gd name="connsiteX2896" fmla="*/ 4760967 w 6501199"/>
              <a:gd name="connsiteY2896" fmla="*/ 2040359 h 6382977"/>
              <a:gd name="connsiteX2897" fmla="*/ 4772487 w 6501199"/>
              <a:gd name="connsiteY2897" fmla="*/ 2054040 h 6382977"/>
              <a:gd name="connsiteX2898" fmla="*/ 4779327 w 6501199"/>
              <a:gd name="connsiteY2898" fmla="*/ 2024158 h 6382977"/>
              <a:gd name="connsiteX2899" fmla="*/ 4742967 w 6501199"/>
              <a:gd name="connsiteY2899" fmla="*/ 2021998 h 6382977"/>
              <a:gd name="connsiteX2900" fmla="*/ 5291251 w 6501199"/>
              <a:gd name="connsiteY2900" fmla="*/ 2017677 h 6382977"/>
              <a:gd name="connsiteX2901" fmla="*/ 5286571 w 6501199"/>
              <a:gd name="connsiteY2901" fmla="*/ 2040359 h 6382977"/>
              <a:gd name="connsiteX2902" fmla="*/ 5291251 w 6501199"/>
              <a:gd name="connsiteY2902" fmla="*/ 2017677 h 6382977"/>
              <a:gd name="connsiteX2903" fmla="*/ 4811008 w 6501199"/>
              <a:gd name="connsiteY2903" fmla="*/ 2012997 h 6382977"/>
              <a:gd name="connsiteX2904" fmla="*/ 4808848 w 6501199"/>
              <a:gd name="connsiteY2904" fmla="*/ 2017677 h 6382977"/>
              <a:gd name="connsiteX2905" fmla="*/ 4813348 w 6501199"/>
              <a:gd name="connsiteY2905" fmla="*/ 2025463 h 6382977"/>
              <a:gd name="connsiteX2906" fmla="*/ 4816914 w 6501199"/>
              <a:gd name="connsiteY2906" fmla="*/ 2031847 h 6382977"/>
              <a:gd name="connsiteX2907" fmla="*/ 4828071 w 6501199"/>
              <a:gd name="connsiteY2907" fmla="*/ 2020123 h 6382977"/>
              <a:gd name="connsiteX2908" fmla="*/ 4822866 w 6501199"/>
              <a:gd name="connsiteY2908" fmla="*/ 2021801 h 6382977"/>
              <a:gd name="connsiteX2909" fmla="*/ 4811008 w 6501199"/>
              <a:gd name="connsiteY2909" fmla="*/ 2012997 h 6382977"/>
              <a:gd name="connsiteX2910" fmla="*/ 6387873 w 6501199"/>
              <a:gd name="connsiteY2910" fmla="*/ 2011186 h 6382977"/>
              <a:gd name="connsiteX2911" fmla="*/ 6392636 w 6501199"/>
              <a:gd name="connsiteY2911" fmla="*/ 2044347 h 6382977"/>
              <a:gd name="connsiteX2912" fmla="*/ 6387873 w 6501199"/>
              <a:gd name="connsiteY2912" fmla="*/ 2011186 h 6382977"/>
              <a:gd name="connsiteX2913" fmla="*/ 6085174 w 6501199"/>
              <a:gd name="connsiteY2913" fmla="*/ 2008187 h 6382977"/>
              <a:gd name="connsiteX2914" fmla="*/ 6085174 w 6501199"/>
              <a:gd name="connsiteY2914" fmla="*/ 2071330 h 6382977"/>
              <a:gd name="connsiteX2915" fmla="*/ 6085174 w 6501199"/>
              <a:gd name="connsiteY2915" fmla="*/ 2008187 h 6382977"/>
              <a:gd name="connsiteX2916" fmla="*/ 4240911 w 6501199"/>
              <a:gd name="connsiteY2916" fmla="*/ 2001308 h 6382977"/>
              <a:gd name="connsiteX2917" fmla="*/ 4238390 w 6501199"/>
              <a:gd name="connsiteY2917" fmla="*/ 2011116 h 6382977"/>
              <a:gd name="connsiteX2918" fmla="*/ 4252072 w 6501199"/>
              <a:gd name="connsiteY2918" fmla="*/ 2001757 h 6382977"/>
              <a:gd name="connsiteX2919" fmla="*/ 4240911 w 6501199"/>
              <a:gd name="connsiteY2919" fmla="*/ 2001308 h 6382977"/>
              <a:gd name="connsiteX2920" fmla="*/ 4804168 w 6501199"/>
              <a:gd name="connsiteY2920" fmla="*/ 1999316 h 6382977"/>
              <a:gd name="connsiteX2921" fmla="*/ 4799848 w 6501199"/>
              <a:gd name="connsiteY2921" fmla="*/ 2008317 h 6382977"/>
              <a:gd name="connsiteX2922" fmla="*/ 4804168 w 6501199"/>
              <a:gd name="connsiteY2922" fmla="*/ 1999316 h 6382977"/>
              <a:gd name="connsiteX2923" fmla="*/ 6026019 w 6501199"/>
              <a:gd name="connsiteY2923" fmla="*/ 1997075 h 6382977"/>
              <a:gd name="connsiteX2924" fmla="*/ 6017199 w 6501199"/>
              <a:gd name="connsiteY2924" fmla="*/ 2031632 h 6382977"/>
              <a:gd name="connsiteX2925" fmla="*/ 6026019 w 6501199"/>
              <a:gd name="connsiteY2925" fmla="*/ 1997075 h 6382977"/>
              <a:gd name="connsiteX2926" fmla="*/ 4831528 w 6501199"/>
              <a:gd name="connsiteY2926" fmla="*/ 1992476 h 6382977"/>
              <a:gd name="connsiteX2927" fmla="*/ 4834048 w 6501199"/>
              <a:gd name="connsiteY2927" fmla="*/ 2006156 h 6382977"/>
              <a:gd name="connsiteX2928" fmla="*/ 4842401 w 6501199"/>
              <a:gd name="connsiteY2928" fmla="*/ 2001954 h 6382977"/>
              <a:gd name="connsiteX2929" fmla="*/ 4844247 w 6501199"/>
              <a:gd name="connsiteY2929" fmla="*/ 2003516 h 6382977"/>
              <a:gd name="connsiteX2930" fmla="*/ 4854916 w 6501199"/>
              <a:gd name="connsiteY2930" fmla="*/ 1993632 h 6382977"/>
              <a:gd name="connsiteX2931" fmla="*/ 4851277 w 6501199"/>
              <a:gd name="connsiteY2931" fmla="*/ 1995699 h 6382977"/>
              <a:gd name="connsiteX2932" fmla="*/ 4831528 w 6501199"/>
              <a:gd name="connsiteY2932" fmla="*/ 1992476 h 6382977"/>
              <a:gd name="connsiteX2933" fmla="*/ 5307569 w 6501199"/>
              <a:gd name="connsiteY2933" fmla="*/ 1986501 h 6382977"/>
              <a:gd name="connsiteX2934" fmla="*/ 5295571 w 6501199"/>
              <a:gd name="connsiteY2934" fmla="*/ 2015157 h 6382977"/>
              <a:gd name="connsiteX2935" fmla="*/ 5318611 w 6501199"/>
              <a:gd name="connsiteY2935" fmla="*/ 1990315 h 6382977"/>
              <a:gd name="connsiteX2936" fmla="*/ 5307569 w 6501199"/>
              <a:gd name="connsiteY2936" fmla="*/ 1986501 h 6382977"/>
              <a:gd name="connsiteX2937" fmla="*/ 6139501 w 6501199"/>
              <a:gd name="connsiteY2937" fmla="*/ 1977027 h 6382977"/>
              <a:gd name="connsiteX2938" fmla="*/ 6134850 w 6501199"/>
              <a:gd name="connsiteY2938" fmla="*/ 1995170 h 6382977"/>
              <a:gd name="connsiteX2939" fmla="*/ 6139501 w 6501199"/>
              <a:gd name="connsiteY2939" fmla="*/ 1977027 h 6382977"/>
              <a:gd name="connsiteX2940" fmla="*/ 4329480 w 6501199"/>
              <a:gd name="connsiteY2940" fmla="*/ 1970082 h 6382977"/>
              <a:gd name="connsiteX2941" fmla="*/ 4325405 w 6501199"/>
              <a:gd name="connsiteY2941" fmla="*/ 1976741 h 6382977"/>
              <a:gd name="connsiteX2942" fmla="*/ 4324799 w 6501199"/>
              <a:gd name="connsiteY2942" fmla="*/ 1976921 h 6382977"/>
              <a:gd name="connsiteX2943" fmla="*/ 4329480 w 6501199"/>
              <a:gd name="connsiteY2943" fmla="*/ 1970082 h 6382977"/>
              <a:gd name="connsiteX2944" fmla="*/ 4941684 w 6501199"/>
              <a:gd name="connsiteY2944" fmla="*/ 1955823 h 6382977"/>
              <a:gd name="connsiteX2945" fmla="*/ 4940894 w 6501199"/>
              <a:gd name="connsiteY2945" fmla="*/ 1959116 h 6382977"/>
              <a:gd name="connsiteX2946" fmla="*/ 4943129 w 6501199"/>
              <a:gd name="connsiteY2946" fmla="*/ 1958273 h 6382977"/>
              <a:gd name="connsiteX2947" fmla="*/ 4858888 w 6501199"/>
              <a:gd name="connsiteY2947" fmla="*/ 1953953 h 6382977"/>
              <a:gd name="connsiteX2948" fmla="*/ 4854208 w 6501199"/>
              <a:gd name="connsiteY2948" fmla="*/ 1967634 h 6382977"/>
              <a:gd name="connsiteX2949" fmla="*/ 4858888 w 6501199"/>
              <a:gd name="connsiteY2949" fmla="*/ 1953953 h 6382977"/>
              <a:gd name="connsiteX2950" fmla="*/ 4539631 w 6501199"/>
              <a:gd name="connsiteY2950" fmla="*/ 1946275 h 6382977"/>
              <a:gd name="connsiteX2951" fmla="*/ 4532829 w 6501199"/>
              <a:gd name="connsiteY2951" fmla="*/ 1973893 h 6382977"/>
              <a:gd name="connsiteX2952" fmla="*/ 4522627 w 6501199"/>
              <a:gd name="connsiteY2952" fmla="*/ 1973847 h 6382977"/>
              <a:gd name="connsiteX2953" fmla="*/ 4517684 w 6501199"/>
              <a:gd name="connsiteY2953" fmla="*/ 1970524 h 6382977"/>
              <a:gd name="connsiteX2954" fmla="*/ 4515268 w 6501199"/>
              <a:gd name="connsiteY2954" fmla="*/ 1980495 h 6382977"/>
              <a:gd name="connsiteX2955" fmla="*/ 4485438 w 6501199"/>
              <a:gd name="connsiteY2955" fmla="*/ 1995162 h 6382977"/>
              <a:gd name="connsiteX2956" fmla="*/ 4498167 w 6501199"/>
              <a:gd name="connsiteY2956" fmla="*/ 1981807 h 6382977"/>
              <a:gd name="connsiteX2957" fmla="*/ 4517389 w 6501199"/>
              <a:gd name="connsiteY2957" fmla="*/ 1970326 h 6382977"/>
              <a:gd name="connsiteX2958" fmla="*/ 4512425 w 6501199"/>
              <a:gd name="connsiteY2958" fmla="*/ 1966988 h 6382977"/>
              <a:gd name="connsiteX2959" fmla="*/ 4539631 w 6501199"/>
              <a:gd name="connsiteY2959" fmla="*/ 1946275 h 6382977"/>
              <a:gd name="connsiteX2960" fmla="*/ 4977329 w 6501199"/>
              <a:gd name="connsiteY2960" fmla="*/ 1926591 h 6382977"/>
              <a:gd name="connsiteX2961" fmla="*/ 4958969 w 6501199"/>
              <a:gd name="connsiteY2961" fmla="*/ 1949273 h 6382977"/>
              <a:gd name="connsiteX2962" fmla="*/ 4977329 w 6501199"/>
              <a:gd name="connsiteY2962" fmla="*/ 1926591 h 6382977"/>
              <a:gd name="connsiteX2963" fmla="*/ 5350292 w 6501199"/>
              <a:gd name="connsiteY2963" fmla="*/ 1921911 h 6382977"/>
              <a:gd name="connsiteX2964" fmla="*/ 5343452 w 6501199"/>
              <a:gd name="connsiteY2964" fmla="*/ 1942432 h 6382977"/>
              <a:gd name="connsiteX2965" fmla="*/ 5350292 w 6501199"/>
              <a:gd name="connsiteY2965" fmla="*/ 1921911 h 6382977"/>
              <a:gd name="connsiteX2966" fmla="*/ 6150478 w 6501199"/>
              <a:gd name="connsiteY2966" fmla="*/ 1903412 h 6382977"/>
              <a:gd name="connsiteX2967" fmla="*/ 6163796 w 6501199"/>
              <a:gd name="connsiteY2967" fmla="*/ 1955507 h 6382977"/>
              <a:gd name="connsiteX2968" fmla="*/ 6146272 w 6501199"/>
              <a:gd name="connsiteY2968" fmla="*/ 1962333 h 6382977"/>
              <a:gd name="connsiteX2969" fmla="*/ 6150478 w 6501199"/>
              <a:gd name="connsiteY2969" fmla="*/ 1903412 h 6382977"/>
              <a:gd name="connsiteX2970" fmla="*/ 6452149 w 6501199"/>
              <a:gd name="connsiteY2970" fmla="*/ 1901973 h 6382977"/>
              <a:gd name="connsiteX2971" fmla="*/ 6471038 w 6501199"/>
              <a:gd name="connsiteY2971" fmla="*/ 1912937 h 6382977"/>
              <a:gd name="connsiteX2972" fmla="*/ 6468866 w 6501199"/>
              <a:gd name="connsiteY2972" fmla="*/ 1928459 h 6382977"/>
              <a:gd name="connsiteX2973" fmla="*/ 6430125 w 6501199"/>
              <a:gd name="connsiteY2973" fmla="*/ 1906234 h 6382977"/>
              <a:gd name="connsiteX2974" fmla="*/ 6446056 w 6501199"/>
              <a:gd name="connsiteY2974" fmla="*/ 1906234 h 6382977"/>
              <a:gd name="connsiteX2975" fmla="*/ 6452149 w 6501199"/>
              <a:gd name="connsiteY2975" fmla="*/ 1901973 h 6382977"/>
              <a:gd name="connsiteX2976" fmla="*/ 4648593 w 6501199"/>
              <a:gd name="connsiteY2976" fmla="*/ 1892300 h 6382977"/>
              <a:gd name="connsiteX2977" fmla="*/ 4548938 w 6501199"/>
              <a:gd name="connsiteY2977" fmla="*/ 1955443 h 6382977"/>
              <a:gd name="connsiteX2978" fmla="*/ 4648593 w 6501199"/>
              <a:gd name="connsiteY2978" fmla="*/ 1892300 h 6382977"/>
              <a:gd name="connsiteX2979" fmla="*/ 6117030 w 6501199"/>
              <a:gd name="connsiteY2979" fmla="*/ 1881187 h 6382977"/>
              <a:gd name="connsiteX2980" fmla="*/ 6107729 w 6501199"/>
              <a:gd name="connsiteY2980" fmla="*/ 1947501 h 6382977"/>
              <a:gd name="connsiteX2981" fmla="*/ 6117030 w 6501199"/>
              <a:gd name="connsiteY2981" fmla="*/ 1881187 h 6382977"/>
              <a:gd name="connsiteX2982" fmla="*/ 5470614 w 6501199"/>
              <a:gd name="connsiteY2982" fmla="*/ 1881187 h 6382977"/>
              <a:gd name="connsiteX2983" fmla="*/ 5495390 w 6501199"/>
              <a:gd name="connsiteY2983" fmla="*/ 1892910 h 6382977"/>
              <a:gd name="connsiteX2984" fmla="*/ 5474923 w 6501199"/>
              <a:gd name="connsiteY2984" fmla="*/ 1895108 h 6382977"/>
              <a:gd name="connsiteX2985" fmla="*/ 5470614 w 6501199"/>
              <a:gd name="connsiteY2985" fmla="*/ 1881187 h 6382977"/>
              <a:gd name="connsiteX2986" fmla="*/ 4951916 w 6501199"/>
              <a:gd name="connsiteY2986" fmla="*/ 1879033 h 6382977"/>
              <a:gd name="connsiteX2987" fmla="*/ 4962919 w 6501199"/>
              <a:gd name="connsiteY2987" fmla="*/ 1880741 h 6382977"/>
              <a:gd name="connsiteX2988" fmla="*/ 4959549 w 6501199"/>
              <a:gd name="connsiteY2988" fmla="*/ 1883087 h 6382977"/>
              <a:gd name="connsiteX2989" fmla="*/ 4962767 w 6501199"/>
              <a:gd name="connsiteY2989" fmla="*/ 1890140 h 6382977"/>
              <a:gd name="connsiteX2990" fmla="*/ 4951509 w 6501199"/>
              <a:gd name="connsiteY2990" fmla="*/ 1897896 h 6382977"/>
              <a:gd name="connsiteX2991" fmla="*/ 4948216 w 6501199"/>
              <a:gd name="connsiteY2991" fmla="*/ 1894531 h 6382977"/>
              <a:gd name="connsiteX2992" fmla="*/ 4944744 w 6501199"/>
              <a:gd name="connsiteY2992" fmla="*/ 1906162 h 6382977"/>
              <a:gd name="connsiteX2993" fmla="*/ 4931201 w 6501199"/>
              <a:gd name="connsiteY2993" fmla="*/ 1903983 h 6382977"/>
              <a:gd name="connsiteX2994" fmla="*/ 4935834 w 6501199"/>
              <a:gd name="connsiteY2994" fmla="*/ 1913062 h 6382977"/>
              <a:gd name="connsiteX2995" fmla="*/ 4920154 w 6501199"/>
              <a:gd name="connsiteY2995" fmla="*/ 1908341 h 6382977"/>
              <a:gd name="connsiteX2996" fmla="*/ 4920154 w 6501199"/>
              <a:gd name="connsiteY2996" fmla="*/ 1913062 h 6382977"/>
              <a:gd name="connsiteX2997" fmla="*/ 4929063 w 6501199"/>
              <a:gd name="connsiteY2997" fmla="*/ 1922141 h 6382977"/>
              <a:gd name="connsiteX2998" fmla="*/ 4920154 w 6501199"/>
              <a:gd name="connsiteY2998" fmla="*/ 1926862 h 6382977"/>
              <a:gd name="connsiteX2999" fmla="*/ 4913383 w 6501199"/>
              <a:gd name="connsiteY2999" fmla="*/ 1903983 h 6382977"/>
              <a:gd name="connsiteX3000" fmla="*/ 4929063 w 6501199"/>
              <a:gd name="connsiteY3000" fmla="*/ 1892362 h 6382977"/>
              <a:gd name="connsiteX3001" fmla="*/ 4951916 w 6501199"/>
              <a:gd name="connsiteY3001" fmla="*/ 1879033 h 6382977"/>
              <a:gd name="connsiteX3002" fmla="*/ 4938516 w 6501199"/>
              <a:gd name="connsiteY3002" fmla="*/ 1866900 h 6382977"/>
              <a:gd name="connsiteX3003" fmla="*/ 4934171 w 6501199"/>
              <a:gd name="connsiteY3003" fmla="*/ 1887291 h 6382977"/>
              <a:gd name="connsiteX3004" fmla="*/ 4920413 w 6501199"/>
              <a:gd name="connsiteY3004" fmla="*/ 1882998 h 6382977"/>
              <a:gd name="connsiteX3005" fmla="*/ 4938516 w 6501199"/>
              <a:gd name="connsiteY3005" fmla="*/ 1866900 h 6382977"/>
              <a:gd name="connsiteX3006" fmla="*/ 5366132 w 6501199"/>
              <a:gd name="connsiteY3006" fmla="*/ 1858186 h 6382977"/>
              <a:gd name="connsiteX3007" fmla="*/ 5345612 w 6501199"/>
              <a:gd name="connsiteY3007" fmla="*/ 1874027 h 6382977"/>
              <a:gd name="connsiteX3008" fmla="*/ 5368292 w 6501199"/>
              <a:gd name="connsiteY3008" fmla="*/ 1887708 h 6382977"/>
              <a:gd name="connsiteX3009" fmla="*/ 5354972 w 6501199"/>
              <a:gd name="connsiteY3009" fmla="*/ 1912910 h 6382977"/>
              <a:gd name="connsiteX3010" fmla="*/ 5368292 w 6501199"/>
              <a:gd name="connsiteY3010" fmla="*/ 1924071 h 6382977"/>
              <a:gd name="connsiteX3011" fmla="*/ 5375132 w 6501199"/>
              <a:gd name="connsiteY3011" fmla="*/ 1885548 h 6382977"/>
              <a:gd name="connsiteX3012" fmla="*/ 5393492 w 6501199"/>
              <a:gd name="connsiteY3012" fmla="*/ 1878708 h 6382977"/>
              <a:gd name="connsiteX3013" fmla="*/ 5395652 w 6501199"/>
              <a:gd name="connsiteY3013" fmla="*/ 1865027 h 6382977"/>
              <a:gd name="connsiteX3014" fmla="*/ 5370812 w 6501199"/>
              <a:gd name="connsiteY3014" fmla="*/ 1883388 h 6382977"/>
              <a:gd name="connsiteX3015" fmla="*/ 5366132 w 6501199"/>
              <a:gd name="connsiteY3015" fmla="*/ 1858186 h 6382977"/>
              <a:gd name="connsiteX3016" fmla="*/ 1221991 w 6501199"/>
              <a:gd name="connsiteY3016" fmla="*/ 1854179 h 6382977"/>
              <a:gd name="connsiteX3017" fmla="*/ 1198948 w 6501199"/>
              <a:gd name="connsiteY3017" fmla="*/ 1879015 h 6382977"/>
              <a:gd name="connsiteX3018" fmla="*/ 1205789 w 6501199"/>
              <a:gd name="connsiteY3018" fmla="*/ 1892693 h 6382977"/>
              <a:gd name="connsiteX3019" fmla="*/ 1221991 w 6501199"/>
              <a:gd name="connsiteY3019" fmla="*/ 1854179 h 6382977"/>
              <a:gd name="connsiteX3020" fmla="*/ 4822528 w 6501199"/>
              <a:gd name="connsiteY3020" fmla="*/ 1853866 h 6382977"/>
              <a:gd name="connsiteX3021" fmla="*/ 4822528 w 6501199"/>
              <a:gd name="connsiteY3021" fmla="*/ 1867187 h 6382977"/>
              <a:gd name="connsiteX3022" fmla="*/ 4822528 w 6501199"/>
              <a:gd name="connsiteY3022" fmla="*/ 1853866 h 6382977"/>
              <a:gd name="connsiteX3023" fmla="*/ 5385863 w 6501199"/>
              <a:gd name="connsiteY3023" fmla="*/ 1852245 h 6382977"/>
              <a:gd name="connsiteX3024" fmla="*/ 5380037 w 6501199"/>
              <a:gd name="connsiteY3024" fmla="*/ 1855351 h 6382977"/>
              <a:gd name="connsiteX3025" fmla="*/ 5379812 w 6501199"/>
              <a:gd name="connsiteY3025" fmla="*/ 1867187 h 6382977"/>
              <a:gd name="connsiteX3026" fmla="*/ 5391242 w 6501199"/>
              <a:gd name="connsiteY3026" fmla="*/ 1859672 h 6382977"/>
              <a:gd name="connsiteX3027" fmla="*/ 5392148 w 6501199"/>
              <a:gd name="connsiteY3027" fmla="*/ 1857074 h 6382977"/>
              <a:gd name="connsiteX3028" fmla="*/ 5387930 w 6501199"/>
              <a:gd name="connsiteY3028" fmla="*/ 1852300 h 6382977"/>
              <a:gd name="connsiteX3029" fmla="*/ 6405438 w 6501199"/>
              <a:gd name="connsiteY3029" fmla="*/ 1847212 h 6382977"/>
              <a:gd name="connsiteX3030" fmla="*/ 6400805 w 6501199"/>
              <a:gd name="connsiteY3030" fmla="*/ 1936387 h 6382977"/>
              <a:gd name="connsiteX3031" fmla="*/ 6405438 w 6501199"/>
              <a:gd name="connsiteY3031" fmla="*/ 1847212 h 6382977"/>
              <a:gd name="connsiteX3032" fmla="*/ 5771135 w 6501199"/>
              <a:gd name="connsiteY3032" fmla="*/ 1840185 h 6382977"/>
              <a:gd name="connsiteX3033" fmla="*/ 5762135 w 6501199"/>
              <a:gd name="connsiteY3033" fmla="*/ 1851346 h 6382977"/>
              <a:gd name="connsiteX3034" fmla="*/ 5775815 w 6501199"/>
              <a:gd name="connsiteY3034" fmla="*/ 1878708 h 6382977"/>
              <a:gd name="connsiteX3035" fmla="*/ 5771135 w 6501199"/>
              <a:gd name="connsiteY3035" fmla="*/ 1840185 h 6382977"/>
              <a:gd name="connsiteX3036" fmla="*/ 6501199 w 6501199"/>
              <a:gd name="connsiteY3036" fmla="*/ 1836737 h 6382977"/>
              <a:gd name="connsiteX3037" fmla="*/ 6466638 w 6501199"/>
              <a:gd name="connsiteY3037" fmla="*/ 1866536 h 6382977"/>
              <a:gd name="connsiteX3038" fmla="*/ 6501199 w 6501199"/>
              <a:gd name="connsiteY3038" fmla="*/ 1836737 h 6382977"/>
              <a:gd name="connsiteX3039" fmla="*/ 4956892 w 6501199"/>
              <a:gd name="connsiteY3039" fmla="*/ 1835739 h 6382977"/>
              <a:gd name="connsiteX3040" fmla="*/ 4984541 w 6501199"/>
              <a:gd name="connsiteY3040" fmla="*/ 1847350 h 6382977"/>
              <a:gd name="connsiteX3041" fmla="*/ 4975083 w 6501199"/>
              <a:gd name="connsiteY3041" fmla="*/ 1858599 h 6382977"/>
              <a:gd name="connsiteX3042" fmla="*/ 4965987 w 6501199"/>
              <a:gd name="connsiteY3042" fmla="*/ 1844810 h 6382977"/>
              <a:gd name="connsiteX3043" fmla="*/ 4952163 w 6501199"/>
              <a:gd name="connsiteY3043" fmla="*/ 1849527 h 6382977"/>
              <a:gd name="connsiteX3044" fmla="*/ 4956892 w 6501199"/>
              <a:gd name="connsiteY3044" fmla="*/ 1835739 h 6382977"/>
              <a:gd name="connsiteX3045" fmla="*/ 4729447 w 6501199"/>
              <a:gd name="connsiteY3045" fmla="*/ 1835062 h 6382977"/>
              <a:gd name="connsiteX3046" fmla="*/ 4681328 w 6501199"/>
              <a:gd name="connsiteY3046" fmla="*/ 1876065 h 6382977"/>
              <a:gd name="connsiteX3047" fmla="*/ 4676625 w 6501199"/>
              <a:gd name="connsiteY3047" fmla="*/ 1862398 h 6382977"/>
              <a:gd name="connsiteX3048" fmla="*/ 4663238 w 6501199"/>
              <a:gd name="connsiteY3048" fmla="*/ 1866714 h 6382977"/>
              <a:gd name="connsiteX3049" fmla="*/ 4729447 w 6501199"/>
              <a:gd name="connsiteY3049" fmla="*/ 1835062 h 6382977"/>
              <a:gd name="connsiteX3050" fmla="*/ 5601998 w 6501199"/>
              <a:gd name="connsiteY3050" fmla="*/ 1831222 h 6382977"/>
              <a:gd name="connsiteX3051" fmla="*/ 5597079 w 6501199"/>
              <a:gd name="connsiteY3051" fmla="*/ 1832494 h 6382977"/>
              <a:gd name="connsiteX3052" fmla="*/ 5594654 w 6501199"/>
              <a:gd name="connsiteY3052" fmla="*/ 1832407 h 6382977"/>
              <a:gd name="connsiteX3053" fmla="*/ 5596459 w 6501199"/>
              <a:gd name="connsiteY3053" fmla="*/ 1847106 h 6382977"/>
              <a:gd name="connsiteX3054" fmla="*/ 5599503 w 6501199"/>
              <a:gd name="connsiteY3054" fmla="*/ 1838610 h 6382977"/>
              <a:gd name="connsiteX3055" fmla="*/ 6370653 w 6501199"/>
              <a:gd name="connsiteY3055" fmla="*/ 1830387 h 6382977"/>
              <a:gd name="connsiteX3056" fmla="*/ 6357192 w 6501199"/>
              <a:gd name="connsiteY3056" fmla="*/ 1844054 h 6382977"/>
              <a:gd name="connsiteX3057" fmla="*/ 6377384 w 6501199"/>
              <a:gd name="connsiteY3057" fmla="*/ 1850888 h 6382977"/>
              <a:gd name="connsiteX3058" fmla="*/ 6370653 w 6501199"/>
              <a:gd name="connsiteY3058" fmla="*/ 1830387 h 6382977"/>
              <a:gd name="connsiteX3059" fmla="*/ 5955241 w 6501199"/>
              <a:gd name="connsiteY3059" fmla="*/ 1827540 h 6382977"/>
              <a:gd name="connsiteX3060" fmla="*/ 5945737 w 6501199"/>
              <a:gd name="connsiteY3060" fmla="*/ 1835662 h 6382977"/>
              <a:gd name="connsiteX3061" fmla="*/ 5910096 w 6501199"/>
              <a:gd name="connsiteY3061" fmla="*/ 1887708 h 6382977"/>
              <a:gd name="connsiteX3062" fmla="*/ 5907576 w 6501199"/>
              <a:gd name="connsiteY3062" fmla="*/ 1908230 h 6382977"/>
              <a:gd name="connsiteX3063" fmla="*/ 5889576 w 6501199"/>
              <a:gd name="connsiteY3063" fmla="*/ 1917590 h 6382977"/>
              <a:gd name="connsiteX3064" fmla="*/ 5866400 w 6501199"/>
              <a:gd name="connsiteY3064" fmla="*/ 1967814 h 6382977"/>
              <a:gd name="connsiteX3065" fmla="*/ 5848183 w 6501199"/>
              <a:gd name="connsiteY3065" fmla="*/ 1987437 h 6382977"/>
              <a:gd name="connsiteX3066" fmla="*/ 5888718 w 6501199"/>
              <a:gd name="connsiteY3066" fmla="*/ 1971028 h 6382977"/>
              <a:gd name="connsiteX3067" fmla="*/ 5969682 w 6501199"/>
              <a:gd name="connsiteY3067" fmla="*/ 1931682 h 6382977"/>
              <a:gd name="connsiteX3068" fmla="*/ 5969137 w 6501199"/>
              <a:gd name="connsiteY3068" fmla="*/ 1926591 h 6382977"/>
              <a:gd name="connsiteX3069" fmla="*/ 5974993 w 6501199"/>
              <a:gd name="connsiteY3069" fmla="*/ 1929101 h 6382977"/>
              <a:gd name="connsiteX3070" fmla="*/ 5980108 w 6501199"/>
              <a:gd name="connsiteY3070" fmla="*/ 1926615 h 6382977"/>
              <a:gd name="connsiteX3071" fmla="*/ 5983357 w 6501199"/>
              <a:gd name="connsiteY3071" fmla="*/ 1922541 h 6382977"/>
              <a:gd name="connsiteX3072" fmla="*/ 5990197 w 6501199"/>
              <a:gd name="connsiteY3072" fmla="*/ 1912415 h 6382977"/>
              <a:gd name="connsiteX3073" fmla="*/ 5991205 w 6501199"/>
              <a:gd name="connsiteY3073" fmla="*/ 1912018 h 6382977"/>
              <a:gd name="connsiteX3074" fmla="*/ 5993343 w 6501199"/>
              <a:gd name="connsiteY3074" fmla="*/ 1900274 h 6382977"/>
              <a:gd name="connsiteX3075" fmla="*/ 5984688 w 6501199"/>
              <a:gd name="connsiteY3075" fmla="*/ 1849397 h 6382977"/>
              <a:gd name="connsiteX3076" fmla="*/ 5979850 w 6501199"/>
              <a:gd name="connsiteY3076" fmla="*/ 1845612 h 6382977"/>
              <a:gd name="connsiteX3077" fmla="*/ 5979173 w 6501199"/>
              <a:gd name="connsiteY3077" fmla="*/ 1849713 h 6382977"/>
              <a:gd name="connsiteX3078" fmla="*/ 5985295 w 6501199"/>
              <a:gd name="connsiteY3078" fmla="*/ 1858600 h 6382977"/>
              <a:gd name="connsiteX3079" fmla="*/ 5973653 w 6501199"/>
              <a:gd name="connsiteY3079" fmla="*/ 1879238 h 6382977"/>
              <a:gd name="connsiteX3080" fmla="*/ 5973653 w 6501199"/>
              <a:gd name="connsiteY3080" fmla="*/ 1854255 h 6382977"/>
              <a:gd name="connsiteX3081" fmla="*/ 5955463 w 6501199"/>
              <a:gd name="connsiteY3081" fmla="*/ 1851721 h 6382977"/>
              <a:gd name="connsiteX3082" fmla="*/ 5969634 w 6501199"/>
              <a:gd name="connsiteY3082" fmla="*/ 1837617 h 6382977"/>
              <a:gd name="connsiteX3083" fmla="*/ 5959897 w 6501199"/>
              <a:gd name="connsiteY3083" fmla="*/ 1829997 h 6382977"/>
              <a:gd name="connsiteX3084" fmla="*/ 6050857 w 6501199"/>
              <a:gd name="connsiteY3084" fmla="*/ 1826504 h 6382977"/>
              <a:gd name="connsiteX3085" fmla="*/ 6037307 w 6501199"/>
              <a:gd name="connsiteY3085" fmla="*/ 1849305 h 6382977"/>
              <a:gd name="connsiteX3086" fmla="*/ 6044636 w 6501199"/>
              <a:gd name="connsiteY3086" fmla="*/ 1857037 h 6382977"/>
              <a:gd name="connsiteX3087" fmla="*/ 6057427 w 6501199"/>
              <a:gd name="connsiteY3087" fmla="*/ 1841805 h 6382977"/>
              <a:gd name="connsiteX3088" fmla="*/ 6050857 w 6501199"/>
              <a:gd name="connsiteY3088" fmla="*/ 1826504 h 6382977"/>
              <a:gd name="connsiteX3089" fmla="*/ 5707415 w 6501199"/>
              <a:gd name="connsiteY3089" fmla="*/ 1819664 h 6382977"/>
              <a:gd name="connsiteX3090" fmla="*/ 5689415 w 6501199"/>
              <a:gd name="connsiteY3090" fmla="*/ 1847026 h 6382977"/>
              <a:gd name="connsiteX3091" fmla="*/ 5707415 w 6501199"/>
              <a:gd name="connsiteY3091" fmla="*/ 1819664 h 6382977"/>
              <a:gd name="connsiteX3092" fmla="*/ 5782655 w 6501199"/>
              <a:gd name="connsiteY3092" fmla="*/ 1812823 h 6382977"/>
              <a:gd name="connsiteX3093" fmla="*/ 5805335 w 6501199"/>
              <a:gd name="connsiteY3093" fmla="*/ 1862867 h 6382977"/>
              <a:gd name="connsiteX3094" fmla="*/ 5786975 w 6501199"/>
              <a:gd name="connsiteY3094" fmla="*/ 1899229 h 6382977"/>
              <a:gd name="connsiteX3095" fmla="*/ 5809655 w 6501199"/>
              <a:gd name="connsiteY3095" fmla="*/ 1885548 h 6382977"/>
              <a:gd name="connsiteX3096" fmla="*/ 5832695 w 6501199"/>
              <a:gd name="connsiteY3096" fmla="*/ 1856026 h 6382977"/>
              <a:gd name="connsiteX3097" fmla="*/ 5828015 w 6501199"/>
              <a:gd name="connsiteY3097" fmla="*/ 1835505 h 6382977"/>
              <a:gd name="connsiteX3098" fmla="*/ 5782655 w 6501199"/>
              <a:gd name="connsiteY3098" fmla="*/ 1812823 h 6382977"/>
              <a:gd name="connsiteX3099" fmla="*/ 5009099 w 6501199"/>
              <a:gd name="connsiteY3099" fmla="*/ 1803400 h 6382977"/>
              <a:gd name="connsiteX3100" fmla="*/ 4986708 w 6501199"/>
              <a:gd name="connsiteY3100" fmla="*/ 1834444 h 6382977"/>
              <a:gd name="connsiteX3101" fmla="*/ 5000214 w 6501199"/>
              <a:gd name="connsiteY3101" fmla="*/ 1834444 h 6382977"/>
              <a:gd name="connsiteX3102" fmla="*/ 4979956 w 6501199"/>
              <a:gd name="connsiteY3102" fmla="*/ 1839030 h 6382977"/>
              <a:gd name="connsiteX3103" fmla="*/ 4979956 w 6501199"/>
              <a:gd name="connsiteY3103" fmla="*/ 1807633 h 6382977"/>
              <a:gd name="connsiteX3104" fmla="*/ 4993461 w 6501199"/>
              <a:gd name="connsiteY3104" fmla="*/ 1818922 h 6382977"/>
              <a:gd name="connsiteX3105" fmla="*/ 5009099 w 6501199"/>
              <a:gd name="connsiteY3105" fmla="*/ 1803400 h 6382977"/>
              <a:gd name="connsiteX3106" fmla="*/ 4710995 w 6501199"/>
              <a:gd name="connsiteY3106" fmla="*/ 1803400 h 6382977"/>
              <a:gd name="connsiteX3107" fmla="*/ 4729549 w 6501199"/>
              <a:gd name="connsiteY3107" fmla="*/ 1814648 h 6382977"/>
              <a:gd name="connsiteX3108" fmla="*/ 4706630 w 6501199"/>
              <a:gd name="connsiteY3108" fmla="*/ 1826260 h 6382977"/>
              <a:gd name="connsiteX3109" fmla="*/ 4710995 w 6501199"/>
              <a:gd name="connsiteY3109" fmla="*/ 1803400 h 6382977"/>
              <a:gd name="connsiteX3110" fmla="*/ 5420853 w 6501199"/>
              <a:gd name="connsiteY3110" fmla="*/ 1799142 h 6382977"/>
              <a:gd name="connsiteX3111" fmla="*/ 5411853 w 6501199"/>
              <a:gd name="connsiteY3111" fmla="*/ 1803823 h 6382977"/>
              <a:gd name="connsiteX3112" fmla="*/ 5402493 w 6501199"/>
              <a:gd name="connsiteY3112" fmla="*/ 1821824 h 6382977"/>
              <a:gd name="connsiteX3113" fmla="*/ 5409333 w 6501199"/>
              <a:gd name="connsiteY3113" fmla="*/ 1835505 h 6382977"/>
              <a:gd name="connsiteX3114" fmla="*/ 5420853 w 6501199"/>
              <a:gd name="connsiteY3114" fmla="*/ 1799142 h 6382977"/>
              <a:gd name="connsiteX3115" fmla="*/ 5899568 w 6501199"/>
              <a:gd name="connsiteY3115" fmla="*/ 1793955 h 6382977"/>
              <a:gd name="connsiteX3116" fmla="*/ 5898576 w 6501199"/>
              <a:gd name="connsiteY3116" fmla="*/ 1794462 h 6382977"/>
              <a:gd name="connsiteX3117" fmla="*/ 5903453 w 6501199"/>
              <a:gd name="connsiteY3117" fmla="*/ 1799643 h 6382977"/>
              <a:gd name="connsiteX3118" fmla="*/ 5906221 w 6501199"/>
              <a:gd name="connsiteY3118" fmla="*/ 1799562 h 6382977"/>
              <a:gd name="connsiteX3119" fmla="*/ 4766118 w 6501199"/>
              <a:gd name="connsiteY3119" fmla="*/ 1787678 h 6382977"/>
              <a:gd name="connsiteX3120" fmla="*/ 4750346 w 6501199"/>
              <a:gd name="connsiteY3120" fmla="*/ 1810620 h 6382977"/>
              <a:gd name="connsiteX3121" fmla="*/ 4766118 w 6501199"/>
              <a:gd name="connsiteY3121" fmla="*/ 1787678 h 6382977"/>
              <a:gd name="connsiteX3122" fmla="*/ 5484573 w 6501199"/>
              <a:gd name="connsiteY3122" fmla="*/ 1780781 h 6382977"/>
              <a:gd name="connsiteX3123" fmla="*/ 5466213 w 6501199"/>
              <a:gd name="connsiteY3123" fmla="*/ 1803823 h 6382977"/>
              <a:gd name="connsiteX3124" fmla="*/ 5484573 w 6501199"/>
              <a:gd name="connsiteY3124" fmla="*/ 1780781 h 6382977"/>
              <a:gd name="connsiteX3125" fmla="*/ 1303720 w 6501199"/>
              <a:gd name="connsiteY3125" fmla="*/ 1780249 h 6382977"/>
              <a:gd name="connsiteX3126" fmla="*/ 1296879 w 6501199"/>
              <a:gd name="connsiteY3126" fmla="*/ 1783629 h 6382977"/>
              <a:gd name="connsiteX3127" fmla="*/ 1301559 w 6501199"/>
              <a:gd name="connsiteY3127" fmla="*/ 1797307 h 6382977"/>
              <a:gd name="connsiteX3128" fmla="*/ 1285357 w 6501199"/>
              <a:gd name="connsiteY3128" fmla="*/ 1792628 h 6382977"/>
              <a:gd name="connsiteX3129" fmla="*/ 1228471 w 6501199"/>
              <a:gd name="connsiteY3129" fmla="*/ 1842661 h 6382977"/>
              <a:gd name="connsiteX3130" fmla="*/ 1239993 w 6501199"/>
              <a:gd name="connsiteY3130" fmla="*/ 1860658 h 6382977"/>
              <a:gd name="connsiteX3131" fmla="*/ 1326402 w 6501199"/>
              <a:gd name="connsiteY3131" fmla="*/ 1781110 h 6382977"/>
              <a:gd name="connsiteX3132" fmla="*/ 1303720 w 6501199"/>
              <a:gd name="connsiteY3132" fmla="*/ 1780249 h 6382977"/>
              <a:gd name="connsiteX3133" fmla="*/ 5643694 w 6501199"/>
              <a:gd name="connsiteY3133" fmla="*/ 1778621 h 6382977"/>
              <a:gd name="connsiteX3134" fmla="*/ 5627854 w 6501199"/>
              <a:gd name="connsiteY3134" fmla="*/ 1810663 h 6382977"/>
              <a:gd name="connsiteX3135" fmla="*/ 5643694 w 6501199"/>
              <a:gd name="connsiteY3135" fmla="*/ 1805983 h 6382977"/>
              <a:gd name="connsiteX3136" fmla="*/ 5643694 w 6501199"/>
              <a:gd name="connsiteY3136" fmla="*/ 1778621 h 6382977"/>
              <a:gd name="connsiteX3137" fmla="*/ 5095410 w 6501199"/>
              <a:gd name="connsiteY3137" fmla="*/ 1762780 h 6382977"/>
              <a:gd name="connsiteX3138" fmla="*/ 5095410 w 6501199"/>
              <a:gd name="connsiteY3138" fmla="*/ 1780781 h 6382977"/>
              <a:gd name="connsiteX3139" fmla="*/ 5095410 w 6501199"/>
              <a:gd name="connsiteY3139" fmla="*/ 1762780 h 6382977"/>
              <a:gd name="connsiteX3140" fmla="*/ 6271684 w 6501199"/>
              <a:gd name="connsiteY3140" fmla="*/ 1757362 h 6382977"/>
              <a:gd name="connsiteX3141" fmla="*/ 6282900 w 6501199"/>
              <a:gd name="connsiteY3141" fmla="*/ 1757362 h 6382977"/>
              <a:gd name="connsiteX3142" fmla="*/ 6287106 w 6501199"/>
              <a:gd name="connsiteY3142" fmla="*/ 1773383 h 6382977"/>
              <a:gd name="connsiteX3143" fmla="*/ 6274138 w 6501199"/>
              <a:gd name="connsiteY3143" fmla="*/ 1796686 h 6382977"/>
              <a:gd name="connsiteX3144" fmla="*/ 6271684 w 6501199"/>
              <a:gd name="connsiteY3144" fmla="*/ 1757362 h 6382977"/>
              <a:gd name="connsiteX3145" fmla="*/ 4835922 w 6501199"/>
              <a:gd name="connsiteY3145" fmla="*/ 1757362 h 6382977"/>
              <a:gd name="connsiteX3146" fmla="*/ 4824633 w 6501199"/>
              <a:gd name="connsiteY3146" fmla="*/ 1782404 h 6382977"/>
              <a:gd name="connsiteX3147" fmla="*/ 4835922 w 6501199"/>
              <a:gd name="connsiteY3147" fmla="*/ 1757362 h 6382977"/>
              <a:gd name="connsiteX3148" fmla="*/ 6226702 w 6501199"/>
              <a:gd name="connsiteY3148" fmla="*/ 1751012 h 6382977"/>
              <a:gd name="connsiteX3149" fmla="*/ 6228934 w 6501199"/>
              <a:gd name="connsiteY3149" fmla="*/ 1777649 h 6382977"/>
              <a:gd name="connsiteX3150" fmla="*/ 6226702 w 6501199"/>
              <a:gd name="connsiteY3150" fmla="*/ 1751012 h 6382977"/>
              <a:gd name="connsiteX3151" fmla="*/ 5777975 w 6501199"/>
              <a:gd name="connsiteY3151" fmla="*/ 1749099 h 6382977"/>
              <a:gd name="connsiteX3152" fmla="*/ 5771135 w 6501199"/>
              <a:gd name="connsiteY3152" fmla="*/ 1780781 h 6382977"/>
              <a:gd name="connsiteX3153" fmla="*/ 5777975 w 6501199"/>
              <a:gd name="connsiteY3153" fmla="*/ 1749099 h 6382977"/>
              <a:gd name="connsiteX3154" fmla="*/ 5037182 w 6501199"/>
              <a:gd name="connsiteY3154" fmla="*/ 1746250 h 6382977"/>
              <a:gd name="connsiteX3155" fmla="*/ 5041769 w 6501199"/>
              <a:gd name="connsiteY3155" fmla="*/ 1766570 h 6382977"/>
              <a:gd name="connsiteX3156" fmla="*/ 5014957 w 6501199"/>
              <a:gd name="connsiteY3156" fmla="*/ 1764393 h 6382977"/>
              <a:gd name="connsiteX3157" fmla="*/ 5037182 w 6501199"/>
              <a:gd name="connsiteY3157" fmla="*/ 1746250 h 6382977"/>
              <a:gd name="connsiteX3158" fmla="*/ 6390187 w 6501199"/>
              <a:gd name="connsiteY3158" fmla="*/ 1743648 h 6382977"/>
              <a:gd name="connsiteX3159" fmla="*/ 6421436 w 6501199"/>
              <a:gd name="connsiteY3159" fmla="*/ 1743648 h 6382977"/>
              <a:gd name="connsiteX3160" fmla="*/ 6423922 w 6501199"/>
              <a:gd name="connsiteY3160" fmla="*/ 1766343 h 6382977"/>
              <a:gd name="connsiteX3161" fmla="*/ 6399065 w 6501199"/>
              <a:gd name="connsiteY3161" fmla="*/ 1748331 h 6382977"/>
              <a:gd name="connsiteX3162" fmla="*/ 6408297 w 6501199"/>
              <a:gd name="connsiteY3162" fmla="*/ 1825783 h 6382977"/>
              <a:gd name="connsiteX3163" fmla="*/ 6403681 w 6501199"/>
              <a:gd name="connsiteY3163" fmla="*/ 1834790 h 6382977"/>
              <a:gd name="connsiteX3164" fmla="*/ 6383440 w 6501199"/>
              <a:gd name="connsiteY3164" fmla="*/ 1830106 h 6382977"/>
              <a:gd name="connsiteX3165" fmla="*/ 6390187 w 6501199"/>
              <a:gd name="connsiteY3165" fmla="*/ 1743648 h 6382977"/>
              <a:gd name="connsiteX3166" fmla="*/ 1458536 w 6501199"/>
              <a:gd name="connsiteY3166" fmla="*/ 1740435 h 6382977"/>
              <a:gd name="connsiteX3167" fmla="*/ 1419652 w 6501199"/>
              <a:gd name="connsiteY3167" fmla="*/ 1756273 h 6382977"/>
              <a:gd name="connsiteX3168" fmla="*/ 1458536 w 6501199"/>
              <a:gd name="connsiteY3168" fmla="*/ 1740435 h 6382977"/>
              <a:gd name="connsiteX3169" fmla="*/ 6353044 w 6501199"/>
              <a:gd name="connsiteY3169" fmla="*/ 1739900 h 6382977"/>
              <a:gd name="connsiteX3170" fmla="*/ 6368566 w 6501199"/>
              <a:gd name="connsiteY3170" fmla="*/ 1797105 h 6382977"/>
              <a:gd name="connsiteX3171" fmla="*/ 6366449 w 6501199"/>
              <a:gd name="connsiteY3171" fmla="*/ 1822088 h 6382977"/>
              <a:gd name="connsiteX3172" fmla="*/ 6339638 w 6501199"/>
              <a:gd name="connsiteY3172" fmla="*/ 1762710 h 6382977"/>
              <a:gd name="connsiteX3173" fmla="*/ 6353044 w 6501199"/>
              <a:gd name="connsiteY3173" fmla="*/ 1739900 h 6382977"/>
              <a:gd name="connsiteX3174" fmla="*/ 6105412 w 6501199"/>
              <a:gd name="connsiteY3174" fmla="*/ 1734498 h 6382977"/>
              <a:gd name="connsiteX3175" fmla="*/ 6104889 w 6501199"/>
              <a:gd name="connsiteY3175" fmla="*/ 1742394 h 6382977"/>
              <a:gd name="connsiteX3176" fmla="*/ 6112417 w 6501199"/>
              <a:gd name="connsiteY3176" fmla="*/ 1740098 h 6382977"/>
              <a:gd name="connsiteX3177" fmla="*/ 6107000 w 6501199"/>
              <a:gd name="connsiteY3177" fmla="*/ 1738281 h 6382977"/>
              <a:gd name="connsiteX3178" fmla="*/ 1364926 w 6501199"/>
              <a:gd name="connsiteY3178" fmla="*/ 1733596 h 6382977"/>
              <a:gd name="connsiteX3179" fmla="*/ 1322081 w 6501199"/>
              <a:gd name="connsiteY3179" fmla="*/ 1778950 h 6382977"/>
              <a:gd name="connsiteX3180" fmla="*/ 1371767 w 6501199"/>
              <a:gd name="connsiteY3180" fmla="*/ 1742595 h 6382977"/>
              <a:gd name="connsiteX3181" fmla="*/ 1364926 w 6501199"/>
              <a:gd name="connsiteY3181" fmla="*/ 1733596 h 6382977"/>
              <a:gd name="connsiteX3182" fmla="*/ 5947376 w 6501199"/>
              <a:gd name="connsiteY3182" fmla="*/ 1733550 h 6382977"/>
              <a:gd name="connsiteX3183" fmla="*/ 5951841 w 6501199"/>
              <a:gd name="connsiteY3183" fmla="*/ 1749539 h 6382977"/>
              <a:gd name="connsiteX3184" fmla="*/ 5933238 w 6501199"/>
              <a:gd name="connsiteY3184" fmla="*/ 1751720 h 6382977"/>
              <a:gd name="connsiteX3185" fmla="*/ 5947376 w 6501199"/>
              <a:gd name="connsiteY3185" fmla="*/ 1733550 h 6382977"/>
              <a:gd name="connsiteX3186" fmla="*/ 4797663 w 6501199"/>
              <a:gd name="connsiteY3186" fmla="*/ 1733550 h 6382977"/>
              <a:gd name="connsiteX3187" fmla="*/ 4763967 w 6501199"/>
              <a:gd name="connsiteY3187" fmla="*/ 1778716 h 6382977"/>
              <a:gd name="connsiteX3188" fmla="*/ 4824906 w 6501199"/>
              <a:gd name="connsiteY3188" fmla="*/ 1733550 h 6382977"/>
              <a:gd name="connsiteX3189" fmla="*/ 4822756 w 6501199"/>
              <a:gd name="connsiteY3189" fmla="*/ 1744662 h 6382977"/>
              <a:gd name="connsiteX3190" fmla="*/ 4827416 w 6501199"/>
              <a:gd name="connsiteY3190" fmla="*/ 1760435 h 6382977"/>
              <a:gd name="connsiteX3191" fmla="*/ 4738875 w 6501199"/>
              <a:gd name="connsiteY3191" fmla="*/ 1833203 h 6382977"/>
              <a:gd name="connsiteX3192" fmla="*/ 4729913 w 6501199"/>
              <a:gd name="connsiteY3192" fmla="*/ 1808111 h 6382977"/>
              <a:gd name="connsiteX3193" fmla="*/ 4797663 w 6501199"/>
              <a:gd name="connsiteY3193" fmla="*/ 1733550 h 6382977"/>
              <a:gd name="connsiteX3194" fmla="*/ 5046188 w 6501199"/>
              <a:gd name="connsiteY3194" fmla="*/ 1726171 h 6382977"/>
              <a:gd name="connsiteX3195" fmla="*/ 5052266 w 6501199"/>
              <a:gd name="connsiteY3195" fmla="*/ 1727647 h 6382977"/>
              <a:gd name="connsiteX3196" fmla="*/ 5054443 w 6501199"/>
              <a:gd name="connsiteY3196" fmla="*/ 1734444 h 6382977"/>
              <a:gd name="connsiteX3197" fmla="*/ 5045371 w 6501199"/>
              <a:gd name="connsiteY3197" fmla="*/ 1745892 h 6382977"/>
              <a:gd name="connsiteX3198" fmla="*/ 5038477 w 6501199"/>
              <a:gd name="connsiteY3198" fmla="*/ 1729793 h 6382977"/>
              <a:gd name="connsiteX3199" fmla="*/ 5046188 w 6501199"/>
              <a:gd name="connsiteY3199" fmla="*/ 1726171 h 6382977"/>
              <a:gd name="connsiteX3200" fmla="*/ 6324036 w 6501199"/>
              <a:gd name="connsiteY3200" fmla="*/ 1725612 h 6382977"/>
              <a:gd name="connsiteX3201" fmla="*/ 6324036 w 6501199"/>
              <a:gd name="connsiteY3201" fmla="*/ 1761767 h 6382977"/>
              <a:gd name="connsiteX3202" fmla="*/ 6324036 w 6501199"/>
              <a:gd name="connsiteY3202" fmla="*/ 1725612 h 6382977"/>
              <a:gd name="connsiteX3203" fmla="*/ 4929449 w 6501199"/>
              <a:gd name="connsiteY3203" fmla="*/ 1719577 h 6382977"/>
              <a:gd name="connsiteX3204" fmla="*/ 4924769 w 6501199"/>
              <a:gd name="connsiteY3204" fmla="*/ 1737578 h 6382977"/>
              <a:gd name="connsiteX3205" fmla="*/ 4929449 w 6501199"/>
              <a:gd name="connsiteY3205" fmla="*/ 1719577 h 6382977"/>
              <a:gd name="connsiteX3206" fmla="*/ 5452647 w 6501199"/>
              <a:gd name="connsiteY3206" fmla="*/ 1714500 h 6382977"/>
              <a:gd name="connsiteX3207" fmla="*/ 5455251 w 6501199"/>
              <a:gd name="connsiteY3207" fmla="*/ 1744298 h 6382977"/>
              <a:gd name="connsiteX3208" fmla="*/ 5452647 w 6501199"/>
              <a:gd name="connsiteY3208" fmla="*/ 1714500 h 6382977"/>
              <a:gd name="connsiteX3209" fmla="*/ 6105788 w 6501199"/>
              <a:gd name="connsiteY3209" fmla="*/ 1713694 h 6382977"/>
              <a:gd name="connsiteX3210" fmla="*/ 6106550 w 6501199"/>
              <a:gd name="connsiteY3210" fmla="*/ 1717319 h 6382977"/>
              <a:gd name="connsiteX3211" fmla="*/ 6105691 w 6501199"/>
              <a:gd name="connsiteY3211" fmla="*/ 1730294 h 6382977"/>
              <a:gd name="connsiteX3212" fmla="*/ 6106291 w 6501199"/>
              <a:gd name="connsiteY3212" fmla="*/ 1728707 h 6382977"/>
              <a:gd name="connsiteX3213" fmla="*/ 6112417 w 6501199"/>
              <a:gd name="connsiteY3213" fmla="*/ 1730738 h 6382977"/>
              <a:gd name="connsiteX3214" fmla="*/ 6110032 w 6501199"/>
              <a:gd name="connsiteY3214" fmla="*/ 1718587 h 6382977"/>
              <a:gd name="connsiteX3215" fmla="*/ 5802815 w 6501199"/>
              <a:gd name="connsiteY3215" fmla="*/ 1708056 h 6382977"/>
              <a:gd name="connsiteX3216" fmla="*/ 5789495 w 6501199"/>
              <a:gd name="connsiteY3216" fmla="*/ 1726417 h 6382977"/>
              <a:gd name="connsiteX3217" fmla="*/ 5809655 w 6501199"/>
              <a:gd name="connsiteY3217" fmla="*/ 1721737 h 6382977"/>
              <a:gd name="connsiteX3218" fmla="*/ 5802815 w 6501199"/>
              <a:gd name="connsiteY3218" fmla="*/ 1708056 h 6382977"/>
              <a:gd name="connsiteX3219" fmla="*/ 5118090 w 6501199"/>
              <a:gd name="connsiteY3219" fmla="*/ 1705896 h 6382977"/>
              <a:gd name="connsiteX3220" fmla="*/ 5106930 w 6501199"/>
              <a:gd name="connsiteY3220" fmla="*/ 1723897 h 6382977"/>
              <a:gd name="connsiteX3221" fmla="*/ 5118090 w 6501199"/>
              <a:gd name="connsiteY3221" fmla="*/ 1705896 h 6382977"/>
              <a:gd name="connsiteX3222" fmla="*/ 5994112 w 6501199"/>
              <a:gd name="connsiteY3222" fmla="*/ 1700135 h 6382977"/>
              <a:gd name="connsiteX3223" fmla="*/ 5982817 w 6501199"/>
              <a:gd name="connsiteY3223" fmla="*/ 1708056 h 6382977"/>
              <a:gd name="connsiteX3224" fmla="*/ 5998657 w 6501199"/>
              <a:gd name="connsiteY3224" fmla="*/ 1712736 h 6382977"/>
              <a:gd name="connsiteX3225" fmla="*/ 5994112 w 6501199"/>
              <a:gd name="connsiteY3225" fmla="*/ 1700135 h 6382977"/>
              <a:gd name="connsiteX3226" fmla="*/ 1355925 w 6501199"/>
              <a:gd name="connsiteY3226" fmla="*/ 1699401 h 6382977"/>
              <a:gd name="connsiteX3227" fmla="*/ 1337923 w 6501199"/>
              <a:gd name="connsiteY3227" fmla="*/ 1724238 h 6382977"/>
              <a:gd name="connsiteX3228" fmla="*/ 1360605 w 6501199"/>
              <a:gd name="connsiteY3228" fmla="*/ 1713079 h 6382977"/>
              <a:gd name="connsiteX3229" fmla="*/ 1355925 w 6501199"/>
              <a:gd name="connsiteY3229" fmla="*/ 1699401 h 6382977"/>
              <a:gd name="connsiteX3230" fmla="*/ 4719470 w 6501199"/>
              <a:gd name="connsiteY3230" fmla="*/ 1693862 h 6382977"/>
              <a:gd name="connsiteX3231" fmla="*/ 4701299 w 6501199"/>
              <a:gd name="connsiteY3231" fmla="*/ 1717308 h 6382977"/>
              <a:gd name="connsiteX3232" fmla="*/ 4719470 w 6501199"/>
              <a:gd name="connsiteY3232" fmla="*/ 1693862 h 6382977"/>
              <a:gd name="connsiteX3233" fmla="*/ 6319664 w 6501199"/>
              <a:gd name="connsiteY3233" fmla="*/ 1692275 h 6382977"/>
              <a:gd name="connsiteX3234" fmla="*/ 6317531 w 6501199"/>
              <a:gd name="connsiteY3234" fmla="*/ 1726836 h 6382977"/>
              <a:gd name="connsiteX3235" fmla="*/ 6319664 w 6501199"/>
              <a:gd name="connsiteY3235" fmla="*/ 1692275 h 6382977"/>
              <a:gd name="connsiteX3236" fmla="*/ 5944876 w 6501199"/>
              <a:gd name="connsiteY3236" fmla="*/ 1690831 h 6382977"/>
              <a:gd name="connsiteX3237" fmla="*/ 5930257 w 6501199"/>
              <a:gd name="connsiteY3237" fmla="*/ 1701216 h 6382977"/>
              <a:gd name="connsiteX3238" fmla="*/ 5946457 w 6501199"/>
              <a:gd name="connsiteY3238" fmla="*/ 1701216 h 6382977"/>
              <a:gd name="connsiteX3239" fmla="*/ 5921256 w 6501199"/>
              <a:gd name="connsiteY3239" fmla="*/ 1726417 h 6382977"/>
              <a:gd name="connsiteX3240" fmla="*/ 5914461 w 6501199"/>
              <a:gd name="connsiteY3240" fmla="*/ 1743789 h 6382977"/>
              <a:gd name="connsiteX3241" fmla="*/ 5912521 w 6501199"/>
              <a:gd name="connsiteY3241" fmla="*/ 1748696 h 6382977"/>
              <a:gd name="connsiteX3242" fmla="*/ 5914139 w 6501199"/>
              <a:gd name="connsiteY3242" fmla="*/ 1751480 h 6382977"/>
              <a:gd name="connsiteX3243" fmla="*/ 5929500 w 6501199"/>
              <a:gd name="connsiteY3243" fmla="*/ 1761282 h 6382977"/>
              <a:gd name="connsiteX3244" fmla="*/ 5939617 w 6501199"/>
              <a:gd name="connsiteY3244" fmla="*/ 1755939 h 6382977"/>
              <a:gd name="connsiteX3245" fmla="*/ 5939443 w 6501199"/>
              <a:gd name="connsiteY3245" fmla="*/ 1761627 h 6382977"/>
              <a:gd name="connsiteX3246" fmla="*/ 5936053 w 6501199"/>
              <a:gd name="connsiteY3246" fmla="*/ 1765464 h 6382977"/>
              <a:gd name="connsiteX3247" fmla="*/ 5942269 w 6501199"/>
              <a:gd name="connsiteY3247" fmla="*/ 1769430 h 6382977"/>
              <a:gd name="connsiteX3248" fmla="*/ 5942587 w 6501199"/>
              <a:gd name="connsiteY3248" fmla="*/ 1769125 h 6382977"/>
              <a:gd name="connsiteX3249" fmla="*/ 5944860 w 6501199"/>
              <a:gd name="connsiteY3249" fmla="*/ 1768209 h 6382977"/>
              <a:gd name="connsiteX3250" fmla="*/ 5948099 w 6501199"/>
              <a:gd name="connsiteY3250" fmla="*/ 1773150 h 6382977"/>
              <a:gd name="connsiteX3251" fmla="*/ 5948781 w 6501199"/>
              <a:gd name="connsiteY3251" fmla="*/ 1773586 h 6382977"/>
              <a:gd name="connsiteX3252" fmla="*/ 5962297 w 6501199"/>
              <a:gd name="connsiteY3252" fmla="*/ 1744418 h 6382977"/>
              <a:gd name="connsiteX3253" fmla="*/ 5966617 w 6501199"/>
              <a:gd name="connsiteY3253" fmla="*/ 1755939 h 6382977"/>
              <a:gd name="connsiteX3254" fmla="*/ 5982817 w 6501199"/>
              <a:gd name="connsiteY3254" fmla="*/ 1737578 h 6382977"/>
              <a:gd name="connsiteX3255" fmla="*/ 5973457 w 6501199"/>
              <a:gd name="connsiteY3255" fmla="*/ 1719577 h 6382977"/>
              <a:gd name="connsiteX3256" fmla="*/ 5957617 w 6501199"/>
              <a:gd name="connsiteY3256" fmla="*/ 1726417 h 6382977"/>
              <a:gd name="connsiteX3257" fmla="*/ 5964457 w 6501199"/>
              <a:gd name="connsiteY3257" fmla="*/ 1710576 h 6382977"/>
              <a:gd name="connsiteX3258" fmla="*/ 5978137 w 6501199"/>
              <a:gd name="connsiteY3258" fmla="*/ 1710576 h 6382977"/>
              <a:gd name="connsiteX3259" fmla="*/ 5944876 w 6501199"/>
              <a:gd name="connsiteY3259" fmla="*/ 1690831 h 6382977"/>
              <a:gd name="connsiteX3260" fmla="*/ 5458878 w 6501199"/>
              <a:gd name="connsiteY3260" fmla="*/ 1687670 h 6382977"/>
              <a:gd name="connsiteX3261" fmla="*/ 5441373 w 6501199"/>
              <a:gd name="connsiteY3261" fmla="*/ 1690055 h 6382977"/>
              <a:gd name="connsiteX3262" fmla="*/ 5427693 w 6501199"/>
              <a:gd name="connsiteY3262" fmla="*/ 1699055 h 6382977"/>
              <a:gd name="connsiteX3263" fmla="*/ 5418693 w 6501199"/>
              <a:gd name="connsiteY3263" fmla="*/ 1749099 h 6382977"/>
              <a:gd name="connsiteX3264" fmla="*/ 5405013 w 6501199"/>
              <a:gd name="connsiteY3264" fmla="*/ 1753779 h 6382977"/>
              <a:gd name="connsiteX3265" fmla="*/ 5405013 w 6501199"/>
              <a:gd name="connsiteY3265" fmla="*/ 1769620 h 6382977"/>
              <a:gd name="connsiteX3266" fmla="*/ 5414013 w 6501199"/>
              <a:gd name="connsiteY3266" fmla="*/ 1794462 h 6382977"/>
              <a:gd name="connsiteX3267" fmla="*/ 5414013 w 6501199"/>
              <a:gd name="connsiteY3267" fmla="*/ 1758099 h 6382977"/>
              <a:gd name="connsiteX3268" fmla="*/ 5434533 w 6501199"/>
              <a:gd name="connsiteY3268" fmla="*/ 1737578 h 6382977"/>
              <a:gd name="connsiteX3269" fmla="*/ 5436693 w 6501199"/>
              <a:gd name="connsiteY3269" fmla="*/ 1744418 h 6382977"/>
              <a:gd name="connsiteX3270" fmla="*/ 5438853 w 6501199"/>
              <a:gd name="connsiteY3270" fmla="*/ 1785461 h 6382977"/>
              <a:gd name="connsiteX3271" fmla="*/ 5443533 w 6501199"/>
              <a:gd name="connsiteY3271" fmla="*/ 1755939 h 6382977"/>
              <a:gd name="connsiteX3272" fmla="*/ 5461893 w 6501199"/>
              <a:gd name="connsiteY3272" fmla="*/ 1749099 h 6382977"/>
              <a:gd name="connsiteX3273" fmla="*/ 5450373 w 6501199"/>
              <a:gd name="connsiteY3273" fmla="*/ 1696895 h 6382977"/>
              <a:gd name="connsiteX3274" fmla="*/ 5459373 w 6501199"/>
              <a:gd name="connsiteY3274" fmla="*/ 1699055 h 6382977"/>
              <a:gd name="connsiteX3275" fmla="*/ 5458878 w 6501199"/>
              <a:gd name="connsiteY3275" fmla="*/ 1687670 h 6382977"/>
              <a:gd name="connsiteX3276" fmla="*/ 5067914 w 6501199"/>
              <a:gd name="connsiteY3276" fmla="*/ 1685925 h 6382977"/>
              <a:gd name="connsiteX3277" fmla="*/ 5054247 w 6501199"/>
              <a:gd name="connsiteY3277" fmla="*/ 1723672 h 6382977"/>
              <a:gd name="connsiteX3278" fmla="*/ 5061080 w 6501199"/>
              <a:gd name="connsiteY3278" fmla="*/ 1688041 h 6382977"/>
              <a:gd name="connsiteX3279" fmla="*/ 5067914 w 6501199"/>
              <a:gd name="connsiteY3279" fmla="*/ 1685925 h 6382977"/>
              <a:gd name="connsiteX3280" fmla="*/ 5616444 w 6501199"/>
              <a:gd name="connsiteY3280" fmla="*/ 1682750 h 6382977"/>
              <a:gd name="connsiteX3281" fmla="*/ 5621030 w 6501199"/>
              <a:gd name="connsiteY3281" fmla="*/ 1706190 h 6382977"/>
              <a:gd name="connsiteX3282" fmla="*/ 5616444 w 6501199"/>
              <a:gd name="connsiteY3282" fmla="*/ 1682750 h 6382977"/>
              <a:gd name="connsiteX3283" fmla="*/ 5082057 w 6501199"/>
              <a:gd name="connsiteY3283" fmla="*/ 1662112 h 6382977"/>
              <a:gd name="connsiteX3284" fmla="*/ 5096251 w 6501199"/>
              <a:gd name="connsiteY3284" fmla="*/ 1666594 h 6382977"/>
              <a:gd name="connsiteX3285" fmla="*/ 5079816 w 6501199"/>
              <a:gd name="connsiteY3285" fmla="*/ 1676306 h 6382977"/>
              <a:gd name="connsiteX3286" fmla="*/ 5082057 w 6501199"/>
              <a:gd name="connsiteY3286" fmla="*/ 1662112 h 6382977"/>
              <a:gd name="connsiteX3287" fmla="*/ 4948614 w 6501199"/>
              <a:gd name="connsiteY3287" fmla="*/ 1654175 h 6382977"/>
              <a:gd name="connsiteX3288" fmla="*/ 4932179 w 6501199"/>
              <a:gd name="connsiteY3288" fmla="*/ 1685568 h 6382977"/>
              <a:gd name="connsiteX3289" fmla="*/ 4948614 w 6501199"/>
              <a:gd name="connsiteY3289" fmla="*/ 1654175 h 6382977"/>
              <a:gd name="connsiteX3290" fmla="*/ 5871216 w 6501199"/>
              <a:gd name="connsiteY3290" fmla="*/ 1653692 h 6382977"/>
              <a:gd name="connsiteX3291" fmla="*/ 5864376 w 6501199"/>
              <a:gd name="connsiteY3291" fmla="*/ 1699055 h 6382977"/>
              <a:gd name="connsiteX3292" fmla="*/ 5882736 w 6501199"/>
              <a:gd name="connsiteY3292" fmla="*/ 1655852 h 6382977"/>
              <a:gd name="connsiteX3293" fmla="*/ 5871216 w 6501199"/>
              <a:gd name="connsiteY3293" fmla="*/ 1653692 h 6382977"/>
              <a:gd name="connsiteX3294" fmla="*/ 5700575 w 6501199"/>
              <a:gd name="connsiteY3294" fmla="*/ 1649012 h 6382977"/>
              <a:gd name="connsiteX3295" fmla="*/ 5686895 w 6501199"/>
              <a:gd name="connsiteY3295" fmla="*/ 1683214 h 6382977"/>
              <a:gd name="connsiteX3296" fmla="*/ 5700575 w 6501199"/>
              <a:gd name="connsiteY3296" fmla="*/ 1649012 h 6382977"/>
              <a:gd name="connsiteX3297" fmla="*/ 6424692 w 6501199"/>
              <a:gd name="connsiteY3297" fmla="*/ 1646237 h 6382977"/>
              <a:gd name="connsiteX3298" fmla="*/ 6445084 w 6501199"/>
              <a:gd name="connsiteY3298" fmla="*/ 1650598 h 6382977"/>
              <a:gd name="connsiteX3299" fmla="*/ 6433636 w 6501199"/>
              <a:gd name="connsiteY3299" fmla="*/ 1676036 h 6382977"/>
              <a:gd name="connsiteX3300" fmla="*/ 6424692 w 6501199"/>
              <a:gd name="connsiteY3300" fmla="*/ 1646237 h 6382977"/>
              <a:gd name="connsiteX3301" fmla="*/ 5104265 w 6501199"/>
              <a:gd name="connsiteY3301" fmla="*/ 1642003 h 6382977"/>
              <a:gd name="connsiteX3302" fmla="*/ 5088258 w 6501199"/>
              <a:gd name="connsiteY3302" fmla="*/ 1653292 h 6382977"/>
              <a:gd name="connsiteX3303" fmla="*/ 5104265 w 6501199"/>
              <a:gd name="connsiteY3303" fmla="*/ 1642003 h 6382977"/>
              <a:gd name="connsiteX3304" fmla="*/ 5918106 w 6501199"/>
              <a:gd name="connsiteY3304" fmla="*/ 1625228 h 6382977"/>
              <a:gd name="connsiteX3305" fmla="*/ 5907576 w 6501199"/>
              <a:gd name="connsiteY3305" fmla="*/ 1640011 h 6382977"/>
              <a:gd name="connsiteX3306" fmla="*/ 5916936 w 6501199"/>
              <a:gd name="connsiteY3306" fmla="*/ 1655852 h 6382977"/>
              <a:gd name="connsiteX3307" fmla="*/ 5939617 w 6501199"/>
              <a:gd name="connsiteY3307" fmla="*/ 1644332 h 6382977"/>
              <a:gd name="connsiteX3308" fmla="*/ 5916936 w 6501199"/>
              <a:gd name="connsiteY3308" fmla="*/ 1646852 h 6382977"/>
              <a:gd name="connsiteX3309" fmla="*/ 5923417 w 6501199"/>
              <a:gd name="connsiteY3309" fmla="*/ 1626330 h 6382977"/>
              <a:gd name="connsiteX3310" fmla="*/ 5918106 w 6501199"/>
              <a:gd name="connsiteY3310" fmla="*/ 1625228 h 6382977"/>
              <a:gd name="connsiteX3311" fmla="*/ 5676769 w 6501199"/>
              <a:gd name="connsiteY3311" fmla="*/ 1616075 h 6382977"/>
              <a:gd name="connsiteX3312" fmla="*/ 5641138 w 6501199"/>
              <a:gd name="connsiteY3312" fmla="*/ 1625048 h 6382977"/>
              <a:gd name="connsiteX3313" fmla="*/ 5676769 w 6501199"/>
              <a:gd name="connsiteY3313" fmla="*/ 1616075 h 6382977"/>
              <a:gd name="connsiteX3314" fmla="*/ 5184331 w 6501199"/>
              <a:gd name="connsiteY3314" fmla="*/ 1614810 h 6382977"/>
              <a:gd name="connsiteX3315" fmla="*/ 5165971 w 6501199"/>
              <a:gd name="connsiteY3315" fmla="*/ 1635331 h 6382977"/>
              <a:gd name="connsiteX3316" fmla="*/ 5184331 w 6501199"/>
              <a:gd name="connsiteY3316" fmla="*/ 1614810 h 6382977"/>
              <a:gd name="connsiteX3317" fmla="*/ 6398552 w 6501199"/>
              <a:gd name="connsiteY3317" fmla="*/ 1614487 h 6382977"/>
              <a:gd name="connsiteX3318" fmla="*/ 6411957 w 6501199"/>
              <a:gd name="connsiteY3318" fmla="*/ 1662747 h 6382977"/>
              <a:gd name="connsiteX3319" fmla="*/ 6380913 w 6501199"/>
              <a:gd name="connsiteY3319" fmla="*/ 1632992 h 6382977"/>
              <a:gd name="connsiteX3320" fmla="*/ 6391849 w 6501199"/>
              <a:gd name="connsiteY3320" fmla="*/ 1628275 h 6382977"/>
              <a:gd name="connsiteX3321" fmla="*/ 6398552 w 6501199"/>
              <a:gd name="connsiteY3321" fmla="*/ 1614487 h 6382977"/>
              <a:gd name="connsiteX3322" fmla="*/ 5759396 w 6501199"/>
              <a:gd name="connsiteY3322" fmla="*/ 1606951 h 6382977"/>
              <a:gd name="connsiteX3323" fmla="*/ 5750615 w 6501199"/>
              <a:gd name="connsiteY3323" fmla="*/ 1610129 h 6382977"/>
              <a:gd name="connsiteX3324" fmla="*/ 5764295 w 6501199"/>
              <a:gd name="connsiteY3324" fmla="*/ 1623810 h 6382977"/>
              <a:gd name="connsiteX3325" fmla="*/ 5753135 w 6501199"/>
              <a:gd name="connsiteY3325" fmla="*/ 1621650 h 6382977"/>
              <a:gd name="connsiteX3326" fmla="*/ 5757455 w 6501199"/>
              <a:gd name="connsiteY3326" fmla="*/ 1642171 h 6382977"/>
              <a:gd name="connsiteX3327" fmla="*/ 5768975 w 6501199"/>
              <a:gd name="connsiteY3327" fmla="*/ 1646852 h 6382977"/>
              <a:gd name="connsiteX3328" fmla="*/ 5770685 w 6501199"/>
              <a:gd name="connsiteY3328" fmla="*/ 1645682 h 6382977"/>
              <a:gd name="connsiteX3329" fmla="*/ 5773984 w 6501199"/>
              <a:gd name="connsiteY3329" fmla="*/ 1643425 h 6382977"/>
              <a:gd name="connsiteX3330" fmla="*/ 5771197 w 6501199"/>
              <a:gd name="connsiteY3330" fmla="*/ 1635755 h 6382977"/>
              <a:gd name="connsiteX3331" fmla="*/ 5770939 w 6501199"/>
              <a:gd name="connsiteY3331" fmla="*/ 1634734 h 6382977"/>
              <a:gd name="connsiteX3332" fmla="*/ 5764295 w 6501199"/>
              <a:gd name="connsiteY3332" fmla="*/ 1633171 h 6382977"/>
              <a:gd name="connsiteX3333" fmla="*/ 5767625 w 6501199"/>
              <a:gd name="connsiteY3333" fmla="*/ 1628491 h 6382977"/>
              <a:gd name="connsiteX3334" fmla="*/ 5769183 w 6501199"/>
              <a:gd name="connsiteY3334" fmla="*/ 1627786 h 6382977"/>
              <a:gd name="connsiteX3335" fmla="*/ 5764779 w 6501199"/>
              <a:gd name="connsiteY3335" fmla="*/ 1610359 h 6382977"/>
              <a:gd name="connsiteX3336" fmla="*/ 5882736 w 6501199"/>
              <a:gd name="connsiteY3336" fmla="*/ 1605809 h 6382977"/>
              <a:gd name="connsiteX3337" fmla="*/ 5875896 w 6501199"/>
              <a:gd name="connsiteY3337" fmla="*/ 1626330 h 6382977"/>
              <a:gd name="connsiteX3338" fmla="*/ 5893896 w 6501199"/>
              <a:gd name="connsiteY3338" fmla="*/ 1623810 h 6382977"/>
              <a:gd name="connsiteX3339" fmla="*/ 5882736 w 6501199"/>
              <a:gd name="connsiteY3339" fmla="*/ 1605809 h 6382977"/>
              <a:gd name="connsiteX3340" fmla="*/ 6135461 w 6501199"/>
              <a:gd name="connsiteY3340" fmla="*/ 1604962 h 6382977"/>
              <a:gd name="connsiteX3341" fmla="*/ 6135461 w 6501199"/>
              <a:gd name="connsiteY3341" fmla="*/ 1642709 h 6382977"/>
              <a:gd name="connsiteX3342" fmla="*/ 6135461 w 6501199"/>
              <a:gd name="connsiteY3342" fmla="*/ 1604962 h 6382977"/>
              <a:gd name="connsiteX3343" fmla="*/ 5912256 w 6501199"/>
              <a:gd name="connsiteY3343" fmla="*/ 1598968 h 6382977"/>
              <a:gd name="connsiteX3344" fmla="*/ 5903256 w 6501199"/>
              <a:gd name="connsiteY3344" fmla="*/ 1616970 h 6382977"/>
              <a:gd name="connsiteX3345" fmla="*/ 5919096 w 6501199"/>
              <a:gd name="connsiteY3345" fmla="*/ 1612649 h 6382977"/>
              <a:gd name="connsiteX3346" fmla="*/ 5690201 w 6501199"/>
              <a:gd name="connsiteY3346" fmla="*/ 1597025 h 6382977"/>
              <a:gd name="connsiteX3347" fmla="*/ 5694666 w 6501199"/>
              <a:gd name="connsiteY3347" fmla="*/ 1610945 h 6382977"/>
              <a:gd name="connsiteX3348" fmla="*/ 5676063 w 6501199"/>
              <a:gd name="connsiteY3348" fmla="*/ 1606549 h 6382977"/>
              <a:gd name="connsiteX3349" fmla="*/ 5690201 w 6501199"/>
              <a:gd name="connsiteY3349" fmla="*/ 1597025 h 6382977"/>
              <a:gd name="connsiteX3350" fmla="*/ 5495733 w 6501199"/>
              <a:gd name="connsiteY3350" fmla="*/ 1594288 h 6382977"/>
              <a:gd name="connsiteX3351" fmla="*/ 5484573 w 6501199"/>
              <a:gd name="connsiteY3351" fmla="*/ 1616970 h 6382977"/>
              <a:gd name="connsiteX3352" fmla="*/ 5482413 w 6501199"/>
              <a:gd name="connsiteY3352" fmla="*/ 1605809 h 6382977"/>
              <a:gd name="connsiteX3353" fmla="*/ 5470893 w 6501199"/>
              <a:gd name="connsiteY3353" fmla="*/ 1646852 h 6382977"/>
              <a:gd name="connsiteX3354" fmla="*/ 5450373 w 6501199"/>
              <a:gd name="connsiteY3354" fmla="*/ 1658013 h 6382977"/>
              <a:gd name="connsiteX3355" fmla="*/ 5473053 w 6501199"/>
              <a:gd name="connsiteY3355" fmla="*/ 1705896 h 6382977"/>
              <a:gd name="connsiteX3356" fmla="*/ 5473053 w 6501199"/>
              <a:gd name="connsiteY3356" fmla="*/ 1676374 h 6382977"/>
              <a:gd name="connsiteX3357" fmla="*/ 5498253 w 6501199"/>
              <a:gd name="connsiteY3357" fmla="*/ 1637491 h 6382977"/>
              <a:gd name="connsiteX3358" fmla="*/ 5486733 w 6501199"/>
              <a:gd name="connsiteY3358" fmla="*/ 1612649 h 6382977"/>
              <a:gd name="connsiteX3359" fmla="*/ 5495733 w 6501199"/>
              <a:gd name="connsiteY3359" fmla="*/ 1594288 h 6382977"/>
              <a:gd name="connsiteX3360" fmla="*/ 5129607 w 6501199"/>
              <a:gd name="connsiteY3360" fmla="*/ 1587098 h 6382977"/>
              <a:gd name="connsiteX3361" fmla="*/ 5109325 w 6501199"/>
              <a:gd name="connsiteY3361" fmla="*/ 1605632 h 6382977"/>
              <a:gd name="connsiteX3362" fmla="*/ 5129607 w 6501199"/>
              <a:gd name="connsiteY3362" fmla="*/ 1587098 h 6382977"/>
              <a:gd name="connsiteX3363" fmla="*/ 5536773 w 6501199"/>
              <a:gd name="connsiteY3363" fmla="*/ 1585288 h 6382977"/>
              <a:gd name="connsiteX3364" fmla="*/ 5536773 w 6501199"/>
              <a:gd name="connsiteY3364" fmla="*/ 1598968 h 6382977"/>
              <a:gd name="connsiteX3365" fmla="*/ 5550453 w 6501199"/>
              <a:gd name="connsiteY3365" fmla="*/ 1592128 h 6382977"/>
              <a:gd name="connsiteX3366" fmla="*/ 5536773 w 6501199"/>
              <a:gd name="connsiteY3366" fmla="*/ 1585288 h 6382977"/>
              <a:gd name="connsiteX3367" fmla="*/ 4802761 w 6501199"/>
              <a:gd name="connsiteY3367" fmla="*/ 1582812 h 6382977"/>
              <a:gd name="connsiteX3368" fmla="*/ 4787239 w 6501199"/>
              <a:gd name="connsiteY3368" fmla="*/ 1601415 h 6382977"/>
              <a:gd name="connsiteX3369" fmla="*/ 4802761 w 6501199"/>
              <a:gd name="connsiteY3369" fmla="*/ 1582812 h 6382977"/>
              <a:gd name="connsiteX3370" fmla="*/ 5067408 w 6501199"/>
              <a:gd name="connsiteY3370" fmla="*/ 1582737 h 6382977"/>
              <a:gd name="connsiteX3371" fmla="*/ 5083566 w 6501199"/>
              <a:gd name="connsiteY3371" fmla="*/ 1593860 h 6382977"/>
              <a:gd name="connsiteX3372" fmla="*/ 5074230 w 6501199"/>
              <a:gd name="connsiteY3372" fmla="*/ 1634766 h 6382977"/>
              <a:gd name="connsiteX3373" fmla="*/ 5058431 w 6501199"/>
              <a:gd name="connsiteY3373" fmla="*/ 1625795 h 6382977"/>
              <a:gd name="connsiteX3374" fmla="*/ 5063099 w 6501199"/>
              <a:gd name="connsiteY3374" fmla="*/ 1596013 h 6382977"/>
              <a:gd name="connsiteX3375" fmla="*/ 5076744 w 6501199"/>
              <a:gd name="connsiteY3375" fmla="*/ 1591707 h 6382977"/>
              <a:gd name="connsiteX3376" fmla="*/ 5067408 w 6501199"/>
              <a:gd name="connsiteY3376" fmla="*/ 1582737 h 6382977"/>
              <a:gd name="connsiteX3377" fmla="*/ 5810460 w 6501199"/>
              <a:gd name="connsiteY3377" fmla="*/ 1579675 h 6382977"/>
              <a:gd name="connsiteX3378" fmla="*/ 5813641 w 6501199"/>
              <a:gd name="connsiteY3378" fmla="*/ 1591950 h 6382977"/>
              <a:gd name="connsiteX3379" fmla="*/ 5814959 w 6501199"/>
              <a:gd name="connsiteY3379" fmla="*/ 1584860 h 6382977"/>
              <a:gd name="connsiteX3380" fmla="*/ 5486733 w 6501199"/>
              <a:gd name="connsiteY3380" fmla="*/ 1576287 h 6382977"/>
              <a:gd name="connsiteX3381" fmla="*/ 5509413 w 6501199"/>
              <a:gd name="connsiteY3381" fmla="*/ 1598968 h 6382977"/>
              <a:gd name="connsiteX3382" fmla="*/ 5507253 w 6501199"/>
              <a:gd name="connsiteY3382" fmla="*/ 1585288 h 6382977"/>
              <a:gd name="connsiteX3383" fmla="*/ 5486733 w 6501199"/>
              <a:gd name="connsiteY3383" fmla="*/ 1576287 h 6382977"/>
              <a:gd name="connsiteX3384" fmla="*/ 4800187 w 6501199"/>
              <a:gd name="connsiteY3384" fmla="*/ 1563121 h 6382977"/>
              <a:gd name="connsiteX3385" fmla="*/ 4805768 w 6501199"/>
              <a:gd name="connsiteY3385" fmla="*/ 1566639 h 6382977"/>
              <a:gd name="connsiteX3386" fmla="*/ 4799211 w 6501199"/>
              <a:gd name="connsiteY3386" fmla="*/ 1571476 h 6382977"/>
              <a:gd name="connsiteX3387" fmla="*/ 4799211 w 6501199"/>
              <a:gd name="connsiteY3387" fmla="*/ 1580778 h 6382977"/>
              <a:gd name="connsiteX3388" fmla="*/ 4790238 w 6501199"/>
              <a:gd name="connsiteY3388" fmla="*/ 1569243 h 6382977"/>
              <a:gd name="connsiteX3389" fmla="*/ 4800187 w 6501199"/>
              <a:gd name="connsiteY3389" fmla="*/ 1563121 h 6382977"/>
              <a:gd name="connsiteX3390" fmla="*/ 1294718 w 6501199"/>
              <a:gd name="connsiteY3390" fmla="*/ 1560462 h 6382977"/>
              <a:gd name="connsiteX3391" fmla="*/ 1271676 w 6501199"/>
              <a:gd name="connsiteY3391" fmla="*/ 1565141 h 6382977"/>
              <a:gd name="connsiteX3392" fmla="*/ 1217310 w 6501199"/>
              <a:gd name="connsiteY3392" fmla="*/ 1603655 h 6382977"/>
              <a:gd name="connsiteX3393" fmla="*/ 1219470 w 6501199"/>
              <a:gd name="connsiteY3393" fmla="*/ 1631011 h 6382977"/>
              <a:gd name="connsiteX3394" fmla="*/ 1258355 w 6501199"/>
              <a:gd name="connsiteY3394" fmla="*/ 1599336 h 6382977"/>
              <a:gd name="connsiteX3395" fmla="*/ 1294718 w 6501199"/>
              <a:gd name="connsiteY3395" fmla="*/ 1560462 h 6382977"/>
              <a:gd name="connsiteX3396" fmla="*/ 5193331 w 6501199"/>
              <a:gd name="connsiteY3396" fmla="*/ 1560086 h 6382977"/>
              <a:gd name="connsiteX3397" fmla="*/ 5186491 w 6501199"/>
              <a:gd name="connsiteY3397" fmla="*/ 1578447 h 6382977"/>
              <a:gd name="connsiteX3398" fmla="*/ 5193331 w 6501199"/>
              <a:gd name="connsiteY3398" fmla="*/ 1560086 h 6382977"/>
              <a:gd name="connsiteX3399" fmla="*/ 5557293 w 6501199"/>
              <a:gd name="connsiteY3399" fmla="*/ 1555766 h 6382977"/>
              <a:gd name="connsiteX3400" fmla="*/ 5564133 w 6501199"/>
              <a:gd name="connsiteY3400" fmla="*/ 1571607 h 6382977"/>
              <a:gd name="connsiteX3401" fmla="*/ 5557293 w 6501199"/>
              <a:gd name="connsiteY3401" fmla="*/ 1555766 h 6382977"/>
              <a:gd name="connsiteX3402" fmla="*/ 5131682 w 6501199"/>
              <a:gd name="connsiteY3402" fmla="*/ 1555750 h 6382977"/>
              <a:gd name="connsiteX3403" fmla="*/ 5150236 w 6501199"/>
              <a:gd name="connsiteY3403" fmla="*/ 1564821 h 6382977"/>
              <a:gd name="connsiteX3404" fmla="*/ 5138595 w 6501199"/>
              <a:gd name="connsiteY3404" fmla="*/ 1573893 h 6382977"/>
              <a:gd name="connsiteX3405" fmla="*/ 5134229 w 6501199"/>
              <a:gd name="connsiteY3405" fmla="*/ 1562644 h 6382977"/>
              <a:gd name="connsiteX3406" fmla="*/ 5115675 w 6501199"/>
              <a:gd name="connsiteY3406" fmla="*/ 1569538 h 6382977"/>
              <a:gd name="connsiteX3407" fmla="*/ 5131682 w 6501199"/>
              <a:gd name="connsiteY3407" fmla="*/ 1555750 h 6382977"/>
              <a:gd name="connsiteX3408" fmla="*/ 4993998 w 6501199"/>
              <a:gd name="connsiteY3408" fmla="*/ 1555750 h 6382977"/>
              <a:gd name="connsiteX3409" fmla="*/ 4984660 w 6501199"/>
              <a:gd name="connsiteY3409" fmla="*/ 1574426 h 6382977"/>
              <a:gd name="connsiteX3410" fmla="*/ 4993998 w 6501199"/>
              <a:gd name="connsiteY3410" fmla="*/ 1555750 h 6382977"/>
              <a:gd name="connsiteX3411" fmla="*/ 5381972 w 6501199"/>
              <a:gd name="connsiteY3411" fmla="*/ 1553605 h 6382977"/>
              <a:gd name="connsiteX3412" fmla="*/ 5375132 w 6501199"/>
              <a:gd name="connsiteY3412" fmla="*/ 1573767 h 6382977"/>
              <a:gd name="connsiteX3413" fmla="*/ 5381972 w 6501199"/>
              <a:gd name="connsiteY3413" fmla="*/ 1553605 h 6382977"/>
              <a:gd name="connsiteX3414" fmla="*/ 5926977 w 6501199"/>
              <a:gd name="connsiteY3414" fmla="*/ 1552452 h 6382977"/>
              <a:gd name="connsiteX3415" fmla="*/ 5921256 w 6501199"/>
              <a:gd name="connsiteY3415" fmla="*/ 1573767 h 6382977"/>
              <a:gd name="connsiteX3416" fmla="*/ 5934937 w 6501199"/>
              <a:gd name="connsiteY3416" fmla="*/ 1555766 h 6382977"/>
              <a:gd name="connsiteX3417" fmla="*/ 5926977 w 6501199"/>
              <a:gd name="connsiteY3417" fmla="*/ 1552452 h 6382977"/>
              <a:gd name="connsiteX3418" fmla="*/ 6167271 w 6501199"/>
              <a:gd name="connsiteY3418" fmla="*/ 1547748 h 6382977"/>
              <a:gd name="connsiteX3419" fmla="*/ 6171007 w 6501199"/>
              <a:gd name="connsiteY3419" fmla="*/ 1549193 h 6382977"/>
              <a:gd name="connsiteX3420" fmla="*/ 6159977 w 6501199"/>
              <a:gd name="connsiteY3420" fmla="*/ 1571274 h 6382977"/>
              <a:gd name="connsiteX3421" fmla="*/ 6155351 w 6501199"/>
              <a:gd name="connsiteY3421" fmla="*/ 1555853 h 6382977"/>
              <a:gd name="connsiteX3422" fmla="*/ 6166737 w 6501199"/>
              <a:gd name="connsiteY3422" fmla="*/ 1551296 h 6382977"/>
              <a:gd name="connsiteX3423" fmla="*/ 6167271 w 6501199"/>
              <a:gd name="connsiteY3423" fmla="*/ 1547748 h 6382977"/>
              <a:gd name="connsiteX3424" fmla="*/ 5900736 w 6501199"/>
              <a:gd name="connsiteY3424" fmla="*/ 1546765 h 6382977"/>
              <a:gd name="connsiteX3425" fmla="*/ 5884896 w 6501199"/>
              <a:gd name="connsiteY3425" fmla="*/ 1571607 h 6382977"/>
              <a:gd name="connsiteX3426" fmla="*/ 5900736 w 6501199"/>
              <a:gd name="connsiteY3426" fmla="*/ 1546765 h 6382977"/>
              <a:gd name="connsiteX3427" fmla="*/ 4814901 w 6501199"/>
              <a:gd name="connsiteY3427" fmla="*/ 1535112 h 6382977"/>
              <a:gd name="connsiteX3428" fmla="*/ 4808078 w 6501199"/>
              <a:gd name="connsiteY3428" fmla="*/ 1561749 h 6382977"/>
              <a:gd name="connsiteX3429" fmla="*/ 4801256 w 6501199"/>
              <a:gd name="connsiteY3429" fmla="*/ 1546328 h 6382977"/>
              <a:gd name="connsiteX3430" fmla="*/ 4814901 w 6501199"/>
              <a:gd name="connsiteY3430" fmla="*/ 1535112 h 6382977"/>
              <a:gd name="connsiteX3431" fmla="*/ 1317401 w 6501199"/>
              <a:gd name="connsiteY3431" fmla="*/ 1533465 h 6382977"/>
              <a:gd name="connsiteX3432" fmla="*/ 1299039 w 6501199"/>
              <a:gd name="connsiteY3432" fmla="*/ 1558302 h 6382977"/>
              <a:gd name="connsiteX3433" fmla="*/ 1317401 w 6501199"/>
              <a:gd name="connsiteY3433" fmla="*/ 1533465 h 6382977"/>
              <a:gd name="connsiteX3434" fmla="*/ 5834855 w 6501199"/>
              <a:gd name="connsiteY3434" fmla="*/ 1523723 h 6382977"/>
              <a:gd name="connsiteX3435" fmla="*/ 5816495 w 6501199"/>
              <a:gd name="connsiteY3435" fmla="*/ 1546765 h 6382977"/>
              <a:gd name="connsiteX3436" fmla="*/ 5825855 w 6501199"/>
              <a:gd name="connsiteY3436" fmla="*/ 1560086 h 6382977"/>
              <a:gd name="connsiteX3437" fmla="*/ 5839535 w 6501199"/>
              <a:gd name="connsiteY3437" fmla="*/ 1560086 h 6382977"/>
              <a:gd name="connsiteX3438" fmla="*/ 5834855 w 6501199"/>
              <a:gd name="connsiteY3438" fmla="*/ 1523723 h 6382977"/>
              <a:gd name="connsiteX3439" fmla="*/ 5018267 w 6501199"/>
              <a:gd name="connsiteY3439" fmla="*/ 1523514 h 6382977"/>
              <a:gd name="connsiteX3440" fmla="*/ 5018238 w 6501199"/>
              <a:gd name="connsiteY3440" fmla="*/ 1523652 h 6382977"/>
              <a:gd name="connsiteX3441" fmla="*/ 5018150 w 6501199"/>
              <a:gd name="connsiteY3441" fmla="*/ 1523650 h 6382977"/>
              <a:gd name="connsiteX3442" fmla="*/ 1290038 w 6501199"/>
              <a:gd name="connsiteY3442" fmla="*/ 1521947 h 6382977"/>
              <a:gd name="connsiteX3443" fmla="*/ 1274196 w 6501199"/>
              <a:gd name="connsiteY3443" fmla="*/ 1535625 h 6382977"/>
              <a:gd name="connsiteX3444" fmla="*/ 1290038 w 6501199"/>
              <a:gd name="connsiteY3444" fmla="*/ 1521947 h 6382977"/>
              <a:gd name="connsiteX3445" fmla="*/ 5709822 w 6501199"/>
              <a:gd name="connsiteY3445" fmla="*/ 1519237 h 6382977"/>
              <a:gd name="connsiteX3446" fmla="*/ 5716891 w 6501199"/>
              <a:gd name="connsiteY3446" fmla="*/ 1556984 h 6382977"/>
              <a:gd name="connsiteX3447" fmla="*/ 5698288 w 6501199"/>
              <a:gd name="connsiteY3447" fmla="*/ 1543578 h 6382977"/>
              <a:gd name="connsiteX3448" fmla="*/ 5709822 w 6501199"/>
              <a:gd name="connsiteY3448" fmla="*/ 1519237 h 6382977"/>
              <a:gd name="connsiteX3449" fmla="*/ 5921256 w 6501199"/>
              <a:gd name="connsiteY3449" fmla="*/ 1512563 h 6382977"/>
              <a:gd name="connsiteX3450" fmla="*/ 5910096 w 6501199"/>
              <a:gd name="connsiteY3450" fmla="*/ 1516883 h 6382977"/>
              <a:gd name="connsiteX3451" fmla="*/ 5910096 w 6501199"/>
              <a:gd name="connsiteY3451" fmla="*/ 1553605 h 6382977"/>
              <a:gd name="connsiteX3452" fmla="*/ 5921256 w 6501199"/>
              <a:gd name="connsiteY3452" fmla="*/ 1512563 h 6382977"/>
              <a:gd name="connsiteX3453" fmla="*/ 5020529 w 6501199"/>
              <a:gd name="connsiteY3453" fmla="*/ 1512563 h 6382977"/>
              <a:gd name="connsiteX3454" fmla="*/ 5020664 w 6501199"/>
              <a:gd name="connsiteY3454" fmla="*/ 1520708 h 6382977"/>
              <a:gd name="connsiteX3455" fmla="*/ 5018267 w 6501199"/>
              <a:gd name="connsiteY3455" fmla="*/ 1523514 h 6382977"/>
              <a:gd name="connsiteX3456" fmla="*/ 4876025 w 6501199"/>
              <a:gd name="connsiteY3456" fmla="*/ 1500187 h 6382977"/>
              <a:gd name="connsiteX3457" fmla="*/ 4865159 w 6501199"/>
              <a:gd name="connsiteY3457" fmla="*/ 1534748 h 6382977"/>
              <a:gd name="connsiteX3458" fmla="*/ 4876025 w 6501199"/>
              <a:gd name="connsiteY3458" fmla="*/ 1500187 h 6382977"/>
              <a:gd name="connsiteX3459" fmla="*/ 1512902 w 6501199"/>
              <a:gd name="connsiteY3459" fmla="*/ 1499270 h 6382977"/>
              <a:gd name="connsiteX3460" fmla="*/ 1488059 w 6501199"/>
              <a:gd name="connsiteY3460" fmla="*/ 1521947 h 6382977"/>
              <a:gd name="connsiteX3461" fmla="*/ 1512902 w 6501199"/>
              <a:gd name="connsiteY3461" fmla="*/ 1499270 h 6382977"/>
              <a:gd name="connsiteX3462" fmla="*/ 5980297 w 6501199"/>
              <a:gd name="connsiteY3462" fmla="*/ 1496361 h 6382977"/>
              <a:gd name="connsiteX3463" fmla="*/ 5953297 w 6501199"/>
              <a:gd name="connsiteY3463" fmla="*/ 1560086 h 6382977"/>
              <a:gd name="connsiteX3464" fmla="*/ 5934937 w 6501199"/>
              <a:gd name="connsiteY3464" fmla="*/ 1573767 h 6382977"/>
              <a:gd name="connsiteX3465" fmla="*/ 5950777 w 6501199"/>
              <a:gd name="connsiteY3465" fmla="*/ 1571607 h 6382977"/>
              <a:gd name="connsiteX3466" fmla="*/ 5934937 w 6501199"/>
              <a:gd name="connsiteY3466" fmla="*/ 1628491 h 6382977"/>
              <a:gd name="connsiteX3467" fmla="*/ 5969137 w 6501199"/>
              <a:gd name="connsiteY3467" fmla="*/ 1589968 h 6382977"/>
              <a:gd name="connsiteX3468" fmla="*/ 5964457 w 6501199"/>
              <a:gd name="connsiteY3468" fmla="*/ 1548925 h 6382977"/>
              <a:gd name="connsiteX3469" fmla="*/ 5987137 w 6501199"/>
              <a:gd name="connsiteY3469" fmla="*/ 1553605 h 6382977"/>
              <a:gd name="connsiteX3470" fmla="*/ 5993977 w 6501199"/>
              <a:gd name="connsiteY3470" fmla="*/ 1530564 h 6382977"/>
              <a:gd name="connsiteX3471" fmla="*/ 5975977 w 6501199"/>
              <a:gd name="connsiteY3471" fmla="*/ 1519403 h 6382977"/>
              <a:gd name="connsiteX3472" fmla="*/ 5980297 w 6501199"/>
              <a:gd name="connsiteY3472" fmla="*/ 1496361 h 6382977"/>
              <a:gd name="connsiteX3473" fmla="*/ 5165499 w 6501199"/>
              <a:gd name="connsiteY3473" fmla="*/ 1495425 h 6382977"/>
              <a:gd name="connsiteX3474" fmla="*/ 5177222 w 6501199"/>
              <a:gd name="connsiteY3474" fmla="*/ 1502185 h 6382977"/>
              <a:gd name="connsiteX3475" fmla="*/ 5158538 w 6501199"/>
              <a:gd name="connsiteY3475" fmla="*/ 1508946 h 6382977"/>
              <a:gd name="connsiteX3476" fmla="*/ 5170261 w 6501199"/>
              <a:gd name="connsiteY3476" fmla="*/ 1506811 h 6382977"/>
              <a:gd name="connsiteX3477" fmla="*/ 5165499 w 6501199"/>
              <a:gd name="connsiteY3477" fmla="*/ 1495425 h 6382977"/>
              <a:gd name="connsiteX3478" fmla="*/ 5629116 w 6501199"/>
              <a:gd name="connsiteY3478" fmla="*/ 1479550 h 6382977"/>
              <a:gd name="connsiteX3479" fmla="*/ 5624835 w 6501199"/>
              <a:gd name="connsiteY3479" fmla="*/ 1502990 h 6382977"/>
              <a:gd name="connsiteX3480" fmla="*/ 5629116 w 6501199"/>
              <a:gd name="connsiteY3480" fmla="*/ 1479550 h 6382977"/>
              <a:gd name="connsiteX3481" fmla="*/ 5810345 w 6501199"/>
              <a:gd name="connsiteY3481" fmla="*/ 1474623 h 6382977"/>
              <a:gd name="connsiteX3482" fmla="*/ 5807354 w 6501199"/>
              <a:gd name="connsiteY3482" fmla="*/ 1486502 h 6382977"/>
              <a:gd name="connsiteX3483" fmla="*/ 5811995 w 6501199"/>
              <a:gd name="connsiteY3483" fmla="*/ 1490646 h 6382977"/>
              <a:gd name="connsiteX3484" fmla="*/ 5823335 w 6501199"/>
              <a:gd name="connsiteY3484" fmla="*/ 1498882 h 6382977"/>
              <a:gd name="connsiteX3485" fmla="*/ 5832695 w 6501199"/>
              <a:gd name="connsiteY3485" fmla="*/ 1485201 h 6382977"/>
              <a:gd name="connsiteX3486" fmla="*/ 5816495 w 6501199"/>
              <a:gd name="connsiteY3486" fmla="*/ 1483041 h 6382977"/>
              <a:gd name="connsiteX3487" fmla="*/ 4899223 w 6501199"/>
              <a:gd name="connsiteY3487" fmla="*/ 1468437 h 6382977"/>
              <a:gd name="connsiteX3488" fmla="*/ 4892666 w 6501199"/>
              <a:gd name="connsiteY3488" fmla="*/ 1493474 h 6382977"/>
              <a:gd name="connsiteX3489" fmla="*/ 4899223 w 6501199"/>
              <a:gd name="connsiteY3489" fmla="*/ 1468437 h 6382977"/>
              <a:gd name="connsiteX3490" fmla="*/ 5934937 w 6501199"/>
              <a:gd name="connsiteY3490" fmla="*/ 1464679 h 6382977"/>
              <a:gd name="connsiteX3491" fmla="*/ 5914416 w 6501199"/>
              <a:gd name="connsiteY3491" fmla="*/ 1503202 h 6382977"/>
              <a:gd name="connsiteX3492" fmla="*/ 5943937 w 6501199"/>
              <a:gd name="connsiteY3492" fmla="*/ 1492041 h 6382977"/>
              <a:gd name="connsiteX3493" fmla="*/ 5953297 w 6501199"/>
              <a:gd name="connsiteY3493" fmla="*/ 1476200 h 6382977"/>
              <a:gd name="connsiteX3494" fmla="*/ 5928097 w 6501199"/>
              <a:gd name="connsiteY3494" fmla="*/ 1471520 h 6382977"/>
              <a:gd name="connsiteX3495" fmla="*/ 5817247 w 6501199"/>
              <a:gd name="connsiteY3495" fmla="*/ 1455764 h 6382977"/>
              <a:gd name="connsiteX3496" fmla="*/ 5815940 w 6501199"/>
              <a:gd name="connsiteY3496" fmla="*/ 1458664 h 6382977"/>
              <a:gd name="connsiteX3497" fmla="*/ 5817553 w 6501199"/>
              <a:gd name="connsiteY3497" fmla="*/ 1457012 h 6382977"/>
              <a:gd name="connsiteX3498" fmla="*/ 5170567 w 6501199"/>
              <a:gd name="connsiteY3498" fmla="*/ 1454803 h 6382977"/>
              <a:gd name="connsiteX3499" fmla="*/ 5193105 w 6501199"/>
              <a:gd name="connsiteY3499" fmla="*/ 1457044 h 6382977"/>
              <a:gd name="connsiteX3500" fmla="*/ 5181657 w 6501199"/>
              <a:gd name="connsiteY3500" fmla="*/ 1471238 h 6382977"/>
              <a:gd name="connsiteX3501" fmla="*/ 5170567 w 6501199"/>
              <a:gd name="connsiteY3501" fmla="*/ 1454803 h 6382977"/>
              <a:gd name="connsiteX3502" fmla="*/ 5126924 w 6501199"/>
              <a:gd name="connsiteY3502" fmla="*/ 1450677 h 6382977"/>
              <a:gd name="connsiteX3503" fmla="*/ 5117673 w 6501199"/>
              <a:gd name="connsiteY3503" fmla="*/ 1464816 h 6382977"/>
              <a:gd name="connsiteX3504" fmla="*/ 5126924 w 6501199"/>
              <a:gd name="connsiteY3504" fmla="*/ 1450677 h 6382977"/>
              <a:gd name="connsiteX3505" fmla="*/ 5922517 w 6501199"/>
              <a:gd name="connsiteY3505" fmla="*/ 1447353 h 6382977"/>
              <a:gd name="connsiteX3506" fmla="*/ 5916936 w 6501199"/>
              <a:gd name="connsiteY3506" fmla="*/ 1450998 h 6382977"/>
              <a:gd name="connsiteX3507" fmla="*/ 5923417 w 6501199"/>
              <a:gd name="connsiteY3507" fmla="*/ 1464679 h 6382977"/>
              <a:gd name="connsiteX3508" fmla="*/ 5928097 w 6501199"/>
              <a:gd name="connsiteY3508" fmla="*/ 1448838 h 6382977"/>
              <a:gd name="connsiteX3509" fmla="*/ 5922517 w 6501199"/>
              <a:gd name="connsiteY3509" fmla="*/ 1447353 h 6382977"/>
              <a:gd name="connsiteX3510" fmla="*/ 6439405 w 6501199"/>
              <a:gd name="connsiteY3510" fmla="*/ 1443633 h 6382977"/>
              <a:gd name="connsiteX3511" fmla="*/ 6432607 w 6501199"/>
              <a:gd name="connsiteY3511" fmla="*/ 1459640 h 6382977"/>
              <a:gd name="connsiteX3512" fmla="*/ 6444055 w 6501199"/>
              <a:gd name="connsiteY3512" fmla="*/ 1466552 h 6382977"/>
              <a:gd name="connsiteX3513" fmla="*/ 6439405 w 6501199"/>
              <a:gd name="connsiteY3513" fmla="*/ 1443633 h 6382977"/>
              <a:gd name="connsiteX3514" fmla="*/ 6294965 w 6501199"/>
              <a:gd name="connsiteY3514" fmla="*/ 1435100 h 6382977"/>
              <a:gd name="connsiteX3515" fmla="*/ 6306871 w 6501199"/>
              <a:gd name="connsiteY3515" fmla="*/ 1462212 h 6382977"/>
              <a:gd name="connsiteX3516" fmla="*/ 6294965 w 6501199"/>
              <a:gd name="connsiteY3516" fmla="*/ 1435100 h 6382977"/>
              <a:gd name="connsiteX3517" fmla="*/ 3923751 w 6501199"/>
              <a:gd name="connsiteY3517" fmla="*/ 1429210 h 6382977"/>
              <a:gd name="connsiteX3518" fmla="*/ 3912916 w 6501199"/>
              <a:gd name="connsiteY3518" fmla="*/ 1447078 h 6382977"/>
              <a:gd name="connsiteX3519" fmla="*/ 3928758 w 6501199"/>
              <a:gd name="connsiteY3519" fmla="*/ 1430880 h 6382977"/>
              <a:gd name="connsiteX3520" fmla="*/ 3923751 w 6501199"/>
              <a:gd name="connsiteY3520" fmla="*/ 1429210 h 6382977"/>
              <a:gd name="connsiteX3521" fmla="*/ 1958989 w 6501199"/>
              <a:gd name="connsiteY3521" fmla="*/ 1408204 h 6382977"/>
              <a:gd name="connsiteX3522" fmla="*/ 1929466 w 6501199"/>
              <a:gd name="connsiteY3522" fmla="*/ 1419722 h 6382977"/>
              <a:gd name="connsiteX3523" fmla="*/ 1940627 w 6501199"/>
              <a:gd name="connsiteY3523" fmla="*/ 1424041 h 6382977"/>
              <a:gd name="connsiteX3524" fmla="*/ 1965830 w 6501199"/>
              <a:gd name="connsiteY3524" fmla="*/ 1412883 h 6382977"/>
              <a:gd name="connsiteX3525" fmla="*/ 1958989 w 6501199"/>
              <a:gd name="connsiteY3525" fmla="*/ 1408204 h 6382977"/>
              <a:gd name="connsiteX3526" fmla="*/ 2081762 w 6501199"/>
              <a:gd name="connsiteY3526" fmla="*/ 1401365 h 6382977"/>
              <a:gd name="connsiteX3527" fmla="*/ 2063760 w 6501199"/>
              <a:gd name="connsiteY3527" fmla="*/ 1412883 h 6382977"/>
              <a:gd name="connsiteX3528" fmla="*/ 2077442 w 6501199"/>
              <a:gd name="connsiteY3528" fmla="*/ 1424041 h 6382977"/>
              <a:gd name="connsiteX3529" fmla="*/ 2081762 w 6501199"/>
              <a:gd name="connsiteY3529" fmla="*/ 1401365 h 6382977"/>
              <a:gd name="connsiteX3530" fmla="*/ 5591396 w 6501199"/>
              <a:gd name="connsiteY3530" fmla="*/ 1400175 h 6382977"/>
              <a:gd name="connsiteX3531" fmla="*/ 5595630 w 6501199"/>
              <a:gd name="connsiteY3531" fmla="*/ 1436329 h 6382977"/>
              <a:gd name="connsiteX3532" fmla="*/ 5584694 w 6501199"/>
              <a:gd name="connsiteY3532" fmla="*/ 1434181 h 6382977"/>
              <a:gd name="connsiteX3533" fmla="*/ 5591396 w 6501199"/>
              <a:gd name="connsiteY3533" fmla="*/ 1400175 h 6382977"/>
              <a:gd name="connsiteX3534" fmla="*/ 5885278 w 6501199"/>
              <a:gd name="connsiteY3534" fmla="*/ 1398587 h 6382977"/>
              <a:gd name="connsiteX3535" fmla="*/ 5869257 w 6501199"/>
              <a:gd name="connsiteY3535" fmla="*/ 1454952 h 6382977"/>
              <a:gd name="connsiteX3536" fmla="*/ 5885278 w 6501199"/>
              <a:gd name="connsiteY3536" fmla="*/ 1398587 h 6382977"/>
              <a:gd name="connsiteX3537" fmla="*/ 3727496 w 6501199"/>
              <a:gd name="connsiteY3537" fmla="*/ 1396325 h 6382977"/>
              <a:gd name="connsiteX3538" fmla="*/ 3721736 w 6501199"/>
              <a:gd name="connsiteY3538" fmla="*/ 1396685 h 6382977"/>
              <a:gd name="connsiteX3539" fmla="*/ 3733257 w 6501199"/>
              <a:gd name="connsiteY3539" fmla="*/ 1399205 h 6382977"/>
              <a:gd name="connsiteX3540" fmla="*/ 3727496 w 6501199"/>
              <a:gd name="connsiteY3540" fmla="*/ 1396325 h 6382977"/>
              <a:gd name="connsiteX3541" fmla="*/ 2122806 w 6501199"/>
              <a:gd name="connsiteY3541" fmla="*/ 1390206 h 6382977"/>
              <a:gd name="connsiteX3542" fmla="*/ 2109125 w 6501199"/>
              <a:gd name="connsiteY3542" fmla="*/ 1410363 h 6382977"/>
              <a:gd name="connsiteX3543" fmla="*/ 2120286 w 6501199"/>
              <a:gd name="connsiteY3543" fmla="*/ 1415043 h 6382977"/>
              <a:gd name="connsiteX3544" fmla="*/ 2141168 w 6501199"/>
              <a:gd name="connsiteY3544" fmla="*/ 1403524 h 6382977"/>
              <a:gd name="connsiteX3545" fmla="*/ 2122806 w 6501199"/>
              <a:gd name="connsiteY3545" fmla="*/ 1394526 h 6382977"/>
              <a:gd name="connsiteX3546" fmla="*/ 2122806 w 6501199"/>
              <a:gd name="connsiteY3546" fmla="*/ 1390206 h 6382977"/>
              <a:gd name="connsiteX3547" fmla="*/ 2168171 w 6501199"/>
              <a:gd name="connsiteY3547" fmla="*/ 1387687 h 6382977"/>
              <a:gd name="connsiteX3548" fmla="*/ 2145489 w 6501199"/>
              <a:gd name="connsiteY3548" fmla="*/ 1403524 h 6382977"/>
              <a:gd name="connsiteX3549" fmla="*/ 2168171 w 6501199"/>
              <a:gd name="connsiteY3549" fmla="*/ 1387687 h 6382977"/>
              <a:gd name="connsiteX3550" fmla="*/ 6293614 w 6501199"/>
              <a:gd name="connsiteY3550" fmla="*/ 1384300 h 6382977"/>
              <a:gd name="connsiteX3551" fmla="*/ 6305100 w 6501199"/>
              <a:gd name="connsiteY3551" fmla="*/ 1420454 h 6382977"/>
              <a:gd name="connsiteX3552" fmla="*/ 6289307 w 6501199"/>
              <a:gd name="connsiteY3552" fmla="*/ 1420454 h 6382977"/>
              <a:gd name="connsiteX3553" fmla="*/ 6293614 w 6501199"/>
              <a:gd name="connsiteY3553" fmla="*/ 1384300 h 6382977"/>
              <a:gd name="connsiteX3554" fmla="*/ 4891566 w 6501199"/>
              <a:gd name="connsiteY3554" fmla="*/ 1384300 h 6382977"/>
              <a:gd name="connsiteX3555" fmla="*/ 4854917 w 6501199"/>
              <a:gd name="connsiteY3555" fmla="*/ 1410936 h 6382977"/>
              <a:gd name="connsiteX3556" fmla="*/ 4891566 w 6501199"/>
              <a:gd name="connsiteY3556" fmla="*/ 1384300 h 6382977"/>
              <a:gd name="connsiteX3557" fmla="*/ 4044819 w 6501199"/>
              <a:gd name="connsiteY3557" fmla="*/ 1379537 h 6382977"/>
              <a:gd name="connsiteX3558" fmla="*/ 4031413 w 6501199"/>
              <a:gd name="connsiteY3558" fmla="*/ 1393458 h 6382977"/>
              <a:gd name="connsiteX3559" fmla="*/ 4044819 w 6501199"/>
              <a:gd name="connsiteY3559" fmla="*/ 1379537 h 6382977"/>
              <a:gd name="connsiteX3560" fmla="*/ 5061210 w 6501199"/>
              <a:gd name="connsiteY3560" fmla="*/ 1378273 h 6382977"/>
              <a:gd name="connsiteX3561" fmla="*/ 5063730 w 6501199"/>
              <a:gd name="connsiteY3561" fmla="*/ 1419316 h 6382977"/>
              <a:gd name="connsiteX3562" fmla="*/ 5052209 w 6501199"/>
              <a:gd name="connsiteY3562" fmla="*/ 1439478 h 6382977"/>
              <a:gd name="connsiteX3563" fmla="*/ 5038529 w 6501199"/>
              <a:gd name="connsiteY3563" fmla="*/ 1446678 h 6382977"/>
              <a:gd name="connsiteX3564" fmla="*/ 5061210 w 6501199"/>
              <a:gd name="connsiteY3564" fmla="*/ 1378273 h 6382977"/>
              <a:gd name="connsiteX3565" fmla="*/ 3884997 w 6501199"/>
              <a:gd name="connsiteY3565" fmla="*/ 1377950 h 6382977"/>
              <a:gd name="connsiteX3566" fmla="*/ 3878036 w 6501199"/>
              <a:gd name="connsiteY3566" fmla="*/ 1388725 h 6382977"/>
              <a:gd name="connsiteX3567" fmla="*/ 3884997 w 6501199"/>
              <a:gd name="connsiteY3567" fmla="*/ 1377950 h 6382977"/>
              <a:gd name="connsiteX3568" fmla="*/ 3900898 w 6501199"/>
              <a:gd name="connsiteY3568" fmla="*/ 1375751 h 6382977"/>
              <a:gd name="connsiteX3569" fmla="*/ 3896475 w 6501199"/>
              <a:gd name="connsiteY3569" fmla="*/ 1391870 h 6382977"/>
              <a:gd name="connsiteX3570" fmla="*/ 3900898 w 6501199"/>
              <a:gd name="connsiteY3570" fmla="*/ 1375751 h 6382977"/>
              <a:gd name="connsiteX3571" fmla="*/ 6417061 w 6501199"/>
              <a:gd name="connsiteY3571" fmla="*/ 1371600 h 6382977"/>
              <a:gd name="connsiteX3572" fmla="*/ 6412332 w 6501199"/>
              <a:gd name="connsiteY3572" fmla="*/ 1466492 h 6382977"/>
              <a:gd name="connsiteX3573" fmla="*/ 6417061 w 6501199"/>
              <a:gd name="connsiteY3573" fmla="*/ 1371600 h 6382977"/>
              <a:gd name="connsiteX3574" fmla="*/ 5884744 w 6501199"/>
              <a:gd name="connsiteY3574" fmla="*/ 1368425 h 6382977"/>
              <a:gd name="connsiteX3575" fmla="*/ 5901116 w 6501199"/>
              <a:gd name="connsiteY3575" fmla="*/ 1389138 h 6382977"/>
              <a:gd name="connsiteX3576" fmla="*/ 5884744 w 6501199"/>
              <a:gd name="connsiteY3576" fmla="*/ 1368425 h 6382977"/>
              <a:gd name="connsiteX3577" fmla="*/ 5586022 w 6501199"/>
              <a:gd name="connsiteY3577" fmla="*/ 1366837 h 6382977"/>
              <a:gd name="connsiteX3578" fmla="*/ 5590673 w 6501199"/>
              <a:gd name="connsiteY3578" fmla="*/ 1393474 h 6382977"/>
              <a:gd name="connsiteX3579" fmla="*/ 5586022 w 6501199"/>
              <a:gd name="connsiteY3579" fmla="*/ 1366837 h 6382977"/>
              <a:gd name="connsiteX3580" fmla="*/ 5949669 w 6501199"/>
              <a:gd name="connsiteY3580" fmla="*/ 1364176 h 6382977"/>
              <a:gd name="connsiteX3581" fmla="*/ 5937097 w 6501199"/>
              <a:gd name="connsiteY3581" fmla="*/ 1364592 h 6382977"/>
              <a:gd name="connsiteX3582" fmla="*/ 5939617 w 6501199"/>
              <a:gd name="connsiteY3582" fmla="*/ 1380433 h 6382977"/>
              <a:gd name="connsiteX3583" fmla="*/ 5957617 w 6501199"/>
              <a:gd name="connsiteY3583" fmla="*/ 1396275 h 6382977"/>
              <a:gd name="connsiteX3584" fmla="*/ 5949669 w 6501199"/>
              <a:gd name="connsiteY3584" fmla="*/ 1364176 h 6382977"/>
              <a:gd name="connsiteX3585" fmla="*/ 3994900 w 6501199"/>
              <a:gd name="connsiteY3585" fmla="*/ 1362075 h 6382977"/>
              <a:gd name="connsiteX3586" fmla="*/ 4004059 w 6501199"/>
              <a:gd name="connsiteY3586" fmla="*/ 1375393 h 6382977"/>
              <a:gd name="connsiteX3587" fmla="*/ 3987940 w 6501199"/>
              <a:gd name="connsiteY3587" fmla="*/ 1379599 h 6382977"/>
              <a:gd name="connsiteX3588" fmla="*/ 3994900 w 6501199"/>
              <a:gd name="connsiteY3588" fmla="*/ 1362075 h 6382977"/>
              <a:gd name="connsiteX3589" fmla="*/ 3558909 w 6501199"/>
              <a:gd name="connsiteY3589" fmla="*/ 1361231 h 6382977"/>
              <a:gd name="connsiteX3590" fmla="*/ 3542077 w 6501199"/>
              <a:gd name="connsiteY3590" fmla="*/ 1367170 h 6382977"/>
              <a:gd name="connsiteX3591" fmla="*/ 3574120 w 6501199"/>
              <a:gd name="connsiteY3591" fmla="*/ 1367170 h 6382977"/>
              <a:gd name="connsiteX3592" fmla="*/ 3558909 w 6501199"/>
              <a:gd name="connsiteY3592" fmla="*/ 1361231 h 6382977"/>
              <a:gd name="connsiteX3593" fmla="*/ 2183788 w 6501199"/>
              <a:gd name="connsiteY3593" fmla="*/ 1355111 h 6382977"/>
              <a:gd name="connsiteX3594" fmla="*/ 2175012 w 6501199"/>
              <a:gd name="connsiteY3594" fmla="*/ 1365010 h 6382977"/>
              <a:gd name="connsiteX3595" fmla="*/ 2197694 w 6501199"/>
              <a:gd name="connsiteY3595" fmla="*/ 1360331 h 6382977"/>
              <a:gd name="connsiteX3596" fmla="*/ 2183788 w 6501199"/>
              <a:gd name="connsiteY3596" fmla="*/ 1355111 h 6382977"/>
              <a:gd name="connsiteX3597" fmla="*/ 3836135 w 6501199"/>
              <a:gd name="connsiteY3597" fmla="*/ 1352428 h 6382977"/>
              <a:gd name="connsiteX3598" fmla="*/ 3842134 w 6501199"/>
              <a:gd name="connsiteY3598" fmla="*/ 1357923 h 6382977"/>
              <a:gd name="connsiteX3599" fmla="*/ 3828213 w 6501199"/>
              <a:gd name="connsiteY3599" fmla="*/ 1355725 h 6382977"/>
              <a:gd name="connsiteX3600" fmla="*/ 3836135 w 6501199"/>
              <a:gd name="connsiteY3600" fmla="*/ 1352428 h 6382977"/>
              <a:gd name="connsiteX3601" fmla="*/ 5769227 w 6501199"/>
              <a:gd name="connsiteY3601" fmla="*/ 1350962 h 6382977"/>
              <a:gd name="connsiteX3602" fmla="*/ 5780475 w 6501199"/>
              <a:gd name="connsiteY3602" fmla="*/ 1360120 h 6382977"/>
              <a:gd name="connsiteX3603" fmla="*/ 5773581 w 6501199"/>
              <a:gd name="connsiteY3603" fmla="*/ 1369645 h 6382977"/>
              <a:gd name="connsiteX3604" fmla="*/ 5769227 w 6501199"/>
              <a:gd name="connsiteY3604" fmla="*/ 1350962 h 6382977"/>
              <a:gd name="connsiteX3605" fmla="*/ 1519620 w 6501199"/>
              <a:gd name="connsiteY3605" fmla="*/ 1350962 h 6382977"/>
              <a:gd name="connsiteX3606" fmla="*/ 1489474 w 6501199"/>
              <a:gd name="connsiteY3606" fmla="*/ 1380761 h 6382977"/>
              <a:gd name="connsiteX3607" fmla="*/ 1519620 w 6501199"/>
              <a:gd name="connsiteY3607" fmla="*/ 1350962 h 6382977"/>
              <a:gd name="connsiteX3608" fmla="*/ 3675904 w 6501199"/>
              <a:gd name="connsiteY3608" fmla="*/ 1348334 h 6382977"/>
              <a:gd name="connsiteX3609" fmla="*/ 3662689 w 6501199"/>
              <a:gd name="connsiteY3609" fmla="*/ 1360331 h 6382977"/>
              <a:gd name="connsiteX3610" fmla="*/ 3676371 w 6501199"/>
              <a:gd name="connsiteY3610" fmla="*/ 1358171 h 6382977"/>
              <a:gd name="connsiteX3611" fmla="*/ 3675904 w 6501199"/>
              <a:gd name="connsiteY3611" fmla="*/ 1348334 h 6382977"/>
              <a:gd name="connsiteX3612" fmla="*/ 5441113 w 6501199"/>
              <a:gd name="connsiteY3612" fmla="*/ 1345707 h 6382977"/>
              <a:gd name="connsiteX3613" fmla="*/ 5456635 w 6501199"/>
              <a:gd name="connsiteY3613" fmla="*/ 1345707 h 6382977"/>
              <a:gd name="connsiteX3614" fmla="*/ 5445346 w 6501199"/>
              <a:gd name="connsiteY3614" fmla="*/ 1357093 h 6382977"/>
              <a:gd name="connsiteX3615" fmla="*/ 5441113 w 6501199"/>
              <a:gd name="connsiteY3615" fmla="*/ 1345707 h 6382977"/>
              <a:gd name="connsiteX3616" fmla="*/ 4060672 w 6501199"/>
              <a:gd name="connsiteY3616" fmla="*/ 1344612 h 6382977"/>
              <a:gd name="connsiteX3617" fmla="*/ 4042525 w 6501199"/>
              <a:gd name="connsiteY3617" fmla="*/ 1360353 h 6382977"/>
              <a:gd name="connsiteX3618" fmla="*/ 4060672 w 6501199"/>
              <a:gd name="connsiteY3618" fmla="*/ 1344612 h 6382977"/>
              <a:gd name="connsiteX3619" fmla="*/ 4096781 w 6501199"/>
              <a:gd name="connsiteY3619" fmla="*/ 1341276 h 6382977"/>
              <a:gd name="connsiteX3620" fmla="*/ 4104074 w 6501199"/>
              <a:gd name="connsiteY3620" fmla="*/ 1346075 h 6382977"/>
              <a:gd name="connsiteX3621" fmla="*/ 4072060 w 6501199"/>
              <a:gd name="connsiteY3621" fmla="*/ 1357530 h 6382977"/>
              <a:gd name="connsiteX3622" fmla="*/ 4069513 w 6501199"/>
              <a:gd name="connsiteY3622" fmla="*/ 1341779 h 6382977"/>
              <a:gd name="connsiteX3623" fmla="*/ 4096781 w 6501199"/>
              <a:gd name="connsiteY3623" fmla="*/ 1341276 h 6382977"/>
              <a:gd name="connsiteX3624" fmla="*/ 3406207 w 6501199"/>
              <a:gd name="connsiteY3624" fmla="*/ 1340218 h 6382977"/>
              <a:gd name="connsiteX3625" fmla="*/ 3398781 w 6501199"/>
              <a:gd name="connsiteY3625" fmla="*/ 1351332 h 6382977"/>
              <a:gd name="connsiteX3626" fmla="*/ 3417143 w 6501199"/>
              <a:gd name="connsiteY3626" fmla="*/ 1344493 h 6382977"/>
              <a:gd name="connsiteX3627" fmla="*/ 3406207 w 6501199"/>
              <a:gd name="connsiteY3627" fmla="*/ 1340218 h 6382977"/>
              <a:gd name="connsiteX3628" fmla="*/ 1969457 w 6501199"/>
              <a:gd name="connsiteY3628" fmla="*/ 1339850 h 6382977"/>
              <a:gd name="connsiteX3629" fmla="*/ 1973663 w 6501199"/>
              <a:gd name="connsiteY3629" fmla="*/ 1351573 h 6382977"/>
              <a:gd name="connsiteX3630" fmla="*/ 1949479 w 6501199"/>
              <a:gd name="connsiteY3630" fmla="*/ 1349375 h 6382977"/>
              <a:gd name="connsiteX3631" fmla="*/ 1969457 w 6501199"/>
              <a:gd name="connsiteY3631" fmla="*/ 1339850 h 6382977"/>
              <a:gd name="connsiteX3632" fmla="*/ 1876913 w 6501199"/>
              <a:gd name="connsiteY3632" fmla="*/ 1339850 h 6382977"/>
              <a:gd name="connsiteX3633" fmla="*/ 1843176 w 6501199"/>
              <a:gd name="connsiteY3633" fmla="*/ 1369653 h 6382977"/>
              <a:gd name="connsiteX3634" fmla="*/ 1876913 w 6501199"/>
              <a:gd name="connsiteY3634" fmla="*/ 1339850 h 6382977"/>
              <a:gd name="connsiteX3635" fmla="*/ 3889023 w 6501199"/>
              <a:gd name="connsiteY3635" fmla="*/ 1338228 h 6382977"/>
              <a:gd name="connsiteX3636" fmla="*/ 3894535 w 6501199"/>
              <a:gd name="connsiteY3636" fmla="*/ 1341163 h 6382977"/>
              <a:gd name="connsiteX3637" fmla="*/ 3885363 w 6501199"/>
              <a:gd name="connsiteY3637" fmla="*/ 1345433 h 6382977"/>
              <a:gd name="connsiteX3638" fmla="*/ 3889023 w 6501199"/>
              <a:gd name="connsiteY3638" fmla="*/ 1338228 h 6382977"/>
              <a:gd name="connsiteX3639" fmla="*/ 2382214 w 6501199"/>
              <a:gd name="connsiteY3639" fmla="*/ 1335764 h 6382977"/>
              <a:gd name="connsiteX3640" fmla="*/ 2364032 w 6501199"/>
              <a:gd name="connsiteY3640" fmla="*/ 1349172 h 6382977"/>
              <a:gd name="connsiteX3641" fmla="*/ 2400396 w 6501199"/>
              <a:gd name="connsiteY3641" fmla="*/ 1344493 h 6382977"/>
              <a:gd name="connsiteX3642" fmla="*/ 2382214 w 6501199"/>
              <a:gd name="connsiteY3642" fmla="*/ 1335764 h 6382977"/>
              <a:gd name="connsiteX3643" fmla="*/ 6478871 w 6501199"/>
              <a:gd name="connsiteY3643" fmla="*/ 1335087 h 6382977"/>
              <a:gd name="connsiteX3644" fmla="*/ 6485672 w 6501199"/>
              <a:gd name="connsiteY3644" fmla="*/ 1362706 h 6382977"/>
              <a:gd name="connsiteX3645" fmla="*/ 6478871 w 6501199"/>
              <a:gd name="connsiteY3645" fmla="*/ 1335087 h 6382977"/>
              <a:gd name="connsiteX3646" fmla="*/ 3995783 w 6501199"/>
              <a:gd name="connsiteY3646" fmla="*/ 1331912 h 6382977"/>
              <a:gd name="connsiteX3647" fmla="*/ 3997899 w 6501199"/>
              <a:gd name="connsiteY3647" fmla="*/ 1348010 h 6382977"/>
              <a:gd name="connsiteX3648" fmla="*/ 3989080 w 6501199"/>
              <a:gd name="connsiteY3648" fmla="*/ 1348010 h 6382977"/>
              <a:gd name="connsiteX3649" fmla="*/ 3995783 w 6501199"/>
              <a:gd name="connsiteY3649" fmla="*/ 1331912 h 6382977"/>
              <a:gd name="connsiteX3650" fmla="*/ 4904456 w 6501199"/>
              <a:gd name="connsiteY3650" fmla="*/ 1328737 h 6382977"/>
              <a:gd name="connsiteX3651" fmla="*/ 4909081 w 6501199"/>
              <a:gd name="connsiteY3651" fmla="*/ 1351597 h 6382977"/>
              <a:gd name="connsiteX3652" fmla="*/ 4895560 w 6501199"/>
              <a:gd name="connsiteY3652" fmla="*/ 1353774 h 6382977"/>
              <a:gd name="connsiteX3653" fmla="*/ 4904456 w 6501199"/>
              <a:gd name="connsiteY3653" fmla="*/ 1328737 h 6382977"/>
              <a:gd name="connsiteX3654" fmla="*/ 3742438 w 6501199"/>
              <a:gd name="connsiteY3654" fmla="*/ 1324471 h 6382977"/>
              <a:gd name="connsiteX3655" fmla="*/ 3733257 w 6501199"/>
              <a:gd name="connsiteY3655" fmla="*/ 1328655 h 6382977"/>
              <a:gd name="connsiteX3656" fmla="*/ 3751619 w 6501199"/>
              <a:gd name="connsiteY3656" fmla="*/ 1328655 h 6382977"/>
              <a:gd name="connsiteX3657" fmla="*/ 3742438 w 6501199"/>
              <a:gd name="connsiteY3657" fmla="*/ 1324471 h 6382977"/>
              <a:gd name="connsiteX3658" fmla="*/ 2473123 w 6501199"/>
              <a:gd name="connsiteY3658" fmla="*/ 1323976 h 6382977"/>
              <a:gd name="connsiteX3659" fmla="*/ 2434599 w 6501199"/>
              <a:gd name="connsiteY3659" fmla="*/ 1339814 h 6382977"/>
              <a:gd name="connsiteX3660" fmla="*/ 2470963 w 6501199"/>
              <a:gd name="connsiteY3660" fmla="*/ 1335494 h 6382977"/>
              <a:gd name="connsiteX3661" fmla="*/ 2473123 w 6501199"/>
              <a:gd name="connsiteY3661" fmla="*/ 1323976 h 6382977"/>
              <a:gd name="connsiteX3662" fmla="*/ 2059080 w 6501199"/>
              <a:gd name="connsiteY3662" fmla="*/ 1323976 h 6382977"/>
              <a:gd name="connsiteX3663" fmla="*/ 2038558 w 6501199"/>
              <a:gd name="connsiteY3663" fmla="*/ 1332975 h 6382977"/>
              <a:gd name="connsiteX3664" fmla="*/ 2059080 w 6501199"/>
              <a:gd name="connsiteY3664" fmla="*/ 1323976 h 6382977"/>
              <a:gd name="connsiteX3665" fmla="*/ 3653688 w 6501199"/>
              <a:gd name="connsiteY3665" fmla="*/ 1321816 h 6382977"/>
              <a:gd name="connsiteX3666" fmla="*/ 3653688 w 6501199"/>
              <a:gd name="connsiteY3666" fmla="*/ 1337654 h 6382977"/>
              <a:gd name="connsiteX3667" fmla="*/ 3671690 w 6501199"/>
              <a:gd name="connsiteY3667" fmla="*/ 1323976 h 6382977"/>
              <a:gd name="connsiteX3668" fmla="*/ 3653688 w 6501199"/>
              <a:gd name="connsiteY3668" fmla="*/ 1321816 h 6382977"/>
              <a:gd name="connsiteX3669" fmla="*/ 4038997 w 6501199"/>
              <a:gd name="connsiteY3669" fmla="*/ 1317157 h 6382977"/>
              <a:gd name="connsiteX3670" fmla="*/ 4010070 w 6501199"/>
              <a:gd name="connsiteY3670" fmla="*/ 1349017 h 6382977"/>
              <a:gd name="connsiteX3671" fmla="*/ 4001250 w 6501199"/>
              <a:gd name="connsiteY3671" fmla="*/ 1332908 h 6382977"/>
              <a:gd name="connsiteX3672" fmla="*/ 4023475 w 6501199"/>
              <a:gd name="connsiteY3672" fmla="*/ 1326465 h 6382977"/>
              <a:gd name="connsiteX3673" fmla="*/ 4038997 w 6501199"/>
              <a:gd name="connsiteY3673" fmla="*/ 1317157 h 6382977"/>
              <a:gd name="connsiteX3674" fmla="*/ 2885277 w 6501199"/>
              <a:gd name="connsiteY3674" fmla="*/ 1316687 h 6382977"/>
              <a:gd name="connsiteX3675" fmla="*/ 2873486 w 6501199"/>
              <a:gd name="connsiteY3675" fmla="*/ 1323976 h 6382977"/>
              <a:gd name="connsiteX3676" fmla="*/ 2898689 w 6501199"/>
              <a:gd name="connsiteY3676" fmla="*/ 1319657 h 6382977"/>
              <a:gd name="connsiteX3677" fmla="*/ 2885277 w 6501199"/>
              <a:gd name="connsiteY3677" fmla="*/ 1316687 h 6382977"/>
              <a:gd name="connsiteX3678" fmla="*/ 6328124 w 6501199"/>
              <a:gd name="connsiteY3678" fmla="*/ 1312862 h 6382977"/>
              <a:gd name="connsiteX3679" fmla="*/ 6353562 w 6501199"/>
              <a:gd name="connsiteY3679" fmla="*/ 1387118 h 6382977"/>
              <a:gd name="connsiteX3680" fmla="*/ 6328124 w 6501199"/>
              <a:gd name="connsiteY3680" fmla="*/ 1312862 h 6382977"/>
              <a:gd name="connsiteX3681" fmla="*/ 5528289 w 6501199"/>
              <a:gd name="connsiteY3681" fmla="*/ 1312862 h 6382977"/>
              <a:gd name="connsiteX3682" fmla="*/ 5543944 w 6501199"/>
              <a:gd name="connsiteY3682" fmla="*/ 1321681 h 6382977"/>
              <a:gd name="connsiteX3683" fmla="*/ 5528289 w 6501199"/>
              <a:gd name="connsiteY3683" fmla="*/ 1323798 h 6382977"/>
              <a:gd name="connsiteX3684" fmla="*/ 5526154 w 6501199"/>
              <a:gd name="connsiteY3684" fmla="*/ 1326267 h 6382977"/>
              <a:gd name="connsiteX3685" fmla="*/ 5528289 w 6501199"/>
              <a:gd name="connsiteY3685" fmla="*/ 1312862 h 6382977"/>
              <a:gd name="connsiteX3686" fmla="*/ 4052447 w 6501199"/>
              <a:gd name="connsiteY3686" fmla="*/ 1312862 h 6382977"/>
              <a:gd name="connsiteX3687" fmla="*/ 4052447 w 6501199"/>
              <a:gd name="connsiteY3687" fmla="*/ 1333138 h 6382977"/>
              <a:gd name="connsiteX3688" fmla="*/ 4049669 w 6501199"/>
              <a:gd name="connsiteY3688" fmla="*/ 1321914 h 6382977"/>
              <a:gd name="connsiteX3689" fmla="*/ 4052447 w 6501199"/>
              <a:gd name="connsiteY3689" fmla="*/ 1312862 h 6382977"/>
              <a:gd name="connsiteX3690" fmla="*/ 2973576 w 6501199"/>
              <a:gd name="connsiteY3690" fmla="*/ 1312818 h 6382977"/>
              <a:gd name="connsiteX3691" fmla="*/ 2907689 w 6501199"/>
              <a:gd name="connsiteY3691" fmla="*/ 1323976 h 6382977"/>
              <a:gd name="connsiteX3692" fmla="*/ 2966736 w 6501199"/>
              <a:gd name="connsiteY3692" fmla="*/ 1328655 h 6382977"/>
              <a:gd name="connsiteX3693" fmla="*/ 2973576 w 6501199"/>
              <a:gd name="connsiteY3693" fmla="*/ 1312818 h 6382977"/>
              <a:gd name="connsiteX3694" fmla="*/ 3570212 w 6501199"/>
              <a:gd name="connsiteY3694" fmla="*/ 1312766 h 6382977"/>
              <a:gd name="connsiteX3695" fmla="*/ 3574876 w 6501199"/>
              <a:gd name="connsiteY3695" fmla="*/ 1321738 h 6382977"/>
              <a:gd name="connsiteX3696" fmla="*/ 3536124 w 6501199"/>
              <a:gd name="connsiteY3696" fmla="*/ 1335377 h 6382977"/>
              <a:gd name="connsiteX3697" fmla="*/ 3542941 w 6501199"/>
              <a:gd name="connsiteY3697" fmla="*/ 1339684 h 6382977"/>
              <a:gd name="connsiteX3698" fmla="*/ 3534509 w 6501199"/>
              <a:gd name="connsiteY3698" fmla="*/ 1341524 h 6382977"/>
              <a:gd name="connsiteX3699" fmla="*/ 3531989 w 6501199"/>
              <a:gd name="connsiteY3699" fmla="*/ 1338364 h 6382977"/>
              <a:gd name="connsiteX3700" fmla="*/ 3529599 w 6501199"/>
              <a:gd name="connsiteY3700" fmla="*/ 1334780 h 6382977"/>
              <a:gd name="connsiteX3701" fmla="*/ 3529306 w 6501199"/>
              <a:gd name="connsiteY3701" fmla="*/ 1326404 h 6382977"/>
              <a:gd name="connsiteX3702" fmla="*/ 3538635 w 6501199"/>
              <a:gd name="connsiteY3702" fmla="*/ 1314919 h 6382977"/>
              <a:gd name="connsiteX3703" fmla="*/ 3570212 w 6501199"/>
              <a:gd name="connsiteY3703" fmla="*/ 1312766 h 6382977"/>
              <a:gd name="connsiteX3704" fmla="*/ 3599535 w 6501199"/>
              <a:gd name="connsiteY3704" fmla="*/ 1311648 h 6382977"/>
              <a:gd name="connsiteX3705" fmla="*/ 3604039 w 6501199"/>
              <a:gd name="connsiteY3705" fmla="*/ 1323601 h 6382977"/>
              <a:gd name="connsiteX3706" fmla="*/ 3593263 w 6501199"/>
              <a:gd name="connsiteY3706" fmla="*/ 1312022 h 6382977"/>
              <a:gd name="connsiteX3707" fmla="*/ 3599535 w 6501199"/>
              <a:gd name="connsiteY3707" fmla="*/ 1311648 h 6382977"/>
              <a:gd name="connsiteX3708" fmla="*/ 3524646 w 6501199"/>
              <a:gd name="connsiteY3708" fmla="*/ 1310216 h 6382977"/>
              <a:gd name="connsiteX3709" fmla="*/ 3522521 w 6501199"/>
              <a:gd name="connsiteY3709" fmla="*/ 1323622 h 6382977"/>
              <a:gd name="connsiteX3710" fmla="*/ 3509060 w 6501199"/>
              <a:gd name="connsiteY3710" fmla="*/ 1316919 h 6382977"/>
              <a:gd name="connsiteX3711" fmla="*/ 3524646 w 6501199"/>
              <a:gd name="connsiteY3711" fmla="*/ 1310216 h 6382977"/>
              <a:gd name="connsiteX3712" fmla="*/ 3384306 w 6501199"/>
              <a:gd name="connsiteY3712" fmla="*/ 1309194 h 6382977"/>
              <a:gd name="connsiteX3713" fmla="*/ 3400296 w 6501199"/>
              <a:gd name="connsiteY3713" fmla="*/ 1311685 h 6382977"/>
              <a:gd name="connsiteX3714" fmla="*/ 3389030 w 6501199"/>
              <a:gd name="connsiteY3714" fmla="*/ 1325206 h 6382977"/>
              <a:gd name="connsiteX3715" fmla="*/ 3384306 w 6501199"/>
              <a:gd name="connsiteY3715" fmla="*/ 1309194 h 6382977"/>
              <a:gd name="connsiteX3716" fmla="*/ 5597813 w 6501199"/>
              <a:gd name="connsiteY3716" fmla="*/ 1303337 h 6382977"/>
              <a:gd name="connsiteX3717" fmla="*/ 5619835 w 6501199"/>
              <a:gd name="connsiteY3717" fmla="*/ 1317542 h 6382977"/>
              <a:gd name="connsiteX3718" fmla="*/ 5620308 w 6501199"/>
              <a:gd name="connsiteY3718" fmla="*/ 1318248 h 6382977"/>
              <a:gd name="connsiteX3719" fmla="*/ 5629667 w 6501199"/>
              <a:gd name="connsiteY3719" fmla="*/ 1316447 h 6382977"/>
              <a:gd name="connsiteX3720" fmla="*/ 5624723 w 6501199"/>
              <a:gd name="connsiteY3720" fmla="*/ 1323208 h 6382977"/>
              <a:gd name="connsiteX3721" fmla="*/ 5623748 w 6501199"/>
              <a:gd name="connsiteY3721" fmla="*/ 1323379 h 6382977"/>
              <a:gd name="connsiteX3722" fmla="*/ 5625748 w 6501199"/>
              <a:gd name="connsiteY3722" fmla="*/ 1326363 h 6382977"/>
              <a:gd name="connsiteX3723" fmla="*/ 5622825 w 6501199"/>
              <a:gd name="connsiteY3723" fmla="*/ 1333108 h 6382977"/>
              <a:gd name="connsiteX3724" fmla="*/ 5604700 w 6501199"/>
              <a:gd name="connsiteY3724" fmla="*/ 1358522 h 6382977"/>
              <a:gd name="connsiteX3725" fmla="*/ 5609050 w 6501199"/>
              <a:gd name="connsiteY3725" fmla="*/ 1377038 h 6382977"/>
              <a:gd name="connsiteX3726" fmla="*/ 5599988 w 6501199"/>
              <a:gd name="connsiteY3726" fmla="*/ 1383937 h 6382977"/>
              <a:gd name="connsiteX3727" fmla="*/ 5594686 w 6501199"/>
              <a:gd name="connsiteY3727" fmla="*/ 1343501 h 6382977"/>
              <a:gd name="connsiteX3728" fmla="*/ 5596249 w 6501199"/>
              <a:gd name="connsiteY3728" fmla="*/ 1323423 h 6382977"/>
              <a:gd name="connsiteX3729" fmla="*/ 5593513 w 6501199"/>
              <a:gd name="connsiteY3729" fmla="*/ 1323208 h 6382977"/>
              <a:gd name="connsiteX3730" fmla="*/ 5596468 w 6501199"/>
              <a:gd name="connsiteY3730" fmla="*/ 1320609 h 6382977"/>
              <a:gd name="connsiteX3731" fmla="*/ 2193374 w 6501199"/>
              <a:gd name="connsiteY3731" fmla="*/ 1301299 h 6382977"/>
              <a:gd name="connsiteX3732" fmla="*/ 2170692 w 6501199"/>
              <a:gd name="connsiteY3732" fmla="*/ 1317137 h 6382977"/>
              <a:gd name="connsiteX3733" fmla="*/ 2193374 w 6501199"/>
              <a:gd name="connsiteY3733" fmla="*/ 1301299 h 6382977"/>
              <a:gd name="connsiteX3734" fmla="*/ 3951061 w 6501199"/>
              <a:gd name="connsiteY3734" fmla="*/ 1298079 h 6382977"/>
              <a:gd name="connsiteX3735" fmla="*/ 3953259 w 6501199"/>
              <a:gd name="connsiteY3735" fmla="*/ 1302444 h 6382977"/>
              <a:gd name="connsiteX3736" fmla="*/ 3951061 w 6501199"/>
              <a:gd name="connsiteY3736" fmla="*/ 1298159 h 6382977"/>
              <a:gd name="connsiteX3737" fmla="*/ 5271325 w 6501199"/>
              <a:gd name="connsiteY3737" fmla="*/ 1297964 h 6382977"/>
              <a:gd name="connsiteX3738" fmla="*/ 5289928 w 6501199"/>
              <a:gd name="connsiteY3738" fmla="*/ 1309321 h 6382977"/>
              <a:gd name="connsiteX3739" fmla="*/ 5282859 w 6501199"/>
              <a:gd name="connsiteY3739" fmla="*/ 1318845 h 6382977"/>
              <a:gd name="connsiteX3740" fmla="*/ 5271325 w 6501199"/>
              <a:gd name="connsiteY3740" fmla="*/ 1297964 h 6382977"/>
              <a:gd name="connsiteX3741" fmla="*/ 2234418 w 6501199"/>
              <a:gd name="connsiteY3741" fmla="*/ 1296620 h 6382977"/>
              <a:gd name="connsiteX3742" fmla="*/ 2204535 w 6501199"/>
              <a:gd name="connsiteY3742" fmla="*/ 1310298 h 6382977"/>
              <a:gd name="connsiteX3743" fmla="*/ 2234418 w 6501199"/>
              <a:gd name="connsiteY3743" fmla="*/ 1296620 h 6382977"/>
              <a:gd name="connsiteX3744" fmla="*/ 3949075 w 6501199"/>
              <a:gd name="connsiteY3744" fmla="*/ 1294287 h 6382977"/>
              <a:gd name="connsiteX3745" fmla="*/ 3951061 w 6501199"/>
              <a:gd name="connsiteY3745" fmla="*/ 1298159 h 6382977"/>
              <a:gd name="connsiteX3746" fmla="*/ 3951061 w 6501199"/>
              <a:gd name="connsiteY3746" fmla="*/ 1302444 h 6382977"/>
              <a:gd name="connsiteX3747" fmla="*/ 3939338 w 6501199"/>
              <a:gd name="connsiteY3747" fmla="*/ 1314086 h 6382977"/>
              <a:gd name="connsiteX3748" fmla="*/ 3949075 w 6501199"/>
              <a:gd name="connsiteY3748" fmla="*/ 1294287 h 6382977"/>
              <a:gd name="connsiteX3749" fmla="*/ 3094732 w 6501199"/>
              <a:gd name="connsiteY3749" fmla="*/ 1292393 h 6382977"/>
              <a:gd name="connsiteX3750" fmla="*/ 3111894 w 6501199"/>
              <a:gd name="connsiteY3750" fmla="*/ 1298848 h 6382977"/>
              <a:gd name="connsiteX3751" fmla="*/ 3091613 w 6501199"/>
              <a:gd name="connsiteY3751" fmla="*/ 1303118 h 6382977"/>
              <a:gd name="connsiteX3752" fmla="*/ 3091613 w 6501199"/>
              <a:gd name="connsiteY3752" fmla="*/ 1294222 h 6382977"/>
              <a:gd name="connsiteX3753" fmla="*/ 3094732 w 6501199"/>
              <a:gd name="connsiteY3753" fmla="*/ 1292393 h 6382977"/>
              <a:gd name="connsiteX3754" fmla="*/ 3906000 w 6501199"/>
              <a:gd name="connsiteY3754" fmla="*/ 1292225 h 6382977"/>
              <a:gd name="connsiteX3755" fmla="*/ 3913541 w 6501199"/>
              <a:gd name="connsiteY3755" fmla="*/ 1306363 h 6382977"/>
              <a:gd name="connsiteX3756" fmla="*/ 3908779 w 6501199"/>
              <a:gd name="connsiteY3756" fmla="*/ 1315665 h 6382977"/>
              <a:gd name="connsiteX3757" fmla="*/ 3906000 w 6501199"/>
              <a:gd name="connsiteY3757" fmla="*/ 1292225 h 6382977"/>
              <a:gd name="connsiteX3758" fmla="*/ 3900841 w 6501199"/>
              <a:gd name="connsiteY3758" fmla="*/ 1292225 h 6382977"/>
              <a:gd name="connsiteX3759" fmla="*/ 3905603 w 6501199"/>
              <a:gd name="connsiteY3759" fmla="*/ 1303284 h 6382977"/>
              <a:gd name="connsiteX3760" fmla="*/ 3900841 w 6501199"/>
              <a:gd name="connsiteY3760" fmla="*/ 1323618 h 6382977"/>
              <a:gd name="connsiteX3761" fmla="*/ 3903222 w 6501199"/>
              <a:gd name="connsiteY3761" fmla="*/ 1307921 h 6382977"/>
              <a:gd name="connsiteX3762" fmla="*/ 3898063 w 6501199"/>
              <a:gd name="connsiteY3762" fmla="*/ 1296506 h 6382977"/>
              <a:gd name="connsiteX3763" fmla="*/ 3900841 w 6501199"/>
              <a:gd name="connsiteY3763" fmla="*/ 1292225 h 6382977"/>
              <a:gd name="connsiteX3764" fmla="*/ 5465887 w 6501199"/>
              <a:gd name="connsiteY3764" fmla="*/ 1290780 h 6382977"/>
              <a:gd name="connsiteX3765" fmla="*/ 5463610 w 6501199"/>
              <a:gd name="connsiteY3765" fmla="*/ 1290828 h 6382977"/>
              <a:gd name="connsiteX3766" fmla="*/ 5466213 w 6501199"/>
              <a:gd name="connsiteY3766" fmla="*/ 1291867 h 6382977"/>
              <a:gd name="connsiteX3767" fmla="*/ 4841094 w 6501199"/>
              <a:gd name="connsiteY3767" fmla="*/ 1280782 h 6382977"/>
              <a:gd name="connsiteX3768" fmla="*/ 4832093 w 6501199"/>
              <a:gd name="connsiteY3768" fmla="*/ 1299139 h 6382977"/>
              <a:gd name="connsiteX3769" fmla="*/ 4841094 w 6501199"/>
              <a:gd name="connsiteY3769" fmla="*/ 1280782 h 6382977"/>
              <a:gd name="connsiteX3770" fmla="*/ 5445693 w 6501199"/>
              <a:gd name="connsiteY3770" fmla="*/ 1280347 h 6382977"/>
              <a:gd name="connsiteX3771" fmla="*/ 5445457 w 6501199"/>
              <a:gd name="connsiteY3771" fmla="*/ 1281013 h 6382977"/>
              <a:gd name="connsiteX3772" fmla="*/ 5445962 w 6501199"/>
              <a:gd name="connsiteY3772" fmla="*/ 1281046 h 6382977"/>
              <a:gd name="connsiteX3773" fmla="*/ 5345612 w 6501199"/>
              <a:gd name="connsiteY3773" fmla="*/ 1280347 h 6382977"/>
              <a:gd name="connsiteX3774" fmla="*/ 5343452 w 6501199"/>
              <a:gd name="connsiteY3774" fmla="*/ 1298708 h 6382977"/>
              <a:gd name="connsiteX3775" fmla="*/ 5345612 w 6501199"/>
              <a:gd name="connsiteY3775" fmla="*/ 1280347 h 6382977"/>
              <a:gd name="connsiteX3776" fmla="*/ 6021337 w 6501199"/>
              <a:gd name="connsiteY3776" fmla="*/ 1276026 h 6382977"/>
              <a:gd name="connsiteX3777" fmla="*/ 6000817 w 6501199"/>
              <a:gd name="connsiteY3777" fmla="*/ 1289707 h 6382977"/>
              <a:gd name="connsiteX3778" fmla="*/ 5998657 w 6501199"/>
              <a:gd name="connsiteY3778" fmla="*/ 1314549 h 6382977"/>
              <a:gd name="connsiteX3779" fmla="*/ 6021337 w 6501199"/>
              <a:gd name="connsiteY3779" fmla="*/ 1276026 h 6382977"/>
              <a:gd name="connsiteX3780" fmla="*/ 2440845 w 6501199"/>
              <a:gd name="connsiteY3780" fmla="*/ 1273175 h 6382977"/>
              <a:gd name="connsiteX3781" fmla="*/ 2445142 w 6501199"/>
              <a:gd name="connsiteY3781" fmla="*/ 1280135 h 6382977"/>
              <a:gd name="connsiteX3782" fmla="*/ 2397875 w 6501199"/>
              <a:gd name="connsiteY3782" fmla="*/ 1291858 h 6382977"/>
              <a:gd name="connsiteX3783" fmla="*/ 2440845 w 6501199"/>
              <a:gd name="connsiteY3783" fmla="*/ 1273175 h 6382977"/>
              <a:gd name="connsiteX3784" fmla="*/ 1829589 w 6501199"/>
              <a:gd name="connsiteY3784" fmla="*/ 1271587 h 6382977"/>
              <a:gd name="connsiteX3785" fmla="*/ 1833950 w 6501199"/>
              <a:gd name="connsiteY3785" fmla="*/ 1280349 h 6382977"/>
              <a:gd name="connsiteX3786" fmla="*/ 1804150 w 6501199"/>
              <a:gd name="connsiteY3786" fmla="*/ 1282803 h 6382977"/>
              <a:gd name="connsiteX3787" fmla="*/ 3918198 w 6501199"/>
              <a:gd name="connsiteY3787" fmla="*/ 1270576 h 6382977"/>
              <a:gd name="connsiteX3788" fmla="*/ 3933673 w 6501199"/>
              <a:gd name="connsiteY3788" fmla="*/ 1284064 h 6382977"/>
              <a:gd name="connsiteX3789" fmla="*/ 3945324 w 6501199"/>
              <a:gd name="connsiteY3789" fmla="*/ 1284064 h 6382977"/>
              <a:gd name="connsiteX3790" fmla="*/ 3915467 w 6501199"/>
              <a:gd name="connsiteY3790" fmla="*/ 1304565 h 6382977"/>
              <a:gd name="connsiteX3791" fmla="*/ 3935857 w 6501199"/>
              <a:gd name="connsiteY3791" fmla="*/ 1295214 h 6382977"/>
              <a:gd name="connsiteX3792" fmla="*/ 3924570 w 6501199"/>
              <a:gd name="connsiteY3792" fmla="*/ 1275072 h 6382977"/>
              <a:gd name="connsiteX3793" fmla="*/ 3906000 w 6501199"/>
              <a:gd name="connsiteY3793" fmla="*/ 1286222 h 6382977"/>
              <a:gd name="connsiteX3794" fmla="*/ 3918198 w 6501199"/>
              <a:gd name="connsiteY3794" fmla="*/ 1270576 h 6382977"/>
              <a:gd name="connsiteX3795" fmla="*/ 4370164 w 6501199"/>
              <a:gd name="connsiteY3795" fmla="*/ 1267104 h 6382977"/>
              <a:gd name="connsiteX3796" fmla="*/ 4365844 w 6501199"/>
              <a:gd name="connsiteY3796" fmla="*/ 1285461 h 6382977"/>
              <a:gd name="connsiteX3797" fmla="*/ 4377005 w 6501199"/>
              <a:gd name="connsiteY3797" fmla="*/ 1276463 h 6382977"/>
              <a:gd name="connsiteX3798" fmla="*/ 4370164 w 6501199"/>
              <a:gd name="connsiteY3798" fmla="*/ 1267104 h 6382977"/>
              <a:gd name="connsiteX3799" fmla="*/ 4917104 w 6501199"/>
              <a:gd name="connsiteY3799" fmla="*/ 1266825 h 6382977"/>
              <a:gd name="connsiteX3800" fmla="*/ 4921755 w 6501199"/>
              <a:gd name="connsiteY3800" fmla="*/ 1285508 h 6382977"/>
              <a:gd name="connsiteX3801" fmla="*/ 4901363 w 6501199"/>
              <a:gd name="connsiteY3801" fmla="*/ 1283310 h 6382977"/>
              <a:gd name="connsiteX3802" fmla="*/ 4917104 w 6501199"/>
              <a:gd name="connsiteY3802" fmla="*/ 1266825 h 6382977"/>
              <a:gd name="connsiteX3803" fmla="*/ 4888133 w 6501199"/>
              <a:gd name="connsiteY3803" fmla="*/ 1266825 h 6382977"/>
              <a:gd name="connsiteX3804" fmla="*/ 4876844 w 6501199"/>
              <a:gd name="connsiteY3804" fmla="*/ 1302979 h 6382977"/>
              <a:gd name="connsiteX3805" fmla="*/ 4888133 w 6501199"/>
              <a:gd name="connsiteY3805" fmla="*/ 1266825 h 6382977"/>
              <a:gd name="connsiteX3806" fmla="*/ 2474446 w 6501199"/>
              <a:gd name="connsiteY3806" fmla="*/ 1266825 h 6382977"/>
              <a:gd name="connsiteX3807" fmla="*/ 2476900 w 6501199"/>
              <a:gd name="connsiteY3807" fmla="*/ 1276350 h 6382977"/>
              <a:gd name="connsiteX3808" fmla="*/ 2450263 w 6501199"/>
              <a:gd name="connsiteY3808" fmla="*/ 1280746 h 6382977"/>
              <a:gd name="connsiteX3809" fmla="*/ 2474446 w 6501199"/>
              <a:gd name="connsiteY3809" fmla="*/ 1266825 h 6382977"/>
              <a:gd name="connsiteX3810" fmla="*/ 2446729 w 6501199"/>
              <a:gd name="connsiteY3810" fmla="*/ 1262062 h 6382977"/>
              <a:gd name="connsiteX3811" fmla="*/ 2374063 w 6501199"/>
              <a:gd name="connsiteY3811" fmla="*/ 1293455 h 6382977"/>
              <a:gd name="connsiteX3812" fmla="*/ 2446729 w 6501199"/>
              <a:gd name="connsiteY3812" fmla="*/ 1262062 h 6382977"/>
              <a:gd name="connsiteX3813" fmla="*/ 3939923 w 6501199"/>
              <a:gd name="connsiteY3813" fmla="*/ 1257862 h 6382977"/>
              <a:gd name="connsiteX3814" fmla="*/ 3955854 w 6501199"/>
              <a:gd name="connsiteY3814" fmla="*/ 1266957 h 6382977"/>
              <a:gd name="connsiteX3815" fmla="*/ 3946802 w 6501199"/>
              <a:gd name="connsiteY3815" fmla="*/ 1280782 h 6382977"/>
              <a:gd name="connsiteX3816" fmla="*/ 3939923 w 6501199"/>
              <a:gd name="connsiteY3816" fmla="*/ 1257862 h 6382977"/>
              <a:gd name="connsiteX3817" fmla="*/ 2571476 w 6501199"/>
              <a:gd name="connsiteY3817" fmla="*/ 1257847 h 6382977"/>
              <a:gd name="connsiteX3818" fmla="*/ 2589601 w 6501199"/>
              <a:gd name="connsiteY3818" fmla="*/ 1259982 h 6382977"/>
              <a:gd name="connsiteX3819" fmla="*/ 2555525 w 6501199"/>
              <a:gd name="connsiteY3819" fmla="*/ 1275994 h 6382977"/>
              <a:gd name="connsiteX3820" fmla="*/ 2571476 w 6501199"/>
              <a:gd name="connsiteY3820" fmla="*/ 1257847 h 6382977"/>
              <a:gd name="connsiteX3821" fmla="*/ 3969897 w 6501199"/>
              <a:gd name="connsiteY3821" fmla="*/ 1257300 h 6382977"/>
              <a:gd name="connsiteX3822" fmla="*/ 3964738 w 6501199"/>
              <a:gd name="connsiteY3822" fmla="*/ 1265718 h 6382977"/>
              <a:gd name="connsiteX3823" fmla="*/ 3969897 w 6501199"/>
              <a:gd name="connsiteY3823" fmla="*/ 1257300 h 6382977"/>
              <a:gd name="connsiteX3824" fmla="*/ 3960372 w 6501199"/>
              <a:gd name="connsiteY3824" fmla="*/ 1255712 h 6382977"/>
              <a:gd name="connsiteX3825" fmla="*/ 3957594 w 6501199"/>
              <a:gd name="connsiteY3825" fmla="*/ 1269633 h 6382977"/>
              <a:gd name="connsiteX3826" fmla="*/ 3960372 w 6501199"/>
              <a:gd name="connsiteY3826" fmla="*/ 1255712 h 6382977"/>
              <a:gd name="connsiteX3827" fmla="*/ 2099408 w 6501199"/>
              <a:gd name="connsiteY3827" fmla="*/ 1252026 h 6382977"/>
              <a:gd name="connsiteX3828" fmla="*/ 2119701 w 6501199"/>
              <a:gd name="connsiteY3828" fmla="*/ 1256631 h 6382977"/>
              <a:gd name="connsiteX3829" fmla="*/ 2053388 w 6501199"/>
              <a:gd name="connsiteY3829" fmla="*/ 1283552 h 6382977"/>
              <a:gd name="connsiteX3830" fmla="*/ 2074043 w 6501199"/>
              <a:gd name="connsiteY3830" fmla="*/ 1265486 h 6382977"/>
              <a:gd name="connsiteX3831" fmla="*/ 2099408 w 6501199"/>
              <a:gd name="connsiteY3831" fmla="*/ 1252026 h 6382977"/>
              <a:gd name="connsiteX3832" fmla="*/ 4411209 w 6501199"/>
              <a:gd name="connsiteY3832" fmla="*/ 1249107 h 6382977"/>
              <a:gd name="connsiteX3833" fmla="*/ 4404368 w 6501199"/>
              <a:gd name="connsiteY3833" fmla="*/ 1258105 h 6382977"/>
              <a:gd name="connsiteX3834" fmla="*/ 4411209 w 6501199"/>
              <a:gd name="connsiteY3834" fmla="*/ 1249107 h 6382977"/>
              <a:gd name="connsiteX3835" fmla="*/ 5515372 w 6501199"/>
              <a:gd name="connsiteY3835" fmla="*/ 1247775 h 6382977"/>
              <a:gd name="connsiteX3836" fmla="*/ 5477625 w 6501199"/>
              <a:gd name="connsiteY3836" fmla="*/ 1322030 h 6382977"/>
              <a:gd name="connsiteX3837" fmla="*/ 5515372 w 6501199"/>
              <a:gd name="connsiteY3837" fmla="*/ 1247775 h 6382977"/>
              <a:gd name="connsiteX3838" fmla="*/ 3982536 w 6501199"/>
              <a:gd name="connsiteY3838" fmla="*/ 1247568 h 6382977"/>
              <a:gd name="connsiteX3839" fmla="*/ 3989333 w 6501199"/>
              <a:gd name="connsiteY3839" fmla="*/ 1249671 h 6382977"/>
              <a:gd name="connsiteX3840" fmla="*/ 3989333 w 6501199"/>
              <a:gd name="connsiteY3840" fmla="*/ 1260887 h 6382977"/>
              <a:gd name="connsiteX3841" fmla="*/ 3984683 w 6501199"/>
              <a:gd name="connsiteY3841" fmla="*/ 1258433 h 6382977"/>
              <a:gd name="connsiteX3842" fmla="*/ 3984683 w 6501199"/>
              <a:gd name="connsiteY3842" fmla="*/ 1254228 h 6382977"/>
              <a:gd name="connsiteX3843" fmla="*/ 3982536 w 6501199"/>
              <a:gd name="connsiteY3843" fmla="*/ 1247568 h 6382977"/>
              <a:gd name="connsiteX3844" fmla="*/ 3996125 w 6501199"/>
              <a:gd name="connsiteY3844" fmla="*/ 1242339 h 6382977"/>
              <a:gd name="connsiteX3845" fmla="*/ 4004839 w 6501199"/>
              <a:gd name="connsiteY3845" fmla="*/ 1244323 h 6382977"/>
              <a:gd name="connsiteX3846" fmla="*/ 4007255 w 6501199"/>
              <a:gd name="connsiteY3846" fmla="*/ 1255367 h 6382977"/>
              <a:gd name="connsiteX3847" fmla="*/ 3994141 w 6501199"/>
              <a:gd name="connsiteY3847" fmla="*/ 1255367 h 6382977"/>
              <a:gd name="connsiteX3848" fmla="*/ 3996125 w 6501199"/>
              <a:gd name="connsiteY3848" fmla="*/ 1242339 h 6382977"/>
              <a:gd name="connsiteX3849" fmla="*/ 2173680 w 6501199"/>
              <a:gd name="connsiteY3849" fmla="*/ 1239837 h 6382977"/>
              <a:gd name="connsiteX3850" fmla="*/ 2137525 w 6501199"/>
              <a:gd name="connsiteY3850" fmla="*/ 1253758 h 6382977"/>
              <a:gd name="connsiteX3851" fmla="*/ 2173680 w 6501199"/>
              <a:gd name="connsiteY3851" fmla="*/ 1239837 h 6382977"/>
              <a:gd name="connsiteX3852" fmla="*/ 5360108 w 6501199"/>
              <a:gd name="connsiteY3852" fmla="*/ 1238696 h 6382977"/>
              <a:gd name="connsiteX3853" fmla="*/ 5350292 w 6501199"/>
              <a:gd name="connsiteY3853" fmla="*/ 1243984 h 6382977"/>
              <a:gd name="connsiteX3854" fmla="*/ 5336612 w 6501199"/>
              <a:gd name="connsiteY3854" fmla="*/ 1250825 h 6382977"/>
              <a:gd name="connsiteX3855" fmla="*/ 5338772 w 6501199"/>
              <a:gd name="connsiteY3855" fmla="*/ 1257665 h 6382977"/>
              <a:gd name="connsiteX3856" fmla="*/ 5332112 w 6501199"/>
              <a:gd name="connsiteY3856" fmla="*/ 1254245 h 6382977"/>
              <a:gd name="connsiteX3857" fmla="*/ 5329326 w 6501199"/>
              <a:gd name="connsiteY3857" fmla="*/ 1252814 h 6382977"/>
              <a:gd name="connsiteX3858" fmla="*/ 5329022 w 6501199"/>
              <a:gd name="connsiteY3858" fmla="*/ 1256188 h 6382977"/>
              <a:gd name="connsiteX3859" fmla="*/ 5325974 w 6501199"/>
              <a:gd name="connsiteY3859" fmla="*/ 1259952 h 6382977"/>
              <a:gd name="connsiteX3860" fmla="*/ 5336612 w 6501199"/>
              <a:gd name="connsiteY3860" fmla="*/ 1259825 h 6382977"/>
              <a:gd name="connsiteX3861" fmla="*/ 5352452 w 6501199"/>
              <a:gd name="connsiteY3861" fmla="*/ 1276026 h 6382977"/>
              <a:gd name="connsiteX3862" fmla="*/ 5348222 w 6501199"/>
              <a:gd name="connsiteY3862" fmla="*/ 1267656 h 6382977"/>
              <a:gd name="connsiteX3863" fmla="*/ 5345967 w 6501199"/>
              <a:gd name="connsiteY3863" fmla="*/ 1264727 h 6382977"/>
              <a:gd name="connsiteX3864" fmla="*/ 5344418 w 6501199"/>
              <a:gd name="connsiteY3864" fmla="*/ 1264209 h 6382977"/>
              <a:gd name="connsiteX3865" fmla="*/ 5344552 w 6501199"/>
              <a:gd name="connsiteY3865" fmla="*/ 1262890 h 6382977"/>
              <a:gd name="connsiteX3866" fmla="*/ 5344453 w 6501199"/>
              <a:gd name="connsiteY3866" fmla="*/ 1262762 h 6382977"/>
              <a:gd name="connsiteX3867" fmla="*/ 5344655 w 6501199"/>
              <a:gd name="connsiteY3867" fmla="*/ 1261877 h 6382977"/>
              <a:gd name="connsiteX3868" fmla="*/ 5344936 w 6501199"/>
              <a:gd name="connsiteY3868" fmla="*/ 1259104 h 6382977"/>
              <a:gd name="connsiteX3869" fmla="*/ 5344052 w 6501199"/>
              <a:gd name="connsiteY3869" fmla="*/ 1250081 h 6382977"/>
              <a:gd name="connsiteX3870" fmla="*/ 5350075 w 6501199"/>
              <a:gd name="connsiteY3870" fmla="*/ 1248349 h 6382977"/>
              <a:gd name="connsiteX3871" fmla="*/ 5354444 w 6501199"/>
              <a:gd name="connsiteY3871" fmla="*/ 1255321 h 6382977"/>
              <a:gd name="connsiteX3872" fmla="*/ 5353610 w 6501199"/>
              <a:gd name="connsiteY3872" fmla="*/ 1258113 h 6382977"/>
              <a:gd name="connsiteX3873" fmla="*/ 5356817 w 6501199"/>
              <a:gd name="connsiteY3873" fmla="*/ 1255640 h 6382977"/>
              <a:gd name="connsiteX3874" fmla="*/ 5366132 w 6501199"/>
              <a:gd name="connsiteY3874" fmla="*/ 1255505 h 6382977"/>
              <a:gd name="connsiteX3875" fmla="*/ 5360108 w 6501199"/>
              <a:gd name="connsiteY3875" fmla="*/ 1238696 h 6382977"/>
              <a:gd name="connsiteX3876" fmla="*/ 5795547 w 6501199"/>
              <a:gd name="connsiteY3876" fmla="*/ 1236662 h 6382977"/>
              <a:gd name="connsiteX3877" fmla="*/ 5807453 w 6501199"/>
              <a:gd name="connsiteY3877" fmla="*/ 1259214 h 6382977"/>
              <a:gd name="connsiteX3878" fmla="*/ 5795547 w 6501199"/>
              <a:gd name="connsiteY3878" fmla="*/ 1236662 h 6382977"/>
              <a:gd name="connsiteX3879" fmla="*/ 2388850 w 6501199"/>
              <a:gd name="connsiteY3879" fmla="*/ 1235622 h 6382977"/>
              <a:gd name="connsiteX3880" fmla="*/ 2400147 w 6501199"/>
              <a:gd name="connsiteY3880" fmla="*/ 1236508 h 6382977"/>
              <a:gd name="connsiteX3881" fmla="*/ 2384491 w 6501199"/>
              <a:gd name="connsiteY3881" fmla="*/ 1252105 h 6382977"/>
              <a:gd name="connsiteX3882" fmla="*/ 2393387 w 6501199"/>
              <a:gd name="connsiteY3882" fmla="*/ 1249979 h 6382977"/>
              <a:gd name="connsiteX3883" fmla="*/ 2384491 w 6501199"/>
              <a:gd name="connsiteY3883" fmla="*/ 1243243 h 6382977"/>
              <a:gd name="connsiteX3884" fmla="*/ 2388850 w 6501199"/>
              <a:gd name="connsiteY3884" fmla="*/ 1235622 h 6382977"/>
              <a:gd name="connsiteX3885" fmla="*/ 5570594 w 6501199"/>
              <a:gd name="connsiteY3885" fmla="*/ 1231900 h 6382977"/>
              <a:gd name="connsiteX3886" fmla="*/ 5557000 w 6501199"/>
              <a:gd name="connsiteY3886" fmla="*/ 1252781 h 6382977"/>
              <a:gd name="connsiteX3887" fmla="*/ 5570594 w 6501199"/>
              <a:gd name="connsiteY3887" fmla="*/ 1231900 h 6382977"/>
              <a:gd name="connsiteX3888" fmla="*/ 2842016 w 6501199"/>
              <a:gd name="connsiteY3888" fmla="*/ 1231900 h 6382977"/>
              <a:gd name="connsiteX3889" fmla="*/ 2785225 w 6501199"/>
              <a:gd name="connsiteY3889" fmla="*/ 1245821 h 6382977"/>
              <a:gd name="connsiteX3890" fmla="*/ 2842016 w 6501199"/>
              <a:gd name="connsiteY3890" fmla="*/ 1231900 h 6382977"/>
              <a:gd name="connsiteX3891" fmla="*/ 2202690 w 6501199"/>
              <a:gd name="connsiteY3891" fmla="*/ 1230902 h 6382977"/>
              <a:gd name="connsiteX3892" fmla="*/ 2197965 w 6501199"/>
              <a:gd name="connsiteY3892" fmla="*/ 1249408 h 6382977"/>
              <a:gd name="connsiteX3893" fmla="*/ 2181975 w 6501199"/>
              <a:gd name="connsiteY3893" fmla="*/ 1242513 h 6382977"/>
              <a:gd name="connsiteX3894" fmla="*/ 2202690 w 6501199"/>
              <a:gd name="connsiteY3894" fmla="*/ 1230902 h 6382977"/>
              <a:gd name="connsiteX3895" fmla="*/ 2445589 w 6501199"/>
              <a:gd name="connsiteY3895" fmla="*/ 1227242 h 6382977"/>
              <a:gd name="connsiteX3896" fmla="*/ 2454663 w 6501199"/>
              <a:gd name="connsiteY3896" fmla="*/ 1227666 h 6382977"/>
              <a:gd name="connsiteX3897" fmla="*/ 2408988 w 6501199"/>
              <a:gd name="connsiteY3897" fmla="*/ 1238603 h 6382977"/>
              <a:gd name="connsiteX3898" fmla="*/ 2445589 w 6501199"/>
              <a:gd name="connsiteY3898" fmla="*/ 1227242 h 6382977"/>
              <a:gd name="connsiteX3899" fmla="*/ 5132212 w 6501199"/>
              <a:gd name="connsiteY3899" fmla="*/ 1223962 h 6382977"/>
              <a:gd name="connsiteX3900" fmla="*/ 5130029 w 6501199"/>
              <a:gd name="connsiteY3900" fmla="*/ 1255821 h 6382977"/>
              <a:gd name="connsiteX3901" fmla="*/ 5104563 w 6501199"/>
              <a:gd name="connsiteY3901" fmla="*/ 1249020 h 6382977"/>
              <a:gd name="connsiteX3902" fmla="*/ 5132212 w 6501199"/>
              <a:gd name="connsiteY3902" fmla="*/ 1223962 h 6382977"/>
              <a:gd name="connsiteX3903" fmla="*/ 5632609 w 6501199"/>
              <a:gd name="connsiteY3903" fmla="*/ 1221316 h 6382977"/>
              <a:gd name="connsiteX3904" fmla="*/ 5648717 w 6501199"/>
              <a:gd name="connsiteY3904" fmla="*/ 1226023 h 6382977"/>
              <a:gd name="connsiteX3905" fmla="*/ 5632609 w 6501199"/>
              <a:gd name="connsiteY3905" fmla="*/ 1244126 h 6382977"/>
              <a:gd name="connsiteX3906" fmla="*/ 5648717 w 6501199"/>
              <a:gd name="connsiteY3906" fmla="*/ 1266936 h 6382977"/>
              <a:gd name="connsiteX3907" fmla="*/ 5632609 w 6501199"/>
              <a:gd name="connsiteY3907" fmla="*/ 1278522 h 6382977"/>
              <a:gd name="connsiteX3908" fmla="*/ 5639410 w 6501199"/>
              <a:gd name="connsiteY3908" fmla="*/ 1296625 h 6382977"/>
              <a:gd name="connsiteX3909" fmla="*/ 5612563 w 6501199"/>
              <a:gd name="connsiteY3909" fmla="*/ 1285401 h 6382977"/>
              <a:gd name="connsiteX3910" fmla="*/ 5632609 w 6501199"/>
              <a:gd name="connsiteY3910" fmla="*/ 1226023 h 6382977"/>
              <a:gd name="connsiteX3911" fmla="*/ 5632609 w 6501199"/>
              <a:gd name="connsiteY3911" fmla="*/ 1221316 h 6382977"/>
              <a:gd name="connsiteX3912" fmla="*/ 5837015 w 6501199"/>
              <a:gd name="connsiteY3912" fmla="*/ 1221303 h 6382977"/>
              <a:gd name="connsiteX3913" fmla="*/ 5825225 w 6501199"/>
              <a:gd name="connsiteY3913" fmla="*/ 1245154 h 6382977"/>
              <a:gd name="connsiteX3914" fmla="*/ 5829705 w 6501199"/>
              <a:gd name="connsiteY3914" fmla="*/ 1273094 h 6382977"/>
              <a:gd name="connsiteX3915" fmla="*/ 5831099 w 6501199"/>
              <a:gd name="connsiteY3915" fmla="*/ 1271876 h 6382977"/>
              <a:gd name="connsiteX3916" fmla="*/ 5836295 w 6501199"/>
              <a:gd name="connsiteY3916" fmla="*/ 1248530 h 6382977"/>
              <a:gd name="connsiteX3917" fmla="*/ 5836337 w 6501199"/>
              <a:gd name="connsiteY3917" fmla="*/ 1246929 h 6382977"/>
              <a:gd name="connsiteX3918" fmla="*/ 5836161 w 6501199"/>
              <a:gd name="connsiteY3918" fmla="*/ 1238402 h 6382977"/>
              <a:gd name="connsiteX3919" fmla="*/ 5836608 w 6501199"/>
              <a:gd name="connsiteY3919" fmla="*/ 1236707 h 6382977"/>
              <a:gd name="connsiteX3920" fmla="*/ 4417175 w 6501199"/>
              <a:gd name="connsiteY3920" fmla="*/ 1220611 h 6382977"/>
              <a:gd name="connsiteX3921" fmla="*/ 4430696 w 6501199"/>
              <a:gd name="connsiteY3921" fmla="*/ 1220611 h 6382977"/>
              <a:gd name="connsiteX3922" fmla="*/ 4417175 w 6501199"/>
              <a:gd name="connsiteY3922" fmla="*/ 1220611 h 6382977"/>
              <a:gd name="connsiteX3923" fmla="*/ 4391341 w 6501199"/>
              <a:gd name="connsiteY3923" fmla="*/ 1220431 h 6382977"/>
              <a:gd name="connsiteX3924" fmla="*/ 4405707 w 6501199"/>
              <a:gd name="connsiteY3924" fmla="*/ 1229221 h 6382977"/>
              <a:gd name="connsiteX3925" fmla="*/ 4392186 w 6501199"/>
              <a:gd name="connsiteY3925" fmla="*/ 1229221 h 6382977"/>
              <a:gd name="connsiteX3926" fmla="*/ 4391341 w 6501199"/>
              <a:gd name="connsiteY3926" fmla="*/ 1220431 h 6382977"/>
              <a:gd name="connsiteX3927" fmla="*/ 4950750 w 6501199"/>
              <a:gd name="connsiteY3927" fmla="*/ 1220419 h 6382977"/>
              <a:gd name="connsiteX3928" fmla="*/ 4949641 w 6501199"/>
              <a:gd name="connsiteY3928" fmla="*/ 1225112 h 6382977"/>
              <a:gd name="connsiteX3929" fmla="*/ 4946349 w 6501199"/>
              <a:gd name="connsiteY3929" fmla="*/ 1229908 h 6382977"/>
              <a:gd name="connsiteX3930" fmla="*/ 4949422 w 6501199"/>
              <a:gd name="connsiteY3930" fmla="*/ 1230652 h 6382977"/>
              <a:gd name="connsiteX3931" fmla="*/ 4962922 w 6501199"/>
              <a:gd name="connsiteY3931" fmla="*/ 1239085 h 6382977"/>
              <a:gd name="connsiteX3932" fmla="*/ 4931525 w 6501199"/>
              <a:gd name="connsiteY3932" fmla="*/ 1234824 h 6382977"/>
              <a:gd name="connsiteX3933" fmla="*/ 4937704 w 6501199"/>
              <a:gd name="connsiteY3933" fmla="*/ 1228522 h 6382977"/>
              <a:gd name="connsiteX3934" fmla="*/ 4936288 w 6501199"/>
              <a:gd name="connsiteY3934" fmla="*/ 1225823 h 6382977"/>
              <a:gd name="connsiteX3935" fmla="*/ 4947867 w 6501199"/>
              <a:gd name="connsiteY3935" fmla="*/ 1221197 h 6382977"/>
              <a:gd name="connsiteX3936" fmla="*/ 4950750 w 6501199"/>
              <a:gd name="connsiteY3936" fmla="*/ 1220419 h 6382977"/>
              <a:gd name="connsiteX3937" fmla="*/ 5495339 w 6501199"/>
              <a:gd name="connsiteY3937" fmla="*/ 1220355 h 6382977"/>
              <a:gd name="connsiteX3938" fmla="*/ 5499492 w 6501199"/>
              <a:gd name="connsiteY3938" fmla="*/ 1221238 h 6382977"/>
              <a:gd name="connsiteX3939" fmla="*/ 5483751 w 6501199"/>
              <a:gd name="connsiteY3939" fmla="*/ 1250592 h 6382977"/>
              <a:gd name="connsiteX3940" fmla="*/ 5481605 w 6501199"/>
              <a:gd name="connsiteY3940" fmla="*/ 1225892 h 6382977"/>
              <a:gd name="connsiteX3941" fmla="*/ 5495339 w 6501199"/>
              <a:gd name="connsiteY3941" fmla="*/ 1220355 h 6382977"/>
              <a:gd name="connsiteX3942" fmla="*/ 5941290 w 6501199"/>
              <a:gd name="connsiteY3942" fmla="*/ 1216025 h 6382977"/>
              <a:gd name="connsiteX3943" fmla="*/ 5941290 w 6501199"/>
              <a:gd name="connsiteY3943" fmla="*/ 1250586 h 6382977"/>
              <a:gd name="connsiteX3944" fmla="*/ 5932205 w 6501199"/>
              <a:gd name="connsiteY3944" fmla="*/ 1234579 h 6382977"/>
              <a:gd name="connsiteX3945" fmla="*/ 5925300 w 6501199"/>
              <a:gd name="connsiteY3945" fmla="*/ 1236761 h 6382977"/>
              <a:gd name="connsiteX3946" fmla="*/ 5941290 w 6501199"/>
              <a:gd name="connsiteY3946" fmla="*/ 1216025 h 6382977"/>
              <a:gd name="connsiteX3947" fmla="*/ 2809797 w 6501199"/>
              <a:gd name="connsiteY3947" fmla="*/ 1212850 h 6382977"/>
              <a:gd name="connsiteX3948" fmla="*/ 2816616 w 6501199"/>
              <a:gd name="connsiteY3948" fmla="*/ 1229026 h 6382977"/>
              <a:gd name="connsiteX3949" fmla="*/ 2780366 w 6501199"/>
              <a:gd name="connsiteY3949" fmla="*/ 1224246 h 6382977"/>
              <a:gd name="connsiteX3950" fmla="*/ 2809797 w 6501199"/>
              <a:gd name="connsiteY3950" fmla="*/ 1212850 h 6382977"/>
              <a:gd name="connsiteX3951" fmla="*/ 3391750 w 6501199"/>
              <a:gd name="connsiteY3951" fmla="*/ 1207950 h 6382977"/>
              <a:gd name="connsiteX3952" fmla="*/ 3371088 w 6501199"/>
              <a:gd name="connsiteY3952" fmla="*/ 1223606 h 6382977"/>
              <a:gd name="connsiteX3953" fmla="*/ 3391750 w 6501199"/>
              <a:gd name="connsiteY3953" fmla="*/ 1207950 h 6382977"/>
              <a:gd name="connsiteX3954" fmla="*/ 3303988 w 6501199"/>
              <a:gd name="connsiteY3954" fmla="*/ 1207028 h 6382977"/>
              <a:gd name="connsiteX3955" fmla="*/ 3301885 w 6501199"/>
              <a:gd name="connsiteY3955" fmla="*/ 1220434 h 6382977"/>
              <a:gd name="connsiteX3956" fmla="*/ 3277350 w 6501199"/>
              <a:gd name="connsiteY3956" fmla="*/ 1215848 h 6382977"/>
              <a:gd name="connsiteX3957" fmla="*/ 3303988 w 6501199"/>
              <a:gd name="connsiteY3957" fmla="*/ 1207028 h 6382977"/>
              <a:gd name="connsiteX3958" fmla="*/ 4849736 w 6501199"/>
              <a:gd name="connsiteY3958" fmla="*/ 1204912 h 6382977"/>
              <a:gd name="connsiteX3959" fmla="*/ 4840526 w 6501199"/>
              <a:gd name="connsiteY3959" fmla="*/ 1250587 h 6382977"/>
              <a:gd name="connsiteX3960" fmla="*/ 4849736 w 6501199"/>
              <a:gd name="connsiteY3960" fmla="*/ 1204912 h 6382977"/>
              <a:gd name="connsiteX3961" fmla="*/ 6269334 w 6501199"/>
              <a:gd name="connsiteY3961" fmla="*/ 1198562 h 6382977"/>
              <a:gd name="connsiteX3962" fmla="*/ 6269334 w 6501199"/>
              <a:gd name="connsiteY3962" fmla="*/ 1207324 h 6382977"/>
              <a:gd name="connsiteX3963" fmla="*/ 6280550 w 6501199"/>
              <a:gd name="connsiteY3963" fmla="*/ 1213983 h 6382977"/>
              <a:gd name="connsiteX3964" fmla="*/ 6260572 w 6501199"/>
              <a:gd name="connsiteY3964" fmla="*/ 1225199 h 6382977"/>
              <a:gd name="connsiteX3965" fmla="*/ 6269334 w 6501199"/>
              <a:gd name="connsiteY3965" fmla="*/ 1198562 h 6382977"/>
              <a:gd name="connsiteX3966" fmla="*/ 6046537 w 6501199"/>
              <a:gd name="connsiteY3966" fmla="*/ 1196101 h 6382977"/>
              <a:gd name="connsiteX3967" fmla="*/ 6037177 w 6501199"/>
              <a:gd name="connsiteY3967" fmla="*/ 1219142 h 6382977"/>
              <a:gd name="connsiteX3968" fmla="*/ 6046537 w 6501199"/>
              <a:gd name="connsiteY3968" fmla="*/ 1196101 h 6382977"/>
              <a:gd name="connsiteX3969" fmla="*/ 5647091 w 6501199"/>
              <a:gd name="connsiteY3969" fmla="*/ 1194941 h 6382977"/>
              <a:gd name="connsiteX3970" fmla="*/ 5649152 w 6501199"/>
              <a:gd name="connsiteY3970" fmla="*/ 1196212 h 6382977"/>
              <a:gd name="connsiteX3971" fmla="*/ 5649152 w 6501199"/>
              <a:gd name="connsiteY3971" fmla="*/ 1214086 h 6382977"/>
              <a:gd name="connsiteX3972" fmla="*/ 5628438 w 6501199"/>
              <a:gd name="connsiteY3972" fmla="*/ 1209530 h 6382977"/>
              <a:gd name="connsiteX3973" fmla="*/ 5647091 w 6501199"/>
              <a:gd name="connsiteY3973" fmla="*/ 1194941 h 6382977"/>
              <a:gd name="connsiteX3974" fmla="*/ 2191138 w 6501199"/>
              <a:gd name="connsiteY3974" fmla="*/ 1194347 h 6382977"/>
              <a:gd name="connsiteX3975" fmla="*/ 2152351 w 6501199"/>
              <a:gd name="connsiteY3975" fmla="*/ 1212494 h 6382977"/>
              <a:gd name="connsiteX3976" fmla="*/ 2191138 w 6501199"/>
              <a:gd name="connsiteY3976" fmla="*/ 1194347 h 6382977"/>
              <a:gd name="connsiteX3977" fmla="*/ 6398016 w 6501199"/>
              <a:gd name="connsiteY3977" fmla="*/ 1192212 h 6382977"/>
              <a:gd name="connsiteX3978" fmla="*/ 6398016 w 6501199"/>
              <a:gd name="connsiteY3978" fmla="*/ 1215131 h 6382977"/>
              <a:gd name="connsiteX3979" fmla="*/ 6382224 w 6501199"/>
              <a:gd name="connsiteY3979" fmla="*/ 1212948 h 6382977"/>
              <a:gd name="connsiteX3980" fmla="*/ 6382224 w 6501199"/>
              <a:gd name="connsiteY3980" fmla="*/ 1226773 h 6382977"/>
              <a:gd name="connsiteX3981" fmla="*/ 6398016 w 6501199"/>
              <a:gd name="connsiteY3981" fmla="*/ 1192212 h 6382977"/>
              <a:gd name="connsiteX3982" fmla="*/ 5578696 w 6501199"/>
              <a:gd name="connsiteY3982" fmla="*/ 1192212 h 6382977"/>
              <a:gd name="connsiteX3983" fmla="*/ 5578696 w 6501199"/>
              <a:gd name="connsiteY3983" fmla="*/ 1226773 h 6382977"/>
              <a:gd name="connsiteX3984" fmla="*/ 5578696 w 6501199"/>
              <a:gd name="connsiteY3984" fmla="*/ 1192212 h 6382977"/>
              <a:gd name="connsiteX3985" fmla="*/ 4976345 w 6501199"/>
              <a:gd name="connsiteY3985" fmla="*/ 1191925 h 6382977"/>
              <a:gd name="connsiteX3986" fmla="*/ 4965982 w 6501199"/>
              <a:gd name="connsiteY3986" fmla="*/ 1234717 h 6382977"/>
              <a:gd name="connsiteX3987" fmla="*/ 4952136 w 6501199"/>
              <a:gd name="connsiteY3987" fmla="*/ 1214346 h 6382977"/>
              <a:gd name="connsiteX3988" fmla="*/ 4971874 w 6501199"/>
              <a:gd name="connsiteY3988" fmla="*/ 1192701 h 6382977"/>
              <a:gd name="connsiteX3989" fmla="*/ 4976345 w 6501199"/>
              <a:gd name="connsiteY3989" fmla="*/ 1191925 h 6382977"/>
              <a:gd name="connsiteX3990" fmla="*/ 6321198 w 6501199"/>
              <a:gd name="connsiteY3990" fmla="*/ 1189037 h 6382977"/>
              <a:gd name="connsiteX3991" fmla="*/ 6337684 w 6501199"/>
              <a:gd name="connsiteY3991" fmla="*/ 1272815 h 6382977"/>
              <a:gd name="connsiteX3992" fmla="*/ 6321198 w 6501199"/>
              <a:gd name="connsiteY3992" fmla="*/ 1189037 h 6382977"/>
              <a:gd name="connsiteX3993" fmla="*/ 3495273 w 6501199"/>
              <a:gd name="connsiteY3993" fmla="*/ 1181021 h 6382977"/>
              <a:gd name="connsiteX3994" fmla="*/ 3507176 w 6501199"/>
              <a:gd name="connsiteY3994" fmla="*/ 1184001 h 6382977"/>
              <a:gd name="connsiteX3995" fmla="*/ 3486900 w 6501199"/>
              <a:gd name="connsiteY3995" fmla="*/ 1181510 h 6382977"/>
              <a:gd name="connsiteX3996" fmla="*/ 3495273 w 6501199"/>
              <a:gd name="connsiteY3996" fmla="*/ 1181021 h 6382977"/>
              <a:gd name="connsiteX3997" fmla="*/ 3597657 w 6501199"/>
              <a:gd name="connsiteY3997" fmla="*/ 1177894 h 6382977"/>
              <a:gd name="connsiteX3998" fmla="*/ 3610353 w 6501199"/>
              <a:gd name="connsiteY3998" fmla="*/ 1185496 h 6382977"/>
              <a:gd name="connsiteX3999" fmla="*/ 3586913 w 6501199"/>
              <a:gd name="connsiteY3999" fmla="*/ 1180733 h 6382977"/>
              <a:gd name="connsiteX4000" fmla="*/ 3597657 w 6501199"/>
              <a:gd name="connsiteY4000" fmla="*/ 1177894 h 6382977"/>
              <a:gd name="connsiteX4001" fmla="*/ 5648926 w 6501199"/>
              <a:gd name="connsiteY4001" fmla="*/ 1168400 h 6382977"/>
              <a:gd name="connsiteX4002" fmla="*/ 5658228 w 6501199"/>
              <a:gd name="connsiteY4002" fmla="*/ 1179848 h 6382977"/>
              <a:gd name="connsiteX4003" fmla="*/ 5634788 w 6501199"/>
              <a:gd name="connsiteY4003" fmla="*/ 1184498 h 6382977"/>
              <a:gd name="connsiteX4004" fmla="*/ 5648926 w 6501199"/>
              <a:gd name="connsiteY4004" fmla="*/ 1168400 h 6382977"/>
              <a:gd name="connsiteX4005" fmla="*/ 3531042 w 6501199"/>
              <a:gd name="connsiteY4005" fmla="*/ 1168091 h 6382977"/>
              <a:gd name="connsiteX4006" fmla="*/ 3538935 w 6501199"/>
              <a:gd name="connsiteY4006" fmla="*/ 1170340 h 6382977"/>
              <a:gd name="connsiteX4007" fmla="*/ 3523413 w 6501199"/>
              <a:gd name="connsiteY4007" fmla="*/ 1172456 h 6382977"/>
              <a:gd name="connsiteX4008" fmla="*/ 3531042 w 6501199"/>
              <a:gd name="connsiteY4008" fmla="*/ 1168091 h 6382977"/>
              <a:gd name="connsiteX4009" fmla="*/ 2156282 w 6501199"/>
              <a:gd name="connsiteY4009" fmla="*/ 1167933 h 6382977"/>
              <a:gd name="connsiteX4010" fmla="*/ 2170500 w 6501199"/>
              <a:gd name="connsiteY4010" fmla="*/ 1177980 h 6382977"/>
              <a:gd name="connsiteX4011" fmla="*/ 2140700 w 6501199"/>
              <a:gd name="connsiteY4011" fmla="*/ 1180152 h 6382977"/>
              <a:gd name="connsiteX4012" fmla="*/ 2156282 w 6501199"/>
              <a:gd name="connsiteY4012" fmla="*/ 1167933 h 6382977"/>
              <a:gd name="connsiteX4013" fmla="*/ 2543562 w 6501199"/>
              <a:gd name="connsiteY4013" fmla="*/ 1164166 h 6382977"/>
              <a:gd name="connsiteX4014" fmla="*/ 2513763 w 6501199"/>
              <a:gd name="connsiteY4014" fmla="*/ 1177572 h 6382977"/>
              <a:gd name="connsiteX4015" fmla="*/ 2543562 w 6501199"/>
              <a:gd name="connsiteY4015" fmla="*/ 1164166 h 6382977"/>
              <a:gd name="connsiteX4016" fmla="*/ 3395803 w 6501199"/>
              <a:gd name="connsiteY4016" fmla="*/ 1161479 h 6382977"/>
              <a:gd name="connsiteX4017" fmla="*/ 3416684 w 6501199"/>
              <a:gd name="connsiteY4017" fmla="*/ 1165944 h 6382977"/>
              <a:gd name="connsiteX4018" fmla="*/ 3393238 w 6501199"/>
              <a:gd name="connsiteY4018" fmla="*/ 1173013 h 6382977"/>
              <a:gd name="connsiteX4019" fmla="*/ 3395803 w 6501199"/>
              <a:gd name="connsiteY4019" fmla="*/ 1161479 h 6382977"/>
              <a:gd name="connsiteX4020" fmla="*/ 4922103 w 6501199"/>
              <a:gd name="connsiteY4020" fmla="*/ 1158875 h 6382977"/>
              <a:gd name="connsiteX4021" fmla="*/ 4924206 w 6501199"/>
              <a:gd name="connsiteY4021" fmla="*/ 1183917 h 6382977"/>
              <a:gd name="connsiteX4022" fmla="*/ 4922103 w 6501199"/>
              <a:gd name="connsiteY4022" fmla="*/ 1158875 h 6382977"/>
              <a:gd name="connsiteX4023" fmla="*/ 3490747 w 6501199"/>
              <a:gd name="connsiteY4023" fmla="*/ 1158089 h 6382977"/>
              <a:gd name="connsiteX4024" fmla="*/ 3496059 w 6501199"/>
              <a:gd name="connsiteY4024" fmla="*/ 1163740 h 6382977"/>
              <a:gd name="connsiteX4025" fmla="*/ 3482138 w 6501199"/>
              <a:gd name="connsiteY4025" fmla="*/ 1165843 h 6382977"/>
              <a:gd name="connsiteX4026" fmla="*/ 3490747 w 6501199"/>
              <a:gd name="connsiteY4026" fmla="*/ 1158089 h 6382977"/>
              <a:gd name="connsiteX4027" fmla="*/ 6411121 w 6501199"/>
              <a:gd name="connsiteY4027" fmla="*/ 1155700 h 6382977"/>
              <a:gd name="connsiteX4028" fmla="*/ 6433981 w 6501199"/>
              <a:gd name="connsiteY4028" fmla="*/ 1245829 h 6382977"/>
              <a:gd name="connsiteX4029" fmla="*/ 6411121 w 6501199"/>
              <a:gd name="connsiteY4029" fmla="*/ 1155700 h 6382977"/>
              <a:gd name="connsiteX4030" fmla="*/ 4981112 w 6501199"/>
              <a:gd name="connsiteY4030" fmla="*/ 1155700 h 6382977"/>
              <a:gd name="connsiteX4031" fmla="*/ 4983609 w 6501199"/>
              <a:gd name="connsiteY4031" fmla="*/ 1180737 h 6382977"/>
              <a:gd name="connsiteX4032" fmla="*/ 4981112 w 6501199"/>
              <a:gd name="connsiteY4032" fmla="*/ 1155700 h 6382977"/>
              <a:gd name="connsiteX4033" fmla="*/ 5592544 w 6501199"/>
              <a:gd name="connsiteY4033" fmla="*/ 1152525 h 6382977"/>
              <a:gd name="connsiteX4034" fmla="*/ 5579225 w 6501199"/>
              <a:gd name="connsiteY4034" fmla="*/ 1172502 h 6382977"/>
              <a:gd name="connsiteX4035" fmla="*/ 5592544 w 6501199"/>
              <a:gd name="connsiteY4035" fmla="*/ 1152525 h 6382977"/>
              <a:gd name="connsiteX4036" fmla="*/ 5167938 w 6501199"/>
              <a:gd name="connsiteY4036" fmla="*/ 1150937 h 6382977"/>
              <a:gd name="connsiteX4037" fmla="*/ 5186194 w 6501199"/>
              <a:gd name="connsiteY4037" fmla="*/ 1159936 h 6382977"/>
              <a:gd name="connsiteX4038" fmla="*/ 5184047 w 6501199"/>
              <a:gd name="connsiteY4038" fmla="*/ 1178294 h 6382977"/>
              <a:gd name="connsiteX4039" fmla="*/ 5172592 w 6501199"/>
              <a:gd name="connsiteY4039" fmla="*/ 1180453 h 6382977"/>
              <a:gd name="connsiteX4040" fmla="*/ 5188342 w 6501199"/>
              <a:gd name="connsiteY4040" fmla="*/ 1194132 h 6382977"/>
              <a:gd name="connsiteX4041" fmla="*/ 5177245 w 6501199"/>
              <a:gd name="connsiteY4041" fmla="*/ 1212490 h 6382977"/>
              <a:gd name="connsiteX4042" fmla="*/ 5152188 w 6501199"/>
              <a:gd name="connsiteY4042" fmla="*/ 1187293 h 6382977"/>
              <a:gd name="connsiteX4043" fmla="*/ 5174740 w 6501199"/>
              <a:gd name="connsiteY4043" fmla="*/ 1168935 h 6382977"/>
              <a:gd name="connsiteX4044" fmla="*/ 5163643 w 6501199"/>
              <a:gd name="connsiteY4044" fmla="*/ 1155616 h 6382977"/>
              <a:gd name="connsiteX4045" fmla="*/ 5167938 w 6501199"/>
              <a:gd name="connsiteY4045" fmla="*/ 1150937 h 6382977"/>
              <a:gd name="connsiteX4046" fmla="*/ 4880353 w 6501199"/>
              <a:gd name="connsiteY4046" fmla="*/ 1150937 h 6382977"/>
              <a:gd name="connsiteX4047" fmla="*/ 4861378 w 6501199"/>
              <a:gd name="connsiteY4047" fmla="*/ 1206137 h 6382977"/>
              <a:gd name="connsiteX4048" fmla="*/ 4880353 w 6501199"/>
              <a:gd name="connsiteY4048" fmla="*/ 1150937 h 6382977"/>
              <a:gd name="connsiteX4049" fmla="*/ 4506785 w 6501199"/>
              <a:gd name="connsiteY4049" fmla="*/ 1149963 h 6382977"/>
              <a:gd name="connsiteX4050" fmla="*/ 4520001 w 6501199"/>
              <a:gd name="connsiteY4050" fmla="*/ 1152573 h 6382977"/>
              <a:gd name="connsiteX4051" fmla="*/ 4508777 w 6501199"/>
              <a:gd name="connsiteY4051" fmla="*/ 1156950 h 6382977"/>
              <a:gd name="connsiteX4052" fmla="*/ 4506785 w 6501199"/>
              <a:gd name="connsiteY4052" fmla="*/ 1149963 h 6382977"/>
              <a:gd name="connsiteX4053" fmla="*/ 6053377 w 6501199"/>
              <a:gd name="connsiteY4053" fmla="*/ 1146057 h 6382977"/>
              <a:gd name="connsiteX4054" fmla="*/ 6055537 w 6501199"/>
              <a:gd name="connsiteY4054" fmla="*/ 1168739 h 6382977"/>
              <a:gd name="connsiteX4055" fmla="*/ 6064537 w 6501199"/>
              <a:gd name="connsiteY4055" fmla="*/ 1155418 h 6382977"/>
              <a:gd name="connsiteX4056" fmla="*/ 6053377 w 6501199"/>
              <a:gd name="connsiteY4056" fmla="*/ 1146057 h 6382977"/>
              <a:gd name="connsiteX4057" fmla="*/ 3348245 w 6501199"/>
              <a:gd name="connsiteY4057" fmla="*/ 1143707 h 6382977"/>
              <a:gd name="connsiteX4058" fmla="*/ 3364291 w 6501199"/>
              <a:gd name="connsiteY4058" fmla="*/ 1144311 h 6382977"/>
              <a:gd name="connsiteX4059" fmla="*/ 3354989 w 6501199"/>
              <a:gd name="connsiteY4059" fmla="*/ 1146382 h 6382977"/>
              <a:gd name="connsiteX4060" fmla="*/ 3354989 w 6501199"/>
              <a:gd name="connsiteY4060" fmla="*/ 1150868 h 6382977"/>
              <a:gd name="connsiteX4061" fmla="*/ 3340850 w 6501199"/>
              <a:gd name="connsiteY4061" fmla="*/ 1152939 h 6382977"/>
              <a:gd name="connsiteX4062" fmla="*/ 3348245 w 6501199"/>
              <a:gd name="connsiteY4062" fmla="*/ 1143707 h 6382977"/>
              <a:gd name="connsiteX4063" fmla="*/ 3476398 w 6501199"/>
              <a:gd name="connsiteY4063" fmla="*/ 1143000 h 6382977"/>
              <a:gd name="connsiteX4064" fmla="*/ 3483359 w 6501199"/>
              <a:gd name="connsiteY4064" fmla="*/ 1147586 h 6382977"/>
              <a:gd name="connsiteX4065" fmla="*/ 3481161 w 6501199"/>
              <a:gd name="connsiteY4065" fmla="*/ 1158522 h 6382977"/>
              <a:gd name="connsiteX4066" fmla="*/ 3476398 w 6501199"/>
              <a:gd name="connsiteY4066" fmla="*/ 1143000 h 6382977"/>
              <a:gd name="connsiteX4067" fmla="*/ 2628824 w 6501199"/>
              <a:gd name="connsiteY4067" fmla="*/ 1143000 h 6382977"/>
              <a:gd name="connsiteX4068" fmla="*/ 2635641 w 6501199"/>
              <a:gd name="connsiteY4068" fmla="*/ 1149760 h 6382977"/>
              <a:gd name="connsiteX4069" fmla="*/ 2583613 w 6501199"/>
              <a:gd name="connsiteY4069" fmla="*/ 1154386 h 6382977"/>
              <a:gd name="connsiteX4070" fmla="*/ 2628824 w 6501199"/>
              <a:gd name="connsiteY4070" fmla="*/ 1143000 h 6382977"/>
              <a:gd name="connsiteX4071" fmla="*/ 3053845 w 6501199"/>
              <a:gd name="connsiteY4071" fmla="*/ 1135255 h 6382977"/>
              <a:gd name="connsiteX4072" fmla="*/ 3042743 w 6501199"/>
              <a:gd name="connsiteY4072" fmla="*/ 1142162 h 6382977"/>
              <a:gd name="connsiteX4073" fmla="*/ 3070072 w 6501199"/>
              <a:gd name="connsiteY4073" fmla="*/ 1135345 h 6382977"/>
              <a:gd name="connsiteX4074" fmla="*/ 3053845 w 6501199"/>
              <a:gd name="connsiteY4074" fmla="*/ 1135255 h 6382977"/>
              <a:gd name="connsiteX4075" fmla="*/ 3149822 w 6501199"/>
              <a:gd name="connsiteY4075" fmla="*/ 1135062 h 6382977"/>
              <a:gd name="connsiteX4076" fmla="*/ 3158994 w 6501199"/>
              <a:gd name="connsiteY4076" fmla="*/ 1135062 h 6382977"/>
              <a:gd name="connsiteX4077" fmla="*/ 3161110 w 6501199"/>
              <a:gd name="connsiteY4077" fmla="*/ 1139332 h 6382977"/>
              <a:gd name="connsiteX4078" fmla="*/ 3129713 w 6501199"/>
              <a:gd name="connsiteY4078" fmla="*/ 1155344 h 6382977"/>
              <a:gd name="connsiteX4079" fmla="*/ 3149822 w 6501199"/>
              <a:gd name="connsiteY4079" fmla="*/ 1135062 h 6382977"/>
              <a:gd name="connsiteX4080" fmla="*/ 4822577 w 6501199"/>
              <a:gd name="connsiteY4080" fmla="*/ 1131887 h 6382977"/>
              <a:gd name="connsiteX4081" fmla="*/ 4829471 w 6501199"/>
              <a:gd name="connsiteY4081" fmla="*/ 1131887 h 6382977"/>
              <a:gd name="connsiteX4082" fmla="*/ 4836366 w 6501199"/>
              <a:gd name="connsiteY4082" fmla="*/ 1136649 h 6382977"/>
              <a:gd name="connsiteX4083" fmla="*/ 4822577 w 6501199"/>
              <a:gd name="connsiteY4083" fmla="*/ 1141412 h 6382977"/>
              <a:gd name="connsiteX4084" fmla="*/ 4822577 w 6501199"/>
              <a:gd name="connsiteY4084" fmla="*/ 1131887 h 6382977"/>
              <a:gd name="connsiteX4085" fmla="*/ 2792281 w 6501199"/>
              <a:gd name="connsiteY4085" fmla="*/ 1131887 h 6382977"/>
              <a:gd name="connsiteX4086" fmla="*/ 2794397 w 6501199"/>
              <a:gd name="connsiteY4086" fmla="*/ 1147659 h 6382977"/>
              <a:gd name="connsiteX4087" fmla="*/ 2778875 w 6501199"/>
              <a:gd name="connsiteY4087" fmla="*/ 1145206 h 6382977"/>
              <a:gd name="connsiteX4088" fmla="*/ 2756650 w 6501199"/>
              <a:gd name="connsiteY4088" fmla="*/ 1143103 h 6382977"/>
              <a:gd name="connsiteX4089" fmla="*/ 2792281 w 6501199"/>
              <a:gd name="connsiteY4089" fmla="*/ 1131887 h 6382977"/>
              <a:gd name="connsiteX4090" fmla="*/ 5039067 w 6501199"/>
              <a:gd name="connsiteY4090" fmla="*/ 1131590 h 6382977"/>
              <a:gd name="connsiteX4091" fmla="*/ 5055033 w 6501199"/>
              <a:gd name="connsiteY4091" fmla="*/ 1150565 h 6382977"/>
              <a:gd name="connsiteX4092" fmla="*/ 5039067 w 6501199"/>
              <a:gd name="connsiteY4092" fmla="*/ 1131590 h 6382977"/>
              <a:gd name="connsiteX4093" fmla="*/ 4773047 w 6501199"/>
              <a:gd name="connsiteY4093" fmla="*/ 1130684 h 6382977"/>
              <a:gd name="connsiteX4094" fmla="*/ 4784208 w 6501199"/>
              <a:gd name="connsiteY4094" fmla="*/ 1149041 h 6382977"/>
              <a:gd name="connsiteX4095" fmla="*/ 4782048 w 6501199"/>
              <a:gd name="connsiteY4095" fmla="*/ 1132844 h 6382977"/>
              <a:gd name="connsiteX4096" fmla="*/ 4773047 w 6501199"/>
              <a:gd name="connsiteY4096" fmla="*/ 1130684 h 6382977"/>
              <a:gd name="connsiteX4097" fmla="*/ 5181721 w 6501199"/>
              <a:gd name="connsiteY4097" fmla="*/ 1127125 h 6382977"/>
              <a:gd name="connsiteX4098" fmla="*/ 5184211 w 6501199"/>
              <a:gd name="connsiteY4098" fmla="*/ 1150565 h 6382977"/>
              <a:gd name="connsiteX4099" fmla="*/ 5181721 w 6501199"/>
              <a:gd name="connsiteY4099" fmla="*/ 1127125 h 6382977"/>
              <a:gd name="connsiteX4100" fmla="*/ 5529899 w 6501199"/>
              <a:gd name="connsiteY4100" fmla="*/ 1124913 h 6382977"/>
              <a:gd name="connsiteX4101" fmla="*/ 5537587 w 6501199"/>
              <a:gd name="connsiteY4101" fmla="*/ 1125934 h 6382977"/>
              <a:gd name="connsiteX4102" fmla="*/ 5512550 w 6501199"/>
              <a:gd name="connsiteY4102" fmla="*/ 1143689 h 6382977"/>
              <a:gd name="connsiteX4103" fmla="*/ 5529899 w 6501199"/>
              <a:gd name="connsiteY4103" fmla="*/ 1124913 h 6382977"/>
              <a:gd name="connsiteX4104" fmla="*/ 5982674 w 6501199"/>
              <a:gd name="connsiteY4104" fmla="*/ 1123950 h 6382977"/>
              <a:gd name="connsiteX4105" fmla="*/ 5973372 w 6501199"/>
              <a:gd name="connsiteY4105" fmla="*/ 1155347 h 6382977"/>
              <a:gd name="connsiteX4106" fmla="*/ 5982674 w 6501199"/>
              <a:gd name="connsiteY4106" fmla="*/ 1123950 h 6382977"/>
              <a:gd name="connsiteX4107" fmla="*/ 3226186 w 6501199"/>
              <a:gd name="connsiteY4107" fmla="*/ 1116012 h 6382977"/>
              <a:gd name="connsiteX4108" fmla="*/ 3186863 w 6501199"/>
              <a:gd name="connsiteY4108" fmla="*/ 1131534 h 6382977"/>
              <a:gd name="connsiteX4109" fmla="*/ 3226186 w 6501199"/>
              <a:gd name="connsiteY4109" fmla="*/ 1116012 h 6382977"/>
              <a:gd name="connsiteX4110" fmla="*/ 3145229 w 6501199"/>
              <a:gd name="connsiteY4110" fmla="*/ 1108075 h 6382977"/>
              <a:gd name="connsiteX4111" fmla="*/ 3111067 w 6501199"/>
              <a:gd name="connsiteY4111" fmla="*/ 1114892 h 6382977"/>
              <a:gd name="connsiteX4112" fmla="*/ 3133721 w 6501199"/>
              <a:gd name="connsiteY4112" fmla="*/ 1123863 h 6382977"/>
              <a:gd name="connsiteX4113" fmla="*/ 3131564 w 6501199"/>
              <a:gd name="connsiteY4113" fmla="*/ 1135345 h 6382977"/>
              <a:gd name="connsiteX4114" fmla="*/ 3074747 w 6501199"/>
              <a:gd name="connsiteY4114" fmla="*/ 1135345 h 6382977"/>
              <a:gd name="connsiteX4115" fmla="*/ 3115382 w 6501199"/>
              <a:gd name="connsiteY4115" fmla="*/ 1151133 h 6382977"/>
              <a:gd name="connsiteX4116" fmla="*/ 3070072 w 6501199"/>
              <a:gd name="connsiteY4116" fmla="*/ 1155797 h 6382977"/>
              <a:gd name="connsiteX4117" fmla="*/ 3015413 w 6501199"/>
              <a:gd name="connsiteY4117" fmla="*/ 1144315 h 6382977"/>
              <a:gd name="connsiteX4118" fmla="*/ 2992758 w 6501199"/>
              <a:gd name="connsiteY4118" fmla="*/ 1153285 h 6382977"/>
              <a:gd name="connsiteX4119" fmla="*/ 2988443 w 6501199"/>
              <a:gd name="connsiteY4119" fmla="*/ 1139650 h 6382977"/>
              <a:gd name="connsiteX4120" fmla="*/ 2974778 w 6501199"/>
              <a:gd name="connsiteY4120" fmla="*/ 1153285 h 6382977"/>
              <a:gd name="connsiteX4121" fmla="*/ 2895307 w 6501199"/>
              <a:gd name="connsiteY4121" fmla="*/ 1148980 h 6382977"/>
              <a:gd name="connsiteX4122" fmla="*/ 2974778 w 6501199"/>
              <a:gd name="connsiteY4122" fmla="*/ 1130680 h 6382977"/>
              <a:gd name="connsiteX4123" fmla="*/ 2881642 w 6501199"/>
              <a:gd name="connsiteY4123" fmla="*/ 1121710 h 6382977"/>
              <a:gd name="connsiteX4124" fmla="*/ 2872292 w 6501199"/>
              <a:gd name="connsiteY4124" fmla="*/ 1146468 h 6382977"/>
              <a:gd name="connsiteX4125" fmla="*/ 2831657 w 6501199"/>
              <a:gd name="connsiteY4125" fmla="*/ 1148980 h 6382977"/>
              <a:gd name="connsiteX4126" fmla="*/ 2863302 w 6501199"/>
              <a:gd name="connsiteY4126" fmla="*/ 1135345 h 6382977"/>
              <a:gd name="connsiteX4127" fmla="*/ 2854312 w 6501199"/>
              <a:gd name="connsiteY4127" fmla="*/ 1130680 h 6382977"/>
              <a:gd name="connsiteX4128" fmla="*/ 2863302 w 6501199"/>
              <a:gd name="connsiteY4128" fmla="*/ 1126374 h 6382977"/>
              <a:gd name="connsiteX4129" fmla="*/ 2835973 w 6501199"/>
              <a:gd name="connsiteY4129" fmla="*/ 1117045 h 6382977"/>
              <a:gd name="connsiteX4130" fmla="*/ 2997433 w 6501199"/>
              <a:gd name="connsiteY4130" fmla="*/ 1112739 h 6382977"/>
              <a:gd name="connsiteX4131" fmla="*/ 3145229 w 6501199"/>
              <a:gd name="connsiteY4131" fmla="*/ 1108075 h 6382977"/>
              <a:gd name="connsiteX4132" fmla="*/ 5559803 w 6501199"/>
              <a:gd name="connsiteY4132" fmla="*/ 1091537 h 6382977"/>
              <a:gd name="connsiteX4133" fmla="*/ 5543432 w 6501199"/>
              <a:gd name="connsiteY4133" fmla="*/ 1129941 h 6382977"/>
              <a:gd name="connsiteX4134" fmla="*/ 5559803 w 6501199"/>
              <a:gd name="connsiteY4134" fmla="*/ 1091537 h 6382977"/>
              <a:gd name="connsiteX4135" fmla="*/ 5163324 w 6501199"/>
              <a:gd name="connsiteY4135" fmla="*/ 1087437 h 6382977"/>
              <a:gd name="connsiteX4136" fmla="*/ 5156571 w 6501199"/>
              <a:gd name="connsiteY4136" fmla="*/ 1137874 h 6382977"/>
              <a:gd name="connsiteX4137" fmla="*/ 5163324 w 6501199"/>
              <a:gd name="connsiteY4137" fmla="*/ 1087437 h 6382977"/>
              <a:gd name="connsiteX4138" fmla="*/ 5920166 w 6501199"/>
              <a:gd name="connsiteY4138" fmla="*/ 1070803 h 6382977"/>
              <a:gd name="connsiteX4139" fmla="*/ 5915329 w 6501199"/>
              <a:gd name="connsiteY4139" fmla="*/ 1083917 h 6382977"/>
              <a:gd name="connsiteX4140" fmla="*/ 5896725 w 6501199"/>
              <a:gd name="connsiteY4140" fmla="*/ 1077360 h 6382977"/>
              <a:gd name="connsiteX4141" fmla="*/ 5920166 w 6501199"/>
              <a:gd name="connsiteY4141" fmla="*/ 1070803 h 6382977"/>
              <a:gd name="connsiteX4142" fmla="*/ 5197709 w 6501199"/>
              <a:gd name="connsiteY4142" fmla="*/ 1068387 h 6382977"/>
              <a:gd name="connsiteX4143" fmla="*/ 5208975 w 6501199"/>
              <a:gd name="connsiteY4143" fmla="*/ 1077360 h 6382977"/>
              <a:gd name="connsiteX4144" fmla="*/ 5179175 w 6501199"/>
              <a:gd name="connsiteY4144" fmla="*/ 1081501 h 6382977"/>
              <a:gd name="connsiteX4145" fmla="*/ 5197709 w 6501199"/>
              <a:gd name="connsiteY4145" fmla="*/ 1068387 h 6382977"/>
              <a:gd name="connsiteX4146" fmla="*/ 5130890 w 6501199"/>
              <a:gd name="connsiteY4146" fmla="*/ 1066800 h 6382977"/>
              <a:gd name="connsiteX4147" fmla="*/ 5130890 w 6501199"/>
              <a:gd name="connsiteY4147" fmla="*/ 1101361 h 6382977"/>
              <a:gd name="connsiteX4148" fmla="*/ 5130890 w 6501199"/>
              <a:gd name="connsiteY4148" fmla="*/ 1066800 h 6382977"/>
              <a:gd name="connsiteX4149" fmla="*/ 5481583 w 6501199"/>
              <a:gd name="connsiteY4149" fmla="*/ 1063625 h 6382977"/>
              <a:gd name="connsiteX4150" fmla="*/ 5479079 w 6501199"/>
              <a:gd name="connsiteY4150" fmla="*/ 1088662 h 6382977"/>
              <a:gd name="connsiteX4151" fmla="*/ 5481583 w 6501199"/>
              <a:gd name="connsiteY4151" fmla="*/ 1063625 h 6382977"/>
              <a:gd name="connsiteX4152" fmla="*/ 5043167 w 6501199"/>
              <a:gd name="connsiteY4152" fmla="*/ 1057275 h 6382977"/>
              <a:gd name="connsiteX4153" fmla="*/ 5052252 w 6501199"/>
              <a:gd name="connsiteY4153" fmla="*/ 1077733 h 6382977"/>
              <a:gd name="connsiteX4154" fmla="*/ 5045347 w 6501199"/>
              <a:gd name="connsiteY4154" fmla="*/ 1098191 h 6382977"/>
              <a:gd name="connsiteX4155" fmla="*/ 5043167 w 6501199"/>
              <a:gd name="connsiteY4155" fmla="*/ 1057275 h 6382977"/>
              <a:gd name="connsiteX4156" fmla="*/ 4815275 w 6501199"/>
              <a:gd name="connsiteY4156" fmla="*/ 1057241 h 6382977"/>
              <a:gd name="connsiteX4157" fmla="*/ 4796741 w 6501199"/>
              <a:gd name="connsiteY4157" fmla="*/ 1087073 h 6382977"/>
              <a:gd name="connsiteX4158" fmla="*/ 4815275 w 6501199"/>
              <a:gd name="connsiteY4158" fmla="*/ 1057241 h 6382977"/>
              <a:gd name="connsiteX4159" fmla="*/ 4497762 w 6501199"/>
              <a:gd name="connsiteY4159" fmla="*/ 1055780 h 6382977"/>
              <a:gd name="connsiteX4160" fmla="*/ 4513645 w 6501199"/>
              <a:gd name="connsiteY4160" fmla="*/ 1059567 h 6382977"/>
              <a:gd name="connsiteX4161" fmla="*/ 4493058 w 6501199"/>
              <a:gd name="connsiteY4161" fmla="*/ 1077559 h 6382977"/>
              <a:gd name="connsiteX4162" fmla="*/ 4497762 w 6501199"/>
              <a:gd name="connsiteY4162" fmla="*/ 1055780 h 6382977"/>
              <a:gd name="connsiteX4163" fmla="*/ 5900828 w 6501199"/>
              <a:gd name="connsiteY4163" fmla="*/ 1042987 h 6382977"/>
              <a:gd name="connsiteX4164" fmla="*/ 5894169 w 6501199"/>
              <a:gd name="connsiteY4164" fmla="*/ 1068024 h 6382977"/>
              <a:gd name="connsiteX4165" fmla="*/ 5900828 w 6501199"/>
              <a:gd name="connsiteY4165" fmla="*/ 1042987 h 6382977"/>
              <a:gd name="connsiteX4166" fmla="*/ 5620615 w 6501199"/>
              <a:gd name="connsiteY4166" fmla="*/ 1042987 h 6382977"/>
              <a:gd name="connsiteX4167" fmla="*/ 5622795 w 6501199"/>
              <a:gd name="connsiteY4167" fmla="*/ 1070606 h 6382977"/>
              <a:gd name="connsiteX4168" fmla="*/ 5620615 w 6501199"/>
              <a:gd name="connsiteY4168" fmla="*/ 1042987 h 6382977"/>
              <a:gd name="connsiteX4169" fmla="*/ 4965582 w 6501199"/>
              <a:gd name="connsiteY4169" fmla="*/ 1041074 h 6382977"/>
              <a:gd name="connsiteX4170" fmla="*/ 4978189 w 6501199"/>
              <a:gd name="connsiteY4170" fmla="*/ 1041085 h 6382977"/>
              <a:gd name="connsiteX4171" fmla="*/ 4954886 w 6501199"/>
              <a:gd name="connsiteY4171" fmla="*/ 1074383 h 6382977"/>
              <a:gd name="connsiteX4172" fmla="*/ 4941050 w 6501199"/>
              <a:gd name="connsiteY4172" fmla="*/ 1072257 h 6382977"/>
              <a:gd name="connsiteX4173" fmla="*/ 4947968 w 6501199"/>
              <a:gd name="connsiteY4173" fmla="*/ 1049941 h 6382977"/>
              <a:gd name="connsiteX4174" fmla="*/ 4965582 w 6501199"/>
              <a:gd name="connsiteY4174" fmla="*/ 1041074 h 6382977"/>
              <a:gd name="connsiteX4175" fmla="*/ 5920959 w 6501199"/>
              <a:gd name="connsiteY4175" fmla="*/ 1038772 h 6382977"/>
              <a:gd name="connsiteX4176" fmla="*/ 5916494 w 6501199"/>
              <a:gd name="connsiteY4176" fmla="*/ 1056919 h 6382977"/>
              <a:gd name="connsiteX4177" fmla="*/ 5920959 w 6501199"/>
              <a:gd name="connsiteY4177" fmla="*/ 1038772 h 6382977"/>
              <a:gd name="connsiteX4178" fmla="*/ 5207601 w 6501199"/>
              <a:gd name="connsiteY4178" fmla="*/ 1038225 h 6382977"/>
              <a:gd name="connsiteX4179" fmla="*/ 5204997 w 6501199"/>
              <a:gd name="connsiteY4179" fmla="*/ 1058506 h 6382977"/>
              <a:gd name="connsiteX4180" fmla="*/ 5193463 w 6501199"/>
              <a:gd name="connsiteY4180" fmla="*/ 1047476 h 6382977"/>
              <a:gd name="connsiteX4181" fmla="*/ 5207601 w 6501199"/>
              <a:gd name="connsiteY4181" fmla="*/ 1038225 h 6382977"/>
              <a:gd name="connsiteX4182" fmla="*/ 4805936 w 6501199"/>
              <a:gd name="connsiteY4182" fmla="*/ 1031875 h 6382977"/>
              <a:gd name="connsiteX4183" fmla="*/ 4801350 w 6501199"/>
              <a:gd name="connsiteY4183" fmla="*/ 1050558 h 6382977"/>
              <a:gd name="connsiteX4184" fmla="*/ 4805936 w 6501199"/>
              <a:gd name="connsiteY4184" fmla="*/ 1031875 h 6382977"/>
              <a:gd name="connsiteX4185" fmla="*/ 4717566 w 6501199"/>
              <a:gd name="connsiteY4185" fmla="*/ 1025525 h 6382977"/>
              <a:gd name="connsiteX4186" fmla="*/ 4726385 w 6501199"/>
              <a:gd name="connsiteY4186" fmla="*/ 1037180 h 6382977"/>
              <a:gd name="connsiteX4187" fmla="*/ 4710863 w 6501199"/>
              <a:gd name="connsiteY4187" fmla="*/ 1032292 h 6382977"/>
              <a:gd name="connsiteX4188" fmla="*/ 4717566 w 6501199"/>
              <a:gd name="connsiteY4188" fmla="*/ 1025525 h 6382977"/>
              <a:gd name="connsiteX4189" fmla="*/ 5379076 w 6501199"/>
              <a:gd name="connsiteY4189" fmla="*/ 1020762 h 6382977"/>
              <a:gd name="connsiteX4190" fmla="*/ 5376928 w 6501199"/>
              <a:gd name="connsiteY4190" fmla="*/ 1068029 h 6382977"/>
              <a:gd name="connsiteX4191" fmla="*/ 5379076 w 6501199"/>
              <a:gd name="connsiteY4191" fmla="*/ 1020762 h 6382977"/>
              <a:gd name="connsiteX4192" fmla="*/ 4686637 w 6501199"/>
              <a:gd name="connsiteY4192" fmla="*/ 1012621 h 6382977"/>
              <a:gd name="connsiteX4193" fmla="*/ 4681957 w 6501199"/>
              <a:gd name="connsiteY4193" fmla="*/ 1023779 h 6382977"/>
              <a:gd name="connsiteX4194" fmla="*/ 4690958 w 6501199"/>
              <a:gd name="connsiteY4194" fmla="*/ 1026299 h 6382977"/>
              <a:gd name="connsiteX4195" fmla="*/ 4690958 w 6501199"/>
              <a:gd name="connsiteY4195" fmla="*/ 1030618 h 6382977"/>
              <a:gd name="connsiteX4196" fmla="*/ 4700319 w 6501199"/>
              <a:gd name="connsiteY4196" fmla="*/ 1021620 h 6382977"/>
              <a:gd name="connsiteX4197" fmla="*/ 4686637 w 6501199"/>
              <a:gd name="connsiteY4197" fmla="*/ 1012621 h 6382977"/>
              <a:gd name="connsiteX4198" fmla="*/ 4732779 w 6501199"/>
              <a:gd name="connsiteY4198" fmla="*/ 1009650 h 6382977"/>
              <a:gd name="connsiteX4199" fmla="*/ 4721563 w 6501199"/>
              <a:gd name="connsiteY4199" fmla="*/ 1023570 h 6382977"/>
              <a:gd name="connsiteX4200" fmla="*/ 4732779 w 6501199"/>
              <a:gd name="connsiteY4200" fmla="*/ 1009650 h 6382977"/>
              <a:gd name="connsiteX4201" fmla="*/ 5490855 w 6501199"/>
              <a:gd name="connsiteY4201" fmla="*/ 993775 h 6382977"/>
              <a:gd name="connsiteX4202" fmla="*/ 5497557 w 6501199"/>
              <a:gd name="connsiteY4202" fmla="*/ 1014056 h 6382977"/>
              <a:gd name="connsiteX4203" fmla="*/ 5490855 w 6501199"/>
              <a:gd name="connsiteY4203" fmla="*/ 993775 h 6382977"/>
              <a:gd name="connsiteX4204" fmla="*/ 4813257 w 6501199"/>
              <a:gd name="connsiteY4204" fmla="*/ 993775 h 6382977"/>
              <a:gd name="connsiteX4205" fmla="*/ 4815489 w 6501199"/>
              <a:gd name="connsiteY4205" fmla="*/ 1031522 h 6382977"/>
              <a:gd name="connsiteX4206" fmla="*/ 4813257 w 6501199"/>
              <a:gd name="connsiteY4206" fmla="*/ 993775 h 6382977"/>
              <a:gd name="connsiteX4207" fmla="*/ 4914286 w 6501199"/>
              <a:gd name="connsiteY4207" fmla="*/ 989224 h 6382977"/>
              <a:gd name="connsiteX4208" fmla="*/ 4903637 w 6501199"/>
              <a:gd name="connsiteY4208" fmla="*/ 995278 h 6382977"/>
              <a:gd name="connsiteX4209" fmla="*/ 4926837 w 6501199"/>
              <a:gd name="connsiteY4209" fmla="*/ 993125 h 6382977"/>
              <a:gd name="connsiteX4210" fmla="*/ 4914286 w 6501199"/>
              <a:gd name="connsiteY4210" fmla="*/ 989224 h 6382977"/>
              <a:gd name="connsiteX4211" fmla="*/ 5612011 w 6501199"/>
              <a:gd name="connsiteY4211" fmla="*/ 987425 h 6382977"/>
              <a:gd name="connsiteX4212" fmla="*/ 5609595 w 6501199"/>
              <a:gd name="connsiteY4212" fmla="*/ 1028341 h 6382977"/>
              <a:gd name="connsiteX4213" fmla="*/ 5612011 w 6501199"/>
              <a:gd name="connsiteY4213" fmla="*/ 987425 h 6382977"/>
              <a:gd name="connsiteX4214" fmla="*/ 5570639 w 6501199"/>
              <a:gd name="connsiteY4214" fmla="*/ 987425 h 6382977"/>
              <a:gd name="connsiteX4215" fmla="*/ 5579612 w 6501199"/>
              <a:gd name="connsiteY4215" fmla="*/ 1040082 h 6382977"/>
              <a:gd name="connsiteX4216" fmla="*/ 5557000 w 6501199"/>
              <a:gd name="connsiteY4216" fmla="*/ 1040082 h 6382977"/>
              <a:gd name="connsiteX4217" fmla="*/ 5570639 w 6501199"/>
              <a:gd name="connsiteY4217" fmla="*/ 987425 h 6382977"/>
              <a:gd name="connsiteX4218" fmla="*/ 4994669 w 6501199"/>
              <a:gd name="connsiteY4218" fmla="*/ 975857 h 6382977"/>
              <a:gd name="connsiteX4219" fmla="*/ 4979014 w 6501199"/>
              <a:gd name="connsiteY4219" fmla="*/ 1012466 h 6382977"/>
              <a:gd name="connsiteX4220" fmla="*/ 4994669 w 6501199"/>
              <a:gd name="connsiteY4220" fmla="*/ 975857 h 6382977"/>
              <a:gd name="connsiteX4221" fmla="*/ 6083047 w 6501199"/>
              <a:gd name="connsiteY4221" fmla="*/ 973137 h 6382977"/>
              <a:gd name="connsiteX4222" fmla="*/ 6101151 w 6501199"/>
              <a:gd name="connsiteY4222" fmla="*/ 1009292 h 6382977"/>
              <a:gd name="connsiteX4223" fmla="*/ 6083047 w 6501199"/>
              <a:gd name="connsiteY4223" fmla="*/ 973137 h 6382977"/>
              <a:gd name="connsiteX4224" fmla="*/ 4816248 w 6501199"/>
              <a:gd name="connsiteY4224" fmla="*/ 973137 h 6382977"/>
              <a:gd name="connsiteX4225" fmla="*/ 4814050 w 6501199"/>
              <a:gd name="connsiteY4225" fmla="*/ 984426 h 6382977"/>
              <a:gd name="connsiteX4226" fmla="*/ 4816248 w 6501199"/>
              <a:gd name="connsiteY4226" fmla="*/ 973137 h 6382977"/>
              <a:gd name="connsiteX4227" fmla="*/ 4593161 w 6501199"/>
              <a:gd name="connsiteY4227" fmla="*/ 973137 h 6382977"/>
              <a:gd name="connsiteX4228" fmla="*/ 4595309 w 6501199"/>
              <a:gd name="connsiteY4228" fmla="*/ 996578 h 6382977"/>
              <a:gd name="connsiteX4229" fmla="*/ 4593161 w 6501199"/>
              <a:gd name="connsiteY4229" fmla="*/ 973137 h 6382977"/>
              <a:gd name="connsiteX4230" fmla="*/ 4523064 w 6501199"/>
              <a:gd name="connsiteY4230" fmla="*/ 953847 h 6382977"/>
              <a:gd name="connsiteX4231" fmla="*/ 4530506 w 6501199"/>
              <a:gd name="connsiteY4231" fmla="*/ 962248 h 6382977"/>
              <a:gd name="connsiteX4232" fmla="*/ 4528403 w 6501199"/>
              <a:gd name="connsiteY4232" fmla="*/ 971192 h 6382977"/>
              <a:gd name="connsiteX4233" fmla="*/ 4517188 w 6501199"/>
              <a:gd name="connsiteY4233" fmla="*/ 955451 h 6382977"/>
              <a:gd name="connsiteX4234" fmla="*/ 4523064 w 6501199"/>
              <a:gd name="connsiteY4234" fmla="*/ 953847 h 6382977"/>
              <a:gd name="connsiteX4235" fmla="*/ 5450373 w 6501199"/>
              <a:gd name="connsiteY4235" fmla="*/ 950564 h 6382977"/>
              <a:gd name="connsiteX4236" fmla="*/ 5441373 w 6501199"/>
              <a:gd name="connsiteY4236" fmla="*/ 971085 h 6382977"/>
              <a:gd name="connsiteX4237" fmla="*/ 5448213 w 6501199"/>
              <a:gd name="connsiteY4237" fmla="*/ 977926 h 6382977"/>
              <a:gd name="connsiteX4238" fmla="*/ 5450373 w 6501199"/>
              <a:gd name="connsiteY4238" fmla="*/ 950564 h 6382977"/>
              <a:gd name="connsiteX4239" fmla="*/ 4536736 w 6501199"/>
              <a:gd name="connsiteY4239" fmla="*/ 946150 h 6382977"/>
              <a:gd name="connsiteX4240" fmla="*/ 4538914 w 6501199"/>
              <a:gd name="connsiteY4240" fmla="*/ 960070 h 6382977"/>
              <a:gd name="connsiteX4241" fmla="*/ 4536736 w 6501199"/>
              <a:gd name="connsiteY4241" fmla="*/ 946150 h 6382977"/>
              <a:gd name="connsiteX4242" fmla="*/ 5673017 w 6501199"/>
              <a:gd name="connsiteY4242" fmla="*/ 943611 h 6382977"/>
              <a:gd name="connsiteX4243" fmla="*/ 5690475 w 6501199"/>
              <a:gd name="connsiteY4243" fmla="*/ 971186 h 6382977"/>
              <a:gd name="connsiteX4244" fmla="*/ 5674779 w 6501199"/>
              <a:gd name="connsiteY4244" fmla="*/ 968639 h 6382977"/>
              <a:gd name="connsiteX4245" fmla="*/ 5663363 w 6501199"/>
              <a:gd name="connsiteY4245" fmla="*/ 945720 h 6382977"/>
              <a:gd name="connsiteX4246" fmla="*/ 5673017 w 6501199"/>
              <a:gd name="connsiteY4246" fmla="*/ 943611 h 6382977"/>
              <a:gd name="connsiteX4247" fmla="*/ 4748089 w 6501199"/>
              <a:gd name="connsiteY4247" fmla="*/ 942975 h 6382977"/>
              <a:gd name="connsiteX4248" fmla="*/ 4745904 w 6501199"/>
              <a:gd name="connsiteY4248" fmla="*/ 968012 h 6382977"/>
              <a:gd name="connsiteX4249" fmla="*/ 4748089 w 6501199"/>
              <a:gd name="connsiteY4249" fmla="*/ 942975 h 6382977"/>
              <a:gd name="connsiteX4250" fmla="*/ 5424739 w 6501199"/>
              <a:gd name="connsiteY4250" fmla="*/ 940703 h 6382977"/>
              <a:gd name="connsiteX4251" fmla="*/ 5424739 w 6501199"/>
              <a:gd name="connsiteY4251" fmla="*/ 958494 h 6382977"/>
              <a:gd name="connsiteX4252" fmla="*/ 5424739 w 6501199"/>
              <a:gd name="connsiteY4252" fmla="*/ 940703 h 6382977"/>
              <a:gd name="connsiteX4253" fmla="*/ 6083182 w 6501199"/>
              <a:gd name="connsiteY4253" fmla="*/ 936625 h 6382977"/>
              <a:gd name="connsiteX4254" fmla="*/ 6099553 w 6501199"/>
              <a:gd name="connsiteY4254" fmla="*/ 952046 h 6382977"/>
              <a:gd name="connsiteX4255" fmla="*/ 6090251 w 6501199"/>
              <a:gd name="connsiteY4255" fmla="*/ 961158 h 6382977"/>
              <a:gd name="connsiteX4256" fmla="*/ 6083182 w 6501199"/>
              <a:gd name="connsiteY4256" fmla="*/ 936625 h 6382977"/>
              <a:gd name="connsiteX4257" fmla="*/ 5645537 w 6501199"/>
              <a:gd name="connsiteY4257" fmla="*/ 935037 h 6382977"/>
              <a:gd name="connsiteX4258" fmla="*/ 5627367 w 6501199"/>
              <a:gd name="connsiteY4258" fmla="*/ 1042625 h 6382977"/>
              <a:gd name="connsiteX4259" fmla="*/ 5645537 w 6501199"/>
              <a:gd name="connsiteY4259" fmla="*/ 935037 h 6382977"/>
              <a:gd name="connsiteX4260" fmla="*/ 4859725 w 6501199"/>
              <a:gd name="connsiteY4260" fmla="*/ 934850 h 6382977"/>
              <a:gd name="connsiteX4261" fmla="*/ 4876734 w 6501199"/>
              <a:gd name="connsiteY4261" fmla="*/ 934939 h 6382977"/>
              <a:gd name="connsiteX4262" fmla="*/ 4858591 w 6501199"/>
              <a:gd name="connsiteY4262" fmla="*/ 1002756 h 6382977"/>
              <a:gd name="connsiteX4263" fmla="*/ 4874556 w 6501199"/>
              <a:gd name="connsiteY4263" fmla="*/ 1005268 h 6382977"/>
              <a:gd name="connsiteX4264" fmla="*/ 4860768 w 6501199"/>
              <a:gd name="connsiteY4264" fmla="*/ 1018903 h 6382977"/>
              <a:gd name="connsiteX4265" fmla="*/ 4840085 w 6501199"/>
              <a:gd name="connsiteY4265" fmla="*/ 1014238 h 6382977"/>
              <a:gd name="connsiteX4266" fmla="*/ 4837908 w 6501199"/>
              <a:gd name="connsiteY4266" fmla="*/ 1021056 h 6382977"/>
              <a:gd name="connsiteX4267" fmla="*/ 4851696 w 6501199"/>
              <a:gd name="connsiteY4267" fmla="*/ 1030026 h 6382977"/>
              <a:gd name="connsiteX4268" fmla="*/ 4835731 w 6501199"/>
              <a:gd name="connsiteY4268" fmla="*/ 991633 h 6382977"/>
              <a:gd name="connsiteX4269" fmla="*/ 4849519 w 6501199"/>
              <a:gd name="connsiteY4269" fmla="*/ 998450 h 6382977"/>
              <a:gd name="connsiteX4270" fmla="*/ 4867662 w 6501199"/>
              <a:gd name="connsiteY4270" fmla="*/ 975486 h 6382977"/>
              <a:gd name="connsiteX4271" fmla="*/ 4842625 w 6501199"/>
              <a:gd name="connsiteY4271" fmla="*/ 964363 h 6382977"/>
              <a:gd name="connsiteX4272" fmla="*/ 4863308 w 6501199"/>
              <a:gd name="connsiteY4272" fmla="*/ 946063 h 6382977"/>
              <a:gd name="connsiteX4273" fmla="*/ 4849519 w 6501199"/>
              <a:gd name="connsiteY4273" fmla="*/ 941757 h 6382977"/>
              <a:gd name="connsiteX4274" fmla="*/ 4859725 w 6501199"/>
              <a:gd name="connsiteY4274" fmla="*/ 934850 h 6382977"/>
              <a:gd name="connsiteX4275" fmla="*/ 5401202 w 6501199"/>
              <a:gd name="connsiteY4275" fmla="*/ 930275 h 6382977"/>
              <a:gd name="connsiteX4276" fmla="*/ 5415341 w 6501199"/>
              <a:gd name="connsiteY4276" fmla="*/ 946016 h 6382977"/>
              <a:gd name="connsiteX4277" fmla="*/ 5391900 w 6501199"/>
              <a:gd name="connsiteY4277" fmla="*/ 952813 h 6382977"/>
              <a:gd name="connsiteX4278" fmla="*/ 5401202 w 6501199"/>
              <a:gd name="connsiteY4278" fmla="*/ 930275 h 6382977"/>
              <a:gd name="connsiteX4279" fmla="*/ 4981350 w 6501199"/>
              <a:gd name="connsiteY4279" fmla="*/ 927662 h 6382977"/>
              <a:gd name="connsiteX4280" fmla="*/ 4995125 w 6501199"/>
              <a:gd name="connsiteY4280" fmla="*/ 932028 h 6382977"/>
              <a:gd name="connsiteX4281" fmla="*/ 5004188 w 6501199"/>
              <a:gd name="connsiteY4281" fmla="*/ 941486 h 6382977"/>
              <a:gd name="connsiteX4282" fmla="*/ 4981350 w 6501199"/>
              <a:gd name="connsiteY4282" fmla="*/ 945852 h 6382977"/>
              <a:gd name="connsiteX4283" fmla="*/ 4981350 w 6501199"/>
              <a:gd name="connsiteY4283" fmla="*/ 927662 h 6382977"/>
              <a:gd name="connsiteX4284" fmla="*/ 4564606 w 6501199"/>
              <a:gd name="connsiteY4284" fmla="*/ 922866 h 6382977"/>
              <a:gd name="connsiteX4285" fmla="*/ 4586688 w 6501199"/>
              <a:gd name="connsiteY4285" fmla="*/ 936272 h 6382977"/>
              <a:gd name="connsiteX4286" fmla="*/ 4564606 w 6501199"/>
              <a:gd name="connsiteY4286" fmla="*/ 922866 h 6382977"/>
              <a:gd name="connsiteX4287" fmla="*/ 4951850 w 6501199"/>
              <a:gd name="connsiteY4287" fmla="*/ 915987 h 6382977"/>
              <a:gd name="connsiteX4288" fmla="*/ 4931187 w 6501199"/>
              <a:gd name="connsiteY4288" fmla="*/ 1029363 h 6382977"/>
              <a:gd name="connsiteX4289" fmla="*/ 4878625 w 6501199"/>
              <a:gd name="connsiteY4289" fmla="*/ 1147403 h 6382977"/>
              <a:gd name="connsiteX4290" fmla="*/ 4892400 w 6501199"/>
              <a:gd name="connsiteY4290" fmla="*/ 1079234 h 6382977"/>
              <a:gd name="connsiteX4291" fmla="*/ 4899287 w 6501199"/>
              <a:gd name="connsiteY4291" fmla="*/ 1047661 h 6382977"/>
              <a:gd name="connsiteX4292" fmla="*/ 4885513 w 6501199"/>
              <a:gd name="connsiteY4292" fmla="*/ 1040844 h 6382977"/>
              <a:gd name="connsiteX4293" fmla="*/ 4899287 w 6501199"/>
              <a:gd name="connsiteY4293" fmla="*/ 972675 h 6382977"/>
              <a:gd name="connsiteX4294" fmla="*/ 4924300 w 6501199"/>
              <a:gd name="connsiteY4294" fmla="*/ 981644 h 6382977"/>
              <a:gd name="connsiteX4295" fmla="*/ 4926837 w 6501199"/>
              <a:gd name="connsiteY4295" fmla="*/ 968011 h 6382977"/>
              <a:gd name="connsiteX4296" fmla="*/ 4913063 w 6501199"/>
              <a:gd name="connsiteY4296" fmla="*/ 961552 h 6382977"/>
              <a:gd name="connsiteX4297" fmla="*/ 4951850 w 6501199"/>
              <a:gd name="connsiteY4297" fmla="*/ 915987 h 6382977"/>
              <a:gd name="connsiteX4298" fmla="*/ 5031086 w 6501199"/>
              <a:gd name="connsiteY4298" fmla="*/ 911783 h 6382977"/>
              <a:gd name="connsiteX4299" fmla="*/ 5026717 w 6501199"/>
              <a:gd name="connsiteY4299" fmla="*/ 934679 h 6382977"/>
              <a:gd name="connsiteX4300" fmla="*/ 5031086 w 6501199"/>
              <a:gd name="connsiteY4300" fmla="*/ 911783 h 6382977"/>
              <a:gd name="connsiteX4301" fmla="*/ 4615083 w 6501199"/>
              <a:gd name="connsiteY4301" fmla="*/ 911225 h 6382977"/>
              <a:gd name="connsiteX4302" fmla="*/ 4621786 w 6501199"/>
              <a:gd name="connsiteY4302" fmla="*/ 927710 h 6382977"/>
              <a:gd name="connsiteX4303" fmla="*/ 4617200 w 6501199"/>
              <a:gd name="connsiteY4303" fmla="*/ 927710 h 6382977"/>
              <a:gd name="connsiteX4304" fmla="*/ 4594975 w 6501199"/>
              <a:gd name="connsiteY4304" fmla="*/ 925146 h 6382977"/>
              <a:gd name="connsiteX4305" fmla="*/ 4615083 w 6501199"/>
              <a:gd name="connsiteY4305" fmla="*/ 911225 h 6382977"/>
              <a:gd name="connsiteX4306" fmla="*/ 5420853 w 6501199"/>
              <a:gd name="connsiteY4306" fmla="*/ 902681 h 6382977"/>
              <a:gd name="connsiteX4307" fmla="*/ 5420123 w 6501199"/>
              <a:gd name="connsiteY4307" fmla="*/ 903142 h 6382977"/>
              <a:gd name="connsiteX4308" fmla="*/ 5420767 w 6501199"/>
              <a:gd name="connsiteY4308" fmla="*/ 903528 h 6382977"/>
              <a:gd name="connsiteX4309" fmla="*/ 5445693 w 6501199"/>
              <a:gd name="connsiteY4309" fmla="*/ 891520 h 6382977"/>
              <a:gd name="connsiteX4310" fmla="*/ 5453609 w 6501199"/>
              <a:gd name="connsiteY4310" fmla="*/ 901168 h 6382977"/>
              <a:gd name="connsiteX4311" fmla="*/ 5454884 w 6501199"/>
              <a:gd name="connsiteY4311" fmla="*/ 900000 h 6382977"/>
              <a:gd name="connsiteX4312" fmla="*/ 5463969 w 6501199"/>
              <a:gd name="connsiteY4312" fmla="*/ 913595 h 6382977"/>
              <a:gd name="connsiteX4313" fmla="*/ 5456977 w 6501199"/>
              <a:gd name="connsiteY4313" fmla="*/ 914300 h 6382977"/>
              <a:gd name="connsiteX4314" fmla="*/ 5457213 w 6501199"/>
              <a:gd name="connsiteY4314" fmla="*/ 916362 h 6382977"/>
              <a:gd name="connsiteX4315" fmla="*/ 5466213 w 6501199"/>
              <a:gd name="connsiteY4315" fmla="*/ 914201 h 6382977"/>
              <a:gd name="connsiteX4316" fmla="*/ 5470893 w 6501199"/>
              <a:gd name="connsiteY4316" fmla="*/ 895840 h 6382977"/>
              <a:gd name="connsiteX4317" fmla="*/ 5473053 w 6501199"/>
              <a:gd name="connsiteY4317" fmla="*/ 943724 h 6382977"/>
              <a:gd name="connsiteX4318" fmla="*/ 5489253 w 6501199"/>
              <a:gd name="connsiteY4318" fmla="*/ 939043 h 6382977"/>
              <a:gd name="connsiteX4319" fmla="*/ 5477733 w 6501199"/>
              <a:gd name="connsiteY4319" fmla="*/ 957404 h 6382977"/>
              <a:gd name="connsiteX4320" fmla="*/ 5466213 w 6501199"/>
              <a:gd name="connsiteY4320" fmla="*/ 952724 h 6382977"/>
              <a:gd name="connsiteX4321" fmla="*/ 5484573 w 6501199"/>
              <a:gd name="connsiteY4321" fmla="*/ 977926 h 6382977"/>
              <a:gd name="connsiteX4322" fmla="*/ 5468373 w 6501199"/>
              <a:gd name="connsiteY4322" fmla="*/ 995927 h 6382977"/>
              <a:gd name="connsiteX4323" fmla="*/ 5466213 w 6501199"/>
              <a:gd name="connsiteY4323" fmla="*/ 973246 h 6382977"/>
              <a:gd name="connsiteX4324" fmla="*/ 5438853 w 6501199"/>
              <a:gd name="connsiteY4324" fmla="*/ 1002768 h 6382977"/>
              <a:gd name="connsiteX4325" fmla="*/ 5443533 w 6501199"/>
              <a:gd name="connsiteY4325" fmla="*/ 1012128 h 6382977"/>
              <a:gd name="connsiteX4326" fmla="*/ 5455053 w 6501199"/>
              <a:gd name="connsiteY4326" fmla="*/ 1002768 h 6382977"/>
              <a:gd name="connsiteX4327" fmla="*/ 5468373 w 6501199"/>
              <a:gd name="connsiteY4327" fmla="*/ 1005288 h 6382977"/>
              <a:gd name="connsiteX4328" fmla="*/ 5477733 w 6501199"/>
              <a:gd name="connsiteY4328" fmla="*/ 1027969 h 6382977"/>
              <a:gd name="connsiteX4329" fmla="*/ 5493573 w 6501199"/>
              <a:gd name="connsiteY4329" fmla="*/ 1016448 h 6382977"/>
              <a:gd name="connsiteX4330" fmla="*/ 5479893 w 6501199"/>
              <a:gd name="connsiteY4330" fmla="*/ 1057491 h 6382977"/>
              <a:gd name="connsiteX4331" fmla="*/ 5470893 w 6501199"/>
              <a:gd name="connsiteY4331" fmla="*/ 1041650 h 6382977"/>
              <a:gd name="connsiteX4332" fmla="*/ 5457213 w 6501199"/>
              <a:gd name="connsiteY4332" fmla="*/ 1093854 h 6382977"/>
              <a:gd name="connsiteX4333" fmla="*/ 5470893 w 6501199"/>
              <a:gd name="connsiteY4333" fmla="*/ 1091694 h 6382977"/>
              <a:gd name="connsiteX4334" fmla="*/ 5479893 w 6501199"/>
              <a:gd name="connsiteY4334" fmla="*/ 1114375 h 6382977"/>
              <a:gd name="connsiteX4335" fmla="*/ 5468373 w 6501199"/>
              <a:gd name="connsiteY4335" fmla="*/ 1182420 h 6382977"/>
              <a:gd name="connsiteX4336" fmla="*/ 5457213 w 6501199"/>
              <a:gd name="connsiteY4336" fmla="*/ 1168739 h 6382977"/>
              <a:gd name="connsiteX4337" fmla="*/ 5459373 w 6501199"/>
              <a:gd name="connsiteY4337" fmla="*/ 1198621 h 6382977"/>
              <a:gd name="connsiteX4338" fmla="*/ 5441373 w 6501199"/>
              <a:gd name="connsiteY4338" fmla="*/ 1198621 h 6382977"/>
              <a:gd name="connsiteX4339" fmla="*/ 5452533 w 6501199"/>
              <a:gd name="connsiteY4339" fmla="*/ 1207622 h 6382977"/>
              <a:gd name="connsiteX4340" fmla="*/ 5461893 w 6501199"/>
              <a:gd name="connsiteY4340" fmla="*/ 1252985 h 6382977"/>
              <a:gd name="connsiteX4341" fmla="*/ 5449608 w 6501199"/>
              <a:gd name="connsiteY4341" fmla="*/ 1276746 h 6382977"/>
              <a:gd name="connsiteX4342" fmla="*/ 5452007 w 6501199"/>
              <a:gd name="connsiteY4342" fmla="*/ 1281441 h 6382977"/>
              <a:gd name="connsiteX4343" fmla="*/ 5463307 w 6501199"/>
              <a:gd name="connsiteY4343" fmla="*/ 1282181 h 6382977"/>
              <a:gd name="connsiteX4344" fmla="*/ 5463108 w 6501199"/>
              <a:gd name="connsiteY4344" fmla="*/ 1281517 h 6382977"/>
              <a:gd name="connsiteX4345" fmla="*/ 5468373 w 6501199"/>
              <a:gd name="connsiteY4345" fmla="*/ 1278186 h 6382977"/>
              <a:gd name="connsiteX4346" fmla="*/ 5482413 w 6501199"/>
              <a:gd name="connsiteY4346" fmla="*/ 1280347 h 6382977"/>
              <a:gd name="connsiteX4347" fmla="*/ 5475630 w 6501199"/>
              <a:gd name="connsiteY4347" fmla="*/ 1287844 h 6382977"/>
              <a:gd name="connsiteX4348" fmla="*/ 5477261 w 6501199"/>
              <a:gd name="connsiteY4348" fmla="*/ 1290544 h 6382977"/>
              <a:gd name="connsiteX4349" fmla="*/ 5473110 w 6501199"/>
              <a:gd name="connsiteY4349" fmla="*/ 1290630 h 6382977"/>
              <a:gd name="connsiteX4350" fmla="*/ 5461893 w 6501199"/>
              <a:gd name="connsiteY4350" fmla="*/ 1303028 h 6382977"/>
              <a:gd name="connsiteX4351" fmla="*/ 5450418 w 6501199"/>
              <a:gd name="connsiteY4351" fmla="*/ 1292633 h 6382977"/>
              <a:gd name="connsiteX4352" fmla="*/ 5449119 w 6501199"/>
              <a:gd name="connsiteY4352" fmla="*/ 1289254 h 6382977"/>
              <a:gd name="connsiteX4353" fmla="*/ 5446156 w 6501199"/>
              <a:gd name="connsiteY4353" fmla="*/ 1288338 h 6382977"/>
              <a:gd name="connsiteX4354" fmla="*/ 5444293 w 6501199"/>
              <a:gd name="connsiteY4354" fmla="*/ 1284292 h 6382977"/>
              <a:gd name="connsiteX4355" fmla="*/ 5434353 w 6501199"/>
              <a:gd name="connsiteY4355" fmla="*/ 1312299 h 6382977"/>
              <a:gd name="connsiteX4356" fmla="*/ 5443533 w 6501199"/>
              <a:gd name="connsiteY4356" fmla="*/ 1337231 h 6382977"/>
              <a:gd name="connsiteX4357" fmla="*/ 5425533 w 6501199"/>
              <a:gd name="connsiteY4357" fmla="*/ 1350911 h 6382977"/>
              <a:gd name="connsiteX4358" fmla="*/ 5423013 w 6501199"/>
              <a:gd name="connsiteY4358" fmla="*/ 1380433 h 6382977"/>
              <a:gd name="connsiteX4359" fmla="*/ 5438853 w 6501199"/>
              <a:gd name="connsiteY4359" fmla="*/ 1398795 h 6382977"/>
              <a:gd name="connsiteX4360" fmla="*/ 5414013 w 6501199"/>
              <a:gd name="connsiteY4360" fmla="*/ 1398795 h 6382977"/>
              <a:gd name="connsiteX4361" fmla="*/ 5411853 w 6501199"/>
              <a:gd name="connsiteY4361" fmla="*/ 1430477 h 6382977"/>
              <a:gd name="connsiteX4362" fmla="*/ 5425533 w 6501199"/>
              <a:gd name="connsiteY4362" fmla="*/ 1430477 h 6382977"/>
              <a:gd name="connsiteX4363" fmla="*/ 5407173 w 6501199"/>
              <a:gd name="connsiteY4363" fmla="*/ 1448838 h 6382977"/>
              <a:gd name="connsiteX4364" fmla="*/ 5402493 w 6501199"/>
              <a:gd name="connsiteY4364" fmla="*/ 1507882 h 6382977"/>
              <a:gd name="connsiteX4365" fmla="*/ 5411853 w 6501199"/>
              <a:gd name="connsiteY4365" fmla="*/ 1516883 h 6382977"/>
              <a:gd name="connsiteX4366" fmla="*/ 5393492 w 6501199"/>
              <a:gd name="connsiteY4366" fmla="*/ 1512563 h 6382977"/>
              <a:gd name="connsiteX4367" fmla="*/ 5393492 w 6501199"/>
              <a:gd name="connsiteY4367" fmla="*/ 1562606 h 6382977"/>
              <a:gd name="connsiteX4368" fmla="*/ 5405013 w 6501199"/>
              <a:gd name="connsiteY4368" fmla="*/ 1546765 h 6382977"/>
              <a:gd name="connsiteX4369" fmla="*/ 5391332 w 6501199"/>
              <a:gd name="connsiteY4369" fmla="*/ 1585288 h 6382977"/>
              <a:gd name="connsiteX4370" fmla="*/ 5391332 w 6501199"/>
              <a:gd name="connsiteY4370" fmla="*/ 1571607 h 6382977"/>
              <a:gd name="connsiteX4371" fmla="*/ 5386652 w 6501199"/>
              <a:gd name="connsiteY4371" fmla="*/ 1603289 h 6382977"/>
              <a:gd name="connsiteX4372" fmla="*/ 5400332 w 6501199"/>
              <a:gd name="connsiteY4372" fmla="*/ 1596448 h 6382977"/>
              <a:gd name="connsiteX4373" fmla="*/ 5384492 w 6501199"/>
              <a:gd name="connsiteY4373" fmla="*/ 1607969 h 6382977"/>
              <a:gd name="connsiteX4374" fmla="*/ 5391332 w 6501199"/>
              <a:gd name="connsiteY4374" fmla="*/ 1630651 h 6382977"/>
              <a:gd name="connsiteX4375" fmla="*/ 5401727 w 6501199"/>
              <a:gd name="connsiteY4375" fmla="*/ 1622865 h 6382977"/>
              <a:gd name="connsiteX4376" fmla="*/ 5408220 w 6501199"/>
              <a:gd name="connsiteY4376" fmla="*/ 1618608 h 6382977"/>
              <a:gd name="connsiteX4377" fmla="*/ 5410031 w 6501199"/>
              <a:gd name="connsiteY4377" fmla="*/ 1612904 h 6382977"/>
              <a:gd name="connsiteX4378" fmla="*/ 5412279 w 6501199"/>
              <a:gd name="connsiteY4378" fmla="*/ 1610086 h 6382977"/>
              <a:gd name="connsiteX4379" fmla="*/ 5411403 w 6501199"/>
              <a:gd name="connsiteY4379" fmla="*/ 1607699 h 6382977"/>
              <a:gd name="connsiteX4380" fmla="*/ 5407173 w 6501199"/>
              <a:gd name="connsiteY4380" fmla="*/ 1598968 h 6382977"/>
              <a:gd name="connsiteX4381" fmla="*/ 5448213 w 6501199"/>
              <a:gd name="connsiteY4381" fmla="*/ 1528404 h 6382977"/>
              <a:gd name="connsiteX4382" fmla="*/ 5452533 w 6501199"/>
              <a:gd name="connsiteY4382" fmla="*/ 1485201 h 6382977"/>
              <a:gd name="connsiteX4383" fmla="*/ 5475213 w 6501199"/>
              <a:gd name="connsiteY4383" fmla="*/ 1412476 h 6382977"/>
              <a:gd name="connsiteX4384" fmla="*/ 5495733 w 6501199"/>
              <a:gd name="connsiteY4384" fmla="*/ 1412476 h 6382977"/>
              <a:gd name="connsiteX4385" fmla="*/ 5498253 w 6501199"/>
              <a:gd name="connsiteY4385" fmla="*/ 1394114 h 6382977"/>
              <a:gd name="connsiteX4386" fmla="*/ 5527773 w 6501199"/>
              <a:gd name="connsiteY4386" fmla="*/ 1385114 h 6382977"/>
              <a:gd name="connsiteX4387" fmla="*/ 5509413 w 6501199"/>
              <a:gd name="connsiteY4387" fmla="*/ 1369273 h 6382977"/>
              <a:gd name="connsiteX4388" fmla="*/ 5529933 w 6501199"/>
              <a:gd name="connsiteY4388" fmla="*/ 1348751 h 6382977"/>
              <a:gd name="connsiteX4389" fmla="*/ 5520933 w 6501199"/>
              <a:gd name="connsiteY4389" fmla="*/ 1332550 h 6382977"/>
              <a:gd name="connsiteX4390" fmla="*/ 5543613 w 6501199"/>
              <a:gd name="connsiteY4390" fmla="*/ 1346231 h 6382977"/>
              <a:gd name="connsiteX4391" fmla="*/ 5552613 w 6501199"/>
              <a:gd name="connsiteY4391" fmla="*/ 1323550 h 6382977"/>
              <a:gd name="connsiteX4392" fmla="*/ 5548293 w 6501199"/>
              <a:gd name="connsiteY4392" fmla="*/ 1305548 h 6382977"/>
              <a:gd name="connsiteX4393" fmla="*/ 5525613 w 6501199"/>
              <a:gd name="connsiteY4393" fmla="*/ 1296188 h 6382977"/>
              <a:gd name="connsiteX4394" fmla="*/ 5543613 w 6501199"/>
              <a:gd name="connsiteY4394" fmla="*/ 1296188 h 6382977"/>
              <a:gd name="connsiteX4395" fmla="*/ 5552613 w 6501199"/>
              <a:gd name="connsiteY4395" fmla="*/ 1255505 h 6382977"/>
              <a:gd name="connsiteX4396" fmla="*/ 5575653 w 6501199"/>
              <a:gd name="connsiteY4396" fmla="*/ 1269186 h 6382977"/>
              <a:gd name="connsiteX4397" fmla="*/ 5584653 w 6501199"/>
              <a:gd name="connsiteY4397" fmla="*/ 1282867 h 6382977"/>
              <a:gd name="connsiteX4398" fmla="*/ 5577813 w 6501199"/>
              <a:gd name="connsiteY4398" fmla="*/ 1309869 h 6382977"/>
              <a:gd name="connsiteX4399" fmla="*/ 5566293 w 6501199"/>
              <a:gd name="connsiteY4399" fmla="*/ 1296188 h 6382977"/>
              <a:gd name="connsiteX4400" fmla="*/ 5570973 w 6501199"/>
              <a:gd name="connsiteY4400" fmla="*/ 1323550 h 6382977"/>
              <a:gd name="connsiteX4401" fmla="*/ 5538933 w 6501199"/>
              <a:gd name="connsiteY4401" fmla="*/ 1369273 h 6382977"/>
              <a:gd name="connsiteX4402" fmla="*/ 5542511 w 6501199"/>
              <a:gd name="connsiteY4402" fmla="*/ 1372068 h 6382977"/>
              <a:gd name="connsiteX4403" fmla="*/ 5548694 w 6501199"/>
              <a:gd name="connsiteY4403" fmla="*/ 1361765 h 6382977"/>
              <a:gd name="connsiteX4404" fmla="*/ 5569341 w 6501199"/>
              <a:gd name="connsiteY4404" fmla="*/ 1357312 h 6382977"/>
              <a:gd name="connsiteX4405" fmla="*/ 5542884 w 6501199"/>
              <a:gd name="connsiteY4405" fmla="*/ 1372360 h 6382977"/>
              <a:gd name="connsiteX4406" fmla="*/ 5550453 w 6501199"/>
              <a:gd name="connsiteY4406" fmla="*/ 1378273 h 6382977"/>
              <a:gd name="connsiteX4407" fmla="*/ 5550453 w 6501199"/>
              <a:gd name="connsiteY4407" fmla="*/ 1387274 h 6382977"/>
              <a:gd name="connsiteX4408" fmla="*/ 5532093 w 6501199"/>
              <a:gd name="connsiteY4408" fmla="*/ 1387274 h 6382977"/>
              <a:gd name="connsiteX4409" fmla="*/ 5543613 w 6501199"/>
              <a:gd name="connsiteY4409" fmla="*/ 1405635 h 6382977"/>
              <a:gd name="connsiteX4410" fmla="*/ 5525613 w 6501199"/>
              <a:gd name="connsiteY4410" fmla="*/ 1412476 h 6382977"/>
              <a:gd name="connsiteX4411" fmla="*/ 5511933 w 6501199"/>
              <a:gd name="connsiteY4411" fmla="*/ 1448838 h 6382977"/>
              <a:gd name="connsiteX4412" fmla="*/ 5525613 w 6501199"/>
              <a:gd name="connsiteY4412" fmla="*/ 1455679 h 6382977"/>
              <a:gd name="connsiteX4413" fmla="*/ 5529933 w 6501199"/>
              <a:gd name="connsiteY4413" fmla="*/ 1466839 h 6382977"/>
              <a:gd name="connsiteX4414" fmla="*/ 5516253 w 6501199"/>
              <a:gd name="connsiteY4414" fmla="*/ 1487361 h 6382977"/>
              <a:gd name="connsiteX4415" fmla="*/ 5491413 w 6501199"/>
              <a:gd name="connsiteY4415" fmla="*/ 1553605 h 6382977"/>
              <a:gd name="connsiteX4416" fmla="*/ 5518773 w 6501199"/>
              <a:gd name="connsiteY4416" fmla="*/ 1573767 h 6382977"/>
              <a:gd name="connsiteX4417" fmla="*/ 5509413 w 6501199"/>
              <a:gd name="connsiteY4417" fmla="*/ 1560086 h 6382977"/>
              <a:gd name="connsiteX4418" fmla="*/ 5525613 w 6501199"/>
              <a:gd name="connsiteY4418" fmla="*/ 1557926 h 6382977"/>
              <a:gd name="connsiteX4419" fmla="*/ 5570973 w 6501199"/>
              <a:gd name="connsiteY4419" fmla="*/ 1448838 h 6382977"/>
              <a:gd name="connsiteX4420" fmla="*/ 5573133 w 6501199"/>
              <a:gd name="connsiteY4420" fmla="*/ 1471520 h 6382977"/>
              <a:gd name="connsiteX4421" fmla="*/ 5593653 w 6501199"/>
              <a:gd name="connsiteY4421" fmla="*/ 1471520 h 6382977"/>
              <a:gd name="connsiteX4422" fmla="*/ 5579973 w 6501199"/>
              <a:gd name="connsiteY4422" fmla="*/ 1476200 h 6382977"/>
              <a:gd name="connsiteX4423" fmla="*/ 5591493 w 6501199"/>
              <a:gd name="connsiteY4423" fmla="*/ 1507882 h 6382977"/>
              <a:gd name="connsiteX4424" fmla="*/ 5570973 w 6501199"/>
              <a:gd name="connsiteY4424" fmla="*/ 1494201 h 6382977"/>
              <a:gd name="connsiteX4425" fmla="*/ 5582493 w 6501199"/>
              <a:gd name="connsiteY4425" fmla="*/ 1483041 h 6382977"/>
              <a:gd name="connsiteX4426" fmla="*/ 5559453 w 6501199"/>
              <a:gd name="connsiteY4426" fmla="*/ 1480520 h 6382977"/>
              <a:gd name="connsiteX4427" fmla="*/ 5566293 w 6501199"/>
              <a:gd name="connsiteY4427" fmla="*/ 1505722 h 6382977"/>
              <a:gd name="connsiteX4428" fmla="*/ 5582493 w 6501199"/>
              <a:gd name="connsiteY4428" fmla="*/ 1521563 h 6382977"/>
              <a:gd name="connsiteX4429" fmla="*/ 5550453 w 6501199"/>
              <a:gd name="connsiteY4429" fmla="*/ 1612649 h 6382977"/>
              <a:gd name="connsiteX4430" fmla="*/ 5568813 w 6501199"/>
              <a:gd name="connsiteY4430" fmla="*/ 1619490 h 6382977"/>
              <a:gd name="connsiteX4431" fmla="*/ 5536773 w 6501199"/>
              <a:gd name="connsiteY4431" fmla="*/ 1649012 h 6382977"/>
              <a:gd name="connsiteX4432" fmla="*/ 5532093 w 6501199"/>
              <a:gd name="connsiteY4432" fmla="*/ 1626330 h 6382977"/>
              <a:gd name="connsiteX4433" fmla="*/ 5543613 w 6501199"/>
              <a:gd name="connsiteY4433" fmla="*/ 1628491 h 6382977"/>
              <a:gd name="connsiteX4434" fmla="*/ 5529933 w 6501199"/>
              <a:gd name="connsiteY4434" fmla="*/ 1607969 h 6382977"/>
              <a:gd name="connsiteX4435" fmla="*/ 5538933 w 6501199"/>
              <a:gd name="connsiteY4435" fmla="*/ 1658013 h 6382977"/>
              <a:gd name="connsiteX4436" fmla="*/ 5527773 w 6501199"/>
              <a:gd name="connsiteY4436" fmla="*/ 1685374 h 6382977"/>
              <a:gd name="connsiteX4437" fmla="*/ 5511933 w 6501199"/>
              <a:gd name="connsiteY4437" fmla="*/ 1664853 h 6382977"/>
              <a:gd name="connsiteX4438" fmla="*/ 5509413 w 6501199"/>
              <a:gd name="connsiteY4438" fmla="*/ 1694375 h 6382977"/>
              <a:gd name="connsiteX4439" fmla="*/ 5520933 w 6501199"/>
              <a:gd name="connsiteY4439" fmla="*/ 1735418 h 6382977"/>
              <a:gd name="connsiteX4440" fmla="*/ 5509413 w 6501199"/>
              <a:gd name="connsiteY4440" fmla="*/ 1728577 h 6382977"/>
              <a:gd name="connsiteX4441" fmla="*/ 5507253 w 6501199"/>
              <a:gd name="connsiteY4441" fmla="*/ 1749099 h 6382977"/>
              <a:gd name="connsiteX4442" fmla="*/ 5489253 w 6501199"/>
              <a:gd name="connsiteY4442" fmla="*/ 1762780 h 6382977"/>
              <a:gd name="connsiteX4443" fmla="*/ 5500413 w 6501199"/>
              <a:gd name="connsiteY4443" fmla="*/ 1787621 h 6382977"/>
              <a:gd name="connsiteX4444" fmla="*/ 5484573 w 6501199"/>
              <a:gd name="connsiteY4444" fmla="*/ 1794462 h 6382977"/>
              <a:gd name="connsiteX4445" fmla="*/ 5486733 w 6501199"/>
              <a:gd name="connsiteY4445" fmla="*/ 1817503 h 6382977"/>
              <a:gd name="connsiteX4446" fmla="*/ 5475213 w 6501199"/>
              <a:gd name="connsiteY4446" fmla="*/ 1810663 h 6382977"/>
              <a:gd name="connsiteX4447" fmla="*/ 5484573 w 6501199"/>
              <a:gd name="connsiteY4447" fmla="*/ 1821824 h 6382977"/>
              <a:gd name="connsiteX4448" fmla="*/ 5473053 w 6501199"/>
              <a:gd name="connsiteY4448" fmla="*/ 1830824 h 6382977"/>
              <a:gd name="connsiteX4449" fmla="*/ 5464053 w 6501199"/>
              <a:gd name="connsiteY4449" fmla="*/ 1814983 h 6382977"/>
              <a:gd name="connsiteX4450" fmla="*/ 5475213 w 6501199"/>
              <a:gd name="connsiteY4450" fmla="*/ 1847026 h 6382977"/>
              <a:gd name="connsiteX4451" fmla="*/ 5459373 w 6501199"/>
              <a:gd name="connsiteY4451" fmla="*/ 1867187 h 6382977"/>
              <a:gd name="connsiteX4452" fmla="*/ 5443533 w 6501199"/>
              <a:gd name="connsiteY4452" fmla="*/ 1869707 h 6382977"/>
              <a:gd name="connsiteX4453" fmla="*/ 5418693 w 6501199"/>
              <a:gd name="connsiteY4453" fmla="*/ 1947112 h 6382977"/>
              <a:gd name="connsiteX4454" fmla="*/ 5398172 w 6501199"/>
              <a:gd name="connsiteY4454" fmla="*/ 1947112 h 6382977"/>
              <a:gd name="connsiteX4455" fmla="*/ 5386652 w 6501199"/>
              <a:gd name="connsiteY4455" fmla="*/ 1981315 h 6382977"/>
              <a:gd name="connsiteX4456" fmla="*/ 5384492 w 6501199"/>
              <a:gd name="connsiteY4456" fmla="*/ 2006156 h 6382977"/>
              <a:gd name="connsiteX4457" fmla="*/ 5372972 w 6501199"/>
              <a:gd name="connsiteY4457" fmla="*/ 2006156 h 6382977"/>
              <a:gd name="connsiteX4458" fmla="*/ 5352452 w 6501199"/>
              <a:gd name="connsiteY4458" fmla="*/ 2049359 h 6382977"/>
              <a:gd name="connsiteX4459" fmla="*/ 5354735 w 6501199"/>
              <a:gd name="connsiteY4459" fmla="*/ 2071448 h 6382977"/>
              <a:gd name="connsiteX4460" fmla="*/ 5355247 w 6501199"/>
              <a:gd name="connsiteY4460" fmla="*/ 2071804 h 6382977"/>
              <a:gd name="connsiteX4461" fmla="*/ 5354899 w 6501199"/>
              <a:gd name="connsiteY4461" fmla="*/ 2073029 h 6382977"/>
              <a:gd name="connsiteX4462" fmla="*/ 5355062 w 6501199"/>
              <a:gd name="connsiteY4462" fmla="*/ 2074606 h 6382977"/>
              <a:gd name="connsiteX4463" fmla="*/ 5359292 w 6501199"/>
              <a:gd name="connsiteY4463" fmla="*/ 2094723 h 6382977"/>
              <a:gd name="connsiteX4464" fmla="*/ 5309251 w 6501199"/>
              <a:gd name="connsiteY4464" fmla="*/ 2131085 h 6382977"/>
              <a:gd name="connsiteX4465" fmla="*/ 5298091 w 6501199"/>
              <a:gd name="connsiteY4465" fmla="*/ 2151606 h 6382977"/>
              <a:gd name="connsiteX4466" fmla="*/ 5295571 w 6501199"/>
              <a:gd name="connsiteY4466" fmla="*/ 2138286 h 6382977"/>
              <a:gd name="connsiteX4467" fmla="*/ 5288731 w 6501199"/>
              <a:gd name="connsiteY4467" fmla="*/ 2172128 h 6382977"/>
              <a:gd name="connsiteX4468" fmla="*/ 5304571 w 6501199"/>
              <a:gd name="connsiteY4468" fmla="*/ 2158447 h 6382977"/>
              <a:gd name="connsiteX4469" fmla="*/ 5261731 w 6501199"/>
              <a:gd name="connsiteY4469" fmla="*/ 2194809 h 6382977"/>
              <a:gd name="connsiteX4470" fmla="*/ 5270731 w 6501199"/>
              <a:gd name="connsiteY4470" fmla="*/ 2208490 h 6382977"/>
              <a:gd name="connsiteX4471" fmla="*/ 5254891 w 6501199"/>
              <a:gd name="connsiteY4471" fmla="*/ 2224691 h 6382977"/>
              <a:gd name="connsiteX4472" fmla="*/ 5267986 w 6501199"/>
              <a:gd name="connsiteY4472" fmla="*/ 2224691 h 6382977"/>
              <a:gd name="connsiteX4473" fmla="*/ 5266401 w 6501199"/>
              <a:gd name="connsiteY4473" fmla="*/ 2223500 h 6382977"/>
              <a:gd name="connsiteX4474" fmla="*/ 5281553 w 6501199"/>
              <a:gd name="connsiteY4474" fmla="*/ 2204330 h 6382977"/>
              <a:gd name="connsiteX4475" fmla="*/ 5289665 w 6501199"/>
              <a:gd name="connsiteY4475" fmla="*/ 2208092 h 6382977"/>
              <a:gd name="connsiteX4476" fmla="*/ 5294363 w 6501199"/>
              <a:gd name="connsiteY4476" fmla="*/ 2206646 h 6382977"/>
              <a:gd name="connsiteX4477" fmla="*/ 5306611 w 6501199"/>
              <a:gd name="connsiteY4477" fmla="*/ 2199654 h 6382977"/>
              <a:gd name="connsiteX4478" fmla="*/ 5284059 w 6501199"/>
              <a:gd name="connsiteY4478" fmla="*/ 2199654 h 6382977"/>
              <a:gd name="connsiteX4479" fmla="*/ 5315560 w 6501199"/>
              <a:gd name="connsiteY4479" fmla="*/ 2190662 h 6382977"/>
              <a:gd name="connsiteX4480" fmla="*/ 5320213 w 6501199"/>
              <a:gd name="connsiteY4480" fmla="*/ 2217998 h 6382977"/>
              <a:gd name="connsiteX4481" fmla="*/ 5297303 w 6501199"/>
              <a:gd name="connsiteY4481" fmla="*/ 2215885 h 6382977"/>
              <a:gd name="connsiteX4482" fmla="*/ 5293414 w 6501199"/>
              <a:gd name="connsiteY4482" fmla="*/ 2215027 h 6382977"/>
              <a:gd name="connsiteX4483" fmla="*/ 5286571 w 6501199"/>
              <a:gd name="connsiteY4483" fmla="*/ 2226852 h 6382977"/>
              <a:gd name="connsiteX4484" fmla="*/ 5277110 w 6501199"/>
              <a:gd name="connsiteY4484" fmla="*/ 2228525 h 6382977"/>
              <a:gd name="connsiteX4485" fmla="*/ 5277258 w 6501199"/>
              <a:gd name="connsiteY4485" fmla="*/ 2231665 h 6382977"/>
              <a:gd name="connsiteX4486" fmla="*/ 5273426 w 6501199"/>
              <a:gd name="connsiteY4486" fmla="*/ 2228783 h 6382977"/>
              <a:gd name="connsiteX4487" fmla="*/ 5264476 w 6501199"/>
              <a:gd name="connsiteY4487" fmla="*/ 2227977 h 6382977"/>
              <a:gd name="connsiteX4488" fmla="*/ 5252371 w 6501199"/>
              <a:gd name="connsiteY4488" fmla="*/ 2235852 h 6382977"/>
              <a:gd name="connsiteX4489" fmla="*/ 5257321 w 6501199"/>
              <a:gd name="connsiteY4489" fmla="*/ 2246248 h 6382977"/>
              <a:gd name="connsiteX4490" fmla="*/ 5259631 w 6501199"/>
              <a:gd name="connsiteY4490" fmla="*/ 2249808 h 6382977"/>
              <a:gd name="connsiteX4491" fmla="*/ 5261836 w 6501199"/>
              <a:gd name="connsiteY4491" fmla="*/ 2246704 h 6382977"/>
              <a:gd name="connsiteX4492" fmla="*/ 5275387 w 6501199"/>
              <a:gd name="connsiteY4492" fmla="*/ 2235200 h 6382977"/>
              <a:gd name="connsiteX4493" fmla="*/ 5291575 w 6501199"/>
              <a:gd name="connsiteY4493" fmla="*/ 2239917 h 6382977"/>
              <a:gd name="connsiteX4494" fmla="*/ 5293734 w 6501199"/>
              <a:gd name="connsiteY4494" fmla="*/ 2255883 h 6382977"/>
              <a:gd name="connsiteX4495" fmla="*/ 5286899 w 6501199"/>
              <a:gd name="connsiteY4495" fmla="*/ 2246811 h 6382977"/>
              <a:gd name="connsiteX4496" fmla="*/ 5271071 w 6501199"/>
              <a:gd name="connsiteY4496" fmla="*/ 2244634 h 6382977"/>
              <a:gd name="connsiteX4497" fmla="*/ 5275387 w 6501199"/>
              <a:gd name="connsiteY4497" fmla="*/ 2260600 h 6382977"/>
              <a:gd name="connsiteX4498" fmla="*/ 5300568 w 6501199"/>
              <a:gd name="connsiteY4498" fmla="*/ 2278743 h 6382977"/>
              <a:gd name="connsiteX4499" fmla="*/ 5290124 w 6501199"/>
              <a:gd name="connsiteY4499" fmla="*/ 2273957 h 6382977"/>
              <a:gd name="connsiteX4500" fmla="*/ 5284411 w 6501199"/>
              <a:gd name="connsiteY4500" fmla="*/ 2279055 h 6382977"/>
              <a:gd name="connsiteX4501" fmla="*/ 5288731 w 6501199"/>
              <a:gd name="connsiteY4501" fmla="*/ 2290576 h 6382977"/>
              <a:gd name="connsiteX4502" fmla="*/ 5320772 w 6501199"/>
              <a:gd name="connsiteY4502" fmla="*/ 2279055 h 6382977"/>
              <a:gd name="connsiteX4503" fmla="*/ 5316091 w 6501199"/>
              <a:gd name="connsiteY4503" fmla="*/ 2290576 h 6382977"/>
              <a:gd name="connsiteX4504" fmla="*/ 5341292 w 6501199"/>
              <a:gd name="connsiteY4504" fmla="*/ 2238372 h 6382977"/>
              <a:gd name="connsiteX4505" fmla="*/ 5357132 w 6501199"/>
              <a:gd name="connsiteY4505" fmla="*/ 2254213 h 6382977"/>
              <a:gd name="connsiteX4506" fmla="*/ 5366132 w 6501199"/>
              <a:gd name="connsiteY4506" fmla="*/ 2211011 h 6382977"/>
              <a:gd name="connsiteX4507" fmla="*/ 5363972 w 6501199"/>
              <a:gd name="connsiteY4507" fmla="*/ 2222171 h 6382977"/>
              <a:gd name="connsiteX4508" fmla="*/ 5384492 w 6501199"/>
              <a:gd name="connsiteY4508" fmla="*/ 2185809 h 6382977"/>
              <a:gd name="connsiteX4509" fmla="*/ 5405013 w 6501199"/>
              <a:gd name="connsiteY4509" fmla="*/ 2185809 h 6382977"/>
              <a:gd name="connsiteX4510" fmla="*/ 5400332 w 6501199"/>
              <a:gd name="connsiteY4510" fmla="*/ 2163127 h 6382977"/>
              <a:gd name="connsiteX4511" fmla="*/ 5414013 w 6501199"/>
              <a:gd name="connsiteY4511" fmla="*/ 2156287 h 6382977"/>
              <a:gd name="connsiteX4512" fmla="*/ 5423013 w 6501199"/>
              <a:gd name="connsiteY4512" fmla="*/ 2160967 h 6382977"/>
              <a:gd name="connsiteX4513" fmla="*/ 5455053 w 6501199"/>
              <a:gd name="connsiteY4513" fmla="*/ 2087882 h 6382977"/>
              <a:gd name="connsiteX4514" fmla="*/ 5475213 w 6501199"/>
              <a:gd name="connsiteY4514" fmla="*/ 2104083 h 6382977"/>
              <a:gd name="connsiteX4515" fmla="*/ 5482413 w 6501199"/>
              <a:gd name="connsiteY4515" fmla="*/ 2074561 h 6382977"/>
              <a:gd name="connsiteX4516" fmla="*/ 5466213 w 6501199"/>
              <a:gd name="connsiteY4516" fmla="*/ 2087882 h 6382977"/>
              <a:gd name="connsiteX4517" fmla="*/ 5500413 w 6501199"/>
              <a:gd name="connsiteY4517" fmla="*/ 2060880 h 6382977"/>
              <a:gd name="connsiteX4518" fmla="*/ 5477733 w 6501199"/>
              <a:gd name="connsiteY4518" fmla="*/ 2056200 h 6382977"/>
              <a:gd name="connsiteX4519" fmla="*/ 5511933 w 6501199"/>
              <a:gd name="connsiteY4519" fmla="*/ 1974474 h 6382977"/>
              <a:gd name="connsiteX4520" fmla="*/ 5509413 w 6501199"/>
              <a:gd name="connsiteY4520" fmla="*/ 1990315 h 6382977"/>
              <a:gd name="connsiteX4521" fmla="*/ 5524550 w 6501199"/>
              <a:gd name="connsiteY4521" fmla="*/ 1992239 h 6382977"/>
              <a:gd name="connsiteX4522" fmla="*/ 5526506 w 6501199"/>
              <a:gd name="connsiteY4522" fmla="*/ 1991540 h 6382977"/>
              <a:gd name="connsiteX4523" fmla="*/ 5530859 w 6501199"/>
              <a:gd name="connsiteY4523" fmla="*/ 1965456 h 6382977"/>
              <a:gd name="connsiteX4524" fmla="*/ 5530895 w 6501199"/>
              <a:gd name="connsiteY4524" fmla="*/ 1964489 h 6382977"/>
              <a:gd name="connsiteX4525" fmla="*/ 5531076 w 6501199"/>
              <a:gd name="connsiteY4525" fmla="*/ 1964153 h 6382977"/>
              <a:gd name="connsiteX4526" fmla="*/ 5537473 w 6501199"/>
              <a:gd name="connsiteY4526" fmla="*/ 1925825 h 6382977"/>
              <a:gd name="connsiteX4527" fmla="*/ 5532145 w 6501199"/>
              <a:gd name="connsiteY4527" fmla="*/ 1928454 h 6382977"/>
              <a:gd name="connsiteX4528" fmla="*/ 5536233 w 6501199"/>
              <a:gd name="connsiteY4528" fmla="*/ 1914672 h 6382977"/>
              <a:gd name="connsiteX4529" fmla="*/ 5542594 w 6501199"/>
              <a:gd name="connsiteY4529" fmla="*/ 1895141 h 6382977"/>
              <a:gd name="connsiteX4530" fmla="*/ 5544055 w 6501199"/>
              <a:gd name="connsiteY4530" fmla="*/ 1886384 h 6382977"/>
              <a:gd name="connsiteX4531" fmla="*/ 5539081 w 6501199"/>
              <a:gd name="connsiteY4531" fmla="*/ 1887807 h 6382977"/>
              <a:gd name="connsiteX4532" fmla="*/ 5543746 w 6501199"/>
              <a:gd name="connsiteY4532" fmla="*/ 1885650 h 6382977"/>
              <a:gd name="connsiteX4533" fmla="*/ 5550563 w 6501199"/>
              <a:gd name="connsiteY4533" fmla="*/ 1847191 h 6382977"/>
              <a:gd name="connsiteX4534" fmla="*/ 5550595 w 6501199"/>
              <a:gd name="connsiteY4534" fmla="*/ 1847196 h 6382977"/>
              <a:gd name="connsiteX4535" fmla="*/ 5557077 w 6501199"/>
              <a:gd name="connsiteY4535" fmla="*/ 1808358 h 6382977"/>
              <a:gd name="connsiteX4536" fmla="*/ 5570755 w 6501199"/>
              <a:gd name="connsiteY4536" fmla="*/ 1769840 h 6382977"/>
              <a:gd name="connsiteX4537" fmla="*/ 5592127 w 6501199"/>
              <a:gd name="connsiteY4537" fmla="*/ 1811823 h 6382977"/>
              <a:gd name="connsiteX4538" fmla="*/ 5593821 w 6501199"/>
              <a:gd name="connsiteY4538" fmla="*/ 1825625 h 6382977"/>
              <a:gd name="connsiteX4539" fmla="*/ 5602091 w 6501199"/>
              <a:gd name="connsiteY4539" fmla="*/ 1825625 h 6382977"/>
              <a:gd name="connsiteX4540" fmla="*/ 5603888 w 6501199"/>
              <a:gd name="connsiteY4540" fmla="*/ 1825625 h 6382977"/>
              <a:gd name="connsiteX4541" fmla="*/ 5605545 w 6501199"/>
              <a:gd name="connsiteY4541" fmla="*/ 1820716 h 6382977"/>
              <a:gd name="connsiteX4542" fmla="*/ 5605174 w 6501199"/>
              <a:gd name="connsiteY4542" fmla="*/ 1801302 h 6382977"/>
              <a:gd name="connsiteX4543" fmla="*/ 5618854 w 6501199"/>
              <a:gd name="connsiteY4543" fmla="*/ 1808143 h 6382977"/>
              <a:gd name="connsiteX4544" fmla="*/ 5650534 w 6501199"/>
              <a:gd name="connsiteY4544" fmla="*/ 1746939 h 6382977"/>
              <a:gd name="connsiteX4545" fmla="*/ 5664215 w 6501199"/>
              <a:gd name="connsiteY4545" fmla="*/ 1755939 h 6382977"/>
              <a:gd name="connsiteX4546" fmla="*/ 5671055 w 6501199"/>
              <a:gd name="connsiteY4546" fmla="*/ 1735418 h 6382977"/>
              <a:gd name="connsiteX4547" fmla="*/ 5657374 w 6501199"/>
              <a:gd name="connsiteY4547" fmla="*/ 1721737 h 6382977"/>
              <a:gd name="connsiteX4548" fmla="*/ 5668895 w 6501199"/>
              <a:gd name="connsiteY4548" fmla="*/ 1705896 h 6382977"/>
              <a:gd name="connsiteX4549" fmla="*/ 5655214 w 6501199"/>
              <a:gd name="connsiteY4549" fmla="*/ 1705896 h 6382977"/>
              <a:gd name="connsiteX4550" fmla="*/ 5658633 w 6501199"/>
              <a:gd name="connsiteY4550" fmla="*/ 1701163 h 6382977"/>
              <a:gd name="connsiteX4551" fmla="*/ 5658237 w 6501199"/>
              <a:gd name="connsiteY4551" fmla="*/ 1701182 h 6382977"/>
              <a:gd name="connsiteX4552" fmla="*/ 5652794 w 6501199"/>
              <a:gd name="connsiteY4552" fmla="*/ 1701447 h 6382977"/>
              <a:gd name="connsiteX4553" fmla="*/ 5656383 w 6501199"/>
              <a:gd name="connsiteY4553" fmla="*/ 1693328 h 6382977"/>
              <a:gd name="connsiteX4554" fmla="*/ 5667337 w 6501199"/>
              <a:gd name="connsiteY4554" fmla="*/ 1691796 h 6382977"/>
              <a:gd name="connsiteX4555" fmla="*/ 5670149 w 6501199"/>
              <a:gd name="connsiteY4555" fmla="*/ 1688885 h 6382977"/>
              <a:gd name="connsiteX4556" fmla="*/ 5675735 w 6501199"/>
              <a:gd name="connsiteY4556" fmla="*/ 1678534 h 6382977"/>
              <a:gd name="connsiteX4557" fmla="*/ 5657374 w 6501199"/>
              <a:gd name="connsiteY4557" fmla="*/ 1678534 h 6382977"/>
              <a:gd name="connsiteX4558" fmla="*/ 5709575 w 6501199"/>
              <a:gd name="connsiteY4558" fmla="*/ 1635331 h 6382977"/>
              <a:gd name="connsiteX4559" fmla="*/ 5718935 w 6501199"/>
              <a:gd name="connsiteY4559" fmla="*/ 1596448 h 6382977"/>
              <a:gd name="connsiteX4560" fmla="*/ 5727935 w 6501199"/>
              <a:gd name="connsiteY4560" fmla="*/ 1603289 h 6382977"/>
              <a:gd name="connsiteX4561" fmla="*/ 5743775 w 6501199"/>
              <a:gd name="connsiteY4561" fmla="*/ 1576287 h 6382977"/>
              <a:gd name="connsiteX4562" fmla="*/ 5709575 w 6501199"/>
              <a:gd name="connsiteY4562" fmla="*/ 1566926 h 6382977"/>
              <a:gd name="connsiteX4563" fmla="*/ 5725775 w 6501199"/>
              <a:gd name="connsiteY4563" fmla="*/ 1533084 h 6382977"/>
              <a:gd name="connsiteX4564" fmla="*/ 5738193 w 6501199"/>
              <a:gd name="connsiteY4564" fmla="*/ 1498416 h 6382977"/>
              <a:gd name="connsiteX4565" fmla="*/ 5738088 w 6501199"/>
              <a:gd name="connsiteY4565" fmla="*/ 1497582 h 6382977"/>
              <a:gd name="connsiteX4566" fmla="*/ 5739207 w 6501199"/>
              <a:gd name="connsiteY4566" fmla="*/ 1467090 h 6382977"/>
              <a:gd name="connsiteX4567" fmla="*/ 5768723 w 6501199"/>
              <a:gd name="connsiteY4567" fmla="*/ 1412731 h 6382977"/>
              <a:gd name="connsiteX4568" fmla="*/ 5764043 w 6501199"/>
              <a:gd name="connsiteY4568" fmla="*/ 1396532 h 6382977"/>
              <a:gd name="connsiteX4569" fmla="*/ 5775072 w 6501199"/>
              <a:gd name="connsiteY4569" fmla="*/ 1380175 h 6382977"/>
              <a:gd name="connsiteX4570" fmla="*/ 5779424 w 6501199"/>
              <a:gd name="connsiteY4570" fmla="*/ 1375234 h 6382977"/>
              <a:gd name="connsiteX4571" fmla="*/ 5802815 w 6501199"/>
              <a:gd name="connsiteY4571" fmla="*/ 1291867 h 6382977"/>
              <a:gd name="connsiteX4572" fmla="*/ 5802815 w 6501199"/>
              <a:gd name="connsiteY4572" fmla="*/ 1316709 h 6382977"/>
              <a:gd name="connsiteX4573" fmla="*/ 5816495 w 6501199"/>
              <a:gd name="connsiteY4573" fmla="*/ 1321389 h 6382977"/>
              <a:gd name="connsiteX4574" fmla="*/ 5819015 w 6501199"/>
              <a:gd name="connsiteY4574" fmla="*/ 1312389 h 6382977"/>
              <a:gd name="connsiteX4575" fmla="*/ 5807495 w 6501199"/>
              <a:gd name="connsiteY4575" fmla="*/ 1303028 h 6382977"/>
              <a:gd name="connsiteX4576" fmla="*/ 5816360 w 6501199"/>
              <a:gd name="connsiteY4576" fmla="*/ 1297493 h 6382977"/>
              <a:gd name="connsiteX4577" fmla="*/ 5819653 w 6501199"/>
              <a:gd name="connsiteY4577" fmla="*/ 1298066 h 6382977"/>
              <a:gd name="connsiteX4578" fmla="*/ 5819249 w 6501199"/>
              <a:gd name="connsiteY4578" fmla="*/ 1292675 h 6382977"/>
              <a:gd name="connsiteX4579" fmla="*/ 5822449 w 6501199"/>
              <a:gd name="connsiteY4579" fmla="*/ 1279435 h 6382977"/>
              <a:gd name="connsiteX4580" fmla="*/ 5822748 w 6501199"/>
              <a:gd name="connsiteY4580" fmla="*/ 1279174 h 6382977"/>
              <a:gd name="connsiteX4581" fmla="*/ 5816495 w 6501199"/>
              <a:gd name="connsiteY4581" fmla="*/ 1278186 h 6382977"/>
              <a:gd name="connsiteX4582" fmla="*/ 5782655 w 6501199"/>
              <a:gd name="connsiteY4582" fmla="*/ 1294028 h 6382977"/>
              <a:gd name="connsiteX4583" fmla="*/ 5791655 w 6501199"/>
              <a:gd name="connsiteY4583" fmla="*/ 1273506 h 6382977"/>
              <a:gd name="connsiteX4584" fmla="*/ 5807495 w 6501199"/>
              <a:gd name="connsiteY4584" fmla="*/ 1278186 h 6382977"/>
              <a:gd name="connsiteX4585" fmla="*/ 5819015 w 6501199"/>
              <a:gd name="connsiteY4585" fmla="*/ 1219142 h 6382977"/>
              <a:gd name="connsiteX4586" fmla="*/ 5821175 w 6501199"/>
              <a:gd name="connsiteY4586" fmla="*/ 1207622 h 6382977"/>
              <a:gd name="connsiteX4587" fmla="*/ 5834855 w 6501199"/>
              <a:gd name="connsiteY4587" fmla="*/ 1187100 h 6382977"/>
              <a:gd name="connsiteX4588" fmla="*/ 5838275 w 6501199"/>
              <a:gd name="connsiteY4588" fmla="*/ 1203931 h 6382977"/>
              <a:gd name="connsiteX4589" fmla="*/ 5841485 w 6501199"/>
              <a:gd name="connsiteY4589" fmla="*/ 1218207 h 6382977"/>
              <a:gd name="connsiteX4590" fmla="*/ 5843906 w 6501199"/>
              <a:gd name="connsiteY4590" fmla="*/ 1209023 h 6382977"/>
              <a:gd name="connsiteX4591" fmla="*/ 5854080 w 6501199"/>
              <a:gd name="connsiteY4591" fmla="*/ 1194580 h 6382977"/>
              <a:gd name="connsiteX4592" fmla="*/ 5854205 w 6501199"/>
              <a:gd name="connsiteY4592" fmla="*/ 1193671 h 6382977"/>
              <a:gd name="connsiteX4593" fmla="*/ 5853215 w 6501199"/>
              <a:gd name="connsiteY4593" fmla="*/ 1166579 h 6382977"/>
              <a:gd name="connsiteX4594" fmla="*/ 5869056 w 6501199"/>
              <a:gd name="connsiteY4594" fmla="*/ 1143897 h 6382977"/>
              <a:gd name="connsiteX4595" fmla="*/ 5898576 w 6501199"/>
              <a:gd name="connsiteY4595" fmla="*/ 1157578 h 6382977"/>
              <a:gd name="connsiteX4596" fmla="*/ 5893896 w 6501199"/>
              <a:gd name="connsiteY4596" fmla="*/ 1123376 h 6382977"/>
              <a:gd name="connsiteX4597" fmla="*/ 5873376 w 6501199"/>
              <a:gd name="connsiteY4597" fmla="*/ 1112215 h 6382977"/>
              <a:gd name="connsiteX4598" fmla="*/ 5896416 w 6501199"/>
              <a:gd name="connsiteY4598" fmla="*/ 1091694 h 6382977"/>
              <a:gd name="connsiteX4599" fmla="*/ 5921256 w 6501199"/>
              <a:gd name="connsiteY4599" fmla="*/ 1098534 h 6382977"/>
              <a:gd name="connsiteX4600" fmla="*/ 5923417 w 6501199"/>
              <a:gd name="connsiteY4600" fmla="*/ 1125896 h 6382977"/>
              <a:gd name="connsiteX4601" fmla="*/ 5905394 w 6501199"/>
              <a:gd name="connsiteY4601" fmla="*/ 1179816 h 6382977"/>
              <a:gd name="connsiteX4602" fmla="*/ 5900701 w 6501199"/>
              <a:gd name="connsiteY4602" fmla="*/ 1194247 h 6382977"/>
              <a:gd name="connsiteX4603" fmla="*/ 5899938 w 6501199"/>
              <a:gd name="connsiteY4603" fmla="*/ 1198865 h 6382977"/>
              <a:gd name="connsiteX4604" fmla="*/ 5911979 w 6501199"/>
              <a:gd name="connsiteY4604" fmla="*/ 1207898 h 6382977"/>
              <a:gd name="connsiteX4605" fmla="*/ 5907385 w 6501199"/>
              <a:gd name="connsiteY4605" fmla="*/ 1213224 h 6382977"/>
              <a:gd name="connsiteX4606" fmla="*/ 5905326 w 6501199"/>
              <a:gd name="connsiteY4606" fmla="*/ 1224588 h 6382977"/>
              <a:gd name="connsiteX4607" fmla="*/ 5898576 w 6501199"/>
              <a:gd name="connsiteY4607" fmla="*/ 1248664 h 6382977"/>
              <a:gd name="connsiteX4608" fmla="*/ 5910096 w 6501199"/>
              <a:gd name="connsiteY4608" fmla="*/ 1248664 h 6382977"/>
              <a:gd name="connsiteX4609" fmla="*/ 5901642 w 6501199"/>
              <a:gd name="connsiteY4609" fmla="*/ 1265878 h 6382977"/>
              <a:gd name="connsiteX4610" fmla="*/ 5899764 w 6501199"/>
              <a:gd name="connsiteY4610" fmla="*/ 1267204 h 6382977"/>
              <a:gd name="connsiteX4611" fmla="*/ 5899871 w 6501199"/>
              <a:gd name="connsiteY4611" fmla="*/ 1268416 h 6382977"/>
              <a:gd name="connsiteX4612" fmla="*/ 5896047 w 6501199"/>
              <a:gd name="connsiteY4612" fmla="*/ 1285358 h 6382977"/>
              <a:gd name="connsiteX4613" fmla="*/ 5903256 w 6501199"/>
              <a:gd name="connsiteY4613" fmla="*/ 1291867 h 6382977"/>
              <a:gd name="connsiteX4614" fmla="*/ 5900736 w 6501199"/>
              <a:gd name="connsiteY4614" fmla="*/ 1316709 h 6382977"/>
              <a:gd name="connsiteX4615" fmla="*/ 5889576 w 6501199"/>
              <a:gd name="connsiteY4615" fmla="*/ 1321389 h 6382977"/>
              <a:gd name="connsiteX4616" fmla="*/ 5896416 w 6501199"/>
              <a:gd name="connsiteY4616" fmla="*/ 1344071 h 6382977"/>
              <a:gd name="connsiteX4617" fmla="*/ 5888316 w 6501199"/>
              <a:gd name="connsiteY4617" fmla="*/ 1319162 h 6382977"/>
              <a:gd name="connsiteX4618" fmla="*/ 5888969 w 6501199"/>
              <a:gd name="connsiteY4618" fmla="*/ 1313229 h 6382977"/>
              <a:gd name="connsiteX4619" fmla="*/ 5873314 w 6501199"/>
              <a:gd name="connsiteY4619" fmla="*/ 1349222 h 6382977"/>
              <a:gd name="connsiteX4620" fmla="*/ 5866210 w 6501199"/>
              <a:gd name="connsiteY4620" fmla="*/ 1362587 h 6382977"/>
              <a:gd name="connsiteX4621" fmla="*/ 5869056 w 6501199"/>
              <a:gd name="connsiteY4621" fmla="*/ 1366753 h 6382977"/>
              <a:gd name="connsiteX4622" fmla="*/ 5862598 w 6501199"/>
              <a:gd name="connsiteY4622" fmla="*/ 1369380 h 6382977"/>
              <a:gd name="connsiteX4623" fmla="*/ 5855151 w 6501199"/>
              <a:gd name="connsiteY4623" fmla="*/ 1383390 h 6382977"/>
              <a:gd name="connsiteX4624" fmla="*/ 5856950 w 6501199"/>
              <a:gd name="connsiteY4624" fmla="*/ 1386329 h 6382977"/>
              <a:gd name="connsiteX4625" fmla="*/ 5859696 w 6501199"/>
              <a:gd name="connsiteY4625" fmla="*/ 1396275 h 6382977"/>
              <a:gd name="connsiteX4626" fmla="*/ 5847320 w 6501199"/>
              <a:gd name="connsiteY4626" fmla="*/ 1401495 h 6382977"/>
              <a:gd name="connsiteX4627" fmla="*/ 5843645 w 6501199"/>
              <a:gd name="connsiteY4627" fmla="*/ 1403664 h 6382977"/>
              <a:gd name="connsiteX4628" fmla="*/ 5841833 w 6501199"/>
              <a:gd name="connsiteY4628" fmla="*/ 1406806 h 6382977"/>
              <a:gd name="connsiteX4629" fmla="*/ 5841695 w 6501199"/>
              <a:gd name="connsiteY4629" fmla="*/ 1409956 h 6382977"/>
              <a:gd name="connsiteX4630" fmla="*/ 5871216 w 6501199"/>
              <a:gd name="connsiteY4630" fmla="*/ 1416796 h 6382977"/>
              <a:gd name="connsiteX4631" fmla="*/ 5839535 w 6501199"/>
              <a:gd name="connsiteY4631" fmla="*/ 1435157 h 6382977"/>
              <a:gd name="connsiteX4632" fmla="*/ 5850695 w 6501199"/>
              <a:gd name="connsiteY4632" fmla="*/ 1457839 h 6382977"/>
              <a:gd name="connsiteX4633" fmla="*/ 5866536 w 6501199"/>
              <a:gd name="connsiteY4633" fmla="*/ 1432637 h 6382977"/>
              <a:gd name="connsiteX4634" fmla="*/ 5850695 w 6501199"/>
              <a:gd name="connsiteY4634" fmla="*/ 1480520 h 6382977"/>
              <a:gd name="connsiteX4635" fmla="*/ 5848535 w 6501199"/>
              <a:gd name="connsiteY4635" fmla="*/ 1537404 h 6382977"/>
              <a:gd name="connsiteX4636" fmla="*/ 5900736 w 6501199"/>
              <a:gd name="connsiteY4636" fmla="*/ 1496361 h 6382977"/>
              <a:gd name="connsiteX4637" fmla="*/ 5898576 w 6501199"/>
              <a:gd name="connsiteY4637" fmla="*/ 1478360 h 6382977"/>
              <a:gd name="connsiteX4638" fmla="*/ 5884896 w 6501199"/>
              <a:gd name="connsiteY4638" fmla="*/ 1478360 h 6382977"/>
              <a:gd name="connsiteX4639" fmla="*/ 5875896 w 6501199"/>
              <a:gd name="connsiteY4639" fmla="*/ 1444158 h 6382977"/>
              <a:gd name="connsiteX4640" fmla="*/ 5891736 w 6501199"/>
              <a:gd name="connsiteY4640" fmla="*/ 1455679 h 6382977"/>
              <a:gd name="connsiteX4641" fmla="*/ 5898576 w 6501199"/>
              <a:gd name="connsiteY4641" fmla="*/ 1441998 h 6382977"/>
              <a:gd name="connsiteX4642" fmla="*/ 5889576 w 6501199"/>
              <a:gd name="connsiteY4642" fmla="*/ 1428317 h 6382977"/>
              <a:gd name="connsiteX4643" fmla="*/ 5907576 w 6501199"/>
              <a:gd name="connsiteY4643" fmla="*/ 1405635 h 6382977"/>
              <a:gd name="connsiteX4644" fmla="*/ 5916936 w 6501199"/>
              <a:gd name="connsiteY4644" fmla="*/ 1432637 h 6382977"/>
              <a:gd name="connsiteX4645" fmla="*/ 5925937 w 6501199"/>
              <a:gd name="connsiteY4645" fmla="*/ 1416796 h 6382977"/>
              <a:gd name="connsiteX4646" fmla="*/ 5912256 w 6501199"/>
              <a:gd name="connsiteY4646" fmla="*/ 1398795 h 6382977"/>
              <a:gd name="connsiteX4647" fmla="*/ 5900736 w 6501199"/>
              <a:gd name="connsiteY4647" fmla="*/ 1403115 h 6382977"/>
              <a:gd name="connsiteX4648" fmla="*/ 5919096 w 6501199"/>
              <a:gd name="connsiteY4648" fmla="*/ 1350911 h 6382977"/>
              <a:gd name="connsiteX4649" fmla="*/ 5923417 w 6501199"/>
              <a:gd name="connsiteY4649" fmla="*/ 1246144 h 6382977"/>
              <a:gd name="connsiteX4650" fmla="*/ 5946457 w 6501199"/>
              <a:gd name="connsiteY4650" fmla="*/ 1262345 h 6382977"/>
              <a:gd name="connsiteX4651" fmla="*/ 5930257 w 6501199"/>
              <a:gd name="connsiteY4651" fmla="*/ 1314549 h 6382977"/>
              <a:gd name="connsiteX4652" fmla="*/ 5916936 w 6501199"/>
              <a:gd name="connsiteY4652" fmla="*/ 1344071 h 6382977"/>
              <a:gd name="connsiteX4653" fmla="*/ 5939617 w 6501199"/>
              <a:gd name="connsiteY4653" fmla="*/ 1330390 h 6382977"/>
              <a:gd name="connsiteX4654" fmla="*/ 5932777 w 6501199"/>
              <a:gd name="connsiteY4654" fmla="*/ 1296188 h 6382977"/>
              <a:gd name="connsiteX4655" fmla="*/ 5955457 w 6501199"/>
              <a:gd name="connsiteY4655" fmla="*/ 1252985 h 6382977"/>
              <a:gd name="connsiteX4656" fmla="*/ 5969137 w 6501199"/>
              <a:gd name="connsiteY4656" fmla="*/ 1262345 h 6382977"/>
              <a:gd name="connsiteX4657" fmla="*/ 5980297 w 6501199"/>
              <a:gd name="connsiteY4657" fmla="*/ 1252985 h 6382977"/>
              <a:gd name="connsiteX4658" fmla="*/ 5969137 w 6501199"/>
              <a:gd name="connsiteY4658" fmla="*/ 1232463 h 6382977"/>
              <a:gd name="connsiteX4659" fmla="*/ 5957617 w 6501199"/>
              <a:gd name="connsiteY4659" fmla="*/ 1237144 h 6382977"/>
              <a:gd name="connsiteX4660" fmla="*/ 5975977 w 6501199"/>
              <a:gd name="connsiteY4660" fmla="*/ 1202941 h 6382977"/>
              <a:gd name="connsiteX4661" fmla="*/ 5989657 w 6501199"/>
              <a:gd name="connsiteY4661" fmla="*/ 1212302 h 6382977"/>
              <a:gd name="connsiteX4662" fmla="*/ 5975977 w 6501199"/>
              <a:gd name="connsiteY4662" fmla="*/ 1182420 h 6382977"/>
              <a:gd name="connsiteX4663" fmla="*/ 6010177 w 6501199"/>
              <a:gd name="connsiteY4663" fmla="*/ 1148578 h 6382977"/>
              <a:gd name="connsiteX4664" fmla="*/ 6026017 w 6501199"/>
              <a:gd name="connsiteY4664" fmla="*/ 1109695 h 6382977"/>
              <a:gd name="connsiteX4665" fmla="*/ 6039697 w 6501199"/>
              <a:gd name="connsiteY4665" fmla="*/ 1119056 h 6382977"/>
              <a:gd name="connsiteX4666" fmla="*/ 6041857 w 6501199"/>
              <a:gd name="connsiteY4666" fmla="*/ 1096014 h 6382977"/>
              <a:gd name="connsiteX4667" fmla="*/ 6059857 w 6501199"/>
              <a:gd name="connsiteY4667" fmla="*/ 1087013 h 6382977"/>
              <a:gd name="connsiteX4668" fmla="*/ 6064537 w 6501199"/>
              <a:gd name="connsiteY4668" fmla="*/ 1068652 h 6382977"/>
              <a:gd name="connsiteX4669" fmla="*/ 6050857 w 6501199"/>
              <a:gd name="connsiteY4669" fmla="*/ 1082333 h 6382977"/>
              <a:gd name="connsiteX4670" fmla="*/ 6037177 w 6501199"/>
              <a:gd name="connsiteY4670" fmla="*/ 1068652 h 6382977"/>
              <a:gd name="connsiteX4671" fmla="*/ 6039697 w 6501199"/>
              <a:gd name="connsiteY4671" fmla="*/ 1050651 h 6382977"/>
              <a:gd name="connsiteX4672" fmla="*/ 6062377 w 6501199"/>
              <a:gd name="connsiteY4672" fmla="*/ 1039130 h 6382977"/>
              <a:gd name="connsiteX4673" fmla="*/ 6057697 w 6501199"/>
              <a:gd name="connsiteY4673" fmla="*/ 1064332 h 6382977"/>
              <a:gd name="connsiteX4674" fmla="*/ 6087217 w 6501199"/>
              <a:gd name="connsiteY4674" fmla="*/ 1048491 h 6382977"/>
              <a:gd name="connsiteX4675" fmla="*/ 6091897 w 6501199"/>
              <a:gd name="connsiteY4675" fmla="*/ 1012128 h 6382977"/>
              <a:gd name="connsiteX4676" fmla="*/ 6105577 w 6501199"/>
              <a:gd name="connsiteY4676" fmla="*/ 1030129 h 6382977"/>
              <a:gd name="connsiteX4677" fmla="*/ 6094057 w 6501199"/>
              <a:gd name="connsiteY4677" fmla="*/ 1062172 h 6382977"/>
              <a:gd name="connsiteX4678" fmla="*/ 6100897 w 6501199"/>
              <a:gd name="connsiteY4678" fmla="*/ 1064332 h 6382977"/>
              <a:gd name="connsiteX4679" fmla="*/ 6105577 w 6501199"/>
              <a:gd name="connsiteY4679" fmla="*/ 1112215 h 6382977"/>
              <a:gd name="connsiteX4680" fmla="*/ 6087217 w 6501199"/>
              <a:gd name="connsiteY4680" fmla="*/ 1123376 h 6382977"/>
              <a:gd name="connsiteX4681" fmla="*/ 6080737 w 6501199"/>
              <a:gd name="connsiteY4681" fmla="*/ 1159738 h 6382977"/>
              <a:gd name="connsiteX4682" fmla="*/ 6085057 w 6501199"/>
              <a:gd name="connsiteY4682" fmla="*/ 1141737 h 6382977"/>
              <a:gd name="connsiteX4683" fmla="*/ 6059857 w 6501199"/>
              <a:gd name="connsiteY4683" fmla="*/ 1130216 h 6382977"/>
              <a:gd name="connsiteX4684" fmla="*/ 6071377 w 6501199"/>
              <a:gd name="connsiteY4684" fmla="*/ 1143897 h 6382977"/>
              <a:gd name="connsiteX4685" fmla="*/ 6067057 w 6501199"/>
              <a:gd name="connsiteY4685" fmla="*/ 1168739 h 6382977"/>
              <a:gd name="connsiteX4686" fmla="*/ 6048697 w 6501199"/>
              <a:gd name="connsiteY4686" fmla="*/ 1173419 h 6382977"/>
              <a:gd name="connsiteX4687" fmla="*/ 6062377 w 6501199"/>
              <a:gd name="connsiteY4687" fmla="*/ 1202941 h 6382977"/>
              <a:gd name="connsiteX4688" fmla="*/ 6085057 w 6501199"/>
              <a:gd name="connsiteY4688" fmla="*/ 1212302 h 6382977"/>
              <a:gd name="connsiteX4689" fmla="*/ 6071377 w 6501199"/>
              <a:gd name="connsiteY4689" fmla="*/ 1259825 h 6382977"/>
              <a:gd name="connsiteX4690" fmla="*/ 6062377 w 6501199"/>
              <a:gd name="connsiteY4690" fmla="*/ 1248664 h 6382977"/>
              <a:gd name="connsiteX4691" fmla="*/ 6057697 w 6501199"/>
              <a:gd name="connsiteY4691" fmla="*/ 1282867 h 6382977"/>
              <a:gd name="connsiteX4692" fmla="*/ 6039697 w 6501199"/>
              <a:gd name="connsiteY4692" fmla="*/ 1321389 h 6382977"/>
              <a:gd name="connsiteX4693" fmla="*/ 6010177 w 6501199"/>
              <a:gd name="connsiteY4693" fmla="*/ 1330390 h 6382977"/>
              <a:gd name="connsiteX4694" fmla="*/ 6028177 w 6501199"/>
              <a:gd name="connsiteY4694" fmla="*/ 1355592 h 6382977"/>
              <a:gd name="connsiteX4695" fmla="*/ 6019177 w 6501199"/>
              <a:gd name="connsiteY4695" fmla="*/ 1371433 h 6382977"/>
              <a:gd name="connsiteX4696" fmla="*/ 6007657 w 6501199"/>
              <a:gd name="connsiteY4696" fmla="*/ 1366753 h 6382977"/>
              <a:gd name="connsiteX4697" fmla="*/ 6012337 w 6501199"/>
              <a:gd name="connsiteY4697" fmla="*/ 1382954 h 6382977"/>
              <a:gd name="connsiteX4698" fmla="*/ 5989657 w 6501199"/>
              <a:gd name="connsiteY4698" fmla="*/ 1385114 h 6382977"/>
              <a:gd name="connsiteX4699" fmla="*/ 5993977 w 6501199"/>
              <a:gd name="connsiteY4699" fmla="*/ 1421476 h 6382977"/>
              <a:gd name="connsiteX4700" fmla="*/ 6014497 w 6501199"/>
              <a:gd name="connsiteY4700" fmla="*/ 1391954 h 6382977"/>
              <a:gd name="connsiteX4701" fmla="*/ 6000817 w 6501199"/>
              <a:gd name="connsiteY4701" fmla="*/ 1450998 h 6382977"/>
              <a:gd name="connsiteX4702" fmla="*/ 6032857 w 6501199"/>
              <a:gd name="connsiteY4702" fmla="*/ 1380433 h 6382977"/>
              <a:gd name="connsiteX4703" fmla="*/ 6019177 w 6501199"/>
              <a:gd name="connsiteY4703" fmla="*/ 1382954 h 6382977"/>
              <a:gd name="connsiteX4704" fmla="*/ 6037177 w 6501199"/>
              <a:gd name="connsiteY4704" fmla="*/ 1366753 h 6382977"/>
              <a:gd name="connsiteX4705" fmla="*/ 6055537 w 6501199"/>
              <a:gd name="connsiteY4705" fmla="*/ 1376113 h 6382977"/>
              <a:gd name="connsiteX4706" fmla="*/ 6032857 w 6501199"/>
              <a:gd name="connsiteY4706" fmla="*/ 1448838 h 6382977"/>
              <a:gd name="connsiteX4707" fmla="*/ 6028177 w 6501199"/>
              <a:gd name="connsiteY4707" fmla="*/ 1462519 h 6382977"/>
              <a:gd name="connsiteX4708" fmla="*/ 6005497 w 6501199"/>
              <a:gd name="connsiteY4708" fmla="*/ 1459999 h 6382977"/>
              <a:gd name="connsiteX4709" fmla="*/ 6000817 w 6501199"/>
              <a:gd name="connsiteY4709" fmla="*/ 1483041 h 6382977"/>
              <a:gd name="connsiteX4710" fmla="*/ 6019177 w 6501199"/>
              <a:gd name="connsiteY4710" fmla="*/ 1473680 h 6382977"/>
              <a:gd name="connsiteX4711" fmla="*/ 6010177 w 6501199"/>
              <a:gd name="connsiteY4711" fmla="*/ 1489881 h 6382977"/>
              <a:gd name="connsiteX4712" fmla="*/ 6026017 w 6501199"/>
              <a:gd name="connsiteY4712" fmla="*/ 1512563 h 6382977"/>
              <a:gd name="connsiteX4713" fmla="*/ 6044017 w 6501199"/>
              <a:gd name="connsiteY4713" fmla="*/ 1512563 h 6382977"/>
              <a:gd name="connsiteX4714" fmla="*/ 6053377 w 6501199"/>
              <a:gd name="connsiteY4714" fmla="*/ 1535244 h 6382977"/>
              <a:gd name="connsiteX4715" fmla="*/ 6026017 w 6501199"/>
              <a:gd name="connsiteY4715" fmla="*/ 1530564 h 6382977"/>
              <a:gd name="connsiteX4716" fmla="*/ 6021337 w 6501199"/>
              <a:gd name="connsiteY4716" fmla="*/ 1569446 h 6382977"/>
              <a:gd name="connsiteX4717" fmla="*/ 6010177 w 6501199"/>
              <a:gd name="connsiteY4717" fmla="*/ 1557926 h 6382977"/>
              <a:gd name="connsiteX4718" fmla="*/ 5989657 w 6501199"/>
              <a:gd name="connsiteY4718" fmla="*/ 1571607 h 6382977"/>
              <a:gd name="connsiteX4719" fmla="*/ 5973457 w 6501199"/>
              <a:gd name="connsiteY4719" fmla="*/ 1596448 h 6382977"/>
              <a:gd name="connsiteX4720" fmla="*/ 5991817 w 6501199"/>
              <a:gd name="connsiteY4720" fmla="*/ 1621650 h 6382977"/>
              <a:gd name="connsiteX4721" fmla="*/ 5962297 w 6501199"/>
              <a:gd name="connsiteY4721" fmla="*/ 1628491 h 6382977"/>
              <a:gd name="connsiteX4722" fmla="*/ 5969137 w 6501199"/>
              <a:gd name="connsiteY4722" fmla="*/ 1667013 h 6382977"/>
              <a:gd name="connsiteX4723" fmla="*/ 5953297 w 6501199"/>
              <a:gd name="connsiteY4723" fmla="*/ 1680694 h 6382977"/>
              <a:gd name="connsiteX4724" fmla="*/ 6005497 w 6501199"/>
              <a:gd name="connsiteY4724" fmla="*/ 1635331 h 6382977"/>
              <a:gd name="connsiteX4725" fmla="*/ 5980297 w 6501199"/>
              <a:gd name="connsiteY4725" fmla="*/ 1678534 h 6382977"/>
              <a:gd name="connsiteX4726" fmla="*/ 6035017 w 6501199"/>
              <a:gd name="connsiteY4726" fmla="*/ 1701216 h 6382977"/>
              <a:gd name="connsiteX4727" fmla="*/ 6014497 w 6501199"/>
              <a:gd name="connsiteY4727" fmla="*/ 1776461 h 6382977"/>
              <a:gd name="connsiteX4728" fmla="*/ 6003337 w 6501199"/>
              <a:gd name="connsiteY4728" fmla="*/ 1742258 h 6382977"/>
              <a:gd name="connsiteX4729" fmla="*/ 5972692 w 6501199"/>
              <a:gd name="connsiteY4729" fmla="*/ 1778396 h 6382977"/>
              <a:gd name="connsiteX4730" fmla="*/ 5969085 w 6501199"/>
              <a:gd name="connsiteY4730" fmla="*/ 1787749 h 6382977"/>
              <a:gd name="connsiteX4731" fmla="*/ 6007364 w 6501199"/>
              <a:gd name="connsiteY4731" fmla="*/ 1817718 h 6382977"/>
              <a:gd name="connsiteX4732" fmla="*/ 6029303 w 6501199"/>
              <a:gd name="connsiteY4732" fmla="*/ 1840862 h 6382977"/>
              <a:gd name="connsiteX4733" fmla="*/ 6046537 w 6501199"/>
              <a:gd name="connsiteY4733" fmla="*/ 1817503 h 6382977"/>
              <a:gd name="connsiteX4734" fmla="*/ 6055537 w 6501199"/>
              <a:gd name="connsiteY4734" fmla="*/ 1803823 h 6382977"/>
              <a:gd name="connsiteX4735" fmla="*/ 6082897 w 6501199"/>
              <a:gd name="connsiteY4735" fmla="*/ 1740098 h 6382977"/>
              <a:gd name="connsiteX4736" fmla="*/ 6091042 w 6501199"/>
              <a:gd name="connsiteY4736" fmla="*/ 1711296 h 6382977"/>
              <a:gd name="connsiteX4737" fmla="*/ 6096182 w 6501199"/>
              <a:gd name="connsiteY4737" fmla="*/ 1706887 h 6382977"/>
              <a:gd name="connsiteX4738" fmla="*/ 6098948 w 6501199"/>
              <a:gd name="connsiteY4738" fmla="*/ 1681162 h 6382977"/>
              <a:gd name="connsiteX4739" fmla="*/ 6103108 w 6501199"/>
              <a:gd name="connsiteY4739" fmla="*/ 1700946 h 6382977"/>
              <a:gd name="connsiteX4740" fmla="*/ 6104210 w 6501199"/>
              <a:gd name="connsiteY4740" fmla="*/ 1700000 h 6382977"/>
              <a:gd name="connsiteX4741" fmla="*/ 6114577 w 6501199"/>
              <a:gd name="connsiteY4741" fmla="*/ 1694375 h 6382977"/>
              <a:gd name="connsiteX4742" fmla="*/ 6114577 w 6501199"/>
              <a:gd name="connsiteY4742" fmla="*/ 1708056 h 6382977"/>
              <a:gd name="connsiteX4743" fmla="*/ 6121418 w 6501199"/>
              <a:gd name="connsiteY4743" fmla="*/ 1683214 h 6382977"/>
              <a:gd name="connsiteX4744" fmla="*/ 6112417 w 6501199"/>
              <a:gd name="connsiteY4744" fmla="*/ 1680694 h 6382977"/>
              <a:gd name="connsiteX4745" fmla="*/ 6119258 w 6501199"/>
              <a:gd name="connsiteY4745" fmla="*/ 1642171 h 6382977"/>
              <a:gd name="connsiteX4746" fmla="*/ 6126098 w 6501199"/>
              <a:gd name="connsiteY4746" fmla="*/ 1701216 h 6382977"/>
              <a:gd name="connsiteX4747" fmla="*/ 6121418 w 6501199"/>
              <a:gd name="connsiteY4747" fmla="*/ 1753779 h 6382977"/>
              <a:gd name="connsiteX4748" fmla="*/ 6100897 w 6501199"/>
              <a:gd name="connsiteY4748" fmla="*/ 1767100 h 6382977"/>
              <a:gd name="connsiteX4749" fmla="*/ 6099749 w 6501199"/>
              <a:gd name="connsiteY4749" fmla="*/ 1760179 h 6382977"/>
              <a:gd name="connsiteX4750" fmla="*/ 6092253 w 6501199"/>
              <a:gd name="connsiteY4750" fmla="*/ 1760179 h 6382977"/>
              <a:gd name="connsiteX4751" fmla="*/ 6081322 w 6501199"/>
              <a:gd name="connsiteY4751" fmla="*/ 1798962 h 6382977"/>
              <a:gd name="connsiteX4752" fmla="*/ 6087217 w 6501199"/>
              <a:gd name="connsiteY4752" fmla="*/ 1835505 h 6382977"/>
              <a:gd name="connsiteX4753" fmla="*/ 6059857 w 6501199"/>
              <a:gd name="connsiteY4753" fmla="*/ 1837665 h 6382977"/>
              <a:gd name="connsiteX4754" fmla="*/ 6056932 w 6501199"/>
              <a:gd name="connsiteY4754" fmla="*/ 1866197 h 6382977"/>
              <a:gd name="connsiteX4755" fmla="*/ 6053633 w 6501199"/>
              <a:gd name="connsiteY4755" fmla="*/ 1870372 h 6382977"/>
              <a:gd name="connsiteX4756" fmla="*/ 6075753 w 6501199"/>
              <a:gd name="connsiteY4756" fmla="*/ 1913115 h 6382977"/>
              <a:gd name="connsiteX4757" fmla="*/ 6040091 w 6501199"/>
              <a:gd name="connsiteY4757" fmla="*/ 1957731 h 6382977"/>
              <a:gd name="connsiteX4758" fmla="*/ 6004049 w 6501199"/>
              <a:gd name="connsiteY4758" fmla="*/ 1984225 h 6382977"/>
              <a:gd name="connsiteX4759" fmla="*/ 6000817 w 6501199"/>
              <a:gd name="connsiteY4759" fmla="*/ 1992476 h 6382977"/>
              <a:gd name="connsiteX4760" fmla="*/ 5980297 w 6501199"/>
              <a:gd name="connsiteY4760" fmla="*/ 1999316 h 6382977"/>
              <a:gd name="connsiteX4761" fmla="*/ 5980297 w 6501199"/>
              <a:gd name="connsiteY4761" fmla="*/ 2033518 h 6382977"/>
              <a:gd name="connsiteX4762" fmla="*/ 5969362 w 6501199"/>
              <a:gd name="connsiteY4762" fmla="*/ 2021593 h 6382977"/>
              <a:gd name="connsiteX4763" fmla="*/ 5960452 w 6501199"/>
              <a:gd name="connsiteY4763" fmla="*/ 2007244 h 6382977"/>
              <a:gd name="connsiteX4764" fmla="*/ 5958310 w 6501199"/>
              <a:gd name="connsiteY4764" fmla="*/ 2008247 h 6382977"/>
              <a:gd name="connsiteX4765" fmla="*/ 5952577 w 6501199"/>
              <a:gd name="connsiteY4765" fmla="*/ 2016417 h 6382977"/>
              <a:gd name="connsiteX4766" fmla="*/ 5948617 w 6501199"/>
              <a:gd name="connsiteY4766" fmla="*/ 2026678 h 6382977"/>
              <a:gd name="connsiteX4767" fmla="*/ 5946457 w 6501199"/>
              <a:gd name="connsiteY4767" fmla="*/ 2051520 h 6382977"/>
              <a:gd name="connsiteX4768" fmla="*/ 5955457 w 6501199"/>
              <a:gd name="connsiteY4768" fmla="*/ 2069881 h 6382977"/>
              <a:gd name="connsiteX4769" fmla="*/ 5962297 w 6501199"/>
              <a:gd name="connsiteY4769" fmla="*/ 2072041 h 6382977"/>
              <a:gd name="connsiteX4770" fmla="*/ 5939617 w 6501199"/>
              <a:gd name="connsiteY4770" fmla="*/ 2069881 h 6382977"/>
              <a:gd name="connsiteX4771" fmla="*/ 5932777 w 6501199"/>
              <a:gd name="connsiteY4771" fmla="*/ 2119924 h 6382977"/>
              <a:gd name="connsiteX4772" fmla="*/ 5921256 w 6501199"/>
              <a:gd name="connsiteY4772" fmla="*/ 2106243 h 6382977"/>
              <a:gd name="connsiteX4773" fmla="*/ 5921256 w 6501199"/>
              <a:gd name="connsiteY4773" fmla="*/ 2163127 h 6382977"/>
              <a:gd name="connsiteX4774" fmla="*/ 5900736 w 6501199"/>
              <a:gd name="connsiteY4774" fmla="*/ 2158447 h 6382977"/>
              <a:gd name="connsiteX4775" fmla="*/ 5898576 w 6501199"/>
              <a:gd name="connsiteY4775" fmla="*/ 2122084 h 6382977"/>
              <a:gd name="connsiteX4776" fmla="*/ 5889576 w 6501199"/>
              <a:gd name="connsiteY4776" fmla="*/ 2185809 h 6382977"/>
              <a:gd name="connsiteX4777" fmla="*/ 5873376 w 6501199"/>
              <a:gd name="connsiteY4777" fmla="*/ 2190489 h 6382977"/>
              <a:gd name="connsiteX4778" fmla="*/ 5878056 w 6501199"/>
              <a:gd name="connsiteY4778" fmla="*/ 2215331 h 6382977"/>
              <a:gd name="connsiteX4779" fmla="*/ 5896416 w 6501199"/>
              <a:gd name="connsiteY4779" fmla="*/ 2197330 h 6382977"/>
              <a:gd name="connsiteX4780" fmla="*/ 5875896 w 6501199"/>
              <a:gd name="connsiteY4780" fmla="*/ 2233692 h 6382977"/>
              <a:gd name="connsiteX4781" fmla="*/ 5943937 w 6501199"/>
              <a:gd name="connsiteY4781" fmla="*/ 2131085 h 6382977"/>
              <a:gd name="connsiteX4782" fmla="*/ 5898576 w 6501199"/>
              <a:gd name="connsiteY4782" fmla="*/ 2238372 h 6382977"/>
              <a:gd name="connsiteX4783" fmla="*/ 5897028 w 6501199"/>
              <a:gd name="connsiteY4783" fmla="*/ 2245267 h 6382977"/>
              <a:gd name="connsiteX4784" fmla="*/ 5902653 w 6501199"/>
              <a:gd name="connsiteY4784" fmla="*/ 2251681 h 6382977"/>
              <a:gd name="connsiteX4785" fmla="*/ 5888408 w 6501199"/>
              <a:gd name="connsiteY4785" fmla="*/ 2293574 h 6382977"/>
              <a:gd name="connsiteX4786" fmla="*/ 5886720 w 6501199"/>
              <a:gd name="connsiteY4786" fmla="*/ 2268355 h 6382977"/>
              <a:gd name="connsiteX4787" fmla="*/ 5893432 w 6501199"/>
              <a:gd name="connsiteY4787" fmla="*/ 2256124 h 6382977"/>
              <a:gd name="connsiteX4788" fmla="*/ 5884896 w 6501199"/>
              <a:gd name="connsiteY4788" fmla="*/ 2267894 h 6382977"/>
              <a:gd name="connsiteX4789" fmla="*/ 5880216 w 6501199"/>
              <a:gd name="connsiteY4789" fmla="*/ 2256374 h 6382977"/>
              <a:gd name="connsiteX4790" fmla="*/ 5834855 w 6501199"/>
              <a:gd name="connsiteY4790" fmla="*/ 2308577 h 6382977"/>
              <a:gd name="connsiteX4791" fmla="*/ 5828015 w 6501199"/>
              <a:gd name="connsiteY4791" fmla="*/ 2297416 h 6382977"/>
              <a:gd name="connsiteX4792" fmla="*/ 5814335 w 6501199"/>
              <a:gd name="connsiteY4792" fmla="*/ 2324778 h 6382977"/>
              <a:gd name="connsiteX4793" fmla="*/ 5834855 w 6501199"/>
              <a:gd name="connsiteY4793" fmla="*/ 2308577 h 6382977"/>
              <a:gd name="connsiteX4794" fmla="*/ 5830175 w 6501199"/>
              <a:gd name="connsiteY4794" fmla="*/ 2367981 h 6382977"/>
              <a:gd name="connsiteX4795" fmla="*/ 5802815 w 6501199"/>
              <a:gd name="connsiteY4795" fmla="*/ 2402184 h 6382977"/>
              <a:gd name="connsiteX4796" fmla="*/ 5739455 w 6501199"/>
              <a:gd name="connsiteY4796" fmla="*/ 2492910 h 6382977"/>
              <a:gd name="connsiteX4797" fmla="*/ 5734775 w 6501199"/>
              <a:gd name="connsiteY4797" fmla="*/ 2479229 h 6382977"/>
              <a:gd name="connsiteX4798" fmla="*/ 5725775 w 6501199"/>
              <a:gd name="connsiteY4798" fmla="*/ 2488590 h 6382977"/>
              <a:gd name="connsiteX4799" fmla="*/ 5716415 w 6501199"/>
              <a:gd name="connsiteY4799" fmla="*/ 2518112 h 6382977"/>
              <a:gd name="connsiteX4800" fmla="*/ 5707415 w 6501199"/>
              <a:gd name="connsiteY4800" fmla="*/ 2511271 h 6382977"/>
              <a:gd name="connsiteX4801" fmla="*/ 5707415 w 6501199"/>
              <a:gd name="connsiteY4801" fmla="*/ 2529272 h 6382977"/>
              <a:gd name="connsiteX4802" fmla="*/ 5695895 w 6501199"/>
              <a:gd name="connsiteY4802" fmla="*/ 2524952 h 6382977"/>
              <a:gd name="connsiteX4803" fmla="*/ 5698415 w 6501199"/>
              <a:gd name="connsiteY4803" fmla="*/ 2540793 h 6382977"/>
              <a:gd name="connsiteX4804" fmla="*/ 5693085 w 6501199"/>
              <a:gd name="connsiteY4804" fmla="*/ 2546840 h 6382977"/>
              <a:gd name="connsiteX4805" fmla="*/ 5690284 w 6501199"/>
              <a:gd name="connsiteY4805" fmla="*/ 2562101 h 6382977"/>
              <a:gd name="connsiteX4806" fmla="*/ 5689175 w 6501199"/>
              <a:gd name="connsiteY4806" fmla="*/ 2590973 h 6382977"/>
              <a:gd name="connsiteX4807" fmla="*/ 5666139 w 6501199"/>
              <a:gd name="connsiteY4807" fmla="*/ 2595653 h 6382977"/>
              <a:gd name="connsiteX4808" fmla="*/ 5666139 w 6501199"/>
              <a:gd name="connsiteY4808" fmla="*/ 2650011 h 6382977"/>
              <a:gd name="connsiteX4809" fmla="*/ 5636624 w 6501199"/>
              <a:gd name="connsiteY4809" fmla="*/ 2700049 h 6382977"/>
              <a:gd name="connsiteX4810" fmla="*/ 5579753 w 6501199"/>
              <a:gd name="connsiteY4810" fmla="*/ 2791126 h 6382977"/>
              <a:gd name="connsiteX4811" fmla="*/ 5529721 w 6501199"/>
              <a:gd name="connsiteY4811" fmla="*/ 2829645 h 6382977"/>
              <a:gd name="connsiteX4812" fmla="*/ 5511952 w 6501199"/>
              <a:gd name="connsiteY4812" fmla="*/ 2848674 h 6382977"/>
              <a:gd name="connsiteX4813" fmla="*/ 5512453 w 6501199"/>
              <a:gd name="connsiteY4813" fmla="*/ 2849139 h 6382977"/>
              <a:gd name="connsiteX4814" fmla="*/ 5510045 w 6501199"/>
              <a:gd name="connsiteY4814" fmla="*/ 2865086 h 6382977"/>
              <a:gd name="connsiteX4815" fmla="*/ 5503956 w 6501199"/>
              <a:gd name="connsiteY4815" fmla="*/ 2857238 h 6382977"/>
              <a:gd name="connsiteX4816" fmla="*/ 5494275 w 6501199"/>
              <a:gd name="connsiteY4816" fmla="*/ 2867606 h 6382977"/>
              <a:gd name="connsiteX4817" fmla="*/ 5495070 w 6501199"/>
              <a:gd name="connsiteY4817" fmla="*/ 2876181 h 6382977"/>
              <a:gd name="connsiteX4818" fmla="*/ 5494400 w 6501199"/>
              <a:gd name="connsiteY4818" fmla="*/ 2886870 h 6382977"/>
              <a:gd name="connsiteX4819" fmla="*/ 5483043 w 6501199"/>
              <a:gd name="connsiteY4819" fmla="*/ 2878369 h 6382977"/>
              <a:gd name="connsiteX4820" fmla="*/ 5445000 w 6501199"/>
              <a:gd name="connsiteY4820" fmla="*/ 2911092 h 6382977"/>
              <a:gd name="connsiteX4821" fmla="*/ 5397983 w 6501199"/>
              <a:gd name="connsiteY4821" fmla="*/ 2932242 h 6382977"/>
              <a:gd name="connsiteX4822" fmla="*/ 5352270 w 6501199"/>
              <a:gd name="connsiteY4822" fmla="*/ 2963921 h 6382977"/>
              <a:gd name="connsiteX4823" fmla="*/ 5306917 w 6501199"/>
              <a:gd name="connsiteY4823" fmla="*/ 2991280 h 6382977"/>
              <a:gd name="connsiteX4824" fmla="*/ 5261565 w 6501199"/>
              <a:gd name="connsiteY4824" fmla="*/ 3018639 h 6382977"/>
              <a:gd name="connsiteX4825" fmla="*/ 5215852 w 6501199"/>
              <a:gd name="connsiteY4825" fmla="*/ 3043478 h 6382977"/>
              <a:gd name="connsiteX4826" fmla="*/ 5188497 w 6501199"/>
              <a:gd name="connsiteY4826" fmla="*/ 3063637 h 6382977"/>
              <a:gd name="connsiteX4827" fmla="*/ 5165820 w 6501199"/>
              <a:gd name="connsiteY4827" fmla="*/ 3088837 h 6382977"/>
              <a:gd name="connsiteX4828" fmla="*/ 5115788 w 6501199"/>
              <a:gd name="connsiteY4828" fmla="*/ 3138875 h 6382977"/>
              <a:gd name="connsiteX4829" fmla="*/ 5061077 w 6501199"/>
              <a:gd name="connsiteY4829" fmla="*/ 3147875 h 6382977"/>
              <a:gd name="connsiteX4830" fmla="*/ 5031562 w 6501199"/>
              <a:gd name="connsiteY4830" fmla="*/ 3166234 h 6382977"/>
              <a:gd name="connsiteX4831" fmla="*/ 5000944 w 6501199"/>
              <a:gd name="connsiteY4831" fmla="*/ 3153623 h 6382977"/>
              <a:gd name="connsiteX4832" fmla="*/ 4975480 w 6501199"/>
              <a:gd name="connsiteY4832" fmla="*/ 3128650 h 6382977"/>
              <a:gd name="connsiteX4833" fmla="*/ 4975138 w 6501199"/>
              <a:gd name="connsiteY4833" fmla="*/ 3128756 h 6382977"/>
              <a:gd name="connsiteX4834" fmla="*/ 4968038 w 6501199"/>
              <a:gd name="connsiteY4834" fmla="*/ 3125094 h 6382977"/>
              <a:gd name="connsiteX4835" fmla="*/ 4970532 w 6501199"/>
              <a:gd name="connsiteY4835" fmla="*/ 3124266 h 6382977"/>
              <a:gd name="connsiteX4836" fmla="*/ 4952620 w 6501199"/>
              <a:gd name="connsiteY4836" fmla="*/ 3109346 h 6382977"/>
              <a:gd name="connsiteX4837" fmla="*/ 4932329 w 6501199"/>
              <a:gd name="connsiteY4837" fmla="*/ 3109407 h 6382977"/>
              <a:gd name="connsiteX4838" fmla="*/ 4911089 w 6501199"/>
              <a:gd name="connsiteY4838" fmla="*/ 3131954 h 6382977"/>
              <a:gd name="connsiteX4839" fmla="*/ 4881568 w 6501199"/>
              <a:gd name="connsiteY4839" fmla="*/ 3138794 h 6382977"/>
              <a:gd name="connsiteX4840" fmla="*/ 4895085 w 6501199"/>
              <a:gd name="connsiteY4840" fmla="*/ 3125631 h 6382977"/>
              <a:gd name="connsiteX4841" fmla="*/ 4893544 w 6501199"/>
              <a:gd name="connsiteY4841" fmla="*/ 3123564 h 6382977"/>
              <a:gd name="connsiteX4842" fmla="*/ 4885420 w 6501199"/>
              <a:gd name="connsiteY4842" fmla="*/ 3124249 h 6382977"/>
              <a:gd name="connsiteX4843" fmla="*/ 4876573 w 6501199"/>
              <a:gd name="connsiteY4843" fmla="*/ 3125743 h 6382977"/>
              <a:gd name="connsiteX4844" fmla="*/ 4864177 w 6501199"/>
              <a:gd name="connsiteY4844" fmla="*/ 3138183 h 6382977"/>
              <a:gd name="connsiteX4845" fmla="*/ 4859833 w 6501199"/>
              <a:gd name="connsiteY4845" fmla="*/ 3134744 h 6382977"/>
              <a:gd name="connsiteX4846" fmla="*/ 4863575 w 6501199"/>
              <a:gd name="connsiteY4846" fmla="*/ 3126088 h 6382977"/>
              <a:gd name="connsiteX4847" fmla="*/ 4856000 w 6501199"/>
              <a:gd name="connsiteY4847" fmla="*/ 3126726 h 6382977"/>
              <a:gd name="connsiteX4848" fmla="*/ 4848889 w 6501199"/>
              <a:gd name="connsiteY4848" fmla="*/ 3125715 h 6382977"/>
              <a:gd name="connsiteX4849" fmla="*/ 4839358 w 6501199"/>
              <a:gd name="connsiteY4849" fmla="*/ 3141854 h 6382977"/>
              <a:gd name="connsiteX4850" fmla="*/ 4799848 w 6501199"/>
              <a:gd name="connsiteY4850" fmla="*/ 3172997 h 6382977"/>
              <a:gd name="connsiteX4851" fmla="*/ 4783647 w 6501199"/>
              <a:gd name="connsiteY4851" fmla="*/ 3166156 h 6382977"/>
              <a:gd name="connsiteX4852" fmla="*/ 4731447 w 6501199"/>
              <a:gd name="connsiteY4852" fmla="*/ 3184157 h 6382977"/>
              <a:gd name="connsiteX4853" fmla="*/ 4738287 w 6501199"/>
              <a:gd name="connsiteY4853" fmla="*/ 3168316 h 6382977"/>
              <a:gd name="connsiteX4854" fmla="*/ 4708767 w 6501199"/>
              <a:gd name="connsiteY4854" fmla="*/ 3195678 h 6382977"/>
              <a:gd name="connsiteX4855" fmla="*/ 4686087 w 6501199"/>
              <a:gd name="connsiteY4855" fmla="*/ 3200358 h 6382977"/>
              <a:gd name="connsiteX4856" fmla="*/ 4667727 w 6501199"/>
              <a:gd name="connsiteY4856" fmla="*/ 3186678 h 6382977"/>
              <a:gd name="connsiteX4857" fmla="*/ 4651887 w 6501199"/>
              <a:gd name="connsiteY4857" fmla="*/ 3197838 h 6382977"/>
              <a:gd name="connsiteX4858" fmla="*/ 4667727 w 6501199"/>
              <a:gd name="connsiteY4858" fmla="*/ 3204679 h 6382977"/>
              <a:gd name="connsiteX4859" fmla="*/ 4640367 w 6501199"/>
              <a:gd name="connsiteY4859" fmla="*/ 3220520 h 6382977"/>
              <a:gd name="connsiteX4860" fmla="*/ 4631366 w 6501199"/>
              <a:gd name="connsiteY4860" fmla="*/ 3206839 h 6382977"/>
              <a:gd name="connsiteX4861" fmla="*/ 4608686 w 6501199"/>
              <a:gd name="connsiteY4861" fmla="*/ 3216200 h 6382977"/>
              <a:gd name="connsiteX4862" fmla="*/ 4608686 w 6501199"/>
              <a:gd name="connsiteY4862" fmla="*/ 3234201 h 6382977"/>
              <a:gd name="connsiteX4863" fmla="*/ 4647207 w 6501199"/>
              <a:gd name="connsiteY4863" fmla="*/ 3225200 h 6382977"/>
              <a:gd name="connsiteX4864" fmla="*/ 4645047 w 6501199"/>
              <a:gd name="connsiteY4864" fmla="*/ 3243201 h 6382977"/>
              <a:gd name="connsiteX4865" fmla="*/ 4629341 w 6501199"/>
              <a:gd name="connsiteY4865" fmla="*/ 3244371 h 6382977"/>
              <a:gd name="connsiteX4866" fmla="*/ 4615723 w 6501199"/>
              <a:gd name="connsiteY4866" fmla="*/ 3252445 h 6382977"/>
              <a:gd name="connsiteX4867" fmla="*/ 4646992 w 6501199"/>
              <a:gd name="connsiteY4867" fmla="*/ 3249579 h 6382977"/>
              <a:gd name="connsiteX4868" fmla="*/ 4649513 w 6501199"/>
              <a:gd name="connsiteY4868" fmla="*/ 3276941 h 6382977"/>
              <a:gd name="connsiteX4869" fmla="*/ 4660674 w 6501199"/>
              <a:gd name="connsiteY4869" fmla="*/ 3274780 h 6382977"/>
              <a:gd name="connsiteX4870" fmla="*/ 4651673 w 6501199"/>
              <a:gd name="connsiteY4870" fmla="*/ 3249579 h 6382977"/>
              <a:gd name="connsiteX4871" fmla="*/ 4665354 w 6501199"/>
              <a:gd name="connsiteY4871" fmla="*/ 3263260 h 6382977"/>
              <a:gd name="connsiteX4872" fmla="*/ 4697037 w 6501199"/>
              <a:gd name="connsiteY4872" fmla="*/ 3249579 h 6382977"/>
              <a:gd name="connsiteX4873" fmla="*/ 4733761 w 6501199"/>
              <a:gd name="connsiteY4873" fmla="*/ 3263260 h 6382977"/>
              <a:gd name="connsiteX4874" fmla="*/ 4703878 w 6501199"/>
              <a:gd name="connsiteY4874" fmla="*/ 3290621 h 6382977"/>
              <a:gd name="connsiteX4875" fmla="*/ 4653833 w 6501199"/>
              <a:gd name="connsiteY4875" fmla="*/ 3302142 h 6382977"/>
              <a:gd name="connsiteX4876" fmla="*/ 4674355 w 6501199"/>
              <a:gd name="connsiteY4876" fmla="*/ 3304302 h 6382977"/>
              <a:gd name="connsiteX4877" fmla="*/ 4710719 w 6501199"/>
              <a:gd name="connsiteY4877" fmla="*/ 3304302 h 6382977"/>
              <a:gd name="connsiteX4878" fmla="*/ 4717560 w 6501199"/>
              <a:gd name="connsiteY4878" fmla="*/ 3361185 h 6382977"/>
              <a:gd name="connsiteX4879" fmla="*/ 4694877 w 6501199"/>
              <a:gd name="connsiteY4879" fmla="*/ 3343184 h 6382977"/>
              <a:gd name="connsiteX4880" fmla="*/ 4674355 w 6501199"/>
              <a:gd name="connsiteY4880" fmla="*/ 3372705 h 6382977"/>
              <a:gd name="connsiteX4881" fmla="*/ 4660674 w 6501199"/>
              <a:gd name="connsiteY4881" fmla="*/ 3354344 h 6382977"/>
              <a:gd name="connsiteX4882" fmla="*/ 4631151 w 6501199"/>
              <a:gd name="connsiteY4882" fmla="*/ 3393226 h 6382977"/>
              <a:gd name="connsiteX4883" fmla="*/ 4642672 w 6501199"/>
              <a:gd name="connsiteY4883" fmla="*/ 3381706 h 6382977"/>
              <a:gd name="connsiteX4884" fmla="*/ 4626470 w 6501199"/>
              <a:gd name="connsiteY4884" fmla="*/ 3404387 h 6382977"/>
              <a:gd name="connsiteX4885" fmla="*/ 4617469 w 6501199"/>
              <a:gd name="connsiteY4885" fmla="*/ 3386386 h 6382977"/>
              <a:gd name="connsiteX4886" fmla="*/ 4590106 w 6501199"/>
              <a:gd name="connsiteY4886" fmla="*/ 3413387 h 6382977"/>
              <a:gd name="connsiteX4887" fmla="*/ 4608468 w 6501199"/>
              <a:gd name="connsiteY4887" fmla="*/ 3418067 h 6382977"/>
              <a:gd name="connsiteX4888" fmla="*/ 4590106 w 6501199"/>
              <a:gd name="connsiteY4888" fmla="*/ 3436428 h 6382977"/>
              <a:gd name="connsiteX4889" fmla="*/ 4596039 w 6501199"/>
              <a:gd name="connsiteY4889" fmla="*/ 3444964 h 6382977"/>
              <a:gd name="connsiteX4890" fmla="*/ 4606769 w 6501199"/>
              <a:gd name="connsiteY4890" fmla="*/ 3441721 h 6382977"/>
              <a:gd name="connsiteX4891" fmla="*/ 4606803 w 6501199"/>
              <a:gd name="connsiteY4891" fmla="*/ 3441588 h 6382977"/>
              <a:gd name="connsiteX4892" fmla="*/ 4609105 w 6501199"/>
              <a:gd name="connsiteY4892" fmla="*/ 3434358 h 6382977"/>
              <a:gd name="connsiteX4893" fmla="*/ 4621636 w 6501199"/>
              <a:gd name="connsiteY4893" fmla="*/ 3436449 h 6382977"/>
              <a:gd name="connsiteX4894" fmla="*/ 4622023 w 6501199"/>
              <a:gd name="connsiteY4894" fmla="*/ 3436462 h 6382977"/>
              <a:gd name="connsiteX4895" fmla="*/ 4639449 w 6501199"/>
              <a:gd name="connsiteY4895" fmla="*/ 3423989 h 6382977"/>
              <a:gd name="connsiteX4896" fmla="*/ 4639005 w 6501199"/>
              <a:gd name="connsiteY4896" fmla="*/ 3422562 h 6382977"/>
              <a:gd name="connsiteX4897" fmla="*/ 4631885 w 6501199"/>
              <a:gd name="connsiteY4897" fmla="*/ 3420360 h 6382977"/>
              <a:gd name="connsiteX4898" fmla="*/ 4650228 w 6501199"/>
              <a:gd name="connsiteY4898" fmla="*/ 3406832 h 6382977"/>
              <a:gd name="connsiteX4899" fmla="*/ 4652040 w 6501199"/>
              <a:gd name="connsiteY4899" fmla="*/ 3413341 h 6382977"/>
              <a:gd name="connsiteX4900" fmla="*/ 4667122 w 6501199"/>
              <a:gd name="connsiteY4900" fmla="*/ 3398708 h 6382977"/>
              <a:gd name="connsiteX4901" fmla="*/ 4665429 w 6501199"/>
              <a:gd name="connsiteY4901" fmla="*/ 3390688 h 6382977"/>
              <a:gd name="connsiteX4902" fmla="*/ 4649843 w 6501199"/>
              <a:gd name="connsiteY4902" fmla="*/ 3406351 h 6382977"/>
              <a:gd name="connsiteX4903" fmla="*/ 4647363 w 6501199"/>
              <a:gd name="connsiteY4903" fmla="*/ 3386416 h 6382977"/>
              <a:gd name="connsiteX4904" fmla="*/ 4670034 w 6501199"/>
              <a:gd name="connsiteY4904" fmla="*/ 3379653 h 6382977"/>
              <a:gd name="connsiteX4905" fmla="*/ 4674296 w 6501199"/>
              <a:gd name="connsiteY4905" fmla="*/ 3391524 h 6382977"/>
              <a:gd name="connsiteX4906" fmla="*/ 4688177 w 6501199"/>
              <a:gd name="connsiteY4906" fmla="*/ 3377547 h 6382977"/>
              <a:gd name="connsiteX4907" fmla="*/ 4710854 w 6501199"/>
              <a:gd name="connsiteY4907" fmla="*/ 3400587 h 6382977"/>
              <a:gd name="connsiteX4908" fmla="*/ 4696912 w 6501199"/>
              <a:gd name="connsiteY4908" fmla="*/ 3423260 h 6382977"/>
              <a:gd name="connsiteX4909" fmla="*/ 4689839 w 6501199"/>
              <a:gd name="connsiteY4909" fmla="*/ 3429063 h 6382977"/>
              <a:gd name="connsiteX4910" fmla="*/ 4689871 w 6501199"/>
              <a:gd name="connsiteY4910" fmla="*/ 3429134 h 6382977"/>
              <a:gd name="connsiteX4911" fmla="*/ 4689709 w 6501199"/>
              <a:gd name="connsiteY4911" fmla="*/ 3429170 h 6382977"/>
              <a:gd name="connsiteX4912" fmla="*/ 4677874 w 6501199"/>
              <a:gd name="connsiteY4912" fmla="*/ 3438880 h 6382977"/>
              <a:gd name="connsiteX4913" fmla="*/ 4658667 w 6501199"/>
              <a:gd name="connsiteY4913" fmla="*/ 3449953 h 6382977"/>
              <a:gd name="connsiteX4914" fmla="*/ 4657062 w 6501199"/>
              <a:gd name="connsiteY4914" fmla="*/ 3458806 h 6382977"/>
              <a:gd name="connsiteX4915" fmla="*/ 4652054 w 6501199"/>
              <a:gd name="connsiteY4915" fmla="*/ 3453766 h 6382977"/>
              <a:gd name="connsiteX4916" fmla="*/ 4638145 w 6501199"/>
              <a:gd name="connsiteY4916" fmla="*/ 3461785 h 6382977"/>
              <a:gd name="connsiteX4917" fmla="*/ 4605481 w 6501199"/>
              <a:gd name="connsiteY4917" fmla="*/ 3482889 h 6382977"/>
              <a:gd name="connsiteX4918" fmla="*/ 4598596 w 6501199"/>
              <a:gd name="connsiteY4918" fmla="*/ 3484728 h 6382977"/>
              <a:gd name="connsiteX4919" fmla="*/ 4599467 w 6501199"/>
              <a:gd name="connsiteY4919" fmla="*/ 3486471 h 6382977"/>
              <a:gd name="connsiteX4920" fmla="*/ 4619629 w 6501199"/>
              <a:gd name="connsiteY4920" fmla="*/ 3474950 h 6382977"/>
              <a:gd name="connsiteX4921" fmla="*/ 4637991 w 6501199"/>
              <a:gd name="connsiteY4921" fmla="*/ 3486471 h 6382977"/>
              <a:gd name="connsiteX4922" fmla="*/ 4632546 w 6501199"/>
              <a:gd name="connsiteY4922" fmla="*/ 3510412 h 6382977"/>
              <a:gd name="connsiteX4923" fmla="*/ 4631568 w 6501199"/>
              <a:gd name="connsiteY4923" fmla="*/ 3517588 h 6382977"/>
              <a:gd name="connsiteX4924" fmla="*/ 4639351 w 6501199"/>
              <a:gd name="connsiteY4924" fmla="*/ 3518573 h 6382977"/>
              <a:gd name="connsiteX4925" fmla="*/ 4643730 w 6501199"/>
              <a:gd name="connsiteY4925" fmla="*/ 3517881 h 6382977"/>
              <a:gd name="connsiteX4926" fmla="*/ 4643720 w 6501199"/>
              <a:gd name="connsiteY4926" fmla="*/ 3517872 h 6382977"/>
              <a:gd name="connsiteX4927" fmla="*/ 4652146 w 6501199"/>
              <a:gd name="connsiteY4927" fmla="*/ 3475037 h 6382977"/>
              <a:gd name="connsiteX4928" fmla="*/ 4669623 w 6501199"/>
              <a:gd name="connsiteY4928" fmla="*/ 3501373 h 6382977"/>
              <a:gd name="connsiteX4929" fmla="*/ 4676794 w 6501199"/>
              <a:gd name="connsiteY4929" fmla="*/ 3520687 h 6382977"/>
              <a:gd name="connsiteX4930" fmla="*/ 4687351 w 6501199"/>
              <a:gd name="connsiteY4930" fmla="*/ 3523042 h 6382977"/>
              <a:gd name="connsiteX4931" fmla="*/ 4694382 w 6501199"/>
              <a:gd name="connsiteY4931" fmla="*/ 3496235 h 6382977"/>
              <a:gd name="connsiteX4932" fmla="*/ 4746109 w 6501199"/>
              <a:gd name="connsiteY4932" fmla="*/ 3494087 h 6382977"/>
              <a:gd name="connsiteX4933" fmla="*/ 4732910 w 6501199"/>
              <a:gd name="connsiteY4933" fmla="*/ 3511985 h 6382977"/>
              <a:gd name="connsiteX4934" fmla="*/ 4737191 w 6501199"/>
              <a:gd name="connsiteY4934" fmla="*/ 3516639 h 6382977"/>
              <a:gd name="connsiteX4935" fmla="*/ 4712130 w 6501199"/>
              <a:gd name="connsiteY4935" fmla="*/ 3520755 h 6382977"/>
              <a:gd name="connsiteX4936" fmla="*/ 4698629 w 6501199"/>
              <a:gd name="connsiteY4936" fmla="*/ 3525558 h 6382977"/>
              <a:gd name="connsiteX4937" fmla="*/ 4705740 w 6501199"/>
              <a:gd name="connsiteY4937" fmla="*/ 3527144 h 6382977"/>
              <a:gd name="connsiteX4938" fmla="*/ 4757916 w 6501199"/>
              <a:gd name="connsiteY4938" fmla="*/ 3529664 h 6382977"/>
              <a:gd name="connsiteX4939" fmla="*/ 4873782 w 6501199"/>
              <a:gd name="connsiteY4939" fmla="*/ 3518146 h 6382977"/>
              <a:gd name="connsiteX4940" fmla="*/ 5126385 w 6501199"/>
              <a:gd name="connsiteY4940" fmla="*/ 3470275 h 6382977"/>
              <a:gd name="connsiteX4941" fmla="*/ 5114871 w 6501199"/>
              <a:gd name="connsiteY4941" fmla="*/ 3509148 h 6382977"/>
              <a:gd name="connsiteX4942" fmla="*/ 5026352 w 6501199"/>
              <a:gd name="connsiteY4942" fmla="*/ 3543341 h 6382977"/>
              <a:gd name="connsiteX4943" fmla="*/ 5006317 w 6501199"/>
              <a:gd name="connsiteY4943" fmla="*/ 3551957 h 6382977"/>
              <a:gd name="connsiteX4944" fmla="*/ 5009704 w 6501199"/>
              <a:gd name="connsiteY4944" fmla="*/ 3556904 h 6382977"/>
              <a:gd name="connsiteX4945" fmla="*/ 5007019 w 6501199"/>
              <a:gd name="connsiteY4945" fmla="*/ 3570551 h 6382977"/>
              <a:gd name="connsiteX4946" fmla="*/ 4984794 w 6501199"/>
              <a:gd name="connsiteY4946" fmla="*/ 3566186 h 6382977"/>
              <a:gd name="connsiteX4947" fmla="*/ 4985052 w 6501199"/>
              <a:gd name="connsiteY4947" fmla="*/ 3561102 h 6382977"/>
              <a:gd name="connsiteX4948" fmla="*/ 4983666 w 6501199"/>
              <a:gd name="connsiteY4948" fmla="*/ 3561698 h 6382977"/>
              <a:gd name="connsiteX4949" fmla="*/ 4961178 w 6501199"/>
              <a:gd name="connsiteY4949" fmla="*/ 3564852 h 6382977"/>
              <a:gd name="connsiteX4950" fmla="*/ 4980376 w 6501199"/>
              <a:gd name="connsiteY4950" fmla="*/ 3572257 h 6382977"/>
              <a:gd name="connsiteX4951" fmla="*/ 4874961 w 6501199"/>
              <a:gd name="connsiteY4951" fmla="*/ 3603948 h 6382977"/>
              <a:gd name="connsiteX4952" fmla="*/ 4875233 w 6501199"/>
              <a:gd name="connsiteY4952" fmla="*/ 3596025 h 6382977"/>
              <a:gd name="connsiteX4953" fmla="*/ 4876381 w 6501199"/>
              <a:gd name="connsiteY4953" fmla="*/ 3591245 h 6382977"/>
              <a:gd name="connsiteX4954" fmla="*/ 4874356 w 6501199"/>
              <a:gd name="connsiteY4954" fmla="*/ 3591752 h 6382977"/>
              <a:gd name="connsiteX4955" fmla="*/ 4680552 w 6501199"/>
              <a:gd name="connsiteY4955" fmla="*/ 3577175 h 6382977"/>
              <a:gd name="connsiteX4956" fmla="*/ 4621404 w 6501199"/>
              <a:gd name="connsiteY4956" fmla="*/ 3558054 h 6382977"/>
              <a:gd name="connsiteX4957" fmla="*/ 4592278 w 6501199"/>
              <a:gd name="connsiteY4957" fmla="*/ 3558503 h 6382977"/>
              <a:gd name="connsiteX4958" fmla="*/ 4585859 w 6501199"/>
              <a:gd name="connsiteY4958" fmla="*/ 3561185 h 6382977"/>
              <a:gd name="connsiteX4959" fmla="*/ 4576425 w 6501199"/>
              <a:gd name="connsiteY4959" fmla="*/ 3572875 h 6382977"/>
              <a:gd name="connsiteX4960" fmla="*/ 4566282 w 6501199"/>
              <a:gd name="connsiteY4960" fmla="*/ 3558904 h 6382977"/>
              <a:gd name="connsiteX4961" fmla="*/ 4551520 w 6501199"/>
              <a:gd name="connsiteY4961" fmla="*/ 3559132 h 6382977"/>
              <a:gd name="connsiteX4962" fmla="*/ 4553743 w 6501199"/>
              <a:gd name="connsiteY4962" fmla="*/ 3575035 h 6382977"/>
              <a:gd name="connsiteX4963" fmla="*/ 4501537 w 6501199"/>
              <a:gd name="connsiteY4963" fmla="*/ 3595556 h 6382977"/>
              <a:gd name="connsiteX4964" fmla="*/ 4490016 w 6501199"/>
              <a:gd name="connsiteY4964" fmla="*/ 3579715 h 6382977"/>
              <a:gd name="connsiteX4965" fmla="*/ 4369403 w 6501199"/>
              <a:gd name="connsiteY4965" fmla="*/ 3604556 h 6382977"/>
              <a:gd name="connsiteX4966" fmla="*/ 4251311 w 6501199"/>
              <a:gd name="connsiteY4966" fmla="*/ 3611396 h 6382977"/>
              <a:gd name="connsiteX4967" fmla="*/ 4244470 w 6501199"/>
              <a:gd name="connsiteY4967" fmla="*/ 3590875 h 6382977"/>
              <a:gd name="connsiteX4968" fmla="*/ 4246630 w 6501199"/>
              <a:gd name="connsiteY4968" fmla="*/ 3622917 h 6382977"/>
              <a:gd name="connsiteX4969" fmla="*/ 4030608 w 6501199"/>
              <a:gd name="connsiteY4969" fmla="*/ 3620757 h 6382977"/>
              <a:gd name="connsiteX4970" fmla="*/ 4037448 w 6501199"/>
              <a:gd name="connsiteY4970" fmla="*/ 3636598 h 6382977"/>
              <a:gd name="connsiteX4971" fmla="*/ 4012246 w 6501199"/>
              <a:gd name="connsiteY4971" fmla="*/ 3640918 h 6382977"/>
              <a:gd name="connsiteX4972" fmla="*/ 4007925 w 6501199"/>
              <a:gd name="connsiteY4972" fmla="*/ 3618237 h 6382977"/>
              <a:gd name="connsiteX4973" fmla="*/ 3998564 w 6501199"/>
              <a:gd name="connsiteY4973" fmla="*/ 3638758 h 6382977"/>
              <a:gd name="connsiteX4974" fmla="*/ 3994244 w 6501199"/>
              <a:gd name="connsiteY4974" fmla="*/ 3618237 h 6382977"/>
              <a:gd name="connsiteX4975" fmla="*/ 3930517 w 6501199"/>
              <a:gd name="connsiteY4975" fmla="*/ 3611396 h 6382977"/>
              <a:gd name="connsiteX4976" fmla="*/ 3948519 w 6501199"/>
              <a:gd name="connsiteY4976" fmla="*/ 3634078 h 6382977"/>
              <a:gd name="connsiteX4977" fmla="*/ 3925837 w 6501199"/>
              <a:gd name="connsiteY4977" fmla="*/ 3625077 h 6382977"/>
              <a:gd name="connsiteX4978" fmla="*/ 3896314 w 6501199"/>
              <a:gd name="connsiteY4978" fmla="*/ 3604556 h 6382977"/>
              <a:gd name="connsiteX4979" fmla="*/ 3914676 w 6501199"/>
              <a:gd name="connsiteY4979" fmla="*/ 3627597 h 6382977"/>
              <a:gd name="connsiteX4980" fmla="*/ 3908443 w 6501199"/>
              <a:gd name="connsiteY4980" fmla="*/ 3637751 h 6382977"/>
              <a:gd name="connsiteX4981" fmla="*/ 3908141 w 6501199"/>
              <a:gd name="connsiteY4981" fmla="*/ 3641398 h 6382977"/>
              <a:gd name="connsiteX4982" fmla="*/ 3926181 w 6501199"/>
              <a:gd name="connsiteY4982" fmla="*/ 3648258 h 6382977"/>
              <a:gd name="connsiteX4983" fmla="*/ 3914494 w 6501199"/>
              <a:gd name="connsiteY4983" fmla="*/ 3656201 h 6382977"/>
              <a:gd name="connsiteX4984" fmla="*/ 3907778 w 6501199"/>
              <a:gd name="connsiteY4984" fmla="*/ 3654211 h 6382977"/>
              <a:gd name="connsiteX4985" fmla="*/ 3907835 w 6501199"/>
              <a:gd name="connsiteY4985" fmla="*/ 3668279 h 6382977"/>
              <a:gd name="connsiteX4986" fmla="*/ 3921156 w 6501199"/>
              <a:gd name="connsiteY4986" fmla="*/ 3659279 h 6382977"/>
              <a:gd name="connsiteX4987" fmla="*/ 3918996 w 6501199"/>
              <a:gd name="connsiteY4987" fmla="*/ 3672960 h 6382977"/>
              <a:gd name="connsiteX4988" fmla="*/ 3934838 w 6501199"/>
              <a:gd name="connsiteY4988" fmla="*/ 3670440 h 6382977"/>
              <a:gd name="connsiteX4989" fmla="*/ 3887313 w 6501199"/>
              <a:gd name="connsiteY4989" fmla="*/ 3688800 h 6382977"/>
              <a:gd name="connsiteX4990" fmla="*/ 3882632 w 6501199"/>
              <a:gd name="connsiteY4990" fmla="*/ 3672960 h 6382977"/>
              <a:gd name="connsiteX4991" fmla="*/ 3768860 w 6501199"/>
              <a:gd name="connsiteY4991" fmla="*/ 3668279 h 6382977"/>
              <a:gd name="connsiteX4992" fmla="*/ 3789382 w 6501199"/>
              <a:gd name="connsiteY4992" fmla="*/ 3659279 h 6382977"/>
              <a:gd name="connsiteX4993" fmla="*/ 3777861 w 6501199"/>
              <a:gd name="connsiteY4993" fmla="*/ 3636598 h 6382977"/>
              <a:gd name="connsiteX4994" fmla="*/ 3734657 w 6501199"/>
              <a:gd name="connsiteY4994" fmla="*/ 3640918 h 6382977"/>
              <a:gd name="connsiteX4995" fmla="*/ 3737177 w 6501199"/>
              <a:gd name="connsiteY4995" fmla="*/ 3657119 h 6382977"/>
              <a:gd name="connsiteX4996" fmla="*/ 3741497 w 6501199"/>
              <a:gd name="connsiteY4996" fmla="*/ 3684120 h 6382977"/>
              <a:gd name="connsiteX4997" fmla="*/ 3725656 w 6501199"/>
              <a:gd name="connsiteY4997" fmla="*/ 3661439 h 6382977"/>
              <a:gd name="connsiteX4998" fmla="*/ 3707294 w 6501199"/>
              <a:gd name="connsiteY4998" fmla="*/ 3677280 h 6382977"/>
              <a:gd name="connsiteX4999" fmla="*/ 3709814 w 6501199"/>
              <a:gd name="connsiteY4999" fmla="*/ 3657119 h 6382977"/>
              <a:gd name="connsiteX5000" fmla="*/ 3670930 w 6501199"/>
              <a:gd name="connsiteY5000" fmla="*/ 3670440 h 6382977"/>
              <a:gd name="connsiteX5001" fmla="*/ 3620885 w 6501199"/>
              <a:gd name="connsiteY5001" fmla="*/ 3661439 h 6382977"/>
              <a:gd name="connsiteX5002" fmla="*/ 3623405 w 6501199"/>
              <a:gd name="connsiteY5002" fmla="*/ 3638758 h 6382977"/>
              <a:gd name="connsiteX5003" fmla="*/ 3596042 w 6501199"/>
              <a:gd name="connsiteY5003" fmla="*/ 3661439 h 6382977"/>
              <a:gd name="connsiteX5004" fmla="*/ 3529795 w 6501199"/>
              <a:gd name="connsiteY5004" fmla="*/ 3647758 h 6382977"/>
              <a:gd name="connsiteX5005" fmla="*/ 3529795 w 6501199"/>
              <a:gd name="connsiteY5005" fmla="*/ 3659279 h 6382977"/>
              <a:gd name="connsiteX5006" fmla="*/ 3548157 w 6501199"/>
              <a:gd name="connsiteY5006" fmla="*/ 3661439 h 6382977"/>
              <a:gd name="connsiteX5007" fmla="*/ 3542847 w 6501199"/>
              <a:gd name="connsiteY5007" fmla="*/ 3671970 h 6382977"/>
              <a:gd name="connsiteX5008" fmla="*/ 3542493 w 6501199"/>
              <a:gd name="connsiteY5008" fmla="*/ 3673135 h 6382977"/>
              <a:gd name="connsiteX5009" fmla="*/ 3558363 w 6501199"/>
              <a:gd name="connsiteY5009" fmla="*/ 3671361 h 6382977"/>
              <a:gd name="connsiteX5010" fmla="*/ 3558976 w 6501199"/>
              <a:gd name="connsiteY5010" fmla="*/ 3667505 h 6382977"/>
              <a:gd name="connsiteX5011" fmla="*/ 3559294 w 6501199"/>
              <a:gd name="connsiteY5011" fmla="*/ 3665504 h 6382977"/>
              <a:gd name="connsiteX5012" fmla="*/ 3589093 w 6501199"/>
              <a:gd name="connsiteY5012" fmla="*/ 3660775 h 6382977"/>
              <a:gd name="connsiteX5013" fmla="*/ 3590563 w 6501199"/>
              <a:gd name="connsiteY5013" fmla="*/ 3667762 h 6382977"/>
              <a:gd name="connsiteX5014" fmla="*/ 3600793 w 6501199"/>
              <a:gd name="connsiteY5014" fmla="*/ 3666618 h 6382977"/>
              <a:gd name="connsiteX5015" fmla="*/ 3596115 w 6501199"/>
              <a:gd name="connsiteY5015" fmla="*/ 3678908 h 6382977"/>
              <a:gd name="connsiteX5016" fmla="*/ 3609807 w 6501199"/>
              <a:gd name="connsiteY5016" fmla="*/ 3665504 h 6382977"/>
              <a:gd name="connsiteX5017" fmla="*/ 3616712 w 6501199"/>
              <a:gd name="connsiteY5017" fmla="*/ 3681512 h 6382977"/>
              <a:gd name="connsiteX5018" fmla="*/ 3600858 w 6501199"/>
              <a:gd name="connsiteY5018" fmla="*/ 3690470 h 6382977"/>
              <a:gd name="connsiteX5019" fmla="*/ 3594201 w 6501199"/>
              <a:gd name="connsiteY5019" fmla="*/ 3683935 h 6382977"/>
              <a:gd name="connsiteX5020" fmla="*/ 3588656 w 6501199"/>
              <a:gd name="connsiteY5020" fmla="*/ 3698499 h 6382977"/>
              <a:gd name="connsiteX5021" fmla="*/ 3530245 w 6501199"/>
              <a:gd name="connsiteY5021" fmla="*/ 3737176 h 6382977"/>
              <a:gd name="connsiteX5022" fmla="*/ 3500729 w 6501199"/>
              <a:gd name="connsiteY5022" fmla="*/ 3718816 h 6382977"/>
              <a:gd name="connsiteX5023" fmla="*/ 3425690 w 6501199"/>
              <a:gd name="connsiteY5023" fmla="*/ 3735591 h 6382977"/>
              <a:gd name="connsiteX5024" fmla="*/ 3425384 w 6501199"/>
              <a:gd name="connsiteY5024" fmla="*/ 3736683 h 6382977"/>
              <a:gd name="connsiteX5025" fmla="*/ 3424297 w 6501199"/>
              <a:gd name="connsiteY5025" fmla="*/ 3735903 h 6382977"/>
              <a:gd name="connsiteX5026" fmla="*/ 3420012 w 6501199"/>
              <a:gd name="connsiteY5026" fmla="*/ 3736860 h 6382977"/>
              <a:gd name="connsiteX5027" fmla="*/ 3401802 w 6501199"/>
              <a:gd name="connsiteY5027" fmla="*/ 3740852 h 6382977"/>
              <a:gd name="connsiteX5028" fmla="*/ 3400182 w 6501199"/>
              <a:gd name="connsiteY5028" fmla="*/ 3745683 h 6382977"/>
              <a:gd name="connsiteX5029" fmla="*/ 3395375 w 6501199"/>
              <a:gd name="connsiteY5029" fmla="*/ 3742261 h 6382977"/>
              <a:gd name="connsiteX5030" fmla="*/ 3370631 w 6501199"/>
              <a:gd name="connsiteY5030" fmla="*/ 3747685 h 6382977"/>
              <a:gd name="connsiteX5031" fmla="*/ 3370659 w 6501199"/>
              <a:gd name="connsiteY5031" fmla="*/ 3747843 h 6382977"/>
              <a:gd name="connsiteX5032" fmla="*/ 3350136 w 6501199"/>
              <a:gd name="connsiteY5032" fmla="*/ 3752523 h 6382977"/>
              <a:gd name="connsiteX5033" fmla="*/ 3359497 w 6501199"/>
              <a:gd name="connsiteY5033" fmla="*/ 3766204 h 6382977"/>
              <a:gd name="connsiteX5034" fmla="*/ 3343476 w 6501199"/>
              <a:gd name="connsiteY5034" fmla="*/ 3765079 h 6382977"/>
              <a:gd name="connsiteX5035" fmla="*/ 3338351 w 6501199"/>
              <a:gd name="connsiteY5035" fmla="*/ 3753972 h 6382977"/>
              <a:gd name="connsiteX5036" fmla="*/ 3310539 w 6501199"/>
              <a:gd name="connsiteY5036" fmla="*/ 3757316 h 6382977"/>
              <a:gd name="connsiteX5037" fmla="*/ 3313773 w 6501199"/>
              <a:gd name="connsiteY5037" fmla="*/ 3759364 h 6382977"/>
              <a:gd name="connsiteX5038" fmla="*/ 3309812 w 6501199"/>
              <a:gd name="connsiteY5038" fmla="*/ 3766204 h 6382977"/>
              <a:gd name="connsiteX5039" fmla="*/ 3296851 w 6501199"/>
              <a:gd name="connsiteY5039" fmla="*/ 3760686 h 6382977"/>
              <a:gd name="connsiteX5040" fmla="*/ 3292125 w 6501199"/>
              <a:gd name="connsiteY5040" fmla="*/ 3759529 h 6382977"/>
              <a:gd name="connsiteX5041" fmla="*/ 3291499 w 6501199"/>
              <a:gd name="connsiteY5041" fmla="*/ 3759605 h 6382977"/>
              <a:gd name="connsiteX5042" fmla="*/ 3293116 w 6501199"/>
              <a:gd name="connsiteY5042" fmla="*/ 3767644 h 6382977"/>
              <a:gd name="connsiteX5043" fmla="*/ 3298291 w 6501199"/>
              <a:gd name="connsiteY5043" fmla="*/ 3784565 h 6382977"/>
              <a:gd name="connsiteX5044" fmla="*/ 3293610 w 6501199"/>
              <a:gd name="connsiteY5044" fmla="*/ 3791405 h 6382977"/>
              <a:gd name="connsiteX5045" fmla="*/ 3286275 w 6501199"/>
              <a:gd name="connsiteY5045" fmla="*/ 3776420 h 6382977"/>
              <a:gd name="connsiteX5046" fmla="*/ 3283485 w 6501199"/>
              <a:gd name="connsiteY5046" fmla="*/ 3760568 h 6382977"/>
              <a:gd name="connsiteX5047" fmla="*/ 3271446 w 6501199"/>
              <a:gd name="connsiteY5047" fmla="*/ 3762015 h 6382977"/>
              <a:gd name="connsiteX5048" fmla="*/ 3263906 w 6501199"/>
              <a:gd name="connsiteY5048" fmla="*/ 3761813 h 6382977"/>
              <a:gd name="connsiteX5049" fmla="*/ 3264087 w 6501199"/>
              <a:gd name="connsiteY5049" fmla="*/ 3766204 h 6382977"/>
              <a:gd name="connsiteX5050" fmla="*/ 3270928 w 6501199"/>
              <a:gd name="connsiteY5050" fmla="*/ 3768364 h 6382977"/>
              <a:gd name="connsiteX5051" fmla="*/ 3253331 w 6501199"/>
              <a:gd name="connsiteY5051" fmla="*/ 3761929 h 6382977"/>
              <a:gd name="connsiteX5052" fmla="*/ 3252404 w 6501199"/>
              <a:gd name="connsiteY5052" fmla="*/ 3761505 h 6382977"/>
              <a:gd name="connsiteX5053" fmla="*/ 3239348 w 6501199"/>
              <a:gd name="connsiteY5053" fmla="*/ 3761155 h 6382977"/>
              <a:gd name="connsiteX5054" fmla="*/ 3238731 w 6501199"/>
              <a:gd name="connsiteY5054" fmla="*/ 3762404 h 6382977"/>
              <a:gd name="connsiteX5055" fmla="*/ 3239245 w 6501199"/>
              <a:gd name="connsiteY5055" fmla="*/ 3777365 h 6382977"/>
              <a:gd name="connsiteX5056" fmla="*/ 3205041 w 6501199"/>
              <a:gd name="connsiteY5056" fmla="*/ 3777365 h 6382977"/>
              <a:gd name="connsiteX5057" fmla="*/ 3207201 w 6501199"/>
              <a:gd name="connsiteY5057" fmla="*/ 3786725 h 6382977"/>
              <a:gd name="connsiteX5058" fmla="*/ 3229884 w 6501199"/>
              <a:gd name="connsiteY5058" fmla="*/ 3818406 h 6382977"/>
              <a:gd name="connsiteX5059" fmla="*/ 3209362 w 6501199"/>
              <a:gd name="connsiteY5059" fmla="*/ 3814086 h 6382977"/>
              <a:gd name="connsiteX5060" fmla="*/ 3196040 w 6501199"/>
              <a:gd name="connsiteY5060" fmla="*/ 3795726 h 6382977"/>
              <a:gd name="connsiteX5061" fmla="*/ 3200361 w 6501199"/>
              <a:gd name="connsiteY5061" fmla="*/ 3816246 h 6382977"/>
              <a:gd name="connsiteX5062" fmla="*/ 3193520 w 6501199"/>
              <a:gd name="connsiteY5062" fmla="*/ 3818406 h 6382977"/>
              <a:gd name="connsiteX5063" fmla="*/ 3170838 w 6501199"/>
              <a:gd name="connsiteY5063" fmla="*/ 3788885 h 6382977"/>
              <a:gd name="connsiteX5064" fmla="*/ 3196040 w 6501199"/>
              <a:gd name="connsiteY5064" fmla="*/ 3861609 h 6382977"/>
              <a:gd name="connsiteX5065" fmla="*/ 3193520 w 6501199"/>
              <a:gd name="connsiteY5065" fmla="*/ 3868449 h 6382977"/>
              <a:gd name="connsiteX5066" fmla="*/ 3172998 w 6501199"/>
              <a:gd name="connsiteY5066" fmla="*/ 3854768 h 6382977"/>
              <a:gd name="connsiteX5067" fmla="*/ 3179839 w 6501199"/>
              <a:gd name="connsiteY5067" fmla="*/ 3904811 h 6382977"/>
              <a:gd name="connsiteX5068" fmla="*/ 3216202 w 6501199"/>
              <a:gd name="connsiteY5068" fmla="*/ 3921011 h 6382977"/>
              <a:gd name="connsiteX5069" fmla="*/ 3198200 w 6501199"/>
              <a:gd name="connsiteY5069" fmla="*/ 3909491 h 6382977"/>
              <a:gd name="connsiteX5070" fmla="*/ 3186679 w 6501199"/>
              <a:gd name="connsiteY5070" fmla="*/ 3936852 h 6382977"/>
              <a:gd name="connsiteX5071" fmla="*/ 3175518 w 6501199"/>
              <a:gd name="connsiteY5071" fmla="*/ 3911651 h 6382977"/>
              <a:gd name="connsiteX5072" fmla="*/ 3175518 w 6501199"/>
              <a:gd name="connsiteY5072" fmla="*/ 3961693 h 6382977"/>
              <a:gd name="connsiteX5073" fmla="*/ 3163997 w 6501199"/>
              <a:gd name="connsiteY5073" fmla="*/ 3941172 h 6382977"/>
              <a:gd name="connsiteX5074" fmla="*/ 3170838 w 6501199"/>
              <a:gd name="connsiteY5074" fmla="*/ 3932172 h 6382977"/>
              <a:gd name="connsiteX5075" fmla="*/ 3170838 w 6501199"/>
              <a:gd name="connsiteY5075" fmla="*/ 3921011 h 6382977"/>
              <a:gd name="connsiteX5076" fmla="*/ 3159676 w 6501199"/>
              <a:gd name="connsiteY5076" fmla="*/ 3902650 h 6382977"/>
              <a:gd name="connsiteX5077" fmla="*/ 3166157 w 6501199"/>
              <a:gd name="connsiteY5077" fmla="*/ 3916331 h 6382977"/>
              <a:gd name="connsiteX5078" fmla="*/ 3152836 w 6501199"/>
              <a:gd name="connsiteY5078" fmla="*/ 3918491 h 6382977"/>
              <a:gd name="connsiteX5079" fmla="*/ 3132314 w 6501199"/>
              <a:gd name="connsiteY5079" fmla="*/ 3888970 h 6382977"/>
              <a:gd name="connsiteX5080" fmla="*/ 3116112 w 6501199"/>
              <a:gd name="connsiteY5080" fmla="*/ 3888970 h 6382977"/>
              <a:gd name="connsiteX5081" fmla="*/ 3145995 w 6501199"/>
              <a:gd name="connsiteY5081" fmla="*/ 3927852 h 6382977"/>
              <a:gd name="connsiteX5082" fmla="*/ 3136634 w 6501199"/>
              <a:gd name="connsiteY5082" fmla="*/ 3936852 h 6382977"/>
              <a:gd name="connsiteX5083" fmla="*/ 3132314 w 6501199"/>
              <a:gd name="connsiteY5083" fmla="*/ 3916331 h 6382977"/>
              <a:gd name="connsiteX5084" fmla="*/ 3118632 w 6501199"/>
              <a:gd name="connsiteY5084" fmla="*/ 3916331 h 6382977"/>
              <a:gd name="connsiteX5085" fmla="*/ 3129793 w 6501199"/>
              <a:gd name="connsiteY5085" fmla="*/ 3927852 h 6382977"/>
              <a:gd name="connsiteX5086" fmla="*/ 3118632 w 6501199"/>
              <a:gd name="connsiteY5086" fmla="*/ 3945853 h 6382977"/>
              <a:gd name="connsiteX5087" fmla="*/ 3079748 w 6501199"/>
              <a:gd name="connsiteY5087" fmla="*/ 3954853 h 6382977"/>
              <a:gd name="connsiteX5088" fmla="*/ 3082268 w 6501199"/>
              <a:gd name="connsiteY5088" fmla="*/ 3948013 h 6382977"/>
              <a:gd name="connsiteX5089" fmla="*/ 3075428 w 6501199"/>
              <a:gd name="connsiteY5089" fmla="*/ 3945853 h 6382977"/>
              <a:gd name="connsiteX5090" fmla="*/ 3089109 w 6501199"/>
              <a:gd name="connsiteY5090" fmla="*/ 3939012 h 6382977"/>
              <a:gd name="connsiteX5091" fmla="*/ 3084429 w 6501199"/>
              <a:gd name="connsiteY5091" fmla="*/ 3930012 h 6382977"/>
              <a:gd name="connsiteX5092" fmla="*/ 3061746 w 6501199"/>
              <a:gd name="connsiteY5092" fmla="*/ 3918491 h 6382977"/>
              <a:gd name="connsiteX5093" fmla="*/ 3095950 w 6501199"/>
              <a:gd name="connsiteY5093" fmla="*/ 3975374 h 6382977"/>
              <a:gd name="connsiteX5094" fmla="*/ 3089109 w 6501199"/>
              <a:gd name="connsiteY5094" fmla="*/ 3980054 h 6382977"/>
              <a:gd name="connsiteX5095" fmla="*/ 3072907 w 6501199"/>
              <a:gd name="connsiteY5095" fmla="*/ 3973214 h 6382977"/>
              <a:gd name="connsiteX5096" fmla="*/ 3086589 w 6501199"/>
              <a:gd name="connsiteY5096" fmla="*/ 3986894 h 6382977"/>
              <a:gd name="connsiteX5097" fmla="*/ 3086589 w 6501199"/>
              <a:gd name="connsiteY5097" fmla="*/ 4018576 h 6382977"/>
              <a:gd name="connsiteX5098" fmla="*/ 3082268 w 6501199"/>
              <a:gd name="connsiteY5098" fmla="*/ 4009576 h 6382977"/>
              <a:gd name="connsiteX5099" fmla="*/ 3066067 w 6501199"/>
              <a:gd name="connsiteY5099" fmla="*/ 3995895 h 6382977"/>
              <a:gd name="connsiteX5100" fmla="*/ 3075428 w 6501199"/>
              <a:gd name="connsiteY5100" fmla="*/ 3989055 h 6382977"/>
              <a:gd name="connsiteX5101" fmla="*/ 3063906 w 6501199"/>
              <a:gd name="connsiteY5101" fmla="*/ 3977894 h 6382977"/>
              <a:gd name="connsiteX5102" fmla="*/ 3057066 w 6501199"/>
              <a:gd name="connsiteY5102" fmla="*/ 3989055 h 6382977"/>
              <a:gd name="connsiteX5103" fmla="*/ 3061746 w 6501199"/>
              <a:gd name="connsiteY5103" fmla="*/ 4023256 h 6382977"/>
              <a:gd name="connsiteX5104" fmla="*/ 3052385 w 6501199"/>
              <a:gd name="connsiteY5104" fmla="*/ 3991575 h 6382977"/>
              <a:gd name="connsiteX5105" fmla="*/ 3043384 w 6501199"/>
              <a:gd name="connsiteY5105" fmla="*/ 3980054 h 6382977"/>
              <a:gd name="connsiteX5106" fmla="*/ 3050225 w 6501199"/>
              <a:gd name="connsiteY5106" fmla="*/ 4007416 h 6382977"/>
              <a:gd name="connsiteX5107" fmla="*/ 3032223 w 6501199"/>
              <a:gd name="connsiteY5107" fmla="*/ 3989055 h 6382977"/>
              <a:gd name="connsiteX5108" fmla="*/ 3027543 w 6501199"/>
              <a:gd name="connsiteY5108" fmla="*/ 4004895 h 6382977"/>
              <a:gd name="connsiteX5109" fmla="*/ 3041224 w 6501199"/>
              <a:gd name="connsiteY5109" fmla="*/ 4018576 h 6382977"/>
              <a:gd name="connsiteX5110" fmla="*/ 3032223 w 6501199"/>
              <a:gd name="connsiteY5110" fmla="*/ 4014256 h 6382977"/>
              <a:gd name="connsiteX5111" fmla="*/ 3029703 w 6501199"/>
              <a:gd name="connsiteY5111" fmla="*/ 4023256 h 6382977"/>
              <a:gd name="connsiteX5112" fmla="*/ 3052385 w 6501199"/>
              <a:gd name="connsiteY5112" fmla="*/ 4057458 h 6382977"/>
              <a:gd name="connsiteX5113" fmla="*/ 3070747 w 6501199"/>
              <a:gd name="connsiteY5113" fmla="*/ 4059618 h 6382977"/>
              <a:gd name="connsiteX5114" fmla="*/ 3061746 w 6501199"/>
              <a:gd name="connsiteY5114" fmla="*/ 4041617 h 6382977"/>
              <a:gd name="connsiteX5115" fmla="*/ 3070747 w 6501199"/>
              <a:gd name="connsiteY5115" fmla="*/ 4041617 h 6382977"/>
              <a:gd name="connsiteX5116" fmla="*/ 3091269 w 6501199"/>
              <a:gd name="connsiteY5116" fmla="*/ 4077979 h 6382977"/>
              <a:gd name="connsiteX5117" fmla="*/ 3077588 w 6501199"/>
              <a:gd name="connsiteY5117" fmla="*/ 4061778 h 6382977"/>
              <a:gd name="connsiteX5118" fmla="*/ 3075428 w 6501199"/>
              <a:gd name="connsiteY5118" fmla="*/ 4082299 h 6382977"/>
              <a:gd name="connsiteX5119" fmla="*/ 3086589 w 6501199"/>
              <a:gd name="connsiteY5119" fmla="*/ 4091660 h 6382977"/>
              <a:gd name="connsiteX5120" fmla="*/ 3070747 w 6501199"/>
              <a:gd name="connsiteY5120" fmla="*/ 4100660 h 6382977"/>
              <a:gd name="connsiteX5121" fmla="*/ 3059226 w 6501199"/>
              <a:gd name="connsiteY5121" fmla="*/ 4084819 h 6382977"/>
              <a:gd name="connsiteX5122" fmla="*/ 3070747 w 6501199"/>
              <a:gd name="connsiteY5122" fmla="*/ 4107500 h 6382977"/>
              <a:gd name="connsiteX5123" fmla="*/ 3052385 w 6501199"/>
              <a:gd name="connsiteY5123" fmla="*/ 4091660 h 6382977"/>
              <a:gd name="connsiteX5124" fmla="*/ 3022862 w 6501199"/>
              <a:gd name="connsiteY5124" fmla="*/ 4098140 h 6382977"/>
              <a:gd name="connsiteX5125" fmla="*/ 3045544 w 6501199"/>
              <a:gd name="connsiteY5125" fmla="*/ 4109660 h 6382977"/>
              <a:gd name="connsiteX5126" fmla="*/ 3027543 w 6501199"/>
              <a:gd name="connsiteY5126" fmla="*/ 4107500 h 6382977"/>
              <a:gd name="connsiteX5127" fmla="*/ 3020702 w 6501199"/>
              <a:gd name="connsiteY5127" fmla="*/ 4121181 h 6382977"/>
              <a:gd name="connsiteX5128" fmla="*/ 3034383 w 6501199"/>
              <a:gd name="connsiteY5128" fmla="*/ 4123341 h 6382977"/>
              <a:gd name="connsiteX5129" fmla="*/ 3013861 w 6501199"/>
              <a:gd name="connsiteY5129" fmla="*/ 4152862 h 6382977"/>
              <a:gd name="connsiteX5130" fmla="*/ 3018542 w 6501199"/>
              <a:gd name="connsiteY5130" fmla="*/ 4125501 h 6382977"/>
              <a:gd name="connsiteX5131" fmla="*/ 2995499 w 6501199"/>
              <a:gd name="connsiteY5131" fmla="*/ 4095980 h 6382977"/>
              <a:gd name="connsiteX5132" fmla="*/ 2984338 w 6501199"/>
              <a:gd name="connsiteY5132" fmla="*/ 4102820 h 6382977"/>
              <a:gd name="connsiteX5133" fmla="*/ 3009181 w 6501199"/>
              <a:gd name="connsiteY5133" fmla="*/ 4134862 h 6382977"/>
              <a:gd name="connsiteX5134" fmla="*/ 2986498 w 6501199"/>
              <a:gd name="connsiteY5134" fmla="*/ 4139182 h 6382977"/>
              <a:gd name="connsiteX5135" fmla="*/ 3013861 w 6501199"/>
              <a:gd name="connsiteY5135" fmla="*/ 4152862 h 6382977"/>
              <a:gd name="connsiteX5136" fmla="*/ 3032223 w 6501199"/>
              <a:gd name="connsiteY5136" fmla="*/ 4178064 h 6382977"/>
              <a:gd name="connsiteX5137" fmla="*/ 3011701 w 6501199"/>
              <a:gd name="connsiteY5137" fmla="*/ 4171223 h 6382977"/>
              <a:gd name="connsiteX5138" fmla="*/ 3013861 w 6501199"/>
              <a:gd name="connsiteY5138" fmla="*/ 4161863 h 6382977"/>
              <a:gd name="connsiteX5139" fmla="*/ 3000180 w 6501199"/>
              <a:gd name="connsiteY5139" fmla="*/ 4178064 h 6382977"/>
              <a:gd name="connsiteX5140" fmla="*/ 3007020 w 6501199"/>
              <a:gd name="connsiteY5140" fmla="*/ 4168703 h 6382977"/>
              <a:gd name="connsiteX5141" fmla="*/ 3011701 w 6501199"/>
              <a:gd name="connsiteY5141" fmla="*/ 4205065 h 6382977"/>
              <a:gd name="connsiteX5142" fmla="*/ 2993339 w 6501199"/>
              <a:gd name="connsiteY5142" fmla="*/ 4193904 h 6382977"/>
              <a:gd name="connsiteX5143" fmla="*/ 2984338 w 6501199"/>
              <a:gd name="connsiteY5143" fmla="*/ 4180224 h 6382977"/>
              <a:gd name="connsiteX5144" fmla="*/ 2979658 w 6501199"/>
              <a:gd name="connsiteY5144" fmla="*/ 4189224 h 6382977"/>
              <a:gd name="connsiteX5145" fmla="*/ 2959135 w 6501199"/>
              <a:gd name="connsiteY5145" fmla="*/ 4173383 h 6382977"/>
              <a:gd name="connsiteX5146" fmla="*/ 2984338 w 6501199"/>
              <a:gd name="connsiteY5146" fmla="*/ 4207585 h 6382977"/>
              <a:gd name="connsiteX5147" fmla="*/ 2977497 w 6501199"/>
              <a:gd name="connsiteY5147" fmla="*/ 4225586 h 6382977"/>
              <a:gd name="connsiteX5148" fmla="*/ 2952295 w 6501199"/>
              <a:gd name="connsiteY5148" fmla="*/ 4228106 h 6382977"/>
              <a:gd name="connsiteX5149" fmla="*/ 2977497 w 6501199"/>
              <a:gd name="connsiteY5149" fmla="*/ 4243947 h 6382977"/>
              <a:gd name="connsiteX5150" fmla="*/ 2952295 w 6501199"/>
              <a:gd name="connsiteY5150" fmla="*/ 4239266 h 6382977"/>
              <a:gd name="connsiteX5151" fmla="*/ 2945454 w 6501199"/>
              <a:gd name="connsiteY5151" fmla="*/ 4248627 h 6382977"/>
              <a:gd name="connsiteX5152" fmla="*/ 2925292 w 6501199"/>
              <a:gd name="connsiteY5152" fmla="*/ 4234946 h 6382977"/>
              <a:gd name="connsiteX5153" fmla="*/ 2947974 w 6501199"/>
              <a:gd name="connsiteY5153" fmla="*/ 4255467 h 6382977"/>
              <a:gd name="connsiteX5154" fmla="*/ 2954815 w 6501199"/>
              <a:gd name="connsiteY5154" fmla="*/ 4252947 h 6382977"/>
              <a:gd name="connsiteX5155" fmla="*/ 2950134 w 6501199"/>
              <a:gd name="connsiteY5155" fmla="*/ 4259788 h 6382977"/>
              <a:gd name="connsiteX5156" fmla="*/ 2959135 w 6501199"/>
              <a:gd name="connsiteY5156" fmla="*/ 4275628 h 6382977"/>
              <a:gd name="connsiteX5157" fmla="*/ 2931773 w 6501199"/>
              <a:gd name="connsiteY5157" fmla="*/ 4282469 h 6382977"/>
              <a:gd name="connsiteX5158" fmla="*/ 2959135 w 6501199"/>
              <a:gd name="connsiteY5158" fmla="*/ 4287149 h 6382977"/>
              <a:gd name="connsiteX5159" fmla="*/ 2952295 w 6501199"/>
              <a:gd name="connsiteY5159" fmla="*/ 4309830 h 6382977"/>
              <a:gd name="connsiteX5160" fmla="*/ 2952295 w 6501199"/>
              <a:gd name="connsiteY5160" fmla="*/ 4296149 h 6382977"/>
              <a:gd name="connsiteX5161" fmla="*/ 2931773 w 6501199"/>
              <a:gd name="connsiteY5161" fmla="*/ 4316670 h 6382977"/>
              <a:gd name="connsiteX5162" fmla="*/ 2952295 w 6501199"/>
              <a:gd name="connsiteY5162" fmla="*/ 4328191 h 6382977"/>
              <a:gd name="connsiteX5163" fmla="*/ 2927452 w 6501199"/>
              <a:gd name="connsiteY5163" fmla="*/ 4332511 h 6382977"/>
              <a:gd name="connsiteX5164" fmla="*/ 2943294 w 6501199"/>
              <a:gd name="connsiteY5164" fmla="*/ 4350872 h 6382977"/>
              <a:gd name="connsiteX5165" fmla="*/ 2915931 w 6501199"/>
              <a:gd name="connsiteY5165" fmla="*/ 4391914 h 6382977"/>
              <a:gd name="connsiteX5166" fmla="*/ 2897929 w 6501199"/>
              <a:gd name="connsiteY5166" fmla="*/ 4382553 h 6382977"/>
              <a:gd name="connsiteX5167" fmla="*/ 2879567 w 6501199"/>
              <a:gd name="connsiteY5167" fmla="*/ 4464637 h 6382977"/>
              <a:gd name="connsiteX5168" fmla="*/ 2877407 w 6501199"/>
              <a:gd name="connsiteY5168" fmla="*/ 4473638 h 6382977"/>
              <a:gd name="connsiteX5169" fmla="*/ 2879567 w 6501199"/>
              <a:gd name="connsiteY5169" fmla="*/ 4480478 h 6382977"/>
              <a:gd name="connsiteX5170" fmla="*/ 2893248 w 6501199"/>
              <a:gd name="connsiteY5170" fmla="*/ 4475798 h 6382977"/>
              <a:gd name="connsiteX5171" fmla="*/ 2891088 w 6501199"/>
              <a:gd name="connsiteY5171" fmla="*/ 4521520 h 6382977"/>
              <a:gd name="connsiteX5172" fmla="*/ 2874887 w 6501199"/>
              <a:gd name="connsiteY5172" fmla="*/ 4555722 h 6382977"/>
              <a:gd name="connsiteX5173" fmla="*/ 2843203 w 6501199"/>
              <a:gd name="connsiteY5173" fmla="*/ 4637445 h 6382977"/>
              <a:gd name="connsiteX5174" fmla="*/ 2829522 w 6501199"/>
              <a:gd name="connsiteY5174" fmla="*/ 4628445 h 6382977"/>
              <a:gd name="connsiteX5175" fmla="*/ 2815840 w 6501199"/>
              <a:gd name="connsiteY5175" fmla="*/ 4651126 h 6382977"/>
              <a:gd name="connsiteX5176" fmla="*/ 2832042 w 6501199"/>
              <a:gd name="connsiteY5176" fmla="*/ 4653286 h 6382977"/>
              <a:gd name="connsiteX5177" fmla="*/ 2804679 w 6501199"/>
              <a:gd name="connsiteY5177" fmla="*/ 4726010 h 6382977"/>
              <a:gd name="connsiteX5178" fmla="*/ 2779477 w 6501199"/>
              <a:gd name="connsiteY5178" fmla="*/ 4723850 h 6382977"/>
              <a:gd name="connsiteX5179" fmla="*/ 2784157 w 6501199"/>
              <a:gd name="connsiteY5179" fmla="*/ 4746891 h 6382977"/>
              <a:gd name="connsiteX5180" fmla="*/ 2765795 w 6501199"/>
              <a:gd name="connsiteY5180" fmla="*/ 4755891 h 6382977"/>
              <a:gd name="connsiteX5181" fmla="*/ 2795318 w 6501199"/>
              <a:gd name="connsiteY5181" fmla="*/ 4755891 h 6382977"/>
              <a:gd name="connsiteX5182" fmla="*/ 2786317 w 6501199"/>
              <a:gd name="connsiteY5182" fmla="*/ 4778572 h 6382977"/>
              <a:gd name="connsiteX5183" fmla="*/ 2747793 w 6501199"/>
              <a:gd name="connsiteY5183" fmla="*/ 4823934 h 6382977"/>
              <a:gd name="connsiteX5184" fmla="*/ 2777316 w 6501199"/>
              <a:gd name="connsiteY5184" fmla="*/ 4814934 h 6382977"/>
              <a:gd name="connsiteX5185" fmla="*/ 2768315 w 6501199"/>
              <a:gd name="connsiteY5185" fmla="*/ 4819614 h 6382977"/>
              <a:gd name="connsiteX5186" fmla="*/ 2754634 w 6501199"/>
              <a:gd name="connsiteY5186" fmla="*/ 4855976 h 6382977"/>
              <a:gd name="connsiteX5187" fmla="*/ 2770476 w 6501199"/>
              <a:gd name="connsiteY5187" fmla="*/ 4858136 h 6382977"/>
              <a:gd name="connsiteX5188" fmla="*/ 2747793 w 6501199"/>
              <a:gd name="connsiteY5188" fmla="*/ 4883337 h 6382977"/>
              <a:gd name="connsiteX5189" fmla="*/ 2743113 w 6501199"/>
              <a:gd name="connsiteY5189" fmla="*/ 4906018 h 6382977"/>
              <a:gd name="connsiteX5190" fmla="*/ 2734112 w 6501199"/>
              <a:gd name="connsiteY5190" fmla="*/ 4919699 h 6382977"/>
              <a:gd name="connsiteX5191" fmla="*/ 2745273 w 6501199"/>
              <a:gd name="connsiteY5191" fmla="*/ 4937700 h 6382977"/>
              <a:gd name="connsiteX5192" fmla="*/ 2754634 w 6501199"/>
              <a:gd name="connsiteY5192" fmla="*/ 4919699 h 6382977"/>
              <a:gd name="connsiteX5193" fmla="*/ 2829522 w 6501199"/>
              <a:gd name="connsiteY5193" fmla="*/ 4926539 h 6382977"/>
              <a:gd name="connsiteX5194" fmla="*/ 2757874 w 6501199"/>
              <a:gd name="connsiteY5194" fmla="*/ 4955116 h 6382977"/>
              <a:gd name="connsiteX5195" fmla="*/ 2691823 w 6501199"/>
              <a:gd name="connsiteY5195" fmla="*/ 4983202 h 6382977"/>
              <a:gd name="connsiteX5196" fmla="*/ 2691621 w 6501199"/>
              <a:gd name="connsiteY5196" fmla="*/ 4988380 h 6382977"/>
              <a:gd name="connsiteX5197" fmla="*/ 2693405 w 6501199"/>
              <a:gd name="connsiteY5197" fmla="*/ 4989306 h 6382977"/>
              <a:gd name="connsiteX5198" fmla="*/ 2711429 w 6501199"/>
              <a:gd name="connsiteY5198" fmla="*/ 4997102 h 6382977"/>
              <a:gd name="connsiteX5199" fmla="*/ 2734112 w 6501199"/>
              <a:gd name="connsiteY5199" fmla="*/ 4992422 h 6382977"/>
              <a:gd name="connsiteX5200" fmla="*/ 2738432 w 6501199"/>
              <a:gd name="connsiteY5200" fmla="*/ 4971901 h 6382977"/>
              <a:gd name="connsiteX5201" fmla="*/ 2743113 w 6501199"/>
              <a:gd name="connsiteY5201" fmla="*/ 4992422 h 6382977"/>
              <a:gd name="connsiteX5202" fmla="*/ 2781637 w 6501199"/>
              <a:gd name="connsiteY5202" fmla="*/ 4992422 h 6382977"/>
              <a:gd name="connsiteX5203" fmla="*/ 2825201 w 6501199"/>
              <a:gd name="connsiteY5203" fmla="*/ 4983422 h 6382977"/>
              <a:gd name="connsiteX5204" fmla="*/ 2809000 w 6501199"/>
              <a:gd name="connsiteY5204" fmla="*/ 5008263 h 6382977"/>
              <a:gd name="connsiteX5205" fmla="*/ 2734112 w 6501199"/>
              <a:gd name="connsiteY5205" fmla="*/ 5015103 h 6382977"/>
              <a:gd name="connsiteX5206" fmla="*/ 2693067 w 6501199"/>
              <a:gd name="connsiteY5206" fmla="*/ 5026624 h 6382977"/>
              <a:gd name="connsiteX5207" fmla="*/ 2694063 w 6501199"/>
              <a:gd name="connsiteY5207" fmla="*/ 5037486 h 6382977"/>
              <a:gd name="connsiteX5208" fmla="*/ 2693543 w 6501199"/>
              <a:gd name="connsiteY5208" fmla="*/ 5039263 h 6382977"/>
              <a:gd name="connsiteX5209" fmla="*/ 2695469 w 6501199"/>
              <a:gd name="connsiteY5209" fmla="*/ 5066073 h 6382977"/>
              <a:gd name="connsiteX5210" fmla="*/ 2694324 w 6501199"/>
              <a:gd name="connsiteY5210" fmla="*/ 5066078 h 6382977"/>
              <a:gd name="connsiteX5211" fmla="*/ 2695228 w 6501199"/>
              <a:gd name="connsiteY5211" fmla="*/ 5067306 h 6382977"/>
              <a:gd name="connsiteX5212" fmla="*/ 2706749 w 6501199"/>
              <a:gd name="connsiteY5212" fmla="*/ 5044625 h 6382977"/>
              <a:gd name="connsiteX5213" fmla="*/ 2763635 w 6501199"/>
              <a:gd name="connsiteY5213" fmla="*/ 5051465 h 6382977"/>
              <a:gd name="connsiteX5214" fmla="*/ 2763635 w 6501199"/>
              <a:gd name="connsiteY5214" fmla="*/ 5074146 h 6382977"/>
              <a:gd name="connsiteX5215" fmla="*/ 2708909 w 6501199"/>
              <a:gd name="connsiteY5215" fmla="*/ 5085667 h 6382977"/>
              <a:gd name="connsiteX5216" fmla="*/ 2699908 w 6501199"/>
              <a:gd name="connsiteY5216" fmla="*/ 5071986 h 6382977"/>
              <a:gd name="connsiteX5217" fmla="*/ 2656704 w 6501199"/>
              <a:gd name="connsiteY5217" fmla="*/ 5099347 h 6382977"/>
              <a:gd name="connsiteX5218" fmla="*/ 2681546 w 6501199"/>
              <a:gd name="connsiteY5218" fmla="*/ 5110868 h 6382977"/>
              <a:gd name="connsiteX5219" fmla="*/ 2686227 w 6501199"/>
              <a:gd name="connsiteY5219" fmla="*/ 5135709 h 6382977"/>
              <a:gd name="connsiteX5220" fmla="*/ 2697748 w 6501199"/>
              <a:gd name="connsiteY5220" fmla="*/ 5113028 h 6382977"/>
              <a:gd name="connsiteX5221" fmla="*/ 2752114 w 6501199"/>
              <a:gd name="connsiteY5221" fmla="*/ 5106188 h 6382977"/>
              <a:gd name="connsiteX5222" fmla="*/ 2781637 w 6501199"/>
              <a:gd name="connsiteY5222" fmla="*/ 5117348 h 6382977"/>
              <a:gd name="connsiteX5223" fmla="*/ 2784157 w 6501199"/>
              <a:gd name="connsiteY5223" fmla="*/ 5128869 h 6382977"/>
              <a:gd name="connsiteX5224" fmla="*/ 2693067 w 6501199"/>
              <a:gd name="connsiteY5224" fmla="*/ 5181071 h 6382977"/>
              <a:gd name="connsiteX5225" fmla="*/ 2745273 w 6501199"/>
              <a:gd name="connsiteY5225" fmla="*/ 5190432 h 6382977"/>
              <a:gd name="connsiteX5226" fmla="*/ 2799999 w 6501199"/>
              <a:gd name="connsiteY5226" fmla="*/ 5183591 h 6382977"/>
              <a:gd name="connsiteX5227" fmla="*/ 2610979 w 6501199"/>
              <a:gd name="connsiteY5227" fmla="*/ 5247314 h 6382977"/>
              <a:gd name="connsiteX5228" fmla="*/ 2634021 w 6501199"/>
              <a:gd name="connsiteY5228" fmla="*/ 5263155 h 6382977"/>
              <a:gd name="connsiteX5229" fmla="*/ 2774796 w 6501199"/>
              <a:gd name="connsiteY5229" fmla="*/ 5251634 h 6382977"/>
              <a:gd name="connsiteX5230" fmla="*/ 2704589 w 6501199"/>
              <a:gd name="connsiteY5230" fmla="*/ 5283676 h 6382977"/>
              <a:gd name="connsiteX5231" fmla="*/ 2608819 w 6501199"/>
              <a:gd name="connsiteY5231" fmla="*/ 5290516 h 6382977"/>
              <a:gd name="connsiteX5232" fmla="*/ 2608819 w 6501199"/>
              <a:gd name="connsiteY5232" fmla="*/ 5306357 h 6382977"/>
              <a:gd name="connsiteX5233" fmla="*/ 2595137 w 6501199"/>
              <a:gd name="connsiteY5233" fmla="*/ 5297357 h 6382977"/>
              <a:gd name="connsiteX5234" fmla="*/ 2568134 w 6501199"/>
              <a:gd name="connsiteY5234" fmla="*/ 5331198 h 6382977"/>
              <a:gd name="connsiteX5235" fmla="*/ 2652023 w 6501199"/>
              <a:gd name="connsiteY5235" fmla="*/ 5335878 h 6382977"/>
              <a:gd name="connsiteX5236" fmla="*/ 2727271 w 6501199"/>
              <a:gd name="connsiteY5236" fmla="*/ 5335878 h 6382977"/>
              <a:gd name="connsiteX5237" fmla="*/ 2599818 w 6501199"/>
              <a:gd name="connsiteY5237" fmla="*/ 5361080 h 6382977"/>
              <a:gd name="connsiteX5238" fmla="*/ 2581456 w 6501199"/>
              <a:gd name="connsiteY5238" fmla="*/ 5376920 h 6382977"/>
              <a:gd name="connsiteX5239" fmla="*/ 2488206 w 6501199"/>
              <a:gd name="connsiteY5239" fmla="*/ 5363240 h 6382977"/>
              <a:gd name="connsiteX5240" fmla="*/ 2460843 w 6501199"/>
              <a:gd name="connsiteY5240" fmla="*/ 5365400 h 6382977"/>
              <a:gd name="connsiteX5241" fmla="*/ 2449554 w 6501199"/>
              <a:gd name="connsiteY5241" fmla="*/ 5374677 h 6382977"/>
              <a:gd name="connsiteX5242" fmla="*/ 2433311 w 6501199"/>
              <a:gd name="connsiteY5242" fmla="*/ 5421222 h 6382977"/>
              <a:gd name="connsiteX5243" fmla="*/ 2449052 w 6501199"/>
              <a:gd name="connsiteY5243" fmla="*/ 5417197 h 6382977"/>
              <a:gd name="connsiteX5244" fmla="*/ 2458683 w 6501199"/>
              <a:gd name="connsiteY5244" fmla="*/ 5429123 h 6382977"/>
              <a:gd name="connsiteX5245" fmla="*/ 2472364 w 6501199"/>
              <a:gd name="connsiteY5245" fmla="*/ 5413282 h 6382977"/>
              <a:gd name="connsiteX5246" fmla="*/ 2490726 w 6501199"/>
              <a:gd name="connsiteY5246" fmla="*/ 5426963 h 6382977"/>
              <a:gd name="connsiteX5247" fmla="*/ 2499727 w 6501199"/>
              <a:gd name="connsiteY5247" fmla="*/ 5415442 h 6382977"/>
              <a:gd name="connsiteX5248" fmla="*/ 2510888 w 6501199"/>
              <a:gd name="connsiteY5248" fmla="*/ 5429123 h 6382977"/>
              <a:gd name="connsiteX5249" fmla="*/ 2454002 w 6501199"/>
              <a:gd name="connsiteY5249" fmla="*/ 5449644 h 6382977"/>
              <a:gd name="connsiteX5250" fmla="*/ 2431320 w 6501199"/>
              <a:gd name="connsiteY5250" fmla="*/ 5438484 h 6382977"/>
              <a:gd name="connsiteX5251" fmla="*/ 2431320 w 6501199"/>
              <a:gd name="connsiteY5251" fmla="*/ 5465485 h 6382977"/>
              <a:gd name="connsiteX5252" fmla="*/ 2406072 w 6501199"/>
              <a:gd name="connsiteY5252" fmla="*/ 5457024 h 6382977"/>
              <a:gd name="connsiteX5253" fmla="*/ 2401495 w 6501199"/>
              <a:gd name="connsiteY5253" fmla="*/ 5455836 h 6382977"/>
              <a:gd name="connsiteX5254" fmla="*/ 2384640 w 6501199"/>
              <a:gd name="connsiteY5254" fmla="*/ 5472949 h 6382977"/>
              <a:gd name="connsiteX5255" fmla="*/ 2356470 w 6501199"/>
              <a:gd name="connsiteY5255" fmla="*/ 5491182 h 6382977"/>
              <a:gd name="connsiteX5256" fmla="*/ 2357860 w 6501199"/>
              <a:gd name="connsiteY5256" fmla="*/ 5491992 h 6382977"/>
              <a:gd name="connsiteX5257" fmla="*/ 2434853 w 6501199"/>
              <a:gd name="connsiteY5257" fmla="*/ 5483549 h 6382977"/>
              <a:gd name="connsiteX5258" fmla="*/ 2448172 w 6501199"/>
              <a:gd name="connsiteY5258" fmla="*/ 5492484 h 6382977"/>
              <a:gd name="connsiteX5259" fmla="*/ 2569121 w 6501199"/>
              <a:gd name="connsiteY5259" fmla="*/ 5474614 h 6382977"/>
              <a:gd name="connsiteX5260" fmla="*/ 2605478 w 6501199"/>
              <a:gd name="connsiteY5260" fmla="*/ 5472112 h 6382977"/>
              <a:gd name="connsiteX5261" fmla="*/ 2587120 w 6501199"/>
              <a:gd name="connsiteY5261" fmla="*/ 5519646 h 6382977"/>
              <a:gd name="connsiteX5262" fmla="*/ 2573441 w 6501199"/>
              <a:gd name="connsiteY5262" fmla="*/ 5499274 h 6382977"/>
              <a:gd name="connsiteX5263" fmla="*/ 2530245 w 6501199"/>
              <a:gd name="connsiteY5263" fmla="*/ 5508209 h 6382977"/>
              <a:gd name="connsiteX5264" fmla="*/ 2521246 w 6501199"/>
              <a:gd name="connsiteY5264" fmla="*/ 5526436 h 6382977"/>
              <a:gd name="connsiteX5265" fmla="*/ 2487049 w 6501199"/>
              <a:gd name="connsiteY5265" fmla="*/ 5540018 h 6382977"/>
              <a:gd name="connsiteX5266" fmla="*/ 2468690 w 6501199"/>
              <a:gd name="connsiteY5266" fmla="*/ 5519646 h 6382977"/>
              <a:gd name="connsiteX5267" fmla="*/ 2404976 w 6501199"/>
              <a:gd name="connsiteY5267" fmla="*/ 5515000 h 6382977"/>
              <a:gd name="connsiteX5268" fmla="*/ 2338562 w 6501199"/>
              <a:gd name="connsiteY5268" fmla="*/ 5504596 h 6382977"/>
              <a:gd name="connsiteX5269" fmla="*/ 2338748 w 6501199"/>
              <a:gd name="connsiteY5269" fmla="*/ 5496464 h 6382977"/>
              <a:gd name="connsiteX5270" fmla="*/ 2318321 w 6501199"/>
              <a:gd name="connsiteY5270" fmla="*/ 5502198 h 6382977"/>
              <a:gd name="connsiteX5271" fmla="*/ 2290965 w 6501199"/>
              <a:gd name="connsiteY5271" fmla="*/ 5532077 h 6382977"/>
              <a:gd name="connsiteX5272" fmla="*/ 2225096 w 6501199"/>
              <a:gd name="connsiteY5272" fmla="*/ 5513718 h 6382977"/>
              <a:gd name="connsiteX5273" fmla="*/ 2225237 w 6501199"/>
              <a:gd name="connsiteY5273" fmla="*/ 5510213 h 6382977"/>
              <a:gd name="connsiteX5274" fmla="*/ 2224172 w 6501199"/>
              <a:gd name="connsiteY5274" fmla="*/ 5509763 h 6382977"/>
              <a:gd name="connsiteX5275" fmla="*/ 2217415 w 6501199"/>
              <a:gd name="connsiteY5275" fmla="*/ 5500661 h 6382977"/>
              <a:gd name="connsiteX5276" fmla="*/ 2219795 w 6501199"/>
              <a:gd name="connsiteY5276" fmla="*/ 5483836 h 6382977"/>
              <a:gd name="connsiteX5277" fmla="*/ 2199787 w 6501199"/>
              <a:gd name="connsiteY5277" fmla="*/ 5474007 h 6382977"/>
              <a:gd name="connsiteX5278" fmla="*/ 2156077 w 6501199"/>
              <a:gd name="connsiteY5278" fmla="*/ 5462239 h 6382977"/>
              <a:gd name="connsiteX5279" fmla="*/ 2116987 w 6501199"/>
              <a:gd name="connsiteY5279" fmla="*/ 5450121 h 6382977"/>
              <a:gd name="connsiteX5280" fmla="*/ 2106708 w 6501199"/>
              <a:gd name="connsiteY5280" fmla="*/ 5451028 h 6382977"/>
              <a:gd name="connsiteX5281" fmla="*/ 2106605 w 6501199"/>
              <a:gd name="connsiteY5281" fmla="*/ 5451402 h 6382977"/>
              <a:gd name="connsiteX5282" fmla="*/ 2092987 w 6501199"/>
              <a:gd name="connsiteY5282" fmla="*/ 5452313 h 6382977"/>
              <a:gd name="connsiteX5283" fmla="*/ 2110987 w 6501199"/>
              <a:gd name="connsiteY5283" fmla="*/ 5477515 h 6382977"/>
              <a:gd name="connsiteX5284" fmla="*/ 2104147 w 6501199"/>
              <a:gd name="connsiteY5284" fmla="*/ 5500196 h 6382977"/>
              <a:gd name="connsiteX5285" fmla="*/ 2113507 w 6501199"/>
              <a:gd name="connsiteY5285" fmla="*/ 5486516 h 6382977"/>
              <a:gd name="connsiteX5286" fmla="*/ 2134027 w 6501199"/>
              <a:gd name="connsiteY5286" fmla="*/ 5500196 h 6382977"/>
              <a:gd name="connsiteX5287" fmla="*/ 2122507 w 6501199"/>
              <a:gd name="connsiteY5287" fmla="*/ 5520718 h 6382977"/>
              <a:gd name="connsiteX5288" fmla="*/ 2099827 w 6501199"/>
              <a:gd name="connsiteY5288" fmla="*/ 5518558 h 6382977"/>
              <a:gd name="connsiteX5289" fmla="*/ 2138347 w 6501199"/>
              <a:gd name="connsiteY5289" fmla="*/ 5554920 h 6382977"/>
              <a:gd name="connsiteX5290" fmla="*/ 2136187 w 6501199"/>
              <a:gd name="connsiteY5290" fmla="*/ 5586602 h 6382977"/>
              <a:gd name="connsiteX5291" fmla="*/ 2117827 w 6501199"/>
              <a:gd name="connsiteY5291" fmla="*/ 5577602 h 6382977"/>
              <a:gd name="connsiteX5292" fmla="*/ 2117827 w 6501199"/>
              <a:gd name="connsiteY5292" fmla="*/ 5559240 h 6382977"/>
              <a:gd name="connsiteX5293" fmla="*/ 2101987 w 6501199"/>
              <a:gd name="connsiteY5293" fmla="*/ 5563921 h 6382977"/>
              <a:gd name="connsiteX5294" fmla="*/ 2115667 w 6501199"/>
              <a:gd name="connsiteY5294" fmla="*/ 5579762 h 6382977"/>
              <a:gd name="connsiteX5295" fmla="*/ 2101987 w 6501199"/>
              <a:gd name="connsiteY5295" fmla="*/ 5604964 h 6382977"/>
              <a:gd name="connsiteX5296" fmla="*/ 2067787 w 6501199"/>
              <a:gd name="connsiteY5296" fmla="*/ 5550240 h 6382977"/>
              <a:gd name="connsiteX5297" fmla="*/ 2056627 w 6501199"/>
              <a:gd name="connsiteY5297" fmla="*/ 5613964 h 6382977"/>
              <a:gd name="connsiteX5298" fmla="*/ 2065627 w 6501199"/>
              <a:gd name="connsiteY5298" fmla="*/ 5632326 h 6382977"/>
              <a:gd name="connsiteX5299" fmla="*/ 2077147 w 6501199"/>
              <a:gd name="connsiteY5299" fmla="*/ 5629806 h 6382977"/>
              <a:gd name="connsiteX5300" fmla="*/ 2063467 w 6501199"/>
              <a:gd name="connsiteY5300" fmla="*/ 5732412 h 6382977"/>
              <a:gd name="connsiteX5301" fmla="*/ 2077147 w 6501199"/>
              <a:gd name="connsiteY5301" fmla="*/ 5736732 h 6382977"/>
              <a:gd name="connsiteX5302" fmla="*/ 2067787 w 6501199"/>
              <a:gd name="connsiteY5302" fmla="*/ 5757254 h 6382977"/>
              <a:gd name="connsiteX5303" fmla="*/ 2051947 w 6501199"/>
              <a:gd name="connsiteY5303" fmla="*/ 5743573 h 6382977"/>
              <a:gd name="connsiteX5304" fmla="*/ 2047267 w 6501199"/>
              <a:gd name="connsiteY5304" fmla="*/ 5784616 h 6382977"/>
              <a:gd name="connsiteX5305" fmla="*/ 2029267 w 6501199"/>
              <a:gd name="connsiteY5305" fmla="*/ 5793616 h 6382977"/>
              <a:gd name="connsiteX5306" fmla="*/ 2040427 w 6501199"/>
              <a:gd name="connsiteY5306" fmla="*/ 5800457 h 6382977"/>
              <a:gd name="connsiteX5307" fmla="*/ 2019907 w 6501199"/>
              <a:gd name="connsiteY5307" fmla="*/ 5809458 h 6382977"/>
              <a:gd name="connsiteX5308" fmla="*/ 2031427 w 6501199"/>
              <a:gd name="connsiteY5308" fmla="*/ 5825658 h 6382977"/>
              <a:gd name="connsiteX5309" fmla="*/ 1999746 w 6501199"/>
              <a:gd name="connsiteY5309" fmla="*/ 5827819 h 6382977"/>
              <a:gd name="connsiteX5310" fmla="*/ 1997226 w 6501199"/>
              <a:gd name="connsiteY5310" fmla="*/ 5855181 h 6382977"/>
              <a:gd name="connsiteX5311" fmla="*/ 1992906 w 6501199"/>
              <a:gd name="connsiteY5311" fmla="*/ 5850500 h 6382977"/>
              <a:gd name="connsiteX5312" fmla="*/ 1988226 w 6501199"/>
              <a:gd name="connsiteY5312" fmla="*/ 5850500 h 6382977"/>
              <a:gd name="connsiteX5313" fmla="*/ 1988226 w 6501199"/>
              <a:gd name="connsiteY5313" fmla="*/ 5832499 h 6382977"/>
              <a:gd name="connsiteX5314" fmla="*/ 1995066 w 6501199"/>
              <a:gd name="connsiteY5314" fmla="*/ 5877862 h 6382977"/>
              <a:gd name="connsiteX5315" fmla="*/ 1974546 w 6501199"/>
              <a:gd name="connsiteY5315" fmla="*/ 5889383 h 6382977"/>
              <a:gd name="connsiteX5316" fmla="*/ 1981386 w 6501199"/>
              <a:gd name="connsiteY5316" fmla="*/ 5903064 h 6382977"/>
              <a:gd name="connsiteX5317" fmla="*/ 1947186 w 6501199"/>
              <a:gd name="connsiteY5317" fmla="*/ 5898384 h 6382977"/>
              <a:gd name="connsiteX5318" fmla="*/ 1945026 w 6501199"/>
              <a:gd name="connsiteY5318" fmla="*/ 5868862 h 6382977"/>
              <a:gd name="connsiteX5319" fmla="*/ 1922346 w 6501199"/>
              <a:gd name="connsiteY5319" fmla="*/ 5871022 h 6382977"/>
              <a:gd name="connsiteX5320" fmla="*/ 1938186 w 6501199"/>
              <a:gd name="connsiteY5320" fmla="*/ 5916385 h 6382977"/>
              <a:gd name="connsiteX5321" fmla="*/ 1956546 w 6501199"/>
              <a:gd name="connsiteY5321" fmla="*/ 5936906 h 6382977"/>
              <a:gd name="connsiteX5322" fmla="*/ 1945026 w 6501199"/>
              <a:gd name="connsiteY5322" fmla="*/ 5918905 h 6382977"/>
              <a:gd name="connsiteX5323" fmla="*/ 1926666 w 6501199"/>
              <a:gd name="connsiteY5323" fmla="*/ 5932586 h 6382977"/>
              <a:gd name="connsiteX5324" fmla="*/ 1940346 w 6501199"/>
              <a:gd name="connsiteY5324" fmla="*/ 5943747 h 6382977"/>
              <a:gd name="connsiteX5325" fmla="*/ 1929186 w 6501199"/>
              <a:gd name="connsiteY5325" fmla="*/ 5946267 h 6382977"/>
              <a:gd name="connsiteX5326" fmla="*/ 1949706 w 6501199"/>
              <a:gd name="connsiteY5326" fmla="*/ 5962108 h 6382977"/>
              <a:gd name="connsiteX5327" fmla="*/ 1929186 w 6501199"/>
              <a:gd name="connsiteY5327" fmla="*/ 5971108 h 6382977"/>
              <a:gd name="connsiteX5328" fmla="*/ 1951866 w 6501199"/>
              <a:gd name="connsiteY5328" fmla="*/ 5986950 h 6382977"/>
              <a:gd name="connsiteX5329" fmla="*/ 1936026 w 6501199"/>
              <a:gd name="connsiteY5329" fmla="*/ 5982630 h 6382977"/>
              <a:gd name="connsiteX5330" fmla="*/ 1926666 w 6501199"/>
              <a:gd name="connsiteY5330" fmla="*/ 5991630 h 6382977"/>
              <a:gd name="connsiteX5331" fmla="*/ 1942866 w 6501199"/>
              <a:gd name="connsiteY5331" fmla="*/ 6032673 h 6382977"/>
              <a:gd name="connsiteX5332" fmla="*/ 1965546 w 6501199"/>
              <a:gd name="connsiteY5332" fmla="*/ 6036993 h 6382977"/>
              <a:gd name="connsiteX5333" fmla="*/ 1970226 w 6501199"/>
              <a:gd name="connsiteY5333" fmla="*/ 6048514 h 6382977"/>
              <a:gd name="connsiteX5334" fmla="*/ 1960866 w 6501199"/>
              <a:gd name="connsiteY5334" fmla="*/ 6066876 h 6382977"/>
              <a:gd name="connsiteX5335" fmla="*/ 1938186 w 6501199"/>
              <a:gd name="connsiteY5335" fmla="*/ 6021152 h 6382977"/>
              <a:gd name="connsiteX5336" fmla="*/ 1929186 w 6501199"/>
              <a:gd name="connsiteY5336" fmla="*/ 6021152 h 6382977"/>
              <a:gd name="connsiteX5337" fmla="*/ 1949706 w 6501199"/>
              <a:gd name="connsiteY5337" fmla="*/ 6132760 h 6382977"/>
              <a:gd name="connsiteX5338" fmla="*/ 1933506 w 6501199"/>
              <a:gd name="connsiteY5338" fmla="*/ 6146440 h 6382977"/>
              <a:gd name="connsiteX5339" fmla="*/ 1894986 w 6501199"/>
              <a:gd name="connsiteY5339" fmla="*/ 6089557 h 6382977"/>
              <a:gd name="connsiteX5340" fmla="*/ 1888145 w 6501199"/>
              <a:gd name="connsiteY5340" fmla="*/ 6091717 h 6382977"/>
              <a:gd name="connsiteX5341" fmla="*/ 1901826 w 6501199"/>
              <a:gd name="connsiteY5341" fmla="*/ 6178123 h 6382977"/>
              <a:gd name="connsiteX5342" fmla="*/ 1894986 w 6501199"/>
              <a:gd name="connsiteY5342" fmla="*/ 6253368 h 6382977"/>
              <a:gd name="connsiteX5343" fmla="*/ 1899666 w 6501199"/>
              <a:gd name="connsiteY5343" fmla="*/ 6264529 h 6382977"/>
              <a:gd name="connsiteX5344" fmla="*/ 1881305 w 6501199"/>
              <a:gd name="connsiteY5344" fmla="*/ 6260208 h 6382977"/>
              <a:gd name="connsiteX5345" fmla="*/ 1865465 w 6501199"/>
              <a:gd name="connsiteY5345" fmla="*/ 6278210 h 6382977"/>
              <a:gd name="connsiteX5346" fmla="*/ 1876625 w 6501199"/>
              <a:gd name="connsiteY5346" fmla="*/ 6287210 h 6382977"/>
              <a:gd name="connsiteX5347" fmla="*/ 1874465 w 6501199"/>
              <a:gd name="connsiteY5347" fmla="*/ 6278210 h 6382977"/>
              <a:gd name="connsiteX5348" fmla="*/ 1894986 w 6501199"/>
              <a:gd name="connsiteY5348" fmla="*/ 6310252 h 6382977"/>
              <a:gd name="connsiteX5349" fmla="*/ 1838105 w 6501199"/>
              <a:gd name="connsiteY5349" fmla="*/ 6367136 h 6382977"/>
              <a:gd name="connsiteX5350" fmla="*/ 1803905 w 6501199"/>
              <a:gd name="connsiteY5350" fmla="*/ 6382977 h 6382977"/>
              <a:gd name="connsiteX5351" fmla="*/ 1735864 w 6501199"/>
              <a:gd name="connsiteY5351" fmla="*/ 6294051 h 6382977"/>
              <a:gd name="connsiteX5352" fmla="*/ 1753864 w 6501199"/>
              <a:gd name="connsiteY5352" fmla="*/ 6303412 h 6382977"/>
              <a:gd name="connsiteX5353" fmla="*/ 1751704 w 6501199"/>
              <a:gd name="connsiteY5353" fmla="*/ 6262368 h 6382977"/>
              <a:gd name="connsiteX5354" fmla="*/ 1722184 w 6501199"/>
              <a:gd name="connsiteY5354" fmla="*/ 6162282 h 6382977"/>
              <a:gd name="connsiteX5355" fmla="*/ 1726504 w 6501199"/>
              <a:gd name="connsiteY5355" fmla="*/ 6073356 h 6382977"/>
              <a:gd name="connsiteX5356" fmla="*/ 1715344 w 6501199"/>
              <a:gd name="connsiteY5356" fmla="*/ 6098558 h 6382977"/>
              <a:gd name="connsiteX5357" fmla="*/ 1708504 w 6501199"/>
              <a:gd name="connsiteY5357" fmla="*/ 6046354 h 6382977"/>
              <a:gd name="connsiteX5358" fmla="*/ 1703824 w 6501199"/>
              <a:gd name="connsiteY5358" fmla="*/ 5991630 h 6382977"/>
              <a:gd name="connsiteX5359" fmla="*/ 1719664 w 6501199"/>
              <a:gd name="connsiteY5359" fmla="*/ 5984790 h 6382977"/>
              <a:gd name="connsiteX5360" fmla="*/ 1712824 w 6501199"/>
              <a:gd name="connsiteY5360" fmla="*/ 5946267 h 6382977"/>
              <a:gd name="connsiteX5361" fmla="*/ 1717504 w 6501199"/>
              <a:gd name="connsiteY5361" fmla="*/ 5962108 h 6382977"/>
              <a:gd name="connsiteX5362" fmla="*/ 1710664 w 6501199"/>
              <a:gd name="connsiteY5362" fmla="*/ 5934746 h 6382977"/>
              <a:gd name="connsiteX5363" fmla="*/ 1722184 w 6501199"/>
              <a:gd name="connsiteY5363" fmla="*/ 5845820 h 6382977"/>
              <a:gd name="connsiteX5364" fmla="*/ 1685823 w 6501199"/>
              <a:gd name="connsiteY5364" fmla="*/ 5789296 h 6382977"/>
              <a:gd name="connsiteX5365" fmla="*/ 1651623 w 6501199"/>
              <a:gd name="connsiteY5365" fmla="*/ 5793616 h 6382977"/>
              <a:gd name="connsiteX5366" fmla="*/ 1658463 w 6501199"/>
              <a:gd name="connsiteY5366" fmla="*/ 5809458 h 6382977"/>
              <a:gd name="connsiteX5367" fmla="*/ 1681143 w 6501199"/>
              <a:gd name="connsiteY5367" fmla="*/ 5811978 h 6382977"/>
              <a:gd name="connsiteX5368" fmla="*/ 1674303 w 6501199"/>
              <a:gd name="connsiteY5368" fmla="*/ 5859501 h 6382977"/>
              <a:gd name="connsiteX5369" fmla="*/ 1658463 w 6501199"/>
              <a:gd name="connsiteY5369" fmla="*/ 5864182 h 6382977"/>
              <a:gd name="connsiteX5370" fmla="*/ 1665303 w 6501199"/>
              <a:gd name="connsiteY5370" fmla="*/ 5884703 h 6382977"/>
              <a:gd name="connsiteX5371" fmla="*/ 1674303 w 6501199"/>
              <a:gd name="connsiteY5371" fmla="*/ 5884703 h 6382977"/>
              <a:gd name="connsiteX5372" fmla="*/ 1662783 w 6501199"/>
              <a:gd name="connsiteY5372" fmla="*/ 5896224 h 6382977"/>
              <a:gd name="connsiteX5373" fmla="*/ 1633263 w 6501199"/>
              <a:gd name="connsiteY5373" fmla="*/ 5864182 h 6382977"/>
              <a:gd name="connsiteX5374" fmla="*/ 1642623 w 6501199"/>
              <a:gd name="connsiteY5374" fmla="*/ 5916385 h 6382977"/>
              <a:gd name="connsiteX5375" fmla="*/ 1622103 w 6501199"/>
              <a:gd name="connsiteY5375" fmla="*/ 5916385 h 6382977"/>
              <a:gd name="connsiteX5376" fmla="*/ 1612743 w 6501199"/>
              <a:gd name="connsiteY5376" fmla="*/ 5955268 h 6382977"/>
              <a:gd name="connsiteX5377" fmla="*/ 1594743 w 6501199"/>
              <a:gd name="connsiteY5377" fmla="*/ 5946267 h 6382977"/>
              <a:gd name="connsiteX5378" fmla="*/ 1581063 w 6501199"/>
              <a:gd name="connsiteY5378" fmla="*/ 5975789 h 6382977"/>
              <a:gd name="connsiteX5379" fmla="*/ 1590063 w 6501199"/>
              <a:gd name="connsiteY5379" fmla="*/ 5980110 h 6382977"/>
              <a:gd name="connsiteX5380" fmla="*/ 1572063 w 6501199"/>
              <a:gd name="connsiteY5380" fmla="*/ 6021152 h 6382977"/>
              <a:gd name="connsiteX5381" fmla="*/ 1542182 w 6501199"/>
              <a:gd name="connsiteY5381" fmla="*/ 6055354 h 6382977"/>
              <a:gd name="connsiteX5382" fmla="*/ 1519502 w 6501199"/>
              <a:gd name="connsiteY5382" fmla="*/ 5877862 h 6382977"/>
              <a:gd name="connsiteX5383" fmla="*/ 1512662 w 6501199"/>
              <a:gd name="connsiteY5383" fmla="*/ 5820978 h 6382977"/>
              <a:gd name="connsiteX5384" fmla="*/ 1503662 w 6501199"/>
              <a:gd name="connsiteY5384" fmla="*/ 5766254 h 6382977"/>
              <a:gd name="connsiteX5385" fmla="*/ 1515182 w 6501199"/>
              <a:gd name="connsiteY5385" fmla="*/ 5811978 h 6382977"/>
              <a:gd name="connsiteX5386" fmla="*/ 1501502 w 6501199"/>
              <a:gd name="connsiteY5386" fmla="*/ 5739253 h 6382977"/>
              <a:gd name="connsiteX5387" fmla="*/ 1487822 w 6501199"/>
              <a:gd name="connsiteY5387" fmla="*/ 5716211 h 6382977"/>
              <a:gd name="connsiteX5388" fmla="*/ 1512662 w 6501199"/>
              <a:gd name="connsiteY5388" fmla="*/ 5741413 h 6382977"/>
              <a:gd name="connsiteX5389" fmla="*/ 1478822 w 6501199"/>
              <a:gd name="connsiteY5389" fmla="*/ 5693530 h 6382977"/>
              <a:gd name="connsiteX5390" fmla="*/ 1494662 w 6501199"/>
              <a:gd name="connsiteY5390" fmla="*/ 5686689 h 6382977"/>
              <a:gd name="connsiteX5391" fmla="*/ 1501502 w 6501199"/>
              <a:gd name="connsiteY5391" fmla="*/ 5664008 h 6382977"/>
              <a:gd name="connsiteX5392" fmla="*/ 1498982 w 6501199"/>
              <a:gd name="connsiteY5392" fmla="*/ 5657167 h 6382977"/>
              <a:gd name="connsiteX5393" fmla="*/ 1474142 w 6501199"/>
              <a:gd name="connsiteY5393" fmla="*/ 5643486 h 6382977"/>
              <a:gd name="connsiteX5394" fmla="*/ 1471982 w 6501199"/>
              <a:gd name="connsiteY5394" fmla="*/ 5652487 h 6382977"/>
              <a:gd name="connsiteX5395" fmla="*/ 1487822 w 6501199"/>
              <a:gd name="connsiteY5395" fmla="*/ 5664008 h 6382977"/>
              <a:gd name="connsiteX5396" fmla="*/ 1485662 w 6501199"/>
              <a:gd name="connsiteY5396" fmla="*/ 5682369 h 6382977"/>
              <a:gd name="connsiteX5397" fmla="*/ 1471982 w 6501199"/>
              <a:gd name="connsiteY5397" fmla="*/ 5657167 h 6382977"/>
              <a:gd name="connsiteX5398" fmla="*/ 1453622 w 6501199"/>
              <a:gd name="connsiteY5398" fmla="*/ 5673008 h 6382977"/>
              <a:gd name="connsiteX5399" fmla="*/ 1428422 w 6501199"/>
              <a:gd name="connsiteY5399" fmla="*/ 5659328 h 6382977"/>
              <a:gd name="connsiteX5400" fmla="*/ 1451462 w 6501199"/>
              <a:gd name="connsiteY5400" fmla="*/ 5714051 h 6382977"/>
              <a:gd name="connsiteX5401" fmla="*/ 1455782 w 6501199"/>
              <a:gd name="connsiteY5401" fmla="*/ 5736732 h 6382977"/>
              <a:gd name="connsiteX5402" fmla="*/ 1469462 w 6501199"/>
              <a:gd name="connsiteY5402" fmla="*/ 5734572 h 6382977"/>
              <a:gd name="connsiteX5403" fmla="*/ 1460462 w 6501199"/>
              <a:gd name="connsiteY5403" fmla="*/ 5752574 h 6382977"/>
              <a:gd name="connsiteX5404" fmla="*/ 1469462 w 6501199"/>
              <a:gd name="connsiteY5404" fmla="*/ 5957428 h 6382977"/>
              <a:gd name="connsiteX5405" fmla="*/ 1439942 w 6501199"/>
              <a:gd name="connsiteY5405" fmla="*/ 5914225 h 6382977"/>
              <a:gd name="connsiteX5406" fmla="*/ 1437782 w 6501199"/>
              <a:gd name="connsiteY5406" fmla="*/ 5962108 h 6382977"/>
              <a:gd name="connsiteX5407" fmla="*/ 1419421 w 6501199"/>
              <a:gd name="connsiteY5407" fmla="*/ 5975789 h 6382977"/>
              <a:gd name="connsiteX5408" fmla="*/ 1426261 w 6501199"/>
              <a:gd name="connsiteY5408" fmla="*/ 6014312 h 6382977"/>
              <a:gd name="connsiteX5409" fmla="*/ 1415101 w 6501199"/>
              <a:gd name="connsiteY5409" fmla="*/ 6036993 h 6382977"/>
              <a:gd name="connsiteX5410" fmla="*/ 1408261 w 6501199"/>
              <a:gd name="connsiteY5410" fmla="*/ 6016472 h 6382977"/>
              <a:gd name="connsiteX5411" fmla="*/ 1387741 w 6501199"/>
              <a:gd name="connsiteY5411" fmla="*/ 6027992 h 6382977"/>
              <a:gd name="connsiteX5412" fmla="*/ 1337701 w 6501199"/>
              <a:gd name="connsiteY5412" fmla="*/ 5934746 h 6382977"/>
              <a:gd name="connsiteX5413" fmla="*/ 1312501 w 6501199"/>
              <a:gd name="connsiteY5413" fmla="*/ 5839340 h 6382977"/>
              <a:gd name="connsiteX5414" fmla="*/ 1287660 w 6501199"/>
              <a:gd name="connsiteY5414" fmla="*/ 5720892 h 6382977"/>
              <a:gd name="connsiteX5415" fmla="*/ 1269300 w 6501199"/>
              <a:gd name="connsiteY5415" fmla="*/ 5622965 h 6382977"/>
              <a:gd name="connsiteX5416" fmla="*/ 1280820 w 6501199"/>
              <a:gd name="connsiteY5416" fmla="*/ 5622965 h 6382977"/>
              <a:gd name="connsiteX5417" fmla="*/ 1264620 w 6501199"/>
              <a:gd name="connsiteY5417" fmla="*/ 5588762 h 6382977"/>
              <a:gd name="connsiteX5418" fmla="*/ 1282980 w 6501199"/>
              <a:gd name="connsiteY5418" fmla="*/ 5577602 h 6382977"/>
              <a:gd name="connsiteX5419" fmla="*/ 1228260 w 6501199"/>
              <a:gd name="connsiteY5419" fmla="*/ 5459154 h 6382977"/>
              <a:gd name="connsiteX5420" fmla="*/ 1217100 w 6501199"/>
              <a:gd name="connsiteY5420" fmla="*/ 5422791 h 6382977"/>
              <a:gd name="connsiteX5421" fmla="*/ 1251300 w 6501199"/>
              <a:gd name="connsiteY5421" fmla="*/ 5300022 h 6382977"/>
              <a:gd name="connsiteX5422" fmla="*/ 1246620 w 6501199"/>
              <a:gd name="connsiteY5422" fmla="*/ 5313704 h 6382977"/>
              <a:gd name="connsiteX5423" fmla="*/ 1223940 w 6501199"/>
              <a:gd name="connsiteY5423" fmla="*/ 5295342 h 6382977"/>
              <a:gd name="connsiteX5424" fmla="*/ 1221780 w 6501199"/>
              <a:gd name="connsiteY5424" fmla="*/ 5272661 h 6382977"/>
              <a:gd name="connsiteX5425" fmla="*/ 1237620 w 6501199"/>
              <a:gd name="connsiteY5425" fmla="*/ 5249979 h 6382977"/>
              <a:gd name="connsiteX5426" fmla="*/ 1214940 w 6501199"/>
              <a:gd name="connsiteY5426" fmla="*/ 5236298 h 6382977"/>
              <a:gd name="connsiteX5427" fmla="*/ 1241940 w 6501199"/>
              <a:gd name="connsiteY5427" fmla="*/ 5081488 h 6382977"/>
              <a:gd name="connsiteX5428" fmla="*/ 1241940 w 6501199"/>
              <a:gd name="connsiteY5428" fmla="*/ 5040805 h 6382977"/>
              <a:gd name="connsiteX5429" fmla="*/ 1200900 w 6501199"/>
              <a:gd name="connsiteY5429" fmla="*/ 4999762 h 6382977"/>
              <a:gd name="connsiteX5430" fmla="*/ 1230780 w 6501199"/>
              <a:gd name="connsiteY5430" fmla="*/ 4801748 h 6382977"/>
              <a:gd name="connsiteX5431" fmla="*/ 1223940 w 6501199"/>
              <a:gd name="connsiteY5431" fmla="*/ 4724343 h 6382977"/>
              <a:gd name="connsiteX5432" fmla="*/ 1228260 w 6501199"/>
              <a:gd name="connsiteY5432" fmla="*/ 4603735 h 6382977"/>
              <a:gd name="connsiteX5433" fmla="*/ 1214940 w 6501199"/>
              <a:gd name="connsiteY5433" fmla="*/ 4517329 h 6382977"/>
              <a:gd name="connsiteX5434" fmla="*/ 1232940 w 6501199"/>
              <a:gd name="connsiteY5434" fmla="*/ 4508328 h 6382977"/>
              <a:gd name="connsiteX5435" fmla="*/ 1221780 w 6501199"/>
              <a:gd name="connsiteY5435" fmla="*/ 4451444 h 6382977"/>
              <a:gd name="connsiteX5436" fmla="*/ 1230780 w 6501199"/>
              <a:gd name="connsiteY5436" fmla="*/ 4462605 h 6382977"/>
              <a:gd name="connsiteX5437" fmla="*/ 1244460 w 6501199"/>
              <a:gd name="connsiteY5437" fmla="*/ 4353518 h 6382977"/>
              <a:gd name="connsiteX5438" fmla="*/ 1232940 w 6501199"/>
              <a:gd name="connsiteY5438" fmla="*/ 4401401 h 6382977"/>
              <a:gd name="connsiteX5439" fmla="*/ 1246620 w 6501199"/>
              <a:gd name="connsiteY5439" fmla="*/ 4451444 h 6382977"/>
              <a:gd name="connsiteX5440" fmla="*/ 1260300 w 6501199"/>
              <a:gd name="connsiteY5440" fmla="*/ 4439924 h 6382977"/>
              <a:gd name="connsiteX5441" fmla="*/ 1264620 w 6501199"/>
              <a:gd name="connsiteY5441" fmla="*/ 4474126 h 6382977"/>
              <a:gd name="connsiteX5442" fmla="*/ 1255620 w 6501199"/>
              <a:gd name="connsiteY5442" fmla="*/ 4417242 h 6382977"/>
              <a:gd name="connsiteX5443" fmla="*/ 1277625 w 6501199"/>
              <a:gd name="connsiteY5443" fmla="*/ 4353608 h 6382977"/>
              <a:gd name="connsiteX5444" fmla="*/ 1279209 w 6501199"/>
              <a:gd name="connsiteY5444" fmla="*/ 4326402 h 6382977"/>
              <a:gd name="connsiteX5445" fmla="*/ 1278808 w 6501199"/>
              <a:gd name="connsiteY5445" fmla="*/ 4325916 h 6382977"/>
              <a:gd name="connsiteX5446" fmla="*/ 1279351 w 6501199"/>
              <a:gd name="connsiteY5446" fmla="*/ 4323970 h 6382977"/>
              <a:gd name="connsiteX5447" fmla="*/ 1279768 w 6501199"/>
              <a:gd name="connsiteY5447" fmla="*/ 4316795 h 6382977"/>
              <a:gd name="connsiteX5448" fmla="*/ 1292062 w 6501199"/>
              <a:gd name="connsiteY5448" fmla="*/ 4288555 h 6382977"/>
              <a:gd name="connsiteX5449" fmla="*/ 1258586 w 6501199"/>
              <a:gd name="connsiteY5449" fmla="*/ 4280447 h 6382977"/>
              <a:gd name="connsiteX5450" fmla="*/ 1259615 w 6501199"/>
              <a:gd name="connsiteY5450" fmla="*/ 4290503 h 6382977"/>
              <a:gd name="connsiteX5451" fmla="*/ 1257799 w 6501199"/>
              <a:gd name="connsiteY5451" fmla="*/ 4299596 h 6382977"/>
              <a:gd name="connsiteX5452" fmla="*/ 1268893 w 6501199"/>
              <a:gd name="connsiteY5452" fmla="*/ 4298792 h 6382977"/>
              <a:gd name="connsiteX5453" fmla="*/ 1273565 w 6501199"/>
              <a:gd name="connsiteY5453" fmla="*/ 4336696 h 6382977"/>
              <a:gd name="connsiteX5454" fmla="*/ 1253617 w 6501199"/>
              <a:gd name="connsiteY5454" fmla="*/ 4333109 h 6382977"/>
              <a:gd name="connsiteX5455" fmla="*/ 1248532 w 6501199"/>
              <a:gd name="connsiteY5455" fmla="*/ 4333430 h 6382977"/>
              <a:gd name="connsiteX5456" fmla="*/ 1245961 w 6501199"/>
              <a:gd name="connsiteY5456" fmla="*/ 4347812 h 6382977"/>
              <a:gd name="connsiteX5457" fmla="*/ 1241667 w 6501199"/>
              <a:gd name="connsiteY5457" fmla="*/ 4333862 h 6382977"/>
              <a:gd name="connsiteX5458" fmla="*/ 1230433 w 6501199"/>
              <a:gd name="connsiteY5458" fmla="*/ 4334570 h 6382977"/>
              <a:gd name="connsiteX5459" fmla="*/ 1216775 w 6501199"/>
              <a:gd name="connsiteY5459" fmla="*/ 4294187 h 6382977"/>
              <a:gd name="connsiteX5460" fmla="*/ 1244092 w 6501199"/>
              <a:gd name="connsiteY5460" fmla="*/ 4318984 h 6382977"/>
              <a:gd name="connsiteX5461" fmla="*/ 1254589 w 6501199"/>
              <a:gd name="connsiteY5461" fmla="*/ 4314135 h 6382977"/>
              <a:gd name="connsiteX5462" fmla="*/ 1255340 w 6501199"/>
              <a:gd name="connsiteY5462" fmla="*/ 4307951 h 6382977"/>
              <a:gd name="connsiteX5463" fmla="*/ 1244679 w 6501199"/>
              <a:gd name="connsiteY5463" fmla="*/ 4316055 h 6382977"/>
              <a:gd name="connsiteX5464" fmla="*/ 1255769 w 6501199"/>
              <a:gd name="connsiteY5464" fmla="*/ 4252912 h 6382977"/>
              <a:gd name="connsiteX5465" fmla="*/ 1258253 w 6501199"/>
              <a:gd name="connsiteY5465" fmla="*/ 4277187 h 6382977"/>
              <a:gd name="connsiteX5466" fmla="*/ 1260843 w 6501199"/>
              <a:gd name="connsiteY5466" fmla="*/ 4258437 h 6382977"/>
              <a:gd name="connsiteX5467" fmla="*/ 1268990 w 6501199"/>
              <a:gd name="connsiteY5467" fmla="*/ 4241742 h 6382977"/>
              <a:gd name="connsiteX5468" fmla="*/ 1266830 w 6501199"/>
              <a:gd name="connsiteY5468" fmla="*/ 4232381 h 6382977"/>
              <a:gd name="connsiteX5469" fmla="*/ 1259988 w 6501199"/>
              <a:gd name="connsiteY5469" fmla="*/ 4241742 h 6382977"/>
              <a:gd name="connsiteX5470" fmla="*/ 1273671 w 6501199"/>
              <a:gd name="connsiteY5470" fmla="*/ 4221220 h 6382977"/>
              <a:gd name="connsiteX5471" fmla="*/ 1200578 w 6501199"/>
              <a:gd name="connsiteY5471" fmla="*/ 4214380 h 6382977"/>
              <a:gd name="connsiteX5472" fmla="*/ 1198417 w 6501199"/>
              <a:gd name="connsiteY5472" fmla="*/ 4252902 h 6382977"/>
              <a:gd name="connsiteX5473" fmla="*/ 1070954 w 6501199"/>
              <a:gd name="connsiteY5473" fmla="*/ 4196019 h 6382977"/>
              <a:gd name="connsiteX5474" fmla="*/ 1075635 w 6501199"/>
              <a:gd name="connsiteY5474" fmla="*/ 4237061 h 6382977"/>
              <a:gd name="connsiteX5475" fmla="*/ 1037108 w 6501199"/>
              <a:gd name="connsiteY5475" fmla="*/ 4266583 h 6382977"/>
              <a:gd name="connsiteX5476" fmla="*/ 996061 w 6501199"/>
              <a:gd name="connsiteY5476" fmla="*/ 4264422 h 6382977"/>
              <a:gd name="connsiteX5477" fmla="*/ 948172 w 6501199"/>
              <a:gd name="connsiteY5477" fmla="*/ 4207540 h 6382977"/>
              <a:gd name="connsiteX5478" fmla="*/ 966535 w 6501199"/>
              <a:gd name="connsiteY5478" fmla="*/ 4191699 h 6382977"/>
              <a:gd name="connsiteX5479" fmla="*/ 966535 w 6501199"/>
              <a:gd name="connsiteY5479" fmla="*/ 4139137 h 6382977"/>
              <a:gd name="connsiteX5480" fmla="*/ 950332 w 6501199"/>
              <a:gd name="connsiteY5480" fmla="*/ 4102775 h 6382977"/>
              <a:gd name="connsiteX5481" fmla="*/ 886961 w 6501199"/>
              <a:gd name="connsiteY5481" fmla="*/ 4139137 h 6382977"/>
              <a:gd name="connsiteX5482" fmla="*/ 884440 w 6501199"/>
              <a:gd name="connsiteY5482" fmla="*/ 4143817 h 6382977"/>
              <a:gd name="connsiteX5483" fmla="*/ 900283 w 6501199"/>
              <a:gd name="connsiteY5483" fmla="*/ 4145977 h 6382977"/>
              <a:gd name="connsiteX5484" fmla="*/ 893442 w 6501199"/>
              <a:gd name="connsiteY5484" fmla="*/ 4157498 h 6382977"/>
              <a:gd name="connsiteX5485" fmla="*/ 930169 w 6501199"/>
              <a:gd name="connsiteY5485" fmla="*/ 4182339 h 6382977"/>
              <a:gd name="connsiteX5486" fmla="*/ 913966 w 6501199"/>
              <a:gd name="connsiteY5486" fmla="*/ 4216540 h 6382977"/>
              <a:gd name="connsiteX5487" fmla="*/ 870758 w 6501199"/>
              <a:gd name="connsiteY5487" fmla="*/ 4191699 h 6382977"/>
              <a:gd name="connsiteX5488" fmla="*/ 859596 w 6501199"/>
              <a:gd name="connsiteY5488" fmla="*/ 4164338 h 6382977"/>
              <a:gd name="connsiteX5489" fmla="*/ 875439 w 6501199"/>
              <a:gd name="connsiteY5489" fmla="*/ 4139137 h 6382977"/>
              <a:gd name="connsiteX5490" fmla="*/ 845913 w 6501199"/>
              <a:gd name="connsiteY5490" fmla="*/ 4123296 h 6382977"/>
              <a:gd name="connsiteX5491" fmla="*/ 884440 w 6501199"/>
              <a:gd name="connsiteY5491" fmla="*/ 4123296 h 6382977"/>
              <a:gd name="connsiteX5492" fmla="*/ 902804 w 6501199"/>
              <a:gd name="connsiteY5492" fmla="*/ 4107455 h 6382977"/>
              <a:gd name="connsiteX5493" fmla="*/ 832231 w 6501199"/>
              <a:gd name="connsiteY5493" fmla="*/ 4036892 h 6382977"/>
              <a:gd name="connsiteX5494" fmla="*/ 816388 w 6501199"/>
              <a:gd name="connsiteY5494" fmla="*/ 4061733 h 6382977"/>
              <a:gd name="connsiteX5495" fmla="*/ 827550 w 6501199"/>
              <a:gd name="connsiteY5495" fmla="*/ 4059573 h 6382977"/>
              <a:gd name="connsiteX5496" fmla="*/ 829710 w 6501199"/>
              <a:gd name="connsiteY5496" fmla="*/ 4073254 h 6382977"/>
              <a:gd name="connsiteX5497" fmla="*/ 807026 w 6501199"/>
              <a:gd name="connsiteY5497" fmla="*/ 4084774 h 6382977"/>
              <a:gd name="connsiteX5498" fmla="*/ 756977 w 6501199"/>
              <a:gd name="connsiteY5498" fmla="*/ 4066413 h 6382977"/>
              <a:gd name="connsiteX5499" fmla="*/ 725291 w 6501199"/>
              <a:gd name="connsiteY5499" fmla="*/ 4041572 h 6382977"/>
              <a:gd name="connsiteX5500" fmla="*/ 706928 w 6501199"/>
              <a:gd name="connsiteY5500" fmla="*/ 3993690 h 6382977"/>
              <a:gd name="connsiteX5501" fmla="*/ 679563 w 6501199"/>
              <a:gd name="connsiteY5501" fmla="*/ 3991530 h 6382977"/>
              <a:gd name="connsiteX5502" fmla="*/ 679563 w 6501199"/>
              <a:gd name="connsiteY5502" fmla="*/ 3945808 h 6382977"/>
              <a:gd name="connsiteX5503" fmla="*/ 711609 w 6501199"/>
              <a:gd name="connsiteY5503" fmla="*/ 3945808 h 6382977"/>
              <a:gd name="connsiteX5504" fmla="*/ 711609 w 6501199"/>
              <a:gd name="connsiteY5504" fmla="*/ 3968488 h 6382977"/>
              <a:gd name="connsiteX5505" fmla="*/ 727452 w 6501199"/>
              <a:gd name="connsiteY5505" fmla="*/ 3968488 h 6382977"/>
              <a:gd name="connsiteX5506" fmla="*/ 743295 w 6501199"/>
              <a:gd name="connsiteY5506" fmla="*/ 3947968 h 6382977"/>
              <a:gd name="connsiteX5507" fmla="*/ 727452 w 6501199"/>
              <a:gd name="connsiteY5507" fmla="*/ 3945808 h 6382977"/>
              <a:gd name="connsiteX5508" fmla="*/ 723131 w 6501199"/>
              <a:gd name="connsiteY5508" fmla="*/ 3909446 h 6382977"/>
              <a:gd name="connsiteX5509" fmla="*/ 701617 w 6501199"/>
              <a:gd name="connsiteY5509" fmla="*/ 3907826 h 6382977"/>
              <a:gd name="connsiteX5510" fmla="*/ 699646 w 6501199"/>
              <a:gd name="connsiteY5510" fmla="*/ 3901458 h 6382977"/>
              <a:gd name="connsiteX5511" fmla="*/ 687943 w 6501199"/>
              <a:gd name="connsiteY5511" fmla="*/ 3904240 h 6382977"/>
              <a:gd name="connsiteX5512" fmla="*/ 687035 w 6501199"/>
              <a:gd name="connsiteY5512" fmla="*/ 3912866 h 6382977"/>
              <a:gd name="connsiteX5513" fmla="*/ 682084 w 6501199"/>
              <a:gd name="connsiteY5513" fmla="*/ 3936807 h 6382977"/>
              <a:gd name="connsiteX5514" fmla="*/ 671023 w 6501199"/>
              <a:gd name="connsiteY5514" fmla="*/ 3913434 h 6382977"/>
              <a:gd name="connsiteX5515" fmla="*/ 671571 w 6501199"/>
              <a:gd name="connsiteY5515" fmla="*/ 3908131 h 6382977"/>
              <a:gd name="connsiteX5516" fmla="*/ 655291 w 6501199"/>
              <a:gd name="connsiteY5516" fmla="*/ 3912000 h 6382977"/>
              <a:gd name="connsiteX5517" fmla="*/ 659971 w 6501199"/>
              <a:gd name="connsiteY5517" fmla="*/ 3923518 h 6382977"/>
              <a:gd name="connsiteX5518" fmla="*/ 586883 w 6501199"/>
              <a:gd name="connsiteY5518" fmla="*/ 3939356 h 6382977"/>
              <a:gd name="connsiteX5519" fmla="*/ 529997 w 6501199"/>
              <a:gd name="connsiteY5519" fmla="*/ 3994068 h 6382977"/>
              <a:gd name="connsiteX5520" fmla="*/ 568882 w 6501199"/>
              <a:gd name="connsiteY5520" fmla="*/ 3909840 h 6382977"/>
              <a:gd name="connsiteX5521" fmla="*/ 562041 w 6501199"/>
              <a:gd name="connsiteY5521" fmla="*/ 3898322 h 6382977"/>
              <a:gd name="connsiteX5522" fmla="*/ 541519 w 6501199"/>
              <a:gd name="connsiteY5522" fmla="*/ 3889324 h 6382977"/>
              <a:gd name="connsiteX5523" fmla="*/ 507315 w 6501199"/>
              <a:gd name="connsiteY5523" fmla="*/ 3896162 h 6382977"/>
              <a:gd name="connsiteX5524" fmla="*/ 493634 w 6501199"/>
              <a:gd name="connsiteY5524" fmla="*/ 3914520 h 6382977"/>
              <a:gd name="connsiteX5525" fmla="*/ 500474 w 6501199"/>
              <a:gd name="connsiteY5525" fmla="*/ 3939356 h 6382977"/>
              <a:gd name="connsiteX5526" fmla="*/ 484633 w 6501199"/>
              <a:gd name="connsiteY5526" fmla="*/ 3937196 h 6382977"/>
              <a:gd name="connsiteX5527" fmla="*/ 391383 w 6501199"/>
              <a:gd name="connsiteY5527" fmla="*/ 3996228 h 6382977"/>
              <a:gd name="connsiteX5528" fmla="*/ 384542 w 6501199"/>
              <a:gd name="connsiteY5528" fmla="*/ 4014585 h 6382977"/>
              <a:gd name="connsiteX5529" fmla="*/ 434587 w 6501199"/>
              <a:gd name="connsiteY5529" fmla="*/ 3934677 h 6382977"/>
              <a:gd name="connsiteX5530" fmla="*/ 405064 w 6501199"/>
              <a:gd name="connsiteY5530" fmla="*/ 3925678 h 6382977"/>
              <a:gd name="connsiteX5531" fmla="*/ 407224 w 6501199"/>
              <a:gd name="connsiteY5531" fmla="*/ 3909840 h 6382977"/>
              <a:gd name="connsiteX5532" fmla="*/ 425586 w 6501199"/>
              <a:gd name="connsiteY5532" fmla="*/ 3894003 h 6382977"/>
              <a:gd name="connsiteX5533" fmla="*/ 423066 w 6501199"/>
              <a:gd name="connsiteY5533" fmla="*/ 3907681 h 6382977"/>
              <a:gd name="connsiteX5534" fmla="*/ 438908 w 6501199"/>
              <a:gd name="connsiteY5534" fmla="*/ 3882484 h 6382977"/>
              <a:gd name="connsiteX5535" fmla="*/ 507315 w 6501199"/>
              <a:gd name="connsiteY5535" fmla="*/ 3871326 h 6382977"/>
              <a:gd name="connsiteX5536" fmla="*/ 520996 w 6501199"/>
              <a:gd name="connsiteY5536" fmla="*/ 3885004 h 6382977"/>
              <a:gd name="connsiteX5537" fmla="*/ 511996 w 6501199"/>
              <a:gd name="connsiteY5537" fmla="*/ 3855128 h 6382977"/>
              <a:gd name="connsiteX5538" fmla="*/ 553040 w 6501199"/>
              <a:gd name="connsiteY5538" fmla="*/ 3816614 h 6382977"/>
              <a:gd name="connsiteX5539" fmla="*/ 609566 w 6501199"/>
              <a:gd name="connsiteY5539" fmla="*/ 3832452 h 6382977"/>
              <a:gd name="connsiteX5540" fmla="*/ 639449 w 6501199"/>
              <a:gd name="connsiteY5540" fmla="*/ 3800776 h 6382977"/>
              <a:gd name="connsiteX5541" fmla="*/ 666761 w 6501199"/>
              <a:gd name="connsiteY5541" fmla="*/ 3791963 h 6382977"/>
              <a:gd name="connsiteX5542" fmla="*/ 680352 w 6501199"/>
              <a:gd name="connsiteY5542" fmla="*/ 3776584 h 6382977"/>
              <a:gd name="connsiteX5543" fmla="*/ 670111 w 6501199"/>
              <a:gd name="connsiteY5543" fmla="*/ 3744558 h 6382977"/>
              <a:gd name="connsiteX5544" fmla="*/ 700087 w 6501199"/>
              <a:gd name="connsiteY5544" fmla="*/ 3595511 h 6382977"/>
              <a:gd name="connsiteX5545" fmla="*/ 682084 w 6501199"/>
              <a:gd name="connsiteY5545" fmla="*/ 3607031 h 6382977"/>
              <a:gd name="connsiteX5546" fmla="*/ 688925 w 6501199"/>
              <a:gd name="connsiteY5546" fmla="*/ 3515947 h 6382977"/>
              <a:gd name="connsiteX5547" fmla="*/ 711609 w 6501199"/>
              <a:gd name="connsiteY5547" fmla="*/ 3524947 h 6382977"/>
              <a:gd name="connsiteX5548" fmla="*/ 713769 w 6501199"/>
              <a:gd name="connsiteY5548" fmla="*/ 3515947 h 6382977"/>
              <a:gd name="connsiteX5549" fmla="*/ 693246 w 6501199"/>
              <a:gd name="connsiteY5549" fmla="*/ 3511267 h 6382977"/>
              <a:gd name="connsiteX5550" fmla="*/ 725291 w 6501199"/>
              <a:gd name="connsiteY5550" fmla="*/ 3497586 h 6382977"/>
              <a:gd name="connsiteX5551" fmla="*/ 720763 w 6501199"/>
              <a:gd name="connsiteY5551" fmla="*/ 3489367 h 6382977"/>
              <a:gd name="connsiteX5552" fmla="*/ 715509 w 6501199"/>
              <a:gd name="connsiteY5552" fmla="*/ 3488147 h 6382977"/>
              <a:gd name="connsiteX5553" fmla="*/ 698495 w 6501199"/>
              <a:gd name="connsiteY5553" fmla="*/ 3498060 h 6382977"/>
              <a:gd name="connsiteX5554" fmla="*/ 466631 w 6501199"/>
              <a:gd name="connsiteY5554" fmla="*/ 3525416 h 6382977"/>
              <a:gd name="connsiteX5555" fmla="*/ 457270 w 6501199"/>
              <a:gd name="connsiteY5555" fmla="*/ 3536935 h 6382977"/>
              <a:gd name="connsiteX5556" fmla="*/ 436748 w 6501199"/>
              <a:gd name="connsiteY5556" fmla="*/ 3520737 h 6382977"/>
              <a:gd name="connsiteX5557" fmla="*/ 425586 w 6501199"/>
              <a:gd name="connsiteY5557" fmla="*/ 3530096 h 6382977"/>
              <a:gd name="connsiteX5558" fmla="*/ 355019 w 6501199"/>
              <a:gd name="connsiteY5558" fmla="*/ 3513898 h 6382977"/>
              <a:gd name="connsiteX5559" fmla="*/ 352499 w 6501199"/>
              <a:gd name="connsiteY5559" fmla="*/ 3500580 h 6382977"/>
              <a:gd name="connsiteX5560" fmla="*/ 270770 w 6501199"/>
              <a:gd name="connsiteY5560" fmla="*/ 3486902 h 6382977"/>
              <a:gd name="connsiteX5561" fmla="*/ 220725 w 6501199"/>
              <a:gd name="connsiteY5561" fmla="*/ 3302609 h 6382977"/>
              <a:gd name="connsiteX5562" fmla="*/ 261769 w 6501199"/>
              <a:gd name="connsiteY5562" fmla="*/ 3284251 h 6382977"/>
              <a:gd name="connsiteX5563" fmla="*/ 318655 w 6501199"/>
              <a:gd name="connsiteY5563" fmla="*/ 3406993 h 6382977"/>
              <a:gd name="connsiteX5564" fmla="*/ 341337 w 6501199"/>
              <a:gd name="connsiteY5564" fmla="*/ 3400514 h 6382977"/>
              <a:gd name="connsiteX5565" fmla="*/ 332337 w 6501199"/>
              <a:gd name="connsiteY5565" fmla="*/ 3388996 h 6382977"/>
              <a:gd name="connsiteX5566" fmla="*/ 357179 w 6501199"/>
              <a:gd name="connsiteY5566" fmla="*/ 3313767 h 6382977"/>
              <a:gd name="connsiteX5567" fmla="*/ 377701 w 6501199"/>
              <a:gd name="connsiteY5567" fmla="*/ 3300449 h 6382977"/>
              <a:gd name="connsiteX5568" fmla="*/ 386702 w 6501199"/>
              <a:gd name="connsiteY5568" fmla="*/ 3234219 h 6382977"/>
              <a:gd name="connsiteX5569" fmla="*/ 382382 w 6501199"/>
              <a:gd name="connsiteY5569" fmla="*/ 3175187 h 6382977"/>
              <a:gd name="connsiteX5570" fmla="*/ 405064 w 6501199"/>
              <a:gd name="connsiteY5570" fmla="*/ 3127314 h 6382977"/>
              <a:gd name="connsiteX5571" fmla="*/ 402904 w 6501199"/>
              <a:gd name="connsiteY5571" fmla="*/ 3245737 h 6382977"/>
              <a:gd name="connsiteX5572" fmla="*/ 409385 w 6501199"/>
              <a:gd name="connsiteY5572" fmla="*/ 3204703 h 6382977"/>
              <a:gd name="connsiteX5573" fmla="*/ 423066 w 6501199"/>
              <a:gd name="connsiteY5573" fmla="*/ 3227380 h 6382977"/>
              <a:gd name="connsiteX5574" fmla="*/ 423066 w 6501199"/>
              <a:gd name="connsiteY5574" fmla="*/ 3186705 h 6382977"/>
              <a:gd name="connsiteX5575" fmla="*/ 448269 w 6501199"/>
              <a:gd name="connsiteY5575" fmla="*/ 3113636 h 6382977"/>
              <a:gd name="connsiteX5576" fmla="*/ 425586 w 6501199"/>
              <a:gd name="connsiteY5576" fmla="*/ 3125154 h 6382977"/>
              <a:gd name="connsiteX5577" fmla="*/ 414065 w 6501199"/>
              <a:gd name="connsiteY5577" fmla="*/ 3106797 h 6382977"/>
              <a:gd name="connsiteX5578" fmla="*/ 396063 w 6501199"/>
              <a:gd name="connsiteY5578" fmla="*/ 3125154 h 6382977"/>
              <a:gd name="connsiteX5579" fmla="*/ 355019 w 6501199"/>
              <a:gd name="connsiteY5579" fmla="*/ 3143152 h 6382977"/>
              <a:gd name="connsiteX5580" fmla="*/ 373021 w 6501199"/>
              <a:gd name="connsiteY5580" fmla="*/ 3125154 h 6382977"/>
              <a:gd name="connsiteX5581" fmla="*/ 370861 w 6501199"/>
              <a:gd name="connsiteY5581" fmla="*/ 3118315 h 6382977"/>
              <a:gd name="connsiteX5582" fmla="*/ 373021 w 6501199"/>
              <a:gd name="connsiteY5582" fmla="*/ 3106797 h 6382977"/>
              <a:gd name="connsiteX5583" fmla="*/ 334497 w 6501199"/>
              <a:gd name="connsiteY5583" fmla="*/ 3095639 h 6382977"/>
              <a:gd name="connsiteX5584" fmla="*/ 318655 w 6501199"/>
              <a:gd name="connsiteY5584" fmla="*/ 3036967 h 6382977"/>
              <a:gd name="connsiteX5585" fmla="*/ 300293 w 6501199"/>
              <a:gd name="connsiteY5585" fmla="*/ 3036967 h 6382977"/>
              <a:gd name="connsiteX5586" fmla="*/ 309294 w 6501199"/>
              <a:gd name="connsiteY5586" fmla="*/ 3030128 h 6382977"/>
              <a:gd name="connsiteX5587" fmla="*/ 320815 w 6501199"/>
              <a:gd name="connsiteY5587" fmla="*/ 2968577 h 6382977"/>
              <a:gd name="connsiteX5588" fmla="*/ 309294 w 6501199"/>
              <a:gd name="connsiteY5588" fmla="*/ 2907026 h 6382977"/>
              <a:gd name="connsiteX5589" fmla="*/ 261769 w 6501199"/>
              <a:gd name="connsiteY5589" fmla="*/ 2900187 h 6382977"/>
              <a:gd name="connsiteX5590" fmla="*/ 302813 w 6501199"/>
              <a:gd name="connsiteY5590" fmla="*/ 2806961 h 6382977"/>
              <a:gd name="connsiteX5591" fmla="*/ 309294 w 6501199"/>
              <a:gd name="connsiteY5591" fmla="*/ 2718413 h 6382977"/>
              <a:gd name="connsiteX5592" fmla="*/ 343498 w 6501199"/>
              <a:gd name="connsiteY5592" fmla="*/ 2725252 h 6382977"/>
              <a:gd name="connsiteX5593" fmla="*/ 477792 w 6501199"/>
              <a:gd name="connsiteY5593" fmla="*/ 2513603 h 6382977"/>
              <a:gd name="connsiteX5594" fmla="*/ 445749 w 6501199"/>
              <a:gd name="connsiteY5594" fmla="*/ 2522602 h 6382977"/>
              <a:gd name="connsiteX5595" fmla="*/ 407224 w 6501199"/>
              <a:gd name="connsiteY5595" fmla="*/ 2506764 h 6382977"/>
              <a:gd name="connsiteX5596" fmla="*/ 438908 w 6501199"/>
              <a:gd name="connsiteY5596" fmla="*/ 2475089 h 6382977"/>
              <a:gd name="connsiteX5597" fmla="*/ 452949 w 6501199"/>
              <a:gd name="connsiteY5597" fmla="*/ 2475089 h 6382977"/>
              <a:gd name="connsiteX5598" fmla="*/ 455110 w 6501199"/>
              <a:gd name="connsiteY5598" fmla="*/ 2493086 h 6382977"/>
              <a:gd name="connsiteX5599" fmla="*/ 475632 w 6501199"/>
              <a:gd name="connsiteY5599" fmla="*/ 2468250 h 6382977"/>
              <a:gd name="connsiteX5600" fmla="*/ 466631 w 6501199"/>
              <a:gd name="connsiteY5600" fmla="*/ 2452052 h 6382977"/>
              <a:gd name="connsiteX5601" fmla="*/ 493634 w 6501199"/>
              <a:gd name="connsiteY5601" fmla="*/ 2447733 h 6382977"/>
              <a:gd name="connsiteX5602" fmla="*/ 511996 w 6501199"/>
              <a:gd name="connsiteY5602" fmla="*/ 2431895 h 6382977"/>
              <a:gd name="connsiteX5603" fmla="*/ 498314 w 6501199"/>
              <a:gd name="connsiteY5603" fmla="*/ 2425056 h 6382977"/>
              <a:gd name="connsiteX5604" fmla="*/ 525677 w 6501199"/>
              <a:gd name="connsiteY5604" fmla="*/ 2351987 h 6382977"/>
              <a:gd name="connsiteX5605" fmla="*/ 543679 w 6501199"/>
              <a:gd name="connsiteY5605" fmla="*/ 2349827 h 6382977"/>
              <a:gd name="connsiteX5606" fmla="*/ 643769 w 6501199"/>
              <a:gd name="connsiteY5606" fmla="*/ 2229244 h 6382977"/>
              <a:gd name="connsiteX5607" fmla="*/ 636929 w 6501199"/>
              <a:gd name="connsiteY5607" fmla="*/ 2218086 h 6382977"/>
              <a:gd name="connsiteX5608" fmla="*/ 705336 w 6501199"/>
              <a:gd name="connsiteY5608" fmla="*/ 2181731 h 6382977"/>
              <a:gd name="connsiteX5609" fmla="*/ 741700 w 6501199"/>
              <a:gd name="connsiteY5609" fmla="*/ 2120180 h 6382977"/>
              <a:gd name="connsiteX5610" fmla="*/ 728018 w 6501199"/>
              <a:gd name="connsiteY5610" fmla="*/ 2124500 h 6382977"/>
              <a:gd name="connsiteX5611" fmla="*/ 755381 w 6501199"/>
              <a:gd name="connsiteY5611" fmla="*/ 2111182 h 6382977"/>
              <a:gd name="connsiteX5612" fmla="*/ 805427 w 6501199"/>
              <a:gd name="connsiteY5612" fmla="*/ 2026954 h 6382977"/>
              <a:gd name="connsiteX5613" fmla="*/ 832790 w 6501199"/>
              <a:gd name="connsiteY5613" fmla="*/ 2029113 h 6382977"/>
              <a:gd name="connsiteX5614" fmla="*/ 834950 w 6501199"/>
              <a:gd name="connsiteY5614" fmla="*/ 2011116 h 6382977"/>
              <a:gd name="connsiteX5615" fmla="*/ 821268 w 6501199"/>
              <a:gd name="connsiteY5615" fmla="*/ 2024434 h 6382977"/>
              <a:gd name="connsiteX5616" fmla="*/ 889676 w 6501199"/>
              <a:gd name="connsiteY5616" fmla="*/ 1904212 h 6382977"/>
              <a:gd name="connsiteX5617" fmla="*/ 905517 w 6501199"/>
              <a:gd name="connsiteY5617" fmla="*/ 1911051 h 6382977"/>
              <a:gd name="connsiteX5618" fmla="*/ 930720 w 6501199"/>
              <a:gd name="connsiteY5618" fmla="*/ 1858498 h 6382977"/>
              <a:gd name="connsiteX5619" fmla="*/ 923879 w 6501199"/>
              <a:gd name="connsiteY5619" fmla="*/ 1899532 h 6382977"/>
              <a:gd name="connsiteX5620" fmla="*/ 967084 w 6501199"/>
              <a:gd name="connsiteY5620" fmla="*/ 1870017 h 6382977"/>
              <a:gd name="connsiteX5621" fmla="*/ 971404 w 6501199"/>
              <a:gd name="connsiteY5621" fmla="*/ 1854179 h 6382977"/>
              <a:gd name="connsiteX5622" fmla="*/ 946562 w 6501199"/>
              <a:gd name="connsiteY5622" fmla="*/ 1844820 h 6382977"/>
              <a:gd name="connsiteX5623" fmla="*/ 976085 w 6501199"/>
              <a:gd name="connsiteY5623" fmla="*/ 1849500 h 6382977"/>
              <a:gd name="connsiteX5624" fmla="*/ 991926 w 6501199"/>
              <a:gd name="connsiteY5624" fmla="*/ 1842661 h 6382977"/>
              <a:gd name="connsiteX5625" fmla="*/ 1007768 w 6501199"/>
              <a:gd name="connsiteY5625" fmla="*/ 1804146 h 6382977"/>
              <a:gd name="connsiteX5626" fmla="*/ 989766 w 6501199"/>
              <a:gd name="connsiteY5626" fmla="*/ 1822144 h 6382977"/>
              <a:gd name="connsiteX5627" fmla="*/ 1021449 w 6501199"/>
              <a:gd name="connsiteY5627" fmla="*/ 1760592 h 6382977"/>
              <a:gd name="connsiteX5628" fmla="*/ 1010288 w 6501199"/>
              <a:gd name="connsiteY5628" fmla="*/ 1799467 h 6382977"/>
              <a:gd name="connsiteX5629" fmla="*/ 1037651 w 6501199"/>
              <a:gd name="connsiteY5629" fmla="*/ 1776790 h 6382977"/>
              <a:gd name="connsiteX5630" fmla="*/ 1041972 w 6501199"/>
              <a:gd name="connsiteY5630" fmla="*/ 1787949 h 6382977"/>
              <a:gd name="connsiteX5631" fmla="*/ 1089857 w 6501199"/>
              <a:gd name="connsiteY5631" fmla="*/ 1726757 h 6382977"/>
              <a:gd name="connsiteX5632" fmla="*/ 1107859 w 6501199"/>
              <a:gd name="connsiteY5632" fmla="*/ 1724238 h 6382977"/>
              <a:gd name="connsiteX5633" fmla="*/ 1130901 w 6501199"/>
              <a:gd name="connsiteY5633" fmla="*/ 1704081 h 6382977"/>
              <a:gd name="connsiteX5634" fmla="*/ 1133061 w 6501199"/>
              <a:gd name="connsiteY5634" fmla="*/ 1690403 h 6382977"/>
              <a:gd name="connsiteX5635" fmla="*/ 1107859 w 6501199"/>
              <a:gd name="connsiteY5635" fmla="*/ 1704081 h 6382977"/>
              <a:gd name="connsiteX5636" fmla="*/ 1137742 w 6501199"/>
              <a:gd name="connsiteY5636" fmla="*/ 1681044 h 6382977"/>
              <a:gd name="connsiteX5637" fmla="*/ 1155744 w 6501199"/>
              <a:gd name="connsiteY5637" fmla="*/ 1642530 h 6382977"/>
              <a:gd name="connsiteX5638" fmla="*/ 1155744 w 6501199"/>
              <a:gd name="connsiteY5638" fmla="*/ 1649369 h 6382977"/>
              <a:gd name="connsiteX5639" fmla="*/ 1230992 w 6501199"/>
              <a:gd name="connsiteY5639" fmla="*/ 1569820 h 6382977"/>
              <a:gd name="connsiteX5640" fmla="*/ 1317401 w 6501199"/>
              <a:gd name="connsiteY5640" fmla="*/ 1499270 h 6382977"/>
              <a:gd name="connsiteX5641" fmla="*/ 1340083 w 6501199"/>
              <a:gd name="connsiteY5641" fmla="*/ 1471914 h 6382977"/>
              <a:gd name="connsiteX5642" fmla="*/ 1353765 w 6501199"/>
              <a:gd name="connsiteY5642" fmla="*/ 1480913 h 6382977"/>
              <a:gd name="connsiteX5643" fmla="*/ 1371767 w 6501199"/>
              <a:gd name="connsiteY5643" fmla="*/ 1471914 h 6382977"/>
              <a:gd name="connsiteX5644" fmla="*/ 1371767 w 6501199"/>
              <a:gd name="connsiteY5644" fmla="*/ 1453917 h 6382977"/>
              <a:gd name="connsiteX5645" fmla="*/ 1387968 w 6501199"/>
              <a:gd name="connsiteY5645" fmla="*/ 1456077 h 6382977"/>
              <a:gd name="connsiteX5646" fmla="*/ 1424332 w 6501199"/>
              <a:gd name="connsiteY5646" fmla="*/ 1439879 h 6382977"/>
              <a:gd name="connsiteX5647" fmla="*/ 1401650 w 6501199"/>
              <a:gd name="connsiteY5647" fmla="*/ 1442399 h 6382977"/>
              <a:gd name="connsiteX5648" fmla="*/ 1467537 w 6501199"/>
              <a:gd name="connsiteY5648" fmla="*/ 1383367 h 6382977"/>
              <a:gd name="connsiteX5649" fmla="*/ 1453855 w 6501199"/>
              <a:gd name="connsiteY5649" fmla="*/ 1401365 h 6382977"/>
              <a:gd name="connsiteX5650" fmla="*/ 1522263 w 6501199"/>
              <a:gd name="connsiteY5650" fmla="*/ 1394526 h 6382977"/>
              <a:gd name="connsiteX5651" fmla="*/ 1458536 w 6501199"/>
              <a:gd name="connsiteY5651" fmla="*/ 1415043 h 6382977"/>
              <a:gd name="connsiteX5652" fmla="*/ 1385808 w 6501199"/>
              <a:gd name="connsiteY5652" fmla="*/ 1471914 h 6382977"/>
              <a:gd name="connsiteX5653" fmla="*/ 1378967 w 6501199"/>
              <a:gd name="connsiteY5653" fmla="*/ 1480913 h 6382977"/>
              <a:gd name="connsiteX5654" fmla="*/ 1392289 w 6501199"/>
              <a:gd name="connsiteY5654" fmla="*/ 1480913 h 6382977"/>
              <a:gd name="connsiteX5655" fmla="*/ 1335403 w 6501199"/>
              <a:gd name="connsiteY5655" fmla="*/ 1533465 h 6382977"/>
              <a:gd name="connsiteX5656" fmla="*/ 1367446 w 6501199"/>
              <a:gd name="connsiteY5656" fmla="*/ 1521947 h 6382977"/>
              <a:gd name="connsiteX5657" fmla="*/ 1387968 w 6501199"/>
              <a:gd name="connsiteY5657" fmla="*/ 1501430 h 6382977"/>
              <a:gd name="connsiteX5658" fmla="*/ 1237832 w 6501199"/>
              <a:gd name="connsiteY5658" fmla="*/ 1642530 h 6382977"/>
              <a:gd name="connsiteX5659" fmla="*/ 1303719 w 6501199"/>
              <a:gd name="connsiteY5659" fmla="*/ 1613014 h 6382977"/>
              <a:gd name="connsiteX5660" fmla="*/ 1299039 w 6501199"/>
              <a:gd name="connsiteY5660" fmla="*/ 1631011 h 6382977"/>
              <a:gd name="connsiteX5661" fmla="*/ 1340083 w 6501199"/>
              <a:gd name="connsiteY5661" fmla="*/ 1610494 h 6382977"/>
              <a:gd name="connsiteX5662" fmla="*/ 1326402 w 6501199"/>
              <a:gd name="connsiteY5662" fmla="*/ 1601496 h 6382977"/>
              <a:gd name="connsiteX5663" fmla="*/ 1340083 w 6501199"/>
              <a:gd name="connsiteY5663" fmla="*/ 1587818 h 6382977"/>
              <a:gd name="connsiteX5664" fmla="*/ 1460696 w 6501199"/>
              <a:gd name="connsiteY5664" fmla="*/ 1508269 h 6382977"/>
              <a:gd name="connsiteX5665" fmla="*/ 1462856 w 6501199"/>
              <a:gd name="connsiteY5665" fmla="*/ 1530946 h 6382977"/>
              <a:gd name="connsiteX5666" fmla="*/ 1515422 w 6501199"/>
              <a:gd name="connsiteY5666" fmla="*/ 1476594 h 6382977"/>
              <a:gd name="connsiteX5667" fmla="*/ 1526583 w 6501199"/>
              <a:gd name="connsiteY5667" fmla="*/ 1483433 h 6382977"/>
              <a:gd name="connsiteX5668" fmla="*/ 1531263 w 6501199"/>
              <a:gd name="connsiteY5668" fmla="*/ 1465075 h 6382977"/>
              <a:gd name="connsiteX5669" fmla="*/ 1560787 w 6501199"/>
              <a:gd name="connsiteY5669" fmla="*/ 1471914 h 6382977"/>
              <a:gd name="connsiteX5670" fmla="*/ 1597150 w 6501199"/>
              <a:gd name="connsiteY5670" fmla="*/ 1430880 h 6382977"/>
              <a:gd name="connsiteX5671" fmla="*/ 1594990 w 6501199"/>
              <a:gd name="connsiteY5671" fmla="*/ 1447078 h 6382977"/>
              <a:gd name="connsiteX5672" fmla="*/ 1676719 w 6501199"/>
              <a:gd name="connsiteY5672" fmla="*/ 1383367 h 6382977"/>
              <a:gd name="connsiteX5673" fmla="*/ 1676719 w 6501199"/>
              <a:gd name="connsiteY5673" fmla="*/ 1392366 h 6382977"/>
              <a:gd name="connsiteX5674" fmla="*/ 1781490 w 6501199"/>
              <a:gd name="connsiteY5674" fmla="*/ 1339814 h 6382977"/>
              <a:gd name="connsiteX5675" fmla="*/ 1876900 w 6501199"/>
              <a:gd name="connsiteY5675" fmla="*/ 1290141 h 6382977"/>
              <a:gd name="connsiteX5676" fmla="*/ 1854218 w 6501199"/>
              <a:gd name="connsiteY5676" fmla="*/ 1312818 h 6382977"/>
              <a:gd name="connsiteX5677" fmla="*/ 1945308 w 6501199"/>
              <a:gd name="connsiteY5677" fmla="*/ 1280782 h 6382977"/>
              <a:gd name="connsiteX5678" fmla="*/ 1967990 w 6501199"/>
              <a:gd name="connsiteY5678" fmla="*/ 1285461 h 6382977"/>
              <a:gd name="connsiteX5679" fmla="*/ 1972671 w 6501199"/>
              <a:gd name="connsiteY5679" fmla="*/ 1269624 h 6382977"/>
              <a:gd name="connsiteX5680" fmla="*/ 2033877 w 6501199"/>
              <a:gd name="connsiteY5680" fmla="*/ 1255946 h 6382977"/>
              <a:gd name="connsiteX5681" fmla="*/ 1988512 w 6501199"/>
              <a:gd name="connsiteY5681" fmla="*/ 1280782 h 6382977"/>
              <a:gd name="connsiteX5682" fmla="*/ 2052239 w 6501199"/>
              <a:gd name="connsiteY5682" fmla="*/ 1290141 h 6382977"/>
              <a:gd name="connsiteX5683" fmla="*/ 1997513 w 6501199"/>
              <a:gd name="connsiteY5683" fmla="*/ 1305978 h 6382977"/>
              <a:gd name="connsiteX5684" fmla="*/ 2006874 w 6501199"/>
              <a:gd name="connsiteY5684" fmla="*/ 1290141 h 6382977"/>
              <a:gd name="connsiteX5685" fmla="*/ 1995353 w 6501199"/>
              <a:gd name="connsiteY5685" fmla="*/ 1285461 h 6382977"/>
              <a:gd name="connsiteX5686" fmla="*/ 1902103 w 6501199"/>
              <a:gd name="connsiteY5686" fmla="*/ 1328655 h 6382977"/>
              <a:gd name="connsiteX5687" fmla="*/ 1811013 w 6501199"/>
              <a:gd name="connsiteY5687" fmla="*/ 1390206 h 6382977"/>
              <a:gd name="connsiteX5688" fmla="*/ 1695081 w 6501199"/>
              <a:gd name="connsiteY5688" fmla="*/ 1444558 h 6382977"/>
              <a:gd name="connsiteX5689" fmla="*/ 1699401 w 6501199"/>
              <a:gd name="connsiteY5689" fmla="*/ 1424041 h 6382977"/>
              <a:gd name="connsiteX5690" fmla="*/ 1686080 w 6501199"/>
              <a:gd name="connsiteY5690" fmla="*/ 1449238 h 6382977"/>
              <a:gd name="connsiteX5691" fmla="*/ 1651876 w 6501199"/>
              <a:gd name="connsiteY5691" fmla="*/ 1465075 h 6382977"/>
              <a:gd name="connsiteX5692" fmla="*/ 1597150 w 6501199"/>
              <a:gd name="connsiteY5692" fmla="*/ 1476594 h 6382977"/>
              <a:gd name="connsiteX5693" fmla="*/ 1590310 w 6501199"/>
              <a:gd name="connsiteY5693" fmla="*/ 1485592 h 6382977"/>
              <a:gd name="connsiteX5694" fmla="*/ 1615512 w 6501199"/>
              <a:gd name="connsiteY5694" fmla="*/ 1487752 h 6382977"/>
              <a:gd name="connsiteX5695" fmla="*/ 1476538 w 6501199"/>
              <a:gd name="connsiteY5695" fmla="*/ 1549303 h 6382977"/>
              <a:gd name="connsiteX5696" fmla="*/ 1469697 w 6501199"/>
              <a:gd name="connsiteY5696" fmla="*/ 1571980 h 6382977"/>
              <a:gd name="connsiteX5697" fmla="*/ 1438014 w 6501199"/>
              <a:gd name="connsiteY5697" fmla="*/ 1578819 h 6382977"/>
              <a:gd name="connsiteX5698" fmla="*/ 1415331 w 6501199"/>
              <a:gd name="connsiteY5698" fmla="*/ 1628852 h 6382977"/>
              <a:gd name="connsiteX5699" fmla="*/ 1399129 w 6501199"/>
              <a:gd name="connsiteY5699" fmla="*/ 1624172 h 6382977"/>
              <a:gd name="connsiteX5700" fmla="*/ 1417491 w 6501199"/>
              <a:gd name="connsiteY5700" fmla="*/ 1606175 h 6382977"/>
              <a:gd name="connsiteX5701" fmla="*/ 1349084 w 6501199"/>
              <a:gd name="connsiteY5701" fmla="*/ 1651528 h 6382977"/>
              <a:gd name="connsiteX5702" fmla="*/ 1387968 w 6501199"/>
              <a:gd name="connsiteY5702" fmla="*/ 1640370 h 6382977"/>
              <a:gd name="connsiteX5703" fmla="*/ 1390129 w 6501199"/>
              <a:gd name="connsiteY5703" fmla="*/ 1667366 h 6382977"/>
              <a:gd name="connsiteX5704" fmla="*/ 1360605 w 6501199"/>
              <a:gd name="connsiteY5704" fmla="*/ 1699401 h 6382977"/>
              <a:gd name="connsiteX5705" fmla="*/ 1381128 w 6501199"/>
              <a:gd name="connsiteY5705" fmla="*/ 1692562 h 6382977"/>
              <a:gd name="connsiteX5706" fmla="*/ 1337923 w 6501199"/>
              <a:gd name="connsiteY5706" fmla="*/ 1737916 h 6382977"/>
              <a:gd name="connsiteX5707" fmla="*/ 1374287 w 6501199"/>
              <a:gd name="connsiteY5707" fmla="*/ 1713079 h 6382977"/>
              <a:gd name="connsiteX5708" fmla="*/ 1374287 w 6501199"/>
              <a:gd name="connsiteY5708" fmla="*/ 1728917 h 6382977"/>
              <a:gd name="connsiteX5709" fmla="*/ 1494900 w 6501199"/>
              <a:gd name="connsiteY5709" fmla="*/ 1678884 h 6382977"/>
              <a:gd name="connsiteX5710" fmla="*/ 1551786 w 6501199"/>
              <a:gd name="connsiteY5710" fmla="*/ 1656208 h 6382977"/>
              <a:gd name="connsiteX5711" fmla="*/ 1529812 w 6501199"/>
              <a:gd name="connsiteY5711" fmla="*/ 1681466 h 6382977"/>
              <a:gd name="connsiteX5712" fmla="*/ 1535431 w 6501199"/>
              <a:gd name="connsiteY5712" fmla="*/ 1690166 h 6382977"/>
              <a:gd name="connsiteX5713" fmla="*/ 1535227 w 6501199"/>
              <a:gd name="connsiteY5713" fmla="*/ 1690630 h 6382977"/>
              <a:gd name="connsiteX5714" fmla="*/ 1528687 w 6501199"/>
              <a:gd name="connsiteY5714" fmla="*/ 1694789 h 6382977"/>
              <a:gd name="connsiteX5715" fmla="*/ 1515422 w 6501199"/>
              <a:gd name="connsiteY5715" fmla="*/ 1692562 h 6382977"/>
              <a:gd name="connsiteX5716" fmla="*/ 1533424 w 6501199"/>
              <a:gd name="connsiteY5716" fmla="*/ 1694722 h 6382977"/>
              <a:gd name="connsiteX5717" fmla="*/ 1535227 w 6501199"/>
              <a:gd name="connsiteY5717" fmla="*/ 1690630 h 6382977"/>
              <a:gd name="connsiteX5718" fmla="*/ 1535584 w 6501199"/>
              <a:gd name="connsiteY5718" fmla="*/ 1690403 h 6382977"/>
              <a:gd name="connsiteX5719" fmla="*/ 1535431 w 6501199"/>
              <a:gd name="connsiteY5719" fmla="*/ 1690166 h 6382977"/>
              <a:gd name="connsiteX5720" fmla="*/ 1541030 w 6501199"/>
              <a:gd name="connsiteY5720" fmla="*/ 1677461 h 6382977"/>
              <a:gd name="connsiteX5721" fmla="*/ 1554576 w 6501199"/>
              <a:gd name="connsiteY5721" fmla="*/ 1668671 h 6382977"/>
              <a:gd name="connsiteX5722" fmla="*/ 1567593 w 6501199"/>
              <a:gd name="connsiteY5722" fmla="*/ 1662932 h 6382977"/>
              <a:gd name="connsiteX5723" fmla="*/ 1567627 w 6501199"/>
              <a:gd name="connsiteY5723" fmla="*/ 1663047 h 6382977"/>
              <a:gd name="connsiteX5724" fmla="*/ 1567846 w 6501199"/>
              <a:gd name="connsiteY5724" fmla="*/ 1662821 h 6382977"/>
              <a:gd name="connsiteX5725" fmla="*/ 1570688 w 6501199"/>
              <a:gd name="connsiteY5725" fmla="*/ 1661568 h 6382977"/>
              <a:gd name="connsiteX5726" fmla="*/ 1585989 w 6501199"/>
              <a:gd name="connsiteY5726" fmla="*/ 1649369 h 6382977"/>
              <a:gd name="connsiteX5727" fmla="*/ 1577619 w 6501199"/>
              <a:gd name="connsiteY5727" fmla="*/ 1652698 h 6382977"/>
              <a:gd name="connsiteX5728" fmla="*/ 1567846 w 6501199"/>
              <a:gd name="connsiteY5728" fmla="*/ 1662821 h 6382977"/>
              <a:gd name="connsiteX5729" fmla="*/ 1567593 w 6501199"/>
              <a:gd name="connsiteY5729" fmla="*/ 1662932 h 6382977"/>
              <a:gd name="connsiteX5730" fmla="*/ 1562947 w 6501199"/>
              <a:gd name="connsiteY5730" fmla="*/ 1647209 h 6382977"/>
              <a:gd name="connsiteX5731" fmla="*/ 1597150 w 6501199"/>
              <a:gd name="connsiteY5731" fmla="*/ 1651528 h 6382977"/>
              <a:gd name="connsiteX5732" fmla="*/ 1663037 w 6501199"/>
              <a:gd name="connsiteY5732" fmla="*/ 1601496 h 6382977"/>
              <a:gd name="connsiteX5733" fmla="*/ 1656197 w 6501199"/>
              <a:gd name="connsiteY5733" fmla="*/ 1590337 h 6382977"/>
              <a:gd name="connsiteX5734" fmla="*/ 1688240 w 6501199"/>
              <a:gd name="connsiteY5734" fmla="*/ 1592497 h 6382977"/>
              <a:gd name="connsiteX5735" fmla="*/ 1708763 w 6501199"/>
              <a:gd name="connsiteY5735" fmla="*/ 1574140 h 6382977"/>
              <a:gd name="connsiteX5736" fmla="*/ 1692561 w 6501199"/>
              <a:gd name="connsiteY5736" fmla="*/ 1571980 h 6382977"/>
              <a:gd name="connsiteX5737" fmla="*/ 1747287 w 6501199"/>
              <a:gd name="connsiteY5737" fmla="*/ 1537785 h 6382977"/>
              <a:gd name="connsiteX5738" fmla="*/ 1856378 w 6501199"/>
              <a:gd name="connsiteY5738" fmla="*/ 1483433 h 6382977"/>
              <a:gd name="connsiteX5739" fmla="*/ 1865739 w 6501199"/>
              <a:gd name="connsiteY5739" fmla="*/ 1501430 h 6382977"/>
              <a:gd name="connsiteX5740" fmla="*/ 1926946 w 6501199"/>
              <a:gd name="connsiteY5740" fmla="*/ 1483433 h 6382977"/>
              <a:gd name="connsiteX5741" fmla="*/ 1970510 w 6501199"/>
              <a:gd name="connsiteY5741" fmla="*/ 1447078 h 6382977"/>
              <a:gd name="connsiteX5742" fmla="*/ 1943147 w 6501199"/>
              <a:gd name="connsiteY5742" fmla="*/ 1442399 h 6382977"/>
              <a:gd name="connsiteX5743" fmla="*/ 1977351 w 6501199"/>
              <a:gd name="connsiteY5743" fmla="*/ 1428721 h 6382977"/>
              <a:gd name="connsiteX5744" fmla="*/ 1993193 w 6501199"/>
              <a:gd name="connsiteY5744" fmla="*/ 1444558 h 6382977"/>
              <a:gd name="connsiteX5745" fmla="*/ 2031717 w 6501199"/>
              <a:gd name="connsiteY5745" fmla="*/ 1421882 h 6382977"/>
              <a:gd name="connsiteX5746" fmla="*/ 2004354 w 6501199"/>
              <a:gd name="connsiteY5746" fmla="*/ 1412883 h 6382977"/>
              <a:gd name="connsiteX5747" fmla="*/ 1890582 w 6501199"/>
              <a:gd name="connsiteY5747" fmla="*/ 1458236 h 6382977"/>
              <a:gd name="connsiteX5748" fmla="*/ 1845217 w 6501199"/>
              <a:gd name="connsiteY5748" fmla="*/ 1480913 h 6382977"/>
              <a:gd name="connsiteX5749" fmla="*/ 1795172 w 6501199"/>
              <a:gd name="connsiteY5749" fmla="*/ 1494591 h 6382977"/>
              <a:gd name="connsiteX5750" fmla="*/ 1769969 w 6501199"/>
              <a:gd name="connsiteY5750" fmla="*/ 1433040 h 6382977"/>
              <a:gd name="connsiteX5751" fmla="*/ 1786171 w 6501199"/>
              <a:gd name="connsiteY5751" fmla="*/ 1403524 h 6382977"/>
              <a:gd name="connsiteX5752" fmla="*/ 1849898 w 6501199"/>
              <a:gd name="connsiteY5752" fmla="*/ 1383367 h 6382977"/>
              <a:gd name="connsiteX5753" fmla="*/ 1890582 w 6501199"/>
              <a:gd name="connsiteY5753" fmla="*/ 1367170 h 6382977"/>
              <a:gd name="connsiteX5754" fmla="*/ 1936307 w 6501199"/>
              <a:gd name="connsiteY5754" fmla="*/ 1380848 h 6382977"/>
              <a:gd name="connsiteX5755" fmla="*/ 1947468 w 6501199"/>
              <a:gd name="connsiteY5755" fmla="*/ 1358171 h 6382977"/>
              <a:gd name="connsiteX5756" fmla="*/ 1995353 w 6501199"/>
              <a:gd name="connsiteY5756" fmla="*/ 1351332 h 6382977"/>
              <a:gd name="connsiteX5757" fmla="*/ 1983832 w 6501199"/>
              <a:gd name="connsiteY5757" fmla="*/ 1346653 h 6382977"/>
              <a:gd name="connsiteX5758" fmla="*/ 2095444 w 6501199"/>
              <a:gd name="connsiteY5758" fmla="*/ 1312818 h 6382977"/>
              <a:gd name="connsiteX5759" fmla="*/ 2095444 w 6501199"/>
              <a:gd name="connsiteY5759" fmla="*/ 1299139 h 6382977"/>
              <a:gd name="connsiteX5760" fmla="*/ 2257101 w 6501199"/>
              <a:gd name="connsiteY5760" fmla="*/ 1269624 h 6382977"/>
              <a:gd name="connsiteX5761" fmla="*/ 2254580 w 6501199"/>
              <a:gd name="connsiteY5761" fmla="*/ 1283302 h 6382977"/>
              <a:gd name="connsiteX5762" fmla="*/ 2309306 w 6501199"/>
              <a:gd name="connsiteY5762" fmla="*/ 1276463 h 6382977"/>
              <a:gd name="connsiteX5763" fmla="*/ 2213896 w 6501199"/>
              <a:gd name="connsiteY5763" fmla="*/ 1319657 h 6382977"/>
              <a:gd name="connsiteX5764" fmla="*/ 2284104 w 6501199"/>
              <a:gd name="connsiteY5764" fmla="*/ 1321816 h 6382977"/>
              <a:gd name="connsiteX5765" fmla="*/ 2311466 w 6501199"/>
              <a:gd name="connsiteY5765" fmla="*/ 1314977 h 6382977"/>
              <a:gd name="connsiteX5766" fmla="*/ 2361512 w 6501199"/>
              <a:gd name="connsiteY5766" fmla="*/ 1290141 h 6382977"/>
              <a:gd name="connsiteX5767" fmla="*/ 2364032 w 6501199"/>
              <a:gd name="connsiteY5767" fmla="*/ 1305978 h 6382977"/>
              <a:gd name="connsiteX5768" fmla="*/ 2295625 w 6501199"/>
              <a:gd name="connsiteY5768" fmla="*/ 1342333 h 6382977"/>
              <a:gd name="connsiteX5769" fmla="*/ 2286624 w 6501199"/>
              <a:gd name="connsiteY5769" fmla="*/ 1328655 h 6382977"/>
              <a:gd name="connsiteX5770" fmla="*/ 2270782 w 6501199"/>
              <a:gd name="connsiteY5770" fmla="*/ 1358171 h 6382977"/>
              <a:gd name="connsiteX5771" fmla="*/ 2334509 w 6501199"/>
              <a:gd name="connsiteY5771" fmla="*/ 1332975 h 6382977"/>
              <a:gd name="connsiteX5772" fmla="*/ 2484645 w 6501199"/>
              <a:gd name="connsiteY5772" fmla="*/ 1294460 h 6382977"/>
              <a:gd name="connsiteX5773" fmla="*/ 2495806 w 6501199"/>
              <a:gd name="connsiteY5773" fmla="*/ 1308138 h 6382977"/>
              <a:gd name="connsiteX5774" fmla="*/ 2598417 w 6501199"/>
              <a:gd name="connsiteY5774" fmla="*/ 1262785 h 6382977"/>
              <a:gd name="connsiteX5775" fmla="*/ 2605257 w 6501199"/>
              <a:gd name="connsiteY5775" fmla="*/ 1280782 h 6382977"/>
              <a:gd name="connsiteX5776" fmla="*/ 2477804 w 6501199"/>
              <a:gd name="connsiteY5776" fmla="*/ 1326496 h 6382977"/>
              <a:gd name="connsiteX5777" fmla="*/ 2498326 w 6501199"/>
              <a:gd name="connsiteY5777" fmla="*/ 1337654 h 6382977"/>
              <a:gd name="connsiteX5778" fmla="*/ 2682306 w 6501199"/>
              <a:gd name="connsiteY5778" fmla="*/ 1301299 h 6382977"/>
              <a:gd name="connsiteX5779" fmla="*/ 2666464 w 6501199"/>
              <a:gd name="connsiteY5779" fmla="*/ 1314977 h 6382977"/>
              <a:gd name="connsiteX5780" fmla="*/ 2848643 w 6501199"/>
              <a:gd name="connsiteY5780" fmla="*/ 1278622 h 6382977"/>
              <a:gd name="connsiteX5781" fmla="*/ 2834962 w 6501199"/>
              <a:gd name="connsiteY5781" fmla="*/ 1296620 h 6382977"/>
              <a:gd name="connsiteX5782" fmla="*/ 2921371 w 6501199"/>
              <a:gd name="connsiteY5782" fmla="*/ 1294460 h 6382977"/>
              <a:gd name="connsiteX5783" fmla="*/ 2935052 w 6501199"/>
              <a:gd name="connsiteY5783" fmla="*/ 1310298 h 6382977"/>
              <a:gd name="connsiteX5784" fmla="*/ 2989778 w 6501199"/>
              <a:gd name="connsiteY5784" fmla="*/ 1301299 h 6382977"/>
              <a:gd name="connsiteX5785" fmla="*/ 2978257 w 6501199"/>
              <a:gd name="connsiteY5785" fmla="*/ 1305978 h 6382977"/>
              <a:gd name="connsiteX5786" fmla="*/ 2985098 w 6501199"/>
              <a:gd name="connsiteY5786" fmla="*/ 1308138 h 6382977"/>
              <a:gd name="connsiteX5787" fmla="*/ 3037303 w 6501199"/>
              <a:gd name="connsiteY5787" fmla="*/ 1326496 h 6382977"/>
              <a:gd name="connsiteX5788" fmla="*/ 3053145 w 6501199"/>
              <a:gd name="connsiteY5788" fmla="*/ 1321816 h 6382977"/>
              <a:gd name="connsiteX5789" fmla="*/ 3064666 w 6501199"/>
              <a:gd name="connsiteY5789" fmla="*/ 1319657 h 6382977"/>
              <a:gd name="connsiteX5790" fmla="*/ 3089869 w 6501199"/>
              <a:gd name="connsiteY5790" fmla="*/ 1314977 h 6382977"/>
              <a:gd name="connsiteX5791" fmla="*/ 3123712 w 6501199"/>
              <a:gd name="connsiteY5791" fmla="*/ 1308138 h 6382977"/>
              <a:gd name="connsiteX5792" fmla="*/ 3121552 w 6501199"/>
              <a:gd name="connsiteY5792" fmla="*/ 1314977 h 6382977"/>
              <a:gd name="connsiteX5793" fmla="*/ 3201121 w 6501199"/>
              <a:gd name="connsiteY5793" fmla="*/ 1314977 h 6382977"/>
              <a:gd name="connsiteX5794" fmla="*/ 3242165 w 6501199"/>
              <a:gd name="connsiteY5794" fmla="*/ 1314977 h 6382977"/>
              <a:gd name="connsiteX5795" fmla="*/ 3280689 w 6501199"/>
              <a:gd name="connsiteY5795" fmla="*/ 1319657 h 6382977"/>
              <a:gd name="connsiteX5796" fmla="*/ 3278529 w 6501199"/>
              <a:gd name="connsiteY5796" fmla="*/ 1312818 h 6382977"/>
              <a:gd name="connsiteX5797" fmla="*/ 3346576 w 6501199"/>
              <a:gd name="connsiteY5797" fmla="*/ 1319657 h 6382977"/>
              <a:gd name="connsiteX5798" fmla="*/ 3337215 w 6501199"/>
              <a:gd name="connsiteY5798" fmla="*/ 1330815 h 6382977"/>
              <a:gd name="connsiteX5799" fmla="*/ 3364578 w 6501199"/>
              <a:gd name="connsiteY5799" fmla="*/ 1312818 h 6382977"/>
              <a:gd name="connsiteX5800" fmla="*/ 3357737 w 6501199"/>
              <a:gd name="connsiteY5800" fmla="*/ 1328655 h 6382977"/>
              <a:gd name="connsiteX5801" fmla="*/ 3414623 w 6501199"/>
              <a:gd name="connsiteY5801" fmla="*/ 1335494 h 6382977"/>
              <a:gd name="connsiteX5802" fmla="*/ 3432985 w 6501199"/>
              <a:gd name="connsiteY5802" fmla="*/ 1330815 h 6382977"/>
              <a:gd name="connsiteX5803" fmla="*/ 3428305 w 6501199"/>
              <a:gd name="connsiteY5803" fmla="*/ 1310298 h 6382977"/>
              <a:gd name="connsiteX5804" fmla="*/ 3435145 w 6501199"/>
              <a:gd name="connsiteY5804" fmla="*/ 1314977 h 6382977"/>
              <a:gd name="connsiteX5805" fmla="*/ 3441986 w 6501199"/>
              <a:gd name="connsiteY5805" fmla="*/ 1314977 h 6382977"/>
              <a:gd name="connsiteX5806" fmla="*/ 3435145 w 6501199"/>
              <a:gd name="connsiteY5806" fmla="*/ 1326496 h 6382977"/>
              <a:gd name="connsiteX5807" fmla="*/ 3439826 w 6501199"/>
              <a:gd name="connsiteY5807" fmla="*/ 1332975 h 6382977"/>
              <a:gd name="connsiteX5808" fmla="*/ 3453507 w 6501199"/>
              <a:gd name="connsiteY5808" fmla="*/ 1319657 h 6382977"/>
              <a:gd name="connsiteX5809" fmla="*/ 3453507 w 6501199"/>
              <a:gd name="connsiteY5809" fmla="*/ 1335494 h 6382977"/>
              <a:gd name="connsiteX5810" fmla="*/ 3524075 w 6501199"/>
              <a:gd name="connsiteY5810" fmla="*/ 1326496 h 6382977"/>
              <a:gd name="connsiteX5811" fmla="*/ 3529599 w 6501199"/>
              <a:gd name="connsiteY5811" fmla="*/ 1334780 h 6382977"/>
              <a:gd name="connsiteX5812" fmla="*/ 3529620 w 6501199"/>
              <a:gd name="connsiteY5812" fmla="*/ 1335394 h 6382977"/>
              <a:gd name="connsiteX5813" fmla="*/ 3531989 w 6501199"/>
              <a:gd name="connsiteY5813" fmla="*/ 1338364 h 6382977"/>
              <a:gd name="connsiteX5814" fmla="*/ 3539016 w 6501199"/>
              <a:gd name="connsiteY5814" fmla="*/ 1348902 h 6382977"/>
              <a:gd name="connsiteX5815" fmla="*/ 3562599 w 6501199"/>
              <a:gd name="connsiteY5815" fmla="*/ 1349172 h 6382977"/>
              <a:gd name="connsiteX5816" fmla="*/ 3576280 w 6501199"/>
              <a:gd name="connsiteY5816" fmla="*/ 1367170 h 6382977"/>
              <a:gd name="connsiteX5817" fmla="*/ 3580961 w 6501199"/>
              <a:gd name="connsiteY5817" fmla="*/ 1362850 h 6382977"/>
              <a:gd name="connsiteX5818" fmla="*/ 3578440 w 6501199"/>
              <a:gd name="connsiteY5818" fmla="*/ 1344493 h 6382977"/>
              <a:gd name="connsiteX5819" fmla="*/ 3592122 w 6501199"/>
              <a:gd name="connsiteY5819" fmla="*/ 1371849 h 6382977"/>
              <a:gd name="connsiteX5820" fmla="*/ 3578440 w 6501199"/>
              <a:gd name="connsiteY5820" fmla="*/ 1371849 h 6382977"/>
              <a:gd name="connsiteX5821" fmla="*/ 3598963 w 6501199"/>
              <a:gd name="connsiteY5821" fmla="*/ 1371849 h 6382977"/>
              <a:gd name="connsiteX5822" fmla="*/ 3592122 w 6501199"/>
              <a:gd name="connsiteY5822" fmla="*/ 1360331 h 6382977"/>
              <a:gd name="connsiteX5823" fmla="*/ 3637847 w 6501199"/>
              <a:gd name="connsiteY5823" fmla="*/ 1371849 h 6382977"/>
              <a:gd name="connsiteX5824" fmla="*/ 3644687 w 6501199"/>
              <a:gd name="connsiteY5824" fmla="*/ 1344493 h 6382977"/>
              <a:gd name="connsiteX5825" fmla="*/ 3603643 w 6501199"/>
              <a:gd name="connsiteY5825" fmla="*/ 1328655 h 6382977"/>
              <a:gd name="connsiteX5826" fmla="*/ 3619485 w 6501199"/>
              <a:gd name="connsiteY5826" fmla="*/ 1312818 h 6382977"/>
              <a:gd name="connsiteX5827" fmla="*/ 3642167 w 6501199"/>
              <a:gd name="connsiteY5827" fmla="*/ 1321816 h 6382977"/>
              <a:gd name="connsiteX5828" fmla="*/ 3655849 w 6501199"/>
              <a:gd name="connsiteY5828" fmla="*/ 1310298 h 6382977"/>
              <a:gd name="connsiteX5829" fmla="*/ 3708054 w 6501199"/>
              <a:gd name="connsiteY5829" fmla="*/ 1321816 h 6382977"/>
              <a:gd name="connsiteX5830" fmla="*/ 3699053 w 6501199"/>
              <a:gd name="connsiteY5830" fmla="*/ 1319657 h 6382977"/>
              <a:gd name="connsiteX5831" fmla="*/ 3712735 w 6501199"/>
              <a:gd name="connsiteY5831" fmla="*/ 1321816 h 6382977"/>
              <a:gd name="connsiteX5832" fmla="*/ 3712735 w 6501199"/>
              <a:gd name="connsiteY5832" fmla="*/ 1314977 h 6382977"/>
              <a:gd name="connsiteX5833" fmla="*/ 3760620 w 6501199"/>
              <a:gd name="connsiteY5833" fmla="*/ 1312818 h 6382977"/>
              <a:gd name="connsiteX5834" fmla="*/ 3799144 w 6501199"/>
              <a:gd name="connsiteY5834" fmla="*/ 1292300 h 6382977"/>
              <a:gd name="connsiteX5835" fmla="*/ 3810665 w 6501199"/>
              <a:gd name="connsiteY5835" fmla="*/ 1314977 h 6382977"/>
              <a:gd name="connsiteX5836" fmla="*/ 3817506 w 6501199"/>
              <a:gd name="connsiteY5836" fmla="*/ 1314977 h 6382977"/>
              <a:gd name="connsiteX5837" fmla="*/ 3853870 w 6501199"/>
              <a:gd name="connsiteY5837" fmla="*/ 1303459 h 6382977"/>
              <a:gd name="connsiteX5838" fmla="*/ 3881233 w 6501199"/>
              <a:gd name="connsiteY5838" fmla="*/ 1280782 h 6382977"/>
              <a:gd name="connsiteX5839" fmla="*/ 3885553 w 6501199"/>
              <a:gd name="connsiteY5839" fmla="*/ 1292300 h 6382977"/>
              <a:gd name="connsiteX5840" fmla="*/ 3883393 w 6501199"/>
              <a:gd name="connsiteY5840" fmla="*/ 1276463 h 6382977"/>
              <a:gd name="connsiteX5841" fmla="*/ 3892394 w 6501199"/>
              <a:gd name="connsiteY5841" fmla="*/ 1287621 h 6382977"/>
              <a:gd name="connsiteX5842" fmla="*/ 3894914 w 6501199"/>
              <a:gd name="connsiteY5842" fmla="*/ 1301299 h 6382977"/>
              <a:gd name="connsiteX5843" fmla="*/ 3883393 w 6501199"/>
              <a:gd name="connsiteY5843" fmla="*/ 1296620 h 6382977"/>
              <a:gd name="connsiteX5844" fmla="*/ 3890233 w 6501199"/>
              <a:gd name="connsiteY5844" fmla="*/ 1303459 h 6382977"/>
              <a:gd name="connsiteX5845" fmla="*/ 3883393 w 6501199"/>
              <a:gd name="connsiteY5845" fmla="*/ 1303459 h 6382977"/>
              <a:gd name="connsiteX5846" fmla="*/ 3899234 w 6501199"/>
              <a:gd name="connsiteY5846" fmla="*/ 1317137 h 6382977"/>
              <a:gd name="connsiteX5847" fmla="*/ 3858190 w 6501199"/>
              <a:gd name="connsiteY5847" fmla="*/ 1317137 h 6382977"/>
              <a:gd name="connsiteX5848" fmla="*/ 3838028 w 6501199"/>
              <a:gd name="connsiteY5848" fmla="*/ 1319657 h 6382977"/>
              <a:gd name="connsiteX5849" fmla="*/ 3808505 w 6501199"/>
              <a:gd name="connsiteY5849" fmla="*/ 1335494 h 6382977"/>
              <a:gd name="connsiteX5850" fmla="*/ 3796984 w 6501199"/>
              <a:gd name="connsiteY5850" fmla="*/ 1319657 h 6382977"/>
              <a:gd name="connsiteX5851" fmla="*/ 3790143 w 6501199"/>
              <a:gd name="connsiteY5851" fmla="*/ 1332975 h 6382977"/>
              <a:gd name="connsiteX5852" fmla="*/ 3778622 w 6501199"/>
              <a:gd name="connsiteY5852" fmla="*/ 1321816 h 6382977"/>
              <a:gd name="connsiteX5853" fmla="*/ 3764940 w 6501199"/>
              <a:gd name="connsiteY5853" fmla="*/ 1346653 h 6382977"/>
              <a:gd name="connsiteX5854" fmla="*/ 3758099 w 6501199"/>
              <a:gd name="connsiteY5854" fmla="*/ 1335494 h 6382977"/>
              <a:gd name="connsiteX5855" fmla="*/ 3721736 w 6501199"/>
              <a:gd name="connsiteY5855" fmla="*/ 1353492 h 6382977"/>
              <a:gd name="connsiteX5856" fmla="*/ 3690052 w 6501199"/>
              <a:gd name="connsiteY5856" fmla="*/ 1353492 h 6382977"/>
              <a:gd name="connsiteX5857" fmla="*/ 3719575 w 6501199"/>
              <a:gd name="connsiteY5857" fmla="*/ 1360331 h 6382977"/>
              <a:gd name="connsiteX5858" fmla="*/ 3753779 w 6501199"/>
              <a:gd name="connsiteY5858" fmla="*/ 1371849 h 6382977"/>
              <a:gd name="connsiteX5859" fmla="*/ 3749099 w 6501199"/>
              <a:gd name="connsiteY5859" fmla="*/ 1387687 h 6382977"/>
              <a:gd name="connsiteX5860" fmla="*/ 3749099 w 6501199"/>
              <a:gd name="connsiteY5860" fmla="*/ 1399205 h 6382977"/>
              <a:gd name="connsiteX5861" fmla="*/ 3771781 w 6501199"/>
              <a:gd name="connsiteY5861" fmla="*/ 1385527 h 6382977"/>
              <a:gd name="connsiteX5862" fmla="*/ 3821826 w 6501199"/>
              <a:gd name="connsiteY5862" fmla="*/ 1408204 h 6382977"/>
              <a:gd name="connsiteX5863" fmla="*/ 3838028 w 6501199"/>
              <a:gd name="connsiteY5863" fmla="*/ 1396685 h 6382977"/>
              <a:gd name="connsiteX5864" fmla="*/ 3831187 w 6501199"/>
              <a:gd name="connsiteY5864" fmla="*/ 1403524 h 6382977"/>
              <a:gd name="connsiteX5865" fmla="*/ 3853870 w 6501199"/>
              <a:gd name="connsiteY5865" fmla="*/ 1406044 h 6382977"/>
              <a:gd name="connsiteX5866" fmla="*/ 3844869 w 6501199"/>
              <a:gd name="connsiteY5866" fmla="*/ 1403524 h 6382977"/>
              <a:gd name="connsiteX5867" fmla="*/ 3862871 w 6501199"/>
              <a:gd name="connsiteY5867" fmla="*/ 1392366 h 6382977"/>
              <a:gd name="connsiteX5868" fmla="*/ 3858190 w 6501199"/>
              <a:gd name="connsiteY5868" fmla="*/ 1401365 h 6382977"/>
              <a:gd name="connsiteX5869" fmla="*/ 3885553 w 6501199"/>
              <a:gd name="connsiteY5869" fmla="*/ 1408204 h 6382977"/>
              <a:gd name="connsiteX5870" fmla="*/ 3881233 w 6501199"/>
              <a:gd name="connsiteY5870" fmla="*/ 1394526 h 6382977"/>
              <a:gd name="connsiteX5871" fmla="*/ 3888073 w 6501199"/>
              <a:gd name="connsiteY5871" fmla="*/ 1392366 h 6382977"/>
              <a:gd name="connsiteX5872" fmla="*/ 3903915 w 6501199"/>
              <a:gd name="connsiteY5872" fmla="*/ 1390206 h 6382977"/>
              <a:gd name="connsiteX5873" fmla="*/ 3915436 w 6501199"/>
              <a:gd name="connsiteY5873" fmla="*/ 1396685 h 6382977"/>
              <a:gd name="connsiteX5874" fmla="*/ 3890233 w 6501199"/>
              <a:gd name="connsiteY5874" fmla="*/ 1412883 h 6382977"/>
              <a:gd name="connsiteX5875" fmla="*/ 3908595 w 6501199"/>
              <a:gd name="connsiteY5875" fmla="*/ 1417202 h 6382977"/>
              <a:gd name="connsiteX5876" fmla="*/ 3938119 w 6501199"/>
              <a:gd name="connsiteY5876" fmla="*/ 1437719 h 6382977"/>
              <a:gd name="connsiteX5877" fmla="*/ 3983483 w 6501199"/>
              <a:gd name="connsiteY5877" fmla="*/ 1430880 h 6382977"/>
              <a:gd name="connsiteX5878" fmla="*/ 4001845 w 6501199"/>
              <a:gd name="connsiteY5878" fmla="*/ 1435560 h 6382977"/>
              <a:gd name="connsiteX5879" fmla="*/ 3992484 w 6501199"/>
              <a:gd name="connsiteY5879" fmla="*/ 1421882 h 6382977"/>
              <a:gd name="connsiteX5880" fmla="*/ 3988164 w 6501199"/>
              <a:gd name="connsiteY5880" fmla="*/ 1433040 h 6382977"/>
              <a:gd name="connsiteX5881" fmla="*/ 4004006 w 6501199"/>
              <a:gd name="connsiteY5881" fmla="*/ 1428721 h 6382977"/>
              <a:gd name="connsiteX5882" fmla="*/ 4056211 w 6501199"/>
              <a:gd name="connsiteY5882" fmla="*/ 1433040 h 6382977"/>
              <a:gd name="connsiteX5883" fmla="*/ 4047210 w 6501199"/>
              <a:gd name="connsiteY5883" fmla="*/ 1424041 h 6382977"/>
              <a:gd name="connsiteX5884" fmla="*/ 4095095 w 6501199"/>
              <a:gd name="connsiteY5884" fmla="*/ 1410363 h 6382977"/>
              <a:gd name="connsiteX5885" fmla="*/ 4135779 w 6501199"/>
              <a:gd name="connsiteY5885" fmla="*/ 1399205 h 6382977"/>
              <a:gd name="connsiteX5886" fmla="*/ 4131459 w 6501199"/>
              <a:gd name="connsiteY5886" fmla="*/ 1396685 h 6382977"/>
              <a:gd name="connsiteX5887" fmla="*/ 4226869 w 6501199"/>
              <a:gd name="connsiteY5887" fmla="*/ 1339814 h 6382977"/>
              <a:gd name="connsiteX5888" fmla="*/ 4233710 w 6501199"/>
              <a:gd name="connsiteY5888" fmla="*/ 1353492 h 6382977"/>
              <a:gd name="connsiteX5889" fmla="*/ 4236230 w 6501199"/>
              <a:gd name="connsiteY5889" fmla="*/ 1337654 h 6382977"/>
              <a:gd name="connsiteX5890" fmla="*/ 4265753 w 6501199"/>
              <a:gd name="connsiteY5890" fmla="*/ 1319657 h 6382977"/>
              <a:gd name="connsiteX5891" fmla="*/ 4297437 w 6501199"/>
              <a:gd name="connsiteY5891" fmla="*/ 1294460 h 6382977"/>
              <a:gd name="connsiteX5892" fmla="*/ 4302117 w 6501199"/>
              <a:gd name="connsiteY5892" fmla="*/ 1299139 h 6382977"/>
              <a:gd name="connsiteX5893" fmla="*/ 4308958 w 6501199"/>
              <a:gd name="connsiteY5893" fmla="*/ 1299139 h 6382977"/>
              <a:gd name="connsiteX5894" fmla="*/ 4326959 w 6501199"/>
              <a:gd name="connsiteY5894" fmla="*/ 1262785 h 6382977"/>
              <a:gd name="connsiteX5895" fmla="*/ 4340641 w 6501199"/>
              <a:gd name="connsiteY5895" fmla="*/ 1273943 h 6382977"/>
              <a:gd name="connsiteX5896" fmla="*/ 4345321 w 6501199"/>
              <a:gd name="connsiteY5896" fmla="*/ 1267104 h 6382977"/>
              <a:gd name="connsiteX5897" fmla="*/ 4333800 w 6501199"/>
              <a:gd name="connsiteY5897" fmla="*/ 1255946 h 6382977"/>
              <a:gd name="connsiteX5898" fmla="*/ 4365844 w 6501199"/>
              <a:gd name="connsiteY5898" fmla="*/ 1242268 h 6382977"/>
              <a:gd name="connsiteX5899" fmla="*/ 4379525 w 6501199"/>
              <a:gd name="connsiteY5899" fmla="*/ 1251266 h 6382977"/>
              <a:gd name="connsiteX5900" fmla="*/ 4393207 w 6501199"/>
              <a:gd name="connsiteY5900" fmla="*/ 1235429 h 6382977"/>
              <a:gd name="connsiteX5901" fmla="*/ 4400047 w 6501199"/>
              <a:gd name="connsiteY5901" fmla="*/ 1251266 h 6382977"/>
              <a:gd name="connsiteX5902" fmla="*/ 4445412 w 6501199"/>
              <a:gd name="connsiteY5902" fmla="*/ 1214912 h 6382977"/>
              <a:gd name="connsiteX5903" fmla="*/ 4452253 w 6501199"/>
              <a:gd name="connsiteY5903" fmla="*/ 1232909 h 6382977"/>
              <a:gd name="connsiteX5904" fmla="*/ 4477095 w 6501199"/>
              <a:gd name="connsiteY5904" fmla="*/ 1194395 h 6382977"/>
              <a:gd name="connsiteX5905" fmla="*/ 4470255 w 6501199"/>
              <a:gd name="connsiteY5905" fmla="*/ 1185396 h 6382977"/>
              <a:gd name="connsiteX5906" fmla="*/ 4495457 w 6501199"/>
              <a:gd name="connsiteY5906" fmla="*/ 1155880 h 6382977"/>
              <a:gd name="connsiteX5907" fmla="*/ 4554503 w 6501199"/>
              <a:gd name="connsiteY5907" fmla="*/ 1135363 h 6382977"/>
              <a:gd name="connsiteX5908" fmla="*/ 4558539 w 6501199"/>
              <a:gd name="connsiteY5908" fmla="*/ 1119306 h 6382977"/>
              <a:gd name="connsiteX5909" fmla="*/ 4554193 w 6501199"/>
              <a:gd name="connsiteY5909" fmla="*/ 1117418 h 6382977"/>
              <a:gd name="connsiteX5910" fmla="*/ 4544480 w 6501199"/>
              <a:gd name="connsiteY5910" fmla="*/ 1111794 h 6382977"/>
              <a:gd name="connsiteX5911" fmla="*/ 4526134 w 6501199"/>
              <a:gd name="connsiteY5911" fmla="*/ 1129937 h 6382977"/>
              <a:gd name="connsiteX5912" fmla="*/ 4542322 w 6501199"/>
              <a:gd name="connsiteY5912" fmla="*/ 1079500 h 6382977"/>
              <a:gd name="connsiteX5913" fmla="*/ 4558150 w 6501199"/>
              <a:gd name="connsiteY5913" fmla="*/ 1081677 h 6382977"/>
              <a:gd name="connsiteX5914" fmla="*/ 4560309 w 6501199"/>
              <a:gd name="connsiteY5914" fmla="*/ 1100183 h 6382977"/>
              <a:gd name="connsiteX5915" fmla="*/ 4553474 w 6501199"/>
              <a:gd name="connsiteY5915" fmla="*/ 1091111 h 6382977"/>
              <a:gd name="connsiteX5916" fmla="*/ 4537646 w 6501199"/>
              <a:gd name="connsiteY5916" fmla="*/ 1088571 h 6382977"/>
              <a:gd name="connsiteX5917" fmla="*/ 4542322 w 6501199"/>
              <a:gd name="connsiteY5917" fmla="*/ 1104900 h 6382977"/>
              <a:gd name="connsiteX5918" fmla="*/ 4558915 w 6501199"/>
              <a:gd name="connsiteY5918" fmla="*/ 1107984 h 6382977"/>
              <a:gd name="connsiteX5919" fmla="*/ 4562676 w 6501199"/>
              <a:gd name="connsiteY5919" fmla="*/ 1114869 h 6382977"/>
              <a:gd name="connsiteX5920" fmla="*/ 4577186 w 6501199"/>
              <a:gd name="connsiteY5920" fmla="*/ 1105848 h 6382977"/>
              <a:gd name="connsiteX5921" fmla="*/ 4570705 w 6501199"/>
              <a:gd name="connsiteY5921" fmla="*/ 1094329 h 6382977"/>
              <a:gd name="connsiteX5922" fmla="*/ 4581867 w 6501199"/>
              <a:gd name="connsiteY5922" fmla="*/ 1096489 h 6382977"/>
              <a:gd name="connsiteX5923" fmla="*/ 4577186 w 6501199"/>
              <a:gd name="connsiteY5923" fmla="*/ 1085331 h 6382977"/>
              <a:gd name="connsiteX5924" fmla="*/ 4572865 w 6501199"/>
              <a:gd name="connsiteY5924" fmla="*/ 1087490 h 6382977"/>
              <a:gd name="connsiteX5925" fmla="*/ 4576196 w 6501199"/>
              <a:gd name="connsiteY5925" fmla="*/ 1069583 h 6382977"/>
              <a:gd name="connsiteX5926" fmla="*/ 4581096 w 6501199"/>
              <a:gd name="connsiteY5926" fmla="*/ 1061873 h 6382977"/>
              <a:gd name="connsiteX5927" fmla="*/ 4565466 w 6501199"/>
              <a:gd name="connsiteY5927" fmla="*/ 1060420 h 6382977"/>
              <a:gd name="connsiteX5928" fmla="*/ 4554370 w 6501199"/>
              <a:gd name="connsiteY5928" fmla="*/ 1053124 h 6382977"/>
              <a:gd name="connsiteX5929" fmla="*/ 4545421 w 6501199"/>
              <a:gd name="connsiteY5929" fmla="*/ 1075962 h 6382977"/>
              <a:gd name="connsiteX5930" fmla="*/ 4549716 w 6501199"/>
              <a:gd name="connsiteY5930" fmla="*/ 1046237 h 6382977"/>
              <a:gd name="connsiteX5931" fmla="*/ 4559023 w 6501199"/>
              <a:gd name="connsiteY5931" fmla="*/ 1053124 h 6382977"/>
              <a:gd name="connsiteX5932" fmla="*/ 4574774 w 6501199"/>
              <a:gd name="connsiteY5932" fmla="*/ 1044062 h 6382977"/>
              <a:gd name="connsiteX5933" fmla="*/ 4552222 w 6501199"/>
              <a:gd name="connsiteY5933" fmla="*/ 1044062 h 6382977"/>
              <a:gd name="connsiteX5934" fmla="*/ 4583723 w 6501199"/>
              <a:gd name="connsiteY5934" fmla="*/ 1034999 h 6382977"/>
              <a:gd name="connsiteX5935" fmla="*/ 4578538 w 6501199"/>
              <a:gd name="connsiteY5935" fmla="*/ 1054625 h 6382977"/>
              <a:gd name="connsiteX5936" fmla="*/ 4583276 w 6501199"/>
              <a:gd name="connsiteY5936" fmla="*/ 1058442 h 6382977"/>
              <a:gd name="connsiteX5937" fmla="*/ 4586547 w 6501199"/>
              <a:gd name="connsiteY5937" fmla="*/ 1053295 h 6382977"/>
              <a:gd name="connsiteX5938" fmla="*/ 4587511 w 6501199"/>
              <a:gd name="connsiteY5938" fmla="*/ 1061853 h 6382977"/>
              <a:gd name="connsiteX5939" fmla="*/ 4588376 w 6501199"/>
              <a:gd name="connsiteY5939" fmla="*/ 1062550 h 6382977"/>
              <a:gd name="connsiteX5940" fmla="*/ 4587581 w 6501199"/>
              <a:gd name="connsiteY5940" fmla="*/ 1062476 h 6382977"/>
              <a:gd name="connsiteX5941" fmla="*/ 4588482 w 6501199"/>
              <a:gd name="connsiteY5941" fmla="*/ 1070483 h 6382977"/>
              <a:gd name="connsiteX5942" fmla="*/ 4575026 w 6501199"/>
              <a:gd name="connsiteY5942" fmla="*/ 1080651 h 6382977"/>
              <a:gd name="connsiteX5943" fmla="*/ 4581867 w 6501199"/>
              <a:gd name="connsiteY5943" fmla="*/ 1087490 h 6382977"/>
              <a:gd name="connsiteX5944" fmla="*/ 4593388 w 6501199"/>
              <a:gd name="connsiteY5944" fmla="*/ 1075972 h 6382977"/>
              <a:gd name="connsiteX5945" fmla="*/ 4618231 w 6501199"/>
              <a:gd name="connsiteY5945" fmla="*/ 1069133 h 6382977"/>
              <a:gd name="connsiteX5946" fmla="*/ 4602389 w 6501199"/>
              <a:gd name="connsiteY5946" fmla="*/ 1053295 h 6382977"/>
              <a:gd name="connsiteX5947" fmla="*/ 4647753 w 6501199"/>
              <a:gd name="connsiteY5947" fmla="*/ 1030618 h 6382977"/>
              <a:gd name="connsiteX5948" fmla="*/ 4668275 w 6501199"/>
              <a:gd name="connsiteY5948" fmla="*/ 987425 h 6382977"/>
              <a:gd name="connsiteX5949" fmla="*/ 4688798 w 6501199"/>
              <a:gd name="connsiteY5949" fmla="*/ 989584 h 6382977"/>
              <a:gd name="connsiteX5950" fmla="*/ 4681957 w 6501199"/>
              <a:gd name="connsiteY5950" fmla="*/ 1010101 h 6382977"/>
              <a:gd name="connsiteX5951" fmla="*/ 4700319 w 6501199"/>
              <a:gd name="connsiteY5951" fmla="*/ 1005782 h 6382977"/>
              <a:gd name="connsiteX5952" fmla="*/ 4695639 w 6501199"/>
              <a:gd name="connsiteY5952" fmla="*/ 996423 h 6382977"/>
              <a:gd name="connsiteX5953" fmla="*/ 4711481 w 6501199"/>
              <a:gd name="connsiteY5953" fmla="*/ 1005782 h 6382977"/>
              <a:gd name="connsiteX5954" fmla="*/ 4711481 w 6501199"/>
              <a:gd name="connsiteY5954" fmla="*/ 1066973 h 6382977"/>
              <a:gd name="connsiteX5955" fmla="*/ 4723001 w 6501199"/>
              <a:gd name="connsiteY5955" fmla="*/ 1046456 h 6382977"/>
              <a:gd name="connsiteX5956" fmla="*/ 4709320 w 6501199"/>
              <a:gd name="connsiteY5956" fmla="*/ 1048976 h 6382977"/>
              <a:gd name="connsiteX5957" fmla="*/ 4709320 w 6501199"/>
              <a:gd name="connsiteY5957" fmla="*/ 1039617 h 6382977"/>
              <a:gd name="connsiteX5958" fmla="*/ 4732003 w 6501199"/>
              <a:gd name="connsiteY5958" fmla="*/ 1042137 h 6382977"/>
              <a:gd name="connsiteX5959" fmla="*/ 4729842 w 6501199"/>
              <a:gd name="connsiteY5959" fmla="*/ 1053295 h 6382977"/>
              <a:gd name="connsiteX5960" fmla="*/ 4737887 w 6501199"/>
              <a:gd name="connsiteY5960" fmla="*/ 1053625 h 6382977"/>
              <a:gd name="connsiteX5961" fmla="*/ 4744856 w 6501199"/>
              <a:gd name="connsiteY5961" fmla="*/ 1036845 h 6382977"/>
              <a:gd name="connsiteX5962" fmla="*/ 4744232 w 6501199"/>
              <a:gd name="connsiteY5962" fmla="*/ 1019030 h 6382977"/>
              <a:gd name="connsiteX5963" fmla="*/ 4769179 w 6501199"/>
              <a:gd name="connsiteY5963" fmla="*/ 1009650 h 6382977"/>
              <a:gd name="connsiteX5964" fmla="*/ 4751004 w 6501199"/>
              <a:gd name="connsiteY5964" fmla="*/ 1032380 h 6382977"/>
              <a:gd name="connsiteX5965" fmla="*/ 4750899 w 6501199"/>
              <a:gd name="connsiteY5965" fmla="*/ 1035591 h 6382977"/>
              <a:gd name="connsiteX5966" fmla="*/ 4755175 w 6501199"/>
              <a:gd name="connsiteY5966" fmla="*/ 1037941 h 6382977"/>
              <a:gd name="connsiteX5967" fmla="*/ 4752930 w 6501199"/>
              <a:gd name="connsiteY5967" fmla="*/ 1040247 h 6382977"/>
              <a:gd name="connsiteX5968" fmla="*/ 4750474 w 6501199"/>
              <a:gd name="connsiteY5968" fmla="*/ 1048606 h 6382977"/>
              <a:gd name="connsiteX5969" fmla="*/ 4750462 w 6501199"/>
              <a:gd name="connsiteY5969" fmla="*/ 1048978 h 6382977"/>
              <a:gd name="connsiteX5970" fmla="*/ 4761824 w 6501199"/>
              <a:gd name="connsiteY5970" fmla="*/ 1049268 h 6382977"/>
              <a:gd name="connsiteX5971" fmla="*/ 4770887 w 6501199"/>
              <a:gd name="connsiteY5971" fmla="*/ 1035298 h 6382977"/>
              <a:gd name="connsiteX5972" fmla="*/ 4773047 w 6501199"/>
              <a:gd name="connsiteY5972" fmla="*/ 1066973 h 6382977"/>
              <a:gd name="connsiteX5973" fmla="*/ 4770887 w 6501199"/>
              <a:gd name="connsiteY5973" fmla="*/ 1080651 h 6382977"/>
              <a:gd name="connsiteX5974" fmla="*/ 4782048 w 6501199"/>
              <a:gd name="connsiteY5974" fmla="*/ 1110167 h 6382977"/>
              <a:gd name="connsiteX5975" fmla="*/ 4773047 w 6501199"/>
              <a:gd name="connsiteY5975" fmla="*/ 1103328 h 6382977"/>
              <a:gd name="connsiteX5976" fmla="*/ 4776962 w 6501199"/>
              <a:gd name="connsiteY5976" fmla="*/ 1120291 h 6382977"/>
              <a:gd name="connsiteX5977" fmla="*/ 4785899 w 6501199"/>
              <a:gd name="connsiteY5977" fmla="*/ 1126727 h 6382977"/>
              <a:gd name="connsiteX5978" fmla="*/ 4788468 w 6501199"/>
              <a:gd name="connsiteY5978" fmla="*/ 1120865 h 6382977"/>
              <a:gd name="connsiteX5979" fmla="*/ 4802529 w 6501199"/>
              <a:gd name="connsiteY5979" fmla="*/ 1108075 h 6382977"/>
              <a:gd name="connsiteX5980" fmla="*/ 4793458 w 6501199"/>
              <a:gd name="connsiteY5980" fmla="*/ 1128758 h 6382977"/>
              <a:gd name="connsiteX5981" fmla="*/ 4787609 w 6501199"/>
              <a:gd name="connsiteY5981" fmla="*/ 1127959 h 6382977"/>
              <a:gd name="connsiteX5982" fmla="*/ 4797889 w 6501199"/>
              <a:gd name="connsiteY5982" fmla="*/ 1135363 h 6382977"/>
              <a:gd name="connsiteX5983" fmla="*/ 4804730 w 6501199"/>
              <a:gd name="connsiteY5983" fmla="*/ 1126365 h 6382977"/>
              <a:gd name="connsiteX5984" fmla="*/ 4827773 w 6501199"/>
              <a:gd name="connsiteY5984" fmla="*/ 1151201 h 6382977"/>
              <a:gd name="connsiteX5985" fmla="*/ 4829933 w 6501199"/>
              <a:gd name="connsiteY5985" fmla="*/ 1185396 h 6382977"/>
              <a:gd name="connsiteX5986" fmla="*/ 4827773 w 6501199"/>
              <a:gd name="connsiteY5986" fmla="*/ 1230749 h 6382977"/>
              <a:gd name="connsiteX5987" fmla="*/ 4816251 w 6501199"/>
              <a:gd name="connsiteY5987" fmla="*/ 1276463 h 6382977"/>
              <a:gd name="connsiteX5988" fmla="*/ 4821104 w 6501199"/>
              <a:gd name="connsiteY5988" fmla="*/ 1273483 h 6382977"/>
              <a:gd name="connsiteX5989" fmla="*/ 4820420 w 6501199"/>
              <a:gd name="connsiteY5989" fmla="*/ 1271903 h 6382977"/>
              <a:gd name="connsiteX5990" fmla="*/ 4827713 w 6501199"/>
              <a:gd name="connsiteY5990" fmla="*/ 1264030 h 6382977"/>
              <a:gd name="connsiteX5991" fmla="*/ 4831952 w 6501199"/>
              <a:gd name="connsiteY5991" fmla="*/ 1264855 h 6382977"/>
              <a:gd name="connsiteX5992" fmla="*/ 4836773 w 6501199"/>
              <a:gd name="connsiteY5992" fmla="*/ 1253426 h 6382977"/>
              <a:gd name="connsiteX5993" fmla="*/ 4841094 w 6501199"/>
              <a:gd name="connsiteY5993" fmla="*/ 1271783 h 6382977"/>
              <a:gd name="connsiteX5994" fmla="*/ 4854775 w 6501199"/>
              <a:gd name="connsiteY5994" fmla="*/ 1285461 h 6382977"/>
              <a:gd name="connsiteX5995" fmla="*/ 4875297 w 6501199"/>
              <a:gd name="connsiteY5995" fmla="*/ 1255946 h 6382977"/>
              <a:gd name="connsiteX5996" fmla="*/ 4866297 w 6501199"/>
              <a:gd name="connsiteY5996" fmla="*/ 1312818 h 6382977"/>
              <a:gd name="connsiteX5997" fmla="*/ 4857295 w 6501199"/>
              <a:gd name="connsiteY5997" fmla="*/ 1339814 h 6382977"/>
              <a:gd name="connsiteX5998" fmla="*/ 4854775 w 6501199"/>
              <a:gd name="connsiteY5998" fmla="*/ 1376528 h 6382977"/>
              <a:gd name="connsiteX5999" fmla="*/ 4795729 w 6501199"/>
              <a:gd name="connsiteY5999" fmla="*/ 1501430 h 6382977"/>
              <a:gd name="connsiteX6000" fmla="*/ 4807251 w 6501199"/>
              <a:gd name="connsiteY6000" fmla="*/ 1492431 h 6382977"/>
              <a:gd name="connsiteX6001" fmla="*/ 4820932 w 6501199"/>
              <a:gd name="connsiteY6001" fmla="*/ 1499270 h 6382977"/>
              <a:gd name="connsiteX6002" fmla="*/ 4793569 w 6501199"/>
              <a:gd name="connsiteY6002" fmla="*/ 1506109 h 6382977"/>
              <a:gd name="connsiteX6003" fmla="*/ 4766206 w 6501199"/>
              <a:gd name="connsiteY6003" fmla="*/ 1571980 h 6382977"/>
              <a:gd name="connsiteX6004" fmla="*/ 4761525 w 6501199"/>
              <a:gd name="connsiteY6004" fmla="*/ 1587818 h 6382977"/>
              <a:gd name="connsiteX6005" fmla="*/ 4734523 w 6501199"/>
              <a:gd name="connsiteY6005" fmla="*/ 1624172 h 6382977"/>
              <a:gd name="connsiteX6006" fmla="*/ 4784208 w 6501199"/>
              <a:gd name="connsiteY6006" fmla="*/ 1601496 h 6382977"/>
              <a:gd name="connsiteX6007" fmla="*/ 4749121 w 6501199"/>
              <a:gd name="connsiteY6007" fmla="*/ 1653935 h 6382977"/>
              <a:gd name="connsiteX6008" fmla="*/ 4744285 w 6501199"/>
              <a:gd name="connsiteY6008" fmla="*/ 1666011 h 6382977"/>
              <a:gd name="connsiteX6009" fmla="*/ 4748827 w 6501199"/>
              <a:gd name="connsiteY6009" fmla="*/ 1670769 h 6382977"/>
              <a:gd name="connsiteX6010" fmla="*/ 4729285 w 6501199"/>
              <a:gd name="connsiteY6010" fmla="*/ 1687149 h 6382977"/>
              <a:gd name="connsiteX6011" fmla="*/ 4731410 w 6501199"/>
              <a:gd name="connsiteY6011" fmla="*/ 1680267 h 6382977"/>
              <a:gd name="connsiteX6012" fmla="*/ 4709320 w 6501199"/>
              <a:gd name="connsiteY6012" fmla="*/ 1694227 h 6382977"/>
              <a:gd name="connsiteX6013" fmla="*/ 4684117 w 6501199"/>
              <a:gd name="connsiteY6013" fmla="*/ 1717759 h 6382977"/>
              <a:gd name="connsiteX6014" fmla="*/ 4711481 w 6501199"/>
              <a:gd name="connsiteY6014" fmla="*/ 1717759 h 6382977"/>
              <a:gd name="connsiteX6015" fmla="*/ 4702479 w 6501199"/>
              <a:gd name="connsiteY6015" fmla="*/ 1731077 h 6382977"/>
              <a:gd name="connsiteX6016" fmla="*/ 4696137 w 6501199"/>
              <a:gd name="connsiteY6016" fmla="*/ 1728970 h 6382977"/>
              <a:gd name="connsiteX6017" fmla="*/ 4684673 w 6501199"/>
              <a:gd name="connsiteY6017" fmla="*/ 1744540 h 6382977"/>
              <a:gd name="connsiteX6018" fmla="*/ 4671518 w 6501199"/>
              <a:gd name="connsiteY6018" fmla="*/ 1758587 h 6382977"/>
              <a:gd name="connsiteX6019" fmla="*/ 4666572 w 6501199"/>
              <a:gd name="connsiteY6019" fmla="*/ 1747872 h 6382977"/>
              <a:gd name="connsiteX6020" fmla="*/ 4659185 w 6501199"/>
              <a:gd name="connsiteY6020" fmla="*/ 1753124 h 6382977"/>
              <a:gd name="connsiteX6021" fmla="*/ 4634072 w 6501199"/>
              <a:gd name="connsiteY6021" fmla="*/ 1778950 h 6382977"/>
              <a:gd name="connsiteX6022" fmla="*/ 4629751 w 6501199"/>
              <a:gd name="connsiteY6022" fmla="*/ 1772111 h 6382977"/>
              <a:gd name="connsiteX6023" fmla="*/ 4547663 w 6501199"/>
              <a:gd name="connsiteY6023" fmla="*/ 1819984 h 6382977"/>
              <a:gd name="connsiteX6024" fmla="*/ 4468095 w 6501199"/>
              <a:gd name="connsiteY6024" fmla="*/ 1860658 h 6382977"/>
              <a:gd name="connsiteX6025" fmla="*/ 4340641 w 6501199"/>
              <a:gd name="connsiteY6025" fmla="*/ 1920049 h 6382977"/>
              <a:gd name="connsiteX6026" fmla="*/ 4356483 w 6501199"/>
              <a:gd name="connsiteY6026" fmla="*/ 1933727 h 6382977"/>
              <a:gd name="connsiteX6027" fmla="*/ 4317959 w 6501199"/>
              <a:gd name="connsiteY6027" fmla="*/ 1954244 h 6382977"/>
              <a:gd name="connsiteX6028" fmla="*/ 4322639 w 6501199"/>
              <a:gd name="connsiteY6028" fmla="*/ 1944886 h 6382977"/>
              <a:gd name="connsiteX6029" fmla="*/ 4308958 w 6501199"/>
              <a:gd name="connsiteY6029" fmla="*/ 1947405 h 6382977"/>
              <a:gd name="connsiteX6030" fmla="*/ 4311118 w 6501199"/>
              <a:gd name="connsiteY6030" fmla="*/ 1956404 h 6382977"/>
              <a:gd name="connsiteX6031" fmla="*/ 4160982 w 6501199"/>
              <a:gd name="connsiteY6031" fmla="*/ 2008596 h 6382977"/>
              <a:gd name="connsiteX6032" fmla="*/ 4224709 w 6501199"/>
              <a:gd name="connsiteY6032" fmla="*/ 2011116 h 6382977"/>
              <a:gd name="connsiteX6033" fmla="*/ 4188345 w 6501199"/>
              <a:gd name="connsiteY6033" fmla="*/ 2022274 h 6382977"/>
              <a:gd name="connsiteX6034" fmla="*/ 4215708 w 6501199"/>
              <a:gd name="connsiteY6034" fmla="*/ 2013276 h 6382977"/>
              <a:gd name="connsiteX6035" fmla="*/ 4220028 w 6501199"/>
              <a:gd name="connsiteY6035" fmla="*/ 2024434 h 6382977"/>
              <a:gd name="connsiteX6036" fmla="*/ 4233710 w 6501199"/>
              <a:gd name="connsiteY6036" fmla="*/ 2015435 h 6382977"/>
              <a:gd name="connsiteX6037" fmla="*/ 4231549 w 6501199"/>
              <a:gd name="connsiteY6037" fmla="*/ 1992759 h 6382977"/>
              <a:gd name="connsiteX6038" fmla="*/ 4256392 w 6501199"/>
              <a:gd name="connsiteY6038" fmla="*/ 1999598 h 6382977"/>
              <a:gd name="connsiteX6039" fmla="*/ 4272594 w 6501199"/>
              <a:gd name="connsiteY6039" fmla="*/ 1985920 h 6382977"/>
              <a:gd name="connsiteX6040" fmla="*/ 4272594 w 6501199"/>
              <a:gd name="connsiteY6040" fmla="*/ 2001757 h 6382977"/>
              <a:gd name="connsiteX6041" fmla="*/ 4283755 w 6501199"/>
              <a:gd name="connsiteY6041" fmla="*/ 1992759 h 6382977"/>
              <a:gd name="connsiteX6042" fmla="*/ 4274754 w 6501199"/>
              <a:gd name="connsiteY6042" fmla="*/ 1981600 h 6382977"/>
              <a:gd name="connsiteX6043" fmla="*/ 4313278 w 6501199"/>
              <a:gd name="connsiteY6043" fmla="*/ 1967922 h 6382977"/>
              <a:gd name="connsiteX6044" fmla="*/ 4320119 w 6501199"/>
              <a:gd name="connsiteY6044" fmla="*/ 1983760 h 6382977"/>
              <a:gd name="connsiteX6045" fmla="*/ 4324799 w 6501199"/>
              <a:gd name="connsiteY6045" fmla="*/ 1977731 h 6382977"/>
              <a:gd name="connsiteX6046" fmla="*/ 4325405 w 6501199"/>
              <a:gd name="connsiteY6046" fmla="*/ 1976741 h 6382977"/>
              <a:gd name="connsiteX6047" fmla="*/ 4377410 w 6501199"/>
              <a:gd name="connsiteY6047" fmla="*/ 1961308 h 6382977"/>
              <a:gd name="connsiteX6048" fmla="*/ 4424890 w 6501199"/>
              <a:gd name="connsiteY6048" fmla="*/ 1940566 h 6382977"/>
              <a:gd name="connsiteX6049" fmla="*/ 4515979 w 6501199"/>
              <a:gd name="connsiteY6049" fmla="*/ 1894853 h 6382977"/>
              <a:gd name="connsiteX6050" fmla="*/ 4513459 w 6501199"/>
              <a:gd name="connsiteY6050" fmla="*/ 1883695 h 6382977"/>
              <a:gd name="connsiteX6051" fmla="*/ 4545503 w 6501199"/>
              <a:gd name="connsiteY6051" fmla="*/ 1876856 h 6382977"/>
              <a:gd name="connsiteX6052" fmla="*/ 4568185 w 6501199"/>
              <a:gd name="connsiteY6052" fmla="*/ 1847340 h 6382977"/>
              <a:gd name="connsiteX6053" fmla="*/ 4588707 w 6501199"/>
              <a:gd name="connsiteY6053" fmla="*/ 1847340 h 6382977"/>
              <a:gd name="connsiteX6054" fmla="*/ 4586547 w 6501199"/>
              <a:gd name="connsiteY6054" fmla="*/ 1828983 h 6382977"/>
              <a:gd name="connsiteX6055" fmla="*/ 4622911 w 6501199"/>
              <a:gd name="connsiteY6055" fmla="*/ 1808466 h 6382977"/>
              <a:gd name="connsiteX6056" fmla="*/ 4663955 w 6501199"/>
              <a:gd name="connsiteY6056" fmla="*/ 1799467 h 6382977"/>
              <a:gd name="connsiteX6057" fmla="*/ 4661435 w 6501199"/>
              <a:gd name="connsiteY6057" fmla="*/ 1776790 h 6382977"/>
              <a:gd name="connsiteX6058" fmla="*/ 4670796 w 6501199"/>
              <a:gd name="connsiteY6058" fmla="*/ 1785789 h 6382977"/>
              <a:gd name="connsiteX6059" fmla="*/ 4729842 w 6501199"/>
              <a:gd name="connsiteY6059" fmla="*/ 1728917 h 6382977"/>
              <a:gd name="connsiteX6060" fmla="*/ 4766206 w 6501199"/>
              <a:gd name="connsiteY6060" fmla="*/ 1701561 h 6382977"/>
              <a:gd name="connsiteX6061" fmla="*/ 4768118 w 6501199"/>
              <a:gd name="connsiteY6061" fmla="*/ 1698929 h 6382977"/>
              <a:gd name="connsiteX6062" fmla="*/ 4766408 w 6501199"/>
              <a:gd name="connsiteY6062" fmla="*/ 1696857 h 6382977"/>
              <a:gd name="connsiteX6063" fmla="*/ 4767835 w 6501199"/>
              <a:gd name="connsiteY6063" fmla="*/ 1682750 h 6382977"/>
              <a:gd name="connsiteX6064" fmla="*/ 4774711 w 6501199"/>
              <a:gd name="connsiteY6064" fmla="*/ 1689855 h 6382977"/>
              <a:gd name="connsiteX6065" fmla="*/ 4791049 w 6501199"/>
              <a:gd name="connsiteY6065" fmla="*/ 1667366 h 6382977"/>
              <a:gd name="connsiteX6066" fmla="*/ 4809411 w 6501199"/>
              <a:gd name="connsiteY6066" fmla="*/ 1667366 h 6382977"/>
              <a:gd name="connsiteX6067" fmla="*/ 4971068 w 6501199"/>
              <a:gd name="connsiteY6067" fmla="*/ 1439879 h 6382977"/>
              <a:gd name="connsiteX6068" fmla="*/ 4877458 w 6501199"/>
              <a:gd name="connsiteY6068" fmla="*/ 1596816 h 6382977"/>
              <a:gd name="connsiteX6069" fmla="*/ 4817826 w 6501199"/>
              <a:gd name="connsiteY6069" fmla="*/ 1664036 h 6382977"/>
              <a:gd name="connsiteX6070" fmla="*/ 4777761 w 6501199"/>
              <a:gd name="connsiteY6070" fmla="*/ 1698125 h 6382977"/>
              <a:gd name="connsiteX6071" fmla="*/ 4776753 w 6501199"/>
              <a:gd name="connsiteY6071" fmla="*/ 1709386 h 6382977"/>
              <a:gd name="connsiteX6072" fmla="*/ 4771708 w 6501199"/>
              <a:gd name="connsiteY6072" fmla="*/ 1703276 h 6382977"/>
              <a:gd name="connsiteX6073" fmla="*/ 4762374 w 6501199"/>
              <a:gd name="connsiteY6073" fmla="*/ 1711217 h 6382977"/>
              <a:gd name="connsiteX6074" fmla="*/ 4763233 w 6501199"/>
              <a:gd name="connsiteY6074" fmla="*/ 1720481 h 6382977"/>
              <a:gd name="connsiteX6075" fmla="*/ 4765933 w 6501199"/>
              <a:gd name="connsiteY6075" fmla="*/ 1730502 h 6382977"/>
              <a:gd name="connsiteX6076" fmla="*/ 4762947 w 6501199"/>
              <a:gd name="connsiteY6076" fmla="*/ 1731094 h 6382977"/>
              <a:gd name="connsiteX6077" fmla="*/ 4766206 w 6501199"/>
              <a:gd name="connsiteY6077" fmla="*/ 1737916 h 6382977"/>
              <a:gd name="connsiteX6078" fmla="*/ 4743523 w 6501199"/>
              <a:gd name="connsiteY6078" fmla="*/ 1744755 h 6382977"/>
              <a:gd name="connsiteX6079" fmla="*/ 4718321 w 6501199"/>
              <a:gd name="connsiteY6079" fmla="*/ 1758433 h 6382977"/>
              <a:gd name="connsiteX6080" fmla="*/ 4727322 w 6501199"/>
              <a:gd name="connsiteY6080" fmla="*/ 1765272 h 6382977"/>
              <a:gd name="connsiteX6081" fmla="*/ 4704639 w 6501199"/>
              <a:gd name="connsiteY6081" fmla="*/ 1778950 h 6382977"/>
              <a:gd name="connsiteX6082" fmla="*/ 4690958 w 6501199"/>
              <a:gd name="connsiteY6082" fmla="*/ 1806306 h 6382977"/>
              <a:gd name="connsiteX6083" fmla="*/ 4684117 w 6501199"/>
              <a:gd name="connsiteY6083" fmla="*/ 1797307 h 6382977"/>
              <a:gd name="connsiteX6084" fmla="*/ 4622911 w 6501199"/>
              <a:gd name="connsiteY6084" fmla="*/ 1837981 h 6382977"/>
              <a:gd name="connsiteX6085" fmla="*/ 4643433 w 6501199"/>
              <a:gd name="connsiteY6085" fmla="*/ 1856339 h 6382977"/>
              <a:gd name="connsiteX6086" fmla="*/ 4618231 w 6501199"/>
              <a:gd name="connsiteY6086" fmla="*/ 1844820 h 6382977"/>
              <a:gd name="connsiteX6087" fmla="*/ 4563865 w 6501199"/>
              <a:gd name="connsiteY6087" fmla="*/ 1888014 h 6382977"/>
              <a:gd name="connsiteX6088" fmla="*/ 4495457 w 6501199"/>
              <a:gd name="connsiteY6088" fmla="*/ 1913210 h 6382977"/>
              <a:gd name="connsiteX6089" fmla="*/ 4506979 w 6501199"/>
              <a:gd name="connsiteY6089" fmla="*/ 1915370 h 6382977"/>
              <a:gd name="connsiteX6090" fmla="*/ 4429571 w 6501199"/>
              <a:gd name="connsiteY6090" fmla="*/ 1954244 h 6382977"/>
              <a:gd name="connsiteX6091" fmla="*/ 4349642 w 6501199"/>
              <a:gd name="connsiteY6091" fmla="*/ 2001757 h 6382977"/>
              <a:gd name="connsiteX6092" fmla="*/ 4267913 w 6501199"/>
              <a:gd name="connsiteY6092" fmla="*/ 2044951 h 6382977"/>
              <a:gd name="connsiteX6093" fmla="*/ 4181504 w 6501199"/>
              <a:gd name="connsiteY6093" fmla="*/ 2074827 h 6382977"/>
              <a:gd name="connsiteX6094" fmla="*/ 4176824 w 6501199"/>
              <a:gd name="connsiteY6094" fmla="*/ 2088145 h 6382977"/>
              <a:gd name="connsiteX6095" fmla="*/ 4031368 w 6501199"/>
              <a:gd name="connsiteY6095" fmla="*/ 2136018 h 6382977"/>
              <a:gd name="connsiteX6096" fmla="*/ 4031053 w 6501199"/>
              <a:gd name="connsiteY6096" fmla="*/ 2134038 h 6382977"/>
              <a:gd name="connsiteX6097" fmla="*/ 4029177 w 6501199"/>
              <a:gd name="connsiteY6097" fmla="*/ 2122249 h 6382977"/>
              <a:gd name="connsiteX6098" fmla="*/ 4028391 w 6501199"/>
              <a:gd name="connsiteY6098" fmla="*/ 2123711 h 6382977"/>
              <a:gd name="connsiteX6099" fmla="*/ 4026927 w 6501199"/>
              <a:gd name="connsiteY6099" fmla="*/ 2121351 h 6382977"/>
              <a:gd name="connsiteX6100" fmla="*/ 3998875 w 6501199"/>
              <a:gd name="connsiteY6100" fmla="*/ 2138448 h 6382977"/>
              <a:gd name="connsiteX6101" fmla="*/ 3965121 w 6501199"/>
              <a:gd name="connsiteY6101" fmla="*/ 2149696 h 6382977"/>
              <a:gd name="connsiteX6102" fmla="*/ 3953971 w 6501199"/>
              <a:gd name="connsiteY6102" fmla="*/ 2151539 h 6382977"/>
              <a:gd name="connsiteX6103" fmla="*/ 3957655 w 6501199"/>
              <a:gd name="connsiteY6103" fmla="*/ 2152844 h 6382977"/>
              <a:gd name="connsiteX6104" fmla="*/ 3973552 w 6501199"/>
              <a:gd name="connsiteY6104" fmla="*/ 2150977 h 6382977"/>
              <a:gd name="connsiteX6105" fmla="*/ 3977365 w 6501199"/>
              <a:gd name="connsiteY6105" fmla="*/ 2150616 h 6382977"/>
              <a:gd name="connsiteX6106" fmla="*/ 3978842 w 6501199"/>
              <a:gd name="connsiteY6106" fmla="*/ 2148962 h 6382977"/>
              <a:gd name="connsiteX6107" fmla="*/ 3978092 w 6501199"/>
              <a:gd name="connsiteY6107" fmla="*/ 2150548 h 6382977"/>
              <a:gd name="connsiteX6108" fmla="*/ 3989043 w 6501199"/>
              <a:gd name="connsiteY6108" fmla="*/ 2149514 h 6382977"/>
              <a:gd name="connsiteX6109" fmla="*/ 4003522 w 6501199"/>
              <a:gd name="connsiteY6109" fmla="*/ 2156287 h 6382977"/>
              <a:gd name="connsiteX6110" fmla="*/ 4135283 w 6501199"/>
              <a:gd name="connsiteY6110" fmla="*/ 2135765 h 6382977"/>
              <a:gd name="connsiteX6111" fmla="*/ 4142123 w 6501199"/>
              <a:gd name="connsiteY6111" fmla="*/ 2147286 h 6382977"/>
              <a:gd name="connsiteX6112" fmla="*/ 4194593 w 6501199"/>
              <a:gd name="connsiteY6112" fmla="*/ 2137521 h 6382977"/>
              <a:gd name="connsiteX6113" fmla="*/ 4215963 w 6501199"/>
              <a:gd name="connsiteY6113" fmla="*/ 2135306 h 6382977"/>
              <a:gd name="connsiteX6114" fmla="*/ 4216723 w 6501199"/>
              <a:gd name="connsiteY6114" fmla="*/ 2132623 h 6382977"/>
              <a:gd name="connsiteX6115" fmla="*/ 4226729 w 6501199"/>
              <a:gd name="connsiteY6115" fmla="*/ 2131063 h 6382977"/>
              <a:gd name="connsiteX6116" fmla="*/ 4240043 w 6501199"/>
              <a:gd name="connsiteY6116" fmla="*/ 2124245 h 6382977"/>
              <a:gd name="connsiteX6117" fmla="*/ 4272083 w 6501199"/>
              <a:gd name="connsiteY6117" fmla="*/ 2133605 h 6382977"/>
              <a:gd name="connsiteX6118" fmla="*/ 4276403 w 6501199"/>
              <a:gd name="connsiteY6118" fmla="*/ 2119924 h 6382977"/>
              <a:gd name="connsiteX6119" fmla="*/ 4308444 w 6501199"/>
              <a:gd name="connsiteY6119" fmla="*/ 2117764 h 6382977"/>
              <a:gd name="connsiteX6120" fmla="*/ 4346964 w 6501199"/>
              <a:gd name="connsiteY6120" fmla="*/ 2115244 h 6382977"/>
              <a:gd name="connsiteX6121" fmla="*/ 4369644 w 6501199"/>
              <a:gd name="connsiteY6121" fmla="*/ 2104083 h 6382977"/>
              <a:gd name="connsiteX6122" fmla="*/ 4406365 w 6501199"/>
              <a:gd name="connsiteY6122" fmla="*/ 2097243 h 6382977"/>
              <a:gd name="connsiteX6123" fmla="*/ 4440205 w 6501199"/>
              <a:gd name="connsiteY6123" fmla="*/ 2085722 h 6382977"/>
              <a:gd name="connsiteX6124" fmla="*/ 4472245 w 6501199"/>
              <a:gd name="connsiteY6124" fmla="*/ 2074561 h 6382977"/>
              <a:gd name="connsiteX6125" fmla="*/ 4506445 w 6501199"/>
              <a:gd name="connsiteY6125" fmla="*/ 2067721 h 6382977"/>
              <a:gd name="connsiteX6126" fmla="*/ 4503925 w 6501199"/>
              <a:gd name="connsiteY6126" fmla="*/ 2058360 h 6382977"/>
              <a:gd name="connsiteX6127" fmla="*/ 4542806 w 6501199"/>
              <a:gd name="connsiteY6127" fmla="*/ 2051520 h 6382977"/>
              <a:gd name="connsiteX6128" fmla="*/ 4570166 w 6501199"/>
              <a:gd name="connsiteY6128" fmla="*/ 2028838 h 6382977"/>
              <a:gd name="connsiteX6129" fmla="*/ 4586006 w 6501199"/>
              <a:gd name="connsiteY6129" fmla="*/ 2040359 h 6382977"/>
              <a:gd name="connsiteX6130" fmla="*/ 4608686 w 6501199"/>
              <a:gd name="connsiteY6130" fmla="*/ 2026678 h 6382977"/>
              <a:gd name="connsiteX6131" fmla="*/ 4601846 w 6501199"/>
              <a:gd name="connsiteY6131" fmla="*/ 2017677 h 6382977"/>
              <a:gd name="connsiteX6132" fmla="*/ 4622366 w 6501199"/>
              <a:gd name="connsiteY6132" fmla="*/ 2017677 h 6382977"/>
              <a:gd name="connsiteX6133" fmla="*/ 4647207 w 6501199"/>
              <a:gd name="connsiteY6133" fmla="*/ 1992476 h 6382977"/>
              <a:gd name="connsiteX6134" fmla="*/ 4683567 w 6501199"/>
              <a:gd name="connsiteY6134" fmla="*/ 1978795 h 6382977"/>
              <a:gd name="connsiteX6135" fmla="*/ 4672407 w 6501199"/>
              <a:gd name="connsiteY6135" fmla="*/ 1969794 h 6382977"/>
              <a:gd name="connsiteX6136" fmla="*/ 4713087 w 6501199"/>
              <a:gd name="connsiteY6136" fmla="*/ 1949273 h 6382977"/>
              <a:gd name="connsiteX6137" fmla="*/ 4745127 w 6501199"/>
              <a:gd name="connsiteY6137" fmla="*/ 1917590 h 6382977"/>
              <a:gd name="connsiteX6138" fmla="*/ 4760967 w 6501199"/>
              <a:gd name="connsiteY6138" fmla="*/ 1921911 h 6382977"/>
              <a:gd name="connsiteX6139" fmla="*/ 4756647 w 6501199"/>
              <a:gd name="connsiteY6139" fmla="*/ 1899229 h 6382977"/>
              <a:gd name="connsiteX6140" fmla="*/ 4790487 w 6501199"/>
              <a:gd name="connsiteY6140" fmla="*/ 1887708 h 6382977"/>
              <a:gd name="connsiteX6141" fmla="*/ 4822528 w 6501199"/>
              <a:gd name="connsiteY6141" fmla="*/ 1842345 h 6382977"/>
              <a:gd name="connsiteX6142" fmla="*/ 4856728 w 6501199"/>
              <a:gd name="connsiteY6142" fmla="*/ 1812823 h 6382977"/>
              <a:gd name="connsiteX6143" fmla="*/ 4843048 w 6501199"/>
              <a:gd name="connsiteY6143" fmla="*/ 1803823 h 6382977"/>
              <a:gd name="connsiteX6144" fmla="*/ 4854208 w 6501199"/>
              <a:gd name="connsiteY6144" fmla="*/ 1790142 h 6382977"/>
              <a:gd name="connsiteX6145" fmla="*/ 4888408 w 6501199"/>
              <a:gd name="connsiteY6145" fmla="*/ 1749099 h 6382977"/>
              <a:gd name="connsiteX6146" fmla="*/ 4911089 w 6501199"/>
              <a:gd name="connsiteY6146" fmla="*/ 1755939 h 6382977"/>
              <a:gd name="connsiteX6147" fmla="*/ 4915769 w 6501199"/>
              <a:gd name="connsiteY6147" fmla="*/ 1699055 h 6382977"/>
              <a:gd name="connsiteX6148" fmla="*/ 4922609 w 6501199"/>
              <a:gd name="connsiteY6148" fmla="*/ 1714896 h 6382977"/>
              <a:gd name="connsiteX6149" fmla="*/ 4943129 w 6501199"/>
              <a:gd name="connsiteY6149" fmla="*/ 1717417 h 6382977"/>
              <a:gd name="connsiteX6150" fmla="*/ 4947449 w 6501199"/>
              <a:gd name="connsiteY6150" fmla="*/ 1687535 h 6382977"/>
              <a:gd name="connsiteX6151" fmla="*/ 4949969 w 6501199"/>
              <a:gd name="connsiteY6151" fmla="*/ 1701216 h 6382977"/>
              <a:gd name="connsiteX6152" fmla="*/ 4956809 w 6501199"/>
              <a:gd name="connsiteY6152" fmla="*/ 1667013 h 6382977"/>
              <a:gd name="connsiteX6153" fmla="*/ 4974809 w 6501199"/>
              <a:gd name="connsiteY6153" fmla="*/ 1664853 h 6382977"/>
              <a:gd name="connsiteX6154" fmla="*/ 4965809 w 6501199"/>
              <a:gd name="connsiteY6154" fmla="*/ 1642171 h 6382977"/>
              <a:gd name="connsiteX6155" fmla="*/ 4986329 w 6501199"/>
              <a:gd name="connsiteY6155" fmla="*/ 1601129 h 6382977"/>
              <a:gd name="connsiteX6156" fmla="*/ 4965809 w 6501199"/>
              <a:gd name="connsiteY6156" fmla="*/ 1598968 h 6382977"/>
              <a:gd name="connsiteX6157" fmla="*/ 4991009 w 6501199"/>
              <a:gd name="connsiteY6157" fmla="*/ 1592128 h 6382977"/>
              <a:gd name="connsiteX6158" fmla="*/ 4981649 w 6501199"/>
              <a:gd name="connsiteY6158" fmla="*/ 1576287 h 6382977"/>
              <a:gd name="connsiteX6159" fmla="*/ 4993169 w 6501199"/>
              <a:gd name="connsiteY6159" fmla="*/ 1585288 h 6382977"/>
              <a:gd name="connsiteX6160" fmla="*/ 5012654 w 6501199"/>
              <a:gd name="connsiteY6160" fmla="*/ 1550680 h 6382977"/>
              <a:gd name="connsiteX6161" fmla="*/ 5018238 w 6501199"/>
              <a:gd name="connsiteY6161" fmla="*/ 1523652 h 6382977"/>
              <a:gd name="connsiteX6162" fmla="*/ 5022689 w 6501199"/>
              <a:gd name="connsiteY6162" fmla="*/ 1523723 h 6382977"/>
              <a:gd name="connsiteX6163" fmla="*/ 5034209 w 6501199"/>
              <a:gd name="connsiteY6163" fmla="*/ 1476200 h 6382977"/>
              <a:gd name="connsiteX6164" fmla="*/ 5040689 w 6501199"/>
              <a:gd name="connsiteY6164" fmla="*/ 1466839 h 6382977"/>
              <a:gd name="connsiteX6165" fmla="*/ 5052209 w 6501199"/>
              <a:gd name="connsiteY6165" fmla="*/ 1469360 h 6382977"/>
              <a:gd name="connsiteX6166" fmla="*/ 5045369 w 6501199"/>
              <a:gd name="connsiteY6166" fmla="*/ 1453519 h 6382977"/>
              <a:gd name="connsiteX6167" fmla="*/ 5038529 w 6501199"/>
              <a:gd name="connsiteY6167" fmla="*/ 1464679 h 6382977"/>
              <a:gd name="connsiteX6168" fmla="*/ 5052209 w 6501199"/>
              <a:gd name="connsiteY6168" fmla="*/ 1439478 h 6382977"/>
              <a:gd name="connsiteX6169" fmla="*/ 5063730 w 6501199"/>
              <a:gd name="connsiteY6169" fmla="*/ 1423636 h 6382977"/>
              <a:gd name="connsiteX6170" fmla="*/ 5072730 w 6501199"/>
              <a:gd name="connsiteY6170" fmla="*/ 1432637 h 6382977"/>
              <a:gd name="connsiteX6171" fmla="*/ 5079570 w 6501199"/>
              <a:gd name="connsiteY6171" fmla="*/ 1382954 h 6382977"/>
              <a:gd name="connsiteX6172" fmla="*/ 5093250 w 6501199"/>
              <a:gd name="connsiteY6172" fmla="*/ 1385114 h 6382977"/>
              <a:gd name="connsiteX6173" fmla="*/ 5093250 w 6501199"/>
              <a:gd name="connsiteY6173" fmla="*/ 1371433 h 6382977"/>
              <a:gd name="connsiteX6174" fmla="*/ 5079570 w 6501199"/>
              <a:gd name="connsiteY6174" fmla="*/ 1369273 h 6382977"/>
              <a:gd name="connsiteX6175" fmla="*/ 5093250 w 6501199"/>
              <a:gd name="connsiteY6175" fmla="*/ 1348751 h 6382977"/>
              <a:gd name="connsiteX6176" fmla="*/ 5083170 w 6501199"/>
              <a:gd name="connsiteY6176" fmla="*/ 1348976 h 6382977"/>
              <a:gd name="connsiteX6177" fmla="*/ 5082085 w 6501199"/>
              <a:gd name="connsiteY6177" fmla="*/ 1348330 h 6382977"/>
              <a:gd name="connsiteX6178" fmla="*/ 5076844 w 6501199"/>
              <a:gd name="connsiteY6178" fmla="*/ 1358537 h 6382977"/>
              <a:gd name="connsiteX6179" fmla="*/ 5076800 w 6501199"/>
              <a:gd name="connsiteY6179" fmla="*/ 1334951 h 6382977"/>
              <a:gd name="connsiteX6180" fmla="*/ 5078858 w 6501199"/>
              <a:gd name="connsiteY6180" fmla="*/ 1330887 h 6382977"/>
              <a:gd name="connsiteX6181" fmla="*/ 5075423 w 6501199"/>
              <a:gd name="connsiteY6181" fmla="*/ 1328560 h 6382977"/>
              <a:gd name="connsiteX6182" fmla="*/ 5081971 w 6501199"/>
              <a:gd name="connsiteY6182" fmla="*/ 1319212 h 6382977"/>
              <a:gd name="connsiteX6183" fmla="*/ 5083132 w 6501199"/>
              <a:gd name="connsiteY6183" fmla="*/ 1322449 h 6382977"/>
              <a:gd name="connsiteX6184" fmla="*/ 5090400 w 6501199"/>
              <a:gd name="connsiteY6184" fmla="*/ 1308100 h 6382977"/>
              <a:gd name="connsiteX6185" fmla="*/ 5089375 w 6501199"/>
              <a:gd name="connsiteY6185" fmla="*/ 1334135 h 6382977"/>
              <a:gd name="connsiteX6186" fmla="*/ 5084232 w 6501199"/>
              <a:gd name="connsiteY6186" fmla="*/ 1344149 h 6382977"/>
              <a:gd name="connsiteX6187" fmla="*/ 5092547 w 6501199"/>
              <a:gd name="connsiteY6187" fmla="*/ 1344408 h 6382977"/>
              <a:gd name="connsiteX6188" fmla="*/ 5100090 w 6501199"/>
              <a:gd name="connsiteY6188" fmla="*/ 1323550 h 6382977"/>
              <a:gd name="connsiteX6189" fmla="*/ 5118090 w 6501199"/>
              <a:gd name="connsiteY6189" fmla="*/ 1330390 h 6382977"/>
              <a:gd name="connsiteX6190" fmla="*/ 5115930 w 6501199"/>
              <a:gd name="connsiteY6190" fmla="*/ 1303028 h 6382977"/>
              <a:gd name="connsiteX6191" fmla="*/ 5106930 w 6501199"/>
              <a:gd name="connsiteY6191" fmla="*/ 1287187 h 6382977"/>
              <a:gd name="connsiteX6192" fmla="*/ 5131770 w 6501199"/>
              <a:gd name="connsiteY6192" fmla="*/ 1294028 h 6382977"/>
              <a:gd name="connsiteX6193" fmla="*/ 5122770 w 6501199"/>
              <a:gd name="connsiteY6193" fmla="*/ 1280347 h 6382977"/>
              <a:gd name="connsiteX6194" fmla="*/ 5150130 w 6501199"/>
              <a:gd name="connsiteY6194" fmla="*/ 1237144 h 6382977"/>
              <a:gd name="connsiteX6195" fmla="*/ 5138610 w 6501199"/>
              <a:gd name="connsiteY6195" fmla="*/ 1237144 h 6382977"/>
              <a:gd name="connsiteX6196" fmla="*/ 5141130 w 6501199"/>
              <a:gd name="connsiteY6196" fmla="*/ 1223463 h 6382977"/>
              <a:gd name="connsiteX6197" fmla="*/ 5156971 w 6501199"/>
              <a:gd name="connsiteY6197" fmla="*/ 1214462 h 6382977"/>
              <a:gd name="connsiteX6198" fmla="*/ 5179651 w 6501199"/>
              <a:gd name="connsiteY6198" fmla="*/ 1219142 h 6382977"/>
              <a:gd name="connsiteX6199" fmla="*/ 5174971 w 6501199"/>
              <a:gd name="connsiteY6199" fmla="*/ 1248664 h 6382977"/>
              <a:gd name="connsiteX6200" fmla="*/ 5147970 w 6501199"/>
              <a:gd name="connsiteY6200" fmla="*/ 1271346 h 6382977"/>
              <a:gd name="connsiteX6201" fmla="*/ 5159131 w 6501199"/>
              <a:gd name="connsiteY6201" fmla="*/ 1287187 h 6382977"/>
              <a:gd name="connsiteX6202" fmla="*/ 5147970 w 6501199"/>
              <a:gd name="connsiteY6202" fmla="*/ 1280347 h 6382977"/>
              <a:gd name="connsiteX6203" fmla="*/ 5138610 w 6501199"/>
              <a:gd name="connsiteY6203" fmla="*/ 1291867 h 6382977"/>
              <a:gd name="connsiteX6204" fmla="*/ 5168131 w 6501199"/>
              <a:gd name="connsiteY6204" fmla="*/ 1300868 h 6382977"/>
              <a:gd name="connsiteX6205" fmla="*/ 5138610 w 6501199"/>
              <a:gd name="connsiteY6205" fmla="*/ 1300868 h 6382977"/>
              <a:gd name="connsiteX6206" fmla="*/ 5136450 w 6501199"/>
              <a:gd name="connsiteY6206" fmla="*/ 1332550 h 6382977"/>
              <a:gd name="connsiteX6207" fmla="*/ 5163811 w 6501199"/>
              <a:gd name="connsiteY6207" fmla="*/ 1328230 h 6382977"/>
              <a:gd name="connsiteX6208" fmla="*/ 5134290 w 6501199"/>
              <a:gd name="connsiteY6208" fmla="*/ 1335070 h 6382977"/>
              <a:gd name="connsiteX6209" fmla="*/ 5127450 w 6501199"/>
              <a:gd name="connsiteY6209" fmla="*/ 1396275 h 6382977"/>
              <a:gd name="connsiteX6210" fmla="*/ 5134290 w 6501199"/>
              <a:gd name="connsiteY6210" fmla="*/ 1398795 h 6382977"/>
              <a:gd name="connsiteX6211" fmla="*/ 5143290 w 6501199"/>
              <a:gd name="connsiteY6211" fmla="*/ 1387274 h 6382977"/>
              <a:gd name="connsiteX6212" fmla="*/ 5124930 w 6501199"/>
              <a:gd name="connsiteY6212" fmla="*/ 1407795 h 6382977"/>
              <a:gd name="connsiteX6213" fmla="*/ 5136450 w 6501199"/>
              <a:gd name="connsiteY6213" fmla="*/ 1419316 h 6382977"/>
              <a:gd name="connsiteX6214" fmla="*/ 5111250 w 6501199"/>
              <a:gd name="connsiteY6214" fmla="*/ 1423636 h 6382977"/>
              <a:gd name="connsiteX6215" fmla="*/ 5118090 w 6501199"/>
              <a:gd name="connsiteY6215" fmla="*/ 1489881 h 6382977"/>
              <a:gd name="connsiteX6216" fmla="*/ 5100090 w 6501199"/>
              <a:gd name="connsiteY6216" fmla="*/ 1489881 h 6382977"/>
              <a:gd name="connsiteX6217" fmla="*/ 5091090 w 6501199"/>
              <a:gd name="connsiteY6217" fmla="*/ 1530564 h 6382977"/>
              <a:gd name="connsiteX6218" fmla="*/ 5077410 w 6501199"/>
              <a:gd name="connsiteY6218" fmla="*/ 1523723 h 6382977"/>
              <a:gd name="connsiteX6219" fmla="*/ 5081730 w 6501199"/>
              <a:gd name="connsiteY6219" fmla="*/ 1542085 h 6382977"/>
              <a:gd name="connsiteX6220" fmla="*/ 5097930 w 6501199"/>
              <a:gd name="connsiteY6220" fmla="*/ 1537404 h 6382977"/>
              <a:gd name="connsiteX6221" fmla="*/ 5088570 w 6501199"/>
              <a:gd name="connsiteY6221" fmla="*/ 1553605 h 6382977"/>
              <a:gd name="connsiteX6222" fmla="*/ 5065890 w 6501199"/>
              <a:gd name="connsiteY6222" fmla="*/ 1548925 h 6382977"/>
              <a:gd name="connsiteX6223" fmla="*/ 5061210 w 6501199"/>
              <a:gd name="connsiteY6223" fmla="*/ 1594288 h 6382977"/>
              <a:gd name="connsiteX6224" fmla="*/ 5050049 w 6501199"/>
              <a:gd name="connsiteY6224" fmla="*/ 1598968 h 6382977"/>
              <a:gd name="connsiteX6225" fmla="*/ 5056889 w 6501199"/>
              <a:gd name="connsiteY6225" fmla="*/ 1612649 h 6382977"/>
              <a:gd name="connsiteX6226" fmla="*/ 5065890 w 6501199"/>
              <a:gd name="connsiteY6226" fmla="*/ 1607969 h 6382977"/>
              <a:gd name="connsiteX6227" fmla="*/ 5038529 w 6501199"/>
              <a:gd name="connsiteY6227" fmla="*/ 1637491 h 6382977"/>
              <a:gd name="connsiteX6228" fmla="*/ 5047529 w 6501199"/>
              <a:gd name="connsiteY6228" fmla="*/ 1640011 h 6382977"/>
              <a:gd name="connsiteX6229" fmla="*/ 5059050 w 6501199"/>
              <a:gd name="connsiteY6229" fmla="*/ 1633171 h 6382977"/>
              <a:gd name="connsiteX6230" fmla="*/ 5036369 w 6501199"/>
              <a:gd name="connsiteY6230" fmla="*/ 1705896 h 6382977"/>
              <a:gd name="connsiteX6231" fmla="*/ 5027369 w 6501199"/>
              <a:gd name="connsiteY6231" fmla="*/ 1701216 h 6382977"/>
              <a:gd name="connsiteX6232" fmla="*/ 5000009 w 6501199"/>
              <a:gd name="connsiteY6232" fmla="*/ 1740098 h 6382977"/>
              <a:gd name="connsiteX6233" fmla="*/ 4984169 w 6501199"/>
              <a:gd name="connsiteY6233" fmla="*/ 1787621 h 6382977"/>
              <a:gd name="connsiteX6234" fmla="*/ 4956809 w 6501199"/>
              <a:gd name="connsiteY6234" fmla="*/ 1805983 h 6382977"/>
              <a:gd name="connsiteX6235" fmla="*/ 4952129 w 6501199"/>
              <a:gd name="connsiteY6235" fmla="*/ 1828664 h 6382977"/>
              <a:gd name="connsiteX6236" fmla="*/ 4938449 w 6501199"/>
              <a:gd name="connsiteY6236" fmla="*/ 1860346 h 6382977"/>
              <a:gd name="connsiteX6237" fmla="*/ 4922609 w 6501199"/>
              <a:gd name="connsiteY6237" fmla="*/ 1856026 h 6382977"/>
              <a:gd name="connsiteX6238" fmla="*/ 4913609 w 6501199"/>
              <a:gd name="connsiteY6238" fmla="*/ 1867187 h 6382977"/>
              <a:gd name="connsiteX6239" fmla="*/ 4920449 w 6501199"/>
              <a:gd name="connsiteY6239" fmla="*/ 1880868 h 6382977"/>
              <a:gd name="connsiteX6240" fmla="*/ 4908929 w 6501199"/>
              <a:gd name="connsiteY6240" fmla="*/ 1867187 h 6382977"/>
              <a:gd name="connsiteX6241" fmla="*/ 4908929 w 6501199"/>
              <a:gd name="connsiteY6241" fmla="*/ 1892389 h 6382977"/>
              <a:gd name="connsiteX6242" fmla="*/ 4890568 w 6501199"/>
              <a:gd name="connsiteY6242" fmla="*/ 1890228 h 6382977"/>
              <a:gd name="connsiteX6243" fmla="*/ 4897409 w 6501199"/>
              <a:gd name="connsiteY6243" fmla="*/ 1921911 h 6382977"/>
              <a:gd name="connsiteX6244" fmla="*/ 4908929 w 6501199"/>
              <a:gd name="connsiteY6244" fmla="*/ 1924071 h 6382977"/>
              <a:gd name="connsiteX6245" fmla="*/ 4902089 w 6501199"/>
              <a:gd name="connsiteY6245" fmla="*/ 1926591 h 6382977"/>
              <a:gd name="connsiteX6246" fmla="*/ 4917929 w 6501199"/>
              <a:gd name="connsiteY6246" fmla="*/ 1933431 h 6382977"/>
              <a:gd name="connsiteX6247" fmla="*/ 4893088 w 6501199"/>
              <a:gd name="connsiteY6247" fmla="*/ 1951433 h 6382977"/>
              <a:gd name="connsiteX6248" fmla="*/ 4886248 w 6501199"/>
              <a:gd name="connsiteY6248" fmla="*/ 1937752 h 6382977"/>
              <a:gd name="connsiteX6249" fmla="*/ 4888408 w 6501199"/>
              <a:gd name="connsiteY6249" fmla="*/ 1921911 h 6382977"/>
              <a:gd name="connsiteX6250" fmla="*/ 4867888 w 6501199"/>
              <a:gd name="connsiteY6250" fmla="*/ 1928751 h 6382977"/>
              <a:gd name="connsiteX6251" fmla="*/ 4867888 w 6501199"/>
              <a:gd name="connsiteY6251" fmla="*/ 1947112 h 6382977"/>
              <a:gd name="connsiteX6252" fmla="*/ 4879408 w 6501199"/>
              <a:gd name="connsiteY6252" fmla="*/ 1942432 h 6382977"/>
              <a:gd name="connsiteX6253" fmla="*/ 4893088 w 6501199"/>
              <a:gd name="connsiteY6253" fmla="*/ 1951433 h 6382977"/>
              <a:gd name="connsiteX6254" fmla="*/ 4883728 w 6501199"/>
              <a:gd name="connsiteY6254" fmla="*/ 1965114 h 6382977"/>
              <a:gd name="connsiteX6255" fmla="*/ 4876888 w 6501199"/>
              <a:gd name="connsiteY6255" fmla="*/ 1953953 h 6382977"/>
              <a:gd name="connsiteX6256" fmla="*/ 4872568 w 6501199"/>
              <a:gd name="connsiteY6256" fmla="*/ 1958273 h 6382977"/>
              <a:gd name="connsiteX6257" fmla="*/ 4878148 w 6501199"/>
              <a:gd name="connsiteY6257" fmla="*/ 1966059 h 6382977"/>
              <a:gd name="connsiteX6258" fmla="*/ 4882006 w 6501199"/>
              <a:gd name="connsiteY6258" fmla="*/ 1970135 h 6382977"/>
              <a:gd name="connsiteX6259" fmla="*/ 4916342 w 6501199"/>
              <a:gd name="connsiteY6259" fmla="*/ 1951725 h 6382977"/>
              <a:gd name="connsiteX6260" fmla="*/ 4927458 w 6501199"/>
              <a:gd name="connsiteY6260" fmla="*/ 1941061 h 6382977"/>
              <a:gd name="connsiteX6261" fmla="*/ 4943071 w 6501199"/>
              <a:gd name="connsiteY6261" fmla="*/ 1947158 h 6382977"/>
              <a:gd name="connsiteX6262" fmla="*/ 4944434 w 6501199"/>
              <a:gd name="connsiteY6262" fmla="*/ 1945582 h 6382977"/>
              <a:gd name="connsiteX6263" fmla="*/ 4961129 w 6501199"/>
              <a:gd name="connsiteY6263" fmla="*/ 1937752 h 6382977"/>
              <a:gd name="connsiteX6264" fmla="*/ 4981649 w 6501199"/>
              <a:gd name="connsiteY6264" fmla="*/ 1908230 h 6382977"/>
              <a:gd name="connsiteX6265" fmla="*/ 4974809 w 6501199"/>
              <a:gd name="connsiteY6265" fmla="*/ 1921911 h 6382977"/>
              <a:gd name="connsiteX6266" fmla="*/ 4998906 w 6501199"/>
              <a:gd name="connsiteY6266" fmla="*/ 1886116 h 6382977"/>
              <a:gd name="connsiteX6267" fmla="*/ 5015305 w 6501199"/>
              <a:gd name="connsiteY6267" fmla="*/ 1878946 h 6382977"/>
              <a:gd name="connsiteX6268" fmla="*/ 5015949 w 6501199"/>
              <a:gd name="connsiteY6268" fmla="*/ 1877475 h 6382977"/>
              <a:gd name="connsiteX6269" fmla="*/ 5017419 w 6501199"/>
              <a:gd name="connsiteY6269" fmla="*/ 1859401 h 6382977"/>
              <a:gd name="connsiteX6270" fmla="*/ 5038529 w 6501199"/>
              <a:gd name="connsiteY6270" fmla="*/ 1812823 h 6382977"/>
              <a:gd name="connsiteX6271" fmla="*/ 5052209 w 6501199"/>
              <a:gd name="connsiteY6271" fmla="*/ 1805983 h 6382977"/>
              <a:gd name="connsiteX6272" fmla="*/ 5072730 w 6501199"/>
              <a:gd name="connsiteY6272" fmla="*/ 1787621 h 6382977"/>
              <a:gd name="connsiteX6273" fmla="*/ 5091090 w 6501199"/>
              <a:gd name="connsiteY6273" fmla="*/ 1735418 h 6382977"/>
              <a:gd name="connsiteX6274" fmla="*/ 5104410 w 6501199"/>
              <a:gd name="connsiteY6274" fmla="*/ 1746939 h 6382977"/>
              <a:gd name="connsiteX6275" fmla="*/ 5093250 w 6501199"/>
              <a:gd name="connsiteY6275" fmla="*/ 1735418 h 6382977"/>
              <a:gd name="connsiteX6276" fmla="*/ 5115930 w 6501199"/>
              <a:gd name="connsiteY6276" fmla="*/ 1673854 h 6382977"/>
              <a:gd name="connsiteX6277" fmla="*/ 5118090 w 6501199"/>
              <a:gd name="connsiteY6277" fmla="*/ 1660173 h 6382977"/>
              <a:gd name="connsiteX6278" fmla="*/ 5131770 w 6501199"/>
              <a:gd name="connsiteY6278" fmla="*/ 1660173 h 6382977"/>
              <a:gd name="connsiteX6279" fmla="*/ 5131770 w 6501199"/>
              <a:gd name="connsiteY6279" fmla="*/ 1633171 h 6382977"/>
              <a:gd name="connsiteX6280" fmla="*/ 5145450 w 6501199"/>
              <a:gd name="connsiteY6280" fmla="*/ 1610129 h 6382977"/>
              <a:gd name="connsiteX6281" fmla="*/ 5198011 w 6501199"/>
              <a:gd name="connsiteY6281" fmla="*/ 1533084 h 6382977"/>
              <a:gd name="connsiteX6282" fmla="*/ 5211331 w 6501199"/>
              <a:gd name="connsiteY6282" fmla="*/ 1453519 h 6382977"/>
              <a:gd name="connsiteX6283" fmla="*/ 5222851 w 6501199"/>
              <a:gd name="connsiteY6283" fmla="*/ 1439478 h 6382977"/>
              <a:gd name="connsiteX6284" fmla="*/ 5220691 w 6501199"/>
              <a:gd name="connsiteY6284" fmla="*/ 1498882 h 6382977"/>
              <a:gd name="connsiteX6285" fmla="*/ 5238691 w 6501199"/>
              <a:gd name="connsiteY6285" fmla="*/ 1503202 h 6382977"/>
              <a:gd name="connsiteX6286" fmla="*/ 5234371 w 6501199"/>
              <a:gd name="connsiteY6286" fmla="*/ 1483041 h 6382977"/>
              <a:gd name="connsiteX6287" fmla="*/ 5259211 w 6501199"/>
              <a:gd name="connsiteY6287" fmla="*/ 1485201 h 6382977"/>
              <a:gd name="connsiteX6288" fmla="*/ 5241211 w 6501199"/>
              <a:gd name="connsiteY6288" fmla="*/ 1464679 h 6382977"/>
              <a:gd name="connsiteX6289" fmla="*/ 5252371 w 6501199"/>
              <a:gd name="connsiteY6289" fmla="*/ 1439478 h 6382977"/>
              <a:gd name="connsiteX6290" fmla="*/ 5227531 w 6501199"/>
              <a:gd name="connsiteY6290" fmla="*/ 1432637 h 6382977"/>
              <a:gd name="connsiteX6291" fmla="*/ 5231851 w 6501199"/>
              <a:gd name="connsiteY6291" fmla="*/ 1400955 h 6382977"/>
              <a:gd name="connsiteX6292" fmla="*/ 5250211 w 6501199"/>
              <a:gd name="connsiteY6292" fmla="*/ 1398795 h 6382977"/>
              <a:gd name="connsiteX6293" fmla="*/ 5266051 w 6501199"/>
              <a:gd name="connsiteY6293" fmla="*/ 1355592 h 6382977"/>
              <a:gd name="connsiteX6294" fmla="*/ 5263891 w 6501199"/>
              <a:gd name="connsiteY6294" fmla="*/ 1387274 h 6382977"/>
              <a:gd name="connsiteX6295" fmla="*/ 5288731 w 6501199"/>
              <a:gd name="connsiteY6295" fmla="*/ 1378273 h 6382977"/>
              <a:gd name="connsiteX6296" fmla="*/ 5275051 w 6501199"/>
              <a:gd name="connsiteY6296" fmla="*/ 1364592 h 6382977"/>
              <a:gd name="connsiteX6297" fmla="*/ 5302411 w 6501199"/>
              <a:gd name="connsiteY6297" fmla="*/ 1309869 h 6382977"/>
              <a:gd name="connsiteX6298" fmla="*/ 5320772 w 6501199"/>
              <a:gd name="connsiteY6298" fmla="*/ 1305548 h 6382977"/>
              <a:gd name="connsiteX6299" fmla="*/ 5318611 w 6501199"/>
              <a:gd name="connsiteY6299" fmla="*/ 1298708 h 6382977"/>
              <a:gd name="connsiteX6300" fmla="*/ 5288731 w 6501199"/>
              <a:gd name="connsiteY6300" fmla="*/ 1300868 h 6382977"/>
              <a:gd name="connsiteX6301" fmla="*/ 5293411 w 6501199"/>
              <a:gd name="connsiteY6301" fmla="*/ 1280347 h 6382977"/>
              <a:gd name="connsiteX6302" fmla="*/ 5275051 w 6501199"/>
              <a:gd name="connsiteY6302" fmla="*/ 1291867 h 6382977"/>
              <a:gd name="connsiteX6303" fmla="*/ 5286571 w 6501199"/>
              <a:gd name="connsiteY6303" fmla="*/ 1269186 h 6382977"/>
              <a:gd name="connsiteX6304" fmla="*/ 5307091 w 6501199"/>
              <a:gd name="connsiteY6304" fmla="*/ 1282867 h 6382977"/>
              <a:gd name="connsiteX6305" fmla="*/ 5313931 w 6501199"/>
              <a:gd name="connsiteY6305" fmla="*/ 1259825 h 6382977"/>
              <a:gd name="connsiteX6306" fmla="*/ 5316222 w 6501199"/>
              <a:gd name="connsiteY6306" fmla="*/ 1259853 h 6382977"/>
              <a:gd name="connsiteX6307" fmla="*/ 5316893 w 6501199"/>
              <a:gd name="connsiteY6307" fmla="*/ 1257959 h 6382977"/>
              <a:gd name="connsiteX6308" fmla="*/ 5323752 w 6501199"/>
              <a:gd name="connsiteY6308" fmla="*/ 1241425 h 6382977"/>
              <a:gd name="connsiteX6309" fmla="*/ 5329828 w 6501199"/>
              <a:gd name="connsiteY6309" fmla="*/ 1247256 h 6382977"/>
              <a:gd name="connsiteX6310" fmla="*/ 5329726 w 6501199"/>
              <a:gd name="connsiteY6310" fmla="*/ 1248385 h 6382977"/>
              <a:gd name="connsiteX6311" fmla="*/ 5335307 w 6501199"/>
              <a:gd name="connsiteY6311" fmla="*/ 1245199 h 6382977"/>
              <a:gd name="connsiteX6312" fmla="*/ 5350292 w 6501199"/>
              <a:gd name="connsiteY6312" fmla="*/ 1239304 h 6382977"/>
              <a:gd name="connsiteX6313" fmla="*/ 5343452 w 6501199"/>
              <a:gd name="connsiteY6313" fmla="*/ 1228143 h 6382977"/>
              <a:gd name="connsiteX6314" fmla="*/ 5331932 w 6501199"/>
              <a:gd name="connsiteY6314" fmla="*/ 1234984 h 6382977"/>
              <a:gd name="connsiteX6315" fmla="*/ 5335681 w 6501199"/>
              <a:gd name="connsiteY6315" fmla="*/ 1219274 h 6382977"/>
              <a:gd name="connsiteX6316" fmla="*/ 5331417 w 6501199"/>
              <a:gd name="connsiteY6316" fmla="*/ 1207937 h 6382977"/>
              <a:gd name="connsiteX6317" fmla="*/ 5350253 w 6501199"/>
              <a:gd name="connsiteY6317" fmla="*/ 1174779 h 6382977"/>
              <a:gd name="connsiteX6318" fmla="*/ 5345637 w 6501199"/>
              <a:gd name="connsiteY6318" fmla="*/ 1189682 h 6382977"/>
              <a:gd name="connsiteX6319" fmla="*/ 5354522 w 6501199"/>
              <a:gd name="connsiteY6319" fmla="*/ 1211357 h 6382977"/>
              <a:gd name="connsiteX6320" fmla="*/ 5361812 w 6501199"/>
              <a:gd name="connsiteY6320" fmla="*/ 1234984 h 6382977"/>
              <a:gd name="connsiteX6321" fmla="*/ 5370812 w 6501199"/>
              <a:gd name="connsiteY6321" fmla="*/ 1232463 h 6382977"/>
              <a:gd name="connsiteX6322" fmla="*/ 5363972 w 6501199"/>
              <a:gd name="connsiteY6322" fmla="*/ 1175579 h 6382977"/>
              <a:gd name="connsiteX6323" fmla="*/ 5377652 w 6501199"/>
              <a:gd name="connsiteY6323" fmla="*/ 1173419 h 6382977"/>
              <a:gd name="connsiteX6324" fmla="*/ 5377652 w 6501199"/>
              <a:gd name="connsiteY6324" fmla="*/ 1166579 h 6382977"/>
              <a:gd name="connsiteX6325" fmla="*/ 5366132 w 6501199"/>
              <a:gd name="connsiteY6325" fmla="*/ 1166579 h 6382977"/>
              <a:gd name="connsiteX6326" fmla="*/ 5377652 w 6501199"/>
              <a:gd name="connsiteY6326" fmla="*/ 1141737 h 6382977"/>
              <a:gd name="connsiteX6327" fmla="*/ 5368292 w 6501199"/>
              <a:gd name="connsiteY6327" fmla="*/ 1096014 h 6382977"/>
              <a:gd name="connsiteX6328" fmla="*/ 5388812 w 6501199"/>
              <a:gd name="connsiteY6328" fmla="*/ 1132376 h 6382977"/>
              <a:gd name="connsiteX6329" fmla="*/ 5391332 w 6501199"/>
              <a:gd name="connsiteY6329" fmla="*/ 1084853 h 6382977"/>
              <a:gd name="connsiteX6330" fmla="*/ 5363972 w 6501199"/>
              <a:gd name="connsiteY6330" fmla="*/ 1087013 h 6382977"/>
              <a:gd name="connsiteX6331" fmla="*/ 5366132 w 6501199"/>
              <a:gd name="connsiteY6331" fmla="*/ 1075493 h 6382977"/>
              <a:gd name="connsiteX6332" fmla="*/ 5398172 w 6501199"/>
              <a:gd name="connsiteY6332" fmla="*/ 1080173 h 6382977"/>
              <a:gd name="connsiteX6333" fmla="*/ 5405013 w 6501199"/>
              <a:gd name="connsiteY6333" fmla="*/ 1057491 h 6382977"/>
              <a:gd name="connsiteX6334" fmla="*/ 5396462 w 6501199"/>
              <a:gd name="connsiteY6334" fmla="*/ 1022479 h 6382977"/>
              <a:gd name="connsiteX6335" fmla="*/ 5398408 w 6501199"/>
              <a:gd name="connsiteY6335" fmla="*/ 1011333 h 6382977"/>
              <a:gd name="connsiteX6336" fmla="*/ 5397457 w 6501199"/>
              <a:gd name="connsiteY6336" fmla="*/ 1014052 h 6382977"/>
              <a:gd name="connsiteX6337" fmla="*/ 5381348 w 6501199"/>
              <a:gd name="connsiteY6337" fmla="*/ 1011896 h 6382977"/>
              <a:gd name="connsiteX6338" fmla="*/ 5390655 w 6501199"/>
              <a:gd name="connsiteY6338" fmla="*/ 957262 h 6382977"/>
              <a:gd name="connsiteX6339" fmla="*/ 5404353 w 6501199"/>
              <a:gd name="connsiteY6339" fmla="*/ 967298 h 6382977"/>
              <a:gd name="connsiteX6340" fmla="*/ 5408294 w 6501199"/>
              <a:gd name="connsiteY6340" fmla="*/ 977897 h 6382977"/>
              <a:gd name="connsiteX6341" fmla="*/ 5416134 w 6501199"/>
              <a:gd name="connsiteY6341" fmla="*/ 971550 h 6382977"/>
              <a:gd name="connsiteX6342" fmla="*/ 5411669 w 6501199"/>
              <a:gd name="connsiteY6342" fmla="*/ 987985 h 6382977"/>
              <a:gd name="connsiteX6343" fmla="*/ 5411483 w 6501199"/>
              <a:gd name="connsiteY6343" fmla="*/ 982616 h 6382977"/>
              <a:gd name="connsiteX6344" fmla="*/ 5408695 w 6501199"/>
              <a:gd name="connsiteY6344" fmla="*/ 981916 h 6382977"/>
              <a:gd name="connsiteX6345" fmla="*/ 5404888 w 6501199"/>
              <a:gd name="connsiteY6345" fmla="*/ 992801 h 6382977"/>
              <a:gd name="connsiteX6346" fmla="*/ 5407825 w 6501199"/>
              <a:gd name="connsiteY6346" fmla="*/ 994425 h 6382977"/>
              <a:gd name="connsiteX6347" fmla="*/ 5413360 w 6501199"/>
              <a:gd name="connsiteY6347" fmla="*/ 1012527 h 6382977"/>
              <a:gd name="connsiteX6348" fmla="*/ 5422438 w 6501199"/>
              <a:gd name="connsiteY6348" fmla="*/ 1016215 h 6382977"/>
              <a:gd name="connsiteX6349" fmla="*/ 5423399 w 6501199"/>
              <a:gd name="connsiteY6349" fmla="*/ 1014041 h 6382977"/>
              <a:gd name="connsiteX6350" fmla="*/ 5425134 w 6501199"/>
              <a:gd name="connsiteY6350" fmla="*/ 1003229 h 6382977"/>
              <a:gd name="connsiteX6351" fmla="*/ 5438853 w 6501199"/>
              <a:gd name="connsiteY6351" fmla="*/ 964245 h 6382977"/>
              <a:gd name="connsiteX6352" fmla="*/ 5434533 w 6501199"/>
              <a:gd name="connsiteY6352" fmla="*/ 923202 h 6382977"/>
              <a:gd name="connsiteX6353" fmla="*/ 5424543 w 6501199"/>
              <a:gd name="connsiteY6353" fmla="*/ 919512 h 6382977"/>
              <a:gd name="connsiteX6354" fmla="*/ 5417599 w 6501199"/>
              <a:gd name="connsiteY6354" fmla="*/ 915106 h 6382977"/>
              <a:gd name="connsiteX6355" fmla="*/ 5416246 w 6501199"/>
              <a:gd name="connsiteY6355" fmla="*/ 917500 h 6382977"/>
              <a:gd name="connsiteX6356" fmla="*/ 5407297 w 6501199"/>
              <a:gd name="connsiteY6356" fmla="*/ 928323 h 6382977"/>
              <a:gd name="connsiteX6357" fmla="*/ 5407297 w 6501199"/>
              <a:gd name="connsiteY6357" fmla="*/ 907586 h 6382977"/>
              <a:gd name="connsiteX6358" fmla="*/ 5398212 w 6501199"/>
              <a:gd name="connsiteY6358" fmla="*/ 893762 h 6382977"/>
              <a:gd name="connsiteX6359" fmla="*/ 5412521 w 6501199"/>
              <a:gd name="connsiteY6359" fmla="*/ 898582 h 6382977"/>
              <a:gd name="connsiteX6360" fmla="*/ 5413089 w 6501199"/>
              <a:gd name="connsiteY6360" fmla="*/ 898923 h 6382977"/>
              <a:gd name="connsiteX6361" fmla="*/ 5415560 w 6501199"/>
              <a:gd name="connsiteY6361" fmla="*/ 897354 h 6382977"/>
              <a:gd name="connsiteX6362" fmla="*/ 5432013 w 6501199"/>
              <a:gd name="connsiteY6362" fmla="*/ 911681 h 6382977"/>
              <a:gd name="connsiteX6363" fmla="*/ 5433582 w 6501199"/>
              <a:gd name="connsiteY6363" fmla="*/ 906956 h 6382977"/>
              <a:gd name="connsiteX6364" fmla="*/ 5437467 w 6501199"/>
              <a:gd name="connsiteY6364" fmla="*/ 908675 h 6382977"/>
              <a:gd name="connsiteX6365" fmla="*/ 5439501 w 6501199"/>
              <a:gd name="connsiteY6365" fmla="*/ 904277 h 6382977"/>
              <a:gd name="connsiteX6366" fmla="*/ 5444043 w 6501199"/>
              <a:gd name="connsiteY6366" fmla="*/ 903859 h 6382977"/>
              <a:gd name="connsiteX6367" fmla="*/ 5436693 w 6501199"/>
              <a:gd name="connsiteY6367" fmla="*/ 897685 h 6382977"/>
              <a:gd name="connsiteX6368" fmla="*/ 5445693 w 6501199"/>
              <a:gd name="connsiteY6368" fmla="*/ 891520 h 6382977"/>
              <a:gd name="connsiteX6369" fmla="*/ 4785894 w 6501199"/>
              <a:gd name="connsiteY6369" fmla="*/ 890587 h 6382977"/>
              <a:gd name="connsiteX6370" fmla="*/ 4797037 w 6501199"/>
              <a:gd name="connsiteY6370" fmla="*/ 931303 h 6382977"/>
              <a:gd name="connsiteX6371" fmla="*/ 4792724 w 6501199"/>
              <a:gd name="connsiteY6371" fmla="*/ 949680 h 6382977"/>
              <a:gd name="connsiteX6372" fmla="*/ 4790208 w 6501199"/>
              <a:gd name="connsiteY6372" fmla="*/ 961210 h 6382977"/>
              <a:gd name="connsiteX6373" fmla="*/ 4767563 w 6501199"/>
              <a:gd name="connsiteY6373" fmla="*/ 999764 h 6382977"/>
              <a:gd name="connsiteX6374" fmla="*/ 4770079 w 6501199"/>
              <a:gd name="connsiteY6374" fmla="*/ 944995 h 6382977"/>
              <a:gd name="connsiteX6375" fmla="*/ 4785894 w 6501199"/>
              <a:gd name="connsiteY6375" fmla="*/ 890587 h 6382977"/>
              <a:gd name="connsiteX6376" fmla="*/ 4864158 w 6501199"/>
              <a:gd name="connsiteY6376" fmla="*/ 884237 h 6382977"/>
              <a:gd name="connsiteX6377" fmla="*/ 4907353 w 6501199"/>
              <a:gd name="connsiteY6377" fmla="*/ 904537 h 6382977"/>
              <a:gd name="connsiteX6378" fmla="*/ 4891155 w 6501199"/>
              <a:gd name="connsiteY6378" fmla="*/ 929912 h 6382977"/>
              <a:gd name="connsiteX6379" fmla="*/ 4879996 w 6501199"/>
              <a:gd name="connsiteY6379" fmla="*/ 904537 h 6382977"/>
              <a:gd name="connsiteX6380" fmla="*/ 4859478 w 6501199"/>
              <a:gd name="connsiteY6380" fmla="*/ 927737 h 6382977"/>
              <a:gd name="connsiteX6381" fmla="*/ 4864158 w 6501199"/>
              <a:gd name="connsiteY6381" fmla="*/ 884237 h 6382977"/>
              <a:gd name="connsiteX6382" fmla="*/ 5591887 w 6501199"/>
              <a:gd name="connsiteY6382" fmla="*/ 881624 h 6382977"/>
              <a:gd name="connsiteX6383" fmla="*/ 5596248 w 6501199"/>
              <a:gd name="connsiteY6383" fmla="*/ 893266 h 6382977"/>
              <a:gd name="connsiteX6384" fmla="*/ 5616962 w 6501199"/>
              <a:gd name="connsiteY6384" fmla="*/ 895448 h 6382977"/>
              <a:gd name="connsiteX6385" fmla="*/ 5591887 w 6501199"/>
              <a:gd name="connsiteY6385" fmla="*/ 907090 h 6382977"/>
              <a:gd name="connsiteX6386" fmla="*/ 5591887 w 6501199"/>
              <a:gd name="connsiteY6386" fmla="*/ 881624 h 6382977"/>
              <a:gd name="connsiteX6387" fmla="*/ 4594975 w 6501199"/>
              <a:gd name="connsiteY6387" fmla="*/ 863600 h 6382977"/>
              <a:gd name="connsiteX6388" fmla="*/ 4629536 w 6501199"/>
              <a:gd name="connsiteY6388" fmla="*/ 877388 h 6382977"/>
              <a:gd name="connsiteX6389" fmla="*/ 4626990 w 6501199"/>
              <a:gd name="connsiteY6389" fmla="*/ 888637 h 6382977"/>
              <a:gd name="connsiteX6390" fmla="*/ 4594975 w 6501199"/>
              <a:gd name="connsiteY6390" fmla="*/ 863600 h 6382977"/>
              <a:gd name="connsiteX6391" fmla="*/ 5654814 w 6501199"/>
              <a:gd name="connsiteY6391" fmla="*/ 853016 h 6382977"/>
              <a:gd name="connsiteX6392" fmla="*/ 5659211 w 6501199"/>
              <a:gd name="connsiteY6392" fmla="*/ 888647 h 6382977"/>
              <a:gd name="connsiteX6393" fmla="*/ 5654814 w 6501199"/>
              <a:gd name="connsiteY6393" fmla="*/ 853016 h 6382977"/>
              <a:gd name="connsiteX6394" fmla="*/ 5351331 w 6501199"/>
              <a:gd name="connsiteY6394" fmla="*/ 852487 h 6382977"/>
              <a:gd name="connsiteX6395" fmla="*/ 5349214 w 6501199"/>
              <a:gd name="connsiteY6395" fmla="*/ 915630 h 6382977"/>
              <a:gd name="connsiteX6396" fmla="*/ 5351331 w 6501199"/>
              <a:gd name="connsiteY6396" fmla="*/ 852487 h 6382977"/>
              <a:gd name="connsiteX6397" fmla="*/ 5411669 w 6501199"/>
              <a:gd name="connsiteY6397" fmla="*/ 846137 h 6382977"/>
              <a:gd name="connsiteX6398" fmla="*/ 5428041 w 6501199"/>
              <a:gd name="connsiteY6398" fmla="*/ 871195 h 6382977"/>
              <a:gd name="connsiteX6399" fmla="*/ 5411669 w 6501199"/>
              <a:gd name="connsiteY6399" fmla="*/ 882292 h 6382977"/>
              <a:gd name="connsiteX6400" fmla="*/ 5411669 w 6501199"/>
              <a:gd name="connsiteY6400" fmla="*/ 846137 h 6382977"/>
              <a:gd name="connsiteX6401" fmla="*/ 5407664 w 6501199"/>
              <a:gd name="connsiteY6401" fmla="*/ 820066 h 6382977"/>
              <a:gd name="connsiteX6402" fmla="*/ 5403013 w 6501199"/>
              <a:gd name="connsiteY6402" fmla="*/ 837953 h 6382977"/>
              <a:gd name="connsiteX6403" fmla="*/ 5407664 w 6501199"/>
              <a:gd name="connsiteY6403" fmla="*/ 820066 h 6382977"/>
              <a:gd name="connsiteX6404" fmla="*/ 4599372 w 6501199"/>
              <a:gd name="connsiteY6404" fmla="*/ 817995 h 6382977"/>
              <a:gd name="connsiteX6405" fmla="*/ 4599372 w 6501199"/>
              <a:gd name="connsiteY6405" fmla="*/ 826750 h 6382977"/>
              <a:gd name="connsiteX6406" fmla="*/ 4575925 w 6501199"/>
              <a:gd name="connsiteY6406" fmla="*/ 824393 h 6382977"/>
              <a:gd name="connsiteX6407" fmla="*/ 4599372 w 6501199"/>
              <a:gd name="connsiteY6407" fmla="*/ 817995 h 6382977"/>
              <a:gd name="connsiteX6408" fmla="*/ 5451808 w 6501199"/>
              <a:gd name="connsiteY6408" fmla="*/ 815975 h 6382977"/>
              <a:gd name="connsiteX6409" fmla="*/ 5467738 w 6501199"/>
              <a:gd name="connsiteY6409" fmla="*/ 820737 h 6382977"/>
              <a:gd name="connsiteX6410" fmla="*/ 5458687 w 6501199"/>
              <a:gd name="connsiteY6410" fmla="*/ 834658 h 6382977"/>
              <a:gd name="connsiteX6411" fmla="*/ 5451808 w 6501199"/>
              <a:gd name="connsiteY6411" fmla="*/ 815975 h 6382977"/>
              <a:gd name="connsiteX6412" fmla="*/ 4804663 w 6501199"/>
              <a:gd name="connsiteY6412" fmla="*/ 809625 h 6382977"/>
              <a:gd name="connsiteX6413" fmla="*/ 4797778 w 6501199"/>
              <a:gd name="connsiteY6413" fmla="*/ 891814 h 6382977"/>
              <a:gd name="connsiteX6414" fmla="*/ 4804663 w 6501199"/>
              <a:gd name="connsiteY6414" fmla="*/ 809625 h 6382977"/>
              <a:gd name="connsiteX6415" fmla="*/ 4002838 w 6501199"/>
              <a:gd name="connsiteY6415" fmla="*/ 803885 h 6382977"/>
              <a:gd name="connsiteX6416" fmla="*/ 4007600 w 6501199"/>
              <a:gd name="connsiteY6416" fmla="*/ 806449 h 6382977"/>
              <a:gd name="connsiteX6417" fmla="*/ 4002838 w 6501199"/>
              <a:gd name="connsiteY6417" fmla="*/ 803885 h 6382977"/>
              <a:gd name="connsiteX6418" fmla="*/ 5500346 w 6501199"/>
              <a:gd name="connsiteY6418" fmla="*/ 792747 h 6382977"/>
              <a:gd name="connsiteX6419" fmla="*/ 5507416 w 6501199"/>
              <a:gd name="connsiteY6419" fmla="*/ 797454 h 6382977"/>
              <a:gd name="connsiteX6420" fmla="*/ 5493277 w 6501199"/>
              <a:gd name="connsiteY6420" fmla="*/ 810850 h 6382977"/>
              <a:gd name="connsiteX6421" fmla="*/ 5500346 w 6501199"/>
              <a:gd name="connsiteY6421" fmla="*/ 792747 h 6382977"/>
              <a:gd name="connsiteX6422" fmla="*/ 4977132 w 6501199"/>
              <a:gd name="connsiteY6422" fmla="*/ 758825 h 6382977"/>
              <a:gd name="connsiteX6423" fmla="*/ 4960825 w 6501199"/>
              <a:gd name="connsiteY6423" fmla="*/ 898164 h 6382977"/>
              <a:gd name="connsiteX6424" fmla="*/ 4926763 w 6501199"/>
              <a:gd name="connsiteY6424" fmla="*/ 881920 h 6382977"/>
              <a:gd name="connsiteX6425" fmla="*/ 4953940 w 6501199"/>
              <a:gd name="connsiteY6425" fmla="*/ 881920 h 6382977"/>
              <a:gd name="connsiteX6426" fmla="*/ 4977132 w 6501199"/>
              <a:gd name="connsiteY6426" fmla="*/ 758825 h 6382977"/>
              <a:gd name="connsiteX6427" fmla="*/ 5566847 w 6501199"/>
              <a:gd name="connsiteY6427" fmla="*/ 755786 h 6382977"/>
              <a:gd name="connsiteX6428" fmla="*/ 5566444 w 6501199"/>
              <a:gd name="connsiteY6428" fmla="*/ 757378 h 6382977"/>
              <a:gd name="connsiteX6429" fmla="*/ 5563350 w 6501199"/>
              <a:gd name="connsiteY6429" fmla="*/ 769583 h 6382977"/>
              <a:gd name="connsiteX6430" fmla="*/ 5564865 w 6501199"/>
              <a:gd name="connsiteY6430" fmla="*/ 763605 h 6382977"/>
              <a:gd name="connsiteX6431" fmla="*/ 5505231 w 6501199"/>
              <a:gd name="connsiteY6431" fmla="*/ 755650 h 6382977"/>
              <a:gd name="connsiteX6432" fmla="*/ 5500675 w 6501199"/>
              <a:gd name="connsiteY6432" fmla="*/ 775925 h 6382977"/>
              <a:gd name="connsiteX6433" fmla="*/ 5505231 w 6501199"/>
              <a:gd name="connsiteY6433" fmla="*/ 755650 h 6382977"/>
              <a:gd name="connsiteX6434" fmla="*/ 5567896 w 6501199"/>
              <a:gd name="connsiteY6434" fmla="*/ 751650 h 6382977"/>
              <a:gd name="connsiteX6435" fmla="*/ 5567391 w 6501199"/>
              <a:gd name="connsiteY6435" fmla="*/ 753642 h 6382977"/>
              <a:gd name="connsiteX6436" fmla="*/ 5566847 w 6501199"/>
              <a:gd name="connsiteY6436" fmla="*/ 755786 h 6382977"/>
              <a:gd name="connsiteX6437" fmla="*/ 5418991 w 6501199"/>
              <a:gd name="connsiteY6437" fmla="*/ 747712 h 6382977"/>
              <a:gd name="connsiteX6438" fmla="*/ 5431959 w 6501199"/>
              <a:gd name="connsiteY6438" fmla="*/ 800255 h 6382977"/>
              <a:gd name="connsiteX6439" fmla="*/ 5414434 w 6501199"/>
              <a:gd name="connsiteY6439" fmla="*/ 807139 h 6382977"/>
              <a:gd name="connsiteX6440" fmla="*/ 5418991 w 6501199"/>
              <a:gd name="connsiteY6440" fmla="*/ 747712 h 6382977"/>
              <a:gd name="connsiteX6441" fmla="*/ 5720277 w 6501199"/>
              <a:gd name="connsiteY6441" fmla="*/ 746273 h 6382977"/>
              <a:gd name="connsiteX6442" fmla="*/ 5739204 w 6501199"/>
              <a:gd name="connsiteY6442" fmla="*/ 757237 h 6382977"/>
              <a:gd name="connsiteX6443" fmla="*/ 5736692 w 6501199"/>
              <a:gd name="connsiteY6443" fmla="*/ 772759 h 6382977"/>
              <a:gd name="connsiteX6444" fmla="*/ 5698288 w 6501199"/>
              <a:gd name="connsiteY6444" fmla="*/ 750534 h 6382977"/>
              <a:gd name="connsiteX6445" fmla="*/ 5714080 w 6501199"/>
              <a:gd name="connsiteY6445" fmla="*/ 750534 h 6382977"/>
              <a:gd name="connsiteX6446" fmla="*/ 5720277 w 6501199"/>
              <a:gd name="connsiteY6446" fmla="*/ 746273 h 6382977"/>
              <a:gd name="connsiteX6447" fmla="*/ 4752138 w 6501199"/>
              <a:gd name="connsiteY6447" fmla="*/ 741362 h 6382977"/>
              <a:gd name="connsiteX6448" fmla="*/ 4760900 w 6501199"/>
              <a:gd name="connsiteY6448" fmla="*/ 761644 h 6382977"/>
              <a:gd name="connsiteX6449" fmla="*/ 4752138 w 6501199"/>
              <a:gd name="connsiteY6449" fmla="*/ 741362 h 6382977"/>
              <a:gd name="connsiteX6450" fmla="*/ 4565350 w 6501199"/>
              <a:gd name="connsiteY6450" fmla="*/ 740419 h 6382977"/>
              <a:gd name="connsiteX6451" fmla="*/ 4574206 w 6501199"/>
              <a:gd name="connsiteY6451" fmla="*/ 754930 h 6382977"/>
              <a:gd name="connsiteX6452" fmla="*/ 4605734 w 6501199"/>
              <a:gd name="connsiteY6452" fmla="*/ 757163 h 6382977"/>
              <a:gd name="connsiteX6453" fmla="*/ 4567476 w 6501199"/>
              <a:gd name="connsiteY6453" fmla="*/ 759395 h 6382977"/>
              <a:gd name="connsiteX6454" fmla="*/ 4565350 w 6501199"/>
              <a:gd name="connsiteY6454" fmla="*/ 740419 h 6382977"/>
              <a:gd name="connsiteX6455" fmla="*/ 5475408 w 6501199"/>
              <a:gd name="connsiteY6455" fmla="*/ 738187 h 6382977"/>
              <a:gd name="connsiteX6456" fmla="*/ 5473273 w 6501199"/>
              <a:gd name="connsiteY6456" fmla="*/ 758469 h 6382977"/>
              <a:gd name="connsiteX6457" fmla="*/ 5475408 w 6501199"/>
              <a:gd name="connsiteY6457" fmla="*/ 738187 h 6382977"/>
              <a:gd name="connsiteX6458" fmla="*/ 4810094 w 6501199"/>
              <a:gd name="connsiteY6458" fmla="*/ 736600 h 6382977"/>
              <a:gd name="connsiteX6459" fmla="*/ 4826087 w 6501199"/>
              <a:gd name="connsiteY6459" fmla="*/ 761299 h 6382977"/>
              <a:gd name="connsiteX6460" fmla="*/ 4799076 w 6501199"/>
              <a:gd name="connsiteY6460" fmla="*/ 772754 h 6382977"/>
              <a:gd name="connsiteX6461" fmla="*/ 4810094 w 6501199"/>
              <a:gd name="connsiteY6461" fmla="*/ 736600 h 6382977"/>
              <a:gd name="connsiteX6462" fmla="*/ 4661870 w 6501199"/>
              <a:gd name="connsiteY6462" fmla="*/ 734511 h 6382977"/>
              <a:gd name="connsiteX6463" fmla="*/ 4672829 w 6501199"/>
              <a:gd name="connsiteY6463" fmla="*/ 737067 h 6382977"/>
              <a:gd name="connsiteX6464" fmla="*/ 4656822 w 6501199"/>
              <a:gd name="connsiteY6464" fmla="*/ 743885 h 6382977"/>
              <a:gd name="connsiteX6465" fmla="*/ 4654275 w 6501199"/>
              <a:gd name="connsiteY6465" fmla="*/ 782278 h 6382977"/>
              <a:gd name="connsiteX6466" fmla="*/ 4647363 w 6501199"/>
              <a:gd name="connsiteY6466" fmla="*/ 737067 h 6382977"/>
              <a:gd name="connsiteX6467" fmla="*/ 4661870 w 6501199"/>
              <a:gd name="connsiteY6467" fmla="*/ 734511 h 6382977"/>
              <a:gd name="connsiteX6468" fmla="*/ 5383605 w 6501199"/>
              <a:gd name="connsiteY6468" fmla="*/ 725487 h 6382977"/>
              <a:gd name="connsiteX6469" fmla="*/ 5374304 w 6501199"/>
              <a:gd name="connsiteY6469" fmla="*/ 791801 h 6382977"/>
              <a:gd name="connsiteX6470" fmla="*/ 5383605 w 6501199"/>
              <a:gd name="connsiteY6470" fmla="*/ 725487 h 6382977"/>
              <a:gd name="connsiteX6471" fmla="*/ 4737369 w 6501199"/>
              <a:gd name="connsiteY6471" fmla="*/ 725487 h 6382977"/>
              <a:gd name="connsiteX6472" fmla="*/ 4762341 w 6501199"/>
              <a:gd name="connsiteY6472" fmla="*/ 737210 h 6382977"/>
              <a:gd name="connsiteX6473" fmla="*/ 4739509 w 6501199"/>
              <a:gd name="connsiteY6473" fmla="*/ 739408 h 6382977"/>
              <a:gd name="connsiteX6474" fmla="*/ 4737369 w 6501199"/>
              <a:gd name="connsiteY6474" fmla="*/ 725487 h 6382977"/>
              <a:gd name="connsiteX6475" fmla="*/ 4919213 w 6501199"/>
              <a:gd name="connsiteY6475" fmla="*/ 715491 h 6382977"/>
              <a:gd name="connsiteX6476" fmla="*/ 4934215 w 6501199"/>
              <a:gd name="connsiteY6476" fmla="*/ 715879 h 6382977"/>
              <a:gd name="connsiteX6477" fmla="*/ 4940690 w 6501199"/>
              <a:gd name="connsiteY6477" fmla="*/ 750071 h 6382977"/>
              <a:gd name="connsiteX6478" fmla="*/ 4911192 w 6501199"/>
              <a:gd name="connsiteY6478" fmla="*/ 765907 h 6382977"/>
              <a:gd name="connsiteX6479" fmla="*/ 4904358 w 6501199"/>
              <a:gd name="connsiteY6479" fmla="*/ 809098 h 6382977"/>
              <a:gd name="connsiteX6480" fmla="*/ 4920545 w 6501199"/>
              <a:gd name="connsiteY6480" fmla="*/ 811257 h 6382977"/>
              <a:gd name="connsiteX6481" fmla="*/ 4900041 w 6501199"/>
              <a:gd name="connsiteY6481" fmla="*/ 888640 h 6382977"/>
              <a:gd name="connsiteX6482" fmla="*/ 4870543 w 6501199"/>
              <a:gd name="connsiteY6482" fmla="*/ 854807 h 6382977"/>
              <a:gd name="connsiteX6483" fmla="*/ 4874983 w 6501199"/>
              <a:gd name="connsiteY6483" fmla="*/ 831503 h 6382977"/>
              <a:gd name="connsiteX6484" fmla="*/ 4869340 w 6501199"/>
              <a:gd name="connsiteY6484" fmla="*/ 826326 h 6382977"/>
              <a:gd name="connsiteX6485" fmla="*/ 4874507 w 6501199"/>
              <a:gd name="connsiteY6485" fmla="*/ 798512 h 6382977"/>
              <a:gd name="connsiteX6486" fmla="*/ 4883648 w 6501199"/>
              <a:gd name="connsiteY6486" fmla="*/ 805824 h 6382977"/>
              <a:gd name="connsiteX6487" fmla="*/ 4884387 w 6501199"/>
              <a:gd name="connsiteY6487" fmla="*/ 809854 h 6382977"/>
              <a:gd name="connsiteX6488" fmla="*/ 4887990 w 6501199"/>
              <a:gd name="connsiteY6488" fmla="*/ 802889 h 6382977"/>
              <a:gd name="connsiteX6489" fmla="*/ 4881695 w 6501199"/>
              <a:gd name="connsiteY6489" fmla="*/ 761228 h 6382977"/>
              <a:gd name="connsiteX6490" fmla="*/ 4911192 w 6501199"/>
              <a:gd name="connsiteY6490" fmla="*/ 743233 h 6382977"/>
              <a:gd name="connsiteX6491" fmla="*/ 4900041 w 6501199"/>
              <a:gd name="connsiteY6491" fmla="*/ 736394 h 6382977"/>
              <a:gd name="connsiteX6492" fmla="*/ 4919213 w 6501199"/>
              <a:gd name="connsiteY6492" fmla="*/ 715491 h 6382977"/>
              <a:gd name="connsiteX6493" fmla="*/ 4989116 w 6501199"/>
              <a:gd name="connsiteY6493" fmla="*/ 695261 h 6382977"/>
              <a:gd name="connsiteX6494" fmla="*/ 4986382 w 6501199"/>
              <a:gd name="connsiteY6494" fmla="*/ 736244 h 6382977"/>
              <a:gd name="connsiteX6495" fmla="*/ 4981796 w 6501199"/>
              <a:gd name="connsiteY6495" fmla="*/ 718088 h 6382977"/>
              <a:gd name="connsiteX6496" fmla="*/ 4989116 w 6501199"/>
              <a:gd name="connsiteY6496" fmla="*/ 695261 h 6382977"/>
              <a:gd name="connsiteX6497" fmla="*/ 5673366 w 6501199"/>
              <a:gd name="connsiteY6497" fmla="*/ 691512 h 6382977"/>
              <a:gd name="connsiteX6498" fmla="*/ 5666548 w 6501199"/>
              <a:gd name="connsiteY6498" fmla="*/ 780687 h 6382977"/>
              <a:gd name="connsiteX6499" fmla="*/ 5673366 w 6501199"/>
              <a:gd name="connsiteY6499" fmla="*/ 691512 h 6382977"/>
              <a:gd name="connsiteX6500" fmla="*/ 4814985 w 6501199"/>
              <a:gd name="connsiteY6500" fmla="*/ 690428 h 6382977"/>
              <a:gd name="connsiteX6501" fmla="*/ 4823956 w 6501199"/>
              <a:gd name="connsiteY6501" fmla="*/ 714990 h 6382977"/>
              <a:gd name="connsiteX6502" fmla="*/ 4853379 w 6501199"/>
              <a:gd name="connsiteY6502" fmla="*/ 721754 h 6382977"/>
              <a:gd name="connsiteX6503" fmla="*/ 4806015 w 6501199"/>
              <a:gd name="connsiteY6503" fmla="*/ 730653 h 6382977"/>
              <a:gd name="connsiteX6504" fmla="*/ 4810321 w 6501199"/>
              <a:gd name="connsiteY6504" fmla="*/ 728518 h 6382977"/>
              <a:gd name="connsiteX6505" fmla="*/ 4814985 w 6501199"/>
              <a:gd name="connsiteY6505" fmla="*/ 690428 h 6382977"/>
              <a:gd name="connsiteX6506" fmla="*/ 4922274 w 6501199"/>
              <a:gd name="connsiteY6506" fmla="*/ 682625 h 6382977"/>
              <a:gd name="connsiteX6507" fmla="*/ 4926799 w 6501199"/>
              <a:gd name="connsiteY6507" fmla="*/ 689331 h 6382977"/>
              <a:gd name="connsiteX6508" fmla="*/ 4926735 w 6501199"/>
              <a:gd name="connsiteY6508" fmla="*/ 699482 h 6382977"/>
              <a:gd name="connsiteX6509" fmla="*/ 4935925 w 6501199"/>
              <a:gd name="connsiteY6509" fmla="*/ 700672 h 6382977"/>
              <a:gd name="connsiteX6510" fmla="*/ 4930417 w 6501199"/>
              <a:gd name="connsiteY6510" fmla="*/ 707953 h 6382977"/>
              <a:gd name="connsiteX6511" fmla="*/ 4922684 w 6501199"/>
              <a:gd name="connsiteY6511" fmla="*/ 710927 h 6382977"/>
              <a:gd name="connsiteX6512" fmla="*/ 4921573 w 6501199"/>
              <a:gd name="connsiteY6512" fmla="*/ 713482 h 6382977"/>
              <a:gd name="connsiteX6513" fmla="*/ 4910888 w 6501199"/>
              <a:gd name="connsiteY6513" fmla="*/ 718779 h 6382977"/>
              <a:gd name="connsiteX6514" fmla="*/ 4913602 w 6501199"/>
              <a:gd name="connsiteY6514" fmla="*/ 710160 h 6382977"/>
              <a:gd name="connsiteX6515" fmla="*/ 4912314 w 6501199"/>
              <a:gd name="connsiteY6515" fmla="*/ 709888 h 6382977"/>
              <a:gd name="connsiteX6516" fmla="*/ 4910486 w 6501199"/>
              <a:gd name="connsiteY6516" fmla="*/ 700672 h 6382977"/>
              <a:gd name="connsiteX6517" fmla="*/ 4916844 w 6501199"/>
              <a:gd name="connsiteY6517" fmla="*/ 699866 h 6382977"/>
              <a:gd name="connsiteX6518" fmla="*/ 5638815 w 6501199"/>
              <a:gd name="connsiteY6518" fmla="*/ 674687 h 6382977"/>
              <a:gd name="connsiteX6519" fmla="*/ 5625709 w 6501199"/>
              <a:gd name="connsiteY6519" fmla="*/ 688354 h 6382977"/>
              <a:gd name="connsiteX6520" fmla="*/ 5645546 w 6501199"/>
              <a:gd name="connsiteY6520" fmla="*/ 695188 h 6382977"/>
              <a:gd name="connsiteX6521" fmla="*/ 5638815 w 6501199"/>
              <a:gd name="connsiteY6521" fmla="*/ 674687 h 6382977"/>
              <a:gd name="connsiteX6522" fmla="*/ 4666434 w 6501199"/>
              <a:gd name="connsiteY6522" fmla="*/ 674687 h 6382977"/>
              <a:gd name="connsiteX6523" fmla="*/ 4671154 w 6501199"/>
              <a:gd name="connsiteY6523" fmla="*/ 710842 h 6382977"/>
              <a:gd name="connsiteX6524" fmla="*/ 4641013 w 6501199"/>
              <a:gd name="connsiteY6524" fmla="*/ 695091 h 6382977"/>
              <a:gd name="connsiteX6525" fmla="*/ 4666434 w 6501199"/>
              <a:gd name="connsiteY6525" fmla="*/ 674687 h 6382977"/>
              <a:gd name="connsiteX6526" fmla="*/ 4852601 w 6501199"/>
              <a:gd name="connsiteY6526" fmla="*/ 669925 h 6382977"/>
              <a:gd name="connsiteX6527" fmla="*/ 4881955 w 6501199"/>
              <a:gd name="connsiteY6527" fmla="*/ 669925 h 6382977"/>
              <a:gd name="connsiteX6528" fmla="*/ 4852601 w 6501199"/>
              <a:gd name="connsiteY6528" fmla="*/ 669925 h 6382977"/>
              <a:gd name="connsiteX6529" fmla="*/ 4576651 w 6501199"/>
              <a:gd name="connsiteY6529" fmla="*/ 669925 h 6382977"/>
              <a:gd name="connsiteX6530" fmla="*/ 4576651 w 6501199"/>
              <a:gd name="connsiteY6530" fmla="*/ 694962 h 6382977"/>
              <a:gd name="connsiteX6531" fmla="*/ 4576651 w 6501199"/>
              <a:gd name="connsiteY6531" fmla="*/ 669925 h 6382977"/>
              <a:gd name="connsiteX6532" fmla="*/ 4948616 w 6501199"/>
              <a:gd name="connsiteY6532" fmla="*/ 667844 h 6382977"/>
              <a:gd name="connsiteX6533" fmla="*/ 4946383 w 6501199"/>
              <a:gd name="connsiteY6533" fmla="*/ 681365 h 6382977"/>
              <a:gd name="connsiteX6534" fmla="*/ 4948616 w 6501199"/>
              <a:gd name="connsiteY6534" fmla="*/ 667844 h 6382977"/>
              <a:gd name="connsiteX6535" fmla="*/ 4585147 w 6501199"/>
              <a:gd name="connsiteY6535" fmla="*/ 627571 h 6382977"/>
              <a:gd name="connsiteX6536" fmla="*/ 4605735 w 6501199"/>
              <a:gd name="connsiteY6536" fmla="*/ 646078 h 6382977"/>
              <a:gd name="connsiteX6537" fmla="*/ 4594446 w 6501199"/>
              <a:gd name="connsiteY6537" fmla="*/ 655269 h 6382977"/>
              <a:gd name="connsiteX6538" fmla="*/ 4574338 w 6501199"/>
              <a:gd name="connsiteY6538" fmla="*/ 629903 h 6382977"/>
              <a:gd name="connsiteX6539" fmla="*/ 4585147 w 6501199"/>
              <a:gd name="connsiteY6539" fmla="*/ 627571 h 6382977"/>
              <a:gd name="connsiteX6540" fmla="*/ 5522541 w 6501199"/>
              <a:gd name="connsiteY6540" fmla="*/ 614362 h 6382977"/>
              <a:gd name="connsiteX6541" fmla="*/ 5531475 w 6501199"/>
              <a:gd name="connsiteY6541" fmla="*/ 625493 h 6382977"/>
              <a:gd name="connsiteX6542" fmla="*/ 5511461 w 6501199"/>
              <a:gd name="connsiteY6542" fmla="*/ 630161 h 6382977"/>
              <a:gd name="connsiteX6543" fmla="*/ 5518252 w 6501199"/>
              <a:gd name="connsiteY6543" fmla="*/ 657451 h 6382977"/>
              <a:gd name="connsiteX6544" fmla="*/ 5538266 w 6501199"/>
              <a:gd name="connsiteY6544" fmla="*/ 639138 h 6382977"/>
              <a:gd name="connsiteX6545" fmla="*/ 5515750 w 6501199"/>
              <a:gd name="connsiteY6545" fmla="*/ 689050 h 6382977"/>
              <a:gd name="connsiteX6546" fmla="*/ 5513606 w 6501199"/>
              <a:gd name="connsiteY6546" fmla="*/ 709517 h 6382977"/>
              <a:gd name="connsiteX6547" fmla="*/ 5529331 w 6501199"/>
              <a:gd name="connsiteY6547" fmla="*/ 734653 h 6382977"/>
              <a:gd name="connsiteX6548" fmla="*/ 5495379 w 6501199"/>
              <a:gd name="connsiteY6548" fmla="*/ 721008 h 6382977"/>
              <a:gd name="connsiteX6549" fmla="*/ 5508960 w 6501199"/>
              <a:gd name="connsiteY6549" fmla="*/ 707363 h 6382977"/>
              <a:gd name="connsiteX6550" fmla="*/ 5497880 w 6501199"/>
              <a:gd name="connsiteY6550" fmla="*/ 707363 h 6382977"/>
              <a:gd name="connsiteX6551" fmla="*/ 5500025 w 6501199"/>
              <a:gd name="connsiteY6551" fmla="*/ 691563 h 6382977"/>
              <a:gd name="connsiteX6552" fmla="*/ 5508960 w 6501199"/>
              <a:gd name="connsiteY6552" fmla="*/ 628007 h 6382977"/>
              <a:gd name="connsiteX6553" fmla="*/ 5522541 w 6501199"/>
              <a:gd name="connsiteY6553" fmla="*/ 614362 h 6382977"/>
              <a:gd name="connsiteX6554" fmla="*/ 4968188 w 6501199"/>
              <a:gd name="connsiteY6554" fmla="*/ 609600 h 6382977"/>
              <a:gd name="connsiteX6555" fmla="*/ 4981963 w 6501199"/>
              <a:gd name="connsiteY6555" fmla="*/ 630004 h 6382977"/>
              <a:gd name="connsiteX6556" fmla="*/ 4952238 w 6501199"/>
              <a:gd name="connsiteY6556" fmla="*/ 625350 h 6382977"/>
              <a:gd name="connsiteX6557" fmla="*/ 4945350 w 6501199"/>
              <a:gd name="connsiteY6557" fmla="*/ 636805 h 6382977"/>
              <a:gd name="connsiteX6558" fmla="*/ 4936288 w 6501199"/>
              <a:gd name="connsiteY6558" fmla="*/ 630004 h 6382977"/>
              <a:gd name="connsiteX6559" fmla="*/ 4943175 w 6501199"/>
              <a:gd name="connsiteY6559" fmla="*/ 616401 h 6382977"/>
              <a:gd name="connsiteX6560" fmla="*/ 4968188 w 6501199"/>
              <a:gd name="connsiteY6560" fmla="*/ 609600 h 6382977"/>
              <a:gd name="connsiteX6561" fmla="*/ 5538397 w 6501199"/>
              <a:gd name="connsiteY6561" fmla="*/ 601662 h 6382977"/>
              <a:gd name="connsiteX6562" fmla="*/ 5549845 w 6501199"/>
              <a:gd name="connsiteY6562" fmla="*/ 601662 h 6382977"/>
              <a:gd name="connsiteX6563" fmla="*/ 5554496 w 6501199"/>
              <a:gd name="connsiteY6563" fmla="*/ 617184 h 6382977"/>
              <a:gd name="connsiteX6564" fmla="*/ 5540901 w 6501199"/>
              <a:gd name="connsiteY6564" fmla="*/ 639409 h 6382977"/>
              <a:gd name="connsiteX6565" fmla="*/ 5538397 w 6501199"/>
              <a:gd name="connsiteY6565" fmla="*/ 601662 h 6382977"/>
              <a:gd name="connsiteX6566" fmla="*/ 5493277 w 6501199"/>
              <a:gd name="connsiteY6566" fmla="*/ 595312 h 6382977"/>
              <a:gd name="connsiteX6567" fmla="*/ 5495509 w 6501199"/>
              <a:gd name="connsiteY6567" fmla="*/ 621949 h 6382977"/>
              <a:gd name="connsiteX6568" fmla="*/ 5493277 w 6501199"/>
              <a:gd name="connsiteY6568" fmla="*/ 595312 h 6382977"/>
              <a:gd name="connsiteX6569" fmla="*/ 5656926 w 6501199"/>
              <a:gd name="connsiteY6569" fmla="*/ 587948 h 6382977"/>
              <a:gd name="connsiteX6570" fmla="*/ 5688860 w 6501199"/>
              <a:gd name="connsiteY6570" fmla="*/ 587948 h 6382977"/>
              <a:gd name="connsiteX6571" fmla="*/ 5691013 w 6501199"/>
              <a:gd name="connsiteY6571" fmla="*/ 610643 h 6382977"/>
              <a:gd name="connsiteX6572" fmla="*/ 5665896 w 6501199"/>
              <a:gd name="connsiteY6572" fmla="*/ 592631 h 6382977"/>
              <a:gd name="connsiteX6573" fmla="*/ 5675225 w 6501199"/>
              <a:gd name="connsiteY6573" fmla="*/ 670083 h 6382977"/>
              <a:gd name="connsiteX6574" fmla="*/ 5668408 w 6501199"/>
              <a:gd name="connsiteY6574" fmla="*/ 679090 h 6382977"/>
              <a:gd name="connsiteX6575" fmla="*/ 5647955 w 6501199"/>
              <a:gd name="connsiteY6575" fmla="*/ 674406 h 6382977"/>
              <a:gd name="connsiteX6576" fmla="*/ 5656926 w 6501199"/>
              <a:gd name="connsiteY6576" fmla="*/ 587948 h 6382977"/>
              <a:gd name="connsiteX6577" fmla="*/ 5621403 w 6501199"/>
              <a:gd name="connsiteY6577" fmla="*/ 584200 h 6382977"/>
              <a:gd name="connsiteX6578" fmla="*/ 5637154 w 6501199"/>
              <a:gd name="connsiteY6578" fmla="*/ 641043 h 6382977"/>
              <a:gd name="connsiteX6579" fmla="*/ 5635006 w 6501199"/>
              <a:gd name="connsiteY6579" fmla="*/ 666388 h 6382977"/>
              <a:gd name="connsiteX6580" fmla="*/ 5607800 w 6501199"/>
              <a:gd name="connsiteY6580" fmla="*/ 607010 h 6382977"/>
              <a:gd name="connsiteX6581" fmla="*/ 5621403 w 6501199"/>
              <a:gd name="connsiteY6581" fmla="*/ 584200 h 6382977"/>
              <a:gd name="connsiteX6582" fmla="*/ 5588477 w 6501199"/>
              <a:gd name="connsiteY6582" fmla="*/ 569912 h 6382977"/>
              <a:gd name="connsiteX6583" fmla="*/ 5590611 w 6501199"/>
              <a:gd name="connsiteY6583" fmla="*/ 606067 h 6382977"/>
              <a:gd name="connsiteX6584" fmla="*/ 5588477 w 6501199"/>
              <a:gd name="connsiteY6584" fmla="*/ 569912 h 6382977"/>
              <a:gd name="connsiteX6585" fmla="*/ 4951653 w 6501199"/>
              <a:gd name="connsiteY6585" fmla="*/ 556883 h 6382977"/>
              <a:gd name="connsiteX6586" fmla="*/ 4948081 w 6501199"/>
              <a:gd name="connsiteY6586" fmla="*/ 571144 h 6382977"/>
              <a:gd name="connsiteX6587" fmla="*/ 4948081 w 6501199"/>
              <a:gd name="connsiteY6587" fmla="*/ 557622 h 6382977"/>
              <a:gd name="connsiteX6588" fmla="*/ 4951653 w 6501199"/>
              <a:gd name="connsiteY6588" fmla="*/ 556883 h 6382977"/>
              <a:gd name="connsiteX6589" fmla="*/ 4985997 w 6501199"/>
              <a:gd name="connsiteY6589" fmla="*/ 554037 h 6382977"/>
              <a:gd name="connsiteX6590" fmla="*/ 4994678 w 6501199"/>
              <a:gd name="connsiteY6590" fmla="*/ 563254 h 6382977"/>
              <a:gd name="connsiteX6591" fmla="*/ 4983913 w 6501199"/>
              <a:gd name="connsiteY6591" fmla="*/ 585587 h 6382977"/>
              <a:gd name="connsiteX6592" fmla="*/ 4985997 w 6501199"/>
              <a:gd name="connsiteY6592" fmla="*/ 554037 h 6382977"/>
              <a:gd name="connsiteX6593" fmla="*/ 5008960 w 6501199"/>
              <a:gd name="connsiteY6593" fmla="*/ 546005 h 6382977"/>
              <a:gd name="connsiteX6594" fmla="*/ 5008960 w 6501199"/>
              <a:gd name="connsiteY6594" fmla="*/ 566473 h 6382977"/>
              <a:gd name="connsiteX6595" fmla="*/ 5008960 w 6501199"/>
              <a:gd name="connsiteY6595" fmla="*/ 546005 h 6382977"/>
              <a:gd name="connsiteX6596" fmla="*/ 5586238 w 6501199"/>
              <a:gd name="connsiteY6596" fmla="*/ 537135 h 6382977"/>
              <a:gd name="connsiteX6597" fmla="*/ 5584063 w 6501199"/>
              <a:gd name="connsiteY6597" fmla="*/ 571142 h 6382977"/>
              <a:gd name="connsiteX6598" fmla="*/ 5586238 w 6501199"/>
              <a:gd name="connsiteY6598" fmla="*/ 537135 h 6382977"/>
              <a:gd name="connsiteX6599" fmla="*/ 4939191 w 6501199"/>
              <a:gd name="connsiteY6599" fmla="*/ 535561 h 6382977"/>
              <a:gd name="connsiteX6600" fmla="*/ 4964500 w 6501199"/>
              <a:gd name="connsiteY6600" fmla="*/ 543630 h 6382977"/>
              <a:gd name="connsiteX6601" fmla="*/ 4920957 w 6501199"/>
              <a:gd name="connsiteY6601" fmla="*/ 545747 h 6382977"/>
              <a:gd name="connsiteX6602" fmla="*/ 4939191 w 6501199"/>
              <a:gd name="connsiteY6602" fmla="*/ 535561 h 6382977"/>
              <a:gd name="connsiteX6603" fmla="*/ 4882812 w 6501199"/>
              <a:gd name="connsiteY6603" fmla="*/ 527050 h 6382977"/>
              <a:gd name="connsiteX6604" fmla="*/ 4887450 w 6501199"/>
              <a:gd name="connsiteY6604" fmla="*/ 550490 h 6382977"/>
              <a:gd name="connsiteX6605" fmla="*/ 4882812 w 6501199"/>
              <a:gd name="connsiteY6605" fmla="*/ 527050 h 6382977"/>
              <a:gd name="connsiteX6606" fmla="*/ 5366922 w 6501199"/>
              <a:gd name="connsiteY6606" fmla="*/ 525462 h 6382977"/>
              <a:gd name="connsiteX6607" fmla="*/ 5371759 w 6501199"/>
              <a:gd name="connsiteY6607" fmla="*/ 604479 h 6382977"/>
              <a:gd name="connsiteX6608" fmla="*/ 5355388 w 6501199"/>
              <a:gd name="connsiteY6608" fmla="*/ 604479 h 6382977"/>
              <a:gd name="connsiteX6609" fmla="*/ 5366922 w 6501199"/>
              <a:gd name="connsiteY6609" fmla="*/ 525462 h 6382977"/>
              <a:gd name="connsiteX6610" fmla="*/ 4874188 w 6501199"/>
              <a:gd name="connsiteY6610" fmla="*/ 511175 h 6382977"/>
              <a:gd name="connsiteX6611" fmla="*/ 4864850 w 6501199"/>
              <a:gd name="connsiteY6611" fmla="*/ 547329 h 6382977"/>
              <a:gd name="connsiteX6612" fmla="*/ 4874188 w 6501199"/>
              <a:gd name="connsiteY6612" fmla="*/ 511175 h 6382977"/>
              <a:gd name="connsiteX6613" fmla="*/ 5688763 w 6501199"/>
              <a:gd name="connsiteY6613" fmla="*/ 490537 h 6382977"/>
              <a:gd name="connsiteX6614" fmla="*/ 5711623 w 6501199"/>
              <a:gd name="connsiteY6614" fmla="*/ 495205 h 6382977"/>
              <a:gd name="connsiteX6615" fmla="*/ 5697834 w 6501199"/>
              <a:gd name="connsiteY6615" fmla="*/ 520341 h 6382977"/>
              <a:gd name="connsiteX6616" fmla="*/ 5688763 w 6501199"/>
              <a:gd name="connsiteY6616" fmla="*/ 490537 h 6382977"/>
              <a:gd name="connsiteX6617" fmla="*/ 4944931 w 6501199"/>
              <a:gd name="connsiteY6617" fmla="*/ 460375 h 6382977"/>
              <a:gd name="connsiteX6618" fmla="*/ 4909300 w 6501199"/>
              <a:gd name="connsiteY6618" fmla="*/ 469547 h 6382977"/>
              <a:gd name="connsiteX6619" fmla="*/ 4944931 w 6501199"/>
              <a:gd name="connsiteY6619" fmla="*/ 460375 h 6382977"/>
              <a:gd name="connsiteX6620" fmla="*/ 5663010 w 6501199"/>
              <a:gd name="connsiteY6620" fmla="*/ 458787 h 6382977"/>
              <a:gd name="connsiteX6621" fmla="*/ 5676416 w 6501199"/>
              <a:gd name="connsiteY6621" fmla="*/ 504507 h 6382977"/>
              <a:gd name="connsiteX6622" fmla="*/ 5647488 w 6501199"/>
              <a:gd name="connsiteY6622" fmla="*/ 476930 h 6382977"/>
              <a:gd name="connsiteX6623" fmla="*/ 5658424 w 6501199"/>
              <a:gd name="connsiteY6623" fmla="*/ 472575 h 6382977"/>
              <a:gd name="connsiteX6624" fmla="*/ 5663010 w 6501199"/>
              <a:gd name="connsiteY6624" fmla="*/ 458787 h 6382977"/>
              <a:gd name="connsiteX6625" fmla="*/ 5126578 w 6501199"/>
              <a:gd name="connsiteY6625" fmla="*/ 442912 h 6382977"/>
              <a:gd name="connsiteX6626" fmla="*/ 5142393 w 6501199"/>
              <a:gd name="connsiteY6626" fmla="*/ 445037 h 6382977"/>
              <a:gd name="connsiteX6627" fmla="*/ 5144550 w 6501199"/>
              <a:gd name="connsiteY6627" fmla="*/ 469834 h 6382977"/>
              <a:gd name="connsiteX6628" fmla="*/ 5128734 w 6501199"/>
              <a:gd name="connsiteY6628" fmla="*/ 476210 h 6382977"/>
              <a:gd name="connsiteX6629" fmla="*/ 5112919 w 6501199"/>
              <a:gd name="connsiteY6629" fmla="*/ 485421 h 6382977"/>
              <a:gd name="connsiteX6630" fmla="*/ 5090275 w 6501199"/>
              <a:gd name="connsiteY6630" fmla="*/ 471959 h 6382977"/>
              <a:gd name="connsiteX6631" fmla="*/ 5126578 w 6501199"/>
              <a:gd name="connsiteY6631" fmla="*/ 442912 h 6382977"/>
              <a:gd name="connsiteX6632" fmla="*/ 4949781 w 6501199"/>
              <a:gd name="connsiteY6632" fmla="*/ 415925 h 6382977"/>
              <a:gd name="connsiteX6633" fmla="*/ 4945128 w 6501199"/>
              <a:gd name="connsiteY6633" fmla="*/ 431447 h 6382977"/>
              <a:gd name="connsiteX6634" fmla="*/ 4949781 w 6501199"/>
              <a:gd name="connsiteY6634" fmla="*/ 415925 h 6382977"/>
              <a:gd name="connsiteX6635" fmla="*/ 5127012 w 6501199"/>
              <a:gd name="connsiteY6635" fmla="*/ 388937 h 6382977"/>
              <a:gd name="connsiteX6636" fmla="*/ 5131305 w 6501199"/>
              <a:gd name="connsiteY6636" fmla="*/ 414375 h 6382977"/>
              <a:gd name="connsiteX6637" fmla="*/ 5127012 w 6501199"/>
              <a:gd name="connsiteY6637" fmla="*/ 388937 h 6382977"/>
              <a:gd name="connsiteX6638" fmla="*/ 5651721 w 6501199"/>
              <a:gd name="connsiteY6638" fmla="*/ 344487 h 6382977"/>
              <a:gd name="connsiteX6639" fmla="*/ 5656307 w 6501199"/>
              <a:gd name="connsiteY6639" fmla="*/ 364769 h 6382977"/>
              <a:gd name="connsiteX6640" fmla="*/ 5651721 w 6501199"/>
              <a:gd name="connsiteY6640" fmla="*/ 344487 h 6382977"/>
              <a:gd name="connsiteX6641" fmla="*/ 4897825 w 6501199"/>
              <a:gd name="connsiteY6641" fmla="*/ 325437 h 6382977"/>
              <a:gd name="connsiteX6642" fmla="*/ 4893464 w 6501199"/>
              <a:gd name="connsiteY6642" fmla="*/ 348878 h 6382977"/>
              <a:gd name="connsiteX6643" fmla="*/ 4897825 w 6501199"/>
              <a:gd name="connsiteY6643" fmla="*/ 325437 h 6382977"/>
              <a:gd name="connsiteX6644" fmla="*/ 5705420 w 6501199"/>
              <a:gd name="connsiteY6644" fmla="*/ 287933 h 6382977"/>
              <a:gd name="connsiteX6645" fmla="*/ 5700769 w 6501199"/>
              <a:gd name="connsiteY6645" fmla="*/ 303940 h 6382977"/>
              <a:gd name="connsiteX6646" fmla="*/ 5712217 w 6501199"/>
              <a:gd name="connsiteY6646" fmla="*/ 310852 h 6382977"/>
              <a:gd name="connsiteX6647" fmla="*/ 5705420 w 6501199"/>
              <a:gd name="connsiteY6647" fmla="*/ 287933 h 6382977"/>
              <a:gd name="connsiteX6648" fmla="*/ 4972903 w 6501199"/>
              <a:gd name="connsiteY6648" fmla="*/ 284162 h 6382977"/>
              <a:gd name="connsiteX6649" fmla="*/ 4970800 w 6501199"/>
              <a:gd name="connsiteY6649" fmla="*/ 313966 h 6382977"/>
              <a:gd name="connsiteX6650" fmla="*/ 4972903 w 6501199"/>
              <a:gd name="connsiteY6650" fmla="*/ 284162 h 6382977"/>
              <a:gd name="connsiteX6651" fmla="*/ 5561763 w 6501199"/>
              <a:gd name="connsiteY6651" fmla="*/ 279400 h 6382977"/>
              <a:gd name="connsiteX6652" fmla="*/ 5573119 w 6501199"/>
              <a:gd name="connsiteY6652" fmla="*/ 306512 h 6382977"/>
              <a:gd name="connsiteX6653" fmla="*/ 5561763 w 6501199"/>
              <a:gd name="connsiteY6653" fmla="*/ 279400 h 6382977"/>
              <a:gd name="connsiteX6654" fmla="*/ 5562135 w 6501199"/>
              <a:gd name="connsiteY6654" fmla="*/ 228600 h 6382977"/>
              <a:gd name="connsiteX6655" fmla="*/ 5573262 w 6501199"/>
              <a:gd name="connsiteY6655" fmla="*/ 264754 h 6382977"/>
              <a:gd name="connsiteX6656" fmla="*/ 5557469 w 6501199"/>
              <a:gd name="connsiteY6656" fmla="*/ 264754 h 6382977"/>
              <a:gd name="connsiteX6657" fmla="*/ 5562135 w 6501199"/>
              <a:gd name="connsiteY6657" fmla="*/ 228600 h 6382977"/>
              <a:gd name="connsiteX6658" fmla="*/ 5634066 w 6501199"/>
              <a:gd name="connsiteY6658" fmla="*/ 226545 h 6382977"/>
              <a:gd name="connsiteX6659" fmla="*/ 5649488 w 6501199"/>
              <a:gd name="connsiteY6659" fmla="*/ 235852 h 6382977"/>
              <a:gd name="connsiteX6660" fmla="*/ 5654044 w 6501199"/>
              <a:gd name="connsiteY6660" fmla="*/ 258404 h 6382977"/>
              <a:gd name="connsiteX6661" fmla="*/ 5634066 w 6501199"/>
              <a:gd name="connsiteY6661" fmla="*/ 244801 h 6382977"/>
              <a:gd name="connsiteX6662" fmla="*/ 5634066 w 6501199"/>
              <a:gd name="connsiteY6662" fmla="*/ 226545 h 6382977"/>
              <a:gd name="connsiteX6663" fmla="*/ 4993301 w 6501199"/>
              <a:gd name="connsiteY6663" fmla="*/ 220662 h 6382977"/>
              <a:gd name="connsiteX6664" fmla="*/ 5000061 w 6501199"/>
              <a:gd name="connsiteY6664" fmla="*/ 250466 h 6382977"/>
              <a:gd name="connsiteX6665" fmla="*/ 4993301 w 6501199"/>
              <a:gd name="connsiteY6665" fmla="*/ 220662 h 6382977"/>
              <a:gd name="connsiteX6666" fmla="*/ 5682060 w 6501199"/>
              <a:gd name="connsiteY6666" fmla="*/ 215900 h 6382977"/>
              <a:gd name="connsiteX6667" fmla="*/ 5679591 w 6501199"/>
              <a:gd name="connsiteY6667" fmla="*/ 310792 h 6382977"/>
              <a:gd name="connsiteX6668" fmla="*/ 5682060 w 6501199"/>
              <a:gd name="connsiteY6668" fmla="*/ 215900 h 6382977"/>
              <a:gd name="connsiteX6669" fmla="*/ 4653581 w 6501199"/>
              <a:gd name="connsiteY6669" fmla="*/ 210719 h 6382977"/>
              <a:gd name="connsiteX6670" fmla="*/ 4685109 w 6501199"/>
              <a:gd name="connsiteY6670" fmla="*/ 215426 h 6382977"/>
              <a:gd name="connsiteX6671" fmla="*/ 4660312 w 6501199"/>
              <a:gd name="connsiteY6671" fmla="*/ 226650 h 6382977"/>
              <a:gd name="connsiteX6672" fmla="*/ 4653581 w 6501199"/>
              <a:gd name="connsiteY6672" fmla="*/ 210719 h 6382977"/>
              <a:gd name="connsiteX6673" fmla="*/ 6080169 w 6501199"/>
              <a:gd name="connsiteY6673" fmla="*/ 208429 h 6382977"/>
              <a:gd name="connsiteX6674" fmla="*/ 6077700 w 6501199"/>
              <a:gd name="connsiteY6674" fmla="*/ 253641 h 6382977"/>
              <a:gd name="connsiteX6675" fmla="*/ 6080169 w 6501199"/>
              <a:gd name="connsiteY6675" fmla="*/ 208429 h 6382977"/>
              <a:gd name="connsiteX6676" fmla="*/ 4995025 w 6501199"/>
              <a:gd name="connsiteY6676" fmla="*/ 207351 h 6382977"/>
              <a:gd name="connsiteX6677" fmla="*/ 5008947 w 6501199"/>
              <a:gd name="connsiteY6677" fmla="*/ 223470 h 6382977"/>
              <a:gd name="connsiteX6678" fmla="*/ 4995025 w 6501199"/>
              <a:gd name="connsiteY6678" fmla="*/ 207351 h 6382977"/>
              <a:gd name="connsiteX6679" fmla="*/ 4975318 w 6501199"/>
              <a:gd name="connsiteY6679" fmla="*/ 206090 h 6382977"/>
              <a:gd name="connsiteX6680" fmla="*/ 4981962 w 6501199"/>
              <a:gd name="connsiteY6680" fmla="*/ 222669 h 6382977"/>
              <a:gd name="connsiteX6681" fmla="*/ 4968152 w 6501199"/>
              <a:gd name="connsiteY6681" fmla="*/ 222669 h 6382977"/>
              <a:gd name="connsiteX6682" fmla="*/ 4979781 w 6501199"/>
              <a:gd name="connsiteY6682" fmla="*/ 256815 h 6382977"/>
              <a:gd name="connsiteX6683" fmla="*/ 4972877 w 6501199"/>
              <a:gd name="connsiteY6683" fmla="*/ 206854 h 6382977"/>
              <a:gd name="connsiteX6684" fmla="*/ 4975318 w 6501199"/>
              <a:gd name="connsiteY6684" fmla="*/ 206090 h 6382977"/>
              <a:gd name="connsiteX6685" fmla="*/ 4832750 w 6501199"/>
              <a:gd name="connsiteY6685" fmla="*/ 201612 h 6382977"/>
              <a:gd name="connsiteX6686" fmla="*/ 4808216 w 6501199"/>
              <a:gd name="connsiteY6686" fmla="*/ 215533 h 6382977"/>
              <a:gd name="connsiteX6687" fmla="*/ 4832750 w 6501199"/>
              <a:gd name="connsiteY6687" fmla="*/ 201612 h 6382977"/>
              <a:gd name="connsiteX6688" fmla="*/ 4991010 w 6501199"/>
              <a:gd name="connsiteY6688" fmla="*/ 186714 h 6382977"/>
              <a:gd name="connsiteX6689" fmla="*/ 5000348 w 6501199"/>
              <a:gd name="connsiteY6689" fmla="*/ 205031 h 6382977"/>
              <a:gd name="connsiteX6690" fmla="*/ 4991010 w 6501199"/>
              <a:gd name="connsiteY6690" fmla="*/ 186714 h 6382977"/>
              <a:gd name="connsiteX6691" fmla="*/ 5745879 w 6501199"/>
              <a:gd name="connsiteY6691" fmla="*/ 179387 h 6382977"/>
              <a:gd name="connsiteX6692" fmla="*/ 5752792 w 6501199"/>
              <a:gd name="connsiteY6692" fmla="*/ 207006 h 6382977"/>
              <a:gd name="connsiteX6693" fmla="*/ 5745879 w 6501199"/>
              <a:gd name="connsiteY6693" fmla="*/ 179387 h 6382977"/>
              <a:gd name="connsiteX6694" fmla="*/ 5623675 w 6501199"/>
              <a:gd name="connsiteY6694" fmla="*/ 163512 h 6382977"/>
              <a:gd name="connsiteX6695" fmla="*/ 5637597 w 6501199"/>
              <a:gd name="connsiteY6695" fmla="*/ 179034 h 6382977"/>
              <a:gd name="connsiteX6696" fmla="*/ 5623675 w 6501199"/>
              <a:gd name="connsiteY6696" fmla="*/ 163512 h 6382977"/>
              <a:gd name="connsiteX6697" fmla="*/ 4896247 w 6501199"/>
              <a:gd name="connsiteY6697" fmla="*/ 160747 h 6382977"/>
              <a:gd name="connsiteX6698" fmla="*/ 4858500 w 6501199"/>
              <a:gd name="connsiteY6698" fmla="*/ 167508 h 6382977"/>
              <a:gd name="connsiteX6699" fmla="*/ 4896247 w 6501199"/>
              <a:gd name="connsiteY6699" fmla="*/ 160747 h 6382977"/>
              <a:gd name="connsiteX6700" fmla="*/ 5596286 w 6501199"/>
              <a:gd name="connsiteY6700" fmla="*/ 157162 h 6382977"/>
              <a:gd name="connsiteX6701" fmla="*/ 5621725 w 6501199"/>
              <a:gd name="connsiteY6701" fmla="*/ 231418 h 6382977"/>
              <a:gd name="connsiteX6702" fmla="*/ 5596286 w 6501199"/>
              <a:gd name="connsiteY6702" fmla="*/ 157162 h 6382977"/>
              <a:gd name="connsiteX6703" fmla="*/ 4958786 w 6501199"/>
              <a:gd name="connsiteY6703" fmla="*/ 152400 h 6382977"/>
              <a:gd name="connsiteX6704" fmla="*/ 4965547 w 6501199"/>
              <a:gd name="connsiteY6704" fmla="*/ 172681 h 6382977"/>
              <a:gd name="connsiteX6705" fmla="*/ 4958786 w 6501199"/>
              <a:gd name="connsiteY6705" fmla="*/ 152400 h 6382977"/>
              <a:gd name="connsiteX6706" fmla="*/ 4710863 w 6501199"/>
              <a:gd name="connsiteY6706" fmla="*/ 125412 h 6382977"/>
              <a:gd name="connsiteX6707" fmla="*/ 4745424 w 6501199"/>
              <a:gd name="connsiteY6707" fmla="*/ 134571 h 6382977"/>
              <a:gd name="connsiteX6708" fmla="*/ 4710863 w 6501199"/>
              <a:gd name="connsiteY6708" fmla="*/ 125412 h 6382977"/>
              <a:gd name="connsiteX6709" fmla="*/ 5644313 w 6501199"/>
              <a:gd name="connsiteY6709" fmla="*/ 122237 h 6382977"/>
              <a:gd name="connsiteX6710" fmla="*/ 5662997 w 6501199"/>
              <a:gd name="connsiteY6710" fmla="*/ 131575 h 6382977"/>
              <a:gd name="connsiteX6711" fmla="*/ 5658234 w 6501199"/>
              <a:gd name="connsiteY6711" fmla="*/ 133816 h 6382977"/>
              <a:gd name="connsiteX6712" fmla="*/ 5658234 w 6501199"/>
              <a:gd name="connsiteY6712" fmla="*/ 140913 h 6382977"/>
              <a:gd name="connsiteX6713" fmla="*/ 5644313 w 6501199"/>
              <a:gd name="connsiteY6713" fmla="*/ 122237 h 6382977"/>
              <a:gd name="connsiteX6714" fmla="*/ 6085387 w 6501199"/>
              <a:gd name="connsiteY6714" fmla="*/ 106362 h 6382977"/>
              <a:gd name="connsiteX6715" fmla="*/ 6090275 w 6501199"/>
              <a:gd name="connsiteY6715" fmla="*/ 142517 h 6382977"/>
              <a:gd name="connsiteX6716" fmla="*/ 6085387 w 6501199"/>
              <a:gd name="connsiteY6716" fmla="*/ 106362 h 6382977"/>
              <a:gd name="connsiteX6717" fmla="*/ 4654928 w 6501199"/>
              <a:gd name="connsiteY6717" fmla="*/ 95250 h 6382977"/>
              <a:gd name="connsiteX6718" fmla="*/ 4647859 w 6501199"/>
              <a:gd name="connsiteY6718" fmla="*/ 129811 h 6382977"/>
              <a:gd name="connsiteX6719" fmla="*/ 4631488 w 6501199"/>
              <a:gd name="connsiteY6719" fmla="*/ 129811 h 6382977"/>
              <a:gd name="connsiteX6720" fmla="*/ 4633720 w 6501199"/>
              <a:gd name="connsiteY6720" fmla="*/ 99979 h 6382977"/>
              <a:gd name="connsiteX6721" fmla="*/ 4654928 w 6501199"/>
              <a:gd name="connsiteY6721" fmla="*/ 95250 h 6382977"/>
              <a:gd name="connsiteX6722" fmla="*/ 5537070 w 6501199"/>
              <a:gd name="connsiteY6722" fmla="*/ 42862 h 6382977"/>
              <a:gd name="connsiteX6723" fmla="*/ 5537070 w 6501199"/>
              <a:gd name="connsiteY6723" fmla="*/ 51624 h 6382977"/>
              <a:gd name="connsiteX6724" fmla="*/ 5548700 w 6501199"/>
              <a:gd name="connsiteY6724" fmla="*/ 58283 h 6382977"/>
              <a:gd name="connsiteX6725" fmla="*/ 5527985 w 6501199"/>
              <a:gd name="connsiteY6725" fmla="*/ 69499 h 6382977"/>
              <a:gd name="connsiteX6726" fmla="*/ 5537070 w 6501199"/>
              <a:gd name="connsiteY6726" fmla="*/ 42862 h 6382977"/>
              <a:gd name="connsiteX6727" fmla="*/ 5664004 w 6501199"/>
              <a:gd name="connsiteY6727" fmla="*/ 36512 h 6382977"/>
              <a:gd name="connsiteX6728" fmla="*/ 5666176 w 6501199"/>
              <a:gd name="connsiteY6728" fmla="*/ 59431 h 6382977"/>
              <a:gd name="connsiteX6729" fmla="*/ 5650245 w 6501199"/>
              <a:gd name="connsiteY6729" fmla="*/ 57248 h 6382977"/>
              <a:gd name="connsiteX6730" fmla="*/ 5650245 w 6501199"/>
              <a:gd name="connsiteY6730" fmla="*/ 71073 h 6382977"/>
              <a:gd name="connsiteX6731" fmla="*/ 5664004 w 6501199"/>
              <a:gd name="connsiteY6731" fmla="*/ 36512 h 6382977"/>
              <a:gd name="connsiteX6732" fmla="*/ 5589727 w 6501199"/>
              <a:gd name="connsiteY6732" fmla="*/ 33337 h 6382977"/>
              <a:gd name="connsiteX6733" fmla="*/ 5605847 w 6501199"/>
              <a:gd name="connsiteY6733" fmla="*/ 117117 h 6382977"/>
              <a:gd name="connsiteX6734" fmla="*/ 5589727 w 6501199"/>
              <a:gd name="connsiteY6734" fmla="*/ 33337 h 6382977"/>
              <a:gd name="connsiteX6735" fmla="*/ 5217443 w 6501199"/>
              <a:gd name="connsiteY6735" fmla="*/ 31750 h 6382977"/>
              <a:gd name="connsiteX6736" fmla="*/ 5231201 w 6501199"/>
              <a:gd name="connsiteY6736" fmla="*/ 38662 h 6382977"/>
              <a:gd name="connsiteX6737" fmla="*/ 5190288 w 6501199"/>
              <a:gd name="connsiteY6737" fmla="*/ 49940 h 6382977"/>
              <a:gd name="connsiteX6738" fmla="*/ 5208391 w 6501199"/>
              <a:gd name="connsiteY6738" fmla="*/ 47757 h 6382977"/>
              <a:gd name="connsiteX6739" fmla="*/ 5206219 w 6501199"/>
              <a:gd name="connsiteY6739" fmla="*/ 36479 h 6382977"/>
              <a:gd name="connsiteX6740" fmla="*/ 5217443 w 6501199"/>
              <a:gd name="connsiteY6740" fmla="*/ 31750 h 6382977"/>
              <a:gd name="connsiteX6741" fmla="*/ 5677271 w 6501199"/>
              <a:gd name="connsiteY6741" fmla="*/ 0 h 6382977"/>
              <a:gd name="connsiteX6742" fmla="*/ 5699662 w 6501199"/>
              <a:gd name="connsiteY6742" fmla="*/ 90129 h 6382977"/>
              <a:gd name="connsiteX6743" fmla="*/ 5677271 w 6501199"/>
              <a:gd name="connsiteY6743" fmla="*/ 0 h 6382977"/>
              <a:gd name="connsiteX6744" fmla="*/ 5158538 w 6501199"/>
              <a:gd name="connsiteY6744" fmla="*/ 0 h 6382977"/>
              <a:gd name="connsiteX6745" fmla="*/ 5163094 w 6501199"/>
              <a:gd name="connsiteY6745" fmla="*/ 4281 h 6382977"/>
              <a:gd name="connsiteX6746" fmla="*/ 5185175 w 6501199"/>
              <a:gd name="connsiteY6746" fmla="*/ 31393 h 6382977"/>
              <a:gd name="connsiteX6747" fmla="*/ 5158538 w 6501199"/>
              <a:gd name="connsiteY6747" fmla="*/ 0 h 6382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 ang="0">
                <a:pos x="connsiteX2796" y="connsiteY2796"/>
              </a:cxn>
              <a:cxn ang="0">
                <a:pos x="connsiteX2797" y="connsiteY2797"/>
              </a:cxn>
              <a:cxn ang="0">
                <a:pos x="connsiteX2798" y="connsiteY2798"/>
              </a:cxn>
              <a:cxn ang="0">
                <a:pos x="connsiteX2799" y="connsiteY2799"/>
              </a:cxn>
              <a:cxn ang="0">
                <a:pos x="connsiteX2800" y="connsiteY2800"/>
              </a:cxn>
              <a:cxn ang="0">
                <a:pos x="connsiteX2801" y="connsiteY2801"/>
              </a:cxn>
              <a:cxn ang="0">
                <a:pos x="connsiteX2802" y="connsiteY2802"/>
              </a:cxn>
              <a:cxn ang="0">
                <a:pos x="connsiteX2803" y="connsiteY2803"/>
              </a:cxn>
              <a:cxn ang="0">
                <a:pos x="connsiteX2804" y="connsiteY2804"/>
              </a:cxn>
              <a:cxn ang="0">
                <a:pos x="connsiteX2805" y="connsiteY2805"/>
              </a:cxn>
              <a:cxn ang="0">
                <a:pos x="connsiteX2806" y="connsiteY2806"/>
              </a:cxn>
              <a:cxn ang="0">
                <a:pos x="connsiteX2807" y="connsiteY2807"/>
              </a:cxn>
              <a:cxn ang="0">
                <a:pos x="connsiteX2808" y="connsiteY2808"/>
              </a:cxn>
              <a:cxn ang="0">
                <a:pos x="connsiteX2809" y="connsiteY2809"/>
              </a:cxn>
              <a:cxn ang="0">
                <a:pos x="connsiteX2810" y="connsiteY2810"/>
              </a:cxn>
              <a:cxn ang="0">
                <a:pos x="connsiteX2811" y="connsiteY2811"/>
              </a:cxn>
              <a:cxn ang="0">
                <a:pos x="connsiteX2812" y="connsiteY2812"/>
              </a:cxn>
              <a:cxn ang="0">
                <a:pos x="connsiteX2813" y="connsiteY2813"/>
              </a:cxn>
              <a:cxn ang="0">
                <a:pos x="connsiteX2814" y="connsiteY2814"/>
              </a:cxn>
              <a:cxn ang="0">
                <a:pos x="connsiteX2815" y="connsiteY2815"/>
              </a:cxn>
              <a:cxn ang="0">
                <a:pos x="connsiteX2816" y="connsiteY2816"/>
              </a:cxn>
              <a:cxn ang="0">
                <a:pos x="connsiteX2817" y="connsiteY2817"/>
              </a:cxn>
              <a:cxn ang="0">
                <a:pos x="connsiteX2818" y="connsiteY2818"/>
              </a:cxn>
              <a:cxn ang="0">
                <a:pos x="connsiteX2819" y="connsiteY2819"/>
              </a:cxn>
              <a:cxn ang="0">
                <a:pos x="connsiteX2820" y="connsiteY2820"/>
              </a:cxn>
              <a:cxn ang="0">
                <a:pos x="connsiteX2821" y="connsiteY2821"/>
              </a:cxn>
              <a:cxn ang="0">
                <a:pos x="connsiteX2822" y="connsiteY2822"/>
              </a:cxn>
              <a:cxn ang="0">
                <a:pos x="connsiteX2823" y="connsiteY2823"/>
              </a:cxn>
              <a:cxn ang="0">
                <a:pos x="connsiteX2824" y="connsiteY2824"/>
              </a:cxn>
              <a:cxn ang="0">
                <a:pos x="connsiteX2825" y="connsiteY2825"/>
              </a:cxn>
              <a:cxn ang="0">
                <a:pos x="connsiteX2826" y="connsiteY2826"/>
              </a:cxn>
              <a:cxn ang="0">
                <a:pos x="connsiteX2827" y="connsiteY2827"/>
              </a:cxn>
              <a:cxn ang="0">
                <a:pos x="connsiteX2828" y="connsiteY2828"/>
              </a:cxn>
              <a:cxn ang="0">
                <a:pos x="connsiteX2829" y="connsiteY2829"/>
              </a:cxn>
              <a:cxn ang="0">
                <a:pos x="connsiteX2830" y="connsiteY2830"/>
              </a:cxn>
              <a:cxn ang="0">
                <a:pos x="connsiteX2831" y="connsiteY2831"/>
              </a:cxn>
              <a:cxn ang="0">
                <a:pos x="connsiteX2832" y="connsiteY2832"/>
              </a:cxn>
              <a:cxn ang="0">
                <a:pos x="connsiteX2833" y="connsiteY2833"/>
              </a:cxn>
              <a:cxn ang="0">
                <a:pos x="connsiteX2834" y="connsiteY2834"/>
              </a:cxn>
              <a:cxn ang="0">
                <a:pos x="connsiteX2835" y="connsiteY2835"/>
              </a:cxn>
              <a:cxn ang="0">
                <a:pos x="connsiteX2836" y="connsiteY2836"/>
              </a:cxn>
              <a:cxn ang="0">
                <a:pos x="connsiteX2837" y="connsiteY2837"/>
              </a:cxn>
              <a:cxn ang="0">
                <a:pos x="connsiteX2838" y="connsiteY2838"/>
              </a:cxn>
              <a:cxn ang="0">
                <a:pos x="connsiteX2839" y="connsiteY2839"/>
              </a:cxn>
              <a:cxn ang="0">
                <a:pos x="connsiteX2840" y="connsiteY2840"/>
              </a:cxn>
              <a:cxn ang="0">
                <a:pos x="connsiteX2841" y="connsiteY2841"/>
              </a:cxn>
              <a:cxn ang="0">
                <a:pos x="connsiteX2842" y="connsiteY2842"/>
              </a:cxn>
              <a:cxn ang="0">
                <a:pos x="connsiteX2843" y="connsiteY2843"/>
              </a:cxn>
              <a:cxn ang="0">
                <a:pos x="connsiteX2844" y="connsiteY2844"/>
              </a:cxn>
              <a:cxn ang="0">
                <a:pos x="connsiteX2845" y="connsiteY2845"/>
              </a:cxn>
              <a:cxn ang="0">
                <a:pos x="connsiteX2846" y="connsiteY2846"/>
              </a:cxn>
              <a:cxn ang="0">
                <a:pos x="connsiteX2847" y="connsiteY2847"/>
              </a:cxn>
              <a:cxn ang="0">
                <a:pos x="connsiteX2848" y="connsiteY2848"/>
              </a:cxn>
              <a:cxn ang="0">
                <a:pos x="connsiteX2849" y="connsiteY2849"/>
              </a:cxn>
              <a:cxn ang="0">
                <a:pos x="connsiteX2850" y="connsiteY2850"/>
              </a:cxn>
              <a:cxn ang="0">
                <a:pos x="connsiteX2851" y="connsiteY2851"/>
              </a:cxn>
              <a:cxn ang="0">
                <a:pos x="connsiteX2852" y="connsiteY2852"/>
              </a:cxn>
              <a:cxn ang="0">
                <a:pos x="connsiteX2853" y="connsiteY2853"/>
              </a:cxn>
              <a:cxn ang="0">
                <a:pos x="connsiteX2854" y="connsiteY2854"/>
              </a:cxn>
              <a:cxn ang="0">
                <a:pos x="connsiteX2855" y="connsiteY2855"/>
              </a:cxn>
              <a:cxn ang="0">
                <a:pos x="connsiteX2856" y="connsiteY2856"/>
              </a:cxn>
              <a:cxn ang="0">
                <a:pos x="connsiteX2857" y="connsiteY2857"/>
              </a:cxn>
              <a:cxn ang="0">
                <a:pos x="connsiteX2858" y="connsiteY2858"/>
              </a:cxn>
              <a:cxn ang="0">
                <a:pos x="connsiteX2859" y="connsiteY2859"/>
              </a:cxn>
              <a:cxn ang="0">
                <a:pos x="connsiteX2860" y="connsiteY2860"/>
              </a:cxn>
              <a:cxn ang="0">
                <a:pos x="connsiteX2861" y="connsiteY2861"/>
              </a:cxn>
              <a:cxn ang="0">
                <a:pos x="connsiteX2862" y="connsiteY2862"/>
              </a:cxn>
              <a:cxn ang="0">
                <a:pos x="connsiteX2863" y="connsiteY2863"/>
              </a:cxn>
              <a:cxn ang="0">
                <a:pos x="connsiteX2864" y="connsiteY2864"/>
              </a:cxn>
              <a:cxn ang="0">
                <a:pos x="connsiteX2865" y="connsiteY2865"/>
              </a:cxn>
              <a:cxn ang="0">
                <a:pos x="connsiteX2866" y="connsiteY2866"/>
              </a:cxn>
              <a:cxn ang="0">
                <a:pos x="connsiteX2867" y="connsiteY2867"/>
              </a:cxn>
              <a:cxn ang="0">
                <a:pos x="connsiteX2868" y="connsiteY2868"/>
              </a:cxn>
              <a:cxn ang="0">
                <a:pos x="connsiteX2869" y="connsiteY2869"/>
              </a:cxn>
              <a:cxn ang="0">
                <a:pos x="connsiteX2870" y="connsiteY2870"/>
              </a:cxn>
              <a:cxn ang="0">
                <a:pos x="connsiteX2871" y="connsiteY2871"/>
              </a:cxn>
              <a:cxn ang="0">
                <a:pos x="connsiteX2872" y="connsiteY2872"/>
              </a:cxn>
              <a:cxn ang="0">
                <a:pos x="connsiteX2873" y="connsiteY2873"/>
              </a:cxn>
              <a:cxn ang="0">
                <a:pos x="connsiteX2874" y="connsiteY2874"/>
              </a:cxn>
              <a:cxn ang="0">
                <a:pos x="connsiteX2875" y="connsiteY2875"/>
              </a:cxn>
              <a:cxn ang="0">
                <a:pos x="connsiteX2876" y="connsiteY2876"/>
              </a:cxn>
              <a:cxn ang="0">
                <a:pos x="connsiteX2877" y="connsiteY2877"/>
              </a:cxn>
              <a:cxn ang="0">
                <a:pos x="connsiteX2878" y="connsiteY2878"/>
              </a:cxn>
              <a:cxn ang="0">
                <a:pos x="connsiteX2879" y="connsiteY2879"/>
              </a:cxn>
              <a:cxn ang="0">
                <a:pos x="connsiteX2880" y="connsiteY2880"/>
              </a:cxn>
              <a:cxn ang="0">
                <a:pos x="connsiteX2881" y="connsiteY2881"/>
              </a:cxn>
              <a:cxn ang="0">
                <a:pos x="connsiteX2882" y="connsiteY2882"/>
              </a:cxn>
              <a:cxn ang="0">
                <a:pos x="connsiteX2883" y="connsiteY2883"/>
              </a:cxn>
              <a:cxn ang="0">
                <a:pos x="connsiteX2884" y="connsiteY2884"/>
              </a:cxn>
              <a:cxn ang="0">
                <a:pos x="connsiteX2885" y="connsiteY2885"/>
              </a:cxn>
              <a:cxn ang="0">
                <a:pos x="connsiteX2886" y="connsiteY2886"/>
              </a:cxn>
              <a:cxn ang="0">
                <a:pos x="connsiteX2887" y="connsiteY2887"/>
              </a:cxn>
              <a:cxn ang="0">
                <a:pos x="connsiteX2888" y="connsiteY2888"/>
              </a:cxn>
              <a:cxn ang="0">
                <a:pos x="connsiteX2889" y="connsiteY2889"/>
              </a:cxn>
              <a:cxn ang="0">
                <a:pos x="connsiteX2890" y="connsiteY2890"/>
              </a:cxn>
              <a:cxn ang="0">
                <a:pos x="connsiteX2891" y="connsiteY2891"/>
              </a:cxn>
              <a:cxn ang="0">
                <a:pos x="connsiteX2892" y="connsiteY2892"/>
              </a:cxn>
              <a:cxn ang="0">
                <a:pos x="connsiteX2893" y="connsiteY2893"/>
              </a:cxn>
              <a:cxn ang="0">
                <a:pos x="connsiteX2894" y="connsiteY2894"/>
              </a:cxn>
              <a:cxn ang="0">
                <a:pos x="connsiteX2895" y="connsiteY2895"/>
              </a:cxn>
              <a:cxn ang="0">
                <a:pos x="connsiteX2896" y="connsiteY2896"/>
              </a:cxn>
              <a:cxn ang="0">
                <a:pos x="connsiteX2897" y="connsiteY2897"/>
              </a:cxn>
              <a:cxn ang="0">
                <a:pos x="connsiteX2898" y="connsiteY2898"/>
              </a:cxn>
              <a:cxn ang="0">
                <a:pos x="connsiteX2899" y="connsiteY2899"/>
              </a:cxn>
              <a:cxn ang="0">
                <a:pos x="connsiteX2900" y="connsiteY2900"/>
              </a:cxn>
              <a:cxn ang="0">
                <a:pos x="connsiteX2901" y="connsiteY2901"/>
              </a:cxn>
              <a:cxn ang="0">
                <a:pos x="connsiteX2902" y="connsiteY2902"/>
              </a:cxn>
              <a:cxn ang="0">
                <a:pos x="connsiteX2903" y="connsiteY2903"/>
              </a:cxn>
              <a:cxn ang="0">
                <a:pos x="connsiteX2904" y="connsiteY2904"/>
              </a:cxn>
              <a:cxn ang="0">
                <a:pos x="connsiteX2905" y="connsiteY2905"/>
              </a:cxn>
              <a:cxn ang="0">
                <a:pos x="connsiteX2906" y="connsiteY2906"/>
              </a:cxn>
              <a:cxn ang="0">
                <a:pos x="connsiteX2907" y="connsiteY2907"/>
              </a:cxn>
              <a:cxn ang="0">
                <a:pos x="connsiteX2908" y="connsiteY2908"/>
              </a:cxn>
              <a:cxn ang="0">
                <a:pos x="connsiteX2909" y="connsiteY2909"/>
              </a:cxn>
              <a:cxn ang="0">
                <a:pos x="connsiteX2910" y="connsiteY2910"/>
              </a:cxn>
              <a:cxn ang="0">
                <a:pos x="connsiteX2911" y="connsiteY2911"/>
              </a:cxn>
              <a:cxn ang="0">
                <a:pos x="connsiteX2912" y="connsiteY2912"/>
              </a:cxn>
              <a:cxn ang="0">
                <a:pos x="connsiteX2913" y="connsiteY2913"/>
              </a:cxn>
              <a:cxn ang="0">
                <a:pos x="connsiteX2914" y="connsiteY2914"/>
              </a:cxn>
              <a:cxn ang="0">
                <a:pos x="connsiteX2915" y="connsiteY2915"/>
              </a:cxn>
              <a:cxn ang="0">
                <a:pos x="connsiteX2916" y="connsiteY2916"/>
              </a:cxn>
              <a:cxn ang="0">
                <a:pos x="connsiteX2917" y="connsiteY2917"/>
              </a:cxn>
              <a:cxn ang="0">
                <a:pos x="connsiteX2918" y="connsiteY2918"/>
              </a:cxn>
              <a:cxn ang="0">
                <a:pos x="connsiteX2919" y="connsiteY2919"/>
              </a:cxn>
              <a:cxn ang="0">
                <a:pos x="connsiteX2920" y="connsiteY2920"/>
              </a:cxn>
              <a:cxn ang="0">
                <a:pos x="connsiteX2921" y="connsiteY2921"/>
              </a:cxn>
              <a:cxn ang="0">
                <a:pos x="connsiteX2922" y="connsiteY2922"/>
              </a:cxn>
              <a:cxn ang="0">
                <a:pos x="connsiteX2923" y="connsiteY2923"/>
              </a:cxn>
              <a:cxn ang="0">
                <a:pos x="connsiteX2924" y="connsiteY2924"/>
              </a:cxn>
              <a:cxn ang="0">
                <a:pos x="connsiteX2925" y="connsiteY2925"/>
              </a:cxn>
              <a:cxn ang="0">
                <a:pos x="connsiteX2926" y="connsiteY2926"/>
              </a:cxn>
              <a:cxn ang="0">
                <a:pos x="connsiteX2927" y="connsiteY2927"/>
              </a:cxn>
              <a:cxn ang="0">
                <a:pos x="connsiteX2928" y="connsiteY2928"/>
              </a:cxn>
              <a:cxn ang="0">
                <a:pos x="connsiteX2929" y="connsiteY2929"/>
              </a:cxn>
              <a:cxn ang="0">
                <a:pos x="connsiteX2930" y="connsiteY2930"/>
              </a:cxn>
              <a:cxn ang="0">
                <a:pos x="connsiteX2931" y="connsiteY2931"/>
              </a:cxn>
              <a:cxn ang="0">
                <a:pos x="connsiteX2932" y="connsiteY2932"/>
              </a:cxn>
              <a:cxn ang="0">
                <a:pos x="connsiteX2933" y="connsiteY2933"/>
              </a:cxn>
              <a:cxn ang="0">
                <a:pos x="connsiteX2934" y="connsiteY2934"/>
              </a:cxn>
              <a:cxn ang="0">
                <a:pos x="connsiteX2935" y="connsiteY2935"/>
              </a:cxn>
              <a:cxn ang="0">
                <a:pos x="connsiteX2936" y="connsiteY2936"/>
              </a:cxn>
              <a:cxn ang="0">
                <a:pos x="connsiteX2937" y="connsiteY2937"/>
              </a:cxn>
              <a:cxn ang="0">
                <a:pos x="connsiteX2938" y="connsiteY2938"/>
              </a:cxn>
              <a:cxn ang="0">
                <a:pos x="connsiteX2939" y="connsiteY2939"/>
              </a:cxn>
              <a:cxn ang="0">
                <a:pos x="connsiteX2940" y="connsiteY2940"/>
              </a:cxn>
              <a:cxn ang="0">
                <a:pos x="connsiteX2941" y="connsiteY2941"/>
              </a:cxn>
              <a:cxn ang="0">
                <a:pos x="connsiteX2942" y="connsiteY2942"/>
              </a:cxn>
              <a:cxn ang="0">
                <a:pos x="connsiteX2943" y="connsiteY2943"/>
              </a:cxn>
              <a:cxn ang="0">
                <a:pos x="connsiteX2944" y="connsiteY2944"/>
              </a:cxn>
              <a:cxn ang="0">
                <a:pos x="connsiteX2945" y="connsiteY2945"/>
              </a:cxn>
              <a:cxn ang="0">
                <a:pos x="connsiteX2946" y="connsiteY2946"/>
              </a:cxn>
              <a:cxn ang="0">
                <a:pos x="connsiteX2947" y="connsiteY2947"/>
              </a:cxn>
              <a:cxn ang="0">
                <a:pos x="connsiteX2948" y="connsiteY2948"/>
              </a:cxn>
              <a:cxn ang="0">
                <a:pos x="connsiteX2949" y="connsiteY2949"/>
              </a:cxn>
              <a:cxn ang="0">
                <a:pos x="connsiteX2950" y="connsiteY2950"/>
              </a:cxn>
              <a:cxn ang="0">
                <a:pos x="connsiteX2951" y="connsiteY2951"/>
              </a:cxn>
              <a:cxn ang="0">
                <a:pos x="connsiteX2952" y="connsiteY2952"/>
              </a:cxn>
              <a:cxn ang="0">
                <a:pos x="connsiteX2953" y="connsiteY2953"/>
              </a:cxn>
              <a:cxn ang="0">
                <a:pos x="connsiteX2954" y="connsiteY2954"/>
              </a:cxn>
              <a:cxn ang="0">
                <a:pos x="connsiteX2955" y="connsiteY2955"/>
              </a:cxn>
              <a:cxn ang="0">
                <a:pos x="connsiteX2956" y="connsiteY2956"/>
              </a:cxn>
              <a:cxn ang="0">
                <a:pos x="connsiteX2957" y="connsiteY2957"/>
              </a:cxn>
              <a:cxn ang="0">
                <a:pos x="connsiteX2958" y="connsiteY2958"/>
              </a:cxn>
              <a:cxn ang="0">
                <a:pos x="connsiteX2959" y="connsiteY2959"/>
              </a:cxn>
              <a:cxn ang="0">
                <a:pos x="connsiteX2960" y="connsiteY2960"/>
              </a:cxn>
              <a:cxn ang="0">
                <a:pos x="connsiteX2961" y="connsiteY2961"/>
              </a:cxn>
              <a:cxn ang="0">
                <a:pos x="connsiteX2962" y="connsiteY2962"/>
              </a:cxn>
              <a:cxn ang="0">
                <a:pos x="connsiteX2963" y="connsiteY2963"/>
              </a:cxn>
              <a:cxn ang="0">
                <a:pos x="connsiteX2964" y="connsiteY2964"/>
              </a:cxn>
              <a:cxn ang="0">
                <a:pos x="connsiteX2965" y="connsiteY2965"/>
              </a:cxn>
              <a:cxn ang="0">
                <a:pos x="connsiteX2966" y="connsiteY2966"/>
              </a:cxn>
              <a:cxn ang="0">
                <a:pos x="connsiteX2967" y="connsiteY2967"/>
              </a:cxn>
              <a:cxn ang="0">
                <a:pos x="connsiteX2968" y="connsiteY2968"/>
              </a:cxn>
              <a:cxn ang="0">
                <a:pos x="connsiteX2969" y="connsiteY2969"/>
              </a:cxn>
              <a:cxn ang="0">
                <a:pos x="connsiteX2970" y="connsiteY2970"/>
              </a:cxn>
              <a:cxn ang="0">
                <a:pos x="connsiteX2971" y="connsiteY2971"/>
              </a:cxn>
              <a:cxn ang="0">
                <a:pos x="connsiteX2972" y="connsiteY2972"/>
              </a:cxn>
              <a:cxn ang="0">
                <a:pos x="connsiteX2973" y="connsiteY2973"/>
              </a:cxn>
              <a:cxn ang="0">
                <a:pos x="connsiteX2974" y="connsiteY2974"/>
              </a:cxn>
              <a:cxn ang="0">
                <a:pos x="connsiteX2975" y="connsiteY2975"/>
              </a:cxn>
              <a:cxn ang="0">
                <a:pos x="connsiteX2976" y="connsiteY2976"/>
              </a:cxn>
              <a:cxn ang="0">
                <a:pos x="connsiteX2977" y="connsiteY2977"/>
              </a:cxn>
              <a:cxn ang="0">
                <a:pos x="connsiteX2978" y="connsiteY2978"/>
              </a:cxn>
              <a:cxn ang="0">
                <a:pos x="connsiteX2979" y="connsiteY2979"/>
              </a:cxn>
              <a:cxn ang="0">
                <a:pos x="connsiteX2980" y="connsiteY2980"/>
              </a:cxn>
              <a:cxn ang="0">
                <a:pos x="connsiteX2981" y="connsiteY2981"/>
              </a:cxn>
              <a:cxn ang="0">
                <a:pos x="connsiteX2982" y="connsiteY2982"/>
              </a:cxn>
              <a:cxn ang="0">
                <a:pos x="connsiteX2983" y="connsiteY2983"/>
              </a:cxn>
              <a:cxn ang="0">
                <a:pos x="connsiteX2984" y="connsiteY2984"/>
              </a:cxn>
              <a:cxn ang="0">
                <a:pos x="connsiteX2985" y="connsiteY2985"/>
              </a:cxn>
              <a:cxn ang="0">
                <a:pos x="connsiteX2986" y="connsiteY2986"/>
              </a:cxn>
              <a:cxn ang="0">
                <a:pos x="connsiteX2987" y="connsiteY2987"/>
              </a:cxn>
              <a:cxn ang="0">
                <a:pos x="connsiteX2988" y="connsiteY2988"/>
              </a:cxn>
              <a:cxn ang="0">
                <a:pos x="connsiteX2989" y="connsiteY2989"/>
              </a:cxn>
              <a:cxn ang="0">
                <a:pos x="connsiteX2990" y="connsiteY2990"/>
              </a:cxn>
              <a:cxn ang="0">
                <a:pos x="connsiteX2991" y="connsiteY2991"/>
              </a:cxn>
              <a:cxn ang="0">
                <a:pos x="connsiteX2992" y="connsiteY2992"/>
              </a:cxn>
              <a:cxn ang="0">
                <a:pos x="connsiteX2993" y="connsiteY2993"/>
              </a:cxn>
              <a:cxn ang="0">
                <a:pos x="connsiteX2994" y="connsiteY2994"/>
              </a:cxn>
              <a:cxn ang="0">
                <a:pos x="connsiteX2995" y="connsiteY2995"/>
              </a:cxn>
              <a:cxn ang="0">
                <a:pos x="connsiteX2996" y="connsiteY2996"/>
              </a:cxn>
              <a:cxn ang="0">
                <a:pos x="connsiteX2997" y="connsiteY2997"/>
              </a:cxn>
              <a:cxn ang="0">
                <a:pos x="connsiteX2998" y="connsiteY2998"/>
              </a:cxn>
              <a:cxn ang="0">
                <a:pos x="connsiteX2999" y="connsiteY2999"/>
              </a:cxn>
              <a:cxn ang="0">
                <a:pos x="connsiteX3000" y="connsiteY3000"/>
              </a:cxn>
              <a:cxn ang="0">
                <a:pos x="connsiteX3001" y="connsiteY3001"/>
              </a:cxn>
              <a:cxn ang="0">
                <a:pos x="connsiteX3002" y="connsiteY3002"/>
              </a:cxn>
              <a:cxn ang="0">
                <a:pos x="connsiteX3003" y="connsiteY3003"/>
              </a:cxn>
              <a:cxn ang="0">
                <a:pos x="connsiteX3004" y="connsiteY3004"/>
              </a:cxn>
              <a:cxn ang="0">
                <a:pos x="connsiteX3005" y="connsiteY3005"/>
              </a:cxn>
              <a:cxn ang="0">
                <a:pos x="connsiteX3006" y="connsiteY3006"/>
              </a:cxn>
              <a:cxn ang="0">
                <a:pos x="connsiteX3007" y="connsiteY3007"/>
              </a:cxn>
              <a:cxn ang="0">
                <a:pos x="connsiteX3008" y="connsiteY3008"/>
              </a:cxn>
              <a:cxn ang="0">
                <a:pos x="connsiteX3009" y="connsiteY3009"/>
              </a:cxn>
              <a:cxn ang="0">
                <a:pos x="connsiteX3010" y="connsiteY3010"/>
              </a:cxn>
              <a:cxn ang="0">
                <a:pos x="connsiteX3011" y="connsiteY3011"/>
              </a:cxn>
              <a:cxn ang="0">
                <a:pos x="connsiteX3012" y="connsiteY3012"/>
              </a:cxn>
              <a:cxn ang="0">
                <a:pos x="connsiteX3013" y="connsiteY3013"/>
              </a:cxn>
              <a:cxn ang="0">
                <a:pos x="connsiteX3014" y="connsiteY3014"/>
              </a:cxn>
              <a:cxn ang="0">
                <a:pos x="connsiteX3015" y="connsiteY3015"/>
              </a:cxn>
              <a:cxn ang="0">
                <a:pos x="connsiteX3016" y="connsiteY3016"/>
              </a:cxn>
              <a:cxn ang="0">
                <a:pos x="connsiteX3017" y="connsiteY3017"/>
              </a:cxn>
              <a:cxn ang="0">
                <a:pos x="connsiteX3018" y="connsiteY3018"/>
              </a:cxn>
              <a:cxn ang="0">
                <a:pos x="connsiteX3019" y="connsiteY3019"/>
              </a:cxn>
              <a:cxn ang="0">
                <a:pos x="connsiteX3020" y="connsiteY3020"/>
              </a:cxn>
              <a:cxn ang="0">
                <a:pos x="connsiteX3021" y="connsiteY3021"/>
              </a:cxn>
              <a:cxn ang="0">
                <a:pos x="connsiteX3022" y="connsiteY3022"/>
              </a:cxn>
              <a:cxn ang="0">
                <a:pos x="connsiteX3023" y="connsiteY3023"/>
              </a:cxn>
              <a:cxn ang="0">
                <a:pos x="connsiteX3024" y="connsiteY3024"/>
              </a:cxn>
              <a:cxn ang="0">
                <a:pos x="connsiteX3025" y="connsiteY3025"/>
              </a:cxn>
              <a:cxn ang="0">
                <a:pos x="connsiteX3026" y="connsiteY3026"/>
              </a:cxn>
              <a:cxn ang="0">
                <a:pos x="connsiteX3027" y="connsiteY3027"/>
              </a:cxn>
              <a:cxn ang="0">
                <a:pos x="connsiteX3028" y="connsiteY3028"/>
              </a:cxn>
              <a:cxn ang="0">
                <a:pos x="connsiteX3029" y="connsiteY3029"/>
              </a:cxn>
              <a:cxn ang="0">
                <a:pos x="connsiteX3030" y="connsiteY3030"/>
              </a:cxn>
              <a:cxn ang="0">
                <a:pos x="connsiteX3031" y="connsiteY3031"/>
              </a:cxn>
              <a:cxn ang="0">
                <a:pos x="connsiteX3032" y="connsiteY3032"/>
              </a:cxn>
              <a:cxn ang="0">
                <a:pos x="connsiteX3033" y="connsiteY3033"/>
              </a:cxn>
              <a:cxn ang="0">
                <a:pos x="connsiteX3034" y="connsiteY3034"/>
              </a:cxn>
              <a:cxn ang="0">
                <a:pos x="connsiteX3035" y="connsiteY3035"/>
              </a:cxn>
              <a:cxn ang="0">
                <a:pos x="connsiteX3036" y="connsiteY3036"/>
              </a:cxn>
              <a:cxn ang="0">
                <a:pos x="connsiteX3037" y="connsiteY3037"/>
              </a:cxn>
              <a:cxn ang="0">
                <a:pos x="connsiteX3038" y="connsiteY3038"/>
              </a:cxn>
              <a:cxn ang="0">
                <a:pos x="connsiteX3039" y="connsiteY3039"/>
              </a:cxn>
              <a:cxn ang="0">
                <a:pos x="connsiteX3040" y="connsiteY3040"/>
              </a:cxn>
              <a:cxn ang="0">
                <a:pos x="connsiteX3041" y="connsiteY3041"/>
              </a:cxn>
              <a:cxn ang="0">
                <a:pos x="connsiteX3042" y="connsiteY3042"/>
              </a:cxn>
              <a:cxn ang="0">
                <a:pos x="connsiteX3043" y="connsiteY3043"/>
              </a:cxn>
              <a:cxn ang="0">
                <a:pos x="connsiteX3044" y="connsiteY3044"/>
              </a:cxn>
              <a:cxn ang="0">
                <a:pos x="connsiteX3045" y="connsiteY3045"/>
              </a:cxn>
              <a:cxn ang="0">
                <a:pos x="connsiteX3046" y="connsiteY3046"/>
              </a:cxn>
              <a:cxn ang="0">
                <a:pos x="connsiteX3047" y="connsiteY3047"/>
              </a:cxn>
              <a:cxn ang="0">
                <a:pos x="connsiteX3048" y="connsiteY3048"/>
              </a:cxn>
              <a:cxn ang="0">
                <a:pos x="connsiteX3049" y="connsiteY3049"/>
              </a:cxn>
              <a:cxn ang="0">
                <a:pos x="connsiteX3050" y="connsiteY3050"/>
              </a:cxn>
              <a:cxn ang="0">
                <a:pos x="connsiteX3051" y="connsiteY3051"/>
              </a:cxn>
              <a:cxn ang="0">
                <a:pos x="connsiteX3052" y="connsiteY3052"/>
              </a:cxn>
              <a:cxn ang="0">
                <a:pos x="connsiteX3053" y="connsiteY3053"/>
              </a:cxn>
              <a:cxn ang="0">
                <a:pos x="connsiteX3054" y="connsiteY3054"/>
              </a:cxn>
              <a:cxn ang="0">
                <a:pos x="connsiteX3055" y="connsiteY3055"/>
              </a:cxn>
              <a:cxn ang="0">
                <a:pos x="connsiteX3056" y="connsiteY3056"/>
              </a:cxn>
              <a:cxn ang="0">
                <a:pos x="connsiteX3057" y="connsiteY3057"/>
              </a:cxn>
              <a:cxn ang="0">
                <a:pos x="connsiteX3058" y="connsiteY3058"/>
              </a:cxn>
              <a:cxn ang="0">
                <a:pos x="connsiteX3059" y="connsiteY3059"/>
              </a:cxn>
              <a:cxn ang="0">
                <a:pos x="connsiteX3060" y="connsiteY3060"/>
              </a:cxn>
              <a:cxn ang="0">
                <a:pos x="connsiteX3061" y="connsiteY3061"/>
              </a:cxn>
              <a:cxn ang="0">
                <a:pos x="connsiteX3062" y="connsiteY3062"/>
              </a:cxn>
              <a:cxn ang="0">
                <a:pos x="connsiteX3063" y="connsiteY3063"/>
              </a:cxn>
              <a:cxn ang="0">
                <a:pos x="connsiteX3064" y="connsiteY3064"/>
              </a:cxn>
              <a:cxn ang="0">
                <a:pos x="connsiteX3065" y="connsiteY3065"/>
              </a:cxn>
              <a:cxn ang="0">
                <a:pos x="connsiteX3066" y="connsiteY3066"/>
              </a:cxn>
              <a:cxn ang="0">
                <a:pos x="connsiteX3067" y="connsiteY3067"/>
              </a:cxn>
              <a:cxn ang="0">
                <a:pos x="connsiteX3068" y="connsiteY3068"/>
              </a:cxn>
              <a:cxn ang="0">
                <a:pos x="connsiteX3069" y="connsiteY3069"/>
              </a:cxn>
              <a:cxn ang="0">
                <a:pos x="connsiteX3070" y="connsiteY3070"/>
              </a:cxn>
              <a:cxn ang="0">
                <a:pos x="connsiteX3071" y="connsiteY3071"/>
              </a:cxn>
              <a:cxn ang="0">
                <a:pos x="connsiteX3072" y="connsiteY3072"/>
              </a:cxn>
              <a:cxn ang="0">
                <a:pos x="connsiteX3073" y="connsiteY3073"/>
              </a:cxn>
              <a:cxn ang="0">
                <a:pos x="connsiteX3074" y="connsiteY3074"/>
              </a:cxn>
              <a:cxn ang="0">
                <a:pos x="connsiteX3075" y="connsiteY3075"/>
              </a:cxn>
              <a:cxn ang="0">
                <a:pos x="connsiteX3076" y="connsiteY3076"/>
              </a:cxn>
              <a:cxn ang="0">
                <a:pos x="connsiteX3077" y="connsiteY3077"/>
              </a:cxn>
              <a:cxn ang="0">
                <a:pos x="connsiteX3078" y="connsiteY3078"/>
              </a:cxn>
              <a:cxn ang="0">
                <a:pos x="connsiteX3079" y="connsiteY3079"/>
              </a:cxn>
              <a:cxn ang="0">
                <a:pos x="connsiteX3080" y="connsiteY3080"/>
              </a:cxn>
              <a:cxn ang="0">
                <a:pos x="connsiteX3081" y="connsiteY3081"/>
              </a:cxn>
              <a:cxn ang="0">
                <a:pos x="connsiteX3082" y="connsiteY3082"/>
              </a:cxn>
              <a:cxn ang="0">
                <a:pos x="connsiteX3083" y="connsiteY3083"/>
              </a:cxn>
              <a:cxn ang="0">
                <a:pos x="connsiteX3084" y="connsiteY3084"/>
              </a:cxn>
              <a:cxn ang="0">
                <a:pos x="connsiteX3085" y="connsiteY3085"/>
              </a:cxn>
              <a:cxn ang="0">
                <a:pos x="connsiteX3086" y="connsiteY3086"/>
              </a:cxn>
              <a:cxn ang="0">
                <a:pos x="connsiteX3087" y="connsiteY3087"/>
              </a:cxn>
              <a:cxn ang="0">
                <a:pos x="connsiteX3088" y="connsiteY3088"/>
              </a:cxn>
              <a:cxn ang="0">
                <a:pos x="connsiteX3089" y="connsiteY3089"/>
              </a:cxn>
              <a:cxn ang="0">
                <a:pos x="connsiteX3090" y="connsiteY3090"/>
              </a:cxn>
              <a:cxn ang="0">
                <a:pos x="connsiteX3091" y="connsiteY3091"/>
              </a:cxn>
              <a:cxn ang="0">
                <a:pos x="connsiteX3092" y="connsiteY3092"/>
              </a:cxn>
              <a:cxn ang="0">
                <a:pos x="connsiteX3093" y="connsiteY3093"/>
              </a:cxn>
              <a:cxn ang="0">
                <a:pos x="connsiteX3094" y="connsiteY3094"/>
              </a:cxn>
              <a:cxn ang="0">
                <a:pos x="connsiteX3095" y="connsiteY3095"/>
              </a:cxn>
              <a:cxn ang="0">
                <a:pos x="connsiteX3096" y="connsiteY3096"/>
              </a:cxn>
              <a:cxn ang="0">
                <a:pos x="connsiteX3097" y="connsiteY3097"/>
              </a:cxn>
              <a:cxn ang="0">
                <a:pos x="connsiteX3098" y="connsiteY3098"/>
              </a:cxn>
              <a:cxn ang="0">
                <a:pos x="connsiteX3099" y="connsiteY3099"/>
              </a:cxn>
              <a:cxn ang="0">
                <a:pos x="connsiteX3100" y="connsiteY3100"/>
              </a:cxn>
              <a:cxn ang="0">
                <a:pos x="connsiteX3101" y="connsiteY3101"/>
              </a:cxn>
              <a:cxn ang="0">
                <a:pos x="connsiteX3102" y="connsiteY3102"/>
              </a:cxn>
              <a:cxn ang="0">
                <a:pos x="connsiteX3103" y="connsiteY3103"/>
              </a:cxn>
              <a:cxn ang="0">
                <a:pos x="connsiteX3104" y="connsiteY3104"/>
              </a:cxn>
              <a:cxn ang="0">
                <a:pos x="connsiteX3105" y="connsiteY3105"/>
              </a:cxn>
              <a:cxn ang="0">
                <a:pos x="connsiteX3106" y="connsiteY3106"/>
              </a:cxn>
              <a:cxn ang="0">
                <a:pos x="connsiteX3107" y="connsiteY3107"/>
              </a:cxn>
              <a:cxn ang="0">
                <a:pos x="connsiteX3108" y="connsiteY3108"/>
              </a:cxn>
              <a:cxn ang="0">
                <a:pos x="connsiteX3109" y="connsiteY3109"/>
              </a:cxn>
              <a:cxn ang="0">
                <a:pos x="connsiteX3110" y="connsiteY3110"/>
              </a:cxn>
              <a:cxn ang="0">
                <a:pos x="connsiteX3111" y="connsiteY3111"/>
              </a:cxn>
              <a:cxn ang="0">
                <a:pos x="connsiteX3112" y="connsiteY3112"/>
              </a:cxn>
              <a:cxn ang="0">
                <a:pos x="connsiteX3113" y="connsiteY3113"/>
              </a:cxn>
              <a:cxn ang="0">
                <a:pos x="connsiteX3114" y="connsiteY3114"/>
              </a:cxn>
              <a:cxn ang="0">
                <a:pos x="connsiteX3115" y="connsiteY3115"/>
              </a:cxn>
              <a:cxn ang="0">
                <a:pos x="connsiteX3116" y="connsiteY3116"/>
              </a:cxn>
              <a:cxn ang="0">
                <a:pos x="connsiteX3117" y="connsiteY3117"/>
              </a:cxn>
              <a:cxn ang="0">
                <a:pos x="connsiteX3118" y="connsiteY3118"/>
              </a:cxn>
              <a:cxn ang="0">
                <a:pos x="connsiteX3119" y="connsiteY3119"/>
              </a:cxn>
              <a:cxn ang="0">
                <a:pos x="connsiteX3120" y="connsiteY3120"/>
              </a:cxn>
              <a:cxn ang="0">
                <a:pos x="connsiteX3121" y="connsiteY3121"/>
              </a:cxn>
              <a:cxn ang="0">
                <a:pos x="connsiteX3122" y="connsiteY3122"/>
              </a:cxn>
              <a:cxn ang="0">
                <a:pos x="connsiteX3123" y="connsiteY3123"/>
              </a:cxn>
              <a:cxn ang="0">
                <a:pos x="connsiteX3124" y="connsiteY3124"/>
              </a:cxn>
              <a:cxn ang="0">
                <a:pos x="connsiteX3125" y="connsiteY3125"/>
              </a:cxn>
              <a:cxn ang="0">
                <a:pos x="connsiteX3126" y="connsiteY3126"/>
              </a:cxn>
              <a:cxn ang="0">
                <a:pos x="connsiteX3127" y="connsiteY3127"/>
              </a:cxn>
              <a:cxn ang="0">
                <a:pos x="connsiteX3128" y="connsiteY3128"/>
              </a:cxn>
              <a:cxn ang="0">
                <a:pos x="connsiteX3129" y="connsiteY3129"/>
              </a:cxn>
              <a:cxn ang="0">
                <a:pos x="connsiteX3130" y="connsiteY3130"/>
              </a:cxn>
              <a:cxn ang="0">
                <a:pos x="connsiteX3131" y="connsiteY3131"/>
              </a:cxn>
              <a:cxn ang="0">
                <a:pos x="connsiteX3132" y="connsiteY3132"/>
              </a:cxn>
              <a:cxn ang="0">
                <a:pos x="connsiteX3133" y="connsiteY3133"/>
              </a:cxn>
              <a:cxn ang="0">
                <a:pos x="connsiteX3134" y="connsiteY3134"/>
              </a:cxn>
              <a:cxn ang="0">
                <a:pos x="connsiteX3135" y="connsiteY3135"/>
              </a:cxn>
              <a:cxn ang="0">
                <a:pos x="connsiteX3136" y="connsiteY3136"/>
              </a:cxn>
              <a:cxn ang="0">
                <a:pos x="connsiteX3137" y="connsiteY3137"/>
              </a:cxn>
              <a:cxn ang="0">
                <a:pos x="connsiteX3138" y="connsiteY3138"/>
              </a:cxn>
              <a:cxn ang="0">
                <a:pos x="connsiteX3139" y="connsiteY3139"/>
              </a:cxn>
              <a:cxn ang="0">
                <a:pos x="connsiteX3140" y="connsiteY3140"/>
              </a:cxn>
              <a:cxn ang="0">
                <a:pos x="connsiteX3141" y="connsiteY3141"/>
              </a:cxn>
              <a:cxn ang="0">
                <a:pos x="connsiteX3142" y="connsiteY3142"/>
              </a:cxn>
              <a:cxn ang="0">
                <a:pos x="connsiteX3143" y="connsiteY3143"/>
              </a:cxn>
              <a:cxn ang="0">
                <a:pos x="connsiteX3144" y="connsiteY3144"/>
              </a:cxn>
              <a:cxn ang="0">
                <a:pos x="connsiteX3145" y="connsiteY3145"/>
              </a:cxn>
              <a:cxn ang="0">
                <a:pos x="connsiteX3146" y="connsiteY3146"/>
              </a:cxn>
              <a:cxn ang="0">
                <a:pos x="connsiteX3147" y="connsiteY3147"/>
              </a:cxn>
              <a:cxn ang="0">
                <a:pos x="connsiteX3148" y="connsiteY3148"/>
              </a:cxn>
              <a:cxn ang="0">
                <a:pos x="connsiteX3149" y="connsiteY3149"/>
              </a:cxn>
              <a:cxn ang="0">
                <a:pos x="connsiteX3150" y="connsiteY3150"/>
              </a:cxn>
              <a:cxn ang="0">
                <a:pos x="connsiteX3151" y="connsiteY3151"/>
              </a:cxn>
              <a:cxn ang="0">
                <a:pos x="connsiteX3152" y="connsiteY3152"/>
              </a:cxn>
              <a:cxn ang="0">
                <a:pos x="connsiteX3153" y="connsiteY3153"/>
              </a:cxn>
              <a:cxn ang="0">
                <a:pos x="connsiteX3154" y="connsiteY3154"/>
              </a:cxn>
              <a:cxn ang="0">
                <a:pos x="connsiteX3155" y="connsiteY3155"/>
              </a:cxn>
              <a:cxn ang="0">
                <a:pos x="connsiteX3156" y="connsiteY3156"/>
              </a:cxn>
              <a:cxn ang="0">
                <a:pos x="connsiteX3157" y="connsiteY3157"/>
              </a:cxn>
              <a:cxn ang="0">
                <a:pos x="connsiteX3158" y="connsiteY3158"/>
              </a:cxn>
              <a:cxn ang="0">
                <a:pos x="connsiteX3159" y="connsiteY3159"/>
              </a:cxn>
              <a:cxn ang="0">
                <a:pos x="connsiteX3160" y="connsiteY3160"/>
              </a:cxn>
              <a:cxn ang="0">
                <a:pos x="connsiteX3161" y="connsiteY3161"/>
              </a:cxn>
              <a:cxn ang="0">
                <a:pos x="connsiteX3162" y="connsiteY3162"/>
              </a:cxn>
              <a:cxn ang="0">
                <a:pos x="connsiteX3163" y="connsiteY3163"/>
              </a:cxn>
              <a:cxn ang="0">
                <a:pos x="connsiteX3164" y="connsiteY3164"/>
              </a:cxn>
              <a:cxn ang="0">
                <a:pos x="connsiteX3165" y="connsiteY3165"/>
              </a:cxn>
              <a:cxn ang="0">
                <a:pos x="connsiteX3166" y="connsiteY3166"/>
              </a:cxn>
              <a:cxn ang="0">
                <a:pos x="connsiteX3167" y="connsiteY3167"/>
              </a:cxn>
              <a:cxn ang="0">
                <a:pos x="connsiteX3168" y="connsiteY3168"/>
              </a:cxn>
              <a:cxn ang="0">
                <a:pos x="connsiteX3169" y="connsiteY3169"/>
              </a:cxn>
              <a:cxn ang="0">
                <a:pos x="connsiteX3170" y="connsiteY3170"/>
              </a:cxn>
              <a:cxn ang="0">
                <a:pos x="connsiteX3171" y="connsiteY3171"/>
              </a:cxn>
              <a:cxn ang="0">
                <a:pos x="connsiteX3172" y="connsiteY3172"/>
              </a:cxn>
              <a:cxn ang="0">
                <a:pos x="connsiteX3173" y="connsiteY3173"/>
              </a:cxn>
              <a:cxn ang="0">
                <a:pos x="connsiteX3174" y="connsiteY3174"/>
              </a:cxn>
              <a:cxn ang="0">
                <a:pos x="connsiteX3175" y="connsiteY3175"/>
              </a:cxn>
              <a:cxn ang="0">
                <a:pos x="connsiteX3176" y="connsiteY3176"/>
              </a:cxn>
              <a:cxn ang="0">
                <a:pos x="connsiteX3177" y="connsiteY3177"/>
              </a:cxn>
              <a:cxn ang="0">
                <a:pos x="connsiteX3178" y="connsiteY3178"/>
              </a:cxn>
              <a:cxn ang="0">
                <a:pos x="connsiteX3179" y="connsiteY3179"/>
              </a:cxn>
              <a:cxn ang="0">
                <a:pos x="connsiteX3180" y="connsiteY3180"/>
              </a:cxn>
              <a:cxn ang="0">
                <a:pos x="connsiteX3181" y="connsiteY3181"/>
              </a:cxn>
              <a:cxn ang="0">
                <a:pos x="connsiteX3182" y="connsiteY3182"/>
              </a:cxn>
              <a:cxn ang="0">
                <a:pos x="connsiteX3183" y="connsiteY3183"/>
              </a:cxn>
              <a:cxn ang="0">
                <a:pos x="connsiteX3184" y="connsiteY3184"/>
              </a:cxn>
              <a:cxn ang="0">
                <a:pos x="connsiteX3185" y="connsiteY3185"/>
              </a:cxn>
              <a:cxn ang="0">
                <a:pos x="connsiteX3186" y="connsiteY3186"/>
              </a:cxn>
              <a:cxn ang="0">
                <a:pos x="connsiteX3187" y="connsiteY3187"/>
              </a:cxn>
              <a:cxn ang="0">
                <a:pos x="connsiteX3188" y="connsiteY3188"/>
              </a:cxn>
              <a:cxn ang="0">
                <a:pos x="connsiteX3189" y="connsiteY3189"/>
              </a:cxn>
              <a:cxn ang="0">
                <a:pos x="connsiteX3190" y="connsiteY3190"/>
              </a:cxn>
              <a:cxn ang="0">
                <a:pos x="connsiteX3191" y="connsiteY3191"/>
              </a:cxn>
              <a:cxn ang="0">
                <a:pos x="connsiteX3192" y="connsiteY3192"/>
              </a:cxn>
              <a:cxn ang="0">
                <a:pos x="connsiteX3193" y="connsiteY3193"/>
              </a:cxn>
              <a:cxn ang="0">
                <a:pos x="connsiteX3194" y="connsiteY3194"/>
              </a:cxn>
              <a:cxn ang="0">
                <a:pos x="connsiteX3195" y="connsiteY3195"/>
              </a:cxn>
              <a:cxn ang="0">
                <a:pos x="connsiteX3196" y="connsiteY3196"/>
              </a:cxn>
              <a:cxn ang="0">
                <a:pos x="connsiteX3197" y="connsiteY3197"/>
              </a:cxn>
              <a:cxn ang="0">
                <a:pos x="connsiteX3198" y="connsiteY3198"/>
              </a:cxn>
              <a:cxn ang="0">
                <a:pos x="connsiteX3199" y="connsiteY3199"/>
              </a:cxn>
              <a:cxn ang="0">
                <a:pos x="connsiteX3200" y="connsiteY3200"/>
              </a:cxn>
              <a:cxn ang="0">
                <a:pos x="connsiteX3201" y="connsiteY3201"/>
              </a:cxn>
              <a:cxn ang="0">
                <a:pos x="connsiteX3202" y="connsiteY3202"/>
              </a:cxn>
              <a:cxn ang="0">
                <a:pos x="connsiteX3203" y="connsiteY3203"/>
              </a:cxn>
              <a:cxn ang="0">
                <a:pos x="connsiteX3204" y="connsiteY3204"/>
              </a:cxn>
              <a:cxn ang="0">
                <a:pos x="connsiteX3205" y="connsiteY3205"/>
              </a:cxn>
              <a:cxn ang="0">
                <a:pos x="connsiteX3206" y="connsiteY3206"/>
              </a:cxn>
              <a:cxn ang="0">
                <a:pos x="connsiteX3207" y="connsiteY3207"/>
              </a:cxn>
              <a:cxn ang="0">
                <a:pos x="connsiteX3208" y="connsiteY3208"/>
              </a:cxn>
              <a:cxn ang="0">
                <a:pos x="connsiteX3209" y="connsiteY3209"/>
              </a:cxn>
              <a:cxn ang="0">
                <a:pos x="connsiteX3210" y="connsiteY3210"/>
              </a:cxn>
              <a:cxn ang="0">
                <a:pos x="connsiteX3211" y="connsiteY3211"/>
              </a:cxn>
              <a:cxn ang="0">
                <a:pos x="connsiteX3212" y="connsiteY3212"/>
              </a:cxn>
              <a:cxn ang="0">
                <a:pos x="connsiteX3213" y="connsiteY3213"/>
              </a:cxn>
              <a:cxn ang="0">
                <a:pos x="connsiteX3214" y="connsiteY3214"/>
              </a:cxn>
              <a:cxn ang="0">
                <a:pos x="connsiteX3215" y="connsiteY3215"/>
              </a:cxn>
              <a:cxn ang="0">
                <a:pos x="connsiteX3216" y="connsiteY3216"/>
              </a:cxn>
              <a:cxn ang="0">
                <a:pos x="connsiteX3217" y="connsiteY3217"/>
              </a:cxn>
              <a:cxn ang="0">
                <a:pos x="connsiteX3218" y="connsiteY3218"/>
              </a:cxn>
              <a:cxn ang="0">
                <a:pos x="connsiteX3219" y="connsiteY3219"/>
              </a:cxn>
              <a:cxn ang="0">
                <a:pos x="connsiteX3220" y="connsiteY3220"/>
              </a:cxn>
              <a:cxn ang="0">
                <a:pos x="connsiteX3221" y="connsiteY3221"/>
              </a:cxn>
              <a:cxn ang="0">
                <a:pos x="connsiteX3222" y="connsiteY3222"/>
              </a:cxn>
              <a:cxn ang="0">
                <a:pos x="connsiteX3223" y="connsiteY3223"/>
              </a:cxn>
              <a:cxn ang="0">
                <a:pos x="connsiteX3224" y="connsiteY3224"/>
              </a:cxn>
              <a:cxn ang="0">
                <a:pos x="connsiteX3225" y="connsiteY3225"/>
              </a:cxn>
              <a:cxn ang="0">
                <a:pos x="connsiteX3226" y="connsiteY3226"/>
              </a:cxn>
              <a:cxn ang="0">
                <a:pos x="connsiteX3227" y="connsiteY3227"/>
              </a:cxn>
              <a:cxn ang="0">
                <a:pos x="connsiteX3228" y="connsiteY3228"/>
              </a:cxn>
              <a:cxn ang="0">
                <a:pos x="connsiteX3229" y="connsiteY3229"/>
              </a:cxn>
              <a:cxn ang="0">
                <a:pos x="connsiteX3230" y="connsiteY3230"/>
              </a:cxn>
              <a:cxn ang="0">
                <a:pos x="connsiteX3231" y="connsiteY3231"/>
              </a:cxn>
              <a:cxn ang="0">
                <a:pos x="connsiteX3232" y="connsiteY3232"/>
              </a:cxn>
              <a:cxn ang="0">
                <a:pos x="connsiteX3233" y="connsiteY3233"/>
              </a:cxn>
              <a:cxn ang="0">
                <a:pos x="connsiteX3234" y="connsiteY3234"/>
              </a:cxn>
              <a:cxn ang="0">
                <a:pos x="connsiteX3235" y="connsiteY3235"/>
              </a:cxn>
              <a:cxn ang="0">
                <a:pos x="connsiteX3236" y="connsiteY3236"/>
              </a:cxn>
              <a:cxn ang="0">
                <a:pos x="connsiteX3237" y="connsiteY3237"/>
              </a:cxn>
              <a:cxn ang="0">
                <a:pos x="connsiteX3238" y="connsiteY3238"/>
              </a:cxn>
              <a:cxn ang="0">
                <a:pos x="connsiteX3239" y="connsiteY3239"/>
              </a:cxn>
              <a:cxn ang="0">
                <a:pos x="connsiteX3240" y="connsiteY3240"/>
              </a:cxn>
              <a:cxn ang="0">
                <a:pos x="connsiteX3241" y="connsiteY3241"/>
              </a:cxn>
              <a:cxn ang="0">
                <a:pos x="connsiteX3242" y="connsiteY3242"/>
              </a:cxn>
              <a:cxn ang="0">
                <a:pos x="connsiteX3243" y="connsiteY3243"/>
              </a:cxn>
              <a:cxn ang="0">
                <a:pos x="connsiteX3244" y="connsiteY3244"/>
              </a:cxn>
              <a:cxn ang="0">
                <a:pos x="connsiteX3245" y="connsiteY3245"/>
              </a:cxn>
              <a:cxn ang="0">
                <a:pos x="connsiteX3246" y="connsiteY3246"/>
              </a:cxn>
              <a:cxn ang="0">
                <a:pos x="connsiteX3247" y="connsiteY3247"/>
              </a:cxn>
              <a:cxn ang="0">
                <a:pos x="connsiteX3248" y="connsiteY3248"/>
              </a:cxn>
              <a:cxn ang="0">
                <a:pos x="connsiteX3249" y="connsiteY3249"/>
              </a:cxn>
              <a:cxn ang="0">
                <a:pos x="connsiteX3250" y="connsiteY3250"/>
              </a:cxn>
              <a:cxn ang="0">
                <a:pos x="connsiteX3251" y="connsiteY3251"/>
              </a:cxn>
              <a:cxn ang="0">
                <a:pos x="connsiteX3252" y="connsiteY3252"/>
              </a:cxn>
              <a:cxn ang="0">
                <a:pos x="connsiteX3253" y="connsiteY3253"/>
              </a:cxn>
              <a:cxn ang="0">
                <a:pos x="connsiteX3254" y="connsiteY3254"/>
              </a:cxn>
              <a:cxn ang="0">
                <a:pos x="connsiteX3255" y="connsiteY3255"/>
              </a:cxn>
              <a:cxn ang="0">
                <a:pos x="connsiteX3256" y="connsiteY3256"/>
              </a:cxn>
              <a:cxn ang="0">
                <a:pos x="connsiteX3257" y="connsiteY3257"/>
              </a:cxn>
              <a:cxn ang="0">
                <a:pos x="connsiteX3258" y="connsiteY3258"/>
              </a:cxn>
              <a:cxn ang="0">
                <a:pos x="connsiteX3259" y="connsiteY3259"/>
              </a:cxn>
              <a:cxn ang="0">
                <a:pos x="connsiteX3260" y="connsiteY3260"/>
              </a:cxn>
              <a:cxn ang="0">
                <a:pos x="connsiteX3261" y="connsiteY3261"/>
              </a:cxn>
              <a:cxn ang="0">
                <a:pos x="connsiteX3262" y="connsiteY3262"/>
              </a:cxn>
              <a:cxn ang="0">
                <a:pos x="connsiteX3263" y="connsiteY3263"/>
              </a:cxn>
              <a:cxn ang="0">
                <a:pos x="connsiteX3264" y="connsiteY3264"/>
              </a:cxn>
              <a:cxn ang="0">
                <a:pos x="connsiteX3265" y="connsiteY3265"/>
              </a:cxn>
              <a:cxn ang="0">
                <a:pos x="connsiteX3266" y="connsiteY3266"/>
              </a:cxn>
              <a:cxn ang="0">
                <a:pos x="connsiteX3267" y="connsiteY3267"/>
              </a:cxn>
              <a:cxn ang="0">
                <a:pos x="connsiteX3268" y="connsiteY3268"/>
              </a:cxn>
              <a:cxn ang="0">
                <a:pos x="connsiteX3269" y="connsiteY3269"/>
              </a:cxn>
              <a:cxn ang="0">
                <a:pos x="connsiteX3270" y="connsiteY3270"/>
              </a:cxn>
              <a:cxn ang="0">
                <a:pos x="connsiteX3271" y="connsiteY3271"/>
              </a:cxn>
              <a:cxn ang="0">
                <a:pos x="connsiteX3272" y="connsiteY3272"/>
              </a:cxn>
              <a:cxn ang="0">
                <a:pos x="connsiteX3273" y="connsiteY3273"/>
              </a:cxn>
              <a:cxn ang="0">
                <a:pos x="connsiteX3274" y="connsiteY3274"/>
              </a:cxn>
              <a:cxn ang="0">
                <a:pos x="connsiteX3275" y="connsiteY3275"/>
              </a:cxn>
              <a:cxn ang="0">
                <a:pos x="connsiteX3276" y="connsiteY3276"/>
              </a:cxn>
              <a:cxn ang="0">
                <a:pos x="connsiteX3277" y="connsiteY3277"/>
              </a:cxn>
              <a:cxn ang="0">
                <a:pos x="connsiteX3278" y="connsiteY3278"/>
              </a:cxn>
              <a:cxn ang="0">
                <a:pos x="connsiteX3279" y="connsiteY3279"/>
              </a:cxn>
              <a:cxn ang="0">
                <a:pos x="connsiteX3280" y="connsiteY3280"/>
              </a:cxn>
              <a:cxn ang="0">
                <a:pos x="connsiteX3281" y="connsiteY3281"/>
              </a:cxn>
              <a:cxn ang="0">
                <a:pos x="connsiteX3282" y="connsiteY3282"/>
              </a:cxn>
              <a:cxn ang="0">
                <a:pos x="connsiteX3283" y="connsiteY3283"/>
              </a:cxn>
              <a:cxn ang="0">
                <a:pos x="connsiteX3284" y="connsiteY3284"/>
              </a:cxn>
              <a:cxn ang="0">
                <a:pos x="connsiteX3285" y="connsiteY3285"/>
              </a:cxn>
              <a:cxn ang="0">
                <a:pos x="connsiteX3286" y="connsiteY3286"/>
              </a:cxn>
              <a:cxn ang="0">
                <a:pos x="connsiteX3287" y="connsiteY3287"/>
              </a:cxn>
              <a:cxn ang="0">
                <a:pos x="connsiteX3288" y="connsiteY3288"/>
              </a:cxn>
              <a:cxn ang="0">
                <a:pos x="connsiteX3289" y="connsiteY3289"/>
              </a:cxn>
              <a:cxn ang="0">
                <a:pos x="connsiteX3290" y="connsiteY3290"/>
              </a:cxn>
              <a:cxn ang="0">
                <a:pos x="connsiteX3291" y="connsiteY3291"/>
              </a:cxn>
              <a:cxn ang="0">
                <a:pos x="connsiteX3292" y="connsiteY3292"/>
              </a:cxn>
              <a:cxn ang="0">
                <a:pos x="connsiteX3293" y="connsiteY3293"/>
              </a:cxn>
              <a:cxn ang="0">
                <a:pos x="connsiteX3294" y="connsiteY3294"/>
              </a:cxn>
              <a:cxn ang="0">
                <a:pos x="connsiteX3295" y="connsiteY3295"/>
              </a:cxn>
              <a:cxn ang="0">
                <a:pos x="connsiteX3296" y="connsiteY3296"/>
              </a:cxn>
              <a:cxn ang="0">
                <a:pos x="connsiteX3297" y="connsiteY3297"/>
              </a:cxn>
              <a:cxn ang="0">
                <a:pos x="connsiteX3298" y="connsiteY3298"/>
              </a:cxn>
              <a:cxn ang="0">
                <a:pos x="connsiteX3299" y="connsiteY3299"/>
              </a:cxn>
              <a:cxn ang="0">
                <a:pos x="connsiteX3300" y="connsiteY3300"/>
              </a:cxn>
              <a:cxn ang="0">
                <a:pos x="connsiteX3301" y="connsiteY3301"/>
              </a:cxn>
              <a:cxn ang="0">
                <a:pos x="connsiteX3302" y="connsiteY3302"/>
              </a:cxn>
              <a:cxn ang="0">
                <a:pos x="connsiteX3303" y="connsiteY3303"/>
              </a:cxn>
              <a:cxn ang="0">
                <a:pos x="connsiteX3304" y="connsiteY3304"/>
              </a:cxn>
              <a:cxn ang="0">
                <a:pos x="connsiteX3305" y="connsiteY3305"/>
              </a:cxn>
              <a:cxn ang="0">
                <a:pos x="connsiteX3306" y="connsiteY3306"/>
              </a:cxn>
              <a:cxn ang="0">
                <a:pos x="connsiteX3307" y="connsiteY3307"/>
              </a:cxn>
              <a:cxn ang="0">
                <a:pos x="connsiteX3308" y="connsiteY3308"/>
              </a:cxn>
              <a:cxn ang="0">
                <a:pos x="connsiteX3309" y="connsiteY3309"/>
              </a:cxn>
              <a:cxn ang="0">
                <a:pos x="connsiteX3310" y="connsiteY3310"/>
              </a:cxn>
              <a:cxn ang="0">
                <a:pos x="connsiteX3311" y="connsiteY3311"/>
              </a:cxn>
              <a:cxn ang="0">
                <a:pos x="connsiteX3312" y="connsiteY3312"/>
              </a:cxn>
              <a:cxn ang="0">
                <a:pos x="connsiteX3313" y="connsiteY3313"/>
              </a:cxn>
              <a:cxn ang="0">
                <a:pos x="connsiteX3314" y="connsiteY3314"/>
              </a:cxn>
              <a:cxn ang="0">
                <a:pos x="connsiteX3315" y="connsiteY3315"/>
              </a:cxn>
              <a:cxn ang="0">
                <a:pos x="connsiteX3316" y="connsiteY3316"/>
              </a:cxn>
              <a:cxn ang="0">
                <a:pos x="connsiteX3317" y="connsiteY3317"/>
              </a:cxn>
              <a:cxn ang="0">
                <a:pos x="connsiteX3318" y="connsiteY3318"/>
              </a:cxn>
              <a:cxn ang="0">
                <a:pos x="connsiteX3319" y="connsiteY3319"/>
              </a:cxn>
              <a:cxn ang="0">
                <a:pos x="connsiteX3320" y="connsiteY3320"/>
              </a:cxn>
              <a:cxn ang="0">
                <a:pos x="connsiteX3321" y="connsiteY3321"/>
              </a:cxn>
              <a:cxn ang="0">
                <a:pos x="connsiteX3322" y="connsiteY3322"/>
              </a:cxn>
              <a:cxn ang="0">
                <a:pos x="connsiteX3323" y="connsiteY3323"/>
              </a:cxn>
              <a:cxn ang="0">
                <a:pos x="connsiteX3324" y="connsiteY3324"/>
              </a:cxn>
              <a:cxn ang="0">
                <a:pos x="connsiteX3325" y="connsiteY3325"/>
              </a:cxn>
              <a:cxn ang="0">
                <a:pos x="connsiteX3326" y="connsiteY3326"/>
              </a:cxn>
              <a:cxn ang="0">
                <a:pos x="connsiteX3327" y="connsiteY3327"/>
              </a:cxn>
              <a:cxn ang="0">
                <a:pos x="connsiteX3328" y="connsiteY3328"/>
              </a:cxn>
              <a:cxn ang="0">
                <a:pos x="connsiteX3329" y="connsiteY3329"/>
              </a:cxn>
              <a:cxn ang="0">
                <a:pos x="connsiteX3330" y="connsiteY3330"/>
              </a:cxn>
              <a:cxn ang="0">
                <a:pos x="connsiteX3331" y="connsiteY3331"/>
              </a:cxn>
              <a:cxn ang="0">
                <a:pos x="connsiteX3332" y="connsiteY3332"/>
              </a:cxn>
              <a:cxn ang="0">
                <a:pos x="connsiteX3333" y="connsiteY3333"/>
              </a:cxn>
              <a:cxn ang="0">
                <a:pos x="connsiteX3334" y="connsiteY3334"/>
              </a:cxn>
              <a:cxn ang="0">
                <a:pos x="connsiteX3335" y="connsiteY3335"/>
              </a:cxn>
              <a:cxn ang="0">
                <a:pos x="connsiteX3336" y="connsiteY3336"/>
              </a:cxn>
              <a:cxn ang="0">
                <a:pos x="connsiteX3337" y="connsiteY3337"/>
              </a:cxn>
              <a:cxn ang="0">
                <a:pos x="connsiteX3338" y="connsiteY3338"/>
              </a:cxn>
              <a:cxn ang="0">
                <a:pos x="connsiteX3339" y="connsiteY3339"/>
              </a:cxn>
              <a:cxn ang="0">
                <a:pos x="connsiteX3340" y="connsiteY3340"/>
              </a:cxn>
              <a:cxn ang="0">
                <a:pos x="connsiteX3341" y="connsiteY3341"/>
              </a:cxn>
              <a:cxn ang="0">
                <a:pos x="connsiteX3342" y="connsiteY3342"/>
              </a:cxn>
              <a:cxn ang="0">
                <a:pos x="connsiteX3343" y="connsiteY3343"/>
              </a:cxn>
              <a:cxn ang="0">
                <a:pos x="connsiteX3344" y="connsiteY3344"/>
              </a:cxn>
              <a:cxn ang="0">
                <a:pos x="connsiteX3345" y="connsiteY3345"/>
              </a:cxn>
              <a:cxn ang="0">
                <a:pos x="connsiteX3346" y="connsiteY3346"/>
              </a:cxn>
              <a:cxn ang="0">
                <a:pos x="connsiteX3347" y="connsiteY3347"/>
              </a:cxn>
              <a:cxn ang="0">
                <a:pos x="connsiteX3348" y="connsiteY3348"/>
              </a:cxn>
              <a:cxn ang="0">
                <a:pos x="connsiteX3349" y="connsiteY3349"/>
              </a:cxn>
              <a:cxn ang="0">
                <a:pos x="connsiteX3350" y="connsiteY3350"/>
              </a:cxn>
              <a:cxn ang="0">
                <a:pos x="connsiteX3351" y="connsiteY3351"/>
              </a:cxn>
              <a:cxn ang="0">
                <a:pos x="connsiteX3352" y="connsiteY3352"/>
              </a:cxn>
              <a:cxn ang="0">
                <a:pos x="connsiteX3353" y="connsiteY3353"/>
              </a:cxn>
              <a:cxn ang="0">
                <a:pos x="connsiteX3354" y="connsiteY3354"/>
              </a:cxn>
              <a:cxn ang="0">
                <a:pos x="connsiteX3355" y="connsiteY3355"/>
              </a:cxn>
              <a:cxn ang="0">
                <a:pos x="connsiteX3356" y="connsiteY3356"/>
              </a:cxn>
              <a:cxn ang="0">
                <a:pos x="connsiteX3357" y="connsiteY3357"/>
              </a:cxn>
              <a:cxn ang="0">
                <a:pos x="connsiteX3358" y="connsiteY3358"/>
              </a:cxn>
              <a:cxn ang="0">
                <a:pos x="connsiteX3359" y="connsiteY3359"/>
              </a:cxn>
              <a:cxn ang="0">
                <a:pos x="connsiteX3360" y="connsiteY3360"/>
              </a:cxn>
              <a:cxn ang="0">
                <a:pos x="connsiteX3361" y="connsiteY3361"/>
              </a:cxn>
              <a:cxn ang="0">
                <a:pos x="connsiteX3362" y="connsiteY3362"/>
              </a:cxn>
              <a:cxn ang="0">
                <a:pos x="connsiteX3363" y="connsiteY3363"/>
              </a:cxn>
              <a:cxn ang="0">
                <a:pos x="connsiteX3364" y="connsiteY3364"/>
              </a:cxn>
              <a:cxn ang="0">
                <a:pos x="connsiteX3365" y="connsiteY3365"/>
              </a:cxn>
              <a:cxn ang="0">
                <a:pos x="connsiteX3366" y="connsiteY3366"/>
              </a:cxn>
              <a:cxn ang="0">
                <a:pos x="connsiteX3367" y="connsiteY3367"/>
              </a:cxn>
              <a:cxn ang="0">
                <a:pos x="connsiteX3368" y="connsiteY3368"/>
              </a:cxn>
              <a:cxn ang="0">
                <a:pos x="connsiteX3369" y="connsiteY3369"/>
              </a:cxn>
              <a:cxn ang="0">
                <a:pos x="connsiteX3370" y="connsiteY3370"/>
              </a:cxn>
              <a:cxn ang="0">
                <a:pos x="connsiteX3371" y="connsiteY3371"/>
              </a:cxn>
              <a:cxn ang="0">
                <a:pos x="connsiteX3372" y="connsiteY3372"/>
              </a:cxn>
              <a:cxn ang="0">
                <a:pos x="connsiteX3373" y="connsiteY3373"/>
              </a:cxn>
              <a:cxn ang="0">
                <a:pos x="connsiteX3374" y="connsiteY3374"/>
              </a:cxn>
              <a:cxn ang="0">
                <a:pos x="connsiteX3375" y="connsiteY3375"/>
              </a:cxn>
              <a:cxn ang="0">
                <a:pos x="connsiteX3376" y="connsiteY3376"/>
              </a:cxn>
              <a:cxn ang="0">
                <a:pos x="connsiteX3377" y="connsiteY3377"/>
              </a:cxn>
              <a:cxn ang="0">
                <a:pos x="connsiteX3378" y="connsiteY3378"/>
              </a:cxn>
              <a:cxn ang="0">
                <a:pos x="connsiteX3379" y="connsiteY3379"/>
              </a:cxn>
              <a:cxn ang="0">
                <a:pos x="connsiteX3380" y="connsiteY3380"/>
              </a:cxn>
              <a:cxn ang="0">
                <a:pos x="connsiteX3381" y="connsiteY3381"/>
              </a:cxn>
              <a:cxn ang="0">
                <a:pos x="connsiteX3382" y="connsiteY3382"/>
              </a:cxn>
              <a:cxn ang="0">
                <a:pos x="connsiteX3383" y="connsiteY3383"/>
              </a:cxn>
              <a:cxn ang="0">
                <a:pos x="connsiteX3384" y="connsiteY3384"/>
              </a:cxn>
              <a:cxn ang="0">
                <a:pos x="connsiteX3385" y="connsiteY3385"/>
              </a:cxn>
              <a:cxn ang="0">
                <a:pos x="connsiteX3386" y="connsiteY3386"/>
              </a:cxn>
              <a:cxn ang="0">
                <a:pos x="connsiteX3387" y="connsiteY3387"/>
              </a:cxn>
              <a:cxn ang="0">
                <a:pos x="connsiteX3388" y="connsiteY3388"/>
              </a:cxn>
              <a:cxn ang="0">
                <a:pos x="connsiteX3389" y="connsiteY3389"/>
              </a:cxn>
              <a:cxn ang="0">
                <a:pos x="connsiteX3390" y="connsiteY3390"/>
              </a:cxn>
              <a:cxn ang="0">
                <a:pos x="connsiteX3391" y="connsiteY3391"/>
              </a:cxn>
              <a:cxn ang="0">
                <a:pos x="connsiteX3392" y="connsiteY3392"/>
              </a:cxn>
              <a:cxn ang="0">
                <a:pos x="connsiteX3393" y="connsiteY3393"/>
              </a:cxn>
              <a:cxn ang="0">
                <a:pos x="connsiteX3394" y="connsiteY3394"/>
              </a:cxn>
              <a:cxn ang="0">
                <a:pos x="connsiteX3395" y="connsiteY3395"/>
              </a:cxn>
              <a:cxn ang="0">
                <a:pos x="connsiteX3396" y="connsiteY3396"/>
              </a:cxn>
              <a:cxn ang="0">
                <a:pos x="connsiteX3397" y="connsiteY3397"/>
              </a:cxn>
              <a:cxn ang="0">
                <a:pos x="connsiteX3398" y="connsiteY3398"/>
              </a:cxn>
              <a:cxn ang="0">
                <a:pos x="connsiteX3399" y="connsiteY3399"/>
              </a:cxn>
              <a:cxn ang="0">
                <a:pos x="connsiteX3400" y="connsiteY3400"/>
              </a:cxn>
              <a:cxn ang="0">
                <a:pos x="connsiteX3401" y="connsiteY3401"/>
              </a:cxn>
              <a:cxn ang="0">
                <a:pos x="connsiteX3402" y="connsiteY3402"/>
              </a:cxn>
              <a:cxn ang="0">
                <a:pos x="connsiteX3403" y="connsiteY3403"/>
              </a:cxn>
              <a:cxn ang="0">
                <a:pos x="connsiteX3404" y="connsiteY3404"/>
              </a:cxn>
              <a:cxn ang="0">
                <a:pos x="connsiteX3405" y="connsiteY3405"/>
              </a:cxn>
              <a:cxn ang="0">
                <a:pos x="connsiteX3406" y="connsiteY3406"/>
              </a:cxn>
              <a:cxn ang="0">
                <a:pos x="connsiteX3407" y="connsiteY3407"/>
              </a:cxn>
              <a:cxn ang="0">
                <a:pos x="connsiteX3408" y="connsiteY3408"/>
              </a:cxn>
              <a:cxn ang="0">
                <a:pos x="connsiteX3409" y="connsiteY3409"/>
              </a:cxn>
              <a:cxn ang="0">
                <a:pos x="connsiteX3410" y="connsiteY3410"/>
              </a:cxn>
              <a:cxn ang="0">
                <a:pos x="connsiteX3411" y="connsiteY3411"/>
              </a:cxn>
              <a:cxn ang="0">
                <a:pos x="connsiteX3412" y="connsiteY3412"/>
              </a:cxn>
              <a:cxn ang="0">
                <a:pos x="connsiteX3413" y="connsiteY3413"/>
              </a:cxn>
              <a:cxn ang="0">
                <a:pos x="connsiteX3414" y="connsiteY3414"/>
              </a:cxn>
              <a:cxn ang="0">
                <a:pos x="connsiteX3415" y="connsiteY3415"/>
              </a:cxn>
              <a:cxn ang="0">
                <a:pos x="connsiteX3416" y="connsiteY3416"/>
              </a:cxn>
              <a:cxn ang="0">
                <a:pos x="connsiteX3417" y="connsiteY3417"/>
              </a:cxn>
              <a:cxn ang="0">
                <a:pos x="connsiteX3418" y="connsiteY3418"/>
              </a:cxn>
              <a:cxn ang="0">
                <a:pos x="connsiteX3419" y="connsiteY3419"/>
              </a:cxn>
              <a:cxn ang="0">
                <a:pos x="connsiteX3420" y="connsiteY3420"/>
              </a:cxn>
              <a:cxn ang="0">
                <a:pos x="connsiteX3421" y="connsiteY3421"/>
              </a:cxn>
              <a:cxn ang="0">
                <a:pos x="connsiteX3422" y="connsiteY3422"/>
              </a:cxn>
              <a:cxn ang="0">
                <a:pos x="connsiteX3423" y="connsiteY3423"/>
              </a:cxn>
              <a:cxn ang="0">
                <a:pos x="connsiteX3424" y="connsiteY3424"/>
              </a:cxn>
              <a:cxn ang="0">
                <a:pos x="connsiteX3425" y="connsiteY3425"/>
              </a:cxn>
              <a:cxn ang="0">
                <a:pos x="connsiteX3426" y="connsiteY3426"/>
              </a:cxn>
              <a:cxn ang="0">
                <a:pos x="connsiteX3427" y="connsiteY3427"/>
              </a:cxn>
              <a:cxn ang="0">
                <a:pos x="connsiteX3428" y="connsiteY3428"/>
              </a:cxn>
              <a:cxn ang="0">
                <a:pos x="connsiteX3429" y="connsiteY3429"/>
              </a:cxn>
              <a:cxn ang="0">
                <a:pos x="connsiteX3430" y="connsiteY3430"/>
              </a:cxn>
              <a:cxn ang="0">
                <a:pos x="connsiteX3431" y="connsiteY3431"/>
              </a:cxn>
              <a:cxn ang="0">
                <a:pos x="connsiteX3432" y="connsiteY3432"/>
              </a:cxn>
              <a:cxn ang="0">
                <a:pos x="connsiteX3433" y="connsiteY3433"/>
              </a:cxn>
              <a:cxn ang="0">
                <a:pos x="connsiteX3434" y="connsiteY3434"/>
              </a:cxn>
              <a:cxn ang="0">
                <a:pos x="connsiteX3435" y="connsiteY3435"/>
              </a:cxn>
              <a:cxn ang="0">
                <a:pos x="connsiteX3436" y="connsiteY3436"/>
              </a:cxn>
              <a:cxn ang="0">
                <a:pos x="connsiteX3437" y="connsiteY3437"/>
              </a:cxn>
              <a:cxn ang="0">
                <a:pos x="connsiteX3438" y="connsiteY3438"/>
              </a:cxn>
              <a:cxn ang="0">
                <a:pos x="connsiteX3439" y="connsiteY3439"/>
              </a:cxn>
              <a:cxn ang="0">
                <a:pos x="connsiteX3440" y="connsiteY3440"/>
              </a:cxn>
              <a:cxn ang="0">
                <a:pos x="connsiteX3441" y="connsiteY3441"/>
              </a:cxn>
              <a:cxn ang="0">
                <a:pos x="connsiteX3442" y="connsiteY3442"/>
              </a:cxn>
              <a:cxn ang="0">
                <a:pos x="connsiteX3443" y="connsiteY3443"/>
              </a:cxn>
              <a:cxn ang="0">
                <a:pos x="connsiteX3444" y="connsiteY3444"/>
              </a:cxn>
              <a:cxn ang="0">
                <a:pos x="connsiteX3445" y="connsiteY3445"/>
              </a:cxn>
              <a:cxn ang="0">
                <a:pos x="connsiteX3446" y="connsiteY3446"/>
              </a:cxn>
              <a:cxn ang="0">
                <a:pos x="connsiteX3447" y="connsiteY3447"/>
              </a:cxn>
              <a:cxn ang="0">
                <a:pos x="connsiteX3448" y="connsiteY3448"/>
              </a:cxn>
              <a:cxn ang="0">
                <a:pos x="connsiteX3449" y="connsiteY3449"/>
              </a:cxn>
              <a:cxn ang="0">
                <a:pos x="connsiteX3450" y="connsiteY3450"/>
              </a:cxn>
              <a:cxn ang="0">
                <a:pos x="connsiteX3451" y="connsiteY3451"/>
              </a:cxn>
              <a:cxn ang="0">
                <a:pos x="connsiteX3452" y="connsiteY3452"/>
              </a:cxn>
              <a:cxn ang="0">
                <a:pos x="connsiteX3453" y="connsiteY3453"/>
              </a:cxn>
              <a:cxn ang="0">
                <a:pos x="connsiteX3454" y="connsiteY3454"/>
              </a:cxn>
              <a:cxn ang="0">
                <a:pos x="connsiteX3455" y="connsiteY3455"/>
              </a:cxn>
              <a:cxn ang="0">
                <a:pos x="connsiteX3456" y="connsiteY3456"/>
              </a:cxn>
              <a:cxn ang="0">
                <a:pos x="connsiteX3457" y="connsiteY3457"/>
              </a:cxn>
              <a:cxn ang="0">
                <a:pos x="connsiteX3458" y="connsiteY3458"/>
              </a:cxn>
              <a:cxn ang="0">
                <a:pos x="connsiteX3459" y="connsiteY3459"/>
              </a:cxn>
              <a:cxn ang="0">
                <a:pos x="connsiteX3460" y="connsiteY3460"/>
              </a:cxn>
              <a:cxn ang="0">
                <a:pos x="connsiteX3461" y="connsiteY3461"/>
              </a:cxn>
              <a:cxn ang="0">
                <a:pos x="connsiteX3462" y="connsiteY3462"/>
              </a:cxn>
              <a:cxn ang="0">
                <a:pos x="connsiteX3463" y="connsiteY3463"/>
              </a:cxn>
              <a:cxn ang="0">
                <a:pos x="connsiteX3464" y="connsiteY3464"/>
              </a:cxn>
              <a:cxn ang="0">
                <a:pos x="connsiteX3465" y="connsiteY3465"/>
              </a:cxn>
              <a:cxn ang="0">
                <a:pos x="connsiteX3466" y="connsiteY3466"/>
              </a:cxn>
              <a:cxn ang="0">
                <a:pos x="connsiteX3467" y="connsiteY3467"/>
              </a:cxn>
              <a:cxn ang="0">
                <a:pos x="connsiteX3468" y="connsiteY3468"/>
              </a:cxn>
              <a:cxn ang="0">
                <a:pos x="connsiteX3469" y="connsiteY3469"/>
              </a:cxn>
              <a:cxn ang="0">
                <a:pos x="connsiteX3470" y="connsiteY3470"/>
              </a:cxn>
              <a:cxn ang="0">
                <a:pos x="connsiteX3471" y="connsiteY3471"/>
              </a:cxn>
              <a:cxn ang="0">
                <a:pos x="connsiteX3472" y="connsiteY3472"/>
              </a:cxn>
              <a:cxn ang="0">
                <a:pos x="connsiteX3473" y="connsiteY3473"/>
              </a:cxn>
              <a:cxn ang="0">
                <a:pos x="connsiteX3474" y="connsiteY3474"/>
              </a:cxn>
              <a:cxn ang="0">
                <a:pos x="connsiteX3475" y="connsiteY3475"/>
              </a:cxn>
              <a:cxn ang="0">
                <a:pos x="connsiteX3476" y="connsiteY3476"/>
              </a:cxn>
              <a:cxn ang="0">
                <a:pos x="connsiteX3477" y="connsiteY3477"/>
              </a:cxn>
              <a:cxn ang="0">
                <a:pos x="connsiteX3478" y="connsiteY3478"/>
              </a:cxn>
              <a:cxn ang="0">
                <a:pos x="connsiteX3479" y="connsiteY3479"/>
              </a:cxn>
              <a:cxn ang="0">
                <a:pos x="connsiteX3480" y="connsiteY3480"/>
              </a:cxn>
              <a:cxn ang="0">
                <a:pos x="connsiteX3481" y="connsiteY3481"/>
              </a:cxn>
              <a:cxn ang="0">
                <a:pos x="connsiteX3482" y="connsiteY3482"/>
              </a:cxn>
              <a:cxn ang="0">
                <a:pos x="connsiteX3483" y="connsiteY3483"/>
              </a:cxn>
              <a:cxn ang="0">
                <a:pos x="connsiteX3484" y="connsiteY3484"/>
              </a:cxn>
              <a:cxn ang="0">
                <a:pos x="connsiteX3485" y="connsiteY3485"/>
              </a:cxn>
              <a:cxn ang="0">
                <a:pos x="connsiteX3486" y="connsiteY3486"/>
              </a:cxn>
              <a:cxn ang="0">
                <a:pos x="connsiteX3487" y="connsiteY3487"/>
              </a:cxn>
              <a:cxn ang="0">
                <a:pos x="connsiteX3488" y="connsiteY3488"/>
              </a:cxn>
              <a:cxn ang="0">
                <a:pos x="connsiteX3489" y="connsiteY3489"/>
              </a:cxn>
              <a:cxn ang="0">
                <a:pos x="connsiteX3490" y="connsiteY3490"/>
              </a:cxn>
              <a:cxn ang="0">
                <a:pos x="connsiteX3491" y="connsiteY3491"/>
              </a:cxn>
              <a:cxn ang="0">
                <a:pos x="connsiteX3492" y="connsiteY3492"/>
              </a:cxn>
              <a:cxn ang="0">
                <a:pos x="connsiteX3493" y="connsiteY3493"/>
              </a:cxn>
              <a:cxn ang="0">
                <a:pos x="connsiteX3494" y="connsiteY3494"/>
              </a:cxn>
              <a:cxn ang="0">
                <a:pos x="connsiteX3495" y="connsiteY3495"/>
              </a:cxn>
              <a:cxn ang="0">
                <a:pos x="connsiteX3496" y="connsiteY3496"/>
              </a:cxn>
              <a:cxn ang="0">
                <a:pos x="connsiteX3497" y="connsiteY3497"/>
              </a:cxn>
              <a:cxn ang="0">
                <a:pos x="connsiteX3498" y="connsiteY3498"/>
              </a:cxn>
              <a:cxn ang="0">
                <a:pos x="connsiteX3499" y="connsiteY3499"/>
              </a:cxn>
              <a:cxn ang="0">
                <a:pos x="connsiteX3500" y="connsiteY3500"/>
              </a:cxn>
              <a:cxn ang="0">
                <a:pos x="connsiteX3501" y="connsiteY3501"/>
              </a:cxn>
              <a:cxn ang="0">
                <a:pos x="connsiteX3502" y="connsiteY3502"/>
              </a:cxn>
              <a:cxn ang="0">
                <a:pos x="connsiteX3503" y="connsiteY3503"/>
              </a:cxn>
              <a:cxn ang="0">
                <a:pos x="connsiteX3504" y="connsiteY3504"/>
              </a:cxn>
              <a:cxn ang="0">
                <a:pos x="connsiteX3505" y="connsiteY3505"/>
              </a:cxn>
              <a:cxn ang="0">
                <a:pos x="connsiteX3506" y="connsiteY3506"/>
              </a:cxn>
              <a:cxn ang="0">
                <a:pos x="connsiteX3507" y="connsiteY3507"/>
              </a:cxn>
              <a:cxn ang="0">
                <a:pos x="connsiteX3508" y="connsiteY3508"/>
              </a:cxn>
              <a:cxn ang="0">
                <a:pos x="connsiteX3509" y="connsiteY3509"/>
              </a:cxn>
              <a:cxn ang="0">
                <a:pos x="connsiteX3510" y="connsiteY3510"/>
              </a:cxn>
              <a:cxn ang="0">
                <a:pos x="connsiteX3511" y="connsiteY3511"/>
              </a:cxn>
              <a:cxn ang="0">
                <a:pos x="connsiteX3512" y="connsiteY3512"/>
              </a:cxn>
              <a:cxn ang="0">
                <a:pos x="connsiteX3513" y="connsiteY3513"/>
              </a:cxn>
              <a:cxn ang="0">
                <a:pos x="connsiteX3514" y="connsiteY3514"/>
              </a:cxn>
              <a:cxn ang="0">
                <a:pos x="connsiteX3515" y="connsiteY3515"/>
              </a:cxn>
              <a:cxn ang="0">
                <a:pos x="connsiteX3516" y="connsiteY3516"/>
              </a:cxn>
              <a:cxn ang="0">
                <a:pos x="connsiteX3517" y="connsiteY3517"/>
              </a:cxn>
              <a:cxn ang="0">
                <a:pos x="connsiteX3518" y="connsiteY3518"/>
              </a:cxn>
              <a:cxn ang="0">
                <a:pos x="connsiteX3519" y="connsiteY3519"/>
              </a:cxn>
              <a:cxn ang="0">
                <a:pos x="connsiteX3520" y="connsiteY3520"/>
              </a:cxn>
              <a:cxn ang="0">
                <a:pos x="connsiteX3521" y="connsiteY3521"/>
              </a:cxn>
              <a:cxn ang="0">
                <a:pos x="connsiteX3522" y="connsiteY3522"/>
              </a:cxn>
              <a:cxn ang="0">
                <a:pos x="connsiteX3523" y="connsiteY3523"/>
              </a:cxn>
              <a:cxn ang="0">
                <a:pos x="connsiteX3524" y="connsiteY3524"/>
              </a:cxn>
              <a:cxn ang="0">
                <a:pos x="connsiteX3525" y="connsiteY3525"/>
              </a:cxn>
              <a:cxn ang="0">
                <a:pos x="connsiteX3526" y="connsiteY3526"/>
              </a:cxn>
              <a:cxn ang="0">
                <a:pos x="connsiteX3527" y="connsiteY3527"/>
              </a:cxn>
              <a:cxn ang="0">
                <a:pos x="connsiteX3528" y="connsiteY3528"/>
              </a:cxn>
              <a:cxn ang="0">
                <a:pos x="connsiteX3529" y="connsiteY3529"/>
              </a:cxn>
              <a:cxn ang="0">
                <a:pos x="connsiteX3530" y="connsiteY3530"/>
              </a:cxn>
              <a:cxn ang="0">
                <a:pos x="connsiteX3531" y="connsiteY3531"/>
              </a:cxn>
              <a:cxn ang="0">
                <a:pos x="connsiteX3532" y="connsiteY3532"/>
              </a:cxn>
              <a:cxn ang="0">
                <a:pos x="connsiteX3533" y="connsiteY3533"/>
              </a:cxn>
              <a:cxn ang="0">
                <a:pos x="connsiteX3534" y="connsiteY3534"/>
              </a:cxn>
              <a:cxn ang="0">
                <a:pos x="connsiteX3535" y="connsiteY3535"/>
              </a:cxn>
              <a:cxn ang="0">
                <a:pos x="connsiteX3536" y="connsiteY3536"/>
              </a:cxn>
              <a:cxn ang="0">
                <a:pos x="connsiteX3537" y="connsiteY3537"/>
              </a:cxn>
              <a:cxn ang="0">
                <a:pos x="connsiteX3538" y="connsiteY3538"/>
              </a:cxn>
              <a:cxn ang="0">
                <a:pos x="connsiteX3539" y="connsiteY3539"/>
              </a:cxn>
              <a:cxn ang="0">
                <a:pos x="connsiteX3540" y="connsiteY3540"/>
              </a:cxn>
              <a:cxn ang="0">
                <a:pos x="connsiteX3541" y="connsiteY3541"/>
              </a:cxn>
              <a:cxn ang="0">
                <a:pos x="connsiteX3542" y="connsiteY3542"/>
              </a:cxn>
              <a:cxn ang="0">
                <a:pos x="connsiteX3543" y="connsiteY3543"/>
              </a:cxn>
              <a:cxn ang="0">
                <a:pos x="connsiteX3544" y="connsiteY3544"/>
              </a:cxn>
              <a:cxn ang="0">
                <a:pos x="connsiteX3545" y="connsiteY3545"/>
              </a:cxn>
              <a:cxn ang="0">
                <a:pos x="connsiteX3546" y="connsiteY3546"/>
              </a:cxn>
              <a:cxn ang="0">
                <a:pos x="connsiteX3547" y="connsiteY3547"/>
              </a:cxn>
              <a:cxn ang="0">
                <a:pos x="connsiteX3548" y="connsiteY3548"/>
              </a:cxn>
              <a:cxn ang="0">
                <a:pos x="connsiteX3549" y="connsiteY3549"/>
              </a:cxn>
              <a:cxn ang="0">
                <a:pos x="connsiteX3550" y="connsiteY3550"/>
              </a:cxn>
              <a:cxn ang="0">
                <a:pos x="connsiteX3551" y="connsiteY3551"/>
              </a:cxn>
              <a:cxn ang="0">
                <a:pos x="connsiteX3552" y="connsiteY3552"/>
              </a:cxn>
              <a:cxn ang="0">
                <a:pos x="connsiteX3553" y="connsiteY3553"/>
              </a:cxn>
              <a:cxn ang="0">
                <a:pos x="connsiteX3554" y="connsiteY3554"/>
              </a:cxn>
              <a:cxn ang="0">
                <a:pos x="connsiteX3555" y="connsiteY3555"/>
              </a:cxn>
              <a:cxn ang="0">
                <a:pos x="connsiteX3556" y="connsiteY3556"/>
              </a:cxn>
              <a:cxn ang="0">
                <a:pos x="connsiteX3557" y="connsiteY3557"/>
              </a:cxn>
              <a:cxn ang="0">
                <a:pos x="connsiteX3558" y="connsiteY3558"/>
              </a:cxn>
              <a:cxn ang="0">
                <a:pos x="connsiteX3559" y="connsiteY3559"/>
              </a:cxn>
              <a:cxn ang="0">
                <a:pos x="connsiteX3560" y="connsiteY3560"/>
              </a:cxn>
              <a:cxn ang="0">
                <a:pos x="connsiteX3561" y="connsiteY3561"/>
              </a:cxn>
              <a:cxn ang="0">
                <a:pos x="connsiteX3562" y="connsiteY3562"/>
              </a:cxn>
              <a:cxn ang="0">
                <a:pos x="connsiteX3563" y="connsiteY3563"/>
              </a:cxn>
              <a:cxn ang="0">
                <a:pos x="connsiteX3564" y="connsiteY3564"/>
              </a:cxn>
              <a:cxn ang="0">
                <a:pos x="connsiteX3565" y="connsiteY3565"/>
              </a:cxn>
              <a:cxn ang="0">
                <a:pos x="connsiteX3566" y="connsiteY3566"/>
              </a:cxn>
              <a:cxn ang="0">
                <a:pos x="connsiteX3567" y="connsiteY3567"/>
              </a:cxn>
              <a:cxn ang="0">
                <a:pos x="connsiteX3568" y="connsiteY3568"/>
              </a:cxn>
              <a:cxn ang="0">
                <a:pos x="connsiteX3569" y="connsiteY3569"/>
              </a:cxn>
              <a:cxn ang="0">
                <a:pos x="connsiteX3570" y="connsiteY3570"/>
              </a:cxn>
              <a:cxn ang="0">
                <a:pos x="connsiteX3571" y="connsiteY3571"/>
              </a:cxn>
              <a:cxn ang="0">
                <a:pos x="connsiteX3572" y="connsiteY3572"/>
              </a:cxn>
              <a:cxn ang="0">
                <a:pos x="connsiteX3573" y="connsiteY3573"/>
              </a:cxn>
              <a:cxn ang="0">
                <a:pos x="connsiteX3574" y="connsiteY3574"/>
              </a:cxn>
              <a:cxn ang="0">
                <a:pos x="connsiteX3575" y="connsiteY3575"/>
              </a:cxn>
              <a:cxn ang="0">
                <a:pos x="connsiteX3576" y="connsiteY3576"/>
              </a:cxn>
              <a:cxn ang="0">
                <a:pos x="connsiteX3577" y="connsiteY3577"/>
              </a:cxn>
              <a:cxn ang="0">
                <a:pos x="connsiteX3578" y="connsiteY3578"/>
              </a:cxn>
              <a:cxn ang="0">
                <a:pos x="connsiteX3579" y="connsiteY3579"/>
              </a:cxn>
              <a:cxn ang="0">
                <a:pos x="connsiteX3580" y="connsiteY3580"/>
              </a:cxn>
              <a:cxn ang="0">
                <a:pos x="connsiteX3581" y="connsiteY3581"/>
              </a:cxn>
              <a:cxn ang="0">
                <a:pos x="connsiteX3582" y="connsiteY3582"/>
              </a:cxn>
              <a:cxn ang="0">
                <a:pos x="connsiteX3583" y="connsiteY3583"/>
              </a:cxn>
              <a:cxn ang="0">
                <a:pos x="connsiteX3584" y="connsiteY3584"/>
              </a:cxn>
              <a:cxn ang="0">
                <a:pos x="connsiteX3585" y="connsiteY3585"/>
              </a:cxn>
              <a:cxn ang="0">
                <a:pos x="connsiteX3586" y="connsiteY3586"/>
              </a:cxn>
              <a:cxn ang="0">
                <a:pos x="connsiteX3587" y="connsiteY3587"/>
              </a:cxn>
              <a:cxn ang="0">
                <a:pos x="connsiteX3588" y="connsiteY3588"/>
              </a:cxn>
              <a:cxn ang="0">
                <a:pos x="connsiteX3589" y="connsiteY3589"/>
              </a:cxn>
              <a:cxn ang="0">
                <a:pos x="connsiteX3590" y="connsiteY3590"/>
              </a:cxn>
              <a:cxn ang="0">
                <a:pos x="connsiteX3591" y="connsiteY3591"/>
              </a:cxn>
              <a:cxn ang="0">
                <a:pos x="connsiteX3592" y="connsiteY3592"/>
              </a:cxn>
              <a:cxn ang="0">
                <a:pos x="connsiteX3593" y="connsiteY3593"/>
              </a:cxn>
              <a:cxn ang="0">
                <a:pos x="connsiteX3594" y="connsiteY3594"/>
              </a:cxn>
              <a:cxn ang="0">
                <a:pos x="connsiteX3595" y="connsiteY3595"/>
              </a:cxn>
              <a:cxn ang="0">
                <a:pos x="connsiteX3596" y="connsiteY3596"/>
              </a:cxn>
              <a:cxn ang="0">
                <a:pos x="connsiteX3597" y="connsiteY3597"/>
              </a:cxn>
              <a:cxn ang="0">
                <a:pos x="connsiteX3598" y="connsiteY3598"/>
              </a:cxn>
              <a:cxn ang="0">
                <a:pos x="connsiteX3599" y="connsiteY3599"/>
              </a:cxn>
              <a:cxn ang="0">
                <a:pos x="connsiteX3600" y="connsiteY3600"/>
              </a:cxn>
              <a:cxn ang="0">
                <a:pos x="connsiteX3601" y="connsiteY3601"/>
              </a:cxn>
              <a:cxn ang="0">
                <a:pos x="connsiteX3602" y="connsiteY3602"/>
              </a:cxn>
              <a:cxn ang="0">
                <a:pos x="connsiteX3603" y="connsiteY3603"/>
              </a:cxn>
              <a:cxn ang="0">
                <a:pos x="connsiteX3604" y="connsiteY3604"/>
              </a:cxn>
              <a:cxn ang="0">
                <a:pos x="connsiteX3605" y="connsiteY3605"/>
              </a:cxn>
              <a:cxn ang="0">
                <a:pos x="connsiteX3606" y="connsiteY3606"/>
              </a:cxn>
              <a:cxn ang="0">
                <a:pos x="connsiteX3607" y="connsiteY3607"/>
              </a:cxn>
              <a:cxn ang="0">
                <a:pos x="connsiteX3608" y="connsiteY3608"/>
              </a:cxn>
              <a:cxn ang="0">
                <a:pos x="connsiteX3609" y="connsiteY3609"/>
              </a:cxn>
              <a:cxn ang="0">
                <a:pos x="connsiteX3610" y="connsiteY3610"/>
              </a:cxn>
              <a:cxn ang="0">
                <a:pos x="connsiteX3611" y="connsiteY3611"/>
              </a:cxn>
              <a:cxn ang="0">
                <a:pos x="connsiteX3612" y="connsiteY3612"/>
              </a:cxn>
              <a:cxn ang="0">
                <a:pos x="connsiteX3613" y="connsiteY3613"/>
              </a:cxn>
              <a:cxn ang="0">
                <a:pos x="connsiteX3614" y="connsiteY3614"/>
              </a:cxn>
              <a:cxn ang="0">
                <a:pos x="connsiteX3615" y="connsiteY3615"/>
              </a:cxn>
              <a:cxn ang="0">
                <a:pos x="connsiteX3616" y="connsiteY3616"/>
              </a:cxn>
              <a:cxn ang="0">
                <a:pos x="connsiteX3617" y="connsiteY3617"/>
              </a:cxn>
              <a:cxn ang="0">
                <a:pos x="connsiteX3618" y="connsiteY3618"/>
              </a:cxn>
              <a:cxn ang="0">
                <a:pos x="connsiteX3619" y="connsiteY3619"/>
              </a:cxn>
              <a:cxn ang="0">
                <a:pos x="connsiteX3620" y="connsiteY3620"/>
              </a:cxn>
              <a:cxn ang="0">
                <a:pos x="connsiteX3621" y="connsiteY3621"/>
              </a:cxn>
              <a:cxn ang="0">
                <a:pos x="connsiteX3622" y="connsiteY3622"/>
              </a:cxn>
              <a:cxn ang="0">
                <a:pos x="connsiteX3623" y="connsiteY3623"/>
              </a:cxn>
              <a:cxn ang="0">
                <a:pos x="connsiteX3624" y="connsiteY3624"/>
              </a:cxn>
              <a:cxn ang="0">
                <a:pos x="connsiteX3625" y="connsiteY3625"/>
              </a:cxn>
              <a:cxn ang="0">
                <a:pos x="connsiteX3626" y="connsiteY3626"/>
              </a:cxn>
              <a:cxn ang="0">
                <a:pos x="connsiteX3627" y="connsiteY3627"/>
              </a:cxn>
              <a:cxn ang="0">
                <a:pos x="connsiteX3628" y="connsiteY3628"/>
              </a:cxn>
              <a:cxn ang="0">
                <a:pos x="connsiteX3629" y="connsiteY3629"/>
              </a:cxn>
              <a:cxn ang="0">
                <a:pos x="connsiteX3630" y="connsiteY3630"/>
              </a:cxn>
              <a:cxn ang="0">
                <a:pos x="connsiteX3631" y="connsiteY3631"/>
              </a:cxn>
              <a:cxn ang="0">
                <a:pos x="connsiteX3632" y="connsiteY3632"/>
              </a:cxn>
              <a:cxn ang="0">
                <a:pos x="connsiteX3633" y="connsiteY3633"/>
              </a:cxn>
              <a:cxn ang="0">
                <a:pos x="connsiteX3634" y="connsiteY3634"/>
              </a:cxn>
              <a:cxn ang="0">
                <a:pos x="connsiteX3635" y="connsiteY3635"/>
              </a:cxn>
              <a:cxn ang="0">
                <a:pos x="connsiteX3636" y="connsiteY3636"/>
              </a:cxn>
              <a:cxn ang="0">
                <a:pos x="connsiteX3637" y="connsiteY3637"/>
              </a:cxn>
              <a:cxn ang="0">
                <a:pos x="connsiteX3638" y="connsiteY3638"/>
              </a:cxn>
              <a:cxn ang="0">
                <a:pos x="connsiteX3639" y="connsiteY3639"/>
              </a:cxn>
              <a:cxn ang="0">
                <a:pos x="connsiteX3640" y="connsiteY3640"/>
              </a:cxn>
              <a:cxn ang="0">
                <a:pos x="connsiteX3641" y="connsiteY3641"/>
              </a:cxn>
              <a:cxn ang="0">
                <a:pos x="connsiteX3642" y="connsiteY3642"/>
              </a:cxn>
              <a:cxn ang="0">
                <a:pos x="connsiteX3643" y="connsiteY3643"/>
              </a:cxn>
              <a:cxn ang="0">
                <a:pos x="connsiteX3644" y="connsiteY3644"/>
              </a:cxn>
              <a:cxn ang="0">
                <a:pos x="connsiteX3645" y="connsiteY3645"/>
              </a:cxn>
              <a:cxn ang="0">
                <a:pos x="connsiteX3646" y="connsiteY3646"/>
              </a:cxn>
              <a:cxn ang="0">
                <a:pos x="connsiteX3647" y="connsiteY3647"/>
              </a:cxn>
              <a:cxn ang="0">
                <a:pos x="connsiteX3648" y="connsiteY3648"/>
              </a:cxn>
              <a:cxn ang="0">
                <a:pos x="connsiteX3649" y="connsiteY3649"/>
              </a:cxn>
              <a:cxn ang="0">
                <a:pos x="connsiteX3650" y="connsiteY3650"/>
              </a:cxn>
              <a:cxn ang="0">
                <a:pos x="connsiteX3651" y="connsiteY3651"/>
              </a:cxn>
              <a:cxn ang="0">
                <a:pos x="connsiteX3652" y="connsiteY3652"/>
              </a:cxn>
              <a:cxn ang="0">
                <a:pos x="connsiteX3653" y="connsiteY3653"/>
              </a:cxn>
              <a:cxn ang="0">
                <a:pos x="connsiteX3654" y="connsiteY3654"/>
              </a:cxn>
              <a:cxn ang="0">
                <a:pos x="connsiteX3655" y="connsiteY3655"/>
              </a:cxn>
              <a:cxn ang="0">
                <a:pos x="connsiteX3656" y="connsiteY3656"/>
              </a:cxn>
              <a:cxn ang="0">
                <a:pos x="connsiteX3657" y="connsiteY3657"/>
              </a:cxn>
              <a:cxn ang="0">
                <a:pos x="connsiteX3658" y="connsiteY3658"/>
              </a:cxn>
              <a:cxn ang="0">
                <a:pos x="connsiteX3659" y="connsiteY3659"/>
              </a:cxn>
              <a:cxn ang="0">
                <a:pos x="connsiteX3660" y="connsiteY3660"/>
              </a:cxn>
              <a:cxn ang="0">
                <a:pos x="connsiteX3661" y="connsiteY3661"/>
              </a:cxn>
              <a:cxn ang="0">
                <a:pos x="connsiteX3662" y="connsiteY3662"/>
              </a:cxn>
              <a:cxn ang="0">
                <a:pos x="connsiteX3663" y="connsiteY3663"/>
              </a:cxn>
              <a:cxn ang="0">
                <a:pos x="connsiteX3664" y="connsiteY3664"/>
              </a:cxn>
              <a:cxn ang="0">
                <a:pos x="connsiteX3665" y="connsiteY3665"/>
              </a:cxn>
              <a:cxn ang="0">
                <a:pos x="connsiteX3666" y="connsiteY3666"/>
              </a:cxn>
              <a:cxn ang="0">
                <a:pos x="connsiteX3667" y="connsiteY3667"/>
              </a:cxn>
              <a:cxn ang="0">
                <a:pos x="connsiteX3668" y="connsiteY3668"/>
              </a:cxn>
              <a:cxn ang="0">
                <a:pos x="connsiteX3669" y="connsiteY3669"/>
              </a:cxn>
              <a:cxn ang="0">
                <a:pos x="connsiteX3670" y="connsiteY3670"/>
              </a:cxn>
              <a:cxn ang="0">
                <a:pos x="connsiteX3671" y="connsiteY3671"/>
              </a:cxn>
              <a:cxn ang="0">
                <a:pos x="connsiteX3672" y="connsiteY3672"/>
              </a:cxn>
              <a:cxn ang="0">
                <a:pos x="connsiteX3673" y="connsiteY3673"/>
              </a:cxn>
              <a:cxn ang="0">
                <a:pos x="connsiteX3674" y="connsiteY3674"/>
              </a:cxn>
              <a:cxn ang="0">
                <a:pos x="connsiteX3675" y="connsiteY3675"/>
              </a:cxn>
              <a:cxn ang="0">
                <a:pos x="connsiteX3676" y="connsiteY3676"/>
              </a:cxn>
              <a:cxn ang="0">
                <a:pos x="connsiteX3677" y="connsiteY3677"/>
              </a:cxn>
              <a:cxn ang="0">
                <a:pos x="connsiteX3678" y="connsiteY3678"/>
              </a:cxn>
              <a:cxn ang="0">
                <a:pos x="connsiteX3679" y="connsiteY3679"/>
              </a:cxn>
              <a:cxn ang="0">
                <a:pos x="connsiteX3680" y="connsiteY3680"/>
              </a:cxn>
              <a:cxn ang="0">
                <a:pos x="connsiteX3681" y="connsiteY3681"/>
              </a:cxn>
              <a:cxn ang="0">
                <a:pos x="connsiteX3682" y="connsiteY3682"/>
              </a:cxn>
              <a:cxn ang="0">
                <a:pos x="connsiteX3683" y="connsiteY3683"/>
              </a:cxn>
              <a:cxn ang="0">
                <a:pos x="connsiteX3684" y="connsiteY3684"/>
              </a:cxn>
              <a:cxn ang="0">
                <a:pos x="connsiteX3685" y="connsiteY3685"/>
              </a:cxn>
              <a:cxn ang="0">
                <a:pos x="connsiteX3686" y="connsiteY3686"/>
              </a:cxn>
              <a:cxn ang="0">
                <a:pos x="connsiteX3687" y="connsiteY3687"/>
              </a:cxn>
              <a:cxn ang="0">
                <a:pos x="connsiteX3688" y="connsiteY3688"/>
              </a:cxn>
              <a:cxn ang="0">
                <a:pos x="connsiteX3689" y="connsiteY3689"/>
              </a:cxn>
              <a:cxn ang="0">
                <a:pos x="connsiteX3690" y="connsiteY3690"/>
              </a:cxn>
              <a:cxn ang="0">
                <a:pos x="connsiteX3691" y="connsiteY3691"/>
              </a:cxn>
              <a:cxn ang="0">
                <a:pos x="connsiteX3692" y="connsiteY3692"/>
              </a:cxn>
              <a:cxn ang="0">
                <a:pos x="connsiteX3693" y="connsiteY3693"/>
              </a:cxn>
              <a:cxn ang="0">
                <a:pos x="connsiteX3694" y="connsiteY3694"/>
              </a:cxn>
              <a:cxn ang="0">
                <a:pos x="connsiteX3695" y="connsiteY3695"/>
              </a:cxn>
              <a:cxn ang="0">
                <a:pos x="connsiteX3696" y="connsiteY3696"/>
              </a:cxn>
              <a:cxn ang="0">
                <a:pos x="connsiteX3697" y="connsiteY3697"/>
              </a:cxn>
              <a:cxn ang="0">
                <a:pos x="connsiteX3698" y="connsiteY3698"/>
              </a:cxn>
              <a:cxn ang="0">
                <a:pos x="connsiteX3699" y="connsiteY3699"/>
              </a:cxn>
              <a:cxn ang="0">
                <a:pos x="connsiteX3700" y="connsiteY3700"/>
              </a:cxn>
              <a:cxn ang="0">
                <a:pos x="connsiteX3701" y="connsiteY3701"/>
              </a:cxn>
              <a:cxn ang="0">
                <a:pos x="connsiteX3702" y="connsiteY3702"/>
              </a:cxn>
              <a:cxn ang="0">
                <a:pos x="connsiteX3703" y="connsiteY3703"/>
              </a:cxn>
              <a:cxn ang="0">
                <a:pos x="connsiteX3704" y="connsiteY3704"/>
              </a:cxn>
              <a:cxn ang="0">
                <a:pos x="connsiteX3705" y="connsiteY3705"/>
              </a:cxn>
              <a:cxn ang="0">
                <a:pos x="connsiteX3706" y="connsiteY3706"/>
              </a:cxn>
              <a:cxn ang="0">
                <a:pos x="connsiteX3707" y="connsiteY3707"/>
              </a:cxn>
              <a:cxn ang="0">
                <a:pos x="connsiteX3708" y="connsiteY3708"/>
              </a:cxn>
              <a:cxn ang="0">
                <a:pos x="connsiteX3709" y="connsiteY3709"/>
              </a:cxn>
              <a:cxn ang="0">
                <a:pos x="connsiteX3710" y="connsiteY3710"/>
              </a:cxn>
              <a:cxn ang="0">
                <a:pos x="connsiteX3711" y="connsiteY3711"/>
              </a:cxn>
              <a:cxn ang="0">
                <a:pos x="connsiteX3712" y="connsiteY3712"/>
              </a:cxn>
              <a:cxn ang="0">
                <a:pos x="connsiteX3713" y="connsiteY3713"/>
              </a:cxn>
              <a:cxn ang="0">
                <a:pos x="connsiteX3714" y="connsiteY3714"/>
              </a:cxn>
              <a:cxn ang="0">
                <a:pos x="connsiteX3715" y="connsiteY3715"/>
              </a:cxn>
              <a:cxn ang="0">
                <a:pos x="connsiteX3716" y="connsiteY3716"/>
              </a:cxn>
              <a:cxn ang="0">
                <a:pos x="connsiteX3717" y="connsiteY3717"/>
              </a:cxn>
              <a:cxn ang="0">
                <a:pos x="connsiteX3718" y="connsiteY3718"/>
              </a:cxn>
              <a:cxn ang="0">
                <a:pos x="connsiteX3719" y="connsiteY3719"/>
              </a:cxn>
              <a:cxn ang="0">
                <a:pos x="connsiteX3720" y="connsiteY3720"/>
              </a:cxn>
              <a:cxn ang="0">
                <a:pos x="connsiteX3721" y="connsiteY3721"/>
              </a:cxn>
              <a:cxn ang="0">
                <a:pos x="connsiteX3722" y="connsiteY3722"/>
              </a:cxn>
              <a:cxn ang="0">
                <a:pos x="connsiteX3723" y="connsiteY3723"/>
              </a:cxn>
              <a:cxn ang="0">
                <a:pos x="connsiteX3724" y="connsiteY3724"/>
              </a:cxn>
              <a:cxn ang="0">
                <a:pos x="connsiteX3725" y="connsiteY3725"/>
              </a:cxn>
              <a:cxn ang="0">
                <a:pos x="connsiteX3726" y="connsiteY3726"/>
              </a:cxn>
              <a:cxn ang="0">
                <a:pos x="connsiteX3727" y="connsiteY3727"/>
              </a:cxn>
              <a:cxn ang="0">
                <a:pos x="connsiteX3728" y="connsiteY3728"/>
              </a:cxn>
              <a:cxn ang="0">
                <a:pos x="connsiteX3729" y="connsiteY3729"/>
              </a:cxn>
              <a:cxn ang="0">
                <a:pos x="connsiteX3730" y="connsiteY3730"/>
              </a:cxn>
              <a:cxn ang="0">
                <a:pos x="connsiteX3731" y="connsiteY3731"/>
              </a:cxn>
              <a:cxn ang="0">
                <a:pos x="connsiteX3732" y="connsiteY3732"/>
              </a:cxn>
              <a:cxn ang="0">
                <a:pos x="connsiteX3733" y="connsiteY3733"/>
              </a:cxn>
              <a:cxn ang="0">
                <a:pos x="connsiteX3734" y="connsiteY3734"/>
              </a:cxn>
              <a:cxn ang="0">
                <a:pos x="connsiteX3735" y="connsiteY3735"/>
              </a:cxn>
              <a:cxn ang="0">
                <a:pos x="connsiteX3736" y="connsiteY3736"/>
              </a:cxn>
              <a:cxn ang="0">
                <a:pos x="connsiteX3737" y="connsiteY3737"/>
              </a:cxn>
              <a:cxn ang="0">
                <a:pos x="connsiteX3738" y="connsiteY3738"/>
              </a:cxn>
              <a:cxn ang="0">
                <a:pos x="connsiteX3739" y="connsiteY3739"/>
              </a:cxn>
              <a:cxn ang="0">
                <a:pos x="connsiteX3740" y="connsiteY3740"/>
              </a:cxn>
              <a:cxn ang="0">
                <a:pos x="connsiteX3741" y="connsiteY3741"/>
              </a:cxn>
              <a:cxn ang="0">
                <a:pos x="connsiteX3742" y="connsiteY3742"/>
              </a:cxn>
              <a:cxn ang="0">
                <a:pos x="connsiteX3743" y="connsiteY3743"/>
              </a:cxn>
              <a:cxn ang="0">
                <a:pos x="connsiteX3744" y="connsiteY3744"/>
              </a:cxn>
              <a:cxn ang="0">
                <a:pos x="connsiteX3745" y="connsiteY3745"/>
              </a:cxn>
              <a:cxn ang="0">
                <a:pos x="connsiteX3746" y="connsiteY3746"/>
              </a:cxn>
              <a:cxn ang="0">
                <a:pos x="connsiteX3747" y="connsiteY3747"/>
              </a:cxn>
              <a:cxn ang="0">
                <a:pos x="connsiteX3748" y="connsiteY3748"/>
              </a:cxn>
              <a:cxn ang="0">
                <a:pos x="connsiteX3749" y="connsiteY3749"/>
              </a:cxn>
              <a:cxn ang="0">
                <a:pos x="connsiteX3750" y="connsiteY3750"/>
              </a:cxn>
              <a:cxn ang="0">
                <a:pos x="connsiteX3751" y="connsiteY3751"/>
              </a:cxn>
              <a:cxn ang="0">
                <a:pos x="connsiteX3752" y="connsiteY3752"/>
              </a:cxn>
              <a:cxn ang="0">
                <a:pos x="connsiteX3753" y="connsiteY3753"/>
              </a:cxn>
              <a:cxn ang="0">
                <a:pos x="connsiteX3754" y="connsiteY3754"/>
              </a:cxn>
              <a:cxn ang="0">
                <a:pos x="connsiteX3755" y="connsiteY3755"/>
              </a:cxn>
              <a:cxn ang="0">
                <a:pos x="connsiteX3756" y="connsiteY3756"/>
              </a:cxn>
              <a:cxn ang="0">
                <a:pos x="connsiteX3757" y="connsiteY3757"/>
              </a:cxn>
              <a:cxn ang="0">
                <a:pos x="connsiteX3758" y="connsiteY3758"/>
              </a:cxn>
              <a:cxn ang="0">
                <a:pos x="connsiteX3759" y="connsiteY3759"/>
              </a:cxn>
              <a:cxn ang="0">
                <a:pos x="connsiteX3760" y="connsiteY3760"/>
              </a:cxn>
              <a:cxn ang="0">
                <a:pos x="connsiteX3761" y="connsiteY3761"/>
              </a:cxn>
              <a:cxn ang="0">
                <a:pos x="connsiteX3762" y="connsiteY3762"/>
              </a:cxn>
              <a:cxn ang="0">
                <a:pos x="connsiteX3763" y="connsiteY3763"/>
              </a:cxn>
              <a:cxn ang="0">
                <a:pos x="connsiteX3764" y="connsiteY3764"/>
              </a:cxn>
              <a:cxn ang="0">
                <a:pos x="connsiteX3765" y="connsiteY3765"/>
              </a:cxn>
              <a:cxn ang="0">
                <a:pos x="connsiteX3766" y="connsiteY3766"/>
              </a:cxn>
              <a:cxn ang="0">
                <a:pos x="connsiteX3767" y="connsiteY3767"/>
              </a:cxn>
              <a:cxn ang="0">
                <a:pos x="connsiteX3768" y="connsiteY3768"/>
              </a:cxn>
              <a:cxn ang="0">
                <a:pos x="connsiteX3769" y="connsiteY3769"/>
              </a:cxn>
              <a:cxn ang="0">
                <a:pos x="connsiteX3770" y="connsiteY3770"/>
              </a:cxn>
              <a:cxn ang="0">
                <a:pos x="connsiteX3771" y="connsiteY3771"/>
              </a:cxn>
              <a:cxn ang="0">
                <a:pos x="connsiteX3772" y="connsiteY3772"/>
              </a:cxn>
              <a:cxn ang="0">
                <a:pos x="connsiteX3773" y="connsiteY3773"/>
              </a:cxn>
              <a:cxn ang="0">
                <a:pos x="connsiteX3774" y="connsiteY3774"/>
              </a:cxn>
              <a:cxn ang="0">
                <a:pos x="connsiteX3775" y="connsiteY3775"/>
              </a:cxn>
              <a:cxn ang="0">
                <a:pos x="connsiteX3776" y="connsiteY3776"/>
              </a:cxn>
              <a:cxn ang="0">
                <a:pos x="connsiteX3777" y="connsiteY3777"/>
              </a:cxn>
              <a:cxn ang="0">
                <a:pos x="connsiteX3778" y="connsiteY3778"/>
              </a:cxn>
              <a:cxn ang="0">
                <a:pos x="connsiteX3779" y="connsiteY3779"/>
              </a:cxn>
              <a:cxn ang="0">
                <a:pos x="connsiteX3780" y="connsiteY3780"/>
              </a:cxn>
              <a:cxn ang="0">
                <a:pos x="connsiteX3781" y="connsiteY3781"/>
              </a:cxn>
              <a:cxn ang="0">
                <a:pos x="connsiteX3782" y="connsiteY3782"/>
              </a:cxn>
              <a:cxn ang="0">
                <a:pos x="connsiteX3783" y="connsiteY3783"/>
              </a:cxn>
              <a:cxn ang="0">
                <a:pos x="connsiteX3784" y="connsiteY3784"/>
              </a:cxn>
              <a:cxn ang="0">
                <a:pos x="connsiteX3785" y="connsiteY3785"/>
              </a:cxn>
              <a:cxn ang="0">
                <a:pos x="connsiteX3786" y="connsiteY3786"/>
              </a:cxn>
              <a:cxn ang="0">
                <a:pos x="connsiteX3787" y="connsiteY3787"/>
              </a:cxn>
              <a:cxn ang="0">
                <a:pos x="connsiteX3788" y="connsiteY3788"/>
              </a:cxn>
              <a:cxn ang="0">
                <a:pos x="connsiteX3789" y="connsiteY3789"/>
              </a:cxn>
              <a:cxn ang="0">
                <a:pos x="connsiteX3790" y="connsiteY3790"/>
              </a:cxn>
              <a:cxn ang="0">
                <a:pos x="connsiteX3791" y="connsiteY3791"/>
              </a:cxn>
              <a:cxn ang="0">
                <a:pos x="connsiteX3792" y="connsiteY3792"/>
              </a:cxn>
              <a:cxn ang="0">
                <a:pos x="connsiteX3793" y="connsiteY3793"/>
              </a:cxn>
              <a:cxn ang="0">
                <a:pos x="connsiteX3794" y="connsiteY3794"/>
              </a:cxn>
              <a:cxn ang="0">
                <a:pos x="connsiteX3795" y="connsiteY3795"/>
              </a:cxn>
              <a:cxn ang="0">
                <a:pos x="connsiteX3796" y="connsiteY3796"/>
              </a:cxn>
              <a:cxn ang="0">
                <a:pos x="connsiteX3797" y="connsiteY3797"/>
              </a:cxn>
              <a:cxn ang="0">
                <a:pos x="connsiteX3798" y="connsiteY3798"/>
              </a:cxn>
              <a:cxn ang="0">
                <a:pos x="connsiteX3799" y="connsiteY3799"/>
              </a:cxn>
              <a:cxn ang="0">
                <a:pos x="connsiteX3800" y="connsiteY3800"/>
              </a:cxn>
              <a:cxn ang="0">
                <a:pos x="connsiteX3801" y="connsiteY3801"/>
              </a:cxn>
              <a:cxn ang="0">
                <a:pos x="connsiteX3802" y="connsiteY3802"/>
              </a:cxn>
              <a:cxn ang="0">
                <a:pos x="connsiteX3803" y="connsiteY3803"/>
              </a:cxn>
              <a:cxn ang="0">
                <a:pos x="connsiteX3804" y="connsiteY3804"/>
              </a:cxn>
              <a:cxn ang="0">
                <a:pos x="connsiteX3805" y="connsiteY3805"/>
              </a:cxn>
              <a:cxn ang="0">
                <a:pos x="connsiteX3806" y="connsiteY3806"/>
              </a:cxn>
              <a:cxn ang="0">
                <a:pos x="connsiteX3807" y="connsiteY3807"/>
              </a:cxn>
              <a:cxn ang="0">
                <a:pos x="connsiteX3808" y="connsiteY3808"/>
              </a:cxn>
              <a:cxn ang="0">
                <a:pos x="connsiteX3809" y="connsiteY3809"/>
              </a:cxn>
              <a:cxn ang="0">
                <a:pos x="connsiteX3810" y="connsiteY3810"/>
              </a:cxn>
              <a:cxn ang="0">
                <a:pos x="connsiteX3811" y="connsiteY3811"/>
              </a:cxn>
              <a:cxn ang="0">
                <a:pos x="connsiteX3812" y="connsiteY3812"/>
              </a:cxn>
              <a:cxn ang="0">
                <a:pos x="connsiteX3813" y="connsiteY3813"/>
              </a:cxn>
              <a:cxn ang="0">
                <a:pos x="connsiteX3814" y="connsiteY3814"/>
              </a:cxn>
              <a:cxn ang="0">
                <a:pos x="connsiteX3815" y="connsiteY3815"/>
              </a:cxn>
              <a:cxn ang="0">
                <a:pos x="connsiteX3816" y="connsiteY3816"/>
              </a:cxn>
              <a:cxn ang="0">
                <a:pos x="connsiteX3817" y="connsiteY3817"/>
              </a:cxn>
              <a:cxn ang="0">
                <a:pos x="connsiteX3818" y="connsiteY3818"/>
              </a:cxn>
              <a:cxn ang="0">
                <a:pos x="connsiteX3819" y="connsiteY3819"/>
              </a:cxn>
              <a:cxn ang="0">
                <a:pos x="connsiteX3820" y="connsiteY3820"/>
              </a:cxn>
              <a:cxn ang="0">
                <a:pos x="connsiteX3821" y="connsiteY3821"/>
              </a:cxn>
              <a:cxn ang="0">
                <a:pos x="connsiteX3822" y="connsiteY3822"/>
              </a:cxn>
              <a:cxn ang="0">
                <a:pos x="connsiteX3823" y="connsiteY3823"/>
              </a:cxn>
              <a:cxn ang="0">
                <a:pos x="connsiteX3824" y="connsiteY3824"/>
              </a:cxn>
              <a:cxn ang="0">
                <a:pos x="connsiteX3825" y="connsiteY3825"/>
              </a:cxn>
              <a:cxn ang="0">
                <a:pos x="connsiteX3826" y="connsiteY3826"/>
              </a:cxn>
              <a:cxn ang="0">
                <a:pos x="connsiteX3827" y="connsiteY3827"/>
              </a:cxn>
              <a:cxn ang="0">
                <a:pos x="connsiteX3828" y="connsiteY3828"/>
              </a:cxn>
              <a:cxn ang="0">
                <a:pos x="connsiteX3829" y="connsiteY3829"/>
              </a:cxn>
              <a:cxn ang="0">
                <a:pos x="connsiteX3830" y="connsiteY3830"/>
              </a:cxn>
              <a:cxn ang="0">
                <a:pos x="connsiteX3831" y="connsiteY3831"/>
              </a:cxn>
              <a:cxn ang="0">
                <a:pos x="connsiteX3832" y="connsiteY3832"/>
              </a:cxn>
              <a:cxn ang="0">
                <a:pos x="connsiteX3833" y="connsiteY3833"/>
              </a:cxn>
              <a:cxn ang="0">
                <a:pos x="connsiteX3834" y="connsiteY3834"/>
              </a:cxn>
              <a:cxn ang="0">
                <a:pos x="connsiteX3835" y="connsiteY3835"/>
              </a:cxn>
              <a:cxn ang="0">
                <a:pos x="connsiteX3836" y="connsiteY3836"/>
              </a:cxn>
              <a:cxn ang="0">
                <a:pos x="connsiteX3837" y="connsiteY3837"/>
              </a:cxn>
              <a:cxn ang="0">
                <a:pos x="connsiteX3838" y="connsiteY3838"/>
              </a:cxn>
              <a:cxn ang="0">
                <a:pos x="connsiteX3839" y="connsiteY3839"/>
              </a:cxn>
              <a:cxn ang="0">
                <a:pos x="connsiteX3840" y="connsiteY3840"/>
              </a:cxn>
              <a:cxn ang="0">
                <a:pos x="connsiteX3841" y="connsiteY3841"/>
              </a:cxn>
              <a:cxn ang="0">
                <a:pos x="connsiteX3842" y="connsiteY3842"/>
              </a:cxn>
              <a:cxn ang="0">
                <a:pos x="connsiteX3843" y="connsiteY3843"/>
              </a:cxn>
              <a:cxn ang="0">
                <a:pos x="connsiteX3844" y="connsiteY3844"/>
              </a:cxn>
              <a:cxn ang="0">
                <a:pos x="connsiteX3845" y="connsiteY3845"/>
              </a:cxn>
              <a:cxn ang="0">
                <a:pos x="connsiteX3846" y="connsiteY3846"/>
              </a:cxn>
              <a:cxn ang="0">
                <a:pos x="connsiteX3847" y="connsiteY3847"/>
              </a:cxn>
              <a:cxn ang="0">
                <a:pos x="connsiteX3848" y="connsiteY3848"/>
              </a:cxn>
              <a:cxn ang="0">
                <a:pos x="connsiteX3849" y="connsiteY3849"/>
              </a:cxn>
              <a:cxn ang="0">
                <a:pos x="connsiteX3850" y="connsiteY3850"/>
              </a:cxn>
              <a:cxn ang="0">
                <a:pos x="connsiteX3851" y="connsiteY3851"/>
              </a:cxn>
              <a:cxn ang="0">
                <a:pos x="connsiteX3852" y="connsiteY3852"/>
              </a:cxn>
              <a:cxn ang="0">
                <a:pos x="connsiteX3853" y="connsiteY3853"/>
              </a:cxn>
              <a:cxn ang="0">
                <a:pos x="connsiteX3854" y="connsiteY3854"/>
              </a:cxn>
              <a:cxn ang="0">
                <a:pos x="connsiteX3855" y="connsiteY3855"/>
              </a:cxn>
              <a:cxn ang="0">
                <a:pos x="connsiteX3856" y="connsiteY3856"/>
              </a:cxn>
              <a:cxn ang="0">
                <a:pos x="connsiteX3857" y="connsiteY3857"/>
              </a:cxn>
              <a:cxn ang="0">
                <a:pos x="connsiteX3858" y="connsiteY3858"/>
              </a:cxn>
              <a:cxn ang="0">
                <a:pos x="connsiteX3859" y="connsiteY3859"/>
              </a:cxn>
              <a:cxn ang="0">
                <a:pos x="connsiteX3860" y="connsiteY3860"/>
              </a:cxn>
              <a:cxn ang="0">
                <a:pos x="connsiteX3861" y="connsiteY3861"/>
              </a:cxn>
              <a:cxn ang="0">
                <a:pos x="connsiteX3862" y="connsiteY3862"/>
              </a:cxn>
              <a:cxn ang="0">
                <a:pos x="connsiteX3863" y="connsiteY3863"/>
              </a:cxn>
              <a:cxn ang="0">
                <a:pos x="connsiteX3864" y="connsiteY3864"/>
              </a:cxn>
              <a:cxn ang="0">
                <a:pos x="connsiteX3865" y="connsiteY3865"/>
              </a:cxn>
              <a:cxn ang="0">
                <a:pos x="connsiteX3866" y="connsiteY3866"/>
              </a:cxn>
              <a:cxn ang="0">
                <a:pos x="connsiteX3867" y="connsiteY3867"/>
              </a:cxn>
              <a:cxn ang="0">
                <a:pos x="connsiteX3868" y="connsiteY3868"/>
              </a:cxn>
              <a:cxn ang="0">
                <a:pos x="connsiteX3869" y="connsiteY3869"/>
              </a:cxn>
              <a:cxn ang="0">
                <a:pos x="connsiteX3870" y="connsiteY3870"/>
              </a:cxn>
              <a:cxn ang="0">
                <a:pos x="connsiteX3871" y="connsiteY3871"/>
              </a:cxn>
              <a:cxn ang="0">
                <a:pos x="connsiteX3872" y="connsiteY3872"/>
              </a:cxn>
              <a:cxn ang="0">
                <a:pos x="connsiteX3873" y="connsiteY3873"/>
              </a:cxn>
              <a:cxn ang="0">
                <a:pos x="connsiteX3874" y="connsiteY3874"/>
              </a:cxn>
              <a:cxn ang="0">
                <a:pos x="connsiteX3875" y="connsiteY3875"/>
              </a:cxn>
              <a:cxn ang="0">
                <a:pos x="connsiteX3876" y="connsiteY3876"/>
              </a:cxn>
              <a:cxn ang="0">
                <a:pos x="connsiteX3877" y="connsiteY3877"/>
              </a:cxn>
              <a:cxn ang="0">
                <a:pos x="connsiteX3878" y="connsiteY3878"/>
              </a:cxn>
              <a:cxn ang="0">
                <a:pos x="connsiteX3879" y="connsiteY3879"/>
              </a:cxn>
              <a:cxn ang="0">
                <a:pos x="connsiteX3880" y="connsiteY3880"/>
              </a:cxn>
              <a:cxn ang="0">
                <a:pos x="connsiteX3881" y="connsiteY3881"/>
              </a:cxn>
              <a:cxn ang="0">
                <a:pos x="connsiteX3882" y="connsiteY3882"/>
              </a:cxn>
              <a:cxn ang="0">
                <a:pos x="connsiteX3883" y="connsiteY3883"/>
              </a:cxn>
              <a:cxn ang="0">
                <a:pos x="connsiteX3884" y="connsiteY3884"/>
              </a:cxn>
              <a:cxn ang="0">
                <a:pos x="connsiteX3885" y="connsiteY3885"/>
              </a:cxn>
              <a:cxn ang="0">
                <a:pos x="connsiteX3886" y="connsiteY3886"/>
              </a:cxn>
              <a:cxn ang="0">
                <a:pos x="connsiteX3887" y="connsiteY3887"/>
              </a:cxn>
              <a:cxn ang="0">
                <a:pos x="connsiteX3888" y="connsiteY3888"/>
              </a:cxn>
              <a:cxn ang="0">
                <a:pos x="connsiteX3889" y="connsiteY3889"/>
              </a:cxn>
              <a:cxn ang="0">
                <a:pos x="connsiteX3890" y="connsiteY3890"/>
              </a:cxn>
              <a:cxn ang="0">
                <a:pos x="connsiteX3891" y="connsiteY3891"/>
              </a:cxn>
              <a:cxn ang="0">
                <a:pos x="connsiteX3892" y="connsiteY3892"/>
              </a:cxn>
              <a:cxn ang="0">
                <a:pos x="connsiteX3893" y="connsiteY3893"/>
              </a:cxn>
              <a:cxn ang="0">
                <a:pos x="connsiteX3894" y="connsiteY3894"/>
              </a:cxn>
              <a:cxn ang="0">
                <a:pos x="connsiteX3895" y="connsiteY3895"/>
              </a:cxn>
              <a:cxn ang="0">
                <a:pos x="connsiteX3896" y="connsiteY3896"/>
              </a:cxn>
              <a:cxn ang="0">
                <a:pos x="connsiteX3897" y="connsiteY3897"/>
              </a:cxn>
              <a:cxn ang="0">
                <a:pos x="connsiteX3898" y="connsiteY3898"/>
              </a:cxn>
              <a:cxn ang="0">
                <a:pos x="connsiteX3899" y="connsiteY3899"/>
              </a:cxn>
              <a:cxn ang="0">
                <a:pos x="connsiteX3900" y="connsiteY3900"/>
              </a:cxn>
              <a:cxn ang="0">
                <a:pos x="connsiteX3901" y="connsiteY3901"/>
              </a:cxn>
              <a:cxn ang="0">
                <a:pos x="connsiteX3902" y="connsiteY3902"/>
              </a:cxn>
              <a:cxn ang="0">
                <a:pos x="connsiteX3903" y="connsiteY3903"/>
              </a:cxn>
              <a:cxn ang="0">
                <a:pos x="connsiteX3904" y="connsiteY3904"/>
              </a:cxn>
              <a:cxn ang="0">
                <a:pos x="connsiteX3905" y="connsiteY3905"/>
              </a:cxn>
              <a:cxn ang="0">
                <a:pos x="connsiteX3906" y="connsiteY3906"/>
              </a:cxn>
              <a:cxn ang="0">
                <a:pos x="connsiteX3907" y="connsiteY3907"/>
              </a:cxn>
              <a:cxn ang="0">
                <a:pos x="connsiteX3908" y="connsiteY3908"/>
              </a:cxn>
              <a:cxn ang="0">
                <a:pos x="connsiteX3909" y="connsiteY3909"/>
              </a:cxn>
              <a:cxn ang="0">
                <a:pos x="connsiteX3910" y="connsiteY3910"/>
              </a:cxn>
              <a:cxn ang="0">
                <a:pos x="connsiteX3911" y="connsiteY3911"/>
              </a:cxn>
              <a:cxn ang="0">
                <a:pos x="connsiteX3912" y="connsiteY3912"/>
              </a:cxn>
              <a:cxn ang="0">
                <a:pos x="connsiteX3913" y="connsiteY3913"/>
              </a:cxn>
              <a:cxn ang="0">
                <a:pos x="connsiteX3914" y="connsiteY3914"/>
              </a:cxn>
              <a:cxn ang="0">
                <a:pos x="connsiteX3915" y="connsiteY3915"/>
              </a:cxn>
              <a:cxn ang="0">
                <a:pos x="connsiteX3916" y="connsiteY3916"/>
              </a:cxn>
              <a:cxn ang="0">
                <a:pos x="connsiteX3917" y="connsiteY3917"/>
              </a:cxn>
              <a:cxn ang="0">
                <a:pos x="connsiteX3918" y="connsiteY3918"/>
              </a:cxn>
              <a:cxn ang="0">
                <a:pos x="connsiteX3919" y="connsiteY3919"/>
              </a:cxn>
              <a:cxn ang="0">
                <a:pos x="connsiteX3920" y="connsiteY3920"/>
              </a:cxn>
              <a:cxn ang="0">
                <a:pos x="connsiteX3921" y="connsiteY3921"/>
              </a:cxn>
              <a:cxn ang="0">
                <a:pos x="connsiteX3922" y="connsiteY3922"/>
              </a:cxn>
              <a:cxn ang="0">
                <a:pos x="connsiteX3923" y="connsiteY3923"/>
              </a:cxn>
              <a:cxn ang="0">
                <a:pos x="connsiteX3924" y="connsiteY3924"/>
              </a:cxn>
              <a:cxn ang="0">
                <a:pos x="connsiteX3925" y="connsiteY3925"/>
              </a:cxn>
              <a:cxn ang="0">
                <a:pos x="connsiteX3926" y="connsiteY3926"/>
              </a:cxn>
              <a:cxn ang="0">
                <a:pos x="connsiteX3927" y="connsiteY3927"/>
              </a:cxn>
              <a:cxn ang="0">
                <a:pos x="connsiteX3928" y="connsiteY3928"/>
              </a:cxn>
              <a:cxn ang="0">
                <a:pos x="connsiteX3929" y="connsiteY3929"/>
              </a:cxn>
              <a:cxn ang="0">
                <a:pos x="connsiteX3930" y="connsiteY3930"/>
              </a:cxn>
              <a:cxn ang="0">
                <a:pos x="connsiteX3931" y="connsiteY3931"/>
              </a:cxn>
              <a:cxn ang="0">
                <a:pos x="connsiteX3932" y="connsiteY3932"/>
              </a:cxn>
              <a:cxn ang="0">
                <a:pos x="connsiteX3933" y="connsiteY3933"/>
              </a:cxn>
              <a:cxn ang="0">
                <a:pos x="connsiteX3934" y="connsiteY3934"/>
              </a:cxn>
              <a:cxn ang="0">
                <a:pos x="connsiteX3935" y="connsiteY3935"/>
              </a:cxn>
              <a:cxn ang="0">
                <a:pos x="connsiteX3936" y="connsiteY3936"/>
              </a:cxn>
              <a:cxn ang="0">
                <a:pos x="connsiteX3937" y="connsiteY3937"/>
              </a:cxn>
              <a:cxn ang="0">
                <a:pos x="connsiteX3938" y="connsiteY3938"/>
              </a:cxn>
              <a:cxn ang="0">
                <a:pos x="connsiteX3939" y="connsiteY3939"/>
              </a:cxn>
              <a:cxn ang="0">
                <a:pos x="connsiteX3940" y="connsiteY3940"/>
              </a:cxn>
              <a:cxn ang="0">
                <a:pos x="connsiteX3941" y="connsiteY3941"/>
              </a:cxn>
              <a:cxn ang="0">
                <a:pos x="connsiteX3942" y="connsiteY3942"/>
              </a:cxn>
              <a:cxn ang="0">
                <a:pos x="connsiteX3943" y="connsiteY3943"/>
              </a:cxn>
              <a:cxn ang="0">
                <a:pos x="connsiteX3944" y="connsiteY3944"/>
              </a:cxn>
              <a:cxn ang="0">
                <a:pos x="connsiteX3945" y="connsiteY3945"/>
              </a:cxn>
              <a:cxn ang="0">
                <a:pos x="connsiteX3946" y="connsiteY3946"/>
              </a:cxn>
              <a:cxn ang="0">
                <a:pos x="connsiteX3947" y="connsiteY3947"/>
              </a:cxn>
              <a:cxn ang="0">
                <a:pos x="connsiteX3948" y="connsiteY3948"/>
              </a:cxn>
              <a:cxn ang="0">
                <a:pos x="connsiteX3949" y="connsiteY3949"/>
              </a:cxn>
              <a:cxn ang="0">
                <a:pos x="connsiteX3950" y="connsiteY3950"/>
              </a:cxn>
              <a:cxn ang="0">
                <a:pos x="connsiteX3951" y="connsiteY3951"/>
              </a:cxn>
              <a:cxn ang="0">
                <a:pos x="connsiteX3952" y="connsiteY3952"/>
              </a:cxn>
              <a:cxn ang="0">
                <a:pos x="connsiteX3953" y="connsiteY3953"/>
              </a:cxn>
              <a:cxn ang="0">
                <a:pos x="connsiteX3954" y="connsiteY3954"/>
              </a:cxn>
              <a:cxn ang="0">
                <a:pos x="connsiteX3955" y="connsiteY3955"/>
              </a:cxn>
              <a:cxn ang="0">
                <a:pos x="connsiteX3956" y="connsiteY3956"/>
              </a:cxn>
              <a:cxn ang="0">
                <a:pos x="connsiteX3957" y="connsiteY3957"/>
              </a:cxn>
              <a:cxn ang="0">
                <a:pos x="connsiteX3958" y="connsiteY3958"/>
              </a:cxn>
              <a:cxn ang="0">
                <a:pos x="connsiteX3959" y="connsiteY3959"/>
              </a:cxn>
              <a:cxn ang="0">
                <a:pos x="connsiteX3960" y="connsiteY3960"/>
              </a:cxn>
              <a:cxn ang="0">
                <a:pos x="connsiteX3961" y="connsiteY3961"/>
              </a:cxn>
              <a:cxn ang="0">
                <a:pos x="connsiteX3962" y="connsiteY3962"/>
              </a:cxn>
              <a:cxn ang="0">
                <a:pos x="connsiteX3963" y="connsiteY3963"/>
              </a:cxn>
              <a:cxn ang="0">
                <a:pos x="connsiteX3964" y="connsiteY3964"/>
              </a:cxn>
              <a:cxn ang="0">
                <a:pos x="connsiteX3965" y="connsiteY3965"/>
              </a:cxn>
              <a:cxn ang="0">
                <a:pos x="connsiteX3966" y="connsiteY3966"/>
              </a:cxn>
              <a:cxn ang="0">
                <a:pos x="connsiteX3967" y="connsiteY3967"/>
              </a:cxn>
              <a:cxn ang="0">
                <a:pos x="connsiteX3968" y="connsiteY3968"/>
              </a:cxn>
              <a:cxn ang="0">
                <a:pos x="connsiteX3969" y="connsiteY3969"/>
              </a:cxn>
              <a:cxn ang="0">
                <a:pos x="connsiteX3970" y="connsiteY3970"/>
              </a:cxn>
              <a:cxn ang="0">
                <a:pos x="connsiteX3971" y="connsiteY3971"/>
              </a:cxn>
              <a:cxn ang="0">
                <a:pos x="connsiteX3972" y="connsiteY3972"/>
              </a:cxn>
              <a:cxn ang="0">
                <a:pos x="connsiteX3973" y="connsiteY3973"/>
              </a:cxn>
              <a:cxn ang="0">
                <a:pos x="connsiteX3974" y="connsiteY3974"/>
              </a:cxn>
              <a:cxn ang="0">
                <a:pos x="connsiteX3975" y="connsiteY3975"/>
              </a:cxn>
              <a:cxn ang="0">
                <a:pos x="connsiteX3976" y="connsiteY3976"/>
              </a:cxn>
              <a:cxn ang="0">
                <a:pos x="connsiteX3977" y="connsiteY3977"/>
              </a:cxn>
              <a:cxn ang="0">
                <a:pos x="connsiteX3978" y="connsiteY3978"/>
              </a:cxn>
              <a:cxn ang="0">
                <a:pos x="connsiteX3979" y="connsiteY3979"/>
              </a:cxn>
              <a:cxn ang="0">
                <a:pos x="connsiteX3980" y="connsiteY3980"/>
              </a:cxn>
              <a:cxn ang="0">
                <a:pos x="connsiteX3981" y="connsiteY3981"/>
              </a:cxn>
              <a:cxn ang="0">
                <a:pos x="connsiteX3982" y="connsiteY3982"/>
              </a:cxn>
              <a:cxn ang="0">
                <a:pos x="connsiteX3983" y="connsiteY3983"/>
              </a:cxn>
              <a:cxn ang="0">
                <a:pos x="connsiteX3984" y="connsiteY3984"/>
              </a:cxn>
              <a:cxn ang="0">
                <a:pos x="connsiteX3985" y="connsiteY3985"/>
              </a:cxn>
              <a:cxn ang="0">
                <a:pos x="connsiteX3986" y="connsiteY3986"/>
              </a:cxn>
              <a:cxn ang="0">
                <a:pos x="connsiteX3987" y="connsiteY3987"/>
              </a:cxn>
              <a:cxn ang="0">
                <a:pos x="connsiteX3988" y="connsiteY3988"/>
              </a:cxn>
              <a:cxn ang="0">
                <a:pos x="connsiteX3989" y="connsiteY3989"/>
              </a:cxn>
              <a:cxn ang="0">
                <a:pos x="connsiteX3990" y="connsiteY3990"/>
              </a:cxn>
              <a:cxn ang="0">
                <a:pos x="connsiteX3991" y="connsiteY3991"/>
              </a:cxn>
              <a:cxn ang="0">
                <a:pos x="connsiteX3992" y="connsiteY3992"/>
              </a:cxn>
              <a:cxn ang="0">
                <a:pos x="connsiteX3993" y="connsiteY3993"/>
              </a:cxn>
              <a:cxn ang="0">
                <a:pos x="connsiteX3994" y="connsiteY3994"/>
              </a:cxn>
              <a:cxn ang="0">
                <a:pos x="connsiteX3995" y="connsiteY3995"/>
              </a:cxn>
              <a:cxn ang="0">
                <a:pos x="connsiteX3996" y="connsiteY3996"/>
              </a:cxn>
              <a:cxn ang="0">
                <a:pos x="connsiteX3997" y="connsiteY3997"/>
              </a:cxn>
              <a:cxn ang="0">
                <a:pos x="connsiteX3998" y="connsiteY3998"/>
              </a:cxn>
              <a:cxn ang="0">
                <a:pos x="connsiteX3999" y="connsiteY3999"/>
              </a:cxn>
              <a:cxn ang="0">
                <a:pos x="connsiteX4000" y="connsiteY4000"/>
              </a:cxn>
              <a:cxn ang="0">
                <a:pos x="connsiteX4001" y="connsiteY4001"/>
              </a:cxn>
              <a:cxn ang="0">
                <a:pos x="connsiteX4002" y="connsiteY4002"/>
              </a:cxn>
              <a:cxn ang="0">
                <a:pos x="connsiteX4003" y="connsiteY4003"/>
              </a:cxn>
              <a:cxn ang="0">
                <a:pos x="connsiteX4004" y="connsiteY4004"/>
              </a:cxn>
              <a:cxn ang="0">
                <a:pos x="connsiteX4005" y="connsiteY4005"/>
              </a:cxn>
              <a:cxn ang="0">
                <a:pos x="connsiteX4006" y="connsiteY4006"/>
              </a:cxn>
              <a:cxn ang="0">
                <a:pos x="connsiteX4007" y="connsiteY4007"/>
              </a:cxn>
              <a:cxn ang="0">
                <a:pos x="connsiteX4008" y="connsiteY4008"/>
              </a:cxn>
              <a:cxn ang="0">
                <a:pos x="connsiteX4009" y="connsiteY4009"/>
              </a:cxn>
              <a:cxn ang="0">
                <a:pos x="connsiteX4010" y="connsiteY4010"/>
              </a:cxn>
              <a:cxn ang="0">
                <a:pos x="connsiteX4011" y="connsiteY4011"/>
              </a:cxn>
              <a:cxn ang="0">
                <a:pos x="connsiteX4012" y="connsiteY4012"/>
              </a:cxn>
              <a:cxn ang="0">
                <a:pos x="connsiteX4013" y="connsiteY4013"/>
              </a:cxn>
              <a:cxn ang="0">
                <a:pos x="connsiteX4014" y="connsiteY4014"/>
              </a:cxn>
              <a:cxn ang="0">
                <a:pos x="connsiteX4015" y="connsiteY4015"/>
              </a:cxn>
              <a:cxn ang="0">
                <a:pos x="connsiteX4016" y="connsiteY4016"/>
              </a:cxn>
              <a:cxn ang="0">
                <a:pos x="connsiteX4017" y="connsiteY4017"/>
              </a:cxn>
              <a:cxn ang="0">
                <a:pos x="connsiteX4018" y="connsiteY4018"/>
              </a:cxn>
              <a:cxn ang="0">
                <a:pos x="connsiteX4019" y="connsiteY4019"/>
              </a:cxn>
              <a:cxn ang="0">
                <a:pos x="connsiteX4020" y="connsiteY4020"/>
              </a:cxn>
              <a:cxn ang="0">
                <a:pos x="connsiteX4021" y="connsiteY4021"/>
              </a:cxn>
              <a:cxn ang="0">
                <a:pos x="connsiteX4022" y="connsiteY4022"/>
              </a:cxn>
              <a:cxn ang="0">
                <a:pos x="connsiteX4023" y="connsiteY4023"/>
              </a:cxn>
              <a:cxn ang="0">
                <a:pos x="connsiteX4024" y="connsiteY4024"/>
              </a:cxn>
              <a:cxn ang="0">
                <a:pos x="connsiteX4025" y="connsiteY4025"/>
              </a:cxn>
              <a:cxn ang="0">
                <a:pos x="connsiteX4026" y="connsiteY4026"/>
              </a:cxn>
              <a:cxn ang="0">
                <a:pos x="connsiteX4027" y="connsiteY4027"/>
              </a:cxn>
              <a:cxn ang="0">
                <a:pos x="connsiteX4028" y="connsiteY4028"/>
              </a:cxn>
              <a:cxn ang="0">
                <a:pos x="connsiteX4029" y="connsiteY4029"/>
              </a:cxn>
              <a:cxn ang="0">
                <a:pos x="connsiteX4030" y="connsiteY4030"/>
              </a:cxn>
              <a:cxn ang="0">
                <a:pos x="connsiteX4031" y="connsiteY4031"/>
              </a:cxn>
              <a:cxn ang="0">
                <a:pos x="connsiteX4032" y="connsiteY4032"/>
              </a:cxn>
              <a:cxn ang="0">
                <a:pos x="connsiteX4033" y="connsiteY4033"/>
              </a:cxn>
              <a:cxn ang="0">
                <a:pos x="connsiteX4034" y="connsiteY4034"/>
              </a:cxn>
              <a:cxn ang="0">
                <a:pos x="connsiteX4035" y="connsiteY4035"/>
              </a:cxn>
              <a:cxn ang="0">
                <a:pos x="connsiteX4036" y="connsiteY4036"/>
              </a:cxn>
              <a:cxn ang="0">
                <a:pos x="connsiteX4037" y="connsiteY4037"/>
              </a:cxn>
              <a:cxn ang="0">
                <a:pos x="connsiteX4038" y="connsiteY4038"/>
              </a:cxn>
              <a:cxn ang="0">
                <a:pos x="connsiteX4039" y="connsiteY4039"/>
              </a:cxn>
              <a:cxn ang="0">
                <a:pos x="connsiteX4040" y="connsiteY4040"/>
              </a:cxn>
              <a:cxn ang="0">
                <a:pos x="connsiteX4041" y="connsiteY4041"/>
              </a:cxn>
              <a:cxn ang="0">
                <a:pos x="connsiteX4042" y="connsiteY4042"/>
              </a:cxn>
              <a:cxn ang="0">
                <a:pos x="connsiteX4043" y="connsiteY4043"/>
              </a:cxn>
              <a:cxn ang="0">
                <a:pos x="connsiteX4044" y="connsiteY4044"/>
              </a:cxn>
              <a:cxn ang="0">
                <a:pos x="connsiteX4045" y="connsiteY4045"/>
              </a:cxn>
              <a:cxn ang="0">
                <a:pos x="connsiteX4046" y="connsiteY4046"/>
              </a:cxn>
              <a:cxn ang="0">
                <a:pos x="connsiteX4047" y="connsiteY4047"/>
              </a:cxn>
              <a:cxn ang="0">
                <a:pos x="connsiteX4048" y="connsiteY4048"/>
              </a:cxn>
              <a:cxn ang="0">
                <a:pos x="connsiteX4049" y="connsiteY4049"/>
              </a:cxn>
              <a:cxn ang="0">
                <a:pos x="connsiteX4050" y="connsiteY4050"/>
              </a:cxn>
              <a:cxn ang="0">
                <a:pos x="connsiteX4051" y="connsiteY4051"/>
              </a:cxn>
              <a:cxn ang="0">
                <a:pos x="connsiteX4052" y="connsiteY4052"/>
              </a:cxn>
              <a:cxn ang="0">
                <a:pos x="connsiteX4053" y="connsiteY4053"/>
              </a:cxn>
              <a:cxn ang="0">
                <a:pos x="connsiteX4054" y="connsiteY4054"/>
              </a:cxn>
              <a:cxn ang="0">
                <a:pos x="connsiteX4055" y="connsiteY4055"/>
              </a:cxn>
              <a:cxn ang="0">
                <a:pos x="connsiteX4056" y="connsiteY4056"/>
              </a:cxn>
              <a:cxn ang="0">
                <a:pos x="connsiteX4057" y="connsiteY4057"/>
              </a:cxn>
              <a:cxn ang="0">
                <a:pos x="connsiteX4058" y="connsiteY4058"/>
              </a:cxn>
              <a:cxn ang="0">
                <a:pos x="connsiteX4059" y="connsiteY4059"/>
              </a:cxn>
              <a:cxn ang="0">
                <a:pos x="connsiteX4060" y="connsiteY4060"/>
              </a:cxn>
              <a:cxn ang="0">
                <a:pos x="connsiteX4061" y="connsiteY4061"/>
              </a:cxn>
              <a:cxn ang="0">
                <a:pos x="connsiteX4062" y="connsiteY4062"/>
              </a:cxn>
              <a:cxn ang="0">
                <a:pos x="connsiteX4063" y="connsiteY4063"/>
              </a:cxn>
              <a:cxn ang="0">
                <a:pos x="connsiteX4064" y="connsiteY4064"/>
              </a:cxn>
              <a:cxn ang="0">
                <a:pos x="connsiteX4065" y="connsiteY4065"/>
              </a:cxn>
              <a:cxn ang="0">
                <a:pos x="connsiteX4066" y="connsiteY4066"/>
              </a:cxn>
              <a:cxn ang="0">
                <a:pos x="connsiteX4067" y="connsiteY4067"/>
              </a:cxn>
              <a:cxn ang="0">
                <a:pos x="connsiteX4068" y="connsiteY4068"/>
              </a:cxn>
              <a:cxn ang="0">
                <a:pos x="connsiteX4069" y="connsiteY4069"/>
              </a:cxn>
              <a:cxn ang="0">
                <a:pos x="connsiteX4070" y="connsiteY4070"/>
              </a:cxn>
              <a:cxn ang="0">
                <a:pos x="connsiteX4071" y="connsiteY4071"/>
              </a:cxn>
              <a:cxn ang="0">
                <a:pos x="connsiteX4072" y="connsiteY4072"/>
              </a:cxn>
              <a:cxn ang="0">
                <a:pos x="connsiteX4073" y="connsiteY4073"/>
              </a:cxn>
              <a:cxn ang="0">
                <a:pos x="connsiteX4074" y="connsiteY4074"/>
              </a:cxn>
              <a:cxn ang="0">
                <a:pos x="connsiteX4075" y="connsiteY4075"/>
              </a:cxn>
              <a:cxn ang="0">
                <a:pos x="connsiteX4076" y="connsiteY4076"/>
              </a:cxn>
              <a:cxn ang="0">
                <a:pos x="connsiteX4077" y="connsiteY4077"/>
              </a:cxn>
              <a:cxn ang="0">
                <a:pos x="connsiteX4078" y="connsiteY4078"/>
              </a:cxn>
              <a:cxn ang="0">
                <a:pos x="connsiteX4079" y="connsiteY4079"/>
              </a:cxn>
              <a:cxn ang="0">
                <a:pos x="connsiteX4080" y="connsiteY4080"/>
              </a:cxn>
              <a:cxn ang="0">
                <a:pos x="connsiteX4081" y="connsiteY4081"/>
              </a:cxn>
              <a:cxn ang="0">
                <a:pos x="connsiteX4082" y="connsiteY4082"/>
              </a:cxn>
              <a:cxn ang="0">
                <a:pos x="connsiteX4083" y="connsiteY4083"/>
              </a:cxn>
              <a:cxn ang="0">
                <a:pos x="connsiteX4084" y="connsiteY4084"/>
              </a:cxn>
              <a:cxn ang="0">
                <a:pos x="connsiteX4085" y="connsiteY4085"/>
              </a:cxn>
              <a:cxn ang="0">
                <a:pos x="connsiteX4086" y="connsiteY4086"/>
              </a:cxn>
              <a:cxn ang="0">
                <a:pos x="connsiteX4087" y="connsiteY4087"/>
              </a:cxn>
              <a:cxn ang="0">
                <a:pos x="connsiteX4088" y="connsiteY4088"/>
              </a:cxn>
              <a:cxn ang="0">
                <a:pos x="connsiteX4089" y="connsiteY4089"/>
              </a:cxn>
              <a:cxn ang="0">
                <a:pos x="connsiteX4090" y="connsiteY4090"/>
              </a:cxn>
              <a:cxn ang="0">
                <a:pos x="connsiteX4091" y="connsiteY4091"/>
              </a:cxn>
              <a:cxn ang="0">
                <a:pos x="connsiteX4092" y="connsiteY4092"/>
              </a:cxn>
              <a:cxn ang="0">
                <a:pos x="connsiteX4093" y="connsiteY4093"/>
              </a:cxn>
              <a:cxn ang="0">
                <a:pos x="connsiteX4094" y="connsiteY4094"/>
              </a:cxn>
              <a:cxn ang="0">
                <a:pos x="connsiteX4095" y="connsiteY4095"/>
              </a:cxn>
              <a:cxn ang="0">
                <a:pos x="connsiteX4096" y="connsiteY4096"/>
              </a:cxn>
              <a:cxn ang="0">
                <a:pos x="connsiteX4097" y="connsiteY4097"/>
              </a:cxn>
              <a:cxn ang="0">
                <a:pos x="connsiteX4098" y="connsiteY4098"/>
              </a:cxn>
              <a:cxn ang="0">
                <a:pos x="connsiteX4099" y="connsiteY4099"/>
              </a:cxn>
              <a:cxn ang="0">
                <a:pos x="connsiteX4100" y="connsiteY4100"/>
              </a:cxn>
              <a:cxn ang="0">
                <a:pos x="connsiteX4101" y="connsiteY4101"/>
              </a:cxn>
              <a:cxn ang="0">
                <a:pos x="connsiteX4102" y="connsiteY4102"/>
              </a:cxn>
              <a:cxn ang="0">
                <a:pos x="connsiteX4103" y="connsiteY4103"/>
              </a:cxn>
              <a:cxn ang="0">
                <a:pos x="connsiteX4104" y="connsiteY4104"/>
              </a:cxn>
              <a:cxn ang="0">
                <a:pos x="connsiteX4105" y="connsiteY4105"/>
              </a:cxn>
              <a:cxn ang="0">
                <a:pos x="connsiteX4106" y="connsiteY4106"/>
              </a:cxn>
              <a:cxn ang="0">
                <a:pos x="connsiteX4107" y="connsiteY4107"/>
              </a:cxn>
              <a:cxn ang="0">
                <a:pos x="connsiteX4108" y="connsiteY4108"/>
              </a:cxn>
              <a:cxn ang="0">
                <a:pos x="connsiteX4109" y="connsiteY4109"/>
              </a:cxn>
              <a:cxn ang="0">
                <a:pos x="connsiteX4110" y="connsiteY4110"/>
              </a:cxn>
              <a:cxn ang="0">
                <a:pos x="connsiteX4111" y="connsiteY4111"/>
              </a:cxn>
              <a:cxn ang="0">
                <a:pos x="connsiteX4112" y="connsiteY4112"/>
              </a:cxn>
              <a:cxn ang="0">
                <a:pos x="connsiteX4113" y="connsiteY4113"/>
              </a:cxn>
              <a:cxn ang="0">
                <a:pos x="connsiteX4114" y="connsiteY4114"/>
              </a:cxn>
              <a:cxn ang="0">
                <a:pos x="connsiteX4115" y="connsiteY4115"/>
              </a:cxn>
              <a:cxn ang="0">
                <a:pos x="connsiteX4116" y="connsiteY4116"/>
              </a:cxn>
              <a:cxn ang="0">
                <a:pos x="connsiteX4117" y="connsiteY4117"/>
              </a:cxn>
              <a:cxn ang="0">
                <a:pos x="connsiteX4118" y="connsiteY4118"/>
              </a:cxn>
              <a:cxn ang="0">
                <a:pos x="connsiteX4119" y="connsiteY4119"/>
              </a:cxn>
              <a:cxn ang="0">
                <a:pos x="connsiteX4120" y="connsiteY4120"/>
              </a:cxn>
              <a:cxn ang="0">
                <a:pos x="connsiteX4121" y="connsiteY4121"/>
              </a:cxn>
              <a:cxn ang="0">
                <a:pos x="connsiteX4122" y="connsiteY4122"/>
              </a:cxn>
              <a:cxn ang="0">
                <a:pos x="connsiteX4123" y="connsiteY4123"/>
              </a:cxn>
              <a:cxn ang="0">
                <a:pos x="connsiteX4124" y="connsiteY4124"/>
              </a:cxn>
              <a:cxn ang="0">
                <a:pos x="connsiteX4125" y="connsiteY4125"/>
              </a:cxn>
              <a:cxn ang="0">
                <a:pos x="connsiteX4126" y="connsiteY4126"/>
              </a:cxn>
              <a:cxn ang="0">
                <a:pos x="connsiteX4127" y="connsiteY4127"/>
              </a:cxn>
              <a:cxn ang="0">
                <a:pos x="connsiteX4128" y="connsiteY4128"/>
              </a:cxn>
              <a:cxn ang="0">
                <a:pos x="connsiteX4129" y="connsiteY4129"/>
              </a:cxn>
              <a:cxn ang="0">
                <a:pos x="connsiteX4130" y="connsiteY4130"/>
              </a:cxn>
              <a:cxn ang="0">
                <a:pos x="connsiteX4131" y="connsiteY4131"/>
              </a:cxn>
              <a:cxn ang="0">
                <a:pos x="connsiteX4132" y="connsiteY4132"/>
              </a:cxn>
              <a:cxn ang="0">
                <a:pos x="connsiteX4133" y="connsiteY4133"/>
              </a:cxn>
              <a:cxn ang="0">
                <a:pos x="connsiteX4134" y="connsiteY4134"/>
              </a:cxn>
              <a:cxn ang="0">
                <a:pos x="connsiteX4135" y="connsiteY4135"/>
              </a:cxn>
              <a:cxn ang="0">
                <a:pos x="connsiteX4136" y="connsiteY4136"/>
              </a:cxn>
              <a:cxn ang="0">
                <a:pos x="connsiteX4137" y="connsiteY4137"/>
              </a:cxn>
              <a:cxn ang="0">
                <a:pos x="connsiteX4138" y="connsiteY4138"/>
              </a:cxn>
              <a:cxn ang="0">
                <a:pos x="connsiteX4139" y="connsiteY4139"/>
              </a:cxn>
              <a:cxn ang="0">
                <a:pos x="connsiteX4140" y="connsiteY4140"/>
              </a:cxn>
              <a:cxn ang="0">
                <a:pos x="connsiteX4141" y="connsiteY4141"/>
              </a:cxn>
              <a:cxn ang="0">
                <a:pos x="connsiteX4142" y="connsiteY4142"/>
              </a:cxn>
              <a:cxn ang="0">
                <a:pos x="connsiteX4143" y="connsiteY4143"/>
              </a:cxn>
              <a:cxn ang="0">
                <a:pos x="connsiteX4144" y="connsiteY4144"/>
              </a:cxn>
              <a:cxn ang="0">
                <a:pos x="connsiteX4145" y="connsiteY4145"/>
              </a:cxn>
              <a:cxn ang="0">
                <a:pos x="connsiteX4146" y="connsiteY4146"/>
              </a:cxn>
              <a:cxn ang="0">
                <a:pos x="connsiteX4147" y="connsiteY4147"/>
              </a:cxn>
              <a:cxn ang="0">
                <a:pos x="connsiteX4148" y="connsiteY4148"/>
              </a:cxn>
              <a:cxn ang="0">
                <a:pos x="connsiteX4149" y="connsiteY4149"/>
              </a:cxn>
              <a:cxn ang="0">
                <a:pos x="connsiteX4150" y="connsiteY4150"/>
              </a:cxn>
              <a:cxn ang="0">
                <a:pos x="connsiteX4151" y="connsiteY4151"/>
              </a:cxn>
              <a:cxn ang="0">
                <a:pos x="connsiteX4152" y="connsiteY4152"/>
              </a:cxn>
              <a:cxn ang="0">
                <a:pos x="connsiteX4153" y="connsiteY4153"/>
              </a:cxn>
              <a:cxn ang="0">
                <a:pos x="connsiteX4154" y="connsiteY4154"/>
              </a:cxn>
              <a:cxn ang="0">
                <a:pos x="connsiteX4155" y="connsiteY4155"/>
              </a:cxn>
              <a:cxn ang="0">
                <a:pos x="connsiteX4156" y="connsiteY4156"/>
              </a:cxn>
              <a:cxn ang="0">
                <a:pos x="connsiteX4157" y="connsiteY4157"/>
              </a:cxn>
              <a:cxn ang="0">
                <a:pos x="connsiteX4158" y="connsiteY4158"/>
              </a:cxn>
              <a:cxn ang="0">
                <a:pos x="connsiteX4159" y="connsiteY4159"/>
              </a:cxn>
              <a:cxn ang="0">
                <a:pos x="connsiteX4160" y="connsiteY4160"/>
              </a:cxn>
              <a:cxn ang="0">
                <a:pos x="connsiteX4161" y="connsiteY4161"/>
              </a:cxn>
              <a:cxn ang="0">
                <a:pos x="connsiteX4162" y="connsiteY4162"/>
              </a:cxn>
              <a:cxn ang="0">
                <a:pos x="connsiteX4163" y="connsiteY4163"/>
              </a:cxn>
              <a:cxn ang="0">
                <a:pos x="connsiteX4164" y="connsiteY4164"/>
              </a:cxn>
              <a:cxn ang="0">
                <a:pos x="connsiteX4165" y="connsiteY4165"/>
              </a:cxn>
              <a:cxn ang="0">
                <a:pos x="connsiteX4166" y="connsiteY4166"/>
              </a:cxn>
              <a:cxn ang="0">
                <a:pos x="connsiteX4167" y="connsiteY4167"/>
              </a:cxn>
              <a:cxn ang="0">
                <a:pos x="connsiteX4168" y="connsiteY4168"/>
              </a:cxn>
              <a:cxn ang="0">
                <a:pos x="connsiteX4169" y="connsiteY4169"/>
              </a:cxn>
              <a:cxn ang="0">
                <a:pos x="connsiteX4170" y="connsiteY4170"/>
              </a:cxn>
              <a:cxn ang="0">
                <a:pos x="connsiteX4171" y="connsiteY4171"/>
              </a:cxn>
              <a:cxn ang="0">
                <a:pos x="connsiteX4172" y="connsiteY4172"/>
              </a:cxn>
              <a:cxn ang="0">
                <a:pos x="connsiteX4173" y="connsiteY4173"/>
              </a:cxn>
              <a:cxn ang="0">
                <a:pos x="connsiteX4174" y="connsiteY4174"/>
              </a:cxn>
              <a:cxn ang="0">
                <a:pos x="connsiteX4175" y="connsiteY4175"/>
              </a:cxn>
              <a:cxn ang="0">
                <a:pos x="connsiteX4176" y="connsiteY4176"/>
              </a:cxn>
              <a:cxn ang="0">
                <a:pos x="connsiteX4177" y="connsiteY4177"/>
              </a:cxn>
              <a:cxn ang="0">
                <a:pos x="connsiteX4178" y="connsiteY4178"/>
              </a:cxn>
              <a:cxn ang="0">
                <a:pos x="connsiteX4179" y="connsiteY4179"/>
              </a:cxn>
              <a:cxn ang="0">
                <a:pos x="connsiteX4180" y="connsiteY4180"/>
              </a:cxn>
              <a:cxn ang="0">
                <a:pos x="connsiteX4181" y="connsiteY4181"/>
              </a:cxn>
              <a:cxn ang="0">
                <a:pos x="connsiteX4182" y="connsiteY4182"/>
              </a:cxn>
              <a:cxn ang="0">
                <a:pos x="connsiteX4183" y="connsiteY4183"/>
              </a:cxn>
              <a:cxn ang="0">
                <a:pos x="connsiteX4184" y="connsiteY4184"/>
              </a:cxn>
              <a:cxn ang="0">
                <a:pos x="connsiteX4185" y="connsiteY4185"/>
              </a:cxn>
              <a:cxn ang="0">
                <a:pos x="connsiteX4186" y="connsiteY4186"/>
              </a:cxn>
              <a:cxn ang="0">
                <a:pos x="connsiteX4187" y="connsiteY4187"/>
              </a:cxn>
              <a:cxn ang="0">
                <a:pos x="connsiteX4188" y="connsiteY4188"/>
              </a:cxn>
              <a:cxn ang="0">
                <a:pos x="connsiteX4189" y="connsiteY4189"/>
              </a:cxn>
              <a:cxn ang="0">
                <a:pos x="connsiteX4190" y="connsiteY4190"/>
              </a:cxn>
              <a:cxn ang="0">
                <a:pos x="connsiteX4191" y="connsiteY4191"/>
              </a:cxn>
              <a:cxn ang="0">
                <a:pos x="connsiteX4192" y="connsiteY4192"/>
              </a:cxn>
              <a:cxn ang="0">
                <a:pos x="connsiteX4193" y="connsiteY4193"/>
              </a:cxn>
              <a:cxn ang="0">
                <a:pos x="connsiteX4194" y="connsiteY4194"/>
              </a:cxn>
              <a:cxn ang="0">
                <a:pos x="connsiteX4195" y="connsiteY4195"/>
              </a:cxn>
              <a:cxn ang="0">
                <a:pos x="connsiteX4196" y="connsiteY4196"/>
              </a:cxn>
              <a:cxn ang="0">
                <a:pos x="connsiteX4197" y="connsiteY4197"/>
              </a:cxn>
              <a:cxn ang="0">
                <a:pos x="connsiteX4198" y="connsiteY4198"/>
              </a:cxn>
              <a:cxn ang="0">
                <a:pos x="connsiteX4199" y="connsiteY4199"/>
              </a:cxn>
              <a:cxn ang="0">
                <a:pos x="connsiteX4200" y="connsiteY4200"/>
              </a:cxn>
              <a:cxn ang="0">
                <a:pos x="connsiteX4201" y="connsiteY4201"/>
              </a:cxn>
              <a:cxn ang="0">
                <a:pos x="connsiteX4202" y="connsiteY4202"/>
              </a:cxn>
              <a:cxn ang="0">
                <a:pos x="connsiteX4203" y="connsiteY4203"/>
              </a:cxn>
              <a:cxn ang="0">
                <a:pos x="connsiteX4204" y="connsiteY4204"/>
              </a:cxn>
              <a:cxn ang="0">
                <a:pos x="connsiteX4205" y="connsiteY4205"/>
              </a:cxn>
              <a:cxn ang="0">
                <a:pos x="connsiteX4206" y="connsiteY4206"/>
              </a:cxn>
              <a:cxn ang="0">
                <a:pos x="connsiteX4207" y="connsiteY4207"/>
              </a:cxn>
              <a:cxn ang="0">
                <a:pos x="connsiteX4208" y="connsiteY4208"/>
              </a:cxn>
              <a:cxn ang="0">
                <a:pos x="connsiteX4209" y="connsiteY4209"/>
              </a:cxn>
              <a:cxn ang="0">
                <a:pos x="connsiteX4210" y="connsiteY4210"/>
              </a:cxn>
              <a:cxn ang="0">
                <a:pos x="connsiteX4211" y="connsiteY4211"/>
              </a:cxn>
              <a:cxn ang="0">
                <a:pos x="connsiteX4212" y="connsiteY4212"/>
              </a:cxn>
              <a:cxn ang="0">
                <a:pos x="connsiteX4213" y="connsiteY4213"/>
              </a:cxn>
              <a:cxn ang="0">
                <a:pos x="connsiteX4214" y="connsiteY4214"/>
              </a:cxn>
              <a:cxn ang="0">
                <a:pos x="connsiteX4215" y="connsiteY4215"/>
              </a:cxn>
              <a:cxn ang="0">
                <a:pos x="connsiteX4216" y="connsiteY4216"/>
              </a:cxn>
              <a:cxn ang="0">
                <a:pos x="connsiteX4217" y="connsiteY4217"/>
              </a:cxn>
              <a:cxn ang="0">
                <a:pos x="connsiteX4218" y="connsiteY4218"/>
              </a:cxn>
              <a:cxn ang="0">
                <a:pos x="connsiteX4219" y="connsiteY4219"/>
              </a:cxn>
              <a:cxn ang="0">
                <a:pos x="connsiteX4220" y="connsiteY4220"/>
              </a:cxn>
              <a:cxn ang="0">
                <a:pos x="connsiteX4221" y="connsiteY4221"/>
              </a:cxn>
              <a:cxn ang="0">
                <a:pos x="connsiteX4222" y="connsiteY4222"/>
              </a:cxn>
              <a:cxn ang="0">
                <a:pos x="connsiteX4223" y="connsiteY4223"/>
              </a:cxn>
              <a:cxn ang="0">
                <a:pos x="connsiteX4224" y="connsiteY4224"/>
              </a:cxn>
              <a:cxn ang="0">
                <a:pos x="connsiteX4225" y="connsiteY4225"/>
              </a:cxn>
              <a:cxn ang="0">
                <a:pos x="connsiteX4226" y="connsiteY4226"/>
              </a:cxn>
              <a:cxn ang="0">
                <a:pos x="connsiteX4227" y="connsiteY4227"/>
              </a:cxn>
              <a:cxn ang="0">
                <a:pos x="connsiteX4228" y="connsiteY4228"/>
              </a:cxn>
              <a:cxn ang="0">
                <a:pos x="connsiteX4229" y="connsiteY4229"/>
              </a:cxn>
              <a:cxn ang="0">
                <a:pos x="connsiteX4230" y="connsiteY4230"/>
              </a:cxn>
              <a:cxn ang="0">
                <a:pos x="connsiteX4231" y="connsiteY4231"/>
              </a:cxn>
              <a:cxn ang="0">
                <a:pos x="connsiteX4232" y="connsiteY4232"/>
              </a:cxn>
              <a:cxn ang="0">
                <a:pos x="connsiteX4233" y="connsiteY4233"/>
              </a:cxn>
              <a:cxn ang="0">
                <a:pos x="connsiteX4234" y="connsiteY4234"/>
              </a:cxn>
              <a:cxn ang="0">
                <a:pos x="connsiteX4235" y="connsiteY4235"/>
              </a:cxn>
              <a:cxn ang="0">
                <a:pos x="connsiteX4236" y="connsiteY4236"/>
              </a:cxn>
              <a:cxn ang="0">
                <a:pos x="connsiteX4237" y="connsiteY4237"/>
              </a:cxn>
              <a:cxn ang="0">
                <a:pos x="connsiteX4238" y="connsiteY4238"/>
              </a:cxn>
              <a:cxn ang="0">
                <a:pos x="connsiteX4239" y="connsiteY4239"/>
              </a:cxn>
              <a:cxn ang="0">
                <a:pos x="connsiteX4240" y="connsiteY4240"/>
              </a:cxn>
              <a:cxn ang="0">
                <a:pos x="connsiteX4241" y="connsiteY4241"/>
              </a:cxn>
              <a:cxn ang="0">
                <a:pos x="connsiteX4242" y="connsiteY4242"/>
              </a:cxn>
              <a:cxn ang="0">
                <a:pos x="connsiteX4243" y="connsiteY4243"/>
              </a:cxn>
              <a:cxn ang="0">
                <a:pos x="connsiteX4244" y="connsiteY4244"/>
              </a:cxn>
              <a:cxn ang="0">
                <a:pos x="connsiteX4245" y="connsiteY4245"/>
              </a:cxn>
              <a:cxn ang="0">
                <a:pos x="connsiteX4246" y="connsiteY4246"/>
              </a:cxn>
              <a:cxn ang="0">
                <a:pos x="connsiteX4247" y="connsiteY4247"/>
              </a:cxn>
              <a:cxn ang="0">
                <a:pos x="connsiteX4248" y="connsiteY4248"/>
              </a:cxn>
              <a:cxn ang="0">
                <a:pos x="connsiteX4249" y="connsiteY4249"/>
              </a:cxn>
              <a:cxn ang="0">
                <a:pos x="connsiteX4250" y="connsiteY4250"/>
              </a:cxn>
              <a:cxn ang="0">
                <a:pos x="connsiteX4251" y="connsiteY4251"/>
              </a:cxn>
              <a:cxn ang="0">
                <a:pos x="connsiteX4252" y="connsiteY4252"/>
              </a:cxn>
              <a:cxn ang="0">
                <a:pos x="connsiteX4253" y="connsiteY4253"/>
              </a:cxn>
              <a:cxn ang="0">
                <a:pos x="connsiteX4254" y="connsiteY4254"/>
              </a:cxn>
              <a:cxn ang="0">
                <a:pos x="connsiteX4255" y="connsiteY4255"/>
              </a:cxn>
              <a:cxn ang="0">
                <a:pos x="connsiteX4256" y="connsiteY4256"/>
              </a:cxn>
              <a:cxn ang="0">
                <a:pos x="connsiteX4257" y="connsiteY4257"/>
              </a:cxn>
              <a:cxn ang="0">
                <a:pos x="connsiteX4258" y="connsiteY4258"/>
              </a:cxn>
              <a:cxn ang="0">
                <a:pos x="connsiteX4259" y="connsiteY4259"/>
              </a:cxn>
              <a:cxn ang="0">
                <a:pos x="connsiteX4260" y="connsiteY4260"/>
              </a:cxn>
              <a:cxn ang="0">
                <a:pos x="connsiteX4261" y="connsiteY4261"/>
              </a:cxn>
              <a:cxn ang="0">
                <a:pos x="connsiteX4262" y="connsiteY4262"/>
              </a:cxn>
              <a:cxn ang="0">
                <a:pos x="connsiteX4263" y="connsiteY4263"/>
              </a:cxn>
              <a:cxn ang="0">
                <a:pos x="connsiteX4264" y="connsiteY4264"/>
              </a:cxn>
              <a:cxn ang="0">
                <a:pos x="connsiteX4265" y="connsiteY4265"/>
              </a:cxn>
              <a:cxn ang="0">
                <a:pos x="connsiteX4266" y="connsiteY4266"/>
              </a:cxn>
              <a:cxn ang="0">
                <a:pos x="connsiteX4267" y="connsiteY4267"/>
              </a:cxn>
              <a:cxn ang="0">
                <a:pos x="connsiteX4268" y="connsiteY4268"/>
              </a:cxn>
              <a:cxn ang="0">
                <a:pos x="connsiteX4269" y="connsiteY4269"/>
              </a:cxn>
              <a:cxn ang="0">
                <a:pos x="connsiteX4270" y="connsiteY4270"/>
              </a:cxn>
              <a:cxn ang="0">
                <a:pos x="connsiteX4271" y="connsiteY4271"/>
              </a:cxn>
              <a:cxn ang="0">
                <a:pos x="connsiteX4272" y="connsiteY4272"/>
              </a:cxn>
              <a:cxn ang="0">
                <a:pos x="connsiteX4273" y="connsiteY4273"/>
              </a:cxn>
              <a:cxn ang="0">
                <a:pos x="connsiteX4274" y="connsiteY4274"/>
              </a:cxn>
              <a:cxn ang="0">
                <a:pos x="connsiteX4275" y="connsiteY4275"/>
              </a:cxn>
              <a:cxn ang="0">
                <a:pos x="connsiteX4276" y="connsiteY4276"/>
              </a:cxn>
              <a:cxn ang="0">
                <a:pos x="connsiteX4277" y="connsiteY4277"/>
              </a:cxn>
              <a:cxn ang="0">
                <a:pos x="connsiteX4278" y="connsiteY4278"/>
              </a:cxn>
              <a:cxn ang="0">
                <a:pos x="connsiteX4279" y="connsiteY4279"/>
              </a:cxn>
              <a:cxn ang="0">
                <a:pos x="connsiteX4280" y="connsiteY4280"/>
              </a:cxn>
              <a:cxn ang="0">
                <a:pos x="connsiteX4281" y="connsiteY4281"/>
              </a:cxn>
              <a:cxn ang="0">
                <a:pos x="connsiteX4282" y="connsiteY4282"/>
              </a:cxn>
              <a:cxn ang="0">
                <a:pos x="connsiteX4283" y="connsiteY4283"/>
              </a:cxn>
              <a:cxn ang="0">
                <a:pos x="connsiteX4284" y="connsiteY4284"/>
              </a:cxn>
              <a:cxn ang="0">
                <a:pos x="connsiteX4285" y="connsiteY4285"/>
              </a:cxn>
              <a:cxn ang="0">
                <a:pos x="connsiteX4286" y="connsiteY4286"/>
              </a:cxn>
              <a:cxn ang="0">
                <a:pos x="connsiteX4287" y="connsiteY4287"/>
              </a:cxn>
              <a:cxn ang="0">
                <a:pos x="connsiteX4288" y="connsiteY4288"/>
              </a:cxn>
              <a:cxn ang="0">
                <a:pos x="connsiteX4289" y="connsiteY4289"/>
              </a:cxn>
              <a:cxn ang="0">
                <a:pos x="connsiteX4290" y="connsiteY4290"/>
              </a:cxn>
              <a:cxn ang="0">
                <a:pos x="connsiteX4291" y="connsiteY4291"/>
              </a:cxn>
              <a:cxn ang="0">
                <a:pos x="connsiteX4292" y="connsiteY4292"/>
              </a:cxn>
              <a:cxn ang="0">
                <a:pos x="connsiteX4293" y="connsiteY4293"/>
              </a:cxn>
              <a:cxn ang="0">
                <a:pos x="connsiteX4294" y="connsiteY4294"/>
              </a:cxn>
              <a:cxn ang="0">
                <a:pos x="connsiteX4295" y="connsiteY4295"/>
              </a:cxn>
              <a:cxn ang="0">
                <a:pos x="connsiteX4296" y="connsiteY4296"/>
              </a:cxn>
              <a:cxn ang="0">
                <a:pos x="connsiteX4297" y="connsiteY4297"/>
              </a:cxn>
              <a:cxn ang="0">
                <a:pos x="connsiteX4298" y="connsiteY4298"/>
              </a:cxn>
              <a:cxn ang="0">
                <a:pos x="connsiteX4299" y="connsiteY4299"/>
              </a:cxn>
              <a:cxn ang="0">
                <a:pos x="connsiteX4300" y="connsiteY4300"/>
              </a:cxn>
              <a:cxn ang="0">
                <a:pos x="connsiteX4301" y="connsiteY4301"/>
              </a:cxn>
              <a:cxn ang="0">
                <a:pos x="connsiteX4302" y="connsiteY4302"/>
              </a:cxn>
              <a:cxn ang="0">
                <a:pos x="connsiteX4303" y="connsiteY4303"/>
              </a:cxn>
              <a:cxn ang="0">
                <a:pos x="connsiteX4304" y="connsiteY4304"/>
              </a:cxn>
              <a:cxn ang="0">
                <a:pos x="connsiteX4305" y="connsiteY4305"/>
              </a:cxn>
              <a:cxn ang="0">
                <a:pos x="connsiteX4306" y="connsiteY4306"/>
              </a:cxn>
              <a:cxn ang="0">
                <a:pos x="connsiteX4307" y="connsiteY4307"/>
              </a:cxn>
              <a:cxn ang="0">
                <a:pos x="connsiteX4308" y="connsiteY4308"/>
              </a:cxn>
              <a:cxn ang="0">
                <a:pos x="connsiteX4309" y="connsiteY4309"/>
              </a:cxn>
              <a:cxn ang="0">
                <a:pos x="connsiteX4310" y="connsiteY4310"/>
              </a:cxn>
              <a:cxn ang="0">
                <a:pos x="connsiteX4311" y="connsiteY4311"/>
              </a:cxn>
              <a:cxn ang="0">
                <a:pos x="connsiteX4312" y="connsiteY4312"/>
              </a:cxn>
              <a:cxn ang="0">
                <a:pos x="connsiteX4313" y="connsiteY4313"/>
              </a:cxn>
              <a:cxn ang="0">
                <a:pos x="connsiteX4314" y="connsiteY4314"/>
              </a:cxn>
              <a:cxn ang="0">
                <a:pos x="connsiteX4315" y="connsiteY4315"/>
              </a:cxn>
              <a:cxn ang="0">
                <a:pos x="connsiteX4316" y="connsiteY4316"/>
              </a:cxn>
              <a:cxn ang="0">
                <a:pos x="connsiteX4317" y="connsiteY4317"/>
              </a:cxn>
              <a:cxn ang="0">
                <a:pos x="connsiteX4318" y="connsiteY4318"/>
              </a:cxn>
              <a:cxn ang="0">
                <a:pos x="connsiteX4319" y="connsiteY4319"/>
              </a:cxn>
              <a:cxn ang="0">
                <a:pos x="connsiteX4320" y="connsiteY4320"/>
              </a:cxn>
              <a:cxn ang="0">
                <a:pos x="connsiteX4321" y="connsiteY4321"/>
              </a:cxn>
              <a:cxn ang="0">
                <a:pos x="connsiteX4322" y="connsiteY4322"/>
              </a:cxn>
              <a:cxn ang="0">
                <a:pos x="connsiteX4323" y="connsiteY4323"/>
              </a:cxn>
              <a:cxn ang="0">
                <a:pos x="connsiteX4324" y="connsiteY4324"/>
              </a:cxn>
              <a:cxn ang="0">
                <a:pos x="connsiteX4325" y="connsiteY4325"/>
              </a:cxn>
              <a:cxn ang="0">
                <a:pos x="connsiteX4326" y="connsiteY4326"/>
              </a:cxn>
              <a:cxn ang="0">
                <a:pos x="connsiteX4327" y="connsiteY4327"/>
              </a:cxn>
              <a:cxn ang="0">
                <a:pos x="connsiteX4328" y="connsiteY4328"/>
              </a:cxn>
              <a:cxn ang="0">
                <a:pos x="connsiteX4329" y="connsiteY4329"/>
              </a:cxn>
              <a:cxn ang="0">
                <a:pos x="connsiteX4330" y="connsiteY4330"/>
              </a:cxn>
              <a:cxn ang="0">
                <a:pos x="connsiteX4331" y="connsiteY4331"/>
              </a:cxn>
              <a:cxn ang="0">
                <a:pos x="connsiteX4332" y="connsiteY4332"/>
              </a:cxn>
              <a:cxn ang="0">
                <a:pos x="connsiteX4333" y="connsiteY4333"/>
              </a:cxn>
              <a:cxn ang="0">
                <a:pos x="connsiteX4334" y="connsiteY4334"/>
              </a:cxn>
              <a:cxn ang="0">
                <a:pos x="connsiteX4335" y="connsiteY4335"/>
              </a:cxn>
              <a:cxn ang="0">
                <a:pos x="connsiteX4336" y="connsiteY4336"/>
              </a:cxn>
              <a:cxn ang="0">
                <a:pos x="connsiteX4337" y="connsiteY4337"/>
              </a:cxn>
              <a:cxn ang="0">
                <a:pos x="connsiteX4338" y="connsiteY4338"/>
              </a:cxn>
              <a:cxn ang="0">
                <a:pos x="connsiteX4339" y="connsiteY4339"/>
              </a:cxn>
              <a:cxn ang="0">
                <a:pos x="connsiteX4340" y="connsiteY4340"/>
              </a:cxn>
              <a:cxn ang="0">
                <a:pos x="connsiteX4341" y="connsiteY4341"/>
              </a:cxn>
              <a:cxn ang="0">
                <a:pos x="connsiteX4342" y="connsiteY4342"/>
              </a:cxn>
              <a:cxn ang="0">
                <a:pos x="connsiteX4343" y="connsiteY4343"/>
              </a:cxn>
              <a:cxn ang="0">
                <a:pos x="connsiteX4344" y="connsiteY4344"/>
              </a:cxn>
              <a:cxn ang="0">
                <a:pos x="connsiteX4345" y="connsiteY4345"/>
              </a:cxn>
              <a:cxn ang="0">
                <a:pos x="connsiteX4346" y="connsiteY4346"/>
              </a:cxn>
              <a:cxn ang="0">
                <a:pos x="connsiteX4347" y="connsiteY4347"/>
              </a:cxn>
              <a:cxn ang="0">
                <a:pos x="connsiteX4348" y="connsiteY4348"/>
              </a:cxn>
              <a:cxn ang="0">
                <a:pos x="connsiteX4349" y="connsiteY4349"/>
              </a:cxn>
              <a:cxn ang="0">
                <a:pos x="connsiteX4350" y="connsiteY4350"/>
              </a:cxn>
              <a:cxn ang="0">
                <a:pos x="connsiteX4351" y="connsiteY4351"/>
              </a:cxn>
              <a:cxn ang="0">
                <a:pos x="connsiteX4352" y="connsiteY4352"/>
              </a:cxn>
              <a:cxn ang="0">
                <a:pos x="connsiteX4353" y="connsiteY4353"/>
              </a:cxn>
              <a:cxn ang="0">
                <a:pos x="connsiteX4354" y="connsiteY4354"/>
              </a:cxn>
              <a:cxn ang="0">
                <a:pos x="connsiteX4355" y="connsiteY4355"/>
              </a:cxn>
              <a:cxn ang="0">
                <a:pos x="connsiteX4356" y="connsiteY4356"/>
              </a:cxn>
              <a:cxn ang="0">
                <a:pos x="connsiteX4357" y="connsiteY4357"/>
              </a:cxn>
              <a:cxn ang="0">
                <a:pos x="connsiteX4358" y="connsiteY4358"/>
              </a:cxn>
              <a:cxn ang="0">
                <a:pos x="connsiteX4359" y="connsiteY4359"/>
              </a:cxn>
              <a:cxn ang="0">
                <a:pos x="connsiteX4360" y="connsiteY4360"/>
              </a:cxn>
              <a:cxn ang="0">
                <a:pos x="connsiteX4361" y="connsiteY4361"/>
              </a:cxn>
              <a:cxn ang="0">
                <a:pos x="connsiteX4362" y="connsiteY4362"/>
              </a:cxn>
              <a:cxn ang="0">
                <a:pos x="connsiteX4363" y="connsiteY4363"/>
              </a:cxn>
              <a:cxn ang="0">
                <a:pos x="connsiteX4364" y="connsiteY4364"/>
              </a:cxn>
              <a:cxn ang="0">
                <a:pos x="connsiteX4365" y="connsiteY4365"/>
              </a:cxn>
              <a:cxn ang="0">
                <a:pos x="connsiteX4366" y="connsiteY4366"/>
              </a:cxn>
              <a:cxn ang="0">
                <a:pos x="connsiteX4367" y="connsiteY4367"/>
              </a:cxn>
              <a:cxn ang="0">
                <a:pos x="connsiteX4368" y="connsiteY4368"/>
              </a:cxn>
              <a:cxn ang="0">
                <a:pos x="connsiteX4369" y="connsiteY4369"/>
              </a:cxn>
              <a:cxn ang="0">
                <a:pos x="connsiteX4370" y="connsiteY4370"/>
              </a:cxn>
              <a:cxn ang="0">
                <a:pos x="connsiteX4371" y="connsiteY4371"/>
              </a:cxn>
              <a:cxn ang="0">
                <a:pos x="connsiteX4372" y="connsiteY4372"/>
              </a:cxn>
              <a:cxn ang="0">
                <a:pos x="connsiteX4373" y="connsiteY4373"/>
              </a:cxn>
              <a:cxn ang="0">
                <a:pos x="connsiteX4374" y="connsiteY4374"/>
              </a:cxn>
              <a:cxn ang="0">
                <a:pos x="connsiteX4375" y="connsiteY4375"/>
              </a:cxn>
              <a:cxn ang="0">
                <a:pos x="connsiteX4376" y="connsiteY4376"/>
              </a:cxn>
              <a:cxn ang="0">
                <a:pos x="connsiteX4377" y="connsiteY4377"/>
              </a:cxn>
              <a:cxn ang="0">
                <a:pos x="connsiteX4378" y="connsiteY4378"/>
              </a:cxn>
              <a:cxn ang="0">
                <a:pos x="connsiteX4379" y="connsiteY4379"/>
              </a:cxn>
              <a:cxn ang="0">
                <a:pos x="connsiteX4380" y="connsiteY4380"/>
              </a:cxn>
              <a:cxn ang="0">
                <a:pos x="connsiteX4381" y="connsiteY4381"/>
              </a:cxn>
              <a:cxn ang="0">
                <a:pos x="connsiteX4382" y="connsiteY4382"/>
              </a:cxn>
              <a:cxn ang="0">
                <a:pos x="connsiteX4383" y="connsiteY4383"/>
              </a:cxn>
              <a:cxn ang="0">
                <a:pos x="connsiteX4384" y="connsiteY4384"/>
              </a:cxn>
              <a:cxn ang="0">
                <a:pos x="connsiteX4385" y="connsiteY4385"/>
              </a:cxn>
              <a:cxn ang="0">
                <a:pos x="connsiteX4386" y="connsiteY4386"/>
              </a:cxn>
              <a:cxn ang="0">
                <a:pos x="connsiteX4387" y="connsiteY4387"/>
              </a:cxn>
              <a:cxn ang="0">
                <a:pos x="connsiteX4388" y="connsiteY4388"/>
              </a:cxn>
              <a:cxn ang="0">
                <a:pos x="connsiteX4389" y="connsiteY4389"/>
              </a:cxn>
              <a:cxn ang="0">
                <a:pos x="connsiteX4390" y="connsiteY4390"/>
              </a:cxn>
              <a:cxn ang="0">
                <a:pos x="connsiteX4391" y="connsiteY4391"/>
              </a:cxn>
              <a:cxn ang="0">
                <a:pos x="connsiteX4392" y="connsiteY4392"/>
              </a:cxn>
              <a:cxn ang="0">
                <a:pos x="connsiteX4393" y="connsiteY4393"/>
              </a:cxn>
              <a:cxn ang="0">
                <a:pos x="connsiteX4394" y="connsiteY4394"/>
              </a:cxn>
              <a:cxn ang="0">
                <a:pos x="connsiteX4395" y="connsiteY4395"/>
              </a:cxn>
              <a:cxn ang="0">
                <a:pos x="connsiteX4396" y="connsiteY4396"/>
              </a:cxn>
              <a:cxn ang="0">
                <a:pos x="connsiteX4397" y="connsiteY4397"/>
              </a:cxn>
              <a:cxn ang="0">
                <a:pos x="connsiteX4398" y="connsiteY4398"/>
              </a:cxn>
              <a:cxn ang="0">
                <a:pos x="connsiteX4399" y="connsiteY4399"/>
              </a:cxn>
              <a:cxn ang="0">
                <a:pos x="connsiteX4400" y="connsiteY4400"/>
              </a:cxn>
              <a:cxn ang="0">
                <a:pos x="connsiteX4401" y="connsiteY4401"/>
              </a:cxn>
              <a:cxn ang="0">
                <a:pos x="connsiteX4402" y="connsiteY4402"/>
              </a:cxn>
              <a:cxn ang="0">
                <a:pos x="connsiteX4403" y="connsiteY4403"/>
              </a:cxn>
              <a:cxn ang="0">
                <a:pos x="connsiteX4404" y="connsiteY4404"/>
              </a:cxn>
              <a:cxn ang="0">
                <a:pos x="connsiteX4405" y="connsiteY4405"/>
              </a:cxn>
              <a:cxn ang="0">
                <a:pos x="connsiteX4406" y="connsiteY4406"/>
              </a:cxn>
              <a:cxn ang="0">
                <a:pos x="connsiteX4407" y="connsiteY4407"/>
              </a:cxn>
              <a:cxn ang="0">
                <a:pos x="connsiteX4408" y="connsiteY4408"/>
              </a:cxn>
              <a:cxn ang="0">
                <a:pos x="connsiteX4409" y="connsiteY4409"/>
              </a:cxn>
              <a:cxn ang="0">
                <a:pos x="connsiteX4410" y="connsiteY4410"/>
              </a:cxn>
              <a:cxn ang="0">
                <a:pos x="connsiteX4411" y="connsiteY4411"/>
              </a:cxn>
              <a:cxn ang="0">
                <a:pos x="connsiteX4412" y="connsiteY4412"/>
              </a:cxn>
              <a:cxn ang="0">
                <a:pos x="connsiteX4413" y="connsiteY4413"/>
              </a:cxn>
              <a:cxn ang="0">
                <a:pos x="connsiteX4414" y="connsiteY4414"/>
              </a:cxn>
              <a:cxn ang="0">
                <a:pos x="connsiteX4415" y="connsiteY4415"/>
              </a:cxn>
              <a:cxn ang="0">
                <a:pos x="connsiteX4416" y="connsiteY4416"/>
              </a:cxn>
              <a:cxn ang="0">
                <a:pos x="connsiteX4417" y="connsiteY4417"/>
              </a:cxn>
              <a:cxn ang="0">
                <a:pos x="connsiteX4418" y="connsiteY4418"/>
              </a:cxn>
              <a:cxn ang="0">
                <a:pos x="connsiteX4419" y="connsiteY4419"/>
              </a:cxn>
              <a:cxn ang="0">
                <a:pos x="connsiteX4420" y="connsiteY4420"/>
              </a:cxn>
              <a:cxn ang="0">
                <a:pos x="connsiteX4421" y="connsiteY4421"/>
              </a:cxn>
              <a:cxn ang="0">
                <a:pos x="connsiteX4422" y="connsiteY4422"/>
              </a:cxn>
              <a:cxn ang="0">
                <a:pos x="connsiteX4423" y="connsiteY4423"/>
              </a:cxn>
              <a:cxn ang="0">
                <a:pos x="connsiteX4424" y="connsiteY4424"/>
              </a:cxn>
              <a:cxn ang="0">
                <a:pos x="connsiteX4425" y="connsiteY4425"/>
              </a:cxn>
              <a:cxn ang="0">
                <a:pos x="connsiteX4426" y="connsiteY4426"/>
              </a:cxn>
              <a:cxn ang="0">
                <a:pos x="connsiteX4427" y="connsiteY4427"/>
              </a:cxn>
              <a:cxn ang="0">
                <a:pos x="connsiteX4428" y="connsiteY4428"/>
              </a:cxn>
              <a:cxn ang="0">
                <a:pos x="connsiteX4429" y="connsiteY4429"/>
              </a:cxn>
              <a:cxn ang="0">
                <a:pos x="connsiteX4430" y="connsiteY4430"/>
              </a:cxn>
              <a:cxn ang="0">
                <a:pos x="connsiteX4431" y="connsiteY4431"/>
              </a:cxn>
              <a:cxn ang="0">
                <a:pos x="connsiteX4432" y="connsiteY4432"/>
              </a:cxn>
              <a:cxn ang="0">
                <a:pos x="connsiteX4433" y="connsiteY4433"/>
              </a:cxn>
              <a:cxn ang="0">
                <a:pos x="connsiteX4434" y="connsiteY4434"/>
              </a:cxn>
              <a:cxn ang="0">
                <a:pos x="connsiteX4435" y="connsiteY4435"/>
              </a:cxn>
              <a:cxn ang="0">
                <a:pos x="connsiteX4436" y="connsiteY4436"/>
              </a:cxn>
              <a:cxn ang="0">
                <a:pos x="connsiteX4437" y="connsiteY4437"/>
              </a:cxn>
              <a:cxn ang="0">
                <a:pos x="connsiteX4438" y="connsiteY4438"/>
              </a:cxn>
              <a:cxn ang="0">
                <a:pos x="connsiteX4439" y="connsiteY4439"/>
              </a:cxn>
              <a:cxn ang="0">
                <a:pos x="connsiteX4440" y="connsiteY4440"/>
              </a:cxn>
              <a:cxn ang="0">
                <a:pos x="connsiteX4441" y="connsiteY4441"/>
              </a:cxn>
              <a:cxn ang="0">
                <a:pos x="connsiteX4442" y="connsiteY4442"/>
              </a:cxn>
              <a:cxn ang="0">
                <a:pos x="connsiteX4443" y="connsiteY4443"/>
              </a:cxn>
              <a:cxn ang="0">
                <a:pos x="connsiteX4444" y="connsiteY4444"/>
              </a:cxn>
              <a:cxn ang="0">
                <a:pos x="connsiteX4445" y="connsiteY4445"/>
              </a:cxn>
              <a:cxn ang="0">
                <a:pos x="connsiteX4446" y="connsiteY4446"/>
              </a:cxn>
              <a:cxn ang="0">
                <a:pos x="connsiteX4447" y="connsiteY4447"/>
              </a:cxn>
              <a:cxn ang="0">
                <a:pos x="connsiteX4448" y="connsiteY4448"/>
              </a:cxn>
              <a:cxn ang="0">
                <a:pos x="connsiteX4449" y="connsiteY4449"/>
              </a:cxn>
              <a:cxn ang="0">
                <a:pos x="connsiteX4450" y="connsiteY4450"/>
              </a:cxn>
              <a:cxn ang="0">
                <a:pos x="connsiteX4451" y="connsiteY4451"/>
              </a:cxn>
              <a:cxn ang="0">
                <a:pos x="connsiteX4452" y="connsiteY4452"/>
              </a:cxn>
              <a:cxn ang="0">
                <a:pos x="connsiteX4453" y="connsiteY4453"/>
              </a:cxn>
              <a:cxn ang="0">
                <a:pos x="connsiteX4454" y="connsiteY4454"/>
              </a:cxn>
              <a:cxn ang="0">
                <a:pos x="connsiteX4455" y="connsiteY4455"/>
              </a:cxn>
              <a:cxn ang="0">
                <a:pos x="connsiteX4456" y="connsiteY4456"/>
              </a:cxn>
              <a:cxn ang="0">
                <a:pos x="connsiteX4457" y="connsiteY4457"/>
              </a:cxn>
              <a:cxn ang="0">
                <a:pos x="connsiteX4458" y="connsiteY4458"/>
              </a:cxn>
              <a:cxn ang="0">
                <a:pos x="connsiteX4459" y="connsiteY4459"/>
              </a:cxn>
              <a:cxn ang="0">
                <a:pos x="connsiteX4460" y="connsiteY4460"/>
              </a:cxn>
              <a:cxn ang="0">
                <a:pos x="connsiteX4461" y="connsiteY4461"/>
              </a:cxn>
              <a:cxn ang="0">
                <a:pos x="connsiteX4462" y="connsiteY4462"/>
              </a:cxn>
              <a:cxn ang="0">
                <a:pos x="connsiteX4463" y="connsiteY4463"/>
              </a:cxn>
              <a:cxn ang="0">
                <a:pos x="connsiteX4464" y="connsiteY4464"/>
              </a:cxn>
              <a:cxn ang="0">
                <a:pos x="connsiteX4465" y="connsiteY4465"/>
              </a:cxn>
              <a:cxn ang="0">
                <a:pos x="connsiteX4466" y="connsiteY4466"/>
              </a:cxn>
              <a:cxn ang="0">
                <a:pos x="connsiteX4467" y="connsiteY4467"/>
              </a:cxn>
              <a:cxn ang="0">
                <a:pos x="connsiteX4468" y="connsiteY4468"/>
              </a:cxn>
              <a:cxn ang="0">
                <a:pos x="connsiteX4469" y="connsiteY4469"/>
              </a:cxn>
              <a:cxn ang="0">
                <a:pos x="connsiteX4470" y="connsiteY4470"/>
              </a:cxn>
              <a:cxn ang="0">
                <a:pos x="connsiteX4471" y="connsiteY4471"/>
              </a:cxn>
              <a:cxn ang="0">
                <a:pos x="connsiteX4472" y="connsiteY4472"/>
              </a:cxn>
              <a:cxn ang="0">
                <a:pos x="connsiteX4473" y="connsiteY4473"/>
              </a:cxn>
              <a:cxn ang="0">
                <a:pos x="connsiteX4474" y="connsiteY4474"/>
              </a:cxn>
              <a:cxn ang="0">
                <a:pos x="connsiteX4475" y="connsiteY4475"/>
              </a:cxn>
              <a:cxn ang="0">
                <a:pos x="connsiteX4476" y="connsiteY4476"/>
              </a:cxn>
              <a:cxn ang="0">
                <a:pos x="connsiteX4477" y="connsiteY4477"/>
              </a:cxn>
              <a:cxn ang="0">
                <a:pos x="connsiteX4478" y="connsiteY4478"/>
              </a:cxn>
              <a:cxn ang="0">
                <a:pos x="connsiteX4479" y="connsiteY4479"/>
              </a:cxn>
              <a:cxn ang="0">
                <a:pos x="connsiteX4480" y="connsiteY4480"/>
              </a:cxn>
              <a:cxn ang="0">
                <a:pos x="connsiteX4481" y="connsiteY4481"/>
              </a:cxn>
              <a:cxn ang="0">
                <a:pos x="connsiteX4482" y="connsiteY4482"/>
              </a:cxn>
              <a:cxn ang="0">
                <a:pos x="connsiteX4483" y="connsiteY4483"/>
              </a:cxn>
              <a:cxn ang="0">
                <a:pos x="connsiteX4484" y="connsiteY4484"/>
              </a:cxn>
              <a:cxn ang="0">
                <a:pos x="connsiteX4485" y="connsiteY4485"/>
              </a:cxn>
              <a:cxn ang="0">
                <a:pos x="connsiteX4486" y="connsiteY4486"/>
              </a:cxn>
              <a:cxn ang="0">
                <a:pos x="connsiteX4487" y="connsiteY4487"/>
              </a:cxn>
              <a:cxn ang="0">
                <a:pos x="connsiteX4488" y="connsiteY4488"/>
              </a:cxn>
              <a:cxn ang="0">
                <a:pos x="connsiteX4489" y="connsiteY4489"/>
              </a:cxn>
              <a:cxn ang="0">
                <a:pos x="connsiteX4490" y="connsiteY4490"/>
              </a:cxn>
              <a:cxn ang="0">
                <a:pos x="connsiteX4491" y="connsiteY4491"/>
              </a:cxn>
              <a:cxn ang="0">
                <a:pos x="connsiteX4492" y="connsiteY4492"/>
              </a:cxn>
              <a:cxn ang="0">
                <a:pos x="connsiteX4493" y="connsiteY4493"/>
              </a:cxn>
              <a:cxn ang="0">
                <a:pos x="connsiteX4494" y="connsiteY4494"/>
              </a:cxn>
              <a:cxn ang="0">
                <a:pos x="connsiteX4495" y="connsiteY4495"/>
              </a:cxn>
              <a:cxn ang="0">
                <a:pos x="connsiteX4496" y="connsiteY4496"/>
              </a:cxn>
              <a:cxn ang="0">
                <a:pos x="connsiteX4497" y="connsiteY4497"/>
              </a:cxn>
              <a:cxn ang="0">
                <a:pos x="connsiteX4498" y="connsiteY4498"/>
              </a:cxn>
              <a:cxn ang="0">
                <a:pos x="connsiteX4499" y="connsiteY4499"/>
              </a:cxn>
              <a:cxn ang="0">
                <a:pos x="connsiteX4500" y="connsiteY4500"/>
              </a:cxn>
              <a:cxn ang="0">
                <a:pos x="connsiteX4501" y="connsiteY4501"/>
              </a:cxn>
              <a:cxn ang="0">
                <a:pos x="connsiteX4502" y="connsiteY4502"/>
              </a:cxn>
              <a:cxn ang="0">
                <a:pos x="connsiteX4503" y="connsiteY4503"/>
              </a:cxn>
              <a:cxn ang="0">
                <a:pos x="connsiteX4504" y="connsiteY4504"/>
              </a:cxn>
              <a:cxn ang="0">
                <a:pos x="connsiteX4505" y="connsiteY4505"/>
              </a:cxn>
              <a:cxn ang="0">
                <a:pos x="connsiteX4506" y="connsiteY4506"/>
              </a:cxn>
              <a:cxn ang="0">
                <a:pos x="connsiteX4507" y="connsiteY4507"/>
              </a:cxn>
              <a:cxn ang="0">
                <a:pos x="connsiteX4508" y="connsiteY4508"/>
              </a:cxn>
              <a:cxn ang="0">
                <a:pos x="connsiteX4509" y="connsiteY4509"/>
              </a:cxn>
              <a:cxn ang="0">
                <a:pos x="connsiteX4510" y="connsiteY4510"/>
              </a:cxn>
              <a:cxn ang="0">
                <a:pos x="connsiteX4511" y="connsiteY4511"/>
              </a:cxn>
              <a:cxn ang="0">
                <a:pos x="connsiteX4512" y="connsiteY4512"/>
              </a:cxn>
              <a:cxn ang="0">
                <a:pos x="connsiteX4513" y="connsiteY4513"/>
              </a:cxn>
              <a:cxn ang="0">
                <a:pos x="connsiteX4514" y="connsiteY4514"/>
              </a:cxn>
              <a:cxn ang="0">
                <a:pos x="connsiteX4515" y="connsiteY4515"/>
              </a:cxn>
              <a:cxn ang="0">
                <a:pos x="connsiteX4516" y="connsiteY4516"/>
              </a:cxn>
              <a:cxn ang="0">
                <a:pos x="connsiteX4517" y="connsiteY4517"/>
              </a:cxn>
              <a:cxn ang="0">
                <a:pos x="connsiteX4518" y="connsiteY4518"/>
              </a:cxn>
              <a:cxn ang="0">
                <a:pos x="connsiteX4519" y="connsiteY4519"/>
              </a:cxn>
              <a:cxn ang="0">
                <a:pos x="connsiteX4520" y="connsiteY4520"/>
              </a:cxn>
              <a:cxn ang="0">
                <a:pos x="connsiteX4521" y="connsiteY4521"/>
              </a:cxn>
              <a:cxn ang="0">
                <a:pos x="connsiteX4522" y="connsiteY4522"/>
              </a:cxn>
              <a:cxn ang="0">
                <a:pos x="connsiteX4523" y="connsiteY4523"/>
              </a:cxn>
              <a:cxn ang="0">
                <a:pos x="connsiteX4524" y="connsiteY4524"/>
              </a:cxn>
              <a:cxn ang="0">
                <a:pos x="connsiteX4525" y="connsiteY4525"/>
              </a:cxn>
              <a:cxn ang="0">
                <a:pos x="connsiteX4526" y="connsiteY4526"/>
              </a:cxn>
              <a:cxn ang="0">
                <a:pos x="connsiteX4527" y="connsiteY4527"/>
              </a:cxn>
              <a:cxn ang="0">
                <a:pos x="connsiteX4528" y="connsiteY4528"/>
              </a:cxn>
              <a:cxn ang="0">
                <a:pos x="connsiteX4529" y="connsiteY4529"/>
              </a:cxn>
              <a:cxn ang="0">
                <a:pos x="connsiteX4530" y="connsiteY4530"/>
              </a:cxn>
              <a:cxn ang="0">
                <a:pos x="connsiteX4531" y="connsiteY4531"/>
              </a:cxn>
              <a:cxn ang="0">
                <a:pos x="connsiteX4532" y="connsiteY4532"/>
              </a:cxn>
              <a:cxn ang="0">
                <a:pos x="connsiteX4533" y="connsiteY4533"/>
              </a:cxn>
              <a:cxn ang="0">
                <a:pos x="connsiteX4534" y="connsiteY4534"/>
              </a:cxn>
              <a:cxn ang="0">
                <a:pos x="connsiteX4535" y="connsiteY4535"/>
              </a:cxn>
              <a:cxn ang="0">
                <a:pos x="connsiteX4536" y="connsiteY4536"/>
              </a:cxn>
              <a:cxn ang="0">
                <a:pos x="connsiteX4537" y="connsiteY4537"/>
              </a:cxn>
              <a:cxn ang="0">
                <a:pos x="connsiteX4538" y="connsiteY4538"/>
              </a:cxn>
              <a:cxn ang="0">
                <a:pos x="connsiteX4539" y="connsiteY4539"/>
              </a:cxn>
              <a:cxn ang="0">
                <a:pos x="connsiteX4540" y="connsiteY4540"/>
              </a:cxn>
              <a:cxn ang="0">
                <a:pos x="connsiteX4541" y="connsiteY4541"/>
              </a:cxn>
              <a:cxn ang="0">
                <a:pos x="connsiteX4542" y="connsiteY4542"/>
              </a:cxn>
              <a:cxn ang="0">
                <a:pos x="connsiteX4543" y="connsiteY4543"/>
              </a:cxn>
              <a:cxn ang="0">
                <a:pos x="connsiteX4544" y="connsiteY4544"/>
              </a:cxn>
              <a:cxn ang="0">
                <a:pos x="connsiteX4545" y="connsiteY4545"/>
              </a:cxn>
              <a:cxn ang="0">
                <a:pos x="connsiteX4546" y="connsiteY4546"/>
              </a:cxn>
              <a:cxn ang="0">
                <a:pos x="connsiteX4547" y="connsiteY4547"/>
              </a:cxn>
              <a:cxn ang="0">
                <a:pos x="connsiteX4548" y="connsiteY4548"/>
              </a:cxn>
              <a:cxn ang="0">
                <a:pos x="connsiteX4549" y="connsiteY4549"/>
              </a:cxn>
              <a:cxn ang="0">
                <a:pos x="connsiteX4550" y="connsiteY4550"/>
              </a:cxn>
              <a:cxn ang="0">
                <a:pos x="connsiteX4551" y="connsiteY4551"/>
              </a:cxn>
              <a:cxn ang="0">
                <a:pos x="connsiteX4552" y="connsiteY4552"/>
              </a:cxn>
              <a:cxn ang="0">
                <a:pos x="connsiteX4553" y="connsiteY4553"/>
              </a:cxn>
              <a:cxn ang="0">
                <a:pos x="connsiteX4554" y="connsiteY4554"/>
              </a:cxn>
              <a:cxn ang="0">
                <a:pos x="connsiteX4555" y="connsiteY4555"/>
              </a:cxn>
              <a:cxn ang="0">
                <a:pos x="connsiteX4556" y="connsiteY4556"/>
              </a:cxn>
              <a:cxn ang="0">
                <a:pos x="connsiteX4557" y="connsiteY4557"/>
              </a:cxn>
              <a:cxn ang="0">
                <a:pos x="connsiteX4558" y="connsiteY4558"/>
              </a:cxn>
              <a:cxn ang="0">
                <a:pos x="connsiteX4559" y="connsiteY4559"/>
              </a:cxn>
              <a:cxn ang="0">
                <a:pos x="connsiteX4560" y="connsiteY4560"/>
              </a:cxn>
              <a:cxn ang="0">
                <a:pos x="connsiteX4561" y="connsiteY4561"/>
              </a:cxn>
              <a:cxn ang="0">
                <a:pos x="connsiteX4562" y="connsiteY4562"/>
              </a:cxn>
              <a:cxn ang="0">
                <a:pos x="connsiteX4563" y="connsiteY4563"/>
              </a:cxn>
              <a:cxn ang="0">
                <a:pos x="connsiteX4564" y="connsiteY4564"/>
              </a:cxn>
              <a:cxn ang="0">
                <a:pos x="connsiteX4565" y="connsiteY4565"/>
              </a:cxn>
              <a:cxn ang="0">
                <a:pos x="connsiteX4566" y="connsiteY4566"/>
              </a:cxn>
              <a:cxn ang="0">
                <a:pos x="connsiteX4567" y="connsiteY4567"/>
              </a:cxn>
              <a:cxn ang="0">
                <a:pos x="connsiteX4568" y="connsiteY4568"/>
              </a:cxn>
              <a:cxn ang="0">
                <a:pos x="connsiteX4569" y="connsiteY4569"/>
              </a:cxn>
              <a:cxn ang="0">
                <a:pos x="connsiteX4570" y="connsiteY4570"/>
              </a:cxn>
              <a:cxn ang="0">
                <a:pos x="connsiteX4571" y="connsiteY4571"/>
              </a:cxn>
              <a:cxn ang="0">
                <a:pos x="connsiteX4572" y="connsiteY4572"/>
              </a:cxn>
              <a:cxn ang="0">
                <a:pos x="connsiteX4573" y="connsiteY4573"/>
              </a:cxn>
              <a:cxn ang="0">
                <a:pos x="connsiteX4574" y="connsiteY4574"/>
              </a:cxn>
              <a:cxn ang="0">
                <a:pos x="connsiteX4575" y="connsiteY4575"/>
              </a:cxn>
              <a:cxn ang="0">
                <a:pos x="connsiteX4576" y="connsiteY4576"/>
              </a:cxn>
              <a:cxn ang="0">
                <a:pos x="connsiteX4577" y="connsiteY4577"/>
              </a:cxn>
              <a:cxn ang="0">
                <a:pos x="connsiteX4578" y="connsiteY4578"/>
              </a:cxn>
              <a:cxn ang="0">
                <a:pos x="connsiteX4579" y="connsiteY4579"/>
              </a:cxn>
              <a:cxn ang="0">
                <a:pos x="connsiteX4580" y="connsiteY4580"/>
              </a:cxn>
              <a:cxn ang="0">
                <a:pos x="connsiteX4581" y="connsiteY4581"/>
              </a:cxn>
              <a:cxn ang="0">
                <a:pos x="connsiteX4582" y="connsiteY4582"/>
              </a:cxn>
              <a:cxn ang="0">
                <a:pos x="connsiteX4583" y="connsiteY4583"/>
              </a:cxn>
              <a:cxn ang="0">
                <a:pos x="connsiteX4584" y="connsiteY4584"/>
              </a:cxn>
              <a:cxn ang="0">
                <a:pos x="connsiteX4585" y="connsiteY4585"/>
              </a:cxn>
              <a:cxn ang="0">
                <a:pos x="connsiteX4586" y="connsiteY4586"/>
              </a:cxn>
              <a:cxn ang="0">
                <a:pos x="connsiteX4587" y="connsiteY4587"/>
              </a:cxn>
              <a:cxn ang="0">
                <a:pos x="connsiteX4588" y="connsiteY4588"/>
              </a:cxn>
              <a:cxn ang="0">
                <a:pos x="connsiteX4589" y="connsiteY4589"/>
              </a:cxn>
              <a:cxn ang="0">
                <a:pos x="connsiteX4590" y="connsiteY4590"/>
              </a:cxn>
              <a:cxn ang="0">
                <a:pos x="connsiteX4591" y="connsiteY4591"/>
              </a:cxn>
              <a:cxn ang="0">
                <a:pos x="connsiteX4592" y="connsiteY4592"/>
              </a:cxn>
              <a:cxn ang="0">
                <a:pos x="connsiteX4593" y="connsiteY4593"/>
              </a:cxn>
              <a:cxn ang="0">
                <a:pos x="connsiteX4594" y="connsiteY4594"/>
              </a:cxn>
              <a:cxn ang="0">
                <a:pos x="connsiteX4595" y="connsiteY4595"/>
              </a:cxn>
              <a:cxn ang="0">
                <a:pos x="connsiteX4596" y="connsiteY4596"/>
              </a:cxn>
              <a:cxn ang="0">
                <a:pos x="connsiteX4597" y="connsiteY4597"/>
              </a:cxn>
              <a:cxn ang="0">
                <a:pos x="connsiteX4598" y="connsiteY4598"/>
              </a:cxn>
              <a:cxn ang="0">
                <a:pos x="connsiteX4599" y="connsiteY4599"/>
              </a:cxn>
              <a:cxn ang="0">
                <a:pos x="connsiteX4600" y="connsiteY4600"/>
              </a:cxn>
              <a:cxn ang="0">
                <a:pos x="connsiteX4601" y="connsiteY4601"/>
              </a:cxn>
              <a:cxn ang="0">
                <a:pos x="connsiteX4602" y="connsiteY4602"/>
              </a:cxn>
              <a:cxn ang="0">
                <a:pos x="connsiteX4603" y="connsiteY4603"/>
              </a:cxn>
              <a:cxn ang="0">
                <a:pos x="connsiteX4604" y="connsiteY4604"/>
              </a:cxn>
              <a:cxn ang="0">
                <a:pos x="connsiteX4605" y="connsiteY4605"/>
              </a:cxn>
              <a:cxn ang="0">
                <a:pos x="connsiteX4606" y="connsiteY4606"/>
              </a:cxn>
              <a:cxn ang="0">
                <a:pos x="connsiteX4607" y="connsiteY4607"/>
              </a:cxn>
              <a:cxn ang="0">
                <a:pos x="connsiteX4608" y="connsiteY4608"/>
              </a:cxn>
              <a:cxn ang="0">
                <a:pos x="connsiteX4609" y="connsiteY4609"/>
              </a:cxn>
              <a:cxn ang="0">
                <a:pos x="connsiteX4610" y="connsiteY4610"/>
              </a:cxn>
              <a:cxn ang="0">
                <a:pos x="connsiteX4611" y="connsiteY4611"/>
              </a:cxn>
              <a:cxn ang="0">
                <a:pos x="connsiteX4612" y="connsiteY4612"/>
              </a:cxn>
              <a:cxn ang="0">
                <a:pos x="connsiteX4613" y="connsiteY4613"/>
              </a:cxn>
              <a:cxn ang="0">
                <a:pos x="connsiteX4614" y="connsiteY4614"/>
              </a:cxn>
              <a:cxn ang="0">
                <a:pos x="connsiteX4615" y="connsiteY4615"/>
              </a:cxn>
              <a:cxn ang="0">
                <a:pos x="connsiteX4616" y="connsiteY4616"/>
              </a:cxn>
              <a:cxn ang="0">
                <a:pos x="connsiteX4617" y="connsiteY4617"/>
              </a:cxn>
              <a:cxn ang="0">
                <a:pos x="connsiteX4618" y="connsiteY4618"/>
              </a:cxn>
              <a:cxn ang="0">
                <a:pos x="connsiteX4619" y="connsiteY4619"/>
              </a:cxn>
              <a:cxn ang="0">
                <a:pos x="connsiteX4620" y="connsiteY4620"/>
              </a:cxn>
              <a:cxn ang="0">
                <a:pos x="connsiteX4621" y="connsiteY4621"/>
              </a:cxn>
              <a:cxn ang="0">
                <a:pos x="connsiteX4622" y="connsiteY4622"/>
              </a:cxn>
              <a:cxn ang="0">
                <a:pos x="connsiteX4623" y="connsiteY4623"/>
              </a:cxn>
              <a:cxn ang="0">
                <a:pos x="connsiteX4624" y="connsiteY4624"/>
              </a:cxn>
              <a:cxn ang="0">
                <a:pos x="connsiteX4625" y="connsiteY4625"/>
              </a:cxn>
              <a:cxn ang="0">
                <a:pos x="connsiteX4626" y="connsiteY4626"/>
              </a:cxn>
              <a:cxn ang="0">
                <a:pos x="connsiteX4627" y="connsiteY4627"/>
              </a:cxn>
              <a:cxn ang="0">
                <a:pos x="connsiteX4628" y="connsiteY4628"/>
              </a:cxn>
              <a:cxn ang="0">
                <a:pos x="connsiteX4629" y="connsiteY4629"/>
              </a:cxn>
              <a:cxn ang="0">
                <a:pos x="connsiteX4630" y="connsiteY4630"/>
              </a:cxn>
              <a:cxn ang="0">
                <a:pos x="connsiteX4631" y="connsiteY4631"/>
              </a:cxn>
              <a:cxn ang="0">
                <a:pos x="connsiteX4632" y="connsiteY4632"/>
              </a:cxn>
              <a:cxn ang="0">
                <a:pos x="connsiteX4633" y="connsiteY4633"/>
              </a:cxn>
              <a:cxn ang="0">
                <a:pos x="connsiteX4634" y="connsiteY4634"/>
              </a:cxn>
              <a:cxn ang="0">
                <a:pos x="connsiteX4635" y="connsiteY4635"/>
              </a:cxn>
              <a:cxn ang="0">
                <a:pos x="connsiteX4636" y="connsiteY4636"/>
              </a:cxn>
              <a:cxn ang="0">
                <a:pos x="connsiteX4637" y="connsiteY4637"/>
              </a:cxn>
              <a:cxn ang="0">
                <a:pos x="connsiteX4638" y="connsiteY4638"/>
              </a:cxn>
              <a:cxn ang="0">
                <a:pos x="connsiteX4639" y="connsiteY4639"/>
              </a:cxn>
              <a:cxn ang="0">
                <a:pos x="connsiteX4640" y="connsiteY4640"/>
              </a:cxn>
              <a:cxn ang="0">
                <a:pos x="connsiteX4641" y="connsiteY4641"/>
              </a:cxn>
              <a:cxn ang="0">
                <a:pos x="connsiteX4642" y="connsiteY4642"/>
              </a:cxn>
              <a:cxn ang="0">
                <a:pos x="connsiteX4643" y="connsiteY4643"/>
              </a:cxn>
              <a:cxn ang="0">
                <a:pos x="connsiteX4644" y="connsiteY4644"/>
              </a:cxn>
              <a:cxn ang="0">
                <a:pos x="connsiteX4645" y="connsiteY4645"/>
              </a:cxn>
              <a:cxn ang="0">
                <a:pos x="connsiteX4646" y="connsiteY4646"/>
              </a:cxn>
              <a:cxn ang="0">
                <a:pos x="connsiteX4647" y="connsiteY4647"/>
              </a:cxn>
              <a:cxn ang="0">
                <a:pos x="connsiteX4648" y="connsiteY4648"/>
              </a:cxn>
              <a:cxn ang="0">
                <a:pos x="connsiteX4649" y="connsiteY4649"/>
              </a:cxn>
              <a:cxn ang="0">
                <a:pos x="connsiteX4650" y="connsiteY4650"/>
              </a:cxn>
              <a:cxn ang="0">
                <a:pos x="connsiteX4651" y="connsiteY4651"/>
              </a:cxn>
              <a:cxn ang="0">
                <a:pos x="connsiteX4652" y="connsiteY4652"/>
              </a:cxn>
              <a:cxn ang="0">
                <a:pos x="connsiteX4653" y="connsiteY4653"/>
              </a:cxn>
              <a:cxn ang="0">
                <a:pos x="connsiteX4654" y="connsiteY4654"/>
              </a:cxn>
              <a:cxn ang="0">
                <a:pos x="connsiteX4655" y="connsiteY4655"/>
              </a:cxn>
              <a:cxn ang="0">
                <a:pos x="connsiteX4656" y="connsiteY4656"/>
              </a:cxn>
              <a:cxn ang="0">
                <a:pos x="connsiteX4657" y="connsiteY4657"/>
              </a:cxn>
              <a:cxn ang="0">
                <a:pos x="connsiteX4658" y="connsiteY4658"/>
              </a:cxn>
              <a:cxn ang="0">
                <a:pos x="connsiteX4659" y="connsiteY4659"/>
              </a:cxn>
              <a:cxn ang="0">
                <a:pos x="connsiteX4660" y="connsiteY4660"/>
              </a:cxn>
              <a:cxn ang="0">
                <a:pos x="connsiteX4661" y="connsiteY4661"/>
              </a:cxn>
              <a:cxn ang="0">
                <a:pos x="connsiteX4662" y="connsiteY4662"/>
              </a:cxn>
              <a:cxn ang="0">
                <a:pos x="connsiteX4663" y="connsiteY4663"/>
              </a:cxn>
              <a:cxn ang="0">
                <a:pos x="connsiteX4664" y="connsiteY4664"/>
              </a:cxn>
              <a:cxn ang="0">
                <a:pos x="connsiteX4665" y="connsiteY4665"/>
              </a:cxn>
              <a:cxn ang="0">
                <a:pos x="connsiteX4666" y="connsiteY4666"/>
              </a:cxn>
              <a:cxn ang="0">
                <a:pos x="connsiteX4667" y="connsiteY4667"/>
              </a:cxn>
              <a:cxn ang="0">
                <a:pos x="connsiteX4668" y="connsiteY4668"/>
              </a:cxn>
              <a:cxn ang="0">
                <a:pos x="connsiteX4669" y="connsiteY4669"/>
              </a:cxn>
              <a:cxn ang="0">
                <a:pos x="connsiteX4670" y="connsiteY4670"/>
              </a:cxn>
              <a:cxn ang="0">
                <a:pos x="connsiteX4671" y="connsiteY4671"/>
              </a:cxn>
              <a:cxn ang="0">
                <a:pos x="connsiteX4672" y="connsiteY4672"/>
              </a:cxn>
              <a:cxn ang="0">
                <a:pos x="connsiteX4673" y="connsiteY4673"/>
              </a:cxn>
              <a:cxn ang="0">
                <a:pos x="connsiteX4674" y="connsiteY4674"/>
              </a:cxn>
              <a:cxn ang="0">
                <a:pos x="connsiteX4675" y="connsiteY4675"/>
              </a:cxn>
              <a:cxn ang="0">
                <a:pos x="connsiteX4676" y="connsiteY4676"/>
              </a:cxn>
              <a:cxn ang="0">
                <a:pos x="connsiteX4677" y="connsiteY4677"/>
              </a:cxn>
              <a:cxn ang="0">
                <a:pos x="connsiteX4678" y="connsiteY4678"/>
              </a:cxn>
              <a:cxn ang="0">
                <a:pos x="connsiteX4679" y="connsiteY4679"/>
              </a:cxn>
              <a:cxn ang="0">
                <a:pos x="connsiteX4680" y="connsiteY4680"/>
              </a:cxn>
              <a:cxn ang="0">
                <a:pos x="connsiteX4681" y="connsiteY4681"/>
              </a:cxn>
              <a:cxn ang="0">
                <a:pos x="connsiteX4682" y="connsiteY4682"/>
              </a:cxn>
              <a:cxn ang="0">
                <a:pos x="connsiteX4683" y="connsiteY4683"/>
              </a:cxn>
              <a:cxn ang="0">
                <a:pos x="connsiteX4684" y="connsiteY4684"/>
              </a:cxn>
              <a:cxn ang="0">
                <a:pos x="connsiteX4685" y="connsiteY4685"/>
              </a:cxn>
              <a:cxn ang="0">
                <a:pos x="connsiteX4686" y="connsiteY4686"/>
              </a:cxn>
              <a:cxn ang="0">
                <a:pos x="connsiteX4687" y="connsiteY4687"/>
              </a:cxn>
              <a:cxn ang="0">
                <a:pos x="connsiteX4688" y="connsiteY4688"/>
              </a:cxn>
              <a:cxn ang="0">
                <a:pos x="connsiteX4689" y="connsiteY4689"/>
              </a:cxn>
              <a:cxn ang="0">
                <a:pos x="connsiteX4690" y="connsiteY4690"/>
              </a:cxn>
              <a:cxn ang="0">
                <a:pos x="connsiteX4691" y="connsiteY4691"/>
              </a:cxn>
              <a:cxn ang="0">
                <a:pos x="connsiteX4692" y="connsiteY4692"/>
              </a:cxn>
              <a:cxn ang="0">
                <a:pos x="connsiteX4693" y="connsiteY4693"/>
              </a:cxn>
              <a:cxn ang="0">
                <a:pos x="connsiteX4694" y="connsiteY4694"/>
              </a:cxn>
              <a:cxn ang="0">
                <a:pos x="connsiteX4695" y="connsiteY4695"/>
              </a:cxn>
              <a:cxn ang="0">
                <a:pos x="connsiteX4696" y="connsiteY4696"/>
              </a:cxn>
              <a:cxn ang="0">
                <a:pos x="connsiteX4697" y="connsiteY4697"/>
              </a:cxn>
              <a:cxn ang="0">
                <a:pos x="connsiteX4698" y="connsiteY4698"/>
              </a:cxn>
              <a:cxn ang="0">
                <a:pos x="connsiteX4699" y="connsiteY4699"/>
              </a:cxn>
              <a:cxn ang="0">
                <a:pos x="connsiteX4700" y="connsiteY4700"/>
              </a:cxn>
              <a:cxn ang="0">
                <a:pos x="connsiteX4701" y="connsiteY4701"/>
              </a:cxn>
              <a:cxn ang="0">
                <a:pos x="connsiteX4702" y="connsiteY4702"/>
              </a:cxn>
              <a:cxn ang="0">
                <a:pos x="connsiteX4703" y="connsiteY4703"/>
              </a:cxn>
              <a:cxn ang="0">
                <a:pos x="connsiteX4704" y="connsiteY4704"/>
              </a:cxn>
              <a:cxn ang="0">
                <a:pos x="connsiteX4705" y="connsiteY4705"/>
              </a:cxn>
              <a:cxn ang="0">
                <a:pos x="connsiteX4706" y="connsiteY4706"/>
              </a:cxn>
              <a:cxn ang="0">
                <a:pos x="connsiteX4707" y="connsiteY4707"/>
              </a:cxn>
              <a:cxn ang="0">
                <a:pos x="connsiteX4708" y="connsiteY4708"/>
              </a:cxn>
              <a:cxn ang="0">
                <a:pos x="connsiteX4709" y="connsiteY4709"/>
              </a:cxn>
              <a:cxn ang="0">
                <a:pos x="connsiteX4710" y="connsiteY4710"/>
              </a:cxn>
              <a:cxn ang="0">
                <a:pos x="connsiteX4711" y="connsiteY4711"/>
              </a:cxn>
              <a:cxn ang="0">
                <a:pos x="connsiteX4712" y="connsiteY4712"/>
              </a:cxn>
              <a:cxn ang="0">
                <a:pos x="connsiteX4713" y="connsiteY4713"/>
              </a:cxn>
              <a:cxn ang="0">
                <a:pos x="connsiteX4714" y="connsiteY4714"/>
              </a:cxn>
              <a:cxn ang="0">
                <a:pos x="connsiteX4715" y="connsiteY4715"/>
              </a:cxn>
              <a:cxn ang="0">
                <a:pos x="connsiteX4716" y="connsiteY4716"/>
              </a:cxn>
              <a:cxn ang="0">
                <a:pos x="connsiteX4717" y="connsiteY4717"/>
              </a:cxn>
              <a:cxn ang="0">
                <a:pos x="connsiteX4718" y="connsiteY4718"/>
              </a:cxn>
              <a:cxn ang="0">
                <a:pos x="connsiteX4719" y="connsiteY4719"/>
              </a:cxn>
              <a:cxn ang="0">
                <a:pos x="connsiteX4720" y="connsiteY4720"/>
              </a:cxn>
              <a:cxn ang="0">
                <a:pos x="connsiteX4721" y="connsiteY4721"/>
              </a:cxn>
              <a:cxn ang="0">
                <a:pos x="connsiteX4722" y="connsiteY4722"/>
              </a:cxn>
              <a:cxn ang="0">
                <a:pos x="connsiteX4723" y="connsiteY4723"/>
              </a:cxn>
              <a:cxn ang="0">
                <a:pos x="connsiteX4724" y="connsiteY4724"/>
              </a:cxn>
              <a:cxn ang="0">
                <a:pos x="connsiteX4725" y="connsiteY4725"/>
              </a:cxn>
              <a:cxn ang="0">
                <a:pos x="connsiteX4726" y="connsiteY4726"/>
              </a:cxn>
              <a:cxn ang="0">
                <a:pos x="connsiteX4727" y="connsiteY4727"/>
              </a:cxn>
              <a:cxn ang="0">
                <a:pos x="connsiteX4728" y="connsiteY4728"/>
              </a:cxn>
              <a:cxn ang="0">
                <a:pos x="connsiteX4729" y="connsiteY4729"/>
              </a:cxn>
              <a:cxn ang="0">
                <a:pos x="connsiteX4730" y="connsiteY4730"/>
              </a:cxn>
              <a:cxn ang="0">
                <a:pos x="connsiteX4731" y="connsiteY4731"/>
              </a:cxn>
              <a:cxn ang="0">
                <a:pos x="connsiteX4732" y="connsiteY4732"/>
              </a:cxn>
              <a:cxn ang="0">
                <a:pos x="connsiteX4733" y="connsiteY4733"/>
              </a:cxn>
              <a:cxn ang="0">
                <a:pos x="connsiteX4734" y="connsiteY4734"/>
              </a:cxn>
              <a:cxn ang="0">
                <a:pos x="connsiteX4735" y="connsiteY4735"/>
              </a:cxn>
              <a:cxn ang="0">
                <a:pos x="connsiteX4736" y="connsiteY4736"/>
              </a:cxn>
              <a:cxn ang="0">
                <a:pos x="connsiteX4737" y="connsiteY4737"/>
              </a:cxn>
              <a:cxn ang="0">
                <a:pos x="connsiteX4738" y="connsiteY4738"/>
              </a:cxn>
              <a:cxn ang="0">
                <a:pos x="connsiteX4739" y="connsiteY4739"/>
              </a:cxn>
              <a:cxn ang="0">
                <a:pos x="connsiteX4740" y="connsiteY4740"/>
              </a:cxn>
              <a:cxn ang="0">
                <a:pos x="connsiteX4741" y="connsiteY4741"/>
              </a:cxn>
              <a:cxn ang="0">
                <a:pos x="connsiteX4742" y="connsiteY4742"/>
              </a:cxn>
              <a:cxn ang="0">
                <a:pos x="connsiteX4743" y="connsiteY4743"/>
              </a:cxn>
              <a:cxn ang="0">
                <a:pos x="connsiteX4744" y="connsiteY4744"/>
              </a:cxn>
              <a:cxn ang="0">
                <a:pos x="connsiteX4745" y="connsiteY4745"/>
              </a:cxn>
              <a:cxn ang="0">
                <a:pos x="connsiteX4746" y="connsiteY4746"/>
              </a:cxn>
              <a:cxn ang="0">
                <a:pos x="connsiteX4747" y="connsiteY4747"/>
              </a:cxn>
              <a:cxn ang="0">
                <a:pos x="connsiteX4748" y="connsiteY4748"/>
              </a:cxn>
              <a:cxn ang="0">
                <a:pos x="connsiteX4749" y="connsiteY4749"/>
              </a:cxn>
              <a:cxn ang="0">
                <a:pos x="connsiteX4750" y="connsiteY4750"/>
              </a:cxn>
              <a:cxn ang="0">
                <a:pos x="connsiteX4751" y="connsiteY4751"/>
              </a:cxn>
              <a:cxn ang="0">
                <a:pos x="connsiteX4752" y="connsiteY4752"/>
              </a:cxn>
              <a:cxn ang="0">
                <a:pos x="connsiteX4753" y="connsiteY4753"/>
              </a:cxn>
              <a:cxn ang="0">
                <a:pos x="connsiteX4754" y="connsiteY4754"/>
              </a:cxn>
              <a:cxn ang="0">
                <a:pos x="connsiteX4755" y="connsiteY4755"/>
              </a:cxn>
              <a:cxn ang="0">
                <a:pos x="connsiteX4756" y="connsiteY4756"/>
              </a:cxn>
              <a:cxn ang="0">
                <a:pos x="connsiteX4757" y="connsiteY4757"/>
              </a:cxn>
              <a:cxn ang="0">
                <a:pos x="connsiteX4758" y="connsiteY4758"/>
              </a:cxn>
              <a:cxn ang="0">
                <a:pos x="connsiteX4759" y="connsiteY4759"/>
              </a:cxn>
              <a:cxn ang="0">
                <a:pos x="connsiteX4760" y="connsiteY4760"/>
              </a:cxn>
              <a:cxn ang="0">
                <a:pos x="connsiteX4761" y="connsiteY4761"/>
              </a:cxn>
              <a:cxn ang="0">
                <a:pos x="connsiteX4762" y="connsiteY4762"/>
              </a:cxn>
              <a:cxn ang="0">
                <a:pos x="connsiteX4763" y="connsiteY4763"/>
              </a:cxn>
              <a:cxn ang="0">
                <a:pos x="connsiteX4764" y="connsiteY4764"/>
              </a:cxn>
              <a:cxn ang="0">
                <a:pos x="connsiteX4765" y="connsiteY4765"/>
              </a:cxn>
              <a:cxn ang="0">
                <a:pos x="connsiteX4766" y="connsiteY4766"/>
              </a:cxn>
              <a:cxn ang="0">
                <a:pos x="connsiteX4767" y="connsiteY4767"/>
              </a:cxn>
              <a:cxn ang="0">
                <a:pos x="connsiteX4768" y="connsiteY4768"/>
              </a:cxn>
              <a:cxn ang="0">
                <a:pos x="connsiteX4769" y="connsiteY4769"/>
              </a:cxn>
              <a:cxn ang="0">
                <a:pos x="connsiteX4770" y="connsiteY4770"/>
              </a:cxn>
              <a:cxn ang="0">
                <a:pos x="connsiteX4771" y="connsiteY4771"/>
              </a:cxn>
              <a:cxn ang="0">
                <a:pos x="connsiteX4772" y="connsiteY4772"/>
              </a:cxn>
              <a:cxn ang="0">
                <a:pos x="connsiteX4773" y="connsiteY4773"/>
              </a:cxn>
              <a:cxn ang="0">
                <a:pos x="connsiteX4774" y="connsiteY4774"/>
              </a:cxn>
              <a:cxn ang="0">
                <a:pos x="connsiteX4775" y="connsiteY4775"/>
              </a:cxn>
              <a:cxn ang="0">
                <a:pos x="connsiteX4776" y="connsiteY4776"/>
              </a:cxn>
              <a:cxn ang="0">
                <a:pos x="connsiteX4777" y="connsiteY4777"/>
              </a:cxn>
              <a:cxn ang="0">
                <a:pos x="connsiteX4778" y="connsiteY4778"/>
              </a:cxn>
              <a:cxn ang="0">
                <a:pos x="connsiteX4779" y="connsiteY4779"/>
              </a:cxn>
              <a:cxn ang="0">
                <a:pos x="connsiteX4780" y="connsiteY4780"/>
              </a:cxn>
              <a:cxn ang="0">
                <a:pos x="connsiteX4781" y="connsiteY4781"/>
              </a:cxn>
              <a:cxn ang="0">
                <a:pos x="connsiteX4782" y="connsiteY4782"/>
              </a:cxn>
              <a:cxn ang="0">
                <a:pos x="connsiteX4783" y="connsiteY4783"/>
              </a:cxn>
              <a:cxn ang="0">
                <a:pos x="connsiteX4784" y="connsiteY4784"/>
              </a:cxn>
              <a:cxn ang="0">
                <a:pos x="connsiteX4785" y="connsiteY4785"/>
              </a:cxn>
              <a:cxn ang="0">
                <a:pos x="connsiteX4786" y="connsiteY4786"/>
              </a:cxn>
              <a:cxn ang="0">
                <a:pos x="connsiteX4787" y="connsiteY4787"/>
              </a:cxn>
              <a:cxn ang="0">
                <a:pos x="connsiteX4788" y="connsiteY4788"/>
              </a:cxn>
              <a:cxn ang="0">
                <a:pos x="connsiteX4789" y="connsiteY4789"/>
              </a:cxn>
              <a:cxn ang="0">
                <a:pos x="connsiteX4790" y="connsiteY4790"/>
              </a:cxn>
              <a:cxn ang="0">
                <a:pos x="connsiteX4791" y="connsiteY4791"/>
              </a:cxn>
              <a:cxn ang="0">
                <a:pos x="connsiteX4792" y="connsiteY4792"/>
              </a:cxn>
              <a:cxn ang="0">
                <a:pos x="connsiteX4793" y="connsiteY4793"/>
              </a:cxn>
              <a:cxn ang="0">
                <a:pos x="connsiteX4794" y="connsiteY4794"/>
              </a:cxn>
              <a:cxn ang="0">
                <a:pos x="connsiteX4795" y="connsiteY4795"/>
              </a:cxn>
              <a:cxn ang="0">
                <a:pos x="connsiteX4796" y="connsiteY4796"/>
              </a:cxn>
              <a:cxn ang="0">
                <a:pos x="connsiteX4797" y="connsiteY4797"/>
              </a:cxn>
              <a:cxn ang="0">
                <a:pos x="connsiteX4798" y="connsiteY4798"/>
              </a:cxn>
              <a:cxn ang="0">
                <a:pos x="connsiteX4799" y="connsiteY4799"/>
              </a:cxn>
              <a:cxn ang="0">
                <a:pos x="connsiteX4800" y="connsiteY4800"/>
              </a:cxn>
              <a:cxn ang="0">
                <a:pos x="connsiteX4801" y="connsiteY4801"/>
              </a:cxn>
              <a:cxn ang="0">
                <a:pos x="connsiteX4802" y="connsiteY4802"/>
              </a:cxn>
              <a:cxn ang="0">
                <a:pos x="connsiteX4803" y="connsiteY4803"/>
              </a:cxn>
              <a:cxn ang="0">
                <a:pos x="connsiteX4804" y="connsiteY4804"/>
              </a:cxn>
              <a:cxn ang="0">
                <a:pos x="connsiteX4805" y="connsiteY4805"/>
              </a:cxn>
              <a:cxn ang="0">
                <a:pos x="connsiteX4806" y="connsiteY4806"/>
              </a:cxn>
              <a:cxn ang="0">
                <a:pos x="connsiteX4807" y="connsiteY4807"/>
              </a:cxn>
              <a:cxn ang="0">
                <a:pos x="connsiteX4808" y="connsiteY4808"/>
              </a:cxn>
              <a:cxn ang="0">
                <a:pos x="connsiteX4809" y="connsiteY4809"/>
              </a:cxn>
              <a:cxn ang="0">
                <a:pos x="connsiteX4810" y="connsiteY4810"/>
              </a:cxn>
              <a:cxn ang="0">
                <a:pos x="connsiteX4811" y="connsiteY4811"/>
              </a:cxn>
              <a:cxn ang="0">
                <a:pos x="connsiteX4812" y="connsiteY4812"/>
              </a:cxn>
              <a:cxn ang="0">
                <a:pos x="connsiteX4813" y="connsiteY4813"/>
              </a:cxn>
              <a:cxn ang="0">
                <a:pos x="connsiteX4814" y="connsiteY4814"/>
              </a:cxn>
              <a:cxn ang="0">
                <a:pos x="connsiteX4815" y="connsiteY4815"/>
              </a:cxn>
              <a:cxn ang="0">
                <a:pos x="connsiteX4816" y="connsiteY4816"/>
              </a:cxn>
              <a:cxn ang="0">
                <a:pos x="connsiteX4817" y="connsiteY4817"/>
              </a:cxn>
              <a:cxn ang="0">
                <a:pos x="connsiteX4818" y="connsiteY4818"/>
              </a:cxn>
              <a:cxn ang="0">
                <a:pos x="connsiteX4819" y="connsiteY4819"/>
              </a:cxn>
              <a:cxn ang="0">
                <a:pos x="connsiteX4820" y="connsiteY4820"/>
              </a:cxn>
              <a:cxn ang="0">
                <a:pos x="connsiteX4821" y="connsiteY4821"/>
              </a:cxn>
              <a:cxn ang="0">
                <a:pos x="connsiteX4822" y="connsiteY4822"/>
              </a:cxn>
              <a:cxn ang="0">
                <a:pos x="connsiteX4823" y="connsiteY4823"/>
              </a:cxn>
              <a:cxn ang="0">
                <a:pos x="connsiteX4824" y="connsiteY4824"/>
              </a:cxn>
              <a:cxn ang="0">
                <a:pos x="connsiteX4825" y="connsiteY4825"/>
              </a:cxn>
              <a:cxn ang="0">
                <a:pos x="connsiteX4826" y="connsiteY4826"/>
              </a:cxn>
              <a:cxn ang="0">
                <a:pos x="connsiteX4827" y="connsiteY4827"/>
              </a:cxn>
              <a:cxn ang="0">
                <a:pos x="connsiteX4828" y="connsiteY4828"/>
              </a:cxn>
              <a:cxn ang="0">
                <a:pos x="connsiteX4829" y="connsiteY4829"/>
              </a:cxn>
              <a:cxn ang="0">
                <a:pos x="connsiteX4830" y="connsiteY4830"/>
              </a:cxn>
              <a:cxn ang="0">
                <a:pos x="connsiteX4831" y="connsiteY4831"/>
              </a:cxn>
              <a:cxn ang="0">
                <a:pos x="connsiteX4832" y="connsiteY4832"/>
              </a:cxn>
              <a:cxn ang="0">
                <a:pos x="connsiteX4833" y="connsiteY4833"/>
              </a:cxn>
              <a:cxn ang="0">
                <a:pos x="connsiteX4834" y="connsiteY4834"/>
              </a:cxn>
              <a:cxn ang="0">
                <a:pos x="connsiteX4835" y="connsiteY4835"/>
              </a:cxn>
              <a:cxn ang="0">
                <a:pos x="connsiteX4836" y="connsiteY4836"/>
              </a:cxn>
              <a:cxn ang="0">
                <a:pos x="connsiteX4837" y="connsiteY4837"/>
              </a:cxn>
              <a:cxn ang="0">
                <a:pos x="connsiteX4838" y="connsiteY4838"/>
              </a:cxn>
              <a:cxn ang="0">
                <a:pos x="connsiteX4839" y="connsiteY4839"/>
              </a:cxn>
              <a:cxn ang="0">
                <a:pos x="connsiteX4840" y="connsiteY4840"/>
              </a:cxn>
              <a:cxn ang="0">
                <a:pos x="connsiteX4841" y="connsiteY4841"/>
              </a:cxn>
              <a:cxn ang="0">
                <a:pos x="connsiteX4842" y="connsiteY4842"/>
              </a:cxn>
              <a:cxn ang="0">
                <a:pos x="connsiteX4843" y="connsiteY4843"/>
              </a:cxn>
              <a:cxn ang="0">
                <a:pos x="connsiteX4844" y="connsiteY4844"/>
              </a:cxn>
              <a:cxn ang="0">
                <a:pos x="connsiteX4845" y="connsiteY4845"/>
              </a:cxn>
              <a:cxn ang="0">
                <a:pos x="connsiteX4846" y="connsiteY4846"/>
              </a:cxn>
              <a:cxn ang="0">
                <a:pos x="connsiteX4847" y="connsiteY4847"/>
              </a:cxn>
              <a:cxn ang="0">
                <a:pos x="connsiteX4848" y="connsiteY4848"/>
              </a:cxn>
              <a:cxn ang="0">
                <a:pos x="connsiteX4849" y="connsiteY4849"/>
              </a:cxn>
              <a:cxn ang="0">
                <a:pos x="connsiteX4850" y="connsiteY4850"/>
              </a:cxn>
              <a:cxn ang="0">
                <a:pos x="connsiteX4851" y="connsiteY4851"/>
              </a:cxn>
              <a:cxn ang="0">
                <a:pos x="connsiteX4852" y="connsiteY4852"/>
              </a:cxn>
              <a:cxn ang="0">
                <a:pos x="connsiteX4853" y="connsiteY4853"/>
              </a:cxn>
              <a:cxn ang="0">
                <a:pos x="connsiteX4854" y="connsiteY4854"/>
              </a:cxn>
              <a:cxn ang="0">
                <a:pos x="connsiteX4855" y="connsiteY4855"/>
              </a:cxn>
              <a:cxn ang="0">
                <a:pos x="connsiteX4856" y="connsiteY4856"/>
              </a:cxn>
              <a:cxn ang="0">
                <a:pos x="connsiteX4857" y="connsiteY4857"/>
              </a:cxn>
              <a:cxn ang="0">
                <a:pos x="connsiteX4858" y="connsiteY4858"/>
              </a:cxn>
              <a:cxn ang="0">
                <a:pos x="connsiteX4859" y="connsiteY4859"/>
              </a:cxn>
              <a:cxn ang="0">
                <a:pos x="connsiteX4860" y="connsiteY4860"/>
              </a:cxn>
              <a:cxn ang="0">
                <a:pos x="connsiteX4861" y="connsiteY4861"/>
              </a:cxn>
              <a:cxn ang="0">
                <a:pos x="connsiteX4862" y="connsiteY4862"/>
              </a:cxn>
              <a:cxn ang="0">
                <a:pos x="connsiteX4863" y="connsiteY4863"/>
              </a:cxn>
              <a:cxn ang="0">
                <a:pos x="connsiteX4864" y="connsiteY4864"/>
              </a:cxn>
              <a:cxn ang="0">
                <a:pos x="connsiteX4865" y="connsiteY4865"/>
              </a:cxn>
              <a:cxn ang="0">
                <a:pos x="connsiteX4866" y="connsiteY4866"/>
              </a:cxn>
              <a:cxn ang="0">
                <a:pos x="connsiteX4867" y="connsiteY4867"/>
              </a:cxn>
              <a:cxn ang="0">
                <a:pos x="connsiteX4868" y="connsiteY4868"/>
              </a:cxn>
              <a:cxn ang="0">
                <a:pos x="connsiteX4869" y="connsiteY4869"/>
              </a:cxn>
              <a:cxn ang="0">
                <a:pos x="connsiteX4870" y="connsiteY4870"/>
              </a:cxn>
              <a:cxn ang="0">
                <a:pos x="connsiteX4871" y="connsiteY4871"/>
              </a:cxn>
              <a:cxn ang="0">
                <a:pos x="connsiteX4872" y="connsiteY4872"/>
              </a:cxn>
              <a:cxn ang="0">
                <a:pos x="connsiteX4873" y="connsiteY4873"/>
              </a:cxn>
              <a:cxn ang="0">
                <a:pos x="connsiteX4874" y="connsiteY4874"/>
              </a:cxn>
              <a:cxn ang="0">
                <a:pos x="connsiteX4875" y="connsiteY4875"/>
              </a:cxn>
              <a:cxn ang="0">
                <a:pos x="connsiteX4876" y="connsiteY4876"/>
              </a:cxn>
              <a:cxn ang="0">
                <a:pos x="connsiteX4877" y="connsiteY4877"/>
              </a:cxn>
              <a:cxn ang="0">
                <a:pos x="connsiteX4878" y="connsiteY4878"/>
              </a:cxn>
              <a:cxn ang="0">
                <a:pos x="connsiteX4879" y="connsiteY4879"/>
              </a:cxn>
              <a:cxn ang="0">
                <a:pos x="connsiteX4880" y="connsiteY4880"/>
              </a:cxn>
              <a:cxn ang="0">
                <a:pos x="connsiteX4881" y="connsiteY4881"/>
              </a:cxn>
              <a:cxn ang="0">
                <a:pos x="connsiteX4882" y="connsiteY4882"/>
              </a:cxn>
              <a:cxn ang="0">
                <a:pos x="connsiteX4883" y="connsiteY4883"/>
              </a:cxn>
              <a:cxn ang="0">
                <a:pos x="connsiteX4884" y="connsiteY4884"/>
              </a:cxn>
              <a:cxn ang="0">
                <a:pos x="connsiteX4885" y="connsiteY4885"/>
              </a:cxn>
              <a:cxn ang="0">
                <a:pos x="connsiteX4886" y="connsiteY4886"/>
              </a:cxn>
              <a:cxn ang="0">
                <a:pos x="connsiteX4887" y="connsiteY4887"/>
              </a:cxn>
              <a:cxn ang="0">
                <a:pos x="connsiteX4888" y="connsiteY4888"/>
              </a:cxn>
              <a:cxn ang="0">
                <a:pos x="connsiteX4889" y="connsiteY4889"/>
              </a:cxn>
              <a:cxn ang="0">
                <a:pos x="connsiteX4890" y="connsiteY4890"/>
              </a:cxn>
              <a:cxn ang="0">
                <a:pos x="connsiteX4891" y="connsiteY4891"/>
              </a:cxn>
              <a:cxn ang="0">
                <a:pos x="connsiteX4892" y="connsiteY4892"/>
              </a:cxn>
              <a:cxn ang="0">
                <a:pos x="connsiteX4893" y="connsiteY4893"/>
              </a:cxn>
              <a:cxn ang="0">
                <a:pos x="connsiteX4894" y="connsiteY4894"/>
              </a:cxn>
              <a:cxn ang="0">
                <a:pos x="connsiteX4895" y="connsiteY4895"/>
              </a:cxn>
              <a:cxn ang="0">
                <a:pos x="connsiteX4896" y="connsiteY4896"/>
              </a:cxn>
              <a:cxn ang="0">
                <a:pos x="connsiteX4897" y="connsiteY4897"/>
              </a:cxn>
              <a:cxn ang="0">
                <a:pos x="connsiteX4898" y="connsiteY4898"/>
              </a:cxn>
              <a:cxn ang="0">
                <a:pos x="connsiteX4899" y="connsiteY4899"/>
              </a:cxn>
              <a:cxn ang="0">
                <a:pos x="connsiteX4900" y="connsiteY4900"/>
              </a:cxn>
              <a:cxn ang="0">
                <a:pos x="connsiteX4901" y="connsiteY4901"/>
              </a:cxn>
              <a:cxn ang="0">
                <a:pos x="connsiteX4902" y="connsiteY4902"/>
              </a:cxn>
              <a:cxn ang="0">
                <a:pos x="connsiteX4903" y="connsiteY4903"/>
              </a:cxn>
              <a:cxn ang="0">
                <a:pos x="connsiteX4904" y="connsiteY4904"/>
              </a:cxn>
              <a:cxn ang="0">
                <a:pos x="connsiteX4905" y="connsiteY4905"/>
              </a:cxn>
              <a:cxn ang="0">
                <a:pos x="connsiteX4906" y="connsiteY4906"/>
              </a:cxn>
              <a:cxn ang="0">
                <a:pos x="connsiteX4907" y="connsiteY4907"/>
              </a:cxn>
              <a:cxn ang="0">
                <a:pos x="connsiteX4908" y="connsiteY4908"/>
              </a:cxn>
              <a:cxn ang="0">
                <a:pos x="connsiteX4909" y="connsiteY4909"/>
              </a:cxn>
              <a:cxn ang="0">
                <a:pos x="connsiteX4910" y="connsiteY4910"/>
              </a:cxn>
              <a:cxn ang="0">
                <a:pos x="connsiteX4911" y="connsiteY4911"/>
              </a:cxn>
              <a:cxn ang="0">
                <a:pos x="connsiteX4912" y="connsiteY4912"/>
              </a:cxn>
              <a:cxn ang="0">
                <a:pos x="connsiteX4913" y="connsiteY4913"/>
              </a:cxn>
              <a:cxn ang="0">
                <a:pos x="connsiteX4914" y="connsiteY4914"/>
              </a:cxn>
              <a:cxn ang="0">
                <a:pos x="connsiteX4915" y="connsiteY4915"/>
              </a:cxn>
              <a:cxn ang="0">
                <a:pos x="connsiteX4916" y="connsiteY4916"/>
              </a:cxn>
              <a:cxn ang="0">
                <a:pos x="connsiteX4917" y="connsiteY4917"/>
              </a:cxn>
              <a:cxn ang="0">
                <a:pos x="connsiteX4918" y="connsiteY4918"/>
              </a:cxn>
              <a:cxn ang="0">
                <a:pos x="connsiteX4919" y="connsiteY4919"/>
              </a:cxn>
              <a:cxn ang="0">
                <a:pos x="connsiteX4920" y="connsiteY4920"/>
              </a:cxn>
              <a:cxn ang="0">
                <a:pos x="connsiteX4921" y="connsiteY4921"/>
              </a:cxn>
              <a:cxn ang="0">
                <a:pos x="connsiteX4922" y="connsiteY4922"/>
              </a:cxn>
              <a:cxn ang="0">
                <a:pos x="connsiteX4923" y="connsiteY4923"/>
              </a:cxn>
              <a:cxn ang="0">
                <a:pos x="connsiteX4924" y="connsiteY4924"/>
              </a:cxn>
              <a:cxn ang="0">
                <a:pos x="connsiteX4925" y="connsiteY4925"/>
              </a:cxn>
              <a:cxn ang="0">
                <a:pos x="connsiteX4926" y="connsiteY4926"/>
              </a:cxn>
              <a:cxn ang="0">
                <a:pos x="connsiteX4927" y="connsiteY4927"/>
              </a:cxn>
              <a:cxn ang="0">
                <a:pos x="connsiteX4928" y="connsiteY4928"/>
              </a:cxn>
              <a:cxn ang="0">
                <a:pos x="connsiteX4929" y="connsiteY4929"/>
              </a:cxn>
              <a:cxn ang="0">
                <a:pos x="connsiteX4930" y="connsiteY4930"/>
              </a:cxn>
              <a:cxn ang="0">
                <a:pos x="connsiteX4931" y="connsiteY4931"/>
              </a:cxn>
              <a:cxn ang="0">
                <a:pos x="connsiteX4932" y="connsiteY4932"/>
              </a:cxn>
              <a:cxn ang="0">
                <a:pos x="connsiteX4933" y="connsiteY4933"/>
              </a:cxn>
              <a:cxn ang="0">
                <a:pos x="connsiteX4934" y="connsiteY4934"/>
              </a:cxn>
              <a:cxn ang="0">
                <a:pos x="connsiteX4935" y="connsiteY4935"/>
              </a:cxn>
              <a:cxn ang="0">
                <a:pos x="connsiteX4936" y="connsiteY4936"/>
              </a:cxn>
              <a:cxn ang="0">
                <a:pos x="connsiteX4937" y="connsiteY4937"/>
              </a:cxn>
              <a:cxn ang="0">
                <a:pos x="connsiteX4938" y="connsiteY4938"/>
              </a:cxn>
              <a:cxn ang="0">
                <a:pos x="connsiteX4939" y="connsiteY4939"/>
              </a:cxn>
              <a:cxn ang="0">
                <a:pos x="connsiteX4940" y="connsiteY4940"/>
              </a:cxn>
              <a:cxn ang="0">
                <a:pos x="connsiteX4941" y="connsiteY4941"/>
              </a:cxn>
              <a:cxn ang="0">
                <a:pos x="connsiteX4942" y="connsiteY4942"/>
              </a:cxn>
              <a:cxn ang="0">
                <a:pos x="connsiteX4943" y="connsiteY4943"/>
              </a:cxn>
              <a:cxn ang="0">
                <a:pos x="connsiteX4944" y="connsiteY4944"/>
              </a:cxn>
              <a:cxn ang="0">
                <a:pos x="connsiteX4945" y="connsiteY4945"/>
              </a:cxn>
              <a:cxn ang="0">
                <a:pos x="connsiteX4946" y="connsiteY4946"/>
              </a:cxn>
              <a:cxn ang="0">
                <a:pos x="connsiteX4947" y="connsiteY4947"/>
              </a:cxn>
              <a:cxn ang="0">
                <a:pos x="connsiteX4948" y="connsiteY4948"/>
              </a:cxn>
              <a:cxn ang="0">
                <a:pos x="connsiteX4949" y="connsiteY4949"/>
              </a:cxn>
              <a:cxn ang="0">
                <a:pos x="connsiteX4950" y="connsiteY4950"/>
              </a:cxn>
              <a:cxn ang="0">
                <a:pos x="connsiteX4951" y="connsiteY4951"/>
              </a:cxn>
              <a:cxn ang="0">
                <a:pos x="connsiteX4952" y="connsiteY4952"/>
              </a:cxn>
              <a:cxn ang="0">
                <a:pos x="connsiteX4953" y="connsiteY4953"/>
              </a:cxn>
              <a:cxn ang="0">
                <a:pos x="connsiteX4954" y="connsiteY4954"/>
              </a:cxn>
              <a:cxn ang="0">
                <a:pos x="connsiteX4955" y="connsiteY4955"/>
              </a:cxn>
              <a:cxn ang="0">
                <a:pos x="connsiteX4956" y="connsiteY4956"/>
              </a:cxn>
              <a:cxn ang="0">
                <a:pos x="connsiteX4957" y="connsiteY4957"/>
              </a:cxn>
              <a:cxn ang="0">
                <a:pos x="connsiteX4958" y="connsiteY4958"/>
              </a:cxn>
              <a:cxn ang="0">
                <a:pos x="connsiteX4959" y="connsiteY4959"/>
              </a:cxn>
              <a:cxn ang="0">
                <a:pos x="connsiteX4960" y="connsiteY4960"/>
              </a:cxn>
              <a:cxn ang="0">
                <a:pos x="connsiteX4961" y="connsiteY4961"/>
              </a:cxn>
              <a:cxn ang="0">
                <a:pos x="connsiteX4962" y="connsiteY4962"/>
              </a:cxn>
              <a:cxn ang="0">
                <a:pos x="connsiteX4963" y="connsiteY4963"/>
              </a:cxn>
              <a:cxn ang="0">
                <a:pos x="connsiteX4964" y="connsiteY4964"/>
              </a:cxn>
              <a:cxn ang="0">
                <a:pos x="connsiteX4965" y="connsiteY4965"/>
              </a:cxn>
              <a:cxn ang="0">
                <a:pos x="connsiteX4966" y="connsiteY4966"/>
              </a:cxn>
              <a:cxn ang="0">
                <a:pos x="connsiteX4967" y="connsiteY4967"/>
              </a:cxn>
              <a:cxn ang="0">
                <a:pos x="connsiteX4968" y="connsiteY4968"/>
              </a:cxn>
              <a:cxn ang="0">
                <a:pos x="connsiteX4969" y="connsiteY4969"/>
              </a:cxn>
              <a:cxn ang="0">
                <a:pos x="connsiteX4970" y="connsiteY4970"/>
              </a:cxn>
              <a:cxn ang="0">
                <a:pos x="connsiteX4971" y="connsiteY4971"/>
              </a:cxn>
              <a:cxn ang="0">
                <a:pos x="connsiteX4972" y="connsiteY4972"/>
              </a:cxn>
              <a:cxn ang="0">
                <a:pos x="connsiteX4973" y="connsiteY4973"/>
              </a:cxn>
              <a:cxn ang="0">
                <a:pos x="connsiteX4974" y="connsiteY4974"/>
              </a:cxn>
              <a:cxn ang="0">
                <a:pos x="connsiteX4975" y="connsiteY4975"/>
              </a:cxn>
              <a:cxn ang="0">
                <a:pos x="connsiteX4976" y="connsiteY4976"/>
              </a:cxn>
              <a:cxn ang="0">
                <a:pos x="connsiteX4977" y="connsiteY4977"/>
              </a:cxn>
              <a:cxn ang="0">
                <a:pos x="connsiteX4978" y="connsiteY4978"/>
              </a:cxn>
              <a:cxn ang="0">
                <a:pos x="connsiteX4979" y="connsiteY4979"/>
              </a:cxn>
              <a:cxn ang="0">
                <a:pos x="connsiteX4980" y="connsiteY4980"/>
              </a:cxn>
              <a:cxn ang="0">
                <a:pos x="connsiteX4981" y="connsiteY4981"/>
              </a:cxn>
              <a:cxn ang="0">
                <a:pos x="connsiteX4982" y="connsiteY4982"/>
              </a:cxn>
              <a:cxn ang="0">
                <a:pos x="connsiteX4983" y="connsiteY4983"/>
              </a:cxn>
              <a:cxn ang="0">
                <a:pos x="connsiteX4984" y="connsiteY4984"/>
              </a:cxn>
              <a:cxn ang="0">
                <a:pos x="connsiteX4985" y="connsiteY4985"/>
              </a:cxn>
              <a:cxn ang="0">
                <a:pos x="connsiteX4986" y="connsiteY4986"/>
              </a:cxn>
              <a:cxn ang="0">
                <a:pos x="connsiteX4987" y="connsiteY4987"/>
              </a:cxn>
              <a:cxn ang="0">
                <a:pos x="connsiteX4988" y="connsiteY4988"/>
              </a:cxn>
              <a:cxn ang="0">
                <a:pos x="connsiteX4989" y="connsiteY4989"/>
              </a:cxn>
              <a:cxn ang="0">
                <a:pos x="connsiteX4990" y="connsiteY4990"/>
              </a:cxn>
              <a:cxn ang="0">
                <a:pos x="connsiteX4991" y="connsiteY4991"/>
              </a:cxn>
              <a:cxn ang="0">
                <a:pos x="connsiteX4992" y="connsiteY4992"/>
              </a:cxn>
              <a:cxn ang="0">
                <a:pos x="connsiteX4993" y="connsiteY4993"/>
              </a:cxn>
              <a:cxn ang="0">
                <a:pos x="connsiteX4994" y="connsiteY4994"/>
              </a:cxn>
              <a:cxn ang="0">
                <a:pos x="connsiteX4995" y="connsiteY4995"/>
              </a:cxn>
              <a:cxn ang="0">
                <a:pos x="connsiteX4996" y="connsiteY4996"/>
              </a:cxn>
              <a:cxn ang="0">
                <a:pos x="connsiteX4997" y="connsiteY4997"/>
              </a:cxn>
              <a:cxn ang="0">
                <a:pos x="connsiteX4998" y="connsiteY4998"/>
              </a:cxn>
              <a:cxn ang="0">
                <a:pos x="connsiteX4999" y="connsiteY4999"/>
              </a:cxn>
              <a:cxn ang="0">
                <a:pos x="connsiteX5000" y="connsiteY5000"/>
              </a:cxn>
              <a:cxn ang="0">
                <a:pos x="connsiteX5001" y="connsiteY5001"/>
              </a:cxn>
              <a:cxn ang="0">
                <a:pos x="connsiteX5002" y="connsiteY5002"/>
              </a:cxn>
              <a:cxn ang="0">
                <a:pos x="connsiteX5003" y="connsiteY5003"/>
              </a:cxn>
              <a:cxn ang="0">
                <a:pos x="connsiteX5004" y="connsiteY5004"/>
              </a:cxn>
              <a:cxn ang="0">
                <a:pos x="connsiteX5005" y="connsiteY5005"/>
              </a:cxn>
              <a:cxn ang="0">
                <a:pos x="connsiteX5006" y="connsiteY5006"/>
              </a:cxn>
              <a:cxn ang="0">
                <a:pos x="connsiteX5007" y="connsiteY5007"/>
              </a:cxn>
              <a:cxn ang="0">
                <a:pos x="connsiteX5008" y="connsiteY5008"/>
              </a:cxn>
              <a:cxn ang="0">
                <a:pos x="connsiteX5009" y="connsiteY5009"/>
              </a:cxn>
              <a:cxn ang="0">
                <a:pos x="connsiteX5010" y="connsiteY5010"/>
              </a:cxn>
              <a:cxn ang="0">
                <a:pos x="connsiteX5011" y="connsiteY5011"/>
              </a:cxn>
              <a:cxn ang="0">
                <a:pos x="connsiteX5012" y="connsiteY5012"/>
              </a:cxn>
              <a:cxn ang="0">
                <a:pos x="connsiteX5013" y="connsiteY5013"/>
              </a:cxn>
              <a:cxn ang="0">
                <a:pos x="connsiteX5014" y="connsiteY5014"/>
              </a:cxn>
              <a:cxn ang="0">
                <a:pos x="connsiteX5015" y="connsiteY5015"/>
              </a:cxn>
              <a:cxn ang="0">
                <a:pos x="connsiteX5016" y="connsiteY5016"/>
              </a:cxn>
              <a:cxn ang="0">
                <a:pos x="connsiteX5017" y="connsiteY5017"/>
              </a:cxn>
              <a:cxn ang="0">
                <a:pos x="connsiteX5018" y="connsiteY5018"/>
              </a:cxn>
              <a:cxn ang="0">
                <a:pos x="connsiteX5019" y="connsiteY5019"/>
              </a:cxn>
              <a:cxn ang="0">
                <a:pos x="connsiteX5020" y="connsiteY5020"/>
              </a:cxn>
              <a:cxn ang="0">
                <a:pos x="connsiteX5021" y="connsiteY5021"/>
              </a:cxn>
              <a:cxn ang="0">
                <a:pos x="connsiteX5022" y="connsiteY5022"/>
              </a:cxn>
              <a:cxn ang="0">
                <a:pos x="connsiteX5023" y="connsiteY5023"/>
              </a:cxn>
              <a:cxn ang="0">
                <a:pos x="connsiteX5024" y="connsiteY5024"/>
              </a:cxn>
              <a:cxn ang="0">
                <a:pos x="connsiteX5025" y="connsiteY5025"/>
              </a:cxn>
              <a:cxn ang="0">
                <a:pos x="connsiteX5026" y="connsiteY5026"/>
              </a:cxn>
              <a:cxn ang="0">
                <a:pos x="connsiteX5027" y="connsiteY5027"/>
              </a:cxn>
              <a:cxn ang="0">
                <a:pos x="connsiteX5028" y="connsiteY5028"/>
              </a:cxn>
              <a:cxn ang="0">
                <a:pos x="connsiteX5029" y="connsiteY5029"/>
              </a:cxn>
              <a:cxn ang="0">
                <a:pos x="connsiteX5030" y="connsiteY5030"/>
              </a:cxn>
              <a:cxn ang="0">
                <a:pos x="connsiteX5031" y="connsiteY5031"/>
              </a:cxn>
              <a:cxn ang="0">
                <a:pos x="connsiteX5032" y="connsiteY5032"/>
              </a:cxn>
              <a:cxn ang="0">
                <a:pos x="connsiteX5033" y="connsiteY5033"/>
              </a:cxn>
              <a:cxn ang="0">
                <a:pos x="connsiteX5034" y="connsiteY5034"/>
              </a:cxn>
              <a:cxn ang="0">
                <a:pos x="connsiteX5035" y="connsiteY5035"/>
              </a:cxn>
              <a:cxn ang="0">
                <a:pos x="connsiteX5036" y="connsiteY5036"/>
              </a:cxn>
              <a:cxn ang="0">
                <a:pos x="connsiteX5037" y="connsiteY5037"/>
              </a:cxn>
              <a:cxn ang="0">
                <a:pos x="connsiteX5038" y="connsiteY5038"/>
              </a:cxn>
              <a:cxn ang="0">
                <a:pos x="connsiteX5039" y="connsiteY5039"/>
              </a:cxn>
              <a:cxn ang="0">
                <a:pos x="connsiteX5040" y="connsiteY5040"/>
              </a:cxn>
              <a:cxn ang="0">
                <a:pos x="connsiteX5041" y="connsiteY5041"/>
              </a:cxn>
              <a:cxn ang="0">
                <a:pos x="connsiteX5042" y="connsiteY5042"/>
              </a:cxn>
              <a:cxn ang="0">
                <a:pos x="connsiteX5043" y="connsiteY5043"/>
              </a:cxn>
              <a:cxn ang="0">
                <a:pos x="connsiteX5044" y="connsiteY5044"/>
              </a:cxn>
              <a:cxn ang="0">
                <a:pos x="connsiteX5045" y="connsiteY5045"/>
              </a:cxn>
              <a:cxn ang="0">
                <a:pos x="connsiteX5046" y="connsiteY5046"/>
              </a:cxn>
              <a:cxn ang="0">
                <a:pos x="connsiteX5047" y="connsiteY5047"/>
              </a:cxn>
              <a:cxn ang="0">
                <a:pos x="connsiteX5048" y="connsiteY5048"/>
              </a:cxn>
              <a:cxn ang="0">
                <a:pos x="connsiteX5049" y="connsiteY5049"/>
              </a:cxn>
              <a:cxn ang="0">
                <a:pos x="connsiteX5050" y="connsiteY5050"/>
              </a:cxn>
              <a:cxn ang="0">
                <a:pos x="connsiteX5051" y="connsiteY5051"/>
              </a:cxn>
              <a:cxn ang="0">
                <a:pos x="connsiteX5052" y="connsiteY5052"/>
              </a:cxn>
              <a:cxn ang="0">
                <a:pos x="connsiteX5053" y="connsiteY5053"/>
              </a:cxn>
              <a:cxn ang="0">
                <a:pos x="connsiteX5054" y="connsiteY5054"/>
              </a:cxn>
              <a:cxn ang="0">
                <a:pos x="connsiteX5055" y="connsiteY5055"/>
              </a:cxn>
              <a:cxn ang="0">
                <a:pos x="connsiteX5056" y="connsiteY5056"/>
              </a:cxn>
              <a:cxn ang="0">
                <a:pos x="connsiteX5057" y="connsiteY5057"/>
              </a:cxn>
              <a:cxn ang="0">
                <a:pos x="connsiteX5058" y="connsiteY5058"/>
              </a:cxn>
              <a:cxn ang="0">
                <a:pos x="connsiteX5059" y="connsiteY5059"/>
              </a:cxn>
              <a:cxn ang="0">
                <a:pos x="connsiteX5060" y="connsiteY5060"/>
              </a:cxn>
              <a:cxn ang="0">
                <a:pos x="connsiteX5061" y="connsiteY5061"/>
              </a:cxn>
              <a:cxn ang="0">
                <a:pos x="connsiteX5062" y="connsiteY5062"/>
              </a:cxn>
              <a:cxn ang="0">
                <a:pos x="connsiteX5063" y="connsiteY5063"/>
              </a:cxn>
              <a:cxn ang="0">
                <a:pos x="connsiteX5064" y="connsiteY5064"/>
              </a:cxn>
              <a:cxn ang="0">
                <a:pos x="connsiteX5065" y="connsiteY5065"/>
              </a:cxn>
              <a:cxn ang="0">
                <a:pos x="connsiteX5066" y="connsiteY5066"/>
              </a:cxn>
              <a:cxn ang="0">
                <a:pos x="connsiteX5067" y="connsiteY5067"/>
              </a:cxn>
              <a:cxn ang="0">
                <a:pos x="connsiteX5068" y="connsiteY5068"/>
              </a:cxn>
              <a:cxn ang="0">
                <a:pos x="connsiteX5069" y="connsiteY5069"/>
              </a:cxn>
              <a:cxn ang="0">
                <a:pos x="connsiteX5070" y="connsiteY5070"/>
              </a:cxn>
              <a:cxn ang="0">
                <a:pos x="connsiteX5071" y="connsiteY5071"/>
              </a:cxn>
              <a:cxn ang="0">
                <a:pos x="connsiteX5072" y="connsiteY5072"/>
              </a:cxn>
              <a:cxn ang="0">
                <a:pos x="connsiteX5073" y="connsiteY5073"/>
              </a:cxn>
              <a:cxn ang="0">
                <a:pos x="connsiteX5074" y="connsiteY5074"/>
              </a:cxn>
              <a:cxn ang="0">
                <a:pos x="connsiteX5075" y="connsiteY5075"/>
              </a:cxn>
              <a:cxn ang="0">
                <a:pos x="connsiteX5076" y="connsiteY5076"/>
              </a:cxn>
              <a:cxn ang="0">
                <a:pos x="connsiteX5077" y="connsiteY5077"/>
              </a:cxn>
              <a:cxn ang="0">
                <a:pos x="connsiteX5078" y="connsiteY5078"/>
              </a:cxn>
              <a:cxn ang="0">
                <a:pos x="connsiteX5079" y="connsiteY5079"/>
              </a:cxn>
              <a:cxn ang="0">
                <a:pos x="connsiteX5080" y="connsiteY5080"/>
              </a:cxn>
              <a:cxn ang="0">
                <a:pos x="connsiteX5081" y="connsiteY5081"/>
              </a:cxn>
              <a:cxn ang="0">
                <a:pos x="connsiteX5082" y="connsiteY5082"/>
              </a:cxn>
              <a:cxn ang="0">
                <a:pos x="connsiteX5083" y="connsiteY5083"/>
              </a:cxn>
              <a:cxn ang="0">
                <a:pos x="connsiteX5084" y="connsiteY5084"/>
              </a:cxn>
              <a:cxn ang="0">
                <a:pos x="connsiteX5085" y="connsiteY5085"/>
              </a:cxn>
              <a:cxn ang="0">
                <a:pos x="connsiteX5086" y="connsiteY5086"/>
              </a:cxn>
              <a:cxn ang="0">
                <a:pos x="connsiteX5087" y="connsiteY5087"/>
              </a:cxn>
              <a:cxn ang="0">
                <a:pos x="connsiteX5088" y="connsiteY5088"/>
              </a:cxn>
              <a:cxn ang="0">
                <a:pos x="connsiteX5089" y="connsiteY5089"/>
              </a:cxn>
              <a:cxn ang="0">
                <a:pos x="connsiteX5090" y="connsiteY5090"/>
              </a:cxn>
              <a:cxn ang="0">
                <a:pos x="connsiteX5091" y="connsiteY5091"/>
              </a:cxn>
              <a:cxn ang="0">
                <a:pos x="connsiteX5092" y="connsiteY5092"/>
              </a:cxn>
              <a:cxn ang="0">
                <a:pos x="connsiteX5093" y="connsiteY5093"/>
              </a:cxn>
              <a:cxn ang="0">
                <a:pos x="connsiteX5094" y="connsiteY5094"/>
              </a:cxn>
              <a:cxn ang="0">
                <a:pos x="connsiteX5095" y="connsiteY5095"/>
              </a:cxn>
              <a:cxn ang="0">
                <a:pos x="connsiteX5096" y="connsiteY5096"/>
              </a:cxn>
              <a:cxn ang="0">
                <a:pos x="connsiteX5097" y="connsiteY5097"/>
              </a:cxn>
              <a:cxn ang="0">
                <a:pos x="connsiteX5098" y="connsiteY5098"/>
              </a:cxn>
              <a:cxn ang="0">
                <a:pos x="connsiteX5099" y="connsiteY5099"/>
              </a:cxn>
              <a:cxn ang="0">
                <a:pos x="connsiteX5100" y="connsiteY5100"/>
              </a:cxn>
              <a:cxn ang="0">
                <a:pos x="connsiteX5101" y="connsiteY5101"/>
              </a:cxn>
              <a:cxn ang="0">
                <a:pos x="connsiteX5102" y="connsiteY5102"/>
              </a:cxn>
              <a:cxn ang="0">
                <a:pos x="connsiteX5103" y="connsiteY5103"/>
              </a:cxn>
              <a:cxn ang="0">
                <a:pos x="connsiteX5104" y="connsiteY5104"/>
              </a:cxn>
              <a:cxn ang="0">
                <a:pos x="connsiteX5105" y="connsiteY5105"/>
              </a:cxn>
              <a:cxn ang="0">
                <a:pos x="connsiteX5106" y="connsiteY5106"/>
              </a:cxn>
              <a:cxn ang="0">
                <a:pos x="connsiteX5107" y="connsiteY5107"/>
              </a:cxn>
              <a:cxn ang="0">
                <a:pos x="connsiteX5108" y="connsiteY5108"/>
              </a:cxn>
              <a:cxn ang="0">
                <a:pos x="connsiteX5109" y="connsiteY5109"/>
              </a:cxn>
              <a:cxn ang="0">
                <a:pos x="connsiteX5110" y="connsiteY5110"/>
              </a:cxn>
              <a:cxn ang="0">
                <a:pos x="connsiteX5111" y="connsiteY5111"/>
              </a:cxn>
              <a:cxn ang="0">
                <a:pos x="connsiteX5112" y="connsiteY5112"/>
              </a:cxn>
              <a:cxn ang="0">
                <a:pos x="connsiteX5113" y="connsiteY5113"/>
              </a:cxn>
              <a:cxn ang="0">
                <a:pos x="connsiteX5114" y="connsiteY5114"/>
              </a:cxn>
              <a:cxn ang="0">
                <a:pos x="connsiteX5115" y="connsiteY5115"/>
              </a:cxn>
              <a:cxn ang="0">
                <a:pos x="connsiteX5116" y="connsiteY5116"/>
              </a:cxn>
              <a:cxn ang="0">
                <a:pos x="connsiteX5117" y="connsiteY5117"/>
              </a:cxn>
              <a:cxn ang="0">
                <a:pos x="connsiteX5118" y="connsiteY5118"/>
              </a:cxn>
              <a:cxn ang="0">
                <a:pos x="connsiteX5119" y="connsiteY5119"/>
              </a:cxn>
              <a:cxn ang="0">
                <a:pos x="connsiteX5120" y="connsiteY5120"/>
              </a:cxn>
              <a:cxn ang="0">
                <a:pos x="connsiteX5121" y="connsiteY5121"/>
              </a:cxn>
              <a:cxn ang="0">
                <a:pos x="connsiteX5122" y="connsiteY5122"/>
              </a:cxn>
              <a:cxn ang="0">
                <a:pos x="connsiteX5123" y="connsiteY5123"/>
              </a:cxn>
              <a:cxn ang="0">
                <a:pos x="connsiteX5124" y="connsiteY5124"/>
              </a:cxn>
              <a:cxn ang="0">
                <a:pos x="connsiteX5125" y="connsiteY5125"/>
              </a:cxn>
              <a:cxn ang="0">
                <a:pos x="connsiteX5126" y="connsiteY5126"/>
              </a:cxn>
              <a:cxn ang="0">
                <a:pos x="connsiteX5127" y="connsiteY5127"/>
              </a:cxn>
              <a:cxn ang="0">
                <a:pos x="connsiteX5128" y="connsiteY5128"/>
              </a:cxn>
              <a:cxn ang="0">
                <a:pos x="connsiteX5129" y="connsiteY5129"/>
              </a:cxn>
              <a:cxn ang="0">
                <a:pos x="connsiteX5130" y="connsiteY5130"/>
              </a:cxn>
              <a:cxn ang="0">
                <a:pos x="connsiteX5131" y="connsiteY5131"/>
              </a:cxn>
              <a:cxn ang="0">
                <a:pos x="connsiteX5132" y="connsiteY5132"/>
              </a:cxn>
              <a:cxn ang="0">
                <a:pos x="connsiteX5133" y="connsiteY5133"/>
              </a:cxn>
              <a:cxn ang="0">
                <a:pos x="connsiteX5134" y="connsiteY5134"/>
              </a:cxn>
              <a:cxn ang="0">
                <a:pos x="connsiteX5135" y="connsiteY5135"/>
              </a:cxn>
              <a:cxn ang="0">
                <a:pos x="connsiteX5136" y="connsiteY5136"/>
              </a:cxn>
              <a:cxn ang="0">
                <a:pos x="connsiteX5137" y="connsiteY5137"/>
              </a:cxn>
              <a:cxn ang="0">
                <a:pos x="connsiteX5138" y="connsiteY5138"/>
              </a:cxn>
              <a:cxn ang="0">
                <a:pos x="connsiteX5139" y="connsiteY5139"/>
              </a:cxn>
              <a:cxn ang="0">
                <a:pos x="connsiteX5140" y="connsiteY5140"/>
              </a:cxn>
              <a:cxn ang="0">
                <a:pos x="connsiteX5141" y="connsiteY5141"/>
              </a:cxn>
              <a:cxn ang="0">
                <a:pos x="connsiteX5142" y="connsiteY5142"/>
              </a:cxn>
              <a:cxn ang="0">
                <a:pos x="connsiteX5143" y="connsiteY5143"/>
              </a:cxn>
              <a:cxn ang="0">
                <a:pos x="connsiteX5144" y="connsiteY5144"/>
              </a:cxn>
              <a:cxn ang="0">
                <a:pos x="connsiteX5145" y="connsiteY5145"/>
              </a:cxn>
              <a:cxn ang="0">
                <a:pos x="connsiteX5146" y="connsiteY5146"/>
              </a:cxn>
              <a:cxn ang="0">
                <a:pos x="connsiteX5147" y="connsiteY5147"/>
              </a:cxn>
              <a:cxn ang="0">
                <a:pos x="connsiteX5148" y="connsiteY5148"/>
              </a:cxn>
              <a:cxn ang="0">
                <a:pos x="connsiteX5149" y="connsiteY5149"/>
              </a:cxn>
              <a:cxn ang="0">
                <a:pos x="connsiteX5150" y="connsiteY5150"/>
              </a:cxn>
              <a:cxn ang="0">
                <a:pos x="connsiteX5151" y="connsiteY5151"/>
              </a:cxn>
              <a:cxn ang="0">
                <a:pos x="connsiteX5152" y="connsiteY5152"/>
              </a:cxn>
              <a:cxn ang="0">
                <a:pos x="connsiteX5153" y="connsiteY5153"/>
              </a:cxn>
              <a:cxn ang="0">
                <a:pos x="connsiteX5154" y="connsiteY5154"/>
              </a:cxn>
              <a:cxn ang="0">
                <a:pos x="connsiteX5155" y="connsiteY5155"/>
              </a:cxn>
              <a:cxn ang="0">
                <a:pos x="connsiteX5156" y="connsiteY5156"/>
              </a:cxn>
              <a:cxn ang="0">
                <a:pos x="connsiteX5157" y="connsiteY5157"/>
              </a:cxn>
              <a:cxn ang="0">
                <a:pos x="connsiteX5158" y="connsiteY5158"/>
              </a:cxn>
              <a:cxn ang="0">
                <a:pos x="connsiteX5159" y="connsiteY5159"/>
              </a:cxn>
              <a:cxn ang="0">
                <a:pos x="connsiteX5160" y="connsiteY5160"/>
              </a:cxn>
              <a:cxn ang="0">
                <a:pos x="connsiteX5161" y="connsiteY5161"/>
              </a:cxn>
              <a:cxn ang="0">
                <a:pos x="connsiteX5162" y="connsiteY5162"/>
              </a:cxn>
              <a:cxn ang="0">
                <a:pos x="connsiteX5163" y="connsiteY5163"/>
              </a:cxn>
              <a:cxn ang="0">
                <a:pos x="connsiteX5164" y="connsiteY5164"/>
              </a:cxn>
              <a:cxn ang="0">
                <a:pos x="connsiteX5165" y="connsiteY5165"/>
              </a:cxn>
              <a:cxn ang="0">
                <a:pos x="connsiteX5166" y="connsiteY5166"/>
              </a:cxn>
              <a:cxn ang="0">
                <a:pos x="connsiteX5167" y="connsiteY5167"/>
              </a:cxn>
              <a:cxn ang="0">
                <a:pos x="connsiteX5168" y="connsiteY5168"/>
              </a:cxn>
              <a:cxn ang="0">
                <a:pos x="connsiteX5169" y="connsiteY5169"/>
              </a:cxn>
              <a:cxn ang="0">
                <a:pos x="connsiteX5170" y="connsiteY5170"/>
              </a:cxn>
              <a:cxn ang="0">
                <a:pos x="connsiteX5171" y="connsiteY5171"/>
              </a:cxn>
              <a:cxn ang="0">
                <a:pos x="connsiteX5172" y="connsiteY5172"/>
              </a:cxn>
              <a:cxn ang="0">
                <a:pos x="connsiteX5173" y="connsiteY5173"/>
              </a:cxn>
              <a:cxn ang="0">
                <a:pos x="connsiteX5174" y="connsiteY5174"/>
              </a:cxn>
              <a:cxn ang="0">
                <a:pos x="connsiteX5175" y="connsiteY5175"/>
              </a:cxn>
              <a:cxn ang="0">
                <a:pos x="connsiteX5176" y="connsiteY5176"/>
              </a:cxn>
              <a:cxn ang="0">
                <a:pos x="connsiteX5177" y="connsiteY5177"/>
              </a:cxn>
              <a:cxn ang="0">
                <a:pos x="connsiteX5178" y="connsiteY5178"/>
              </a:cxn>
              <a:cxn ang="0">
                <a:pos x="connsiteX5179" y="connsiteY5179"/>
              </a:cxn>
              <a:cxn ang="0">
                <a:pos x="connsiteX5180" y="connsiteY5180"/>
              </a:cxn>
              <a:cxn ang="0">
                <a:pos x="connsiteX5181" y="connsiteY5181"/>
              </a:cxn>
              <a:cxn ang="0">
                <a:pos x="connsiteX5182" y="connsiteY5182"/>
              </a:cxn>
              <a:cxn ang="0">
                <a:pos x="connsiteX5183" y="connsiteY5183"/>
              </a:cxn>
              <a:cxn ang="0">
                <a:pos x="connsiteX5184" y="connsiteY5184"/>
              </a:cxn>
              <a:cxn ang="0">
                <a:pos x="connsiteX5185" y="connsiteY5185"/>
              </a:cxn>
              <a:cxn ang="0">
                <a:pos x="connsiteX5186" y="connsiteY5186"/>
              </a:cxn>
              <a:cxn ang="0">
                <a:pos x="connsiteX5187" y="connsiteY5187"/>
              </a:cxn>
              <a:cxn ang="0">
                <a:pos x="connsiteX5188" y="connsiteY5188"/>
              </a:cxn>
              <a:cxn ang="0">
                <a:pos x="connsiteX5189" y="connsiteY5189"/>
              </a:cxn>
              <a:cxn ang="0">
                <a:pos x="connsiteX5190" y="connsiteY5190"/>
              </a:cxn>
              <a:cxn ang="0">
                <a:pos x="connsiteX5191" y="connsiteY5191"/>
              </a:cxn>
              <a:cxn ang="0">
                <a:pos x="connsiteX5192" y="connsiteY5192"/>
              </a:cxn>
              <a:cxn ang="0">
                <a:pos x="connsiteX5193" y="connsiteY5193"/>
              </a:cxn>
              <a:cxn ang="0">
                <a:pos x="connsiteX5194" y="connsiteY5194"/>
              </a:cxn>
              <a:cxn ang="0">
                <a:pos x="connsiteX5195" y="connsiteY5195"/>
              </a:cxn>
              <a:cxn ang="0">
                <a:pos x="connsiteX5196" y="connsiteY5196"/>
              </a:cxn>
              <a:cxn ang="0">
                <a:pos x="connsiteX5197" y="connsiteY5197"/>
              </a:cxn>
              <a:cxn ang="0">
                <a:pos x="connsiteX5198" y="connsiteY5198"/>
              </a:cxn>
              <a:cxn ang="0">
                <a:pos x="connsiteX5199" y="connsiteY5199"/>
              </a:cxn>
              <a:cxn ang="0">
                <a:pos x="connsiteX5200" y="connsiteY5200"/>
              </a:cxn>
              <a:cxn ang="0">
                <a:pos x="connsiteX5201" y="connsiteY5201"/>
              </a:cxn>
              <a:cxn ang="0">
                <a:pos x="connsiteX5202" y="connsiteY5202"/>
              </a:cxn>
              <a:cxn ang="0">
                <a:pos x="connsiteX5203" y="connsiteY5203"/>
              </a:cxn>
              <a:cxn ang="0">
                <a:pos x="connsiteX5204" y="connsiteY5204"/>
              </a:cxn>
              <a:cxn ang="0">
                <a:pos x="connsiteX5205" y="connsiteY5205"/>
              </a:cxn>
              <a:cxn ang="0">
                <a:pos x="connsiteX5206" y="connsiteY5206"/>
              </a:cxn>
              <a:cxn ang="0">
                <a:pos x="connsiteX5207" y="connsiteY5207"/>
              </a:cxn>
              <a:cxn ang="0">
                <a:pos x="connsiteX5208" y="connsiteY5208"/>
              </a:cxn>
              <a:cxn ang="0">
                <a:pos x="connsiteX5209" y="connsiteY5209"/>
              </a:cxn>
              <a:cxn ang="0">
                <a:pos x="connsiteX5210" y="connsiteY5210"/>
              </a:cxn>
              <a:cxn ang="0">
                <a:pos x="connsiteX5211" y="connsiteY5211"/>
              </a:cxn>
              <a:cxn ang="0">
                <a:pos x="connsiteX5212" y="connsiteY5212"/>
              </a:cxn>
              <a:cxn ang="0">
                <a:pos x="connsiteX5213" y="connsiteY5213"/>
              </a:cxn>
              <a:cxn ang="0">
                <a:pos x="connsiteX5214" y="connsiteY5214"/>
              </a:cxn>
              <a:cxn ang="0">
                <a:pos x="connsiteX5215" y="connsiteY5215"/>
              </a:cxn>
              <a:cxn ang="0">
                <a:pos x="connsiteX5216" y="connsiteY5216"/>
              </a:cxn>
              <a:cxn ang="0">
                <a:pos x="connsiteX5217" y="connsiteY5217"/>
              </a:cxn>
              <a:cxn ang="0">
                <a:pos x="connsiteX5218" y="connsiteY5218"/>
              </a:cxn>
              <a:cxn ang="0">
                <a:pos x="connsiteX5219" y="connsiteY5219"/>
              </a:cxn>
              <a:cxn ang="0">
                <a:pos x="connsiteX5220" y="connsiteY5220"/>
              </a:cxn>
              <a:cxn ang="0">
                <a:pos x="connsiteX5221" y="connsiteY5221"/>
              </a:cxn>
              <a:cxn ang="0">
                <a:pos x="connsiteX5222" y="connsiteY5222"/>
              </a:cxn>
              <a:cxn ang="0">
                <a:pos x="connsiteX5223" y="connsiteY5223"/>
              </a:cxn>
              <a:cxn ang="0">
                <a:pos x="connsiteX5224" y="connsiteY5224"/>
              </a:cxn>
              <a:cxn ang="0">
                <a:pos x="connsiteX5225" y="connsiteY5225"/>
              </a:cxn>
              <a:cxn ang="0">
                <a:pos x="connsiteX5226" y="connsiteY5226"/>
              </a:cxn>
              <a:cxn ang="0">
                <a:pos x="connsiteX5227" y="connsiteY5227"/>
              </a:cxn>
              <a:cxn ang="0">
                <a:pos x="connsiteX5228" y="connsiteY5228"/>
              </a:cxn>
              <a:cxn ang="0">
                <a:pos x="connsiteX5229" y="connsiteY5229"/>
              </a:cxn>
              <a:cxn ang="0">
                <a:pos x="connsiteX5230" y="connsiteY5230"/>
              </a:cxn>
              <a:cxn ang="0">
                <a:pos x="connsiteX5231" y="connsiteY5231"/>
              </a:cxn>
              <a:cxn ang="0">
                <a:pos x="connsiteX5232" y="connsiteY5232"/>
              </a:cxn>
              <a:cxn ang="0">
                <a:pos x="connsiteX5233" y="connsiteY5233"/>
              </a:cxn>
              <a:cxn ang="0">
                <a:pos x="connsiteX5234" y="connsiteY5234"/>
              </a:cxn>
              <a:cxn ang="0">
                <a:pos x="connsiteX5235" y="connsiteY5235"/>
              </a:cxn>
              <a:cxn ang="0">
                <a:pos x="connsiteX5236" y="connsiteY5236"/>
              </a:cxn>
              <a:cxn ang="0">
                <a:pos x="connsiteX5237" y="connsiteY5237"/>
              </a:cxn>
              <a:cxn ang="0">
                <a:pos x="connsiteX5238" y="connsiteY5238"/>
              </a:cxn>
              <a:cxn ang="0">
                <a:pos x="connsiteX5239" y="connsiteY5239"/>
              </a:cxn>
              <a:cxn ang="0">
                <a:pos x="connsiteX5240" y="connsiteY5240"/>
              </a:cxn>
              <a:cxn ang="0">
                <a:pos x="connsiteX5241" y="connsiteY5241"/>
              </a:cxn>
              <a:cxn ang="0">
                <a:pos x="connsiteX5242" y="connsiteY5242"/>
              </a:cxn>
              <a:cxn ang="0">
                <a:pos x="connsiteX5243" y="connsiteY5243"/>
              </a:cxn>
              <a:cxn ang="0">
                <a:pos x="connsiteX5244" y="connsiteY5244"/>
              </a:cxn>
              <a:cxn ang="0">
                <a:pos x="connsiteX5245" y="connsiteY5245"/>
              </a:cxn>
              <a:cxn ang="0">
                <a:pos x="connsiteX5246" y="connsiteY5246"/>
              </a:cxn>
              <a:cxn ang="0">
                <a:pos x="connsiteX5247" y="connsiteY5247"/>
              </a:cxn>
              <a:cxn ang="0">
                <a:pos x="connsiteX5248" y="connsiteY5248"/>
              </a:cxn>
              <a:cxn ang="0">
                <a:pos x="connsiteX5249" y="connsiteY5249"/>
              </a:cxn>
              <a:cxn ang="0">
                <a:pos x="connsiteX5250" y="connsiteY5250"/>
              </a:cxn>
              <a:cxn ang="0">
                <a:pos x="connsiteX5251" y="connsiteY5251"/>
              </a:cxn>
              <a:cxn ang="0">
                <a:pos x="connsiteX5252" y="connsiteY5252"/>
              </a:cxn>
              <a:cxn ang="0">
                <a:pos x="connsiteX5253" y="connsiteY5253"/>
              </a:cxn>
              <a:cxn ang="0">
                <a:pos x="connsiteX5254" y="connsiteY5254"/>
              </a:cxn>
              <a:cxn ang="0">
                <a:pos x="connsiteX5255" y="connsiteY5255"/>
              </a:cxn>
              <a:cxn ang="0">
                <a:pos x="connsiteX5256" y="connsiteY5256"/>
              </a:cxn>
              <a:cxn ang="0">
                <a:pos x="connsiteX5257" y="connsiteY5257"/>
              </a:cxn>
              <a:cxn ang="0">
                <a:pos x="connsiteX5258" y="connsiteY5258"/>
              </a:cxn>
              <a:cxn ang="0">
                <a:pos x="connsiteX5259" y="connsiteY5259"/>
              </a:cxn>
              <a:cxn ang="0">
                <a:pos x="connsiteX5260" y="connsiteY5260"/>
              </a:cxn>
              <a:cxn ang="0">
                <a:pos x="connsiteX5261" y="connsiteY5261"/>
              </a:cxn>
              <a:cxn ang="0">
                <a:pos x="connsiteX5262" y="connsiteY5262"/>
              </a:cxn>
              <a:cxn ang="0">
                <a:pos x="connsiteX5263" y="connsiteY5263"/>
              </a:cxn>
              <a:cxn ang="0">
                <a:pos x="connsiteX5264" y="connsiteY5264"/>
              </a:cxn>
              <a:cxn ang="0">
                <a:pos x="connsiteX5265" y="connsiteY5265"/>
              </a:cxn>
              <a:cxn ang="0">
                <a:pos x="connsiteX5266" y="connsiteY5266"/>
              </a:cxn>
              <a:cxn ang="0">
                <a:pos x="connsiteX5267" y="connsiteY5267"/>
              </a:cxn>
              <a:cxn ang="0">
                <a:pos x="connsiteX5268" y="connsiteY5268"/>
              </a:cxn>
              <a:cxn ang="0">
                <a:pos x="connsiteX5269" y="connsiteY5269"/>
              </a:cxn>
              <a:cxn ang="0">
                <a:pos x="connsiteX5270" y="connsiteY5270"/>
              </a:cxn>
              <a:cxn ang="0">
                <a:pos x="connsiteX5271" y="connsiteY5271"/>
              </a:cxn>
              <a:cxn ang="0">
                <a:pos x="connsiteX5272" y="connsiteY5272"/>
              </a:cxn>
              <a:cxn ang="0">
                <a:pos x="connsiteX5273" y="connsiteY5273"/>
              </a:cxn>
              <a:cxn ang="0">
                <a:pos x="connsiteX5274" y="connsiteY5274"/>
              </a:cxn>
              <a:cxn ang="0">
                <a:pos x="connsiteX5275" y="connsiteY5275"/>
              </a:cxn>
              <a:cxn ang="0">
                <a:pos x="connsiteX5276" y="connsiteY5276"/>
              </a:cxn>
              <a:cxn ang="0">
                <a:pos x="connsiteX5277" y="connsiteY5277"/>
              </a:cxn>
              <a:cxn ang="0">
                <a:pos x="connsiteX5278" y="connsiteY5278"/>
              </a:cxn>
              <a:cxn ang="0">
                <a:pos x="connsiteX5279" y="connsiteY5279"/>
              </a:cxn>
              <a:cxn ang="0">
                <a:pos x="connsiteX5280" y="connsiteY5280"/>
              </a:cxn>
              <a:cxn ang="0">
                <a:pos x="connsiteX5281" y="connsiteY5281"/>
              </a:cxn>
              <a:cxn ang="0">
                <a:pos x="connsiteX5282" y="connsiteY5282"/>
              </a:cxn>
              <a:cxn ang="0">
                <a:pos x="connsiteX5283" y="connsiteY5283"/>
              </a:cxn>
              <a:cxn ang="0">
                <a:pos x="connsiteX5284" y="connsiteY5284"/>
              </a:cxn>
              <a:cxn ang="0">
                <a:pos x="connsiteX5285" y="connsiteY5285"/>
              </a:cxn>
              <a:cxn ang="0">
                <a:pos x="connsiteX5286" y="connsiteY5286"/>
              </a:cxn>
              <a:cxn ang="0">
                <a:pos x="connsiteX5287" y="connsiteY5287"/>
              </a:cxn>
              <a:cxn ang="0">
                <a:pos x="connsiteX5288" y="connsiteY5288"/>
              </a:cxn>
              <a:cxn ang="0">
                <a:pos x="connsiteX5289" y="connsiteY5289"/>
              </a:cxn>
              <a:cxn ang="0">
                <a:pos x="connsiteX5290" y="connsiteY5290"/>
              </a:cxn>
              <a:cxn ang="0">
                <a:pos x="connsiteX5291" y="connsiteY5291"/>
              </a:cxn>
              <a:cxn ang="0">
                <a:pos x="connsiteX5292" y="connsiteY5292"/>
              </a:cxn>
              <a:cxn ang="0">
                <a:pos x="connsiteX5293" y="connsiteY5293"/>
              </a:cxn>
              <a:cxn ang="0">
                <a:pos x="connsiteX5294" y="connsiteY5294"/>
              </a:cxn>
              <a:cxn ang="0">
                <a:pos x="connsiteX5295" y="connsiteY5295"/>
              </a:cxn>
              <a:cxn ang="0">
                <a:pos x="connsiteX5296" y="connsiteY5296"/>
              </a:cxn>
              <a:cxn ang="0">
                <a:pos x="connsiteX5297" y="connsiteY5297"/>
              </a:cxn>
              <a:cxn ang="0">
                <a:pos x="connsiteX5298" y="connsiteY5298"/>
              </a:cxn>
              <a:cxn ang="0">
                <a:pos x="connsiteX5299" y="connsiteY5299"/>
              </a:cxn>
              <a:cxn ang="0">
                <a:pos x="connsiteX5300" y="connsiteY5300"/>
              </a:cxn>
              <a:cxn ang="0">
                <a:pos x="connsiteX5301" y="connsiteY5301"/>
              </a:cxn>
              <a:cxn ang="0">
                <a:pos x="connsiteX5302" y="connsiteY5302"/>
              </a:cxn>
              <a:cxn ang="0">
                <a:pos x="connsiteX5303" y="connsiteY5303"/>
              </a:cxn>
              <a:cxn ang="0">
                <a:pos x="connsiteX5304" y="connsiteY5304"/>
              </a:cxn>
              <a:cxn ang="0">
                <a:pos x="connsiteX5305" y="connsiteY5305"/>
              </a:cxn>
              <a:cxn ang="0">
                <a:pos x="connsiteX5306" y="connsiteY5306"/>
              </a:cxn>
              <a:cxn ang="0">
                <a:pos x="connsiteX5307" y="connsiteY5307"/>
              </a:cxn>
              <a:cxn ang="0">
                <a:pos x="connsiteX5308" y="connsiteY5308"/>
              </a:cxn>
              <a:cxn ang="0">
                <a:pos x="connsiteX5309" y="connsiteY5309"/>
              </a:cxn>
              <a:cxn ang="0">
                <a:pos x="connsiteX5310" y="connsiteY5310"/>
              </a:cxn>
              <a:cxn ang="0">
                <a:pos x="connsiteX5311" y="connsiteY5311"/>
              </a:cxn>
              <a:cxn ang="0">
                <a:pos x="connsiteX5312" y="connsiteY5312"/>
              </a:cxn>
              <a:cxn ang="0">
                <a:pos x="connsiteX5313" y="connsiteY5313"/>
              </a:cxn>
              <a:cxn ang="0">
                <a:pos x="connsiteX5314" y="connsiteY5314"/>
              </a:cxn>
              <a:cxn ang="0">
                <a:pos x="connsiteX5315" y="connsiteY5315"/>
              </a:cxn>
              <a:cxn ang="0">
                <a:pos x="connsiteX5316" y="connsiteY5316"/>
              </a:cxn>
              <a:cxn ang="0">
                <a:pos x="connsiteX5317" y="connsiteY5317"/>
              </a:cxn>
              <a:cxn ang="0">
                <a:pos x="connsiteX5318" y="connsiteY5318"/>
              </a:cxn>
              <a:cxn ang="0">
                <a:pos x="connsiteX5319" y="connsiteY5319"/>
              </a:cxn>
              <a:cxn ang="0">
                <a:pos x="connsiteX5320" y="connsiteY5320"/>
              </a:cxn>
              <a:cxn ang="0">
                <a:pos x="connsiteX5321" y="connsiteY5321"/>
              </a:cxn>
              <a:cxn ang="0">
                <a:pos x="connsiteX5322" y="connsiteY5322"/>
              </a:cxn>
              <a:cxn ang="0">
                <a:pos x="connsiteX5323" y="connsiteY5323"/>
              </a:cxn>
              <a:cxn ang="0">
                <a:pos x="connsiteX5324" y="connsiteY5324"/>
              </a:cxn>
              <a:cxn ang="0">
                <a:pos x="connsiteX5325" y="connsiteY5325"/>
              </a:cxn>
              <a:cxn ang="0">
                <a:pos x="connsiteX5326" y="connsiteY5326"/>
              </a:cxn>
              <a:cxn ang="0">
                <a:pos x="connsiteX5327" y="connsiteY5327"/>
              </a:cxn>
              <a:cxn ang="0">
                <a:pos x="connsiteX5328" y="connsiteY5328"/>
              </a:cxn>
              <a:cxn ang="0">
                <a:pos x="connsiteX5329" y="connsiteY5329"/>
              </a:cxn>
              <a:cxn ang="0">
                <a:pos x="connsiteX5330" y="connsiteY5330"/>
              </a:cxn>
              <a:cxn ang="0">
                <a:pos x="connsiteX5331" y="connsiteY5331"/>
              </a:cxn>
              <a:cxn ang="0">
                <a:pos x="connsiteX5332" y="connsiteY5332"/>
              </a:cxn>
              <a:cxn ang="0">
                <a:pos x="connsiteX5333" y="connsiteY5333"/>
              </a:cxn>
              <a:cxn ang="0">
                <a:pos x="connsiteX5334" y="connsiteY5334"/>
              </a:cxn>
              <a:cxn ang="0">
                <a:pos x="connsiteX5335" y="connsiteY5335"/>
              </a:cxn>
              <a:cxn ang="0">
                <a:pos x="connsiteX5336" y="connsiteY5336"/>
              </a:cxn>
              <a:cxn ang="0">
                <a:pos x="connsiteX5337" y="connsiteY5337"/>
              </a:cxn>
              <a:cxn ang="0">
                <a:pos x="connsiteX5338" y="connsiteY5338"/>
              </a:cxn>
              <a:cxn ang="0">
                <a:pos x="connsiteX5339" y="connsiteY5339"/>
              </a:cxn>
              <a:cxn ang="0">
                <a:pos x="connsiteX5340" y="connsiteY5340"/>
              </a:cxn>
              <a:cxn ang="0">
                <a:pos x="connsiteX5341" y="connsiteY5341"/>
              </a:cxn>
              <a:cxn ang="0">
                <a:pos x="connsiteX5342" y="connsiteY5342"/>
              </a:cxn>
              <a:cxn ang="0">
                <a:pos x="connsiteX5343" y="connsiteY5343"/>
              </a:cxn>
              <a:cxn ang="0">
                <a:pos x="connsiteX5344" y="connsiteY5344"/>
              </a:cxn>
              <a:cxn ang="0">
                <a:pos x="connsiteX5345" y="connsiteY5345"/>
              </a:cxn>
              <a:cxn ang="0">
                <a:pos x="connsiteX5346" y="connsiteY5346"/>
              </a:cxn>
              <a:cxn ang="0">
                <a:pos x="connsiteX5347" y="connsiteY5347"/>
              </a:cxn>
              <a:cxn ang="0">
                <a:pos x="connsiteX5348" y="connsiteY5348"/>
              </a:cxn>
              <a:cxn ang="0">
                <a:pos x="connsiteX5349" y="connsiteY5349"/>
              </a:cxn>
              <a:cxn ang="0">
                <a:pos x="connsiteX5350" y="connsiteY5350"/>
              </a:cxn>
              <a:cxn ang="0">
                <a:pos x="connsiteX5351" y="connsiteY5351"/>
              </a:cxn>
              <a:cxn ang="0">
                <a:pos x="connsiteX5352" y="connsiteY5352"/>
              </a:cxn>
              <a:cxn ang="0">
                <a:pos x="connsiteX5353" y="connsiteY5353"/>
              </a:cxn>
              <a:cxn ang="0">
                <a:pos x="connsiteX5354" y="connsiteY5354"/>
              </a:cxn>
              <a:cxn ang="0">
                <a:pos x="connsiteX5355" y="connsiteY5355"/>
              </a:cxn>
              <a:cxn ang="0">
                <a:pos x="connsiteX5356" y="connsiteY5356"/>
              </a:cxn>
              <a:cxn ang="0">
                <a:pos x="connsiteX5357" y="connsiteY5357"/>
              </a:cxn>
              <a:cxn ang="0">
                <a:pos x="connsiteX5358" y="connsiteY5358"/>
              </a:cxn>
              <a:cxn ang="0">
                <a:pos x="connsiteX5359" y="connsiteY5359"/>
              </a:cxn>
              <a:cxn ang="0">
                <a:pos x="connsiteX5360" y="connsiteY5360"/>
              </a:cxn>
              <a:cxn ang="0">
                <a:pos x="connsiteX5361" y="connsiteY5361"/>
              </a:cxn>
              <a:cxn ang="0">
                <a:pos x="connsiteX5362" y="connsiteY5362"/>
              </a:cxn>
              <a:cxn ang="0">
                <a:pos x="connsiteX5363" y="connsiteY5363"/>
              </a:cxn>
              <a:cxn ang="0">
                <a:pos x="connsiteX5364" y="connsiteY5364"/>
              </a:cxn>
              <a:cxn ang="0">
                <a:pos x="connsiteX5365" y="connsiteY5365"/>
              </a:cxn>
              <a:cxn ang="0">
                <a:pos x="connsiteX5366" y="connsiteY5366"/>
              </a:cxn>
              <a:cxn ang="0">
                <a:pos x="connsiteX5367" y="connsiteY5367"/>
              </a:cxn>
              <a:cxn ang="0">
                <a:pos x="connsiteX5368" y="connsiteY5368"/>
              </a:cxn>
              <a:cxn ang="0">
                <a:pos x="connsiteX5369" y="connsiteY5369"/>
              </a:cxn>
              <a:cxn ang="0">
                <a:pos x="connsiteX5370" y="connsiteY5370"/>
              </a:cxn>
              <a:cxn ang="0">
                <a:pos x="connsiteX5371" y="connsiteY5371"/>
              </a:cxn>
              <a:cxn ang="0">
                <a:pos x="connsiteX5372" y="connsiteY5372"/>
              </a:cxn>
              <a:cxn ang="0">
                <a:pos x="connsiteX5373" y="connsiteY5373"/>
              </a:cxn>
              <a:cxn ang="0">
                <a:pos x="connsiteX5374" y="connsiteY5374"/>
              </a:cxn>
              <a:cxn ang="0">
                <a:pos x="connsiteX5375" y="connsiteY5375"/>
              </a:cxn>
              <a:cxn ang="0">
                <a:pos x="connsiteX5376" y="connsiteY5376"/>
              </a:cxn>
              <a:cxn ang="0">
                <a:pos x="connsiteX5377" y="connsiteY5377"/>
              </a:cxn>
              <a:cxn ang="0">
                <a:pos x="connsiteX5378" y="connsiteY5378"/>
              </a:cxn>
              <a:cxn ang="0">
                <a:pos x="connsiteX5379" y="connsiteY5379"/>
              </a:cxn>
              <a:cxn ang="0">
                <a:pos x="connsiteX5380" y="connsiteY5380"/>
              </a:cxn>
              <a:cxn ang="0">
                <a:pos x="connsiteX5381" y="connsiteY5381"/>
              </a:cxn>
              <a:cxn ang="0">
                <a:pos x="connsiteX5382" y="connsiteY5382"/>
              </a:cxn>
              <a:cxn ang="0">
                <a:pos x="connsiteX5383" y="connsiteY5383"/>
              </a:cxn>
              <a:cxn ang="0">
                <a:pos x="connsiteX5384" y="connsiteY5384"/>
              </a:cxn>
              <a:cxn ang="0">
                <a:pos x="connsiteX5385" y="connsiteY5385"/>
              </a:cxn>
              <a:cxn ang="0">
                <a:pos x="connsiteX5386" y="connsiteY5386"/>
              </a:cxn>
              <a:cxn ang="0">
                <a:pos x="connsiteX5387" y="connsiteY5387"/>
              </a:cxn>
              <a:cxn ang="0">
                <a:pos x="connsiteX5388" y="connsiteY5388"/>
              </a:cxn>
              <a:cxn ang="0">
                <a:pos x="connsiteX5389" y="connsiteY5389"/>
              </a:cxn>
              <a:cxn ang="0">
                <a:pos x="connsiteX5390" y="connsiteY5390"/>
              </a:cxn>
              <a:cxn ang="0">
                <a:pos x="connsiteX5391" y="connsiteY5391"/>
              </a:cxn>
              <a:cxn ang="0">
                <a:pos x="connsiteX5392" y="connsiteY5392"/>
              </a:cxn>
              <a:cxn ang="0">
                <a:pos x="connsiteX5393" y="connsiteY5393"/>
              </a:cxn>
              <a:cxn ang="0">
                <a:pos x="connsiteX5394" y="connsiteY5394"/>
              </a:cxn>
              <a:cxn ang="0">
                <a:pos x="connsiteX5395" y="connsiteY5395"/>
              </a:cxn>
              <a:cxn ang="0">
                <a:pos x="connsiteX5396" y="connsiteY5396"/>
              </a:cxn>
              <a:cxn ang="0">
                <a:pos x="connsiteX5397" y="connsiteY5397"/>
              </a:cxn>
              <a:cxn ang="0">
                <a:pos x="connsiteX5398" y="connsiteY5398"/>
              </a:cxn>
              <a:cxn ang="0">
                <a:pos x="connsiteX5399" y="connsiteY5399"/>
              </a:cxn>
              <a:cxn ang="0">
                <a:pos x="connsiteX5400" y="connsiteY5400"/>
              </a:cxn>
              <a:cxn ang="0">
                <a:pos x="connsiteX5401" y="connsiteY5401"/>
              </a:cxn>
              <a:cxn ang="0">
                <a:pos x="connsiteX5402" y="connsiteY5402"/>
              </a:cxn>
              <a:cxn ang="0">
                <a:pos x="connsiteX5403" y="connsiteY5403"/>
              </a:cxn>
              <a:cxn ang="0">
                <a:pos x="connsiteX5404" y="connsiteY5404"/>
              </a:cxn>
              <a:cxn ang="0">
                <a:pos x="connsiteX5405" y="connsiteY5405"/>
              </a:cxn>
              <a:cxn ang="0">
                <a:pos x="connsiteX5406" y="connsiteY5406"/>
              </a:cxn>
              <a:cxn ang="0">
                <a:pos x="connsiteX5407" y="connsiteY5407"/>
              </a:cxn>
              <a:cxn ang="0">
                <a:pos x="connsiteX5408" y="connsiteY5408"/>
              </a:cxn>
              <a:cxn ang="0">
                <a:pos x="connsiteX5409" y="connsiteY5409"/>
              </a:cxn>
              <a:cxn ang="0">
                <a:pos x="connsiteX5410" y="connsiteY5410"/>
              </a:cxn>
              <a:cxn ang="0">
                <a:pos x="connsiteX5411" y="connsiteY5411"/>
              </a:cxn>
              <a:cxn ang="0">
                <a:pos x="connsiteX5412" y="connsiteY5412"/>
              </a:cxn>
              <a:cxn ang="0">
                <a:pos x="connsiteX5413" y="connsiteY5413"/>
              </a:cxn>
              <a:cxn ang="0">
                <a:pos x="connsiteX5414" y="connsiteY5414"/>
              </a:cxn>
              <a:cxn ang="0">
                <a:pos x="connsiteX5415" y="connsiteY5415"/>
              </a:cxn>
              <a:cxn ang="0">
                <a:pos x="connsiteX5416" y="connsiteY5416"/>
              </a:cxn>
              <a:cxn ang="0">
                <a:pos x="connsiteX5417" y="connsiteY5417"/>
              </a:cxn>
              <a:cxn ang="0">
                <a:pos x="connsiteX5418" y="connsiteY5418"/>
              </a:cxn>
              <a:cxn ang="0">
                <a:pos x="connsiteX5419" y="connsiteY5419"/>
              </a:cxn>
              <a:cxn ang="0">
                <a:pos x="connsiteX5420" y="connsiteY5420"/>
              </a:cxn>
              <a:cxn ang="0">
                <a:pos x="connsiteX5421" y="connsiteY5421"/>
              </a:cxn>
              <a:cxn ang="0">
                <a:pos x="connsiteX5422" y="connsiteY5422"/>
              </a:cxn>
              <a:cxn ang="0">
                <a:pos x="connsiteX5423" y="connsiteY5423"/>
              </a:cxn>
              <a:cxn ang="0">
                <a:pos x="connsiteX5424" y="connsiteY5424"/>
              </a:cxn>
              <a:cxn ang="0">
                <a:pos x="connsiteX5425" y="connsiteY5425"/>
              </a:cxn>
              <a:cxn ang="0">
                <a:pos x="connsiteX5426" y="connsiteY5426"/>
              </a:cxn>
              <a:cxn ang="0">
                <a:pos x="connsiteX5427" y="connsiteY5427"/>
              </a:cxn>
              <a:cxn ang="0">
                <a:pos x="connsiteX5428" y="connsiteY5428"/>
              </a:cxn>
              <a:cxn ang="0">
                <a:pos x="connsiteX5429" y="connsiteY5429"/>
              </a:cxn>
              <a:cxn ang="0">
                <a:pos x="connsiteX5430" y="connsiteY5430"/>
              </a:cxn>
              <a:cxn ang="0">
                <a:pos x="connsiteX5431" y="connsiteY5431"/>
              </a:cxn>
              <a:cxn ang="0">
                <a:pos x="connsiteX5432" y="connsiteY5432"/>
              </a:cxn>
              <a:cxn ang="0">
                <a:pos x="connsiteX5433" y="connsiteY5433"/>
              </a:cxn>
              <a:cxn ang="0">
                <a:pos x="connsiteX5434" y="connsiteY5434"/>
              </a:cxn>
              <a:cxn ang="0">
                <a:pos x="connsiteX5435" y="connsiteY5435"/>
              </a:cxn>
              <a:cxn ang="0">
                <a:pos x="connsiteX5436" y="connsiteY5436"/>
              </a:cxn>
              <a:cxn ang="0">
                <a:pos x="connsiteX5437" y="connsiteY5437"/>
              </a:cxn>
              <a:cxn ang="0">
                <a:pos x="connsiteX5438" y="connsiteY5438"/>
              </a:cxn>
              <a:cxn ang="0">
                <a:pos x="connsiteX5439" y="connsiteY5439"/>
              </a:cxn>
              <a:cxn ang="0">
                <a:pos x="connsiteX5440" y="connsiteY5440"/>
              </a:cxn>
              <a:cxn ang="0">
                <a:pos x="connsiteX5441" y="connsiteY5441"/>
              </a:cxn>
              <a:cxn ang="0">
                <a:pos x="connsiteX5442" y="connsiteY5442"/>
              </a:cxn>
              <a:cxn ang="0">
                <a:pos x="connsiteX5443" y="connsiteY5443"/>
              </a:cxn>
              <a:cxn ang="0">
                <a:pos x="connsiteX5444" y="connsiteY5444"/>
              </a:cxn>
              <a:cxn ang="0">
                <a:pos x="connsiteX5445" y="connsiteY5445"/>
              </a:cxn>
              <a:cxn ang="0">
                <a:pos x="connsiteX5446" y="connsiteY5446"/>
              </a:cxn>
              <a:cxn ang="0">
                <a:pos x="connsiteX5447" y="connsiteY5447"/>
              </a:cxn>
              <a:cxn ang="0">
                <a:pos x="connsiteX5448" y="connsiteY5448"/>
              </a:cxn>
              <a:cxn ang="0">
                <a:pos x="connsiteX5449" y="connsiteY5449"/>
              </a:cxn>
              <a:cxn ang="0">
                <a:pos x="connsiteX5450" y="connsiteY5450"/>
              </a:cxn>
              <a:cxn ang="0">
                <a:pos x="connsiteX5451" y="connsiteY5451"/>
              </a:cxn>
              <a:cxn ang="0">
                <a:pos x="connsiteX5452" y="connsiteY5452"/>
              </a:cxn>
              <a:cxn ang="0">
                <a:pos x="connsiteX5453" y="connsiteY5453"/>
              </a:cxn>
              <a:cxn ang="0">
                <a:pos x="connsiteX5454" y="connsiteY5454"/>
              </a:cxn>
              <a:cxn ang="0">
                <a:pos x="connsiteX5455" y="connsiteY5455"/>
              </a:cxn>
              <a:cxn ang="0">
                <a:pos x="connsiteX5456" y="connsiteY5456"/>
              </a:cxn>
              <a:cxn ang="0">
                <a:pos x="connsiteX5457" y="connsiteY5457"/>
              </a:cxn>
              <a:cxn ang="0">
                <a:pos x="connsiteX5458" y="connsiteY5458"/>
              </a:cxn>
              <a:cxn ang="0">
                <a:pos x="connsiteX5459" y="connsiteY5459"/>
              </a:cxn>
              <a:cxn ang="0">
                <a:pos x="connsiteX5460" y="connsiteY5460"/>
              </a:cxn>
              <a:cxn ang="0">
                <a:pos x="connsiteX5461" y="connsiteY5461"/>
              </a:cxn>
              <a:cxn ang="0">
                <a:pos x="connsiteX5462" y="connsiteY5462"/>
              </a:cxn>
              <a:cxn ang="0">
                <a:pos x="connsiteX5463" y="connsiteY5463"/>
              </a:cxn>
              <a:cxn ang="0">
                <a:pos x="connsiteX5464" y="connsiteY5464"/>
              </a:cxn>
              <a:cxn ang="0">
                <a:pos x="connsiteX5465" y="connsiteY5465"/>
              </a:cxn>
              <a:cxn ang="0">
                <a:pos x="connsiteX5466" y="connsiteY5466"/>
              </a:cxn>
              <a:cxn ang="0">
                <a:pos x="connsiteX5467" y="connsiteY5467"/>
              </a:cxn>
              <a:cxn ang="0">
                <a:pos x="connsiteX5468" y="connsiteY5468"/>
              </a:cxn>
              <a:cxn ang="0">
                <a:pos x="connsiteX5469" y="connsiteY5469"/>
              </a:cxn>
              <a:cxn ang="0">
                <a:pos x="connsiteX5470" y="connsiteY5470"/>
              </a:cxn>
              <a:cxn ang="0">
                <a:pos x="connsiteX5471" y="connsiteY5471"/>
              </a:cxn>
              <a:cxn ang="0">
                <a:pos x="connsiteX5472" y="connsiteY5472"/>
              </a:cxn>
              <a:cxn ang="0">
                <a:pos x="connsiteX5473" y="connsiteY5473"/>
              </a:cxn>
              <a:cxn ang="0">
                <a:pos x="connsiteX5474" y="connsiteY5474"/>
              </a:cxn>
              <a:cxn ang="0">
                <a:pos x="connsiteX5475" y="connsiteY5475"/>
              </a:cxn>
              <a:cxn ang="0">
                <a:pos x="connsiteX5476" y="connsiteY5476"/>
              </a:cxn>
              <a:cxn ang="0">
                <a:pos x="connsiteX5477" y="connsiteY5477"/>
              </a:cxn>
              <a:cxn ang="0">
                <a:pos x="connsiteX5478" y="connsiteY5478"/>
              </a:cxn>
              <a:cxn ang="0">
                <a:pos x="connsiteX5479" y="connsiteY5479"/>
              </a:cxn>
              <a:cxn ang="0">
                <a:pos x="connsiteX5480" y="connsiteY5480"/>
              </a:cxn>
              <a:cxn ang="0">
                <a:pos x="connsiteX5481" y="connsiteY5481"/>
              </a:cxn>
              <a:cxn ang="0">
                <a:pos x="connsiteX5482" y="connsiteY5482"/>
              </a:cxn>
              <a:cxn ang="0">
                <a:pos x="connsiteX5483" y="connsiteY5483"/>
              </a:cxn>
              <a:cxn ang="0">
                <a:pos x="connsiteX5484" y="connsiteY5484"/>
              </a:cxn>
              <a:cxn ang="0">
                <a:pos x="connsiteX5485" y="connsiteY5485"/>
              </a:cxn>
              <a:cxn ang="0">
                <a:pos x="connsiteX5486" y="connsiteY5486"/>
              </a:cxn>
              <a:cxn ang="0">
                <a:pos x="connsiteX5487" y="connsiteY5487"/>
              </a:cxn>
              <a:cxn ang="0">
                <a:pos x="connsiteX5488" y="connsiteY5488"/>
              </a:cxn>
              <a:cxn ang="0">
                <a:pos x="connsiteX5489" y="connsiteY5489"/>
              </a:cxn>
              <a:cxn ang="0">
                <a:pos x="connsiteX5490" y="connsiteY5490"/>
              </a:cxn>
              <a:cxn ang="0">
                <a:pos x="connsiteX5491" y="connsiteY5491"/>
              </a:cxn>
              <a:cxn ang="0">
                <a:pos x="connsiteX5492" y="connsiteY5492"/>
              </a:cxn>
              <a:cxn ang="0">
                <a:pos x="connsiteX5493" y="connsiteY5493"/>
              </a:cxn>
              <a:cxn ang="0">
                <a:pos x="connsiteX5494" y="connsiteY5494"/>
              </a:cxn>
              <a:cxn ang="0">
                <a:pos x="connsiteX5495" y="connsiteY5495"/>
              </a:cxn>
              <a:cxn ang="0">
                <a:pos x="connsiteX5496" y="connsiteY5496"/>
              </a:cxn>
              <a:cxn ang="0">
                <a:pos x="connsiteX5497" y="connsiteY5497"/>
              </a:cxn>
              <a:cxn ang="0">
                <a:pos x="connsiteX5498" y="connsiteY5498"/>
              </a:cxn>
              <a:cxn ang="0">
                <a:pos x="connsiteX5499" y="connsiteY5499"/>
              </a:cxn>
              <a:cxn ang="0">
                <a:pos x="connsiteX5500" y="connsiteY5500"/>
              </a:cxn>
              <a:cxn ang="0">
                <a:pos x="connsiteX5501" y="connsiteY5501"/>
              </a:cxn>
              <a:cxn ang="0">
                <a:pos x="connsiteX5502" y="connsiteY5502"/>
              </a:cxn>
              <a:cxn ang="0">
                <a:pos x="connsiteX5503" y="connsiteY5503"/>
              </a:cxn>
              <a:cxn ang="0">
                <a:pos x="connsiteX5504" y="connsiteY5504"/>
              </a:cxn>
              <a:cxn ang="0">
                <a:pos x="connsiteX5505" y="connsiteY5505"/>
              </a:cxn>
              <a:cxn ang="0">
                <a:pos x="connsiteX5506" y="connsiteY5506"/>
              </a:cxn>
              <a:cxn ang="0">
                <a:pos x="connsiteX5507" y="connsiteY5507"/>
              </a:cxn>
              <a:cxn ang="0">
                <a:pos x="connsiteX5508" y="connsiteY5508"/>
              </a:cxn>
              <a:cxn ang="0">
                <a:pos x="connsiteX5509" y="connsiteY5509"/>
              </a:cxn>
              <a:cxn ang="0">
                <a:pos x="connsiteX5510" y="connsiteY5510"/>
              </a:cxn>
              <a:cxn ang="0">
                <a:pos x="connsiteX5511" y="connsiteY5511"/>
              </a:cxn>
              <a:cxn ang="0">
                <a:pos x="connsiteX5512" y="connsiteY5512"/>
              </a:cxn>
              <a:cxn ang="0">
                <a:pos x="connsiteX5513" y="connsiteY5513"/>
              </a:cxn>
              <a:cxn ang="0">
                <a:pos x="connsiteX5514" y="connsiteY5514"/>
              </a:cxn>
              <a:cxn ang="0">
                <a:pos x="connsiteX5515" y="connsiteY5515"/>
              </a:cxn>
              <a:cxn ang="0">
                <a:pos x="connsiteX5516" y="connsiteY5516"/>
              </a:cxn>
              <a:cxn ang="0">
                <a:pos x="connsiteX5517" y="connsiteY5517"/>
              </a:cxn>
              <a:cxn ang="0">
                <a:pos x="connsiteX5518" y="connsiteY5518"/>
              </a:cxn>
              <a:cxn ang="0">
                <a:pos x="connsiteX5519" y="connsiteY5519"/>
              </a:cxn>
              <a:cxn ang="0">
                <a:pos x="connsiteX5520" y="connsiteY5520"/>
              </a:cxn>
              <a:cxn ang="0">
                <a:pos x="connsiteX5521" y="connsiteY5521"/>
              </a:cxn>
              <a:cxn ang="0">
                <a:pos x="connsiteX5522" y="connsiteY5522"/>
              </a:cxn>
              <a:cxn ang="0">
                <a:pos x="connsiteX5523" y="connsiteY5523"/>
              </a:cxn>
              <a:cxn ang="0">
                <a:pos x="connsiteX5524" y="connsiteY5524"/>
              </a:cxn>
              <a:cxn ang="0">
                <a:pos x="connsiteX5525" y="connsiteY5525"/>
              </a:cxn>
              <a:cxn ang="0">
                <a:pos x="connsiteX5526" y="connsiteY5526"/>
              </a:cxn>
              <a:cxn ang="0">
                <a:pos x="connsiteX5527" y="connsiteY5527"/>
              </a:cxn>
              <a:cxn ang="0">
                <a:pos x="connsiteX5528" y="connsiteY5528"/>
              </a:cxn>
              <a:cxn ang="0">
                <a:pos x="connsiteX5529" y="connsiteY5529"/>
              </a:cxn>
              <a:cxn ang="0">
                <a:pos x="connsiteX5530" y="connsiteY5530"/>
              </a:cxn>
              <a:cxn ang="0">
                <a:pos x="connsiteX5531" y="connsiteY5531"/>
              </a:cxn>
              <a:cxn ang="0">
                <a:pos x="connsiteX5532" y="connsiteY5532"/>
              </a:cxn>
              <a:cxn ang="0">
                <a:pos x="connsiteX5533" y="connsiteY5533"/>
              </a:cxn>
              <a:cxn ang="0">
                <a:pos x="connsiteX5534" y="connsiteY5534"/>
              </a:cxn>
              <a:cxn ang="0">
                <a:pos x="connsiteX5535" y="connsiteY5535"/>
              </a:cxn>
              <a:cxn ang="0">
                <a:pos x="connsiteX5536" y="connsiteY5536"/>
              </a:cxn>
              <a:cxn ang="0">
                <a:pos x="connsiteX5537" y="connsiteY5537"/>
              </a:cxn>
              <a:cxn ang="0">
                <a:pos x="connsiteX5538" y="connsiteY5538"/>
              </a:cxn>
              <a:cxn ang="0">
                <a:pos x="connsiteX5539" y="connsiteY5539"/>
              </a:cxn>
              <a:cxn ang="0">
                <a:pos x="connsiteX5540" y="connsiteY5540"/>
              </a:cxn>
              <a:cxn ang="0">
                <a:pos x="connsiteX5541" y="connsiteY5541"/>
              </a:cxn>
              <a:cxn ang="0">
                <a:pos x="connsiteX5542" y="connsiteY5542"/>
              </a:cxn>
              <a:cxn ang="0">
                <a:pos x="connsiteX5543" y="connsiteY5543"/>
              </a:cxn>
              <a:cxn ang="0">
                <a:pos x="connsiteX5544" y="connsiteY5544"/>
              </a:cxn>
              <a:cxn ang="0">
                <a:pos x="connsiteX5545" y="connsiteY5545"/>
              </a:cxn>
              <a:cxn ang="0">
                <a:pos x="connsiteX5546" y="connsiteY5546"/>
              </a:cxn>
              <a:cxn ang="0">
                <a:pos x="connsiteX5547" y="connsiteY5547"/>
              </a:cxn>
              <a:cxn ang="0">
                <a:pos x="connsiteX5548" y="connsiteY5548"/>
              </a:cxn>
              <a:cxn ang="0">
                <a:pos x="connsiteX5549" y="connsiteY5549"/>
              </a:cxn>
              <a:cxn ang="0">
                <a:pos x="connsiteX5550" y="connsiteY5550"/>
              </a:cxn>
              <a:cxn ang="0">
                <a:pos x="connsiteX5551" y="connsiteY5551"/>
              </a:cxn>
              <a:cxn ang="0">
                <a:pos x="connsiteX5552" y="connsiteY5552"/>
              </a:cxn>
              <a:cxn ang="0">
                <a:pos x="connsiteX5553" y="connsiteY5553"/>
              </a:cxn>
              <a:cxn ang="0">
                <a:pos x="connsiteX5554" y="connsiteY5554"/>
              </a:cxn>
              <a:cxn ang="0">
                <a:pos x="connsiteX5555" y="connsiteY5555"/>
              </a:cxn>
              <a:cxn ang="0">
                <a:pos x="connsiteX5556" y="connsiteY5556"/>
              </a:cxn>
              <a:cxn ang="0">
                <a:pos x="connsiteX5557" y="connsiteY5557"/>
              </a:cxn>
              <a:cxn ang="0">
                <a:pos x="connsiteX5558" y="connsiteY5558"/>
              </a:cxn>
              <a:cxn ang="0">
                <a:pos x="connsiteX5559" y="connsiteY5559"/>
              </a:cxn>
              <a:cxn ang="0">
                <a:pos x="connsiteX5560" y="connsiteY5560"/>
              </a:cxn>
              <a:cxn ang="0">
                <a:pos x="connsiteX5561" y="connsiteY5561"/>
              </a:cxn>
              <a:cxn ang="0">
                <a:pos x="connsiteX5562" y="connsiteY5562"/>
              </a:cxn>
              <a:cxn ang="0">
                <a:pos x="connsiteX5563" y="connsiteY5563"/>
              </a:cxn>
              <a:cxn ang="0">
                <a:pos x="connsiteX5564" y="connsiteY5564"/>
              </a:cxn>
              <a:cxn ang="0">
                <a:pos x="connsiteX5565" y="connsiteY5565"/>
              </a:cxn>
              <a:cxn ang="0">
                <a:pos x="connsiteX5566" y="connsiteY5566"/>
              </a:cxn>
              <a:cxn ang="0">
                <a:pos x="connsiteX5567" y="connsiteY5567"/>
              </a:cxn>
              <a:cxn ang="0">
                <a:pos x="connsiteX5568" y="connsiteY5568"/>
              </a:cxn>
              <a:cxn ang="0">
                <a:pos x="connsiteX5569" y="connsiteY5569"/>
              </a:cxn>
              <a:cxn ang="0">
                <a:pos x="connsiteX5570" y="connsiteY5570"/>
              </a:cxn>
              <a:cxn ang="0">
                <a:pos x="connsiteX5571" y="connsiteY5571"/>
              </a:cxn>
              <a:cxn ang="0">
                <a:pos x="connsiteX5572" y="connsiteY5572"/>
              </a:cxn>
              <a:cxn ang="0">
                <a:pos x="connsiteX5573" y="connsiteY5573"/>
              </a:cxn>
              <a:cxn ang="0">
                <a:pos x="connsiteX5574" y="connsiteY5574"/>
              </a:cxn>
              <a:cxn ang="0">
                <a:pos x="connsiteX5575" y="connsiteY5575"/>
              </a:cxn>
              <a:cxn ang="0">
                <a:pos x="connsiteX5576" y="connsiteY5576"/>
              </a:cxn>
              <a:cxn ang="0">
                <a:pos x="connsiteX5577" y="connsiteY5577"/>
              </a:cxn>
              <a:cxn ang="0">
                <a:pos x="connsiteX5578" y="connsiteY5578"/>
              </a:cxn>
              <a:cxn ang="0">
                <a:pos x="connsiteX5579" y="connsiteY5579"/>
              </a:cxn>
              <a:cxn ang="0">
                <a:pos x="connsiteX5580" y="connsiteY5580"/>
              </a:cxn>
              <a:cxn ang="0">
                <a:pos x="connsiteX5581" y="connsiteY5581"/>
              </a:cxn>
              <a:cxn ang="0">
                <a:pos x="connsiteX5582" y="connsiteY5582"/>
              </a:cxn>
              <a:cxn ang="0">
                <a:pos x="connsiteX5583" y="connsiteY5583"/>
              </a:cxn>
              <a:cxn ang="0">
                <a:pos x="connsiteX5584" y="connsiteY5584"/>
              </a:cxn>
              <a:cxn ang="0">
                <a:pos x="connsiteX5585" y="connsiteY5585"/>
              </a:cxn>
              <a:cxn ang="0">
                <a:pos x="connsiteX5586" y="connsiteY5586"/>
              </a:cxn>
              <a:cxn ang="0">
                <a:pos x="connsiteX5587" y="connsiteY5587"/>
              </a:cxn>
              <a:cxn ang="0">
                <a:pos x="connsiteX5588" y="connsiteY5588"/>
              </a:cxn>
              <a:cxn ang="0">
                <a:pos x="connsiteX5589" y="connsiteY5589"/>
              </a:cxn>
              <a:cxn ang="0">
                <a:pos x="connsiteX5590" y="connsiteY5590"/>
              </a:cxn>
              <a:cxn ang="0">
                <a:pos x="connsiteX5591" y="connsiteY5591"/>
              </a:cxn>
              <a:cxn ang="0">
                <a:pos x="connsiteX5592" y="connsiteY5592"/>
              </a:cxn>
              <a:cxn ang="0">
                <a:pos x="connsiteX5593" y="connsiteY5593"/>
              </a:cxn>
              <a:cxn ang="0">
                <a:pos x="connsiteX5594" y="connsiteY5594"/>
              </a:cxn>
              <a:cxn ang="0">
                <a:pos x="connsiteX5595" y="connsiteY5595"/>
              </a:cxn>
              <a:cxn ang="0">
                <a:pos x="connsiteX5596" y="connsiteY5596"/>
              </a:cxn>
              <a:cxn ang="0">
                <a:pos x="connsiteX5597" y="connsiteY5597"/>
              </a:cxn>
              <a:cxn ang="0">
                <a:pos x="connsiteX5598" y="connsiteY5598"/>
              </a:cxn>
              <a:cxn ang="0">
                <a:pos x="connsiteX5599" y="connsiteY5599"/>
              </a:cxn>
              <a:cxn ang="0">
                <a:pos x="connsiteX5600" y="connsiteY5600"/>
              </a:cxn>
              <a:cxn ang="0">
                <a:pos x="connsiteX5601" y="connsiteY5601"/>
              </a:cxn>
              <a:cxn ang="0">
                <a:pos x="connsiteX5602" y="connsiteY5602"/>
              </a:cxn>
              <a:cxn ang="0">
                <a:pos x="connsiteX5603" y="connsiteY5603"/>
              </a:cxn>
              <a:cxn ang="0">
                <a:pos x="connsiteX5604" y="connsiteY5604"/>
              </a:cxn>
              <a:cxn ang="0">
                <a:pos x="connsiteX5605" y="connsiteY5605"/>
              </a:cxn>
              <a:cxn ang="0">
                <a:pos x="connsiteX5606" y="connsiteY5606"/>
              </a:cxn>
              <a:cxn ang="0">
                <a:pos x="connsiteX5607" y="connsiteY5607"/>
              </a:cxn>
              <a:cxn ang="0">
                <a:pos x="connsiteX5608" y="connsiteY5608"/>
              </a:cxn>
              <a:cxn ang="0">
                <a:pos x="connsiteX5609" y="connsiteY5609"/>
              </a:cxn>
              <a:cxn ang="0">
                <a:pos x="connsiteX5610" y="connsiteY5610"/>
              </a:cxn>
              <a:cxn ang="0">
                <a:pos x="connsiteX5611" y="connsiteY5611"/>
              </a:cxn>
              <a:cxn ang="0">
                <a:pos x="connsiteX5612" y="connsiteY5612"/>
              </a:cxn>
              <a:cxn ang="0">
                <a:pos x="connsiteX5613" y="connsiteY5613"/>
              </a:cxn>
              <a:cxn ang="0">
                <a:pos x="connsiteX5614" y="connsiteY5614"/>
              </a:cxn>
              <a:cxn ang="0">
                <a:pos x="connsiteX5615" y="connsiteY5615"/>
              </a:cxn>
              <a:cxn ang="0">
                <a:pos x="connsiteX5616" y="connsiteY5616"/>
              </a:cxn>
              <a:cxn ang="0">
                <a:pos x="connsiteX5617" y="connsiteY5617"/>
              </a:cxn>
              <a:cxn ang="0">
                <a:pos x="connsiteX5618" y="connsiteY5618"/>
              </a:cxn>
              <a:cxn ang="0">
                <a:pos x="connsiteX5619" y="connsiteY5619"/>
              </a:cxn>
              <a:cxn ang="0">
                <a:pos x="connsiteX5620" y="connsiteY5620"/>
              </a:cxn>
              <a:cxn ang="0">
                <a:pos x="connsiteX5621" y="connsiteY5621"/>
              </a:cxn>
              <a:cxn ang="0">
                <a:pos x="connsiteX5622" y="connsiteY5622"/>
              </a:cxn>
              <a:cxn ang="0">
                <a:pos x="connsiteX5623" y="connsiteY5623"/>
              </a:cxn>
              <a:cxn ang="0">
                <a:pos x="connsiteX5624" y="connsiteY5624"/>
              </a:cxn>
              <a:cxn ang="0">
                <a:pos x="connsiteX5625" y="connsiteY5625"/>
              </a:cxn>
              <a:cxn ang="0">
                <a:pos x="connsiteX5626" y="connsiteY5626"/>
              </a:cxn>
              <a:cxn ang="0">
                <a:pos x="connsiteX5627" y="connsiteY5627"/>
              </a:cxn>
              <a:cxn ang="0">
                <a:pos x="connsiteX5628" y="connsiteY5628"/>
              </a:cxn>
              <a:cxn ang="0">
                <a:pos x="connsiteX5629" y="connsiteY5629"/>
              </a:cxn>
              <a:cxn ang="0">
                <a:pos x="connsiteX5630" y="connsiteY5630"/>
              </a:cxn>
              <a:cxn ang="0">
                <a:pos x="connsiteX5631" y="connsiteY5631"/>
              </a:cxn>
              <a:cxn ang="0">
                <a:pos x="connsiteX5632" y="connsiteY5632"/>
              </a:cxn>
              <a:cxn ang="0">
                <a:pos x="connsiteX5633" y="connsiteY5633"/>
              </a:cxn>
              <a:cxn ang="0">
                <a:pos x="connsiteX5634" y="connsiteY5634"/>
              </a:cxn>
              <a:cxn ang="0">
                <a:pos x="connsiteX5635" y="connsiteY5635"/>
              </a:cxn>
              <a:cxn ang="0">
                <a:pos x="connsiteX5636" y="connsiteY5636"/>
              </a:cxn>
              <a:cxn ang="0">
                <a:pos x="connsiteX5637" y="connsiteY5637"/>
              </a:cxn>
              <a:cxn ang="0">
                <a:pos x="connsiteX5638" y="connsiteY5638"/>
              </a:cxn>
              <a:cxn ang="0">
                <a:pos x="connsiteX5639" y="connsiteY5639"/>
              </a:cxn>
              <a:cxn ang="0">
                <a:pos x="connsiteX5640" y="connsiteY5640"/>
              </a:cxn>
              <a:cxn ang="0">
                <a:pos x="connsiteX5641" y="connsiteY5641"/>
              </a:cxn>
              <a:cxn ang="0">
                <a:pos x="connsiteX5642" y="connsiteY5642"/>
              </a:cxn>
              <a:cxn ang="0">
                <a:pos x="connsiteX5643" y="connsiteY5643"/>
              </a:cxn>
              <a:cxn ang="0">
                <a:pos x="connsiteX5644" y="connsiteY5644"/>
              </a:cxn>
              <a:cxn ang="0">
                <a:pos x="connsiteX5645" y="connsiteY5645"/>
              </a:cxn>
              <a:cxn ang="0">
                <a:pos x="connsiteX5646" y="connsiteY5646"/>
              </a:cxn>
              <a:cxn ang="0">
                <a:pos x="connsiteX5647" y="connsiteY5647"/>
              </a:cxn>
              <a:cxn ang="0">
                <a:pos x="connsiteX5648" y="connsiteY5648"/>
              </a:cxn>
              <a:cxn ang="0">
                <a:pos x="connsiteX5649" y="connsiteY5649"/>
              </a:cxn>
              <a:cxn ang="0">
                <a:pos x="connsiteX5650" y="connsiteY5650"/>
              </a:cxn>
              <a:cxn ang="0">
                <a:pos x="connsiteX5651" y="connsiteY5651"/>
              </a:cxn>
              <a:cxn ang="0">
                <a:pos x="connsiteX5652" y="connsiteY5652"/>
              </a:cxn>
              <a:cxn ang="0">
                <a:pos x="connsiteX5653" y="connsiteY5653"/>
              </a:cxn>
              <a:cxn ang="0">
                <a:pos x="connsiteX5654" y="connsiteY5654"/>
              </a:cxn>
              <a:cxn ang="0">
                <a:pos x="connsiteX5655" y="connsiteY5655"/>
              </a:cxn>
              <a:cxn ang="0">
                <a:pos x="connsiteX5656" y="connsiteY5656"/>
              </a:cxn>
              <a:cxn ang="0">
                <a:pos x="connsiteX5657" y="connsiteY5657"/>
              </a:cxn>
              <a:cxn ang="0">
                <a:pos x="connsiteX5658" y="connsiteY5658"/>
              </a:cxn>
              <a:cxn ang="0">
                <a:pos x="connsiteX5659" y="connsiteY5659"/>
              </a:cxn>
              <a:cxn ang="0">
                <a:pos x="connsiteX5660" y="connsiteY5660"/>
              </a:cxn>
              <a:cxn ang="0">
                <a:pos x="connsiteX5661" y="connsiteY5661"/>
              </a:cxn>
              <a:cxn ang="0">
                <a:pos x="connsiteX5662" y="connsiteY5662"/>
              </a:cxn>
              <a:cxn ang="0">
                <a:pos x="connsiteX5663" y="connsiteY5663"/>
              </a:cxn>
              <a:cxn ang="0">
                <a:pos x="connsiteX5664" y="connsiteY5664"/>
              </a:cxn>
              <a:cxn ang="0">
                <a:pos x="connsiteX5665" y="connsiteY5665"/>
              </a:cxn>
              <a:cxn ang="0">
                <a:pos x="connsiteX5666" y="connsiteY5666"/>
              </a:cxn>
              <a:cxn ang="0">
                <a:pos x="connsiteX5667" y="connsiteY5667"/>
              </a:cxn>
              <a:cxn ang="0">
                <a:pos x="connsiteX5668" y="connsiteY5668"/>
              </a:cxn>
              <a:cxn ang="0">
                <a:pos x="connsiteX5669" y="connsiteY5669"/>
              </a:cxn>
              <a:cxn ang="0">
                <a:pos x="connsiteX5670" y="connsiteY5670"/>
              </a:cxn>
              <a:cxn ang="0">
                <a:pos x="connsiteX5671" y="connsiteY5671"/>
              </a:cxn>
              <a:cxn ang="0">
                <a:pos x="connsiteX5672" y="connsiteY5672"/>
              </a:cxn>
              <a:cxn ang="0">
                <a:pos x="connsiteX5673" y="connsiteY5673"/>
              </a:cxn>
              <a:cxn ang="0">
                <a:pos x="connsiteX5674" y="connsiteY5674"/>
              </a:cxn>
              <a:cxn ang="0">
                <a:pos x="connsiteX5675" y="connsiteY5675"/>
              </a:cxn>
              <a:cxn ang="0">
                <a:pos x="connsiteX5676" y="connsiteY5676"/>
              </a:cxn>
              <a:cxn ang="0">
                <a:pos x="connsiteX5677" y="connsiteY5677"/>
              </a:cxn>
              <a:cxn ang="0">
                <a:pos x="connsiteX5678" y="connsiteY5678"/>
              </a:cxn>
              <a:cxn ang="0">
                <a:pos x="connsiteX5679" y="connsiteY5679"/>
              </a:cxn>
              <a:cxn ang="0">
                <a:pos x="connsiteX5680" y="connsiteY5680"/>
              </a:cxn>
              <a:cxn ang="0">
                <a:pos x="connsiteX5681" y="connsiteY5681"/>
              </a:cxn>
              <a:cxn ang="0">
                <a:pos x="connsiteX5682" y="connsiteY5682"/>
              </a:cxn>
              <a:cxn ang="0">
                <a:pos x="connsiteX5683" y="connsiteY5683"/>
              </a:cxn>
              <a:cxn ang="0">
                <a:pos x="connsiteX5684" y="connsiteY5684"/>
              </a:cxn>
              <a:cxn ang="0">
                <a:pos x="connsiteX5685" y="connsiteY5685"/>
              </a:cxn>
              <a:cxn ang="0">
                <a:pos x="connsiteX5686" y="connsiteY5686"/>
              </a:cxn>
              <a:cxn ang="0">
                <a:pos x="connsiteX5687" y="connsiteY5687"/>
              </a:cxn>
              <a:cxn ang="0">
                <a:pos x="connsiteX5688" y="connsiteY5688"/>
              </a:cxn>
              <a:cxn ang="0">
                <a:pos x="connsiteX5689" y="connsiteY5689"/>
              </a:cxn>
              <a:cxn ang="0">
                <a:pos x="connsiteX5690" y="connsiteY5690"/>
              </a:cxn>
              <a:cxn ang="0">
                <a:pos x="connsiteX5691" y="connsiteY5691"/>
              </a:cxn>
              <a:cxn ang="0">
                <a:pos x="connsiteX5692" y="connsiteY5692"/>
              </a:cxn>
              <a:cxn ang="0">
                <a:pos x="connsiteX5693" y="connsiteY5693"/>
              </a:cxn>
              <a:cxn ang="0">
                <a:pos x="connsiteX5694" y="connsiteY5694"/>
              </a:cxn>
              <a:cxn ang="0">
                <a:pos x="connsiteX5695" y="connsiteY5695"/>
              </a:cxn>
              <a:cxn ang="0">
                <a:pos x="connsiteX5696" y="connsiteY5696"/>
              </a:cxn>
              <a:cxn ang="0">
                <a:pos x="connsiteX5697" y="connsiteY5697"/>
              </a:cxn>
              <a:cxn ang="0">
                <a:pos x="connsiteX5698" y="connsiteY5698"/>
              </a:cxn>
              <a:cxn ang="0">
                <a:pos x="connsiteX5699" y="connsiteY5699"/>
              </a:cxn>
              <a:cxn ang="0">
                <a:pos x="connsiteX5700" y="connsiteY5700"/>
              </a:cxn>
              <a:cxn ang="0">
                <a:pos x="connsiteX5701" y="connsiteY5701"/>
              </a:cxn>
              <a:cxn ang="0">
                <a:pos x="connsiteX5702" y="connsiteY5702"/>
              </a:cxn>
              <a:cxn ang="0">
                <a:pos x="connsiteX5703" y="connsiteY5703"/>
              </a:cxn>
              <a:cxn ang="0">
                <a:pos x="connsiteX5704" y="connsiteY5704"/>
              </a:cxn>
              <a:cxn ang="0">
                <a:pos x="connsiteX5705" y="connsiteY5705"/>
              </a:cxn>
              <a:cxn ang="0">
                <a:pos x="connsiteX5706" y="connsiteY5706"/>
              </a:cxn>
              <a:cxn ang="0">
                <a:pos x="connsiteX5707" y="connsiteY5707"/>
              </a:cxn>
              <a:cxn ang="0">
                <a:pos x="connsiteX5708" y="connsiteY5708"/>
              </a:cxn>
              <a:cxn ang="0">
                <a:pos x="connsiteX5709" y="connsiteY5709"/>
              </a:cxn>
              <a:cxn ang="0">
                <a:pos x="connsiteX5710" y="connsiteY5710"/>
              </a:cxn>
              <a:cxn ang="0">
                <a:pos x="connsiteX5711" y="connsiteY5711"/>
              </a:cxn>
              <a:cxn ang="0">
                <a:pos x="connsiteX5712" y="connsiteY5712"/>
              </a:cxn>
              <a:cxn ang="0">
                <a:pos x="connsiteX5713" y="connsiteY5713"/>
              </a:cxn>
              <a:cxn ang="0">
                <a:pos x="connsiteX5714" y="connsiteY5714"/>
              </a:cxn>
              <a:cxn ang="0">
                <a:pos x="connsiteX5715" y="connsiteY5715"/>
              </a:cxn>
              <a:cxn ang="0">
                <a:pos x="connsiteX5716" y="connsiteY5716"/>
              </a:cxn>
              <a:cxn ang="0">
                <a:pos x="connsiteX5717" y="connsiteY5717"/>
              </a:cxn>
              <a:cxn ang="0">
                <a:pos x="connsiteX5718" y="connsiteY5718"/>
              </a:cxn>
              <a:cxn ang="0">
                <a:pos x="connsiteX5719" y="connsiteY5719"/>
              </a:cxn>
              <a:cxn ang="0">
                <a:pos x="connsiteX5720" y="connsiteY5720"/>
              </a:cxn>
              <a:cxn ang="0">
                <a:pos x="connsiteX5721" y="connsiteY5721"/>
              </a:cxn>
              <a:cxn ang="0">
                <a:pos x="connsiteX5722" y="connsiteY5722"/>
              </a:cxn>
              <a:cxn ang="0">
                <a:pos x="connsiteX5723" y="connsiteY5723"/>
              </a:cxn>
              <a:cxn ang="0">
                <a:pos x="connsiteX5724" y="connsiteY5724"/>
              </a:cxn>
              <a:cxn ang="0">
                <a:pos x="connsiteX5725" y="connsiteY5725"/>
              </a:cxn>
              <a:cxn ang="0">
                <a:pos x="connsiteX5726" y="connsiteY5726"/>
              </a:cxn>
              <a:cxn ang="0">
                <a:pos x="connsiteX5727" y="connsiteY5727"/>
              </a:cxn>
              <a:cxn ang="0">
                <a:pos x="connsiteX5728" y="connsiteY5728"/>
              </a:cxn>
              <a:cxn ang="0">
                <a:pos x="connsiteX5729" y="connsiteY5729"/>
              </a:cxn>
              <a:cxn ang="0">
                <a:pos x="connsiteX5730" y="connsiteY5730"/>
              </a:cxn>
              <a:cxn ang="0">
                <a:pos x="connsiteX5731" y="connsiteY5731"/>
              </a:cxn>
              <a:cxn ang="0">
                <a:pos x="connsiteX5732" y="connsiteY5732"/>
              </a:cxn>
              <a:cxn ang="0">
                <a:pos x="connsiteX5733" y="connsiteY5733"/>
              </a:cxn>
              <a:cxn ang="0">
                <a:pos x="connsiteX5734" y="connsiteY5734"/>
              </a:cxn>
              <a:cxn ang="0">
                <a:pos x="connsiteX5735" y="connsiteY5735"/>
              </a:cxn>
              <a:cxn ang="0">
                <a:pos x="connsiteX5736" y="connsiteY5736"/>
              </a:cxn>
              <a:cxn ang="0">
                <a:pos x="connsiteX5737" y="connsiteY5737"/>
              </a:cxn>
              <a:cxn ang="0">
                <a:pos x="connsiteX5738" y="connsiteY5738"/>
              </a:cxn>
              <a:cxn ang="0">
                <a:pos x="connsiteX5739" y="connsiteY5739"/>
              </a:cxn>
              <a:cxn ang="0">
                <a:pos x="connsiteX5740" y="connsiteY5740"/>
              </a:cxn>
              <a:cxn ang="0">
                <a:pos x="connsiteX5741" y="connsiteY5741"/>
              </a:cxn>
              <a:cxn ang="0">
                <a:pos x="connsiteX5742" y="connsiteY5742"/>
              </a:cxn>
              <a:cxn ang="0">
                <a:pos x="connsiteX5743" y="connsiteY5743"/>
              </a:cxn>
              <a:cxn ang="0">
                <a:pos x="connsiteX5744" y="connsiteY5744"/>
              </a:cxn>
              <a:cxn ang="0">
                <a:pos x="connsiteX5745" y="connsiteY5745"/>
              </a:cxn>
              <a:cxn ang="0">
                <a:pos x="connsiteX5746" y="connsiteY5746"/>
              </a:cxn>
              <a:cxn ang="0">
                <a:pos x="connsiteX5747" y="connsiteY5747"/>
              </a:cxn>
              <a:cxn ang="0">
                <a:pos x="connsiteX5748" y="connsiteY5748"/>
              </a:cxn>
              <a:cxn ang="0">
                <a:pos x="connsiteX5749" y="connsiteY5749"/>
              </a:cxn>
              <a:cxn ang="0">
                <a:pos x="connsiteX5750" y="connsiteY5750"/>
              </a:cxn>
              <a:cxn ang="0">
                <a:pos x="connsiteX5751" y="connsiteY5751"/>
              </a:cxn>
              <a:cxn ang="0">
                <a:pos x="connsiteX5752" y="connsiteY5752"/>
              </a:cxn>
              <a:cxn ang="0">
                <a:pos x="connsiteX5753" y="connsiteY5753"/>
              </a:cxn>
              <a:cxn ang="0">
                <a:pos x="connsiteX5754" y="connsiteY5754"/>
              </a:cxn>
              <a:cxn ang="0">
                <a:pos x="connsiteX5755" y="connsiteY5755"/>
              </a:cxn>
              <a:cxn ang="0">
                <a:pos x="connsiteX5756" y="connsiteY5756"/>
              </a:cxn>
              <a:cxn ang="0">
                <a:pos x="connsiteX5757" y="connsiteY5757"/>
              </a:cxn>
              <a:cxn ang="0">
                <a:pos x="connsiteX5758" y="connsiteY5758"/>
              </a:cxn>
              <a:cxn ang="0">
                <a:pos x="connsiteX5759" y="connsiteY5759"/>
              </a:cxn>
              <a:cxn ang="0">
                <a:pos x="connsiteX5760" y="connsiteY5760"/>
              </a:cxn>
              <a:cxn ang="0">
                <a:pos x="connsiteX5761" y="connsiteY5761"/>
              </a:cxn>
              <a:cxn ang="0">
                <a:pos x="connsiteX5762" y="connsiteY5762"/>
              </a:cxn>
              <a:cxn ang="0">
                <a:pos x="connsiteX5763" y="connsiteY5763"/>
              </a:cxn>
              <a:cxn ang="0">
                <a:pos x="connsiteX5764" y="connsiteY5764"/>
              </a:cxn>
              <a:cxn ang="0">
                <a:pos x="connsiteX5765" y="connsiteY5765"/>
              </a:cxn>
              <a:cxn ang="0">
                <a:pos x="connsiteX5766" y="connsiteY5766"/>
              </a:cxn>
              <a:cxn ang="0">
                <a:pos x="connsiteX5767" y="connsiteY5767"/>
              </a:cxn>
              <a:cxn ang="0">
                <a:pos x="connsiteX5768" y="connsiteY5768"/>
              </a:cxn>
              <a:cxn ang="0">
                <a:pos x="connsiteX5769" y="connsiteY5769"/>
              </a:cxn>
              <a:cxn ang="0">
                <a:pos x="connsiteX5770" y="connsiteY5770"/>
              </a:cxn>
              <a:cxn ang="0">
                <a:pos x="connsiteX5771" y="connsiteY5771"/>
              </a:cxn>
              <a:cxn ang="0">
                <a:pos x="connsiteX5772" y="connsiteY5772"/>
              </a:cxn>
              <a:cxn ang="0">
                <a:pos x="connsiteX5773" y="connsiteY5773"/>
              </a:cxn>
              <a:cxn ang="0">
                <a:pos x="connsiteX5774" y="connsiteY5774"/>
              </a:cxn>
              <a:cxn ang="0">
                <a:pos x="connsiteX5775" y="connsiteY5775"/>
              </a:cxn>
              <a:cxn ang="0">
                <a:pos x="connsiteX5776" y="connsiteY5776"/>
              </a:cxn>
              <a:cxn ang="0">
                <a:pos x="connsiteX5777" y="connsiteY5777"/>
              </a:cxn>
              <a:cxn ang="0">
                <a:pos x="connsiteX5778" y="connsiteY5778"/>
              </a:cxn>
              <a:cxn ang="0">
                <a:pos x="connsiteX5779" y="connsiteY5779"/>
              </a:cxn>
              <a:cxn ang="0">
                <a:pos x="connsiteX5780" y="connsiteY5780"/>
              </a:cxn>
              <a:cxn ang="0">
                <a:pos x="connsiteX5781" y="connsiteY5781"/>
              </a:cxn>
              <a:cxn ang="0">
                <a:pos x="connsiteX5782" y="connsiteY5782"/>
              </a:cxn>
              <a:cxn ang="0">
                <a:pos x="connsiteX5783" y="connsiteY5783"/>
              </a:cxn>
              <a:cxn ang="0">
                <a:pos x="connsiteX5784" y="connsiteY5784"/>
              </a:cxn>
              <a:cxn ang="0">
                <a:pos x="connsiteX5785" y="connsiteY5785"/>
              </a:cxn>
              <a:cxn ang="0">
                <a:pos x="connsiteX5786" y="connsiteY5786"/>
              </a:cxn>
              <a:cxn ang="0">
                <a:pos x="connsiteX5787" y="connsiteY5787"/>
              </a:cxn>
              <a:cxn ang="0">
                <a:pos x="connsiteX5788" y="connsiteY5788"/>
              </a:cxn>
              <a:cxn ang="0">
                <a:pos x="connsiteX5789" y="connsiteY5789"/>
              </a:cxn>
              <a:cxn ang="0">
                <a:pos x="connsiteX5790" y="connsiteY5790"/>
              </a:cxn>
              <a:cxn ang="0">
                <a:pos x="connsiteX5791" y="connsiteY5791"/>
              </a:cxn>
              <a:cxn ang="0">
                <a:pos x="connsiteX5792" y="connsiteY5792"/>
              </a:cxn>
              <a:cxn ang="0">
                <a:pos x="connsiteX5793" y="connsiteY5793"/>
              </a:cxn>
              <a:cxn ang="0">
                <a:pos x="connsiteX5794" y="connsiteY5794"/>
              </a:cxn>
              <a:cxn ang="0">
                <a:pos x="connsiteX5795" y="connsiteY5795"/>
              </a:cxn>
              <a:cxn ang="0">
                <a:pos x="connsiteX5796" y="connsiteY5796"/>
              </a:cxn>
              <a:cxn ang="0">
                <a:pos x="connsiteX5797" y="connsiteY5797"/>
              </a:cxn>
              <a:cxn ang="0">
                <a:pos x="connsiteX5798" y="connsiteY5798"/>
              </a:cxn>
              <a:cxn ang="0">
                <a:pos x="connsiteX5799" y="connsiteY5799"/>
              </a:cxn>
              <a:cxn ang="0">
                <a:pos x="connsiteX5800" y="connsiteY5800"/>
              </a:cxn>
              <a:cxn ang="0">
                <a:pos x="connsiteX5801" y="connsiteY5801"/>
              </a:cxn>
              <a:cxn ang="0">
                <a:pos x="connsiteX5802" y="connsiteY5802"/>
              </a:cxn>
              <a:cxn ang="0">
                <a:pos x="connsiteX5803" y="connsiteY5803"/>
              </a:cxn>
              <a:cxn ang="0">
                <a:pos x="connsiteX5804" y="connsiteY5804"/>
              </a:cxn>
              <a:cxn ang="0">
                <a:pos x="connsiteX5805" y="connsiteY5805"/>
              </a:cxn>
              <a:cxn ang="0">
                <a:pos x="connsiteX5806" y="connsiteY5806"/>
              </a:cxn>
              <a:cxn ang="0">
                <a:pos x="connsiteX5807" y="connsiteY5807"/>
              </a:cxn>
              <a:cxn ang="0">
                <a:pos x="connsiteX5808" y="connsiteY5808"/>
              </a:cxn>
              <a:cxn ang="0">
                <a:pos x="connsiteX5809" y="connsiteY5809"/>
              </a:cxn>
              <a:cxn ang="0">
                <a:pos x="connsiteX5810" y="connsiteY5810"/>
              </a:cxn>
              <a:cxn ang="0">
                <a:pos x="connsiteX5811" y="connsiteY5811"/>
              </a:cxn>
              <a:cxn ang="0">
                <a:pos x="connsiteX5812" y="connsiteY5812"/>
              </a:cxn>
              <a:cxn ang="0">
                <a:pos x="connsiteX5813" y="connsiteY5813"/>
              </a:cxn>
              <a:cxn ang="0">
                <a:pos x="connsiteX5814" y="connsiteY5814"/>
              </a:cxn>
              <a:cxn ang="0">
                <a:pos x="connsiteX5815" y="connsiteY5815"/>
              </a:cxn>
              <a:cxn ang="0">
                <a:pos x="connsiteX5816" y="connsiteY5816"/>
              </a:cxn>
              <a:cxn ang="0">
                <a:pos x="connsiteX5817" y="connsiteY5817"/>
              </a:cxn>
              <a:cxn ang="0">
                <a:pos x="connsiteX5818" y="connsiteY5818"/>
              </a:cxn>
              <a:cxn ang="0">
                <a:pos x="connsiteX5819" y="connsiteY5819"/>
              </a:cxn>
              <a:cxn ang="0">
                <a:pos x="connsiteX5820" y="connsiteY5820"/>
              </a:cxn>
              <a:cxn ang="0">
                <a:pos x="connsiteX5821" y="connsiteY5821"/>
              </a:cxn>
              <a:cxn ang="0">
                <a:pos x="connsiteX5822" y="connsiteY5822"/>
              </a:cxn>
              <a:cxn ang="0">
                <a:pos x="connsiteX5823" y="connsiteY5823"/>
              </a:cxn>
              <a:cxn ang="0">
                <a:pos x="connsiteX5824" y="connsiteY5824"/>
              </a:cxn>
              <a:cxn ang="0">
                <a:pos x="connsiteX5825" y="connsiteY5825"/>
              </a:cxn>
              <a:cxn ang="0">
                <a:pos x="connsiteX5826" y="connsiteY5826"/>
              </a:cxn>
              <a:cxn ang="0">
                <a:pos x="connsiteX5827" y="connsiteY5827"/>
              </a:cxn>
              <a:cxn ang="0">
                <a:pos x="connsiteX5828" y="connsiteY5828"/>
              </a:cxn>
              <a:cxn ang="0">
                <a:pos x="connsiteX5829" y="connsiteY5829"/>
              </a:cxn>
              <a:cxn ang="0">
                <a:pos x="connsiteX5830" y="connsiteY5830"/>
              </a:cxn>
              <a:cxn ang="0">
                <a:pos x="connsiteX5831" y="connsiteY5831"/>
              </a:cxn>
              <a:cxn ang="0">
                <a:pos x="connsiteX5832" y="connsiteY5832"/>
              </a:cxn>
              <a:cxn ang="0">
                <a:pos x="connsiteX5833" y="connsiteY5833"/>
              </a:cxn>
              <a:cxn ang="0">
                <a:pos x="connsiteX5834" y="connsiteY5834"/>
              </a:cxn>
              <a:cxn ang="0">
                <a:pos x="connsiteX5835" y="connsiteY5835"/>
              </a:cxn>
              <a:cxn ang="0">
                <a:pos x="connsiteX5836" y="connsiteY5836"/>
              </a:cxn>
              <a:cxn ang="0">
                <a:pos x="connsiteX5837" y="connsiteY5837"/>
              </a:cxn>
              <a:cxn ang="0">
                <a:pos x="connsiteX5838" y="connsiteY5838"/>
              </a:cxn>
              <a:cxn ang="0">
                <a:pos x="connsiteX5839" y="connsiteY5839"/>
              </a:cxn>
              <a:cxn ang="0">
                <a:pos x="connsiteX5840" y="connsiteY5840"/>
              </a:cxn>
              <a:cxn ang="0">
                <a:pos x="connsiteX5841" y="connsiteY5841"/>
              </a:cxn>
              <a:cxn ang="0">
                <a:pos x="connsiteX5842" y="connsiteY5842"/>
              </a:cxn>
              <a:cxn ang="0">
                <a:pos x="connsiteX5843" y="connsiteY5843"/>
              </a:cxn>
              <a:cxn ang="0">
                <a:pos x="connsiteX5844" y="connsiteY5844"/>
              </a:cxn>
              <a:cxn ang="0">
                <a:pos x="connsiteX5845" y="connsiteY5845"/>
              </a:cxn>
              <a:cxn ang="0">
                <a:pos x="connsiteX5846" y="connsiteY5846"/>
              </a:cxn>
              <a:cxn ang="0">
                <a:pos x="connsiteX5847" y="connsiteY5847"/>
              </a:cxn>
              <a:cxn ang="0">
                <a:pos x="connsiteX5848" y="connsiteY5848"/>
              </a:cxn>
              <a:cxn ang="0">
                <a:pos x="connsiteX5849" y="connsiteY5849"/>
              </a:cxn>
              <a:cxn ang="0">
                <a:pos x="connsiteX5850" y="connsiteY5850"/>
              </a:cxn>
              <a:cxn ang="0">
                <a:pos x="connsiteX5851" y="connsiteY5851"/>
              </a:cxn>
              <a:cxn ang="0">
                <a:pos x="connsiteX5852" y="connsiteY5852"/>
              </a:cxn>
              <a:cxn ang="0">
                <a:pos x="connsiteX5853" y="connsiteY5853"/>
              </a:cxn>
              <a:cxn ang="0">
                <a:pos x="connsiteX5854" y="connsiteY5854"/>
              </a:cxn>
              <a:cxn ang="0">
                <a:pos x="connsiteX5855" y="connsiteY5855"/>
              </a:cxn>
              <a:cxn ang="0">
                <a:pos x="connsiteX5856" y="connsiteY5856"/>
              </a:cxn>
              <a:cxn ang="0">
                <a:pos x="connsiteX5857" y="connsiteY5857"/>
              </a:cxn>
              <a:cxn ang="0">
                <a:pos x="connsiteX5858" y="connsiteY5858"/>
              </a:cxn>
              <a:cxn ang="0">
                <a:pos x="connsiteX5859" y="connsiteY5859"/>
              </a:cxn>
              <a:cxn ang="0">
                <a:pos x="connsiteX5860" y="connsiteY5860"/>
              </a:cxn>
              <a:cxn ang="0">
                <a:pos x="connsiteX5861" y="connsiteY5861"/>
              </a:cxn>
              <a:cxn ang="0">
                <a:pos x="connsiteX5862" y="connsiteY5862"/>
              </a:cxn>
              <a:cxn ang="0">
                <a:pos x="connsiteX5863" y="connsiteY5863"/>
              </a:cxn>
              <a:cxn ang="0">
                <a:pos x="connsiteX5864" y="connsiteY5864"/>
              </a:cxn>
              <a:cxn ang="0">
                <a:pos x="connsiteX5865" y="connsiteY5865"/>
              </a:cxn>
              <a:cxn ang="0">
                <a:pos x="connsiteX5866" y="connsiteY5866"/>
              </a:cxn>
              <a:cxn ang="0">
                <a:pos x="connsiteX5867" y="connsiteY5867"/>
              </a:cxn>
              <a:cxn ang="0">
                <a:pos x="connsiteX5868" y="connsiteY5868"/>
              </a:cxn>
              <a:cxn ang="0">
                <a:pos x="connsiteX5869" y="connsiteY5869"/>
              </a:cxn>
              <a:cxn ang="0">
                <a:pos x="connsiteX5870" y="connsiteY5870"/>
              </a:cxn>
              <a:cxn ang="0">
                <a:pos x="connsiteX5871" y="connsiteY5871"/>
              </a:cxn>
              <a:cxn ang="0">
                <a:pos x="connsiteX5872" y="connsiteY5872"/>
              </a:cxn>
              <a:cxn ang="0">
                <a:pos x="connsiteX5873" y="connsiteY5873"/>
              </a:cxn>
              <a:cxn ang="0">
                <a:pos x="connsiteX5874" y="connsiteY5874"/>
              </a:cxn>
              <a:cxn ang="0">
                <a:pos x="connsiteX5875" y="connsiteY5875"/>
              </a:cxn>
              <a:cxn ang="0">
                <a:pos x="connsiteX5876" y="connsiteY5876"/>
              </a:cxn>
              <a:cxn ang="0">
                <a:pos x="connsiteX5877" y="connsiteY5877"/>
              </a:cxn>
              <a:cxn ang="0">
                <a:pos x="connsiteX5878" y="connsiteY5878"/>
              </a:cxn>
              <a:cxn ang="0">
                <a:pos x="connsiteX5879" y="connsiteY5879"/>
              </a:cxn>
              <a:cxn ang="0">
                <a:pos x="connsiteX5880" y="connsiteY5880"/>
              </a:cxn>
              <a:cxn ang="0">
                <a:pos x="connsiteX5881" y="connsiteY5881"/>
              </a:cxn>
              <a:cxn ang="0">
                <a:pos x="connsiteX5882" y="connsiteY5882"/>
              </a:cxn>
              <a:cxn ang="0">
                <a:pos x="connsiteX5883" y="connsiteY5883"/>
              </a:cxn>
              <a:cxn ang="0">
                <a:pos x="connsiteX5884" y="connsiteY5884"/>
              </a:cxn>
              <a:cxn ang="0">
                <a:pos x="connsiteX5885" y="connsiteY5885"/>
              </a:cxn>
              <a:cxn ang="0">
                <a:pos x="connsiteX5886" y="connsiteY5886"/>
              </a:cxn>
              <a:cxn ang="0">
                <a:pos x="connsiteX5887" y="connsiteY5887"/>
              </a:cxn>
              <a:cxn ang="0">
                <a:pos x="connsiteX5888" y="connsiteY5888"/>
              </a:cxn>
              <a:cxn ang="0">
                <a:pos x="connsiteX5889" y="connsiteY5889"/>
              </a:cxn>
              <a:cxn ang="0">
                <a:pos x="connsiteX5890" y="connsiteY5890"/>
              </a:cxn>
              <a:cxn ang="0">
                <a:pos x="connsiteX5891" y="connsiteY5891"/>
              </a:cxn>
              <a:cxn ang="0">
                <a:pos x="connsiteX5892" y="connsiteY5892"/>
              </a:cxn>
              <a:cxn ang="0">
                <a:pos x="connsiteX5893" y="connsiteY5893"/>
              </a:cxn>
              <a:cxn ang="0">
                <a:pos x="connsiteX5894" y="connsiteY5894"/>
              </a:cxn>
              <a:cxn ang="0">
                <a:pos x="connsiteX5895" y="connsiteY5895"/>
              </a:cxn>
              <a:cxn ang="0">
                <a:pos x="connsiteX5896" y="connsiteY5896"/>
              </a:cxn>
              <a:cxn ang="0">
                <a:pos x="connsiteX5897" y="connsiteY5897"/>
              </a:cxn>
              <a:cxn ang="0">
                <a:pos x="connsiteX5898" y="connsiteY5898"/>
              </a:cxn>
              <a:cxn ang="0">
                <a:pos x="connsiteX5899" y="connsiteY5899"/>
              </a:cxn>
              <a:cxn ang="0">
                <a:pos x="connsiteX5900" y="connsiteY5900"/>
              </a:cxn>
              <a:cxn ang="0">
                <a:pos x="connsiteX5901" y="connsiteY5901"/>
              </a:cxn>
              <a:cxn ang="0">
                <a:pos x="connsiteX5902" y="connsiteY5902"/>
              </a:cxn>
              <a:cxn ang="0">
                <a:pos x="connsiteX5903" y="connsiteY5903"/>
              </a:cxn>
              <a:cxn ang="0">
                <a:pos x="connsiteX5904" y="connsiteY5904"/>
              </a:cxn>
              <a:cxn ang="0">
                <a:pos x="connsiteX5905" y="connsiteY5905"/>
              </a:cxn>
              <a:cxn ang="0">
                <a:pos x="connsiteX5906" y="connsiteY5906"/>
              </a:cxn>
              <a:cxn ang="0">
                <a:pos x="connsiteX5907" y="connsiteY5907"/>
              </a:cxn>
              <a:cxn ang="0">
                <a:pos x="connsiteX5908" y="connsiteY5908"/>
              </a:cxn>
              <a:cxn ang="0">
                <a:pos x="connsiteX5909" y="connsiteY5909"/>
              </a:cxn>
              <a:cxn ang="0">
                <a:pos x="connsiteX5910" y="connsiteY5910"/>
              </a:cxn>
              <a:cxn ang="0">
                <a:pos x="connsiteX5911" y="connsiteY5911"/>
              </a:cxn>
              <a:cxn ang="0">
                <a:pos x="connsiteX5912" y="connsiteY5912"/>
              </a:cxn>
              <a:cxn ang="0">
                <a:pos x="connsiteX5913" y="connsiteY5913"/>
              </a:cxn>
              <a:cxn ang="0">
                <a:pos x="connsiteX5914" y="connsiteY5914"/>
              </a:cxn>
              <a:cxn ang="0">
                <a:pos x="connsiteX5915" y="connsiteY5915"/>
              </a:cxn>
              <a:cxn ang="0">
                <a:pos x="connsiteX5916" y="connsiteY5916"/>
              </a:cxn>
              <a:cxn ang="0">
                <a:pos x="connsiteX5917" y="connsiteY5917"/>
              </a:cxn>
              <a:cxn ang="0">
                <a:pos x="connsiteX5918" y="connsiteY5918"/>
              </a:cxn>
              <a:cxn ang="0">
                <a:pos x="connsiteX5919" y="connsiteY5919"/>
              </a:cxn>
              <a:cxn ang="0">
                <a:pos x="connsiteX5920" y="connsiteY5920"/>
              </a:cxn>
              <a:cxn ang="0">
                <a:pos x="connsiteX5921" y="connsiteY5921"/>
              </a:cxn>
              <a:cxn ang="0">
                <a:pos x="connsiteX5922" y="connsiteY5922"/>
              </a:cxn>
              <a:cxn ang="0">
                <a:pos x="connsiteX5923" y="connsiteY5923"/>
              </a:cxn>
              <a:cxn ang="0">
                <a:pos x="connsiteX5924" y="connsiteY5924"/>
              </a:cxn>
              <a:cxn ang="0">
                <a:pos x="connsiteX5925" y="connsiteY5925"/>
              </a:cxn>
              <a:cxn ang="0">
                <a:pos x="connsiteX5926" y="connsiteY5926"/>
              </a:cxn>
              <a:cxn ang="0">
                <a:pos x="connsiteX5927" y="connsiteY5927"/>
              </a:cxn>
              <a:cxn ang="0">
                <a:pos x="connsiteX5928" y="connsiteY5928"/>
              </a:cxn>
              <a:cxn ang="0">
                <a:pos x="connsiteX5929" y="connsiteY5929"/>
              </a:cxn>
              <a:cxn ang="0">
                <a:pos x="connsiteX5930" y="connsiteY5930"/>
              </a:cxn>
              <a:cxn ang="0">
                <a:pos x="connsiteX5931" y="connsiteY5931"/>
              </a:cxn>
              <a:cxn ang="0">
                <a:pos x="connsiteX5932" y="connsiteY5932"/>
              </a:cxn>
              <a:cxn ang="0">
                <a:pos x="connsiteX5933" y="connsiteY5933"/>
              </a:cxn>
              <a:cxn ang="0">
                <a:pos x="connsiteX5934" y="connsiteY5934"/>
              </a:cxn>
              <a:cxn ang="0">
                <a:pos x="connsiteX5935" y="connsiteY5935"/>
              </a:cxn>
              <a:cxn ang="0">
                <a:pos x="connsiteX5936" y="connsiteY5936"/>
              </a:cxn>
              <a:cxn ang="0">
                <a:pos x="connsiteX5937" y="connsiteY5937"/>
              </a:cxn>
              <a:cxn ang="0">
                <a:pos x="connsiteX5938" y="connsiteY5938"/>
              </a:cxn>
              <a:cxn ang="0">
                <a:pos x="connsiteX5939" y="connsiteY5939"/>
              </a:cxn>
              <a:cxn ang="0">
                <a:pos x="connsiteX5940" y="connsiteY5940"/>
              </a:cxn>
              <a:cxn ang="0">
                <a:pos x="connsiteX5941" y="connsiteY5941"/>
              </a:cxn>
              <a:cxn ang="0">
                <a:pos x="connsiteX5942" y="connsiteY5942"/>
              </a:cxn>
              <a:cxn ang="0">
                <a:pos x="connsiteX5943" y="connsiteY5943"/>
              </a:cxn>
              <a:cxn ang="0">
                <a:pos x="connsiteX5944" y="connsiteY5944"/>
              </a:cxn>
              <a:cxn ang="0">
                <a:pos x="connsiteX5945" y="connsiteY5945"/>
              </a:cxn>
              <a:cxn ang="0">
                <a:pos x="connsiteX5946" y="connsiteY5946"/>
              </a:cxn>
              <a:cxn ang="0">
                <a:pos x="connsiteX5947" y="connsiteY5947"/>
              </a:cxn>
              <a:cxn ang="0">
                <a:pos x="connsiteX5948" y="connsiteY5948"/>
              </a:cxn>
              <a:cxn ang="0">
                <a:pos x="connsiteX5949" y="connsiteY5949"/>
              </a:cxn>
              <a:cxn ang="0">
                <a:pos x="connsiteX5950" y="connsiteY5950"/>
              </a:cxn>
              <a:cxn ang="0">
                <a:pos x="connsiteX5951" y="connsiteY5951"/>
              </a:cxn>
              <a:cxn ang="0">
                <a:pos x="connsiteX5952" y="connsiteY5952"/>
              </a:cxn>
              <a:cxn ang="0">
                <a:pos x="connsiteX5953" y="connsiteY5953"/>
              </a:cxn>
              <a:cxn ang="0">
                <a:pos x="connsiteX5954" y="connsiteY5954"/>
              </a:cxn>
              <a:cxn ang="0">
                <a:pos x="connsiteX5955" y="connsiteY5955"/>
              </a:cxn>
              <a:cxn ang="0">
                <a:pos x="connsiteX5956" y="connsiteY5956"/>
              </a:cxn>
              <a:cxn ang="0">
                <a:pos x="connsiteX5957" y="connsiteY5957"/>
              </a:cxn>
              <a:cxn ang="0">
                <a:pos x="connsiteX5958" y="connsiteY5958"/>
              </a:cxn>
              <a:cxn ang="0">
                <a:pos x="connsiteX5959" y="connsiteY5959"/>
              </a:cxn>
              <a:cxn ang="0">
                <a:pos x="connsiteX5960" y="connsiteY5960"/>
              </a:cxn>
              <a:cxn ang="0">
                <a:pos x="connsiteX5961" y="connsiteY5961"/>
              </a:cxn>
              <a:cxn ang="0">
                <a:pos x="connsiteX5962" y="connsiteY5962"/>
              </a:cxn>
              <a:cxn ang="0">
                <a:pos x="connsiteX5963" y="connsiteY5963"/>
              </a:cxn>
              <a:cxn ang="0">
                <a:pos x="connsiteX5964" y="connsiteY5964"/>
              </a:cxn>
              <a:cxn ang="0">
                <a:pos x="connsiteX5965" y="connsiteY5965"/>
              </a:cxn>
              <a:cxn ang="0">
                <a:pos x="connsiteX5966" y="connsiteY5966"/>
              </a:cxn>
              <a:cxn ang="0">
                <a:pos x="connsiteX5967" y="connsiteY5967"/>
              </a:cxn>
              <a:cxn ang="0">
                <a:pos x="connsiteX5968" y="connsiteY5968"/>
              </a:cxn>
              <a:cxn ang="0">
                <a:pos x="connsiteX5969" y="connsiteY5969"/>
              </a:cxn>
              <a:cxn ang="0">
                <a:pos x="connsiteX5970" y="connsiteY5970"/>
              </a:cxn>
              <a:cxn ang="0">
                <a:pos x="connsiteX5971" y="connsiteY5971"/>
              </a:cxn>
              <a:cxn ang="0">
                <a:pos x="connsiteX5972" y="connsiteY5972"/>
              </a:cxn>
              <a:cxn ang="0">
                <a:pos x="connsiteX5973" y="connsiteY5973"/>
              </a:cxn>
              <a:cxn ang="0">
                <a:pos x="connsiteX5974" y="connsiteY5974"/>
              </a:cxn>
              <a:cxn ang="0">
                <a:pos x="connsiteX5975" y="connsiteY5975"/>
              </a:cxn>
              <a:cxn ang="0">
                <a:pos x="connsiteX5976" y="connsiteY5976"/>
              </a:cxn>
              <a:cxn ang="0">
                <a:pos x="connsiteX5977" y="connsiteY5977"/>
              </a:cxn>
              <a:cxn ang="0">
                <a:pos x="connsiteX5978" y="connsiteY5978"/>
              </a:cxn>
              <a:cxn ang="0">
                <a:pos x="connsiteX5979" y="connsiteY5979"/>
              </a:cxn>
              <a:cxn ang="0">
                <a:pos x="connsiteX5980" y="connsiteY5980"/>
              </a:cxn>
              <a:cxn ang="0">
                <a:pos x="connsiteX5981" y="connsiteY5981"/>
              </a:cxn>
              <a:cxn ang="0">
                <a:pos x="connsiteX5982" y="connsiteY5982"/>
              </a:cxn>
              <a:cxn ang="0">
                <a:pos x="connsiteX5983" y="connsiteY5983"/>
              </a:cxn>
              <a:cxn ang="0">
                <a:pos x="connsiteX5984" y="connsiteY5984"/>
              </a:cxn>
              <a:cxn ang="0">
                <a:pos x="connsiteX5985" y="connsiteY5985"/>
              </a:cxn>
              <a:cxn ang="0">
                <a:pos x="connsiteX5986" y="connsiteY5986"/>
              </a:cxn>
              <a:cxn ang="0">
                <a:pos x="connsiteX5987" y="connsiteY5987"/>
              </a:cxn>
              <a:cxn ang="0">
                <a:pos x="connsiteX5988" y="connsiteY5988"/>
              </a:cxn>
              <a:cxn ang="0">
                <a:pos x="connsiteX5989" y="connsiteY5989"/>
              </a:cxn>
              <a:cxn ang="0">
                <a:pos x="connsiteX5990" y="connsiteY5990"/>
              </a:cxn>
              <a:cxn ang="0">
                <a:pos x="connsiteX5991" y="connsiteY5991"/>
              </a:cxn>
              <a:cxn ang="0">
                <a:pos x="connsiteX5992" y="connsiteY5992"/>
              </a:cxn>
              <a:cxn ang="0">
                <a:pos x="connsiteX5993" y="connsiteY5993"/>
              </a:cxn>
              <a:cxn ang="0">
                <a:pos x="connsiteX5994" y="connsiteY5994"/>
              </a:cxn>
              <a:cxn ang="0">
                <a:pos x="connsiteX5995" y="connsiteY5995"/>
              </a:cxn>
              <a:cxn ang="0">
                <a:pos x="connsiteX5996" y="connsiteY5996"/>
              </a:cxn>
              <a:cxn ang="0">
                <a:pos x="connsiteX5997" y="connsiteY5997"/>
              </a:cxn>
              <a:cxn ang="0">
                <a:pos x="connsiteX5998" y="connsiteY5998"/>
              </a:cxn>
              <a:cxn ang="0">
                <a:pos x="connsiteX5999" y="connsiteY5999"/>
              </a:cxn>
              <a:cxn ang="0">
                <a:pos x="connsiteX6000" y="connsiteY6000"/>
              </a:cxn>
              <a:cxn ang="0">
                <a:pos x="connsiteX6001" y="connsiteY6001"/>
              </a:cxn>
              <a:cxn ang="0">
                <a:pos x="connsiteX6002" y="connsiteY6002"/>
              </a:cxn>
              <a:cxn ang="0">
                <a:pos x="connsiteX6003" y="connsiteY6003"/>
              </a:cxn>
              <a:cxn ang="0">
                <a:pos x="connsiteX6004" y="connsiteY6004"/>
              </a:cxn>
              <a:cxn ang="0">
                <a:pos x="connsiteX6005" y="connsiteY6005"/>
              </a:cxn>
              <a:cxn ang="0">
                <a:pos x="connsiteX6006" y="connsiteY6006"/>
              </a:cxn>
              <a:cxn ang="0">
                <a:pos x="connsiteX6007" y="connsiteY6007"/>
              </a:cxn>
              <a:cxn ang="0">
                <a:pos x="connsiteX6008" y="connsiteY6008"/>
              </a:cxn>
              <a:cxn ang="0">
                <a:pos x="connsiteX6009" y="connsiteY6009"/>
              </a:cxn>
              <a:cxn ang="0">
                <a:pos x="connsiteX6010" y="connsiteY6010"/>
              </a:cxn>
              <a:cxn ang="0">
                <a:pos x="connsiteX6011" y="connsiteY6011"/>
              </a:cxn>
              <a:cxn ang="0">
                <a:pos x="connsiteX6012" y="connsiteY6012"/>
              </a:cxn>
              <a:cxn ang="0">
                <a:pos x="connsiteX6013" y="connsiteY6013"/>
              </a:cxn>
              <a:cxn ang="0">
                <a:pos x="connsiteX6014" y="connsiteY6014"/>
              </a:cxn>
              <a:cxn ang="0">
                <a:pos x="connsiteX6015" y="connsiteY6015"/>
              </a:cxn>
              <a:cxn ang="0">
                <a:pos x="connsiteX6016" y="connsiteY6016"/>
              </a:cxn>
              <a:cxn ang="0">
                <a:pos x="connsiteX6017" y="connsiteY6017"/>
              </a:cxn>
              <a:cxn ang="0">
                <a:pos x="connsiteX6018" y="connsiteY6018"/>
              </a:cxn>
              <a:cxn ang="0">
                <a:pos x="connsiteX6019" y="connsiteY6019"/>
              </a:cxn>
              <a:cxn ang="0">
                <a:pos x="connsiteX6020" y="connsiteY6020"/>
              </a:cxn>
              <a:cxn ang="0">
                <a:pos x="connsiteX6021" y="connsiteY6021"/>
              </a:cxn>
              <a:cxn ang="0">
                <a:pos x="connsiteX6022" y="connsiteY6022"/>
              </a:cxn>
              <a:cxn ang="0">
                <a:pos x="connsiteX6023" y="connsiteY6023"/>
              </a:cxn>
              <a:cxn ang="0">
                <a:pos x="connsiteX6024" y="connsiteY6024"/>
              </a:cxn>
              <a:cxn ang="0">
                <a:pos x="connsiteX6025" y="connsiteY6025"/>
              </a:cxn>
              <a:cxn ang="0">
                <a:pos x="connsiteX6026" y="connsiteY6026"/>
              </a:cxn>
              <a:cxn ang="0">
                <a:pos x="connsiteX6027" y="connsiteY6027"/>
              </a:cxn>
              <a:cxn ang="0">
                <a:pos x="connsiteX6028" y="connsiteY6028"/>
              </a:cxn>
              <a:cxn ang="0">
                <a:pos x="connsiteX6029" y="connsiteY6029"/>
              </a:cxn>
              <a:cxn ang="0">
                <a:pos x="connsiteX6030" y="connsiteY6030"/>
              </a:cxn>
              <a:cxn ang="0">
                <a:pos x="connsiteX6031" y="connsiteY6031"/>
              </a:cxn>
              <a:cxn ang="0">
                <a:pos x="connsiteX6032" y="connsiteY6032"/>
              </a:cxn>
              <a:cxn ang="0">
                <a:pos x="connsiteX6033" y="connsiteY6033"/>
              </a:cxn>
              <a:cxn ang="0">
                <a:pos x="connsiteX6034" y="connsiteY6034"/>
              </a:cxn>
              <a:cxn ang="0">
                <a:pos x="connsiteX6035" y="connsiteY6035"/>
              </a:cxn>
              <a:cxn ang="0">
                <a:pos x="connsiteX6036" y="connsiteY6036"/>
              </a:cxn>
              <a:cxn ang="0">
                <a:pos x="connsiteX6037" y="connsiteY6037"/>
              </a:cxn>
              <a:cxn ang="0">
                <a:pos x="connsiteX6038" y="connsiteY6038"/>
              </a:cxn>
              <a:cxn ang="0">
                <a:pos x="connsiteX6039" y="connsiteY6039"/>
              </a:cxn>
              <a:cxn ang="0">
                <a:pos x="connsiteX6040" y="connsiteY6040"/>
              </a:cxn>
              <a:cxn ang="0">
                <a:pos x="connsiteX6041" y="connsiteY6041"/>
              </a:cxn>
              <a:cxn ang="0">
                <a:pos x="connsiteX6042" y="connsiteY6042"/>
              </a:cxn>
              <a:cxn ang="0">
                <a:pos x="connsiteX6043" y="connsiteY6043"/>
              </a:cxn>
              <a:cxn ang="0">
                <a:pos x="connsiteX6044" y="connsiteY6044"/>
              </a:cxn>
              <a:cxn ang="0">
                <a:pos x="connsiteX6045" y="connsiteY6045"/>
              </a:cxn>
              <a:cxn ang="0">
                <a:pos x="connsiteX6046" y="connsiteY6046"/>
              </a:cxn>
              <a:cxn ang="0">
                <a:pos x="connsiteX6047" y="connsiteY6047"/>
              </a:cxn>
              <a:cxn ang="0">
                <a:pos x="connsiteX6048" y="connsiteY6048"/>
              </a:cxn>
              <a:cxn ang="0">
                <a:pos x="connsiteX6049" y="connsiteY6049"/>
              </a:cxn>
              <a:cxn ang="0">
                <a:pos x="connsiteX6050" y="connsiteY6050"/>
              </a:cxn>
              <a:cxn ang="0">
                <a:pos x="connsiteX6051" y="connsiteY6051"/>
              </a:cxn>
              <a:cxn ang="0">
                <a:pos x="connsiteX6052" y="connsiteY6052"/>
              </a:cxn>
              <a:cxn ang="0">
                <a:pos x="connsiteX6053" y="connsiteY6053"/>
              </a:cxn>
              <a:cxn ang="0">
                <a:pos x="connsiteX6054" y="connsiteY6054"/>
              </a:cxn>
              <a:cxn ang="0">
                <a:pos x="connsiteX6055" y="connsiteY6055"/>
              </a:cxn>
              <a:cxn ang="0">
                <a:pos x="connsiteX6056" y="connsiteY6056"/>
              </a:cxn>
              <a:cxn ang="0">
                <a:pos x="connsiteX6057" y="connsiteY6057"/>
              </a:cxn>
              <a:cxn ang="0">
                <a:pos x="connsiteX6058" y="connsiteY6058"/>
              </a:cxn>
              <a:cxn ang="0">
                <a:pos x="connsiteX6059" y="connsiteY6059"/>
              </a:cxn>
              <a:cxn ang="0">
                <a:pos x="connsiteX6060" y="connsiteY6060"/>
              </a:cxn>
              <a:cxn ang="0">
                <a:pos x="connsiteX6061" y="connsiteY6061"/>
              </a:cxn>
              <a:cxn ang="0">
                <a:pos x="connsiteX6062" y="connsiteY6062"/>
              </a:cxn>
              <a:cxn ang="0">
                <a:pos x="connsiteX6063" y="connsiteY6063"/>
              </a:cxn>
              <a:cxn ang="0">
                <a:pos x="connsiteX6064" y="connsiteY6064"/>
              </a:cxn>
              <a:cxn ang="0">
                <a:pos x="connsiteX6065" y="connsiteY6065"/>
              </a:cxn>
              <a:cxn ang="0">
                <a:pos x="connsiteX6066" y="connsiteY6066"/>
              </a:cxn>
              <a:cxn ang="0">
                <a:pos x="connsiteX6067" y="connsiteY6067"/>
              </a:cxn>
              <a:cxn ang="0">
                <a:pos x="connsiteX6068" y="connsiteY6068"/>
              </a:cxn>
              <a:cxn ang="0">
                <a:pos x="connsiteX6069" y="connsiteY6069"/>
              </a:cxn>
              <a:cxn ang="0">
                <a:pos x="connsiteX6070" y="connsiteY6070"/>
              </a:cxn>
              <a:cxn ang="0">
                <a:pos x="connsiteX6071" y="connsiteY6071"/>
              </a:cxn>
              <a:cxn ang="0">
                <a:pos x="connsiteX6072" y="connsiteY6072"/>
              </a:cxn>
              <a:cxn ang="0">
                <a:pos x="connsiteX6073" y="connsiteY6073"/>
              </a:cxn>
              <a:cxn ang="0">
                <a:pos x="connsiteX6074" y="connsiteY6074"/>
              </a:cxn>
              <a:cxn ang="0">
                <a:pos x="connsiteX6075" y="connsiteY6075"/>
              </a:cxn>
              <a:cxn ang="0">
                <a:pos x="connsiteX6076" y="connsiteY6076"/>
              </a:cxn>
              <a:cxn ang="0">
                <a:pos x="connsiteX6077" y="connsiteY6077"/>
              </a:cxn>
              <a:cxn ang="0">
                <a:pos x="connsiteX6078" y="connsiteY6078"/>
              </a:cxn>
              <a:cxn ang="0">
                <a:pos x="connsiteX6079" y="connsiteY6079"/>
              </a:cxn>
              <a:cxn ang="0">
                <a:pos x="connsiteX6080" y="connsiteY6080"/>
              </a:cxn>
              <a:cxn ang="0">
                <a:pos x="connsiteX6081" y="connsiteY6081"/>
              </a:cxn>
              <a:cxn ang="0">
                <a:pos x="connsiteX6082" y="connsiteY6082"/>
              </a:cxn>
              <a:cxn ang="0">
                <a:pos x="connsiteX6083" y="connsiteY6083"/>
              </a:cxn>
              <a:cxn ang="0">
                <a:pos x="connsiteX6084" y="connsiteY6084"/>
              </a:cxn>
              <a:cxn ang="0">
                <a:pos x="connsiteX6085" y="connsiteY6085"/>
              </a:cxn>
              <a:cxn ang="0">
                <a:pos x="connsiteX6086" y="connsiteY6086"/>
              </a:cxn>
              <a:cxn ang="0">
                <a:pos x="connsiteX6087" y="connsiteY6087"/>
              </a:cxn>
              <a:cxn ang="0">
                <a:pos x="connsiteX6088" y="connsiteY6088"/>
              </a:cxn>
              <a:cxn ang="0">
                <a:pos x="connsiteX6089" y="connsiteY6089"/>
              </a:cxn>
              <a:cxn ang="0">
                <a:pos x="connsiteX6090" y="connsiteY6090"/>
              </a:cxn>
              <a:cxn ang="0">
                <a:pos x="connsiteX6091" y="connsiteY6091"/>
              </a:cxn>
              <a:cxn ang="0">
                <a:pos x="connsiteX6092" y="connsiteY6092"/>
              </a:cxn>
              <a:cxn ang="0">
                <a:pos x="connsiteX6093" y="connsiteY6093"/>
              </a:cxn>
              <a:cxn ang="0">
                <a:pos x="connsiteX6094" y="connsiteY6094"/>
              </a:cxn>
              <a:cxn ang="0">
                <a:pos x="connsiteX6095" y="connsiteY6095"/>
              </a:cxn>
              <a:cxn ang="0">
                <a:pos x="connsiteX6096" y="connsiteY6096"/>
              </a:cxn>
              <a:cxn ang="0">
                <a:pos x="connsiteX6097" y="connsiteY6097"/>
              </a:cxn>
              <a:cxn ang="0">
                <a:pos x="connsiteX6098" y="connsiteY6098"/>
              </a:cxn>
              <a:cxn ang="0">
                <a:pos x="connsiteX6099" y="connsiteY6099"/>
              </a:cxn>
              <a:cxn ang="0">
                <a:pos x="connsiteX6100" y="connsiteY6100"/>
              </a:cxn>
              <a:cxn ang="0">
                <a:pos x="connsiteX6101" y="connsiteY6101"/>
              </a:cxn>
              <a:cxn ang="0">
                <a:pos x="connsiteX6102" y="connsiteY6102"/>
              </a:cxn>
              <a:cxn ang="0">
                <a:pos x="connsiteX6103" y="connsiteY6103"/>
              </a:cxn>
              <a:cxn ang="0">
                <a:pos x="connsiteX6104" y="connsiteY6104"/>
              </a:cxn>
              <a:cxn ang="0">
                <a:pos x="connsiteX6105" y="connsiteY6105"/>
              </a:cxn>
              <a:cxn ang="0">
                <a:pos x="connsiteX6106" y="connsiteY6106"/>
              </a:cxn>
              <a:cxn ang="0">
                <a:pos x="connsiteX6107" y="connsiteY6107"/>
              </a:cxn>
              <a:cxn ang="0">
                <a:pos x="connsiteX6108" y="connsiteY6108"/>
              </a:cxn>
              <a:cxn ang="0">
                <a:pos x="connsiteX6109" y="connsiteY6109"/>
              </a:cxn>
              <a:cxn ang="0">
                <a:pos x="connsiteX6110" y="connsiteY6110"/>
              </a:cxn>
              <a:cxn ang="0">
                <a:pos x="connsiteX6111" y="connsiteY6111"/>
              </a:cxn>
              <a:cxn ang="0">
                <a:pos x="connsiteX6112" y="connsiteY6112"/>
              </a:cxn>
              <a:cxn ang="0">
                <a:pos x="connsiteX6113" y="connsiteY6113"/>
              </a:cxn>
              <a:cxn ang="0">
                <a:pos x="connsiteX6114" y="connsiteY6114"/>
              </a:cxn>
              <a:cxn ang="0">
                <a:pos x="connsiteX6115" y="connsiteY6115"/>
              </a:cxn>
              <a:cxn ang="0">
                <a:pos x="connsiteX6116" y="connsiteY6116"/>
              </a:cxn>
              <a:cxn ang="0">
                <a:pos x="connsiteX6117" y="connsiteY6117"/>
              </a:cxn>
              <a:cxn ang="0">
                <a:pos x="connsiteX6118" y="connsiteY6118"/>
              </a:cxn>
              <a:cxn ang="0">
                <a:pos x="connsiteX6119" y="connsiteY6119"/>
              </a:cxn>
              <a:cxn ang="0">
                <a:pos x="connsiteX6120" y="connsiteY6120"/>
              </a:cxn>
              <a:cxn ang="0">
                <a:pos x="connsiteX6121" y="connsiteY6121"/>
              </a:cxn>
              <a:cxn ang="0">
                <a:pos x="connsiteX6122" y="connsiteY6122"/>
              </a:cxn>
              <a:cxn ang="0">
                <a:pos x="connsiteX6123" y="connsiteY6123"/>
              </a:cxn>
              <a:cxn ang="0">
                <a:pos x="connsiteX6124" y="connsiteY6124"/>
              </a:cxn>
              <a:cxn ang="0">
                <a:pos x="connsiteX6125" y="connsiteY6125"/>
              </a:cxn>
              <a:cxn ang="0">
                <a:pos x="connsiteX6126" y="connsiteY6126"/>
              </a:cxn>
              <a:cxn ang="0">
                <a:pos x="connsiteX6127" y="connsiteY6127"/>
              </a:cxn>
              <a:cxn ang="0">
                <a:pos x="connsiteX6128" y="connsiteY6128"/>
              </a:cxn>
              <a:cxn ang="0">
                <a:pos x="connsiteX6129" y="connsiteY6129"/>
              </a:cxn>
              <a:cxn ang="0">
                <a:pos x="connsiteX6130" y="connsiteY6130"/>
              </a:cxn>
              <a:cxn ang="0">
                <a:pos x="connsiteX6131" y="connsiteY6131"/>
              </a:cxn>
              <a:cxn ang="0">
                <a:pos x="connsiteX6132" y="connsiteY6132"/>
              </a:cxn>
              <a:cxn ang="0">
                <a:pos x="connsiteX6133" y="connsiteY6133"/>
              </a:cxn>
              <a:cxn ang="0">
                <a:pos x="connsiteX6134" y="connsiteY6134"/>
              </a:cxn>
              <a:cxn ang="0">
                <a:pos x="connsiteX6135" y="connsiteY6135"/>
              </a:cxn>
              <a:cxn ang="0">
                <a:pos x="connsiteX6136" y="connsiteY6136"/>
              </a:cxn>
              <a:cxn ang="0">
                <a:pos x="connsiteX6137" y="connsiteY6137"/>
              </a:cxn>
              <a:cxn ang="0">
                <a:pos x="connsiteX6138" y="connsiteY6138"/>
              </a:cxn>
              <a:cxn ang="0">
                <a:pos x="connsiteX6139" y="connsiteY6139"/>
              </a:cxn>
              <a:cxn ang="0">
                <a:pos x="connsiteX6140" y="connsiteY6140"/>
              </a:cxn>
              <a:cxn ang="0">
                <a:pos x="connsiteX6141" y="connsiteY6141"/>
              </a:cxn>
              <a:cxn ang="0">
                <a:pos x="connsiteX6142" y="connsiteY6142"/>
              </a:cxn>
              <a:cxn ang="0">
                <a:pos x="connsiteX6143" y="connsiteY6143"/>
              </a:cxn>
              <a:cxn ang="0">
                <a:pos x="connsiteX6144" y="connsiteY6144"/>
              </a:cxn>
              <a:cxn ang="0">
                <a:pos x="connsiteX6145" y="connsiteY6145"/>
              </a:cxn>
              <a:cxn ang="0">
                <a:pos x="connsiteX6146" y="connsiteY6146"/>
              </a:cxn>
              <a:cxn ang="0">
                <a:pos x="connsiteX6147" y="connsiteY6147"/>
              </a:cxn>
              <a:cxn ang="0">
                <a:pos x="connsiteX6148" y="connsiteY6148"/>
              </a:cxn>
              <a:cxn ang="0">
                <a:pos x="connsiteX6149" y="connsiteY6149"/>
              </a:cxn>
              <a:cxn ang="0">
                <a:pos x="connsiteX6150" y="connsiteY6150"/>
              </a:cxn>
              <a:cxn ang="0">
                <a:pos x="connsiteX6151" y="connsiteY6151"/>
              </a:cxn>
              <a:cxn ang="0">
                <a:pos x="connsiteX6152" y="connsiteY6152"/>
              </a:cxn>
              <a:cxn ang="0">
                <a:pos x="connsiteX6153" y="connsiteY6153"/>
              </a:cxn>
              <a:cxn ang="0">
                <a:pos x="connsiteX6154" y="connsiteY6154"/>
              </a:cxn>
              <a:cxn ang="0">
                <a:pos x="connsiteX6155" y="connsiteY6155"/>
              </a:cxn>
              <a:cxn ang="0">
                <a:pos x="connsiteX6156" y="connsiteY6156"/>
              </a:cxn>
              <a:cxn ang="0">
                <a:pos x="connsiteX6157" y="connsiteY6157"/>
              </a:cxn>
              <a:cxn ang="0">
                <a:pos x="connsiteX6158" y="connsiteY6158"/>
              </a:cxn>
              <a:cxn ang="0">
                <a:pos x="connsiteX6159" y="connsiteY6159"/>
              </a:cxn>
              <a:cxn ang="0">
                <a:pos x="connsiteX6160" y="connsiteY6160"/>
              </a:cxn>
              <a:cxn ang="0">
                <a:pos x="connsiteX6161" y="connsiteY6161"/>
              </a:cxn>
              <a:cxn ang="0">
                <a:pos x="connsiteX6162" y="connsiteY6162"/>
              </a:cxn>
              <a:cxn ang="0">
                <a:pos x="connsiteX6163" y="connsiteY6163"/>
              </a:cxn>
              <a:cxn ang="0">
                <a:pos x="connsiteX6164" y="connsiteY6164"/>
              </a:cxn>
              <a:cxn ang="0">
                <a:pos x="connsiteX6165" y="connsiteY6165"/>
              </a:cxn>
              <a:cxn ang="0">
                <a:pos x="connsiteX6166" y="connsiteY6166"/>
              </a:cxn>
              <a:cxn ang="0">
                <a:pos x="connsiteX6167" y="connsiteY6167"/>
              </a:cxn>
              <a:cxn ang="0">
                <a:pos x="connsiteX6168" y="connsiteY6168"/>
              </a:cxn>
              <a:cxn ang="0">
                <a:pos x="connsiteX6169" y="connsiteY6169"/>
              </a:cxn>
              <a:cxn ang="0">
                <a:pos x="connsiteX6170" y="connsiteY6170"/>
              </a:cxn>
              <a:cxn ang="0">
                <a:pos x="connsiteX6171" y="connsiteY6171"/>
              </a:cxn>
              <a:cxn ang="0">
                <a:pos x="connsiteX6172" y="connsiteY6172"/>
              </a:cxn>
              <a:cxn ang="0">
                <a:pos x="connsiteX6173" y="connsiteY6173"/>
              </a:cxn>
              <a:cxn ang="0">
                <a:pos x="connsiteX6174" y="connsiteY6174"/>
              </a:cxn>
              <a:cxn ang="0">
                <a:pos x="connsiteX6175" y="connsiteY6175"/>
              </a:cxn>
              <a:cxn ang="0">
                <a:pos x="connsiteX6176" y="connsiteY6176"/>
              </a:cxn>
              <a:cxn ang="0">
                <a:pos x="connsiteX6177" y="connsiteY6177"/>
              </a:cxn>
              <a:cxn ang="0">
                <a:pos x="connsiteX6178" y="connsiteY6178"/>
              </a:cxn>
              <a:cxn ang="0">
                <a:pos x="connsiteX6179" y="connsiteY6179"/>
              </a:cxn>
              <a:cxn ang="0">
                <a:pos x="connsiteX6180" y="connsiteY6180"/>
              </a:cxn>
              <a:cxn ang="0">
                <a:pos x="connsiteX6181" y="connsiteY6181"/>
              </a:cxn>
              <a:cxn ang="0">
                <a:pos x="connsiteX6182" y="connsiteY6182"/>
              </a:cxn>
              <a:cxn ang="0">
                <a:pos x="connsiteX6183" y="connsiteY6183"/>
              </a:cxn>
              <a:cxn ang="0">
                <a:pos x="connsiteX6184" y="connsiteY6184"/>
              </a:cxn>
              <a:cxn ang="0">
                <a:pos x="connsiteX6185" y="connsiteY6185"/>
              </a:cxn>
              <a:cxn ang="0">
                <a:pos x="connsiteX6186" y="connsiteY6186"/>
              </a:cxn>
              <a:cxn ang="0">
                <a:pos x="connsiteX6187" y="connsiteY6187"/>
              </a:cxn>
              <a:cxn ang="0">
                <a:pos x="connsiteX6188" y="connsiteY6188"/>
              </a:cxn>
              <a:cxn ang="0">
                <a:pos x="connsiteX6189" y="connsiteY6189"/>
              </a:cxn>
              <a:cxn ang="0">
                <a:pos x="connsiteX6190" y="connsiteY6190"/>
              </a:cxn>
              <a:cxn ang="0">
                <a:pos x="connsiteX6191" y="connsiteY6191"/>
              </a:cxn>
              <a:cxn ang="0">
                <a:pos x="connsiteX6192" y="connsiteY6192"/>
              </a:cxn>
              <a:cxn ang="0">
                <a:pos x="connsiteX6193" y="connsiteY6193"/>
              </a:cxn>
              <a:cxn ang="0">
                <a:pos x="connsiteX6194" y="connsiteY6194"/>
              </a:cxn>
              <a:cxn ang="0">
                <a:pos x="connsiteX6195" y="connsiteY6195"/>
              </a:cxn>
              <a:cxn ang="0">
                <a:pos x="connsiteX6196" y="connsiteY6196"/>
              </a:cxn>
              <a:cxn ang="0">
                <a:pos x="connsiteX6197" y="connsiteY6197"/>
              </a:cxn>
              <a:cxn ang="0">
                <a:pos x="connsiteX6198" y="connsiteY6198"/>
              </a:cxn>
              <a:cxn ang="0">
                <a:pos x="connsiteX6199" y="connsiteY6199"/>
              </a:cxn>
              <a:cxn ang="0">
                <a:pos x="connsiteX6200" y="connsiteY6200"/>
              </a:cxn>
              <a:cxn ang="0">
                <a:pos x="connsiteX6201" y="connsiteY6201"/>
              </a:cxn>
              <a:cxn ang="0">
                <a:pos x="connsiteX6202" y="connsiteY6202"/>
              </a:cxn>
              <a:cxn ang="0">
                <a:pos x="connsiteX6203" y="connsiteY6203"/>
              </a:cxn>
              <a:cxn ang="0">
                <a:pos x="connsiteX6204" y="connsiteY6204"/>
              </a:cxn>
              <a:cxn ang="0">
                <a:pos x="connsiteX6205" y="connsiteY6205"/>
              </a:cxn>
              <a:cxn ang="0">
                <a:pos x="connsiteX6206" y="connsiteY6206"/>
              </a:cxn>
              <a:cxn ang="0">
                <a:pos x="connsiteX6207" y="connsiteY6207"/>
              </a:cxn>
              <a:cxn ang="0">
                <a:pos x="connsiteX6208" y="connsiteY6208"/>
              </a:cxn>
              <a:cxn ang="0">
                <a:pos x="connsiteX6209" y="connsiteY6209"/>
              </a:cxn>
              <a:cxn ang="0">
                <a:pos x="connsiteX6210" y="connsiteY6210"/>
              </a:cxn>
              <a:cxn ang="0">
                <a:pos x="connsiteX6211" y="connsiteY6211"/>
              </a:cxn>
              <a:cxn ang="0">
                <a:pos x="connsiteX6212" y="connsiteY6212"/>
              </a:cxn>
              <a:cxn ang="0">
                <a:pos x="connsiteX6213" y="connsiteY6213"/>
              </a:cxn>
              <a:cxn ang="0">
                <a:pos x="connsiteX6214" y="connsiteY6214"/>
              </a:cxn>
              <a:cxn ang="0">
                <a:pos x="connsiteX6215" y="connsiteY6215"/>
              </a:cxn>
              <a:cxn ang="0">
                <a:pos x="connsiteX6216" y="connsiteY6216"/>
              </a:cxn>
              <a:cxn ang="0">
                <a:pos x="connsiteX6217" y="connsiteY6217"/>
              </a:cxn>
              <a:cxn ang="0">
                <a:pos x="connsiteX6218" y="connsiteY6218"/>
              </a:cxn>
              <a:cxn ang="0">
                <a:pos x="connsiteX6219" y="connsiteY6219"/>
              </a:cxn>
              <a:cxn ang="0">
                <a:pos x="connsiteX6220" y="connsiteY6220"/>
              </a:cxn>
              <a:cxn ang="0">
                <a:pos x="connsiteX6221" y="connsiteY6221"/>
              </a:cxn>
              <a:cxn ang="0">
                <a:pos x="connsiteX6222" y="connsiteY6222"/>
              </a:cxn>
              <a:cxn ang="0">
                <a:pos x="connsiteX6223" y="connsiteY6223"/>
              </a:cxn>
              <a:cxn ang="0">
                <a:pos x="connsiteX6224" y="connsiteY6224"/>
              </a:cxn>
              <a:cxn ang="0">
                <a:pos x="connsiteX6225" y="connsiteY6225"/>
              </a:cxn>
              <a:cxn ang="0">
                <a:pos x="connsiteX6226" y="connsiteY6226"/>
              </a:cxn>
              <a:cxn ang="0">
                <a:pos x="connsiteX6227" y="connsiteY6227"/>
              </a:cxn>
              <a:cxn ang="0">
                <a:pos x="connsiteX6228" y="connsiteY6228"/>
              </a:cxn>
              <a:cxn ang="0">
                <a:pos x="connsiteX6229" y="connsiteY6229"/>
              </a:cxn>
              <a:cxn ang="0">
                <a:pos x="connsiteX6230" y="connsiteY6230"/>
              </a:cxn>
              <a:cxn ang="0">
                <a:pos x="connsiteX6231" y="connsiteY6231"/>
              </a:cxn>
              <a:cxn ang="0">
                <a:pos x="connsiteX6232" y="connsiteY6232"/>
              </a:cxn>
              <a:cxn ang="0">
                <a:pos x="connsiteX6233" y="connsiteY6233"/>
              </a:cxn>
              <a:cxn ang="0">
                <a:pos x="connsiteX6234" y="connsiteY6234"/>
              </a:cxn>
              <a:cxn ang="0">
                <a:pos x="connsiteX6235" y="connsiteY6235"/>
              </a:cxn>
              <a:cxn ang="0">
                <a:pos x="connsiteX6236" y="connsiteY6236"/>
              </a:cxn>
              <a:cxn ang="0">
                <a:pos x="connsiteX6237" y="connsiteY6237"/>
              </a:cxn>
              <a:cxn ang="0">
                <a:pos x="connsiteX6238" y="connsiteY6238"/>
              </a:cxn>
              <a:cxn ang="0">
                <a:pos x="connsiteX6239" y="connsiteY6239"/>
              </a:cxn>
              <a:cxn ang="0">
                <a:pos x="connsiteX6240" y="connsiteY6240"/>
              </a:cxn>
              <a:cxn ang="0">
                <a:pos x="connsiteX6241" y="connsiteY6241"/>
              </a:cxn>
              <a:cxn ang="0">
                <a:pos x="connsiteX6242" y="connsiteY6242"/>
              </a:cxn>
              <a:cxn ang="0">
                <a:pos x="connsiteX6243" y="connsiteY6243"/>
              </a:cxn>
              <a:cxn ang="0">
                <a:pos x="connsiteX6244" y="connsiteY6244"/>
              </a:cxn>
              <a:cxn ang="0">
                <a:pos x="connsiteX6245" y="connsiteY6245"/>
              </a:cxn>
              <a:cxn ang="0">
                <a:pos x="connsiteX6246" y="connsiteY6246"/>
              </a:cxn>
              <a:cxn ang="0">
                <a:pos x="connsiteX6247" y="connsiteY6247"/>
              </a:cxn>
              <a:cxn ang="0">
                <a:pos x="connsiteX6248" y="connsiteY6248"/>
              </a:cxn>
              <a:cxn ang="0">
                <a:pos x="connsiteX6249" y="connsiteY6249"/>
              </a:cxn>
              <a:cxn ang="0">
                <a:pos x="connsiteX6250" y="connsiteY6250"/>
              </a:cxn>
              <a:cxn ang="0">
                <a:pos x="connsiteX6251" y="connsiteY6251"/>
              </a:cxn>
              <a:cxn ang="0">
                <a:pos x="connsiteX6252" y="connsiteY6252"/>
              </a:cxn>
              <a:cxn ang="0">
                <a:pos x="connsiteX6253" y="connsiteY6253"/>
              </a:cxn>
              <a:cxn ang="0">
                <a:pos x="connsiteX6254" y="connsiteY6254"/>
              </a:cxn>
              <a:cxn ang="0">
                <a:pos x="connsiteX6255" y="connsiteY6255"/>
              </a:cxn>
              <a:cxn ang="0">
                <a:pos x="connsiteX6256" y="connsiteY6256"/>
              </a:cxn>
              <a:cxn ang="0">
                <a:pos x="connsiteX6257" y="connsiteY6257"/>
              </a:cxn>
              <a:cxn ang="0">
                <a:pos x="connsiteX6258" y="connsiteY6258"/>
              </a:cxn>
              <a:cxn ang="0">
                <a:pos x="connsiteX6259" y="connsiteY6259"/>
              </a:cxn>
              <a:cxn ang="0">
                <a:pos x="connsiteX6260" y="connsiteY6260"/>
              </a:cxn>
              <a:cxn ang="0">
                <a:pos x="connsiteX6261" y="connsiteY6261"/>
              </a:cxn>
              <a:cxn ang="0">
                <a:pos x="connsiteX6262" y="connsiteY6262"/>
              </a:cxn>
              <a:cxn ang="0">
                <a:pos x="connsiteX6263" y="connsiteY6263"/>
              </a:cxn>
              <a:cxn ang="0">
                <a:pos x="connsiteX6264" y="connsiteY6264"/>
              </a:cxn>
              <a:cxn ang="0">
                <a:pos x="connsiteX6265" y="connsiteY6265"/>
              </a:cxn>
              <a:cxn ang="0">
                <a:pos x="connsiteX6266" y="connsiteY6266"/>
              </a:cxn>
              <a:cxn ang="0">
                <a:pos x="connsiteX6267" y="connsiteY6267"/>
              </a:cxn>
              <a:cxn ang="0">
                <a:pos x="connsiteX6268" y="connsiteY6268"/>
              </a:cxn>
              <a:cxn ang="0">
                <a:pos x="connsiteX6269" y="connsiteY6269"/>
              </a:cxn>
              <a:cxn ang="0">
                <a:pos x="connsiteX6270" y="connsiteY6270"/>
              </a:cxn>
              <a:cxn ang="0">
                <a:pos x="connsiteX6271" y="connsiteY6271"/>
              </a:cxn>
              <a:cxn ang="0">
                <a:pos x="connsiteX6272" y="connsiteY6272"/>
              </a:cxn>
              <a:cxn ang="0">
                <a:pos x="connsiteX6273" y="connsiteY6273"/>
              </a:cxn>
              <a:cxn ang="0">
                <a:pos x="connsiteX6274" y="connsiteY6274"/>
              </a:cxn>
              <a:cxn ang="0">
                <a:pos x="connsiteX6275" y="connsiteY6275"/>
              </a:cxn>
              <a:cxn ang="0">
                <a:pos x="connsiteX6276" y="connsiteY6276"/>
              </a:cxn>
              <a:cxn ang="0">
                <a:pos x="connsiteX6277" y="connsiteY6277"/>
              </a:cxn>
              <a:cxn ang="0">
                <a:pos x="connsiteX6278" y="connsiteY6278"/>
              </a:cxn>
              <a:cxn ang="0">
                <a:pos x="connsiteX6279" y="connsiteY6279"/>
              </a:cxn>
              <a:cxn ang="0">
                <a:pos x="connsiteX6280" y="connsiteY6280"/>
              </a:cxn>
              <a:cxn ang="0">
                <a:pos x="connsiteX6281" y="connsiteY6281"/>
              </a:cxn>
              <a:cxn ang="0">
                <a:pos x="connsiteX6282" y="connsiteY6282"/>
              </a:cxn>
              <a:cxn ang="0">
                <a:pos x="connsiteX6283" y="connsiteY6283"/>
              </a:cxn>
              <a:cxn ang="0">
                <a:pos x="connsiteX6284" y="connsiteY6284"/>
              </a:cxn>
              <a:cxn ang="0">
                <a:pos x="connsiteX6285" y="connsiteY6285"/>
              </a:cxn>
              <a:cxn ang="0">
                <a:pos x="connsiteX6286" y="connsiteY6286"/>
              </a:cxn>
              <a:cxn ang="0">
                <a:pos x="connsiteX6287" y="connsiteY6287"/>
              </a:cxn>
              <a:cxn ang="0">
                <a:pos x="connsiteX6288" y="connsiteY6288"/>
              </a:cxn>
              <a:cxn ang="0">
                <a:pos x="connsiteX6289" y="connsiteY6289"/>
              </a:cxn>
              <a:cxn ang="0">
                <a:pos x="connsiteX6290" y="connsiteY6290"/>
              </a:cxn>
              <a:cxn ang="0">
                <a:pos x="connsiteX6291" y="connsiteY6291"/>
              </a:cxn>
              <a:cxn ang="0">
                <a:pos x="connsiteX6292" y="connsiteY6292"/>
              </a:cxn>
              <a:cxn ang="0">
                <a:pos x="connsiteX6293" y="connsiteY6293"/>
              </a:cxn>
              <a:cxn ang="0">
                <a:pos x="connsiteX6294" y="connsiteY6294"/>
              </a:cxn>
              <a:cxn ang="0">
                <a:pos x="connsiteX6295" y="connsiteY6295"/>
              </a:cxn>
              <a:cxn ang="0">
                <a:pos x="connsiteX6296" y="connsiteY6296"/>
              </a:cxn>
              <a:cxn ang="0">
                <a:pos x="connsiteX6297" y="connsiteY6297"/>
              </a:cxn>
              <a:cxn ang="0">
                <a:pos x="connsiteX6298" y="connsiteY6298"/>
              </a:cxn>
              <a:cxn ang="0">
                <a:pos x="connsiteX6299" y="connsiteY6299"/>
              </a:cxn>
              <a:cxn ang="0">
                <a:pos x="connsiteX6300" y="connsiteY6300"/>
              </a:cxn>
              <a:cxn ang="0">
                <a:pos x="connsiteX6301" y="connsiteY6301"/>
              </a:cxn>
              <a:cxn ang="0">
                <a:pos x="connsiteX6302" y="connsiteY6302"/>
              </a:cxn>
              <a:cxn ang="0">
                <a:pos x="connsiteX6303" y="connsiteY6303"/>
              </a:cxn>
              <a:cxn ang="0">
                <a:pos x="connsiteX6304" y="connsiteY6304"/>
              </a:cxn>
              <a:cxn ang="0">
                <a:pos x="connsiteX6305" y="connsiteY6305"/>
              </a:cxn>
              <a:cxn ang="0">
                <a:pos x="connsiteX6306" y="connsiteY6306"/>
              </a:cxn>
              <a:cxn ang="0">
                <a:pos x="connsiteX6307" y="connsiteY6307"/>
              </a:cxn>
              <a:cxn ang="0">
                <a:pos x="connsiteX6308" y="connsiteY6308"/>
              </a:cxn>
              <a:cxn ang="0">
                <a:pos x="connsiteX6309" y="connsiteY6309"/>
              </a:cxn>
              <a:cxn ang="0">
                <a:pos x="connsiteX6310" y="connsiteY6310"/>
              </a:cxn>
              <a:cxn ang="0">
                <a:pos x="connsiteX6311" y="connsiteY6311"/>
              </a:cxn>
              <a:cxn ang="0">
                <a:pos x="connsiteX6312" y="connsiteY6312"/>
              </a:cxn>
              <a:cxn ang="0">
                <a:pos x="connsiteX6313" y="connsiteY6313"/>
              </a:cxn>
              <a:cxn ang="0">
                <a:pos x="connsiteX6314" y="connsiteY6314"/>
              </a:cxn>
              <a:cxn ang="0">
                <a:pos x="connsiteX6315" y="connsiteY6315"/>
              </a:cxn>
              <a:cxn ang="0">
                <a:pos x="connsiteX6316" y="connsiteY6316"/>
              </a:cxn>
              <a:cxn ang="0">
                <a:pos x="connsiteX6317" y="connsiteY6317"/>
              </a:cxn>
              <a:cxn ang="0">
                <a:pos x="connsiteX6318" y="connsiteY6318"/>
              </a:cxn>
              <a:cxn ang="0">
                <a:pos x="connsiteX6319" y="connsiteY6319"/>
              </a:cxn>
              <a:cxn ang="0">
                <a:pos x="connsiteX6320" y="connsiteY6320"/>
              </a:cxn>
              <a:cxn ang="0">
                <a:pos x="connsiteX6321" y="connsiteY6321"/>
              </a:cxn>
              <a:cxn ang="0">
                <a:pos x="connsiteX6322" y="connsiteY6322"/>
              </a:cxn>
              <a:cxn ang="0">
                <a:pos x="connsiteX6323" y="connsiteY6323"/>
              </a:cxn>
              <a:cxn ang="0">
                <a:pos x="connsiteX6324" y="connsiteY6324"/>
              </a:cxn>
              <a:cxn ang="0">
                <a:pos x="connsiteX6325" y="connsiteY6325"/>
              </a:cxn>
              <a:cxn ang="0">
                <a:pos x="connsiteX6326" y="connsiteY6326"/>
              </a:cxn>
              <a:cxn ang="0">
                <a:pos x="connsiteX6327" y="connsiteY6327"/>
              </a:cxn>
              <a:cxn ang="0">
                <a:pos x="connsiteX6328" y="connsiteY6328"/>
              </a:cxn>
              <a:cxn ang="0">
                <a:pos x="connsiteX6329" y="connsiteY6329"/>
              </a:cxn>
              <a:cxn ang="0">
                <a:pos x="connsiteX6330" y="connsiteY6330"/>
              </a:cxn>
              <a:cxn ang="0">
                <a:pos x="connsiteX6331" y="connsiteY6331"/>
              </a:cxn>
              <a:cxn ang="0">
                <a:pos x="connsiteX6332" y="connsiteY6332"/>
              </a:cxn>
              <a:cxn ang="0">
                <a:pos x="connsiteX6333" y="connsiteY6333"/>
              </a:cxn>
              <a:cxn ang="0">
                <a:pos x="connsiteX6334" y="connsiteY6334"/>
              </a:cxn>
              <a:cxn ang="0">
                <a:pos x="connsiteX6335" y="connsiteY6335"/>
              </a:cxn>
              <a:cxn ang="0">
                <a:pos x="connsiteX6336" y="connsiteY6336"/>
              </a:cxn>
              <a:cxn ang="0">
                <a:pos x="connsiteX6337" y="connsiteY6337"/>
              </a:cxn>
              <a:cxn ang="0">
                <a:pos x="connsiteX6338" y="connsiteY6338"/>
              </a:cxn>
              <a:cxn ang="0">
                <a:pos x="connsiteX6339" y="connsiteY6339"/>
              </a:cxn>
              <a:cxn ang="0">
                <a:pos x="connsiteX6340" y="connsiteY6340"/>
              </a:cxn>
              <a:cxn ang="0">
                <a:pos x="connsiteX6341" y="connsiteY6341"/>
              </a:cxn>
              <a:cxn ang="0">
                <a:pos x="connsiteX6342" y="connsiteY6342"/>
              </a:cxn>
              <a:cxn ang="0">
                <a:pos x="connsiteX6343" y="connsiteY6343"/>
              </a:cxn>
              <a:cxn ang="0">
                <a:pos x="connsiteX6344" y="connsiteY6344"/>
              </a:cxn>
              <a:cxn ang="0">
                <a:pos x="connsiteX6345" y="connsiteY6345"/>
              </a:cxn>
              <a:cxn ang="0">
                <a:pos x="connsiteX6346" y="connsiteY6346"/>
              </a:cxn>
              <a:cxn ang="0">
                <a:pos x="connsiteX6347" y="connsiteY6347"/>
              </a:cxn>
              <a:cxn ang="0">
                <a:pos x="connsiteX6348" y="connsiteY6348"/>
              </a:cxn>
              <a:cxn ang="0">
                <a:pos x="connsiteX6349" y="connsiteY6349"/>
              </a:cxn>
              <a:cxn ang="0">
                <a:pos x="connsiteX6350" y="connsiteY6350"/>
              </a:cxn>
              <a:cxn ang="0">
                <a:pos x="connsiteX6351" y="connsiteY6351"/>
              </a:cxn>
              <a:cxn ang="0">
                <a:pos x="connsiteX6352" y="connsiteY6352"/>
              </a:cxn>
              <a:cxn ang="0">
                <a:pos x="connsiteX6353" y="connsiteY6353"/>
              </a:cxn>
              <a:cxn ang="0">
                <a:pos x="connsiteX6354" y="connsiteY6354"/>
              </a:cxn>
              <a:cxn ang="0">
                <a:pos x="connsiteX6355" y="connsiteY6355"/>
              </a:cxn>
              <a:cxn ang="0">
                <a:pos x="connsiteX6356" y="connsiteY6356"/>
              </a:cxn>
              <a:cxn ang="0">
                <a:pos x="connsiteX6357" y="connsiteY6357"/>
              </a:cxn>
              <a:cxn ang="0">
                <a:pos x="connsiteX6358" y="connsiteY6358"/>
              </a:cxn>
              <a:cxn ang="0">
                <a:pos x="connsiteX6359" y="connsiteY6359"/>
              </a:cxn>
              <a:cxn ang="0">
                <a:pos x="connsiteX6360" y="connsiteY6360"/>
              </a:cxn>
              <a:cxn ang="0">
                <a:pos x="connsiteX6361" y="connsiteY6361"/>
              </a:cxn>
              <a:cxn ang="0">
                <a:pos x="connsiteX6362" y="connsiteY6362"/>
              </a:cxn>
              <a:cxn ang="0">
                <a:pos x="connsiteX6363" y="connsiteY6363"/>
              </a:cxn>
              <a:cxn ang="0">
                <a:pos x="connsiteX6364" y="connsiteY6364"/>
              </a:cxn>
              <a:cxn ang="0">
                <a:pos x="connsiteX6365" y="connsiteY6365"/>
              </a:cxn>
              <a:cxn ang="0">
                <a:pos x="connsiteX6366" y="connsiteY6366"/>
              </a:cxn>
              <a:cxn ang="0">
                <a:pos x="connsiteX6367" y="connsiteY6367"/>
              </a:cxn>
              <a:cxn ang="0">
                <a:pos x="connsiteX6368" y="connsiteY6368"/>
              </a:cxn>
              <a:cxn ang="0">
                <a:pos x="connsiteX6369" y="connsiteY6369"/>
              </a:cxn>
              <a:cxn ang="0">
                <a:pos x="connsiteX6370" y="connsiteY6370"/>
              </a:cxn>
              <a:cxn ang="0">
                <a:pos x="connsiteX6371" y="connsiteY6371"/>
              </a:cxn>
              <a:cxn ang="0">
                <a:pos x="connsiteX6372" y="connsiteY6372"/>
              </a:cxn>
              <a:cxn ang="0">
                <a:pos x="connsiteX6373" y="connsiteY6373"/>
              </a:cxn>
              <a:cxn ang="0">
                <a:pos x="connsiteX6374" y="connsiteY6374"/>
              </a:cxn>
              <a:cxn ang="0">
                <a:pos x="connsiteX6375" y="connsiteY6375"/>
              </a:cxn>
              <a:cxn ang="0">
                <a:pos x="connsiteX6376" y="connsiteY6376"/>
              </a:cxn>
              <a:cxn ang="0">
                <a:pos x="connsiteX6377" y="connsiteY6377"/>
              </a:cxn>
              <a:cxn ang="0">
                <a:pos x="connsiteX6378" y="connsiteY6378"/>
              </a:cxn>
              <a:cxn ang="0">
                <a:pos x="connsiteX6379" y="connsiteY6379"/>
              </a:cxn>
              <a:cxn ang="0">
                <a:pos x="connsiteX6380" y="connsiteY6380"/>
              </a:cxn>
              <a:cxn ang="0">
                <a:pos x="connsiteX6381" y="connsiteY6381"/>
              </a:cxn>
              <a:cxn ang="0">
                <a:pos x="connsiteX6382" y="connsiteY6382"/>
              </a:cxn>
              <a:cxn ang="0">
                <a:pos x="connsiteX6383" y="connsiteY6383"/>
              </a:cxn>
              <a:cxn ang="0">
                <a:pos x="connsiteX6384" y="connsiteY6384"/>
              </a:cxn>
              <a:cxn ang="0">
                <a:pos x="connsiteX6385" y="connsiteY6385"/>
              </a:cxn>
              <a:cxn ang="0">
                <a:pos x="connsiteX6386" y="connsiteY6386"/>
              </a:cxn>
              <a:cxn ang="0">
                <a:pos x="connsiteX6387" y="connsiteY6387"/>
              </a:cxn>
              <a:cxn ang="0">
                <a:pos x="connsiteX6388" y="connsiteY6388"/>
              </a:cxn>
              <a:cxn ang="0">
                <a:pos x="connsiteX6389" y="connsiteY6389"/>
              </a:cxn>
              <a:cxn ang="0">
                <a:pos x="connsiteX6390" y="connsiteY6390"/>
              </a:cxn>
              <a:cxn ang="0">
                <a:pos x="connsiteX6391" y="connsiteY6391"/>
              </a:cxn>
              <a:cxn ang="0">
                <a:pos x="connsiteX6392" y="connsiteY6392"/>
              </a:cxn>
              <a:cxn ang="0">
                <a:pos x="connsiteX6393" y="connsiteY6393"/>
              </a:cxn>
              <a:cxn ang="0">
                <a:pos x="connsiteX6394" y="connsiteY6394"/>
              </a:cxn>
              <a:cxn ang="0">
                <a:pos x="connsiteX6395" y="connsiteY6395"/>
              </a:cxn>
              <a:cxn ang="0">
                <a:pos x="connsiteX6396" y="connsiteY6396"/>
              </a:cxn>
              <a:cxn ang="0">
                <a:pos x="connsiteX6397" y="connsiteY6397"/>
              </a:cxn>
              <a:cxn ang="0">
                <a:pos x="connsiteX6398" y="connsiteY6398"/>
              </a:cxn>
              <a:cxn ang="0">
                <a:pos x="connsiteX6399" y="connsiteY6399"/>
              </a:cxn>
              <a:cxn ang="0">
                <a:pos x="connsiteX6400" y="connsiteY6400"/>
              </a:cxn>
              <a:cxn ang="0">
                <a:pos x="connsiteX6401" y="connsiteY6401"/>
              </a:cxn>
              <a:cxn ang="0">
                <a:pos x="connsiteX6402" y="connsiteY6402"/>
              </a:cxn>
              <a:cxn ang="0">
                <a:pos x="connsiteX6403" y="connsiteY6403"/>
              </a:cxn>
              <a:cxn ang="0">
                <a:pos x="connsiteX6404" y="connsiteY6404"/>
              </a:cxn>
              <a:cxn ang="0">
                <a:pos x="connsiteX6405" y="connsiteY6405"/>
              </a:cxn>
              <a:cxn ang="0">
                <a:pos x="connsiteX6406" y="connsiteY6406"/>
              </a:cxn>
              <a:cxn ang="0">
                <a:pos x="connsiteX6407" y="connsiteY6407"/>
              </a:cxn>
              <a:cxn ang="0">
                <a:pos x="connsiteX6408" y="connsiteY6408"/>
              </a:cxn>
              <a:cxn ang="0">
                <a:pos x="connsiteX6409" y="connsiteY6409"/>
              </a:cxn>
              <a:cxn ang="0">
                <a:pos x="connsiteX6410" y="connsiteY6410"/>
              </a:cxn>
              <a:cxn ang="0">
                <a:pos x="connsiteX6411" y="connsiteY6411"/>
              </a:cxn>
              <a:cxn ang="0">
                <a:pos x="connsiteX6412" y="connsiteY6412"/>
              </a:cxn>
              <a:cxn ang="0">
                <a:pos x="connsiteX6413" y="connsiteY6413"/>
              </a:cxn>
              <a:cxn ang="0">
                <a:pos x="connsiteX6414" y="connsiteY6414"/>
              </a:cxn>
              <a:cxn ang="0">
                <a:pos x="connsiteX6415" y="connsiteY6415"/>
              </a:cxn>
              <a:cxn ang="0">
                <a:pos x="connsiteX6416" y="connsiteY6416"/>
              </a:cxn>
              <a:cxn ang="0">
                <a:pos x="connsiteX6417" y="connsiteY6417"/>
              </a:cxn>
              <a:cxn ang="0">
                <a:pos x="connsiteX6418" y="connsiteY6418"/>
              </a:cxn>
              <a:cxn ang="0">
                <a:pos x="connsiteX6419" y="connsiteY6419"/>
              </a:cxn>
              <a:cxn ang="0">
                <a:pos x="connsiteX6420" y="connsiteY6420"/>
              </a:cxn>
              <a:cxn ang="0">
                <a:pos x="connsiteX6421" y="connsiteY6421"/>
              </a:cxn>
              <a:cxn ang="0">
                <a:pos x="connsiteX6422" y="connsiteY6422"/>
              </a:cxn>
              <a:cxn ang="0">
                <a:pos x="connsiteX6423" y="connsiteY6423"/>
              </a:cxn>
              <a:cxn ang="0">
                <a:pos x="connsiteX6424" y="connsiteY6424"/>
              </a:cxn>
              <a:cxn ang="0">
                <a:pos x="connsiteX6425" y="connsiteY6425"/>
              </a:cxn>
              <a:cxn ang="0">
                <a:pos x="connsiteX6426" y="connsiteY6426"/>
              </a:cxn>
              <a:cxn ang="0">
                <a:pos x="connsiteX6427" y="connsiteY6427"/>
              </a:cxn>
              <a:cxn ang="0">
                <a:pos x="connsiteX6428" y="connsiteY6428"/>
              </a:cxn>
              <a:cxn ang="0">
                <a:pos x="connsiteX6429" y="connsiteY6429"/>
              </a:cxn>
              <a:cxn ang="0">
                <a:pos x="connsiteX6430" y="connsiteY6430"/>
              </a:cxn>
              <a:cxn ang="0">
                <a:pos x="connsiteX6431" y="connsiteY6431"/>
              </a:cxn>
              <a:cxn ang="0">
                <a:pos x="connsiteX6432" y="connsiteY6432"/>
              </a:cxn>
              <a:cxn ang="0">
                <a:pos x="connsiteX6433" y="connsiteY6433"/>
              </a:cxn>
              <a:cxn ang="0">
                <a:pos x="connsiteX6434" y="connsiteY6434"/>
              </a:cxn>
              <a:cxn ang="0">
                <a:pos x="connsiteX6435" y="connsiteY6435"/>
              </a:cxn>
              <a:cxn ang="0">
                <a:pos x="connsiteX6436" y="connsiteY6436"/>
              </a:cxn>
              <a:cxn ang="0">
                <a:pos x="connsiteX6437" y="connsiteY6437"/>
              </a:cxn>
              <a:cxn ang="0">
                <a:pos x="connsiteX6438" y="connsiteY6438"/>
              </a:cxn>
              <a:cxn ang="0">
                <a:pos x="connsiteX6439" y="connsiteY6439"/>
              </a:cxn>
              <a:cxn ang="0">
                <a:pos x="connsiteX6440" y="connsiteY6440"/>
              </a:cxn>
              <a:cxn ang="0">
                <a:pos x="connsiteX6441" y="connsiteY6441"/>
              </a:cxn>
              <a:cxn ang="0">
                <a:pos x="connsiteX6442" y="connsiteY6442"/>
              </a:cxn>
              <a:cxn ang="0">
                <a:pos x="connsiteX6443" y="connsiteY6443"/>
              </a:cxn>
              <a:cxn ang="0">
                <a:pos x="connsiteX6444" y="connsiteY6444"/>
              </a:cxn>
              <a:cxn ang="0">
                <a:pos x="connsiteX6445" y="connsiteY6445"/>
              </a:cxn>
              <a:cxn ang="0">
                <a:pos x="connsiteX6446" y="connsiteY6446"/>
              </a:cxn>
              <a:cxn ang="0">
                <a:pos x="connsiteX6447" y="connsiteY6447"/>
              </a:cxn>
              <a:cxn ang="0">
                <a:pos x="connsiteX6448" y="connsiteY6448"/>
              </a:cxn>
              <a:cxn ang="0">
                <a:pos x="connsiteX6449" y="connsiteY6449"/>
              </a:cxn>
              <a:cxn ang="0">
                <a:pos x="connsiteX6450" y="connsiteY6450"/>
              </a:cxn>
              <a:cxn ang="0">
                <a:pos x="connsiteX6451" y="connsiteY6451"/>
              </a:cxn>
              <a:cxn ang="0">
                <a:pos x="connsiteX6452" y="connsiteY6452"/>
              </a:cxn>
              <a:cxn ang="0">
                <a:pos x="connsiteX6453" y="connsiteY6453"/>
              </a:cxn>
              <a:cxn ang="0">
                <a:pos x="connsiteX6454" y="connsiteY6454"/>
              </a:cxn>
              <a:cxn ang="0">
                <a:pos x="connsiteX6455" y="connsiteY6455"/>
              </a:cxn>
              <a:cxn ang="0">
                <a:pos x="connsiteX6456" y="connsiteY6456"/>
              </a:cxn>
              <a:cxn ang="0">
                <a:pos x="connsiteX6457" y="connsiteY6457"/>
              </a:cxn>
              <a:cxn ang="0">
                <a:pos x="connsiteX6458" y="connsiteY6458"/>
              </a:cxn>
              <a:cxn ang="0">
                <a:pos x="connsiteX6459" y="connsiteY6459"/>
              </a:cxn>
              <a:cxn ang="0">
                <a:pos x="connsiteX6460" y="connsiteY6460"/>
              </a:cxn>
              <a:cxn ang="0">
                <a:pos x="connsiteX6461" y="connsiteY6461"/>
              </a:cxn>
              <a:cxn ang="0">
                <a:pos x="connsiteX6462" y="connsiteY6462"/>
              </a:cxn>
              <a:cxn ang="0">
                <a:pos x="connsiteX6463" y="connsiteY6463"/>
              </a:cxn>
              <a:cxn ang="0">
                <a:pos x="connsiteX6464" y="connsiteY6464"/>
              </a:cxn>
              <a:cxn ang="0">
                <a:pos x="connsiteX6465" y="connsiteY6465"/>
              </a:cxn>
              <a:cxn ang="0">
                <a:pos x="connsiteX6466" y="connsiteY6466"/>
              </a:cxn>
              <a:cxn ang="0">
                <a:pos x="connsiteX6467" y="connsiteY6467"/>
              </a:cxn>
              <a:cxn ang="0">
                <a:pos x="connsiteX6468" y="connsiteY6468"/>
              </a:cxn>
              <a:cxn ang="0">
                <a:pos x="connsiteX6469" y="connsiteY6469"/>
              </a:cxn>
              <a:cxn ang="0">
                <a:pos x="connsiteX6470" y="connsiteY6470"/>
              </a:cxn>
              <a:cxn ang="0">
                <a:pos x="connsiteX6471" y="connsiteY6471"/>
              </a:cxn>
              <a:cxn ang="0">
                <a:pos x="connsiteX6472" y="connsiteY6472"/>
              </a:cxn>
              <a:cxn ang="0">
                <a:pos x="connsiteX6473" y="connsiteY6473"/>
              </a:cxn>
              <a:cxn ang="0">
                <a:pos x="connsiteX6474" y="connsiteY6474"/>
              </a:cxn>
              <a:cxn ang="0">
                <a:pos x="connsiteX6475" y="connsiteY6475"/>
              </a:cxn>
              <a:cxn ang="0">
                <a:pos x="connsiteX6476" y="connsiteY6476"/>
              </a:cxn>
              <a:cxn ang="0">
                <a:pos x="connsiteX6477" y="connsiteY6477"/>
              </a:cxn>
              <a:cxn ang="0">
                <a:pos x="connsiteX6478" y="connsiteY6478"/>
              </a:cxn>
              <a:cxn ang="0">
                <a:pos x="connsiteX6479" y="connsiteY6479"/>
              </a:cxn>
              <a:cxn ang="0">
                <a:pos x="connsiteX6480" y="connsiteY6480"/>
              </a:cxn>
              <a:cxn ang="0">
                <a:pos x="connsiteX6481" y="connsiteY6481"/>
              </a:cxn>
              <a:cxn ang="0">
                <a:pos x="connsiteX6482" y="connsiteY6482"/>
              </a:cxn>
              <a:cxn ang="0">
                <a:pos x="connsiteX6483" y="connsiteY6483"/>
              </a:cxn>
              <a:cxn ang="0">
                <a:pos x="connsiteX6484" y="connsiteY6484"/>
              </a:cxn>
              <a:cxn ang="0">
                <a:pos x="connsiteX6485" y="connsiteY6485"/>
              </a:cxn>
              <a:cxn ang="0">
                <a:pos x="connsiteX6486" y="connsiteY6486"/>
              </a:cxn>
              <a:cxn ang="0">
                <a:pos x="connsiteX6487" y="connsiteY6487"/>
              </a:cxn>
              <a:cxn ang="0">
                <a:pos x="connsiteX6488" y="connsiteY6488"/>
              </a:cxn>
              <a:cxn ang="0">
                <a:pos x="connsiteX6489" y="connsiteY6489"/>
              </a:cxn>
              <a:cxn ang="0">
                <a:pos x="connsiteX6490" y="connsiteY6490"/>
              </a:cxn>
              <a:cxn ang="0">
                <a:pos x="connsiteX6491" y="connsiteY6491"/>
              </a:cxn>
              <a:cxn ang="0">
                <a:pos x="connsiteX6492" y="connsiteY6492"/>
              </a:cxn>
              <a:cxn ang="0">
                <a:pos x="connsiteX6493" y="connsiteY6493"/>
              </a:cxn>
              <a:cxn ang="0">
                <a:pos x="connsiteX6494" y="connsiteY6494"/>
              </a:cxn>
              <a:cxn ang="0">
                <a:pos x="connsiteX6495" y="connsiteY6495"/>
              </a:cxn>
              <a:cxn ang="0">
                <a:pos x="connsiteX6496" y="connsiteY6496"/>
              </a:cxn>
              <a:cxn ang="0">
                <a:pos x="connsiteX6497" y="connsiteY6497"/>
              </a:cxn>
              <a:cxn ang="0">
                <a:pos x="connsiteX6498" y="connsiteY6498"/>
              </a:cxn>
              <a:cxn ang="0">
                <a:pos x="connsiteX6499" y="connsiteY6499"/>
              </a:cxn>
              <a:cxn ang="0">
                <a:pos x="connsiteX6500" y="connsiteY6500"/>
              </a:cxn>
              <a:cxn ang="0">
                <a:pos x="connsiteX6501" y="connsiteY6501"/>
              </a:cxn>
              <a:cxn ang="0">
                <a:pos x="connsiteX6502" y="connsiteY6502"/>
              </a:cxn>
              <a:cxn ang="0">
                <a:pos x="connsiteX6503" y="connsiteY6503"/>
              </a:cxn>
              <a:cxn ang="0">
                <a:pos x="connsiteX6504" y="connsiteY6504"/>
              </a:cxn>
              <a:cxn ang="0">
                <a:pos x="connsiteX6505" y="connsiteY6505"/>
              </a:cxn>
              <a:cxn ang="0">
                <a:pos x="connsiteX6506" y="connsiteY6506"/>
              </a:cxn>
              <a:cxn ang="0">
                <a:pos x="connsiteX6507" y="connsiteY6507"/>
              </a:cxn>
              <a:cxn ang="0">
                <a:pos x="connsiteX6508" y="connsiteY6508"/>
              </a:cxn>
              <a:cxn ang="0">
                <a:pos x="connsiteX6509" y="connsiteY6509"/>
              </a:cxn>
              <a:cxn ang="0">
                <a:pos x="connsiteX6510" y="connsiteY6510"/>
              </a:cxn>
              <a:cxn ang="0">
                <a:pos x="connsiteX6511" y="connsiteY6511"/>
              </a:cxn>
              <a:cxn ang="0">
                <a:pos x="connsiteX6512" y="connsiteY6512"/>
              </a:cxn>
              <a:cxn ang="0">
                <a:pos x="connsiteX6513" y="connsiteY6513"/>
              </a:cxn>
              <a:cxn ang="0">
                <a:pos x="connsiteX6514" y="connsiteY6514"/>
              </a:cxn>
              <a:cxn ang="0">
                <a:pos x="connsiteX6515" y="connsiteY6515"/>
              </a:cxn>
              <a:cxn ang="0">
                <a:pos x="connsiteX6516" y="connsiteY6516"/>
              </a:cxn>
              <a:cxn ang="0">
                <a:pos x="connsiteX6517" y="connsiteY6517"/>
              </a:cxn>
              <a:cxn ang="0">
                <a:pos x="connsiteX6518" y="connsiteY6518"/>
              </a:cxn>
              <a:cxn ang="0">
                <a:pos x="connsiteX6519" y="connsiteY6519"/>
              </a:cxn>
              <a:cxn ang="0">
                <a:pos x="connsiteX6520" y="connsiteY6520"/>
              </a:cxn>
              <a:cxn ang="0">
                <a:pos x="connsiteX6521" y="connsiteY6521"/>
              </a:cxn>
              <a:cxn ang="0">
                <a:pos x="connsiteX6522" y="connsiteY6522"/>
              </a:cxn>
              <a:cxn ang="0">
                <a:pos x="connsiteX6523" y="connsiteY6523"/>
              </a:cxn>
              <a:cxn ang="0">
                <a:pos x="connsiteX6524" y="connsiteY6524"/>
              </a:cxn>
              <a:cxn ang="0">
                <a:pos x="connsiteX6525" y="connsiteY6525"/>
              </a:cxn>
              <a:cxn ang="0">
                <a:pos x="connsiteX6526" y="connsiteY6526"/>
              </a:cxn>
              <a:cxn ang="0">
                <a:pos x="connsiteX6527" y="connsiteY6527"/>
              </a:cxn>
              <a:cxn ang="0">
                <a:pos x="connsiteX6528" y="connsiteY6528"/>
              </a:cxn>
              <a:cxn ang="0">
                <a:pos x="connsiteX6529" y="connsiteY6529"/>
              </a:cxn>
              <a:cxn ang="0">
                <a:pos x="connsiteX6530" y="connsiteY6530"/>
              </a:cxn>
              <a:cxn ang="0">
                <a:pos x="connsiteX6531" y="connsiteY6531"/>
              </a:cxn>
              <a:cxn ang="0">
                <a:pos x="connsiteX6532" y="connsiteY6532"/>
              </a:cxn>
              <a:cxn ang="0">
                <a:pos x="connsiteX6533" y="connsiteY6533"/>
              </a:cxn>
              <a:cxn ang="0">
                <a:pos x="connsiteX6534" y="connsiteY6534"/>
              </a:cxn>
              <a:cxn ang="0">
                <a:pos x="connsiteX6535" y="connsiteY6535"/>
              </a:cxn>
              <a:cxn ang="0">
                <a:pos x="connsiteX6536" y="connsiteY6536"/>
              </a:cxn>
              <a:cxn ang="0">
                <a:pos x="connsiteX6537" y="connsiteY6537"/>
              </a:cxn>
              <a:cxn ang="0">
                <a:pos x="connsiteX6538" y="connsiteY6538"/>
              </a:cxn>
              <a:cxn ang="0">
                <a:pos x="connsiteX6539" y="connsiteY6539"/>
              </a:cxn>
              <a:cxn ang="0">
                <a:pos x="connsiteX6540" y="connsiteY6540"/>
              </a:cxn>
              <a:cxn ang="0">
                <a:pos x="connsiteX6541" y="connsiteY6541"/>
              </a:cxn>
              <a:cxn ang="0">
                <a:pos x="connsiteX6542" y="connsiteY6542"/>
              </a:cxn>
              <a:cxn ang="0">
                <a:pos x="connsiteX6543" y="connsiteY6543"/>
              </a:cxn>
              <a:cxn ang="0">
                <a:pos x="connsiteX6544" y="connsiteY6544"/>
              </a:cxn>
              <a:cxn ang="0">
                <a:pos x="connsiteX6545" y="connsiteY6545"/>
              </a:cxn>
              <a:cxn ang="0">
                <a:pos x="connsiteX6546" y="connsiteY6546"/>
              </a:cxn>
              <a:cxn ang="0">
                <a:pos x="connsiteX6547" y="connsiteY6547"/>
              </a:cxn>
              <a:cxn ang="0">
                <a:pos x="connsiteX6548" y="connsiteY6548"/>
              </a:cxn>
              <a:cxn ang="0">
                <a:pos x="connsiteX6549" y="connsiteY6549"/>
              </a:cxn>
              <a:cxn ang="0">
                <a:pos x="connsiteX6550" y="connsiteY6550"/>
              </a:cxn>
              <a:cxn ang="0">
                <a:pos x="connsiteX6551" y="connsiteY6551"/>
              </a:cxn>
              <a:cxn ang="0">
                <a:pos x="connsiteX6552" y="connsiteY6552"/>
              </a:cxn>
              <a:cxn ang="0">
                <a:pos x="connsiteX6553" y="connsiteY6553"/>
              </a:cxn>
              <a:cxn ang="0">
                <a:pos x="connsiteX6554" y="connsiteY6554"/>
              </a:cxn>
              <a:cxn ang="0">
                <a:pos x="connsiteX6555" y="connsiteY6555"/>
              </a:cxn>
              <a:cxn ang="0">
                <a:pos x="connsiteX6556" y="connsiteY6556"/>
              </a:cxn>
              <a:cxn ang="0">
                <a:pos x="connsiteX6557" y="connsiteY6557"/>
              </a:cxn>
              <a:cxn ang="0">
                <a:pos x="connsiteX6558" y="connsiteY6558"/>
              </a:cxn>
              <a:cxn ang="0">
                <a:pos x="connsiteX6559" y="connsiteY6559"/>
              </a:cxn>
              <a:cxn ang="0">
                <a:pos x="connsiteX6560" y="connsiteY6560"/>
              </a:cxn>
              <a:cxn ang="0">
                <a:pos x="connsiteX6561" y="connsiteY6561"/>
              </a:cxn>
              <a:cxn ang="0">
                <a:pos x="connsiteX6562" y="connsiteY6562"/>
              </a:cxn>
              <a:cxn ang="0">
                <a:pos x="connsiteX6563" y="connsiteY6563"/>
              </a:cxn>
              <a:cxn ang="0">
                <a:pos x="connsiteX6564" y="connsiteY6564"/>
              </a:cxn>
              <a:cxn ang="0">
                <a:pos x="connsiteX6565" y="connsiteY6565"/>
              </a:cxn>
              <a:cxn ang="0">
                <a:pos x="connsiteX6566" y="connsiteY6566"/>
              </a:cxn>
              <a:cxn ang="0">
                <a:pos x="connsiteX6567" y="connsiteY6567"/>
              </a:cxn>
              <a:cxn ang="0">
                <a:pos x="connsiteX6568" y="connsiteY6568"/>
              </a:cxn>
              <a:cxn ang="0">
                <a:pos x="connsiteX6569" y="connsiteY6569"/>
              </a:cxn>
              <a:cxn ang="0">
                <a:pos x="connsiteX6570" y="connsiteY6570"/>
              </a:cxn>
              <a:cxn ang="0">
                <a:pos x="connsiteX6571" y="connsiteY6571"/>
              </a:cxn>
              <a:cxn ang="0">
                <a:pos x="connsiteX6572" y="connsiteY6572"/>
              </a:cxn>
              <a:cxn ang="0">
                <a:pos x="connsiteX6573" y="connsiteY6573"/>
              </a:cxn>
              <a:cxn ang="0">
                <a:pos x="connsiteX6574" y="connsiteY6574"/>
              </a:cxn>
              <a:cxn ang="0">
                <a:pos x="connsiteX6575" y="connsiteY6575"/>
              </a:cxn>
              <a:cxn ang="0">
                <a:pos x="connsiteX6576" y="connsiteY6576"/>
              </a:cxn>
              <a:cxn ang="0">
                <a:pos x="connsiteX6577" y="connsiteY6577"/>
              </a:cxn>
              <a:cxn ang="0">
                <a:pos x="connsiteX6578" y="connsiteY6578"/>
              </a:cxn>
              <a:cxn ang="0">
                <a:pos x="connsiteX6579" y="connsiteY6579"/>
              </a:cxn>
              <a:cxn ang="0">
                <a:pos x="connsiteX6580" y="connsiteY6580"/>
              </a:cxn>
              <a:cxn ang="0">
                <a:pos x="connsiteX6581" y="connsiteY6581"/>
              </a:cxn>
              <a:cxn ang="0">
                <a:pos x="connsiteX6582" y="connsiteY6582"/>
              </a:cxn>
              <a:cxn ang="0">
                <a:pos x="connsiteX6583" y="connsiteY6583"/>
              </a:cxn>
              <a:cxn ang="0">
                <a:pos x="connsiteX6584" y="connsiteY6584"/>
              </a:cxn>
              <a:cxn ang="0">
                <a:pos x="connsiteX6585" y="connsiteY6585"/>
              </a:cxn>
              <a:cxn ang="0">
                <a:pos x="connsiteX6586" y="connsiteY6586"/>
              </a:cxn>
              <a:cxn ang="0">
                <a:pos x="connsiteX6587" y="connsiteY6587"/>
              </a:cxn>
              <a:cxn ang="0">
                <a:pos x="connsiteX6588" y="connsiteY6588"/>
              </a:cxn>
              <a:cxn ang="0">
                <a:pos x="connsiteX6589" y="connsiteY6589"/>
              </a:cxn>
              <a:cxn ang="0">
                <a:pos x="connsiteX6590" y="connsiteY6590"/>
              </a:cxn>
              <a:cxn ang="0">
                <a:pos x="connsiteX6591" y="connsiteY6591"/>
              </a:cxn>
              <a:cxn ang="0">
                <a:pos x="connsiteX6592" y="connsiteY6592"/>
              </a:cxn>
              <a:cxn ang="0">
                <a:pos x="connsiteX6593" y="connsiteY6593"/>
              </a:cxn>
              <a:cxn ang="0">
                <a:pos x="connsiteX6594" y="connsiteY6594"/>
              </a:cxn>
              <a:cxn ang="0">
                <a:pos x="connsiteX6595" y="connsiteY6595"/>
              </a:cxn>
              <a:cxn ang="0">
                <a:pos x="connsiteX6596" y="connsiteY6596"/>
              </a:cxn>
              <a:cxn ang="0">
                <a:pos x="connsiteX6597" y="connsiteY6597"/>
              </a:cxn>
              <a:cxn ang="0">
                <a:pos x="connsiteX6598" y="connsiteY6598"/>
              </a:cxn>
              <a:cxn ang="0">
                <a:pos x="connsiteX6599" y="connsiteY6599"/>
              </a:cxn>
              <a:cxn ang="0">
                <a:pos x="connsiteX6600" y="connsiteY6600"/>
              </a:cxn>
              <a:cxn ang="0">
                <a:pos x="connsiteX6601" y="connsiteY6601"/>
              </a:cxn>
              <a:cxn ang="0">
                <a:pos x="connsiteX6602" y="connsiteY6602"/>
              </a:cxn>
              <a:cxn ang="0">
                <a:pos x="connsiteX6603" y="connsiteY6603"/>
              </a:cxn>
              <a:cxn ang="0">
                <a:pos x="connsiteX6604" y="connsiteY6604"/>
              </a:cxn>
              <a:cxn ang="0">
                <a:pos x="connsiteX6605" y="connsiteY6605"/>
              </a:cxn>
              <a:cxn ang="0">
                <a:pos x="connsiteX6606" y="connsiteY6606"/>
              </a:cxn>
              <a:cxn ang="0">
                <a:pos x="connsiteX6607" y="connsiteY6607"/>
              </a:cxn>
              <a:cxn ang="0">
                <a:pos x="connsiteX6608" y="connsiteY6608"/>
              </a:cxn>
              <a:cxn ang="0">
                <a:pos x="connsiteX6609" y="connsiteY6609"/>
              </a:cxn>
              <a:cxn ang="0">
                <a:pos x="connsiteX6610" y="connsiteY6610"/>
              </a:cxn>
              <a:cxn ang="0">
                <a:pos x="connsiteX6611" y="connsiteY6611"/>
              </a:cxn>
              <a:cxn ang="0">
                <a:pos x="connsiteX6612" y="connsiteY6612"/>
              </a:cxn>
              <a:cxn ang="0">
                <a:pos x="connsiteX6613" y="connsiteY6613"/>
              </a:cxn>
              <a:cxn ang="0">
                <a:pos x="connsiteX6614" y="connsiteY6614"/>
              </a:cxn>
              <a:cxn ang="0">
                <a:pos x="connsiteX6615" y="connsiteY6615"/>
              </a:cxn>
              <a:cxn ang="0">
                <a:pos x="connsiteX6616" y="connsiteY6616"/>
              </a:cxn>
              <a:cxn ang="0">
                <a:pos x="connsiteX6617" y="connsiteY6617"/>
              </a:cxn>
              <a:cxn ang="0">
                <a:pos x="connsiteX6618" y="connsiteY6618"/>
              </a:cxn>
              <a:cxn ang="0">
                <a:pos x="connsiteX6619" y="connsiteY6619"/>
              </a:cxn>
              <a:cxn ang="0">
                <a:pos x="connsiteX6620" y="connsiteY6620"/>
              </a:cxn>
              <a:cxn ang="0">
                <a:pos x="connsiteX6621" y="connsiteY6621"/>
              </a:cxn>
              <a:cxn ang="0">
                <a:pos x="connsiteX6622" y="connsiteY6622"/>
              </a:cxn>
              <a:cxn ang="0">
                <a:pos x="connsiteX6623" y="connsiteY6623"/>
              </a:cxn>
              <a:cxn ang="0">
                <a:pos x="connsiteX6624" y="connsiteY6624"/>
              </a:cxn>
              <a:cxn ang="0">
                <a:pos x="connsiteX6625" y="connsiteY6625"/>
              </a:cxn>
              <a:cxn ang="0">
                <a:pos x="connsiteX6626" y="connsiteY6626"/>
              </a:cxn>
              <a:cxn ang="0">
                <a:pos x="connsiteX6627" y="connsiteY6627"/>
              </a:cxn>
              <a:cxn ang="0">
                <a:pos x="connsiteX6628" y="connsiteY6628"/>
              </a:cxn>
              <a:cxn ang="0">
                <a:pos x="connsiteX6629" y="connsiteY6629"/>
              </a:cxn>
              <a:cxn ang="0">
                <a:pos x="connsiteX6630" y="connsiteY6630"/>
              </a:cxn>
              <a:cxn ang="0">
                <a:pos x="connsiteX6631" y="connsiteY6631"/>
              </a:cxn>
              <a:cxn ang="0">
                <a:pos x="connsiteX6632" y="connsiteY6632"/>
              </a:cxn>
              <a:cxn ang="0">
                <a:pos x="connsiteX6633" y="connsiteY6633"/>
              </a:cxn>
              <a:cxn ang="0">
                <a:pos x="connsiteX6634" y="connsiteY6634"/>
              </a:cxn>
              <a:cxn ang="0">
                <a:pos x="connsiteX6635" y="connsiteY6635"/>
              </a:cxn>
              <a:cxn ang="0">
                <a:pos x="connsiteX6636" y="connsiteY6636"/>
              </a:cxn>
              <a:cxn ang="0">
                <a:pos x="connsiteX6637" y="connsiteY6637"/>
              </a:cxn>
              <a:cxn ang="0">
                <a:pos x="connsiteX6638" y="connsiteY6638"/>
              </a:cxn>
              <a:cxn ang="0">
                <a:pos x="connsiteX6639" y="connsiteY6639"/>
              </a:cxn>
              <a:cxn ang="0">
                <a:pos x="connsiteX6640" y="connsiteY6640"/>
              </a:cxn>
              <a:cxn ang="0">
                <a:pos x="connsiteX6641" y="connsiteY6641"/>
              </a:cxn>
              <a:cxn ang="0">
                <a:pos x="connsiteX6642" y="connsiteY6642"/>
              </a:cxn>
              <a:cxn ang="0">
                <a:pos x="connsiteX6643" y="connsiteY6643"/>
              </a:cxn>
              <a:cxn ang="0">
                <a:pos x="connsiteX6644" y="connsiteY6644"/>
              </a:cxn>
              <a:cxn ang="0">
                <a:pos x="connsiteX6645" y="connsiteY6645"/>
              </a:cxn>
              <a:cxn ang="0">
                <a:pos x="connsiteX6646" y="connsiteY6646"/>
              </a:cxn>
              <a:cxn ang="0">
                <a:pos x="connsiteX6647" y="connsiteY6647"/>
              </a:cxn>
              <a:cxn ang="0">
                <a:pos x="connsiteX6648" y="connsiteY6648"/>
              </a:cxn>
              <a:cxn ang="0">
                <a:pos x="connsiteX6649" y="connsiteY6649"/>
              </a:cxn>
              <a:cxn ang="0">
                <a:pos x="connsiteX6650" y="connsiteY6650"/>
              </a:cxn>
              <a:cxn ang="0">
                <a:pos x="connsiteX6651" y="connsiteY6651"/>
              </a:cxn>
              <a:cxn ang="0">
                <a:pos x="connsiteX6652" y="connsiteY6652"/>
              </a:cxn>
              <a:cxn ang="0">
                <a:pos x="connsiteX6653" y="connsiteY6653"/>
              </a:cxn>
              <a:cxn ang="0">
                <a:pos x="connsiteX6654" y="connsiteY6654"/>
              </a:cxn>
              <a:cxn ang="0">
                <a:pos x="connsiteX6655" y="connsiteY6655"/>
              </a:cxn>
              <a:cxn ang="0">
                <a:pos x="connsiteX6656" y="connsiteY6656"/>
              </a:cxn>
              <a:cxn ang="0">
                <a:pos x="connsiteX6657" y="connsiteY6657"/>
              </a:cxn>
              <a:cxn ang="0">
                <a:pos x="connsiteX6658" y="connsiteY6658"/>
              </a:cxn>
              <a:cxn ang="0">
                <a:pos x="connsiteX6659" y="connsiteY6659"/>
              </a:cxn>
              <a:cxn ang="0">
                <a:pos x="connsiteX6660" y="connsiteY6660"/>
              </a:cxn>
              <a:cxn ang="0">
                <a:pos x="connsiteX6661" y="connsiteY6661"/>
              </a:cxn>
              <a:cxn ang="0">
                <a:pos x="connsiteX6662" y="connsiteY6662"/>
              </a:cxn>
              <a:cxn ang="0">
                <a:pos x="connsiteX6663" y="connsiteY6663"/>
              </a:cxn>
              <a:cxn ang="0">
                <a:pos x="connsiteX6664" y="connsiteY6664"/>
              </a:cxn>
              <a:cxn ang="0">
                <a:pos x="connsiteX6665" y="connsiteY6665"/>
              </a:cxn>
              <a:cxn ang="0">
                <a:pos x="connsiteX6666" y="connsiteY6666"/>
              </a:cxn>
              <a:cxn ang="0">
                <a:pos x="connsiteX6667" y="connsiteY6667"/>
              </a:cxn>
              <a:cxn ang="0">
                <a:pos x="connsiteX6668" y="connsiteY6668"/>
              </a:cxn>
              <a:cxn ang="0">
                <a:pos x="connsiteX6669" y="connsiteY6669"/>
              </a:cxn>
              <a:cxn ang="0">
                <a:pos x="connsiteX6670" y="connsiteY6670"/>
              </a:cxn>
              <a:cxn ang="0">
                <a:pos x="connsiteX6671" y="connsiteY6671"/>
              </a:cxn>
              <a:cxn ang="0">
                <a:pos x="connsiteX6672" y="connsiteY6672"/>
              </a:cxn>
              <a:cxn ang="0">
                <a:pos x="connsiteX6673" y="connsiteY6673"/>
              </a:cxn>
              <a:cxn ang="0">
                <a:pos x="connsiteX6674" y="connsiteY6674"/>
              </a:cxn>
              <a:cxn ang="0">
                <a:pos x="connsiteX6675" y="connsiteY6675"/>
              </a:cxn>
              <a:cxn ang="0">
                <a:pos x="connsiteX6676" y="connsiteY6676"/>
              </a:cxn>
              <a:cxn ang="0">
                <a:pos x="connsiteX6677" y="connsiteY6677"/>
              </a:cxn>
              <a:cxn ang="0">
                <a:pos x="connsiteX6678" y="connsiteY6678"/>
              </a:cxn>
              <a:cxn ang="0">
                <a:pos x="connsiteX6679" y="connsiteY6679"/>
              </a:cxn>
              <a:cxn ang="0">
                <a:pos x="connsiteX6680" y="connsiteY6680"/>
              </a:cxn>
              <a:cxn ang="0">
                <a:pos x="connsiteX6681" y="connsiteY6681"/>
              </a:cxn>
              <a:cxn ang="0">
                <a:pos x="connsiteX6682" y="connsiteY6682"/>
              </a:cxn>
              <a:cxn ang="0">
                <a:pos x="connsiteX6683" y="connsiteY6683"/>
              </a:cxn>
              <a:cxn ang="0">
                <a:pos x="connsiteX6684" y="connsiteY6684"/>
              </a:cxn>
              <a:cxn ang="0">
                <a:pos x="connsiteX6685" y="connsiteY6685"/>
              </a:cxn>
              <a:cxn ang="0">
                <a:pos x="connsiteX6686" y="connsiteY6686"/>
              </a:cxn>
              <a:cxn ang="0">
                <a:pos x="connsiteX6687" y="connsiteY6687"/>
              </a:cxn>
              <a:cxn ang="0">
                <a:pos x="connsiteX6688" y="connsiteY6688"/>
              </a:cxn>
              <a:cxn ang="0">
                <a:pos x="connsiteX6689" y="connsiteY6689"/>
              </a:cxn>
              <a:cxn ang="0">
                <a:pos x="connsiteX6690" y="connsiteY6690"/>
              </a:cxn>
              <a:cxn ang="0">
                <a:pos x="connsiteX6691" y="connsiteY6691"/>
              </a:cxn>
              <a:cxn ang="0">
                <a:pos x="connsiteX6692" y="connsiteY6692"/>
              </a:cxn>
              <a:cxn ang="0">
                <a:pos x="connsiteX6693" y="connsiteY6693"/>
              </a:cxn>
              <a:cxn ang="0">
                <a:pos x="connsiteX6694" y="connsiteY6694"/>
              </a:cxn>
              <a:cxn ang="0">
                <a:pos x="connsiteX6695" y="connsiteY6695"/>
              </a:cxn>
              <a:cxn ang="0">
                <a:pos x="connsiteX6696" y="connsiteY6696"/>
              </a:cxn>
              <a:cxn ang="0">
                <a:pos x="connsiteX6697" y="connsiteY6697"/>
              </a:cxn>
              <a:cxn ang="0">
                <a:pos x="connsiteX6698" y="connsiteY6698"/>
              </a:cxn>
              <a:cxn ang="0">
                <a:pos x="connsiteX6699" y="connsiteY6699"/>
              </a:cxn>
              <a:cxn ang="0">
                <a:pos x="connsiteX6700" y="connsiteY6700"/>
              </a:cxn>
              <a:cxn ang="0">
                <a:pos x="connsiteX6701" y="connsiteY6701"/>
              </a:cxn>
              <a:cxn ang="0">
                <a:pos x="connsiteX6702" y="connsiteY6702"/>
              </a:cxn>
              <a:cxn ang="0">
                <a:pos x="connsiteX6703" y="connsiteY6703"/>
              </a:cxn>
              <a:cxn ang="0">
                <a:pos x="connsiteX6704" y="connsiteY6704"/>
              </a:cxn>
              <a:cxn ang="0">
                <a:pos x="connsiteX6705" y="connsiteY6705"/>
              </a:cxn>
              <a:cxn ang="0">
                <a:pos x="connsiteX6706" y="connsiteY6706"/>
              </a:cxn>
              <a:cxn ang="0">
                <a:pos x="connsiteX6707" y="connsiteY6707"/>
              </a:cxn>
              <a:cxn ang="0">
                <a:pos x="connsiteX6708" y="connsiteY6708"/>
              </a:cxn>
              <a:cxn ang="0">
                <a:pos x="connsiteX6709" y="connsiteY6709"/>
              </a:cxn>
              <a:cxn ang="0">
                <a:pos x="connsiteX6710" y="connsiteY6710"/>
              </a:cxn>
              <a:cxn ang="0">
                <a:pos x="connsiteX6711" y="connsiteY6711"/>
              </a:cxn>
              <a:cxn ang="0">
                <a:pos x="connsiteX6712" y="connsiteY6712"/>
              </a:cxn>
              <a:cxn ang="0">
                <a:pos x="connsiteX6713" y="connsiteY6713"/>
              </a:cxn>
              <a:cxn ang="0">
                <a:pos x="connsiteX6714" y="connsiteY6714"/>
              </a:cxn>
              <a:cxn ang="0">
                <a:pos x="connsiteX6715" y="connsiteY6715"/>
              </a:cxn>
              <a:cxn ang="0">
                <a:pos x="connsiteX6716" y="connsiteY6716"/>
              </a:cxn>
              <a:cxn ang="0">
                <a:pos x="connsiteX6717" y="connsiteY6717"/>
              </a:cxn>
              <a:cxn ang="0">
                <a:pos x="connsiteX6718" y="connsiteY6718"/>
              </a:cxn>
              <a:cxn ang="0">
                <a:pos x="connsiteX6719" y="connsiteY6719"/>
              </a:cxn>
              <a:cxn ang="0">
                <a:pos x="connsiteX6720" y="connsiteY6720"/>
              </a:cxn>
              <a:cxn ang="0">
                <a:pos x="connsiteX6721" y="connsiteY6721"/>
              </a:cxn>
              <a:cxn ang="0">
                <a:pos x="connsiteX6722" y="connsiteY6722"/>
              </a:cxn>
              <a:cxn ang="0">
                <a:pos x="connsiteX6723" y="connsiteY6723"/>
              </a:cxn>
              <a:cxn ang="0">
                <a:pos x="connsiteX6724" y="connsiteY6724"/>
              </a:cxn>
              <a:cxn ang="0">
                <a:pos x="connsiteX6725" y="connsiteY6725"/>
              </a:cxn>
              <a:cxn ang="0">
                <a:pos x="connsiteX6726" y="connsiteY6726"/>
              </a:cxn>
              <a:cxn ang="0">
                <a:pos x="connsiteX6727" y="connsiteY6727"/>
              </a:cxn>
              <a:cxn ang="0">
                <a:pos x="connsiteX6728" y="connsiteY6728"/>
              </a:cxn>
              <a:cxn ang="0">
                <a:pos x="connsiteX6729" y="connsiteY6729"/>
              </a:cxn>
              <a:cxn ang="0">
                <a:pos x="connsiteX6730" y="connsiteY6730"/>
              </a:cxn>
              <a:cxn ang="0">
                <a:pos x="connsiteX6731" y="connsiteY6731"/>
              </a:cxn>
              <a:cxn ang="0">
                <a:pos x="connsiteX6732" y="connsiteY6732"/>
              </a:cxn>
              <a:cxn ang="0">
                <a:pos x="connsiteX6733" y="connsiteY6733"/>
              </a:cxn>
              <a:cxn ang="0">
                <a:pos x="connsiteX6734" y="connsiteY6734"/>
              </a:cxn>
              <a:cxn ang="0">
                <a:pos x="connsiteX6735" y="connsiteY6735"/>
              </a:cxn>
              <a:cxn ang="0">
                <a:pos x="connsiteX6736" y="connsiteY6736"/>
              </a:cxn>
              <a:cxn ang="0">
                <a:pos x="connsiteX6737" y="connsiteY6737"/>
              </a:cxn>
              <a:cxn ang="0">
                <a:pos x="connsiteX6738" y="connsiteY6738"/>
              </a:cxn>
              <a:cxn ang="0">
                <a:pos x="connsiteX6739" y="connsiteY6739"/>
              </a:cxn>
              <a:cxn ang="0">
                <a:pos x="connsiteX6740" y="connsiteY6740"/>
              </a:cxn>
              <a:cxn ang="0">
                <a:pos x="connsiteX6741" y="connsiteY6741"/>
              </a:cxn>
              <a:cxn ang="0">
                <a:pos x="connsiteX6742" y="connsiteY6742"/>
              </a:cxn>
              <a:cxn ang="0">
                <a:pos x="connsiteX6743" y="connsiteY6743"/>
              </a:cxn>
              <a:cxn ang="0">
                <a:pos x="connsiteX6744" y="connsiteY6744"/>
              </a:cxn>
              <a:cxn ang="0">
                <a:pos x="connsiteX6745" y="connsiteY6745"/>
              </a:cxn>
              <a:cxn ang="0">
                <a:pos x="connsiteX6746" y="connsiteY6746"/>
              </a:cxn>
              <a:cxn ang="0">
                <a:pos x="connsiteX6747" y="connsiteY6747"/>
              </a:cxn>
            </a:cxnLst>
            <a:rect l="l" t="t" r="r" b="b"/>
            <a:pathLst>
              <a:path w="6501199" h="6382977">
                <a:moveTo>
                  <a:pt x="1776545" y="6193964"/>
                </a:moveTo>
                <a:cubicBezTo>
                  <a:pt x="1774385" y="6200804"/>
                  <a:pt x="1779065" y="6214486"/>
                  <a:pt x="1788065" y="6217006"/>
                </a:cubicBezTo>
                <a:cubicBezTo>
                  <a:pt x="1797065" y="6210165"/>
                  <a:pt x="1783385" y="6196484"/>
                  <a:pt x="1776545" y="6193964"/>
                </a:cubicBezTo>
                <a:close/>
                <a:moveTo>
                  <a:pt x="1428422" y="5800457"/>
                </a:moveTo>
                <a:cubicBezTo>
                  <a:pt x="1415101" y="5805138"/>
                  <a:pt x="1421941" y="5811978"/>
                  <a:pt x="1417261" y="5816298"/>
                </a:cubicBezTo>
                <a:cubicBezTo>
                  <a:pt x="1424101" y="5816298"/>
                  <a:pt x="1428422" y="5825658"/>
                  <a:pt x="1437782" y="5818818"/>
                </a:cubicBezTo>
                <a:cubicBezTo>
                  <a:pt x="1428422" y="5811978"/>
                  <a:pt x="1433102" y="5807298"/>
                  <a:pt x="1428422" y="5800457"/>
                </a:cubicBezTo>
                <a:close/>
                <a:moveTo>
                  <a:pt x="1974546" y="5798297"/>
                </a:moveTo>
                <a:cubicBezTo>
                  <a:pt x="1965546" y="5800457"/>
                  <a:pt x="1970226" y="5823138"/>
                  <a:pt x="1981386" y="5811978"/>
                </a:cubicBezTo>
                <a:cubicBezTo>
                  <a:pt x="1974546" y="5811978"/>
                  <a:pt x="1974546" y="5809458"/>
                  <a:pt x="1983546" y="5802977"/>
                </a:cubicBezTo>
                <a:cubicBezTo>
                  <a:pt x="1981386" y="5802977"/>
                  <a:pt x="1977066" y="5800457"/>
                  <a:pt x="1974546" y="5798297"/>
                </a:cubicBezTo>
                <a:close/>
                <a:moveTo>
                  <a:pt x="1951866" y="5791456"/>
                </a:moveTo>
                <a:cubicBezTo>
                  <a:pt x="1940346" y="5791456"/>
                  <a:pt x="1938186" y="5805138"/>
                  <a:pt x="1942866" y="5811978"/>
                </a:cubicBezTo>
                <a:cubicBezTo>
                  <a:pt x="1931346" y="5816298"/>
                  <a:pt x="1942866" y="5798297"/>
                  <a:pt x="1929186" y="5805138"/>
                </a:cubicBezTo>
                <a:cubicBezTo>
                  <a:pt x="1915506" y="5820978"/>
                  <a:pt x="1947186" y="5841500"/>
                  <a:pt x="1924506" y="5855181"/>
                </a:cubicBezTo>
                <a:cubicBezTo>
                  <a:pt x="1936026" y="5868862"/>
                  <a:pt x="1963386" y="5873182"/>
                  <a:pt x="1972386" y="5855181"/>
                </a:cubicBezTo>
                <a:cubicBezTo>
                  <a:pt x="1960866" y="5857341"/>
                  <a:pt x="1947186" y="5864182"/>
                  <a:pt x="1940346" y="5850500"/>
                </a:cubicBezTo>
                <a:cubicBezTo>
                  <a:pt x="1956546" y="5848340"/>
                  <a:pt x="1956546" y="5845820"/>
                  <a:pt x="1970226" y="5839340"/>
                </a:cubicBezTo>
                <a:cubicBezTo>
                  <a:pt x="1963386" y="5834660"/>
                  <a:pt x="1958706" y="5827819"/>
                  <a:pt x="1972386" y="5823138"/>
                </a:cubicBezTo>
                <a:cubicBezTo>
                  <a:pt x="1956546" y="5809458"/>
                  <a:pt x="1954026" y="5807298"/>
                  <a:pt x="1951866" y="5791456"/>
                </a:cubicBezTo>
                <a:close/>
                <a:moveTo>
                  <a:pt x="1933506" y="5782456"/>
                </a:moveTo>
                <a:cubicBezTo>
                  <a:pt x="1922346" y="5786776"/>
                  <a:pt x="1924506" y="5793616"/>
                  <a:pt x="1929186" y="5800457"/>
                </a:cubicBezTo>
                <a:cubicBezTo>
                  <a:pt x="1938186" y="5796136"/>
                  <a:pt x="1938186" y="5789296"/>
                  <a:pt x="1933506" y="5782456"/>
                </a:cubicBezTo>
                <a:close/>
                <a:moveTo>
                  <a:pt x="1653783" y="5770935"/>
                </a:moveTo>
                <a:cubicBezTo>
                  <a:pt x="1642623" y="5777776"/>
                  <a:pt x="1649463" y="5789296"/>
                  <a:pt x="1658463" y="5789296"/>
                </a:cubicBezTo>
                <a:cubicBezTo>
                  <a:pt x="1672143" y="5779936"/>
                  <a:pt x="1660623" y="5782456"/>
                  <a:pt x="1653783" y="5770935"/>
                </a:cubicBezTo>
                <a:close/>
                <a:moveTo>
                  <a:pt x="1681143" y="5750414"/>
                </a:moveTo>
                <a:cubicBezTo>
                  <a:pt x="1674303" y="5750414"/>
                  <a:pt x="1662783" y="5752574"/>
                  <a:pt x="1662783" y="5759414"/>
                </a:cubicBezTo>
                <a:cubicBezTo>
                  <a:pt x="1681143" y="5755094"/>
                  <a:pt x="1676463" y="5766254"/>
                  <a:pt x="1676463" y="5777776"/>
                </a:cubicBezTo>
                <a:cubicBezTo>
                  <a:pt x="1681143" y="5775616"/>
                  <a:pt x="1683303" y="5773095"/>
                  <a:pt x="1681143" y="5770935"/>
                </a:cubicBezTo>
                <a:cubicBezTo>
                  <a:pt x="1687984" y="5768775"/>
                  <a:pt x="1692304" y="5777776"/>
                  <a:pt x="1699144" y="5768775"/>
                </a:cubicBezTo>
                <a:cubicBezTo>
                  <a:pt x="1694824" y="5764094"/>
                  <a:pt x="1676463" y="5757254"/>
                  <a:pt x="1681143" y="5750414"/>
                </a:cubicBezTo>
                <a:close/>
                <a:moveTo>
                  <a:pt x="1947186" y="5718732"/>
                </a:moveTo>
                <a:cubicBezTo>
                  <a:pt x="1936026" y="5729892"/>
                  <a:pt x="1940346" y="5741413"/>
                  <a:pt x="1945026" y="5755094"/>
                </a:cubicBezTo>
                <a:cubicBezTo>
                  <a:pt x="1958706" y="5743573"/>
                  <a:pt x="1945026" y="5729892"/>
                  <a:pt x="1947186" y="5718732"/>
                </a:cubicBezTo>
                <a:close/>
                <a:moveTo>
                  <a:pt x="1967706" y="5673008"/>
                </a:moveTo>
                <a:cubicBezTo>
                  <a:pt x="1956546" y="5677688"/>
                  <a:pt x="1972386" y="5684529"/>
                  <a:pt x="1963386" y="5689210"/>
                </a:cubicBezTo>
                <a:cubicBezTo>
                  <a:pt x="1972386" y="5696050"/>
                  <a:pt x="1979226" y="5679848"/>
                  <a:pt x="1967706" y="5673008"/>
                </a:cubicBezTo>
                <a:close/>
                <a:moveTo>
                  <a:pt x="1467302" y="5581922"/>
                </a:moveTo>
                <a:cubicBezTo>
                  <a:pt x="1467302" y="5581922"/>
                  <a:pt x="1467302" y="5581922"/>
                  <a:pt x="1453622" y="5591282"/>
                </a:cubicBezTo>
                <a:cubicBezTo>
                  <a:pt x="1474142" y="5602444"/>
                  <a:pt x="1476302" y="5622965"/>
                  <a:pt x="1485662" y="5643486"/>
                </a:cubicBezTo>
                <a:cubicBezTo>
                  <a:pt x="1501502" y="5618644"/>
                  <a:pt x="1469462" y="5598123"/>
                  <a:pt x="1467302" y="5581922"/>
                </a:cubicBezTo>
                <a:close/>
                <a:moveTo>
                  <a:pt x="2454663" y="5568266"/>
                </a:moveTo>
                <a:cubicBezTo>
                  <a:pt x="2452491" y="5579296"/>
                  <a:pt x="2447784" y="5586056"/>
                  <a:pt x="2434388" y="5583921"/>
                </a:cubicBezTo>
                <a:cubicBezTo>
                  <a:pt x="2436561" y="5572535"/>
                  <a:pt x="2441267" y="5565775"/>
                  <a:pt x="2454663" y="5568266"/>
                </a:cubicBezTo>
                <a:close/>
                <a:moveTo>
                  <a:pt x="2549669" y="5543550"/>
                </a:moveTo>
                <a:cubicBezTo>
                  <a:pt x="2572144" y="5548136"/>
                  <a:pt x="2563225" y="5554839"/>
                  <a:pt x="2558587" y="5572478"/>
                </a:cubicBezTo>
                <a:cubicBezTo>
                  <a:pt x="2551809" y="5561542"/>
                  <a:pt x="2509000" y="5581297"/>
                  <a:pt x="2513638" y="5556956"/>
                </a:cubicBezTo>
                <a:cubicBezTo>
                  <a:pt x="2527194" y="5561542"/>
                  <a:pt x="2549669" y="5543550"/>
                  <a:pt x="2545031" y="5563658"/>
                </a:cubicBezTo>
                <a:cubicBezTo>
                  <a:pt x="2565365" y="5559072"/>
                  <a:pt x="2545031" y="5554839"/>
                  <a:pt x="2549669" y="5543550"/>
                </a:cubicBezTo>
                <a:close/>
                <a:moveTo>
                  <a:pt x="1460462" y="5522878"/>
                </a:moveTo>
                <a:cubicBezTo>
                  <a:pt x="1453622" y="5539079"/>
                  <a:pt x="1460462" y="5554920"/>
                  <a:pt x="1458302" y="5572922"/>
                </a:cubicBezTo>
                <a:cubicBezTo>
                  <a:pt x="1465142" y="5575442"/>
                  <a:pt x="1469462" y="5572922"/>
                  <a:pt x="1476302" y="5568601"/>
                </a:cubicBezTo>
                <a:cubicBezTo>
                  <a:pt x="1469462" y="5554920"/>
                  <a:pt x="1467302" y="5539079"/>
                  <a:pt x="1460462" y="5522878"/>
                </a:cubicBezTo>
                <a:close/>
                <a:moveTo>
                  <a:pt x="2191815" y="5490491"/>
                </a:moveTo>
                <a:cubicBezTo>
                  <a:pt x="2193941" y="5494784"/>
                  <a:pt x="2193941" y="5497288"/>
                  <a:pt x="2200671" y="5499435"/>
                </a:cubicBezTo>
                <a:cubicBezTo>
                  <a:pt x="2187210" y="5513029"/>
                  <a:pt x="2173749" y="5501581"/>
                  <a:pt x="2158163" y="5499435"/>
                </a:cubicBezTo>
                <a:cubicBezTo>
                  <a:pt x="2164894" y="5490491"/>
                  <a:pt x="2176229" y="5487987"/>
                  <a:pt x="2191815" y="5490491"/>
                </a:cubicBezTo>
                <a:close/>
                <a:moveTo>
                  <a:pt x="2223615" y="5485713"/>
                </a:moveTo>
                <a:lnTo>
                  <a:pt x="2233422" y="5492248"/>
                </a:lnTo>
                <a:lnTo>
                  <a:pt x="2234454" y="5491038"/>
                </a:lnTo>
                <a:close/>
                <a:moveTo>
                  <a:pt x="2648288" y="5462587"/>
                </a:moveTo>
                <a:cubicBezTo>
                  <a:pt x="2665813" y="5462587"/>
                  <a:pt x="2663710" y="5474198"/>
                  <a:pt x="2661607" y="5485447"/>
                </a:cubicBezTo>
                <a:cubicBezTo>
                  <a:pt x="2641629" y="5487624"/>
                  <a:pt x="2639175" y="5469481"/>
                  <a:pt x="2648288" y="5462587"/>
                </a:cubicBezTo>
                <a:close/>
                <a:moveTo>
                  <a:pt x="1469462" y="5445472"/>
                </a:moveTo>
                <a:cubicBezTo>
                  <a:pt x="1465142" y="5443312"/>
                  <a:pt x="1460462" y="5445472"/>
                  <a:pt x="1455782" y="5447993"/>
                </a:cubicBezTo>
                <a:cubicBezTo>
                  <a:pt x="1465142" y="5468514"/>
                  <a:pt x="1460462" y="5484356"/>
                  <a:pt x="1465142" y="5495516"/>
                </a:cubicBezTo>
                <a:cubicBezTo>
                  <a:pt x="1471982" y="5504876"/>
                  <a:pt x="1478822" y="5511717"/>
                  <a:pt x="1489982" y="5504876"/>
                </a:cubicBezTo>
                <a:cubicBezTo>
                  <a:pt x="1485662" y="5484356"/>
                  <a:pt x="1478822" y="5459154"/>
                  <a:pt x="1469462" y="5445472"/>
                </a:cubicBezTo>
                <a:close/>
                <a:moveTo>
                  <a:pt x="2559622" y="5434012"/>
                </a:moveTo>
                <a:cubicBezTo>
                  <a:pt x="2575319" y="5436115"/>
                  <a:pt x="2562119" y="5460650"/>
                  <a:pt x="2543925" y="5458196"/>
                </a:cubicBezTo>
                <a:cubicBezTo>
                  <a:pt x="2543925" y="5444877"/>
                  <a:pt x="2555341" y="5442774"/>
                  <a:pt x="2559622" y="5434012"/>
                </a:cubicBezTo>
                <a:close/>
                <a:moveTo>
                  <a:pt x="2553087" y="5413341"/>
                </a:moveTo>
                <a:cubicBezTo>
                  <a:pt x="2548726" y="5443173"/>
                  <a:pt x="2548726" y="5443173"/>
                  <a:pt x="2548726" y="5443173"/>
                </a:cubicBezTo>
                <a:cubicBezTo>
                  <a:pt x="2541822" y="5436261"/>
                  <a:pt x="2537097" y="5420254"/>
                  <a:pt x="2528012" y="5436261"/>
                </a:cubicBezTo>
                <a:cubicBezTo>
                  <a:pt x="2523288" y="5436261"/>
                  <a:pt x="2523288" y="5434078"/>
                  <a:pt x="2523288" y="5431895"/>
                </a:cubicBezTo>
                <a:cubicBezTo>
                  <a:pt x="2528012" y="5436261"/>
                  <a:pt x="2525469" y="5408612"/>
                  <a:pt x="2553087" y="5413341"/>
                </a:cubicBezTo>
                <a:close/>
                <a:moveTo>
                  <a:pt x="2613743" y="5395731"/>
                </a:moveTo>
                <a:cubicBezTo>
                  <a:pt x="2644166" y="5394325"/>
                  <a:pt x="2679399" y="5400131"/>
                  <a:pt x="2697554" y="5404848"/>
                </a:cubicBezTo>
                <a:cubicBezTo>
                  <a:pt x="2681376" y="5422991"/>
                  <a:pt x="2649739" y="5420814"/>
                  <a:pt x="2640751" y="5448391"/>
                </a:cubicBezTo>
                <a:cubicBezTo>
                  <a:pt x="2608754" y="5457462"/>
                  <a:pt x="2586105" y="5422991"/>
                  <a:pt x="2558782" y="5429885"/>
                </a:cubicBezTo>
                <a:cubicBezTo>
                  <a:pt x="2557704" y="5405755"/>
                  <a:pt x="2583319" y="5397137"/>
                  <a:pt x="2613743" y="5395731"/>
                </a:cubicBezTo>
                <a:close/>
                <a:moveTo>
                  <a:pt x="2488206" y="5304197"/>
                </a:moveTo>
                <a:lnTo>
                  <a:pt x="2484143" y="5306138"/>
                </a:lnTo>
                <a:lnTo>
                  <a:pt x="2458972" y="5350103"/>
                </a:lnTo>
                <a:lnTo>
                  <a:pt x="2465524" y="5361080"/>
                </a:lnTo>
                <a:cubicBezTo>
                  <a:pt x="2465524" y="5351719"/>
                  <a:pt x="2458683" y="5335878"/>
                  <a:pt x="2477045" y="5335878"/>
                </a:cubicBezTo>
                <a:cubicBezTo>
                  <a:pt x="2483886" y="5342719"/>
                  <a:pt x="2490726" y="5349559"/>
                  <a:pt x="2499727" y="5356400"/>
                </a:cubicBezTo>
                <a:cubicBezTo>
                  <a:pt x="2497567" y="5335878"/>
                  <a:pt x="2508728" y="5331198"/>
                  <a:pt x="2529250" y="5335878"/>
                </a:cubicBezTo>
                <a:cubicBezTo>
                  <a:pt x="2527090" y="5317518"/>
                  <a:pt x="2556613" y="5317518"/>
                  <a:pt x="2547612" y="5304197"/>
                </a:cubicBezTo>
                <a:cubicBezTo>
                  <a:pt x="2533931" y="5304197"/>
                  <a:pt x="2529250" y="5311038"/>
                  <a:pt x="2515569" y="5306357"/>
                </a:cubicBezTo>
                <a:cubicBezTo>
                  <a:pt x="2510888" y="5315358"/>
                  <a:pt x="2520249" y="5320038"/>
                  <a:pt x="2520249" y="5326878"/>
                </a:cubicBezTo>
                <a:cubicBezTo>
                  <a:pt x="2513409" y="5329038"/>
                  <a:pt x="2506568" y="5333718"/>
                  <a:pt x="2497567" y="5333718"/>
                </a:cubicBezTo>
                <a:cubicBezTo>
                  <a:pt x="2504408" y="5317518"/>
                  <a:pt x="2490726" y="5313198"/>
                  <a:pt x="2488206" y="5304197"/>
                </a:cubicBezTo>
                <a:close/>
                <a:moveTo>
                  <a:pt x="2586136" y="5294837"/>
                </a:moveTo>
                <a:cubicBezTo>
                  <a:pt x="2572455" y="5294837"/>
                  <a:pt x="2563454" y="5294837"/>
                  <a:pt x="2558773" y="5301677"/>
                </a:cubicBezTo>
                <a:cubicBezTo>
                  <a:pt x="2570295" y="5301677"/>
                  <a:pt x="2551933" y="5320038"/>
                  <a:pt x="2570295" y="5315358"/>
                </a:cubicBezTo>
                <a:cubicBezTo>
                  <a:pt x="2570295" y="5301677"/>
                  <a:pt x="2579296" y="5299517"/>
                  <a:pt x="2586136" y="5294837"/>
                </a:cubicBezTo>
                <a:close/>
                <a:moveTo>
                  <a:pt x="2795926" y="5115905"/>
                </a:moveTo>
                <a:cubicBezTo>
                  <a:pt x="2800657" y="5115578"/>
                  <a:pt x="2806791" y="5116698"/>
                  <a:pt x="2813450" y="5117819"/>
                </a:cubicBezTo>
                <a:cubicBezTo>
                  <a:pt x="2813450" y="5129772"/>
                  <a:pt x="2800132" y="5124916"/>
                  <a:pt x="2800132" y="5132013"/>
                </a:cubicBezTo>
                <a:cubicBezTo>
                  <a:pt x="2793472" y="5129772"/>
                  <a:pt x="2793472" y="5124916"/>
                  <a:pt x="2786813" y="5122675"/>
                </a:cubicBezTo>
                <a:cubicBezTo>
                  <a:pt x="2787865" y="5118006"/>
                  <a:pt x="2791194" y="5116232"/>
                  <a:pt x="2795926" y="5115905"/>
                </a:cubicBezTo>
                <a:close/>
                <a:moveTo>
                  <a:pt x="2805134" y="5051425"/>
                </a:moveTo>
                <a:cubicBezTo>
                  <a:pt x="2832490" y="5058226"/>
                  <a:pt x="2770938" y="5087579"/>
                  <a:pt x="2777777" y="5060374"/>
                </a:cubicBezTo>
                <a:cubicBezTo>
                  <a:pt x="2791456" y="5060374"/>
                  <a:pt x="2798295" y="5056078"/>
                  <a:pt x="2805134" y="5051425"/>
                </a:cubicBezTo>
                <a:close/>
                <a:moveTo>
                  <a:pt x="2691234" y="4998292"/>
                </a:moveTo>
                <a:lnTo>
                  <a:pt x="2691133" y="5000874"/>
                </a:lnTo>
                <a:lnTo>
                  <a:pt x="2695228" y="4999262"/>
                </a:lnTo>
                <a:close/>
                <a:moveTo>
                  <a:pt x="2622500" y="4871816"/>
                </a:moveTo>
                <a:cubicBezTo>
                  <a:pt x="2617820" y="4878657"/>
                  <a:pt x="2601978" y="4871816"/>
                  <a:pt x="2604498" y="4885497"/>
                </a:cubicBezTo>
                <a:cubicBezTo>
                  <a:pt x="2617820" y="4892338"/>
                  <a:pt x="2636181" y="4878657"/>
                  <a:pt x="2622500" y="4871816"/>
                </a:cubicBezTo>
                <a:close/>
                <a:moveTo>
                  <a:pt x="2734112" y="4858136"/>
                </a:moveTo>
                <a:cubicBezTo>
                  <a:pt x="2736272" y="4869656"/>
                  <a:pt x="2715750" y="4878657"/>
                  <a:pt x="2727271" y="4883337"/>
                </a:cubicBezTo>
                <a:cubicBezTo>
                  <a:pt x="2738432" y="4878657"/>
                  <a:pt x="2743113" y="4867136"/>
                  <a:pt x="2734112" y="4858136"/>
                </a:cubicBezTo>
                <a:close/>
                <a:moveTo>
                  <a:pt x="2643976" y="4840208"/>
                </a:moveTo>
                <a:lnTo>
                  <a:pt x="2638342" y="4846976"/>
                </a:lnTo>
                <a:lnTo>
                  <a:pt x="2644706" y="4846976"/>
                </a:lnTo>
                <a:close/>
                <a:moveTo>
                  <a:pt x="2701570" y="4836655"/>
                </a:moveTo>
                <a:lnTo>
                  <a:pt x="2701288" y="4840353"/>
                </a:lnTo>
                <a:lnTo>
                  <a:pt x="2704589" y="4840135"/>
                </a:lnTo>
                <a:cubicBezTo>
                  <a:pt x="2702068" y="4853456"/>
                  <a:pt x="2706749" y="4862816"/>
                  <a:pt x="2720430" y="4867136"/>
                </a:cubicBezTo>
                <a:cubicBezTo>
                  <a:pt x="2722591" y="4860296"/>
                  <a:pt x="2715750" y="4858136"/>
                  <a:pt x="2713590" y="4853456"/>
                </a:cubicBezTo>
                <a:cubicBezTo>
                  <a:pt x="2718270" y="4853456"/>
                  <a:pt x="2720430" y="4849136"/>
                  <a:pt x="2720430" y="4844455"/>
                </a:cubicBezTo>
                <a:cubicBezTo>
                  <a:pt x="2718090" y="4841035"/>
                  <a:pt x="2713500" y="4838785"/>
                  <a:pt x="2708099" y="4837390"/>
                </a:cubicBezTo>
                <a:close/>
                <a:moveTo>
                  <a:pt x="2734112" y="4833295"/>
                </a:moveTo>
                <a:cubicBezTo>
                  <a:pt x="2720430" y="4855976"/>
                  <a:pt x="2754634" y="4860296"/>
                  <a:pt x="2758954" y="4842295"/>
                </a:cubicBezTo>
                <a:cubicBezTo>
                  <a:pt x="2752114" y="4837615"/>
                  <a:pt x="2745273" y="4835455"/>
                  <a:pt x="2734112" y="4833295"/>
                </a:cubicBezTo>
                <a:close/>
                <a:moveTo>
                  <a:pt x="2641267" y="4797518"/>
                </a:moveTo>
                <a:cubicBezTo>
                  <a:pt x="2635011" y="4797833"/>
                  <a:pt x="2629341" y="4800173"/>
                  <a:pt x="2629341" y="4805933"/>
                </a:cubicBezTo>
                <a:cubicBezTo>
                  <a:pt x="2640862" y="4808094"/>
                  <a:pt x="2652023" y="4810254"/>
                  <a:pt x="2656704" y="4801253"/>
                </a:cubicBezTo>
                <a:cubicBezTo>
                  <a:pt x="2654364" y="4798913"/>
                  <a:pt x="2647523" y="4797203"/>
                  <a:pt x="2641267" y="4797518"/>
                </a:cubicBezTo>
                <a:close/>
                <a:moveTo>
                  <a:pt x="2778352" y="4792753"/>
                </a:moveTo>
                <a:cubicBezTo>
                  <a:pt x="2784666" y="4795021"/>
                  <a:pt x="2789844" y="4801280"/>
                  <a:pt x="2785302" y="4808174"/>
                </a:cubicBezTo>
                <a:cubicBezTo>
                  <a:pt x="2780578" y="4803457"/>
                  <a:pt x="2773673" y="4801280"/>
                  <a:pt x="2764588" y="4801280"/>
                </a:cubicBezTo>
                <a:cubicBezTo>
                  <a:pt x="2764588" y="4792209"/>
                  <a:pt x="2772038" y="4790485"/>
                  <a:pt x="2778352" y="4792753"/>
                </a:cubicBezTo>
                <a:close/>
                <a:moveTo>
                  <a:pt x="2786317" y="4694328"/>
                </a:moveTo>
                <a:cubicBezTo>
                  <a:pt x="2777316" y="4705849"/>
                  <a:pt x="2747793" y="4717009"/>
                  <a:pt x="2754634" y="4730690"/>
                </a:cubicBezTo>
                <a:cubicBezTo>
                  <a:pt x="2765795" y="4723850"/>
                  <a:pt x="2768315" y="4710169"/>
                  <a:pt x="2786317" y="4714849"/>
                </a:cubicBezTo>
                <a:cubicBezTo>
                  <a:pt x="2784157" y="4719529"/>
                  <a:pt x="2802159" y="4719529"/>
                  <a:pt x="2793158" y="4714849"/>
                </a:cubicBezTo>
                <a:cubicBezTo>
                  <a:pt x="2770476" y="4710169"/>
                  <a:pt x="2799999" y="4701168"/>
                  <a:pt x="2786317" y="4694328"/>
                </a:cubicBezTo>
                <a:close/>
                <a:moveTo>
                  <a:pt x="2813680" y="4657966"/>
                </a:moveTo>
                <a:cubicBezTo>
                  <a:pt x="2815840" y="4666967"/>
                  <a:pt x="2802159" y="4660126"/>
                  <a:pt x="2795318" y="4664807"/>
                </a:cubicBezTo>
                <a:cubicBezTo>
                  <a:pt x="2793158" y="4669487"/>
                  <a:pt x="2797838" y="4673807"/>
                  <a:pt x="2802159" y="4676327"/>
                </a:cubicBezTo>
                <a:cubicBezTo>
                  <a:pt x="2809000" y="4671647"/>
                  <a:pt x="2834202" y="4666967"/>
                  <a:pt x="2813680" y="4657966"/>
                </a:cubicBezTo>
                <a:close/>
                <a:moveTo>
                  <a:pt x="1253460" y="4581053"/>
                </a:moveTo>
                <a:cubicBezTo>
                  <a:pt x="1248780" y="4585734"/>
                  <a:pt x="1244460" y="4587894"/>
                  <a:pt x="1241940" y="4585734"/>
                </a:cubicBezTo>
                <a:cubicBezTo>
                  <a:pt x="1239780" y="4590054"/>
                  <a:pt x="1241940" y="4592574"/>
                  <a:pt x="1248780" y="4596894"/>
                </a:cubicBezTo>
                <a:cubicBezTo>
                  <a:pt x="1255620" y="4592574"/>
                  <a:pt x="1258140" y="4587894"/>
                  <a:pt x="1253460" y="4581053"/>
                </a:cubicBezTo>
                <a:close/>
                <a:moveTo>
                  <a:pt x="1237620" y="4553692"/>
                </a:moveTo>
                <a:cubicBezTo>
                  <a:pt x="1223940" y="4558372"/>
                  <a:pt x="1237620" y="4569892"/>
                  <a:pt x="1230780" y="4574213"/>
                </a:cubicBezTo>
                <a:cubicBezTo>
                  <a:pt x="1239780" y="4574213"/>
                  <a:pt x="1246620" y="4581053"/>
                  <a:pt x="1258140" y="4576733"/>
                </a:cubicBezTo>
                <a:cubicBezTo>
                  <a:pt x="1246620" y="4565212"/>
                  <a:pt x="1248780" y="4565212"/>
                  <a:pt x="1237620" y="4553692"/>
                </a:cubicBezTo>
                <a:close/>
                <a:moveTo>
                  <a:pt x="1255620" y="4515169"/>
                </a:moveTo>
                <a:cubicBezTo>
                  <a:pt x="1251300" y="4526330"/>
                  <a:pt x="1251300" y="4524170"/>
                  <a:pt x="1237620" y="4528850"/>
                </a:cubicBezTo>
                <a:cubicBezTo>
                  <a:pt x="1255620" y="4560532"/>
                  <a:pt x="1258140" y="4510488"/>
                  <a:pt x="1269300" y="4537850"/>
                </a:cubicBezTo>
                <a:cubicBezTo>
                  <a:pt x="1280820" y="4528850"/>
                  <a:pt x="1262460" y="4519849"/>
                  <a:pt x="1255620" y="4515169"/>
                </a:cubicBezTo>
                <a:close/>
                <a:moveTo>
                  <a:pt x="1237620" y="4480966"/>
                </a:moveTo>
                <a:cubicBezTo>
                  <a:pt x="1228260" y="4492487"/>
                  <a:pt x="1248780" y="4492487"/>
                  <a:pt x="1253460" y="4496808"/>
                </a:cubicBezTo>
                <a:cubicBezTo>
                  <a:pt x="1255620" y="4499328"/>
                  <a:pt x="1248780" y="4501488"/>
                  <a:pt x="1246620" y="4506168"/>
                </a:cubicBezTo>
                <a:cubicBezTo>
                  <a:pt x="1251300" y="4517329"/>
                  <a:pt x="1262460" y="4515169"/>
                  <a:pt x="1273980" y="4515169"/>
                </a:cubicBezTo>
                <a:cubicBezTo>
                  <a:pt x="1276140" y="4501488"/>
                  <a:pt x="1253460" y="4496808"/>
                  <a:pt x="1255620" y="4483487"/>
                </a:cubicBezTo>
                <a:cubicBezTo>
                  <a:pt x="1246620" y="4487807"/>
                  <a:pt x="1244460" y="4480966"/>
                  <a:pt x="1237620" y="4480966"/>
                </a:cubicBezTo>
                <a:close/>
                <a:moveTo>
                  <a:pt x="2928150" y="4465086"/>
                </a:moveTo>
                <a:cubicBezTo>
                  <a:pt x="2926380" y="4465813"/>
                  <a:pt x="2921662" y="4467753"/>
                  <a:pt x="2912225" y="4471634"/>
                </a:cubicBezTo>
                <a:cubicBezTo>
                  <a:pt x="2912225" y="4471634"/>
                  <a:pt x="2933458" y="4462903"/>
                  <a:pt x="2928150" y="4465086"/>
                </a:cubicBezTo>
                <a:close/>
                <a:moveTo>
                  <a:pt x="2971294" y="4314555"/>
                </a:moveTo>
                <a:cubicBezTo>
                  <a:pt x="2971743" y="4314289"/>
                  <a:pt x="2973035" y="4315421"/>
                  <a:pt x="2975313" y="4318794"/>
                </a:cubicBezTo>
                <a:cubicBezTo>
                  <a:pt x="2981972" y="4318794"/>
                  <a:pt x="2984075" y="4316308"/>
                  <a:pt x="2992838" y="4320924"/>
                </a:cubicBezTo>
                <a:cubicBezTo>
                  <a:pt x="2986178" y="4331932"/>
                  <a:pt x="2986178" y="4331932"/>
                  <a:pt x="2986178" y="4331932"/>
                </a:cubicBezTo>
                <a:cubicBezTo>
                  <a:pt x="2976190" y="4328736"/>
                  <a:pt x="2969946" y="4315354"/>
                  <a:pt x="2971294" y="4314555"/>
                </a:cubicBezTo>
                <a:close/>
                <a:moveTo>
                  <a:pt x="2909090" y="4312350"/>
                </a:moveTo>
                <a:cubicBezTo>
                  <a:pt x="2897929" y="4312350"/>
                  <a:pt x="2906930" y="4325671"/>
                  <a:pt x="2922772" y="4330351"/>
                </a:cubicBezTo>
                <a:cubicBezTo>
                  <a:pt x="2929612" y="4323510"/>
                  <a:pt x="2909090" y="4319190"/>
                  <a:pt x="2909090" y="4312350"/>
                </a:cubicBezTo>
                <a:close/>
                <a:moveTo>
                  <a:pt x="933197" y="4310062"/>
                </a:moveTo>
                <a:cubicBezTo>
                  <a:pt x="951300" y="4314688"/>
                  <a:pt x="969765" y="4316823"/>
                  <a:pt x="971938" y="4330344"/>
                </a:cubicBezTo>
                <a:cubicBezTo>
                  <a:pt x="951300" y="4330344"/>
                  <a:pt x="931025" y="4325718"/>
                  <a:pt x="933197" y="4310062"/>
                </a:cubicBezTo>
                <a:close/>
                <a:moveTo>
                  <a:pt x="297727" y="4273550"/>
                </a:moveTo>
                <a:cubicBezTo>
                  <a:pt x="302451" y="4275782"/>
                  <a:pt x="306812" y="4278387"/>
                  <a:pt x="311536" y="4280619"/>
                </a:cubicBezTo>
                <a:cubicBezTo>
                  <a:pt x="302451" y="4287688"/>
                  <a:pt x="295547" y="4296990"/>
                  <a:pt x="281738" y="4289921"/>
                </a:cubicBezTo>
                <a:cubicBezTo>
                  <a:pt x="283918" y="4280619"/>
                  <a:pt x="293003" y="4280619"/>
                  <a:pt x="297727" y="4273550"/>
                </a:cubicBezTo>
                <a:close/>
                <a:moveTo>
                  <a:pt x="838950" y="4219575"/>
                </a:moveTo>
                <a:cubicBezTo>
                  <a:pt x="855321" y="4219575"/>
                  <a:pt x="860158" y="4229100"/>
                  <a:pt x="862391" y="4238259"/>
                </a:cubicBezTo>
                <a:cubicBezTo>
                  <a:pt x="850484" y="4236061"/>
                  <a:pt x="838950" y="4231298"/>
                  <a:pt x="838950" y="4219575"/>
                </a:cubicBezTo>
                <a:close/>
                <a:moveTo>
                  <a:pt x="3063649" y="4203700"/>
                </a:moveTo>
                <a:cubicBezTo>
                  <a:pt x="3065847" y="4205898"/>
                  <a:pt x="3068411" y="4210661"/>
                  <a:pt x="3075372" y="4215423"/>
                </a:cubicBezTo>
                <a:cubicBezTo>
                  <a:pt x="3065847" y="4210661"/>
                  <a:pt x="3075372" y="4219819"/>
                  <a:pt x="3068411" y="4222384"/>
                </a:cubicBezTo>
                <a:cubicBezTo>
                  <a:pt x="3056688" y="4212859"/>
                  <a:pt x="3061451" y="4208462"/>
                  <a:pt x="3063649" y="4203700"/>
                </a:cubicBezTo>
                <a:close/>
                <a:moveTo>
                  <a:pt x="2917287" y="4202047"/>
                </a:moveTo>
                <a:lnTo>
                  <a:pt x="2915641" y="4205166"/>
                </a:lnTo>
                <a:lnTo>
                  <a:pt x="2920656" y="4211230"/>
                </a:lnTo>
                <a:cubicBezTo>
                  <a:pt x="2920071" y="4213255"/>
                  <a:pt x="2917191" y="4214425"/>
                  <a:pt x="2913771" y="4214425"/>
                </a:cubicBezTo>
                <a:cubicBezTo>
                  <a:pt x="2927452" y="4228106"/>
                  <a:pt x="2936453" y="4214425"/>
                  <a:pt x="2929612" y="4207585"/>
                </a:cubicBezTo>
                <a:cubicBezTo>
                  <a:pt x="2927047" y="4210960"/>
                  <a:pt x="2924836" y="4210184"/>
                  <a:pt x="2922828" y="4208256"/>
                </a:cubicBezTo>
                <a:close/>
                <a:moveTo>
                  <a:pt x="3034046" y="4201602"/>
                </a:moveTo>
                <a:cubicBezTo>
                  <a:pt x="3036479" y="4202407"/>
                  <a:pt x="3040145" y="4204562"/>
                  <a:pt x="3045213" y="4208553"/>
                </a:cubicBezTo>
                <a:cubicBezTo>
                  <a:pt x="3038334" y="4210730"/>
                  <a:pt x="3040869" y="4208553"/>
                  <a:pt x="3040869" y="4217624"/>
                </a:cubicBezTo>
                <a:cubicBezTo>
                  <a:pt x="3030550" y="4208916"/>
                  <a:pt x="3026749" y="4199187"/>
                  <a:pt x="3034046" y="4201602"/>
                </a:cubicBezTo>
                <a:close/>
                <a:moveTo>
                  <a:pt x="2945454" y="4200745"/>
                </a:moveTo>
                <a:cubicBezTo>
                  <a:pt x="2950134" y="4207585"/>
                  <a:pt x="2965976" y="4214425"/>
                  <a:pt x="2963816" y="4218746"/>
                </a:cubicBezTo>
                <a:cubicBezTo>
                  <a:pt x="2963816" y="4218746"/>
                  <a:pt x="2963816" y="4218746"/>
                  <a:pt x="2947974" y="4218746"/>
                </a:cubicBezTo>
                <a:cubicBezTo>
                  <a:pt x="2956975" y="4228106"/>
                  <a:pt x="2963816" y="4225586"/>
                  <a:pt x="2965976" y="4218746"/>
                </a:cubicBezTo>
                <a:cubicBezTo>
                  <a:pt x="2968496" y="4211905"/>
                  <a:pt x="2963816" y="4202905"/>
                  <a:pt x="2945454" y="4200745"/>
                </a:cubicBezTo>
                <a:close/>
                <a:moveTo>
                  <a:pt x="1175120" y="4194394"/>
                </a:moveTo>
                <a:cubicBezTo>
                  <a:pt x="1172852" y="4193905"/>
                  <a:pt x="1170152" y="4194850"/>
                  <a:pt x="1166731" y="4198180"/>
                </a:cubicBezTo>
                <a:cubicBezTo>
                  <a:pt x="1173573" y="4202860"/>
                  <a:pt x="1182574" y="4205020"/>
                  <a:pt x="1180414" y="4216540"/>
                </a:cubicBezTo>
                <a:cubicBezTo>
                  <a:pt x="1175733" y="4216540"/>
                  <a:pt x="1168892" y="4214380"/>
                  <a:pt x="1168892" y="4218700"/>
                </a:cubicBezTo>
                <a:cubicBezTo>
                  <a:pt x="1180414" y="4221220"/>
                  <a:pt x="1187255" y="4221220"/>
                  <a:pt x="1191576" y="4211860"/>
                </a:cubicBezTo>
                <a:cubicBezTo>
                  <a:pt x="1184825" y="4210240"/>
                  <a:pt x="1181922" y="4195862"/>
                  <a:pt x="1175120" y="4194394"/>
                </a:cubicBezTo>
                <a:close/>
                <a:moveTo>
                  <a:pt x="3072053" y="4190684"/>
                </a:moveTo>
                <a:cubicBezTo>
                  <a:pt x="3074460" y="4191379"/>
                  <a:pt x="3077729" y="4193203"/>
                  <a:pt x="3081732" y="4196583"/>
                </a:cubicBezTo>
                <a:lnTo>
                  <a:pt x="3077107" y="4203344"/>
                </a:lnTo>
                <a:cubicBezTo>
                  <a:pt x="3065364" y="4196672"/>
                  <a:pt x="3064831" y="4188599"/>
                  <a:pt x="3072053" y="4190684"/>
                </a:cubicBezTo>
                <a:close/>
                <a:moveTo>
                  <a:pt x="3057099" y="4158307"/>
                </a:moveTo>
                <a:cubicBezTo>
                  <a:pt x="3063859" y="4162772"/>
                  <a:pt x="3063859" y="4167609"/>
                  <a:pt x="3070619" y="4172446"/>
                </a:cubicBezTo>
                <a:cubicBezTo>
                  <a:pt x="3068485" y="4176910"/>
                  <a:pt x="3065994" y="4179515"/>
                  <a:pt x="3059234" y="4176910"/>
                </a:cubicBezTo>
                <a:cubicBezTo>
                  <a:pt x="3054964" y="4169841"/>
                  <a:pt x="3050338" y="4156075"/>
                  <a:pt x="3057099" y="4158307"/>
                </a:cubicBezTo>
                <a:close/>
                <a:moveTo>
                  <a:pt x="3089320" y="4125912"/>
                </a:moveTo>
                <a:cubicBezTo>
                  <a:pt x="3102372" y="4139433"/>
                  <a:pt x="3100256" y="4146194"/>
                  <a:pt x="3093553" y="4141924"/>
                </a:cubicBezTo>
                <a:cubicBezTo>
                  <a:pt x="3091436" y="4135164"/>
                  <a:pt x="3086850" y="4128403"/>
                  <a:pt x="3089320" y="4125912"/>
                </a:cubicBezTo>
                <a:close/>
                <a:moveTo>
                  <a:pt x="3078871" y="4105495"/>
                </a:moveTo>
                <a:cubicBezTo>
                  <a:pt x="3080554" y="4105186"/>
                  <a:pt x="3083004" y="4105927"/>
                  <a:pt x="3086484" y="4108261"/>
                </a:cubicBezTo>
                <a:cubicBezTo>
                  <a:pt x="3084286" y="4103593"/>
                  <a:pt x="3086484" y="4128728"/>
                  <a:pt x="3077326" y="4121906"/>
                </a:cubicBezTo>
                <a:cubicBezTo>
                  <a:pt x="3075677" y="4116789"/>
                  <a:pt x="3073823" y="4106421"/>
                  <a:pt x="3078871" y="4105495"/>
                </a:cubicBezTo>
                <a:close/>
                <a:moveTo>
                  <a:pt x="870815" y="4083050"/>
                </a:moveTo>
                <a:cubicBezTo>
                  <a:pt x="875539" y="4085554"/>
                  <a:pt x="877720" y="4087701"/>
                  <a:pt x="884624" y="4087701"/>
                </a:cubicBezTo>
                <a:cubicBezTo>
                  <a:pt x="884624" y="4098791"/>
                  <a:pt x="873359" y="4096644"/>
                  <a:pt x="875539" y="4108092"/>
                </a:cubicBezTo>
                <a:cubicBezTo>
                  <a:pt x="866454" y="4105588"/>
                  <a:pt x="854825" y="4105588"/>
                  <a:pt x="857005" y="4094498"/>
                </a:cubicBezTo>
                <a:cubicBezTo>
                  <a:pt x="877720" y="4096644"/>
                  <a:pt x="868634" y="4094498"/>
                  <a:pt x="870815" y="4083050"/>
                </a:cubicBezTo>
                <a:close/>
                <a:moveTo>
                  <a:pt x="3022840" y="4062104"/>
                </a:moveTo>
                <a:cubicBezTo>
                  <a:pt x="3021557" y="4061621"/>
                  <a:pt x="3020702" y="4062048"/>
                  <a:pt x="3020702" y="4064298"/>
                </a:cubicBezTo>
                <a:cubicBezTo>
                  <a:pt x="3032223" y="4071138"/>
                  <a:pt x="3029703" y="4082299"/>
                  <a:pt x="3034383" y="4080139"/>
                </a:cubicBezTo>
                <a:cubicBezTo>
                  <a:pt x="3027543" y="4071138"/>
                  <a:pt x="3045544" y="4080139"/>
                  <a:pt x="3034383" y="4066458"/>
                </a:cubicBezTo>
                <a:cubicBezTo>
                  <a:pt x="3034383" y="4073209"/>
                  <a:pt x="3026687" y="4063556"/>
                  <a:pt x="3022840" y="4062104"/>
                </a:cubicBezTo>
                <a:close/>
                <a:moveTo>
                  <a:pt x="958236" y="4046646"/>
                </a:moveTo>
                <a:lnTo>
                  <a:pt x="955587" y="4052001"/>
                </a:lnTo>
                <a:cubicBezTo>
                  <a:pt x="954878" y="4056187"/>
                  <a:pt x="954473" y="4060878"/>
                  <a:pt x="952853" y="4064253"/>
                </a:cubicBezTo>
                <a:cubicBezTo>
                  <a:pt x="982378" y="4075414"/>
                  <a:pt x="955013" y="4077934"/>
                  <a:pt x="950332" y="4084774"/>
                </a:cubicBezTo>
                <a:cubicBezTo>
                  <a:pt x="968696" y="4082254"/>
                  <a:pt x="973376" y="4098095"/>
                  <a:pt x="982378" y="4084774"/>
                </a:cubicBezTo>
                <a:cubicBezTo>
                  <a:pt x="977247" y="4074514"/>
                  <a:pt x="968268" y="4070531"/>
                  <a:pt x="966985" y="4058701"/>
                </a:cubicBezTo>
                <a:lnTo>
                  <a:pt x="968257" y="4047574"/>
                </a:lnTo>
                <a:lnTo>
                  <a:pt x="960243" y="4050940"/>
                </a:lnTo>
                <a:close/>
                <a:moveTo>
                  <a:pt x="3093102" y="4039061"/>
                </a:moveTo>
                <a:cubicBezTo>
                  <a:pt x="3093324" y="4035565"/>
                  <a:pt x="3102386" y="4046223"/>
                  <a:pt x="3107565" y="4048124"/>
                </a:cubicBezTo>
                <a:cubicBezTo>
                  <a:pt x="3116650" y="4064055"/>
                  <a:pt x="3096299" y="4057176"/>
                  <a:pt x="3100660" y="4068400"/>
                </a:cubicBezTo>
                <a:cubicBezTo>
                  <a:pt x="3093755" y="4066228"/>
                  <a:pt x="3093755" y="4061521"/>
                  <a:pt x="3096299" y="4057176"/>
                </a:cubicBezTo>
                <a:cubicBezTo>
                  <a:pt x="3098479" y="4055004"/>
                  <a:pt x="3102840" y="4052469"/>
                  <a:pt x="3102840" y="4048124"/>
                </a:cubicBezTo>
                <a:cubicBezTo>
                  <a:pt x="3100660" y="4043418"/>
                  <a:pt x="3098479" y="4048124"/>
                  <a:pt x="3096299" y="4048124"/>
                </a:cubicBezTo>
                <a:cubicBezTo>
                  <a:pt x="3093937" y="4042965"/>
                  <a:pt x="3093028" y="4040227"/>
                  <a:pt x="3093102" y="4039061"/>
                </a:cubicBezTo>
                <a:close/>
                <a:moveTo>
                  <a:pt x="1034432" y="4034878"/>
                </a:moveTo>
                <a:lnTo>
                  <a:pt x="1030361" y="4036992"/>
                </a:lnTo>
                <a:lnTo>
                  <a:pt x="1026494" y="4038699"/>
                </a:lnTo>
                <a:lnTo>
                  <a:pt x="1050655" y="4052193"/>
                </a:lnTo>
                <a:cubicBezTo>
                  <a:pt x="1063753" y="4058493"/>
                  <a:pt x="1077975" y="4065333"/>
                  <a:pt x="1089317" y="4073254"/>
                </a:cubicBezTo>
                <a:cubicBezTo>
                  <a:pt x="1084637" y="4061733"/>
                  <a:pt x="1109841" y="4055253"/>
                  <a:pt x="1093998" y="4050572"/>
                </a:cubicBezTo>
                <a:cubicBezTo>
                  <a:pt x="1071584" y="4065964"/>
                  <a:pt x="1059702" y="4042877"/>
                  <a:pt x="1040731" y="4035081"/>
                </a:cubicBezTo>
                <a:close/>
                <a:moveTo>
                  <a:pt x="3004860" y="4032257"/>
                </a:moveTo>
                <a:cubicBezTo>
                  <a:pt x="3002340" y="4034417"/>
                  <a:pt x="2998019" y="4034417"/>
                  <a:pt x="3002340" y="4041617"/>
                </a:cubicBezTo>
                <a:cubicBezTo>
                  <a:pt x="3011701" y="4048458"/>
                  <a:pt x="3041224" y="4075459"/>
                  <a:pt x="3027543" y="4052778"/>
                </a:cubicBezTo>
                <a:cubicBezTo>
                  <a:pt x="3018542" y="4061778"/>
                  <a:pt x="3011701" y="4039097"/>
                  <a:pt x="3004860" y="4032257"/>
                </a:cubicBezTo>
                <a:close/>
                <a:moveTo>
                  <a:pt x="2943294" y="4027936"/>
                </a:moveTo>
                <a:cubicBezTo>
                  <a:pt x="2941133" y="4034417"/>
                  <a:pt x="2920611" y="4036937"/>
                  <a:pt x="2936453" y="4048458"/>
                </a:cubicBezTo>
                <a:cubicBezTo>
                  <a:pt x="2936453" y="4036937"/>
                  <a:pt x="2954815" y="4043777"/>
                  <a:pt x="2943294" y="4027936"/>
                </a:cubicBezTo>
                <a:close/>
                <a:moveTo>
                  <a:pt x="3082909" y="4016449"/>
                </a:moveTo>
                <a:cubicBezTo>
                  <a:pt x="3089669" y="4028356"/>
                  <a:pt x="3082909" y="4030588"/>
                  <a:pt x="3080418" y="4035053"/>
                </a:cubicBezTo>
                <a:cubicBezTo>
                  <a:pt x="3069388" y="4021286"/>
                  <a:pt x="3076149" y="4011612"/>
                  <a:pt x="3082909" y="4016449"/>
                </a:cubicBezTo>
                <a:close/>
                <a:moveTo>
                  <a:pt x="3000180" y="4016416"/>
                </a:moveTo>
                <a:cubicBezTo>
                  <a:pt x="3011701" y="4025416"/>
                  <a:pt x="3007020" y="4030097"/>
                  <a:pt x="3018542" y="4039097"/>
                </a:cubicBezTo>
                <a:cubicBezTo>
                  <a:pt x="3027543" y="4034417"/>
                  <a:pt x="3007020" y="4018576"/>
                  <a:pt x="3000180" y="4016416"/>
                </a:cubicBezTo>
                <a:close/>
                <a:moveTo>
                  <a:pt x="786503" y="3998010"/>
                </a:moveTo>
                <a:cubicBezTo>
                  <a:pt x="772820" y="3995850"/>
                  <a:pt x="770660" y="4004850"/>
                  <a:pt x="765979" y="4014211"/>
                </a:cubicBezTo>
                <a:cubicBezTo>
                  <a:pt x="772820" y="4014211"/>
                  <a:pt x="777501" y="4023211"/>
                  <a:pt x="782182" y="4014211"/>
                </a:cubicBezTo>
                <a:cubicBezTo>
                  <a:pt x="768499" y="4009530"/>
                  <a:pt x="789023" y="4007370"/>
                  <a:pt x="786503" y="3998010"/>
                </a:cubicBezTo>
                <a:close/>
                <a:moveTo>
                  <a:pt x="477862" y="3973512"/>
                </a:moveTo>
                <a:cubicBezTo>
                  <a:pt x="505215" y="4011941"/>
                  <a:pt x="445830" y="4030258"/>
                  <a:pt x="436832" y="4078026"/>
                </a:cubicBezTo>
                <a:cubicBezTo>
                  <a:pt x="411998" y="4075512"/>
                  <a:pt x="405160" y="4089160"/>
                  <a:pt x="407319" y="4104962"/>
                </a:cubicBezTo>
                <a:cubicBezTo>
                  <a:pt x="405160" y="4109631"/>
                  <a:pt x="396162" y="4111786"/>
                  <a:pt x="384645" y="4109631"/>
                </a:cubicBezTo>
                <a:cubicBezTo>
                  <a:pt x="384645" y="4118610"/>
                  <a:pt x="379966" y="4127948"/>
                  <a:pt x="375647" y="4134772"/>
                </a:cubicBezTo>
                <a:cubicBezTo>
                  <a:pt x="393643" y="4161709"/>
                  <a:pt x="425675" y="4184695"/>
                  <a:pt x="423155" y="4227793"/>
                </a:cubicBezTo>
                <a:cubicBezTo>
                  <a:pt x="409479" y="4229948"/>
                  <a:pt x="416317" y="4232103"/>
                  <a:pt x="409479" y="4238927"/>
                </a:cubicBezTo>
                <a:cubicBezTo>
                  <a:pt x="400481" y="4227793"/>
                  <a:pt x="384645" y="4218455"/>
                  <a:pt x="370968" y="4207321"/>
                </a:cubicBezTo>
                <a:cubicBezTo>
                  <a:pt x="366289" y="4209476"/>
                  <a:pt x="355132" y="4207321"/>
                  <a:pt x="343615" y="4207321"/>
                </a:cubicBezTo>
                <a:cubicBezTo>
                  <a:pt x="355132" y="4197983"/>
                  <a:pt x="341456" y="4200497"/>
                  <a:pt x="332458" y="4204807"/>
                </a:cubicBezTo>
                <a:cubicBezTo>
                  <a:pt x="350453" y="4204807"/>
                  <a:pt x="334617" y="4223124"/>
                  <a:pt x="339296" y="4236772"/>
                </a:cubicBezTo>
                <a:cubicBezTo>
                  <a:pt x="329938" y="4236772"/>
                  <a:pt x="327779" y="4241441"/>
                  <a:pt x="314102" y="4238927"/>
                </a:cubicBezTo>
                <a:cubicBezTo>
                  <a:pt x="316262" y="4232103"/>
                  <a:pt x="332458" y="4211631"/>
                  <a:pt x="305105" y="4211631"/>
                </a:cubicBezTo>
                <a:cubicBezTo>
                  <a:pt x="293587" y="4191518"/>
                  <a:pt x="305105" y="4157399"/>
                  <a:pt x="289269" y="4139082"/>
                </a:cubicBezTo>
                <a:cubicBezTo>
                  <a:pt x="248239" y="4145906"/>
                  <a:pt x="261915" y="4166378"/>
                  <a:pt x="273073" y="4189004"/>
                </a:cubicBezTo>
                <a:cubicBezTo>
                  <a:pt x="259396" y="4184695"/>
                  <a:pt x="259396" y="4193673"/>
                  <a:pt x="252558" y="4195828"/>
                </a:cubicBezTo>
                <a:cubicBezTo>
                  <a:pt x="211888" y="4180026"/>
                  <a:pt x="250398" y="4148420"/>
                  <a:pt x="264075" y="4127948"/>
                </a:cubicBezTo>
                <a:cubicBezTo>
                  <a:pt x="266234" y="4134772"/>
                  <a:pt x="279911" y="4123279"/>
                  <a:pt x="282430" y="4132258"/>
                </a:cubicBezTo>
                <a:cubicBezTo>
                  <a:pt x="309424" y="4118610"/>
                  <a:pt x="323100" y="4093829"/>
                  <a:pt x="357292" y="4087005"/>
                </a:cubicBezTo>
                <a:cubicBezTo>
                  <a:pt x="359451" y="4082336"/>
                  <a:pt x="350453" y="4082336"/>
                  <a:pt x="355132" y="4073357"/>
                </a:cubicBezTo>
                <a:cubicBezTo>
                  <a:pt x="364130" y="4075512"/>
                  <a:pt x="370968" y="4075512"/>
                  <a:pt x="375647" y="4073357"/>
                </a:cubicBezTo>
                <a:cubicBezTo>
                  <a:pt x="368809" y="4061864"/>
                  <a:pt x="366289" y="4048575"/>
                  <a:pt x="389324" y="4057554"/>
                </a:cubicBezTo>
                <a:cubicBezTo>
                  <a:pt x="389324" y="4052885"/>
                  <a:pt x="396162" y="4043906"/>
                  <a:pt x="382485" y="4046061"/>
                </a:cubicBezTo>
                <a:cubicBezTo>
                  <a:pt x="389324" y="4041751"/>
                  <a:pt x="400481" y="4041751"/>
                  <a:pt x="405160" y="4037082"/>
                </a:cubicBezTo>
                <a:cubicBezTo>
                  <a:pt x="411998" y="4028103"/>
                  <a:pt x="391483" y="4032413"/>
                  <a:pt x="398321" y="4023434"/>
                </a:cubicBezTo>
                <a:cubicBezTo>
                  <a:pt x="418836" y="4023434"/>
                  <a:pt x="416317" y="4005118"/>
                  <a:pt x="436832" y="4005118"/>
                </a:cubicBezTo>
                <a:cubicBezTo>
                  <a:pt x="425675" y="3991829"/>
                  <a:pt x="457347" y="3978181"/>
                  <a:pt x="477862" y="3973512"/>
                </a:cubicBezTo>
                <a:close/>
                <a:moveTo>
                  <a:pt x="3197641" y="3949049"/>
                </a:moveTo>
                <a:cubicBezTo>
                  <a:pt x="3202157" y="3948739"/>
                  <a:pt x="3207255" y="3950953"/>
                  <a:pt x="3211906" y="3955381"/>
                </a:cubicBezTo>
                <a:cubicBezTo>
                  <a:pt x="3209401" y="3964591"/>
                  <a:pt x="3198311" y="3964591"/>
                  <a:pt x="3205108" y="3984782"/>
                </a:cubicBezTo>
                <a:cubicBezTo>
                  <a:pt x="3200458" y="3989033"/>
                  <a:pt x="3189367" y="3971321"/>
                  <a:pt x="3193660" y="3982302"/>
                </a:cubicBezTo>
                <a:cubicBezTo>
                  <a:pt x="3186863" y="3982302"/>
                  <a:pt x="3191514" y="3966716"/>
                  <a:pt x="3196165" y="3964591"/>
                </a:cubicBezTo>
                <a:cubicBezTo>
                  <a:pt x="3193660" y="3955381"/>
                  <a:pt x="3189367" y="3957860"/>
                  <a:pt x="3186863" y="3957860"/>
                </a:cubicBezTo>
                <a:cubicBezTo>
                  <a:pt x="3189189" y="3952193"/>
                  <a:pt x="3193124" y="3949359"/>
                  <a:pt x="3197641" y="3949049"/>
                </a:cubicBezTo>
                <a:close/>
                <a:moveTo>
                  <a:pt x="3149995" y="3940664"/>
                </a:moveTo>
                <a:cubicBezTo>
                  <a:pt x="3145730" y="3956862"/>
                  <a:pt x="3149995" y="3993217"/>
                  <a:pt x="3143242" y="3995377"/>
                </a:cubicBezTo>
                <a:cubicBezTo>
                  <a:pt x="3136489" y="3981699"/>
                  <a:pt x="3138977" y="3972700"/>
                  <a:pt x="3141110" y="3961181"/>
                </a:cubicBezTo>
                <a:cubicBezTo>
                  <a:pt x="3136489" y="3956862"/>
                  <a:pt x="3134357" y="3961181"/>
                  <a:pt x="3132224" y="3954342"/>
                </a:cubicBezTo>
                <a:cubicBezTo>
                  <a:pt x="3127604" y="3956862"/>
                  <a:pt x="3132224" y="3970540"/>
                  <a:pt x="3127604" y="3974860"/>
                </a:cubicBezTo>
                <a:cubicBezTo>
                  <a:pt x="3114098" y="3965861"/>
                  <a:pt x="3118719" y="3974860"/>
                  <a:pt x="3109478" y="3968021"/>
                </a:cubicBezTo>
                <a:cubicBezTo>
                  <a:pt x="3102725" y="3959022"/>
                  <a:pt x="3118719" y="3965861"/>
                  <a:pt x="3107346" y="3952183"/>
                </a:cubicBezTo>
                <a:cubicBezTo>
                  <a:pt x="3118719" y="3959022"/>
                  <a:pt x="3122984" y="3956862"/>
                  <a:pt x="3129736" y="3950023"/>
                </a:cubicBezTo>
                <a:cubicBezTo>
                  <a:pt x="3127604" y="3945344"/>
                  <a:pt x="3125472" y="3947503"/>
                  <a:pt x="3122984" y="3947503"/>
                </a:cubicBezTo>
                <a:cubicBezTo>
                  <a:pt x="3127604" y="3933825"/>
                  <a:pt x="3147862" y="3952183"/>
                  <a:pt x="3149995" y="3940664"/>
                </a:cubicBezTo>
                <a:close/>
                <a:moveTo>
                  <a:pt x="3086589" y="3900490"/>
                </a:moveTo>
                <a:cubicBezTo>
                  <a:pt x="3089109" y="3907331"/>
                  <a:pt x="3084429" y="3907331"/>
                  <a:pt x="3079748" y="3909491"/>
                </a:cubicBezTo>
                <a:cubicBezTo>
                  <a:pt x="3089109" y="3918491"/>
                  <a:pt x="3086589" y="3923172"/>
                  <a:pt x="3091269" y="3925332"/>
                </a:cubicBezTo>
                <a:cubicBezTo>
                  <a:pt x="3086589" y="3918491"/>
                  <a:pt x="3095950" y="3902650"/>
                  <a:pt x="3086589" y="3900490"/>
                </a:cubicBezTo>
                <a:close/>
                <a:moveTo>
                  <a:pt x="283987" y="3894137"/>
                </a:moveTo>
                <a:cubicBezTo>
                  <a:pt x="290899" y="3909724"/>
                  <a:pt x="272345" y="3925310"/>
                  <a:pt x="263250" y="3936646"/>
                </a:cubicBezTo>
                <a:cubicBezTo>
                  <a:pt x="256338" y="3921059"/>
                  <a:pt x="283987" y="3911849"/>
                  <a:pt x="283987" y="3894137"/>
                </a:cubicBezTo>
                <a:close/>
                <a:moveTo>
                  <a:pt x="3250186" y="3890962"/>
                </a:moveTo>
                <a:cubicBezTo>
                  <a:pt x="3254772" y="3906893"/>
                  <a:pt x="3245953" y="3911238"/>
                  <a:pt x="3241367" y="3904359"/>
                </a:cubicBezTo>
                <a:cubicBezTo>
                  <a:pt x="3239250" y="3893134"/>
                  <a:pt x="3243484" y="3893134"/>
                  <a:pt x="3250186" y="3890962"/>
                </a:cubicBezTo>
                <a:close/>
                <a:moveTo>
                  <a:pt x="336840" y="3886200"/>
                </a:moveTo>
                <a:cubicBezTo>
                  <a:pt x="343730" y="3899606"/>
                  <a:pt x="355335" y="3886200"/>
                  <a:pt x="369115" y="3886200"/>
                </a:cubicBezTo>
                <a:cubicBezTo>
                  <a:pt x="378180" y="3895019"/>
                  <a:pt x="385070" y="3906308"/>
                  <a:pt x="398850" y="3897136"/>
                </a:cubicBezTo>
                <a:cubicBezTo>
                  <a:pt x="389784" y="3908425"/>
                  <a:pt x="382894" y="3919714"/>
                  <a:pt x="369115" y="3923947"/>
                </a:cubicBezTo>
                <a:cubicBezTo>
                  <a:pt x="373466" y="3913011"/>
                  <a:pt x="380356" y="3897136"/>
                  <a:pt x="341555" y="3901722"/>
                </a:cubicBezTo>
                <a:cubicBezTo>
                  <a:pt x="339379" y="3906308"/>
                  <a:pt x="345906" y="3908425"/>
                  <a:pt x="343730" y="3913011"/>
                </a:cubicBezTo>
                <a:cubicBezTo>
                  <a:pt x="327775" y="3910542"/>
                  <a:pt x="332489" y="3890786"/>
                  <a:pt x="336840" y="3886200"/>
                </a:cubicBezTo>
                <a:close/>
                <a:moveTo>
                  <a:pt x="3209495" y="3884432"/>
                </a:moveTo>
                <a:cubicBezTo>
                  <a:pt x="3211974" y="3884432"/>
                  <a:pt x="3214100" y="3891262"/>
                  <a:pt x="3218705" y="3891262"/>
                </a:cubicBezTo>
                <a:cubicBezTo>
                  <a:pt x="3218705" y="3897731"/>
                  <a:pt x="3216225" y="3900247"/>
                  <a:pt x="3218705" y="3907077"/>
                </a:cubicBezTo>
                <a:cubicBezTo>
                  <a:pt x="3222956" y="3911390"/>
                  <a:pt x="3234291" y="3902404"/>
                  <a:pt x="3238896" y="3931878"/>
                </a:cubicBezTo>
                <a:cubicBezTo>
                  <a:pt x="3229686" y="3929721"/>
                  <a:pt x="3229686" y="3916062"/>
                  <a:pt x="3216225" y="3920735"/>
                </a:cubicBezTo>
                <a:cubicBezTo>
                  <a:pt x="3214100" y="3891262"/>
                  <a:pt x="3209495" y="3911390"/>
                  <a:pt x="3198514" y="3893418"/>
                </a:cubicBezTo>
                <a:cubicBezTo>
                  <a:pt x="3196388" y="3875087"/>
                  <a:pt x="3218705" y="3909233"/>
                  <a:pt x="3209495" y="3884432"/>
                </a:cubicBezTo>
                <a:close/>
                <a:moveTo>
                  <a:pt x="3143475" y="3882130"/>
                </a:moveTo>
                <a:cubicBezTo>
                  <a:pt x="3150315" y="3897970"/>
                  <a:pt x="3157156" y="3897970"/>
                  <a:pt x="3163997" y="3900490"/>
                </a:cubicBezTo>
                <a:cubicBezTo>
                  <a:pt x="3161837" y="3893650"/>
                  <a:pt x="3163997" y="3891490"/>
                  <a:pt x="3163997" y="3884650"/>
                </a:cubicBezTo>
                <a:cubicBezTo>
                  <a:pt x="3157156" y="3884650"/>
                  <a:pt x="3150315" y="3879970"/>
                  <a:pt x="3143475" y="3882130"/>
                </a:cubicBezTo>
                <a:close/>
                <a:moveTo>
                  <a:pt x="3102430" y="3873129"/>
                </a:moveTo>
                <a:cubicBezTo>
                  <a:pt x="3098110" y="3882130"/>
                  <a:pt x="3086589" y="3866289"/>
                  <a:pt x="3091269" y="3879970"/>
                </a:cubicBezTo>
                <a:cubicBezTo>
                  <a:pt x="3102430" y="3879970"/>
                  <a:pt x="3104951" y="3886810"/>
                  <a:pt x="3102430" y="3902650"/>
                </a:cubicBezTo>
                <a:cubicBezTo>
                  <a:pt x="3109271" y="3895810"/>
                  <a:pt x="3116112" y="3914171"/>
                  <a:pt x="3116112" y="3900490"/>
                </a:cubicBezTo>
                <a:cubicBezTo>
                  <a:pt x="3111791" y="3888970"/>
                  <a:pt x="3107111" y="3888970"/>
                  <a:pt x="3102430" y="3873129"/>
                </a:cubicBezTo>
                <a:close/>
                <a:moveTo>
                  <a:pt x="3223830" y="3872518"/>
                </a:moveTo>
                <a:cubicBezTo>
                  <a:pt x="3227789" y="3873350"/>
                  <a:pt x="3232860" y="3876066"/>
                  <a:pt x="3237307" y="3874840"/>
                </a:cubicBezTo>
                <a:cubicBezTo>
                  <a:pt x="3237307" y="3886055"/>
                  <a:pt x="3228412" y="3888158"/>
                  <a:pt x="3221651" y="3890612"/>
                </a:cubicBezTo>
                <a:cubicBezTo>
                  <a:pt x="3221651" y="3883952"/>
                  <a:pt x="3219516" y="3881499"/>
                  <a:pt x="3217025" y="3881499"/>
                </a:cubicBezTo>
                <a:cubicBezTo>
                  <a:pt x="3217025" y="3872737"/>
                  <a:pt x="3219872" y="3871685"/>
                  <a:pt x="3223830" y="3872518"/>
                </a:cubicBezTo>
                <a:close/>
                <a:moveTo>
                  <a:pt x="3163997" y="3857288"/>
                </a:moveTo>
                <a:cubicBezTo>
                  <a:pt x="3170838" y="3868449"/>
                  <a:pt x="3152836" y="3857288"/>
                  <a:pt x="3159676" y="3870969"/>
                </a:cubicBezTo>
                <a:cubicBezTo>
                  <a:pt x="3168677" y="3870969"/>
                  <a:pt x="3161837" y="3877809"/>
                  <a:pt x="3168677" y="3893650"/>
                </a:cubicBezTo>
                <a:cubicBezTo>
                  <a:pt x="3177678" y="3888970"/>
                  <a:pt x="3168677" y="3866289"/>
                  <a:pt x="3163997" y="3857288"/>
                </a:cubicBezTo>
                <a:close/>
                <a:moveTo>
                  <a:pt x="3134474" y="3825247"/>
                </a:moveTo>
                <a:cubicBezTo>
                  <a:pt x="3136634" y="3832087"/>
                  <a:pt x="3132314" y="3832087"/>
                  <a:pt x="3132314" y="3836767"/>
                </a:cubicBezTo>
                <a:cubicBezTo>
                  <a:pt x="3143475" y="3832087"/>
                  <a:pt x="3141314" y="3864129"/>
                  <a:pt x="3132314" y="3850448"/>
                </a:cubicBezTo>
                <a:cubicBezTo>
                  <a:pt x="3136634" y="3859448"/>
                  <a:pt x="3141314" y="3868449"/>
                  <a:pt x="3148155" y="3870969"/>
                </a:cubicBezTo>
                <a:cubicBezTo>
                  <a:pt x="3141314" y="3850448"/>
                  <a:pt x="3148155" y="3854768"/>
                  <a:pt x="3154996" y="3854768"/>
                </a:cubicBezTo>
                <a:cubicBezTo>
                  <a:pt x="3150315" y="3836767"/>
                  <a:pt x="3141314" y="3838928"/>
                  <a:pt x="3134474" y="3825247"/>
                </a:cubicBezTo>
                <a:close/>
                <a:moveTo>
                  <a:pt x="3112208" y="3818277"/>
                </a:moveTo>
                <a:cubicBezTo>
                  <a:pt x="3110936" y="3817349"/>
                  <a:pt x="3109901" y="3819037"/>
                  <a:pt x="3109271" y="3825247"/>
                </a:cubicBezTo>
                <a:cubicBezTo>
                  <a:pt x="3120792" y="3825247"/>
                  <a:pt x="3116112" y="3866289"/>
                  <a:pt x="3125473" y="3845768"/>
                </a:cubicBezTo>
                <a:cubicBezTo>
                  <a:pt x="3121962" y="3847388"/>
                  <a:pt x="3116022" y="3821062"/>
                  <a:pt x="3112208" y="3818277"/>
                </a:cubicBezTo>
                <a:close/>
                <a:moveTo>
                  <a:pt x="3214485" y="3816350"/>
                </a:moveTo>
                <a:cubicBezTo>
                  <a:pt x="3223557" y="3838955"/>
                  <a:pt x="3232991" y="3818503"/>
                  <a:pt x="3242062" y="3825320"/>
                </a:cubicBezTo>
                <a:cubicBezTo>
                  <a:pt x="3237345" y="3857255"/>
                  <a:pt x="3212308" y="3841108"/>
                  <a:pt x="3205414" y="3868378"/>
                </a:cubicBezTo>
                <a:cubicBezTo>
                  <a:pt x="3196342" y="3868378"/>
                  <a:pt x="3200697" y="3861561"/>
                  <a:pt x="3196342" y="3845773"/>
                </a:cubicBezTo>
                <a:lnTo>
                  <a:pt x="3191625" y="3847926"/>
                </a:lnTo>
                <a:cubicBezTo>
                  <a:pt x="3193802" y="3825320"/>
                  <a:pt x="3205414" y="3836802"/>
                  <a:pt x="3214485" y="3816350"/>
                </a:cubicBezTo>
                <a:close/>
                <a:moveTo>
                  <a:pt x="3389293" y="3814091"/>
                </a:moveTo>
                <a:cubicBezTo>
                  <a:pt x="3391314" y="3827686"/>
                  <a:pt x="3389293" y="3836629"/>
                  <a:pt x="3382895" y="3834125"/>
                </a:cubicBezTo>
                <a:cubicBezTo>
                  <a:pt x="3380538" y="3820888"/>
                  <a:pt x="3382895" y="3811587"/>
                  <a:pt x="3389293" y="3814091"/>
                </a:cubicBezTo>
                <a:close/>
                <a:moveTo>
                  <a:pt x="3435242" y="3811331"/>
                </a:moveTo>
                <a:cubicBezTo>
                  <a:pt x="3439667" y="3810196"/>
                  <a:pt x="3442997" y="3811922"/>
                  <a:pt x="3445275" y="3823369"/>
                </a:cubicBezTo>
                <a:cubicBezTo>
                  <a:pt x="3438616" y="3818645"/>
                  <a:pt x="3429503" y="3821189"/>
                  <a:pt x="3423194" y="3830274"/>
                </a:cubicBezTo>
                <a:cubicBezTo>
                  <a:pt x="3418638" y="3830274"/>
                  <a:pt x="3418638" y="3821189"/>
                  <a:pt x="3418638" y="3816464"/>
                </a:cubicBezTo>
                <a:cubicBezTo>
                  <a:pt x="3425298" y="3816464"/>
                  <a:pt x="3430818" y="3812467"/>
                  <a:pt x="3435242" y="3811331"/>
                </a:cubicBezTo>
                <a:close/>
                <a:moveTo>
                  <a:pt x="3344611" y="3806825"/>
                </a:moveTo>
                <a:cubicBezTo>
                  <a:pt x="3349390" y="3806825"/>
                  <a:pt x="3347184" y="3811086"/>
                  <a:pt x="3344611" y="3811086"/>
                </a:cubicBezTo>
                <a:cubicBezTo>
                  <a:pt x="3347184" y="3815702"/>
                  <a:pt x="3349390" y="3820318"/>
                  <a:pt x="3351596" y="3820318"/>
                </a:cubicBezTo>
                <a:cubicBezTo>
                  <a:pt x="3344611" y="3822449"/>
                  <a:pt x="3330641" y="3833457"/>
                  <a:pt x="3317038" y="3831326"/>
                </a:cubicBezTo>
                <a:cubicBezTo>
                  <a:pt x="3319244" y="3813572"/>
                  <a:pt x="3342405" y="3824580"/>
                  <a:pt x="3344611" y="3806825"/>
                </a:cubicBezTo>
                <a:close/>
                <a:moveTo>
                  <a:pt x="3285972" y="3802590"/>
                </a:moveTo>
                <a:cubicBezTo>
                  <a:pt x="3290029" y="3803356"/>
                  <a:pt x="3293670" y="3806155"/>
                  <a:pt x="3296036" y="3811753"/>
                </a:cubicBezTo>
                <a:cubicBezTo>
                  <a:pt x="3289118" y="3818506"/>
                  <a:pt x="3275282" y="3800735"/>
                  <a:pt x="3277467" y="3832011"/>
                </a:cubicBezTo>
                <a:cubicBezTo>
                  <a:pt x="3270549" y="3836632"/>
                  <a:pt x="3268364" y="3825258"/>
                  <a:pt x="3261447" y="3829879"/>
                </a:cubicBezTo>
                <a:cubicBezTo>
                  <a:pt x="3257897" y="3816284"/>
                  <a:pt x="3273803" y="3800291"/>
                  <a:pt x="3285972" y="3802590"/>
                </a:cubicBezTo>
                <a:close/>
                <a:moveTo>
                  <a:pt x="3136634" y="3795726"/>
                </a:moveTo>
                <a:cubicBezTo>
                  <a:pt x="3148155" y="3818406"/>
                  <a:pt x="3170838" y="3816246"/>
                  <a:pt x="3163997" y="3845768"/>
                </a:cubicBezTo>
                <a:cubicBezTo>
                  <a:pt x="3163997" y="3845768"/>
                  <a:pt x="3163997" y="3845768"/>
                  <a:pt x="3175518" y="3843608"/>
                </a:cubicBezTo>
                <a:cubicBezTo>
                  <a:pt x="3170838" y="3818406"/>
                  <a:pt x="3159676" y="3827767"/>
                  <a:pt x="3157156" y="3800406"/>
                </a:cubicBezTo>
                <a:cubicBezTo>
                  <a:pt x="3148155" y="3800406"/>
                  <a:pt x="3148155" y="3797886"/>
                  <a:pt x="3136634" y="3795726"/>
                </a:cubicBezTo>
                <a:close/>
                <a:moveTo>
                  <a:pt x="3345766" y="3792420"/>
                </a:moveTo>
                <a:lnTo>
                  <a:pt x="3344025" y="3796593"/>
                </a:lnTo>
                <a:cubicBezTo>
                  <a:pt x="3344025" y="3795514"/>
                  <a:pt x="3344025" y="3793805"/>
                  <a:pt x="3344341" y="3792682"/>
                </a:cubicBezTo>
                <a:close/>
                <a:moveTo>
                  <a:pt x="3184519" y="3779885"/>
                </a:moveTo>
                <a:cubicBezTo>
                  <a:pt x="3184519" y="3779885"/>
                  <a:pt x="3184519" y="3779885"/>
                  <a:pt x="3186679" y="3793565"/>
                </a:cubicBezTo>
                <a:cubicBezTo>
                  <a:pt x="3191360" y="3782045"/>
                  <a:pt x="3200361" y="3795726"/>
                  <a:pt x="3202521" y="3782045"/>
                </a:cubicBezTo>
                <a:cubicBezTo>
                  <a:pt x="3196040" y="3782045"/>
                  <a:pt x="3191360" y="3777365"/>
                  <a:pt x="3184519" y="3779885"/>
                </a:cubicBezTo>
                <a:close/>
                <a:moveTo>
                  <a:pt x="3389806" y="3778250"/>
                </a:moveTo>
                <a:cubicBezTo>
                  <a:pt x="3391969" y="3792277"/>
                  <a:pt x="3382957" y="3789759"/>
                  <a:pt x="3385120" y="3801268"/>
                </a:cubicBezTo>
                <a:cubicBezTo>
                  <a:pt x="3391969" y="3801268"/>
                  <a:pt x="3394132" y="3794435"/>
                  <a:pt x="3391969" y="3782926"/>
                </a:cubicBezTo>
                <a:cubicBezTo>
                  <a:pt x="3405667" y="3794435"/>
                  <a:pt x="3412517" y="3780768"/>
                  <a:pt x="3426215" y="3794435"/>
                </a:cubicBezTo>
                <a:cubicBezTo>
                  <a:pt x="3417203" y="3823927"/>
                  <a:pt x="3398818" y="3785443"/>
                  <a:pt x="3389806" y="3798751"/>
                </a:cubicBezTo>
                <a:cubicBezTo>
                  <a:pt x="3389806" y="3808102"/>
                  <a:pt x="3394132" y="3808102"/>
                  <a:pt x="3396655" y="3808102"/>
                </a:cubicBezTo>
                <a:cubicBezTo>
                  <a:pt x="3394132" y="3819252"/>
                  <a:pt x="3376108" y="3812418"/>
                  <a:pt x="3369259" y="3796593"/>
                </a:cubicBezTo>
                <a:cubicBezTo>
                  <a:pt x="3362410" y="3798751"/>
                  <a:pt x="3357724" y="3803426"/>
                  <a:pt x="3357724" y="3810260"/>
                </a:cubicBezTo>
                <a:cubicBezTo>
                  <a:pt x="3350874" y="3808102"/>
                  <a:pt x="3353398" y="3794435"/>
                  <a:pt x="3344025" y="3801268"/>
                </a:cubicBezTo>
                <a:cubicBezTo>
                  <a:pt x="3344025" y="3796593"/>
                  <a:pt x="3346549" y="3796593"/>
                  <a:pt x="3346549" y="3792277"/>
                </a:cubicBezTo>
                <a:lnTo>
                  <a:pt x="3345766" y="3792420"/>
                </a:lnTo>
                <a:lnTo>
                  <a:pt x="3348621" y="3785578"/>
                </a:lnTo>
                <a:cubicBezTo>
                  <a:pt x="3351505" y="3783555"/>
                  <a:pt x="3355560" y="3782926"/>
                  <a:pt x="3360247" y="3782926"/>
                </a:cubicBezTo>
                <a:cubicBezTo>
                  <a:pt x="3369259" y="3782926"/>
                  <a:pt x="3380434" y="3785443"/>
                  <a:pt x="3389806" y="3778250"/>
                </a:cubicBezTo>
                <a:close/>
                <a:moveTo>
                  <a:pt x="3429387" y="3750072"/>
                </a:moveTo>
                <a:cubicBezTo>
                  <a:pt x="3422856" y="3758949"/>
                  <a:pt x="3415962" y="3767826"/>
                  <a:pt x="3404350" y="3769957"/>
                </a:cubicBezTo>
                <a:cubicBezTo>
                  <a:pt x="3404350" y="3752202"/>
                  <a:pt x="3422856" y="3743325"/>
                  <a:pt x="3429387" y="3750072"/>
                </a:cubicBezTo>
                <a:close/>
                <a:moveTo>
                  <a:pt x="3447952" y="3748432"/>
                </a:moveTo>
                <a:cubicBezTo>
                  <a:pt x="3452880" y="3747039"/>
                  <a:pt x="3468821" y="3754355"/>
                  <a:pt x="3472260" y="3757846"/>
                </a:cubicBezTo>
                <a:cubicBezTo>
                  <a:pt x="3463088" y="3777892"/>
                  <a:pt x="3458855" y="3748538"/>
                  <a:pt x="3447566" y="3753192"/>
                </a:cubicBezTo>
                <a:cubicBezTo>
                  <a:pt x="3445890" y="3750328"/>
                  <a:pt x="3446309" y="3748896"/>
                  <a:pt x="3447952" y="3748432"/>
                </a:cubicBezTo>
                <a:close/>
                <a:moveTo>
                  <a:pt x="4356488" y="3736304"/>
                </a:moveTo>
                <a:cubicBezTo>
                  <a:pt x="4352138" y="3756696"/>
                  <a:pt x="4324588" y="3758842"/>
                  <a:pt x="4310813" y="3752045"/>
                </a:cubicBezTo>
                <a:cubicBezTo>
                  <a:pt x="4322413" y="3733800"/>
                  <a:pt x="4338363" y="3733800"/>
                  <a:pt x="4356488" y="3736304"/>
                </a:cubicBezTo>
                <a:close/>
                <a:moveTo>
                  <a:pt x="4426341" y="3729581"/>
                </a:moveTo>
                <a:cubicBezTo>
                  <a:pt x="4417355" y="3747724"/>
                  <a:pt x="4394710" y="3747724"/>
                  <a:pt x="4369550" y="3747724"/>
                </a:cubicBezTo>
                <a:cubicBezTo>
                  <a:pt x="4374223" y="3722687"/>
                  <a:pt x="4403696" y="3733936"/>
                  <a:pt x="4426341" y="3729581"/>
                </a:cubicBezTo>
                <a:close/>
                <a:moveTo>
                  <a:pt x="3909785" y="3704880"/>
                </a:moveTo>
                <a:cubicBezTo>
                  <a:pt x="3917047" y="3703997"/>
                  <a:pt x="3924841" y="3707531"/>
                  <a:pt x="3932634" y="3714601"/>
                </a:cubicBezTo>
                <a:cubicBezTo>
                  <a:pt x="3925903" y="3714601"/>
                  <a:pt x="3919173" y="3716833"/>
                  <a:pt x="3914922" y="3719066"/>
                </a:cubicBezTo>
                <a:cubicBezTo>
                  <a:pt x="3908191" y="3721670"/>
                  <a:pt x="3901461" y="3723903"/>
                  <a:pt x="3890125" y="3721670"/>
                </a:cubicBezTo>
                <a:cubicBezTo>
                  <a:pt x="3895793" y="3711066"/>
                  <a:pt x="3902524" y="3705764"/>
                  <a:pt x="3909785" y="3704880"/>
                </a:cubicBezTo>
                <a:close/>
                <a:moveTo>
                  <a:pt x="110597" y="3681412"/>
                </a:moveTo>
                <a:cubicBezTo>
                  <a:pt x="121462" y="3686174"/>
                  <a:pt x="130574" y="3688373"/>
                  <a:pt x="130574" y="3700096"/>
                </a:cubicBezTo>
                <a:cubicBezTo>
                  <a:pt x="119359" y="3697531"/>
                  <a:pt x="108144" y="3697531"/>
                  <a:pt x="103938" y="3693135"/>
                </a:cubicBezTo>
                <a:cubicBezTo>
                  <a:pt x="106041" y="3690571"/>
                  <a:pt x="108144" y="3688373"/>
                  <a:pt x="110597" y="3681412"/>
                </a:cubicBezTo>
                <a:close/>
                <a:moveTo>
                  <a:pt x="4488713" y="3680970"/>
                </a:moveTo>
                <a:lnTo>
                  <a:pt x="4486301" y="3682688"/>
                </a:lnTo>
                <a:lnTo>
                  <a:pt x="4488406" y="3685009"/>
                </a:lnTo>
                <a:lnTo>
                  <a:pt x="4491195" y="3681126"/>
                </a:lnTo>
                <a:close/>
                <a:moveTo>
                  <a:pt x="4962922" y="3652837"/>
                </a:moveTo>
                <a:cubicBezTo>
                  <a:pt x="4956219" y="3664292"/>
                  <a:pt x="4949517" y="3688992"/>
                  <a:pt x="4933994" y="3680043"/>
                </a:cubicBezTo>
                <a:cubicBezTo>
                  <a:pt x="4931525" y="3664292"/>
                  <a:pt x="4944931" y="3657490"/>
                  <a:pt x="4962922" y="3652837"/>
                </a:cubicBezTo>
                <a:close/>
                <a:moveTo>
                  <a:pt x="589713" y="3652837"/>
                </a:moveTo>
                <a:cubicBezTo>
                  <a:pt x="596607" y="3657423"/>
                  <a:pt x="598784" y="3664126"/>
                  <a:pt x="605678" y="3654953"/>
                </a:cubicBezTo>
                <a:cubicBezTo>
                  <a:pt x="614750" y="3659540"/>
                  <a:pt x="596607" y="3661656"/>
                  <a:pt x="598784" y="3668359"/>
                </a:cubicBezTo>
                <a:cubicBezTo>
                  <a:pt x="591890" y="3666243"/>
                  <a:pt x="589713" y="3661656"/>
                  <a:pt x="589713" y="3652837"/>
                </a:cubicBezTo>
                <a:close/>
                <a:moveTo>
                  <a:pt x="3518747" y="3652365"/>
                </a:moveTo>
                <a:cubicBezTo>
                  <a:pt x="3512468" y="3655251"/>
                  <a:pt x="3512874" y="3665579"/>
                  <a:pt x="3509633" y="3670440"/>
                </a:cubicBezTo>
                <a:cubicBezTo>
                  <a:pt x="3504953" y="3672960"/>
                  <a:pt x="3502792" y="3670440"/>
                  <a:pt x="3500272" y="3677280"/>
                </a:cubicBezTo>
                <a:cubicBezTo>
                  <a:pt x="3516474" y="3679800"/>
                  <a:pt x="3520794" y="3666119"/>
                  <a:pt x="3527635" y="3652438"/>
                </a:cubicBezTo>
                <a:cubicBezTo>
                  <a:pt x="3523675" y="3651268"/>
                  <a:pt x="3520839" y="3651403"/>
                  <a:pt x="3518747" y="3652365"/>
                </a:cubicBezTo>
                <a:close/>
                <a:moveTo>
                  <a:pt x="3450227" y="3647758"/>
                </a:moveTo>
                <a:cubicBezTo>
                  <a:pt x="3452567" y="3655859"/>
                  <a:pt x="3452027" y="3660989"/>
                  <a:pt x="3450902" y="3665534"/>
                </a:cubicBezTo>
                <a:lnTo>
                  <a:pt x="3450366" y="3668232"/>
                </a:lnTo>
                <a:lnTo>
                  <a:pt x="3455888" y="3675867"/>
                </a:lnTo>
                <a:lnTo>
                  <a:pt x="3456663" y="3674310"/>
                </a:lnTo>
                <a:cubicBezTo>
                  <a:pt x="3457788" y="3670079"/>
                  <a:pt x="3458328" y="3665039"/>
                  <a:pt x="3461748" y="3663959"/>
                </a:cubicBezTo>
                <a:cubicBezTo>
                  <a:pt x="3461748" y="3666119"/>
                  <a:pt x="3466429" y="3668279"/>
                  <a:pt x="3466429" y="3663959"/>
                </a:cubicBezTo>
                <a:cubicBezTo>
                  <a:pt x="3457068" y="3666119"/>
                  <a:pt x="3463908" y="3643438"/>
                  <a:pt x="3450227" y="3647758"/>
                </a:cubicBezTo>
                <a:close/>
                <a:moveTo>
                  <a:pt x="15732" y="3643312"/>
                </a:moveTo>
                <a:cubicBezTo>
                  <a:pt x="27374" y="3652131"/>
                  <a:pt x="6637" y="3656717"/>
                  <a:pt x="4454" y="3660951"/>
                </a:cubicBezTo>
                <a:cubicBezTo>
                  <a:pt x="-7187" y="3681059"/>
                  <a:pt x="6637" y="3645428"/>
                  <a:pt x="15732" y="3643312"/>
                </a:cubicBezTo>
                <a:close/>
                <a:moveTo>
                  <a:pt x="4713676" y="3641725"/>
                </a:moveTo>
                <a:cubicBezTo>
                  <a:pt x="4707159" y="3648685"/>
                  <a:pt x="4709331" y="3665171"/>
                  <a:pt x="4693400" y="3665171"/>
                </a:cubicBezTo>
                <a:cubicBezTo>
                  <a:pt x="4693400" y="3644289"/>
                  <a:pt x="4693400" y="3644289"/>
                  <a:pt x="4693400" y="3644289"/>
                </a:cubicBezTo>
                <a:cubicBezTo>
                  <a:pt x="4700279" y="3644289"/>
                  <a:pt x="4707159" y="3641725"/>
                  <a:pt x="4713676" y="3641725"/>
                </a:cubicBezTo>
                <a:close/>
                <a:moveTo>
                  <a:pt x="3866283" y="3638734"/>
                </a:moveTo>
                <a:lnTo>
                  <a:pt x="3865514" y="3645784"/>
                </a:lnTo>
                <a:cubicBezTo>
                  <a:pt x="3864518" y="3654374"/>
                  <a:pt x="3863370" y="3655318"/>
                  <a:pt x="3853109" y="3663959"/>
                </a:cubicBezTo>
                <a:cubicBezTo>
                  <a:pt x="3866791" y="3652438"/>
                  <a:pt x="3877952" y="3677280"/>
                  <a:pt x="3887313" y="3657119"/>
                </a:cubicBezTo>
                <a:cubicBezTo>
                  <a:pt x="3878132" y="3653699"/>
                  <a:pt x="3875252" y="3649108"/>
                  <a:pt x="3874082" y="3642808"/>
                </a:cubicBezTo>
                <a:lnTo>
                  <a:pt x="3873702" y="3639666"/>
                </a:lnTo>
                <a:close/>
                <a:moveTo>
                  <a:pt x="57528" y="3638550"/>
                </a:moveTo>
                <a:cubicBezTo>
                  <a:pt x="55295" y="3643106"/>
                  <a:pt x="52691" y="3660630"/>
                  <a:pt x="34088" y="3665187"/>
                </a:cubicBezTo>
                <a:cubicBezTo>
                  <a:pt x="45622" y="3651868"/>
                  <a:pt x="43389" y="3647312"/>
                  <a:pt x="57528" y="3638550"/>
                </a:cubicBezTo>
                <a:close/>
                <a:moveTo>
                  <a:pt x="3757295" y="3627393"/>
                </a:moveTo>
                <a:lnTo>
                  <a:pt x="3757339" y="3627597"/>
                </a:lnTo>
                <a:lnTo>
                  <a:pt x="3759464" y="3627543"/>
                </a:lnTo>
                <a:close/>
                <a:moveTo>
                  <a:pt x="3737419" y="3623937"/>
                </a:moveTo>
                <a:lnTo>
                  <a:pt x="3737177" y="3625077"/>
                </a:lnTo>
                <a:lnTo>
                  <a:pt x="3741065" y="3624634"/>
                </a:lnTo>
                <a:close/>
                <a:moveTo>
                  <a:pt x="3712143" y="3619108"/>
                </a:moveTo>
                <a:lnTo>
                  <a:pt x="3711974" y="3620757"/>
                </a:lnTo>
                <a:cubicBezTo>
                  <a:pt x="3718815" y="3618237"/>
                  <a:pt x="3718815" y="3625077"/>
                  <a:pt x="3725656" y="3625077"/>
                </a:cubicBezTo>
                <a:lnTo>
                  <a:pt x="3726465" y="3621844"/>
                </a:lnTo>
                <a:close/>
                <a:moveTo>
                  <a:pt x="4663092" y="3617429"/>
                </a:moveTo>
                <a:cubicBezTo>
                  <a:pt x="4676824" y="3617491"/>
                  <a:pt x="4690054" y="3618668"/>
                  <a:pt x="4702565" y="3621566"/>
                </a:cubicBezTo>
                <a:cubicBezTo>
                  <a:pt x="4683304" y="3663764"/>
                  <a:pt x="4646312" y="3679158"/>
                  <a:pt x="4605899" y="3683731"/>
                </a:cubicBezTo>
                <a:lnTo>
                  <a:pt x="4596660" y="3683843"/>
                </a:lnTo>
                <a:lnTo>
                  <a:pt x="4595002" y="3684234"/>
                </a:lnTo>
                <a:cubicBezTo>
                  <a:pt x="4577501" y="3686704"/>
                  <a:pt x="4558343" y="3687233"/>
                  <a:pt x="4542588" y="3690584"/>
                </a:cubicBezTo>
                <a:lnTo>
                  <a:pt x="4542588" y="3684353"/>
                </a:lnTo>
                <a:lnTo>
                  <a:pt x="4505490" y="3682023"/>
                </a:lnTo>
                <a:lnTo>
                  <a:pt x="4505537" y="3682265"/>
                </a:lnTo>
                <a:cubicBezTo>
                  <a:pt x="4504441" y="3684637"/>
                  <a:pt x="4502777" y="3687614"/>
                  <a:pt x="4503828" y="3694683"/>
                </a:cubicBezTo>
                <a:cubicBezTo>
                  <a:pt x="4488406" y="3696915"/>
                  <a:pt x="4488406" y="3696915"/>
                  <a:pt x="4488406" y="3696915"/>
                </a:cubicBezTo>
                <a:cubicBezTo>
                  <a:pt x="4488406" y="3689846"/>
                  <a:pt x="4488406" y="3687613"/>
                  <a:pt x="4483850" y="3685009"/>
                </a:cubicBezTo>
                <a:lnTo>
                  <a:pt x="4485326" y="3683382"/>
                </a:lnTo>
                <a:lnTo>
                  <a:pt x="4456671" y="3703789"/>
                </a:lnTo>
                <a:cubicBezTo>
                  <a:pt x="4411308" y="3701616"/>
                  <a:pt x="4370266" y="3703789"/>
                  <a:pt x="4331743" y="3708498"/>
                </a:cubicBezTo>
                <a:cubicBezTo>
                  <a:pt x="4292861" y="3715380"/>
                  <a:pt x="4254339" y="3722262"/>
                  <a:pt x="4220137" y="3726609"/>
                </a:cubicBezTo>
                <a:cubicBezTo>
                  <a:pt x="4147413" y="3735664"/>
                  <a:pt x="4079369" y="3738200"/>
                  <a:pt x="4015645" y="3694734"/>
                </a:cubicBezTo>
                <a:cubicBezTo>
                  <a:pt x="3990444" y="3705962"/>
                  <a:pt x="3972083" y="3692198"/>
                  <a:pt x="3942561" y="3703789"/>
                </a:cubicBezTo>
                <a:cubicBezTo>
                  <a:pt x="3938241" y="3701616"/>
                  <a:pt x="3935721" y="3699080"/>
                  <a:pt x="3935721" y="3692198"/>
                </a:cubicBezTo>
                <a:cubicBezTo>
                  <a:pt x="3931400" y="3685316"/>
                  <a:pt x="3940401" y="3667205"/>
                  <a:pt x="3947241" y="3655614"/>
                </a:cubicBezTo>
                <a:cubicBezTo>
                  <a:pt x="3969922" y="3678434"/>
                  <a:pt x="3972083" y="3641850"/>
                  <a:pt x="3983603" y="3671552"/>
                </a:cubicBezTo>
                <a:cubicBezTo>
                  <a:pt x="4022755" y="3657969"/>
                  <a:pt x="4064540" y="3671280"/>
                  <a:pt x="4105160" y="3675882"/>
                </a:cubicBezTo>
                <a:lnTo>
                  <a:pt x="4119537" y="3676018"/>
                </a:lnTo>
                <a:lnTo>
                  <a:pt x="4119505" y="3674963"/>
                </a:lnTo>
                <a:cubicBezTo>
                  <a:pt x="4124790" y="3668448"/>
                  <a:pt x="4144500" y="3673740"/>
                  <a:pt x="4156463" y="3670300"/>
                </a:cubicBezTo>
                <a:lnTo>
                  <a:pt x="4155331" y="3673285"/>
                </a:lnTo>
                <a:lnTo>
                  <a:pt x="4180670" y="3665802"/>
                </a:lnTo>
                <a:cubicBezTo>
                  <a:pt x="4192865" y="3660957"/>
                  <a:pt x="4205376" y="3655795"/>
                  <a:pt x="4217977" y="3653441"/>
                </a:cubicBezTo>
                <a:cubicBezTo>
                  <a:pt x="4243538" y="3648279"/>
                  <a:pt x="4269550" y="3644838"/>
                  <a:pt x="4295787" y="3642438"/>
                </a:cubicBezTo>
                <a:lnTo>
                  <a:pt x="4308531" y="3641673"/>
                </a:lnTo>
                <a:lnTo>
                  <a:pt x="4308821" y="3641596"/>
                </a:lnTo>
                <a:cubicBezTo>
                  <a:pt x="4331709" y="3638464"/>
                  <a:pt x="4353581" y="3642329"/>
                  <a:pt x="4379313" y="3632200"/>
                </a:cubicBezTo>
                <a:lnTo>
                  <a:pt x="4380579" y="3637431"/>
                </a:lnTo>
                <a:lnTo>
                  <a:pt x="4531915" y="3630621"/>
                </a:lnTo>
                <a:cubicBezTo>
                  <a:pt x="4576198" y="3627090"/>
                  <a:pt x="4621898" y="3617242"/>
                  <a:pt x="4663092" y="3617429"/>
                </a:cubicBezTo>
                <a:close/>
                <a:moveTo>
                  <a:pt x="3690114" y="3612038"/>
                </a:moveTo>
                <a:lnTo>
                  <a:pt x="3689292" y="3613917"/>
                </a:lnTo>
                <a:cubicBezTo>
                  <a:pt x="3691452" y="3613917"/>
                  <a:pt x="3693612" y="3618237"/>
                  <a:pt x="3691452" y="3625077"/>
                </a:cubicBezTo>
                <a:lnTo>
                  <a:pt x="3703586" y="3616529"/>
                </a:lnTo>
                <a:close/>
                <a:moveTo>
                  <a:pt x="4858141" y="3608924"/>
                </a:moveTo>
                <a:cubicBezTo>
                  <a:pt x="4830851" y="3627412"/>
                  <a:pt x="4778785" y="3647712"/>
                  <a:pt x="4737850" y="3640825"/>
                </a:cubicBezTo>
                <a:cubicBezTo>
                  <a:pt x="4774117" y="3613637"/>
                  <a:pt x="4808229" y="3602037"/>
                  <a:pt x="4858141" y="3608924"/>
                </a:cubicBezTo>
                <a:close/>
                <a:moveTo>
                  <a:pt x="3616991" y="3602900"/>
                </a:moveTo>
                <a:lnTo>
                  <a:pt x="3606663" y="3609381"/>
                </a:lnTo>
                <a:lnTo>
                  <a:pt x="3606281" y="3614316"/>
                </a:lnTo>
                <a:cubicBezTo>
                  <a:pt x="3608644" y="3621995"/>
                  <a:pt x="3618095" y="3619497"/>
                  <a:pt x="3609724" y="3629757"/>
                </a:cubicBezTo>
                <a:cubicBezTo>
                  <a:pt x="3609724" y="3629757"/>
                  <a:pt x="3609724" y="3629757"/>
                  <a:pt x="3639247" y="3629757"/>
                </a:cubicBezTo>
                <a:cubicBezTo>
                  <a:pt x="3637086" y="3613917"/>
                  <a:pt x="3648248" y="3618237"/>
                  <a:pt x="3648248" y="3607076"/>
                </a:cubicBezTo>
                <a:cubicBezTo>
                  <a:pt x="3629886" y="3616077"/>
                  <a:pt x="3637086" y="3625077"/>
                  <a:pt x="3616564" y="3625077"/>
                </a:cubicBezTo>
                <a:cubicBezTo>
                  <a:pt x="3618185" y="3616707"/>
                  <a:pt x="3623653" y="3617044"/>
                  <a:pt x="3625374" y="3611053"/>
                </a:cubicBezTo>
                <a:lnTo>
                  <a:pt x="3625546" y="3603254"/>
                </a:lnTo>
                <a:close/>
                <a:moveTo>
                  <a:pt x="3857430" y="3595556"/>
                </a:moveTo>
                <a:cubicBezTo>
                  <a:pt x="3855269" y="3604556"/>
                  <a:pt x="3853109" y="3618237"/>
                  <a:pt x="3846268" y="3620757"/>
                </a:cubicBezTo>
                <a:cubicBezTo>
                  <a:pt x="3846268" y="3613917"/>
                  <a:pt x="3846268" y="3609236"/>
                  <a:pt x="3839428" y="3609236"/>
                </a:cubicBezTo>
                <a:cubicBezTo>
                  <a:pt x="3839428" y="3609236"/>
                  <a:pt x="3839428" y="3609236"/>
                  <a:pt x="3837267" y="3625077"/>
                </a:cubicBezTo>
                <a:cubicBezTo>
                  <a:pt x="3846268" y="3622917"/>
                  <a:pt x="3851939" y="3624627"/>
                  <a:pt x="3856215" y="3627147"/>
                </a:cubicBezTo>
                <a:lnTo>
                  <a:pt x="3861385" y="3630535"/>
                </a:lnTo>
                <a:lnTo>
                  <a:pt x="3872614" y="3630666"/>
                </a:lnTo>
                <a:lnTo>
                  <a:pt x="3871111" y="3618237"/>
                </a:lnTo>
                <a:cubicBezTo>
                  <a:pt x="3880472" y="3618237"/>
                  <a:pt x="3880472" y="3627597"/>
                  <a:pt x="3887313" y="3629757"/>
                </a:cubicBezTo>
                <a:cubicBezTo>
                  <a:pt x="3891633" y="3604556"/>
                  <a:pt x="3866791" y="3607076"/>
                  <a:pt x="3857430" y="3595556"/>
                </a:cubicBezTo>
                <a:close/>
                <a:moveTo>
                  <a:pt x="3718815" y="3593396"/>
                </a:moveTo>
                <a:lnTo>
                  <a:pt x="3716294" y="3598810"/>
                </a:lnTo>
                <a:lnTo>
                  <a:pt x="3731841" y="3601150"/>
                </a:lnTo>
                <a:lnTo>
                  <a:pt x="3729886" y="3598166"/>
                </a:lnTo>
                <a:cubicBezTo>
                  <a:pt x="3727906" y="3594476"/>
                  <a:pt x="3725656" y="3591056"/>
                  <a:pt x="3718815" y="3593396"/>
                </a:cubicBezTo>
                <a:close/>
                <a:moveTo>
                  <a:pt x="3750858" y="3584035"/>
                </a:moveTo>
                <a:cubicBezTo>
                  <a:pt x="3747438" y="3585295"/>
                  <a:pt x="3746808" y="3590426"/>
                  <a:pt x="3745908" y="3595241"/>
                </a:cubicBezTo>
                <a:lnTo>
                  <a:pt x="3740789" y="3602498"/>
                </a:lnTo>
                <a:lnTo>
                  <a:pt x="3758967" y="3605235"/>
                </a:lnTo>
                <a:lnTo>
                  <a:pt x="3759859" y="3604556"/>
                </a:lnTo>
                <a:lnTo>
                  <a:pt x="3759649" y="3605337"/>
                </a:lnTo>
                <a:lnTo>
                  <a:pt x="3767275" y="3606485"/>
                </a:lnTo>
                <a:lnTo>
                  <a:pt x="3767555" y="3601811"/>
                </a:lnTo>
                <a:cubicBezTo>
                  <a:pt x="3770121" y="3597266"/>
                  <a:pt x="3773541" y="3592136"/>
                  <a:pt x="3773541" y="3584035"/>
                </a:cubicBezTo>
                <a:cubicBezTo>
                  <a:pt x="3759859" y="3579715"/>
                  <a:pt x="3759859" y="3595556"/>
                  <a:pt x="3753019" y="3600236"/>
                </a:cubicBezTo>
                <a:cubicBezTo>
                  <a:pt x="3753019" y="3593396"/>
                  <a:pt x="3755179" y="3584035"/>
                  <a:pt x="3750858" y="3584035"/>
                </a:cubicBezTo>
                <a:close/>
                <a:moveTo>
                  <a:pt x="59130" y="3581400"/>
                </a:moveTo>
                <a:cubicBezTo>
                  <a:pt x="38719" y="3599757"/>
                  <a:pt x="43374" y="3631433"/>
                  <a:pt x="11863" y="3642952"/>
                </a:cubicBezTo>
                <a:cubicBezTo>
                  <a:pt x="22963" y="3631433"/>
                  <a:pt x="31915" y="3586079"/>
                  <a:pt x="59130" y="3581400"/>
                </a:cubicBezTo>
                <a:close/>
                <a:moveTo>
                  <a:pt x="3800544" y="3579715"/>
                </a:moveTo>
                <a:cubicBezTo>
                  <a:pt x="3791543" y="3600236"/>
                  <a:pt x="3803064" y="3604556"/>
                  <a:pt x="3796223" y="3611396"/>
                </a:cubicBezTo>
                <a:cubicBezTo>
                  <a:pt x="3791723" y="3601136"/>
                  <a:pt x="3787132" y="3601136"/>
                  <a:pt x="3782272" y="3604286"/>
                </a:cubicBezTo>
                <a:lnTo>
                  <a:pt x="3777362" y="3608004"/>
                </a:lnTo>
                <a:lnTo>
                  <a:pt x="3779325" y="3608300"/>
                </a:lnTo>
                <a:cubicBezTo>
                  <a:pt x="3790573" y="3610730"/>
                  <a:pt x="3801461" y="3613654"/>
                  <a:pt x="3811382" y="3617254"/>
                </a:cubicBezTo>
                <a:lnTo>
                  <a:pt x="3811861" y="3617492"/>
                </a:lnTo>
                <a:lnTo>
                  <a:pt x="3812813" y="3614850"/>
                </a:lnTo>
                <a:cubicBezTo>
                  <a:pt x="3812695" y="3607459"/>
                  <a:pt x="3805944" y="3602396"/>
                  <a:pt x="3814585" y="3602396"/>
                </a:cubicBezTo>
                <a:cubicBezTo>
                  <a:pt x="3823586" y="3598976"/>
                  <a:pt x="3821876" y="3606356"/>
                  <a:pt x="3820166" y="3613736"/>
                </a:cubicBezTo>
                <a:lnTo>
                  <a:pt x="3819231" y="3621143"/>
                </a:lnTo>
                <a:lnTo>
                  <a:pt x="3825745" y="3624369"/>
                </a:lnTo>
                <a:lnTo>
                  <a:pt x="3825701" y="3605861"/>
                </a:lnTo>
                <a:cubicBezTo>
                  <a:pt x="3825116" y="3599606"/>
                  <a:pt x="3823406" y="3594476"/>
                  <a:pt x="3818906" y="3593396"/>
                </a:cubicBezTo>
                <a:cubicBezTo>
                  <a:pt x="3809905" y="3609236"/>
                  <a:pt x="3805224" y="3584035"/>
                  <a:pt x="3800544" y="3579715"/>
                </a:cubicBezTo>
                <a:close/>
                <a:moveTo>
                  <a:pt x="79218" y="3576637"/>
                </a:moveTo>
                <a:cubicBezTo>
                  <a:pt x="79218" y="3592512"/>
                  <a:pt x="86112" y="3596745"/>
                  <a:pt x="74863" y="3608034"/>
                </a:cubicBezTo>
                <a:cubicBezTo>
                  <a:pt x="67969" y="3605917"/>
                  <a:pt x="70146" y="3599215"/>
                  <a:pt x="74863" y="3599215"/>
                </a:cubicBezTo>
                <a:cubicBezTo>
                  <a:pt x="72323" y="3594628"/>
                  <a:pt x="72323" y="3587926"/>
                  <a:pt x="61075" y="3587926"/>
                </a:cubicBezTo>
                <a:cubicBezTo>
                  <a:pt x="63252" y="3581223"/>
                  <a:pt x="70146" y="3576637"/>
                  <a:pt x="79218" y="3576637"/>
                </a:cubicBezTo>
                <a:close/>
                <a:moveTo>
                  <a:pt x="4430970" y="3568194"/>
                </a:moveTo>
                <a:cubicBezTo>
                  <a:pt x="4417288" y="3568194"/>
                  <a:pt x="4403607" y="3566034"/>
                  <a:pt x="4401447" y="3579715"/>
                </a:cubicBezTo>
                <a:cubicBezTo>
                  <a:pt x="4412608" y="3584035"/>
                  <a:pt x="4428809" y="3586555"/>
                  <a:pt x="4430970" y="3568194"/>
                </a:cubicBezTo>
                <a:close/>
                <a:moveTo>
                  <a:pt x="4953239" y="3565966"/>
                </a:moveTo>
                <a:lnTo>
                  <a:pt x="4937473" y="3568177"/>
                </a:lnTo>
                <a:cubicBezTo>
                  <a:pt x="4927533" y="3574745"/>
                  <a:pt x="4917238" y="3579813"/>
                  <a:pt x="4906686" y="3583651"/>
                </a:cubicBezTo>
                <a:lnTo>
                  <a:pt x="4892302" y="3587255"/>
                </a:lnTo>
                <a:lnTo>
                  <a:pt x="4899824" y="3586835"/>
                </a:lnTo>
                <a:cubicBezTo>
                  <a:pt x="4914562" y="3583171"/>
                  <a:pt x="4928466" y="3575046"/>
                  <a:pt x="4941192" y="3569546"/>
                </a:cubicBezTo>
                <a:close/>
                <a:moveTo>
                  <a:pt x="4462653" y="3559194"/>
                </a:moveTo>
                <a:cubicBezTo>
                  <a:pt x="4451492" y="3559194"/>
                  <a:pt x="4446811" y="3568194"/>
                  <a:pt x="4448971" y="3581875"/>
                </a:cubicBezTo>
                <a:cubicBezTo>
                  <a:pt x="4460493" y="3581875"/>
                  <a:pt x="4465173" y="3572875"/>
                  <a:pt x="4462653" y="3559194"/>
                </a:cubicBezTo>
                <a:close/>
                <a:moveTo>
                  <a:pt x="114686" y="3547085"/>
                </a:moveTo>
                <a:cubicBezTo>
                  <a:pt x="112506" y="3558808"/>
                  <a:pt x="93973" y="3554045"/>
                  <a:pt x="87068" y="3563570"/>
                </a:cubicBezTo>
                <a:cubicBezTo>
                  <a:pt x="84888" y="3558808"/>
                  <a:pt x="103058" y="3544887"/>
                  <a:pt x="114686" y="3547085"/>
                </a:cubicBezTo>
                <a:close/>
                <a:moveTo>
                  <a:pt x="4547685" y="3537100"/>
                </a:moveTo>
                <a:lnTo>
                  <a:pt x="4544741" y="3538673"/>
                </a:lnTo>
                <a:lnTo>
                  <a:pt x="4547086" y="3544706"/>
                </a:lnTo>
                <a:lnTo>
                  <a:pt x="4547458" y="3538077"/>
                </a:lnTo>
                <a:close/>
                <a:moveTo>
                  <a:pt x="4119881" y="3529194"/>
                </a:moveTo>
                <a:cubicBezTo>
                  <a:pt x="4117355" y="3529267"/>
                  <a:pt x="4115397" y="3530123"/>
                  <a:pt x="4114857" y="3531833"/>
                </a:cubicBezTo>
                <a:cubicBezTo>
                  <a:pt x="4121337" y="3533993"/>
                  <a:pt x="4117017" y="3545513"/>
                  <a:pt x="4114857" y="3552354"/>
                </a:cubicBezTo>
                <a:cubicBezTo>
                  <a:pt x="4123857" y="3554514"/>
                  <a:pt x="4130698" y="3552354"/>
                  <a:pt x="4135019" y="3547673"/>
                </a:cubicBezTo>
                <a:cubicBezTo>
                  <a:pt x="4138439" y="3539753"/>
                  <a:pt x="4133939" y="3534083"/>
                  <a:pt x="4128313" y="3531248"/>
                </a:cubicBezTo>
                <a:cubicBezTo>
                  <a:pt x="4125501" y="3529830"/>
                  <a:pt x="4122407" y="3529121"/>
                  <a:pt x="4119881" y="3529194"/>
                </a:cubicBezTo>
                <a:close/>
                <a:moveTo>
                  <a:pt x="4652146" y="3511662"/>
                </a:moveTo>
                <a:cubicBezTo>
                  <a:pt x="4649785" y="3512750"/>
                  <a:pt x="4649241" y="3514473"/>
                  <a:pt x="4649286" y="3516513"/>
                </a:cubicBezTo>
                <a:lnTo>
                  <a:pt x="4649335" y="3516996"/>
                </a:lnTo>
                <a:lnTo>
                  <a:pt x="4655723" y="3515986"/>
                </a:lnTo>
                <a:lnTo>
                  <a:pt x="4658476" y="3516600"/>
                </a:lnTo>
                <a:close/>
                <a:moveTo>
                  <a:pt x="4169222" y="3506631"/>
                </a:moveTo>
                <a:cubicBezTo>
                  <a:pt x="4160221" y="3511312"/>
                  <a:pt x="4148700" y="3509152"/>
                  <a:pt x="4144379" y="3518152"/>
                </a:cubicBezTo>
                <a:cubicBezTo>
                  <a:pt x="4164902" y="3520312"/>
                  <a:pt x="4141859" y="3545513"/>
                  <a:pt x="4171743" y="3545513"/>
                </a:cubicBezTo>
                <a:cubicBezTo>
                  <a:pt x="4187584" y="3529673"/>
                  <a:pt x="4171743" y="3518152"/>
                  <a:pt x="4169222" y="3506631"/>
                </a:cubicBezTo>
                <a:close/>
                <a:moveTo>
                  <a:pt x="4064811" y="3502311"/>
                </a:moveTo>
                <a:cubicBezTo>
                  <a:pt x="4048609" y="3495471"/>
                  <a:pt x="4046449" y="3540833"/>
                  <a:pt x="4064811" y="3533993"/>
                </a:cubicBezTo>
                <a:cubicBezTo>
                  <a:pt x="4066971" y="3513472"/>
                  <a:pt x="4053290" y="3518152"/>
                  <a:pt x="4064811" y="3502311"/>
                </a:cubicBezTo>
                <a:close/>
                <a:moveTo>
                  <a:pt x="4005405" y="3502311"/>
                </a:moveTo>
                <a:cubicBezTo>
                  <a:pt x="3978402" y="3502311"/>
                  <a:pt x="3996404" y="3522832"/>
                  <a:pt x="3987403" y="3531833"/>
                </a:cubicBezTo>
                <a:cubicBezTo>
                  <a:pt x="3978402" y="3529673"/>
                  <a:pt x="3987403" y="3513472"/>
                  <a:pt x="3975882" y="3515992"/>
                </a:cubicBezTo>
                <a:cubicBezTo>
                  <a:pt x="3969041" y="3536513"/>
                  <a:pt x="3984883" y="3536513"/>
                  <a:pt x="3998564" y="3538673"/>
                </a:cubicBezTo>
                <a:cubicBezTo>
                  <a:pt x="4005405" y="3515992"/>
                  <a:pt x="3996404" y="3518152"/>
                  <a:pt x="4005405" y="3502311"/>
                </a:cubicBezTo>
                <a:close/>
                <a:moveTo>
                  <a:pt x="4255631" y="3500151"/>
                </a:moveTo>
                <a:cubicBezTo>
                  <a:pt x="4262472" y="3513472"/>
                  <a:pt x="4248791" y="3518152"/>
                  <a:pt x="4258151" y="3527152"/>
                </a:cubicBezTo>
                <a:cubicBezTo>
                  <a:pt x="4269313" y="3524992"/>
                  <a:pt x="4267153" y="3527152"/>
                  <a:pt x="4271833" y="3511312"/>
                </a:cubicBezTo>
                <a:cubicBezTo>
                  <a:pt x="4271833" y="3527152"/>
                  <a:pt x="4296675" y="3518152"/>
                  <a:pt x="4298836" y="3531833"/>
                </a:cubicBezTo>
                <a:cubicBezTo>
                  <a:pt x="4301356" y="3504471"/>
                  <a:pt x="4276153" y="3506631"/>
                  <a:pt x="4255631" y="3500151"/>
                </a:cubicBezTo>
                <a:close/>
                <a:moveTo>
                  <a:pt x="4319358" y="3495471"/>
                </a:moveTo>
                <a:cubicBezTo>
                  <a:pt x="4324039" y="3511312"/>
                  <a:pt x="4324039" y="3522832"/>
                  <a:pt x="4326199" y="3527152"/>
                </a:cubicBezTo>
                <a:cubicBezTo>
                  <a:pt x="4335560" y="3506631"/>
                  <a:pt x="4326199" y="3543353"/>
                  <a:pt x="4335560" y="3538673"/>
                </a:cubicBezTo>
                <a:cubicBezTo>
                  <a:pt x="4335560" y="3524992"/>
                  <a:pt x="4344561" y="3522832"/>
                  <a:pt x="4342400" y="3506631"/>
                </a:cubicBezTo>
                <a:cubicBezTo>
                  <a:pt x="4348881" y="3513472"/>
                  <a:pt x="4362563" y="3511312"/>
                  <a:pt x="4360402" y="3495471"/>
                </a:cubicBezTo>
                <a:cubicBezTo>
                  <a:pt x="4335560" y="3502311"/>
                  <a:pt x="4335560" y="3515992"/>
                  <a:pt x="4319358" y="3495471"/>
                </a:cubicBezTo>
                <a:close/>
                <a:moveTo>
                  <a:pt x="4108016" y="3493311"/>
                </a:moveTo>
                <a:cubicBezTo>
                  <a:pt x="4098655" y="3493311"/>
                  <a:pt x="4080653" y="3513472"/>
                  <a:pt x="4089654" y="3520312"/>
                </a:cubicBezTo>
                <a:cubicBezTo>
                  <a:pt x="4094334" y="3511312"/>
                  <a:pt x="4108016" y="3513472"/>
                  <a:pt x="4108016" y="3493311"/>
                </a:cubicBezTo>
                <a:close/>
                <a:moveTo>
                  <a:pt x="4226028" y="3493131"/>
                </a:moveTo>
                <a:cubicBezTo>
                  <a:pt x="4231318" y="3492415"/>
                  <a:pt x="4235722" y="3493153"/>
                  <a:pt x="4237429" y="3496017"/>
                </a:cubicBezTo>
                <a:cubicBezTo>
                  <a:pt x="4228443" y="3504966"/>
                  <a:pt x="4207955" y="3502818"/>
                  <a:pt x="4203282" y="3520717"/>
                </a:cubicBezTo>
                <a:cubicBezTo>
                  <a:pt x="4186299" y="3510514"/>
                  <a:pt x="4210156" y="3495278"/>
                  <a:pt x="4226028" y="3493131"/>
                </a:cubicBezTo>
                <a:close/>
                <a:moveTo>
                  <a:pt x="4610629" y="3490791"/>
                </a:moveTo>
                <a:cubicBezTo>
                  <a:pt x="4585786" y="3490791"/>
                  <a:pt x="4596947" y="3520312"/>
                  <a:pt x="4615309" y="3515992"/>
                </a:cubicBezTo>
                <a:cubicBezTo>
                  <a:pt x="4617469" y="3504471"/>
                  <a:pt x="4606308" y="3506631"/>
                  <a:pt x="4610629" y="3490791"/>
                </a:cubicBezTo>
                <a:close/>
                <a:moveTo>
                  <a:pt x="4558423" y="3490791"/>
                </a:moveTo>
                <a:cubicBezTo>
                  <a:pt x="4553743" y="3504471"/>
                  <a:pt x="4549062" y="3515992"/>
                  <a:pt x="4540061" y="3524992"/>
                </a:cubicBezTo>
                <a:lnTo>
                  <a:pt x="4551013" y="3522763"/>
                </a:lnTo>
                <a:lnTo>
                  <a:pt x="4553171" y="3513467"/>
                </a:lnTo>
                <a:lnTo>
                  <a:pt x="4558709" y="3511752"/>
                </a:lnTo>
                <a:lnTo>
                  <a:pt x="4556983" y="3511638"/>
                </a:lnTo>
                <a:cubicBezTo>
                  <a:pt x="4555026" y="3510951"/>
                  <a:pt x="4553743" y="3509511"/>
                  <a:pt x="4553743" y="3506631"/>
                </a:cubicBezTo>
                <a:cubicBezTo>
                  <a:pt x="4558423" y="3509152"/>
                  <a:pt x="4569944" y="3490791"/>
                  <a:pt x="4558423" y="3490791"/>
                </a:cubicBezTo>
                <a:close/>
                <a:moveTo>
                  <a:pt x="4589481" y="3487163"/>
                </a:moveTo>
                <a:lnTo>
                  <a:pt x="4583479" y="3488767"/>
                </a:lnTo>
                <a:lnTo>
                  <a:pt x="4580284" y="3488574"/>
                </a:lnTo>
                <a:lnTo>
                  <a:pt x="4580284" y="3488580"/>
                </a:lnTo>
                <a:cubicBezTo>
                  <a:pt x="4579800" y="3491736"/>
                  <a:pt x="4578765" y="3494301"/>
                  <a:pt x="4576425" y="3495471"/>
                </a:cubicBezTo>
                <a:close/>
                <a:moveTo>
                  <a:pt x="4760064" y="3484562"/>
                </a:moveTo>
                <a:cubicBezTo>
                  <a:pt x="4771522" y="3484562"/>
                  <a:pt x="4778326" y="3491474"/>
                  <a:pt x="4794081" y="3484562"/>
                </a:cubicBezTo>
                <a:cubicBezTo>
                  <a:pt x="4796230" y="3510028"/>
                  <a:pt x="4766867" y="3510028"/>
                  <a:pt x="4748963" y="3519123"/>
                </a:cubicBezTo>
                <a:cubicBezTo>
                  <a:pt x="4755767" y="3510028"/>
                  <a:pt x="4755767" y="3496203"/>
                  <a:pt x="4760064" y="3484562"/>
                </a:cubicBezTo>
                <a:close/>
                <a:moveTo>
                  <a:pt x="4126018" y="3483950"/>
                </a:moveTo>
                <a:cubicBezTo>
                  <a:pt x="4114857" y="3495471"/>
                  <a:pt x="4112336" y="3504471"/>
                  <a:pt x="4121337" y="3515992"/>
                </a:cubicBezTo>
                <a:cubicBezTo>
                  <a:pt x="4130698" y="3513472"/>
                  <a:pt x="4141859" y="3515992"/>
                  <a:pt x="4141859" y="3502311"/>
                </a:cubicBezTo>
                <a:cubicBezTo>
                  <a:pt x="4137539" y="3500151"/>
                  <a:pt x="4128178" y="3502311"/>
                  <a:pt x="4128178" y="3495471"/>
                </a:cubicBezTo>
                <a:cubicBezTo>
                  <a:pt x="4137539" y="3495471"/>
                  <a:pt x="4130698" y="3486471"/>
                  <a:pt x="4126018" y="3483950"/>
                </a:cubicBezTo>
                <a:close/>
                <a:moveTo>
                  <a:pt x="5228024" y="3477656"/>
                </a:moveTo>
                <a:cubicBezTo>
                  <a:pt x="5223295" y="3486768"/>
                  <a:pt x="5204741" y="3500086"/>
                  <a:pt x="5193463" y="3495530"/>
                </a:cubicBezTo>
                <a:cubicBezTo>
                  <a:pt x="5198192" y="3486768"/>
                  <a:pt x="5216383" y="3473450"/>
                  <a:pt x="5228024" y="3477656"/>
                </a:cubicBezTo>
                <a:close/>
                <a:moveTo>
                  <a:pt x="4467333" y="3477110"/>
                </a:moveTo>
                <a:cubicBezTo>
                  <a:pt x="4472014" y="3486471"/>
                  <a:pt x="4451492" y="3495471"/>
                  <a:pt x="4465173" y="3497631"/>
                </a:cubicBezTo>
                <a:cubicBezTo>
                  <a:pt x="4467333" y="3490791"/>
                  <a:pt x="4472014" y="3488631"/>
                  <a:pt x="4476335" y="3486471"/>
                </a:cubicBezTo>
                <a:cubicBezTo>
                  <a:pt x="4481015" y="3486471"/>
                  <a:pt x="4481015" y="3493311"/>
                  <a:pt x="4490016" y="3490791"/>
                </a:cubicBezTo>
                <a:cubicBezTo>
                  <a:pt x="4490016" y="3474950"/>
                  <a:pt x="4478855" y="3474950"/>
                  <a:pt x="4467333" y="3477110"/>
                </a:cubicBezTo>
                <a:close/>
                <a:moveTo>
                  <a:pt x="4399286" y="3474950"/>
                </a:moveTo>
                <a:cubicBezTo>
                  <a:pt x="4385605" y="3470270"/>
                  <a:pt x="4387765" y="3490791"/>
                  <a:pt x="4371923" y="3483950"/>
                </a:cubicBezTo>
                <a:cubicBezTo>
                  <a:pt x="4371923" y="3504471"/>
                  <a:pt x="4362563" y="3509152"/>
                  <a:pt x="4362563" y="3527152"/>
                </a:cubicBezTo>
                <a:cubicBezTo>
                  <a:pt x="4385605" y="3527152"/>
                  <a:pt x="4367243" y="3509152"/>
                  <a:pt x="4383085" y="3500151"/>
                </a:cubicBezTo>
                <a:cubicBezTo>
                  <a:pt x="4383085" y="3513472"/>
                  <a:pt x="4374084" y="3511312"/>
                  <a:pt x="4380925" y="3520312"/>
                </a:cubicBezTo>
                <a:cubicBezTo>
                  <a:pt x="4410447" y="3520312"/>
                  <a:pt x="4385605" y="3486471"/>
                  <a:pt x="4399286" y="3474950"/>
                </a:cubicBezTo>
                <a:close/>
                <a:moveTo>
                  <a:pt x="4164423" y="3473111"/>
                </a:moveTo>
                <a:cubicBezTo>
                  <a:pt x="4163214" y="3472430"/>
                  <a:pt x="4161931" y="3472700"/>
                  <a:pt x="4160221" y="3474950"/>
                </a:cubicBezTo>
                <a:cubicBezTo>
                  <a:pt x="4171743" y="3483950"/>
                  <a:pt x="4139699" y="3486471"/>
                  <a:pt x="4155541" y="3506631"/>
                </a:cubicBezTo>
                <a:cubicBezTo>
                  <a:pt x="4160221" y="3490791"/>
                  <a:pt x="4180743" y="3497631"/>
                  <a:pt x="4182903" y="3477110"/>
                </a:cubicBezTo>
                <a:cubicBezTo>
                  <a:pt x="4171022" y="3485751"/>
                  <a:pt x="4168052" y="3475153"/>
                  <a:pt x="4164423" y="3473111"/>
                </a:cubicBezTo>
                <a:close/>
                <a:moveTo>
                  <a:pt x="4519113" y="3469494"/>
                </a:moveTo>
                <a:lnTo>
                  <a:pt x="4519342" y="3471153"/>
                </a:lnTo>
                <a:cubicBezTo>
                  <a:pt x="4521114" y="3480013"/>
                  <a:pt x="4520709" y="3474950"/>
                  <a:pt x="4503697" y="3474950"/>
                </a:cubicBezTo>
                <a:cubicBezTo>
                  <a:pt x="4506217" y="3488631"/>
                  <a:pt x="4519539" y="3515992"/>
                  <a:pt x="4535741" y="3497631"/>
                </a:cubicBezTo>
                <a:cubicBezTo>
                  <a:pt x="4528900" y="3497631"/>
                  <a:pt x="4528900" y="3483950"/>
                  <a:pt x="4535741" y="3481790"/>
                </a:cubicBezTo>
                <a:cubicBezTo>
                  <a:pt x="4537901" y="3489711"/>
                  <a:pt x="4542942" y="3490881"/>
                  <a:pt x="4548882" y="3489216"/>
                </a:cubicBezTo>
                <a:lnTo>
                  <a:pt x="4553503" y="3486827"/>
                </a:lnTo>
                <a:lnTo>
                  <a:pt x="4536338" y="3480358"/>
                </a:lnTo>
                <a:cubicBezTo>
                  <a:pt x="4530770" y="3477331"/>
                  <a:pt x="4525439" y="3473709"/>
                  <a:pt x="4520175" y="3470154"/>
                </a:cubicBezTo>
                <a:close/>
                <a:moveTo>
                  <a:pt x="4237629" y="3468110"/>
                </a:moveTo>
                <a:cubicBezTo>
                  <a:pt x="4228629" y="3495471"/>
                  <a:pt x="4196585" y="3483950"/>
                  <a:pt x="4182903" y="3502311"/>
                </a:cubicBezTo>
                <a:cubicBezTo>
                  <a:pt x="4191905" y="3511312"/>
                  <a:pt x="4182903" y="3531833"/>
                  <a:pt x="4196585" y="3536513"/>
                </a:cubicBezTo>
                <a:cubicBezTo>
                  <a:pt x="4201265" y="3515992"/>
                  <a:pt x="4223948" y="3522832"/>
                  <a:pt x="4232949" y="3511312"/>
                </a:cubicBezTo>
                <a:cubicBezTo>
                  <a:pt x="4235469" y="3518152"/>
                  <a:pt x="4235469" y="3522832"/>
                  <a:pt x="4228629" y="3531833"/>
                </a:cubicBezTo>
                <a:cubicBezTo>
                  <a:pt x="4248791" y="3531833"/>
                  <a:pt x="4248791" y="3504471"/>
                  <a:pt x="4258151" y="3490791"/>
                </a:cubicBezTo>
                <a:cubicBezTo>
                  <a:pt x="4244470" y="3488631"/>
                  <a:pt x="4246630" y="3472790"/>
                  <a:pt x="4237629" y="3468110"/>
                </a:cubicBezTo>
                <a:close/>
                <a:moveTo>
                  <a:pt x="4448769" y="3462794"/>
                </a:moveTo>
                <a:cubicBezTo>
                  <a:pt x="4443908" y="3462642"/>
                  <a:pt x="4438440" y="3469730"/>
                  <a:pt x="4426289" y="3468110"/>
                </a:cubicBezTo>
                <a:cubicBezTo>
                  <a:pt x="4417288" y="3479630"/>
                  <a:pt x="4426289" y="3474950"/>
                  <a:pt x="4424129" y="3488631"/>
                </a:cubicBezTo>
                <a:cubicBezTo>
                  <a:pt x="4419449" y="3488631"/>
                  <a:pt x="4417288" y="3481790"/>
                  <a:pt x="4412608" y="3479630"/>
                </a:cubicBezTo>
                <a:cubicBezTo>
                  <a:pt x="4410447" y="3486471"/>
                  <a:pt x="4406127" y="3488631"/>
                  <a:pt x="4406127" y="3500151"/>
                </a:cubicBezTo>
                <a:cubicBezTo>
                  <a:pt x="4424129" y="3493311"/>
                  <a:pt x="4430970" y="3502311"/>
                  <a:pt x="4451492" y="3493311"/>
                </a:cubicBezTo>
                <a:cubicBezTo>
                  <a:pt x="4446811" y="3472790"/>
                  <a:pt x="4444651" y="3486471"/>
                  <a:pt x="4453652" y="3465950"/>
                </a:cubicBezTo>
                <a:cubicBezTo>
                  <a:pt x="4451942" y="3463700"/>
                  <a:pt x="4450389" y="3462845"/>
                  <a:pt x="4448769" y="3462794"/>
                </a:cubicBezTo>
                <a:close/>
                <a:moveTo>
                  <a:pt x="4845390" y="3459697"/>
                </a:moveTo>
                <a:cubicBezTo>
                  <a:pt x="4856861" y="3464407"/>
                  <a:pt x="4843240" y="3473467"/>
                  <a:pt x="4852201" y="3482526"/>
                </a:cubicBezTo>
                <a:cubicBezTo>
                  <a:pt x="4863672" y="3480351"/>
                  <a:pt x="4863672" y="3480351"/>
                  <a:pt x="4863672" y="3480351"/>
                </a:cubicBezTo>
                <a:cubicBezTo>
                  <a:pt x="4867974" y="3477815"/>
                  <a:pt x="4865823" y="3470930"/>
                  <a:pt x="4865823" y="3464407"/>
                </a:cubicBezTo>
                <a:cubicBezTo>
                  <a:pt x="4893067" y="3459697"/>
                  <a:pt x="4867974" y="3484700"/>
                  <a:pt x="4870483" y="3501006"/>
                </a:cubicBezTo>
                <a:cubicBezTo>
                  <a:pt x="4856861" y="3487236"/>
                  <a:pt x="4838579" y="3519124"/>
                  <a:pt x="4822807" y="3516950"/>
                </a:cubicBezTo>
                <a:cubicBezTo>
                  <a:pt x="4809185" y="3512239"/>
                  <a:pt x="4818147" y="3496295"/>
                  <a:pt x="4804525" y="3482526"/>
                </a:cubicBezTo>
                <a:cubicBezTo>
                  <a:pt x="4822807" y="3494121"/>
                  <a:pt x="4813845" y="3482526"/>
                  <a:pt x="4836429" y="3475641"/>
                </a:cubicBezTo>
                <a:cubicBezTo>
                  <a:pt x="4836429" y="3470930"/>
                  <a:pt x="4831769" y="3473467"/>
                  <a:pt x="4827467" y="3473467"/>
                </a:cubicBezTo>
                <a:cubicBezTo>
                  <a:pt x="4827467" y="3452812"/>
                  <a:pt x="4843240" y="3473467"/>
                  <a:pt x="4845390" y="3459697"/>
                </a:cubicBezTo>
                <a:close/>
                <a:moveTo>
                  <a:pt x="4473929" y="3456325"/>
                </a:moveTo>
                <a:lnTo>
                  <a:pt x="4455724" y="3458104"/>
                </a:lnTo>
                <a:lnTo>
                  <a:pt x="4453652" y="3461269"/>
                </a:lnTo>
                <a:cubicBezTo>
                  <a:pt x="4462653" y="3463789"/>
                  <a:pt x="4460493" y="3474950"/>
                  <a:pt x="4476335" y="3470270"/>
                </a:cubicBezTo>
                <a:cubicBezTo>
                  <a:pt x="4477595" y="3465770"/>
                  <a:pt x="4476515" y="3462979"/>
                  <a:pt x="4475119" y="3460189"/>
                </a:cubicBezTo>
                <a:close/>
                <a:moveTo>
                  <a:pt x="4488050" y="3454945"/>
                </a:moveTo>
                <a:lnTo>
                  <a:pt x="4481267" y="3455608"/>
                </a:lnTo>
                <a:lnTo>
                  <a:pt x="4481251" y="3456904"/>
                </a:lnTo>
                <a:cubicBezTo>
                  <a:pt x="4482320" y="3462304"/>
                  <a:pt x="4484886" y="3466940"/>
                  <a:pt x="4490016" y="3470270"/>
                </a:cubicBezTo>
                <a:lnTo>
                  <a:pt x="4490944" y="3455901"/>
                </a:lnTo>
                <a:close/>
                <a:moveTo>
                  <a:pt x="4771866" y="3451814"/>
                </a:moveTo>
                <a:cubicBezTo>
                  <a:pt x="4774006" y="3465602"/>
                  <a:pt x="4774006" y="3465602"/>
                  <a:pt x="4774006" y="3465602"/>
                </a:cubicBezTo>
                <a:cubicBezTo>
                  <a:pt x="4760450" y="3467780"/>
                  <a:pt x="4758310" y="3458708"/>
                  <a:pt x="4753672" y="3474674"/>
                </a:cubicBezTo>
                <a:cubicBezTo>
                  <a:pt x="4751532" y="3474674"/>
                  <a:pt x="4749391" y="3469957"/>
                  <a:pt x="4744753" y="3472497"/>
                </a:cubicBezTo>
                <a:cubicBezTo>
                  <a:pt x="4742613" y="3463425"/>
                  <a:pt x="4749391" y="3460885"/>
                  <a:pt x="4749391" y="3453991"/>
                </a:cubicBezTo>
                <a:cubicBezTo>
                  <a:pt x="4753672" y="3453991"/>
                  <a:pt x="4751532" y="3460885"/>
                  <a:pt x="4753672" y="3465602"/>
                </a:cubicBezTo>
                <a:cubicBezTo>
                  <a:pt x="4762947" y="3463425"/>
                  <a:pt x="4758310" y="3449637"/>
                  <a:pt x="4771866" y="3451814"/>
                </a:cubicBezTo>
                <a:close/>
                <a:moveTo>
                  <a:pt x="4422635" y="3450793"/>
                </a:moveTo>
                <a:lnTo>
                  <a:pt x="4420945" y="3451505"/>
                </a:lnTo>
                <a:lnTo>
                  <a:pt x="4421969" y="3452269"/>
                </a:lnTo>
                <a:close/>
                <a:moveTo>
                  <a:pt x="4389447" y="3450421"/>
                </a:moveTo>
                <a:lnTo>
                  <a:pt x="4394606" y="3459109"/>
                </a:lnTo>
                <a:lnTo>
                  <a:pt x="4398986" y="3457608"/>
                </a:lnTo>
                <a:close/>
                <a:moveTo>
                  <a:pt x="5193107" y="3449637"/>
                </a:moveTo>
                <a:cubicBezTo>
                  <a:pt x="5181715" y="3472111"/>
                  <a:pt x="5161780" y="3463193"/>
                  <a:pt x="5145761" y="3481030"/>
                </a:cubicBezTo>
                <a:cubicBezTo>
                  <a:pt x="5134725" y="3458555"/>
                  <a:pt x="5181715" y="3449637"/>
                  <a:pt x="5193107" y="3449637"/>
                </a:cubicBezTo>
                <a:close/>
                <a:moveTo>
                  <a:pt x="4066026" y="3449434"/>
                </a:moveTo>
                <a:cubicBezTo>
                  <a:pt x="4063461" y="3449389"/>
                  <a:pt x="4061211" y="3449929"/>
                  <a:pt x="4060131" y="3452269"/>
                </a:cubicBezTo>
                <a:cubicBezTo>
                  <a:pt x="4071652" y="3459109"/>
                  <a:pt x="4051130" y="3465950"/>
                  <a:pt x="4055450" y="3479630"/>
                </a:cubicBezTo>
                <a:cubicBezTo>
                  <a:pt x="4071652" y="3483950"/>
                  <a:pt x="4064811" y="3454429"/>
                  <a:pt x="4078493" y="3454429"/>
                </a:cubicBezTo>
                <a:cubicBezTo>
                  <a:pt x="4075973" y="3454429"/>
                  <a:pt x="4073812" y="3452269"/>
                  <a:pt x="4073812" y="3450109"/>
                </a:cubicBezTo>
                <a:cubicBezTo>
                  <a:pt x="4071472" y="3450109"/>
                  <a:pt x="4068592" y="3449479"/>
                  <a:pt x="4066026" y="3449434"/>
                </a:cubicBezTo>
                <a:close/>
                <a:moveTo>
                  <a:pt x="5292556" y="3438525"/>
                </a:moveTo>
                <a:cubicBezTo>
                  <a:pt x="5294705" y="3452349"/>
                  <a:pt x="5272146" y="3473086"/>
                  <a:pt x="5258539" y="3468357"/>
                </a:cubicBezTo>
                <a:cubicBezTo>
                  <a:pt x="5247438" y="3450166"/>
                  <a:pt x="5283604" y="3450166"/>
                  <a:pt x="5292556" y="3438525"/>
                </a:cubicBezTo>
                <a:close/>
                <a:moveTo>
                  <a:pt x="4369674" y="3438464"/>
                </a:moveTo>
                <a:lnTo>
                  <a:pt x="4363208" y="3438725"/>
                </a:lnTo>
                <a:lnTo>
                  <a:pt x="4366928" y="3438768"/>
                </a:lnTo>
                <a:cubicBezTo>
                  <a:pt x="4370033" y="3440748"/>
                  <a:pt x="4371744" y="3444168"/>
                  <a:pt x="4374084" y="3447589"/>
                </a:cubicBezTo>
                <a:lnTo>
                  <a:pt x="4375838" y="3441541"/>
                </a:lnTo>
                <a:close/>
                <a:moveTo>
                  <a:pt x="4352276" y="3436255"/>
                </a:moveTo>
                <a:lnTo>
                  <a:pt x="4351401" y="3438588"/>
                </a:lnTo>
                <a:lnTo>
                  <a:pt x="4353529" y="3438613"/>
                </a:lnTo>
                <a:close/>
                <a:moveTo>
                  <a:pt x="4988317" y="3432175"/>
                </a:moveTo>
                <a:cubicBezTo>
                  <a:pt x="4984015" y="3438965"/>
                  <a:pt x="4958922" y="3454690"/>
                  <a:pt x="4956772" y="3447900"/>
                </a:cubicBezTo>
                <a:cubicBezTo>
                  <a:pt x="4949961" y="3452546"/>
                  <a:pt x="4949961" y="3459337"/>
                  <a:pt x="4949961" y="3470416"/>
                </a:cubicBezTo>
                <a:cubicBezTo>
                  <a:pt x="4931679" y="3452546"/>
                  <a:pt x="4922717" y="3500079"/>
                  <a:pt x="4888663" y="3490787"/>
                </a:cubicBezTo>
                <a:cubicBezTo>
                  <a:pt x="4890814" y="3483997"/>
                  <a:pt x="4893323" y="3475062"/>
                  <a:pt x="4888663" y="3463983"/>
                </a:cubicBezTo>
                <a:cubicBezTo>
                  <a:pt x="4922717" y="3436821"/>
                  <a:pt x="4945301" y="3445756"/>
                  <a:pt x="4988317" y="3432175"/>
                </a:cubicBezTo>
                <a:close/>
                <a:moveTo>
                  <a:pt x="4324573" y="3423091"/>
                </a:moveTo>
                <a:cubicBezTo>
                  <a:pt x="4323431" y="3422140"/>
                  <a:pt x="4321158" y="3423108"/>
                  <a:pt x="4317198" y="3427068"/>
                </a:cubicBezTo>
                <a:cubicBezTo>
                  <a:pt x="4321878" y="3429588"/>
                  <a:pt x="4321878" y="3431748"/>
                  <a:pt x="4321878" y="3438588"/>
                </a:cubicBezTo>
                <a:cubicBezTo>
                  <a:pt x="4312517" y="3436428"/>
                  <a:pt x="4310357" y="3443268"/>
                  <a:pt x="4303516" y="3443268"/>
                </a:cubicBezTo>
                <a:cubicBezTo>
                  <a:pt x="4301356" y="3438588"/>
                  <a:pt x="4303516" y="3433908"/>
                  <a:pt x="4298836" y="3431748"/>
                </a:cubicBezTo>
                <a:cubicBezTo>
                  <a:pt x="4289835" y="3443268"/>
                  <a:pt x="4298836" y="3438588"/>
                  <a:pt x="4296675" y="3454429"/>
                </a:cubicBezTo>
                <a:cubicBezTo>
                  <a:pt x="4296675" y="3454429"/>
                  <a:pt x="4296675" y="3454429"/>
                  <a:pt x="4319358" y="3454429"/>
                </a:cubicBezTo>
                <a:cubicBezTo>
                  <a:pt x="4321248" y="3446058"/>
                  <a:pt x="4327999" y="3425942"/>
                  <a:pt x="4324573" y="3423091"/>
                </a:cubicBezTo>
                <a:close/>
                <a:moveTo>
                  <a:pt x="4185064" y="3418067"/>
                </a:moveTo>
                <a:cubicBezTo>
                  <a:pt x="4155541" y="3420227"/>
                  <a:pt x="4187584" y="3443268"/>
                  <a:pt x="4167062" y="3454429"/>
                </a:cubicBezTo>
                <a:cubicBezTo>
                  <a:pt x="4169222" y="3456949"/>
                  <a:pt x="4171743" y="3459109"/>
                  <a:pt x="4169222" y="3465950"/>
                </a:cubicBezTo>
                <a:cubicBezTo>
                  <a:pt x="4182903" y="3461269"/>
                  <a:pt x="4201265" y="3433908"/>
                  <a:pt x="4194425" y="3424908"/>
                </a:cubicBezTo>
                <a:cubicBezTo>
                  <a:pt x="4189744" y="3443268"/>
                  <a:pt x="4171743" y="3431748"/>
                  <a:pt x="4185064" y="3418067"/>
                </a:cubicBezTo>
                <a:close/>
                <a:moveTo>
                  <a:pt x="4519539" y="3415907"/>
                </a:moveTo>
                <a:lnTo>
                  <a:pt x="4518731" y="3417383"/>
                </a:lnTo>
                <a:lnTo>
                  <a:pt x="4531243" y="3416426"/>
                </a:lnTo>
                <a:cubicBezTo>
                  <a:pt x="4531243" y="3416426"/>
                  <a:pt x="4531243" y="3416426"/>
                  <a:pt x="4530973" y="3418406"/>
                </a:cubicBezTo>
                <a:lnTo>
                  <a:pt x="4529869" y="3426499"/>
                </a:lnTo>
                <a:lnTo>
                  <a:pt x="4539071" y="3428373"/>
                </a:lnTo>
                <a:cubicBezTo>
                  <a:pt x="4543571" y="3429498"/>
                  <a:pt x="4546902" y="3428328"/>
                  <a:pt x="4549062" y="3418067"/>
                </a:cubicBezTo>
                <a:cubicBezTo>
                  <a:pt x="4533221" y="3415907"/>
                  <a:pt x="4537901" y="3415907"/>
                  <a:pt x="4519539" y="3415907"/>
                </a:cubicBezTo>
                <a:close/>
                <a:moveTo>
                  <a:pt x="518836" y="3413832"/>
                </a:moveTo>
                <a:cubicBezTo>
                  <a:pt x="507315" y="3411673"/>
                  <a:pt x="502635" y="3416352"/>
                  <a:pt x="493634" y="3420671"/>
                </a:cubicBezTo>
                <a:cubicBezTo>
                  <a:pt x="502635" y="3420671"/>
                  <a:pt x="500474" y="3427510"/>
                  <a:pt x="511996" y="3425351"/>
                </a:cubicBezTo>
                <a:cubicBezTo>
                  <a:pt x="514156" y="3420671"/>
                  <a:pt x="518836" y="3420671"/>
                  <a:pt x="518836" y="3413832"/>
                </a:cubicBezTo>
                <a:close/>
                <a:moveTo>
                  <a:pt x="5203774" y="3413125"/>
                </a:moveTo>
                <a:cubicBezTo>
                  <a:pt x="5210567" y="3433661"/>
                  <a:pt x="5210567" y="3433661"/>
                  <a:pt x="5210567" y="3433661"/>
                </a:cubicBezTo>
                <a:cubicBezTo>
                  <a:pt x="5170165" y="3438345"/>
                  <a:pt x="5170165" y="3458881"/>
                  <a:pt x="5131550" y="3463564"/>
                </a:cubicBezTo>
                <a:cubicBezTo>
                  <a:pt x="5142991" y="3426816"/>
                  <a:pt x="5185897" y="3445190"/>
                  <a:pt x="5203774" y="3413125"/>
                </a:cubicBezTo>
                <a:close/>
                <a:moveTo>
                  <a:pt x="5395854" y="3409228"/>
                </a:moveTo>
                <a:cubicBezTo>
                  <a:pt x="5402655" y="3420093"/>
                  <a:pt x="5384757" y="3426752"/>
                  <a:pt x="5371154" y="3433411"/>
                </a:cubicBezTo>
                <a:cubicBezTo>
                  <a:pt x="5366500" y="3420093"/>
                  <a:pt x="5386904" y="3406775"/>
                  <a:pt x="5395854" y="3409228"/>
                </a:cubicBezTo>
                <a:close/>
                <a:moveTo>
                  <a:pt x="5344314" y="3408962"/>
                </a:moveTo>
                <a:cubicBezTo>
                  <a:pt x="5347913" y="3410614"/>
                  <a:pt x="5350802" y="3414907"/>
                  <a:pt x="5351860" y="3422910"/>
                </a:cubicBezTo>
                <a:cubicBezTo>
                  <a:pt x="5343041" y="3427226"/>
                  <a:pt x="5331752" y="3431901"/>
                  <a:pt x="5322932" y="3436577"/>
                </a:cubicBezTo>
                <a:cubicBezTo>
                  <a:pt x="5316318" y="3422820"/>
                  <a:pt x="5333516" y="3404005"/>
                  <a:pt x="5344314" y="3408962"/>
                </a:cubicBezTo>
                <a:close/>
                <a:moveTo>
                  <a:pt x="4861312" y="3406775"/>
                </a:moveTo>
                <a:cubicBezTo>
                  <a:pt x="4861312" y="3427056"/>
                  <a:pt x="4850064" y="3420296"/>
                  <a:pt x="4836275" y="3422786"/>
                </a:cubicBezTo>
                <a:cubicBezTo>
                  <a:pt x="4840629" y="3416026"/>
                  <a:pt x="4850064" y="3409265"/>
                  <a:pt x="4861312" y="3406775"/>
                </a:cubicBezTo>
                <a:close/>
                <a:moveTo>
                  <a:pt x="4483175" y="3402227"/>
                </a:moveTo>
                <a:cubicBezTo>
                  <a:pt x="4484885" y="3407357"/>
                  <a:pt x="4484885" y="3413342"/>
                  <a:pt x="4484244" y="3419643"/>
                </a:cubicBezTo>
                <a:lnTo>
                  <a:pt x="4484233" y="3419718"/>
                </a:lnTo>
                <a:lnTo>
                  <a:pt x="4485344" y="3419936"/>
                </a:lnTo>
                <a:lnTo>
                  <a:pt x="4503021" y="3418584"/>
                </a:lnTo>
                <a:lnTo>
                  <a:pt x="4506217" y="3415907"/>
                </a:lnTo>
                <a:cubicBezTo>
                  <a:pt x="4499377" y="3415907"/>
                  <a:pt x="4501537" y="3411227"/>
                  <a:pt x="4506217" y="3406547"/>
                </a:cubicBezTo>
                <a:cubicBezTo>
                  <a:pt x="4496857" y="3404387"/>
                  <a:pt x="4494696" y="3411227"/>
                  <a:pt x="4487855" y="3411227"/>
                </a:cubicBezTo>
                <a:cubicBezTo>
                  <a:pt x="4485695" y="3409067"/>
                  <a:pt x="4487855" y="3402227"/>
                  <a:pt x="4483175" y="3402227"/>
                </a:cubicBezTo>
                <a:close/>
                <a:moveTo>
                  <a:pt x="5456641" y="3390900"/>
                </a:moveTo>
                <a:cubicBezTo>
                  <a:pt x="5467742" y="3409243"/>
                  <a:pt x="5467742" y="3409243"/>
                  <a:pt x="5467742" y="3409243"/>
                </a:cubicBezTo>
                <a:cubicBezTo>
                  <a:pt x="5445183" y="3416076"/>
                  <a:pt x="5434082" y="3436577"/>
                  <a:pt x="5422623" y="3434059"/>
                </a:cubicBezTo>
                <a:cubicBezTo>
                  <a:pt x="5420475" y="3418234"/>
                  <a:pt x="5440886" y="3404567"/>
                  <a:pt x="5456641" y="3390900"/>
                </a:cubicBezTo>
                <a:close/>
                <a:moveTo>
                  <a:pt x="5155701" y="3387620"/>
                </a:moveTo>
                <a:cubicBezTo>
                  <a:pt x="5160139" y="3386402"/>
                  <a:pt x="5164037" y="3386402"/>
                  <a:pt x="5166799" y="3388078"/>
                </a:cubicBezTo>
                <a:cubicBezTo>
                  <a:pt x="5169294" y="3408186"/>
                  <a:pt x="5135438" y="3408186"/>
                  <a:pt x="5117263" y="3419122"/>
                </a:cubicBezTo>
                <a:cubicBezTo>
                  <a:pt x="5124213" y="3405893"/>
                  <a:pt x="5142387" y="3391275"/>
                  <a:pt x="5155701" y="3387620"/>
                </a:cubicBezTo>
                <a:close/>
                <a:moveTo>
                  <a:pt x="4553743" y="3386386"/>
                </a:moveTo>
                <a:cubicBezTo>
                  <a:pt x="4551582" y="3406547"/>
                  <a:pt x="4567424" y="3422748"/>
                  <a:pt x="4576425" y="3411227"/>
                </a:cubicBezTo>
                <a:cubicBezTo>
                  <a:pt x="4572105" y="3397546"/>
                  <a:pt x="4565264" y="3390706"/>
                  <a:pt x="4553743" y="3386386"/>
                </a:cubicBezTo>
                <a:close/>
                <a:moveTo>
                  <a:pt x="4836335" y="3386137"/>
                </a:moveTo>
                <a:cubicBezTo>
                  <a:pt x="4840676" y="3404078"/>
                  <a:pt x="4779169" y="3438166"/>
                  <a:pt x="4763250" y="3404078"/>
                </a:cubicBezTo>
                <a:cubicBezTo>
                  <a:pt x="4770124" y="3386137"/>
                  <a:pt x="4783511" y="3422378"/>
                  <a:pt x="4781340" y="3397260"/>
                </a:cubicBezTo>
                <a:cubicBezTo>
                  <a:pt x="4788215" y="3401925"/>
                  <a:pt x="4806667" y="3395107"/>
                  <a:pt x="4795089" y="3410895"/>
                </a:cubicBezTo>
                <a:cubicBezTo>
                  <a:pt x="4813541" y="3399772"/>
                  <a:pt x="4822586" y="3390443"/>
                  <a:pt x="4836335" y="3386137"/>
                </a:cubicBezTo>
                <a:close/>
                <a:moveTo>
                  <a:pt x="5475584" y="3385887"/>
                </a:moveTo>
                <a:lnTo>
                  <a:pt x="5476023" y="3385908"/>
                </a:lnTo>
                <a:lnTo>
                  <a:pt x="5473407" y="3394764"/>
                </a:lnTo>
                <a:cubicBezTo>
                  <a:pt x="5471230" y="3390148"/>
                  <a:pt x="5471230" y="3388017"/>
                  <a:pt x="5475584" y="3385887"/>
                </a:cubicBezTo>
                <a:close/>
                <a:moveTo>
                  <a:pt x="5089913" y="3357562"/>
                </a:moveTo>
                <a:cubicBezTo>
                  <a:pt x="5089913" y="3380196"/>
                  <a:pt x="5067091" y="3391334"/>
                  <a:pt x="5060208" y="3409657"/>
                </a:cubicBezTo>
                <a:cubicBezTo>
                  <a:pt x="5030504" y="3411813"/>
                  <a:pt x="5009856" y="3425465"/>
                  <a:pt x="4984861" y="3411813"/>
                </a:cubicBezTo>
                <a:cubicBezTo>
                  <a:pt x="4982325" y="3398160"/>
                  <a:pt x="4982325" y="3398160"/>
                  <a:pt x="4982325" y="3398160"/>
                </a:cubicBezTo>
                <a:cubicBezTo>
                  <a:pt x="5016739" y="3373370"/>
                  <a:pt x="5058035" y="3382352"/>
                  <a:pt x="5089913" y="3357562"/>
                </a:cubicBezTo>
                <a:close/>
                <a:moveTo>
                  <a:pt x="5320102" y="3352800"/>
                </a:moveTo>
                <a:cubicBezTo>
                  <a:pt x="5297389" y="3398068"/>
                  <a:pt x="5265302" y="3391242"/>
                  <a:pt x="5228888" y="3420702"/>
                </a:cubicBezTo>
                <a:cubicBezTo>
                  <a:pt x="5222038" y="3404894"/>
                  <a:pt x="5222038" y="3404894"/>
                  <a:pt x="5222038" y="3404894"/>
                </a:cubicBezTo>
                <a:cubicBezTo>
                  <a:pt x="5265302" y="3386931"/>
                  <a:pt x="5292702" y="3361782"/>
                  <a:pt x="5320102" y="3352800"/>
                </a:cubicBezTo>
                <a:close/>
                <a:moveTo>
                  <a:pt x="4166262" y="3350709"/>
                </a:moveTo>
                <a:lnTo>
                  <a:pt x="4156354" y="3351203"/>
                </a:lnTo>
                <a:lnTo>
                  <a:pt x="4148557" y="3357644"/>
                </a:lnTo>
                <a:cubicBezTo>
                  <a:pt x="4145012" y="3358768"/>
                  <a:pt x="4140974" y="3358746"/>
                  <a:pt x="4137688" y="3357295"/>
                </a:cubicBezTo>
                <a:lnTo>
                  <a:pt x="4134132" y="3352311"/>
                </a:lnTo>
                <a:lnTo>
                  <a:pt x="4111866" y="3353420"/>
                </a:lnTo>
                <a:lnTo>
                  <a:pt x="4110311" y="3357157"/>
                </a:lnTo>
                <a:cubicBezTo>
                  <a:pt x="4108376" y="3362602"/>
                  <a:pt x="4106215" y="3369105"/>
                  <a:pt x="4103335" y="3377025"/>
                </a:cubicBezTo>
                <a:cubicBezTo>
                  <a:pt x="4123857" y="3370185"/>
                  <a:pt x="4117017" y="3368025"/>
                  <a:pt x="4130698" y="3379545"/>
                </a:cubicBezTo>
                <a:cubicBezTo>
                  <a:pt x="4135019" y="3379545"/>
                  <a:pt x="4135019" y="3370185"/>
                  <a:pt x="4137539" y="3363705"/>
                </a:cubicBezTo>
                <a:cubicBezTo>
                  <a:pt x="4143209" y="3367665"/>
                  <a:pt x="4148880" y="3369645"/>
                  <a:pt x="4154730" y="3370281"/>
                </a:cubicBezTo>
                <a:lnTo>
                  <a:pt x="4172256" y="3368851"/>
                </a:lnTo>
                <a:lnTo>
                  <a:pt x="4171616" y="3364317"/>
                </a:lnTo>
                <a:lnTo>
                  <a:pt x="4170174" y="3354931"/>
                </a:lnTo>
                <a:lnTo>
                  <a:pt x="4165217" y="3354532"/>
                </a:lnTo>
                <a:close/>
                <a:moveTo>
                  <a:pt x="5542350" y="3350022"/>
                </a:moveTo>
                <a:cubicBezTo>
                  <a:pt x="5528471" y="3360142"/>
                  <a:pt x="5513367" y="3381448"/>
                  <a:pt x="5495048" y="3386824"/>
                </a:cubicBezTo>
                <a:lnTo>
                  <a:pt x="5476023" y="3385908"/>
                </a:lnTo>
                <a:lnTo>
                  <a:pt x="5477699" y="3380233"/>
                </a:lnTo>
                <a:cubicBezTo>
                  <a:pt x="5490167" y="3363871"/>
                  <a:pt x="5523300" y="3344962"/>
                  <a:pt x="5542350" y="3350022"/>
                </a:cubicBezTo>
                <a:close/>
                <a:moveTo>
                  <a:pt x="5220150" y="3349625"/>
                </a:moveTo>
                <a:cubicBezTo>
                  <a:pt x="5222307" y="3349625"/>
                  <a:pt x="5224464" y="3353920"/>
                  <a:pt x="5229136" y="3351773"/>
                </a:cubicBezTo>
                <a:cubicBezTo>
                  <a:pt x="5231293" y="3356426"/>
                  <a:pt x="5233809" y="3353920"/>
                  <a:pt x="5235966" y="3353920"/>
                </a:cubicBezTo>
                <a:cubicBezTo>
                  <a:pt x="5226980" y="3365375"/>
                  <a:pt x="5203976" y="3385779"/>
                  <a:pt x="5186004" y="3381125"/>
                </a:cubicBezTo>
                <a:cubicBezTo>
                  <a:pt x="5179175" y="3358574"/>
                  <a:pt x="5226980" y="3378978"/>
                  <a:pt x="5220150" y="3349625"/>
                </a:cubicBezTo>
                <a:close/>
                <a:moveTo>
                  <a:pt x="486793" y="3347962"/>
                </a:moveTo>
                <a:cubicBezTo>
                  <a:pt x="482472" y="3350482"/>
                  <a:pt x="482472" y="3359480"/>
                  <a:pt x="475632" y="3361640"/>
                </a:cubicBezTo>
                <a:cubicBezTo>
                  <a:pt x="493634" y="3361640"/>
                  <a:pt x="484633" y="3377478"/>
                  <a:pt x="486793" y="3386836"/>
                </a:cubicBezTo>
                <a:cubicBezTo>
                  <a:pt x="511996" y="3397995"/>
                  <a:pt x="511996" y="3400514"/>
                  <a:pt x="546199" y="3402674"/>
                </a:cubicBezTo>
                <a:cubicBezTo>
                  <a:pt x="553040" y="3395835"/>
                  <a:pt x="562041" y="3393675"/>
                  <a:pt x="562041" y="3382157"/>
                </a:cubicBezTo>
                <a:cubicBezTo>
                  <a:pt x="548359" y="3366319"/>
                  <a:pt x="536838" y="3375318"/>
                  <a:pt x="507315" y="3370639"/>
                </a:cubicBezTo>
                <a:cubicBezTo>
                  <a:pt x="500474" y="3361640"/>
                  <a:pt x="507315" y="3347962"/>
                  <a:pt x="486793" y="3347962"/>
                </a:cubicBezTo>
                <a:close/>
                <a:moveTo>
                  <a:pt x="4034470" y="3347780"/>
                </a:moveTo>
                <a:lnTo>
                  <a:pt x="4034073" y="3349889"/>
                </a:lnTo>
                <a:cubicBezTo>
                  <a:pt x="4033218" y="3354434"/>
                  <a:pt x="4031508" y="3363525"/>
                  <a:pt x="4028087" y="3381706"/>
                </a:cubicBezTo>
                <a:cubicBezTo>
                  <a:pt x="4028087" y="3390706"/>
                  <a:pt x="4044289" y="3377025"/>
                  <a:pt x="4055450" y="3383866"/>
                </a:cubicBezTo>
                <a:cubicBezTo>
                  <a:pt x="4057971" y="3365865"/>
                  <a:pt x="4048609" y="3356864"/>
                  <a:pt x="4069132" y="3356864"/>
                </a:cubicBezTo>
                <a:cubicBezTo>
                  <a:pt x="4064811" y="3370185"/>
                  <a:pt x="4057971" y="3372705"/>
                  <a:pt x="4069132" y="3379545"/>
                </a:cubicBezTo>
                <a:cubicBezTo>
                  <a:pt x="4080653" y="3374865"/>
                  <a:pt x="4091814" y="3365865"/>
                  <a:pt x="4103335" y="3361185"/>
                </a:cubicBezTo>
                <a:cubicBezTo>
                  <a:pt x="4101085" y="3360645"/>
                  <a:pt x="4098677" y="3358664"/>
                  <a:pt x="4096686" y="3356105"/>
                </a:cubicBezTo>
                <a:lnTo>
                  <a:pt x="4095682" y="3354037"/>
                </a:lnTo>
                <a:close/>
                <a:moveTo>
                  <a:pt x="3947979" y="3339194"/>
                </a:moveTo>
                <a:lnTo>
                  <a:pt x="3953200" y="3370185"/>
                </a:lnTo>
                <a:cubicBezTo>
                  <a:pt x="3962201" y="3368025"/>
                  <a:pt x="3964361" y="3354344"/>
                  <a:pt x="3971202" y="3365865"/>
                </a:cubicBezTo>
                <a:cubicBezTo>
                  <a:pt x="3969041" y="3374865"/>
                  <a:pt x="3964361" y="3377025"/>
                  <a:pt x="3962201" y="3386386"/>
                </a:cubicBezTo>
                <a:cubicBezTo>
                  <a:pt x="3984883" y="3390706"/>
                  <a:pt x="3964361" y="3354344"/>
                  <a:pt x="3994244" y="3361185"/>
                </a:cubicBezTo>
                <a:cubicBezTo>
                  <a:pt x="3989563" y="3372705"/>
                  <a:pt x="3980563" y="3377025"/>
                  <a:pt x="3978402" y="3393226"/>
                </a:cubicBezTo>
                <a:cubicBezTo>
                  <a:pt x="4002165" y="3375945"/>
                  <a:pt x="4008106" y="3365347"/>
                  <a:pt x="4020071" y="3355357"/>
                </a:cubicBezTo>
                <a:lnTo>
                  <a:pt x="4031729" y="3347500"/>
                </a:lnTo>
                <a:lnTo>
                  <a:pt x="4030294" y="3347353"/>
                </a:lnTo>
                <a:lnTo>
                  <a:pt x="3998480" y="3343334"/>
                </a:lnTo>
                <a:lnTo>
                  <a:pt x="3997101" y="3344505"/>
                </a:lnTo>
                <a:lnTo>
                  <a:pt x="3996352" y="3343065"/>
                </a:lnTo>
                <a:lnTo>
                  <a:pt x="3966224" y="3339259"/>
                </a:lnTo>
                <a:close/>
                <a:moveTo>
                  <a:pt x="3926085" y="3339117"/>
                </a:moveTo>
                <a:lnTo>
                  <a:pt x="3927277" y="3352454"/>
                </a:lnTo>
                <a:cubicBezTo>
                  <a:pt x="3928718" y="3357314"/>
                  <a:pt x="3931598" y="3361364"/>
                  <a:pt x="3937358" y="3363705"/>
                </a:cubicBezTo>
                <a:cubicBezTo>
                  <a:pt x="3937358" y="3363705"/>
                  <a:pt x="3937358" y="3363705"/>
                  <a:pt x="3941678" y="3340664"/>
                </a:cubicBezTo>
                <a:lnTo>
                  <a:pt x="3936137" y="3339152"/>
                </a:lnTo>
                <a:close/>
                <a:moveTo>
                  <a:pt x="3916700" y="3339083"/>
                </a:moveTo>
                <a:lnTo>
                  <a:pt x="3913776" y="3351554"/>
                </a:lnTo>
                <a:cubicBezTo>
                  <a:pt x="3912336" y="3354974"/>
                  <a:pt x="3909995" y="3356684"/>
                  <a:pt x="3905315" y="3354344"/>
                </a:cubicBezTo>
                <a:cubicBezTo>
                  <a:pt x="3905315" y="3350024"/>
                  <a:pt x="3909995" y="3347504"/>
                  <a:pt x="3909995" y="3345344"/>
                </a:cubicBezTo>
                <a:cubicBezTo>
                  <a:pt x="3905675" y="3347099"/>
                  <a:pt x="3902671" y="3344956"/>
                  <a:pt x="3900243" y="3342445"/>
                </a:cubicBezTo>
                <a:lnTo>
                  <a:pt x="3896854" y="3339701"/>
                </a:lnTo>
                <a:lnTo>
                  <a:pt x="3891531" y="3340497"/>
                </a:lnTo>
                <a:lnTo>
                  <a:pt x="3889473" y="3343184"/>
                </a:lnTo>
                <a:cubicBezTo>
                  <a:pt x="3894153" y="3343184"/>
                  <a:pt x="3894153" y="3352184"/>
                  <a:pt x="3891633" y="3359024"/>
                </a:cubicBezTo>
                <a:cubicBezTo>
                  <a:pt x="3903154" y="3359024"/>
                  <a:pt x="3916836" y="3359024"/>
                  <a:pt x="3918996" y="3365865"/>
                </a:cubicBezTo>
                <a:cubicBezTo>
                  <a:pt x="3924757" y="3361364"/>
                  <a:pt x="3924757" y="3356774"/>
                  <a:pt x="3923047" y="3352184"/>
                </a:cubicBezTo>
                <a:lnTo>
                  <a:pt x="3917100" y="3339085"/>
                </a:lnTo>
                <a:close/>
                <a:moveTo>
                  <a:pt x="5460913" y="3328987"/>
                </a:moveTo>
                <a:cubicBezTo>
                  <a:pt x="5456249" y="3347118"/>
                  <a:pt x="5472037" y="3344942"/>
                  <a:pt x="5478854" y="3360898"/>
                </a:cubicBezTo>
                <a:cubicBezTo>
                  <a:pt x="5472037" y="3367788"/>
                  <a:pt x="5472037" y="3376854"/>
                  <a:pt x="5460913" y="3383744"/>
                </a:cubicBezTo>
                <a:cubicBezTo>
                  <a:pt x="5449431" y="3381568"/>
                  <a:pt x="5444766" y="3365612"/>
                  <a:pt x="5435796" y="3363437"/>
                </a:cubicBezTo>
                <a:cubicBezTo>
                  <a:pt x="5406373" y="3381568"/>
                  <a:pt x="5404220" y="3400062"/>
                  <a:pt x="5374438" y="3390634"/>
                </a:cubicBezTo>
                <a:cubicBezTo>
                  <a:pt x="5404220" y="3360898"/>
                  <a:pt x="5428978" y="3358722"/>
                  <a:pt x="5460913" y="3328987"/>
                </a:cubicBezTo>
                <a:close/>
                <a:moveTo>
                  <a:pt x="4539656" y="3328918"/>
                </a:moveTo>
                <a:cubicBezTo>
                  <a:pt x="4532230" y="3331753"/>
                  <a:pt x="4527640" y="3337424"/>
                  <a:pt x="4533221" y="3345344"/>
                </a:cubicBezTo>
                <a:cubicBezTo>
                  <a:pt x="4537901" y="3333823"/>
                  <a:pt x="4549062" y="3356864"/>
                  <a:pt x="4558423" y="3354344"/>
                </a:cubicBezTo>
                <a:cubicBezTo>
                  <a:pt x="4553743" y="3338504"/>
                  <a:pt x="4555903" y="3340664"/>
                  <a:pt x="4563103" y="3329503"/>
                </a:cubicBezTo>
                <a:cubicBezTo>
                  <a:pt x="4557342" y="3326083"/>
                  <a:pt x="4547081" y="3326083"/>
                  <a:pt x="4539656" y="3328918"/>
                </a:cubicBezTo>
                <a:close/>
                <a:moveTo>
                  <a:pt x="4766807" y="3327850"/>
                </a:moveTo>
                <a:cubicBezTo>
                  <a:pt x="4768867" y="3328683"/>
                  <a:pt x="4771798" y="3330348"/>
                  <a:pt x="4778759" y="3329296"/>
                </a:cubicBezTo>
                <a:cubicBezTo>
                  <a:pt x="4778759" y="3338058"/>
                  <a:pt x="4778759" y="3338058"/>
                  <a:pt x="4778759" y="3338058"/>
                </a:cubicBezTo>
                <a:cubicBezTo>
                  <a:pt x="4767036" y="3340161"/>
                  <a:pt x="4771798" y="3349274"/>
                  <a:pt x="4760075" y="3342615"/>
                </a:cubicBezTo>
                <a:cubicBezTo>
                  <a:pt x="4760075" y="3331399"/>
                  <a:pt x="4760075" y="3331399"/>
                  <a:pt x="4760075" y="3331399"/>
                </a:cubicBezTo>
                <a:cubicBezTo>
                  <a:pt x="4763556" y="3327018"/>
                  <a:pt x="4764746" y="3327018"/>
                  <a:pt x="4766807" y="3327850"/>
                </a:cubicBezTo>
                <a:close/>
                <a:moveTo>
                  <a:pt x="4637991" y="3324823"/>
                </a:moveTo>
                <a:cubicBezTo>
                  <a:pt x="4635831" y="3333823"/>
                  <a:pt x="4642672" y="3336343"/>
                  <a:pt x="4642672" y="3345344"/>
                </a:cubicBezTo>
                <a:cubicBezTo>
                  <a:pt x="4653833" y="3345344"/>
                  <a:pt x="4660674" y="3340664"/>
                  <a:pt x="4663194" y="3331663"/>
                </a:cubicBezTo>
                <a:cubicBezTo>
                  <a:pt x="4658513" y="3320143"/>
                  <a:pt x="4646992" y="3345344"/>
                  <a:pt x="4642672" y="3329503"/>
                </a:cubicBezTo>
                <a:cubicBezTo>
                  <a:pt x="4646992" y="3329503"/>
                  <a:pt x="4644832" y="3322663"/>
                  <a:pt x="4637991" y="3324823"/>
                </a:cubicBezTo>
                <a:close/>
                <a:moveTo>
                  <a:pt x="5524897" y="3324817"/>
                </a:moveTo>
                <a:cubicBezTo>
                  <a:pt x="5520311" y="3336446"/>
                  <a:pt x="5506906" y="3352436"/>
                  <a:pt x="5493500" y="3350256"/>
                </a:cubicBezTo>
                <a:cubicBezTo>
                  <a:pt x="5498086" y="3340807"/>
                  <a:pt x="5513608" y="3322637"/>
                  <a:pt x="5524897" y="3324817"/>
                </a:cubicBezTo>
                <a:close/>
                <a:moveTo>
                  <a:pt x="4484076" y="3316633"/>
                </a:moveTo>
                <a:cubicBezTo>
                  <a:pt x="4477505" y="3316363"/>
                  <a:pt x="4471834" y="3319243"/>
                  <a:pt x="4474174" y="3329503"/>
                </a:cubicBezTo>
                <a:cubicBezTo>
                  <a:pt x="4478855" y="3331663"/>
                  <a:pt x="4494696" y="3322663"/>
                  <a:pt x="4494696" y="3333823"/>
                </a:cubicBezTo>
                <a:cubicBezTo>
                  <a:pt x="4485695" y="3333823"/>
                  <a:pt x="4487855" y="3347504"/>
                  <a:pt x="4476335" y="3345344"/>
                </a:cubicBezTo>
                <a:cubicBezTo>
                  <a:pt x="4467333" y="3340664"/>
                  <a:pt x="4448971" y="3343184"/>
                  <a:pt x="4446811" y="3340664"/>
                </a:cubicBezTo>
                <a:cubicBezTo>
                  <a:pt x="4455812" y="3352184"/>
                  <a:pt x="4439971" y="3363705"/>
                  <a:pt x="4433130" y="3352184"/>
                </a:cubicBezTo>
                <a:cubicBezTo>
                  <a:pt x="4430970" y="3368025"/>
                  <a:pt x="4437810" y="3372705"/>
                  <a:pt x="4444651" y="3377025"/>
                </a:cubicBezTo>
                <a:cubicBezTo>
                  <a:pt x="4444651" y="3368025"/>
                  <a:pt x="4448971" y="3363705"/>
                  <a:pt x="4453652" y="3361185"/>
                </a:cubicBezTo>
                <a:cubicBezTo>
                  <a:pt x="4465173" y="3397546"/>
                  <a:pt x="4465173" y="3340664"/>
                  <a:pt x="4481015" y="3374865"/>
                </a:cubicBezTo>
                <a:cubicBezTo>
                  <a:pt x="4483175" y="3347504"/>
                  <a:pt x="4501537" y="3365865"/>
                  <a:pt x="4506217" y="3374865"/>
                </a:cubicBezTo>
                <a:cubicBezTo>
                  <a:pt x="4501537" y="3352184"/>
                  <a:pt x="4515219" y="3352184"/>
                  <a:pt x="4515219" y="3336343"/>
                </a:cubicBezTo>
                <a:cubicBezTo>
                  <a:pt x="4501537" y="3345344"/>
                  <a:pt x="4490016" y="3343184"/>
                  <a:pt x="4499377" y="3322663"/>
                </a:cubicBezTo>
                <a:cubicBezTo>
                  <a:pt x="4498117" y="3320323"/>
                  <a:pt x="4490646" y="3316903"/>
                  <a:pt x="4484076" y="3316633"/>
                </a:cubicBezTo>
                <a:close/>
                <a:moveTo>
                  <a:pt x="5384073" y="3312512"/>
                </a:moveTo>
                <a:cubicBezTo>
                  <a:pt x="5389999" y="3313024"/>
                  <a:pt x="5395525" y="3315229"/>
                  <a:pt x="5399479" y="3319639"/>
                </a:cubicBezTo>
                <a:cubicBezTo>
                  <a:pt x="5381147" y="3335514"/>
                  <a:pt x="5367489" y="3328811"/>
                  <a:pt x="5351674" y="3339747"/>
                </a:cubicBezTo>
                <a:cubicBezTo>
                  <a:pt x="5344935" y="3324666"/>
                  <a:pt x="5366298" y="3310974"/>
                  <a:pt x="5384073" y="3312512"/>
                </a:cubicBezTo>
                <a:close/>
                <a:moveTo>
                  <a:pt x="4774918" y="3307453"/>
                </a:moveTo>
                <a:cubicBezTo>
                  <a:pt x="4779196" y="3308227"/>
                  <a:pt x="4782784" y="3311345"/>
                  <a:pt x="4785116" y="3318164"/>
                </a:cubicBezTo>
                <a:cubicBezTo>
                  <a:pt x="4764664" y="3331803"/>
                  <a:pt x="4755693" y="3316011"/>
                  <a:pt x="4733088" y="3327137"/>
                </a:cubicBezTo>
                <a:cubicBezTo>
                  <a:pt x="4743045" y="3323907"/>
                  <a:pt x="4762085" y="3305131"/>
                  <a:pt x="4774918" y="3307453"/>
                </a:cubicBezTo>
                <a:close/>
                <a:moveTo>
                  <a:pt x="4264743" y="3304985"/>
                </a:moveTo>
                <a:lnTo>
                  <a:pt x="4259667" y="3309839"/>
                </a:lnTo>
                <a:lnTo>
                  <a:pt x="4269313" y="3311142"/>
                </a:lnTo>
                <a:lnTo>
                  <a:pt x="4263919" y="3322722"/>
                </a:lnTo>
                <a:lnTo>
                  <a:pt x="4272298" y="3323245"/>
                </a:lnTo>
                <a:lnTo>
                  <a:pt x="4272690" y="3323375"/>
                </a:lnTo>
                <a:lnTo>
                  <a:pt x="4273099" y="3321279"/>
                </a:lnTo>
                <a:cubicBezTo>
                  <a:pt x="4274196" y="3317083"/>
                  <a:pt x="4275794" y="3313392"/>
                  <a:pt x="4278674" y="3311142"/>
                </a:cubicBezTo>
                <a:cubicBezTo>
                  <a:pt x="4277413" y="3307722"/>
                  <a:pt x="4274533" y="3306552"/>
                  <a:pt x="4271113" y="3305967"/>
                </a:cubicBezTo>
                <a:close/>
                <a:moveTo>
                  <a:pt x="5497747" y="3302625"/>
                </a:moveTo>
                <a:cubicBezTo>
                  <a:pt x="5507194" y="3302608"/>
                  <a:pt x="5512649" y="3314824"/>
                  <a:pt x="5509231" y="3323415"/>
                </a:cubicBezTo>
                <a:cubicBezTo>
                  <a:pt x="5500469" y="3330217"/>
                  <a:pt x="5493809" y="3318762"/>
                  <a:pt x="5487150" y="3307307"/>
                </a:cubicBezTo>
                <a:cubicBezTo>
                  <a:pt x="5491006" y="3303995"/>
                  <a:pt x="5494598" y="3302631"/>
                  <a:pt x="5497747" y="3302625"/>
                </a:cubicBezTo>
                <a:close/>
                <a:moveTo>
                  <a:pt x="4239375" y="3300412"/>
                </a:moveTo>
                <a:cubicBezTo>
                  <a:pt x="4239375" y="3300412"/>
                  <a:pt x="4241833" y="3301085"/>
                  <a:pt x="4244905" y="3301926"/>
                </a:cubicBezTo>
                <a:lnTo>
                  <a:pt x="4246873" y="3302465"/>
                </a:lnTo>
                <a:close/>
                <a:moveTo>
                  <a:pt x="4635831" y="3288461"/>
                </a:moveTo>
                <a:cubicBezTo>
                  <a:pt x="4617469" y="3299982"/>
                  <a:pt x="4619629" y="3326983"/>
                  <a:pt x="4596947" y="3324823"/>
                </a:cubicBezTo>
                <a:cubicBezTo>
                  <a:pt x="4606308" y="3324823"/>
                  <a:pt x="4601627" y="3340664"/>
                  <a:pt x="4610629" y="3338504"/>
                </a:cubicBezTo>
                <a:cubicBezTo>
                  <a:pt x="4619629" y="3322663"/>
                  <a:pt x="4642672" y="3304302"/>
                  <a:pt x="4635831" y="3288461"/>
                </a:cubicBezTo>
                <a:close/>
                <a:moveTo>
                  <a:pt x="4459654" y="3286717"/>
                </a:moveTo>
                <a:cubicBezTo>
                  <a:pt x="4454169" y="3287899"/>
                  <a:pt x="4454102" y="3296471"/>
                  <a:pt x="4448971" y="3299982"/>
                </a:cubicBezTo>
                <a:cubicBezTo>
                  <a:pt x="4451492" y="3290621"/>
                  <a:pt x="4444651" y="3286301"/>
                  <a:pt x="4439971" y="3295301"/>
                </a:cubicBezTo>
                <a:cubicBezTo>
                  <a:pt x="4448971" y="3295301"/>
                  <a:pt x="4442491" y="3311142"/>
                  <a:pt x="4448971" y="3315822"/>
                </a:cubicBezTo>
                <a:cubicBezTo>
                  <a:pt x="4448971" y="3315822"/>
                  <a:pt x="4448971" y="3315822"/>
                  <a:pt x="4460493" y="3313302"/>
                </a:cubicBezTo>
                <a:cubicBezTo>
                  <a:pt x="4465173" y="3306462"/>
                  <a:pt x="4467333" y="3299982"/>
                  <a:pt x="4467333" y="3288461"/>
                </a:cubicBezTo>
                <a:cubicBezTo>
                  <a:pt x="4463913" y="3286751"/>
                  <a:pt x="4461483" y="3286324"/>
                  <a:pt x="4459654" y="3286717"/>
                </a:cubicBezTo>
                <a:close/>
                <a:moveTo>
                  <a:pt x="4474174" y="3286301"/>
                </a:moveTo>
                <a:cubicBezTo>
                  <a:pt x="4469494" y="3293141"/>
                  <a:pt x="4467333" y="3313302"/>
                  <a:pt x="4478855" y="3313302"/>
                </a:cubicBezTo>
                <a:cubicBezTo>
                  <a:pt x="4483355" y="3307722"/>
                  <a:pt x="4485605" y="3302682"/>
                  <a:pt x="4485020" y="3298181"/>
                </a:cubicBezTo>
                <a:lnTo>
                  <a:pt x="4477860" y="3290339"/>
                </a:lnTo>
                <a:lnTo>
                  <a:pt x="4474325" y="3290660"/>
                </a:lnTo>
                <a:lnTo>
                  <a:pt x="4476610" y="3288969"/>
                </a:lnTo>
                <a:close/>
                <a:moveTo>
                  <a:pt x="4963307" y="3284590"/>
                </a:moveTo>
                <a:cubicBezTo>
                  <a:pt x="4966456" y="3284865"/>
                  <a:pt x="4969071" y="3285483"/>
                  <a:pt x="4970253" y="3286124"/>
                </a:cubicBezTo>
                <a:cubicBezTo>
                  <a:pt x="4972436" y="3297481"/>
                  <a:pt x="4951699" y="3295283"/>
                  <a:pt x="4944787" y="3300045"/>
                </a:cubicBezTo>
                <a:cubicBezTo>
                  <a:pt x="4939603" y="3286033"/>
                  <a:pt x="4953860" y="3283766"/>
                  <a:pt x="4963307" y="3284590"/>
                </a:cubicBezTo>
                <a:close/>
                <a:moveTo>
                  <a:pt x="4523497" y="3281828"/>
                </a:moveTo>
                <a:lnTo>
                  <a:pt x="4508378" y="3295301"/>
                </a:lnTo>
                <a:cubicBezTo>
                  <a:pt x="4517379" y="3296381"/>
                  <a:pt x="4524220" y="3294671"/>
                  <a:pt x="4529665" y="3291251"/>
                </a:cubicBezTo>
                <a:lnTo>
                  <a:pt x="4535529" y="3284754"/>
                </a:lnTo>
                <a:close/>
                <a:moveTo>
                  <a:pt x="4542581" y="3276941"/>
                </a:moveTo>
                <a:lnTo>
                  <a:pt x="4538738" y="3277663"/>
                </a:lnTo>
                <a:lnTo>
                  <a:pt x="4539719" y="3280112"/>
                </a:lnTo>
                <a:close/>
                <a:moveTo>
                  <a:pt x="4506768" y="3267169"/>
                </a:moveTo>
                <a:lnTo>
                  <a:pt x="4506217" y="3270100"/>
                </a:lnTo>
                <a:lnTo>
                  <a:pt x="4510990" y="3268465"/>
                </a:lnTo>
                <a:lnTo>
                  <a:pt x="4510690" y="3267986"/>
                </a:lnTo>
                <a:close/>
                <a:moveTo>
                  <a:pt x="4598938" y="3265718"/>
                </a:moveTo>
                <a:cubicBezTo>
                  <a:pt x="4591209" y="3266208"/>
                  <a:pt x="4582366" y="3278291"/>
                  <a:pt x="4572105" y="3274780"/>
                </a:cubicBezTo>
                <a:cubicBezTo>
                  <a:pt x="4572105" y="3274780"/>
                  <a:pt x="4572105" y="3274780"/>
                  <a:pt x="4572105" y="3290621"/>
                </a:cubicBezTo>
                <a:cubicBezTo>
                  <a:pt x="4592627" y="3286301"/>
                  <a:pt x="4603788" y="3283781"/>
                  <a:pt x="4606308" y="3270100"/>
                </a:cubicBezTo>
                <a:cubicBezTo>
                  <a:pt x="4603968" y="3266680"/>
                  <a:pt x="4601515" y="3265555"/>
                  <a:pt x="4598938" y="3265718"/>
                </a:cubicBezTo>
                <a:close/>
                <a:moveTo>
                  <a:pt x="4572105" y="3258940"/>
                </a:moveTo>
                <a:lnTo>
                  <a:pt x="4571947" y="3259446"/>
                </a:lnTo>
                <a:lnTo>
                  <a:pt x="4563103" y="3261100"/>
                </a:lnTo>
                <a:cubicBezTo>
                  <a:pt x="4572105" y="3258940"/>
                  <a:pt x="4572105" y="3258940"/>
                  <a:pt x="4572105" y="3258940"/>
                </a:cubicBezTo>
                <a:close/>
                <a:moveTo>
                  <a:pt x="4388005" y="3252562"/>
                </a:moveTo>
                <a:cubicBezTo>
                  <a:pt x="4365324" y="3254722"/>
                  <a:pt x="4342644" y="3252562"/>
                  <a:pt x="4319604" y="3270563"/>
                </a:cubicBezTo>
                <a:cubicBezTo>
                  <a:pt x="4322124" y="3252562"/>
                  <a:pt x="4299084" y="3273083"/>
                  <a:pt x="4290084" y="3273083"/>
                </a:cubicBezTo>
                <a:cubicBezTo>
                  <a:pt x="4281084" y="3268403"/>
                  <a:pt x="4283244" y="3250042"/>
                  <a:pt x="4269563" y="3254722"/>
                </a:cubicBezTo>
                <a:cubicBezTo>
                  <a:pt x="4260563" y="3268403"/>
                  <a:pt x="4246883" y="3286764"/>
                  <a:pt x="4240043" y="3293605"/>
                </a:cubicBezTo>
                <a:cubicBezTo>
                  <a:pt x="4237883" y="3286764"/>
                  <a:pt x="4231043" y="3282084"/>
                  <a:pt x="4222043" y="3277404"/>
                </a:cubicBezTo>
                <a:cubicBezTo>
                  <a:pt x="4217363" y="3263723"/>
                  <a:pt x="4242563" y="3275244"/>
                  <a:pt x="4235723" y="3261563"/>
                </a:cubicBezTo>
                <a:cubicBezTo>
                  <a:pt x="4225463" y="3263183"/>
                  <a:pt x="4206090" y="3262373"/>
                  <a:pt x="4195223" y="3268549"/>
                </a:cubicBezTo>
                <a:lnTo>
                  <a:pt x="4189006" y="3276008"/>
                </a:lnTo>
                <a:lnTo>
                  <a:pt x="4189964" y="3277410"/>
                </a:lnTo>
                <a:lnTo>
                  <a:pt x="4202558" y="3277449"/>
                </a:lnTo>
                <a:cubicBezTo>
                  <a:pt x="4207103" y="3276863"/>
                  <a:pt x="4210523" y="3277403"/>
                  <a:pt x="4210523" y="3284244"/>
                </a:cubicBezTo>
                <a:lnTo>
                  <a:pt x="4198426" y="3287166"/>
                </a:lnTo>
                <a:lnTo>
                  <a:pt x="4213088" y="3302223"/>
                </a:lnTo>
                <a:lnTo>
                  <a:pt x="4214947" y="3297462"/>
                </a:lnTo>
                <a:cubicBezTo>
                  <a:pt x="4221698" y="3309342"/>
                  <a:pt x="4231081" y="3302187"/>
                  <a:pt x="4235351" y="3308346"/>
                </a:cubicBezTo>
                <a:lnTo>
                  <a:pt x="4236772" y="3315704"/>
                </a:lnTo>
                <a:lnTo>
                  <a:pt x="4237523" y="3315840"/>
                </a:lnTo>
                <a:lnTo>
                  <a:pt x="4240761" y="3317798"/>
                </a:lnTo>
                <a:lnTo>
                  <a:pt x="4252661" y="3308892"/>
                </a:lnTo>
                <a:lnTo>
                  <a:pt x="4255483" y="3309273"/>
                </a:lnTo>
                <a:lnTo>
                  <a:pt x="4249952" y="3305520"/>
                </a:lnTo>
                <a:lnTo>
                  <a:pt x="4249356" y="3303144"/>
                </a:lnTo>
                <a:lnTo>
                  <a:pt x="4248603" y="3300138"/>
                </a:lnTo>
                <a:cubicBezTo>
                  <a:pt x="4255672" y="3302273"/>
                  <a:pt x="4251207" y="3295513"/>
                  <a:pt x="4258276" y="3290887"/>
                </a:cubicBezTo>
                <a:cubicBezTo>
                  <a:pt x="4261811" y="3292132"/>
                  <a:pt x="4262369" y="3293822"/>
                  <a:pt x="4262927" y="3295779"/>
                </a:cubicBezTo>
                <a:lnTo>
                  <a:pt x="4265712" y="3299667"/>
                </a:lnTo>
                <a:lnTo>
                  <a:pt x="4276829" y="3290126"/>
                </a:lnTo>
                <a:cubicBezTo>
                  <a:pt x="4281374" y="3285581"/>
                  <a:pt x="4281914" y="3281621"/>
                  <a:pt x="4269313" y="3279461"/>
                </a:cubicBezTo>
                <a:cubicBezTo>
                  <a:pt x="4277233" y="3273701"/>
                  <a:pt x="4287494" y="3275411"/>
                  <a:pt x="4295505" y="3281666"/>
                </a:cubicBezTo>
                <a:lnTo>
                  <a:pt x="4300366" y="3287858"/>
                </a:lnTo>
                <a:lnTo>
                  <a:pt x="4309800" y="3282973"/>
                </a:lnTo>
                <a:cubicBezTo>
                  <a:pt x="4314966" y="3281862"/>
                  <a:pt x="4320131" y="3280705"/>
                  <a:pt x="4324663" y="3275012"/>
                </a:cubicBezTo>
                <a:cubicBezTo>
                  <a:pt x="4331550" y="3286398"/>
                  <a:pt x="4340613" y="3279638"/>
                  <a:pt x="4336263" y="3293159"/>
                </a:cubicBezTo>
                <a:cubicBezTo>
                  <a:pt x="4325932" y="3283018"/>
                  <a:pt x="4315601" y="3289289"/>
                  <a:pt x="4305269" y="3291107"/>
                </a:cubicBezTo>
                <a:lnTo>
                  <a:pt x="4302836" y="3291004"/>
                </a:lnTo>
                <a:lnTo>
                  <a:pt x="4305260" y="3294092"/>
                </a:lnTo>
                <a:cubicBezTo>
                  <a:pt x="4307567" y="3299127"/>
                  <a:pt x="4308737" y="3304932"/>
                  <a:pt x="4308197" y="3311142"/>
                </a:cubicBezTo>
                <a:cubicBezTo>
                  <a:pt x="4297936" y="3306642"/>
                  <a:pt x="4293886" y="3315732"/>
                  <a:pt x="4290735" y="3323968"/>
                </a:cubicBezTo>
                <a:lnTo>
                  <a:pt x="4288527" y="3328609"/>
                </a:lnTo>
                <a:lnTo>
                  <a:pt x="4308889" y="3335339"/>
                </a:lnTo>
                <a:lnTo>
                  <a:pt x="4342944" y="3355520"/>
                </a:lnTo>
                <a:lnTo>
                  <a:pt x="4351401" y="3354344"/>
                </a:lnTo>
                <a:lnTo>
                  <a:pt x="4352890" y="3361414"/>
                </a:lnTo>
                <a:lnTo>
                  <a:pt x="4365069" y="3368632"/>
                </a:lnTo>
                <a:lnTo>
                  <a:pt x="4367243" y="3368025"/>
                </a:lnTo>
                <a:cubicBezTo>
                  <a:pt x="4351401" y="3359024"/>
                  <a:pt x="4369403" y="3359024"/>
                  <a:pt x="4369403" y="3338504"/>
                </a:cubicBezTo>
                <a:cubicBezTo>
                  <a:pt x="4383085" y="3331663"/>
                  <a:pt x="4376244" y="3352184"/>
                  <a:pt x="4385605" y="3352184"/>
                </a:cubicBezTo>
                <a:cubicBezTo>
                  <a:pt x="4383085" y="3359024"/>
                  <a:pt x="4376244" y="3356864"/>
                  <a:pt x="4376244" y="3363705"/>
                </a:cubicBezTo>
                <a:cubicBezTo>
                  <a:pt x="4378764" y="3368025"/>
                  <a:pt x="4378764" y="3372705"/>
                  <a:pt x="4383085" y="3374865"/>
                </a:cubicBezTo>
                <a:cubicBezTo>
                  <a:pt x="4392445" y="3372705"/>
                  <a:pt x="4387765" y="3356864"/>
                  <a:pt x="4394606" y="3352184"/>
                </a:cubicBezTo>
                <a:cubicBezTo>
                  <a:pt x="4396766" y="3338504"/>
                  <a:pt x="4378764" y="3340664"/>
                  <a:pt x="4394606" y="3331663"/>
                </a:cubicBezTo>
                <a:cubicBezTo>
                  <a:pt x="4394606" y="3329503"/>
                  <a:pt x="4378764" y="3324823"/>
                  <a:pt x="4374084" y="3331663"/>
                </a:cubicBezTo>
                <a:cubicBezTo>
                  <a:pt x="4375164" y="3322483"/>
                  <a:pt x="4372914" y="3315642"/>
                  <a:pt x="4370933" y="3309387"/>
                </a:cubicBezTo>
                <a:lnTo>
                  <a:pt x="4370918" y="3309200"/>
                </a:lnTo>
                <a:lnTo>
                  <a:pt x="4367200" y="3311168"/>
                </a:lnTo>
                <a:cubicBezTo>
                  <a:pt x="4367200" y="3311168"/>
                  <a:pt x="4367200" y="3311168"/>
                  <a:pt x="4358438" y="3304390"/>
                </a:cubicBezTo>
                <a:cubicBezTo>
                  <a:pt x="4361767" y="3299930"/>
                  <a:pt x="4366148" y="3295471"/>
                  <a:pt x="4369434" y="3291280"/>
                </a:cubicBezTo>
                <a:lnTo>
                  <a:pt x="4369453" y="3291231"/>
                </a:lnTo>
                <a:lnTo>
                  <a:pt x="4369403" y="3290621"/>
                </a:lnTo>
                <a:lnTo>
                  <a:pt x="4369654" y="3290707"/>
                </a:lnTo>
                <a:lnTo>
                  <a:pt x="4373859" y="3279775"/>
                </a:lnTo>
                <a:cubicBezTo>
                  <a:pt x="4380518" y="3284056"/>
                  <a:pt x="4378415" y="3288693"/>
                  <a:pt x="4385075" y="3290834"/>
                </a:cubicBezTo>
                <a:lnTo>
                  <a:pt x="4377488" y="3296537"/>
                </a:lnTo>
                <a:lnTo>
                  <a:pt x="4378809" y="3300657"/>
                </a:lnTo>
                <a:cubicBezTo>
                  <a:pt x="4379665" y="3306642"/>
                  <a:pt x="4379665" y="3313482"/>
                  <a:pt x="4383085" y="3315822"/>
                </a:cubicBezTo>
                <a:cubicBezTo>
                  <a:pt x="4392445" y="3308982"/>
                  <a:pt x="4408287" y="3311142"/>
                  <a:pt x="4415128" y="3299982"/>
                </a:cubicBezTo>
                <a:cubicBezTo>
                  <a:pt x="4406127" y="3288461"/>
                  <a:pt x="4385605" y="3308982"/>
                  <a:pt x="4387765" y="3279461"/>
                </a:cubicBezTo>
                <a:cubicBezTo>
                  <a:pt x="4395686" y="3286301"/>
                  <a:pt x="4398566" y="3282881"/>
                  <a:pt x="4399151" y="3276895"/>
                </a:cubicBezTo>
                <a:lnTo>
                  <a:pt x="4398840" y="3270712"/>
                </a:lnTo>
                <a:lnTo>
                  <a:pt x="4392685" y="3277404"/>
                </a:lnTo>
                <a:cubicBezTo>
                  <a:pt x="4389265" y="3275694"/>
                  <a:pt x="4388253" y="3273714"/>
                  <a:pt x="4388410" y="3271598"/>
                </a:cubicBezTo>
                <a:lnTo>
                  <a:pt x="4390153" y="3267397"/>
                </a:lnTo>
                <a:lnTo>
                  <a:pt x="4384911" y="3275228"/>
                </a:lnTo>
                <a:cubicBezTo>
                  <a:pt x="4381468" y="3278295"/>
                  <a:pt x="4376906" y="3279960"/>
                  <a:pt x="4370109" y="3278908"/>
                </a:cubicBezTo>
                <a:lnTo>
                  <a:pt x="4371211" y="3271124"/>
                </a:lnTo>
                <a:lnTo>
                  <a:pt x="4368384" y="3273667"/>
                </a:lnTo>
                <a:cubicBezTo>
                  <a:pt x="4362467" y="3275982"/>
                  <a:pt x="4355577" y="3272542"/>
                  <a:pt x="4348483" y="3284184"/>
                </a:cubicBezTo>
                <a:cubicBezTo>
                  <a:pt x="4348483" y="3284184"/>
                  <a:pt x="4348483" y="3284184"/>
                  <a:pt x="4339388" y="3277481"/>
                </a:cubicBezTo>
                <a:cubicBezTo>
                  <a:pt x="4347392" y="3275365"/>
                  <a:pt x="4353758" y="3273160"/>
                  <a:pt x="4359261" y="3271484"/>
                </a:cubicBezTo>
                <a:lnTo>
                  <a:pt x="4371493" y="3269134"/>
                </a:lnTo>
                <a:lnTo>
                  <a:pt x="4371825" y="3266784"/>
                </a:lnTo>
                <a:cubicBezTo>
                  <a:pt x="4373340" y="3263684"/>
                  <a:pt x="4375632" y="3261516"/>
                  <a:pt x="4378203" y="3260245"/>
                </a:cubicBezTo>
                <a:lnTo>
                  <a:pt x="4391885" y="3262918"/>
                </a:lnTo>
                <a:lnTo>
                  <a:pt x="4393495" y="3258367"/>
                </a:lnTo>
                <a:cubicBezTo>
                  <a:pt x="4393383" y="3256252"/>
                  <a:pt x="4391965" y="3254272"/>
                  <a:pt x="4388005" y="3252562"/>
                </a:cubicBezTo>
                <a:close/>
                <a:moveTo>
                  <a:pt x="4522059" y="3252099"/>
                </a:moveTo>
                <a:lnTo>
                  <a:pt x="4520644" y="3252515"/>
                </a:lnTo>
                <a:lnTo>
                  <a:pt x="4516453" y="3254933"/>
                </a:lnTo>
                <a:cubicBezTo>
                  <a:pt x="4512209" y="3256893"/>
                  <a:pt x="4509350" y="3259121"/>
                  <a:pt x="4512567" y="3263575"/>
                </a:cubicBezTo>
                <a:lnTo>
                  <a:pt x="4518091" y="3264434"/>
                </a:lnTo>
                <a:close/>
                <a:moveTo>
                  <a:pt x="4778762" y="3249612"/>
                </a:moveTo>
                <a:cubicBezTo>
                  <a:pt x="4776218" y="3263257"/>
                  <a:pt x="4760228" y="3265771"/>
                  <a:pt x="4760228" y="3279416"/>
                </a:cubicBezTo>
                <a:cubicBezTo>
                  <a:pt x="4753324" y="3276902"/>
                  <a:pt x="4751143" y="3270080"/>
                  <a:pt x="4748963" y="3261102"/>
                </a:cubicBezTo>
                <a:cubicBezTo>
                  <a:pt x="4758048" y="3256434"/>
                  <a:pt x="4764952" y="3249612"/>
                  <a:pt x="4778762" y="3249612"/>
                </a:cubicBezTo>
                <a:close/>
                <a:moveTo>
                  <a:pt x="4551738" y="3249209"/>
                </a:moveTo>
                <a:lnTo>
                  <a:pt x="4552438" y="3255430"/>
                </a:lnTo>
                <a:cubicBezTo>
                  <a:pt x="4555543" y="3266230"/>
                  <a:pt x="4560584" y="3278200"/>
                  <a:pt x="4555903" y="3293141"/>
                </a:cubicBezTo>
                <a:cubicBezTo>
                  <a:pt x="4555903" y="3293141"/>
                  <a:pt x="4555903" y="3293141"/>
                  <a:pt x="4563103" y="3290621"/>
                </a:cubicBezTo>
                <a:cubicBezTo>
                  <a:pt x="4567604" y="3287201"/>
                  <a:pt x="4566974" y="3282071"/>
                  <a:pt x="4566659" y="3276401"/>
                </a:cubicBezTo>
                <a:lnTo>
                  <a:pt x="4571947" y="3259446"/>
                </a:lnTo>
                <a:lnTo>
                  <a:pt x="4595430" y="3255055"/>
                </a:lnTo>
                <a:lnTo>
                  <a:pt x="4588166" y="3250042"/>
                </a:lnTo>
                <a:cubicBezTo>
                  <a:pt x="4580246" y="3256882"/>
                  <a:pt x="4572236" y="3255802"/>
                  <a:pt x="4564226" y="3253012"/>
                </a:cubicBezTo>
                <a:close/>
                <a:moveTo>
                  <a:pt x="4410072" y="3248152"/>
                </a:moveTo>
                <a:cubicBezTo>
                  <a:pt x="4407805" y="3247387"/>
                  <a:pt x="4405105" y="3247792"/>
                  <a:pt x="4401685" y="3250042"/>
                </a:cubicBezTo>
                <a:cubicBezTo>
                  <a:pt x="4397725" y="3252922"/>
                  <a:pt x="4396308" y="3255375"/>
                  <a:pt x="4396128" y="3257608"/>
                </a:cubicBezTo>
                <a:lnTo>
                  <a:pt x="4397653" y="3262715"/>
                </a:lnTo>
                <a:lnTo>
                  <a:pt x="4396766" y="3258940"/>
                </a:lnTo>
                <a:cubicBezTo>
                  <a:pt x="4399286" y="3252099"/>
                  <a:pt x="4401447" y="3254259"/>
                  <a:pt x="4401447" y="3258940"/>
                </a:cubicBezTo>
                <a:cubicBezTo>
                  <a:pt x="4403607" y="3258940"/>
                  <a:pt x="4406127" y="3256420"/>
                  <a:pt x="4406127" y="3252099"/>
                </a:cubicBezTo>
                <a:cubicBezTo>
                  <a:pt x="4410988" y="3260470"/>
                  <a:pt x="4399444" y="3272890"/>
                  <a:pt x="4404001" y="3279489"/>
                </a:cubicBezTo>
                <a:lnTo>
                  <a:pt x="4405290" y="3279986"/>
                </a:lnTo>
                <a:lnTo>
                  <a:pt x="4409352" y="3276600"/>
                </a:lnTo>
                <a:cubicBezTo>
                  <a:pt x="4409352" y="3276600"/>
                  <a:pt x="4409352" y="3276600"/>
                  <a:pt x="4411078" y="3277432"/>
                </a:cubicBezTo>
                <a:lnTo>
                  <a:pt x="4416525" y="3280058"/>
                </a:lnTo>
                <a:lnTo>
                  <a:pt x="4422853" y="3263197"/>
                </a:lnTo>
                <a:lnTo>
                  <a:pt x="4415860" y="3253282"/>
                </a:lnTo>
                <a:cubicBezTo>
                  <a:pt x="4414173" y="3250852"/>
                  <a:pt x="4412339" y="3248917"/>
                  <a:pt x="4410072" y="3248152"/>
                </a:cubicBezTo>
                <a:close/>
                <a:moveTo>
                  <a:pt x="5340940" y="3247180"/>
                </a:moveTo>
                <a:cubicBezTo>
                  <a:pt x="5343626" y="3248074"/>
                  <a:pt x="5346719" y="3250941"/>
                  <a:pt x="5350253" y="3256676"/>
                </a:cubicBezTo>
                <a:cubicBezTo>
                  <a:pt x="5333882" y="3261409"/>
                  <a:pt x="5338347" y="3273061"/>
                  <a:pt x="5326813" y="3268327"/>
                </a:cubicBezTo>
                <a:cubicBezTo>
                  <a:pt x="5328487" y="3259589"/>
                  <a:pt x="5332882" y="3244501"/>
                  <a:pt x="5340940" y="3247180"/>
                </a:cubicBezTo>
                <a:close/>
                <a:moveTo>
                  <a:pt x="4207868" y="3241401"/>
                </a:moveTo>
                <a:cubicBezTo>
                  <a:pt x="4202423" y="3241131"/>
                  <a:pt x="4195583" y="3243381"/>
                  <a:pt x="4192163" y="3247882"/>
                </a:cubicBezTo>
                <a:cubicBezTo>
                  <a:pt x="4199003" y="3261563"/>
                  <a:pt x="4208363" y="3243201"/>
                  <a:pt x="4215203" y="3250042"/>
                </a:cubicBezTo>
                <a:cubicBezTo>
                  <a:pt x="4217363" y="3244461"/>
                  <a:pt x="4213313" y="3241671"/>
                  <a:pt x="4207868" y="3241401"/>
                </a:cubicBezTo>
                <a:close/>
                <a:moveTo>
                  <a:pt x="4178865" y="3233854"/>
                </a:moveTo>
                <a:lnTo>
                  <a:pt x="4172540" y="3233998"/>
                </a:lnTo>
                <a:lnTo>
                  <a:pt x="4173981" y="3241233"/>
                </a:lnTo>
                <a:close/>
                <a:moveTo>
                  <a:pt x="4489454" y="3227209"/>
                </a:moveTo>
                <a:lnTo>
                  <a:pt x="4487179" y="3232986"/>
                </a:lnTo>
                <a:cubicBezTo>
                  <a:pt x="4484125" y="3237239"/>
                  <a:pt x="4480615" y="3232581"/>
                  <a:pt x="4472245" y="3234201"/>
                </a:cubicBezTo>
                <a:cubicBezTo>
                  <a:pt x="4472245" y="3241041"/>
                  <a:pt x="4469725" y="3247882"/>
                  <a:pt x="4472245" y="3254722"/>
                </a:cubicBezTo>
                <a:cubicBezTo>
                  <a:pt x="4474405" y="3250042"/>
                  <a:pt x="4492765" y="3250042"/>
                  <a:pt x="4488085" y="3259403"/>
                </a:cubicBezTo>
                <a:lnTo>
                  <a:pt x="4479389" y="3258089"/>
                </a:lnTo>
                <a:lnTo>
                  <a:pt x="4487855" y="3270100"/>
                </a:lnTo>
                <a:cubicBezTo>
                  <a:pt x="4485695" y="3256420"/>
                  <a:pt x="4501537" y="3252099"/>
                  <a:pt x="4506217" y="3231578"/>
                </a:cubicBezTo>
                <a:lnTo>
                  <a:pt x="4503124" y="3230728"/>
                </a:lnTo>
                <a:lnTo>
                  <a:pt x="4500595" y="3241356"/>
                </a:lnTo>
                <a:cubicBezTo>
                  <a:pt x="4499425" y="3245001"/>
                  <a:pt x="4497085" y="3246622"/>
                  <a:pt x="4490245" y="3243201"/>
                </a:cubicBezTo>
                <a:cubicBezTo>
                  <a:pt x="4488625" y="3236451"/>
                  <a:pt x="4498548" y="3234763"/>
                  <a:pt x="4496776" y="3230544"/>
                </a:cubicBezTo>
                <a:lnTo>
                  <a:pt x="4493904" y="3228194"/>
                </a:lnTo>
                <a:lnTo>
                  <a:pt x="4490826" y="3227348"/>
                </a:lnTo>
                <a:close/>
                <a:moveTo>
                  <a:pt x="4204452" y="3227018"/>
                </a:moveTo>
                <a:lnTo>
                  <a:pt x="4189813" y="3232378"/>
                </a:lnTo>
                <a:lnTo>
                  <a:pt x="4185323" y="3236721"/>
                </a:lnTo>
                <a:cubicBezTo>
                  <a:pt x="4196843" y="3241041"/>
                  <a:pt x="4205843" y="3232041"/>
                  <a:pt x="4215203" y="3227360"/>
                </a:cubicBezTo>
                <a:close/>
                <a:moveTo>
                  <a:pt x="4547126" y="3218360"/>
                </a:moveTo>
                <a:lnTo>
                  <a:pt x="4541760" y="3219478"/>
                </a:lnTo>
                <a:lnTo>
                  <a:pt x="4540061" y="3236259"/>
                </a:lnTo>
                <a:lnTo>
                  <a:pt x="4543285" y="3235447"/>
                </a:lnTo>
                <a:lnTo>
                  <a:pt x="4544516" y="3231230"/>
                </a:lnTo>
                <a:cubicBezTo>
                  <a:pt x="4546496" y="3226370"/>
                  <a:pt x="4548206" y="3221780"/>
                  <a:pt x="4547126" y="3218360"/>
                </a:cubicBezTo>
                <a:close/>
                <a:moveTo>
                  <a:pt x="5648500" y="3213687"/>
                </a:moveTo>
                <a:cubicBezTo>
                  <a:pt x="5675705" y="3225287"/>
                  <a:pt x="5632391" y="3239062"/>
                  <a:pt x="5614493" y="3255012"/>
                </a:cubicBezTo>
                <a:cubicBezTo>
                  <a:pt x="5603038" y="3257187"/>
                  <a:pt x="5652795" y="3211512"/>
                  <a:pt x="5648500" y="3213687"/>
                </a:cubicBezTo>
                <a:close/>
                <a:moveTo>
                  <a:pt x="4595554" y="3213435"/>
                </a:moveTo>
                <a:lnTo>
                  <a:pt x="4585516" y="3217673"/>
                </a:lnTo>
                <a:lnTo>
                  <a:pt x="4584652" y="3217707"/>
                </a:lnTo>
                <a:lnTo>
                  <a:pt x="4584476" y="3218045"/>
                </a:lnTo>
                <a:cubicBezTo>
                  <a:pt x="4584746" y="3221150"/>
                  <a:pt x="4585826" y="3223940"/>
                  <a:pt x="4583486" y="3227360"/>
                </a:cubicBezTo>
                <a:cubicBezTo>
                  <a:pt x="4577906" y="3230780"/>
                  <a:pt x="4578536" y="3226820"/>
                  <a:pt x="4578266" y="3221735"/>
                </a:cubicBezTo>
                <a:lnTo>
                  <a:pt x="4577310" y="3218000"/>
                </a:lnTo>
                <a:lnTo>
                  <a:pt x="4563373" y="3218556"/>
                </a:lnTo>
                <a:lnTo>
                  <a:pt x="4560550" y="3216098"/>
                </a:lnTo>
                <a:lnTo>
                  <a:pt x="4558331" y="3223175"/>
                </a:lnTo>
                <a:lnTo>
                  <a:pt x="4557766" y="3224788"/>
                </a:lnTo>
                <a:lnTo>
                  <a:pt x="4560583" y="3224738"/>
                </a:lnTo>
                <a:lnTo>
                  <a:pt x="4550850" y="3239633"/>
                </a:lnTo>
                <a:lnTo>
                  <a:pt x="4560463" y="3241575"/>
                </a:lnTo>
                <a:cubicBezTo>
                  <a:pt x="4564777" y="3241322"/>
                  <a:pt x="4568974" y="3240119"/>
                  <a:pt x="4573091" y="3238566"/>
                </a:cubicBezTo>
                <a:lnTo>
                  <a:pt x="4578485" y="3236620"/>
                </a:lnTo>
                <a:lnTo>
                  <a:pt x="4567988" y="3234112"/>
                </a:lnTo>
                <a:cubicBezTo>
                  <a:pt x="4572717" y="3225193"/>
                  <a:pt x="4577083" y="3231971"/>
                  <a:pt x="4581812" y="3231971"/>
                </a:cubicBezTo>
                <a:cubicBezTo>
                  <a:pt x="4585268" y="3230901"/>
                  <a:pt x="4585814" y="3226977"/>
                  <a:pt x="4587224" y="3223855"/>
                </a:cubicBezTo>
                <a:lnTo>
                  <a:pt x="4597798" y="3220563"/>
                </a:lnTo>
                <a:lnTo>
                  <a:pt x="4598066" y="3216604"/>
                </a:lnTo>
                <a:close/>
                <a:moveTo>
                  <a:pt x="4718444" y="3208337"/>
                </a:moveTo>
                <a:cubicBezTo>
                  <a:pt x="4698486" y="3219561"/>
                  <a:pt x="4666769" y="3249250"/>
                  <a:pt x="4648950" y="3219561"/>
                </a:cubicBezTo>
                <a:cubicBezTo>
                  <a:pt x="4671402" y="3212681"/>
                  <a:pt x="4693854" y="3208337"/>
                  <a:pt x="4718444" y="3208337"/>
                </a:cubicBezTo>
                <a:close/>
                <a:moveTo>
                  <a:pt x="4546902" y="3204217"/>
                </a:moveTo>
                <a:lnTo>
                  <a:pt x="4546791" y="3204531"/>
                </a:lnTo>
                <a:lnTo>
                  <a:pt x="4547126" y="3204679"/>
                </a:lnTo>
                <a:lnTo>
                  <a:pt x="4547269" y="3204536"/>
                </a:lnTo>
                <a:close/>
                <a:moveTo>
                  <a:pt x="5365205" y="3203575"/>
                </a:moveTo>
                <a:cubicBezTo>
                  <a:pt x="5374083" y="3212660"/>
                  <a:pt x="5369822" y="3217384"/>
                  <a:pt x="5371952" y="3224288"/>
                </a:cubicBezTo>
                <a:cubicBezTo>
                  <a:pt x="5360944" y="3233373"/>
                  <a:pt x="5351711" y="3233373"/>
                  <a:pt x="5347450" y="3222108"/>
                </a:cubicBezTo>
                <a:cubicBezTo>
                  <a:pt x="5358458" y="3217384"/>
                  <a:pt x="5351711" y="3208299"/>
                  <a:pt x="5365205" y="3203575"/>
                </a:cubicBezTo>
                <a:close/>
                <a:moveTo>
                  <a:pt x="4913134" y="3201513"/>
                </a:moveTo>
                <a:cubicBezTo>
                  <a:pt x="4915291" y="3226496"/>
                  <a:pt x="4881144" y="3222151"/>
                  <a:pt x="4870002" y="3233375"/>
                </a:cubicBezTo>
                <a:cubicBezTo>
                  <a:pt x="4858500" y="3229030"/>
                  <a:pt x="4872158" y="3212737"/>
                  <a:pt x="4863173" y="3215272"/>
                </a:cubicBezTo>
                <a:cubicBezTo>
                  <a:pt x="4872158" y="3208392"/>
                  <a:pt x="4896959" y="3192462"/>
                  <a:pt x="4896959" y="3217444"/>
                </a:cubicBezTo>
                <a:cubicBezTo>
                  <a:pt x="4903789" y="3212737"/>
                  <a:pt x="4899475" y="3199341"/>
                  <a:pt x="4913134" y="3201513"/>
                </a:cubicBezTo>
                <a:close/>
                <a:moveTo>
                  <a:pt x="4523653" y="3199423"/>
                </a:moveTo>
                <a:lnTo>
                  <a:pt x="4520691" y="3205346"/>
                </a:lnTo>
                <a:lnTo>
                  <a:pt x="4524219" y="3199897"/>
                </a:lnTo>
                <a:close/>
                <a:moveTo>
                  <a:pt x="4835505" y="3198393"/>
                </a:moveTo>
                <a:cubicBezTo>
                  <a:pt x="4838669" y="3198359"/>
                  <a:pt x="4841096" y="3199655"/>
                  <a:pt x="4842265" y="3203111"/>
                </a:cubicBezTo>
                <a:cubicBezTo>
                  <a:pt x="4834353" y="3203111"/>
                  <a:pt x="4830936" y="3203111"/>
                  <a:pt x="4828643" y="3205112"/>
                </a:cubicBezTo>
                <a:lnTo>
                  <a:pt x="4822487" y="3217647"/>
                </a:lnTo>
                <a:lnTo>
                  <a:pt x="4827972" y="3219853"/>
                </a:lnTo>
                <a:cubicBezTo>
                  <a:pt x="4821011" y="3231226"/>
                  <a:pt x="4818446" y="3235846"/>
                  <a:pt x="4827972" y="3248996"/>
                </a:cubicBezTo>
                <a:cubicBezTo>
                  <a:pt x="4804525" y="3260369"/>
                  <a:pt x="4816248" y="3222340"/>
                  <a:pt x="4809288" y="3222340"/>
                </a:cubicBezTo>
                <a:cubicBezTo>
                  <a:pt x="4809288" y="3217720"/>
                  <a:pt x="4811486" y="3217720"/>
                  <a:pt x="4814050" y="3217720"/>
                </a:cubicBezTo>
                <a:lnTo>
                  <a:pt x="4818093" y="3217333"/>
                </a:lnTo>
                <a:lnTo>
                  <a:pt x="4815021" y="3215839"/>
                </a:lnTo>
                <a:cubicBezTo>
                  <a:pt x="4807198" y="3215344"/>
                  <a:pt x="4797757" y="3220937"/>
                  <a:pt x="4801264" y="3212206"/>
                </a:cubicBezTo>
                <a:cubicBezTo>
                  <a:pt x="4809896" y="3210569"/>
                  <a:pt x="4826013" y="3198495"/>
                  <a:pt x="4835505" y="3198393"/>
                </a:cubicBezTo>
                <a:close/>
                <a:moveTo>
                  <a:pt x="4625264" y="3182161"/>
                </a:moveTo>
                <a:lnTo>
                  <a:pt x="4619371" y="3186261"/>
                </a:lnTo>
                <a:lnTo>
                  <a:pt x="4619621" y="3186678"/>
                </a:lnTo>
                <a:cubicBezTo>
                  <a:pt x="4622186" y="3188388"/>
                  <a:pt x="4624526" y="3190098"/>
                  <a:pt x="4622366" y="3193518"/>
                </a:cubicBezTo>
                <a:cubicBezTo>
                  <a:pt x="4625786" y="3194598"/>
                  <a:pt x="4629206" y="3192888"/>
                  <a:pt x="4632627" y="3190053"/>
                </a:cubicBezTo>
                <a:lnTo>
                  <a:pt x="4639150" y="3183558"/>
                </a:lnTo>
                <a:close/>
                <a:moveTo>
                  <a:pt x="457270" y="3182026"/>
                </a:moveTo>
                <a:cubicBezTo>
                  <a:pt x="434587" y="3179866"/>
                  <a:pt x="436748" y="3211542"/>
                  <a:pt x="441428" y="3220541"/>
                </a:cubicBezTo>
                <a:cubicBezTo>
                  <a:pt x="461950" y="3220541"/>
                  <a:pt x="443588" y="3195704"/>
                  <a:pt x="457270" y="3182026"/>
                </a:cubicBezTo>
                <a:close/>
                <a:moveTo>
                  <a:pt x="4829564" y="3179666"/>
                </a:moveTo>
                <a:cubicBezTo>
                  <a:pt x="4811164" y="3183973"/>
                  <a:pt x="4804309" y="3188638"/>
                  <a:pt x="4813689" y="3200124"/>
                </a:cubicBezTo>
                <a:cubicBezTo>
                  <a:pt x="4795289" y="3206584"/>
                  <a:pt x="4813689" y="3188638"/>
                  <a:pt x="4799979" y="3186485"/>
                </a:cubicBezTo>
                <a:cubicBezTo>
                  <a:pt x="4790598" y="3204431"/>
                  <a:pt x="4761013" y="3190792"/>
                  <a:pt x="4763539" y="3211250"/>
                </a:cubicBezTo>
                <a:cubicBezTo>
                  <a:pt x="4751994" y="3195458"/>
                  <a:pt x="4742974" y="3215916"/>
                  <a:pt x="4726738" y="3206584"/>
                </a:cubicBezTo>
                <a:cubicBezTo>
                  <a:pt x="4756684" y="3193304"/>
                  <a:pt x="4804309" y="3175000"/>
                  <a:pt x="4829564" y="3179666"/>
                </a:cubicBezTo>
                <a:close/>
                <a:moveTo>
                  <a:pt x="4618098" y="3179455"/>
                </a:moveTo>
                <a:lnTo>
                  <a:pt x="4615526" y="3179837"/>
                </a:lnTo>
                <a:lnTo>
                  <a:pt x="4616282" y="3181101"/>
                </a:lnTo>
                <a:lnTo>
                  <a:pt x="4617919" y="3179670"/>
                </a:lnTo>
                <a:close/>
                <a:moveTo>
                  <a:pt x="4701927" y="3163636"/>
                </a:moveTo>
                <a:cubicBezTo>
                  <a:pt x="4692747" y="3167056"/>
                  <a:pt x="4683117" y="3168226"/>
                  <a:pt x="4673487" y="3169981"/>
                </a:cubicBezTo>
                <a:lnTo>
                  <a:pt x="4658345" y="3175229"/>
                </a:lnTo>
                <a:lnTo>
                  <a:pt x="4656300" y="3178784"/>
                </a:lnTo>
                <a:lnTo>
                  <a:pt x="4670067" y="3177497"/>
                </a:lnTo>
                <a:cubicBezTo>
                  <a:pt x="4677987" y="3175787"/>
                  <a:pt x="4685907" y="3174077"/>
                  <a:pt x="4695087" y="3175157"/>
                </a:cubicBezTo>
                <a:cubicBezTo>
                  <a:pt x="4695087" y="3175157"/>
                  <a:pt x="4695087" y="3175157"/>
                  <a:pt x="4701927" y="3163636"/>
                </a:cubicBezTo>
                <a:close/>
                <a:moveTo>
                  <a:pt x="4856705" y="3157405"/>
                </a:moveTo>
                <a:cubicBezTo>
                  <a:pt x="4860106" y="3156376"/>
                  <a:pt x="4864268" y="3156694"/>
                  <a:pt x="4869263" y="3159059"/>
                </a:cubicBezTo>
                <a:cubicBezTo>
                  <a:pt x="4862603" y="3168154"/>
                  <a:pt x="4853490" y="3179795"/>
                  <a:pt x="4844728" y="3184161"/>
                </a:cubicBezTo>
                <a:cubicBezTo>
                  <a:pt x="4843151" y="3175703"/>
                  <a:pt x="4846502" y="3160491"/>
                  <a:pt x="4856705" y="3157405"/>
                </a:cubicBezTo>
                <a:close/>
                <a:moveTo>
                  <a:pt x="4741437" y="3152019"/>
                </a:moveTo>
                <a:cubicBezTo>
                  <a:pt x="4734619" y="3150248"/>
                  <a:pt x="4720107" y="3155715"/>
                  <a:pt x="4713087" y="3152475"/>
                </a:cubicBezTo>
                <a:cubicBezTo>
                  <a:pt x="4713087" y="3156795"/>
                  <a:pt x="4713087" y="3161476"/>
                  <a:pt x="4710927" y="3166156"/>
                </a:cubicBezTo>
                <a:cubicBezTo>
                  <a:pt x="4724607" y="3172997"/>
                  <a:pt x="4731447" y="3152475"/>
                  <a:pt x="4745127" y="3156795"/>
                </a:cubicBezTo>
                <a:cubicBezTo>
                  <a:pt x="4745127" y="3154005"/>
                  <a:pt x="4743709" y="3152610"/>
                  <a:pt x="4741437" y="3152019"/>
                </a:cubicBezTo>
                <a:close/>
                <a:moveTo>
                  <a:pt x="5809050" y="3140075"/>
                </a:moveTo>
                <a:cubicBezTo>
                  <a:pt x="5809050" y="3151364"/>
                  <a:pt x="5804696" y="3171472"/>
                  <a:pt x="5790907" y="3171472"/>
                </a:cubicBezTo>
                <a:cubicBezTo>
                  <a:pt x="5784013" y="3162300"/>
                  <a:pt x="5799979" y="3151364"/>
                  <a:pt x="5809050" y="3140075"/>
                </a:cubicBezTo>
                <a:close/>
                <a:moveTo>
                  <a:pt x="4785211" y="3139863"/>
                </a:moveTo>
                <a:cubicBezTo>
                  <a:pt x="4776875" y="3137939"/>
                  <a:pt x="4761147" y="3145635"/>
                  <a:pt x="4754127" y="3145635"/>
                </a:cubicBezTo>
                <a:cubicBezTo>
                  <a:pt x="4749807" y="3156795"/>
                  <a:pt x="4756647" y="3152475"/>
                  <a:pt x="4765647" y="3154635"/>
                </a:cubicBezTo>
                <a:cubicBezTo>
                  <a:pt x="4760967" y="3168316"/>
                  <a:pt x="4751967" y="3163636"/>
                  <a:pt x="4747287" y="3175157"/>
                </a:cubicBezTo>
                <a:cubicBezTo>
                  <a:pt x="4758807" y="3176237"/>
                  <a:pt x="4766817" y="3172277"/>
                  <a:pt x="4773342" y="3166336"/>
                </a:cubicBezTo>
                <a:lnTo>
                  <a:pt x="4788476" y="3148062"/>
                </a:lnTo>
                <a:lnTo>
                  <a:pt x="4783447" y="3145174"/>
                </a:lnTo>
                <a:cubicBezTo>
                  <a:pt x="4783447" y="3142294"/>
                  <a:pt x="4784167" y="3141124"/>
                  <a:pt x="4785213" y="3140708"/>
                </a:cubicBezTo>
                <a:lnTo>
                  <a:pt x="4785994" y="3140720"/>
                </a:lnTo>
                <a:close/>
                <a:moveTo>
                  <a:pt x="4865656" y="3139353"/>
                </a:moveTo>
                <a:lnTo>
                  <a:pt x="4868608" y="3140144"/>
                </a:lnTo>
                <a:cubicBezTo>
                  <a:pt x="4870318" y="3140954"/>
                  <a:pt x="4871488" y="3142035"/>
                  <a:pt x="4870408" y="3143115"/>
                </a:cubicBezTo>
                <a:close/>
                <a:moveTo>
                  <a:pt x="4864177" y="3138183"/>
                </a:moveTo>
                <a:lnTo>
                  <a:pt x="4865656" y="3139353"/>
                </a:lnTo>
                <a:lnTo>
                  <a:pt x="4863568" y="3138794"/>
                </a:lnTo>
                <a:close/>
                <a:moveTo>
                  <a:pt x="307698" y="3133323"/>
                </a:moveTo>
                <a:cubicBezTo>
                  <a:pt x="323448" y="3140227"/>
                  <a:pt x="328102" y="3128962"/>
                  <a:pt x="341705" y="3133323"/>
                </a:cubicBezTo>
                <a:cubicBezTo>
                  <a:pt x="337051" y="3158761"/>
                  <a:pt x="319153" y="3128962"/>
                  <a:pt x="312351" y="3154037"/>
                </a:cubicBezTo>
                <a:cubicBezTo>
                  <a:pt x="312351" y="3147132"/>
                  <a:pt x="305550" y="3142408"/>
                  <a:pt x="307698" y="3133323"/>
                </a:cubicBezTo>
                <a:close/>
                <a:moveTo>
                  <a:pt x="5251836" y="3124200"/>
                </a:moveTo>
                <a:cubicBezTo>
                  <a:pt x="5251836" y="3138009"/>
                  <a:pt x="5228917" y="3153998"/>
                  <a:pt x="5217275" y="3149274"/>
                </a:cubicBezTo>
                <a:cubicBezTo>
                  <a:pt x="5217275" y="3138009"/>
                  <a:pt x="5240558" y="3133285"/>
                  <a:pt x="5251836" y="3124200"/>
                </a:cubicBezTo>
                <a:close/>
                <a:moveTo>
                  <a:pt x="4829368" y="3118273"/>
                </a:moveTo>
                <a:cubicBezTo>
                  <a:pt x="4827028" y="3121693"/>
                  <a:pt x="4824778" y="3126823"/>
                  <a:pt x="4821943" y="3129974"/>
                </a:cubicBezTo>
                <a:lnTo>
                  <a:pt x="4819751" y="3131249"/>
                </a:lnTo>
                <a:lnTo>
                  <a:pt x="4819546" y="3136770"/>
                </a:lnTo>
                <a:cubicBezTo>
                  <a:pt x="4817256" y="3141552"/>
                  <a:pt x="4813262" y="3145399"/>
                  <a:pt x="4808694" y="3147965"/>
                </a:cubicBezTo>
                <a:lnTo>
                  <a:pt x="4800899" y="3149873"/>
                </a:lnTo>
                <a:lnTo>
                  <a:pt x="4799313" y="3155260"/>
                </a:lnTo>
                <a:cubicBezTo>
                  <a:pt x="4799938" y="3157245"/>
                  <a:pt x="4802098" y="3159226"/>
                  <a:pt x="4806688" y="3161476"/>
                </a:cubicBezTo>
                <a:cubicBezTo>
                  <a:pt x="4815688" y="3156795"/>
                  <a:pt x="4820368" y="3127273"/>
                  <a:pt x="4840528" y="3129794"/>
                </a:cubicBezTo>
                <a:lnTo>
                  <a:pt x="4839623" y="3124398"/>
                </a:lnTo>
                <a:lnTo>
                  <a:pt x="4836450" y="3123947"/>
                </a:lnTo>
                <a:lnTo>
                  <a:pt x="4830628" y="3118783"/>
                </a:lnTo>
                <a:close/>
                <a:moveTo>
                  <a:pt x="5750351" y="3106737"/>
                </a:moveTo>
                <a:cubicBezTo>
                  <a:pt x="5754984" y="3113490"/>
                  <a:pt x="5746075" y="3118110"/>
                  <a:pt x="5750351" y="3122730"/>
                </a:cubicBezTo>
                <a:cubicBezTo>
                  <a:pt x="5757122" y="3122730"/>
                  <a:pt x="5766032" y="3122730"/>
                  <a:pt x="5772803" y="3120242"/>
                </a:cubicBezTo>
                <a:cubicBezTo>
                  <a:pt x="5782069" y="3129483"/>
                  <a:pt x="5766032" y="3138368"/>
                  <a:pt x="5770665" y="3145121"/>
                </a:cubicBezTo>
                <a:cubicBezTo>
                  <a:pt x="5759261" y="3140501"/>
                  <a:pt x="5748213" y="3154006"/>
                  <a:pt x="5736809" y="3142633"/>
                </a:cubicBezTo>
                <a:cubicBezTo>
                  <a:pt x="5757122" y="3129483"/>
                  <a:pt x="5730038" y="3120242"/>
                  <a:pt x="5750351" y="3106737"/>
                </a:cubicBezTo>
                <a:close/>
                <a:moveTo>
                  <a:pt x="5484769" y="3106737"/>
                </a:moveTo>
                <a:cubicBezTo>
                  <a:pt x="5494071" y="3116038"/>
                  <a:pt x="5496303" y="3124982"/>
                  <a:pt x="5484769" y="3131779"/>
                </a:cubicBezTo>
                <a:cubicBezTo>
                  <a:pt x="5472863" y="3129633"/>
                  <a:pt x="5475095" y="3113534"/>
                  <a:pt x="5484769" y="3106737"/>
                </a:cubicBezTo>
                <a:close/>
                <a:moveTo>
                  <a:pt x="4924008" y="3097051"/>
                </a:moveTo>
                <a:lnTo>
                  <a:pt x="4910710" y="3097739"/>
                </a:lnTo>
                <a:lnTo>
                  <a:pt x="4902350" y="3103403"/>
                </a:lnTo>
                <a:lnTo>
                  <a:pt x="4902135" y="3105321"/>
                </a:lnTo>
                <a:lnTo>
                  <a:pt x="4912776" y="3102100"/>
                </a:lnTo>
                <a:close/>
                <a:moveTo>
                  <a:pt x="5508494" y="3087687"/>
                </a:moveTo>
                <a:cubicBezTo>
                  <a:pt x="5513080" y="3092524"/>
                  <a:pt x="5508494" y="3096989"/>
                  <a:pt x="5513080" y="3101826"/>
                </a:cubicBezTo>
                <a:cubicBezTo>
                  <a:pt x="5519782" y="3094756"/>
                  <a:pt x="5519782" y="3094756"/>
                  <a:pt x="5519782" y="3094756"/>
                </a:cubicBezTo>
                <a:cubicBezTo>
                  <a:pt x="5526485" y="3111128"/>
                  <a:pt x="5508494" y="3099593"/>
                  <a:pt x="5504260" y="3108895"/>
                </a:cubicBezTo>
                <a:cubicBezTo>
                  <a:pt x="5495088" y="3096989"/>
                  <a:pt x="5495088" y="3096989"/>
                  <a:pt x="5495088" y="3096989"/>
                </a:cubicBezTo>
                <a:cubicBezTo>
                  <a:pt x="5508494" y="3087687"/>
                  <a:pt x="5508494" y="3087687"/>
                  <a:pt x="5508494" y="3087687"/>
                </a:cubicBezTo>
                <a:close/>
                <a:moveTo>
                  <a:pt x="236622" y="3068637"/>
                </a:moveTo>
                <a:cubicBezTo>
                  <a:pt x="239131" y="3091128"/>
                  <a:pt x="261715" y="3100410"/>
                  <a:pt x="257055" y="3125043"/>
                </a:cubicBezTo>
                <a:cubicBezTo>
                  <a:pt x="263866" y="3127185"/>
                  <a:pt x="263866" y="3122901"/>
                  <a:pt x="268526" y="3122901"/>
                </a:cubicBezTo>
                <a:cubicBezTo>
                  <a:pt x="266016" y="3113619"/>
                  <a:pt x="268526" y="3102552"/>
                  <a:pt x="266016" y="3093627"/>
                </a:cubicBezTo>
                <a:cubicBezTo>
                  <a:pt x="277487" y="3093627"/>
                  <a:pt x="297920" y="3109335"/>
                  <a:pt x="306882" y="3086844"/>
                </a:cubicBezTo>
                <a:cubicBezTo>
                  <a:pt x="322654" y="3106836"/>
                  <a:pt x="272827" y="3106836"/>
                  <a:pt x="270676" y="3133968"/>
                </a:cubicBezTo>
                <a:cubicBezTo>
                  <a:pt x="254904" y="3131826"/>
                  <a:pt x="241282" y="3136467"/>
                  <a:pt x="232320" y="3142893"/>
                </a:cubicBezTo>
                <a:cubicBezTo>
                  <a:pt x="225510" y="3131826"/>
                  <a:pt x="216189" y="3122901"/>
                  <a:pt x="211888" y="3111477"/>
                </a:cubicBezTo>
                <a:cubicBezTo>
                  <a:pt x="216189" y="3097911"/>
                  <a:pt x="223000" y="3095769"/>
                  <a:pt x="234471" y="3093627"/>
                </a:cubicBezTo>
                <a:cubicBezTo>
                  <a:pt x="227660" y="3084345"/>
                  <a:pt x="234471" y="3084345"/>
                  <a:pt x="236622" y="3068637"/>
                </a:cubicBezTo>
                <a:close/>
                <a:moveTo>
                  <a:pt x="272159" y="3056008"/>
                </a:moveTo>
                <a:cubicBezTo>
                  <a:pt x="274656" y="3074202"/>
                  <a:pt x="292493" y="3049587"/>
                  <a:pt x="288212" y="3080980"/>
                </a:cubicBezTo>
                <a:cubicBezTo>
                  <a:pt x="270018" y="3076342"/>
                  <a:pt x="270018" y="3076342"/>
                  <a:pt x="270018" y="3076342"/>
                </a:cubicBezTo>
                <a:cubicBezTo>
                  <a:pt x="272159" y="3065283"/>
                  <a:pt x="261100" y="3067424"/>
                  <a:pt x="272159" y="3056008"/>
                </a:cubicBezTo>
                <a:close/>
                <a:moveTo>
                  <a:pt x="4215383" y="3048428"/>
                </a:moveTo>
                <a:cubicBezTo>
                  <a:pt x="4209263" y="3049283"/>
                  <a:pt x="4202648" y="3050858"/>
                  <a:pt x="4196573" y="3051972"/>
                </a:cubicBezTo>
                <a:lnTo>
                  <a:pt x="4192107" y="3052195"/>
                </a:lnTo>
                <a:lnTo>
                  <a:pt x="4192450" y="3054006"/>
                </a:lnTo>
                <a:cubicBezTo>
                  <a:pt x="4193952" y="3055553"/>
                  <a:pt x="4196674" y="3055800"/>
                  <a:pt x="4201265" y="3054090"/>
                </a:cubicBezTo>
                <a:lnTo>
                  <a:pt x="4199927" y="3058818"/>
                </a:lnTo>
                <a:lnTo>
                  <a:pt x="4205123" y="3058689"/>
                </a:lnTo>
                <a:cubicBezTo>
                  <a:pt x="4216193" y="3057518"/>
                  <a:pt x="4228703" y="3055808"/>
                  <a:pt x="4237883" y="3061389"/>
                </a:cubicBezTo>
                <a:cubicBezTo>
                  <a:pt x="4237883" y="3047888"/>
                  <a:pt x="4227623" y="3046718"/>
                  <a:pt x="4215383" y="3048428"/>
                </a:cubicBezTo>
                <a:close/>
                <a:moveTo>
                  <a:pt x="4388844" y="3045528"/>
                </a:moveTo>
                <a:lnTo>
                  <a:pt x="4383325" y="3048068"/>
                </a:lnTo>
                <a:lnTo>
                  <a:pt x="4388506" y="3047689"/>
                </a:lnTo>
                <a:close/>
                <a:moveTo>
                  <a:pt x="4306351" y="3042775"/>
                </a:moveTo>
                <a:lnTo>
                  <a:pt x="4293955" y="3045572"/>
                </a:lnTo>
                <a:lnTo>
                  <a:pt x="4292058" y="3047264"/>
                </a:lnTo>
                <a:lnTo>
                  <a:pt x="4288455" y="3048398"/>
                </a:lnTo>
                <a:lnTo>
                  <a:pt x="4278406" y="3053609"/>
                </a:lnTo>
                <a:cubicBezTo>
                  <a:pt x="4273343" y="3056304"/>
                  <a:pt x="4268663" y="3058599"/>
                  <a:pt x="4265243" y="3059229"/>
                </a:cubicBezTo>
                <a:cubicBezTo>
                  <a:pt x="4281084" y="3068229"/>
                  <a:pt x="4294764" y="3043388"/>
                  <a:pt x="4310604" y="3052748"/>
                </a:cubicBezTo>
                <a:lnTo>
                  <a:pt x="4308468" y="3047738"/>
                </a:lnTo>
                <a:lnTo>
                  <a:pt x="4308197" y="3047610"/>
                </a:lnTo>
                <a:lnTo>
                  <a:pt x="4308331" y="3047416"/>
                </a:lnTo>
                <a:close/>
                <a:moveTo>
                  <a:pt x="5868122" y="3040271"/>
                </a:moveTo>
                <a:cubicBezTo>
                  <a:pt x="5872140" y="3039740"/>
                  <a:pt x="5875638" y="3041211"/>
                  <a:pt x="5877321" y="3045827"/>
                </a:cubicBezTo>
                <a:cubicBezTo>
                  <a:pt x="5870590" y="3056689"/>
                  <a:pt x="5861735" y="3052706"/>
                  <a:pt x="5852879" y="3068275"/>
                </a:cubicBezTo>
                <a:cubicBezTo>
                  <a:pt x="5839329" y="3061486"/>
                  <a:pt x="5856067" y="3041867"/>
                  <a:pt x="5868122" y="3040271"/>
                </a:cubicBezTo>
                <a:close/>
                <a:moveTo>
                  <a:pt x="4407815" y="3036798"/>
                </a:moveTo>
                <a:lnTo>
                  <a:pt x="4405764" y="3037741"/>
                </a:lnTo>
                <a:lnTo>
                  <a:pt x="4408287" y="3038609"/>
                </a:lnTo>
                <a:close/>
                <a:moveTo>
                  <a:pt x="4095727" y="3030787"/>
                </a:moveTo>
                <a:cubicBezTo>
                  <a:pt x="4090642" y="3030517"/>
                  <a:pt x="4083262" y="3032227"/>
                  <a:pt x="4078762" y="3032227"/>
                </a:cubicBezTo>
                <a:lnTo>
                  <a:pt x="4078350" y="3033432"/>
                </a:lnTo>
                <a:lnTo>
                  <a:pt x="4078493" y="3033929"/>
                </a:lnTo>
                <a:lnTo>
                  <a:pt x="4078252" y="3033717"/>
                </a:lnTo>
                <a:lnTo>
                  <a:pt x="4075297" y="3042353"/>
                </a:lnTo>
                <a:cubicBezTo>
                  <a:pt x="4075004" y="3043500"/>
                  <a:pt x="4074431" y="3044659"/>
                  <a:pt x="4072940" y="3046251"/>
                </a:cubicBezTo>
                <a:lnTo>
                  <a:pt x="4071466" y="3047470"/>
                </a:lnTo>
                <a:lnTo>
                  <a:pt x="4070645" y="3052611"/>
                </a:lnTo>
                <a:lnTo>
                  <a:pt x="4067967" y="3052987"/>
                </a:lnTo>
                <a:lnTo>
                  <a:pt x="4075128" y="3053581"/>
                </a:lnTo>
                <a:cubicBezTo>
                  <a:pt x="4083667" y="3048653"/>
                  <a:pt x="4088662" y="3030967"/>
                  <a:pt x="4098922" y="3041228"/>
                </a:cubicBezTo>
                <a:lnTo>
                  <a:pt x="4100954" y="3033265"/>
                </a:lnTo>
                <a:lnTo>
                  <a:pt x="4100871" y="3033087"/>
                </a:lnTo>
                <a:close/>
                <a:moveTo>
                  <a:pt x="4032443" y="3029717"/>
                </a:moveTo>
                <a:lnTo>
                  <a:pt x="4031748" y="3034279"/>
                </a:lnTo>
                <a:lnTo>
                  <a:pt x="4035202" y="3030067"/>
                </a:lnTo>
                <a:close/>
                <a:moveTo>
                  <a:pt x="4335804" y="3027547"/>
                </a:moveTo>
                <a:lnTo>
                  <a:pt x="4335394" y="3028367"/>
                </a:lnTo>
                <a:lnTo>
                  <a:pt x="4336572" y="3028072"/>
                </a:lnTo>
                <a:close/>
                <a:moveTo>
                  <a:pt x="5916912" y="3025775"/>
                </a:moveTo>
                <a:cubicBezTo>
                  <a:pt x="5923355" y="3032760"/>
                  <a:pt x="5900803" y="3048936"/>
                  <a:pt x="5894001" y="3060332"/>
                </a:cubicBezTo>
                <a:cubicBezTo>
                  <a:pt x="5887200" y="3044156"/>
                  <a:pt x="5910110" y="3032760"/>
                  <a:pt x="5916912" y="3025775"/>
                </a:cubicBezTo>
                <a:close/>
                <a:moveTo>
                  <a:pt x="4193693" y="3015486"/>
                </a:moveTo>
                <a:cubicBezTo>
                  <a:pt x="4190003" y="3016926"/>
                  <a:pt x="4186583" y="3019806"/>
                  <a:pt x="4183163" y="3023226"/>
                </a:cubicBezTo>
                <a:lnTo>
                  <a:pt x="4192937" y="3024900"/>
                </a:lnTo>
                <a:lnTo>
                  <a:pt x="4194425" y="3022768"/>
                </a:lnTo>
                <a:lnTo>
                  <a:pt x="4194080" y="3025096"/>
                </a:lnTo>
                <a:lnTo>
                  <a:pt x="4197878" y="3025746"/>
                </a:lnTo>
                <a:cubicBezTo>
                  <a:pt x="4202423" y="3023766"/>
                  <a:pt x="4205843" y="3019806"/>
                  <a:pt x="4205843" y="3016386"/>
                </a:cubicBezTo>
                <a:cubicBezTo>
                  <a:pt x="4201343" y="3014046"/>
                  <a:pt x="4197383" y="3014046"/>
                  <a:pt x="4193693" y="3015486"/>
                </a:cubicBezTo>
                <a:close/>
                <a:moveTo>
                  <a:pt x="4361576" y="3011879"/>
                </a:moveTo>
                <a:lnTo>
                  <a:pt x="4357928" y="3015297"/>
                </a:lnTo>
                <a:lnTo>
                  <a:pt x="4360644" y="3016386"/>
                </a:lnTo>
                <a:close/>
                <a:moveTo>
                  <a:pt x="4072727" y="3011063"/>
                </a:moveTo>
                <a:lnTo>
                  <a:pt x="4071568" y="3011132"/>
                </a:lnTo>
                <a:lnTo>
                  <a:pt x="4071111" y="3011435"/>
                </a:lnTo>
                <a:lnTo>
                  <a:pt x="4072102" y="3011743"/>
                </a:lnTo>
                <a:lnTo>
                  <a:pt x="4074764" y="3020983"/>
                </a:lnTo>
                <a:lnTo>
                  <a:pt x="4083892" y="3019986"/>
                </a:lnTo>
                <a:cubicBezTo>
                  <a:pt x="4087717" y="3019581"/>
                  <a:pt x="4091475" y="3019536"/>
                  <a:pt x="4095131" y="3020875"/>
                </a:cubicBezTo>
                <a:lnTo>
                  <a:pt x="4095170" y="3020909"/>
                </a:lnTo>
                <a:lnTo>
                  <a:pt x="4094913" y="3020360"/>
                </a:lnTo>
                <a:cubicBezTo>
                  <a:pt x="4099439" y="3013542"/>
                  <a:pt x="4104598" y="3015247"/>
                  <a:pt x="4110618" y="3016099"/>
                </a:cubicBezTo>
                <a:lnTo>
                  <a:pt x="4116136" y="3015796"/>
                </a:lnTo>
                <a:lnTo>
                  <a:pt x="4117283" y="3013866"/>
                </a:lnTo>
                <a:lnTo>
                  <a:pt x="4093482" y="3011102"/>
                </a:lnTo>
                <a:lnTo>
                  <a:pt x="4091641" y="3011720"/>
                </a:lnTo>
                <a:cubicBezTo>
                  <a:pt x="4086347" y="3012780"/>
                  <a:pt x="4081203" y="3013198"/>
                  <a:pt x="4076380" y="3012563"/>
                </a:cubicBezTo>
                <a:close/>
                <a:moveTo>
                  <a:pt x="4367008" y="3006788"/>
                </a:moveTo>
                <a:lnTo>
                  <a:pt x="4366487" y="3007276"/>
                </a:lnTo>
                <a:lnTo>
                  <a:pt x="4367461" y="3007031"/>
                </a:lnTo>
                <a:lnTo>
                  <a:pt x="4367450" y="3007008"/>
                </a:lnTo>
                <a:close/>
                <a:moveTo>
                  <a:pt x="4324238" y="3006301"/>
                </a:moveTo>
                <a:lnTo>
                  <a:pt x="4315284" y="3011706"/>
                </a:lnTo>
                <a:cubicBezTo>
                  <a:pt x="4323204" y="3015126"/>
                  <a:pt x="4330584" y="3013416"/>
                  <a:pt x="4337964" y="3012290"/>
                </a:cubicBezTo>
                <a:lnTo>
                  <a:pt x="4338159" y="3012281"/>
                </a:lnTo>
                <a:lnTo>
                  <a:pt x="4324039" y="3006568"/>
                </a:lnTo>
                <a:close/>
                <a:moveTo>
                  <a:pt x="5786830" y="2997200"/>
                </a:moveTo>
                <a:cubicBezTo>
                  <a:pt x="5784681" y="3022270"/>
                  <a:pt x="5764271" y="3042327"/>
                  <a:pt x="5739563" y="3055579"/>
                </a:cubicBezTo>
                <a:cubicBezTo>
                  <a:pt x="5746367" y="3035880"/>
                  <a:pt x="5759616" y="2997200"/>
                  <a:pt x="5786830" y="2997200"/>
                </a:cubicBezTo>
                <a:close/>
                <a:moveTo>
                  <a:pt x="3630322" y="2994339"/>
                </a:moveTo>
                <a:lnTo>
                  <a:pt x="3621390" y="3001287"/>
                </a:lnTo>
                <a:lnTo>
                  <a:pt x="3621348" y="3004042"/>
                </a:lnTo>
                <a:lnTo>
                  <a:pt x="3627725" y="3009088"/>
                </a:lnTo>
                <a:close/>
                <a:moveTo>
                  <a:pt x="4547065" y="2992982"/>
                </a:moveTo>
                <a:lnTo>
                  <a:pt x="4537162" y="2993210"/>
                </a:lnTo>
                <a:lnTo>
                  <a:pt x="4540466" y="3003373"/>
                </a:lnTo>
                <a:lnTo>
                  <a:pt x="4544423" y="3006464"/>
                </a:lnTo>
                <a:lnTo>
                  <a:pt x="4545360" y="3005810"/>
                </a:lnTo>
                <a:cubicBezTo>
                  <a:pt x="4546046" y="3004393"/>
                  <a:pt x="4546586" y="3001985"/>
                  <a:pt x="4547126" y="2998025"/>
                </a:cubicBezTo>
                <a:cubicBezTo>
                  <a:pt x="4548206" y="3000365"/>
                  <a:pt x="4547666" y="3002615"/>
                  <a:pt x="4547711" y="3004865"/>
                </a:cubicBezTo>
                <a:lnTo>
                  <a:pt x="4550589" y="3009673"/>
                </a:lnTo>
                <a:lnTo>
                  <a:pt x="4560583" y="3004408"/>
                </a:lnTo>
                <a:cubicBezTo>
                  <a:pt x="4558243" y="3000988"/>
                  <a:pt x="4554823" y="2999278"/>
                  <a:pt x="4551447" y="2997297"/>
                </a:cubicBezTo>
                <a:close/>
                <a:moveTo>
                  <a:pt x="4603788" y="2992887"/>
                </a:moveTo>
                <a:lnTo>
                  <a:pt x="4603654" y="2993581"/>
                </a:lnTo>
                <a:lnTo>
                  <a:pt x="4605583" y="2993342"/>
                </a:lnTo>
                <a:close/>
                <a:moveTo>
                  <a:pt x="538976" y="2991057"/>
                </a:moveTo>
                <a:cubicBezTo>
                  <a:pt x="525069" y="2995191"/>
                  <a:pt x="517036" y="3010511"/>
                  <a:pt x="505155" y="3020769"/>
                </a:cubicBezTo>
                <a:cubicBezTo>
                  <a:pt x="511996" y="3048126"/>
                  <a:pt x="562041" y="3048126"/>
                  <a:pt x="566361" y="3018610"/>
                </a:cubicBezTo>
                <a:cubicBezTo>
                  <a:pt x="550520" y="3020769"/>
                  <a:pt x="555200" y="3004932"/>
                  <a:pt x="555200" y="2991254"/>
                </a:cubicBezTo>
                <a:cubicBezTo>
                  <a:pt x="548900" y="2989544"/>
                  <a:pt x="543611" y="2989679"/>
                  <a:pt x="538976" y="2991057"/>
                </a:cubicBezTo>
                <a:close/>
                <a:moveTo>
                  <a:pt x="5461339" y="2990762"/>
                </a:moveTo>
                <a:cubicBezTo>
                  <a:pt x="5472503" y="3020256"/>
                  <a:pt x="5433969" y="3006588"/>
                  <a:pt x="5415602" y="3031765"/>
                </a:cubicBezTo>
                <a:cubicBezTo>
                  <a:pt x="5408760" y="3027089"/>
                  <a:pt x="5413442" y="3022773"/>
                  <a:pt x="5408760" y="3018098"/>
                </a:cubicBezTo>
                <a:cubicBezTo>
                  <a:pt x="5404438" y="3022773"/>
                  <a:pt x="5399757" y="3018098"/>
                  <a:pt x="5395075" y="3022773"/>
                </a:cubicBezTo>
                <a:cubicBezTo>
                  <a:pt x="5406599" y="2986087"/>
                  <a:pt x="5440811" y="3009106"/>
                  <a:pt x="5461339" y="2990762"/>
                </a:cubicBezTo>
                <a:close/>
                <a:moveTo>
                  <a:pt x="4622150" y="2990727"/>
                </a:moveTo>
                <a:lnTo>
                  <a:pt x="4622069" y="2991295"/>
                </a:lnTo>
                <a:lnTo>
                  <a:pt x="4622890" y="2991193"/>
                </a:lnTo>
                <a:close/>
                <a:moveTo>
                  <a:pt x="3933222" y="2990008"/>
                </a:moveTo>
                <a:lnTo>
                  <a:pt x="3933123" y="2990039"/>
                </a:lnTo>
                <a:lnTo>
                  <a:pt x="3921218" y="2993671"/>
                </a:lnTo>
                <a:lnTo>
                  <a:pt x="3923123" y="2996117"/>
                </a:lnTo>
                <a:cubicBezTo>
                  <a:pt x="3924490" y="2996731"/>
                  <a:pt x="3925919" y="2996517"/>
                  <a:pt x="3927336" y="2996089"/>
                </a:cubicBezTo>
                <a:lnTo>
                  <a:pt x="3932141" y="2995950"/>
                </a:lnTo>
                <a:lnTo>
                  <a:pt x="3933578" y="2991132"/>
                </a:lnTo>
                <a:close/>
                <a:moveTo>
                  <a:pt x="4691017" y="2986554"/>
                </a:moveTo>
                <a:lnTo>
                  <a:pt x="4673534" y="2992381"/>
                </a:lnTo>
                <a:lnTo>
                  <a:pt x="4672894" y="2992111"/>
                </a:lnTo>
                <a:lnTo>
                  <a:pt x="4668329" y="2994998"/>
                </a:lnTo>
                <a:cubicBezTo>
                  <a:pt x="4665274" y="2996742"/>
                  <a:pt x="4662147" y="2998025"/>
                  <a:pt x="4658727" y="2998025"/>
                </a:cubicBezTo>
                <a:cubicBezTo>
                  <a:pt x="4656567" y="3002705"/>
                  <a:pt x="4665567" y="3004865"/>
                  <a:pt x="4670247" y="3007025"/>
                </a:cubicBezTo>
                <a:lnTo>
                  <a:pt x="4672623" y="3004262"/>
                </a:lnTo>
                <a:lnTo>
                  <a:pt x="4672837" y="3001962"/>
                </a:lnTo>
                <a:lnTo>
                  <a:pt x="4673723" y="3002982"/>
                </a:lnTo>
                <a:lnTo>
                  <a:pt x="4675973" y="3000365"/>
                </a:lnTo>
                <a:cubicBezTo>
                  <a:pt x="4682487" y="2996585"/>
                  <a:pt x="4691127" y="2999285"/>
                  <a:pt x="4699767" y="2989024"/>
                </a:cubicBezTo>
                <a:close/>
                <a:moveTo>
                  <a:pt x="4711900" y="2983694"/>
                </a:moveTo>
                <a:lnTo>
                  <a:pt x="4710927" y="2984344"/>
                </a:lnTo>
                <a:lnTo>
                  <a:pt x="4712850" y="2984539"/>
                </a:lnTo>
                <a:close/>
                <a:moveTo>
                  <a:pt x="4607966" y="2978493"/>
                </a:moveTo>
                <a:lnTo>
                  <a:pt x="4596786" y="2983152"/>
                </a:lnTo>
                <a:lnTo>
                  <a:pt x="4612789" y="2988567"/>
                </a:lnTo>
                <a:lnTo>
                  <a:pt x="4622363" y="2980040"/>
                </a:lnTo>
                <a:close/>
                <a:moveTo>
                  <a:pt x="5805651" y="2971949"/>
                </a:moveTo>
                <a:cubicBezTo>
                  <a:pt x="5807736" y="2972362"/>
                  <a:pt x="5809905" y="2973744"/>
                  <a:pt x="5812230" y="2976509"/>
                </a:cubicBezTo>
                <a:lnTo>
                  <a:pt x="5793985" y="2996843"/>
                </a:lnTo>
                <a:cubicBezTo>
                  <a:pt x="5787188" y="2992205"/>
                  <a:pt x="5791839" y="2987924"/>
                  <a:pt x="5787188" y="2983287"/>
                </a:cubicBezTo>
                <a:cubicBezTo>
                  <a:pt x="5793896" y="2978203"/>
                  <a:pt x="5799396" y="2970712"/>
                  <a:pt x="5805651" y="2971949"/>
                </a:cubicBezTo>
                <a:close/>
                <a:moveTo>
                  <a:pt x="4783185" y="2971087"/>
                </a:moveTo>
                <a:lnTo>
                  <a:pt x="4765025" y="2971576"/>
                </a:lnTo>
                <a:lnTo>
                  <a:pt x="4762734" y="2971131"/>
                </a:lnTo>
                <a:lnTo>
                  <a:pt x="4756512" y="2978713"/>
                </a:lnTo>
                <a:cubicBezTo>
                  <a:pt x="4753047" y="2981283"/>
                  <a:pt x="4749087" y="2982723"/>
                  <a:pt x="4745127" y="2982183"/>
                </a:cubicBezTo>
                <a:cubicBezTo>
                  <a:pt x="4750257" y="2994064"/>
                  <a:pt x="4763082" y="2981644"/>
                  <a:pt x="4774945" y="2976665"/>
                </a:cubicBezTo>
                <a:lnTo>
                  <a:pt x="4778028" y="2976302"/>
                </a:lnTo>
                <a:lnTo>
                  <a:pt x="4783666" y="2971773"/>
                </a:lnTo>
                <a:close/>
                <a:moveTo>
                  <a:pt x="4743012" y="2969355"/>
                </a:moveTo>
                <a:lnTo>
                  <a:pt x="4737297" y="2970496"/>
                </a:lnTo>
                <a:lnTo>
                  <a:pt x="4735607" y="2975775"/>
                </a:lnTo>
                <a:cubicBezTo>
                  <a:pt x="4732636" y="2978768"/>
                  <a:pt x="4727686" y="2978655"/>
                  <a:pt x="4724715" y="2982728"/>
                </a:cubicBezTo>
                <a:lnTo>
                  <a:pt x="4723999" y="2985668"/>
                </a:lnTo>
                <a:lnTo>
                  <a:pt x="4724697" y="2985739"/>
                </a:lnTo>
                <a:cubicBezTo>
                  <a:pt x="4729287" y="2984884"/>
                  <a:pt x="4732707" y="2984344"/>
                  <a:pt x="4731447" y="2989024"/>
                </a:cubicBezTo>
                <a:cubicBezTo>
                  <a:pt x="4735947" y="2987764"/>
                  <a:pt x="4740537" y="2984344"/>
                  <a:pt x="4743687" y="2980383"/>
                </a:cubicBezTo>
                <a:lnTo>
                  <a:pt x="4746729" y="2970342"/>
                </a:lnTo>
                <a:close/>
                <a:moveTo>
                  <a:pt x="6013275" y="2966567"/>
                </a:moveTo>
                <a:cubicBezTo>
                  <a:pt x="6017393" y="2966436"/>
                  <a:pt x="6021157" y="2967549"/>
                  <a:pt x="6023371" y="2970365"/>
                </a:cubicBezTo>
                <a:cubicBezTo>
                  <a:pt x="6016995" y="2986355"/>
                  <a:pt x="6005659" y="2970365"/>
                  <a:pt x="5998929" y="2988898"/>
                </a:cubicBezTo>
                <a:cubicBezTo>
                  <a:pt x="5985379" y="2978542"/>
                  <a:pt x="6000921" y="2966958"/>
                  <a:pt x="6013275" y="2966567"/>
                </a:cubicBezTo>
                <a:close/>
                <a:moveTo>
                  <a:pt x="4686087" y="2959502"/>
                </a:moveTo>
                <a:cubicBezTo>
                  <a:pt x="4679247" y="2960582"/>
                  <a:pt x="4676367" y="2963372"/>
                  <a:pt x="4674342" y="2967332"/>
                </a:cubicBezTo>
                <a:lnTo>
                  <a:pt x="4672135" y="2972286"/>
                </a:lnTo>
                <a:lnTo>
                  <a:pt x="4691039" y="2970486"/>
                </a:lnTo>
                <a:lnTo>
                  <a:pt x="4691951" y="2970023"/>
                </a:lnTo>
                <a:lnTo>
                  <a:pt x="4689057" y="2966612"/>
                </a:lnTo>
                <a:cubicBezTo>
                  <a:pt x="4686537" y="2964632"/>
                  <a:pt x="4683747" y="2962922"/>
                  <a:pt x="4686087" y="2959502"/>
                </a:cubicBezTo>
                <a:close/>
                <a:moveTo>
                  <a:pt x="5443824" y="2959100"/>
                </a:moveTo>
                <a:cubicBezTo>
                  <a:pt x="5450737" y="2959100"/>
                  <a:pt x="5457649" y="2963454"/>
                  <a:pt x="5464561" y="2970348"/>
                </a:cubicBezTo>
                <a:cubicBezTo>
                  <a:pt x="5455466" y="2977243"/>
                  <a:pt x="5446007" y="2984137"/>
                  <a:pt x="5439095" y="2981960"/>
                </a:cubicBezTo>
                <a:cubicBezTo>
                  <a:pt x="5430000" y="2972888"/>
                  <a:pt x="5448554" y="2968171"/>
                  <a:pt x="5443824" y="2959100"/>
                </a:cubicBezTo>
                <a:close/>
                <a:moveTo>
                  <a:pt x="5499752" y="2943378"/>
                </a:moveTo>
                <a:cubicBezTo>
                  <a:pt x="5492902" y="2943378"/>
                  <a:pt x="5467664" y="2954849"/>
                  <a:pt x="5481725" y="2966320"/>
                </a:cubicBezTo>
                <a:cubicBezTo>
                  <a:pt x="5486051" y="2959509"/>
                  <a:pt x="5506602" y="2952698"/>
                  <a:pt x="5499752" y="2943378"/>
                </a:cubicBezTo>
                <a:close/>
                <a:moveTo>
                  <a:pt x="5832167" y="2936875"/>
                </a:moveTo>
                <a:cubicBezTo>
                  <a:pt x="5850325" y="2945824"/>
                  <a:pt x="5820546" y="2961574"/>
                  <a:pt x="5815825" y="2973029"/>
                </a:cubicBezTo>
                <a:cubicBezTo>
                  <a:pt x="5795125" y="2966228"/>
                  <a:pt x="5820546" y="2936875"/>
                  <a:pt x="5832167" y="2936875"/>
                </a:cubicBezTo>
                <a:close/>
                <a:moveTo>
                  <a:pt x="4636269" y="2936119"/>
                </a:moveTo>
                <a:lnTo>
                  <a:pt x="4632906" y="2944780"/>
                </a:lnTo>
                <a:cubicBezTo>
                  <a:pt x="4630071" y="2947615"/>
                  <a:pt x="4626650" y="2949865"/>
                  <a:pt x="4624310" y="2954365"/>
                </a:cubicBezTo>
                <a:cubicBezTo>
                  <a:pt x="4620889" y="2953285"/>
                  <a:pt x="4620350" y="2945365"/>
                  <a:pt x="4621790" y="2938255"/>
                </a:cubicBezTo>
                <a:lnTo>
                  <a:pt x="4622524" y="2936362"/>
                </a:lnTo>
                <a:lnTo>
                  <a:pt x="4619846" y="2936820"/>
                </a:lnTo>
                <a:cubicBezTo>
                  <a:pt x="4613006" y="2943301"/>
                  <a:pt x="4631366" y="2963822"/>
                  <a:pt x="4613006" y="2954822"/>
                </a:cubicBezTo>
                <a:cubicBezTo>
                  <a:pt x="4610846" y="2956982"/>
                  <a:pt x="4610846" y="2959502"/>
                  <a:pt x="4613006" y="2961662"/>
                </a:cubicBezTo>
                <a:cubicBezTo>
                  <a:pt x="4613006" y="2961662"/>
                  <a:pt x="4613006" y="2961662"/>
                  <a:pt x="4608686" y="2968502"/>
                </a:cubicBezTo>
                <a:cubicBezTo>
                  <a:pt x="4613006" y="2966342"/>
                  <a:pt x="4619846" y="2968502"/>
                  <a:pt x="4624526" y="2970663"/>
                </a:cubicBezTo>
                <a:cubicBezTo>
                  <a:pt x="4631366" y="2959502"/>
                  <a:pt x="4631366" y="2950141"/>
                  <a:pt x="4640367" y="2936820"/>
                </a:cubicBezTo>
                <a:close/>
                <a:moveTo>
                  <a:pt x="252025" y="2928937"/>
                </a:moveTo>
                <a:cubicBezTo>
                  <a:pt x="275028" y="2931085"/>
                  <a:pt x="243039" y="2948983"/>
                  <a:pt x="258854" y="2958290"/>
                </a:cubicBezTo>
                <a:cubicBezTo>
                  <a:pt x="249868" y="2965092"/>
                  <a:pt x="243039" y="2940034"/>
                  <a:pt x="227224" y="2955785"/>
                </a:cubicBezTo>
                <a:cubicBezTo>
                  <a:pt x="218238" y="2937886"/>
                  <a:pt x="247711" y="2942182"/>
                  <a:pt x="252025" y="2928937"/>
                </a:cubicBezTo>
                <a:close/>
                <a:moveTo>
                  <a:pt x="5626997" y="2925762"/>
                </a:moveTo>
                <a:cubicBezTo>
                  <a:pt x="5631258" y="2930486"/>
                  <a:pt x="5631258" y="2939571"/>
                  <a:pt x="5624866" y="2934847"/>
                </a:cubicBezTo>
                <a:cubicBezTo>
                  <a:pt x="5620250" y="2939571"/>
                  <a:pt x="5629127" y="2943932"/>
                  <a:pt x="5631258" y="2948657"/>
                </a:cubicBezTo>
                <a:cubicBezTo>
                  <a:pt x="5626997" y="2950837"/>
                  <a:pt x="5622380" y="2950837"/>
                  <a:pt x="5618119" y="2955561"/>
                </a:cubicBezTo>
                <a:cubicBezTo>
                  <a:pt x="5604625" y="2946476"/>
                  <a:pt x="5618119" y="2925762"/>
                  <a:pt x="5626997" y="2925762"/>
                </a:cubicBezTo>
                <a:close/>
                <a:moveTo>
                  <a:pt x="5569016" y="2913062"/>
                </a:moveTo>
                <a:cubicBezTo>
                  <a:pt x="5591567" y="2915566"/>
                  <a:pt x="5571163" y="2933453"/>
                  <a:pt x="5557561" y="2938104"/>
                </a:cubicBezTo>
                <a:cubicBezTo>
                  <a:pt x="5555413" y="2926656"/>
                  <a:pt x="5575817" y="2917712"/>
                  <a:pt x="5569016" y="2913062"/>
                </a:cubicBezTo>
                <a:close/>
                <a:moveTo>
                  <a:pt x="4963533" y="2909563"/>
                </a:moveTo>
                <a:lnTo>
                  <a:pt x="4956803" y="2913035"/>
                </a:lnTo>
                <a:lnTo>
                  <a:pt x="4961344" y="2914170"/>
                </a:lnTo>
                <a:close/>
                <a:moveTo>
                  <a:pt x="5951087" y="2906294"/>
                </a:moveTo>
                <a:cubicBezTo>
                  <a:pt x="5960059" y="2901950"/>
                  <a:pt x="5969391" y="2929466"/>
                  <a:pt x="5955752" y="2942863"/>
                </a:cubicBezTo>
                <a:cubicBezTo>
                  <a:pt x="5928475" y="2936346"/>
                  <a:pt x="5966879" y="2915708"/>
                  <a:pt x="5951087" y="2906294"/>
                </a:cubicBezTo>
                <a:close/>
                <a:moveTo>
                  <a:pt x="5529315" y="2889250"/>
                </a:moveTo>
                <a:cubicBezTo>
                  <a:pt x="5536165" y="2918644"/>
                  <a:pt x="5504439" y="2913984"/>
                  <a:pt x="5495065" y="2934416"/>
                </a:cubicBezTo>
                <a:cubicBezTo>
                  <a:pt x="5515615" y="2952698"/>
                  <a:pt x="5531478" y="2902871"/>
                  <a:pt x="5556716" y="2889250"/>
                </a:cubicBezTo>
                <a:cubicBezTo>
                  <a:pt x="5558879" y="2893551"/>
                  <a:pt x="5561402" y="2905022"/>
                  <a:pt x="5554552" y="2900362"/>
                </a:cubicBezTo>
                <a:cubicBezTo>
                  <a:pt x="5554552" y="2907173"/>
                  <a:pt x="5561402" y="2905022"/>
                  <a:pt x="5558879" y="2916493"/>
                </a:cubicBezTo>
                <a:cubicBezTo>
                  <a:pt x="5518139" y="2945887"/>
                  <a:pt x="5518139" y="2979583"/>
                  <a:pt x="5472351" y="2988903"/>
                </a:cubicBezTo>
                <a:cubicBezTo>
                  <a:pt x="5465501" y="2982092"/>
                  <a:pt x="5481725" y="2961660"/>
                  <a:pt x="5463338" y="2963811"/>
                </a:cubicBezTo>
                <a:cubicBezTo>
                  <a:pt x="5483888" y="2934416"/>
                  <a:pt x="5499752" y="2907173"/>
                  <a:pt x="5529315" y="2889250"/>
                </a:cubicBezTo>
                <a:close/>
                <a:moveTo>
                  <a:pt x="5027369" y="2856895"/>
                </a:moveTo>
                <a:cubicBezTo>
                  <a:pt x="5027369" y="2856895"/>
                  <a:pt x="5027369" y="2856895"/>
                  <a:pt x="5026514" y="2858920"/>
                </a:cubicBezTo>
                <a:lnTo>
                  <a:pt x="5024078" y="2864691"/>
                </a:lnTo>
                <a:lnTo>
                  <a:pt x="5024153" y="2865133"/>
                </a:lnTo>
                <a:lnTo>
                  <a:pt x="5025260" y="2871928"/>
                </a:lnTo>
                <a:lnTo>
                  <a:pt x="5031284" y="2870441"/>
                </a:lnTo>
                <a:cubicBezTo>
                  <a:pt x="5034659" y="2869046"/>
                  <a:pt x="5037449" y="2866255"/>
                  <a:pt x="5038529" y="2859415"/>
                </a:cubicBezTo>
                <a:cubicBezTo>
                  <a:pt x="5038529" y="2859415"/>
                  <a:pt x="5038529" y="2859415"/>
                  <a:pt x="5027369" y="2856895"/>
                </a:cubicBezTo>
                <a:close/>
                <a:moveTo>
                  <a:pt x="5886913" y="2855912"/>
                </a:moveTo>
                <a:cubicBezTo>
                  <a:pt x="5896362" y="2880969"/>
                  <a:pt x="5870923" y="2896720"/>
                  <a:pt x="5850209" y="2928579"/>
                </a:cubicBezTo>
                <a:cubicBezTo>
                  <a:pt x="5841124" y="2923925"/>
                  <a:pt x="5845848" y="2917124"/>
                  <a:pt x="5836400" y="2912470"/>
                </a:cubicBezTo>
                <a:cubicBezTo>
                  <a:pt x="5861838" y="2892066"/>
                  <a:pt x="5873104" y="2865219"/>
                  <a:pt x="5886913" y="2855912"/>
                </a:cubicBezTo>
                <a:close/>
                <a:moveTo>
                  <a:pt x="6090037" y="2844800"/>
                </a:moveTo>
                <a:cubicBezTo>
                  <a:pt x="6090037" y="2865315"/>
                  <a:pt x="6080952" y="2878632"/>
                  <a:pt x="6071503" y="2890150"/>
                </a:cubicBezTo>
                <a:cubicBezTo>
                  <a:pt x="6059874" y="2903826"/>
                  <a:pt x="6048609" y="2915344"/>
                  <a:pt x="6043884" y="2933340"/>
                </a:cubicBezTo>
                <a:cubicBezTo>
                  <a:pt x="6030075" y="2924342"/>
                  <a:pt x="6030075" y="2924342"/>
                  <a:pt x="6030075" y="2924342"/>
                </a:cubicBezTo>
                <a:cubicBezTo>
                  <a:pt x="6064598" y="2896988"/>
                  <a:pt x="6057694" y="2862796"/>
                  <a:pt x="6090037" y="2844800"/>
                </a:cubicBezTo>
                <a:close/>
                <a:moveTo>
                  <a:pt x="4907326" y="2837622"/>
                </a:moveTo>
                <a:cubicBezTo>
                  <a:pt x="4905497" y="2837161"/>
                  <a:pt x="4903236" y="2837948"/>
                  <a:pt x="4900963" y="2839524"/>
                </a:cubicBezTo>
                <a:lnTo>
                  <a:pt x="4892787" y="2851488"/>
                </a:lnTo>
                <a:lnTo>
                  <a:pt x="4910108" y="2841756"/>
                </a:lnTo>
                <a:close/>
                <a:moveTo>
                  <a:pt x="5011169" y="2834213"/>
                </a:moveTo>
                <a:lnTo>
                  <a:pt x="5008857" y="2834951"/>
                </a:lnTo>
                <a:lnTo>
                  <a:pt x="5006753" y="2840377"/>
                </a:lnTo>
                <a:lnTo>
                  <a:pt x="5011494" y="2834925"/>
                </a:lnTo>
                <a:close/>
                <a:moveTo>
                  <a:pt x="5045369" y="2829533"/>
                </a:moveTo>
                <a:cubicBezTo>
                  <a:pt x="5043209" y="2836733"/>
                  <a:pt x="5038529" y="2836733"/>
                  <a:pt x="5036369" y="2841054"/>
                </a:cubicBezTo>
                <a:cubicBezTo>
                  <a:pt x="5040689" y="2847894"/>
                  <a:pt x="5038529" y="2856895"/>
                  <a:pt x="5045369" y="2861575"/>
                </a:cubicBezTo>
                <a:cubicBezTo>
                  <a:pt x="5049869" y="2854735"/>
                  <a:pt x="5056709" y="2851855"/>
                  <a:pt x="5063280" y="2848434"/>
                </a:cubicBezTo>
                <a:lnTo>
                  <a:pt x="5067179" y="2845884"/>
                </a:lnTo>
                <a:lnTo>
                  <a:pt x="5060844" y="2837060"/>
                </a:lnTo>
                <a:lnTo>
                  <a:pt x="5060472" y="2836427"/>
                </a:lnTo>
                <a:lnTo>
                  <a:pt x="5052209" y="2845734"/>
                </a:lnTo>
                <a:cubicBezTo>
                  <a:pt x="5050049" y="2841054"/>
                  <a:pt x="5056889" y="2829533"/>
                  <a:pt x="5045369" y="2829533"/>
                </a:cubicBezTo>
                <a:close/>
                <a:moveTo>
                  <a:pt x="4822528" y="2829533"/>
                </a:moveTo>
                <a:cubicBezTo>
                  <a:pt x="4822528" y="2829533"/>
                  <a:pt x="4822528" y="2829533"/>
                  <a:pt x="4813528" y="2843214"/>
                </a:cubicBezTo>
                <a:cubicBezTo>
                  <a:pt x="4818028" y="2845554"/>
                  <a:pt x="4821988" y="2845554"/>
                  <a:pt x="4825093" y="2843574"/>
                </a:cubicBezTo>
                <a:lnTo>
                  <a:pt x="4827313" y="2839600"/>
                </a:lnTo>
                <a:lnTo>
                  <a:pt x="4824325" y="2834394"/>
                </a:lnTo>
                <a:lnTo>
                  <a:pt x="4822687" y="2829577"/>
                </a:lnTo>
                <a:close/>
                <a:moveTo>
                  <a:pt x="5698288" y="2828925"/>
                </a:moveTo>
                <a:cubicBezTo>
                  <a:pt x="5705018" y="2828925"/>
                  <a:pt x="5740796" y="2854412"/>
                  <a:pt x="5725210" y="2868248"/>
                </a:cubicBezTo>
                <a:cubicBezTo>
                  <a:pt x="5713874" y="2854412"/>
                  <a:pt x="5707144" y="2840576"/>
                  <a:pt x="5698288" y="2828925"/>
                </a:cubicBezTo>
                <a:close/>
                <a:moveTo>
                  <a:pt x="5051945" y="2821928"/>
                </a:moveTo>
                <a:lnTo>
                  <a:pt x="5051669" y="2822288"/>
                </a:lnTo>
                <a:cubicBezTo>
                  <a:pt x="5048249" y="2825123"/>
                  <a:pt x="5044289" y="2827373"/>
                  <a:pt x="5050049" y="2827373"/>
                </a:cubicBezTo>
                <a:lnTo>
                  <a:pt x="5053874" y="2825208"/>
                </a:lnTo>
                <a:close/>
                <a:moveTo>
                  <a:pt x="5027369" y="2818372"/>
                </a:moveTo>
                <a:lnTo>
                  <a:pt x="5016394" y="2820268"/>
                </a:lnTo>
                <a:lnTo>
                  <a:pt x="5013565" y="2822805"/>
                </a:lnTo>
                <a:lnTo>
                  <a:pt x="5010575" y="2830519"/>
                </a:lnTo>
                <a:lnTo>
                  <a:pt x="5013314" y="2832832"/>
                </a:lnTo>
                <a:lnTo>
                  <a:pt x="5013951" y="2832100"/>
                </a:lnTo>
                <a:lnTo>
                  <a:pt x="5014416" y="2833762"/>
                </a:lnTo>
                <a:lnTo>
                  <a:pt x="5016389" y="2835428"/>
                </a:lnTo>
                <a:cubicBezTo>
                  <a:pt x="5019809" y="2837723"/>
                  <a:pt x="5022689" y="2839974"/>
                  <a:pt x="5022689" y="2843214"/>
                </a:cubicBezTo>
                <a:cubicBezTo>
                  <a:pt x="5031689" y="2843214"/>
                  <a:pt x="5022689" y="2827373"/>
                  <a:pt x="5027369" y="2818372"/>
                </a:cubicBezTo>
                <a:close/>
                <a:moveTo>
                  <a:pt x="6101820" y="2814889"/>
                </a:moveTo>
                <a:cubicBezTo>
                  <a:pt x="6104799" y="2814307"/>
                  <a:pt x="6108332" y="2815314"/>
                  <a:pt x="6112267" y="2818715"/>
                </a:cubicBezTo>
                <a:cubicBezTo>
                  <a:pt x="6107617" y="2829812"/>
                  <a:pt x="6100819" y="2836971"/>
                  <a:pt x="6094022" y="2841267"/>
                </a:cubicBezTo>
                <a:cubicBezTo>
                  <a:pt x="6088924" y="2832676"/>
                  <a:pt x="6092882" y="2816634"/>
                  <a:pt x="6101820" y="2814889"/>
                </a:cubicBezTo>
                <a:close/>
                <a:moveTo>
                  <a:pt x="5026984" y="2810769"/>
                </a:moveTo>
                <a:lnTo>
                  <a:pt x="5026115" y="2811549"/>
                </a:lnTo>
                <a:lnTo>
                  <a:pt x="5027369" y="2811532"/>
                </a:lnTo>
                <a:close/>
                <a:moveTo>
                  <a:pt x="5073081" y="2809378"/>
                </a:moveTo>
                <a:cubicBezTo>
                  <a:pt x="5070929" y="2811528"/>
                  <a:pt x="5070929" y="2815828"/>
                  <a:pt x="5068419" y="2815828"/>
                </a:cubicBezTo>
                <a:lnTo>
                  <a:pt x="5068875" y="2816738"/>
                </a:lnTo>
                <a:lnTo>
                  <a:pt x="5079066" y="2814350"/>
                </a:lnTo>
                <a:close/>
                <a:moveTo>
                  <a:pt x="5104636" y="2806870"/>
                </a:moveTo>
                <a:cubicBezTo>
                  <a:pt x="5104636" y="2811528"/>
                  <a:pt x="5104636" y="2818337"/>
                  <a:pt x="5107146" y="2825145"/>
                </a:cubicBezTo>
                <a:cubicBezTo>
                  <a:pt x="5098540" y="2803108"/>
                  <a:pt x="5091346" y="2817956"/>
                  <a:pt x="5082538" y="2817234"/>
                </a:cubicBezTo>
                <a:lnTo>
                  <a:pt x="5081692" y="2816531"/>
                </a:lnTo>
                <a:lnTo>
                  <a:pt x="5077522" y="2818749"/>
                </a:lnTo>
                <a:lnTo>
                  <a:pt x="5072346" y="2823658"/>
                </a:lnTo>
                <a:lnTo>
                  <a:pt x="5073053" y="2825067"/>
                </a:lnTo>
                <a:cubicBezTo>
                  <a:pt x="5073221" y="2830733"/>
                  <a:pt x="5069153" y="2835727"/>
                  <a:pt x="5070487" y="2841931"/>
                </a:cubicBezTo>
                <a:lnTo>
                  <a:pt x="5071342" y="2843163"/>
                </a:lnTo>
                <a:lnTo>
                  <a:pt x="5072606" y="2842336"/>
                </a:lnTo>
                <a:cubicBezTo>
                  <a:pt x="5075430" y="2839794"/>
                  <a:pt x="5077860" y="2836554"/>
                  <a:pt x="5079570" y="2832053"/>
                </a:cubicBezTo>
                <a:cubicBezTo>
                  <a:pt x="5093250" y="2829533"/>
                  <a:pt x="5093250" y="2838894"/>
                  <a:pt x="5102250" y="2838894"/>
                </a:cubicBezTo>
                <a:cubicBezTo>
                  <a:pt x="5107380" y="2833763"/>
                  <a:pt x="5110935" y="2828341"/>
                  <a:pt x="5113916" y="2823092"/>
                </a:cubicBezTo>
                <a:lnTo>
                  <a:pt x="5115415" y="2820404"/>
                </a:lnTo>
                <a:lnTo>
                  <a:pt x="5108625" y="2819591"/>
                </a:lnTo>
                <a:cubicBezTo>
                  <a:pt x="5108043" y="2816456"/>
                  <a:pt x="5108043" y="2811349"/>
                  <a:pt x="5104636" y="2806870"/>
                </a:cubicBezTo>
                <a:close/>
                <a:moveTo>
                  <a:pt x="5922755" y="2806700"/>
                </a:moveTo>
                <a:cubicBezTo>
                  <a:pt x="5940821" y="2813618"/>
                  <a:pt x="5911774" y="2832187"/>
                  <a:pt x="5907169" y="2846023"/>
                </a:cubicBezTo>
                <a:cubicBezTo>
                  <a:pt x="5898313" y="2832187"/>
                  <a:pt x="5911774" y="2829638"/>
                  <a:pt x="5922755" y="2806700"/>
                </a:cubicBezTo>
                <a:close/>
                <a:moveTo>
                  <a:pt x="5090882" y="2782623"/>
                </a:moveTo>
                <a:lnTo>
                  <a:pt x="5089062" y="2784132"/>
                </a:lnTo>
                <a:lnTo>
                  <a:pt x="5091368" y="2793253"/>
                </a:lnTo>
                <a:lnTo>
                  <a:pt x="5099372" y="2788369"/>
                </a:lnTo>
                <a:lnTo>
                  <a:pt x="5094915" y="2785025"/>
                </a:lnTo>
                <a:cubicBezTo>
                  <a:pt x="5093497" y="2783742"/>
                  <a:pt x="5092226" y="2782673"/>
                  <a:pt x="5090882" y="2782623"/>
                </a:cubicBezTo>
                <a:close/>
                <a:moveTo>
                  <a:pt x="4145654" y="2779378"/>
                </a:moveTo>
                <a:cubicBezTo>
                  <a:pt x="4143323" y="2780627"/>
                  <a:pt x="4141082" y="2783483"/>
                  <a:pt x="4139110" y="2787143"/>
                </a:cubicBezTo>
                <a:lnTo>
                  <a:pt x="4138936" y="2787586"/>
                </a:lnTo>
                <a:lnTo>
                  <a:pt x="4144643" y="2791010"/>
                </a:lnTo>
                <a:lnTo>
                  <a:pt x="4145968" y="2779784"/>
                </a:lnTo>
                <a:close/>
                <a:moveTo>
                  <a:pt x="4147508" y="2762344"/>
                </a:moveTo>
                <a:lnTo>
                  <a:pt x="4144282" y="2763601"/>
                </a:lnTo>
                <a:lnTo>
                  <a:pt x="4134878" y="2769094"/>
                </a:lnTo>
                <a:lnTo>
                  <a:pt x="4134345" y="2769913"/>
                </a:lnTo>
                <a:lnTo>
                  <a:pt x="4143502" y="2772952"/>
                </a:lnTo>
                <a:cubicBezTo>
                  <a:pt x="4147985" y="2775094"/>
                  <a:pt x="4148523" y="2768846"/>
                  <a:pt x="4149060" y="2762911"/>
                </a:cubicBezTo>
                <a:lnTo>
                  <a:pt x="4149124" y="2762539"/>
                </a:lnTo>
                <a:close/>
                <a:moveTo>
                  <a:pt x="6156896" y="2749550"/>
                </a:moveTo>
                <a:cubicBezTo>
                  <a:pt x="6168381" y="2761191"/>
                  <a:pt x="6170535" y="2754279"/>
                  <a:pt x="6177354" y="2765921"/>
                </a:cubicBezTo>
                <a:cubicBezTo>
                  <a:pt x="6166228" y="2781928"/>
                  <a:pt x="6150077" y="2772833"/>
                  <a:pt x="6138950" y="2784111"/>
                </a:cubicBezTo>
                <a:cubicBezTo>
                  <a:pt x="6136438" y="2781928"/>
                  <a:pt x="6143257" y="2756462"/>
                  <a:pt x="6156896" y="2749550"/>
                </a:cubicBezTo>
                <a:close/>
                <a:moveTo>
                  <a:pt x="4302588" y="2745985"/>
                </a:moveTo>
                <a:cubicBezTo>
                  <a:pt x="4300558" y="2746817"/>
                  <a:pt x="4299062" y="2748888"/>
                  <a:pt x="4297779" y="2751588"/>
                </a:cubicBezTo>
                <a:lnTo>
                  <a:pt x="4290880" y="2768533"/>
                </a:lnTo>
                <a:lnTo>
                  <a:pt x="4305181" y="2773097"/>
                </a:lnTo>
                <a:lnTo>
                  <a:pt x="4301418" y="2775776"/>
                </a:lnTo>
                <a:lnTo>
                  <a:pt x="4303494" y="2776744"/>
                </a:lnTo>
                <a:cubicBezTo>
                  <a:pt x="4307814" y="2777329"/>
                  <a:pt x="4311864" y="2776249"/>
                  <a:pt x="4315284" y="2773009"/>
                </a:cubicBezTo>
                <a:cubicBezTo>
                  <a:pt x="4299084" y="2770489"/>
                  <a:pt x="4303764" y="2759328"/>
                  <a:pt x="4310604" y="2747807"/>
                </a:cubicBezTo>
                <a:cubicBezTo>
                  <a:pt x="4307184" y="2745557"/>
                  <a:pt x="4304619" y="2745152"/>
                  <a:pt x="4302588" y="2745985"/>
                </a:cubicBezTo>
                <a:close/>
                <a:moveTo>
                  <a:pt x="5120174" y="2743881"/>
                </a:moveTo>
                <a:lnTo>
                  <a:pt x="5120610" y="2747807"/>
                </a:lnTo>
                <a:lnTo>
                  <a:pt x="5125554" y="2745782"/>
                </a:lnTo>
                <a:close/>
                <a:moveTo>
                  <a:pt x="5152290" y="2738807"/>
                </a:moveTo>
                <a:cubicBezTo>
                  <a:pt x="5149050" y="2759328"/>
                  <a:pt x="5122523" y="2755346"/>
                  <a:pt x="5116144" y="2763615"/>
                </a:cubicBezTo>
                <a:lnTo>
                  <a:pt x="5118040" y="2776978"/>
                </a:lnTo>
                <a:lnTo>
                  <a:pt x="5131888" y="2768528"/>
                </a:lnTo>
                <a:lnTo>
                  <a:pt x="5168406" y="2744200"/>
                </a:lnTo>
                <a:lnTo>
                  <a:pt x="5164542" y="2746047"/>
                </a:lnTo>
                <a:cubicBezTo>
                  <a:pt x="5160458" y="2745557"/>
                  <a:pt x="5160931" y="2736917"/>
                  <a:pt x="5152290" y="2738807"/>
                </a:cubicBezTo>
                <a:close/>
                <a:moveTo>
                  <a:pt x="5178063" y="2724707"/>
                </a:moveTo>
                <a:lnTo>
                  <a:pt x="5169869" y="2729479"/>
                </a:lnTo>
                <a:lnTo>
                  <a:pt x="5166045" y="2731324"/>
                </a:lnTo>
                <a:lnTo>
                  <a:pt x="5170520" y="2742792"/>
                </a:lnTo>
                <a:lnTo>
                  <a:pt x="5172766" y="2741295"/>
                </a:lnTo>
                <a:lnTo>
                  <a:pt x="5177307" y="2736081"/>
                </a:lnTo>
                <a:lnTo>
                  <a:pt x="5176904" y="2736482"/>
                </a:lnTo>
                <a:close/>
                <a:moveTo>
                  <a:pt x="4438045" y="2720445"/>
                </a:moveTo>
                <a:cubicBezTo>
                  <a:pt x="4433365" y="2734126"/>
                  <a:pt x="4419685" y="2731966"/>
                  <a:pt x="4422205" y="2745647"/>
                </a:cubicBezTo>
                <a:lnTo>
                  <a:pt x="4424640" y="2744875"/>
                </a:lnTo>
                <a:lnTo>
                  <a:pt x="4424776" y="2743195"/>
                </a:lnTo>
                <a:lnTo>
                  <a:pt x="4430124" y="2743134"/>
                </a:lnTo>
                <a:lnTo>
                  <a:pt x="4436245" y="2741192"/>
                </a:lnTo>
                <a:lnTo>
                  <a:pt x="4442387" y="2732055"/>
                </a:lnTo>
                <a:lnTo>
                  <a:pt x="4442510" y="2727325"/>
                </a:lnTo>
                <a:lnTo>
                  <a:pt x="4445567" y="2727325"/>
                </a:lnTo>
                <a:lnTo>
                  <a:pt x="4447045" y="2725126"/>
                </a:lnTo>
                <a:cubicBezTo>
                  <a:pt x="4447045" y="2725126"/>
                  <a:pt x="4447045" y="2725126"/>
                  <a:pt x="4438045" y="2720445"/>
                </a:cubicBezTo>
                <a:close/>
                <a:moveTo>
                  <a:pt x="4456045" y="2715765"/>
                </a:moveTo>
                <a:cubicBezTo>
                  <a:pt x="4457755" y="2719816"/>
                  <a:pt x="4458183" y="2722426"/>
                  <a:pt x="4457862" y="2724237"/>
                </a:cubicBezTo>
                <a:lnTo>
                  <a:pt x="4455619" y="2727325"/>
                </a:lnTo>
                <a:lnTo>
                  <a:pt x="4456148" y="2727325"/>
                </a:lnTo>
                <a:cubicBezTo>
                  <a:pt x="4458096" y="2727325"/>
                  <a:pt x="4458096" y="2727325"/>
                  <a:pt x="4458096" y="2727325"/>
                </a:cubicBezTo>
                <a:lnTo>
                  <a:pt x="4456883" y="2733989"/>
                </a:lnTo>
                <a:lnTo>
                  <a:pt x="4460320" y="2729536"/>
                </a:lnTo>
                <a:cubicBezTo>
                  <a:pt x="4462885" y="2723866"/>
                  <a:pt x="4462885" y="2717025"/>
                  <a:pt x="4456045" y="2715765"/>
                </a:cubicBezTo>
                <a:close/>
                <a:moveTo>
                  <a:pt x="4629542" y="2709558"/>
                </a:moveTo>
                <a:lnTo>
                  <a:pt x="4626478" y="2709798"/>
                </a:lnTo>
                <a:lnTo>
                  <a:pt x="4626729" y="2713865"/>
                </a:lnTo>
                <a:lnTo>
                  <a:pt x="4629656" y="2711985"/>
                </a:lnTo>
                <a:close/>
                <a:moveTo>
                  <a:pt x="5220553" y="2700337"/>
                </a:moveTo>
                <a:lnTo>
                  <a:pt x="5222727" y="2709574"/>
                </a:lnTo>
                <a:lnTo>
                  <a:pt x="5224507" y="2709291"/>
                </a:lnTo>
                <a:lnTo>
                  <a:pt x="5224713" y="2718017"/>
                </a:lnTo>
                <a:lnTo>
                  <a:pt x="5224759" y="2718212"/>
                </a:lnTo>
                <a:cubicBezTo>
                  <a:pt x="5224759" y="2711553"/>
                  <a:pt x="5235975" y="2713656"/>
                  <a:pt x="5227213" y="2718212"/>
                </a:cubicBezTo>
                <a:cubicBezTo>
                  <a:pt x="5224759" y="2718212"/>
                  <a:pt x="5222656" y="2720315"/>
                  <a:pt x="5222656" y="2724871"/>
                </a:cubicBezTo>
                <a:lnTo>
                  <a:pt x="5217566" y="2723312"/>
                </a:lnTo>
                <a:lnTo>
                  <a:pt x="5198049" y="2730128"/>
                </a:lnTo>
                <a:cubicBezTo>
                  <a:pt x="5195756" y="2721942"/>
                  <a:pt x="5198490" y="2716082"/>
                  <a:pt x="5203738" y="2712594"/>
                </a:cubicBezTo>
                <a:lnTo>
                  <a:pt x="5214755" y="2710842"/>
                </a:lnTo>
                <a:close/>
                <a:moveTo>
                  <a:pt x="4544966" y="2686243"/>
                </a:moveTo>
                <a:cubicBezTo>
                  <a:pt x="4538126" y="2695604"/>
                  <a:pt x="4553966" y="2697764"/>
                  <a:pt x="4547126" y="2704604"/>
                </a:cubicBezTo>
                <a:cubicBezTo>
                  <a:pt x="4538126" y="2713605"/>
                  <a:pt x="4544966" y="2693084"/>
                  <a:pt x="4533445" y="2693084"/>
                </a:cubicBezTo>
                <a:cubicBezTo>
                  <a:pt x="4531285" y="2702444"/>
                  <a:pt x="4526605" y="2697764"/>
                  <a:pt x="4522285" y="2706765"/>
                </a:cubicBezTo>
                <a:cubicBezTo>
                  <a:pt x="4531285" y="2715765"/>
                  <a:pt x="4535965" y="2711445"/>
                  <a:pt x="4542806" y="2711445"/>
                </a:cubicBezTo>
                <a:cubicBezTo>
                  <a:pt x="4535965" y="2729446"/>
                  <a:pt x="4522285" y="2711445"/>
                  <a:pt x="4515445" y="2727286"/>
                </a:cubicBezTo>
                <a:cubicBezTo>
                  <a:pt x="4501765" y="2722606"/>
                  <a:pt x="4503925" y="2711445"/>
                  <a:pt x="4494925" y="2713605"/>
                </a:cubicBezTo>
                <a:cubicBezTo>
                  <a:pt x="4490245" y="2725126"/>
                  <a:pt x="4497085" y="2720445"/>
                  <a:pt x="4503925" y="2725126"/>
                </a:cubicBezTo>
                <a:cubicBezTo>
                  <a:pt x="4497085" y="2743127"/>
                  <a:pt x="4481245" y="2715765"/>
                  <a:pt x="4476565" y="2738807"/>
                </a:cubicBezTo>
                <a:lnTo>
                  <a:pt x="4478403" y="2738640"/>
                </a:lnTo>
                <a:lnTo>
                  <a:pt x="4480320" y="2736427"/>
                </a:lnTo>
                <a:cubicBezTo>
                  <a:pt x="4482528" y="2735654"/>
                  <a:pt x="4484842" y="2736245"/>
                  <a:pt x="4486945" y="2737702"/>
                </a:cubicBezTo>
                <a:lnTo>
                  <a:pt x="4487022" y="2737856"/>
                </a:lnTo>
                <a:lnTo>
                  <a:pt x="4527551" y="2734171"/>
                </a:lnTo>
                <a:cubicBezTo>
                  <a:pt x="4544336" y="2730166"/>
                  <a:pt x="4560806" y="2723866"/>
                  <a:pt x="4576646" y="2715765"/>
                </a:cubicBezTo>
                <a:cubicBezTo>
                  <a:pt x="4572326" y="2713605"/>
                  <a:pt x="4565486" y="2709285"/>
                  <a:pt x="4558646" y="2713605"/>
                </a:cubicBezTo>
                <a:cubicBezTo>
                  <a:pt x="4553966" y="2706765"/>
                  <a:pt x="4563326" y="2695604"/>
                  <a:pt x="4560806" y="2686243"/>
                </a:cubicBezTo>
                <a:cubicBezTo>
                  <a:pt x="4553966" y="2684083"/>
                  <a:pt x="4549286" y="2684083"/>
                  <a:pt x="4544966" y="2686243"/>
                </a:cubicBezTo>
                <a:close/>
                <a:moveTo>
                  <a:pt x="4638207" y="2663562"/>
                </a:moveTo>
                <a:cubicBezTo>
                  <a:pt x="4629206" y="2659241"/>
                  <a:pt x="4619846" y="2679403"/>
                  <a:pt x="4633526" y="2684083"/>
                </a:cubicBezTo>
                <a:cubicBezTo>
                  <a:pt x="4640367" y="2675082"/>
                  <a:pt x="4633526" y="2672562"/>
                  <a:pt x="4638207" y="2663562"/>
                </a:cubicBezTo>
                <a:close/>
                <a:moveTo>
                  <a:pt x="4623581" y="2647901"/>
                </a:moveTo>
                <a:cubicBezTo>
                  <a:pt x="4619846" y="2649341"/>
                  <a:pt x="4616426" y="2652221"/>
                  <a:pt x="4613006" y="2654561"/>
                </a:cubicBezTo>
                <a:cubicBezTo>
                  <a:pt x="4610846" y="2661401"/>
                  <a:pt x="4610846" y="2675082"/>
                  <a:pt x="4599686" y="2672562"/>
                </a:cubicBezTo>
                <a:cubicBezTo>
                  <a:pt x="4599686" y="2666082"/>
                  <a:pt x="4601846" y="2656721"/>
                  <a:pt x="4597166" y="2652401"/>
                </a:cubicBezTo>
                <a:cubicBezTo>
                  <a:pt x="4590326" y="2659241"/>
                  <a:pt x="4581326" y="2661401"/>
                  <a:pt x="4588166" y="2672562"/>
                </a:cubicBezTo>
                <a:cubicBezTo>
                  <a:pt x="4597166" y="2666082"/>
                  <a:pt x="4597166" y="2686243"/>
                  <a:pt x="4606526" y="2679403"/>
                </a:cubicBezTo>
                <a:cubicBezTo>
                  <a:pt x="4601846" y="2697764"/>
                  <a:pt x="4588166" y="2684083"/>
                  <a:pt x="4581326" y="2686243"/>
                </a:cubicBezTo>
                <a:cubicBezTo>
                  <a:pt x="4579166" y="2690923"/>
                  <a:pt x="4572326" y="2697764"/>
                  <a:pt x="4576646" y="2702444"/>
                </a:cubicBezTo>
                <a:cubicBezTo>
                  <a:pt x="4583486" y="2695604"/>
                  <a:pt x="4590326" y="2697764"/>
                  <a:pt x="4599686" y="2697764"/>
                </a:cubicBezTo>
                <a:cubicBezTo>
                  <a:pt x="4599686" y="2713605"/>
                  <a:pt x="4590326" y="2699924"/>
                  <a:pt x="4586006" y="2715765"/>
                </a:cubicBezTo>
                <a:cubicBezTo>
                  <a:pt x="4591586" y="2715765"/>
                  <a:pt x="4597256" y="2713515"/>
                  <a:pt x="4603241" y="2711265"/>
                </a:cubicBezTo>
                <a:lnTo>
                  <a:pt x="4621790" y="2706900"/>
                </a:lnTo>
                <a:lnTo>
                  <a:pt x="4623158" y="2698283"/>
                </a:lnTo>
                <a:lnTo>
                  <a:pt x="4621190" y="2699086"/>
                </a:lnTo>
                <a:cubicBezTo>
                  <a:pt x="4616381" y="2700554"/>
                  <a:pt x="4612106" y="2701094"/>
                  <a:pt x="4608686" y="2699924"/>
                </a:cubicBezTo>
                <a:cubicBezTo>
                  <a:pt x="4613006" y="2699924"/>
                  <a:pt x="4615526" y="2697764"/>
                  <a:pt x="4619846" y="2695604"/>
                </a:cubicBezTo>
                <a:cubicBezTo>
                  <a:pt x="4610846" y="2688763"/>
                  <a:pt x="4601846" y="2697764"/>
                  <a:pt x="4610846" y="2681923"/>
                </a:cubicBezTo>
                <a:cubicBezTo>
                  <a:pt x="4617686" y="2670402"/>
                  <a:pt x="4613006" y="2699924"/>
                  <a:pt x="4619846" y="2688763"/>
                </a:cubicBezTo>
                <a:cubicBezTo>
                  <a:pt x="4631366" y="2672562"/>
                  <a:pt x="4613006" y="2684083"/>
                  <a:pt x="4615526" y="2672562"/>
                </a:cubicBezTo>
                <a:cubicBezTo>
                  <a:pt x="4629206" y="2670402"/>
                  <a:pt x="4617686" y="2654561"/>
                  <a:pt x="4636047" y="2649881"/>
                </a:cubicBezTo>
                <a:cubicBezTo>
                  <a:pt x="4631367" y="2646461"/>
                  <a:pt x="4627316" y="2646461"/>
                  <a:pt x="4623581" y="2647901"/>
                </a:cubicBezTo>
                <a:close/>
                <a:moveTo>
                  <a:pt x="4747084" y="2646790"/>
                </a:moveTo>
                <a:cubicBezTo>
                  <a:pt x="4752911" y="2645324"/>
                  <a:pt x="4759570" y="2645874"/>
                  <a:pt x="4762900" y="2646973"/>
                </a:cubicBezTo>
                <a:cubicBezTo>
                  <a:pt x="4762900" y="2651735"/>
                  <a:pt x="4756240" y="2653933"/>
                  <a:pt x="4758343" y="2658695"/>
                </a:cubicBezTo>
                <a:cubicBezTo>
                  <a:pt x="4747128" y="2651735"/>
                  <a:pt x="4745025" y="2656131"/>
                  <a:pt x="4736263" y="2658695"/>
                </a:cubicBezTo>
                <a:cubicBezTo>
                  <a:pt x="4736263" y="2651735"/>
                  <a:pt x="4741257" y="2648255"/>
                  <a:pt x="4747084" y="2646790"/>
                </a:cubicBezTo>
                <a:close/>
                <a:moveTo>
                  <a:pt x="5285941" y="2635750"/>
                </a:moveTo>
                <a:cubicBezTo>
                  <a:pt x="5281981" y="2635209"/>
                  <a:pt x="5279731" y="2636380"/>
                  <a:pt x="5277571" y="2645560"/>
                </a:cubicBezTo>
                <a:cubicBezTo>
                  <a:pt x="5281891" y="2652401"/>
                  <a:pt x="5304571" y="2652401"/>
                  <a:pt x="5304571" y="2636200"/>
                </a:cubicBezTo>
                <a:cubicBezTo>
                  <a:pt x="5295571" y="2638540"/>
                  <a:pt x="5289901" y="2636290"/>
                  <a:pt x="5285941" y="2635750"/>
                </a:cubicBezTo>
                <a:close/>
                <a:moveTo>
                  <a:pt x="5383618" y="2622550"/>
                </a:moveTo>
                <a:cubicBezTo>
                  <a:pt x="5381202" y="2633765"/>
                  <a:pt x="5377061" y="2644981"/>
                  <a:pt x="5368088" y="2649186"/>
                </a:cubicBezTo>
                <a:cubicBezTo>
                  <a:pt x="5368088" y="2633765"/>
                  <a:pt x="5374645" y="2627106"/>
                  <a:pt x="5383618" y="2622550"/>
                </a:cubicBezTo>
                <a:close/>
                <a:moveTo>
                  <a:pt x="4780467" y="2613540"/>
                </a:moveTo>
                <a:cubicBezTo>
                  <a:pt x="4778320" y="2618096"/>
                  <a:pt x="4785117" y="2618096"/>
                  <a:pt x="4782613" y="2622302"/>
                </a:cubicBezTo>
                <a:cubicBezTo>
                  <a:pt x="4775816" y="2624756"/>
                  <a:pt x="4771523" y="2638074"/>
                  <a:pt x="4760075" y="2628961"/>
                </a:cubicBezTo>
                <a:cubicBezTo>
                  <a:pt x="4760075" y="2611437"/>
                  <a:pt x="4775816" y="2626858"/>
                  <a:pt x="4778320" y="2615643"/>
                </a:cubicBezTo>
                <a:cubicBezTo>
                  <a:pt x="4775816" y="2615643"/>
                  <a:pt x="4775816" y="2611437"/>
                  <a:pt x="4780467" y="2613540"/>
                </a:cubicBezTo>
                <a:close/>
                <a:moveTo>
                  <a:pt x="5326870" y="2612231"/>
                </a:moveTo>
                <a:lnTo>
                  <a:pt x="5327264" y="2613476"/>
                </a:lnTo>
                <a:lnTo>
                  <a:pt x="5329833" y="2612887"/>
                </a:lnTo>
                <a:close/>
                <a:moveTo>
                  <a:pt x="5459373" y="2604518"/>
                </a:moveTo>
                <a:cubicBezTo>
                  <a:pt x="5452533" y="2604518"/>
                  <a:pt x="5450373" y="2609198"/>
                  <a:pt x="5445693" y="2611358"/>
                </a:cubicBezTo>
                <a:cubicBezTo>
                  <a:pt x="5445693" y="2614778"/>
                  <a:pt x="5445153" y="2619278"/>
                  <a:pt x="5446053" y="2622384"/>
                </a:cubicBezTo>
                <a:lnTo>
                  <a:pt x="5454847" y="2624978"/>
                </a:lnTo>
                <a:lnTo>
                  <a:pt x="5455183" y="2624420"/>
                </a:lnTo>
                <a:close/>
                <a:moveTo>
                  <a:pt x="5390725" y="2603500"/>
                </a:moveTo>
                <a:cubicBezTo>
                  <a:pt x="5399488" y="2603500"/>
                  <a:pt x="5399488" y="2638061"/>
                  <a:pt x="5388272" y="2624236"/>
                </a:cubicBezTo>
                <a:cubicBezTo>
                  <a:pt x="5399488" y="2621690"/>
                  <a:pt x="5372850" y="2610412"/>
                  <a:pt x="5390725" y="2603500"/>
                </a:cubicBezTo>
                <a:close/>
                <a:moveTo>
                  <a:pt x="4790767" y="2603500"/>
                </a:moveTo>
                <a:cubicBezTo>
                  <a:pt x="4790767" y="2603500"/>
                  <a:pt x="4790767" y="2603500"/>
                  <a:pt x="4804172" y="2608086"/>
                </a:cubicBezTo>
                <a:cubicBezTo>
                  <a:pt x="4802056" y="2616905"/>
                  <a:pt x="4793236" y="2614436"/>
                  <a:pt x="4788650" y="2619022"/>
                </a:cubicBezTo>
                <a:cubicBezTo>
                  <a:pt x="4793236" y="2612319"/>
                  <a:pt x="4788650" y="2610203"/>
                  <a:pt x="4790767" y="2603500"/>
                </a:cubicBezTo>
                <a:close/>
                <a:moveTo>
                  <a:pt x="5327655" y="2586160"/>
                </a:moveTo>
                <a:lnTo>
                  <a:pt x="5327613" y="2586185"/>
                </a:lnTo>
                <a:lnTo>
                  <a:pt x="5327724" y="2589899"/>
                </a:lnTo>
                <a:lnTo>
                  <a:pt x="5330806" y="2587321"/>
                </a:lnTo>
                <a:lnTo>
                  <a:pt x="5331571" y="2586486"/>
                </a:lnTo>
                <a:close/>
                <a:moveTo>
                  <a:pt x="5395212" y="2579687"/>
                </a:moveTo>
                <a:cubicBezTo>
                  <a:pt x="5395212" y="2589212"/>
                  <a:pt x="5397752" y="2589212"/>
                  <a:pt x="5406823" y="2579687"/>
                </a:cubicBezTo>
                <a:cubicBezTo>
                  <a:pt x="5409000" y="2584449"/>
                  <a:pt x="5404646" y="2591410"/>
                  <a:pt x="5397752" y="2598370"/>
                </a:cubicBezTo>
                <a:cubicBezTo>
                  <a:pt x="5395212" y="2593608"/>
                  <a:pt x="5388317" y="2596172"/>
                  <a:pt x="5383963" y="2589212"/>
                </a:cubicBezTo>
                <a:cubicBezTo>
                  <a:pt x="5395212" y="2579687"/>
                  <a:pt x="5395212" y="2579687"/>
                  <a:pt x="5395212" y="2579687"/>
                </a:cubicBezTo>
                <a:close/>
                <a:moveTo>
                  <a:pt x="5356394" y="2569242"/>
                </a:moveTo>
                <a:lnTo>
                  <a:pt x="5352919" y="2571173"/>
                </a:lnTo>
                <a:lnTo>
                  <a:pt x="5350205" y="2583548"/>
                </a:lnTo>
                <a:lnTo>
                  <a:pt x="5353196" y="2584172"/>
                </a:lnTo>
                <a:cubicBezTo>
                  <a:pt x="5355543" y="2580754"/>
                  <a:pt x="5355543" y="2577335"/>
                  <a:pt x="5355543" y="2573647"/>
                </a:cubicBezTo>
                <a:close/>
                <a:moveTo>
                  <a:pt x="5451949" y="2555069"/>
                </a:moveTo>
                <a:cubicBezTo>
                  <a:pt x="5447644" y="2559400"/>
                  <a:pt x="5442980" y="2559400"/>
                  <a:pt x="5440827" y="2559400"/>
                </a:cubicBezTo>
                <a:cubicBezTo>
                  <a:pt x="5438495" y="2564093"/>
                  <a:pt x="5442980" y="2565266"/>
                  <a:pt x="5445805" y="2567251"/>
                </a:cubicBezTo>
                <a:lnTo>
                  <a:pt x="5446081" y="2567841"/>
                </a:lnTo>
                <a:lnTo>
                  <a:pt x="5457842" y="2558326"/>
                </a:lnTo>
                <a:close/>
                <a:moveTo>
                  <a:pt x="4943920" y="2548497"/>
                </a:moveTo>
                <a:cubicBezTo>
                  <a:pt x="4946484" y="2547003"/>
                  <a:pt x="4950514" y="2548124"/>
                  <a:pt x="4953994" y="2551485"/>
                </a:cubicBezTo>
                <a:cubicBezTo>
                  <a:pt x="4956559" y="2563438"/>
                  <a:pt x="4949598" y="2563438"/>
                  <a:pt x="4942637" y="2561197"/>
                </a:cubicBezTo>
                <a:cubicBezTo>
                  <a:pt x="4940256" y="2554100"/>
                  <a:pt x="4941355" y="2549991"/>
                  <a:pt x="4943920" y="2548497"/>
                </a:cubicBezTo>
                <a:close/>
                <a:moveTo>
                  <a:pt x="4895084" y="2533650"/>
                </a:moveTo>
                <a:lnTo>
                  <a:pt x="4909384" y="2547141"/>
                </a:lnTo>
                <a:lnTo>
                  <a:pt x="4919673" y="2540000"/>
                </a:lnTo>
                <a:cubicBezTo>
                  <a:pt x="4926409" y="2546904"/>
                  <a:pt x="4894858" y="2569798"/>
                  <a:pt x="4890250" y="2558170"/>
                </a:cubicBezTo>
                <a:lnTo>
                  <a:pt x="4902060" y="2551902"/>
                </a:lnTo>
                <a:lnTo>
                  <a:pt x="4899722" y="2547285"/>
                </a:lnTo>
                <a:cubicBezTo>
                  <a:pt x="4888306" y="2563073"/>
                  <a:pt x="4872610" y="2574555"/>
                  <a:pt x="4856913" y="2585678"/>
                </a:cubicBezTo>
                <a:lnTo>
                  <a:pt x="4857138" y="2584945"/>
                </a:lnTo>
                <a:lnTo>
                  <a:pt x="4855897" y="2586908"/>
                </a:lnTo>
                <a:cubicBezTo>
                  <a:pt x="4849855" y="2591903"/>
                  <a:pt x="4842406" y="2596284"/>
                  <a:pt x="4837863" y="2598386"/>
                </a:cubicBezTo>
                <a:cubicBezTo>
                  <a:pt x="4838953" y="2592954"/>
                  <a:pt x="4844132" y="2588573"/>
                  <a:pt x="4849901" y="2584411"/>
                </a:cubicBezTo>
                <a:lnTo>
                  <a:pt x="4859764" y="2576396"/>
                </a:lnTo>
                <a:lnTo>
                  <a:pt x="4861874" y="2569526"/>
                </a:lnTo>
                <a:cubicBezTo>
                  <a:pt x="4869733" y="2556860"/>
                  <a:pt x="4884917" y="2552218"/>
                  <a:pt x="4895084" y="2533650"/>
                </a:cubicBezTo>
                <a:close/>
                <a:moveTo>
                  <a:pt x="264714" y="2532062"/>
                </a:moveTo>
                <a:cubicBezTo>
                  <a:pt x="267200" y="2538809"/>
                  <a:pt x="271461" y="2540939"/>
                  <a:pt x="278208" y="2543070"/>
                </a:cubicBezTo>
                <a:cubicBezTo>
                  <a:pt x="264714" y="2543070"/>
                  <a:pt x="251220" y="2556564"/>
                  <a:pt x="249090" y="2578935"/>
                </a:cubicBezTo>
                <a:cubicBezTo>
                  <a:pt x="244473" y="2581420"/>
                  <a:pt x="238082" y="2578935"/>
                  <a:pt x="235596" y="2585682"/>
                </a:cubicBezTo>
                <a:cubicBezTo>
                  <a:pt x="224588" y="2576804"/>
                  <a:pt x="240212" y="2572188"/>
                  <a:pt x="244473" y="2554433"/>
                </a:cubicBezTo>
                <a:cubicBezTo>
                  <a:pt x="253706" y="2561180"/>
                  <a:pt x="260453" y="2547686"/>
                  <a:pt x="264714" y="2532062"/>
                </a:cubicBezTo>
                <a:close/>
                <a:moveTo>
                  <a:pt x="518836" y="2525121"/>
                </a:moveTo>
                <a:cubicBezTo>
                  <a:pt x="507315" y="2531960"/>
                  <a:pt x="498314" y="2549958"/>
                  <a:pt x="486793" y="2561476"/>
                </a:cubicBezTo>
                <a:cubicBezTo>
                  <a:pt x="484633" y="2554637"/>
                  <a:pt x="475632" y="2549958"/>
                  <a:pt x="468791" y="2554637"/>
                </a:cubicBezTo>
                <a:cubicBezTo>
                  <a:pt x="459790" y="2581993"/>
                  <a:pt x="450429" y="2597831"/>
                  <a:pt x="450429" y="2625187"/>
                </a:cubicBezTo>
                <a:cubicBezTo>
                  <a:pt x="459790" y="2611509"/>
                  <a:pt x="455110" y="2632026"/>
                  <a:pt x="464110" y="2629506"/>
                </a:cubicBezTo>
                <a:cubicBezTo>
                  <a:pt x="470951" y="2609349"/>
                  <a:pt x="484633" y="2625187"/>
                  <a:pt x="491473" y="2606830"/>
                </a:cubicBezTo>
                <a:cubicBezTo>
                  <a:pt x="486793" y="2575154"/>
                  <a:pt x="511996" y="2554637"/>
                  <a:pt x="518836" y="2525121"/>
                </a:cubicBezTo>
                <a:close/>
                <a:moveTo>
                  <a:pt x="4944402" y="2523999"/>
                </a:moveTo>
                <a:cubicBezTo>
                  <a:pt x="4964510" y="2519362"/>
                  <a:pt x="4928880" y="2550755"/>
                  <a:pt x="4926763" y="2535058"/>
                </a:cubicBezTo>
                <a:cubicBezTo>
                  <a:pt x="4933466" y="2526140"/>
                  <a:pt x="4946519" y="2535058"/>
                  <a:pt x="4944402" y="2523999"/>
                </a:cubicBezTo>
                <a:close/>
                <a:moveTo>
                  <a:pt x="5006822" y="2513012"/>
                </a:moveTo>
                <a:cubicBezTo>
                  <a:pt x="5008957" y="2526417"/>
                  <a:pt x="5008957" y="2528534"/>
                  <a:pt x="5000061" y="2528534"/>
                </a:cubicBezTo>
                <a:cubicBezTo>
                  <a:pt x="4988675" y="2515128"/>
                  <a:pt x="5004331" y="2519715"/>
                  <a:pt x="5006822" y="2513012"/>
                </a:cubicBezTo>
                <a:close/>
                <a:moveTo>
                  <a:pt x="6100714" y="2503487"/>
                </a:moveTo>
                <a:cubicBezTo>
                  <a:pt x="6110068" y="2507809"/>
                  <a:pt x="6091721" y="2544550"/>
                  <a:pt x="6087044" y="2524018"/>
                </a:cubicBezTo>
                <a:cubicBezTo>
                  <a:pt x="6082727" y="2530862"/>
                  <a:pt x="6089562" y="2535185"/>
                  <a:pt x="6082727" y="2544550"/>
                </a:cubicBezTo>
                <a:cubicBezTo>
                  <a:pt x="6098556" y="2528341"/>
                  <a:pt x="6107549" y="2557877"/>
                  <a:pt x="6116903" y="2530862"/>
                </a:cubicBezTo>
                <a:cubicBezTo>
                  <a:pt x="6123378" y="2533023"/>
                  <a:pt x="6114385" y="2544550"/>
                  <a:pt x="6121220" y="2546711"/>
                </a:cubicBezTo>
                <a:cubicBezTo>
                  <a:pt x="6114385" y="2553555"/>
                  <a:pt x="6100714" y="2548872"/>
                  <a:pt x="6091721" y="2551034"/>
                </a:cubicBezTo>
                <a:cubicBezTo>
                  <a:pt x="6093879" y="2567243"/>
                  <a:pt x="6062221" y="2617311"/>
                  <a:pt x="6089562" y="2614790"/>
                </a:cubicBezTo>
                <a:cubicBezTo>
                  <a:pt x="6096397" y="2640004"/>
                  <a:pt x="6025887" y="2658374"/>
                  <a:pt x="6046393" y="2687911"/>
                </a:cubicBezTo>
                <a:cubicBezTo>
                  <a:pt x="6028045" y="2712765"/>
                  <a:pt x="6023369" y="2735458"/>
                  <a:pt x="6014375" y="2762833"/>
                </a:cubicBezTo>
                <a:cubicBezTo>
                  <a:pt x="6007540" y="2790209"/>
                  <a:pt x="6003223" y="2819745"/>
                  <a:pt x="5980199" y="2853965"/>
                </a:cubicBezTo>
                <a:cubicBezTo>
                  <a:pt x="5969047" y="2840277"/>
                  <a:pt x="5950700" y="2790209"/>
                  <a:pt x="5987034" y="2788047"/>
                </a:cubicBezTo>
                <a:cubicBezTo>
                  <a:pt x="5984876" y="2758511"/>
                  <a:pt x="5993870" y="2733296"/>
                  <a:pt x="6007540" y="2708442"/>
                </a:cubicBezTo>
                <a:cubicBezTo>
                  <a:pt x="6012217" y="2694755"/>
                  <a:pt x="6018512" y="2681607"/>
                  <a:pt x="6024493" y="2667920"/>
                </a:cubicBezTo>
                <a:lnTo>
                  <a:pt x="6031927" y="2646322"/>
                </a:lnTo>
                <a:lnTo>
                  <a:pt x="6032010" y="2638643"/>
                </a:lnTo>
                <a:cubicBezTo>
                  <a:pt x="6034283" y="2631452"/>
                  <a:pt x="6040013" y="2622804"/>
                  <a:pt x="6043470" y="2614612"/>
                </a:cubicBezTo>
                <a:lnTo>
                  <a:pt x="6048771" y="2626550"/>
                </a:lnTo>
                <a:lnTo>
                  <a:pt x="6051682" y="2627307"/>
                </a:lnTo>
                <a:cubicBezTo>
                  <a:pt x="6062289" y="2624335"/>
                  <a:pt x="6067888" y="2605965"/>
                  <a:pt x="6064380" y="2598941"/>
                </a:cubicBezTo>
                <a:cubicBezTo>
                  <a:pt x="6048551" y="2594618"/>
                  <a:pt x="6069057" y="2619472"/>
                  <a:pt x="6048551" y="2608306"/>
                </a:cubicBezTo>
                <a:cubicBezTo>
                  <a:pt x="6057545" y="2567243"/>
                  <a:pt x="6080568" y="2535185"/>
                  <a:pt x="6078050" y="2505648"/>
                </a:cubicBezTo>
                <a:cubicBezTo>
                  <a:pt x="6087044" y="2507809"/>
                  <a:pt x="6084885" y="2512492"/>
                  <a:pt x="6091721" y="2514653"/>
                </a:cubicBezTo>
                <a:cubicBezTo>
                  <a:pt x="6096397" y="2517174"/>
                  <a:pt x="6098556" y="2507809"/>
                  <a:pt x="6100714" y="2503487"/>
                </a:cubicBezTo>
                <a:close/>
                <a:moveTo>
                  <a:pt x="5026516" y="2502944"/>
                </a:moveTo>
                <a:cubicBezTo>
                  <a:pt x="5028827" y="2503061"/>
                  <a:pt x="5030667" y="2503350"/>
                  <a:pt x="5031212" y="2503350"/>
                </a:cubicBezTo>
                <a:cubicBezTo>
                  <a:pt x="5035937" y="2512246"/>
                  <a:pt x="5022127" y="2519006"/>
                  <a:pt x="5015223" y="2519006"/>
                </a:cubicBezTo>
                <a:cubicBezTo>
                  <a:pt x="5008409" y="2503795"/>
                  <a:pt x="5019584" y="2502594"/>
                  <a:pt x="5026516" y="2502944"/>
                </a:cubicBezTo>
                <a:close/>
                <a:moveTo>
                  <a:pt x="5010538" y="2482850"/>
                </a:moveTo>
                <a:cubicBezTo>
                  <a:pt x="5010538" y="2496255"/>
                  <a:pt x="4999314" y="2494139"/>
                  <a:pt x="4990263" y="2498372"/>
                </a:cubicBezTo>
                <a:cubicBezTo>
                  <a:pt x="4992435" y="2487436"/>
                  <a:pt x="4999314" y="2482850"/>
                  <a:pt x="5010538" y="2482850"/>
                </a:cubicBezTo>
                <a:close/>
                <a:moveTo>
                  <a:pt x="6100537" y="2481081"/>
                </a:moveTo>
                <a:cubicBezTo>
                  <a:pt x="6106261" y="2480503"/>
                  <a:pt x="6111985" y="2482193"/>
                  <a:pt x="6115437" y="2487886"/>
                </a:cubicBezTo>
                <a:cubicBezTo>
                  <a:pt x="6111076" y="2496781"/>
                  <a:pt x="6099447" y="2492155"/>
                  <a:pt x="6085638" y="2487886"/>
                </a:cubicBezTo>
                <a:cubicBezTo>
                  <a:pt x="6089091" y="2484506"/>
                  <a:pt x="6094814" y="2481659"/>
                  <a:pt x="6100537" y="2481081"/>
                </a:cubicBezTo>
                <a:close/>
                <a:moveTo>
                  <a:pt x="5540857" y="2478548"/>
                </a:moveTo>
                <a:lnTo>
                  <a:pt x="5533750" y="2486489"/>
                </a:lnTo>
                <a:cubicBezTo>
                  <a:pt x="5535902" y="2465915"/>
                  <a:pt x="5511147" y="2500205"/>
                  <a:pt x="5508635" y="2495873"/>
                </a:cubicBezTo>
                <a:cubicBezTo>
                  <a:pt x="5520116" y="2504897"/>
                  <a:pt x="5504330" y="2516086"/>
                  <a:pt x="5488544" y="2516086"/>
                </a:cubicBezTo>
                <a:cubicBezTo>
                  <a:pt x="5479216" y="2527637"/>
                  <a:pt x="5499666" y="2518613"/>
                  <a:pt x="5495002" y="2529802"/>
                </a:cubicBezTo>
                <a:lnTo>
                  <a:pt x="5481512" y="2537874"/>
                </a:lnTo>
                <a:lnTo>
                  <a:pt x="5484573" y="2545473"/>
                </a:lnTo>
                <a:cubicBezTo>
                  <a:pt x="5493573" y="2540793"/>
                  <a:pt x="5502573" y="2518112"/>
                  <a:pt x="5511933" y="2531793"/>
                </a:cubicBezTo>
                <a:cubicBezTo>
                  <a:pt x="5507253" y="2538633"/>
                  <a:pt x="5498253" y="2540793"/>
                  <a:pt x="5498253" y="2549794"/>
                </a:cubicBezTo>
                <a:cubicBezTo>
                  <a:pt x="5518773" y="2551954"/>
                  <a:pt x="5514093" y="2531793"/>
                  <a:pt x="5527773" y="2527112"/>
                </a:cubicBezTo>
                <a:cubicBezTo>
                  <a:pt x="5527773" y="2527112"/>
                  <a:pt x="5527773" y="2527112"/>
                  <a:pt x="5527773" y="2536113"/>
                </a:cubicBezTo>
                <a:cubicBezTo>
                  <a:pt x="5532093" y="2536113"/>
                  <a:pt x="5532093" y="2538633"/>
                  <a:pt x="5532093" y="2542953"/>
                </a:cubicBezTo>
                <a:cubicBezTo>
                  <a:pt x="5525613" y="2545473"/>
                  <a:pt x="5516253" y="2545473"/>
                  <a:pt x="5514093" y="2551954"/>
                </a:cubicBezTo>
                <a:cubicBezTo>
                  <a:pt x="5514093" y="2556634"/>
                  <a:pt x="5511933" y="2563475"/>
                  <a:pt x="5516253" y="2563475"/>
                </a:cubicBezTo>
                <a:lnTo>
                  <a:pt x="5537189" y="2545289"/>
                </a:lnTo>
                <a:lnTo>
                  <a:pt x="5537730" y="2540575"/>
                </a:lnTo>
                <a:cubicBezTo>
                  <a:pt x="5537730" y="2527255"/>
                  <a:pt x="5535480" y="2514835"/>
                  <a:pt x="5536560" y="2502416"/>
                </a:cubicBezTo>
                <a:close/>
                <a:moveTo>
                  <a:pt x="5725775" y="2474909"/>
                </a:moveTo>
                <a:cubicBezTo>
                  <a:pt x="5720015" y="2481749"/>
                  <a:pt x="5713175" y="2487960"/>
                  <a:pt x="5706920" y="2494440"/>
                </a:cubicBezTo>
                <a:lnTo>
                  <a:pt x="5695005" y="2510863"/>
                </a:lnTo>
                <a:lnTo>
                  <a:pt x="5695199" y="2511241"/>
                </a:lnTo>
                <a:lnTo>
                  <a:pt x="5695190" y="2513057"/>
                </a:lnTo>
                <a:lnTo>
                  <a:pt x="5714615" y="2499435"/>
                </a:lnTo>
                <a:cubicBezTo>
                  <a:pt x="5720015" y="2492370"/>
                  <a:pt x="5723435" y="2483909"/>
                  <a:pt x="5725775" y="2474909"/>
                </a:cubicBezTo>
                <a:close/>
                <a:moveTo>
                  <a:pt x="5100090" y="2472388"/>
                </a:moveTo>
                <a:cubicBezTo>
                  <a:pt x="5095410" y="2483909"/>
                  <a:pt x="5086410" y="2486069"/>
                  <a:pt x="5084250" y="2499750"/>
                </a:cubicBezTo>
                <a:lnTo>
                  <a:pt x="5089503" y="2499466"/>
                </a:lnTo>
                <a:lnTo>
                  <a:pt x="5091367" y="2492375"/>
                </a:lnTo>
                <a:lnTo>
                  <a:pt x="5094809" y="2499178"/>
                </a:lnTo>
                <a:lnTo>
                  <a:pt x="5094836" y="2499177"/>
                </a:lnTo>
                <a:cubicBezTo>
                  <a:pt x="5102970" y="2495160"/>
                  <a:pt x="5105130" y="2482739"/>
                  <a:pt x="5113770" y="2479229"/>
                </a:cubicBezTo>
                <a:cubicBezTo>
                  <a:pt x="5113770" y="2472388"/>
                  <a:pt x="5106930" y="2470228"/>
                  <a:pt x="5100090" y="2472388"/>
                </a:cubicBezTo>
                <a:close/>
                <a:moveTo>
                  <a:pt x="5821936" y="2463800"/>
                </a:moveTo>
                <a:cubicBezTo>
                  <a:pt x="5826522" y="2479765"/>
                  <a:pt x="5821936" y="2500448"/>
                  <a:pt x="5811000" y="2514237"/>
                </a:cubicBezTo>
                <a:cubicBezTo>
                  <a:pt x="5795125" y="2502988"/>
                  <a:pt x="5817703" y="2479765"/>
                  <a:pt x="5821936" y="2463800"/>
                </a:cubicBezTo>
                <a:close/>
                <a:moveTo>
                  <a:pt x="5504270" y="2438400"/>
                </a:moveTo>
                <a:cubicBezTo>
                  <a:pt x="5508566" y="2447485"/>
                  <a:pt x="5515367" y="2451845"/>
                  <a:pt x="5513219" y="2468198"/>
                </a:cubicBezTo>
                <a:cubicBezTo>
                  <a:pt x="5479213" y="2465655"/>
                  <a:pt x="5492816" y="2465655"/>
                  <a:pt x="5504270" y="2438400"/>
                </a:cubicBezTo>
                <a:close/>
                <a:moveTo>
                  <a:pt x="5015849" y="2436026"/>
                </a:moveTo>
                <a:cubicBezTo>
                  <a:pt x="5004329" y="2438546"/>
                  <a:pt x="4997849" y="2445027"/>
                  <a:pt x="4993169" y="2456547"/>
                </a:cubicBezTo>
                <a:cubicBezTo>
                  <a:pt x="5004329" y="2454387"/>
                  <a:pt x="5013689" y="2447547"/>
                  <a:pt x="5015849" y="2436026"/>
                </a:cubicBezTo>
                <a:close/>
                <a:moveTo>
                  <a:pt x="6105383" y="2435225"/>
                </a:moveTo>
                <a:cubicBezTo>
                  <a:pt x="6117024" y="2446673"/>
                  <a:pt x="6093741" y="2460267"/>
                  <a:pt x="6082463" y="2453470"/>
                </a:cubicBezTo>
                <a:cubicBezTo>
                  <a:pt x="6084646" y="2439875"/>
                  <a:pt x="6100653" y="2446673"/>
                  <a:pt x="6105383" y="2435225"/>
                </a:cubicBezTo>
                <a:close/>
                <a:moveTo>
                  <a:pt x="5067703" y="2432050"/>
                </a:moveTo>
                <a:cubicBezTo>
                  <a:pt x="5067703" y="2443273"/>
                  <a:pt x="5067703" y="2452325"/>
                  <a:pt x="5056938" y="2450152"/>
                </a:cubicBezTo>
                <a:cubicBezTo>
                  <a:pt x="5059021" y="2441101"/>
                  <a:pt x="5061105" y="2434222"/>
                  <a:pt x="5067703" y="2432050"/>
                </a:cubicBezTo>
                <a:close/>
                <a:moveTo>
                  <a:pt x="5147067" y="2429422"/>
                </a:moveTo>
                <a:cubicBezTo>
                  <a:pt x="5147067" y="2438673"/>
                  <a:pt x="5140270" y="2436182"/>
                  <a:pt x="5142417" y="2447569"/>
                </a:cubicBezTo>
                <a:cubicBezTo>
                  <a:pt x="5142417" y="2447569"/>
                  <a:pt x="5142417" y="2447569"/>
                  <a:pt x="5124171" y="2447569"/>
                </a:cubicBezTo>
                <a:cubicBezTo>
                  <a:pt x="5124171" y="2440808"/>
                  <a:pt x="5122025" y="2434047"/>
                  <a:pt x="5128822" y="2431913"/>
                </a:cubicBezTo>
                <a:cubicBezTo>
                  <a:pt x="5128822" y="2436182"/>
                  <a:pt x="5133473" y="2436182"/>
                  <a:pt x="5140270" y="2436182"/>
                </a:cubicBezTo>
                <a:cubicBezTo>
                  <a:pt x="5140270" y="2431913"/>
                  <a:pt x="5140270" y="2427287"/>
                  <a:pt x="5147067" y="2429422"/>
                </a:cubicBezTo>
                <a:close/>
                <a:moveTo>
                  <a:pt x="462355" y="2426237"/>
                </a:moveTo>
                <a:cubicBezTo>
                  <a:pt x="448761" y="2440012"/>
                  <a:pt x="453411" y="2449074"/>
                  <a:pt x="448761" y="2465024"/>
                </a:cubicBezTo>
                <a:cubicBezTo>
                  <a:pt x="437313" y="2460674"/>
                  <a:pt x="441963" y="2419350"/>
                  <a:pt x="462355" y="2426237"/>
                </a:cubicBezTo>
                <a:close/>
                <a:moveTo>
                  <a:pt x="6136018" y="2411412"/>
                </a:moveTo>
                <a:cubicBezTo>
                  <a:pt x="6151959" y="2447649"/>
                  <a:pt x="6122557" y="2488551"/>
                  <a:pt x="6125037" y="2526941"/>
                </a:cubicBezTo>
                <a:cubicBezTo>
                  <a:pt x="6109450" y="2497520"/>
                  <a:pt x="6142749" y="2445138"/>
                  <a:pt x="6136018" y="2411412"/>
                </a:cubicBezTo>
                <a:close/>
                <a:moveTo>
                  <a:pt x="6250376" y="2403475"/>
                </a:moveTo>
                <a:cubicBezTo>
                  <a:pt x="6227566" y="2423823"/>
                  <a:pt x="6239152" y="2448456"/>
                  <a:pt x="6209463" y="2477730"/>
                </a:cubicBezTo>
                <a:cubicBezTo>
                  <a:pt x="6216342" y="2462022"/>
                  <a:pt x="6218515" y="2403475"/>
                  <a:pt x="6250376" y="2403475"/>
                </a:cubicBezTo>
                <a:close/>
                <a:moveTo>
                  <a:pt x="5191627" y="2401613"/>
                </a:moveTo>
                <a:lnTo>
                  <a:pt x="5190496" y="2402724"/>
                </a:lnTo>
                <a:lnTo>
                  <a:pt x="5188389" y="2408310"/>
                </a:lnTo>
                <a:lnTo>
                  <a:pt x="5190882" y="2410985"/>
                </a:lnTo>
                <a:lnTo>
                  <a:pt x="5193470" y="2409595"/>
                </a:lnTo>
                <a:close/>
                <a:moveTo>
                  <a:pt x="6055590" y="2397125"/>
                </a:moveTo>
                <a:cubicBezTo>
                  <a:pt x="6069400" y="2401849"/>
                  <a:pt x="6057770" y="2422199"/>
                  <a:pt x="6050866" y="2426923"/>
                </a:cubicBezTo>
                <a:cubicBezTo>
                  <a:pt x="6039600" y="2422199"/>
                  <a:pt x="6055590" y="2406210"/>
                  <a:pt x="6055590" y="2397125"/>
                </a:cubicBezTo>
                <a:close/>
                <a:moveTo>
                  <a:pt x="5157467" y="2394874"/>
                </a:moveTo>
                <a:cubicBezTo>
                  <a:pt x="5175637" y="2392362"/>
                  <a:pt x="5164371" y="2417486"/>
                  <a:pt x="5159647" y="2424305"/>
                </a:cubicBezTo>
                <a:cubicBezTo>
                  <a:pt x="5162191" y="2412820"/>
                  <a:pt x="5148382" y="2433278"/>
                  <a:pt x="5148382" y="2419639"/>
                </a:cubicBezTo>
                <a:cubicBezTo>
                  <a:pt x="5159647" y="2417486"/>
                  <a:pt x="5145838" y="2408513"/>
                  <a:pt x="5148382" y="2401693"/>
                </a:cubicBezTo>
                <a:cubicBezTo>
                  <a:pt x="5152743" y="2401693"/>
                  <a:pt x="5159647" y="2403847"/>
                  <a:pt x="5159647" y="2399181"/>
                </a:cubicBezTo>
                <a:cubicBezTo>
                  <a:pt x="5157467" y="2399181"/>
                  <a:pt x="5155286" y="2397028"/>
                  <a:pt x="5157467" y="2394874"/>
                </a:cubicBezTo>
                <a:close/>
                <a:moveTo>
                  <a:pt x="5520933" y="2392823"/>
                </a:moveTo>
                <a:cubicBezTo>
                  <a:pt x="5516253" y="2395343"/>
                  <a:pt x="5514093" y="2399663"/>
                  <a:pt x="5514093" y="2404344"/>
                </a:cubicBezTo>
                <a:cubicBezTo>
                  <a:pt x="5514093" y="2413344"/>
                  <a:pt x="5520933" y="2415505"/>
                  <a:pt x="5518773" y="2429185"/>
                </a:cubicBezTo>
                <a:lnTo>
                  <a:pt x="5514844" y="2428778"/>
                </a:lnTo>
                <a:lnTo>
                  <a:pt x="5513771" y="2433270"/>
                </a:lnTo>
                <a:cubicBezTo>
                  <a:pt x="5499850" y="2428508"/>
                  <a:pt x="5499850" y="2421547"/>
                  <a:pt x="5504613" y="2414587"/>
                </a:cubicBezTo>
                <a:lnTo>
                  <a:pt x="5506152" y="2415718"/>
                </a:lnTo>
                <a:lnTo>
                  <a:pt x="5505864" y="2414655"/>
                </a:lnTo>
                <a:lnTo>
                  <a:pt x="5500895" y="2411491"/>
                </a:lnTo>
                <a:lnTo>
                  <a:pt x="5498047" y="2447698"/>
                </a:lnTo>
                <a:cubicBezTo>
                  <a:pt x="5488868" y="2453278"/>
                  <a:pt x="5480319" y="2460117"/>
                  <a:pt x="5472356" y="2467272"/>
                </a:cubicBezTo>
                <a:lnTo>
                  <a:pt x="5450404" y="2488514"/>
                </a:lnTo>
                <a:lnTo>
                  <a:pt x="5450373" y="2490750"/>
                </a:lnTo>
                <a:cubicBezTo>
                  <a:pt x="5457213" y="2481749"/>
                  <a:pt x="5479893" y="2472388"/>
                  <a:pt x="5479893" y="2490750"/>
                </a:cubicBezTo>
                <a:cubicBezTo>
                  <a:pt x="5459373" y="2506591"/>
                  <a:pt x="5436693" y="2520272"/>
                  <a:pt x="5427693" y="2545473"/>
                </a:cubicBezTo>
                <a:cubicBezTo>
                  <a:pt x="5429853" y="2545473"/>
                  <a:pt x="5434533" y="2545473"/>
                  <a:pt x="5434533" y="2549794"/>
                </a:cubicBezTo>
                <a:cubicBezTo>
                  <a:pt x="5424273" y="2553214"/>
                  <a:pt x="5422023" y="2547544"/>
                  <a:pt x="5420043" y="2541603"/>
                </a:cubicBezTo>
                <a:lnTo>
                  <a:pt x="5416662" y="2534352"/>
                </a:lnTo>
                <a:lnTo>
                  <a:pt x="5410253" y="2549986"/>
                </a:lnTo>
                <a:cubicBezTo>
                  <a:pt x="5403392" y="2545668"/>
                  <a:pt x="5405920" y="2540989"/>
                  <a:pt x="5410253" y="2534152"/>
                </a:cubicBezTo>
                <a:lnTo>
                  <a:pt x="5406528" y="2535076"/>
                </a:lnTo>
                <a:lnTo>
                  <a:pt x="5405176" y="2541952"/>
                </a:lnTo>
                <a:lnTo>
                  <a:pt x="5402308" y="2543173"/>
                </a:lnTo>
                <a:lnTo>
                  <a:pt x="5402579" y="2545218"/>
                </a:lnTo>
                <a:cubicBezTo>
                  <a:pt x="5403572" y="2548501"/>
                  <a:pt x="5404633" y="2551718"/>
                  <a:pt x="5404159" y="2553686"/>
                </a:cubicBezTo>
                <a:lnTo>
                  <a:pt x="5400608" y="2554141"/>
                </a:lnTo>
                <a:lnTo>
                  <a:pt x="5404518" y="2554964"/>
                </a:lnTo>
                <a:lnTo>
                  <a:pt x="5407122" y="2560735"/>
                </a:lnTo>
                <a:lnTo>
                  <a:pt x="5408871" y="2560939"/>
                </a:lnTo>
                <a:cubicBezTo>
                  <a:pt x="5410682" y="2561636"/>
                  <a:pt x="5412149" y="2563031"/>
                  <a:pt x="5412781" y="2565820"/>
                </a:cubicBezTo>
                <a:cubicBezTo>
                  <a:pt x="5403573" y="2566989"/>
                  <a:pt x="5396237" y="2568586"/>
                  <a:pt x="5390166" y="2570852"/>
                </a:cubicBezTo>
                <a:lnTo>
                  <a:pt x="5377427" y="2578519"/>
                </a:lnTo>
                <a:lnTo>
                  <a:pt x="5375132" y="2592997"/>
                </a:lnTo>
                <a:lnTo>
                  <a:pt x="5358855" y="2604646"/>
                </a:lnTo>
                <a:lnTo>
                  <a:pt x="5353196" y="2615840"/>
                </a:lnTo>
                <a:lnTo>
                  <a:pt x="5348309" y="2612040"/>
                </a:lnTo>
                <a:lnTo>
                  <a:pt x="5342991" y="2615567"/>
                </a:lnTo>
                <a:lnTo>
                  <a:pt x="5346661" y="2619181"/>
                </a:lnTo>
                <a:cubicBezTo>
                  <a:pt x="5347601" y="2624081"/>
                  <a:pt x="5337466" y="2627168"/>
                  <a:pt x="5347668" y="2633880"/>
                </a:cubicBezTo>
                <a:cubicBezTo>
                  <a:pt x="5345342" y="2638354"/>
                  <a:pt x="5340778" y="2633790"/>
                  <a:pt x="5336258" y="2628958"/>
                </a:cubicBezTo>
                <a:lnTo>
                  <a:pt x="5330838" y="2623627"/>
                </a:lnTo>
                <a:lnTo>
                  <a:pt x="5325452" y="2627199"/>
                </a:lnTo>
                <a:lnTo>
                  <a:pt x="5326346" y="2622472"/>
                </a:lnTo>
                <a:lnTo>
                  <a:pt x="5325116" y="2622425"/>
                </a:lnTo>
                <a:cubicBezTo>
                  <a:pt x="5322790" y="2619025"/>
                  <a:pt x="5322163" y="2616250"/>
                  <a:pt x="5322432" y="2613745"/>
                </a:cubicBezTo>
                <a:lnTo>
                  <a:pt x="5322846" y="2612655"/>
                </a:lnTo>
                <a:lnTo>
                  <a:pt x="5322217" y="2613149"/>
                </a:lnTo>
                <a:lnTo>
                  <a:pt x="5311367" y="2640340"/>
                </a:lnTo>
                <a:cubicBezTo>
                  <a:pt x="5304841" y="2650601"/>
                  <a:pt x="5295751" y="2660321"/>
                  <a:pt x="5284411" y="2666082"/>
                </a:cubicBezTo>
                <a:cubicBezTo>
                  <a:pt x="5270731" y="2670402"/>
                  <a:pt x="5279731" y="2654561"/>
                  <a:pt x="5266051" y="2659241"/>
                </a:cubicBezTo>
                <a:cubicBezTo>
                  <a:pt x="5252371" y="2666082"/>
                  <a:pt x="5245531" y="2666082"/>
                  <a:pt x="5248051" y="2684083"/>
                </a:cubicBezTo>
                <a:cubicBezTo>
                  <a:pt x="5239951" y="2686423"/>
                  <a:pt x="5237071" y="2684173"/>
                  <a:pt x="5235361" y="2680753"/>
                </a:cubicBezTo>
                <a:lnTo>
                  <a:pt x="5234338" y="2678886"/>
                </a:lnTo>
                <a:lnTo>
                  <a:pt x="5204334" y="2709409"/>
                </a:lnTo>
                <a:lnTo>
                  <a:pt x="5188157" y="2718829"/>
                </a:lnTo>
                <a:lnTo>
                  <a:pt x="5185071" y="2728348"/>
                </a:lnTo>
                <a:lnTo>
                  <a:pt x="5180074" y="2733325"/>
                </a:lnTo>
                <a:lnTo>
                  <a:pt x="5188095" y="2729504"/>
                </a:lnTo>
                <a:cubicBezTo>
                  <a:pt x="5190672" y="2730545"/>
                  <a:pt x="5193832" y="2733412"/>
                  <a:pt x="5197866" y="2739145"/>
                </a:cubicBezTo>
                <a:cubicBezTo>
                  <a:pt x="5180654" y="2769514"/>
                  <a:pt x="5148315" y="2769648"/>
                  <a:pt x="5129439" y="2790644"/>
                </a:cubicBezTo>
                <a:lnTo>
                  <a:pt x="5119104" y="2813785"/>
                </a:lnTo>
                <a:lnTo>
                  <a:pt x="5122140" y="2808337"/>
                </a:lnTo>
                <a:cubicBezTo>
                  <a:pt x="5127810" y="2799471"/>
                  <a:pt x="5135190" y="2793170"/>
                  <a:pt x="5152290" y="2793170"/>
                </a:cubicBezTo>
                <a:cubicBezTo>
                  <a:pt x="5161651" y="2797851"/>
                  <a:pt x="5136450" y="2809372"/>
                  <a:pt x="5154810" y="2811532"/>
                </a:cubicBezTo>
                <a:cubicBezTo>
                  <a:pt x="5156971" y="2793170"/>
                  <a:pt x="5159131" y="2791010"/>
                  <a:pt x="5172811" y="2782010"/>
                </a:cubicBezTo>
                <a:cubicBezTo>
                  <a:pt x="5181811" y="2786330"/>
                  <a:pt x="5152290" y="2806851"/>
                  <a:pt x="5172811" y="2806851"/>
                </a:cubicBezTo>
                <a:cubicBezTo>
                  <a:pt x="5172811" y="2791010"/>
                  <a:pt x="5186491" y="2788850"/>
                  <a:pt x="5179651" y="2770489"/>
                </a:cubicBezTo>
                <a:cubicBezTo>
                  <a:pt x="5207011" y="2766169"/>
                  <a:pt x="5170651" y="2791010"/>
                  <a:pt x="5195491" y="2791010"/>
                </a:cubicBezTo>
                <a:cubicBezTo>
                  <a:pt x="5198011" y="2770489"/>
                  <a:pt x="5218171" y="2770489"/>
                  <a:pt x="5200171" y="2761488"/>
                </a:cubicBezTo>
                <a:cubicBezTo>
                  <a:pt x="5222851" y="2766169"/>
                  <a:pt x="5236531" y="2756808"/>
                  <a:pt x="5227531" y="2743127"/>
                </a:cubicBezTo>
                <a:cubicBezTo>
                  <a:pt x="5231851" y="2743127"/>
                  <a:pt x="5236531" y="2740967"/>
                  <a:pt x="5236531" y="2734126"/>
                </a:cubicBezTo>
                <a:cubicBezTo>
                  <a:pt x="5245531" y="2734126"/>
                  <a:pt x="5250211" y="2752488"/>
                  <a:pt x="5261731" y="2738807"/>
                </a:cubicBezTo>
                <a:cubicBezTo>
                  <a:pt x="5261731" y="2729446"/>
                  <a:pt x="5254891" y="2725126"/>
                  <a:pt x="5252371" y="2718285"/>
                </a:cubicBezTo>
                <a:cubicBezTo>
                  <a:pt x="5261731" y="2711445"/>
                  <a:pt x="5279731" y="2688763"/>
                  <a:pt x="5286571" y="2699924"/>
                </a:cubicBezTo>
                <a:cubicBezTo>
                  <a:pt x="5275051" y="2699924"/>
                  <a:pt x="5270731" y="2713605"/>
                  <a:pt x="5261731" y="2718285"/>
                </a:cubicBezTo>
                <a:cubicBezTo>
                  <a:pt x="5291251" y="2711445"/>
                  <a:pt x="5309251" y="2672562"/>
                  <a:pt x="5329772" y="2697764"/>
                </a:cubicBezTo>
                <a:cubicBezTo>
                  <a:pt x="5334452" y="2679403"/>
                  <a:pt x="5357132" y="2681923"/>
                  <a:pt x="5361812" y="2661401"/>
                </a:cubicBezTo>
                <a:cubicBezTo>
                  <a:pt x="5352452" y="2670402"/>
                  <a:pt x="5331932" y="2666082"/>
                  <a:pt x="5331932" y="2686243"/>
                </a:cubicBezTo>
                <a:cubicBezTo>
                  <a:pt x="5331932" y="2686243"/>
                  <a:pt x="5331932" y="2686243"/>
                  <a:pt x="5313931" y="2686243"/>
                </a:cubicBezTo>
                <a:cubicBezTo>
                  <a:pt x="5316091" y="2679403"/>
                  <a:pt x="5316091" y="2675082"/>
                  <a:pt x="5318611" y="2670402"/>
                </a:cubicBezTo>
                <a:cubicBezTo>
                  <a:pt x="5331932" y="2668242"/>
                  <a:pt x="5345612" y="2656721"/>
                  <a:pt x="5363972" y="2649881"/>
                </a:cubicBezTo>
                <a:cubicBezTo>
                  <a:pt x="5368292" y="2654561"/>
                  <a:pt x="5363972" y="2668242"/>
                  <a:pt x="5377652" y="2666082"/>
                </a:cubicBezTo>
                <a:cubicBezTo>
                  <a:pt x="5381972" y="2640880"/>
                  <a:pt x="5414013" y="2631879"/>
                  <a:pt x="5420853" y="2627199"/>
                </a:cubicBezTo>
                <a:cubicBezTo>
                  <a:pt x="5416173" y="2613518"/>
                  <a:pt x="5432013" y="2599837"/>
                  <a:pt x="5418693" y="2592997"/>
                </a:cubicBezTo>
                <a:cubicBezTo>
                  <a:pt x="5420853" y="2590837"/>
                  <a:pt x="5423013" y="2588676"/>
                  <a:pt x="5423013" y="2583996"/>
                </a:cubicBezTo>
                <a:cubicBezTo>
                  <a:pt x="5434533" y="2592997"/>
                  <a:pt x="5448213" y="2581836"/>
                  <a:pt x="5450373" y="2597677"/>
                </a:cubicBezTo>
                <a:cubicBezTo>
                  <a:pt x="5456133" y="2591917"/>
                  <a:pt x="5456673" y="2585616"/>
                  <a:pt x="5454918" y="2580216"/>
                </a:cubicBezTo>
                <a:lnTo>
                  <a:pt x="5447075" y="2569962"/>
                </a:lnTo>
                <a:lnTo>
                  <a:pt x="5447739" y="2571379"/>
                </a:lnTo>
                <a:cubicBezTo>
                  <a:pt x="5447263" y="2573319"/>
                  <a:pt x="5445312" y="2576004"/>
                  <a:pt x="5440827" y="2579974"/>
                </a:cubicBezTo>
                <a:cubicBezTo>
                  <a:pt x="5445132" y="2559400"/>
                  <a:pt x="5425041" y="2579974"/>
                  <a:pt x="5415713" y="2582501"/>
                </a:cubicBezTo>
                <a:cubicBezTo>
                  <a:pt x="5420377" y="2548211"/>
                  <a:pt x="5477063" y="2516086"/>
                  <a:pt x="5495002" y="2489015"/>
                </a:cubicBezTo>
                <a:cubicBezTo>
                  <a:pt x="5501819" y="2486489"/>
                  <a:pt x="5508635" y="2489015"/>
                  <a:pt x="5515452" y="2489015"/>
                </a:cubicBezTo>
                <a:cubicBezTo>
                  <a:pt x="5520116" y="2484323"/>
                  <a:pt x="5513300" y="2479631"/>
                  <a:pt x="5511147" y="2477465"/>
                </a:cubicBezTo>
                <a:cubicBezTo>
                  <a:pt x="5516170" y="2471780"/>
                  <a:pt x="5522067" y="2467652"/>
                  <a:pt x="5528267" y="2464161"/>
                </a:cubicBezTo>
                <a:lnTo>
                  <a:pt x="5544975" y="2455796"/>
                </a:lnTo>
                <a:lnTo>
                  <a:pt x="5548079" y="2438698"/>
                </a:lnTo>
                <a:cubicBezTo>
                  <a:pt x="5548079" y="2432398"/>
                  <a:pt x="5546662" y="2425266"/>
                  <a:pt x="5544851" y="2417717"/>
                </a:cubicBezTo>
                <a:lnTo>
                  <a:pt x="5542509" y="2407883"/>
                </a:lnTo>
                <a:lnTo>
                  <a:pt x="5536188" y="2410166"/>
                </a:lnTo>
                <a:cubicBezTo>
                  <a:pt x="5534163" y="2411657"/>
                  <a:pt x="5532183" y="2414065"/>
                  <a:pt x="5529933" y="2418025"/>
                </a:cubicBezTo>
                <a:cubicBezTo>
                  <a:pt x="5518773" y="2413344"/>
                  <a:pt x="5527773" y="2397503"/>
                  <a:pt x="5520933" y="2392823"/>
                </a:cubicBezTo>
                <a:close/>
                <a:moveTo>
                  <a:pt x="4899929" y="2388143"/>
                </a:moveTo>
                <a:cubicBezTo>
                  <a:pt x="4906769" y="2397503"/>
                  <a:pt x="4897409" y="2399663"/>
                  <a:pt x="4897409" y="2413344"/>
                </a:cubicBezTo>
                <a:cubicBezTo>
                  <a:pt x="4911089" y="2413344"/>
                  <a:pt x="4915769" y="2399663"/>
                  <a:pt x="4911089" y="2388143"/>
                </a:cubicBezTo>
                <a:cubicBezTo>
                  <a:pt x="4908929" y="2385983"/>
                  <a:pt x="4906769" y="2388143"/>
                  <a:pt x="4906769" y="2390663"/>
                </a:cubicBezTo>
                <a:cubicBezTo>
                  <a:pt x="4906769" y="2390663"/>
                  <a:pt x="4906769" y="2390663"/>
                  <a:pt x="4899929" y="2388143"/>
                </a:cubicBezTo>
                <a:close/>
                <a:moveTo>
                  <a:pt x="5864190" y="2379662"/>
                </a:moveTo>
                <a:cubicBezTo>
                  <a:pt x="5870968" y="2388611"/>
                  <a:pt x="5859553" y="2402572"/>
                  <a:pt x="5862050" y="2411521"/>
                </a:cubicBezTo>
                <a:cubicBezTo>
                  <a:pt x="5850634" y="2415817"/>
                  <a:pt x="5850634" y="2409373"/>
                  <a:pt x="5839575" y="2404720"/>
                </a:cubicBezTo>
                <a:cubicBezTo>
                  <a:pt x="5857412" y="2400066"/>
                  <a:pt x="5850634" y="2393265"/>
                  <a:pt x="5864190" y="2379662"/>
                </a:cubicBezTo>
                <a:close/>
                <a:moveTo>
                  <a:pt x="5243371" y="2376982"/>
                </a:moveTo>
                <a:cubicBezTo>
                  <a:pt x="5234371" y="2385983"/>
                  <a:pt x="5222851" y="2395343"/>
                  <a:pt x="5220691" y="2413344"/>
                </a:cubicBezTo>
                <a:cubicBezTo>
                  <a:pt x="5231851" y="2404344"/>
                  <a:pt x="5243371" y="2395343"/>
                  <a:pt x="5243371" y="2376982"/>
                </a:cubicBezTo>
                <a:close/>
                <a:moveTo>
                  <a:pt x="5123178" y="2375380"/>
                </a:moveTo>
                <a:cubicBezTo>
                  <a:pt x="5125713" y="2373938"/>
                  <a:pt x="5130784" y="2375148"/>
                  <a:pt x="5137544" y="2383333"/>
                </a:cubicBezTo>
                <a:cubicBezTo>
                  <a:pt x="5137544" y="2390403"/>
                  <a:pt x="5124023" y="2376264"/>
                  <a:pt x="5124023" y="2383333"/>
                </a:cubicBezTo>
                <a:cubicBezTo>
                  <a:pt x="5120643" y="2380915"/>
                  <a:pt x="5120643" y="2376822"/>
                  <a:pt x="5123178" y="2375380"/>
                </a:cubicBezTo>
                <a:close/>
                <a:moveTo>
                  <a:pt x="553040" y="2361345"/>
                </a:moveTo>
                <a:cubicBezTo>
                  <a:pt x="548359" y="2377183"/>
                  <a:pt x="536838" y="2361345"/>
                  <a:pt x="532518" y="2372504"/>
                </a:cubicBezTo>
                <a:cubicBezTo>
                  <a:pt x="543679" y="2377183"/>
                  <a:pt x="516316" y="2397700"/>
                  <a:pt x="527837" y="2399860"/>
                </a:cubicBezTo>
                <a:cubicBezTo>
                  <a:pt x="536838" y="2381502"/>
                  <a:pt x="559881" y="2379343"/>
                  <a:pt x="553040" y="2361345"/>
                </a:cubicBezTo>
                <a:close/>
                <a:moveTo>
                  <a:pt x="5739455" y="2358621"/>
                </a:moveTo>
                <a:cubicBezTo>
                  <a:pt x="5725775" y="2356461"/>
                  <a:pt x="5716415" y="2361141"/>
                  <a:pt x="5709575" y="2372302"/>
                </a:cubicBezTo>
                <a:cubicBezTo>
                  <a:pt x="5714255" y="2388143"/>
                  <a:pt x="5725775" y="2367981"/>
                  <a:pt x="5732615" y="2374822"/>
                </a:cubicBezTo>
                <a:cubicBezTo>
                  <a:pt x="5732615" y="2397503"/>
                  <a:pt x="5718935" y="2390663"/>
                  <a:pt x="5707415" y="2399663"/>
                </a:cubicBezTo>
                <a:cubicBezTo>
                  <a:pt x="5707415" y="2409024"/>
                  <a:pt x="5714255" y="2409024"/>
                  <a:pt x="5707415" y="2413344"/>
                </a:cubicBezTo>
                <a:cubicBezTo>
                  <a:pt x="5725775" y="2418025"/>
                  <a:pt x="5741615" y="2381302"/>
                  <a:pt x="5739455" y="2358621"/>
                </a:cubicBezTo>
                <a:close/>
                <a:moveTo>
                  <a:pt x="6312121" y="2347912"/>
                </a:moveTo>
                <a:cubicBezTo>
                  <a:pt x="6323410" y="2352323"/>
                  <a:pt x="6316707" y="2368867"/>
                  <a:pt x="6312121" y="2382469"/>
                </a:cubicBezTo>
                <a:cubicBezTo>
                  <a:pt x="6292013" y="2382469"/>
                  <a:pt x="6312121" y="2359308"/>
                  <a:pt x="6312121" y="2347912"/>
                </a:cubicBezTo>
                <a:close/>
                <a:moveTo>
                  <a:pt x="6164649" y="2335212"/>
                </a:moveTo>
                <a:cubicBezTo>
                  <a:pt x="6162466" y="2342060"/>
                  <a:pt x="6160738" y="2352872"/>
                  <a:pt x="6157555" y="2364855"/>
                </a:cubicBezTo>
                <a:lnTo>
                  <a:pt x="6142086" y="2400701"/>
                </a:lnTo>
                <a:lnTo>
                  <a:pt x="6141817" y="2401528"/>
                </a:lnTo>
                <a:lnTo>
                  <a:pt x="6141758" y="2401462"/>
                </a:lnTo>
                <a:lnTo>
                  <a:pt x="6141730" y="2401526"/>
                </a:lnTo>
                <a:lnTo>
                  <a:pt x="6141724" y="2401425"/>
                </a:lnTo>
                <a:lnTo>
                  <a:pt x="6135469" y="2394478"/>
                </a:lnTo>
                <a:cubicBezTo>
                  <a:pt x="6135347" y="2391557"/>
                  <a:pt x="6136810" y="2388136"/>
                  <a:pt x="6138627" y="2384435"/>
                </a:cubicBezTo>
                <a:lnTo>
                  <a:pt x="6140477" y="2380328"/>
                </a:lnTo>
                <a:lnTo>
                  <a:pt x="6139411" y="2362287"/>
                </a:lnTo>
                <a:cubicBezTo>
                  <a:pt x="6143458" y="2348907"/>
                  <a:pt x="6152098" y="2337555"/>
                  <a:pt x="6164649" y="2335212"/>
                </a:cubicBezTo>
                <a:close/>
                <a:moveTo>
                  <a:pt x="6085280" y="2330839"/>
                </a:moveTo>
                <a:lnTo>
                  <a:pt x="6069539" y="2376127"/>
                </a:lnTo>
                <a:cubicBezTo>
                  <a:pt x="6060238" y="2367141"/>
                  <a:pt x="6062742" y="2319337"/>
                  <a:pt x="6085280" y="2330839"/>
                </a:cubicBezTo>
                <a:close/>
                <a:moveTo>
                  <a:pt x="5232290" y="2324100"/>
                </a:moveTo>
                <a:cubicBezTo>
                  <a:pt x="5248661" y="2335036"/>
                  <a:pt x="5223195" y="2355144"/>
                  <a:pt x="5214100" y="2361847"/>
                </a:cubicBezTo>
                <a:cubicBezTo>
                  <a:pt x="5214100" y="2348441"/>
                  <a:pt x="5232290" y="2330803"/>
                  <a:pt x="5232290" y="2324100"/>
                </a:cubicBezTo>
                <a:close/>
                <a:moveTo>
                  <a:pt x="3777806" y="2318660"/>
                </a:moveTo>
                <a:lnTo>
                  <a:pt x="3777885" y="2319422"/>
                </a:lnTo>
                <a:lnTo>
                  <a:pt x="3783336" y="2319715"/>
                </a:lnTo>
                <a:lnTo>
                  <a:pt x="3783152" y="2319677"/>
                </a:lnTo>
                <a:close/>
                <a:moveTo>
                  <a:pt x="5529933" y="2317938"/>
                </a:moveTo>
                <a:cubicBezTo>
                  <a:pt x="5518773" y="2320098"/>
                  <a:pt x="5525613" y="2322258"/>
                  <a:pt x="5525613" y="2326938"/>
                </a:cubicBezTo>
                <a:cubicBezTo>
                  <a:pt x="5514093" y="2347460"/>
                  <a:pt x="5495733" y="2358621"/>
                  <a:pt x="5505093" y="2376982"/>
                </a:cubicBezTo>
                <a:cubicBezTo>
                  <a:pt x="5518773" y="2365461"/>
                  <a:pt x="5516253" y="2345300"/>
                  <a:pt x="5534613" y="2335939"/>
                </a:cubicBezTo>
                <a:cubicBezTo>
                  <a:pt x="5536773" y="2326938"/>
                  <a:pt x="5532093" y="2322258"/>
                  <a:pt x="5529933" y="2317938"/>
                </a:cubicBezTo>
                <a:close/>
                <a:moveTo>
                  <a:pt x="3786078" y="2314247"/>
                </a:moveTo>
                <a:lnTo>
                  <a:pt x="3786179" y="2315627"/>
                </a:lnTo>
                <a:lnTo>
                  <a:pt x="3786725" y="2319897"/>
                </a:lnTo>
                <a:lnTo>
                  <a:pt x="3800850" y="2320655"/>
                </a:lnTo>
                <a:lnTo>
                  <a:pt x="3800764" y="2319016"/>
                </a:lnTo>
                <a:cubicBezTo>
                  <a:pt x="3798510" y="2313141"/>
                  <a:pt x="3791849" y="2318490"/>
                  <a:pt x="3787381" y="2316807"/>
                </a:cubicBezTo>
                <a:close/>
                <a:moveTo>
                  <a:pt x="5713309" y="2313143"/>
                </a:moveTo>
                <a:lnTo>
                  <a:pt x="5708208" y="2318325"/>
                </a:lnTo>
                <a:cubicBezTo>
                  <a:pt x="5694079" y="2327807"/>
                  <a:pt x="5677469" y="2330803"/>
                  <a:pt x="5692864" y="2342787"/>
                </a:cubicBezTo>
                <a:lnTo>
                  <a:pt x="5685201" y="2341919"/>
                </a:lnTo>
                <a:lnTo>
                  <a:pt x="5686794" y="2361573"/>
                </a:lnTo>
                <a:lnTo>
                  <a:pt x="5701430" y="2344928"/>
                </a:lnTo>
                <a:lnTo>
                  <a:pt x="5715355" y="2336059"/>
                </a:lnTo>
                <a:lnTo>
                  <a:pt x="5708266" y="2332576"/>
                </a:lnTo>
                <a:cubicBezTo>
                  <a:pt x="5706711" y="2329710"/>
                  <a:pt x="5708140" y="2325709"/>
                  <a:pt x="5709959" y="2321778"/>
                </a:cubicBezTo>
                <a:close/>
                <a:moveTo>
                  <a:pt x="3857860" y="2310610"/>
                </a:moveTo>
                <a:cubicBezTo>
                  <a:pt x="3853900" y="2309980"/>
                  <a:pt x="3851649" y="2311217"/>
                  <a:pt x="3850361" y="2313501"/>
                </a:cubicBezTo>
                <a:lnTo>
                  <a:pt x="3849086" y="2320269"/>
                </a:lnTo>
                <a:lnTo>
                  <a:pt x="3849189" y="2320311"/>
                </a:lnTo>
                <a:lnTo>
                  <a:pt x="3849070" y="2320355"/>
                </a:lnTo>
                <a:lnTo>
                  <a:pt x="3848772" y="2321934"/>
                </a:lnTo>
                <a:lnTo>
                  <a:pt x="3857673" y="2315978"/>
                </a:lnTo>
                <a:close/>
                <a:moveTo>
                  <a:pt x="6141201" y="2301875"/>
                </a:moveTo>
                <a:cubicBezTo>
                  <a:pt x="6152924" y="2311047"/>
                  <a:pt x="6155122" y="2319866"/>
                  <a:pt x="6152924" y="2333272"/>
                </a:cubicBezTo>
                <a:cubicBezTo>
                  <a:pt x="6148161" y="2324453"/>
                  <a:pt x="6136438" y="2317750"/>
                  <a:pt x="6141201" y="2301875"/>
                </a:cubicBezTo>
                <a:close/>
                <a:moveTo>
                  <a:pt x="3921795" y="2296189"/>
                </a:moveTo>
                <a:lnTo>
                  <a:pt x="3921532" y="2299589"/>
                </a:lnTo>
                <a:lnTo>
                  <a:pt x="3930507" y="2296940"/>
                </a:lnTo>
                <a:close/>
                <a:moveTo>
                  <a:pt x="3838715" y="2295193"/>
                </a:moveTo>
                <a:lnTo>
                  <a:pt x="3838548" y="2295215"/>
                </a:lnTo>
                <a:lnTo>
                  <a:pt x="3830720" y="2299577"/>
                </a:lnTo>
                <a:lnTo>
                  <a:pt x="3831365" y="2296135"/>
                </a:lnTo>
                <a:lnTo>
                  <a:pt x="3819666" y="2297635"/>
                </a:lnTo>
                <a:cubicBezTo>
                  <a:pt x="3817506" y="2297635"/>
                  <a:pt x="3819666" y="2301954"/>
                  <a:pt x="3819666" y="2301954"/>
                </a:cubicBezTo>
                <a:cubicBezTo>
                  <a:pt x="3813366" y="2302584"/>
                  <a:pt x="3809225" y="2301346"/>
                  <a:pt x="3805917" y="2299417"/>
                </a:cubicBezTo>
                <a:lnTo>
                  <a:pt x="3804159" y="2298074"/>
                </a:lnTo>
                <a:lnTo>
                  <a:pt x="3797740" y="2302993"/>
                </a:lnTo>
                <a:cubicBezTo>
                  <a:pt x="3794263" y="2304309"/>
                  <a:pt x="3790258" y="2304129"/>
                  <a:pt x="3785127" y="2301249"/>
                </a:cubicBezTo>
                <a:lnTo>
                  <a:pt x="3785325" y="2303953"/>
                </a:lnTo>
                <a:lnTo>
                  <a:pt x="3789867" y="2303619"/>
                </a:lnTo>
                <a:cubicBezTo>
                  <a:pt x="3793518" y="2303686"/>
                  <a:pt x="3797344" y="2304384"/>
                  <a:pt x="3801304" y="2306633"/>
                </a:cubicBezTo>
                <a:lnTo>
                  <a:pt x="3804935" y="2320874"/>
                </a:lnTo>
                <a:lnTo>
                  <a:pt x="3824106" y="2321903"/>
                </a:lnTo>
                <a:lnTo>
                  <a:pt x="3829342" y="2319951"/>
                </a:lnTo>
                <a:lnTo>
                  <a:pt x="3833799" y="2318696"/>
                </a:lnTo>
                <a:lnTo>
                  <a:pt x="3831575" y="2309665"/>
                </a:lnTo>
                <a:cubicBezTo>
                  <a:pt x="3831845" y="2305929"/>
                  <a:pt x="3834096" y="2302509"/>
                  <a:pt x="3839857" y="2296929"/>
                </a:cubicBezTo>
                <a:close/>
                <a:moveTo>
                  <a:pt x="3908217" y="2294334"/>
                </a:moveTo>
                <a:cubicBezTo>
                  <a:pt x="3904791" y="2294761"/>
                  <a:pt x="3901641" y="2296696"/>
                  <a:pt x="3898761" y="2301737"/>
                </a:cubicBezTo>
                <a:lnTo>
                  <a:pt x="3897551" y="2297904"/>
                </a:lnTo>
                <a:lnTo>
                  <a:pt x="3890228" y="2307751"/>
                </a:lnTo>
                <a:lnTo>
                  <a:pt x="3912151" y="2302359"/>
                </a:lnTo>
                <a:lnTo>
                  <a:pt x="3918957" y="2300349"/>
                </a:lnTo>
                <a:lnTo>
                  <a:pt x="3914737" y="2295298"/>
                </a:lnTo>
                <a:close/>
                <a:moveTo>
                  <a:pt x="5163811" y="2292736"/>
                </a:moveTo>
                <a:cubicBezTo>
                  <a:pt x="5159131" y="2304257"/>
                  <a:pt x="5145450" y="2297416"/>
                  <a:pt x="5138610" y="2299577"/>
                </a:cubicBezTo>
                <a:cubicBezTo>
                  <a:pt x="5138610" y="2313258"/>
                  <a:pt x="5145450" y="2315418"/>
                  <a:pt x="5159131" y="2315418"/>
                </a:cubicBezTo>
                <a:cubicBezTo>
                  <a:pt x="5156971" y="2304257"/>
                  <a:pt x="5170651" y="2306417"/>
                  <a:pt x="5163811" y="2292736"/>
                </a:cubicBezTo>
                <a:close/>
                <a:moveTo>
                  <a:pt x="3869118" y="2291003"/>
                </a:moveTo>
                <a:lnTo>
                  <a:pt x="3865060" y="2291365"/>
                </a:lnTo>
                <a:lnTo>
                  <a:pt x="3869652" y="2297919"/>
                </a:lnTo>
                <a:lnTo>
                  <a:pt x="3864860" y="2313991"/>
                </a:lnTo>
                <a:lnTo>
                  <a:pt x="3888685" y="2308131"/>
                </a:lnTo>
                <a:lnTo>
                  <a:pt x="3883967" y="2306431"/>
                </a:lnTo>
                <a:lnTo>
                  <a:pt x="3881965" y="2301280"/>
                </a:lnTo>
                <a:lnTo>
                  <a:pt x="3877363" y="2299082"/>
                </a:lnTo>
                <a:cubicBezTo>
                  <a:pt x="3874438" y="2299352"/>
                  <a:pt x="3873043" y="2302322"/>
                  <a:pt x="3872998" y="2299712"/>
                </a:cubicBezTo>
                <a:lnTo>
                  <a:pt x="3873519" y="2294555"/>
                </a:lnTo>
                <a:lnTo>
                  <a:pt x="3871614" y="2294665"/>
                </a:lnTo>
                <a:lnTo>
                  <a:pt x="3871919" y="2292873"/>
                </a:lnTo>
                <a:close/>
                <a:moveTo>
                  <a:pt x="3789107" y="2290129"/>
                </a:moveTo>
                <a:lnTo>
                  <a:pt x="3789260" y="2290956"/>
                </a:lnTo>
                <a:lnTo>
                  <a:pt x="3791240" y="2290818"/>
                </a:lnTo>
                <a:close/>
                <a:moveTo>
                  <a:pt x="3815780" y="2289046"/>
                </a:moveTo>
                <a:lnTo>
                  <a:pt x="3814512" y="2289066"/>
                </a:lnTo>
                <a:lnTo>
                  <a:pt x="3811171" y="2292116"/>
                </a:lnTo>
                <a:lnTo>
                  <a:pt x="3817675" y="2293771"/>
                </a:lnTo>
                <a:lnTo>
                  <a:pt x="3825172" y="2289801"/>
                </a:lnTo>
                <a:lnTo>
                  <a:pt x="3823689" y="2290137"/>
                </a:lnTo>
                <a:cubicBezTo>
                  <a:pt x="3820910" y="2290058"/>
                  <a:pt x="3818345" y="2289451"/>
                  <a:pt x="3815780" y="2289046"/>
                </a:cubicBezTo>
                <a:close/>
                <a:moveTo>
                  <a:pt x="5263688" y="2288656"/>
                </a:moveTo>
                <a:cubicBezTo>
                  <a:pt x="5265136" y="2288572"/>
                  <a:pt x="5266670" y="2289531"/>
                  <a:pt x="5268319" y="2292296"/>
                </a:cubicBezTo>
                <a:cubicBezTo>
                  <a:pt x="5259161" y="2294436"/>
                  <a:pt x="5270884" y="2299074"/>
                  <a:pt x="5263923" y="2301214"/>
                </a:cubicBezTo>
                <a:cubicBezTo>
                  <a:pt x="5259161" y="2290155"/>
                  <a:pt x="5259161" y="2310490"/>
                  <a:pt x="5263923" y="2310490"/>
                </a:cubicBezTo>
                <a:cubicBezTo>
                  <a:pt x="5263923" y="2310490"/>
                  <a:pt x="5263923" y="2310490"/>
                  <a:pt x="5256963" y="2312630"/>
                </a:cubicBezTo>
                <a:cubicBezTo>
                  <a:pt x="5254764" y="2312630"/>
                  <a:pt x="5252200" y="2312630"/>
                  <a:pt x="5252200" y="2307992"/>
                </a:cubicBezTo>
                <a:cubicBezTo>
                  <a:pt x="5259161" y="2305852"/>
                  <a:pt x="5252200" y="2303711"/>
                  <a:pt x="5252200" y="2296933"/>
                </a:cubicBezTo>
                <a:cubicBezTo>
                  <a:pt x="5255772" y="2298539"/>
                  <a:pt x="5259344" y="2288907"/>
                  <a:pt x="5263688" y="2288656"/>
                </a:cubicBezTo>
                <a:close/>
                <a:moveTo>
                  <a:pt x="3946641" y="2288056"/>
                </a:moveTo>
                <a:lnTo>
                  <a:pt x="3934012" y="2295905"/>
                </a:lnTo>
                <a:lnTo>
                  <a:pt x="3947263" y="2291993"/>
                </a:lnTo>
                <a:close/>
                <a:moveTo>
                  <a:pt x="3894441" y="2288056"/>
                </a:moveTo>
                <a:lnTo>
                  <a:pt x="3894326" y="2288129"/>
                </a:lnTo>
                <a:lnTo>
                  <a:pt x="3893869" y="2290782"/>
                </a:lnTo>
                <a:lnTo>
                  <a:pt x="3897184" y="2296742"/>
                </a:lnTo>
                <a:close/>
                <a:moveTo>
                  <a:pt x="5823335" y="2285896"/>
                </a:moveTo>
                <a:cubicBezTo>
                  <a:pt x="5812175" y="2290576"/>
                  <a:pt x="5802815" y="2299577"/>
                  <a:pt x="5798495" y="2308577"/>
                </a:cubicBezTo>
                <a:cubicBezTo>
                  <a:pt x="5800655" y="2313258"/>
                  <a:pt x="5830175" y="2299577"/>
                  <a:pt x="5823335" y="2285896"/>
                </a:cubicBezTo>
                <a:close/>
                <a:moveTo>
                  <a:pt x="3940263" y="2269509"/>
                </a:moveTo>
                <a:lnTo>
                  <a:pt x="3938901" y="2271315"/>
                </a:lnTo>
                <a:cubicBezTo>
                  <a:pt x="3937461" y="2274735"/>
                  <a:pt x="3937461" y="2278155"/>
                  <a:pt x="3939801" y="2281575"/>
                </a:cubicBezTo>
                <a:cubicBezTo>
                  <a:pt x="3943221" y="2282656"/>
                  <a:pt x="3946641" y="2280946"/>
                  <a:pt x="3949206" y="2278110"/>
                </a:cubicBezTo>
                <a:lnTo>
                  <a:pt x="3950995" y="2273835"/>
                </a:lnTo>
                <a:lnTo>
                  <a:pt x="3943252" y="2271610"/>
                </a:lnTo>
                <a:close/>
                <a:moveTo>
                  <a:pt x="5720925" y="2266950"/>
                </a:moveTo>
                <a:cubicBezTo>
                  <a:pt x="5729688" y="2280443"/>
                  <a:pt x="5705503" y="2293582"/>
                  <a:pt x="5703050" y="2286835"/>
                </a:cubicBezTo>
                <a:cubicBezTo>
                  <a:pt x="5712163" y="2282574"/>
                  <a:pt x="5707606" y="2269080"/>
                  <a:pt x="5720925" y="2266950"/>
                </a:cubicBezTo>
                <a:close/>
                <a:moveTo>
                  <a:pt x="5834855" y="2256374"/>
                </a:moveTo>
                <a:cubicBezTo>
                  <a:pt x="5832695" y="2265374"/>
                  <a:pt x="5825855" y="2272215"/>
                  <a:pt x="5825855" y="2283736"/>
                </a:cubicBezTo>
                <a:cubicBezTo>
                  <a:pt x="5839535" y="2276895"/>
                  <a:pt x="5841695" y="2285896"/>
                  <a:pt x="5855375" y="2274735"/>
                </a:cubicBezTo>
                <a:cubicBezTo>
                  <a:pt x="5853215" y="2263214"/>
                  <a:pt x="5839535" y="2267894"/>
                  <a:pt x="5834855" y="2256374"/>
                </a:cubicBezTo>
                <a:close/>
                <a:moveTo>
                  <a:pt x="5254891" y="2256374"/>
                </a:moveTo>
                <a:lnTo>
                  <a:pt x="5254647" y="2256827"/>
                </a:lnTo>
                <a:lnTo>
                  <a:pt x="5254969" y="2256374"/>
                </a:lnTo>
                <a:close/>
                <a:moveTo>
                  <a:pt x="5800655" y="2249533"/>
                </a:moveTo>
                <a:cubicBezTo>
                  <a:pt x="5791655" y="2258534"/>
                  <a:pt x="5786975" y="2267894"/>
                  <a:pt x="5786975" y="2281575"/>
                </a:cubicBezTo>
                <a:cubicBezTo>
                  <a:pt x="5795975" y="2276895"/>
                  <a:pt x="5800655" y="2276895"/>
                  <a:pt x="5800655" y="2285896"/>
                </a:cubicBezTo>
                <a:cubicBezTo>
                  <a:pt x="5816495" y="2281575"/>
                  <a:pt x="5821175" y="2267894"/>
                  <a:pt x="5828015" y="2256374"/>
                </a:cubicBezTo>
                <a:cubicBezTo>
                  <a:pt x="5816495" y="2245213"/>
                  <a:pt x="5816495" y="2274735"/>
                  <a:pt x="5802815" y="2274735"/>
                </a:cubicBezTo>
                <a:cubicBezTo>
                  <a:pt x="5791655" y="2274735"/>
                  <a:pt x="5802815" y="2256374"/>
                  <a:pt x="5800655" y="2249533"/>
                </a:cubicBezTo>
                <a:close/>
                <a:moveTo>
                  <a:pt x="6293228" y="2247900"/>
                </a:moveTo>
                <a:cubicBezTo>
                  <a:pt x="6286159" y="2258836"/>
                  <a:pt x="6279090" y="2270125"/>
                  <a:pt x="6276857" y="2285647"/>
                </a:cubicBezTo>
                <a:cubicBezTo>
                  <a:pt x="6272020" y="2272241"/>
                  <a:pt x="6269788" y="2247900"/>
                  <a:pt x="6293228" y="2247900"/>
                </a:cubicBezTo>
                <a:close/>
                <a:moveTo>
                  <a:pt x="5225011" y="2231532"/>
                </a:moveTo>
                <a:cubicBezTo>
                  <a:pt x="5211331" y="2238372"/>
                  <a:pt x="5225011" y="2247373"/>
                  <a:pt x="5222851" y="2261054"/>
                </a:cubicBezTo>
                <a:cubicBezTo>
                  <a:pt x="5202331" y="2265374"/>
                  <a:pt x="5179651" y="2288056"/>
                  <a:pt x="5200171" y="2306417"/>
                </a:cubicBezTo>
                <a:cubicBezTo>
                  <a:pt x="5181811" y="2308577"/>
                  <a:pt x="5188651" y="2285896"/>
                  <a:pt x="5174971" y="2285896"/>
                </a:cubicBezTo>
                <a:cubicBezTo>
                  <a:pt x="5179651" y="2292736"/>
                  <a:pt x="5179651" y="2306417"/>
                  <a:pt x="5184331" y="2313258"/>
                </a:cubicBezTo>
                <a:cubicBezTo>
                  <a:pt x="5172811" y="2317938"/>
                  <a:pt x="5163811" y="2324778"/>
                  <a:pt x="5163811" y="2340619"/>
                </a:cubicBezTo>
                <a:cubicBezTo>
                  <a:pt x="5150130" y="2342780"/>
                  <a:pt x="5159131" y="2320098"/>
                  <a:pt x="5141130" y="2326938"/>
                </a:cubicBezTo>
                <a:cubicBezTo>
                  <a:pt x="5141130" y="2326938"/>
                  <a:pt x="5141130" y="2326938"/>
                  <a:pt x="5141130" y="2351780"/>
                </a:cubicBezTo>
                <a:cubicBezTo>
                  <a:pt x="5129610" y="2338459"/>
                  <a:pt x="5122770" y="2354300"/>
                  <a:pt x="5109090" y="2356461"/>
                </a:cubicBezTo>
                <a:cubicBezTo>
                  <a:pt x="5109090" y="2361141"/>
                  <a:pt x="5113770" y="2363301"/>
                  <a:pt x="5111250" y="2367981"/>
                </a:cubicBezTo>
                <a:cubicBezTo>
                  <a:pt x="5093250" y="2372302"/>
                  <a:pt x="5077410" y="2388143"/>
                  <a:pt x="5086410" y="2411184"/>
                </a:cubicBezTo>
                <a:cubicBezTo>
                  <a:pt x="5074890" y="2402184"/>
                  <a:pt x="5059050" y="2418025"/>
                  <a:pt x="5065890" y="2427025"/>
                </a:cubicBezTo>
                <a:cubicBezTo>
                  <a:pt x="5038529" y="2418025"/>
                  <a:pt x="5045369" y="2447547"/>
                  <a:pt x="5027369" y="2449707"/>
                </a:cubicBezTo>
                <a:cubicBezTo>
                  <a:pt x="5034209" y="2458708"/>
                  <a:pt x="5024849" y="2451867"/>
                  <a:pt x="5022689" y="2458708"/>
                </a:cubicBezTo>
                <a:cubicBezTo>
                  <a:pt x="5027369" y="2461228"/>
                  <a:pt x="5029529" y="2463388"/>
                  <a:pt x="5031689" y="2465548"/>
                </a:cubicBezTo>
                <a:cubicBezTo>
                  <a:pt x="5029529" y="2472388"/>
                  <a:pt x="5027369" y="2486069"/>
                  <a:pt x="5015849" y="2486069"/>
                </a:cubicBezTo>
                <a:cubicBezTo>
                  <a:pt x="5018009" y="2474909"/>
                  <a:pt x="5031689" y="2470228"/>
                  <a:pt x="5018009" y="2463388"/>
                </a:cubicBezTo>
                <a:cubicBezTo>
                  <a:pt x="5006849" y="2481749"/>
                  <a:pt x="4974809" y="2470228"/>
                  <a:pt x="4963649" y="2486069"/>
                </a:cubicBezTo>
                <a:cubicBezTo>
                  <a:pt x="4958969" y="2495430"/>
                  <a:pt x="4958969" y="2502271"/>
                  <a:pt x="4965809" y="2508751"/>
                </a:cubicBezTo>
                <a:cubicBezTo>
                  <a:pt x="4991009" y="2508751"/>
                  <a:pt x="4963649" y="2488590"/>
                  <a:pt x="4981649" y="2486069"/>
                </a:cubicBezTo>
                <a:cubicBezTo>
                  <a:pt x="4977329" y="2502271"/>
                  <a:pt x="4993169" y="2504431"/>
                  <a:pt x="4995329" y="2515591"/>
                </a:cubicBezTo>
                <a:cubicBezTo>
                  <a:pt x="4981649" y="2504431"/>
                  <a:pt x="4972649" y="2518112"/>
                  <a:pt x="4961129" y="2520272"/>
                </a:cubicBezTo>
                <a:cubicBezTo>
                  <a:pt x="4958969" y="2511271"/>
                  <a:pt x="4958969" y="2499750"/>
                  <a:pt x="4947449" y="2497590"/>
                </a:cubicBezTo>
                <a:cubicBezTo>
                  <a:pt x="4943129" y="2504431"/>
                  <a:pt x="4954289" y="2515591"/>
                  <a:pt x="4943129" y="2515591"/>
                </a:cubicBezTo>
                <a:cubicBezTo>
                  <a:pt x="4943129" y="2511271"/>
                  <a:pt x="4940609" y="2506591"/>
                  <a:pt x="4938449" y="2504431"/>
                </a:cubicBezTo>
                <a:cubicBezTo>
                  <a:pt x="4931609" y="2511271"/>
                  <a:pt x="4924769" y="2522432"/>
                  <a:pt x="4915769" y="2529272"/>
                </a:cubicBezTo>
                <a:cubicBezTo>
                  <a:pt x="4895248" y="2515591"/>
                  <a:pt x="4879408" y="2549794"/>
                  <a:pt x="4858888" y="2549794"/>
                </a:cubicBezTo>
                <a:cubicBezTo>
                  <a:pt x="4863568" y="2551954"/>
                  <a:pt x="4861048" y="2558794"/>
                  <a:pt x="4863568" y="2563475"/>
                </a:cubicBezTo>
                <a:cubicBezTo>
                  <a:pt x="4856728" y="2565635"/>
                  <a:pt x="4849888" y="2561315"/>
                  <a:pt x="4849888" y="2574995"/>
                </a:cubicBezTo>
                <a:cubicBezTo>
                  <a:pt x="4829368" y="2558794"/>
                  <a:pt x="4827208" y="2583996"/>
                  <a:pt x="4813528" y="2592997"/>
                </a:cubicBezTo>
                <a:cubicBezTo>
                  <a:pt x="4813528" y="2581836"/>
                  <a:pt x="4802008" y="2595517"/>
                  <a:pt x="4799848" y="2583996"/>
                </a:cubicBezTo>
                <a:cubicBezTo>
                  <a:pt x="4802008" y="2572475"/>
                  <a:pt x="4806688" y="2568155"/>
                  <a:pt x="4813528" y="2565635"/>
                </a:cubicBezTo>
                <a:cubicBezTo>
                  <a:pt x="4799848" y="2549794"/>
                  <a:pt x="4781487" y="2565635"/>
                  <a:pt x="4772487" y="2581836"/>
                </a:cubicBezTo>
                <a:cubicBezTo>
                  <a:pt x="4781487" y="2581836"/>
                  <a:pt x="4783647" y="2570315"/>
                  <a:pt x="4795167" y="2579316"/>
                </a:cubicBezTo>
                <a:cubicBezTo>
                  <a:pt x="4776807" y="2595517"/>
                  <a:pt x="4756647" y="2602357"/>
                  <a:pt x="4738287" y="2625039"/>
                </a:cubicBezTo>
                <a:cubicBezTo>
                  <a:pt x="4738287" y="2627199"/>
                  <a:pt x="4742967" y="2629359"/>
                  <a:pt x="4747287" y="2631879"/>
                </a:cubicBezTo>
                <a:cubicBezTo>
                  <a:pt x="4747287" y="2631879"/>
                  <a:pt x="4747287" y="2631879"/>
                  <a:pt x="4740447" y="2649881"/>
                </a:cubicBezTo>
                <a:cubicBezTo>
                  <a:pt x="4729287" y="2645560"/>
                  <a:pt x="4738287" y="2634040"/>
                  <a:pt x="4724607" y="2629359"/>
                </a:cubicBezTo>
                <a:cubicBezTo>
                  <a:pt x="4704087" y="2625039"/>
                  <a:pt x="4713087" y="2649881"/>
                  <a:pt x="4695087" y="2638720"/>
                </a:cubicBezTo>
                <a:cubicBezTo>
                  <a:pt x="4692927" y="2656721"/>
                  <a:pt x="4715607" y="2654561"/>
                  <a:pt x="4722447" y="2647720"/>
                </a:cubicBezTo>
                <a:cubicBezTo>
                  <a:pt x="4719927" y="2666082"/>
                  <a:pt x="4697247" y="2649881"/>
                  <a:pt x="4701927" y="2668242"/>
                </a:cubicBezTo>
                <a:cubicBezTo>
                  <a:pt x="4688247" y="2659241"/>
                  <a:pt x="4699767" y="2640880"/>
                  <a:pt x="4676727" y="2634040"/>
                </a:cubicBezTo>
                <a:cubicBezTo>
                  <a:pt x="4670247" y="2649881"/>
                  <a:pt x="4629206" y="2654561"/>
                  <a:pt x="4645047" y="2684083"/>
                </a:cubicBezTo>
                <a:cubicBezTo>
                  <a:pt x="4654047" y="2672562"/>
                  <a:pt x="4663407" y="2668242"/>
                  <a:pt x="4674567" y="2661401"/>
                </a:cubicBezTo>
                <a:cubicBezTo>
                  <a:pt x="4676727" y="2675082"/>
                  <a:pt x="4660887" y="2668242"/>
                  <a:pt x="4670247" y="2681923"/>
                </a:cubicBezTo>
                <a:cubicBezTo>
                  <a:pt x="4659987" y="2681923"/>
                  <a:pt x="4648017" y="2687593"/>
                  <a:pt x="4636901" y="2692678"/>
                </a:cubicBezTo>
                <a:lnTo>
                  <a:pt x="4628304" y="2696185"/>
                </a:lnTo>
                <a:lnTo>
                  <a:pt x="4629977" y="2698664"/>
                </a:lnTo>
                <a:cubicBezTo>
                  <a:pt x="4631571" y="2699497"/>
                  <a:pt x="4633466" y="2699712"/>
                  <a:pt x="4635284" y="2700143"/>
                </a:cubicBezTo>
                <a:lnTo>
                  <a:pt x="4637518" y="2701420"/>
                </a:lnTo>
                <a:lnTo>
                  <a:pt x="4648557" y="2700059"/>
                </a:lnTo>
                <a:cubicBezTo>
                  <a:pt x="4654227" y="2698304"/>
                  <a:pt x="4658727" y="2695424"/>
                  <a:pt x="4660887" y="2690923"/>
                </a:cubicBezTo>
                <a:cubicBezTo>
                  <a:pt x="4658727" y="2699924"/>
                  <a:pt x="4672407" y="2695604"/>
                  <a:pt x="4670247" y="2686243"/>
                </a:cubicBezTo>
                <a:cubicBezTo>
                  <a:pt x="4674567" y="2688763"/>
                  <a:pt x="4676727" y="2690923"/>
                  <a:pt x="4679247" y="2695604"/>
                </a:cubicBezTo>
                <a:cubicBezTo>
                  <a:pt x="4683567" y="2690923"/>
                  <a:pt x="4688247" y="2686243"/>
                  <a:pt x="4690407" y="2679403"/>
                </a:cubicBezTo>
                <a:cubicBezTo>
                  <a:pt x="4706607" y="2690923"/>
                  <a:pt x="4715607" y="2677243"/>
                  <a:pt x="4726767" y="2666082"/>
                </a:cubicBezTo>
                <a:cubicBezTo>
                  <a:pt x="4724607" y="2672562"/>
                  <a:pt x="4736127" y="2675082"/>
                  <a:pt x="4736127" y="2679403"/>
                </a:cubicBezTo>
                <a:cubicBezTo>
                  <a:pt x="4742967" y="2666082"/>
                  <a:pt x="4756647" y="2666082"/>
                  <a:pt x="4767807" y="2663562"/>
                </a:cubicBezTo>
                <a:cubicBezTo>
                  <a:pt x="4779327" y="2659241"/>
                  <a:pt x="4790487" y="2656721"/>
                  <a:pt x="4790487" y="2640880"/>
                </a:cubicBezTo>
                <a:cubicBezTo>
                  <a:pt x="4802008" y="2649881"/>
                  <a:pt x="4804168" y="2634040"/>
                  <a:pt x="4808848" y="2627199"/>
                </a:cubicBezTo>
                <a:lnTo>
                  <a:pt x="4818574" y="2632082"/>
                </a:lnTo>
                <a:lnTo>
                  <a:pt x="4817225" y="2627535"/>
                </a:lnTo>
                <a:cubicBezTo>
                  <a:pt x="4831014" y="2611782"/>
                  <a:pt x="4860768" y="2611782"/>
                  <a:pt x="4867662" y="2600325"/>
                </a:cubicBezTo>
                <a:cubicBezTo>
                  <a:pt x="4867662" y="2608291"/>
                  <a:pt x="4865099" y="2614691"/>
                  <a:pt x="4861431" y="2620335"/>
                </a:cubicBezTo>
                <a:lnTo>
                  <a:pt x="4860096" y="2621942"/>
                </a:lnTo>
                <a:lnTo>
                  <a:pt x="4865514" y="2621506"/>
                </a:lnTo>
                <a:cubicBezTo>
                  <a:pt x="4871016" y="2620674"/>
                  <a:pt x="4875988" y="2619099"/>
                  <a:pt x="4879408" y="2615678"/>
                </a:cubicBezTo>
                <a:cubicBezTo>
                  <a:pt x="4879408" y="2609198"/>
                  <a:pt x="4874728" y="2606678"/>
                  <a:pt x="4874728" y="2602357"/>
                </a:cubicBezTo>
                <a:cubicBezTo>
                  <a:pt x="4888408" y="2597677"/>
                  <a:pt x="4890568" y="2595517"/>
                  <a:pt x="4904249" y="2586156"/>
                </a:cubicBezTo>
                <a:cubicBezTo>
                  <a:pt x="4911089" y="2595517"/>
                  <a:pt x="4895248" y="2602357"/>
                  <a:pt x="4906769" y="2606678"/>
                </a:cubicBezTo>
                <a:cubicBezTo>
                  <a:pt x="4907309" y="2596417"/>
                  <a:pt x="4910842" y="2588722"/>
                  <a:pt x="4916123" y="2582702"/>
                </a:cubicBezTo>
                <a:lnTo>
                  <a:pt x="4916553" y="2582401"/>
                </a:lnTo>
                <a:lnTo>
                  <a:pt x="4916926" y="2574036"/>
                </a:lnTo>
                <a:cubicBezTo>
                  <a:pt x="4919856" y="2561536"/>
                  <a:pt x="4928977" y="2559422"/>
                  <a:pt x="4940695" y="2555875"/>
                </a:cubicBezTo>
                <a:lnTo>
                  <a:pt x="4938110" y="2567927"/>
                </a:lnTo>
                <a:lnTo>
                  <a:pt x="4958862" y="2559593"/>
                </a:lnTo>
                <a:lnTo>
                  <a:pt x="4966610" y="2555482"/>
                </a:lnTo>
                <a:lnTo>
                  <a:pt x="4958513" y="2547013"/>
                </a:lnTo>
                <a:cubicBezTo>
                  <a:pt x="4965216" y="2547013"/>
                  <a:pt x="4963099" y="2540260"/>
                  <a:pt x="4967332" y="2538127"/>
                </a:cubicBezTo>
                <a:lnTo>
                  <a:pt x="4971093" y="2542074"/>
                </a:lnTo>
                <a:lnTo>
                  <a:pt x="4970489" y="2533953"/>
                </a:lnTo>
                <a:cubicBezTo>
                  <a:pt x="4981649" y="2533953"/>
                  <a:pt x="4986329" y="2522432"/>
                  <a:pt x="4995329" y="2518112"/>
                </a:cubicBezTo>
                <a:cubicBezTo>
                  <a:pt x="4993169" y="2529272"/>
                  <a:pt x="4993169" y="2536113"/>
                  <a:pt x="4997849" y="2542953"/>
                </a:cubicBezTo>
                <a:cubicBezTo>
                  <a:pt x="5020529" y="2531613"/>
                  <a:pt x="5039789" y="2511181"/>
                  <a:pt x="5059364" y="2492730"/>
                </a:cubicBezTo>
                <a:lnTo>
                  <a:pt x="5085382" y="2471262"/>
                </a:lnTo>
                <a:lnTo>
                  <a:pt x="5080515" y="2465113"/>
                </a:lnTo>
                <a:cubicBezTo>
                  <a:pt x="5077965" y="2463099"/>
                  <a:pt x="5075638" y="2463099"/>
                  <a:pt x="5074385" y="2467753"/>
                </a:cubicBezTo>
                <a:cubicBezTo>
                  <a:pt x="5063288" y="2451644"/>
                  <a:pt x="5092641" y="2442695"/>
                  <a:pt x="5097294" y="2438400"/>
                </a:cubicBezTo>
                <a:cubicBezTo>
                  <a:pt x="5099442" y="2447349"/>
                  <a:pt x="5094789" y="2451644"/>
                  <a:pt x="5090493" y="2456298"/>
                </a:cubicBezTo>
                <a:cubicBezTo>
                  <a:pt x="5089240" y="2458625"/>
                  <a:pt x="5087540" y="2460862"/>
                  <a:pt x="5086690" y="2463681"/>
                </a:cubicBezTo>
                <a:lnTo>
                  <a:pt x="5087396" y="2469601"/>
                </a:lnTo>
                <a:lnTo>
                  <a:pt x="5089430" y="2467922"/>
                </a:lnTo>
                <a:cubicBezTo>
                  <a:pt x="5099842" y="2461070"/>
                  <a:pt x="5110800" y="2456098"/>
                  <a:pt x="5122770" y="2454387"/>
                </a:cubicBezTo>
                <a:cubicBezTo>
                  <a:pt x="5118090" y="2456547"/>
                  <a:pt x="5111250" y="2458708"/>
                  <a:pt x="5111250" y="2468068"/>
                </a:cubicBezTo>
                <a:cubicBezTo>
                  <a:pt x="5122770" y="2465548"/>
                  <a:pt x="5120610" y="2474909"/>
                  <a:pt x="5129610" y="2472388"/>
                </a:cubicBezTo>
                <a:cubicBezTo>
                  <a:pt x="5128530" y="2461048"/>
                  <a:pt x="5133660" y="2458797"/>
                  <a:pt x="5139645" y="2458528"/>
                </a:cubicBezTo>
                <a:lnTo>
                  <a:pt x="5147964" y="2458705"/>
                </a:lnTo>
                <a:lnTo>
                  <a:pt x="5151722" y="2451292"/>
                </a:lnTo>
                <a:lnTo>
                  <a:pt x="5153522" y="2448734"/>
                </a:lnTo>
                <a:lnTo>
                  <a:pt x="5152740" y="2443992"/>
                </a:lnTo>
                <a:cubicBezTo>
                  <a:pt x="5151300" y="2441156"/>
                  <a:pt x="5150130" y="2438366"/>
                  <a:pt x="5152290" y="2431706"/>
                </a:cubicBezTo>
                <a:lnTo>
                  <a:pt x="5156567" y="2432383"/>
                </a:lnTo>
                <a:lnTo>
                  <a:pt x="5156433" y="2431030"/>
                </a:lnTo>
                <a:lnTo>
                  <a:pt x="5168768" y="2432975"/>
                </a:lnTo>
                <a:lnTo>
                  <a:pt x="5176405" y="2429657"/>
                </a:lnTo>
                <a:lnTo>
                  <a:pt x="5170203" y="2424156"/>
                </a:lnTo>
                <a:lnTo>
                  <a:pt x="5175016" y="2422039"/>
                </a:lnTo>
                <a:lnTo>
                  <a:pt x="5170651" y="2418025"/>
                </a:lnTo>
                <a:cubicBezTo>
                  <a:pt x="5179021" y="2414514"/>
                  <a:pt x="5184961" y="2398246"/>
                  <a:pt x="5191357" y="2394280"/>
                </a:cubicBezTo>
                <a:lnTo>
                  <a:pt x="5194116" y="2394721"/>
                </a:lnTo>
                <a:lnTo>
                  <a:pt x="5195998" y="2391994"/>
                </a:lnTo>
                <a:cubicBezTo>
                  <a:pt x="5200517" y="2387947"/>
                  <a:pt x="5206155" y="2384491"/>
                  <a:pt x="5204902" y="2376487"/>
                </a:cubicBezTo>
                <a:cubicBezTo>
                  <a:pt x="5211704" y="2385764"/>
                  <a:pt x="5210630" y="2391494"/>
                  <a:pt x="5207005" y="2396360"/>
                </a:cubicBezTo>
                <a:lnTo>
                  <a:pt x="5196538" y="2408007"/>
                </a:lnTo>
                <a:lnTo>
                  <a:pt x="5202061" y="2409879"/>
                </a:lnTo>
                <a:cubicBezTo>
                  <a:pt x="5205211" y="2412714"/>
                  <a:pt x="5208091" y="2417845"/>
                  <a:pt x="5216011" y="2420185"/>
                </a:cubicBezTo>
                <a:cubicBezTo>
                  <a:pt x="5220691" y="2409024"/>
                  <a:pt x="5213851" y="2406504"/>
                  <a:pt x="5209171" y="2402184"/>
                </a:cubicBezTo>
                <a:cubicBezTo>
                  <a:pt x="5218171" y="2388143"/>
                  <a:pt x="5241211" y="2372302"/>
                  <a:pt x="5259211" y="2356461"/>
                </a:cubicBezTo>
                <a:cubicBezTo>
                  <a:pt x="5250211" y="2349620"/>
                  <a:pt x="5259211" y="2338459"/>
                  <a:pt x="5257051" y="2326938"/>
                </a:cubicBezTo>
                <a:cubicBezTo>
                  <a:pt x="5270731" y="2322258"/>
                  <a:pt x="5263891" y="2342780"/>
                  <a:pt x="5277571" y="2335939"/>
                </a:cubicBezTo>
                <a:cubicBezTo>
                  <a:pt x="5272891" y="2320098"/>
                  <a:pt x="5279731" y="2311097"/>
                  <a:pt x="5284411" y="2299577"/>
                </a:cubicBezTo>
                <a:cubicBezTo>
                  <a:pt x="5277571" y="2297416"/>
                  <a:pt x="5272891" y="2306417"/>
                  <a:pt x="5272891" y="2299577"/>
                </a:cubicBezTo>
                <a:cubicBezTo>
                  <a:pt x="5284411" y="2297416"/>
                  <a:pt x="5277571" y="2283736"/>
                  <a:pt x="5270731" y="2281575"/>
                </a:cubicBezTo>
                <a:cubicBezTo>
                  <a:pt x="5275231" y="2280315"/>
                  <a:pt x="5276941" y="2276265"/>
                  <a:pt x="5279236" y="2272260"/>
                </a:cubicBezTo>
                <a:lnTo>
                  <a:pt x="5282361" y="2269907"/>
                </a:lnTo>
                <a:lnTo>
                  <a:pt x="5277905" y="2267494"/>
                </a:lnTo>
                <a:cubicBezTo>
                  <a:pt x="5259559" y="2264954"/>
                  <a:pt x="5257401" y="2278743"/>
                  <a:pt x="5259559" y="2285637"/>
                </a:cubicBezTo>
                <a:cubicBezTo>
                  <a:pt x="5247148" y="2281101"/>
                  <a:pt x="5246609" y="2271395"/>
                  <a:pt x="5251420" y="2261371"/>
                </a:cubicBezTo>
                <a:lnTo>
                  <a:pt x="5252212" y="2260256"/>
                </a:lnTo>
                <a:lnTo>
                  <a:pt x="5249356" y="2245888"/>
                </a:lnTo>
                <a:cubicBezTo>
                  <a:pt x="5247961" y="2241613"/>
                  <a:pt x="5245711" y="2238193"/>
                  <a:pt x="5241211" y="2235852"/>
                </a:cubicBezTo>
                <a:cubicBezTo>
                  <a:pt x="5234371" y="2251693"/>
                  <a:pt x="5231851" y="2238372"/>
                  <a:pt x="5225011" y="2231532"/>
                </a:cubicBezTo>
                <a:close/>
                <a:moveTo>
                  <a:pt x="5864315" y="2222500"/>
                </a:moveTo>
                <a:cubicBezTo>
                  <a:pt x="5870975" y="2231959"/>
                  <a:pt x="5864315" y="2245783"/>
                  <a:pt x="5864315" y="2257061"/>
                </a:cubicBezTo>
                <a:cubicBezTo>
                  <a:pt x="5844338" y="2254878"/>
                  <a:pt x="5866418" y="2234141"/>
                  <a:pt x="5864315" y="2222500"/>
                </a:cubicBezTo>
                <a:close/>
                <a:moveTo>
                  <a:pt x="5738681" y="2222500"/>
                </a:moveTo>
                <a:lnTo>
                  <a:pt x="5740797" y="2238985"/>
                </a:lnTo>
                <a:cubicBezTo>
                  <a:pt x="5736211" y="2241183"/>
                  <a:pt x="5727392" y="2245945"/>
                  <a:pt x="5725275" y="2241183"/>
                </a:cubicBezTo>
                <a:cubicBezTo>
                  <a:pt x="5731978" y="2236421"/>
                  <a:pt x="5731978" y="2227262"/>
                  <a:pt x="5738681" y="2222500"/>
                </a:cubicBezTo>
                <a:close/>
                <a:moveTo>
                  <a:pt x="5873376" y="2213171"/>
                </a:moveTo>
                <a:cubicBezTo>
                  <a:pt x="5859696" y="2222171"/>
                  <a:pt x="5859696" y="2231532"/>
                  <a:pt x="5843855" y="2231532"/>
                </a:cubicBezTo>
                <a:cubicBezTo>
                  <a:pt x="5850695" y="2242693"/>
                  <a:pt x="5862216" y="2247373"/>
                  <a:pt x="5855375" y="2267894"/>
                </a:cubicBezTo>
                <a:cubicBezTo>
                  <a:pt x="5880216" y="2265374"/>
                  <a:pt x="5864376" y="2235852"/>
                  <a:pt x="5873376" y="2213171"/>
                </a:cubicBezTo>
                <a:close/>
                <a:moveTo>
                  <a:pt x="5282057" y="2212875"/>
                </a:moveTo>
                <a:lnTo>
                  <a:pt x="5276631" y="2218402"/>
                </a:lnTo>
                <a:lnTo>
                  <a:pt x="5276929" y="2224691"/>
                </a:lnTo>
                <a:lnTo>
                  <a:pt x="5277571" y="2224691"/>
                </a:lnTo>
                <a:close/>
                <a:moveTo>
                  <a:pt x="5286207" y="2208646"/>
                </a:moveTo>
                <a:lnTo>
                  <a:pt x="5285490" y="2209377"/>
                </a:lnTo>
                <a:lnTo>
                  <a:pt x="5286319" y="2209122"/>
                </a:lnTo>
                <a:close/>
                <a:moveTo>
                  <a:pt x="6354040" y="2198687"/>
                </a:moveTo>
                <a:cubicBezTo>
                  <a:pt x="6365306" y="2207772"/>
                  <a:pt x="6367850" y="2212496"/>
                  <a:pt x="6358401" y="2226306"/>
                </a:cubicBezTo>
                <a:cubicBezTo>
                  <a:pt x="6338050" y="2228486"/>
                  <a:pt x="6354040" y="2210316"/>
                  <a:pt x="6354040" y="2198687"/>
                </a:cubicBezTo>
                <a:close/>
                <a:moveTo>
                  <a:pt x="5136450" y="2185809"/>
                </a:moveTo>
                <a:cubicBezTo>
                  <a:pt x="5122770" y="2183649"/>
                  <a:pt x="5124930" y="2201650"/>
                  <a:pt x="5138610" y="2199490"/>
                </a:cubicBezTo>
                <a:cubicBezTo>
                  <a:pt x="5143290" y="2192649"/>
                  <a:pt x="5138610" y="2194809"/>
                  <a:pt x="5136450" y="2185809"/>
                </a:cubicBezTo>
                <a:close/>
                <a:moveTo>
                  <a:pt x="5259211" y="2183649"/>
                </a:moveTo>
                <a:cubicBezTo>
                  <a:pt x="5252371" y="2190489"/>
                  <a:pt x="5247241" y="2196160"/>
                  <a:pt x="5242111" y="2202415"/>
                </a:cubicBezTo>
                <a:lnTo>
                  <a:pt x="5234310" y="2212577"/>
                </a:lnTo>
                <a:lnTo>
                  <a:pt x="5239790" y="2213896"/>
                </a:lnTo>
                <a:lnTo>
                  <a:pt x="5247376" y="2208355"/>
                </a:lnTo>
                <a:cubicBezTo>
                  <a:pt x="5253091" y="2201830"/>
                  <a:pt x="5257051" y="2193909"/>
                  <a:pt x="5259211" y="2183649"/>
                </a:cubicBezTo>
                <a:close/>
                <a:moveTo>
                  <a:pt x="6112501" y="2176462"/>
                </a:moveTo>
                <a:cubicBezTo>
                  <a:pt x="6132905" y="2189967"/>
                  <a:pt x="6114649" y="2205605"/>
                  <a:pt x="6110353" y="2223731"/>
                </a:cubicBezTo>
                <a:cubicBezTo>
                  <a:pt x="6096750" y="2210226"/>
                  <a:pt x="6117154" y="2194232"/>
                  <a:pt x="6112501" y="2176462"/>
                </a:cubicBezTo>
                <a:close/>
                <a:moveTo>
                  <a:pt x="5425527" y="2170204"/>
                </a:moveTo>
                <a:cubicBezTo>
                  <a:pt x="5421933" y="2170845"/>
                  <a:pt x="5420313" y="2177258"/>
                  <a:pt x="5418693" y="2172128"/>
                </a:cubicBezTo>
                <a:cubicBezTo>
                  <a:pt x="5411853" y="2181488"/>
                  <a:pt x="5418693" y="2199490"/>
                  <a:pt x="5400332" y="2201650"/>
                </a:cubicBezTo>
                <a:cubicBezTo>
                  <a:pt x="5414013" y="2208490"/>
                  <a:pt x="5432013" y="2187969"/>
                  <a:pt x="5429853" y="2172128"/>
                </a:cubicBezTo>
                <a:cubicBezTo>
                  <a:pt x="5428143" y="2170418"/>
                  <a:pt x="5426726" y="2169990"/>
                  <a:pt x="5425527" y="2170204"/>
                </a:cubicBezTo>
                <a:close/>
                <a:moveTo>
                  <a:pt x="6159281" y="2165350"/>
                </a:moveTo>
                <a:cubicBezTo>
                  <a:pt x="6172600" y="2167894"/>
                  <a:pt x="6163487" y="2190788"/>
                  <a:pt x="6156828" y="2195148"/>
                </a:cubicBezTo>
                <a:cubicBezTo>
                  <a:pt x="6145963" y="2186063"/>
                  <a:pt x="6152622" y="2176978"/>
                  <a:pt x="6159281" y="2165350"/>
                </a:cubicBezTo>
                <a:close/>
                <a:moveTo>
                  <a:pt x="5850695" y="2165287"/>
                </a:moveTo>
                <a:cubicBezTo>
                  <a:pt x="5841695" y="2174648"/>
                  <a:pt x="5843855" y="2187969"/>
                  <a:pt x="5846375" y="2204170"/>
                </a:cubicBezTo>
                <a:cubicBezTo>
                  <a:pt x="5859696" y="2197330"/>
                  <a:pt x="5853215" y="2178968"/>
                  <a:pt x="5850695" y="2165287"/>
                </a:cubicBezTo>
                <a:close/>
                <a:moveTo>
                  <a:pt x="5705255" y="2154127"/>
                </a:moveTo>
                <a:lnTo>
                  <a:pt x="5700505" y="2156365"/>
                </a:lnTo>
                <a:lnTo>
                  <a:pt x="5691245" y="2181216"/>
                </a:lnTo>
                <a:lnTo>
                  <a:pt x="5688196" y="2195294"/>
                </a:lnTo>
                <a:lnTo>
                  <a:pt x="5694005" y="2190759"/>
                </a:lnTo>
                <a:cubicBezTo>
                  <a:pt x="5697695" y="2186529"/>
                  <a:pt x="5701655" y="2182569"/>
                  <a:pt x="5709575" y="2181488"/>
                </a:cubicBezTo>
                <a:cubicBezTo>
                  <a:pt x="5705255" y="2165287"/>
                  <a:pt x="5705255" y="2169968"/>
                  <a:pt x="5705255" y="2154127"/>
                </a:cubicBezTo>
                <a:close/>
                <a:moveTo>
                  <a:pt x="3203455" y="2146445"/>
                </a:moveTo>
                <a:lnTo>
                  <a:pt x="3201514" y="2150944"/>
                </a:lnTo>
                <a:lnTo>
                  <a:pt x="3204174" y="2148737"/>
                </a:lnTo>
                <a:close/>
                <a:moveTo>
                  <a:pt x="6346164" y="2143125"/>
                </a:moveTo>
                <a:cubicBezTo>
                  <a:pt x="6348281" y="2152098"/>
                  <a:pt x="6350397" y="2177221"/>
                  <a:pt x="6341578" y="2184041"/>
                </a:cubicBezTo>
                <a:cubicBezTo>
                  <a:pt x="6337344" y="2172556"/>
                  <a:pt x="6334875" y="2149944"/>
                  <a:pt x="6346164" y="2143125"/>
                </a:cubicBezTo>
                <a:close/>
                <a:moveTo>
                  <a:pt x="6304064" y="2143125"/>
                </a:moveTo>
                <a:cubicBezTo>
                  <a:pt x="6331341" y="2152204"/>
                  <a:pt x="6299398" y="2175445"/>
                  <a:pt x="6313037" y="2195782"/>
                </a:cubicBezTo>
                <a:cubicBezTo>
                  <a:pt x="6308371" y="2198324"/>
                  <a:pt x="6299398" y="2198324"/>
                  <a:pt x="6290425" y="2195782"/>
                </a:cubicBezTo>
                <a:cubicBezTo>
                  <a:pt x="6299398" y="2172903"/>
                  <a:pt x="6301551" y="2168545"/>
                  <a:pt x="6304064" y="2143125"/>
                </a:cubicBezTo>
                <a:close/>
                <a:moveTo>
                  <a:pt x="3200741" y="2137801"/>
                </a:moveTo>
                <a:lnTo>
                  <a:pt x="3200615" y="2139580"/>
                </a:lnTo>
                <a:lnTo>
                  <a:pt x="3201207" y="2139285"/>
                </a:lnTo>
                <a:close/>
                <a:moveTo>
                  <a:pt x="3726543" y="2131377"/>
                </a:moveTo>
                <a:cubicBezTo>
                  <a:pt x="3724307" y="2131968"/>
                  <a:pt x="3723222" y="2134407"/>
                  <a:pt x="3722056" y="2137136"/>
                </a:cubicBezTo>
                <a:lnTo>
                  <a:pt x="3721736" y="2137618"/>
                </a:lnTo>
                <a:lnTo>
                  <a:pt x="3721736" y="2142857"/>
                </a:lnTo>
                <a:cubicBezTo>
                  <a:pt x="3725156" y="2142857"/>
                  <a:pt x="3728036" y="2142317"/>
                  <a:pt x="3730062" y="2140337"/>
                </a:cubicBezTo>
                <a:lnTo>
                  <a:pt x="3732186" y="2132921"/>
                </a:lnTo>
                <a:close/>
                <a:moveTo>
                  <a:pt x="5325889" y="2128837"/>
                </a:moveTo>
                <a:cubicBezTo>
                  <a:pt x="5355033" y="2128837"/>
                  <a:pt x="5323401" y="2145580"/>
                  <a:pt x="5330154" y="2152278"/>
                </a:cubicBezTo>
                <a:cubicBezTo>
                  <a:pt x="5307763" y="2145580"/>
                  <a:pt x="5336907" y="2133674"/>
                  <a:pt x="5325889" y="2128837"/>
                </a:cubicBezTo>
                <a:close/>
                <a:moveTo>
                  <a:pt x="3188159" y="2127514"/>
                </a:moveTo>
                <a:cubicBezTo>
                  <a:pt x="3185009" y="2128077"/>
                  <a:pt x="3181994" y="2129348"/>
                  <a:pt x="3179473" y="2131760"/>
                </a:cubicBezTo>
                <a:lnTo>
                  <a:pt x="3179083" y="2132519"/>
                </a:lnTo>
                <a:lnTo>
                  <a:pt x="3192234" y="2129386"/>
                </a:lnTo>
                <a:lnTo>
                  <a:pt x="3196071" y="2128261"/>
                </a:lnTo>
                <a:close/>
                <a:moveTo>
                  <a:pt x="5815407" y="2127250"/>
                </a:moveTo>
                <a:cubicBezTo>
                  <a:pt x="5815407" y="2141059"/>
                  <a:pt x="5808646" y="2147963"/>
                  <a:pt x="5799751" y="2157048"/>
                </a:cubicBezTo>
                <a:cubicBezTo>
                  <a:pt x="5795125" y="2143239"/>
                  <a:pt x="5806511" y="2136335"/>
                  <a:pt x="5815407" y="2127250"/>
                </a:cubicBezTo>
                <a:close/>
                <a:moveTo>
                  <a:pt x="713719" y="2127250"/>
                </a:moveTo>
                <a:cubicBezTo>
                  <a:pt x="732225" y="2143000"/>
                  <a:pt x="697753" y="2143000"/>
                  <a:pt x="697753" y="2163404"/>
                </a:cubicBezTo>
                <a:cubicBezTo>
                  <a:pt x="681788" y="2158750"/>
                  <a:pt x="709365" y="2138704"/>
                  <a:pt x="713719" y="2127250"/>
                </a:cubicBezTo>
                <a:close/>
                <a:moveTo>
                  <a:pt x="3603945" y="2126439"/>
                </a:moveTo>
                <a:cubicBezTo>
                  <a:pt x="3607391" y="2126048"/>
                  <a:pt x="3612244" y="2135505"/>
                  <a:pt x="3612244" y="2126796"/>
                </a:cubicBezTo>
                <a:cubicBezTo>
                  <a:pt x="3616730" y="2128973"/>
                  <a:pt x="3614314" y="2133690"/>
                  <a:pt x="3614314" y="2138408"/>
                </a:cubicBezTo>
                <a:cubicBezTo>
                  <a:pt x="3605687" y="2142762"/>
                  <a:pt x="3607757" y="2133690"/>
                  <a:pt x="3601200" y="2131150"/>
                </a:cubicBezTo>
                <a:cubicBezTo>
                  <a:pt x="3601804" y="2127794"/>
                  <a:pt x="3602796" y="2126569"/>
                  <a:pt x="3603945" y="2126439"/>
                </a:cubicBezTo>
                <a:close/>
                <a:moveTo>
                  <a:pt x="3335721" y="2124685"/>
                </a:moveTo>
                <a:cubicBezTo>
                  <a:pt x="3330941" y="2141170"/>
                  <a:pt x="3305942" y="2131645"/>
                  <a:pt x="3301163" y="2127249"/>
                </a:cubicBezTo>
                <a:cubicBezTo>
                  <a:pt x="3308148" y="2122487"/>
                  <a:pt x="3324324" y="2134210"/>
                  <a:pt x="3335721" y="2124685"/>
                </a:cubicBezTo>
                <a:close/>
                <a:moveTo>
                  <a:pt x="5735582" y="2124475"/>
                </a:moveTo>
                <a:lnTo>
                  <a:pt x="5722199" y="2131067"/>
                </a:lnTo>
                <a:lnTo>
                  <a:pt x="5722518" y="2133246"/>
                </a:lnTo>
                <a:lnTo>
                  <a:pt x="5728094" y="2131557"/>
                </a:lnTo>
                <a:lnTo>
                  <a:pt x="5727162" y="2134894"/>
                </a:lnTo>
                <a:lnTo>
                  <a:pt x="5733695" y="2129223"/>
                </a:lnTo>
                <a:close/>
                <a:moveTo>
                  <a:pt x="3805978" y="2122425"/>
                </a:moveTo>
                <a:lnTo>
                  <a:pt x="3793228" y="2124841"/>
                </a:lnTo>
                <a:lnTo>
                  <a:pt x="3790187" y="2127530"/>
                </a:lnTo>
                <a:lnTo>
                  <a:pt x="3802744" y="2123510"/>
                </a:lnTo>
                <a:close/>
                <a:moveTo>
                  <a:pt x="5479893" y="2122084"/>
                </a:moveTo>
                <a:lnTo>
                  <a:pt x="5479165" y="2122413"/>
                </a:lnTo>
                <a:lnTo>
                  <a:pt x="5477145" y="2125311"/>
                </a:lnTo>
                <a:lnTo>
                  <a:pt x="5475605" y="2124019"/>
                </a:lnTo>
                <a:lnTo>
                  <a:pt x="5467923" y="2127485"/>
                </a:lnTo>
                <a:cubicBezTo>
                  <a:pt x="5465673" y="2130095"/>
                  <a:pt x="5465133" y="2133605"/>
                  <a:pt x="5466213" y="2138286"/>
                </a:cubicBezTo>
                <a:cubicBezTo>
                  <a:pt x="5477733" y="2135765"/>
                  <a:pt x="5482413" y="2131085"/>
                  <a:pt x="5479893" y="2122084"/>
                </a:cubicBezTo>
                <a:close/>
                <a:moveTo>
                  <a:pt x="4619621" y="2121319"/>
                </a:moveTo>
                <a:cubicBezTo>
                  <a:pt x="4617056" y="2122714"/>
                  <a:pt x="4615346" y="2125505"/>
                  <a:pt x="4613006" y="2128925"/>
                </a:cubicBezTo>
                <a:cubicBezTo>
                  <a:pt x="4622366" y="2140446"/>
                  <a:pt x="4629206" y="2131085"/>
                  <a:pt x="4631366" y="2122084"/>
                </a:cubicBezTo>
                <a:cubicBezTo>
                  <a:pt x="4625606" y="2119924"/>
                  <a:pt x="4622186" y="2119924"/>
                  <a:pt x="4619621" y="2121319"/>
                </a:cubicBezTo>
                <a:close/>
                <a:moveTo>
                  <a:pt x="6123722" y="2112962"/>
                </a:moveTo>
                <a:cubicBezTo>
                  <a:pt x="6148780" y="2123997"/>
                  <a:pt x="6148780" y="2144645"/>
                  <a:pt x="6130524" y="2171344"/>
                </a:cubicBezTo>
                <a:cubicBezTo>
                  <a:pt x="6114773" y="2167072"/>
                  <a:pt x="6114773" y="2167072"/>
                  <a:pt x="6114773" y="2167072"/>
                </a:cubicBezTo>
                <a:cubicBezTo>
                  <a:pt x="6112625" y="2142153"/>
                  <a:pt x="6112625" y="2135389"/>
                  <a:pt x="6123722" y="2112962"/>
                </a:cubicBezTo>
                <a:close/>
                <a:moveTo>
                  <a:pt x="3438292" y="2111497"/>
                </a:moveTo>
                <a:cubicBezTo>
                  <a:pt x="3441311" y="2110581"/>
                  <a:pt x="3444072" y="2111680"/>
                  <a:pt x="3445280" y="2115160"/>
                </a:cubicBezTo>
                <a:cubicBezTo>
                  <a:pt x="3445280" y="2124319"/>
                  <a:pt x="3436307" y="2119923"/>
                  <a:pt x="3434237" y="2126883"/>
                </a:cubicBezTo>
                <a:lnTo>
                  <a:pt x="3432213" y="2122230"/>
                </a:lnTo>
                <a:lnTo>
                  <a:pt x="3402763" y="2133244"/>
                </a:lnTo>
                <a:cubicBezTo>
                  <a:pt x="3404374" y="2118032"/>
                  <a:pt x="3420080" y="2114229"/>
                  <a:pt x="3430701" y="2116131"/>
                </a:cubicBezTo>
                <a:lnTo>
                  <a:pt x="3432706" y="2117007"/>
                </a:lnTo>
                <a:close/>
                <a:moveTo>
                  <a:pt x="5416134" y="2111375"/>
                </a:moveTo>
                <a:cubicBezTo>
                  <a:pt x="5413902" y="2124771"/>
                  <a:pt x="5428041" y="2111375"/>
                  <a:pt x="5428041" y="2122598"/>
                </a:cubicBezTo>
                <a:cubicBezTo>
                  <a:pt x="5423204" y="2129477"/>
                  <a:pt x="5409065" y="2131650"/>
                  <a:pt x="5406832" y="2120426"/>
                </a:cubicBezTo>
                <a:cubicBezTo>
                  <a:pt x="5404600" y="2115719"/>
                  <a:pt x="5413902" y="2115719"/>
                  <a:pt x="5416134" y="2111375"/>
                </a:cubicBezTo>
                <a:close/>
                <a:moveTo>
                  <a:pt x="3351014" y="2107543"/>
                </a:moveTo>
                <a:cubicBezTo>
                  <a:pt x="3354034" y="2105853"/>
                  <a:pt x="3357312" y="2106475"/>
                  <a:pt x="3359555" y="2111101"/>
                </a:cubicBezTo>
                <a:cubicBezTo>
                  <a:pt x="3359555" y="2115371"/>
                  <a:pt x="3357139" y="2113236"/>
                  <a:pt x="3357139" y="2111101"/>
                </a:cubicBezTo>
                <a:cubicBezTo>
                  <a:pt x="3352998" y="2115371"/>
                  <a:pt x="3350582" y="2122131"/>
                  <a:pt x="3344025" y="2117861"/>
                </a:cubicBezTo>
                <a:cubicBezTo>
                  <a:pt x="3345233" y="2113236"/>
                  <a:pt x="3347994" y="2109233"/>
                  <a:pt x="3351014" y="2107543"/>
                </a:cubicBezTo>
                <a:close/>
                <a:moveTo>
                  <a:pt x="3644823" y="2104501"/>
                </a:moveTo>
                <a:cubicBezTo>
                  <a:pt x="3649921" y="2102004"/>
                  <a:pt x="3656182" y="2103056"/>
                  <a:pt x="3659581" y="2107437"/>
                </a:cubicBezTo>
                <a:cubicBezTo>
                  <a:pt x="3654930" y="2116549"/>
                  <a:pt x="3650637" y="2125311"/>
                  <a:pt x="3637042" y="2122858"/>
                </a:cubicBezTo>
                <a:cubicBezTo>
                  <a:pt x="3635790" y="2113044"/>
                  <a:pt x="3639726" y="2106999"/>
                  <a:pt x="3644823" y="2104501"/>
                </a:cubicBezTo>
                <a:close/>
                <a:moveTo>
                  <a:pt x="3839857" y="2103600"/>
                </a:moveTo>
                <a:lnTo>
                  <a:pt x="3839457" y="2104159"/>
                </a:lnTo>
                <a:lnTo>
                  <a:pt x="3830855" y="2105760"/>
                </a:lnTo>
                <a:cubicBezTo>
                  <a:pt x="3839857" y="2103600"/>
                  <a:pt x="3839857" y="2103600"/>
                  <a:pt x="3839857" y="2103600"/>
                </a:cubicBezTo>
                <a:close/>
                <a:moveTo>
                  <a:pt x="4725786" y="2101577"/>
                </a:moveTo>
                <a:lnTo>
                  <a:pt x="4722987" y="2103363"/>
                </a:lnTo>
                <a:lnTo>
                  <a:pt x="4688821" y="2123900"/>
                </a:lnTo>
                <a:lnTo>
                  <a:pt x="4694435" y="2123752"/>
                </a:lnTo>
                <a:cubicBezTo>
                  <a:pt x="4703087" y="2120799"/>
                  <a:pt x="4710985" y="2115569"/>
                  <a:pt x="4718231" y="2109337"/>
                </a:cubicBezTo>
                <a:close/>
                <a:moveTo>
                  <a:pt x="6406442" y="2099311"/>
                </a:moveTo>
                <a:cubicBezTo>
                  <a:pt x="6416676" y="2101443"/>
                  <a:pt x="6427111" y="2114881"/>
                  <a:pt x="6423900" y="2126886"/>
                </a:cubicBezTo>
                <a:cubicBezTo>
                  <a:pt x="6408204" y="2124339"/>
                  <a:pt x="6408204" y="2124339"/>
                  <a:pt x="6408204" y="2124339"/>
                </a:cubicBezTo>
                <a:cubicBezTo>
                  <a:pt x="6417122" y="2108332"/>
                  <a:pt x="6403566" y="2108332"/>
                  <a:pt x="6396788" y="2101420"/>
                </a:cubicBezTo>
                <a:cubicBezTo>
                  <a:pt x="6399642" y="2099146"/>
                  <a:pt x="6403031" y="2098600"/>
                  <a:pt x="6406442" y="2099311"/>
                </a:cubicBezTo>
                <a:close/>
                <a:moveTo>
                  <a:pt x="3789808" y="2096759"/>
                </a:moveTo>
                <a:cubicBezTo>
                  <a:pt x="3778285" y="2096759"/>
                  <a:pt x="3771444" y="2101080"/>
                  <a:pt x="3771444" y="2114760"/>
                </a:cubicBezTo>
                <a:cubicBezTo>
                  <a:pt x="3782966" y="2114760"/>
                  <a:pt x="3789808" y="2110440"/>
                  <a:pt x="3789808" y="2096759"/>
                </a:cubicBezTo>
                <a:close/>
                <a:moveTo>
                  <a:pt x="4686492" y="2096028"/>
                </a:moveTo>
                <a:cubicBezTo>
                  <a:pt x="4684197" y="2095983"/>
                  <a:pt x="4682487" y="2097063"/>
                  <a:pt x="4683567" y="2101563"/>
                </a:cubicBezTo>
                <a:cubicBezTo>
                  <a:pt x="4692927" y="2108403"/>
                  <a:pt x="4695087" y="2106243"/>
                  <a:pt x="4692927" y="2097243"/>
                </a:cubicBezTo>
                <a:cubicBezTo>
                  <a:pt x="4691667" y="2097243"/>
                  <a:pt x="4688787" y="2096073"/>
                  <a:pt x="4686492" y="2096028"/>
                </a:cubicBezTo>
                <a:close/>
                <a:moveTo>
                  <a:pt x="3717415" y="2094984"/>
                </a:moveTo>
                <a:lnTo>
                  <a:pt x="3718428" y="2102491"/>
                </a:lnTo>
                <a:lnTo>
                  <a:pt x="3723120" y="2101845"/>
                </a:lnTo>
                <a:lnTo>
                  <a:pt x="3722456" y="2099123"/>
                </a:lnTo>
                <a:cubicBezTo>
                  <a:pt x="3721916" y="2096244"/>
                  <a:pt x="3720836" y="2093904"/>
                  <a:pt x="3717415" y="2094984"/>
                </a:cubicBezTo>
                <a:close/>
                <a:moveTo>
                  <a:pt x="6378962" y="2090737"/>
                </a:moveTo>
                <a:cubicBezTo>
                  <a:pt x="6378962" y="2131671"/>
                  <a:pt x="6372057" y="2163911"/>
                  <a:pt x="6360792" y="2198325"/>
                </a:cubicBezTo>
                <a:cubicBezTo>
                  <a:pt x="6349163" y="2161737"/>
                  <a:pt x="6372057" y="2124788"/>
                  <a:pt x="6378962" y="2090737"/>
                </a:cubicBezTo>
                <a:close/>
                <a:moveTo>
                  <a:pt x="3676371" y="2090665"/>
                </a:moveTo>
                <a:cubicBezTo>
                  <a:pt x="3672951" y="2094084"/>
                  <a:pt x="3673491" y="2096334"/>
                  <a:pt x="3674346" y="2097999"/>
                </a:cubicBezTo>
                <a:lnTo>
                  <a:pt x="3674229" y="2101295"/>
                </a:lnTo>
                <a:lnTo>
                  <a:pt x="3674615" y="2106114"/>
                </a:lnTo>
                <a:cubicBezTo>
                  <a:pt x="3672201" y="2116088"/>
                  <a:pt x="3663965" y="2126821"/>
                  <a:pt x="3682868" y="2128441"/>
                </a:cubicBezTo>
                <a:lnTo>
                  <a:pt x="3694821" y="2094846"/>
                </a:lnTo>
                <a:lnTo>
                  <a:pt x="3694373" y="2092824"/>
                </a:lnTo>
                <a:cubicBezTo>
                  <a:pt x="3685372" y="2097504"/>
                  <a:pt x="3683212" y="2090665"/>
                  <a:pt x="3676371" y="2090665"/>
                </a:cubicBezTo>
                <a:close/>
                <a:moveTo>
                  <a:pt x="3486544" y="2087562"/>
                </a:moveTo>
                <a:cubicBezTo>
                  <a:pt x="3481919" y="2099285"/>
                  <a:pt x="3477293" y="2111008"/>
                  <a:pt x="3466263" y="2108444"/>
                </a:cubicBezTo>
                <a:cubicBezTo>
                  <a:pt x="3473024" y="2099285"/>
                  <a:pt x="3477293" y="2090126"/>
                  <a:pt x="3486544" y="2087562"/>
                </a:cubicBezTo>
                <a:close/>
                <a:moveTo>
                  <a:pt x="6135461" y="2085975"/>
                </a:moveTo>
                <a:cubicBezTo>
                  <a:pt x="6144619" y="2088121"/>
                  <a:pt x="6135461" y="2101716"/>
                  <a:pt x="6147184" y="2101716"/>
                </a:cubicBezTo>
                <a:cubicBezTo>
                  <a:pt x="6144619" y="2111017"/>
                  <a:pt x="6135461" y="2111017"/>
                  <a:pt x="6123738" y="2108513"/>
                </a:cubicBezTo>
                <a:cubicBezTo>
                  <a:pt x="6123738" y="2097423"/>
                  <a:pt x="6128500" y="2092772"/>
                  <a:pt x="6135461" y="2085975"/>
                </a:cubicBezTo>
                <a:close/>
                <a:moveTo>
                  <a:pt x="5333340" y="2081487"/>
                </a:moveTo>
                <a:lnTo>
                  <a:pt x="5332534" y="2087348"/>
                </a:lnTo>
                <a:cubicBezTo>
                  <a:pt x="5331797" y="2089525"/>
                  <a:pt x="5330402" y="2091392"/>
                  <a:pt x="5327612" y="2092562"/>
                </a:cubicBezTo>
                <a:cubicBezTo>
                  <a:pt x="5333192" y="2095983"/>
                  <a:pt x="5337692" y="2093192"/>
                  <a:pt x="5340257" y="2088107"/>
                </a:cubicBezTo>
                <a:lnTo>
                  <a:pt x="5340588" y="2082283"/>
                </a:lnTo>
                <a:lnTo>
                  <a:pt x="5340190" y="2082240"/>
                </a:lnTo>
                <a:close/>
                <a:moveTo>
                  <a:pt x="3553575" y="2081212"/>
                </a:moveTo>
                <a:cubicBezTo>
                  <a:pt x="3560536" y="2081212"/>
                  <a:pt x="3564932" y="2083384"/>
                  <a:pt x="3567497" y="2085557"/>
                </a:cubicBezTo>
                <a:cubicBezTo>
                  <a:pt x="3562734" y="2090264"/>
                  <a:pt x="3557972" y="2101488"/>
                  <a:pt x="3553575" y="2092436"/>
                </a:cubicBezTo>
                <a:cubicBezTo>
                  <a:pt x="3553575" y="2081212"/>
                  <a:pt x="3553575" y="2081212"/>
                  <a:pt x="3553575" y="2081212"/>
                </a:cubicBezTo>
                <a:close/>
                <a:moveTo>
                  <a:pt x="3441362" y="2076199"/>
                </a:moveTo>
                <a:lnTo>
                  <a:pt x="3439233" y="2076613"/>
                </a:lnTo>
                <a:lnTo>
                  <a:pt x="3441512" y="2086374"/>
                </a:lnTo>
                <a:lnTo>
                  <a:pt x="3441671" y="2080946"/>
                </a:lnTo>
                <a:cubicBezTo>
                  <a:pt x="3441829" y="2078967"/>
                  <a:pt x="3441908" y="2077122"/>
                  <a:pt x="3441362" y="2076199"/>
                </a:cubicBezTo>
                <a:close/>
                <a:moveTo>
                  <a:pt x="3844323" y="2074304"/>
                </a:moveTo>
                <a:lnTo>
                  <a:pt x="3841854" y="2074794"/>
                </a:lnTo>
                <a:lnTo>
                  <a:pt x="3848388" y="2076564"/>
                </a:lnTo>
                <a:lnTo>
                  <a:pt x="3848476" y="2076410"/>
                </a:lnTo>
                <a:close/>
                <a:moveTo>
                  <a:pt x="3726416" y="2072307"/>
                </a:moveTo>
                <a:lnTo>
                  <a:pt x="3727129" y="2072427"/>
                </a:lnTo>
                <a:lnTo>
                  <a:pt x="3726804" y="2072791"/>
                </a:lnTo>
                <a:close/>
                <a:moveTo>
                  <a:pt x="5341292" y="2069881"/>
                </a:moveTo>
                <a:cubicBezTo>
                  <a:pt x="5337872" y="2070421"/>
                  <a:pt x="5336004" y="2071816"/>
                  <a:pt x="5334953" y="2073678"/>
                </a:cubicBezTo>
                <a:lnTo>
                  <a:pt x="5333922" y="2078382"/>
                </a:lnTo>
                <a:lnTo>
                  <a:pt x="5338982" y="2074862"/>
                </a:lnTo>
                <a:lnTo>
                  <a:pt x="5341113" y="2073036"/>
                </a:lnTo>
                <a:close/>
                <a:moveTo>
                  <a:pt x="3735800" y="2069692"/>
                </a:moveTo>
                <a:lnTo>
                  <a:pt x="3755939" y="2076987"/>
                </a:lnTo>
                <a:cubicBezTo>
                  <a:pt x="3749099" y="2079326"/>
                  <a:pt x="3745138" y="2077077"/>
                  <a:pt x="3741178" y="2074782"/>
                </a:cubicBezTo>
                <a:lnTo>
                  <a:pt x="3732917" y="2073397"/>
                </a:lnTo>
                <a:lnTo>
                  <a:pt x="3732917" y="2080428"/>
                </a:lnTo>
                <a:lnTo>
                  <a:pt x="3733342" y="2080957"/>
                </a:lnTo>
                <a:cubicBezTo>
                  <a:pt x="3741696" y="2085378"/>
                  <a:pt x="3753239" y="2079776"/>
                  <a:pt x="3758099" y="2088145"/>
                </a:cubicBezTo>
                <a:cubicBezTo>
                  <a:pt x="3751619" y="2090665"/>
                  <a:pt x="3751619" y="2099663"/>
                  <a:pt x="3746938" y="2101823"/>
                </a:cubicBezTo>
                <a:cubicBezTo>
                  <a:pt x="3742258" y="2097504"/>
                  <a:pt x="3742258" y="2088145"/>
                  <a:pt x="3735417" y="2085985"/>
                </a:cubicBezTo>
                <a:lnTo>
                  <a:pt x="3727087" y="2101298"/>
                </a:lnTo>
                <a:lnTo>
                  <a:pt x="3730307" y="2100855"/>
                </a:lnTo>
                <a:cubicBezTo>
                  <a:pt x="3740839" y="2098290"/>
                  <a:pt x="3751101" y="2096580"/>
                  <a:pt x="3755601" y="2114760"/>
                </a:cubicBezTo>
                <a:cubicBezTo>
                  <a:pt x="3751281" y="2101080"/>
                  <a:pt x="3769284" y="2096759"/>
                  <a:pt x="3773965" y="2076238"/>
                </a:cubicBezTo>
                <a:lnTo>
                  <a:pt x="3762122" y="2072984"/>
                </a:lnTo>
                <a:lnTo>
                  <a:pt x="3758099" y="2072307"/>
                </a:lnTo>
                <a:lnTo>
                  <a:pt x="3758516" y="2072002"/>
                </a:lnTo>
                <a:close/>
                <a:moveTo>
                  <a:pt x="3687892" y="2063309"/>
                </a:moveTo>
                <a:cubicBezTo>
                  <a:pt x="3687892" y="2072307"/>
                  <a:pt x="3692213" y="2070148"/>
                  <a:pt x="3690052" y="2081666"/>
                </a:cubicBezTo>
                <a:cubicBezTo>
                  <a:pt x="3692213" y="2081666"/>
                  <a:pt x="3696893" y="2083826"/>
                  <a:pt x="3696893" y="2079146"/>
                </a:cubicBezTo>
                <a:cubicBezTo>
                  <a:pt x="3694373" y="2074827"/>
                  <a:pt x="3694373" y="2063309"/>
                  <a:pt x="3687892" y="2063309"/>
                </a:cubicBezTo>
                <a:close/>
                <a:moveTo>
                  <a:pt x="3707555" y="2063032"/>
                </a:moveTo>
                <a:lnTo>
                  <a:pt x="3707921" y="2066486"/>
                </a:lnTo>
                <a:lnTo>
                  <a:pt x="3708189" y="2064479"/>
                </a:lnTo>
                <a:close/>
                <a:moveTo>
                  <a:pt x="3660529" y="2061149"/>
                </a:moveTo>
                <a:cubicBezTo>
                  <a:pt x="3667370" y="2074827"/>
                  <a:pt x="3660529" y="2085985"/>
                  <a:pt x="3658009" y="2094984"/>
                </a:cubicBezTo>
                <a:lnTo>
                  <a:pt x="3646642" y="2089150"/>
                </a:lnTo>
                <a:lnTo>
                  <a:pt x="3646222" y="2089473"/>
                </a:lnTo>
                <a:lnTo>
                  <a:pt x="3641371" y="2087955"/>
                </a:lnTo>
                <a:lnTo>
                  <a:pt x="3638972" y="2087847"/>
                </a:lnTo>
                <a:cubicBezTo>
                  <a:pt x="3636789" y="2088505"/>
                  <a:pt x="3634156" y="2090035"/>
                  <a:pt x="3630646" y="2092824"/>
                </a:cubicBezTo>
                <a:cubicBezTo>
                  <a:pt x="3634247" y="2088325"/>
                  <a:pt x="3634877" y="2085535"/>
                  <a:pt x="3634607" y="2082701"/>
                </a:cubicBezTo>
                <a:lnTo>
                  <a:pt x="3633227" y="2072747"/>
                </a:lnTo>
                <a:lnTo>
                  <a:pt x="3633366" y="2072501"/>
                </a:lnTo>
                <a:lnTo>
                  <a:pt x="3639467" y="2078426"/>
                </a:lnTo>
                <a:lnTo>
                  <a:pt x="3641461" y="2078577"/>
                </a:lnTo>
                <a:lnTo>
                  <a:pt x="3644581" y="2071722"/>
                </a:lnTo>
                <a:lnTo>
                  <a:pt x="3642274" y="2067853"/>
                </a:lnTo>
                <a:cubicBezTo>
                  <a:pt x="3639658" y="2066818"/>
                  <a:pt x="3636834" y="2068168"/>
                  <a:pt x="3634291" y="2070868"/>
                </a:cubicBezTo>
                <a:lnTo>
                  <a:pt x="3633366" y="2072501"/>
                </a:lnTo>
                <a:lnTo>
                  <a:pt x="3633166" y="2072307"/>
                </a:lnTo>
                <a:lnTo>
                  <a:pt x="3633227" y="2072747"/>
                </a:lnTo>
                <a:lnTo>
                  <a:pt x="3627996" y="2081981"/>
                </a:lnTo>
                <a:cubicBezTo>
                  <a:pt x="3626506" y="2086345"/>
                  <a:pt x="3625786" y="2091024"/>
                  <a:pt x="3626326" y="2094984"/>
                </a:cubicBezTo>
                <a:cubicBezTo>
                  <a:pt x="3617325" y="2094984"/>
                  <a:pt x="3619485" y="2081666"/>
                  <a:pt x="3607964" y="2085985"/>
                </a:cubicBezTo>
                <a:cubicBezTo>
                  <a:pt x="3605803" y="2092824"/>
                  <a:pt x="3610484" y="2108662"/>
                  <a:pt x="3603643" y="2108662"/>
                </a:cubicBezTo>
                <a:cubicBezTo>
                  <a:pt x="3603643" y="2094984"/>
                  <a:pt x="3605803" y="2083826"/>
                  <a:pt x="3610484" y="2072307"/>
                </a:cubicBezTo>
                <a:cubicBezTo>
                  <a:pt x="3596802" y="2067988"/>
                  <a:pt x="3596802" y="2085985"/>
                  <a:pt x="3587801" y="2085985"/>
                </a:cubicBezTo>
                <a:cubicBezTo>
                  <a:pt x="3589962" y="2081666"/>
                  <a:pt x="3592122" y="2076987"/>
                  <a:pt x="3585281" y="2076987"/>
                </a:cubicBezTo>
                <a:cubicBezTo>
                  <a:pt x="3578440" y="2076987"/>
                  <a:pt x="3592122" y="2088145"/>
                  <a:pt x="3583121" y="2090665"/>
                </a:cubicBezTo>
                <a:cubicBezTo>
                  <a:pt x="3569440" y="2083826"/>
                  <a:pt x="3555758" y="2065468"/>
                  <a:pt x="3544237" y="2085985"/>
                </a:cubicBezTo>
                <a:cubicBezTo>
                  <a:pt x="3544237" y="2074827"/>
                  <a:pt x="3539916" y="2072307"/>
                  <a:pt x="3528395" y="2074827"/>
                </a:cubicBezTo>
                <a:cubicBezTo>
                  <a:pt x="3530555" y="2085985"/>
                  <a:pt x="3528395" y="2088145"/>
                  <a:pt x="3521554" y="2092824"/>
                </a:cubicBezTo>
                <a:cubicBezTo>
                  <a:pt x="3510393" y="2079146"/>
                  <a:pt x="3455667" y="2081666"/>
                  <a:pt x="3444146" y="2088145"/>
                </a:cubicBezTo>
                <a:lnTo>
                  <a:pt x="3441548" y="2086527"/>
                </a:lnTo>
                <a:lnTo>
                  <a:pt x="3443676" y="2095644"/>
                </a:lnTo>
                <a:cubicBezTo>
                  <a:pt x="3441504" y="2102534"/>
                  <a:pt x="3434625" y="2102534"/>
                  <a:pt x="3432452" y="2109424"/>
                </a:cubicBezTo>
                <a:cubicBezTo>
                  <a:pt x="3432452" y="2107249"/>
                  <a:pt x="3432452" y="2102081"/>
                  <a:pt x="3430144" y="2097458"/>
                </a:cubicBezTo>
                <a:lnTo>
                  <a:pt x="3414922" y="2089258"/>
                </a:lnTo>
                <a:lnTo>
                  <a:pt x="3413588" y="2089990"/>
                </a:lnTo>
                <a:lnTo>
                  <a:pt x="3412672" y="2090182"/>
                </a:lnTo>
                <a:lnTo>
                  <a:pt x="3409642" y="2093469"/>
                </a:lnTo>
                <a:lnTo>
                  <a:pt x="3409284" y="2090891"/>
                </a:lnTo>
                <a:lnTo>
                  <a:pt x="3402928" y="2092222"/>
                </a:lnTo>
                <a:cubicBezTo>
                  <a:pt x="3399952" y="2091789"/>
                  <a:pt x="3397701" y="2089945"/>
                  <a:pt x="3396621" y="2085985"/>
                </a:cubicBezTo>
                <a:cubicBezTo>
                  <a:pt x="3403462" y="2085985"/>
                  <a:pt x="3407782" y="2088145"/>
                  <a:pt x="3410303" y="2079146"/>
                </a:cubicBezTo>
                <a:cubicBezTo>
                  <a:pt x="3400942" y="2074827"/>
                  <a:pt x="3394101" y="2081666"/>
                  <a:pt x="3387260" y="2081666"/>
                </a:cubicBezTo>
                <a:cubicBezTo>
                  <a:pt x="3387260" y="2094984"/>
                  <a:pt x="3376099" y="2108662"/>
                  <a:pt x="3373579" y="2094984"/>
                </a:cubicBezTo>
                <a:cubicBezTo>
                  <a:pt x="3378259" y="2094984"/>
                  <a:pt x="3382940" y="2097504"/>
                  <a:pt x="3382940" y="2088145"/>
                </a:cubicBezTo>
                <a:cubicBezTo>
                  <a:pt x="3382940" y="2088145"/>
                  <a:pt x="3382940" y="2088145"/>
                  <a:pt x="3382940" y="2081666"/>
                </a:cubicBezTo>
                <a:cubicBezTo>
                  <a:pt x="3366738" y="2072307"/>
                  <a:pt x="3344056" y="2094984"/>
                  <a:pt x="3317053" y="2085985"/>
                </a:cubicBezTo>
                <a:cubicBezTo>
                  <a:pt x="3317053" y="2099663"/>
                  <a:pt x="3332894" y="2094984"/>
                  <a:pt x="3330374" y="2113341"/>
                </a:cubicBezTo>
                <a:cubicBezTo>
                  <a:pt x="3310212" y="2107582"/>
                  <a:pt x="3293831" y="2105332"/>
                  <a:pt x="3277089" y="2106772"/>
                </a:cubicBezTo>
                <a:lnTo>
                  <a:pt x="3221783" y="2122300"/>
                </a:lnTo>
                <a:lnTo>
                  <a:pt x="3221797" y="2122372"/>
                </a:lnTo>
                <a:lnTo>
                  <a:pt x="3241850" y="2126614"/>
                </a:lnTo>
                <a:cubicBezTo>
                  <a:pt x="3247296" y="2128639"/>
                  <a:pt x="3251346" y="2131519"/>
                  <a:pt x="3253686" y="2136018"/>
                </a:cubicBezTo>
                <a:cubicBezTo>
                  <a:pt x="3244505" y="2136018"/>
                  <a:pt x="3237665" y="2133768"/>
                  <a:pt x="3231094" y="2131204"/>
                </a:cubicBezTo>
                <a:lnTo>
                  <a:pt x="3222957" y="2128603"/>
                </a:lnTo>
                <a:lnTo>
                  <a:pt x="3225578" y="2142672"/>
                </a:lnTo>
                <a:lnTo>
                  <a:pt x="3228076" y="2142606"/>
                </a:lnTo>
                <a:lnTo>
                  <a:pt x="3225783" y="2143769"/>
                </a:lnTo>
                <a:lnTo>
                  <a:pt x="3225945" y="2144642"/>
                </a:lnTo>
                <a:lnTo>
                  <a:pt x="3220611" y="2151977"/>
                </a:lnTo>
                <a:lnTo>
                  <a:pt x="3228666" y="2152715"/>
                </a:lnTo>
                <a:cubicBezTo>
                  <a:pt x="3236513" y="2150436"/>
                  <a:pt x="3234286" y="2139906"/>
                  <a:pt x="3246436" y="2138286"/>
                </a:cubicBezTo>
                <a:cubicBezTo>
                  <a:pt x="3246436" y="2138286"/>
                  <a:pt x="3246436" y="2138286"/>
                  <a:pt x="3260116" y="2149446"/>
                </a:cubicBezTo>
                <a:lnTo>
                  <a:pt x="3269096" y="2148525"/>
                </a:lnTo>
                <a:lnTo>
                  <a:pt x="3269944" y="2147761"/>
                </a:lnTo>
                <a:cubicBezTo>
                  <a:pt x="3272040" y="2146666"/>
                  <a:pt x="3273792" y="2146595"/>
                  <a:pt x="3275204" y="2147300"/>
                </a:cubicBezTo>
                <a:lnTo>
                  <a:pt x="3275389" y="2147879"/>
                </a:lnTo>
                <a:lnTo>
                  <a:pt x="3368837" y="2138286"/>
                </a:lnTo>
                <a:lnTo>
                  <a:pt x="3454919" y="2130594"/>
                </a:lnTo>
                <a:lnTo>
                  <a:pt x="3452844" y="2124106"/>
                </a:lnTo>
                <a:cubicBezTo>
                  <a:pt x="3452012" y="2121222"/>
                  <a:pt x="3450872" y="2120106"/>
                  <a:pt x="3448594" y="2127175"/>
                </a:cubicBezTo>
                <a:cubicBezTo>
                  <a:pt x="3444038" y="2124571"/>
                  <a:pt x="3450697" y="2122338"/>
                  <a:pt x="3450697" y="2115269"/>
                </a:cubicBezTo>
                <a:cubicBezTo>
                  <a:pt x="3455254" y="2117873"/>
                  <a:pt x="3459810" y="2113037"/>
                  <a:pt x="3455254" y="2110804"/>
                </a:cubicBezTo>
                <a:cubicBezTo>
                  <a:pt x="3461913" y="2109502"/>
                  <a:pt x="3465768" y="2111827"/>
                  <a:pt x="3466031" y="2115920"/>
                </a:cubicBezTo>
                <a:lnTo>
                  <a:pt x="3456040" y="2130494"/>
                </a:lnTo>
                <a:lnTo>
                  <a:pt x="3473598" y="2128925"/>
                </a:lnTo>
                <a:cubicBezTo>
                  <a:pt x="3471078" y="2133605"/>
                  <a:pt x="3468918" y="2140446"/>
                  <a:pt x="3475758" y="2138286"/>
                </a:cubicBezTo>
                <a:cubicBezTo>
                  <a:pt x="3475758" y="2138286"/>
                  <a:pt x="3475758" y="2138286"/>
                  <a:pt x="3491598" y="2128925"/>
                </a:cubicBezTo>
                <a:lnTo>
                  <a:pt x="3544999" y="2133697"/>
                </a:lnTo>
                <a:lnTo>
                  <a:pt x="3547230" y="2128407"/>
                </a:lnTo>
                <a:cubicBezTo>
                  <a:pt x="3546358" y="2126528"/>
                  <a:pt x="3543343" y="2124931"/>
                  <a:pt x="3537042" y="2123761"/>
                </a:cubicBezTo>
                <a:cubicBezTo>
                  <a:pt x="3545143" y="2118181"/>
                  <a:pt x="3555405" y="2119891"/>
                  <a:pt x="3563372" y="2126146"/>
                </a:cubicBezTo>
                <a:lnTo>
                  <a:pt x="3567417" y="2135700"/>
                </a:lnTo>
                <a:lnTo>
                  <a:pt x="3596359" y="2138286"/>
                </a:lnTo>
                <a:cubicBezTo>
                  <a:pt x="3596359" y="2138286"/>
                  <a:pt x="3596359" y="2138286"/>
                  <a:pt x="3619444" y="2139197"/>
                </a:cubicBezTo>
                <a:lnTo>
                  <a:pt x="3637834" y="2139923"/>
                </a:lnTo>
                <a:lnTo>
                  <a:pt x="3637500" y="2135281"/>
                </a:lnTo>
                <a:cubicBezTo>
                  <a:pt x="3640921" y="2134741"/>
                  <a:pt x="3642901" y="2135754"/>
                  <a:pt x="3644094" y="2137650"/>
                </a:cubicBezTo>
                <a:lnTo>
                  <a:pt x="3644714" y="2140195"/>
                </a:lnTo>
                <a:lnTo>
                  <a:pt x="3651079" y="2140446"/>
                </a:lnTo>
                <a:cubicBezTo>
                  <a:pt x="3651079" y="2140446"/>
                  <a:pt x="3651079" y="2140446"/>
                  <a:pt x="3655039" y="2140446"/>
                </a:cubicBezTo>
                <a:lnTo>
                  <a:pt x="3663056" y="2140446"/>
                </a:lnTo>
                <a:lnTo>
                  <a:pt x="3656691" y="2138010"/>
                </a:lnTo>
                <a:cubicBezTo>
                  <a:pt x="3654626" y="2135551"/>
                  <a:pt x="3653343" y="2131231"/>
                  <a:pt x="3653343" y="2123761"/>
                </a:cubicBezTo>
                <a:cubicBezTo>
                  <a:pt x="3671346" y="2135281"/>
                  <a:pt x="3667025" y="2110440"/>
                  <a:pt x="3664505" y="2103600"/>
                </a:cubicBezTo>
                <a:cubicBezTo>
                  <a:pt x="3664505" y="2096759"/>
                  <a:pt x="3669186" y="2098920"/>
                  <a:pt x="3669186" y="2103600"/>
                </a:cubicBezTo>
                <a:lnTo>
                  <a:pt x="3672651" y="2098536"/>
                </a:lnTo>
                <a:lnTo>
                  <a:pt x="3669170" y="2091205"/>
                </a:lnTo>
                <a:cubicBezTo>
                  <a:pt x="3667730" y="2087245"/>
                  <a:pt x="3667190" y="2083826"/>
                  <a:pt x="3669530" y="2083826"/>
                </a:cubicBezTo>
                <a:cubicBezTo>
                  <a:pt x="3676371" y="2083826"/>
                  <a:pt x="3683212" y="2083826"/>
                  <a:pt x="3685372" y="2074827"/>
                </a:cubicBezTo>
                <a:cubicBezTo>
                  <a:pt x="3678531" y="2067988"/>
                  <a:pt x="3667370" y="2065468"/>
                  <a:pt x="3660529" y="2061149"/>
                </a:cubicBezTo>
                <a:close/>
                <a:moveTo>
                  <a:pt x="5277571" y="2058360"/>
                </a:moveTo>
                <a:cubicBezTo>
                  <a:pt x="5270731" y="2063040"/>
                  <a:pt x="5266051" y="2072041"/>
                  <a:pt x="5270731" y="2083562"/>
                </a:cubicBezTo>
                <a:cubicBezTo>
                  <a:pt x="5272891" y="2078881"/>
                  <a:pt x="5275051" y="2076721"/>
                  <a:pt x="5275051" y="2072041"/>
                </a:cubicBezTo>
                <a:cubicBezTo>
                  <a:pt x="5277571" y="2069881"/>
                  <a:pt x="5277571" y="2072041"/>
                  <a:pt x="5279731" y="2074561"/>
                </a:cubicBezTo>
                <a:cubicBezTo>
                  <a:pt x="5284411" y="2072041"/>
                  <a:pt x="5279731" y="2065201"/>
                  <a:pt x="5277571" y="2058360"/>
                </a:cubicBezTo>
                <a:close/>
                <a:moveTo>
                  <a:pt x="3731964" y="2054861"/>
                </a:moveTo>
                <a:lnTo>
                  <a:pt x="3714895" y="2065468"/>
                </a:lnTo>
                <a:cubicBezTo>
                  <a:pt x="3719575" y="2065468"/>
                  <a:pt x="3719575" y="2067988"/>
                  <a:pt x="3721736" y="2072307"/>
                </a:cubicBezTo>
                <a:cubicBezTo>
                  <a:pt x="3712735" y="2071228"/>
                  <a:pt x="3709944" y="2077527"/>
                  <a:pt x="3707379" y="2085491"/>
                </a:cubicBezTo>
                <a:lnTo>
                  <a:pt x="3703581" y="2092257"/>
                </a:lnTo>
                <a:lnTo>
                  <a:pt x="3710118" y="2098390"/>
                </a:lnTo>
                <a:lnTo>
                  <a:pt x="3717775" y="2082892"/>
                </a:lnTo>
                <a:lnTo>
                  <a:pt x="3726804" y="2072791"/>
                </a:lnTo>
                <a:lnTo>
                  <a:pt x="3730906" y="2077915"/>
                </a:lnTo>
                <a:lnTo>
                  <a:pt x="3729018" y="2075097"/>
                </a:lnTo>
                <a:lnTo>
                  <a:pt x="3729533" y="2072830"/>
                </a:lnTo>
                <a:lnTo>
                  <a:pt x="3727129" y="2072427"/>
                </a:lnTo>
                <a:lnTo>
                  <a:pt x="3730476" y="2068682"/>
                </a:lnTo>
                <a:lnTo>
                  <a:pt x="3731162" y="2065663"/>
                </a:lnTo>
                <a:close/>
                <a:moveTo>
                  <a:pt x="4745127" y="2051520"/>
                </a:moveTo>
                <a:cubicBezTo>
                  <a:pt x="4736127" y="2051520"/>
                  <a:pt x="4724607" y="2054040"/>
                  <a:pt x="4724607" y="2063040"/>
                </a:cubicBezTo>
                <a:cubicBezTo>
                  <a:pt x="4740447" y="2072041"/>
                  <a:pt x="4726767" y="2069881"/>
                  <a:pt x="4731447" y="2081402"/>
                </a:cubicBezTo>
                <a:cubicBezTo>
                  <a:pt x="4734867" y="2084192"/>
                  <a:pt x="4737140" y="2085430"/>
                  <a:pt x="4738771" y="2085716"/>
                </a:cubicBezTo>
                <a:lnTo>
                  <a:pt x="4742119" y="2084378"/>
                </a:lnTo>
                <a:lnTo>
                  <a:pt x="4748274" y="2077408"/>
                </a:lnTo>
                <a:lnTo>
                  <a:pt x="4740447" y="2069881"/>
                </a:lnTo>
                <a:cubicBezTo>
                  <a:pt x="4742967" y="2067721"/>
                  <a:pt x="4749807" y="2069881"/>
                  <a:pt x="4751967" y="2072041"/>
                </a:cubicBezTo>
                <a:cubicBezTo>
                  <a:pt x="4745127" y="2056200"/>
                  <a:pt x="4749807" y="2060880"/>
                  <a:pt x="4745127" y="2051520"/>
                </a:cubicBezTo>
                <a:close/>
                <a:moveTo>
                  <a:pt x="3817487" y="2051108"/>
                </a:moveTo>
                <a:lnTo>
                  <a:pt x="3812978" y="2054163"/>
                </a:lnTo>
                <a:lnTo>
                  <a:pt x="3809521" y="2063143"/>
                </a:lnTo>
                <a:cubicBezTo>
                  <a:pt x="3808621" y="2069398"/>
                  <a:pt x="3807991" y="2076239"/>
                  <a:pt x="3805650" y="2080919"/>
                </a:cubicBezTo>
                <a:lnTo>
                  <a:pt x="3808619" y="2080299"/>
                </a:lnTo>
                <a:lnTo>
                  <a:pt x="3816876" y="2070507"/>
                </a:lnTo>
                <a:lnTo>
                  <a:pt x="3819256" y="2052702"/>
                </a:lnTo>
                <a:close/>
                <a:moveTo>
                  <a:pt x="3738545" y="2050772"/>
                </a:moveTo>
                <a:lnTo>
                  <a:pt x="3734454" y="2053315"/>
                </a:lnTo>
                <a:lnTo>
                  <a:pt x="3737834" y="2058176"/>
                </a:lnTo>
                <a:cubicBezTo>
                  <a:pt x="3746645" y="2063728"/>
                  <a:pt x="3764063" y="2044827"/>
                  <a:pt x="3762443" y="2067238"/>
                </a:cubicBezTo>
                <a:lnTo>
                  <a:pt x="3767486" y="2065434"/>
                </a:lnTo>
                <a:lnTo>
                  <a:pt x="3770796" y="2063011"/>
                </a:lnTo>
                <a:lnTo>
                  <a:pt x="3774491" y="2062929"/>
                </a:lnTo>
                <a:lnTo>
                  <a:pt x="3780311" y="2060848"/>
                </a:lnTo>
                <a:lnTo>
                  <a:pt x="3784041" y="2054308"/>
                </a:lnTo>
                <a:lnTo>
                  <a:pt x="3763140" y="2051835"/>
                </a:lnTo>
                <a:cubicBezTo>
                  <a:pt x="3755039" y="2050418"/>
                  <a:pt x="3746713" y="2049282"/>
                  <a:pt x="3738545" y="2050772"/>
                </a:cubicBezTo>
                <a:close/>
                <a:moveTo>
                  <a:pt x="6132230" y="2049462"/>
                </a:moveTo>
                <a:cubicBezTo>
                  <a:pt x="6143495" y="2049462"/>
                  <a:pt x="6146039" y="2058557"/>
                  <a:pt x="6155125" y="2061103"/>
                </a:cubicBezTo>
                <a:cubicBezTo>
                  <a:pt x="6152944" y="2072381"/>
                  <a:pt x="6143495" y="2074928"/>
                  <a:pt x="6139135" y="2084023"/>
                </a:cubicBezTo>
                <a:cubicBezTo>
                  <a:pt x="6125325" y="2077111"/>
                  <a:pt x="6134410" y="2074928"/>
                  <a:pt x="6139135" y="2063286"/>
                </a:cubicBezTo>
                <a:cubicBezTo>
                  <a:pt x="6136591" y="2058557"/>
                  <a:pt x="6127505" y="2058557"/>
                  <a:pt x="6132230" y="2049462"/>
                </a:cubicBezTo>
                <a:close/>
                <a:moveTo>
                  <a:pt x="4074573" y="2042792"/>
                </a:moveTo>
                <a:cubicBezTo>
                  <a:pt x="4049370" y="2051790"/>
                  <a:pt x="4026688" y="2047471"/>
                  <a:pt x="4004006" y="2065468"/>
                </a:cubicBezTo>
                <a:cubicBezTo>
                  <a:pt x="4004006" y="2065468"/>
                  <a:pt x="4004006" y="2065468"/>
                  <a:pt x="4004006" y="2054310"/>
                </a:cubicBezTo>
                <a:cubicBezTo>
                  <a:pt x="3985644" y="2058629"/>
                  <a:pt x="3967642" y="2061149"/>
                  <a:pt x="3951800" y="2063309"/>
                </a:cubicBezTo>
                <a:cubicBezTo>
                  <a:pt x="3933438" y="2063309"/>
                  <a:pt x="3915436" y="2061149"/>
                  <a:pt x="3897074" y="2054310"/>
                </a:cubicBezTo>
                <a:cubicBezTo>
                  <a:pt x="3894914" y="2070148"/>
                  <a:pt x="3885553" y="2058629"/>
                  <a:pt x="3881233" y="2051790"/>
                </a:cubicBezTo>
                <a:cubicBezTo>
                  <a:pt x="3878712" y="2061149"/>
                  <a:pt x="3867551" y="2056470"/>
                  <a:pt x="3865031" y="2065468"/>
                </a:cubicBezTo>
                <a:cubicBezTo>
                  <a:pt x="3867551" y="2065468"/>
                  <a:pt x="3869711" y="2065468"/>
                  <a:pt x="3871872" y="2070148"/>
                </a:cubicBezTo>
                <a:cubicBezTo>
                  <a:pt x="3869711" y="2072487"/>
                  <a:pt x="3867461" y="2069608"/>
                  <a:pt x="3865481" y="2067583"/>
                </a:cubicBezTo>
                <a:lnTo>
                  <a:pt x="3864726" y="2067129"/>
                </a:lnTo>
                <a:lnTo>
                  <a:pt x="3865758" y="2073983"/>
                </a:lnTo>
                <a:lnTo>
                  <a:pt x="3869711" y="2076987"/>
                </a:lnTo>
                <a:lnTo>
                  <a:pt x="3866183" y="2076804"/>
                </a:lnTo>
                <a:lnTo>
                  <a:pt x="3866578" y="2079426"/>
                </a:lnTo>
                <a:cubicBezTo>
                  <a:pt x="3865759" y="2082288"/>
                  <a:pt x="3863485" y="2084559"/>
                  <a:pt x="3860029" y="2090373"/>
                </a:cubicBezTo>
                <a:cubicBezTo>
                  <a:pt x="3857483" y="2078745"/>
                  <a:pt x="3841475" y="2083469"/>
                  <a:pt x="3834563" y="2078745"/>
                </a:cubicBezTo>
                <a:lnTo>
                  <a:pt x="3838392" y="2075481"/>
                </a:lnTo>
                <a:lnTo>
                  <a:pt x="3834203" y="2076312"/>
                </a:lnTo>
                <a:cubicBezTo>
                  <a:pt x="3830940" y="2077459"/>
                  <a:pt x="3827891" y="2078753"/>
                  <a:pt x="3825365" y="2079197"/>
                </a:cubicBezTo>
                <a:lnTo>
                  <a:pt x="3821352" y="2077641"/>
                </a:lnTo>
                <a:lnTo>
                  <a:pt x="3819343" y="2081075"/>
                </a:lnTo>
                <a:lnTo>
                  <a:pt x="3818586" y="2090665"/>
                </a:lnTo>
                <a:lnTo>
                  <a:pt x="3818525" y="2091439"/>
                </a:lnTo>
                <a:lnTo>
                  <a:pt x="3819648" y="2099280"/>
                </a:lnTo>
                <a:lnTo>
                  <a:pt x="3823881" y="2116423"/>
                </a:lnTo>
                <a:lnTo>
                  <a:pt x="3833604" y="2113163"/>
                </a:lnTo>
                <a:lnTo>
                  <a:pt x="3833640" y="2112296"/>
                </a:lnTo>
                <a:lnTo>
                  <a:pt x="3839457" y="2104159"/>
                </a:lnTo>
                <a:lnTo>
                  <a:pt x="3871227" y="2098245"/>
                </a:lnTo>
                <a:cubicBezTo>
                  <a:pt x="3886575" y="2095949"/>
                  <a:pt x="3902508" y="2094239"/>
                  <a:pt x="3915110" y="2094239"/>
                </a:cubicBezTo>
                <a:lnTo>
                  <a:pt x="3917802" y="2102792"/>
                </a:lnTo>
                <a:lnTo>
                  <a:pt x="3923748" y="2101258"/>
                </a:lnTo>
                <a:lnTo>
                  <a:pt x="3919431" y="2094239"/>
                </a:lnTo>
                <a:cubicBezTo>
                  <a:pt x="3920511" y="2087579"/>
                  <a:pt x="3922762" y="2090459"/>
                  <a:pt x="3925327" y="2095274"/>
                </a:cubicBezTo>
                <a:lnTo>
                  <a:pt x="3927862" y="2100196"/>
                </a:lnTo>
                <a:lnTo>
                  <a:pt x="3936442" y="2097982"/>
                </a:lnTo>
                <a:cubicBezTo>
                  <a:pt x="3945094" y="2093387"/>
                  <a:pt x="3952610" y="2086165"/>
                  <a:pt x="3958281" y="2074827"/>
                </a:cubicBezTo>
                <a:cubicBezTo>
                  <a:pt x="3965121" y="2079146"/>
                  <a:pt x="3969802" y="2072307"/>
                  <a:pt x="3971962" y="2076987"/>
                </a:cubicBezTo>
                <a:cubicBezTo>
                  <a:pt x="3969802" y="2085985"/>
                  <a:pt x="3953960" y="2076987"/>
                  <a:pt x="3958281" y="2090665"/>
                </a:cubicBezTo>
                <a:cubicBezTo>
                  <a:pt x="3974482" y="2094984"/>
                  <a:pt x="3985644" y="2076987"/>
                  <a:pt x="3999325" y="2070148"/>
                </a:cubicBezTo>
                <a:cubicBezTo>
                  <a:pt x="4026688" y="2061149"/>
                  <a:pt x="4060891" y="2076987"/>
                  <a:pt x="4074573" y="2042792"/>
                </a:cubicBezTo>
                <a:close/>
                <a:moveTo>
                  <a:pt x="5268211" y="2042519"/>
                </a:moveTo>
                <a:cubicBezTo>
                  <a:pt x="5259211" y="2042519"/>
                  <a:pt x="5263891" y="2051520"/>
                  <a:pt x="5257051" y="2054040"/>
                </a:cubicBezTo>
                <a:cubicBezTo>
                  <a:pt x="5263891" y="2063040"/>
                  <a:pt x="5263891" y="2056200"/>
                  <a:pt x="5272891" y="2054040"/>
                </a:cubicBezTo>
                <a:close/>
                <a:moveTo>
                  <a:pt x="4807907" y="2041313"/>
                </a:moveTo>
                <a:lnTo>
                  <a:pt x="4786167" y="2058360"/>
                </a:lnTo>
                <a:lnTo>
                  <a:pt x="4786120" y="2058410"/>
                </a:lnTo>
                <a:lnTo>
                  <a:pt x="4806800" y="2042477"/>
                </a:lnTo>
                <a:close/>
                <a:moveTo>
                  <a:pt x="5386371" y="2039937"/>
                </a:moveTo>
                <a:cubicBezTo>
                  <a:pt x="5393132" y="2047034"/>
                  <a:pt x="5379611" y="2058613"/>
                  <a:pt x="5372850" y="2049275"/>
                </a:cubicBezTo>
                <a:cubicBezTo>
                  <a:pt x="5377476" y="2049275"/>
                  <a:pt x="5374985" y="2044419"/>
                  <a:pt x="5372850" y="2042178"/>
                </a:cubicBezTo>
                <a:cubicBezTo>
                  <a:pt x="5372850" y="2042178"/>
                  <a:pt x="5372850" y="2042178"/>
                  <a:pt x="5386371" y="2039937"/>
                </a:cubicBezTo>
                <a:close/>
                <a:moveTo>
                  <a:pt x="6328440" y="2036329"/>
                </a:moveTo>
                <a:cubicBezTo>
                  <a:pt x="6331135" y="2035937"/>
                  <a:pt x="6330675" y="2043781"/>
                  <a:pt x="6328834" y="2048966"/>
                </a:cubicBezTo>
                <a:cubicBezTo>
                  <a:pt x="6342153" y="2051148"/>
                  <a:pt x="6340050" y="2042053"/>
                  <a:pt x="6348813" y="2051148"/>
                </a:cubicBezTo>
                <a:cubicBezTo>
                  <a:pt x="6342153" y="2058061"/>
                  <a:pt x="6337947" y="2064973"/>
                  <a:pt x="6326731" y="2062790"/>
                </a:cubicBezTo>
                <a:cubicBezTo>
                  <a:pt x="6322175" y="2051148"/>
                  <a:pt x="6328834" y="2053695"/>
                  <a:pt x="6324628" y="2039871"/>
                </a:cubicBezTo>
                <a:cubicBezTo>
                  <a:pt x="6326293" y="2037506"/>
                  <a:pt x="6327542" y="2036460"/>
                  <a:pt x="6328440" y="2036329"/>
                </a:cubicBezTo>
                <a:close/>
                <a:moveTo>
                  <a:pt x="5915058" y="2028494"/>
                </a:moveTo>
                <a:lnTo>
                  <a:pt x="5908965" y="2031347"/>
                </a:lnTo>
                <a:lnTo>
                  <a:pt x="5907970" y="2036399"/>
                </a:lnTo>
                <a:lnTo>
                  <a:pt x="5905874" y="2032793"/>
                </a:lnTo>
                <a:lnTo>
                  <a:pt x="5889303" y="2040551"/>
                </a:lnTo>
                <a:cubicBezTo>
                  <a:pt x="5860868" y="2059810"/>
                  <a:pt x="5830723" y="2076820"/>
                  <a:pt x="5799993" y="2092749"/>
                </a:cubicBezTo>
                <a:lnTo>
                  <a:pt x="5797510" y="2093972"/>
                </a:lnTo>
                <a:lnTo>
                  <a:pt x="5798495" y="2094723"/>
                </a:lnTo>
                <a:lnTo>
                  <a:pt x="5796760" y="2094342"/>
                </a:lnTo>
                <a:lnTo>
                  <a:pt x="5747678" y="2118517"/>
                </a:lnTo>
                <a:lnTo>
                  <a:pt x="5746295" y="2124245"/>
                </a:lnTo>
                <a:cubicBezTo>
                  <a:pt x="5755295" y="2117764"/>
                  <a:pt x="5755295" y="2126765"/>
                  <a:pt x="5759615" y="2117764"/>
                </a:cubicBezTo>
                <a:cubicBezTo>
                  <a:pt x="5766455" y="2145126"/>
                  <a:pt x="5746295" y="2154127"/>
                  <a:pt x="5741615" y="2185809"/>
                </a:cubicBezTo>
                <a:cubicBezTo>
                  <a:pt x="5716415" y="2190489"/>
                  <a:pt x="5721095" y="2229012"/>
                  <a:pt x="5686895" y="2238372"/>
                </a:cubicBezTo>
                <a:cubicBezTo>
                  <a:pt x="5689235" y="2243953"/>
                  <a:pt x="5686445" y="2247283"/>
                  <a:pt x="5683925" y="2250928"/>
                </a:cubicBezTo>
                <a:lnTo>
                  <a:pt x="5682337" y="2254225"/>
                </a:lnTo>
                <a:lnTo>
                  <a:pt x="5682337" y="2264083"/>
                </a:lnTo>
                <a:lnTo>
                  <a:pt x="5682575" y="2265374"/>
                </a:lnTo>
                <a:cubicBezTo>
                  <a:pt x="5686895" y="2263214"/>
                  <a:pt x="5693735" y="2261054"/>
                  <a:pt x="5695895" y="2265374"/>
                </a:cubicBezTo>
                <a:cubicBezTo>
                  <a:pt x="5689685" y="2267084"/>
                  <a:pt x="5685590" y="2270505"/>
                  <a:pt x="5682552" y="2274921"/>
                </a:cubicBezTo>
                <a:lnTo>
                  <a:pt x="5682337" y="2275399"/>
                </a:lnTo>
                <a:lnTo>
                  <a:pt x="5682337" y="2306582"/>
                </a:lnTo>
                <a:lnTo>
                  <a:pt x="5683307" y="2318545"/>
                </a:lnTo>
                <a:lnTo>
                  <a:pt x="5692864" y="2322087"/>
                </a:lnTo>
                <a:cubicBezTo>
                  <a:pt x="5701867" y="2315187"/>
                  <a:pt x="5715552" y="2287587"/>
                  <a:pt x="5724915" y="2292308"/>
                </a:cubicBezTo>
                <a:cubicBezTo>
                  <a:pt x="5715552" y="2299208"/>
                  <a:pt x="5715552" y="2303929"/>
                  <a:pt x="5720233" y="2306108"/>
                </a:cubicBezTo>
                <a:lnTo>
                  <a:pt x="5714589" y="2311842"/>
                </a:lnTo>
                <a:lnTo>
                  <a:pt x="5721894" y="2317200"/>
                </a:lnTo>
                <a:cubicBezTo>
                  <a:pt x="5723360" y="2318895"/>
                  <a:pt x="5723773" y="2320449"/>
                  <a:pt x="5723483" y="2322149"/>
                </a:cubicBezTo>
                <a:lnTo>
                  <a:pt x="5716790" y="2335145"/>
                </a:lnTo>
                <a:lnTo>
                  <a:pt x="5718935" y="2333779"/>
                </a:lnTo>
                <a:cubicBezTo>
                  <a:pt x="5721095" y="2340619"/>
                  <a:pt x="5714255" y="2347460"/>
                  <a:pt x="5721095" y="2347460"/>
                </a:cubicBezTo>
                <a:cubicBezTo>
                  <a:pt x="5734775" y="2335939"/>
                  <a:pt x="5739455" y="2361141"/>
                  <a:pt x="5746295" y="2342780"/>
                </a:cubicBezTo>
                <a:cubicBezTo>
                  <a:pt x="5743775" y="2335939"/>
                  <a:pt x="5732615" y="2338459"/>
                  <a:pt x="5727935" y="2331619"/>
                </a:cubicBezTo>
                <a:cubicBezTo>
                  <a:pt x="5727935" y="2308577"/>
                  <a:pt x="5746295" y="2297416"/>
                  <a:pt x="5753135" y="2279055"/>
                </a:cubicBezTo>
                <a:cubicBezTo>
                  <a:pt x="5741615" y="2281575"/>
                  <a:pt x="5730095" y="2290576"/>
                  <a:pt x="5727935" y="2279055"/>
                </a:cubicBezTo>
                <a:cubicBezTo>
                  <a:pt x="5732615" y="2267894"/>
                  <a:pt x="5746295" y="2261054"/>
                  <a:pt x="5748455" y="2249533"/>
                </a:cubicBezTo>
                <a:cubicBezTo>
                  <a:pt x="5748455" y="2258534"/>
                  <a:pt x="5759615" y="2249533"/>
                  <a:pt x="5762135" y="2256374"/>
                </a:cubicBezTo>
                <a:cubicBezTo>
                  <a:pt x="5748455" y="2261054"/>
                  <a:pt x="5739455" y="2270055"/>
                  <a:pt x="5734775" y="2281575"/>
                </a:cubicBezTo>
                <a:cubicBezTo>
                  <a:pt x="5750615" y="2270055"/>
                  <a:pt x="5746295" y="2263214"/>
                  <a:pt x="5757455" y="2276895"/>
                </a:cubicBezTo>
                <a:lnTo>
                  <a:pt x="5777263" y="2250051"/>
                </a:lnTo>
                <a:lnTo>
                  <a:pt x="5770732" y="2233433"/>
                </a:lnTo>
                <a:cubicBezTo>
                  <a:pt x="5770141" y="2226613"/>
                  <a:pt x="5771868" y="2219794"/>
                  <a:pt x="5776592" y="2212975"/>
                </a:cubicBezTo>
                <a:cubicBezTo>
                  <a:pt x="5794762" y="2219794"/>
                  <a:pt x="5764963" y="2231279"/>
                  <a:pt x="5785677" y="2233433"/>
                </a:cubicBezTo>
                <a:lnTo>
                  <a:pt x="5782433" y="2243044"/>
                </a:lnTo>
                <a:lnTo>
                  <a:pt x="5795975" y="2224691"/>
                </a:lnTo>
                <a:cubicBezTo>
                  <a:pt x="5798495" y="2238372"/>
                  <a:pt x="5814335" y="2240533"/>
                  <a:pt x="5823335" y="2226852"/>
                </a:cubicBezTo>
                <a:cubicBezTo>
                  <a:pt x="5828015" y="2240533"/>
                  <a:pt x="5805335" y="2238372"/>
                  <a:pt x="5809655" y="2249533"/>
                </a:cubicBezTo>
                <a:cubicBezTo>
                  <a:pt x="5823335" y="2251693"/>
                  <a:pt x="5841695" y="2238372"/>
                  <a:pt x="5837015" y="2211011"/>
                </a:cubicBezTo>
                <a:cubicBezTo>
                  <a:pt x="5821175" y="2213171"/>
                  <a:pt x="5823335" y="2217851"/>
                  <a:pt x="5819015" y="2206330"/>
                </a:cubicBezTo>
                <a:cubicBezTo>
                  <a:pt x="5805335" y="2217851"/>
                  <a:pt x="5825855" y="2224691"/>
                  <a:pt x="5805335" y="2233692"/>
                </a:cubicBezTo>
                <a:cubicBezTo>
                  <a:pt x="5805335" y="2224691"/>
                  <a:pt x="5812175" y="2217851"/>
                  <a:pt x="5805335" y="2206330"/>
                </a:cubicBezTo>
                <a:cubicBezTo>
                  <a:pt x="5828015" y="2181488"/>
                  <a:pt x="5859696" y="2149446"/>
                  <a:pt x="5853215" y="2122084"/>
                </a:cubicBezTo>
                <a:cubicBezTo>
                  <a:pt x="5864376" y="2113084"/>
                  <a:pt x="5866536" y="2124245"/>
                  <a:pt x="5878056" y="2115244"/>
                </a:cubicBezTo>
                <a:cubicBezTo>
                  <a:pt x="5878056" y="2110924"/>
                  <a:pt x="5880216" y="2108403"/>
                  <a:pt x="5880216" y="2104083"/>
                </a:cubicBezTo>
                <a:cubicBezTo>
                  <a:pt x="5882736" y="2094723"/>
                  <a:pt x="5864376" y="2097243"/>
                  <a:pt x="5875896" y="2087882"/>
                </a:cubicBezTo>
                <a:cubicBezTo>
                  <a:pt x="5891286" y="2084642"/>
                  <a:pt x="5912954" y="2055682"/>
                  <a:pt x="5916143" y="2033659"/>
                </a:cubicBezTo>
                <a:close/>
                <a:moveTo>
                  <a:pt x="4149461" y="2022274"/>
                </a:moveTo>
                <a:cubicBezTo>
                  <a:pt x="4128939" y="2029113"/>
                  <a:pt x="4088254" y="2026954"/>
                  <a:pt x="4076733" y="2054310"/>
                </a:cubicBezTo>
                <a:cubicBezTo>
                  <a:pt x="4099415" y="2040632"/>
                  <a:pt x="4138299" y="2056470"/>
                  <a:pt x="4149461" y="2022274"/>
                </a:cubicBezTo>
                <a:close/>
                <a:moveTo>
                  <a:pt x="4742967" y="2021998"/>
                </a:moveTo>
                <a:cubicBezTo>
                  <a:pt x="4751967" y="2035678"/>
                  <a:pt x="4749807" y="2042519"/>
                  <a:pt x="4760967" y="2060880"/>
                </a:cubicBezTo>
                <a:cubicBezTo>
                  <a:pt x="4765647" y="2063040"/>
                  <a:pt x="4765647" y="2058360"/>
                  <a:pt x="4772487" y="2060880"/>
                </a:cubicBezTo>
                <a:cubicBezTo>
                  <a:pt x="4770327" y="2054040"/>
                  <a:pt x="4760967" y="2051520"/>
                  <a:pt x="4760967" y="2040359"/>
                </a:cubicBezTo>
                <a:cubicBezTo>
                  <a:pt x="4770327" y="2040359"/>
                  <a:pt x="4767807" y="2049359"/>
                  <a:pt x="4772487" y="2054040"/>
                </a:cubicBezTo>
                <a:cubicBezTo>
                  <a:pt x="4781487" y="2047199"/>
                  <a:pt x="4781487" y="2035678"/>
                  <a:pt x="4779327" y="2024158"/>
                </a:cubicBezTo>
                <a:cubicBezTo>
                  <a:pt x="4765647" y="2026678"/>
                  <a:pt x="4765647" y="2028838"/>
                  <a:pt x="4742967" y="2021998"/>
                </a:cubicBezTo>
                <a:close/>
                <a:moveTo>
                  <a:pt x="5291251" y="2017677"/>
                </a:moveTo>
                <a:cubicBezTo>
                  <a:pt x="5281891" y="2021998"/>
                  <a:pt x="5279731" y="2030998"/>
                  <a:pt x="5286571" y="2040359"/>
                </a:cubicBezTo>
                <a:cubicBezTo>
                  <a:pt x="5288731" y="2033518"/>
                  <a:pt x="5293411" y="2026678"/>
                  <a:pt x="5291251" y="2017677"/>
                </a:cubicBezTo>
                <a:close/>
                <a:moveTo>
                  <a:pt x="4811008" y="2012997"/>
                </a:moveTo>
                <a:cubicBezTo>
                  <a:pt x="4808848" y="2012997"/>
                  <a:pt x="4808848" y="2015157"/>
                  <a:pt x="4808848" y="2017677"/>
                </a:cubicBezTo>
                <a:cubicBezTo>
                  <a:pt x="4808848" y="2022178"/>
                  <a:pt x="4811098" y="2023798"/>
                  <a:pt x="4813348" y="2025463"/>
                </a:cubicBezTo>
                <a:lnTo>
                  <a:pt x="4816914" y="2031847"/>
                </a:lnTo>
                <a:lnTo>
                  <a:pt x="4828071" y="2020123"/>
                </a:lnTo>
                <a:lnTo>
                  <a:pt x="4822866" y="2021801"/>
                </a:lnTo>
                <a:cubicBezTo>
                  <a:pt x="4819468" y="2021210"/>
                  <a:pt x="4815598" y="2018667"/>
                  <a:pt x="4811008" y="2012997"/>
                </a:cubicBezTo>
                <a:close/>
                <a:moveTo>
                  <a:pt x="6387873" y="2011186"/>
                </a:moveTo>
                <a:cubicBezTo>
                  <a:pt x="6409122" y="2006600"/>
                  <a:pt x="6390438" y="2033411"/>
                  <a:pt x="6392636" y="2044347"/>
                </a:cubicBezTo>
                <a:cubicBezTo>
                  <a:pt x="6385675" y="2037644"/>
                  <a:pt x="6385675" y="2024239"/>
                  <a:pt x="6387873" y="2011186"/>
                </a:cubicBezTo>
                <a:close/>
                <a:moveTo>
                  <a:pt x="6085174" y="2008187"/>
                </a:moveTo>
                <a:cubicBezTo>
                  <a:pt x="6105911" y="2021743"/>
                  <a:pt x="6092087" y="2050996"/>
                  <a:pt x="6085174" y="2071330"/>
                </a:cubicBezTo>
                <a:cubicBezTo>
                  <a:pt x="6071350" y="2057774"/>
                  <a:pt x="6082992" y="2030661"/>
                  <a:pt x="6085174" y="2008187"/>
                </a:cubicBezTo>
                <a:close/>
                <a:moveTo>
                  <a:pt x="4240911" y="2001308"/>
                </a:moveTo>
                <a:cubicBezTo>
                  <a:pt x="4237760" y="2003017"/>
                  <a:pt x="4236050" y="2006437"/>
                  <a:pt x="4238390" y="2011116"/>
                </a:cubicBezTo>
                <a:cubicBezTo>
                  <a:pt x="4240551" y="2008596"/>
                  <a:pt x="4256392" y="2017955"/>
                  <a:pt x="4252072" y="2001757"/>
                </a:cubicBezTo>
                <a:cubicBezTo>
                  <a:pt x="4248651" y="1999598"/>
                  <a:pt x="4244061" y="1999598"/>
                  <a:pt x="4240911" y="2001308"/>
                </a:cubicBezTo>
                <a:close/>
                <a:moveTo>
                  <a:pt x="4804168" y="1999316"/>
                </a:moveTo>
                <a:cubicBezTo>
                  <a:pt x="4795167" y="1997156"/>
                  <a:pt x="4797327" y="2003996"/>
                  <a:pt x="4799848" y="2008317"/>
                </a:cubicBezTo>
                <a:cubicBezTo>
                  <a:pt x="4811008" y="2012997"/>
                  <a:pt x="4811008" y="2006156"/>
                  <a:pt x="4804168" y="1999316"/>
                </a:cubicBezTo>
                <a:close/>
                <a:moveTo>
                  <a:pt x="6026019" y="1997075"/>
                </a:moveTo>
                <a:cubicBezTo>
                  <a:pt x="6028135" y="2011045"/>
                  <a:pt x="6019316" y="2020236"/>
                  <a:pt x="6017199" y="2031632"/>
                </a:cubicBezTo>
                <a:cubicBezTo>
                  <a:pt x="6012613" y="2018030"/>
                  <a:pt x="6012613" y="2006266"/>
                  <a:pt x="6026019" y="1997075"/>
                </a:cubicBezTo>
                <a:close/>
                <a:moveTo>
                  <a:pt x="4831528" y="1992476"/>
                </a:moveTo>
                <a:cubicBezTo>
                  <a:pt x="4831528" y="1997156"/>
                  <a:pt x="4822528" y="2001476"/>
                  <a:pt x="4834048" y="2006156"/>
                </a:cubicBezTo>
                <a:cubicBezTo>
                  <a:pt x="4838908" y="2009667"/>
                  <a:pt x="4838908" y="2001431"/>
                  <a:pt x="4842401" y="2001954"/>
                </a:cubicBezTo>
                <a:lnTo>
                  <a:pt x="4844247" y="2003516"/>
                </a:lnTo>
                <a:lnTo>
                  <a:pt x="4854916" y="1993632"/>
                </a:lnTo>
                <a:lnTo>
                  <a:pt x="4851277" y="1995699"/>
                </a:lnTo>
                <a:cubicBezTo>
                  <a:pt x="4846356" y="1996616"/>
                  <a:pt x="4840078" y="1995896"/>
                  <a:pt x="4831528" y="1992476"/>
                </a:cubicBezTo>
                <a:close/>
                <a:moveTo>
                  <a:pt x="5307569" y="1986501"/>
                </a:moveTo>
                <a:cubicBezTo>
                  <a:pt x="5297798" y="1988358"/>
                  <a:pt x="5292331" y="2004896"/>
                  <a:pt x="5295571" y="2015157"/>
                </a:cubicBezTo>
                <a:cubicBezTo>
                  <a:pt x="5302411" y="2008317"/>
                  <a:pt x="5313931" y="1999316"/>
                  <a:pt x="5318611" y="1990315"/>
                </a:cubicBezTo>
                <a:cubicBezTo>
                  <a:pt x="5314561" y="1986895"/>
                  <a:pt x="5310826" y="1985883"/>
                  <a:pt x="5307569" y="1986501"/>
                </a:cubicBezTo>
                <a:close/>
                <a:moveTo>
                  <a:pt x="6139501" y="1977027"/>
                </a:moveTo>
                <a:cubicBezTo>
                  <a:pt x="6159892" y="1974850"/>
                  <a:pt x="6155242" y="1999887"/>
                  <a:pt x="6134850" y="1995170"/>
                </a:cubicBezTo>
                <a:cubicBezTo>
                  <a:pt x="6139501" y="1977027"/>
                  <a:pt x="6139501" y="1977027"/>
                  <a:pt x="6139501" y="1977027"/>
                </a:cubicBezTo>
                <a:close/>
                <a:moveTo>
                  <a:pt x="4329480" y="1970082"/>
                </a:moveTo>
                <a:lnTo>
                  <a:pt x="4325405" y="1976741"/>
                </a:lnTo>
                <a:lnTo>
                  <a:pt x="4324799" y="1976921"/>
                </a:lnTo>
                <a:cubicBezTo>
                  <a:pt x="4326959" y="1974761"/>
                  <a:pt x="4329480" y="1974761"/>
                  <a:pt x="4329480" y="1970082"/>
                </a:cubicBezTo>
                <a:close/>
                <a:moveTo>
                  <a:pt x="4941684" y="1955823"/>
                </a:moveTo>
                <a:lnTo>
                  <a:pt x="4940894" y="1959116"/>
                </a:lnTo>
                <a:lnTo>
                  <a:pt x="4943129" y="1958273"/>
                </a:lnTo>
                <a:close/>
                <a:moveTo>
                  <a:pt x="4858888" y="1953953"/>
                </a:moveTo>
                <a:cubicBezTo>
                  <a:pt x="4849888" y="1953953"/>
                  <a:pt x="4852048" y="1960793"/>
                  <a:pt x="4854208" y="1967634"/>
                </a:cubicBezTo>
                <a:cubicBezTo>
                  <a:pt x="4858888" y="1965114"/>
                  <a:pt x="4863568" y="1962954"/>
                  <a:pt x="4858888" y="1953953"/>
                </a:cubicBezTo>
                <a:close/>
                <a:moveTo>
                  <a:pt x="4539631" y="1946275"/>
                </a:moveTo>
                <a:cubicBezTo>
                  <a:pt x="4548580" y="1960084"/>
                  <a:pt x="4526028" y="1960084"/>
                  <a:pt x="4532829" y="1973893"/>
                </a:cubicBezTo>
                <a:cubicBezTo>
                  <a:pt x="4529428" y="1973893"/>
                  <a:pt x="4526028" y="1974438"/>
                  <a:pt x="4522627" y="1973847"/>
                </a:cubicBezTo>
                <a:lnTo>
                  <a:pt x="4517684" y="1970524"/>
                </a:lnTo>
                <a:lnTo>
                  <a:pt x="4515268" y="1980495"/>
                </a:lnTo>
                <a:cubicBezTo>
                  <a:pt x="4509150" y="1990597"/>
                  <a:pt x="4493986" y="1998705"/>
                  <a:pt x="4485438" y="1995162"/>
                </a:cubicBezTo>
                <a:cubicBezTo>
                  <a:pt x="4485438" y="1989529"/>
                  <a:pt x="4491228" y="1985532"/>
                  <a:pt x="4498167" y="1981807"/>
                </a:cubicBezTo>
                <a:lnTo>
                  <a:pt x="4517389" y="1970326"/>
                </a:lnTo>
                <a:lnTo>
                  <a:pt x="4512425" y="1966988"/>
                </a:lnTo>
                <a:cubicBezTo>
                  <a:pt x="4517079" y="1953179"/>
                  <a:pt x="4537483" y="1955360"/>
                  <a:pt x="4539631" y="1946275"/>
                </a:cubicBezTo>
                <a:close/>
                <a:moveTo>
                  <a:pt x="4977329" y="1926591"/>
                </a:moveTo>
                <a:cubicBezTo>
                  <a:pt x="4974809" y="1935592"/>
                  <a:pt x="4958969" y="1937752"/>
                  <a:pt x="4958969" y="1949273"/>
                </a:cubicBezTo>
                <a:cubicBezTo>
                  <a:pt x="4970489" y="1944592"/>
                  <a:pt x="4988489" y="1935592"/>
                  <a:pt x="4977329" y="1926591"/>
                </a:cubicBezTo>
                <a:close/>
                <a:moveTo>
                  <a:pt x="5350292" y="1921911"/>
                </a:moveTo>
                <a:cubicBezTo>
                  <a:pt x="5336612" y="1930911"/>
                  <a:pt x="5352452" y="1935592"/>
                  <a:pt x="5343452" y="1942432"/>
                </a:cubicBezTo>
                <a:cubicBezTo>
                  <a:pt x="5354972" y="1949273"/>
                  <a:pt x="5357132" y="1930911"/>
                  <a:pt x="5350292" y="1921911"/>
                </a:cubicBezTo>
                <a:close/>
                <a:moveTo>
                  <a:pt x="6150478" y="1903412"/>
                </a:moveTo>
                <a:cubicBezTo>
                  <a:pt x="6166250" y="1919220"/>
                  <a:pt x="6139613" y="1941855"/>
                  <a:pt x="6163796" y="1955507"/>
                </a:cubicBezTo>
                <a:cubicBezTo>
                  <a:pt x="6159590" y="1971315"/>
                  <a:pt x="6150478" y="1953352"/>
                  <a:pt x="6146272" y="1962333"/>
                </a:cubicBezTo>
                <a:cubicBezTo>
                  <a:pt x="6143819" y="1953352"/>
                  <a:pt x="6146272" y="1928202"/>
                  <a:pt x="6150478" y="1903412"/>
                </a:cubicBezTo>
                <a:close/>
                <a:moveTo>
                  <a:pt x="6452149" y="1901973"/>
                </a:moveTo>
                <a:cubicBezTo>
                  <a:pt x="6456510" y="1903743"/>
                  <a:pt x="6457461" y="1919551"/>
                  <a:pt x="6471038" y="1912937"/>
                </a:cubicBezTo>
                <a:lnTo>
                  <a:pt x="6468866" y="1928459"/>
                </a:lnTo>
                <a:cubicBezTo>
                  <a:pt x="6448228" y="1917523"/>
                  <a:pt x="6432297" y="1928459"/>
                  <a:pt x="6430125" y="1906234"/>
                </a:cubicBezTo>
                <a:cubicBezTo>
                  <a:pt x="6430125" y="1912937"/>
                  <a:pt x="6461986" y="1915053"/>
                  <a:pt x="6446056" y="1906234"/>
                </a:cubicBezTo>
                <a:cubicBezTo>
                  <a:pt x="6448862" y="1902353"/>
                  <a:pt x="6450695" y="1901383"/>
                  <a:pt x="6452149" y="1901973"/>
                </a:cubicBezTo>
                <a:close/>
                <a:moveTo>
                  <a:pt x="4648593" y="1892300"/>
                </a:moveTo>
                <a:cubicBezTo>
                  <a:pt x="4623590" y="1923693"/>
                  <a:pt x="4585371" y="1937249"/>
                  <a:pt x="4548938" y="1955443"/>
                </a:cubicBezTo>
                <a:cubicBezTo>
                  <a:pt x="4562868" y="1903715"/>
                  <a:pt x="4621447" y="1923693"/>
                  <a:pt x="4648593" y="1892300"/>
                </a:cubicBezTo>
                <a:close/>
                <a:moveTo>
                  <a:pt x="6117030" y="1881187"/>
                </a:moveTo>
                <a:cubicBezTo>
                  <a:pt x="6103436" y="1904253"/>
                  <a:pt x="6114526" y="1917948"/>
                  <a:pt x="6107729" y="1947501"/>
                </a:cubicBezTo>
                <a:cubicBezTo>
                  <a:pt x="6091988" y="1935968"/>
                  <a:pt x="6098785" y="1899567"/>
                  <a:pt x="6117030" y="1881187"/>
                </a:cubicBezTo>
                <a:close/>
                <a:moveTo>
                  <a:pt x="5470614" y="1881187"/>
                </a:moveTo>
                <a:cubicBezTo>
                  <a:pt x="5479591" y="1885949"/>
                  <a:pt x="5497904" y="1883751"/>
                  <a:pt x="5495390" y="1892910"/>
                </a:cubicBezTo>
                <a:cubicBezTo>
                  <a:pt x="5486413" y="1892910"/>
                  <a:pt x="5474923" y="1890712"/>
                  <a:pt x="5474923" y="1895108"/>
                </a:cubicBezTo>
                <a:cubicBezTo>
                  <a:pt x="5468100" y="1895108"/>
                  <a:pt x="5470614" y="1885949"/>
                  <a:pt x="5470614" y="1881187"/>
                </a:cubicBezTo>
                <a:close/>
                <a:moveTo>
                  <a:pt x="4951916" y="1879033"/>
                </a:moveTo>
                <a:cubicBezTo>
                  <a:pt x="4954455" y="1878199"/>
                  <a:pt x="4957841" y="1878471"/>
                  <a:pt x="4962919" y="1880741"/>
                </a:cubicBezTo>
                <a:lnTo>
                  <a:pt x="4959549" y="1883087"/>
                </a:lnTo>
                <a:lnTo>
                  <a:pt x="4962767" y="1890140"/>
                </a:lnTo>
                <a:cubicBezTo>
                  <a:pt x="4962018" y="1894966"/>
                  <a:pt x="4956283" y="1898931"/>
                  <a:pt x="4951509" y="1897896"/>
                </a:cubicBezTo>
                <a:lnTo>
                  <a:pt x="4948216" y="1894531"/>
                </a:lnTo>
                <a:lnTo>
                  <a:pt x="4944744" y="1906162"/>
                </a:lnTo>
                <a:cubicBezTo>
                  <a:pt x="4940111" y="1906162"/>
                  <a:pt x="4935834" y="1901441"/>
                  <a:pt x="4931201" y="1903983"/>
                </a:cubicBezTo>
                <a:cubicBezTo>
                  <a:pt x="4935834" y="1906162"/>
                  <a:pt x="4937972" y="1908341"/>
                  <a:pt x="4935834" y="1913062"/>
                </a:cubicBezTo>
                <a:cubicBezTo>
                  <a:pt x="4926925" y="1917783"/>
                  <a:pt x="4926925" y="1908341"/>
                  <a:pt x="4920154" y="1908341"/>
                </a:cubicBezTo>
                <a:cubicBezTo>
                  <a:pt x="4922292" y="1910883"/>
                  <a:pt x="4917659" y="1910883"/>
                  <a:pt x="4920154" y="1913062"/>
                </a:cubicBezTo>
                <a:cubicBezTo>
                  <a:pt x="4922292" y="1917783"/>
                  <a:pt x="4929063" y="1915241"/>
                  <a:pt x="4929063" y="1922141"/>
                </a:cubicBezTo>
                <a:cubicBezTo>
                  <a:pt x="4924430" y="1924319"/>
                  <a:pt x="4922292" y="1926862"/>
                  <a:pt x="4920154" y="1926862"/>
                </a:cubicBezTo>
                <a:cubicBezTo>
                  <a:pt x="4917659" y="1915241"/>
                  <a:pt x="4910888" y="1913062"/>
                  <a:pt x="4913383" y="1903983"/>
                </a:cubicBezTo>
                <a:cubicBezTo>
                  <a:pt x="4926925" y="1903983"/>
                  <a:pt x="4937972" y="1903983"/>
                  <a:pt x="4929063" y="1892362"/>
                </a:cubicBezTo>
                <a:cubicBezTo>
                  <a:pt x="4944298" y="1893996"/>
                  <a:pt x="4944298" y="1881535"/>
                  <a:pt x="4951916" y="1879033"/>
                </a:cubicBezTo>
                <a:close/>
                <a:moveTo>
                  <a:pt x="4938516" y="1866900"/>
                </a:moveTo>
                <a:cubicBezTo>
                  <a:pt x="4940688" y="1876201"/>
                  <a:pt x="4936343" y="1880494"/>
                  <a:pt x="4934171" y="1887291"/>
                </a:cubicBezTo>
                <a:cubicBezTo>
                  <a:pt x="4929464" y="1882998"/>
                  <a:pt x="4927292" y="1891942"/>
                  <a:pt x="4920413" y="1882998"/>
                </a:cubicBezTo>
                <a:cubicBezTo>
                  <a:pt x="4940688" y="1885145"/>
                  <a:pt x="4927292" y="1869404"/>
                  <a:pt x="4938516" y="1866900"/>
                </a:cubicBezTo>
                <a:close/>
                <a:moveTo>
                  <a:pt x="5366132" y="1858186"/>
                </a:moveTo>
                <a:cubicBezTo>
                  <a:pt x="5354972" y="1862867"/>
                  <a:pt x="5352452" y="1867187"/>
                  <a:pt x="5345612" y="1874027"/>
                </a:cubicBezTo>
                <a:cubicBezTo>
                  <a:pt x="5350292" y="1885548"/>
                  <a:pt x="5357132" y="1887708"/>
                  <a:pt x="5368292" y="1887708"/>
                </a:cubicBezTo>
                <a:cubicBezTo>
                  <a:pt x="5368292" y="1897069"/>
                  <a:pt x="5368292" y="1908230"/>
                  <a:pt x="5354972" y="1912910"/>
                </a:cubicBezTo>
                <a:cubicBezTo>
                  <a:pt x="5357132" y="1921911"/>
                  <a:pt x="5363972" y="1917590"/>
                  <a:pt x="5368292" y="1924071"/>
                </a:cubicBezTo>
                <a:cubicBezTo>
                  <a:pt x="5368292" y="1903909"/>
                  <a:pt x="5379812" y="1903909"/>
                  <a:pt x="5375132" y="1885548"/>
                </a:cubicBezTo>
                <a:cubicBezTo>
                  <a:pt x="5375132" y="1885548"/>
                  <a:pt x="5375132" y="1885548"/>
                  <a:pt x="5393492" y="1878708"/>
                </a:cubicBezTo>
                <a:cubicBezTo>
                  <a:pt x="5388812" y="1871867"/>
                  <a:pt x="5391332" y="1869707"/>
                  <a:pt x="5395652" y="1865027"/>
                </a:cubicBezTo>
                <a:cubicBezTo>
                  <a:pt x="5384492" y="1862867"/>
                  <a:pt x="5381972" y="1883388"/>
                  <a:pt x="5370812" y="1883388"/>
                </a:cubicBezTo>
                <a:cubicBezTo>
                  <a:pt x="5361812" y="1871867"/>
                  <a:pt x="5372972" y="1867187"/>
                  <a:pt x="5366132" y="1858186"/>
                </a:cubicBezTo>
                <a:close/>
                <a:moveTo>
                  <a:pt x="1221991" y="1854179"/>
                </a:moveTo>
                <a:cubicBezTo>
                  <a:pt x="1210469" y="1865337"/>
                  <a:pt x="1210469" y="1876856"/>
                  <a:pt x="1198948" y="1879015"/>
                </a:cubicBezTo>
                <a:cubicBezTo>
                  <a:pt x="1203629" y="1883695"/>
                  <a:pt x="1201108" y="1888014"/>
                  <a:pt x="1205789" y="1892693"/>
                </a:cubicBezTo>
                <a:cubicBezTo>
                  <a:pt x="1217310" y="1879015"/>
                  <a:pt x="1230992" y="1865337"/>
                  <a:pt x="1221991" y="1854179"/>
                </a:cubicBezTo>
                <a:close/>
                <a:moveTo>
                  <a:pt x="4822528" y="1853866"/>
                </a:moveTo>
                <a:cubicBezTo>
                  <a:pt x="4811008" y="1851346"/>
                  <a:pt x="4815688" y="1865027"/>
                  <a:pt x="4822528" y="1867187"/>
                </a:cubicBezTo>
                <a:cubicBezTo>
                  <a:pt x="4836208" y="1869707"/>
                  <a:pt x="4824688" y="1858186"/>
                  <a:pt x="4822528" y="1853866"/>
                </a:cubicBezTo>
                <a:close/>
                <a:moveTo>
                  <a:pt x="5385863" y="1852245"/>
                </a:moveTo>
                <a:lnTo>
                  <a:pt x="5380037" y="1855351"/>
                </a:lnTo>
                <a:cubicBezTo>
                  <a:pt x="5377472" y="1858726"/>
                  <a:pt x="5377472" y="1862687"/>
                  <a:pt x="5379812" y="1867187"/>
                </a:cubicBezTo>
                <a:cubicBezTo>
                  <a:pt x="5383232" y="1865027"/>
                  <a:pt x="5387822" y="1862777"/>
                  <a:pt x="5391242" y="1859672"/>
                </a:cubicBezTo>
                <a:lnTo>
                  <a:pt x="5392148" y="1857074"/>
                </a:lnTo>
                <a:lnTo>
                  <a:pt x="5387930" y="1852300"/>
                </a:lnTo>
                <a:close/>
                <a:moveTo>
                  <a:pt x="6405438" y="1847212"/>
                </a:moveTo>
                <a:cubicBezTo>
                  <a:pt x="6439294" y="1844675"/>
                  <a:pt x="6403300" y="1918262"/>
                  <a:pt x="6400805" y="1936387"/>
                </a:cubicBezTo>
                <a:cubicBezTo>
                  <a:pt x="6387263" y="1913550"/>
                  <a:pt x="6418980" y="1876937"/>
                  <a:pt x="6405438" y="1847212"/>
                </a:cubicBezTo>
                <a:close/>
                <a:moveTo>
                  <a:pt x="5771135" y="1840185"/>
                </a:moveTo>
                <a:cubicBezTo>
                  <a:pt x="5766455" y="1842345"/>
                  <a:pt x="5766455" y="1847026"/>
                  <a:pt x="5762135" y="1851346"/>
                </a:cubicBezTo>
                <a:cubicBezTo>
                  <a:pt x="5762135" y="1851346"/>
                  <a:pt x="5762135" y="1851346"/>
                  <a:pt x="5775815" y="1878708"/>
                </a:cubicBezTo>
                <a:cubicBezTo>
                  <a:pt x="5786975" y="1867187"/>
                  <a:pt x="5784815" y="1842345"/>
                  <a:pt x="5771135" y="1840185"/>
                </a:cubicBezTo>
                <a:close/>
                <a:moveTo>
                  <a:pt x="6501199" y="1836737"/>
                </a:moveTo>
                <a:cubicBezTo>
                  <a:pt x="6487375" y="1846185"/>
                  <a:pt x="6484828" y="1864356"/>
                  <a:pt x="6466638" y="1866536"/>
                </a:cubicBezTo>
                <a:cubicBezTo>
                  <a:pt x="6471004" y="1850546"/>
                  <a:pt x="6482645" y="1841461"/>
                  <a:pt x="6501199" y="1836737"/>
                </a:cubicBezTo>
                <a:close/>
                <a:moveTo>
                  <a:pt x="4956892" y="1835739"/>
                </a:moveTo>
                <a:cubicBezTo>
                  <a:pt x="4975083" y="1833562"/>
                  <a:pt x="4975083" y="1844810"/>
                  <a:pt x="4984541" y="1847350"/>
                </a:cubicBezTo>
                <a:cubicBezTo>
                  <a:pt x="4972900" y="1847350"/>
                  <a:pt x="4986724" y="1856422"/>
                  <a:pt x="4975083" y="1858599"/>
                </a:cubicBezTo>
                <a:cubicBezTo>
                  <a:pt x="4963805" y="1854245"/>
                  <a:pt x="4975083" y="1847350"/>
                  <a:pt x="4965987" y="1844810"/>
                </a:cubicBezTo>
                <a:cubicBezTo>
                  <a:pt x="4961258" y="1844810"/>
                  <a:pt x="4956892" y="1854245"/>
                  <a:pt x="4952163" y="1849527"/>
                </a:cubicBezTo>
                <a:cubicBezTo>
                  <a:pt x="4959075" y="1847350"/>
                  <a:pt x="4959075" y="1840456"/>
                  <a:pt x="4956892" y="1835739"/>
                </a:cubicBezTo>
                <a:close/>
                <a:moveTo>
                  <a:pt x="4729447" y="1835062"/>
                </a:moveTo>
                <a:cubicBezTo>
                  <a:pt x="4740663" y="1864556"/>
                  <a:pt x="4699780" y="1850888"/>
                  <a:pt x="4681328" y="1876065"/>
                </a:cubicBezTo>
                <a:cubicBezTo>
                  <a:pt x="4676625" y="1871389"/>
                  <a:pt x="4681328" y="1866714"/>
                  <a:pt x="4676625" y="1862398"/>
                </a:cubicBezTo>
                <a:cubicBezTo>
                  <a:pt x="4672283" y="1866714"/>
                  <a:pt x="4667580" y="1862398"/>
                  <a:pt x="4663238" y="1866714"/>
                </a:cubicBezTo>
                <a:cubicBezTo>
                  <a:pt x="4674454" y="1830387"/>
                  <a:pt x="4708825" y="1853406"/>
                  <a:pt x="4729447" y="1835062"/>
                </a:cubicBezTo>
                <a:close/>
                <a:moveTo>
                  <a:pt x="5601998" y="1831222"/>
                </a:moveTo>
                <a:lnTo>
                  <a:pt x="5597079" y="1832494"/>
                </a:lnTo>
                <a:lnTo>
                  <a:pt x="5594654" y="1832407"/>
                </a:lnTo>
                <a:lnTo>
                  <a:pt x="5596459" y="1847106"/>
                </a:lnTo>
                <a:lnTo>
                  <a:pt x="5599503" y="1838610"/>
                </a:lnTo>
                <a:close/>
                <a:moveTo>
                  <a:pt x="6370653" y="1830387"/>
                </a:moveTo>
                <a:cubicBezTo>
                  <a:pt x="6373133" y="1841896"/>
                  <a:pt x="6359672" y="1837221"/>
                  <a:pt x="6357192" y="1844054"/>
                </a:cubicBezTo>
                <a:cubicBezTo>
                  <a:pt x="6361797" y="1857722"/>
                  <a:pt x="6373133" y="1837221"/>
                  <a:pt x="6377384" y="1850888"/>
                </a:cubicBezTo>
                <a:cubicBezTo>
                  <a:pt x="6363923" y="1876065"/>
                  <a:pt x="6334875" y="1830387"/>
                  <a:pt x="6370653" y="1830387"/>
                </a:cubicBezTo>
                <a:close/>
                <a:moveTo>
                  <a:pt x="5955241" y="1827540"/>
                </a:moveTo>
                <a:lnTo>
                  <a:pt x="5945737" y="1835662"/>
                </a:lnTo>
                <a:cubicBezTo>
                  <a:pt x="5933857" y="1853618"/>
                  <a:pt x="5937367" y="1875828"/>
                  <a:pt x="5910096" y="1887708"/>
                </a:cubicBezTo>
                <a:cubicBezTo>
                  <a:pt x="5916936" y="1897069"/>
                  <a:pt x="5905416" y="1899229"/>
                  <a:pt x="5907576" y="1908230"/>
                </a:cubicBezTo>
                <a:cubicBezTo>
                  <a:pt x="5907576" y="1908230"/>
                  <a:pt x="5907576" y="1908230"/>
                  <a:pt x="5889576" y="1917590"/>
                </a:cubicBezTo>
                <a:cubicBezTo>
                  <a:pt x="5890656" y="1936852"/>
                  <a:pt x="5879226" y="1953323"/>
                  <a:pt x="5866400" y="1967814"/>
                </a:cubicBezTo>
                <a:lnTo>
                  <a:pt x="5848183" y="1987437"/>
                </a:lnTo>
                <a:lnTo>
                  <a:pt x="5888718" y="1971028"/>
                </a:lnTo>
                <a:lnTo>
                  <a:pt x="5969682" y="1931682"/>
                </a:lnTo>
                <a:lnTo>
                  <a:pt x="5969137" y="1926591"/>
                </a:lnTo>
                <a:lnTo>
                  <a:pt x="5974993" y="1929101"/>
                </a:lnTo>
                <a:lnTo>
                  <a:pt x="5980108" y="1926615"/>
                </a:lnTo>
                <a:lnTo>
                  <a:pt x="5983357" y="1922541"/>
                </a:lnTo>
                <a:cubicBezTo>
                  <a:pt x="5985337" y="1919121"/>
                  <a:pt x="5987452" y="1915273"/>
                  <a:pt x="5990197" y="1912415"/>
                </a:cubicBezTo>
                <a:lnTo>
                  <a:pt x="5991205" y="1912018"/>
                </a:lnTo>
                <a:lnTo>
                  <a:pt x="5993343" y="1900274"/>
                </a:lnTo>
                <a:cubicBezTo>
                  <a:pt x="5993596" y="1884023"/>
                  <a:pt x="5984688" y="1880176"/>
                  <a:pt x="5984688" y="1849397"/>
                </a:cubicBezTo>
                <a:lnTo>
                  <a:pt x="5979850" y="1845612"/>
                </a:lnTo>
                <a:lnTo>
                  <a:pt x="5979173" y="1849713"/>
                </a:lnTo>
                <a:cubicBezTo>
                  <a:pt x="5979588" y="1852830"/>
                  <a:pt x="5981293" y="1855794"/>
                  <a:pt x="5985295" y="1858600"/>
                </a:cubicBezTo>
                <a:cubicBezTo>
                  <a:pt x="5971470" y="1860772"/>
                  <a:pt x="5980565" y="1872358"/>
                  <a:pt x="5973653" y="1879238"/>
                </a:cubicBezTo>
                <a:cubicBezTo>
                  <a:pt x="5962375" y="1874531"/>
                  <a:pt x="5976200" y="1865479"/>
                  <a:pt x="5973653" y="1854255"/>
                </a:cubicBezTo>
                <a:cubicBezTo>
                  <a:pt x="5966741" y="1854255"/>
                  <a:pt x="5959829" y="1860772"/>
                  <a:pt x="5955463" y="1851721"/>
                </a:cubicBezTo>
                <a:lnTo>
                  <a:pt x="5969634" y="1837617"/>
                </a:lnTo>
                <a:lnTo>
                  <a:pt x="5959897" y="1829997"/>
                </a:lnTo>
                <a:close/>
                <a:moveTo>
                  <a:pt x="6050857" y="1826504"/>
                </a:moveTo>
                <a:lnTo>
                  <a:pt x="6037307" y="1849305"/>
                </a:lnTo>
                <a:lnTo>
                  <a:pt x="6044636" y="1857037"/>
                </a:lnTo>
                <a:lnTo>
                  <a:pt x="6057427" y="1841805"/>
                </a:lnTo>
                <a:cubicBezTo>
                  <a:pt x="6059407" y="1834425"/>
                  <a:pt x="6057697" y="1827584"/>
                  <a:pt x="6050857" y="1826504"/>
                </a:cubicBezTo>
                <a:close/>
                <a:moveTo>
                  <a:pt x="5707415" y="1819664"/>
                </a:moveTo>
                <a:cubicBezTo>
                  <a:pt x="5695895" y="1826504"/>
                  <a:pt x="5695895" y="1837665"/>
                  <a:pt x="5689415" y="1847026"/>
                </a:cubicBezTo>
                <a:cubicBezTo>
                  <a:pt x="5698415" y="1849186"/>
                  <a:pt x="5714255" y="1830824"/>
                  <a:pt x="5707415" y="1819664"/>
                </a:cubicBezTo>
                <a:close/>
                <a:moveTo>
                  <a:pt x="5782655" y="1812823"/>
                </a:moveTo>
                <a:cubicBezTo>
                  <a:pt x="5764295" y="1833345"/>
                  <a:pt x="5798495" y="1837665"/>
                  <a:pt x="5805335" y="1862867"/>
                </a:cubicBezTo>
                <a:cubicBezTo>
                  <a:pt x="5802815" y="1876548"/>
                  <a:pt x="5786975" y="1885548"/>
                  <a:pt x="5786975" y="1899229"/>
                </a:cubicBezTo>
                <a:cubicBezTo>
                  <a:pt x="5805335" y="1899229"/>
                  <a:pt x="5798495" y="1869707"/>
                  <a:pt x="5809655" y="1885548"/>
                </a:cubicBezTo>
                <a:cubicBezTo>
                  <a:pt x="5821175" y="1876548"/>
                  <a:pt x="5816495" y="1856026"/>
                  <a:pt x="5832695" y="1856026"/>
                </a:cubicBezTo>
                <a:cubicBezTo>
                  <a:pt x="5832695" y="1847026"/>
                  <a:pt x="5839535" y="1837665"/>
                  <a:pt x="5828015" y="1835505"/>
                </a:cubicBezTo>
                <a:cubicBezTo>
                  <a:pt x="5809655" y="1860346"/>
                  <a:pt x="5786975" y="1830824"/>
                  <a:pt x="5782655" y="1812823"/>
                </a:cubicBezTo>
                <a:close/>
                <a:moveTo>
                  <a:pt x="5009099" y="1803400"/>
                </a:moveTo>
                <a:cubicBezTo>
                  <a:pt x="5013720" y="1818922"/>
                  <a:pt x="4991329" y="1823155"/>
                  <a:pt x="4986708" y="1834444"/>
                </a:cubicBezTo>
                <a:cubicBezTo>
                  <a:pt x="4995594" y="1836561"/>
                  <a:pt x="4995594" y="1825625"/>
                  <a:pt x="5000214" y="1834444"/>
                </a:cubicBezTo>
                <a:cubicBezTo>
                  <a:pt x="4988841" y="1836561"/>
                  <a:pt x="4993461" y="1841147"/>
                  <a:pt x="4979956" y="1839030"/>
                </a:cubicBezTo>
                <a:cubicBezTo>
                  <a:pt x="4991329" y="1825625"/>
                  <a:pt x="4966450" y="1816805"/>
                  <a:pt x="4979956" y="1807633"/>
                </a:cubicBezTo>
                <a:cubicBezTo>
                  <a:pt x="4982088" y="1814336"/>
                  <a:pt x="4986708" y="1821039"/>
                  <a:pt x="4993461" y="1818922"/>
                </a:cubicBezTo>
                <a:cubicBezTo>
                  <a:pt x="5000214" y="1814336"/>
                  <a:pt x="4995594" y="1805516"/>
                  <a:pt x="5009099" y="1803400"/>
                </a:cubicBezTo>
                <a:close/>
                <a:moveTo>
                  <a:pt x="4710995" y="1803400"/>
                </a:moveTo>
                <a:cubicBezTo>
                  <a:pt x="4717908" y="1803400"/>
                  <a:pt x="4724820" y="1807754"/>
                  <a:pt x="4729549" y="1814648"/>
                </a:cubicBezTo>
                <a:cubicBezTo>
                  <a:pt x="4722637" y="1821543"/>
                  <a:pt x="4713178" y="1828437"/>
                  <a:pt x="4706630" y="1826260"/>
                </a:cubicBezTo>
                <a:cubicBezTo>
                  <a:pt x="4694988" y="1817188"/>
                  <a:pt x="4715725" y="1812471"/>
                  <a:pt x="4710995" y="1803400"/>
                </a:cubicBezTo>
                <a:close/>
                <a:moveTo>
                  <a:pt x="5420853" y="1799142"/>
                </a:moveTo>
                <a:cubicBezTo>
                  <a:pt x="5420853" y="1799142"/>
                  <a:pt x="5420853" y="1799142"/>
                  <a:pt x="5411853" y="1803823"/>
                </a:cubicBezTo>
                <a:cubicBezTo>
                  <a:pt x="5420853" y="1814983"/>
                  <a:pt x="5416173" y="1819664"/>
                  <a:pt x="5402493" y="1821824"/>
                </a:cubicBezTo>
                <a:cubicBezTo>
                  <a:pt x="5402493" y="1821824"/>
                  <a:pt x="5402493" y="1821824"/>
                  <a:pt x="5409333" y="1835505"/>
                </a:cubicBezTo>
                <a:cubicBezTo>
                  <a:pt x="5416173" y="1823984"/>
                  <a:pt x="5427693" y="1814983"/>
                  <a:pt x="5420853" y="1799142"/>
                </a:cubicBezTo>
                <a:close/>
                <a:moveTo>
                  <a:pt x="5899568" y="1793955"/>
                </a:moveTo>
                <a:lnTo>
                  <a:pt x="5898576" y="1794462"/>
                </a:lnTo>
                <a:cubicBezTo>
                  <a:pt x="5899746" y="1797342"/>
                  <a:pt x="5901478" y="1798940"/>
                  <a:pt x="5903453" y="1799643"/>
                </a:cubicBezTo>
                <a:lnTo>
                  <a:pt x="5906221" y="1799562"/>
                </a:lnTo>
                <a:close/>
                <a:moveTo>
                  <a:pt x="4766118" y="1787678"/>
                </a:moveTo>
                <a:cubicBezTo>
                  <a:pt x="4761458" y="1787678"/>
                  <a:pt x="4734573" y="1799149"/>
                  <a:pt x="4750346" y="1810620"/>
                </a:cubicBezTo>
                <a:cubicBezTo>
                  <a:pt x="4754647" y="1803809"/>
                  <a:pt x="4772929" y="1796998"/>
                  <a:pt x="4766118" y="1787678"/>
                </a:cubicBezTo>
                <a:close/>
                <a:moveTo>
                  <a:pt x="5484573" y="1780781"/>
                </a:moveTo>
                <a:cubicBezTo>
                  <a:pt x="5475213" y="1776461"/>
                  <a:pt x="5470893" y="1796982"/>
                  <a:pt x="5466213" y="1803823"/>
                </a:cubicBezTo>
                <a:cubicBezTo>
                  <a:pt x="5479893" y="1808143"/>
                  <a:pt x="5482413" y="1787621"/>
                  <a:pt x="5484573" y="1780781"/>
                </a:cubicBezTo>
                <a:close/>
                <a:moveTo>
                  <a:pt x="1303720" y="1780249"/>
                </a:moveTo>
                <a:cubicBezTo>
                  <a:pt x="1301402" y="1780390"/>
                  <a:pt x="1299129" y="1781290"/>
                  <a:pt x="1296879" y="1783629"/>
                </a:cubicBezTo>
                <a:cubicBezTo>
                  <a:pt x="1301559" y="1790468"/>
                  <a:pt x="1310560" y="1785789"/>
                  <a:pt x="1301559" y="1797307"/>
                </a:cubicBezTo>
                <a:cubicBezTo>
                  <a:pt x="1296879" y="1790468"/>
                  <a:pt x="1292198" y="1787949"/>
                  <a:pt x="1285357" y="1792628"/>
                </a:cubicBezTo>
                <a:cubicBezTo>
                  <a:pt x="1290038" y="1810985"/>
                  <a:pt x="1251514" y="1833662"/>
                  <a:pt x="1228471" y="1842661"/>
                </a:cubicBezTo>
                <a:cubicBezTo>
                  <a:pt x="1235312" y="1854179"/>
                  <a:pt x="1237832" y="1851659"/>
                  <a:pt x="1239993" y="1860658"/>
                </a:cubicBezTo>
                <a:cubicBezTo>
                  <a:pt x="1264835" y="1819984"/>
                  <a:pt x="1303719" y="1815305"/>
                  <a:pt x="1326402" y="1781110"/>
                </a:cubicBezTo>
                <a:cubicBezTo>
                  <a:pt x="1318031" y="1786239"/>
                  <a:pt x="1310673" y="1779827"/>
                  <a:pt x="1303720" y="1780249"/>
                </a:cubicBezTo>
                <a:close/>
                <a:moveTo>
                  <a:pt x="5643694" y="1778621"/>
                </a:moveTo>
                <a:cubicBezTo>
                  <a:pt x="5627854" y="1785461"/>
                  <a:pt x="5630014" y="1799142"/>
                  <a:pt x="5627854" y="1810663"/>
                </a:cubicBezTo>
                <a:cubicBezTo>
                  <a:pt x="5632174" y="1812823"/>
                  <a:pt x="5636854" y="1810663"/>
                  <a:pt x="5643694" y="1805983"/>
                </a:cubicBezTo>
                <a:cubicBezTo>
                  <a:pt x="5634694" y="1794462"/>
                  <a:pt x="5652694" y="1790142"/>
                  <a:pt x="5643694" y="1778621"/>
                </a:cubicBezTo>
                <a:close/>
                <a:moveTo>
                  <a:pt x="5095410" y="1762780"/>
                </a:moveTo>
                <a:cubicBezTo>
                  <a:pt x="5091090" y="1767100"/>
                  <a:pt x="5084250" y="1776461"/>
                  <a:pt x="5095410" y="1780781"/>
                </a:cubicBezTo>
                <a:cubicBezTo>
                  <a:pt x="5104410" y="1776461"/>
                  <a:pt x="5106930" y="1764940"/>
                  <a:pt x="5095410" y="1762780"/>
                </a:cubicBezTo>
                <a:close/>
                <a:moveTo>
                  <a:pt x="6271684" y="1757362"/>
                </a:moveTo>
                <a:cubicBezTo>
                  <a:pt x="6282900" y="1757362"/>
                  <a:pt x="6282900" y="1757362"/>
                  <a:pt x="6282900" y="1757362"/>
                </a:cubicBezTo>
                <a:cubicBezTo>
                  <a:pt x="6285003" y="1762095"/>
                  <a:pt x="6287106" y="1766465"/>
                  <a:pt x="6287106" y="1773383"/>
                </a:cubicBezTo>
                <a:cubicBezTo>
                  <a:pt x="6265025" y="1769013"/>
                  <a:pt x="6291663" y="1789768"/>
                  <a:pt x="6274138" y="1796686"/>
                </a:cubicBezTo>
                <a:cubicBezTo>
                  <a:pt x="6267478" y="1787219"/>
                  <a:pt x="6267478" y="1764280"/>
                  <a:pt x="6271684" y="1757362"/>
                </a:cubicBezTo>
                <a:close/>
                <a:moveTo>
                  <a:pt x="4835922" y="1757362"/>
                </a:moveTo>
                <a:cubicBezTo>
                  <a:pt x="4858147" y="1759508"/>
                  <a:pt x="4838039" y="1777753"/>
                  <a:pt x="4824633" y="1782404"/>
                </a:cubicBezTo>
                <a:cubicBezTo>
                  <a:pt x="4820400" y="1770956"/>
                  <a:pt x="4840156" y="1762012"/>
                  <a:pt x="4835922" y="1757362"/>
                </a:cubicBezTo>
                <a:close/>
                <a:moveTo>
                  <a:pt x="6226702" y="1751012"/>
                </a:moveTo>
                <a:cubicBezTo>
                  <a:pt x="6240841" y="1751012"/>
                  <a:pt x="6236004" y="1770990"/>
                  <a:pt x="6228934" y="1777649"/>
                </a:cubicBezTo>
                <a:cubicBezTo>
                  <a:pt x="6217400" y="1775546"/>
                  <a:pt x="6228934" y="1757671"/>
                  <a:pt x="6226702" y="1751012"/>
                </a:cubicBezTo>
                <a:close/>
                <a:moveTo>
                  <a:pt x="5777975" y="1749099"/>
                </a:moveTo>
                <a:cubicBezTo>
                  <a:pt x="5771135" y="1758099"/>
                  <a:pt x="5773295" y="1769620"/>
                  <a:pt x="5771135" y="1780781"/>
                </a:cubicBezTo>
                <a:cubicBezTo>
                  <a:pt x="5777975" y="1771780"/>
                  <a:pt x="5789495" y="1762780"/>
                  <a:pt x="5777975" y="1749099"/>
                </a:cubicBezTo>
                <a:close/>
                <a:moveTo>
                  <a:pt x="5037182" y="1746250"/>
                </a:moveTo>
                <a:cubicBezTo>
                  <a:pt x="5043885" y="1755321"/>
                  <a:pt x="5023777" y="1759675"/>
                  <a:pt x="5041769" y="1766570"/>
                </a:cubicBezTo>
                <a:cubicBezTo>
                  <a:pt x="5028363" y="1771287"/>
                  <a:pt x="5026246" y="1755321"/>
                  <a:pt x="5014957" y="1764393"/>
                </a:cubicBezTo>
                <a:cubicBezTo>
                  <a:pt x="5006138" y="1750604"/>
                  <a:pt x="5028363" y="1755321"/>
                  <a:pt x="5037182" y="1746250"/>
                </a:cubicBezTo>
                <a:close/>
                <a:moveTo>
                  <a:pt x="6390187" y="1743648"/>
                </a:moveTo>
                <a:cubicBezTo>
                  <a:pt x="6421436" y="1743648"/>
                  <a:pt x="6421436" y="1743648"/>
                  <a:pt x="6421436" y="1743648"/>
                </a:cubicBezTo>
                <a:cubicBezTo>
                  <a:pt x="6426052" y="1748331"/>
                  <a:pt x="6428183" y="1755176"/>
                  <a:pt x="6423922" y="1766343"/>
                </a:cubicBezTo>
                <a:cubicBezTo>
                  <a:pt x="6414689" y="1762021"/>
                  <a:pt x="6423922" y="1741487"/>
                  <a:pt x="6399065" y="1748331"/>
                </a:cubicBezTo>
                <a:cubicBezTo>
                  <a:pt x="6421436" y="1789399"/>
                  <a:pt x="6374563" y="1798405"/>
                  <a:pt x="6408297" y="1825783"/>
                </a:cubicBezTo>
                <a:cubicBezTo>
                  <a:pt x="6403681" y="1825783"/>
                  <a:pt x="6403681" y="1832628"/>
                  <a:pt x="6403681" y="1834790"/>
                </a:cubicBezTo>
                <a:cubicBezTo>
                  <a:pt x="6399065" y="1832628"/>
                  <a:pt x="6392318" y="1830106"/>
                  <a:pt x="6383440" y="1830106"/>
                </a:cubicBezTo>
                <a:cubicBezTo>
                  <a:pt x="6378824" y="1789399"/>
                  <a:pt x="6392318" y="1786877"/>
                  <a:pt x="6390187" y="1743648"/>
                </a:cubicBezTo>
                <a:close/>
                <a:moveTo>
                  <a:pt x="1458536" y="1740435"/>
                </a:moveTo>
                <a:cubicBezTo>
                  <a:pt x="1444854" y="1747274"/>
                  <a:pt x="1438014" y="1756273"/>
                  <a:pt x="1419652" y="1756273"/>
                </a:cubicBezTo>
                <a:cubicBezTo>
                  <a:pt x="1426492" y="1778950"/>
                  <a:pt x="1456016" y="1751594"/>
                  <a:pt x="1458536" y="1740435"/>
                </a:cubicBezTo>
                <a:close/>
                <a:moveTo>
                  <a:pt x="6353044" y="1739900"/>
                </a:moveTo>
                <a:cubicBezTo>
                  <a:pt x="6370682" y="1755830"/>
                  <a:pt x="6350574" y="1778640"/>
                  <a:pt x="6368566" y="1797105"/>
                </a:cubicBezTo>
                <a:cubicBezTo>
                  <a:pt x="6344224" y="1797105"/>
                  <a:pt x="6377385" y="1806157"/>
                  <a:pt x="6366449" y="1822088"/>
                </a:cubicBezTo>
                <a:cubicBezTo>
                  <a:pt x="6341755" y="1813036"/>
                  <a:pt x="6355160" y="1785519"/>
                  <a:pt x="6339638" y="1762710"/>
                </a:cubicBezTo>
                <a:cubicBezTo>
                  <a:pt x="6363980" y="1764882"/>
                  <a:pt x="6339638" y="1744244"/>
                  <a:pt x="6353044" y="1739900"/>
                </a:cubicBezTo>
                <a:close/>
                <a:moveTo>
                  <a:pt x="6105412" y="1734498"/>
                </a:moveTo>
                <a:lnTo>
                  <a:pt x="6104889" y="1742394"/>
                </a:lnTo>
                <a:lnTo>
                  <a:pt x="6112417" y="1740098"/>
                </a:lnTo>
                <a:cubicBezTo>
                  <a:pt x="6110167" y="1740638"/>
                  <a:pt x="6108322" y="1739761"/>
                  <a:pt x="6107000" y="1738281"/>
                </a:cubicBezTo>
                <a:close/>
                <a:moveTo>
                  <a:pt x="1364926" y="1733596"/>
                </a:moveTo>
                <a:cubicBezTo>
                  <a:pt x="1353765" y="1756273"/>
                  <a:pt x="1331082" y="1758433"/>
                  <a:pt x="1322081" y="1778950"/>
                </a:cubicBezTo>
                <a:cubicBezTo>
                  <a:pt x="1344764" y="1763112"/>
                  <a:pt x="1360605" y="1765272"/>
                  <a:pt x="1371767" y="1742595"/>
                </a:cubicBezTo>
                <a:cubicBezTo>
                  <a:pt x="1371767" y="1742595"/>
                  <a:pt x="1371767" y="1742595"/>
                  <a:pt x="1364926" y="1733596"/>
                </a:cubicBezTo>
                <a:close/>
                <a:moveTo>
                  <a:pt x="5947376" y="1733550"/>
                </a:moveTo>
                <a:cubicBezTo>
                  <a:pt x="5949609" y="1737911"/>
                  <a:pt x="5956678" y="1744815"/>
                  <a:pt x="5951841" y="1749539"/>
                </a:cubicBezTo>
                <a:cubicBezTo>
                  <a:pt x="5949609" y="1737911"/>
                  <a:pt x="5935470" y="1763348"/>
                  <a:pt x="5933238" y="1751720"/>
                </a:cubicBezTo>
                <a:cubicBezTo>
                  <a:pt x="5940307" y="1744815"/>
                  <a:pt x="5937703" y="1737911"/>
                  <a:pt x="5947376" y="1733550"/>
                </a:cubicBezTo>
                <a:close/>
                <a:moveTo>
                  <a:pt x="4797663" y="1733550"/>
                </a:moveTo>
                <a:cubicBezTo>
                  <a:pt x="4804474" y="1762944"/>
                  <a:pt x="4772929" y="1758284"/>
                  <a:pt x="4763967" y="1778716"/>
                </a:cubicBezTo>
                <a:cubicBezTo>
                  <a:pt x="4784041" y="1796998"/>
                  <a:pt x="4800172" y="1747171"/>
                  <a:pt x="4824906" y="1733550"/>
                </a:cubicBezTo>
                <a:cubicBezTo>
                  <a:pt x="4827416" y="1737851"/>
                  <a:pt x="4829567" y="1749322"/>
                  <a:pt x="4822756" y="1744662"/>
                </a:cubicBezTo>
                <a:cubicBezTo>
                  <a:pt x="4822756" y="1751473"/>
                  <a:pt x="4829567" y="1747171"/>
                  <a:pt x="4827416" y="1760435"/>
                </a:cubicBezTo>
                <a:cubicBezTo>
                  <a:pt x="4786551" y="1790187"/>
                  <a:pt x="4786551" y="1823883"/>
                  <a:pt x="4738875" y="1833203"/>
                </a:cubicBezTo>
                <a:cubicBezTo>
                  <a:pt x="4734573" y="1826392"/>
                  <a:pt x="4750346" y="1805960"/>
                  <a:pt x="4729913" y="1808111"/>
                </a:cubicBezTo>
                <a:cubicBezTo>
                  <a:pt x="4752496" y="1778716"/>
                  <a:pt x="4768269" y="1751473"/>
                  <a:pt x="4797663" y="1733550"/>
                </a:cubicBezTo>
                <a:close/>
                <a:moveTo>
                  <a:pt x="5046188" y="1726171"/>
                </a:moveTo>
                <a:cubicBezTo>
                  <a:pt x="5047639" y="1724785"/>
                  <a:pt x="5048819" y="1724248"/>
                  <a:pt x="5052266" y="1727647"/>
                </a:cubicBezTo>
                <a:cubicBezTo>
                  <a:pt x="5050089" y="1727647"/>
                  <a:pt x="5052266" y="1732298"/>
                  <a:pt x="5054443" y="1734444"/>
                </a:cubicBezTo>
                <a:cubicBezTo>
                  <a:pt x="5038477" y="1734444"/>
                  <a:pt x="5061337" y="1745892"/>
                  <a:pt x="5045371" y="1745892"/>
                </a:cubicBezTo>
                <a:cubicBezTo>
                  <a:pt x="5036300" y="1736591"/>
                  <a:pt x="5056983" y="1732298"/>
                  <a:pt x="5038477" y="1729793"/>
                </a:cubicBezTo>
                <a:cubicBezTo>
                  <a:pt x="5043013" y="1729793"/>
                  <a:pt x="5044736" y="1727557"/>
                  <a:pt x="5046188" y="1726171"/>
                </a:cubicBezTo>
                <a:close/>
                <a:moveTo>
                  <a:pt x="6324036" y="1725612"/>
                </a:moveTo>
                <a:cubicBezTo>
                  <a:pt x="6328306" y="1734561"/>
                  <a:pt x="6332932" y="1754965"/>
                  <a:pt x="6324036" y="1761767"/>
                </a:cubicBezTo>
                <a:cubicBezTo>
                  <a:pt x="6319411" y="1754965"/>
                  <a:pt x="6312650" y="1734561"/>
                  <a:pt x="6324036" y="1725612"/>
                </a:cubicBezTo>
                <a:close/>
                <a:moveTo>
                  <a:pt x="4929449" y="1719577"/>
                </a:moveTo>
                <a:cubicBezTo>
                  <a:pt x="4917929" y="1721737"/>
                  <a:pt x="4913609" y="1733258"/>
                  <a:pt x="4924769" y="1737578"/>
                </a:cubicBezTo>
                <a:cubicBezTo>
                  <a:pt x="4934129" y="1733258"/>
                  <a:pt x="4940609" y="1728577"/>
                  <a:pt x="4929449" y="1719577"/>
                </a:cubicBezTo>
                <a:close/>
                <a:moveTo>
                  <a:pt x="5452647" y="1714500"/>
                </a:moveTo>
                <a:cubicBezTo>
                  <a:pt x="5464553" y="1721404"/>
                  <a:pt x="5459716" y="1733033"/>
                  <a:pt x="5455251" y="1744298"/>
                </a:cubicBezTo>
                <a:cubicBezTo>
                  <a:pt x="5448182" y="1737394"/>
                  <a:pt x="5441113" y="1721404"/>
                  <a:pt x="5452647" y="1714500"/>
                </a:cubicBezTo>
                <a:close/>
                <a:moveTo>
                  <a:pt x="6105788" y="1713694"/>
                </a:moveTo>
                <a:lnTo>
                  <a:pt x="6106550" y="1717319"/>
                </a:lnTo>
                <a:lnTo>
                  <a:pt x="6105691" y="1730294"/>
                </a:lnTo>
                <a:lnTo>
                  <a:pt x="6106291" y="1728707"/>
                </a:lnTo>
                <a:cubicBezTo>
                  <a:pt x="6107534" y="1728083"/>
                  <a:pt x="6109537" y="1728488"/>
                  <a:pt x="6112417" y="1730738"/>
                </a:cubicBezTo>
                <a:cubicBezTo>
                  <a:pt x="6113497" y="1726237"/>
                  <a:pt x="6112327" y="1722277"/>
                  <a:pt x="6110032" y="1718587"/>
                </a:cubicBezTo>
                <a:close/>
                <a:moveTo>
                  <a:pt x="5802815" y="1708056"/>
                </a:moveTo>
                <a:cubicBezTo>
                  <a:pt x="5791655" y="1712736"/>
                  <a:pt x="5800655" y="1721737"/>
                  <a:pt x="5789495" y="1726417"/>
                </a:cubicBezTo>
                <a:cubicBezTo>
                  <a:pt x="5795975" y="1728577"/>
                  <a:pt x="5802815" y="1723897"/>
                  <a:pt x="5809655" y="1721737"/>
                </a:cubicBezTo>
                <a:cubicBezTo>
                  <a:pt x="5809655" y="1721737"/>
                  <a:pt x="5809655" y="1721737"/>
                  <a:pt x="5802815" y="1708056"/>
                </a:cubicBezTo>
                <a:close/>
                <a:moveTo>
                  <a:pt x="5118090" y="1705896"/>
                </a:moveTo>
                <a:cubicBezTo>
                  <a:pt x="5109090" y="1710576"/>
                  <a:pt x="5102250" y="1714896"/>
                  <a:pt x="5106930" y="1723897"/>
                </a:cubicBezTo>
                <a:cubicBezTo>
                  <a:pt x="5111250" y="1719577"/>
                  <a:pt x="5124930" y="1714896"/>
                  <a:pt x="5118090" y="1705896"/>
                </a:cubicBezTo>
                <a:close/>
                <a:moveTo>
                  <a:pt x="5994112" y="1700135"/>
                </a:moveTo>
                <a:cubicBezTo>
                  <a:pt x="5989027" y="1698965"/>
                  <a:pt x="5982817" y="1701215"/>
                  <a:pt x="5982817" y="1708056"/>
                </a:cubicBezTo>
                <a:cubicBezTo>
                  <a:pt x="5984977" y="1717417"/>
                  <a:pt x="5993977" y="1705896"/>
                  <a:pt x="5998657" y="1712736"/>
                </a:cubicBezTo>
                <a:cubicBezTo>
                  <a:pt x="6003157" y="1705896"/>
                  <a:pt x="5999197" y="1701305"/>
                  <a:pt x="5994112" y="1700135"/>
                </a:cubicBezTo>
                <a:close/>
                <a:moveTo>
                  <a:pt x="1355925" y="1699401"/>
                </a:moveTo>
                <a:cubicBezTo>
                  <a:pt x="1344764" y="1708400"/>
                  <a:pt x="1333243" y="1715239"/>
                  <a:pt x="1337923" y="1724238"/>
                </a:cubicBezTo>
                <a:cubicBezTo>
                  <a:pt x="1346924" y="1713079"/>
                  <a:pt x="1351604" y="1724238"/>
                  <a:pt x="1360605" y="1713079"/>
                </a:cubicBezTo>
                <a:cubicBezTo>
                  <a:pt x="1355925" y="1708400"/>
                  <a:pt x="1353765" y="1704081"/>
                  <a:pt x="1355925" y="1699401"/>
                </a:cubicBezTo>
                <a:close/>
                <a:moveTo>
                  <a:pt x="4719470" y="1693862"/>
                </a:moveTo>
                <a:cubicBezTo>
                  <a:pt x="4726375" y="1710348"/>
                  <a:pt x="4708204" y="1712546"/>
                  <a:pt x="4701299" y="1717308"/>
                </a:cubicBezTo>
                <a:cubicBezTo>
                  <a:pt x="4696575" y="1707783"/>
                  <a:pt x="4715109" y="1703387"/>
                  <a:pt x="4719470" y="1693862"/>
                </a:cubicBezTo>
                <a:close/>
                <a:moveTo>
                  <a:pt x="6319664" y="1692275"/>
                </a:moveTo>
                <a:cubicBezTo>
                  <a:pt x="6348808" y="1692275"/>
                  <a:pt x="6328549" y="1719924"/>
                  <a:pt x="6317531" y="1726836"/>
                </a:cubicBezTo>
                <a:cubicBezTo>
                  <a:pt x="6301538" y="1719924"/>
                  <a:pt x="6324284" y="1706099"/>
                  <a:pt x="6319664" y="1692275"/>
                </a:cubicBezTo>
                <a:close/>
                <a:moveTo>
                  <a:pt x="5944876" y="1690831"/>
                </a:moveTo>
                <a:cubicBezTo>
                  <a:pt x="5940742" y="1692283"/>
                  <a:pt x="5936017" y="1695545"/>
                  <a:pt x="5930257" y="1701216"/>
                </a:cubicBezTo>
                <a:cubicBezTo>
                  <a:pt x="5934937" y="1705896"/>
                  <a:pt x="5941777" y="1694375"/>
                  <a:pt x="5946457" y="1701216"/>
                </a:cubicBezTo>
                <a:cubicBezTo>
                  <a:pt x="5941777" y="1714896"/>
                  <a:pt x="5934937" y="1721737"/>
                  <a:pt x="5921256" y="1726417"/>
                </a:cubicBezTo>
                <a:cubicBezTo>
                  <a:pt x="5922337" y="1733258"/>
                  <a:pt x="5917836" y="1738388"/>
                  <a:pt x="5914461" y="1743789"/>
                </a:cubicBezTo>
                <a:lnTo>
                  <a:pt x="5912521" y="1748696"/>
                </a:lnTo>
                <a:lnTo>
                  <a:pt x="5914139" y="1751480"/>
                </a:lnTo>
                <a:lnTo>
                  <a:pt x="5929500" y="1761282"/>
                </a:lnTo>
                <a:lnTo>
                  <a:pt x="5939617" y="1755939"/>
                </a:lnTo>
                <a:cubicBezTo>
                  <a:pt x="5940697" y="1758189"/>
                  <a:pt x="5940382" y="1760012"/>
                  <a:pt x="5939443" y="1761627"/>
                </a:cubicBezTo>
                <a:lnTo>
                  <a:pt x="5936053" y="1765464"/>
                </a:lnTo>
                <a:lnTo>
                  <a:pt x="5942269" y="1769430"/>
                </a:lnTo>
                <a:lnTo>
                  <a:pt x="5942587" y="1769125"/>
                </a:lnTo>
                <a:cubicBezTo>
                  <a:pt x="5943307" y="1768113"/>
                  <a:pt x="5943960" y="1767607"/>
                  <a:pt x="5944860" y="1768209"/>
                </a:cubicBezTo>
                <a:lnTo>
                  <a:pt x="5948099" y="1773150"/>
                </a:lnTo>
                <a:lnTo>
                  <a:pt x="5948781" y="1773586"/>
                </a:lnTo>
                <a:lnTo>
                  <a:pt x="5962297" y="1744418"/>
                </a:lnTo>
                <a:cubicBezTo>
                  <a:pt x="5969137" y="1744418"/>
                  <a:pt x="5962297" y="1751259"/>
                  <a:pt x="5966617" y="1755939"/>
                </a:cubicBezTo>
                <a:cubicBezTo>
                  <a:pt x="5980297" y="1751259"/>
                  <a:pt x="5980297" y="1744418"/>
                  <a:pt x="5982817" y="1737578"/>
                </a:cubicBezTo>
                <a:cubicBezTo>
                  <a:pt x="5966617" y="1737578"/>
                  <a:pt x="5978137" y="1733258"/>
                  <a:pt x="5973457" y="1719577"/>
                </a:cubicBezTo>
                <a:cubicBezTo>
                  <a:pt x="5969137" y="1719577"/>
                  <a:pt x="5964457" y="1721737"/>
                  <a:pt x="5957617" y="1726417"/>
                </a:cubicBezTo>
                <a:cubicBezTo>
                  <a:pt x="5955457" y="1719577"/>
                  <a:pt x="5966617" y="1717417"/>
                  <a:pt x="5964457" y="1710576"/>
                </a:cubicBezTo>
                <a:cubicBezTo>
                  <a:pt x="5969137" y="1710576"/>
                  <a:pt x="5971297" y="1717417"/>
                  <a:pt x="5978137" y="1710576"/>
                </a:cubicBezTo>
                <a:cubicBezTo>
                  <a:pt x="5964367" y="1698425"/>
                  <a:pt x="5957279" y="1686477"/>
                  <a:pt x="5944876" y="1690831"/>
                </a:cubicBezTo>
                <a:close/>
                <a:moveTo>
                  <a:pt x="5458878" y="1687670"/>
                </a:moveTo>
                <a:cubicBezTo>
                  <a:pt x="5453793" y="1686005"/>
                  <a:pt x="5445873" y="1686635"/>
                  <a:pt x="5441373" y="1690055"/>
                </a:cubicBezTo>
                <a:cubicBezTo>
                  <a:pt x="5452533" y="1705896"/>
                  <a:pt x="5436693" y="1692215"/>
                  <a:pt x="5427693" y="1699055"/>
                </a:cubicBezTo>
                <a:cubicBezTo>
                  <a:pt x="5436693" y="1719577"/>
                  <a:pt x="5411853" y="1728577"/>
                  <a:pt x="5418693" y="1749099"/>
                </a:cubicBezTo>
                <a:cubicBezTo>
                  <a:pt x="5411853" y="1746939"/>
                  <a:pt x="5407173" y="1749099"/>
                  <a:pt x="5405013" y="1753779"/>
                </a:cubicBezTo>
                <a:cubicBezTo>
                  <a:pt x="5414013" y="1762780"/>
                  <a:pt x="5418693" y="1773941"/>
                  <a:pt x="5405013" y="1769620"/>
                </a:cubicBezTo>
                <a:cubicBezTo>
                  <a:pt x="5409333" y="1778621"/>
                  <a:pt x="5423013" y="1776461"/>
                  <a:pt x="5414013" y="1794462"/>
                </a:cubicBezTo>
                <a:cubicBezTo>
                  <a:pt x="5432013" y="1787621"/>
                  <a:pt x="5425533" y="1773941"/>
                  <a:pt x="5414013" y="1758099"/>
                </a:cubicBezTo>
                <a:cubicBezTo>
                  <a:pt x="5416173" y="1749099"/>
                  <a:pt x="5429853" y="1744418"/>
                  <a:pt x="5434533" y="1737578"/>
                </a:cubicBezTo>
                <a:cubicBezTo>
                  <a:pt x="5434533" y="1742258"/>
                  <a:pt x="5432013" y="1744418"/>
                  <a:pt x="5436693" y="1744418"/>
                </a:cubicBezTo>
                <a:cubicBezTo>
                  <a:pt x="5429853" y="1753779"/>
                  <a:pt x="5425533" y="1776461"/>
                  <a:pt x="5438853" y="1785461"/>
                </a:cubicBezTo>
                <a:cubicBezTo>
                  <a:pt x="5455053" y="1778621"/>
                  <a:pt x="5441373" y="1764940"/>
                  <a:pt x="5443533" y="1755939"/>
                </a:cubicBezTo>
                <a:cubicBezTo>
                  <a:pt x="5443533" y="1755939"/>
                  <a:pt x="5443533" y="1755939"/>
                  <a:pt x="5461893" y="1749099"/>
                </a:cubicBezTo>
                <a:cubicBezTo>
                  <a:pt x="5459373" y="1730738"/>
                  <a:pt x="5479893" y="1705896"/>
                  <a:pt x="5450373" y="1696895"/>
                </a:cubicBezTo>
                <a:cubicBezTo>
                  <a:pt x="5455053" y="1692215"/>
                  <a:pt x="5457213" y="1696895"/>
                  <a:pt x="5459373" y="1699055"/>
                </a:cubicBezTo>
                <a:cubicBezTo>
                  <a:pt x="5466213" y="1693295"/>
                  <a:pt x="5463963" y="1689335"/>
                  <a:pt x="5458878" y="1687670"/>
                </a:cubicBezTo>
                <a:close/>
                <a:moveTo>
                  <a:pt x="5067914" y="1685925"/>
                </a:moveTo>
                <a:cubicBezTo>
                  <a:pt x="5093090" y="1708150"/>
                  <a:pt x="5061080" y="1708150"/>
                  <a:pt x="5054247" y="1723672"/>
                </a:cubicBezTo>
                <a:cubicBezTo>
                  <a:pt x="5047413" y="1710619"/>
                  <a:pt x="5067914" y="1703916"/>
                  <a:pt x="5061080" y="1688041"/>
                </a:cubicBezTo>
                <a:cubicBezTo>
                  <a:pt x="5063598" y="1692628"/>
                  <a:pt x="5065756" y="1690511"/>
                  <a:pt x="5067914" y="1685925"/>
                </a:cubicBezTo>
                <a:close/>
                <a:moveTo>
                  <a:pt x="5616444" y="1682750"/>
                </a:moveTo>
                <a:cubicBezTo>
                  <a:pt x="5634435" y="1684982"/>
                  <a:pt x="5623146" y="1696888"/>
                  <a:pt x="5621030" y="1706190"/>
                </a:cubicBezTo>
                <a:cubicBezTo>
                  <a:pt x="5603038" y="1703957"/>
                  <a:pt x="5621030" y="1696888"/>
                  <a:pt x="5616444" y="1682750"/>
                </a:cubicBezTo>
                <a:close/>
                <a:moveTo>
                  <a:pt x="5082057" y="1662112"/>
                </a:moveTo>
                <a:cubicBezTo>
                  <a:pt x="5086913" y="1666594"/>
                  <a:pt x="5094010" y="1662112"/>
                  <a:pt x="5096251" y="1666594"/>
                </a:cubicBezTo>
                <a:cubicBezTo>
                  <a:pt x="5079816" y="1666594"/>
                  <a:pt x="5086913" y="1680788"/>
                  <a:pt x="5079816" y="1676306"/>
                </a:cubicBezTo>
                <a:cubicBezTo>
                  <a:pt x="5082057" y="1671450"/>
                  <a:pt x="5077575" y="1664353"/>
                  <a:pt x="5082057" y="1662112"/>
                </a:cubicBezTo>
                <a:close/>
                <a:moveTo>
                  <a:pt x="4948614" y="1654175"/>
                </a:moveTo>
                <a:cubicBezTo>
                  <a:pt x="4944132" y="1665234"/>
                  <a:pt x="4937035" y="1676649"/>
                  <a:pt x="4932179" y="1685568"/>
                </a:cubicBezTo>
                <a:cubicBezTo>
                  <a:pt x="4929938" y="1674152"/>
                  <a:pt x="4937035" y="1656315"/>
                  <a:pt x="4948614" y="1654175"/>
                </a:cubicBezTo>
                <a:close/>
                <a:moveTo>
                  <a:pt x="5871216" y="1653692"/>
                </a:moveTo>
                <a:cubicBezTo>
                  <a:pt x="5855375" y="1664853"/>
                  <a:pt x="5871216" y="1683214"/>
                  <a:pt x="5864376" y="1699055"/>
                </a:cubicBezTo>
                <a:cubicBezTo>
                  <a:pt x="5878056" y="1685374"/>
                  <a:pt x="5869056" y="1667013"/>
                  <a:pt x="5882736" y="1655852"/>
                </a:cubicBezTo>
                <a:cubicBezTo>
                  <a:pt x="5880216" y="1651172"/>
                  <a:pt x="5873376" y="1658013"/>
                  <a:pt x="5871216" y="1653692"/>
                </a:cubicBezTo>
                <a:close/>
                <a:moveTo>
                  <a:pt x="5700575" y="1649012"/>
                </a:moveTo>
                <a:cubicBezTo>
                  <a:pt x="5684735" y="1658013"/>
                  <a:pt x="5680055" y="1669533"/>
                  <a:pt x="5686895" y="1683214"/>
                </a:cubicBezTo>
                <a:cubicBezTo>
                  <a:pt x="5698415" y="1673854"/>
                  <a:pt x="5705255" y="1662693"/>
                  <a:pt x="5700575" y="1649012"/>
                </a:cubicBezTo>
                <a:close/>
                <a:moveTo>
                  <a:pt x="6424692" y="1646237"/>
                </a:moveTo>
                <a:cubicBezTo>
                  <a:pt x="6428985" y="1650598"/>
                  <a:pt x="6435782" y="1650598"/>
                  <a:pt x="6445084" y="1650598"/>
                </a:cubicBezTo>
                <a:cubicBezTo>
                  <a:pt x="6447230" y="1664407"/>
                  <a:pt x="6435782" y="1664407"/>
                  <a:pt x="6433636" y="1676036"/>
                </a:cubicBezTo>
                <a:cubicBezTo>
                  <a:pt x="6424692" y="1671312"/>
                  <a:pt x="6422188" y="1659683"/>
                  <a:pt x="6424692" y="1646237"/>
                </a:cubicBezTo>
                <a:close/>
                <a:moveTo>
                  <a:pt x="5104265" y="1642003"/>
                </a:moveTo>
                <a:cubicBezTo>
                  <a:pt x="5113724" y="1648706"/>
                  <a:pt x="5097717" y="1655409"/>
                  <a:pt x="5088258" y="1653292"/>
                </a:cubicBezTo>
                <a:cubicBezTo>
                  <a:pt x="5079163" y="1646590"/>
                  <a:pt x="5097717" y="1639887"/>
                  <a:pt x="5104265" y="1642003"/>
                </a:cubicBezTo>
                <a:close/>
                <a:moveTo>
                  <a:pt x="5918106" y="1625228"/>
                </a:moveTo>
                <a:cubicBezTo>
                  <a:pt x="5913989" y="1627523"/>
                  <a:pt x="5912706" y="1638121"/>
                  <a:pt x="5907576" y="1640011"/>
                </a:cubicBezTo>
                <a:cubicBezTo>
                  <a:pt x="5907576" y="1640011"/>
                  <a:pt x="5907576" y="1640011"/>
                  <a:pt x="5916936" y="1655852"/>
                </a:cubicBezTo>
                <a:cubicBezTo>
                  <a:pt x="5928097" y="1642171"/>
                  <a:pt x="5934937" y="1660173"/>
                  <a:pt x="5939617" y="1644332"/>
                </a:cubicBezTo>
                <a:cubicBezTo>
                  <a:pt x="5934937" y="1630651"/>
                  <a:pt x="5921256" y="1651172"/>
                  <a:pt x="5916936" y="1646852"/>
                </a:cubicBezTo>
                <a:cubicBezTo>
                  <a:pt x="5916936" y="1640011"/>
                  <a:pt x="5925937" y="1635331"/>
                  <a:pt x="5923417" y="1626330"/>
                </a:cubicBezTo>
                <a:cubicBezTo>
                  <a:pt x="5921167" y="1624620"/>
                  <a:pt x="5919479" y="1624463"/>
                  <a:pt x="5918106" y="1625228"/>
                </a:cubicBezTo>
                <a:close/>
                <a:moveTo>
                  <a:pt x="5676769" y="1616075"/>
                </a:moveTo>
                <a:cubicBezTo>
                  <a:pt x="5678885" y="1629189"/>
                  <a:pt x="5649957" y="1631605"/>
                  <a:pt x="5641138" y="1625048"/>
                </a:cubicBezTo>
                <a:cubicBezTo>
                  <a:pt x="5647841" y="1618491"/>
                  <a:pt x="5667949" y="1620561"/>
                  <a:pt x="5676769" y="1616075"/>
                </a:cubicBezTo>
                <a:close/>
                <a:moveTo>
                  <a:pt x="5184331" y="1614810"/>
                </a:moveTo>
                <a:cubicBezTo>
                  <a:pt x="5170651" y="1612649"/>
                  <a:pt x="5161651" y="1628491"/>
                  <a:pt x="5165971" y="1635331"/>
                </a:cubicBezTo>
                <a:cubicBezTo>
                  <a:pt x="5181811" y="1630651"/>
                  <a:pt x="5172811" y="1621650"/>
                  <a:pt x="5184331" y="1614810"/>
                </a:cubicBezTo>
                <a:close/>
                <a:moveTo>
                  <a:pt x="6398552" y="1614487"/>
                </a:moveTo>
                <a:cubicBezTo>
                  <a:pt x="6407724" y="1626098"/>
                  <a:pt x="6418660" y="1644241"/>
                  <a:pt x="6411957" y="1662747"/>
                </a:cubicBezTo>
                <a:cubicBezTo>
                  <a:pt x="6387263" y="1664924"/>
                  <a:pt x="6407724" y="1628275"/>
                  <a:pt x="6380913" y="1632992"/>
                </a:cubicBezTo>
                <a:cubicBezTo>
                  <a:pt x="6380913" y="1628275"/>
                  <a:pt x="6387263" y="1630452"/>
                  <a:pt x="6391849" y="1628275"/>
                </a:cubicBezTo>
                <a:cubicBezTo>
                  <a:pt x="6398552" y="1628275"/>
                  <a:pt x="6396435" y="1619204"/>
                  <a:pt x="6398552" y="1614487"/>
                </a:cubicBezTo>
                <a:close/>
                <a:moveTo>
                  <a:pt x="5759396" y="1606951"/>
                </a:moveTo>
                <a:cubicBezTo>
                  <a:pt x="5756892" y="1606529"/>
                  <a:pt x="5754035" y="1607339"/>
                  <a:pt x="5750615" y="1610129"/>
                </a:cubicBezTo>
                <a:cubicBezTo>
                  <a:pt x="5755295" y="1619490"/>
                  <a:pt x="5762135" y="1612649"/>
                  <a:pt x="5764295" y="1623810"/>
                </a:cubicBezTo>
                <a:cubicBezTo>
                  <a:pt x="5759615" y="1628491"/>
                  <a:pt x="5757455" y="1626330"/>
                  <a:pt x="5753135" y="1621650"/>
                </a:cubicBezTo>
                <a:cubicBezTo>
                  <a:pt x="5746295" y="1626330"/>
                  <a:pt x="5750615" y="1635331"/>
                  <a:pt x="5757455" y="1642171"/>
                </a:cubicBezTo>
                <a:cubicBezTo>
                  <a:pt x="5762135" y="1635331"/>
                  <a:pt x="5766455" y="1642171"/>
                  <a:pt x="5768975" y="1646852"/>
                </a:cubicBezTo>
                <a:cubicBezTo>
                  <a:pt x="5768975" y="1646852"/>
                  <a:pt x="5768975" y="1646852"/>
                  <a:pt x="5770685" y="1645682"/>
                </a:cubicBezTo>
                <a:lnTo>
                  <a:pt x="5773984" y="1643425"/>
                </a:lnTo>
                <a:lnTo>
                  <a:pt x="5771197" y="1635755"/>
                </a:lnTo>
                <a:lnTo>
                  <a:pt x="5770939" y="1634734"/>
                </a:lnTo>
                <a:lnTo>
                  <a:pt x="5764295" y="1633171"/>
                </a:lnTo>
                <a:cubicBezTo>
                  <a:pt x="5761955" y="1628491"/>
                  <a:pt x="5764205" y="1628491"/>
                  <a:pt x="5767625" y="1628491"/>
                </a:cubicBezTo>
                <a:lnTo>
                  <a:pt x="5769183" y="1627786"/>
                </a:lnTo>
                <a:lnTo>
                  <a:pt x="5764779" y="1610359"/>
                </a:lnTo>
                <a:close/>
                <a:moveTo>
                  <a:pt x="5882736" y="1605809"/>
                </a:moveTo>
                <a:cubicBezTo>
                  <a:pt x="5873376" y="1610129"/>
                  <a:pt x="5871216" y="1619490"/>
                  <a:pt x="5875896" y="1626330"/>
                </a:cubicBezTo>
                <a:cubicBezTo>
                  <a:pt x="5884896" y="1614810"/>
                  <a:pt x="5884896" y="1635331"/>
                  <a:pt x="5893896" y="1623810"/>
                </a:cubicBezTo>
                <a:cubicBezTo>
                  <a:pt x="5896416" y="1616970"/>
                  <a:pt x="5889576" y="1605809"/>
                  <a:pt x="5882736" y="1605809"/>
                </a:cubicBezTo>
                <a:close/>
                <a:moveTo>
                  <a:pt x="6135461" y="1604962"/>
                </a:moveTo>
                <a:cubicBezTo>
                  <a:pt x="6147184" y="1609195"/>
                  <a:pt x="6135461" y="1631773"/>
                  <a:pt x="6135461" y="1642709"/>
                </a:cubicBezTo>
                <a:cubicBezTo>
                  <a:pt x="6128500" y="1629303"/>
                  <a:pt x="6123738" y="1615898"/>
                  <a:pt x="6135461" y="1604962"/>
                </a:cubicBezTo>
                <a:close/>
                <a:moveTo>
                  <a:pt x="5912256" y="1598968"/>
                </a:moveTo>
                <a:cubicBezTo>
                  <a:pt x="5903256" y="1603289"/>
                  <a:pt x="5898576" y="1610129"/>
                  <a:pt x="5903256" y="1616970"/>
                </a:cubicBezTo>
                <a:cubicBezTo>
                  <a:pt x="5910096" y="1612649"/>
                  <a:pt x="5914416" y="1616970"/>
                  <a:pt x="5919096" y="1612649"/>
                </a:cubicBezTo>
                <a:close/>
                <a:moveTo>
                  <a:pt x="5690201" y="1597025"/>
                </a:moveTo>
                <a:cubicBezTo>
                  <a:pt x="5692434" y="1601787"/>
                  <a:pt x="5699503" y="1608747"/>
                  <a:pt x="5694666" y="1610945"/>
                </a:cubicBezTo>
                <a:cubicBezTo>
                  <a:pt x="5690201" y="1608747"/>
                  <a:pt x="5683132" y="1610945"/>
                  <a:pt x="5676063" y="1606549"/>
                </a:cubicBezTo>
                <a:cubicBezTo>
                  <a:pt x="5685365" y="1599589"/>
                  <a:pt x="5687597" y="1606549"/>
                  <a:pt x="5690201" y="1597025"/>
                </a:cubicBezTo>
                <a:close/>
                <a:moveTo>
                  <a:pt x="5495733" y="1594288"/>
                </a:moveTo>
                <a:cubicBezTo>
                  <a:pt x="5486733" y="1601129"/>
                  <a:pt x="5484573" y="1607969"/>
                  <a:pt x="5484573" y="1616970"/>
                </a:cubicBezTo>
                <a:cubicBezTo>
                  <a:pt x="5477733" y="1621650"/>
                  <a:pt x="5479893" y="1607969"/>
                  <a:pt x="5482413" y="1605809"/>
                </a:cubicBezTo>
                <a:cubicBezTo>
                  <a:pt x="5468373" y="1607969"/>
                  <a:pt x="5470893" y="1635331"/>
                  <a:pt x="5470893" y="1646852"/>
                </a:cubicBezTo>
                <a:cubicBezTo>
                  <a:pt x="5450373" y="1649012"/>
                  <a:pt x="5475213" y="1653692"/>
                  <a:pt x="5450373" y="1658013"/>
                </a:cubicBezTo>
                <a:cubicBezTo>
                  <a:pt x="5457213" y="1680694"/>
                  <a:pt x="5475213" y="1680694"/>
                  <a:pt x="5473053" y="1705896"/>
                </a:cubicBezTo>
                <a:cubicBezTo>
                  <a:pt x="5482413" y="1699055"/>
                  <a:pt x="5489253" y="1683214"/>
                  <a:pt x="5473053" y="1676374"/>
                </a:cubicBezTo>
                <a:cubicBezTo>
                  <a:pt x="5500413" y="1673854"/>
                  <a:pt x="5482413" y="1651172"/>
                  <a:pt x="5498253" y="1637491"/>
                </a:cubicBezTo>
                <a:cubicBezTo>
                  <a:pt x="5482413" y="1633171"/>
                  <a:pt x="5491413" y="1621650"/>
                  <a:pt x="5486733" y="1612649"/>
                </a:cubicBezTo>
                <a:cubicBezTo>
                  <a:pt x="5495733" y="1607969"/>
                  <a:pt x="5505093" y="1603289"/>
                  <a:pt x="5495733" y="1594288"/>
                </a:cubicBezTo>
                <a:close/>
                <a:moveTo>
                  <a:pt x="5129607" y="1587098"/>
                </a:moveTo>
                <a:cubicBezTo>
                  <a:pt x="5129607" y="1594002"/>
                  <a:pt x="5124981" y="1612536"/>
                  <a:pt x="5109325" y="1605632"/>
                </a:cubicBezTo>
                <a:cubicBezTo>
                  <a:pt x="5120711" y="1600907"/>
                  <a:pt x="5113951" y="1582737"/>
                  <a:pt x="5129607" y="1587098"/>
                </a:cubicBezTo>
                <a:close/>
                <a:moveTo>
                  <a:pt x="5536773" y="1585288"/>
                </a:moveTo>
                <a:cubicBezTo>
                  <a:pt x="5529933" y="1587448"/>
                  <a:pt x="5532093" y="1594288"/>
                  <a:pt x="5536773" y="1598968"/>
                </a:cubicBezTo>
                <a:cubicBezTo>
                  <a:pt x="5536773" y="1598968"/>
                  <a:pt x="5536773" y="1598968"/>
                  <a:pt x="5550453" y="1592128"/>
                </a:cubicBezTo>
                <a:cubicBezTo>
                  <a:pt x="5548293" y="1580607"/>
                  <a:pt x="5538933" y="1596448"/>
                  <a:pt x="5536773" y="1585288"/>
                </a:cubicBezTo>
                <a:close/>
                <a:moveTo>
                  <a:pt x="4802761" y="1582812"/>
                </a:moveTo>
                <a:cubicBezTo>
                  <a:pt x="4807347" y="1594346"/>
                  <a:pt x="4785122" y="1587276"/>
                  <a:pt x="4787239" y="1601415"/>
                </a:cubicBezTo>
                <a:cubicBezTo>
                  <a:pt x="4775950" y="1587276"/>
                  <a:pt x="4791825" y="1577975"/>
                  <a:pt x="4802761" y="1582812"/>
                </a:cubicBezTo>
                <a:close/>
                <a:moveTo>
                  <a:pt x="5067408" y="1582737"/>
                </a:moveTo>
                <a:cubicBezTo>
                  <a:pt x="5076744" y="1582737"/>
                  <a:pt x="5074230" y="1587043"/>
                  <a:pt x="5083566" y="1593860"/>
                </a:cubicBezTo>
                <a:cubicBezTo>
                  <a:pt x="5069921" y="1605343"/>
                  <a:pt x="5067408" y="1623284"/>
                  <a:pt x="5074230" y="1634766"/>
                </a:cubicBezTo>
                <a:cubicBezTo>
                  <a:pt x="5069921" y="1630101"/>
                  <a:pt x="5063099" y="1630101"/>
                  <a:pt x="5058431" y="1625795"/>
                </a:cubicBezTo>
                <a:cubicBezTo>
                  <a:pt x="5069921" y="1618978"/>
                  <a:pt x="5076744" y="1609648"/>
                  <a:pt x="5063099" y="1596013"/>
                </a:cubicBezTo>
                <a:cubicBezTo>
                  <a:pt x="5067408" y="1589554"/>
                  <a:pt x="5081052" y="1598525"/>
                  <a:pt x="5076744" y="1591707"/>
                </a:cubicBezTo>
                <a:cubicBezTo>
                  <a:pt x="5074230" y="1587043"/>
                  <a:pt x="5053763" y="1584890"/>
                  <a:pt x="5067408" y="1582737"/>
                </a:cubicBezTo>
                <a:close/>
                <a:moveTo>
                  <a:pt x="5810460" y="1579675"/>
                </a:moveTo>
                <a:lnTo>
                  <a:pt x="5813641" y="1591950"/>
                </a:lnTo>
                <a:lnTo>
                  <a:pt x="5814959" y="1584860"/>
                </a:lnTo>
                <a:close/>
                <a:moveTo>
                  <a:pt x="5486733" y="1576287"/>
                </a:moveTo>
                <a:cubicBezTo>
                  <a:pt x="5475213" y="1589968"/>
                  <a:pt x="5502573" y="1587448"/>
                  <a:pt x="5509413" y="1598968"/>
                </a:cubicBezTo>
                <a:cubicBezTo>
                  <a:pt x="5511933" y="1594288"/>
                  <a:pt x="5511933" y="1589968"/>
                  <a:pt x="5507253" y="1585288"/>
                </a:cubicBezTo>
                <a:cubicBezTo>
                  <a:pt x="5495733" y="1592128"/>
                  <a:pt x="5500413" y="1573767"/>
                  <a:pt x="5486733" y="1576287"/>
                </a:cubicBezTo>
                <a:close/>
                <a:moveTo>
                  <a:pt x="4800187" y="1563121"/>
                </a:moveTo>
                <a:cubicBezTo>
                  <a:pt x="4801713" y="1563313"/>
                  <a:pt x="4803525" y="1564313"/>
                  <a:pt x="4805768" y="1566639"/>
                </a:cubicBezTo>
                <a:cubicBezTo>
                  <a:pt x="4803352" y="1566639"/>
                  <a:pt x="4801281" y="1566639"/>
                  <a:pt x="4799211" y="1571476"/>
                </a:cubicBezTo>
                <a:cubicBezTo>
                  <a:pt x="4799211" y="1573708"/>
                  <a:pt x="4803352" y="1578545"/>
                  <a:pt x="4799211" y="1580778"/>
                </a:cubicBezTo>
                <a:cubicBezTo>
                  <a:pt x="4790238" y="1580778"/>
                  <a:pt x="4794724" y="1576313"/>
                  <a:pt x="4790238" y="1569243"/>
                </a:cubicBezTo>
                <a:cubicBezTo>
                  <a:pt x="4793602" y="1569243"/>
                  <a:pt x="4795609" y="1562546"/>
                  <a:pt x="4800187" y="1563121"/>
                </a:cubicBezTo>
                <a:close/>
                <a:moveTo>
                  <a:pt x="1294718" y="1560462"/>
                </a:moveTo>
                <a:cubicBezTo>
                  <a:pt x="1283197" y="1574140"/>
                  <a:pt x="1278517" y="1567301"/>
                  <a:pt x="1271676" y="1565141"/>
                </a:cubicBezTo>
                <a:cubicBezTo>
                  <a:pt x="1260515" y="1583498"/>
                  <a:pt x="1235312" y="1585658"/>
                  <a:pt x="1217310" y="1603655"/>
                </a:cubicBezTo>
                <a:cubicBezTo>
                  <a:pt x="1221991" y="1610494"/>
                  <a:pt x="1224151" y="1619853"/>
                  <a:pt x="1219470" y="1631011"/>
                </a:cubicBezTo>
                <a:cubicBezTo>
                  <a:pt x="1228471" y="1619853"/>
                  <a:pt x="1244673" y="1608335"/>
                  <a:pt x="1258355" y="1599336"/>
                </a:cubicBezTo>
                <a:cubicBezTo>
                  <a:pt x="1274196" y="1587818"/>
                  <a:pt x="1287878" y="1576659"/>
                  <a:pt x="1294718" y="1560462"/>
                </a:cubicBezTo>
                <a:close/>
                <a:moveTo>
                  <a:pt x="5193331" y="1560086"/>
                </a:moveTo>
                <a:cubicBezTo>
                  <a:pt x="5181811" y="1564766"/>
                  <a:pt x="5177491" y="1576287"/>
                  <a:pt x="5186491" y="1578447"/>
                </a:cubicBezTo>
                <a:cubicBezTo>
                  <a:pt x="5193331" y="1573767"/>
                  <a:pt x="5202331" y="1569446"/>
                  <a:pt x="5193331" y="1560086"/>
                </a:cubicBezTo>
                <a:close/>
                <a:moveTo>
                  <a:pt x="5557293" y="1555766"/>
                </a:moveTo>
                <a:cubicBezTo>
                  <a:pt x="5543613" y="1560086"/>
                  <a:pt x="5559453" y="1571607"/>
                  <a:pt x="5564133" y="1571607"/>
                </a:cubicBezTo>
                <a:cubicBezTo>
                  <a:pt x="5573133" y="1569446"/>
                  <a:pt x="5566293" y="1551085"/>
                  <a:pt x="5557293" y="1555766"/>
                </a:cubicBezTo>
                <a:close/>
                <a:moveTo>
                  <a:pt x="5131682" y="1555750"/>
                </a:moveTo>
                <a:cubicBezTo>
                  <a:pt x="5136412" y="1560104"/>
                  <a:pt x="5145507" y="1555750"/>
                  <a:pt x="5150236" y="1564821"/>
                </a:cubicBezTo>
                <a:cubicBezTo>
                  <a:pt x="5138595" y="1566998"/>
                  <a:pt x="5150236" y="1580787"/>
                  <a:pt x="5138595" y="1573893"/>
                </a:cubicBezTo>
                <a:cubicBezTo>
                  <a:pt x="5141141" y="1571715"/>
                  <a:pt x="5138595" y="1560104"/>
                  <a:pt x="5134229" y="1562644"/>
                </a:cubicBezTo>
                <a:cubicBezTo>
                  <a:pt x="5131682" y="1566998"/>
                  <a:pt x="5122587" y="1576433"/>
                  <a:pt x="5115675" y="1569538"/>
                </a:cubicBezTo>
                <a:cubicBezTo>
                  <a:pt x="5120404" y="1564821"/>
                  <a:pt x="5124770" y="1560104"/>
                  <a:pt x="5131682" y="1555750"/>
                </a:cubicBezTo>
                <a:close/>
                <a:moveTo>
                  <a:pt x="4993998" y="1555750"/>
                </a:moveTo>
                <a:cubicBezTo>
                  <a:pt x="4996239" y="1562847"/>
                  <a:pt x="4989142" y="1567329"/>
                  <a:pt x="4984660" y="1574426"/>
                </a:cubicBezTo>
                <a:cubicBezTo>
                  <a:pt x="4977563" y="1565088"/>
                  <a:pt x="4984660" y="1560232"/>
                  <a:pt x="4993998" y="1555750"/>
                </a:cubicBezTo>
                <a:close/>
                <a:moveTo>
                  <a:pt x="5381972" y="1553605"/>
                </a:moveTo>
                <a:cubicBezTo>
                  <a:pt x="5370812" y="1557926"/>
                  <a:pt x="5377652" y="1566926"/>
                  <a:pt x="5375132" y="1573767"/>
                </a:cubicBezTo>
                <a:cubicBezTo>
                  <a:pt x="5388812" y="1578447"/>
                  <a:pt x="5386652" y="1560086"/>
                  <a:pt x="5381972" y="1553605"/>
                </a:cubicBezTo>
                <a:close/>
                <a:moveTo>
                  <a:pt x="5926977" y="1552452"/>
                </a:moveTo>
                <a:cubicBezTo>
                  <a:pt x="5919907" y="1553786"/>
                  <a:pt x="5916126" y="1567016"/>
                  <a:pt x="5921256" y="1573767"/>
                </a:cubicBezTo>
                <a:cubicBezTo>
                  <a:pt x="5930257" y="1566926"/>
                  <a:pt x="5928097" y="1560086"/>
                  <a:pt x="5934937" y="1555766"/>
                </a:cubicBezTo>
                <a:cubicBezTo>
                  <a:pt x="5932057" y="1552886"/>
                  <a:pt x="5929334" y="1552008"/>
                  <a:pt x="5926977" y="1552452"/>
                </a:cubicBezTo>
                <a:close/>
                <a:moveTo>
                  <a:pt x="6167271" y="1547748"/>
                </a:moveTo>
                <a:cubicBezTo>
                  <a:pt x="6167804" y="1546915"/>
                  <a:pt x="6168872" y="1546915"/>
                  <a:pt x="6171007" y="1549193"/>
                </a:cubicBezTo>
                <a:cubicBezTo>
                  <a:pt x="6166737" y="1555853"/>
                  <a:pt x="6166737" y="1564615"/>
                  <a:pt x="6159977" y="1571274"/>
                </a:cubicBezTo>
                <a:cubicBezTo>
                  <a:pt x="6157486" y="1566718"/>
                  <a:pt x="6150725" y="1560058"/>
                  <a:pt x="6155351" y="1555853"/>
                </a:cubicBezTo>
                <a:cubicBezTo>
                  <a:pt x="6157486" y="1557956"/>
                  <a:pt x="6162111" y="1555853"/>
                  <a:pt x="6166737" y="1551296"/>
                </a:cubicBezTo>
                <a:cubicBezTo>
                  <a:pt x="6166737" y="1550245"/>
                  <a:pt x="6166737" y="1548580"/>
                  <a:pt x="6167271" y="1547748"/>
                </a:cubicBezTo>
                <a:close/>
                <a:moveTo>
                  <a:pt x="5900736" y="1546765"/>
                </a:moveTo>
                <a:cubicBezTo>
                  <a:pt x="5889576" y="1553605"/>
                  <a:pt x="5893896" y="1562606"/>
                  <a:pt x="5884896" y="1571607"/>
                </a:cubicBezTo>
                <a:cubicBezTo>
                  <a:pt x="5896416" y="1576287"/>
                  <a:pt x="5907576" y="1555766"/>
                  <a:pt x="5900736" y="1546765"/>
                </a:cubicBezTo>
                <a:close/>
                <a:moveTo>
                  <a:pt x="4814901" y="1535112"/>
                </a:moveTo>
                <a:cubicBezTo>
                  <a:pt x="4826391" y="1546328"/>
                  <a:pt x="4814901" y="1552987"/>
                  <a:pt x="4808078" y="1561749"/>
                </a:cubicBezTo>
                <a:cubicBezTo>
                  <a:pt x="4801256" y="1557193"/>
                  <a:pt x="4814901" y="1543874"/>
                  <a:pt x="4801256" y="1546328"/>
                </a:cubicBezTo>
                <a:cubicBezTo>
                  <a:pt x="4796588" y="1539668"/>
                  <a:pt x="4812746" y="1541771"/>
                  <a:pt x="4814901" y="1535112"/>
                </a:cubicBezTo>
                <a:close/>
                <a:moveTo>
                  <a:pt x="1317401" y="1533465"/>
                </a:moveTo>
                <a:cubicBezTo>
                  <a:pt x="1305880" y="1542464"/>
                  <a:pt x="1296879" y="1549303"/>
                  <a:pt x="1299039" y="1558302"/>
                </a:cubicBezTo>
                <a:cubicBezTo>
                  <a:pt x="1305880" y="1558302"/>
                  <a:pt x="1319561" y="1542464"/>
                  <a:pt x="1317401" y="1533465"/>
                </a:cubicBezTo>
                <a:close/>
                <a:moveTo>
                  <a:pt x="5834855" y="1523723"/>
                </a:moveTo>
                <a:cubicBezTo>
                  <a:pt x="5830175" y="1530564"/>
                  <a:pt x="5821175" y="1537404"/>
                  <a:pt x="5816495" y="1546765"/>
                </a:cubicBezTo>
                <a:cubicBezTo>
                  <a:pt x="5816495" y="1546765"/>
                  <a:pt x="5816495" y="1546765"/>
                  <a:pt x="5825855" y="1560086"/>
                </a:cubicBezTo>
                <a:cubicBezTo>
                  <a:pt x="5832695" y="1555766"/>
                  <a:pt x="5837015" y="1555766"/>
                  <a:pt x="5839535" y="1560086"/>
                </a:cubicBezTo>
                <a:cubicBezTo>
                  <a:pt x="5839535" y="1548925"/>
                  <a:pt x="5834855" y="1535244"/>
                  <a:pt x="5834855" y="1523723"/>
                </a:cubicBezTo>
                <a:close/>
                <a:moveTo>
                  <a:pt x="5018267" y="1523514"/>
                </a:moveTo>
                <a:lnTo>
                  <a:pt x="5018238" y="1523652"/>
                </a:lnTo>
                <a:lnTo>
                  <a:pt x="5018150" y="1523650"/>
                </a:lnTo>
                <a:close/>
                <a:moveTo>
                  <a:pt x="1290038" y="1521947"/>
                </a:moveTo>
                <a:lnTo>
                  <a:pt x="1274196" y="1535625"/>
                </a:lnTo>
                <a:cubicBezTo>
                  <a:pt x="1278517" y="1549303"/>
                  <a:pt x="1301559" y="1530946"/>
                  <a:pt x="1290038" y="1521947"/>
                </a:cubicBezTo>
                <a:close/>
                <a:moveTo>
                  <a:pt x="5709822" y="1519237"/>
                </a:moveTo>
                <a:cubicBezTo>
                  <a:pt x="5721728" y="1523470"/>
                  <a:pt x="5714659" y="1543578"/>
                  <a:pt x="5716891" y="1556984"/>
                </a:cubicBezTo>
                <a:cubicBezTo>
                  <a:pt x="5709822" y="1550281"/>
                  <a:pt x="5709822" y="1550281"/>
                  <a:pt x="5698288" y="1543578"/>
                </a:cubicBezTo>
                <a:cubicBezTo>
                  <a:pt x="5702753" y="1530173"/>
                  <a:pt x="5714659" y="1532642"/>
                  <a:pt x="5709822" y="1519237"/>
                </a:cubicBezTo>
                <a:close/>
                <a:moveTo>
                  <a:pt x="5921256" y="1512563"/>
                </a:moveTo>
                <a:cubicBezTo>
                  <a:pt x="5916936" y="1516883"/>
                  <a:pt x="5912256" y="1519403"/>
                  <a:pt x="5910096" y="1516883"/>
                </a:cubicBezTo>
                <a:cubicBezTo>
                  <a:pt x="5905416" y="1533084"/>
                  <a:pt x="5900736" y="1539924"/>
                  <a:pt x="5910096" y="1553605"/>
                </a:cubicBezTo>
                <a:cubicBezTo>
                  <a:pt x="5905416" y="1539924"/>
                  <a:pt x="5925937" y="1528404"/>
                  <a:pt x="5921256" y="1512563"/>
                </a:cubicBezTo>
                <a:close/>
                <a:moveTo>
                  <a:pt x="5020529" y="1512563"/>
                </a:moveTo>
                <a:cubicBezTo>
                  <a:pt x="5026109" y="1514723"/>
                  <a:pt x="5023229" y="1518143"/>
                  <a:pt x="5020664" y="1520708"/>
                </a:cubicBezTo>
                <a:lnTo>
                  <a:pt x="5018267" y="1523514"/>
                </a:lnTo>
                <a:close/>
                <a:moveTo>
                  <a:pt x="4876025" y="1500187"/>
                </a:moveTo>
                <a:cubicBezTo>
                  <a:pt x="4885138" y="1511828"/>
                  <a:pt x="4863056" y="1520923"/>
                  <a:pt x="4865159" y="1534748"/>
                </a:cubicBezTo>
                <a:cubicBezTo>
                  <a:pt x="4858500" y="1523106"/>
                  <a:pt x="4873922" y="1504916"/>
                  <a:pt x="4876025" y="1500187"/>
                </a:cubicBezTo>
                <a:close/>
                <a:moveTo>
                  <a:pt x="1512902" y="1499270"/>
                </a:moveTo>
                <a:cubicBezTo>
                  <a:pt x="1506061" y="1508269"/>
                  <a:pt x="1485899" y="1515108"/>
                  <a:pt x="1488059" y="1521947"/>
                </a:cubicBezTo>
                <a:cubicBezTo>
                  <a:pt x="1499220" y="1521947"/>
                  <a:pt x="1510741" y="1508269"/>
                  <a:pt x="1512902" y="1499270"/>
                </a:cubicBezTo>
                <a:close/>
                <a:moveTo>
                  <a:pt x="5980297" y="1496361"/>
                </a:moveTo>
                <a:cubicBezTo>
                  <a:pt x="5950777" y="1505722"/>
                  <a:pt x="5953297" y="1546765"/>
                  <a:pt x="5953297" y="1560086"/>
                </a:cubicBezTo>
                <a:cubicBezTo>
                  <a:pt x="5946457" y="1551085"/>
                  <a:pt x="5939617" y="1555766"/>
                  <a:pt x="5934937" y="1573767"/>
                </a:cubicBezTo>
                <a:cubicBezTo>
                  <a:pt x="5939617" y="1576287"/>
                  <a:pt x="5943937" y="1576287"/>
                  <a:pt x="5950777" y="1571607"/>
                </a:cubicBezTo>
                <a:cubicBezTo>
                  <a:pt x="5941777" y="1589968"/>
                  <a:pt x="5923417" y="1616970"/>
                  <a:pt x="5934937" y="1628491"/>
                </a:cubicBezTo>
                <a:cubicBezTo>
                  <a:pt x="5948617" y="1612649"/>
                  <a:pt x="5948617" y="1598968"/>
                  <a:pt x="5969137" y="1589968"/>
                </a:cubicBezTo>
                <a:cubicBezTo>
                  <a:pt x="5971297" y="1576287"/>
                  <a:pt x="5980297" y="1564766"/>
                  <a:pt x="5964457" y="1548925"/>
                </a:cubicBezTo>
                <a:cubicBezTo>
                  <a:pt x="5971297" y="1551085"/>
                  <a:pt x="5978137" y="1555766"/>
                  <a:pt x="5987137" y="1553605"/>
                </a:cubicBezTo>
                <a:cubicBezTo>
                  <a:pt x="5991817" y="1546765"/>
                  <a:pt x="5993977" y="1539924"/>
                  <a:pt x="5993977" y="1530564"/>
                </a:cubicBezTo>
                <a:cubicBezTo>
                  <a:pt x="5987137" y="1526244"/>
                  <a:pt x="5982817" y="1519403"/>
                  <a:pt x="5975977" y="1519403"/>
                </a:cubicBezTo>
                <a:cubicBezTo>
                  <a:pt x="5980297" y="1507882"/>
                  <a:pt x="5971297" y="1510042"/>
                  <a:pt x="5980297" y="1496361"/>
                </a:cubicBezTo>
                <a:close/>
                <a:moveTo>
                  <a:pt x="5165499" y="1495425"/>
                </a:moveTo>
                <a:cubicBezTo>
                  <a:pt x="5170261" y="1497915"/>
                  <a:pt x="5174657" y="1497915"/>
                  <a:pt x="5177222" y="1502185"/>
                </a:cubicBezTo>
                <a:cubicBezTo>
                  <a:pt x="5170261" y="1506811"/>
                  <a:pt x="5167697" y="1515706"/>
                  <a:pt x="5158538" y="1508946"/>
                </a:cubicBezTo>
                <a:cubicBezTo>
                  <a:pt x="5163301" y="1506811"/>
                  <a:pt x="5167697" y="1506811"/>
                  <a:pt x="5170261" y="1506811"/>
                </a:cubicBezTo>
                <a:cubicBezTo>
                  <a:pt x="5167697" y="1502185"/>
                  <a:pt x="5161102" y="1497915"/>
                  <a:pt x="5165499" y="1495425"/>
                </a:cubicBezTo>
                <a:close/>
                <a:moveTo>
                  <a:pt x="5629116" y="1479550"/>
                </a:moveTo>
                <a:cubicBezTo>
                  <a:pt x="5631256" y="1489223"/>
                  <a:pt x="5620197" y="1493688"/>
                  <a:pt x="5624835" y="1502990"/>
                </a:cubicBezTo>
                <a:cubicBezTo>
                  <a:pt x="5608782" y="1491456"/>
                  <a:pt x="5599863" y="1491456"/>
                  <a:pt x="5629116" y="1479550"/>
                </a:cubicBezTo>
                <a:close/>
                <a:moveTo>
                  <a:pt x="5810345" y="1474623"/>
                </a:moveTo>
                <a:lnTo>
                  <a:pt x="5807354" y="1486502"/>
                </a:lnTo>
                <a:lnTo>
                  <a:pt x="5811995" y="1490646"/>
                </a:lnTo>
                <a:cubicBezTo>
                  <a:pt x="5815955" y="1492671"/>
                  <a:pt x="5819915" y="1494381"/>
                  <a:pt x="5823335" y="1498882"/>
                </a:cubicBezTo>
                <a:cubicBezTo>
                  <a:pt x="5837015" y="1496361"/>
                  <a:pt x="5819015" y="1487361"/>
                  <a:pt x="5832695" y="1485201"/>
                </a:cubicBezTo>
                <a:cubicBezTo>
                  <a:pt x="5830175" y="1476200"/>
                  <a:pt x="5821175" y="1487361"/>
                  <a:pt x="5816495" y="1483041"/>
                </a:cubicBezTo>
                <a:close/>
                <a:moveTo>
                  <a:pt x="4899223" y="1468437"/>
                </a:moveTo>
                <a:cubicBezTo>
                  <a:pt x="4905780" y="1479685"/>
                  <a:pt x="4896807" y="1489120"/>
                  <a:pt x="4892666" y="1493474"/>
                </a:cubicBezTo>
                <a:cubicBezTo>
                  <a:pt x="4890250" y="1484402"/>
                  <a:pt x="4899223" y="1477508"/>
                  <a:pt x="4899223" y="1468437"/>
                </a:cubicBezTo>
                <a:close/>
                <a:moveTo>
                  <a:pt x="5934937" y="1464679"/>
                </a:moveTo>
                <a:cubicBezTo>
                  <a:pt x="5914416" y="1464679"/>
                  <a:pt x="5925937" y="1494201"/>
                  <a:pt x="5914416" y="1503202"/>
                </a:cubicBezTo>
                <a:cubicBezTo>
                  <a:pt x="5928097" y="1512563"/>
                  <a:pt x="5928097" y="1466839"/>
                  <a:pt x="5943937" y="1492041"/>
                </a:cubicBezTo>
                <a:cubicBezTo>
                  <a:pt x="5953297" y="1487361"/>
                  <a:pt x="5946457" y="1480520"/>
                  <a:pt x="5953297" y="1476200"/>
                </a:cubicBezTo>
                <a:cubicBezTo>
                  <a:pt x="5943937" y="1476200"/>
                  <a:pt x="5934937" y="1476200"/>
                  <a:pt x="5928097" y="1471520"/>
                </a:cubicBezTo>
                <a:close/>
                <a:moveTo>
                  <a:pt x="5817247" y="1455764"/>
                </a:moveTo>
                <a:lnTo>
                  <a:pt x="5815940" y="1458664"/>
                </a:lnTo>
                <a:lnTo>
                  <a:pt x="5817553" y="1457012"/>
                </a:lnTo>
                <a:close/>
                <a:moveTo>
                  <a:pt x="5170567" y="1454803"/>
                </a:moveTo>
                <a:cubicBezTo>
                  <a:pt x="5179511" y="1452562"/>
                  <a:pt x="5186308" y="1452562"/>
                  <a:pt x="5193105" y="1457044"/>
                </a:cubicBezTo>
                <a:cubicBezTo>
                  <a:pt x="5177364" y="1461900"/>
                  <a:pt x="5193105" y="1468997"/>
                  <a:pt x="5181657" y="1471238"/>
                </a:cubicBezTo>
                <a:cubicBezTo>
                  <a:pt x="5168063" y="1468997"/>
                  <a:pt x="5184162" y="1461900"/>
                  <a:pt x="5170567" y="1454803"/>
                </a:cubicBezTo>
                <a:close/>
                <a:moveTo>
                  <a:pt x="5126924" y="1450677"/>
                </a:moveTo>
                <a:cubicBezTo>
                  <a:pt x="5124434" y="1453281"/>
                  <a:pt x="5131194" y="1469653"/>
                  <a:pt x="5117673" y="1464816"/>
                </a:cubicBezTo>
                <a:cubicBezTo>
                  <a:pt x="5122299" y="1462583"/>
                  <a:pt x="5110913" y="1446212"/>
                  <a:pt x="5126924" y="1450677"/>
                </a:cubicBezTo>
                <a:close/>
                <a:moveTo>
                  <a:pt x="5922517" y="1447353"/>
                </a:moveTo>
                <a:cubicBezTo>
                  <a:pt x="5920266" y="1448208"/>
                  <a:pt x="5918016" y="1449918"/>
                  <a:pt x="5916936" y="1450998"/>
                </a:cubicBezTo>
                <a:cubicBezTo>
                  <a:pt x="5916936" y="1450998"/>
                  <a:pt x="5916936" y="1450998"/>
                  <a:pt x="5923417" y="1464679"/>
                </a:cubicBezTo>
                <a:cubicBezTo>
                  <a:pt x="5939617" y="1455679"/>
                  <a:pt x="5923417" y="1453519"/>
                  <a:pt x="5928097" y="1448838"/>
                </a:cubicBezTo>
                <a:cubicBezTo>
                  <a:pt x="5927017" y="1446498"/>
                  <a:pt x="5924767" y="1446498"/>
                  <a:pt x="5922517" y="1447353"/>
                </a:cubicBezTo>
                <a:close/>
                <a:moveTo>
                  <a:pt x="6439405" y="1443633"/>
                </a:moveTo>
                <a:cubicBezTo>
                  <a:pt x="6439405" y="1450545"/>
                  <a:pt x="6432607" y="1453091"/>
                  <a:pt x="6432607" y="1459640"/>
                </a:cubicBezTo>
                <a:cubicBezTo>
                  <a:pt x="6441551" y="1457457"/>
                  <a:pt x="6444055" y="1462186"/>
                  <a:pt x="6444055" y="1466552"/>
                </a:cubicBezTo>
                <a:cubicBezTo>
                  <a:pt x="6425810" y="1476011"/>
                  <a:pt x="6419013" y="1441450"/>
                  <a:pt x="6439405" y="1443633"/>
                </a:cubicBezTo>
                <a:close/>
                <a:moveTo>
                  <a:pt x="6294965" y="1435100"/>
                </a:moveTo>
                <a:cubicBezTo>
                  <a:pt x="6309103" y="1435100"/>
                  <a:pt x="6306871" y="1448656"/>
                  <a:pt x="6306871" y="1462212"/>
                </a:cubicBezTo>
                <a:cubicBezTo>
                  <a:pt x="6285663" y="1466493"/>
                  <a:pt x="6287895" y="1444018"/>
                  <a:pt x="6294965" y="1435100"/>
                </a:cubicBezTo>
                <a:close/>
                <a:moveTo>
                  <a:pt x="3923751" y="1429210"/>
                </a:moveTo>
                <a:cubicBezTo>
                  <a:pt x="3918924" y="1430610"/>
                  <a:pt x="3914806" y="1440059"/>
                  <a:pt x="3912916" y="1447078"/>
                </a:cubicBezTo>
                <a:cubicBezTo>
                  <a:pt x="3919757" y="1439879"/>
                  <a:pt x="3926597" y="1449238"/>
                  <a:pt x="3928758" y="1430880"/>
                </a:cubicBezTo>
                <a:cubicBezTo>
                  <a:pt x="3927048" y="1429171"/>
                  <a:pt x="3925360" y="1428743"/>
                  <a:pt x="3923751" y="1429210"/>
                </a:cubicBezTo>
                <a:close/>
                <a:moveTo>
                  <a:pt x="1958989" y="1408204"/>
                </a:moveTo>
                <a:cubicBezTo>
                  <a:pt x="1947468" y="1424041"/>
                  <a:pt x="1933786" y="1408204"/>
                  <a:pt x="1929466" y="1419722"/>
                </a:cubicBezTo>
                <a:cubicBezTo>
                  <a:pt x="1933786" y="1417202"/>
                  <a:pt x="1938467" y="1417202"/>
                  <a:pt x="1940627" y="1424041"/>
                </a:cubicBezTo>
                <a:cubicBezTo>
                  <a:pt x="1954309" y="1408204"/>
                  <a:pt x="1958989" y="1424041"/>
                  <a:pt x="1965830" y="1412883"/>
                </a:cubicBezTo>
                <a:cubicBezTo>
                  <a:pt x="1961149" y="1412883"/>
                  <a:pt x="1958989" y="1412883"/>
                  <a:pt x="1958989" y="1408204"/>
                </a:cubicBezTo>
                <a:close/>
                <a:moveTo>
                  <a:pt x="2081762" y="1401365"/>
                </a:moveTo>
                <a:cubicBezTo>
                  <a:pt x="2072761" y="1403524"/>
                  <a:pt x="2065920" y="1408204"/>
                  <a:pt x="2063760" y="1412883"/>
                </a:cubicBezTo>
                <a:cubicBezTo>
                  <a:pt x="2065920" y="1419722"/>
                  <a:pt x="2070601" y="1424041"/>
                  <a:pt x="2077442" y="1424041"/>
                </a:cubicBezTo>
                <a:cubicBezTo>
                  <a:pt x="2074921" y="1415043"/>
                  <a:pt x="2088603" y="1410363"/>
                  <a:pt x="2081762" y="1401365"/>
                </a:cubicBezTo>
                <a:close/>
                <a:moveTo>
                  <a:pt x="5591396" y="1400175"/>
                </a:moveTo>
                <a:cubicBezTo>
                  <a:pt x="5582577" y="1411629"/>
                  <a:pt x="5609035" y="1427380"/>
                  <a:pt x="5595630" y="1436329"/>
                </a:cubicBezTo>
                <a:cubicBezTo>
                  <a:pt x="5591396" y="1434181"/>
                  <a:pt x="5589280" y="1429528"/>
                  <a:pt x="5584694" y="1434181"/>
                </a:cubicBezTo>
                <a:cubicBezTo>
                  <a:pt x="5571288" y="1422726"/>
                  <a:pt x="5577991" y="1402323"/>
                  <a:pt x="5591396" y="1400175"/>
                </a:cubicBezTo>
                <a:close/>
                <a:moveTo>
                  <a:pt x="5885278" y="1398587"/>
                </a:moveTo>
                <a:cubicBezTo>
                  <a:pt x="5890011" y="1402868"/>
                  <a:pt x="5862339" y="1441396"/>
                  <a:pt x="5869257" y="1454952"/>
                </a:cubicBezTo>
                <a:cubicBezTo>
                  <a:pt x="5850688" y="1461730"/>
                  <a:pt x="5878360" y="1405365"/>
                  <a:pt x="5885278" y="1398587"/>
                </a:cubicBezTo>
                <a:close/>
                <a:moveTo>
                  <a:pt x="3727496" y="1396325"/>
                </a:moveTo>
                <a:cubicBezTo>
                  <a:pt x="3725786" y="1395155"/>
                  <a:pt x="3724076" y="1394526"/>
                  <a:pt x="3721736" y="1396685"/>
                </a:cubicBezTo>
                <a:cubicBezTo>
                  <a:pt x="3719575" y="1412883"/>
                  <a:pt x="3731097" y="1408204"/>
                  <a:pt x="3733257" y="1399205"/>
                </a:cubicBezTo>
                <a:cubicBezTo>
                  <a:pt x="3730917" y="1399205"/>
                  <a:pt x="3729206" y="1397495"/>
                  <a:pt x="3727496" y="1396325"/>
                </a:cubicBezTo>
                <a:close/>
                <a:moveTo>
                  <a:pt x="2122806" y="1390206"/>
                </a:moveTo>
                <a:cubicBezTo>
                  <a:pt x="2124967" y="1399205"/>
                  <a:pt x="2106965" y="1401365"/>
                  <a:pt x="2109125" y="1410363"/>
                </a:cubicBezTo>
                <a:cubicBezTo>
                  <a:pt x="2115966" y="1410363"/>
                  <a:pt x="2118126" y="1412883"/>
                  <a:pt x="2120286" y="1415043"/>
                </a:cubicBezTo>
                <a:cubicBezTo>
                  <a:pt x="2134328" y="1412883"/>
                  <a:pt x="2129647" y="1406044"/>
                  <a:pt x="2141168" y="1403524"/>
                </a:cubicBezTo>
                <a:cubicBezTo>
                  <a:pt x="2141168" y="1392366"/>
                  <a:pt x="2124967" y="1403524"/>
                  <a:pt x="2122806" y="1394526"/>
                </a:cubicBezTo>
                <a:cubicBezTo>
                  <a:pt x="2124967" y="1392366"/>
                  <a:pt x="2127127" y="1390206"/>
                  <a:pt x="2122806" y="1390206"/>
                </a:cubicBezTo>
                <a:close/>
                <a:moveTo>
                  <a:pt x="2168171" y="1387687"/>
                </a:moveTo>
                <a:cubicBezTo>
                  <a:pt x="2159170" y="1383367"/>
                  <a:pt x="2138648" y="1392366"/>
                  <a:pt x="2145489" y="1403524"/>
                </a:cubicBezTo>
                <a:cubicBezTo>
                  <a:pt x="2157010" y="1399205"/>
                  <a:pt x="2170692" y="1396685"/>
                  <a:pt x="2168171" y="1387687"/>
                </a:cubicBezTo>
                <a:close/>
                <a:moveTo>
                  <a:pt x="6293614" y="1384300"/>
                </a:moveTo>
                <a:cubicBezTo>
                  <a:pt x="6323404" y="1391101"/>
                  <a:pt x="6293614" y="1406851"/>
                  <a:pt x="6305100" y="1420454"/>
                </a:cubicBezTo>
                <a:cubicBezTo>
                  <a:pt x="6289307" y="1420454"/>
                  <a:pt x="6289307" y="1420454"/>
                  <a:pt x="6289307" y="1420454"/>
                </a:cubicBezTo>
                <a:cubicBezTo>
                  <a:pt x="6291461" y="1411505"/>
                  <a:pt x="6282488" y="1388953"/>
                  <a:pt x="6293614" y="1384300"/>
                </a:cubicBezTo>
                <a:close/>
                <a:moveTo>
                  <a:pt x="4891566" y="1384300"/>
                </a:moveTo>
                <a:cubicBezTo>
                  <a:pt x="4901000" y="1408483"/>
                  <a:pt x="4871246" y="1401824"/>
                  <a:pt x="4854917" y="1410936"/>
                </a:cubicBezTo>
                <a:cubicBezTo>
                  <a:pt x="4850563" y="1395165"/>
                  <a:pt x="4880317" y="1393062"/>
                  <a:pt x="4891566" y="1384300"/>
                </a:cubicBezTo>
                <a:close/>
                <a:moveTo>
                  <a:pt x="4044819" y="1379537"/>
                </a:moveTo>
                <a:cubicBezTo>
                  <a:pt x="4046935" y="1391260"/>
                  <a:pt x="4035646" y="1389062"/>
                  <a:pt x="4031413" y="1393458"/>
                </a:cubicBezTo>
                <a:cubicBezTo>
                  <a:pt x="4031413" y="1382101"/>
                  <a:pt x="4038116" y="1384299"/>
                  <a:pt x="4044819" y="1379537"/>
                </a:cubicBezTo>
                <a:close/>
                <a:moveTo>
                  <a:pt x="5061210" y="1378273"/>
                </a:moveTo>
                <a:cubicBezTo>
                  <a:pt x="5072730" y="1391954"/>
                  <a:pt x="5040689" y="1409956"/>
                  <a:pt x="5063730" y="1419316"/>
                </a:cubicBezTo>
                <a:cubicBezTo>
                  <a:pt x="5050049" y="1423636"/>
                  <a:pt x="5047529" y="1432637"/>
                  <a:pt x="5052209" y="1439478"/>
                </a:cubicBezTo>
                <a:cubicBezTo>
                  <a:pt x="5043209" y="1441998"/>
                  <a:pt x="5047529" y="1453519"/>
                  <a:pt x="5038529" y="1446678"/>
                </a:cubicBezTo>
                <a:cubicBezTo>
                  <a:pt x="5050049" y="1426157"/>
                  <a:pt x="5047529" y="1403115"/>
                  <a:pt x="5061210" y="1378273"/>
                </a:cubicBezTo>
                <a:close/>
                <a:moveTo>
                  <a:pt x="3884997" y="1377950"/>
                </a:moveTo>
                <a:cubicBezTo>
                  <a:pt x="3884997" y="1388725"/>
                  <a:pt x="3880601" y="1386368"/>
                  <a:pt x="3878036" y="1388725"/>
                </a:cubicBezTo>
                <a:cubicBezTo>
                  <a:pt x="3875838" y="1377950"/>
                  <a:pt x="3880601" y="1379970"/>
                  <a:pt x="3884997" y="1377950"/>
                </a:cubicBezTo>
                <a:close/>
                <a:moveTo>
                  <a:pt x="3900898" y="1375751"/>
                </a:moveTo>
                <a:cubicBezTo>
                  <a:pt x="3898517" y="1380147"/>
                  <a:pt x="3900898" y="1391870"/>
                  <a:pt x="3896475" y="1391870"/>
                </a:cubicBezTo>
                <a:cubicBezTo>
                  <a:pt x="3896475" y="1382712"/>
                  <a:pt x="3896475" y="1373187"/>
                  <a:pt x="3900898" y="1375751"/>
                </a:cubicBezTo>
                <a:close/>
                <a:moveTo>
                  <a:pt x="6417061" y="1371600"/>
                </a:moveTo>
                <a:cubicBezTo>
                  <a:pt x="6412332" y="1394159"/>
                  <a:pt x="6412332" y="1426028"/>
                  <a:pt x="6412332" y="1466492"/>
                </a:cubicBezTo>
                <a:cubicBezTo>
                  <a:pt x="6407966" y="1464343"/>
                  <a:pt x="6382500" y="1380552"/>
                  <a:pt x="6417061" y="1371600"/>
                </a:cubicBezTo>
                <a:close/>
                <a:moveTo>
                  <a:pt x="5884744" y="1368425"/>
                </a:moveTo>
                <a:cubicBezTo>
                  <a:pt x="5896651" y="1372786"/>
                  <a:pt x="5894046" y="1377510"/>
                  <a:pt x="5901116" y="1389138"/>
                </a:cubicBezTo>
                <a:cubicBezTo>
                  <a:pt x="5884744" y="1398223"/>
                  <a:pt x="5877675" y="1379690"/>
                  <a:pt x="5884744" y="1368425"/>
                </a:cubicBezTo>
                <a:close/>
                <a:moveTo>
                  <a:pt x="5586022" y="1366837"/>
                </a:moveTo>
                <a:cubicBezTo>
                  <a:pt x="5588526" y="1375950"/>
                  <a:pt x="5604267" y="1386815"/>
                  <a:pt x="5590673" y="1393474"/>
                </a:cubicBezTo>
                <a:cubicBezTo>
                  <a:pt x="5579225" y="1384712"/>
                  <a:pt x="5588526" y="1375950"/>
                  <a:pt x="5586022" y="1366837"/>
                </a:cubicBezTo>
                <a:close/>
                <a:moveTo>
                  <a:pt x="5949669" y="1364176"/>
                </a:moveTo>
                <a:cubicBezTo>
                  <a:pt x="5945984" y="1362500"/>
                  <a:pt x="5941687" y="1362342"/>
                  <a:pt x="5937097" y="1364592"/>
                </a:cubicBezTo>
                <a:cubicBezTo>
                  <a:pt x="5948617" y="1371433"/>
                  <a:pt x="5955457" y="1382954"/>
                  <a:pt x="5939617" y="1380433"/>
                </a:cubicBezTo>
                <a:cubicBezTo>
                  <a:pt x="5941777" y="1387274"/>
                  <a:pt x="5946457" y="1396275"/>
                  <a:pt x="5957617" y="1396275"/>
                </a:cubicBezTo>
                <a:cubicBezTo>
                  <a:pt x="5966257" y="1387904"/>
                  <a:pt x="5960722" y="1369205"/>
                  <a:pt x="5949669" y="1364176"/>
                </a:cubicBezTo>
                <a:close/>
                <a:moveTo>
                  <a:pt x="3994900" y="1362075"/>
                </a:moveTo>
                <a:cubicBezTo>
                  <a:pt x="3997098" y="1366281"/>
                  <a:pt x="4001861" y="1362075"/>
                  <a:pt x="4004059" y="1375393"/>
                </a:cubicBezTo>
                <a:cubicBezTo>
                  <a:pt x="3994900" y="1375393"/>
                  <a:pt x="3994900" y="1388711"/>
                  <a:pt x="3987940" y="1379599"/>
                </a:cubicBezTo>
                <a:cubicBezTo>
                  <a:pt x="3985375" y="1366281"/>
                  <a:pt x="3999296" y="1379599"/>
                  <a:pt x="3994900" y="1362075"/>
                </a:cubicBezTo>
                <a:close/>
                <a:moveTo>
                  <a:pt x="3558909" y="1361231"/>
                </a:moveTo>
                <a:cubicBezTo>
                  <a:pt x="3553508" y="1360961"/>
                  <a:pt x="3547838" y="1362670"/>
                  <a:pt x="3542077" y="1367170"/>
                </a:cubicBezTo>
                <a:cubicBezTo>
                  <a:pt x="3553598" y="1374009"/>
                  <a:pt x="3562599" y="1371849"/>
                  <a:pt x="3574120" y="1367170"/>
                </a:cubicBezTo>
                <a:cubicBezTo>
                  <a:pt x="3569440" y="1363750"/>
                  <a:pt x="3564309" y="1361501"/>
                  <a:pt x="3558909" y="1361231"/>
                </a:cubicBezTo>
                <a:close/>
                <a:moveTo>
                  <a:pt x="2183788" y="1355111"/>
                </a:moveTo>
                <a:cubicBezTo>
                  <a:pt x="2178973" y="1354841"/>
                  <a:pt x="2175012" y="1357091"/>
                  <a:pt x="2175012" y="1365010"/>
                </a:cubicBezTo>
                <a:cubicBezTo>
                  <a:pt x="2179692" y="1362850"/>
                  <a:pt x="2200215" y="1367170"/>
                  <a:pt x="2197694" y="1360331"/>
                </a:cubicBezTo>
                <a:cubicBezTo>
                  <a:pt x="2194274" y="1358171"/>
                  <a:pt x="2188604" y="1355381"/>
                  <a:pt x="2183788" y="1355111"/>
                </a:cubicBezTo>
                <a:close/>
                <a:moveTo>
                  <a:pt x="3836135" y="1352428"/>
                </a:moveTo>
                <a:cubicBezTo>
                  <a:pt x="3838745" y="1353893"/>
                  <a:pt x="3841035" y="1356824"/>
                  <a:pt x="3842134" y="1357923"/>
                </a:cubicBezTo>
                <a:cubicBezTo>
                  <a:pt x="3839936" y="1369645"/>
                  <a:pt x="3837738" y="1350962"/>
                  <a:pt x="3828213" y="1355725"/>
                </a:cubicBezTo>
                <a:cubicBezTo>
                  <a:pt x="3830595" y="1350962"/>
                  <a:pt x="3833525" y="1350962"/>
                  <a:pt x="3836135" y="1352428"/>
                </a:cubicBezTo>
                <a:close/>
                <a:moveTo>
                  <a:pt x="5769227" y="1350962"/>
                </a:moveTo>
                <a:cubicBezTo>
                  <a:pt x="5771404" y="1355724"/>
                  <a:pt x="5776121" y="1357922"/>
                  <a:pt x="5780475" y="1360120"/>
                </a:cubicBezTo>
                <a:cubicBezTo>
                  <a:pt x="5776121" y="1362685"/>
                  <a:pt x="5773581" y="1367081"/>
                  <a:pt x="5773581" y="1369645"/>
                </a:cubicBezTo>
                <a:cubicBezTo>
                  <a:pt x="5771404" y="1362685"/>
                  <a:pt x="5755438" y="1355724"/>
                  <a:pt x="5769227" y="1350962"/>
                </a:cubicBezTo>
                <a:close/>
                <a:moveTo>
                  <a:pt x="1519620" y="1350962"/>
                </a:moveTo>
                <a:cubicBezTo>
                  <a:pt x="1517414" y="1362591"/>
                  <a:pt x="1494254" y="1369496"/>
                  <a:pt x="1489474" y="1380761"/>
                </a:cubicBezTo>
                <a:cubicBezTo>
                  <a:pt x="1485063" y="1366952"/>
                  <a:pt x="1508224" y="1355686"/>
                  <a:pt x="1519620" y="1350962"/>
                </a:cubicBezTo>
                <a:close/>
                <a:moveTo>
                  <a:pt x="3675904" y="1348334"/>
                </a:moveTo>
                <a:cubicBezTo>
                  <a:pt x="3672208" y="1344740"/>
                  <a:pt x="3661069" y="1357091"/>
                  <a:pt x="3662689" y="1360331"/>
                </a:cubicBezTo>
                <a:cubicBezTo>
                  <a:pt x="3667370" y="1351332"/>
                  <a:pt x="3671690" y="1358171"/>
                  <a:pt x="3676371" y="1358171"/>
                </a:cubicBezTo>
                <a:cubicBezTo>
                  <a:pt x="3677541" y="1352502"/>
                  <a:pt x="3677136" y="1349532"/>
                  <a:pt x="3675904" y="1348334"/>
                </a:cubicBezTo>
                <a:close/>
                <a:moveTo>
                  <a:pt x="5441113" y="1345707"/>
                </a:moveTo>
                <a:cubicBezTo>
                  <a:pt x="5447816" y="1341437"/>
                  <a:pt x="5452049" y="1341437"/>
                  <a:pt x="5456635" y="1345707"/>
                </a:cubicBezTo>
                <a:cubicBezTo>
                  <a:pt x="5452049" y="1348197"/>
                  <a:pt x="5452049" y="1361719"/>
                  <a:pt x="5445346" y="1357093"/>
                </a:cubicBezTo>
                <a:cubicBezTo>
                  <a:pt x="5449932" y="1350332"/>
                  <a:pt x="5447816" y="1345707"/>
                  <a:pt x="5441113" y="1345707"/>
                </a:cubicBezTo>
                <a:close/>
                <a:moveTo>
                  <a:pt x="4060672" y="1344612"/>
                </a:moveTo>
                <a:cubicBezTo>
                  <a:pt x="4062807" y="1369654"/>
                  <a:pt x="4053911" y="1358206"/>
                  <a:pt x="4042525" y="1360353"/>
                </a:cubicBezTo>
                <a:cubicBezTo>
                  <a:pt x="4045016" y="1349262"/>
                  <a:pt x="4058537" y="1353555"/>
                  <a:pt x="4060672" y="1344612"/>
                </a:cubicBezTo>
                <a:close/>
                <a:moveTo>
                  <a:pt x="4096781" y="1341276"/>
                </a:moveTo>
                <a:cubicBezTo>
                  <a:pt x="4099367" y="1341019"/>
                  <a:pt x="4101800" y="1342138"/>
                  <a:pt x="4104074" y="1346075"/>
                </a:cubicBezTo>
                <a:cubicBezTo>
                  <a:pt x="4097162" y="1355382"/>
                  <a:pt x="4085520" y="1366479"/>
                  <a:pt x="4072060" y="1357530"/>
                </a:cubicBezTo>
                <a:cubicBezTo>
                  <a:pt x="4072060" y="1352876"/>
                  <a:pt x="4072060" y="1348581"/>
                  <a:pt x="4069513" y="1341779"/>
                </a:cubicBezTo>
                <a:cubicBezTo>
                  <a:pt x="4079881" y="1355203"/>
                  <a:pt x="4089022" y="1342048"/>
                  <a:pt x="4096781" y="1341276"/>
                </a:cubicBezTo>
                <a:close/>
                <a:moveTo>
                  <a:pt x="3406207" y="1340218"/>
                </a:moveTo>
                <a:cubicBezTo>
                  <a:pt x="3402202" y="1341073"/>
                  <a:pt x="3398781" y="1344493"/>
                  <a:pt x="3398781" y="1351332"/>
                </a:cubicBezTo>
                <a:cubicBezTo>
                  <a:pt x="3405622" y="1349172"/>
                  <a:pt x="3417143" y="1358171"/>
                  <a:pt x="3417143" y="1344493"/>
                </a:cubicBezTo>
                <a:cubicBezTo>
                  <a:pt x="3414803" y="1341073"/>
                  <a:pt x="3410213" y="1339364"/>
                  <a:pt x="3406207" y="1340218"/>
                </a:cubicBezTo>
                <a:close/>
                <a:moveTo>
                  <a:pt x="1969457" y="1339850"/>
                </a:moveTo>
                <a:cubicBezTo>
                  <a:pt x="1973663" y="1351573"/>
                  <a:pt x="1973663" y="1351573"/>
                  <a:pt x="1973663" y="1351573"/>
                </a:cubicBezTo>
                <a:cubicBezTo>
                  <a:pt x="1960344" y="1363295"/>
                  <a:pt x="1962797" y="1339850"/>
                  <a:pt x="1949479" y="1349375"/>
                </a:cubicBezTo>
                <a:cubicBezTo>
                  <a:pt x="1947025" y="1342414"/>
                  <a:pt x="1967003" y="1339850"/>
                  <a:pt x="1969457" y="1339850"/>
                </a:cubicBezTo>
                <a:close/>
                <a:moveTo>
                  <a:pt x="1876913" y="1339850"/>
                </a:moveTo>
                <a:cubicBezTo>
                  <a:pt x="1881579" y="1360317"/>
                  <a:pt x="1854302" y="1353494"/>
                  <a:pt x="1843176" y="1369653"/>
                </a:cubicBezTo>
                <a:cubicBezTo>
                  <a:pt x="1840663" y="1356008"/>
                  <a:pt x="1870094" y="1351340"/>
                  <a:pt x="1876913" y="1339850"/>
                </a:cubicBezTo>
                <a:close/>
                <a:moveTo>
                  <a:pt x="3889023" y="1338228"/>
                </a:moveTo>
                <a:cubicBezTo>
                  <a:pt x="3891008" y="1338850"/>
                  <a:pt x="3893301" y="1341163"/>
                  <a:pt x="3894535" y="1341163"/>
                </a:cubicBezTo>
                <a:cubicBezTo>
                  <a:pt x="3892066" y="1352194"/>
                  <a:pt x="3887833" y="1338672"/>
                  <a:pt x="3885363" y="1345433"/>
                </a:cubicBezTo>
                <a:cubicBezTo>
                  <a:pt x="3885363" y="1338673"/>
                  <a:pt x="3887039" y="1337605"/>
                  <a:pt x="3889023" y="1338228"/>
                </a:cubicBezTo>
                <a:close/>
                <a:moveTo>
                  <a:pt x="2382214" y="1335764"/>
                </a:moveTo>
                <a:cubicBezTo>
                  <a:pt x="2373123" y="1337204"/>
                  <a:pt x="2364032" y="1342333"/>
                  <a:pt x="2364032" y="1349172"/>
                </a:cubicBezTo>
                <a:cubicBezTo>
                  <a:pt x="2379874" y="1349172"/>
                  <a:pt x="2382034" y="1342333"/>
                  <a:pt x="2400396" y="1344493"/>
                </a:cubicBezTo>
                <a:cubicBezTo>
                  <a:pt x="2400396" y="1336574"/>
                  <a:pt x="2391305" y="1334324"/>
                  <a:pt x="2382214" y="1335764"/>
                </a:cubicBezTo>
                <a:close/>
                <a:moveTo>
                  <a:pt x="6478871" y="1335087"/>
                </a:moveTo>
                <a:cubicBezTo>
                  <a:pt x="6510730" y="1335087"/>
                  <a:pt x="6481376" y="1346352"/>
                  <a:pt x="6485672" y="1362706"/>
                </a:cubicBezTo>
                <a:cubicBezTo>
                  <a:pt x="6474575" y="1364886"/>
                  <a:pt x="6483524" y="1344172"/>
                  <a:pt x="6478871" y="1335087"/>
                </a:cubicBezTo>
                <a:close/>
                <a:moveTo>
                  <a:pt x="3995783" y="1331912"/>
                </a:moveTo>
                <a:cubicBezTo>
                  <a:pt x="3995783" y="1338709"/>
                  <a:pt x="3993666" y="1345506"/>
                  <a:pt x="3997899" y="1348010"/>
                </a:cubicBezTo>
                <a:cubicBezTo>
                  <a:pt x="4002485" y="1356954"/>
                  <a:pt x="3991197" y="1343360"/>
                  <a:pt x="3989080" y="1348010"/>
                </a:cubicBezTo>
                <a:cubicBezTo>
                  <a:pt x="3986963" y="1336562"/>
                  <a:pt x="3993666" y="1334416"/>
                  <a:pt x="3995783" y="1331912"/>
                </a:cubicBezTo>
                <a:close/>
                <a:moveTo>
                  <a:pt x="4904456" y="1328737"/>
                </a:moveTo>
                <a:cubicBezTo>
                  <a:pt x="4906946" y="1335631"/>
                  <a:pt x="4913707" y="1342525"/>
                  <a:pt x="4909081" y="1351597"/>
                </a:cubicBezTo>
                <a:cubicBezTo>
                  <a:pt x="4904456" y="1351597"/>
                  <a:pt x="4900186" y="1351597"/>
                  <a:pt x="4895560" y="1353774"/>
                </a:cubicBezTo>
                <a:cubicBezTo>
                  <a:pt x="4893425" y="1342525"/>
                  <a:pt x="4897695" y="1333091"/>
                  <a:pt x="4904456" y="1328737"/>
                </a:cubicBezTo>
                <a:close/>
                <a:moveTo>
                  <a:pt x="3742438" y="1324471"/>
                </a:moveTo>
                <a:cubicBezTo>
                  <a:pt x="3739017" y="1323616"/>
                  <a:pt x="3735597" y="1324156"/>
                  <a:pt x="3733257" y="1328655"/>
                </a:cubicBezTo>
                <a:cubicBezTo>
                  <a:pt x="3737937" y="1328655"/>
                  <a:pt x="3746938" y="1339814"/>
                  <a:pt x="3751619" y="1328655"/>
                </a:cubicBezTo>
                <a:cubicBezTo>
                  <a:pt x="3749279" y="1327576"/>
                  <a:pt x="3745858" y="1325326"/>
                  <a:pt x="3742438" y="1324471"/>
                </a:cubicBezTo>
                <a:close/>
                <a:moveTo>
                  <a:pt x="2473123" y="1323976"/>
                </a:moveTo>
                <a:cubicBezTo>
                  <a:pt x="2461602" y="1319657"/>
                  <a:pt x="2434599" y="1326496"/>
                  <a:pt x="2434599" y="1339814"/>
                </a:cubicBezTo>
                <a:cubicBezTo>
                  <a:pt x="2450441" y="1332975"/>
                  <a:pt x="2457282" y="1339814"/>
                  <a:pt x="2470963" y="1335494"/>
                </a:cubicBezTo>
                <a:cubicBezTo>
                  <a:pt x="2468443" y="1330815"/>
                  <a:pt x="2475284" y="1328655"/>
                  <a:pt x="2473123" y="1323976"/>
                </a:cubicBezTo>
                <a:close/>
                <a:moveTo>
                  <a:pt x="2059080" y="1323976"/>
                </a:moveTo>
                <a:cubicBezTo>
                  <a:pt x="2052239" y="1321816"/>
                  <a:pt x="2043238" y="1326496"/>
                  <a:pt x="2038558" y="1332975"/>
                </a:cubicBezTo>
                <a:cubicBezTo>
                  <a:pt x="2040718" y="1349172"/>
                  <a:pt x="2065920" y="1335494"/>
                  <a:pt x="2059080" y="1323976"/>
                </a:cubicBezTo>
                <a:close/>
                <a:moveTo>
                  <a:pt x="3653688" y="1321816"/>
                </a:moveTo>
                <a:cubicBezTo>
                  <a:pt x="3660529" y="1319657"/>
                  <a:pt x="3646848" y="1335494"/>
                  <a:pt x="3653688" y="1337654"/>
                </a:cubicBezTo>
                <a:cubicBezTo>
                  <a:pt x="3658009" y="1326496"/>
                  <a:pt x="3671690" y="1339814"/>
                  <a:pt x="3671690" y="1323976"/>
                </a:cubicBezTo>
                <a:cubicBezTo>
                  <a:pt x="3667370" y="1323976"/>
                  <a:pt x="3658009" y="1319657"/>
                  <a:pt x="3653688" y="1321816"/>
                </a:cubicBezTo>
                <a:close/>
                <a:moveTo>
                  <a:pt x="4038997" y="1317157"/>
                </a:moveTo>
                <a:cubicBezTo>
                  <a:pt x="4034411" y="1337562"/>
                  <a:pt x="4012186" y="1319663"/>
                  <a:pt x="4010070" y="1349017"/>
                </a:cubicBezTo>
                <a:cubicBezTo>
                  <a:pt x="4007953" y="1339710"/>
                  <a:pt x="4003367" y="1344363"/>
                  <a:pt x="4001250" y="1332908"/>
                </a:cubicBezTo>
                <a:cubicBezTo>
                  <a:pt x="4014656" y="1337562"/>
                  <a:pt x="4012186" y="1315010"/>
                  <a:pt x="4023475" y="1326465"/>
                </a:cubicBezTo>
                <a:cubicBezTo>
                  <a:pt x="4023475" y="1312862"/>
                  <a:pt x="4034411" y="1319663"/>
                  <a:pt x="4038997" y="1317157"/>
                </a:cubicBezTo>
                <a:close/>
                <a:moveTo>
                  <a:pt x="2885277" y="1316687"/>
                </a:moveTo>
                <a:cubicBezTo>
                  <a:pt x="2880417" y="1317767"/>
                  <a:pt x="2875826" y="1320556"/>
                  <a:pt x="2873486" y="1323976"/>
                </a:cubicBezTo>
                <a:cubicBezTo>
                  <a:pt x="2875646" y="1328655"/>
                  <a:pt x="2903009" y="1332975"/>
                  <a:pt x="2898689" y="1319657"/>
                </a:cubicBezTo>
                <a:cubicBezTo>
                  <a:pt x="2895269" y="1316237"/>
                  <a:pt x="2890138" y="1315607"/>
                  <a:pt x="2885277" y="1316687"/>
                </a:cubicBezTo>
                <a:close/>
                <a:moveTo>
                  <a:pt x="6328124" y="1312862"/>
                </a:moveTo>
                <a:cubicBezTo>
                  <a:pt x="6353562" y="1321787"/>
                  <a:pt x="6346657" y="1362485"/>
                  <a:pt x="6353562" y="1387118"/>
                </a:cubicBezTo>
                <a:cubicBezTo>
                  <a:pt x="6323763" y="1384976"/>
                  <a:pt x="6341933" y="1332854"/>
                  <a:pt x="6328124" y="1312862"/>
                </a:cubicBezTo>
                <a:close/>
                <a:moveTo>
                  <a:pt x="5528289" y="1312862"/>
                </a:moveTo>
                <a:cubicBezTo>
                  <a:pt x="5532558" y="1312862"/>
                  <a:pt x="5539319" y="1314978"/>
                  <a:pt x="5543944" y="1321681"/>
                </a:cubicBezTo>
                <a:cubicBezTo>
                  <a:pt x="5537184" y="1328384"/>
                  <a:pt x="5532558" y="1323798"/>
                  <a:pt x="5528289" y="1323798"/>
                </a:cubicBezTo>
                <a:cubicBezTo>
                  <a:pt x="5530423" y="1326267"/>
                  <a:pt x="5528289" y="1328384"/>
                  <a:pt x="5526154" y="1326267"/>
                </a:cubicBezTo>
                <a:cubicBezTo>
                  <a:pt x="5532558" y="1321681"/>
                  <a:pt x="5523663" y="1317095"/>
                  <a:pt x="5528289" y="1312862"/>
                </a:cubicBezTo>
                <a:close/>
                <a:moveTo>
                  <a:pt x="4052447" y="1312862"/>
                </a:moveTo>
                <a:cubicBezTo>
                  <a:pt x="4054828" y="1321914"/>
                  <a:pt x="4054828" y="1328793"/>
                  <a:pt x="4052447" y="1333138"/>
                </a:cubicBezTo>
                <a:cubicBezTo>
                  <a:pt x="4049669" y="1328793"/>
                  <a:pt x="4054828" y="1321914"/>
                  <a:pt x="4049669" y="1321914"/>
                </a:cubicBezTo>
                <a:cubicBezTo>
                  <a:pt x="4047288" y="1315034"/>
                  <a:pt x="4049669" y="1312862"/>
                  <a:pt x="4052447" y="1312862"/>
                </a:cubicBezTo>
                <a:close/>
                <a:moveTo>
                  <a:pt x="2973576" y="1312818"/>
                </a:moveTo>
                <a:cubicBezTo>
                  <a:pt x="2950894" y="1314977"/>
                  <a:pt x="2916690" y="1308138"/>
                  <a:pt x="2907689" y="1323976"/>
                </a:cubicBezTo>
                <a:cubicBezTo>
                  <a:pt x="2932532" y="1321816"/>
                  <a:pt x="2939373" y="1321816"/>
                  <a:pt x="2966736" y="1328655"/>
                </a:cubicBezTo>
                <a:cubicBezTo>
                  <a:pt x="2976097" y="1319657"/>
                  <a:pt x="2964576" y="1321816"/>
                  <a:pt x="2973576" y="1312818"/>
                </a:cubicBezTo>
                <a:close/>
                <a:moveTo>
                  <a:pt x="3570212" y="1312766"/>
                </a:moveTo>
                <a:cubicBezTo>
                  <a:pt x="3565906" y="1330711"/>
                  <a:pt x="3577029" y="1308100"/>
                  <a:pt x="3574876" y="1321738"/>
                </a:cubicBezTo>
                <a:cubicBezTo>
                  <a:pt x="3568059" y="1335377"/>
                  <a:pt x="3545453" y="1317073"/>
                  <a:pt x="3536124" y="1335377"/>
                </a:cubicBezTo>
                <a:cubicBezTo>
                  <a:pt x="3533971" y="1339684"/>
                  <a:pt x="3540788" y="1339684"/>
                  <a:pt x="3542941" y="1339684"/>
                </a:cubicBezTo>
                <a:cubicBezTo>
                  <a:pt x="3542941" y="1344350"/>
                  <a:pt x="3538456" y="1344350"/>
                  <a:pt x="3534509" y="1341524"/>
                </a:cubicBezTo>
                <a:lnTo>
                  <a:pt x="3531989" y="1338364"/>
                </a:lnTo>
                <a:lnTo>
                  <a:pt x="3529599" y="1334780"/>
                </a:lnTo>
                <a:lnTo>
                  <a:pt x="3529306" y="1326404"/>
                </a:lnTo>
                <a:cubicBezTo>
                  <a:pt x="3536124" y="1328558"/>
                  <a:pt x="3540788" y="1330711"/>
                  <a:pt x="3538635" y="1314919"/>
                </a:cubicBezTo>
                <a:cubicBezTo>
                  <a:pt x="3545453" y="1326404"/>
                  <a:pt x="3559088" y="1317073"/>
                  <a:pt x="3570212" y="1312766"/>
                </a:cubicBezTo>
                <a:close/>
                <a:moveTo>
                  <a:pt x="3599535" y="1311648"/>
                </a:moveTo>
                <a:cubicBezTo>
                  <a:pt x="3601934" y="1314263"/>
                  <a:pt x="3604039" y="1318932"/>
                  <a:pt x="3604039" y="1323601"/>
                </a:cubicBezTo>
                <a:cubicBezTo>
                  <a:pt x="3597641" y="1323601"/>
                  <a:pt x="3597641" y="1314263"/>
                  <a:pt x="3593263" y="1312022"/>
                </a:cubicBezTo>
                <a:cubicBezTo>
                  <a:pt x="3594442" y="1308473"/>
                  <a:pt x="3597136" y="1309034"/>
                  <a:pt x="3599535" y="1311648"/>
                </a:cubicBezTo>
                <a:close/>
                <a:moveTo>
                  <a:pt x="3524646" y="1310216"/>
                </a:moveTo>
                <a:cubicBezTo>
                  <a:pt x="3522521" y="1323622"/>
                  <a:pt x="3522521" y="1323622"/>
                  <a:pt x="3522521" y="1323622"/>
                </a:cubicBezTo>
                <a:cubicBezTo>
                  <a:pt x="3517916" y="1316919"/>
                  <a:pt x="3482138" y="1321505"/>
                  <a:pt x="3509060" y="1316919"/>
                </a:cubicBezTo>
                <a:cubicBezTo>
                  <a:pt x="3513311" y="1314803"/>
                  <a:pt x="3517916" y="1308100"/>
                  <a:pt x="3524646" y="1310216"/>
                </a:cubicBezTo>
                <a:close/>
                <a:moveTo>
                  <a:pt x="3384306" y="1309194"/>
                </a:moveTo>
                <a:cubicBezTo>
                  <a:pt x="3393391" y="1304925"/>
                  <a:pt x="3395935" y="1322715"/>
                  <a:pt x="3400296" y="1311685"/>
                </a:cubicBezTo>
                <a:cubicBezTo>
                  <a:pt x="3411925" y="1320580"/>
                  <a:pt x="3386486" y="1315955"/>
                  <a:pt x="3389030" y="1325206"/>
                </a:cubicBezTo>
                <a:cubicBezTo>
                  <a:pt x="3382125" y="1325206"/>
                  <a:pt x="3382125" y="1318446"/>
                  <a:pt x="3384306" y="1309194"/>
                </a:cubicBezTo>
                <a:close/>
                <a:moveTo>
                  <a:pt x="5597813" y="1303337"/>
                </a:moveTo>
                <a:cubicBezTo>
                  <a:pt x="5604701" y="1305697"/>
                  <a:pt x="5613854" y="1311506"/>
                  <a:pt x="5619835" y="1317542"/>
                </a:cubicBezTo>
                <a:lnTo>
                  <a:pt x="5620308" y="1318248"/>
                </a:lnTo>
                <a:lnTo>
                  <a:pt x="5629667" y="1316447"/>
                </a:lnTo>
                <a:cubicBezTo>
                  <a:pt x="5629130" y="1319828"/>
                  <a:pt x="5627318" y="1321940"/>
                  <a:pt x="5624723" y="1323208"/>
                </a:cubicBezTo>
                <a:lnTo>
                  <a:pt x="5623748" y="1323379"/>
                </a:lnTo>
                <a:lnTo>
                  <a:pt x="5625748" y="1326363"/>
                </a:lnTo>
                <a:cubicBezTo>
                  <a:pt x="5626473" y="1329092"/>
                  <a:pt x="5625725" y="1331474"/>
                  <a:pt x="5622825" y="1333108"/>
                </a:cubicBezTo>
                <a:cubicBezTo>
                  <a:pt x="5613763" y="1321853"/>
                  <a:pt x="5618475" y="1363242"/>
                  <a:pt x="5604700" y="1358522"/>
                </a:cubicBezTo>
                <a:cubicBezTo>
                  <a:pt x="5606875" y="1370140"/>
                  <a:pt x="5615938" y="1367599"/>
                  <a:pt x="5609050" y="1377038"/>
                </a:cubicBezTo>
                <a:cubicBezTo>
                  <a:pt x="5604700" y="1372319"/>
                  <a:pt x="5606875" y="1381395"/>
                  <a:pt x="5599988" y="1383937"/>
                </a:cubicBezTo>
                <a:cubicBezTo>
                  <a:pt x="5594369" y="1368870"/>
                  <a:pt x="5593825" y="1356162"/>
                  <a:pt x="5594686" y="1343501"/>
                </a:cubicBezTo>
                <a:lnTo>
                  <a:pt x="5596249" y="1323423"/>
                </a:lnTo>
                <a:lnTo>
                  <a:pt x="5593513" y="1323208"/>
                </a:lnTo>
                <a:lnTo>
                  <a:pt x="5596468" y="1320609"/>
                </a:lnTo>
                <a:close/>
                <a:moveTo>
                  <a:pt x="2193374" y="1301299"/>
                </a:moveTo>
                <a:cubicBezTo>
                  <a:pt x="2181853" y="1296620"/>
                  <a:pt x="2170692" y="1308138"/>
                  <a:pt x="2170692" y="1317137"/>
                </a:cubicBezTo>
                <a:cubicBezTo>
                  <a:pt x="2181853" y="1314977"/>
                  <a:pt x="2190854" y="1310298"/>
                  <a:pt x="2193374" y="1301299"/>
                </a:cubicBezTo>
                <a:close/>
                <a:moveTo>
                  <a:pt x="3951061" y="1298079"/>
                </a:moveTo>
                <a:cubicBezTo>
                  <a:pt x="3951061" y="1300261"/>
                  <a:pt x="3953259" y="1302444"/>
                  <a:pt x="3953259" y="1302444"/>
                </a:cubicBezTo>
                <a:lnTo>
                  <a:pt x="3951061" y="1298159"/>
                </a:lnTo>
                <a:close/>
                <a:moveTo>
                  <a:pt x="5271325" y="1297964"/>
                </a:moveTo>
                <a:cubicBezTo>
                  <a:pt x="5289928" y="1295400"/>
                  <a:pt x="5271325" y="1307123"/>
                  <a:pt x="5289928" y="1309321"/>
                </a:cubicBezTo>
                <a:cubicBezTo>
                  <a:pt x="5285463" y="1314083"/>
                  <a:pt x="5282859" y="1316281"/>
                  <a:pt x="5282859" y="1318845"/>
                </a:cubicBezTo>
                <a:cubicBezTo>
                  <a:pt x="5278394" y="1307123"/>
                  <a:pt x="5266488" y="1307123"/>
                  <a:pt x="5271325" y="1297964"/>
                </a:cubicBezTo>
                <a:close/>
                <a:moveTo>
                  <a:pt x="2234418" y="1296620"/>
                </a:moveTo>
                <a:cubicBezTo>
                  <a:pt x="2220737" y="1305978"/>
                  <a:pt x="2207055" y="1294460"/>
                  <a:pt x="2204535" y="1310298"/>
                </a:cubicBezTo>
                <a:cubicBezTo>
                  <a:pt x="2216056" y="1310298"/>
                  <a:pt x="2227578" y="1305978"/>
                  <a:pt x="2234418" y="1296620"/>
                </a:cubicBezTo>
                <a:close/>
                <a:moveTo>
                  <a:pt x="3949075" y="1294287"/>
                </a:moveTo>
                <a:lnTo>
                  <a:pt x="3951061" y="1298159"/>
                </a:lnTo>
                <a:lnTo>
                  <a:pt x="3951061" y="1302444"/>
                </a:lnTo>
                <a:cubicBezTo>
                  <a:pt x="3951061" y="1311903"/>
                  <a:pt x="3941536" y="1304991"/>
                  <a:pt x="3939338" y="1314086"/>
                </a:cubicBezTo>
                <a:cubicBezTo>
                  <a:pt x="3939338" y="1312449"/>
                  <a:pt x="3944490" y="1293827"/>
                  <a:pt x="3949075" y="1294287"/>
                </a:cubicBezTo>
                <a:close/>
                <a:moveTo>
                  <a:pt x="3094732" y="1292393"/>
                </a:moveTo>
                <a:cubicBezTo>
                  <a:pt x="3099152" y="1293244"/>
                  <a:pt x="3106824" y="1300450"/>
                  <a:pt x="3111894" y="1298848"/>
                </a:cubicBezTo>
                <a:cubicBezTo>
                  <a:pt x="3111894" y="1307744"/>
                  <a:pt x="3096239" y="1300983"/>
                  <a:pt x="3091613" y="1303118"/>
                </a:cubicBezTo>
                <a:cubicBezTo>
                  <a:pt x="3093748" y="1298848"/>
                  <a:pt x="3096239" y="1296357"/>
                  <a:pt x="3091613" y="1294222"/>
                </a:cubicBezTo>
                <a:cubicBezTo>
                  <a:pt x="3092147" y="1292532"/>
                  <a:pt x="3093259" y="1292110"/>
                  <a:pt x="3094732" y="1292393"/>
                </a:cubicBezTo>
                <a:close/>
                <a:moveTo>
                  <a:pt x="3906000" y="1292225"/>
                </a:moveTo>
                <a:cubicBezTo>
                  <a:pt x="3908779" y="1294457"/>
                  <a:pt x="3911160" y="1306363"/>
                  <a:pt x="3913541" y="1306363"/>
                </a:cubicBezTo>
                <a:cubicBezTo>
                  <a:pt x="3913541" y="1315665"/>
                  <a:pt x="3911160" y="1315665"/>
                  <a:pt x="3908779" y="1315665"/>
                </a:cubicBezTo>
                <a:cubicBezTo>
                  <a:pt x="3906000" y="1303759"/>
                  <a:pt x="3908779" y="1301526"/>
                  <a:pt x="3906000" y="1292225"/>
                </a:cubicBezTo>
                <a:close/>
                <a:moveTo>
                  <a:pt x="3900841" y="1292225"/>
                </a:moveTo>
                <a:cubicBezTo>
                  <a:pt x="3900841" y="1299003"/>
                  <a:pt x="3903222" y="1305781"/>
                  <a:pt x="3905603" y="1303284"/>
                </a:cubicBezTo>
                <a:cubicBezTo>
                  <a:pt x="3903222" y="1307921"/>
                  <a:pt x="3905603" y="1323618"/>
                  <a:pt x="3900841" y="1323618"/>
                </a:cubicBezTo>
                <a:cubicBezTo>
                  <a:pt x="3898063" y="1310062"/>
                  <a:pt x="3903222" y="1312559"/>
                  <a:pt x="3903222" y="1307921"/>
                </a:cubicBezTo>
                <a:cubicBezTo>
                  <a:pt x="3900841" y="1303284"/>
                  <a:pt x="3900841" y="1301143"/>
                  <a:pt x="3898063" y="1296506"/>
                </a:cubicBezTo>
                <a:cubicBezTo>
                  <a:pt x="3898063" y="1292225"/>
                  <a:pt x="3900841" y="1294365"/>
                  <a:pt x="3900841" y="1292225"/>
                </a:cubicBezTo>
                <a:close/>
                <a:moveTo>
                  <a:pt x="5465887" y="1290780"/>
                </a:moveTo>
                <a:lnTo>
                  <a:pt x="5463610" y="1290828"/>
                </a:lnTo>
                <a:lnTo>
                  <a:pt x="5466213" y="1291867"/>
                </a:lnTo>
                <a:close/>
                <a:moveTo>
                  <a:pt x="4841094" y="1280782"/>
                </a:moveTo>
                <a:cubicBezTo>
                  <a:pt x="4834613" y="1290141"/>
                  <a:pt x="4838934" y="1292300"/>
                  <a:pt x="4832093" y="1299139"/>
                </a:cubicBezTo>
                <a:cubicBezTo>
                  <a:pt x="4847935" y="1310298"/>
                  <a:pt x="4845775" y="1287621"/>
                  <a:pt x="4841094" y="1280782"/>
                </a:cubicBezTo>
                <a:close/>
                <a:moveTo>
                  <a:pt x="5445693" y="1280347"/>
                </a:moveTo>
                <a:lnTo>
                  <a:pt x="5445457" y="1281013"/>
                </a:lnTo>
                <a:lnTo>
                  <a:pt x="5445962" y="1281046"/>
                </a:lnTo>
                <a:close/>
                <a:moveTo>
                  <a:pt x="5345612" y="1280347"/>
                </a:moveTo>
                <a:cubicBezTo>
                  <a:pt x="5336612" y="1287187"/>
                  <a:pt x="5343452" y="1291867"/>
                  <a:pt x="5343452" y="1298708"/>
                </a:cubicBezTo>
                <a:cubicBezTo>
                  <a:pt x="5345612" y="1296188"/>
                  <a:pt x="5359292" y="1291867"/>
                  <a:pt x="5345612" y="1280347"/>
                </a:cubicBezTo>
                <a:close/>
                <a:moveTo>
                  <a:pt x="6021337" y="1276026"/>
                </a:moveTo>
                <a:cubicBezTo>
                  <a:pt x="6019177" y="1291867"/>
                  <a:pt x="6010177" y="1280347"/>
                  <a:pt x="6000817" y="1289707"/>
                </a:cubicBezTo>
                <a:cubicBezTo>
                  <a:pt x="6014497" y="1298708"/>
                  <a:pt x="5989657" y="1305548"/>
                  <a:pt x="5998657" y="1314549"/>
                </a:cubicBezTo>
                <a:cubicBezTo>
                  <a:pt x="6005497" y="1298708"/>
                  <a:pt x="6039697" y="1296188"/>
                  <a:pt x="6021337" y="1276026"/>
                </a:cubicBezTo>
                <a:close/>
                <a:moveTo>
                  <a:pt x="2440845" y="1273175"/>
                </a:moveTo>
                <a:cubicBezTo>
                  <a:pt x="2440845" y="1277937"/>
                  <a:pt x="2442994" y="1280135"/>
                  <a:pt x="2445142" y="1280135"/>
                </a:cubicBezTo>
                <a:cubicBezTo>
                  <a:pt x="2434042" y="1287096"/>
                  <a:pt x="2417928" y="1287096"/>
                  <a:pt x="2397875" y="1291858"/>
                </a:cubicBezTo>
                <a:cubicBezTo>
                  <a:pt x="2404321" y="1282700"/>
                  <a:pt x="2431535" y="1282700"/>
                  <a:pt x="2440845" y="1273175"/>
                </a:cubicBezTo>
                <a:close/>
                <a:moveTo>
                  <a:pt x="1829589" y="1271587"/>
                </a:moveTo>
                <a:cubicBezTo>
                  <a:pt x="1833950" y="1280349"/>
                  <a:pt x="1833950" y="1280349"/>
                  <a:pt x="1833950" y="1280349"/>
                </a:cubicBezTo>
                <a:cubicBezTo>
                  <a:pt x="1827045" y="1273690"/>
                  <a:pt x="1806694" y="1298224"/>
                  <a:pt x="1804150" y="1282803"/>
                </a:cubicBezTo>
                <a:close/>
                <a:moveTo>
                  <a:pt x="3918198" y="1270576"/>
                </a:moveTo>
                <a:cubicBezTo>
                  <a:pt x="3923933" y="1268598"/>
                  <a:pt x="3930214" y="1271475"/>
                  <a:pt x="3933673" y="1284064"/>
                </a:cubicBezTo>
                <a:cubicBezTo>
                  <a:pt x="3938406" y="1284064"/>
                  <a:pt x="3938406" y="1281906"/>
                  <a:pt x="3945324" y="1284064"/>
                </a:cubicBezTo>
                <a:cubicBezTo>
                  <a:pt x="3940591" y="1299889"/>
                  <a:pt x="3924570" y="1304565"/>
                  <a:pt x="3915467" y="1304565"/>
                </a:cubicBezTo>
                <a:cubicBezTo>
                  <a:pt x="3915467" y="1290898"/>
                  <a:pt x="3931488" y="1297731"/>
                  <a:pt x="3935857" y="1295214"/>
                </a:cubicBezTo>
                <a:cubicBezTo>
                  <a:pt x="3935857" y="1284064"/>
                  <a:pt x="3926755" y="1281906"/>
                  <a:pt x="3924570" y="1275072"/>
                </a:cubicBezTo>
                <a:cubicBezTo>
                  <a:pt x="3926755" y="1286222"/>
                  <a:pt x="3912918" y="1284064"/>
                  <a:pt x="3906000" y="1286222"/>
                </a:cubicBezTo>
                <a:cubicBezTo>
                  <a:pt x="3907275" y="1279388"/>
                  <a:pt x="3912463" y="1272554"/>
                  <a:pt x="3918198" y="1270576"/>
                </a:cubicBezTo>
                <a:close/>
                <a:moveTo>
                  <a:pt x="4370164" y="1267104"/>
                </a:moveTo>
                <a:cubicBezTo>
                  <a:pt x="4370164" y="1273943"/>
                  <a:pt x="4372685" y="1280782"/>
                  <a:pt x="4365844" y="1285461"/>
                </a:cubicBezTo>
                <a:cubicBezTo>
                  <a:pt x="4374845" y="1294460"/>
                  <a:pt x="4379525" y="1280782"/>
                  <a:pt x="4377005" y="1276463"/>
                </a:cubicBezTo>
                <a:cubicBezTo>
                  <a:pt x="4370164" y="1278622"/>
                  <a:pt x="4377005" y="1271783"/>
                  <a:pt x="4370164" y="1267104"/>
                </a:cubicBezTo>
                <a:close/>
                <a:moveTo>
                  <a:pt x="4917104" y="1266825"/>
                </a:moveTo>
                <a:cubicBezTo>
                  <a:pt x="4919608" y="1273785"/>
                  <a:pt x="4926405" y="1278548"/>
                  <a:pt x="4921755" y="1285508"/>
                </a:cubicBezTo>
                <a:cubicBezTo>
                  <a:pt x="4912811" y="1280746"/>
                  <a:pt x="4910307" y="1290270"/>
                  <a:pt x="4901363" y="1283310"/>
                </a:cubicBezTo>
                <a:cubicBezTo>
                  <a:pt x="4912811" y="1280746"/>
                  <a:pt x="4919608" y="1280746"/>
                  <a:pt x="4917104" y="1266825"/>
                </a:cubicBezTo>
                <a:close/>
                <a:moveTo>
                  <a:pt x="4888133" y="1266825"/>
                </a:moveTo>
                <a:cubicBezTo>
                  <a:pt x="4899422" y="1282933"/>
                  <a:pt x="4883547" y="1298683"/>
                  <a:pt x="4876844" y="1302979"/>
                </a:cubicBezTo>
                <a:cubicBezTo>
                  <a:pt x="4868025" y="1294030"/>
                  <a:pt x="4888133" y="1280427"/>
                  <a:pt x="4888133" y="1266825"/>
                </a:cubicBezTo>
                <a:close/>
                <a:moveTo>
                  <a:pt x="2474446" y="1266825"/>
                </a:moveTo>
                <a:cubicBezTo>
                  <a:pt x="2472344" y="1271587"/>
                  <a:pt x="2472344" y="1276350"/>
                  <a:pt x="2476900" y="1276350"/>
                </a:cubicBezTo>
                <a:cubicBezTo>
                  <a:pt x="2467787" y="1285508"/>
                  <a:pt x="2467787" y="1269389"/>
                  <a:pt x="2450263" y="1280746"/>
                </a:cubicBezTo>
                <a:cubicBezTo>
                  <a:pt x="2450263" y="1271587"/>
                  <a:pt x="2463582" y="1269389"/>
                  <a:pt x="2474446" y="1266825"/>
                </a:cubicBezTo>
                <a:close/>
                <a:moveTo>
                  <a:pt x="2446729" y="1262062"/>
                </a:moveTo>
                <a:cubicBezTo>
                  <a:pt x="2430900" y="1275618"/>
                  <a:pt x="2392409" y="1273121"/>
                  <a:pt x="2374063" y="1293455"/>
                </a:cubicBezTo>
                <a:cubicBezTo>
                  <a:pt x="2383416" y="1270980"/>
                  <a:pt x="2421907" y="1268840"/>
                  <a:pt x="2446729" y="1262062"/>
                </a:cubicBezTo>
                <a:close/>
                <a:moveTo>
                  <a:pt x="3939923" y="1257862"/>
                </a:moveTo>
                <a:cubicBezTo>
                  <a:pt x="3946802" y="1260045"/>
                  <a:pt x="3948974" y="1264774"/>
                  <a:pt x="3955854" y="1266957"/>
                </a:cubicBezTo>
                <a:cubicBezTo>
                  <a:pt x="3958026" y="1285511"/>
                  <a:pt x="3937750" y="1250950"/>
                  <a:pt x="3946802" y="1280782"/>
                </a:cubicBezTo>
                <a:cubicBezTo>
                  <a:pt x="3944630" y="1276416"/>
                  <a:pt x="3939923" y="1264774"/>
                  <a:pt x="3939923" y="1257862"/>
                </a:cubicBezTo>
                <a:close/>
                <a:moveTo>
                  <a:pt x="2571476" y="1257847"/>
                </a:moveTo>
                <a:cubicBezTo>
                  <a:pt x="2578363" y="1255712"/>
                  <a:pt x="2580538" y="1262472"/>
                  <a:pt x="2589601" y="1259982"/>
                </a:cubicBezTo>
                <a:cubicBezTo>
                  <a:pt x="2580538" y="1273503"/>
                  <a:pt x="2573651" y="1269233"/>
                  <a:pt x="2555525" y="1275994"/>
                </a:cubicBezTo>
                <a:cubicBezTo>
                  <a:pt x="2543925" y="1273503"/>
                  <a:pt x="2578363" y="1271368"/>
                  <a:pt x="2571476" y="1257847"/>
                </a:cubicBezTo>
                <a:close/>
                <a:moveTo>
                  <a:pt x="3969897" y="1257300"/>
                </a:moveTo>
                <a:cubicBezTo>
                  <a:pt x="3972278" y="1268075"/>
                  <a:pt x="3967516" y="1263698"/>
                  <a:pt x="3964738" y="1265718"/>
                </a:cubicBezTo>
                <a:cubicBezTo>
                  <a:pt x="3964738" y="1259320"/>
                  <a:pt x="3967516" y="1257300"/>
                  <a:pt x="3969897" y="1257300"/>
                </a:cubicBezTo>
                <a:close/>
                <a:moveTo>
                  <a:pt x="3960372" y="1255712"/>
                </a:moveTo>
                <a:cubicBezTo>
                  <a:pt x="3962753" y="1269633"/>
                  <a:pt x="3960372" y="1269633"/>
                  <a:pt x="3957594" y="1269633"/>
                </a:cubicBezTo>
                <a:cubicBezTo>
                  <a:pt x="3955213" y="1262673"/>
                  <a:pt x="3955213" y="1255712"/>
                  <a:pt x="3960372" y="1255712"/>
                </a:cubicBezTo>
                <a:close/>
                <a:moveTo>
                  <a:pt x="2099408" y="1252026"/>
                </a:moveTo>
                <a:cubicBezTo>
                  <a:pt x="2110642" y="1247775"/>
                  <a:pt x="2106293" y="1265486"/>
                  <a:pt x="2119701" y="1256631"/>
                </a:cubicBezTo>
                <a:cubicBezTo>
                  <a:pt x="2110642" y="1270091"/>
                  <a:pt x="2067158" y="1290283"/>
                  <a:pt x="2053388" y="1283552"/>
                </a:cubicBezTo>
                <a:cubicBezTo>
                  <a:pt x="2055925" y="1274696"/>
                  <a:pt x="2062810" y="1270091"/>
                  <a:pt x="2074043" y="1265486"/>
                </a:cubicBezTo>
                <a:cubicBezTo>
                  <a:pt x="2058099" y="1281427"/>
                  <a:pt x="2117527" y="1265486"/>
                  <a:pt x="2099408" y="1252026"/>
                </a:cubicBezTo>
                <a:close/>
                <a:moveTo>
                  <a:pt x="4411209" y="1249107"/>
                </a:moveTo>
                <a:cubicBezTo>
                  <a:pt x="4413369" y="1253426"/>
                  <a:pt x="4406888" y="1258105"/>
                  <a:pt x="4404368" y="1258105"/>
                </a:cubicBezTo>
                <a:cubicBezTo>
                  <a:pt x="4415889" y="1271783"/>
                  <a:pt x="4418049" y="1249107"/>
                  <a:pt x="4411209" y="1249107"/>
                </a:cubicBezTo>
                <a:close/>
                <a:moveTo>
                  <a:pt x="5515372" y="1247775"/>
                </a:moveTo>
                <a:cubicBezTo>
                  <a:pt x="5495264" y="1268123"/>
                  <a:pt x="5506553" y="1292756"/>
                  <a:pt x="5477625" y="1322030"/>
                </a:cubicBezTo>
                <a:cubicBezTo>
                  <a:pt x="5482211" y="1306322"/>
                  <a:pt x="5486444" y="1247775"/>
                  <a:pt x="5515372" y="1247775"/>
                </a:cubicBezTo>
                <a:close/>
                <a:moveTo>
                  <a:pt x="3982536" y="1247568"/>
                </a:moveTo>
                <a:cubicBezTo>
                  <a:pt x="3984683" y="1243012"/>
                  <a:pt x="3987187" y="1251774"/>
                  <a:pt x="3989333" y="1249671"/>
                </a:cubicBezTo>
                <a:cubicBezTo>
                  <a:pt x="3996131" y="1269649"/>
                  <a:pt x="3982536" y="1245115"/>
                  <a:pt x="3989333" y="1260887"/>
                </a:cubicBezTo>
                <a:cubicBezTo>
                  <a:pt x="3991480" y="1269649"/>
                  <a:pt x="3984683" y="1262990"/>
                  <a:pt x="3984683" y="1258433"/>
                </a:cubicBezTo>
                <a:cubicBezTo>
                  <a:pt x="3971088" y="1267546"/>
                  <a:pt x="3978243" y="1251774"/>
                  <a:pt x="3984683" y="1254228"/>
                </a:cubicBezTo>
                <a:cubicBezTo>
                  <a:pt x="3984683" y="1254228"/>
                  <a:pt x="3984683" y="1249671"/>
                  <a:pt x="3982536" y="1247568"/>
                </a:cubicBezTo>
                <a:close/>
                <a:moveTo>
                  <a:pt x="3996125" y="1242339"/>
                </a:moveTo>
                <a:cubicBezTo>
                  <a:pt x="3998282" y="1240958"/>
                  <a:pt x="4001561" y="1242080"/>
                  <a:pt x="4004839" y="1244323"/>
                </a:cubicBezTo>
                <a:cubicBezTo>
                  <a:pt x="4004839" y="1246394"/>
                  <a:pt x="4004839" y="1250880"/>
                  <a:pt x="4007255" y="1255367"/>
                </a:cubicBezTo>
                <a:cubicBezTo>
                  <a:pt x="3998282" y="1246394"/>
                  <a:pt x="4000698" y="1250880"/>
                  <a:pt x="3994141" y="1255367"/>
                </a:cubicBezTo>
                <a:cubicBezTo>
                  <a:pt x="3992933" y="1247602"/>
                  <a:pt x="3993969" y="1243719"/>
                  <a:pt x="3996125" y="1242339"/>
                </a:cubicBezTo>
                <a:close/>
                <a:moveTo>
                  <a:pt x="2173680" y="1239837"/>
                </a:moveTo>
                <a:cubicBezTo>
                  <a:pt x="2173680" y="1258520"/>
                  <a:pt x="2151128" y="1246797"/>
                  <a:pt x="2137525" y="1253758"/>
                </a:cubicBezTo>
                <a:cubicBezTo>
                  <a:pt x="2140031" y="1242401"/>
                  <a:pt x="2160077" y="1251560"/>
                  <a:pt x="2173680" y="1239837"/>
                </a:cubicBezTo>
                <a:close/>
                <a:moveTo>
                  <a:pt x="5360108" y="1238696"/>
                </a:moveTo>
                <a:cubicBezTo>
                  <a:pt x="5357515" y="1238989"/>
                  <a:pt x="5354252" y="1240564"/>
                  <a:pt x="5350292" y="1243984"/>
                </a:cubicBezTo>
                <a:cubicBezTo>
                  <a:pt x="5366132" y="1248664"/>
                  <a:pt x="5343452" y="1246144"/>
                  <a:pt x="5336612" y="1250825"/>
                </a:cubicBezTo>
                <a:cubicBezTo>
                  <a:pt x="5338772" y="1252985"/>
                  <a:pt x="5341292" y="1255505"/>
                  <a:pt x="5338772" y="1257665"/>
                </a:cubicBezTo>
                <a:cubicBezTo>
                  <a:pt x="5336612" y="1255325"/>
                  <a:pt x="5334362" y="1254785"/>
                  <a:pt x="5332112" y="1254245"/>
                </a:cubicBezTo>
                <a:lnTo>
                  <a:pt x="5329326" y="1252814"/>
                </a:lnTo>
                <a:lnTo>
                  <a:pt x="5329022" y="1256188"/>
                </a:lnTo>
                <a:lnTo>
                  <a:pt x="5325974" y="1259952"/>
                </a:lnTo>
                <a:lnTo>
                  <a:pt x="5336612" y="1259825"/>
                </a:lnTo>
                <a:cubicBezTo>
                  <a:pt x="5336612" y="1266666"/>
                  <a:pt x="5341292" y="1282867"/>
                  <a:pt x="5352452" y="1276026"/>
                </a:cubicBezTo>
                <a:cubicBezTo>
                  <a:pt x="5354792" y="1273686"/>
                  <a:pt x="5351372" y="1270806"/>
                  <a:pt x="5348222" y="1267656"/>
                </a:cubicBezTo>
                <a:lnTo>
                  <a:pt x="5345967" y="1264727"/>
                </a:lnTo>
                <a:lnTo>
                  <a:pt x="5344418" y="1264209"/>
                </a:lnTo>
                <a:lnTo>
                  <a:pt x="5344552" y="1262890"/>
                </a:lnTo>
                <a:lnTo>
                  <a:pt x="5344453" y="1262762"/>
                </a:lnTo>
                <a:lnTo>
                  <a:pt x="5344655" y="1261877"/>
                </a:lnTo>
                <a:lnTo>
                  <a:pt x="5344936" y="1259104"/>
                </a:lnTo>
                <a:cubicBezTo>
                  <a:pt x="5346377" y="1255290"/>
                  <a:pt x="5348703" y="1251198"/>
                  <a:pt x="5344052" y="1250081"/>
                </a:cubicBezTo>
                <a:cubicBezTo>
                  <a:pt x="5346377" y="1248314"/>
                  <a:pt x="5348424" y="1247872"/>
                  <a:pt x="5350075" y="1248349"/>
                </a:cubicBezTo>
                <a:cubicBezTo>
                  <a:pt x="5352552" y="1249064"/>
                  <a:pt x="5354139" y="1251846"/>
                  <a:pt x="5354444" y="1255321"/>
                </a:cubicBezTo>
                <a:lnTo>
                  <a:pt x="5353610" y="1258113"/>
                </a:lnTo>
                <a:lnTo>
                  <a:pt x="5356817" y="1255640"/>
                </a:lnTo>
                <a:cubicBezTo>
                  <a:pt x="5359922" y="1252535"/>
                  <a:pt x="5362712" y="1249745"/>
                  <a:pt x="5366132" y="1255505"/>
                </a:cubicBezTo>
                <a:cubicBezTo>
                  <a:pt x="5369642" y="1248484"/>
                  <a:pt x="5367887" y="1237819"/>
                  <a:pt x="5360108" y="1238696"/>
                </a:cubicBezTo>
                <a:close/>
                <a:moveTo>
                  <a:pt x="5795547" y="1236662"/>
                </a:moveTo>
                <a:cubicBezTo>
                  <a:pt x="5802616" y="1243463"/>
                  <a:pt x="5793315" y="1252412"/>
                  <a:pt x="5807453" y="1259214"/>
                </a:cubicBezTo>
                <a:cubicBezTo>
                  <a:pt x="5788850" y="1272817"/>
                  <a:pt x="5784013" y="1243463"/>
                  <a:pt x="5795547" y="1236662"/>
                </a:cubicBezTo>
                <a:close/>
                <a:moveTo>
                  <a:pt x="2388850" y="1235622"/>
                </a:moveTo>
                <a:cubicBezTo>
                  <a:pt x="2392230" y="1234204"/>
                  <a:pt x="2396767" y="1234204"/>
                  <a:pt x="2400147" y="1236508"/>
                </a:cubicBezTo>
                <a:cubicBezTo>
                  <a:pt x="2402282" y="1243243"/>
                  <a:pt x="2386626" y="1268057"/>
                  <a:pt x="2384491" y="1252105"/>
                </a:cubicBezTo>
                <a:lnTo>
                  <a:pt x="2393387" y="1249979"/>
                </a:lnTo>
                <a:cubicBezTo>
                  <a:pt x="2393387" y="1243243"/>
                  <a:pt x="2388761" y="1243243"/>
                  <a:pt x="2384491" y="1243243"/>
                </a:cubicBezTo>
                <a:cubicBezTo>
                  <a:pt x="2383246" y="1239876"/>
                  <a:pt x="2385470" y="1237040"/>
                  <a:pt x="2388850" y="1235622"/>
                </a:cubicBezTo>
                <a:close/>
                <a:moveTo>
                  <a:pt x="5570594" y="1231900"/>
                </a:moveTo>
                <a:cubicBezTo>
                  <a:pt x="5582042" y="1238860"/>
                  <a:pt x="5563797" y="1255345"/>
                  <a:pt x="5557000" y="1252781"/>
                </a:cubicBezTo>
                <a:cubicBezTo>
                  <a:pt x="5559146" y="1245821"/>
                  <a:pt x="5557000" y="1238860"/>
                  <a:pt x="5570594" y="1231900"/>
                </a:cubicBezTo>
                <a:close/>
                <a:moveTo>
                  <a:pt x="2842016" y="1231900"/>
                </a:moveTo>
                <a:cubicBezTo>
                  <a:pt x="2828357" y="1238860"/>
                  <a:pt x="2805713" y="1255345"/>
                  <a:pt x="2785225" y="1245821"/>
                </a:cubicBezTo>
                <a:cubicBezTo>
                  <a:pt x="2798884" y="1236662"/>
                  <a:pt x="2826201" y="1238860"/>
                  <a:pt x="2842016" y="1231900"/>
                </a:cubicBezTo>
                <a:close/>
                <a:moveTo>
                  <a:pt x="2202690" y="1230902"/>
                </a:moveTo>
                <a:cubicBezTo>
                  <a:pt x="2211775" y="1242513"/>
                  <a:pt x="2188880" y="1239973"/>
                  <a:pt x="2197965" y="1249408"/>
                </a:cubicBezTo>
                <a:cubicBezTo>
                  <a:pt x="2186700" y="1253762"/>
                  <a:pt x="2188880" y="1239973"/>
                  <a:pt x="2181975" y="1242513"/>
                </a:cubicBezTo>
                <a:cubicBezTo>
                  <a:pt x="2181975" y="1228725"/>
                  <a:pt x="2188880" y="1237796"/>
                  <a:pt x="2202690" y="1230902"/>
                </a:cubicBezTo>
                <a:close/>
                <a:moveTo>
                  <a:pt x="2445589" y="1227242"/>
                </a:moveTo>
                <a:cubicBezTo>
                  <a:pt x="2449656" y="1227005"/>
                  <a:pt x="2452941" y="1227137"/>
                  <a:pt x="2454663" y="1227666"/>
                </a:cubicBezTo>
                <a:cubicBezTo>
                  <a:pt x="2450313" y="1236486"/>
                  <a:pt x="2418051" y="1241072"/>
                  <a:pt x="2408988" y="1238603"/>
                </a:cubicBezTo>
                <a:cubicBezTo>
                  <a:pt x="2414154" y="1231988"/>
                  <a:pt x="2433389" y="1227953"/>
                  <a:pt x="2445589" y="1227242"/>
                </a:cubicBezTo>
                <a:close/>
                <a:moveTo>
                  <a:pt x="5132212" y="1223962"/>
                </a:moveTo>
                <a:cubicBezTo>
                  <a:pt x="5139124" y="1232911"/>
                  <a:pt x="5127846" y="1246514"/>
                  <a:pt x="5130029" y="1255821"/>
                </a:cubicBezTo>
                <a:cubicBezTo>
                  <a:pt x="5118387" y="1260117"/>
                  <a:pt x="5118387" y="1253315"/>
                  <a:pt x="5104563" y="1249020"/>
                </a:cubicBezTo>
                <a:cubicBezTo>
                  <a:pt x="5125300" y="1244366"/>
                  <a:pt x="5118387" y="1237565"/>
                  <a:pt x="5132212" y="1223962"/>
                </a:cubicBezTo>
                <a:close/>
                <a:moveTo>
                  <a:pt x="5632609" y="1221316"/>
                </a:moveTo>
                <a:cubicBezTo>
                  <a:pt x="5637262" y="1232540"/>
                  <a:pt x="5646211" y="1214437"/>
                  <a:pt x="5648717" y="1226023"/>
                </a:cubicBezTo>
                <a:cubicBezTo>
                  <a:pt x="5641916" y="1232540"/>
                  <a:pt x="5644064" y="1237247"/>
                  <a:pt x="5632609" y="1244126"/>
                </a:cubicBezTo>
                <a:cubicBezTo>
                  <a:pt x="5639410" y="1251005"/>
                  <a:pt x="5635115" y="1264763"/>
                  <a:pt x="5648717" y="1266936"/>
                </a:cubicBezTo>
                <a:cubicBezTo>
                  <a:pt x="5648717" y="1276349"/>
                  <a:pt x="5641916" y="1269470"/>
                  <a:pt x="5632609" y="1278522"/>
                </a:cubicBezTo>
                <a:cubicBezTo>
                  <a:pt x="5630461" y="1287573"/>
                  <a:pt x="5648717" y="1285401"/>
                  <a:pt x="5639410" y="1296625"/>
                </a:cubicBezTo>
                <a:cubicBezTo>
                  <a:pt x="5630461" y="1290108"/>
                  <a:pt x="5621512" y="1296625"/>
                  <a:pt x="5612563" y="1285401"/>
                </a:cubicBezTo>
                <a:cubicBezTo>
                  <a:pt x="5626166" y="1264763"/>
                  <a:pt x="5616859" y="1246298"/>
                  <a:pt x="5632609" y="1226023"/>
                </a:cubicBezTo>
                <a:cubicBezTo>
                  <a:pt x="5630461" y="1223488"/>
                  <a:pt x="5630461" y="1223488"/>
                  <a:pt x="5632609" y="1221316"/>
                </a:cubicBezTo>
                <a:close/>
                <a:moveTo>
                  <a:pt x="5837015" y="1221303"/>
                </a:moveTo>
                <a:cubicBezTo>
                  <a:pt x="5831435" y="1225803"/>
                  <a:pt x="5826935" y="1234894"/>
                  <a:pt x="5825225" y="1245154"/>
                </a:cubicBezTo>
                <a:lnTo>
                  <a:pt x="5829705" y="1273094"/>
                </a:lnTo>
                <a:lnTo>
                  <a:pt x="5831099" y="1271876"/>
                </a:lnTo>
                <a:lnTo>
                  <a:pt x="5836295" y="1248530"/>
                </a:lnTo>
                <a:lnTo>
                  <a:pt x="5836337" y="1246929"/>
                </a:lnTo>
                <a:lnTo>
                  <a:pt x="5836161" y="1238402"/>
                </a:lnTo>
                <a:lnTo>
                  <a:pt x="5836608" y="1236707"/>
                </a:lnTo>
                <a:close/>
                <a:moveTo>
                  <a:pt x="4417175" y="1220611"/>
                </a:moveTo>
                <a:cubicBezTo>
                  <a:pt x="4419310" y="1216025"/>
                  <a:pt x="4430696" y="1229430"/>
                  <a:pt x="4430696" y="1220611"/>
                </a:cubicBezTo>
                <a:cubicBezTo>
                  <a:pt x="4437457" y="1227314"/>
                  <a:pt x="4426071" y="1231547"/>
                  <a:pt x="4417175" y="1220611"/>
                </a:cubicBezTo>
                <a:close/>
                <a:moveTo>
                  <a:pt x="4391341" y="1220431"/>
                </a:moveTo>
                <a:cubicBezTo>
                  <a:pt x="4393876" y="1219268"/>
                  <a:pt x="4398946" y="1221035"/>
                  <a:pt x="4405707" y="1229221"/>
                </a:cubicBezTo>
                <a:cubicBezTo>
                  <a:pt x="4405707" y="1236290"/>
                  <a:pt x="4392186" y="1222151"/>
                  <a:pt x="4392186" y="1229221"/>
                </a:cubicBezTo>
                <a:cubicBezTo>
                  <a:pt x="4388805" y="1225686"/>
                  <a:pt x="4388805" y="1221593"/>
                  <a:pt x="4391341" y="1220431"/>
                </a:cubicBezTo>
                <a:close/>
                <a:moveTo>
                  <a:pt x="4950750" y="1220419"/>
                </a:moveTo>
                <a:cubicBezTo>
                  <a:pt x="4950972" y="1221331"/>
                  <a:pt x="4950528" y="1223154"/>
                  <a:pt x="4949641" y="1225112"/>
                </a:cubicBezTo>
                <a:lnTo>
                  <a:pt x="4946349" y="1229908"/>
                </a:lnTo>
                <a:lnTo>
                  <a:pt x="4949422" y="1230652"/>
                </a:lnTo>
                <a:cubicBezTo>
                  <a:pt x="4953463" y="1233126"/>
                  <a:pt x="4957895" y="1236555"/>
                  <a:pt x="4962922" y="1239085"/>
                </a:cubicBezTo>
                <a:cubicBezTo>
                  <a:pt x="4953750" y="1245832"/>
                  <a:pt x="4944931" y="1245832"/>
                  <a:pt x="4931525" y="1234824"/>
                </a:cubicBezTo>
                <a:lnTo>
                  <a:pt x="4937704" y="1228522"/>
                </a:lnTo>
                <a:lnTo>
                  <a:pt x="4936288" y="1225823"/>
                </a:lnTo>
                <a:cubicBezTo>
                  <a:pt x="4938529" y="1223332"/>
                  <a:pt x="4947867" y="1227958"/>
                  <a:pt x="4947867" y="1221197"/>
                </a:cubicBezTo>
                <a:cubicBezTo>
                  <a:pt x="4949641" y="1219507"/>
                  <a:pt x="4950528" y="1219507"/>
                  <a:pt x="4950750" y="1220419"/>
                </a:cubicBezTo>
                <a:close/>
                <a:moveTo>
                  <a:pt x="5495339" y="1220355"/>
                </a:moveTo>
                <a:cubicBezTo>
                  <a:pt x="5496899" y="1219538"/>
                  <a:pt x="5498329" y="1219538"/>
                  <a:pt x="5499492" y="1221238"/>
                </a:cubicBezTo>
                <a:cubicBezTo>
                  <a:pt x="5490549" y="1230187"/>
                  <a:pt x="5488402" y="1241643"/>
                  <a:pt x="5483751" y="1250592"/>
                </a:cubicBezTo>
                <a:cubicBezTo>
                  <a:pt x="5474450" y="1241643"/>
                  <a:pt x="5481605" y="1234841"/>
                  <a:pt x="5481605" y="1225892"/>
                </a:cubicBezTo>
                <a:cubicBezTo>
                  <a:pt x="5484825" y="1232604"/>
                  <a:pt x="5490661" y="1222804"/>
                  <a:pt x="5495339" y="1220355"/>
                </a:cubicBezTo>
                <a:close/>
                <a:moveTo>
                  <a:pt x="5941290" y="1216025"/>
                </a:moveTo>
                <a:cubicBezTo>
                  <a:pt x="5955100" y="1229849"/>
                  <a:pt x="5948195" y="1238944"/>
                  <a:pt x="5941290" y="1250586"/>
                </a:cubicBezTo>
                <a:cubicBezTo>
                  <a:pt x="5932205" y="1243674"/>
                  <a:pt x="5939110" y="1238944"/>
                  <a:pt x="5932205" y="1234579"/>
                </a:cubicBezTo>
                <a:cubicBezTo>
                  <a:pt x="5929661" y="1234579"/>
                  <a:pt x="5927480" y="1238944"/>
                  <a:pt x="5925300" y="1236761"/>
                </a:cubicBezTo>
                <a:cubicBezTo>
                  <a:pt x="5939110" y="1232032"/>
                  <a:pt x="5932205" y="1227666"/>
                  <a:pt x="5941290" y="1216025"/>
                </a:cubicBezTo>
                <a:close/>
                <a:moveTo>
                  <a:pt x="2809797" y="1212850"/>
                </a:moveTo>
                <a:cubicBezTo>
                  <a:pt x="2816616" y="1212850"/>
                  <a:pt x="2814463" y="1222041"/>
                  <a:pt x="2816616" y="1229026"/>
                </a:cubicBezTo>
                <a:cubicBezTo>
                  <a:pt x="2802978" y="1229026"/>
                  <a:pt x="2775700" y="1247407"/>
                  <a:pt x="2780366" y="1224246"/>
                </a:cubicBezTo>
                <a:cubicBezTo>
                  <a:pt x="2794005" y="1226820"/>
                  <a:pt x="2812309" y="1236011"/>
                  <a:pt x="2809797" y="1212850"/>
                </a:cubicBezTo>
                <a:close/>
                <a:moveTo>
                  <a:pt x="3391750" y="1207950"/>
                </a:moveTo>
                <a:cubicBezTo>
                  <a:pt x="3400813" y="1216846"/>
                  <a:pt x="3366376" y="1205815"/>
                  <a:pt x="3371088" y="1223606"/>
                </a:cubicBezTo>
                <a:cubicBezTo>
                  <a:pt x="3355138" y="1214711"/>
                  <a:pt x="3377976" y="1203325"/>
                  <a:pt x="3391750" y="1207950"/>
                </a:cubicBezTo>
                <a:close/>
                <a:moveTo>
                  <a:pt x="3303988" y="1207028"/>
                </a:moveTo>
                <a:cubicBezTo>
                  <a:pt x="3301885" y="1220434"/>
                  <a:pt x="3301885" y="1220434"/>
                  <a:pt x="3301885" y="1220434"/>
                </a:cubicBezTo>
                <a:cubicBezTo>
                  <a:pt x="3297328" y="1215848"/>
                  <a:pt x="3286113" y="1215848"/>
                  <a:pt x="3277350" y="1215848"/>
                </a:cubicBezTo>
                <a:cubicBezTo>
                  <a:pt x="3279453" y="1204912"/>
                  <a:pt x="3295225" y="1209145"/>
                  <a:pt x="3303988" y="1207028"/>
                </a:cubicBezTo>
                <a:close/>
                <a:moveTo>
                  <a:pt x="4849736" y="1204912"/>
                </a:moveTo>
                <a:cubicBezTo>
                  <a:pt x="4878784" y="1220862"/>
                  <a:pt x="4845131" y="1241525"/>
                  <a:pt x="4840526" y="1250587"/>
                </a:cubicBezTo>
                <a:cubicBezTo>
                  <a:pt x="4836275" y="1232100"/>
                  <a:pt x="4851862" y="1220862"/>
                  <a:pt x="4849736" y="1204912"/>
                </a:cubicBezTo>
                <a:close/>
                <a:moveTo>
                  <a:pt x="6269334" y="1198562"/>
                </a:moveTo>
                <a:cubicBezTo>
                  <a:pt x="6275993" y="1198562"/>
                  <a:pt x="6275993" y="1205221"/>
                  <a:pt x="6269334" y="1207324"/>
                </a:cubicBezTo>
                <a:cubicBezTo>
                  <a:pt x="6273890" y="1209427"/>
                  <a:pt x="6275993" y="1213983"/>
                  <a:pt x="6280550" y="1213983"/>
                </a:cubicBezTo>
                <a:cubicBezTo>
                  <a:pt x="6278096" y="1220643"/>
                  <a:pt x="6271437" y="1222746"/>
                  <a:pt x="6260572" y="1225199"/>
                </a:cubicBezTo>
                <a:cubicBezTo>
                  <a:pt x="6253913" y="1209427"/>
                  <a:pt x="6271437" y="1209427"/>
                  <a:pt x="6269334" y="1198562"/>
                </a:cubicBezTo>
                <a:close/>
                <a:moveTo>
                  <a:pt x="6046537" y="1196101"/>
                </a:moveTo>
                <a:cubicBezTo>
                  <a:pt x="6037177" y="1207622"/>
                  <a:pt x="6057697" y="1214462"/>
                  <a:pt x="6037177" y="1219142"/>
                </a:cubicBezTo>
                <a:cubicBezTo>
                  <a:pt x="6050857" y="1237144"/>
                  <a:pt x="6064537" y="1193941"/>
                  <a:pt x="6046537" y="1196101"/>
                </a:cubicBezTo>
                <a:close/>
                <a:moveTo>
                  <a:pt x="5647091" y="1194941"/>
                </a:moveTo>
                <a:cubicBezTo>
                  <a:pt x="5647903" y="1193912"/>
                  <a:pt x="5648516" y="1194021"/>
                  <a:pt x="5649152" y="1196212"/>
                </a:cubicBezTo>
                <a:cubicBezTo>
                  <a:pt x="5637523" y="1207427"/>
                  <a:pt x="5658237" y="1202871"/>
                  <a:pt x="5649152" y="1214086"/>
                </a:cubicBezTo>
                <a:cubicBezTo>
                  <a:pt x="5642247" y="1211983"/>
                  <a:pt x="5635343" y="1214086"/>
                  <a:pt x="5628438" y="1209530"/>
                </a:cubicBezTo>
                <a:cubicBezTo>
                  <a:pt x="5640430" y="1211370"/>
                  <a:pt x="5644655" y="1198030"/>
                  <a:pt x="5647091" y="1194941"/>
                </a:cubicBezTo>
                <a:close/>
                <a:moveTo>
                  <a:pt x="2191138" y="1194347"/>
                </a:moveTo>
                <a:cubicBezTo>
                  <a:pt x="2184250" y="1207868"/>
                  <a:pt x="2161413" y="1198972"/>
                  <a:pt x="2152351" y="1212494"/>
                </a:cubicBezTo>
                <a:cubicBezTo>
                  <a:pt x="2145463" y="1192212"/>
                  <a:pt x="2177725" y="1201107"/>
                  <a:pt x="2191138" y="1194347"/>
                </a:cubicBezTo>
                <a:close/>
                <a:moveTo>
                  <a:pt x="6398016" y="1192212"/>
                </a:moveTo>
                <a:cubicBezTo>
                  <a:pt x="6398016" y="1215131"/>
                  <a:pt x="6398016" y="1215131"/>
                  <a:pt x="6398016" y="1215131"/>
                </a:cubicBezTo>
                <a:cubicBezTo>
                  <a:pt x="6393350" y="1212948"/>
                  <a:pt x="6389043" y="1210402"/>
                  <a:pt x="6382224" y="1212948"/>
                </a:cubicBezTo>
                <a:lnTo>
                  <a:pt x="6382224" y="1226773"/>
                </a:lnTo>
                <a:cubicBezTo>
                  <a:pt x="6357100" y="1226773"/>
                  <a:pt x="6386531" y="1194395"/>
                  <a:pt x="6398016" y="1192212"/>
                </a:cubicBezTo>
                <a:close/>
                <a:moveTo>
                  <a:pt x="5578696" y="1192212"/>
                </a:moveTo>
                <a:cubicBezTo>
                  <a:pt x="5589985" y="1196577"/>
                  <a:pt x="5583282" y="1212948"/>
                  <a:pt x="5578696" y="1226773"/>
                </a:cubicBezTo>
                <a:cubicBezTo>
                  <a:pt x="5558588" y="1226773"/>
                  <a:pt x="5576580" y="1203490"/>
                  <a:pt x="5578696" y="1192212"/>
                </a:cubicBezTo>
                <a:close/>
                <a:moveTo>
                  <a:pt x="4976345" y="1191925"/>
                </a:moveTo>
                <a:cubicBezTo>
                  <a:pt x="4977458" y="1196521"/>
                  <a:pt x="4969875" y="1215619"/>
                  <a:pt x="4965982" y="1234717"/>
                </a:cubicBezTo>
                <a:cubicBezTo>
                  <a:pt x="4947400" y="1232216"/>
                  <a:pt x="4970718" y="1218992"/>
                  <a:pt x="4952136" y="1214346"/>
                </a:cubicBezTo>
                <a:cubicBezTo>
                  <a:pt x="4961973" y="1202462"/>
                  <a:pt x="4968190" y="1195672"/>
                  <a:pt x="4971874" y="1192701"/>
                </a:cubicBezTo>
                <a:cubicBezTo>
                  <a:pt x="4974637" y="1190473"/>
                  <a:pt x="4975974" y="1190393"/>
                  <a:pt x="4976345" y="1191925"/>
                </a:cubicBezTo>
                <a:close/>
                <a:moveTo>
                  <a:pt x="6321198" y="1189037"/>
                </a:moveTo>
                <a:cubicBezTo>
                  <a:pt x="6335119" y="1207015"/>
                  <a:pt x="6337684" y="1238657"/>
                  <a:pt x="6337684" y="1272815"/>
                </a:cubicBezTo>
                <a:cubicBezTo>
                  <a:pt x="6325961" y="1248005"/>
                  <a:pt x="6319000" y="1225353"/>
                  <a:pt x="6321198" y="1189037"/>
                </a:cubicBezTo>
                <a:close/>
                <a:moveTo>
                  <a:pt x="3495273" y="1181021"/>
                </a:moveTo>
                <a:cubicBezTo>
                  <a:pt x="3498667" y="1182756"/>
                  <a:pt x="3502650" y="1185068"/>
                  <a:pt x="3507176" y="1184001"/>
                </a:cubicBezTo>
                <a:cubicBezTo>
                  <a:pt x="3498124" y="1195031"/>
                  <a:pt x="3493418" y="1186136"/>
                  <a:pt x="3486900" y="1181510"/>
                </a:cubicBezTo>
                <a:cubicBezTo>
                  <a:pt x="3489073" y="1178130"/>
                  <a:pt x="3491879" y="1179286"/>
                  <a:pt x="3495273" y="1181021"/>
                </a:cubicBezTo>
                <a:close/>
                <a:moveTo>
                  <a:pt x="3597657" y="1177894"/>
                </a:moveTo>
                <a:cubicBezTo>
                  <a:pt x="3602075" y="1179634"/>
                  <a:pt x="3606819" y="1183115"/>
                  <a:pt x="3610353" y="1185496"/>
                </a:cubicBezTo>
                <a:cubicBezTo>
                  <a:pt x="3605516" y="1190258"/>
                  <a:pt x="3593610" y="1180733"/>
                  <a:pt x="3586913" y="1180733"/>
                </a:cubicBezTo>
                <a:cubicBezTo>
                  <a:pt x="3589146" y="1176154"/>
                  <a:pt x="3593238" y="1176154"/>
                  <a:pt x="3597657" y="1177894"/>
                </a:cubicBezTo>
                <a:close/>
                <a:moveTo>
                  <a:pt x="5648926" y="1168400"/>
                </a:moveTo>
                <a:lnTo>
                  <a:pt x="5658228" y="1179848"/>
                </a:lnTo>
                <a:cubicBezTo>
                  <a:pt x="5651159" y="1186645"/>
                  <a:pt x="5641857" y="1193442"/>
                  <a:pt x="5634788" y="1184498"/>
                </a:cubicBezTo>
                <a:cubicBezTo>
                  <a:pt x="5644090" y="1179848"/>
                  <a:pt x="5637020" y="1173050"/>
                  <a:pt x="5648926" y="1168400"/>
                </a:cubicBezTo>
                <a:close/>
                <a:moveTo>
                  <a:pt x="3531042" y="1168091"/>
                </a:moveTo>
                <a:cubicBezTo>
                  <a:pt x="3533820" y="1168664"/>
                  <a:pt x="3536642" y="1170340"/>
                  <a:pt x="3538935" y="1170340"/>
                </a:cubicBezTo>
                <a:cubicBezTo>
                  <a:pt x="3536466" y="1179159"/>
                  <a:pt x="3527647" y="1177042"/>
                  <a:pt x="3523413" y="1172456"/>
                </a:cubicBezTo>
                <a:cubicBezTo>
                  <a:pt x="3525530" y="1168047"/>
                  <a:pt x="3528264" y="1167517"/>
                  <a:pt x="3531042" y="1168091"/>
                </a:cubicBezTo>
                <a:close/>
                <a:moveTo>
                  <a:pt x="2156282" y="1167933"/>
                </a:moveTo>
                <a:cubicBezTo>
                  <a:pt x="2162323" y="1167119"/>
                  <a:pt x="2168138" y="1170015"/>
                  <a:pt x="2170500" y="1177980"/>
                </a:cubicBezTo>
                <a:cubicBezTo>
                  <a:pt x="2163595" y="1173273"/>
                  <a:pt x="2149785" y="1182325"/>
                  <a:pt x="2140700" y="1180152"/>
                </a:cubicBezTo>
                <a:cubicBezTo>
                  <a:pt x="2143971" y="1173273"/>
                  <a:pt x="2150240" y="1168748"/>
                  <a:pt x="2156282" y="1167933"/>
                </a:cubicBezTo>
                <a:close/>
                <a:moveTo>
                  <a:pt x="2543562" y="1164166"/>
                </a:moveTo>
                <a:cubicBezTo>
                  <a:pt x="2541381" y="1172986"/>
                  <a:pt x="2527572" y="1175103"/>
                  <a:pt x="2513763" y="1177572"/>
                </a:cubicBezTo>
                <a:cubicBezTo>
                  <a:pt x="2525029" y="1170869"/>
                  <a:pt x="2529753" y="1162050"/>
                  <a:pt x="2543562" y="1164166"/>
                </a:cubicBezTo>
                <a:close/>
                <a:moveTo>
                  <a:pt x="3395803" y="1161479"/>
                </a:moveTo>
                <a:cubicBezTo>
                  <a:pt x="3407159" y="1158875"/>
                  <a:pt x="3404961" y="1168176"/>
                  <a:pt x="3416684" y="1165944"/>
                </a:cubicBezTo>
                <a:cubicBezTo>
                  <a:pt x="3411922" y="1182315"/>
                  <a:pt x="3404961" y="1163712"/>
                  <a:pt x="3393238" y="1173013"/>
                </a:cubicBezTo>
                <a:cubicBezTo>
                  <a:pt x="3395803" y="1161479"/>
                  <a:pt x="3395803" y="1161479"/>
                  <a:pt x="3395803" y="1161479"/>
                </a:cubicBezTo>
                <a:close/>
                <a:moveTo>
                  <a:pt x="4922103" y="1158875"/>
                </a:moveTo>
                <a:cubicBezTo>
                  <a:pt x="4937525" y="1165672"/>
                  <a:pt x="4930865" y="1179266"/>
                  <a:pt x="4924206" y="1183917"/>
                </a:cubicBezTo>
                <a:cubicBezTo>
                  <a:pt x="4910888" y="1174616"/>
                  <a:pt x="4930865" y="1170323"/>
                  <a:pt x="4922103" y="1158875"/>
                </a:cubicBezTo>
                <a:close/>
                <a:moveTo>
                  <a:pt x="3490747" y="1158089"/>
                </a:moveTo>
                <a:cubicBezTo>
                  <a:pt x="3493037" y="1156993"/>
                  <a:pt x="3494777" y="1158133"/>
                  <a:pt x="3496059" y="1163740"/>
                </a:cubicBezTo>
                <a:cubicBezTo>
                  <a:pt x="3489099" y="1165843"/>
                  <a:pt x="3482138" y="1179161"/>
                  <a:pt x="3482138" y="1165843"/>
                </a:cubicBezTo>
                <a:cubicBezTo>
                  <a:pt x="3485619" y="1162514"/>
                  <a:pt x="3488458" y="1159184"/>
                  <a:pt x="3490747" y="1158089"/>
                </a:cubicBezTo>
                <a:close/>
                <a:moveTo>
                  <a:pt x="6411121" y="1155700"/>
                </a:moveTo>
                <a:cubicBezTo>
                  <a:pt x="6440875" y="1175728"/>
                  <a:pt x="6411121" y="1219005"/>
                  <a:pt x="6433981" y="1245829"/>
                </a:cubicBezTo>
                <a:cubicBezTo>
                  <a:pt x="6390438" y="1232238"/>
                  <a:pt x="6427087" y="1191823"/>
                  <a:pt x="6411121" y="1155700"/>
                </a:cubicBezTo>
                <a:close/>
                <a:moveTo>
                  <a:pt x="4981112" y="1155700"/>
                </a:moveTo>
                <a:cubicBezTo>
                  <a:pt x="4994668" y="1164771"/>
                  <a:pt x="4990387" y="1166948"/>
                  <a:pt x="4983609" y="1180737"/>
                </a:cubicBezTo>
                <a:cubicBezTo>
                  <a:pt x="4963275" y="1178560"/>
                  <a:pt x="4981112" y="1162594"/>
                  <a:pt x="4981112" y="1155700"/>
                </a:cubicBezTo>
                <a:close/>
                <a:moveTo>
                  <a:pt x="5592544" y="1152525"/>
                </a:moveTo>
                <a:cubicBezTo>
                  <a:pt x="5605863" y="1152525"/>
                  <a:pt x="5590441" y="1179161"/>
                  <a:pt x="5579225" y="1172502"/>
                </a:cubicBezTo>
                <a:cubicBezTo>
                  <a:pt x="5581678" y="1161637"/>
                  <a:pt x="5590441" y="1161637"/>
                  <a:pt x="5592544" y="1152525"/>
                </a:cubicBezTo>
                <a:close/>
                <a:moveTo>
                  <a:pt x="5167938" y="1150937"/>
                </a:moveTo>
                <a:cubicBezTo>
                  <a:pt x="5174740" y="1150937"/>
                  <a:pt x="5179393" y="1155616"/>
                  <a:pt x="5186194" y="1159936"/>
                </a:cubicBezTo>
                <a:cubicBezTo>
                  <a:pt x="5179393" y="1166775"/>
                  <a:pt x="5177245" y="1171454"/>
                  <a:pt x="5184047" y="1178294"/>
                </a:cubicBezTo>
                <a:cubicBezTo>
                  <a:pt x="5179393" y="1180453"/>
                  <a:pt x="5177245" y="1180453"/>
                  <a:pt x="5172592" y="1180453"/>
                </a:cubicBezTo>
                <a:cubicBezTo>
                  <a:pt x="5179393" y="1189812"/>
                  <a:pt x="5172592" y="1194132"/>
                  <a:pt x="5188342" y="1194132"/>
                </a:cubicBezTo>
                <a:cubicBezTo>
                  <a:pt x="5174740" y="1200971"/>
                  <a:pt x="5177245" y="1207810"/>
                  <a:pt x="5177245" y="1212490"/>
                </a:cubicBezTo>
                <a:cubicBezTo>
                  <a:pt x="5170444" y="1200971"/>
                  <a:pt x="5174740" y="1187293"/>
                  <a:pt x="5152188" y="1187293"/>
                </a:cubicBezTo>
                <a:cubicBezTo>
                  <a:pt x="5158989" y="1178294"/>
                  <a:pt x="5163643" y="1171454"/>
                  <a:pt x="5174740" y="1168935"/>
                </a:cubicBezTo>
                <a:cubicBezTo>
                  <a:pt x="5172592" y="1164615"/>
                  <a:pt x="5156841" y="1159936"/>
                  <a:pt x="5163643" y="1155616"/>
                </a:cubicBezTo>
                <a:cubicBezTo>
                  <a:pt x="5170444" y="1159936"/>
                  <a:pt x="5165791" y="1153097"/>
                  <a:pt x="5167938" y="1150937"/>
                </a:cubicBezTo>
                <a:close/>
                <a:moveTo>
                  <a:pt x="4880353" y="1150937"/>
                </a:moveTo>
                <a:cubicBezTo>
                  <a:pt x="4880353" y="1175995"/>
                  <a:pt x="4873284" y="1194516"/>
                  <a:pt x="4861378" y="1206137"/>
                </a:cubicBezTo>
                <a:cubicBezTo>
                  <a:pt x="4856913" y="1187616"/>
                  <a:pt x="4866215" y="1166916"/>
                  <a:pt x="4880353" y="1150937"/>
                </a:cubicBezTo>
                <a:close/>
                <a:moveTo>
                  <a:pt x="4506785" y="1149963"/>
                </a:moveTo>
                <a:cubicBezTo>
                  <a:pt x="4509320" y="1148869"/>
                  <a:pt x="4514389" y="1149374"/>
                  <a:pt x="4520001" y="1152573"/>
                </a:cubicBezTo>
                <a:cubicBezTo>
                  <a:pt x="4517829" y="1156950"/>
                  <a:pt x="4510949" y="1152573"/>
                  <a:pt x="4508777" y="1156950"/>
                </a:cubicBezTo>
                <a:cubicBezTo>
                  <a:pt x="4504251" y="1153751"/>
                  <a:pt x="4504251" y="1151057"/>
                  <a:pt x="4506785" y="1149963"/>
                </a:cubicBezTo>
                <a:close/>
                <a:moveTo>
                  <a:pt x="6053377" y="1146057"/>
                </a:moveTo>
                <a:cubicBezTo>
                  <a:pt x="6041857" y="1152898"/>
                  <a:pt x="6048697" y="1159738"/>
                  <a:pt x="6055537" y="1168739"/>
                </a:cubicBezTo>
                <a:cubicBezTo>
                  <a:pt x="6062377" y="1164419"/>
                  <a:pt x="6059857" y="1159738"/>
                  <a:pt x="6064537" y="1155418"/>
                </a:cubicBezTo>
                <a:cubicBezTo>
                  <a:pt x="6062377" y="1146057"/>
                  <a:pt x="6057697" y="1148578"/>
                  <a:pt x="6053377" y="1146057"/>
                </a:cubicBezTo>
                <a:close/>
                <a:moveTo>
                  <a:pt x="3348245" y="1143707"/>
                </a:moveTo>
                <a:cubicBezTo>
                  <a:pt x="3352664" y="1143190"/>
                  <a:pt x="3358524" y="1144311"/>
                  <a:pt x="3364291" y="1144311"/>
                </a:cubicBezTo>
                <a:cubicBezTo>
                  <a:pt x="3364291" y="1148798"/>
                  <a:pt x="3359826" y="1146382"/>
                  <a:pt x="3354989" y="1146382"/>
                </a:cubicBezTo>
                <a:cubicBezTo>
                  <a:pt x="3352757" y="1148798"/>
                  <a:pt x="3352757" y="1150868"/>
                  <a:pt x="3354989" y="1150868"/>
                </a:cubicBezTo>
                <a:cubicBezTo>
                  <a:pt x="3352757" y="1155355"/>
                  <a:pt x="3345687" y="1152939"/>
                  <a:pt x="3340850" y="1152939"/>
                </a:cubicBezTo>
                <a:cubicBezTo>
                  <a:pt x="3340850" y="1146382"/>
                  <a:pt x="3343827" y="1144225"/>
                  <a:pt x="3348245" y="1143707"/>
                </a:cubicBezTo>
                <a:close/>
                <a:moveTo>
                  <a:pt x="3476398" y="1143000"/>
                </a:moveTo>
                <a:cubicBezTo>
                  <a:pt x="3481161" y="1143000"/>
                  <a:pt x="3478596" y="1147586"/>
                  <a:pt x="3483359" y="1147586"/>
                </a:cubicBezTo>
                <a:cubicBezTo>
                  <a:pt x="3481161" y="1158522"/>
                  <a:pt x="3481161" y="1158522"/>
                  <a:pt x="3481161" y="1158522"/>
                </a:cubicBezTo>
                <a:cubicBezTo>
                  <a:pt x="3478596" y="1154289"/>
                  <a:pt x="3474200" y="1154289"/>
                  <a:pt x="3476398" y="1143000"/>
                </a:cubicBezTo>
                <a:close/>
                <a:moveTo>
                  <a:pt x="2628824" y="1143000"/>
                </a:moveTo>
                <a:cubicBezTo>
                  <a:pt x="2628824" y="1147625"/>
                  <a:pt x="2630977" y="1149760"/>
                  <a:pt x="2635641" y="1149760"/>
                </a:cubicBezTo>
                <a:cubicBezTo>
                  <a:pt x="2619854" y="1163281"/>
                  <a:pt x="2601554" y="1158655"/>
                  <a:pt x="2583613" y="1154386"/>
                </a:cubicBezTo>
                <a:cubicBezTo>
                  <a:pt x="2594737" y="1143000"/>
                  <a:pt x="2613036" y="1151895"/>
                  <a:pt x="2628824" y="1143000"/>
                </a:cubicBezTo>
                <a:close/>
                <a:moveTo>
                  <a:pt x="3053845" y="1135255"/>
                </a:moveTo>
                <a:cubicBezTo>
                  <a:pt x="3049036" y="1136421"/>
                  <a:pt x="3045080" y="1138754"/>
                  <a:pt x="3042743" y="1142162"/>
                </a:cubicBezTo>
                <a:cubicBezTo>
                  <a:pt x="3049575" y="1148980"/>
                  <a:pt x="3072230" y="1146468"/>
                  <a:pt x="3070072" y="1135345"/>
                </a:cubicBezTo>
                <a:cubicBezTo>
                  <a:pt x="3064319" y="1134089"/>
                  <a:pt x="3058655" y="1134089"/>
                  <a:pt x="3053845" y="1135255"/>
                </a:cubicBezTo>
                <a:close/>
                <a:moveTo>
                  <a:pt x="3149822" y="1135062"/>
                </a:moveTo>
                <a:cubicBezTo>
                  <a:pt x="3158994" y="1135062"/>
                  <a:pt x="3158994" y="1135062"/>
                  <a:pt x="3158994" y="1135062"/>
                </a:cubicBezTo>
                <a:cubicBezTo>
                  <a:pt x="3156524" y="1139332"/>
                  <a:pt x="3158994" y="1139332"/>
                  <a:pt x="3161110" y="1139332"/>
                </a:cubicBezTo>
                <a:cubicBezTo>
                  <a:pt x="3152291" y="1143957"/>
                  <a:pt x="3143119" y="1152853"/>
                  <a:pt x="3129713" y="1155344"/>
                </a:cubicBezTo>
                <a:cubicBezTo>
                  <a:pt x="3129713" y="1141822"/>
                  <a:pt x="3147705" y="1150718"/>
                  <a:pt x="3149822" y="1135062"/>
                </a:cubicBezTo>
                <a:close/>
                <a:moveTo>
                  <a:pt x="4822577" y="1131887"/>
                </a:moveTo>
                <a:cubicBezTo>
                  <a:pt x="4827294" y="1134451"/>
                  <a:pt x="4829471" y="1134451"/>
                  <a:pt x="4829471" y="1131887"/>
                </a:cubicBezTo>
                <a:cubicBezTo>
                  <a:pt x="4834189" y="1134451"/>
                  <a:pt x="4834189" y="1138848"/>
                  <a:pt x="4836366" y="1136649"/>
                </a:cubicBezTo>
                <a:cubicBezTo>
                  <a:pt x="4845437" y="1143610"/>
                  <a:pt x="4829471" y="1145808"/>
                  <a:pt x="4822577" y="1141412"/>
                </a:cubicBezTo>
                <a:cubicBezTo>
                  <a:pt x="4820400" y="1138848"/>
                  <a:pt x="4820400" y="1134451"/>
                  <a:pt x="4822577" y="1131887"/>
                </a:cubicBezTo>
                <a:close/>
                <a:moveTo>
                  <a:pt x="2792281" y="1131887"/>
                </a:moveTo>
                <a:cubicBezTo>
                  <a:pt x="2794397" y="1147659"/>
                  <a:pt x="2794397" y="1147659"/>
                  <a:pt x="2794397" y="1147659"/>
                </a:cubicBezTo>
                <a:cubicBezTo>
                  <a:pt x="2794397" y="1136443"/>
                  <a:pt x="2765470" y="1134340"/>
                  <a:pt x="2778875" y="1145206"/>
                </a:cubicBezTo>
                <a:cubicBezTo>
                  <a:pt x="2774289" y="1158524"/>
                  <a:pt x="2767939" y="1138546"/>
                  <a:pt x="2756650" y="1143103"/>
                </a:cubicBezTo>
                <a:cubicBezTo>
                  <a:pt x="2763353" y="1136443"/>
                  <a:pt x="2776759" y="1131887"/>
                  <a:pt x="2792281" y="1131887"/>
                </a:cubicBezTo>
                <a:close/>
                <a:moveTo>
                  <a:pt x="5039067" y="1131590"/>
                </a:moveTo>
                <a:cubicBezTo>
                  <a:pt x="5050679" y="1127125"/>
                  <a:pt x="5059750" y="1138659"/>
                  <a:pt x="5055033" y="1150565"/>
                </a:cubicBezTo>
                <a:cubicBezTo>
                  <a:pt x="5043784" y="1148332"/>
                  <a:pt x="5034713" y="1143496"/>
                  <a:pt x="5039067" y="1131590"/>
                </a:cubicBezTo>
                <a:close/>
                <a:moveTo>
                  <a:pt x="4773047" y="1130684"/>
                </a:moveTo>
                <a:cubicBezTo>
                  <a:pt x="4775207" y="1137523"/>
                  <a:pt x="4773047" y="1142202"/>
                  <a:pt x="4784208" y="1149041"/>
                </a:cubicBezTo>
                <a:cubicBezTo>
                  <a:pt x="4786728" y="1142202"/>
                  <a:pt x="4788889" y="1137523"/>
                  <a:pt x="4782048" y="1132844"/>
                </a:cubicBezTo>
                <a:cubicBezTo>
                  <a:pt x="4779887" y="1132844"/>
                  <a:pt x="4777367" y="1132844"/>
                  <a:pt x="4773047" y="1130684"/>
                </a:cubicBezTo>
                <a:close/>
                <a:moveTo>
                  <a:pt x="5181721" y="1127125"/>
                </a:moveTo>
                <a:cubicBezTo>
                  <a:pt x="5193107" y="1134194"/>
                  <a:pt x="5186346" y="1143496"/>
                  <a:pt x="5184211" y="1150565"/>
                </a:cubicBezTo>
                <a:cubicBezTo>
                  <a:pt x="5186346" y="1143496"/>
                  <a:pt x="5172825" y="1136426"/>
                  <a:pt x="5181721" y="1127125"/>
                </a:cubicBezTo>
                <a:close/>
                <a:moveTo>
                  <a:pt x="5529899" y="1124913"/>
                </a:moveTo>
                <a:cubicBezTo>
                  <a:pt x="5532235" y="1124092"/>
                  <a:pt x="5534775" y="1124247"/>
                  <a:pt x="5537587" y="1125934"/>
                </a:cubicBezTo>
                <a:cubicBezTo>
                  <a:pt x="5523799" y="1130195"/>
                  <a:pt x="5521621" y="1145820"/>
                  <a:pt x="5512550" y="1143689"/>
                </a:cubicBezTo>
                <a:cubicBezTo>
                  <a:pt x="5517720" y="1138629"/>
                  <a:pt x="5522892" y="1127377"/>
                  <a:pt x="5529899" y="1124913"/>
                </a:cubicBezTo>
                <a:close/>
                <a:moveTo>
                  <a:pt x="5982674" y="1123950"/>
                </a:moveTo>
                <a:cubicBezTo>
                  <a:pt x="5991617" y="1135239"/>
                  <a:pt x="5971226" y="1144058"/>
                  <a:pt x="5973372" y="1155347"/>
                </a:cubicBezTo>
                <a:cubicBezTo>
                  <a:pt x="5966575" y="1144058"/>
                  <a:pt x="5969079" y="1135239"/>
                  <a:pt x="5982674" y="1123950"/>
                </a:cubicBezTo>
                <a:close/>
                <a:moveTo>
                  <a:pt x="3226186" y="1116012"/>
                </a:moveTo>
                <a:cubicBezTo>
                  <a:pt x="3212350" y="1120598"/>
                  <a:pt x="3200699" y="1127301"/>
                  <a:pt x="3186863" y="1131534"/>
                </a:cubicBezTo>
                <a:cubicBezTo>
                  <a:pt x="3193781" y="1118481"/>
                  <a:pt x="3207617" y="1116012"/>
                  <a:pt x="3226186" y="1116012"/>
                </a:cubicBezTo>
                <a:close/>
                <a:moveTo>
                  <a:pt x="3145229" y="1108075"/>
                </a:moveTo>
                <a:cubicBezTo>
                  <a:pt x="3140554" y="1126374"/>
                  <a:pt x="3115382" y="1108075"/>
                  <a:pt x="3111067" y="1114892"/>
                </a:cubicBezTo>
                <a:cubicBezTo>
                  <a:pt x="3111067" y="1126374"/>
                  <a:pt x="3122214" y="1123863"/>
                  <a:pt x="3133721" y="1123863"/>
                </a:cubicBezTo>
                <a:cubicBezTo>
                  <a:pt x="3129047" y="1126374"/>
                  <a:pt x="3126889" y="1135345"/>
                  <a:pt x="3131564" y="1135345"/>
                </a:cubicBezTo>
                <a:cubicBezTo>
                  <a:pt x="3113224" y="1151133"/>
                  <a:pt x="3101717" y="1123863"/>
                  <a:pt x="3074747" y="1135345"/>
                </a:cubicBezTo>
                <a:cubicBezTo>
                  <a:pt x="3088412" y="1139650"/>
                  <a:pt x="3090569" y="1148980"/>
                  <a:pt x="3115382" y="1151133"/>
                </a:cubicBezTo>
                <a:cubicBezTo>
                  <a:pt x="3099559" y="1155797"/>
                  <a:pt x="3083737" y="1155797"/>
                  <a:pt x="3070072" y="1155797"/>
                </a:cubicBezTo>
                <a:cubicBezTo>
                  <a:pt x="3051733" y="1153285"/>
                  <a:pt x="3033753" y="1151133"/>
                  <a:pt x="3015413" y="1144315"/>
                </a:cubicBezTo>
                <a:cubicBezTo>
                  <a:pt x="3035910" y="1160103"/>
                  <a:pt x="3001748" y="1142162"/>
                  <a:pt x="2992758" y="1153285"/>
                </a:cubicBezTo>
                <a:cubicBezTo>
                  <a:pt x="2983768" y="1148980"/>
                  <a:pt x="3004265" y="1146468"/>
                  <a:pt x="2988443" y="1139650"/>
                </a:cubicBezTo>
                <a:cubicBezTo>
                  <a:pt x="2983768" y="1144315"/>
                  <a:pt x="2979093" y="1148980"/>
                  <a:pt x="2974778" y="1153285"/>
                </a:cubicBezTo>
                <a:cubicBezTo>
                  <a:pt x="2954281" y="1137498"/>
                  <a:pt x="2922277" y="1146468"/>
                  <a:pt x="2895307" y="1148980"/>
                </a:cubicBezTo>
                <a:cubicBezTo>
                  <a:pt x="2908612" y="1119557"/>
                  <a:pt x="2958596" y="1139650"/>
                  <a:pt x="2974778" y="1130680"/>
                </a:cubicBezTo>
                <a:cubicBezTo>
                  <a:pt x="2961113" y="1108075"/>
                  <a:pt x="2911129" y="1135345"/>
                  <a:pt x="2881642" y="1121710"/>
                </a:cubicBezTo>
                <a:cubicBezTo>
                  <a:pt x="2863302" y="1126374"/>
                  <a:pt x="2883799" y="1137498"/>
                  <a:pt x="2872292" y="1146468"/>
                </a:cubicBezTo>
                <a:cubicBezTo>
                  <a:pt x="2858627" y="1142162"/>
                  <a:pt x="2838130" y="1135345"/>
                  <a:pt x="2831657" y="1148980"/>
                </a:cubicBezTo>
                <a:cubicBezTo>
                  <a:pt x="2820150" y="1142162"/>
                  <a:pt x="2847480" y="1132833"/>
                  <a:pt x="2863302" y="1135345"/>
                </a:cubicBezTo>
                <a:cubicBezTo>
                  <a:pt x="2863302" y="1130680"/>
                  <a:pt x="2858627" y="1132833"/>
                  <a:pt x="2854312" y="1130680"/>
                </a:cubicBezTo>
                <a:cubicBezTo>
                  <a:pt x="2854312" y="1128527"/>
                  <a:pt x="2858627" y="1128527"/>
                  <a:pt x="2863302" y="1126374"/>
                </a:cubicBezTo>
                <a:cubicBezTo>
                  <a:pt x="2856470" y="1121710"/>
                  <a:pt x="2842805" y="1121710"/>
                  <a:pt x="2835973" y="1117045"/>
                </a:cubicBezTo>
                <a:cubicBezTo>
                  <a:pt x="2892789" y="1114892"/>
                  <a:pt x="2944931" y="1112739"/>
                  <a:pt x="2997433" y="1112739"/>
                </a:cubicBezTo>
                <a:cubicBezTo>
                  <a:pt x="3044900" y="1110228"/>
                  <a:pt x="3092727" y="1110228"/>
                  <a:pt x="3145229" y="1108075"/>
                </a:cubicBezTo>
                <a:close/>
                <a:moveTo>
                  <a:pt x="5559803" y="1091537"/>
                </a:moveTo>
                <a:cubicBezTo>
                  <a:pt x="5552734" y="1102663"/>
                  <a:pt x="5545665" y="1114149"/>
                  <a:pt x="5543432" y="1129941"/>
                </a:cubicBezTo>
                <a:cubicBezTo>
                  <a:pt x="5538595" y="1116302"/>
                  <a:pt x="5536363" y="1089025"/>
                  <a:pt x="5559803" y="1091537"/>
                </a:cubicBezTo>
                <a:close/>
                <a:moveTo>
                  <a:pt x="5163324" y="1087437"/>
                </a:moveTo>
                <a:cubicBezTo>
                  <a:pt x="5183583" y="1092154"/>
                  <a:pt x="5156571" y="1121908"/>
                  <a:pt x="5156571" y="1137874"/>
                </a:cubicBezTo>
                <a:cubicBezTo>
                  <a:pt x="5136313" y="1124085"/>
                  <a:pt x="5170077" y="1101225"/>
                  <a:pt x="5163324" y="1087437"/>
                </a:cubicBezTo>
                <a:close/>
                <a:moveTo>
                  <a:pt x="5920166" y="1070803"/>
                </a:moveTo>
                <a:cubicBezTo>
                  <a:pt x="5915329" y="1074944"/>
                  <a:pt x="5917933" y="1079430"/>
                  <a:pt x="5915329" y="1083917"/>
                </a:cubicBezTo>
                <a:cubicBezTo>
                  <a:pt x="5908259" y="1079430"/>
                  <a:pt x="5901190" y="1083917"/>
                  <a:pt x="5896725" y="1077360"/>
                </a:cubicBezTo>
                <a:cubicBezTo>
                  <a:pt x="5903794" y="1070803"/>
                  <a:pt x="5913096" y="1068387"/>
                  <a:pt x="5920166" y="1070803"/>
                </a:cubicBezTo>
                <a:close/>
                <a:moveTo>
                  <a:pt x="5197709" y="1068387"/>
                </a:moveTo>
                <a:lnTo>
                  <a:pt x="5208975" y="1077360"/>
                </a:lnTo>
                <a:cubicBezTo>
                  <a:pt x="5199889" y="1081501"/>
                  <a:pt x="5188260" y="1083917"/>
                  <a:pt x="5179175" y="1081501"/>
                </a:cubicBezTo>
                <a:cubicBezTo>
                  <a:pt x="5188260" y="1077360"/>
                  <a:pt x="5197709" y="1077360"/>
                  <a:pt x="5197709" y="1068387"/>
                </a:cubicBezTo>
                <a:close/>
                <a:moveTo>
                  <a:pt x="5130890" y="1066800"/>
                </a:moveTo>
                <a:cubicBezTo>
                  <a:pt x="5137550" y="1075895"/>
                  <a:pt x="5130890" y="1089719"/>
                  <a:pt x="5130890" y="1101361"/>
                </a:cubicBezTo>
                <a:cubicBezTo>
                  <a:pt x="5110913" y="1099178"/>
                  <a:pt x="5130890" y="1078441"/>
                  <a:pt x="5130890" y="1066800"/>
                </a:cubicBezTo>
                <a:close/>
                <a:moveTo>
                  <a:pt x="5481583" y="1063625"/>
                </a:moveTo>
                <a:cubicBezTo>
                  <a:pt x="5488380" y="1072696"/>
                  <a:pt x="5483730" y="1079590"/>
                  <a:pt x="5479079" y="1088662"/>
                </a:cubicBezTo>
                <a:cubicBezTo>
                  <a:pt x="5463338" y="1079590"/>
                  <a:pt x="5479079" y="1072696"/>
                  <a:pt x="5481583" y="1063625"/>
                </a:cubicBezTo>
                <a:close/>
                <a:moveTo>
                  <a:pt x="5043167" y="1057275"/>
                </a:moveTo>
                <a:cubicBezTo>
                  <a:pt x="5061337" y="1064094"/>
                  <a:pt x="5031538" y="1075220"/>
                  <a:pt x="5052252" y="1077733"/>
                </a:cubicBezTo>
                <a:cubicBezTo>
                  <a:pt x="5045347" y="1098191"/>
                  <a:pt x="5045347" y="1098191"/>
                  <a:pt x="5045347" y="1098191"/>
                </a:cubicBezTo>
                <a:cubicBezTo>
                  <a:pt x="5036262" y="1084552"/>
                  <a:pt x="5034082" y="1070913"/>
                  <a:pt x="5043167" y="1057275"/>
                </a:cubicBezTo>
                <a:close/>
                <a:moveTo>
                  <a:pt x="4815275" y="1057241"/>
                </a:moveTo>
                <a:cubicBezTo>
                  <a:pt x="4796741" y="1059424"/>
                  <a:pt x="4801465" y="1073248"/>
                  <a:pt x="4796741" y="1087073"/>
                </a:cubicBezTo>
                <a:cubicBezTo>
                  <a:pt x="4787655" y="1075431"/>
                  <a:pt x="4785475" y="1052512"/>
                  <a:pt x="4815275" y="1057241"/>
                </a:cubicBezTo>
                <a:close/>
                <a:moveTo>
                  <a:pt x="4497762" y="1055780"/>
                </a:moveTo>
                <a:cubicBezTo>
                  <a:pt x="4501973" y="1055246"/>
                  <a:pt x="4507303" y="1056216"/>
                  <a:pt x="4513645" y="1059567"/>
                </a:cubicBezTo>
                <a:cubicBezTo>
                  <a:pt x="4502249" y="1059567"/>
                  <a:pt x="4495264" y="1066270"/>
                  <a:pt x="4493058" y="1077559"/>
                </a:cubicBezTo>
                <a:cubicBezTo>
                  <a:pt x="4482580" y="1072532"/>
                  <a:pt x="4485131" y="1057385"/>
                  <a:pt x="4497762" y="1055780"/>
                </a:cubicBezTo>
                <a:close/>
                <a:moveTo>
                  <a:pt x="5900828" y="1042987"/>
                </a:moveTo>
                <a:cubicBezTo>
                  <a:pt x="5907488" y="1049881"/>
                  <a:pt x="5898725" y="1058952"/>
                  <a:pt x="5894169" y="1068024"/>
                </a:cubicBezTo>
                <a:cubicBezTo>
                  <a:pt x="5880850" y="1058952"/>
                  <a:pt x="5894169" y="1049881"/>
                  <a:pt x="5900828" y="1042987"/>
                </a:cubicBezTo>
                <a:close/>
                <a:moveTo>
                  <a:pt x="5620615" y="1042987"/>
                </a:moveTo>
                <a:cubicBezTo>
                  <a:pt x="5631881" y="1052072"/>
                  <a:pt x="5634425" y="1056796"/>
                  <a:pt x="5622795" y="1070606"/>
                </a:cubicBezTo>
                <a:cubicBezTo>
                  <a:pt x="5604625" y="1072786"/>
                  <a:pt x="5620615" y="1054616"/>
                  <a:pt x="5620615" y="1042987"/>
                </a:cubicBezTo>
                <a:close/>
                <a:moveTo>
                  <a:pt x="4965582" y="1041074"/>
                </a:moveTo>
                <a:cubicBezTo>
                  <a:pt x="4968426" y="1039292"/>
                  <a:pt x="4972363" y="1038782"/>
                  <a:pt x="4978189" y="1041085"/>
                </a:cubicBezTo>
                <a:cubicBezTo>
                  <a:pt x="4980374" y="1067652"/>
                  <a:pt x="4950517" y="1058796"/>
                  <a:pt x="4954886" y="1074383"/>
                </a:cubicBezTo>
                <a:cubicBezTo>
                  <a:pt x="4941050" y="1072257"/>
                  <a:pt x="4941050" y="1072257"/>
                  <a:pt x="4941050" y="1072257"/>
                </a:cubicBezTo>
                <a:cubicBezTo>
                  <a:pt x="4947968" y="1049941"/>
                  <a:pt x="4947968" y="1049941"/>
                  <a:pt x="4947968" y="1049941"/>
                </a:cubicBezTo>
                <a:cubicBezTo>
                  <a:pt x="4958345" y="1063224"/>
                  <a:pt x="4957048" y="1046420"/>
                  <a:pt x="4965582" y="1041074"/>
                </a:cubicBezTo>
                <a:close/>
                <a:moveTo>
                  <a:pt x="5920959" y="1038772"/>
                </a:moveTo>
                <a:cubicBezTo>
                  <a:pt x="5916494" y="1045532"/>
                  <a:pt x="5932866" y="1052293"/>
                  <a:pt x="5916494" y="1056919"/>
                </a:cubicBezTo>
                <a:cubicBezTo>
                  <a:pt x="5909425" y="1052293"/>
                  <a:pt x="5911657" y="1036637"/>
                  <a:pt x="5920959" y="1038772"/>
                </a:cubicBezTo>
                <a:close/>
                <a:moveTo>
                  <a:pt x="5207601" y="1038225"/>
                </a:moveTo>
                <a:cubicBezTo>
                  <a:pt x="5216903" y="1044985"/>
                  <a:pt x="5216903" y="1051746"/>
                  <a:pt x="5204997" y="1058506"/>
                </a:cubicBezTo>
                <a:cubicBezTo>
                  <a:pt x="5198300" y="1056371"/>
                  <a:pt x="5204997" y="1051746"/>
                  <a:pt x="5193463" y="1047476"/>
                </a:cubicBezTo>
                <a:cubicBezTo>
                  <a:pt x="5198300" y="1044985"/>
                  <a:pt x="5202765" y="1040715"/>
                  <a:pt x="5207601" y="1038225"/>
                </a:cubicBezTo>
                <a:close/>
                <a:moveTo>
                  <a:pt x="4805936" y="1031875"/>
                </a:moveTo>
                <a:cubicBezTo>
                  <a:pt x="4808053" y="1036637"/>
                  <a:pt x="4816872" y="1055320"/>
                  <a:pt x="4801350" y="1050558"/>
                </a:cubicBezTo>
                <a:cubicBezTo>
                  <a:pt x="4808053" y="1043598"/>
                  <a:pt x="4803467" y="1041400"/>
                  <a:pt x="4805936" y="1031875"/>
                </a:cubicBezTo>
                <a:close/>
                <a:moveTo>
                  <a:pt x="4717566" y="1025525"/>
                </a:moveTo>
                <a:cubicBezTo>
                  <a:pt x="4724269" y="1027781"/>
                  <a:pt x="4717566" y="1034924"/>
                  <a:pt x="4726385" y="1037180"/>
                </a:cubicBezTo>
                <a:cubicBezTo>
                  <a:pt x="4724269" y="1039436"/>
                  <a:pt x="4715449" y="1034924"/>
                  <a:pt x="4710863" y="1032292"/>
                </a:cubicBezTo>
                <a:cubicBezTo>
                  <a:pt x="4715449" y="1032292"/>
                  <a:pt x="4717566" y="1030036"/>
                  <a:pt x="4717566" y="1025525"/>
                </a:cubicBezTo>
                <a:close/>
                <a:moveTo>
                  <a:pt x="5379076" y="1020762"/>
                </a:moveTo>
                <a:cubicBezTo>
                  <a:pt x="5399480" y="1031862"/>
                  <a:pt x="5381224" y="1050125"/>
                  <a:pt x="5376928" y="1068029"/>
                </a:cubicBezTo>
                <a:cubicBezTo>
                  <a:pt x="5363325" y="1054780"/>
                  <a:pt x="5381224" y="1038666"/>
                  <a:pt x="5379076" y="1020762"/>
                </a:cubicBezTo>
                <a:close/>
                <a:moveTo>
                  <a:pt x="4686637" y="1012621"/>
                </a:moveTo>
                <a:cubicBezTo>
                  <a:pt x="4681957" y="1012621"/>
                  <a:pt x="4675117" y="1021620"/>
                  <a:pt x="4681957" y="1023779"/>
                </a:cubicBezTo>
                <a:cubicBezTo>
                  <a:pt x="4684117" y="1023779"/>
                  <a:pt x="4686637" y="1023779"/>
                  <a:pt x="4690958" y="1026299"/>
                </a:cubicBezTo>
                <a:cubicBezTo>
                  <a:pt x="4688798" y="1028459"/>
                  <a:pt x="4688798" y="1030618"/>
                  <a:pt x="4690958" y="1030618"/>
                </a:cubicBezTo>
                <a:cubicBezTo>
                  <a:pt x="4690958" y="1023779"/>
                  <a:pt x="4700319" y="1026299"/>
                  <a:pt x="4700319" y="1021620"/>
                </a:cubicBezTo>
                <a:cubicBezTo>
                  <a:pt x="4688798" y="1019460"/>
                  <a:pt x="4693479" y="1014781"/>
                  <a:pt x="4686637" y="1012621"/>
                </a:cubicBezTo>
                <a:close/>
                <a:moveTo>
                  <a:pt x="4732779" y="1009650"/>
                </a:moveTo>
                <a:cubicBezTo>
                  <a:pt x="4739088" y="1016610"/>
                  <a:pt x="4717006" y="1014412"/>
                  <a:pt x="4721563" y="1023570"/>
                </a:cubicBezTo>
                <a:cubicBezTo>
                  <a:pt x="4712450" y="1016610"/>
                  <a:pt x="4725769" y="1009650"/>
                  <a:pt x="4732779" y="1009650"/>
                </a:cubicBezTo>
                <a:close/>
                <a:moveTo>
                  <a:pt x="5490855" y="993775"/>
                </a:moveTo>
                <a:cubicBezTo>
                  <a:pt x="5504260" y="993775"/>
                  <a:pt x="5499674" y="1007296"/>
                  <a:pt x="5497557" y="1014056"/>
                </a:cubicBezTo>
                <a:cubicBezTo>
                  <a:pt x="5490855" y="1007296"/>
                  <a:pt x="5488738" y="1000535"/>
                  <a:pt x="5490855" y="993775"/>
                </a:cubicBezTo>
                <a:close/>
                <a:moveTo>
                  <a:pt x="4813257" y="993775"/>
                </a:moveTo>
                <a:cubicBezTo>
                  <a:pt x="4824791" y="1011766"/>
                  <a:pt x="4817721" y="1009297"/>
                  <a:pt x="4815489" y="1031522"/>
                </a:cubicBezTo>
                <a:cubicBezTo>
                  <a:pt x="4801350" y="1022703"/>
                  <a:pt x="4810652" y="1007180"/>
                  <a:pt x="4813257" y="993775"/>
                </a:cubicBezTo>
                <a:close/>
                <a:moveTo>
                  <a:pt x="4914286" y="989224"/>
                </a:moveTo>
                <a:cubicBezTo>
                  <a:pt x="4910525" y="990345"/>
                  <a:pt x="4907081" y="993126"/>
                  <a:pt x="4903637" y="995278"/>
                </a:cubicBezTo>
                <a:cubicBezTo>
                  <a:pt x="4908350" y="1004607"/>
                  <a:pt x="4924300" y="1004607"/>
                  <a:pt x="4926837" y="993125"/>
                </a:cubicBezTo>
                <a:cubicBezTo>
                  <a:pt x="4922125" y="988641"/>
                  <a:pt x="4918047" y="988102"/>
                  <a:pt x="4914286" y="989224"/>
                </a:cubicBezTo>
                <a:close/>
                <a:moveTo>
                  <a:pt x="5612011" y="987425"/>
                </a:moveTo>
                <a:cubicBezTo>
                  <a:pt x="5616152" y="996398"/>
                  <a:pt x="5618568" y="1021521"/>
                  <a:pt x="5609595" y="1028341"/>
                </a:cubicBezTo>
                <a:cubicBezTo>
                  <a:pt x="5605454" y="1016856"/>
                  <a:pt x="5603038" y="994244"/>
                  <a:pt x="5612011" y="987425"/>
                </a:cubicBezTo>
                <a:close/>
                <a:moveTo>
                  <a:pt x="5570639" y="987425"/>
                </a:moveTo>
                <a:cubicBezTo>
                  <a:pt x="5597916" y="996504"/>
                  <a:pt x="5565973" y="1019745"/>
                  <a:pt x="5579612" y="1040082"/>
                </a:cubicBezTo>
                <a:cubicBezTo>
                  <a:pt x="5572792" y="1042624"/>
                  <a:pt x="5565973" y="1042624"/>
                  <a:pt x="5557000" y="1040082"/>
                </a:cubicBezTo>
                <a:cubicBezTo>
                  <a:pt x="5565973" y="1017203"/>
                  <a:pt x="5565973" y="1012845"/>
                  <a:pt x="5570639" y="987425"/>
                </a:cubicBezTo>
                <a:close/>
                <a:moveTo>
                  <a:pt x="4994669" y="975857"/>
                </a:moveTo>
                <a:cubicBezTo>
                  <a:pt x="4985774" y="994161"/>
                  <a:pt x="4990399" y="1000981"/>
                  <a:pt x="4979014" y="1012466"/>
                </a:cubicBezTo>
                <a:cubicBezTo>
                  <a:pt x="4974388" y="1007800"/>
                  <a:pt x="4976879" y="971550"/>
                  <a:pt x="4994669" y="975857"/>
                </a:cubicBezTo>
                <a:close/>
                <a:moveTo>
                  <a:pt x="6083047" y="973137"/>
                </a:moveTo>
                <a:cubicBezTo>
                  <a:pt x="6098979" y="984592"/>
                  <a:pt x="6096806" y="995689"/>
                  <a:pt x="6101151" y="1009292"/>
                </a:cubicBezTo>
                <a:cubicBezTo>
                  <a:pt x="6087392" y="993541"/>
                  <a:pt x="6080875" y="982086"/>
                  <a:pt x="6083047" y="973137"/>
                </a:cubicBezTo>
                <a:close/>
                <a:moveTo>
                  <a:pt x="4816248" y="973137"/>
                </a:moveTo>
                <a:cubicBezTo>
                  <a:pt x="4823209" y="973137"/>
                  <a:pt x="4827972" y="988659"/>
                  <a:pt x="4814050" y="984426"/>
                </a:cubicBezTo>
                <a:cubicBezTo>
                  <a:pt x="4821011" y="979840"/>
                  <a:pt x="4816248" y="979840"/>
                  <a:pt x="4816248" y="973137"/>
                </a:cubicBezTo>
                <a:close/>
                <a:moveTo>
                  <a:pt x="4593161" y="973137"/>
                </a:moveTo>
                <a:cubicBezTo>
                  <a:pt x="4620017" y="973137"/>
                  <a:pt x="4590654" y="989508"/>
                  <a:pt x="4595309" y="996578"/>
                </a:cubicBezTo>
                <a:cubicBezTo>
                  <a:pt x="4572750" y="989508"/>
                  <a:pt x="4604261" y="977974"/>
                  <a:pt x="4593161" y="973137"/>
                </a:cubicBezTo>
                <a:close/>
                <a:moveTo>
                  <a:pt x="4523064" y="953847"/>
                </a:moveTo>
                <a:cubicBezTo>
                  <a:pt x="4526826" y="956547"/>
                  <a:pt x="4525512" y="968956"/>
                  <a:pt x="4530506" y="962248"/>
                </a:cubicBezTo>
                <a:cubicBezTo>
                  <a:pt x="4543825" y="964395"/>
                  <a:pt x="4528403" y="971192"/>
                  <a:pt x="4528403" y="971192"/>
                </a:cubicBezTo>
                <a:cubicBezTo>
                  <a:pt x="4517188" y="968688"/>
                  <a:pt x="4528403" y="959744"/>
                  <a:pt x="4517188" y="955451"/>
                </a:cubicBezTo>
                <a:cubicBezTo>
                  <a:pt x="4519992" y="953126"/>
                  <a:pt x="4521810" y="952947"/>
                  <a:pt x="4523064" y="953847"/>
                </a:cubicBezTo>
                <a:close/>
                <a:moveTo>
                  <a:pt x="5450373" y="950564"/>
                </a:moveTo>
                <a:cubicBezTo>
                  <a:pt x="5432013" y="957404"/>
                  <a:pt x="5459373" y="964245"/>
                  <a:pt x="5441373" y="971085"/>
                </a:cubicBezTo>
                <a:cubicBezTo>
                  <a:pt x="5445693" y="975406"/>
                  <a:pt x="5452533" y="973246"/>
                  <a:pt x="5448213" y="977926"/>
                </a:cubicBezTo>
                <a:cubicBezTo>
                  <a:pt x="5459373" y="977926"/>
                  <a:pt x="5464053" y="957404"/>
                  <a:pt x="5450373" y="950564"/>
                </a:cubicBezTo>
                <a:close/>
                <a:moveTo>
                  <a:pt x="4536736" y="946150"/>
                </a:moveTo>
                <a:cubicBezTo>
                  <a:pt x="4550162" y="948714"/>
                  <a:pt x="4545808" y="957872"/>
                  <a:pt x="4538914" y="960070"/>
                </a:cubicBezTo>
                <a:cubicBezTo>
                  <a:pt x="4525125" y="957872"/>
                  <a:pt x="4529842" y="948714"/>
                  <a:pt x="4536736" y="946150"/>
                </a:cubicBezTo>
                <a:close/>
                <a:moveTo>
                  <a:pt x="5673017" y="943611"/>
                </a:moveTo>
                <a:cubicBezTo>
                  <a:pt x="5683251" y="945743"/>
                  <a:pt x="5693686" y="959181"/>
                  <a:pt x="5690475" y="971186"/>
                </a:cubicBezTo>
                <a:cubicBezTo>
                  <a:pt x="5674779" y="968639"/>
                  <a:pt x="5674779" y="968639"/>
                  <a:pt x="5674779" y="968639"/>
                </a:cubicBezTo>
                <a:cubicBezTo>
                  <a:pt x="5681557" y="952632"/>
                  <a:pt x="5670141" y="952632"/>
                  <a:pt x="5663363" y="945720"/>
                </a:cubicBezTo>
                <a:cubicBezTo>
                  <a:pt x="5666217" y="943446"/>
                  <a:pt x="5669606" y="942900"/>
                  <a:pt x="5673017" y="943611"/>
                </a:cubicBezTo>
                <a:close/>
                <a:moveTo>
                  <a:pt x="4748089" y="942975"/>
                </a:moveTo>
                <a:cubicBezTo>
                  <a:pt x="4764474" y="947692"/>
                  <a:pt x="4750638" y="963658"/>
                  <a:pt x="4745904" y="968012"/>
                </a:cubicBezTo>
                <a:cubicBezTo>
                  <a:pt x="4725150" y="961480"/>
                  <a:pt x="4750638" y="956763"/>
                  <a:pt x="4748089" y="942975"/>
                </a:cubicBezTo>
                <a:close/>
                <a:moveTo>
                  <a:pt x="5424739" y="940703"/>
                </a:moveTo>
                <a:cubicBezTo>
                  <a:pt x="5413127" y="944972"/>
                  <a:pt x="5435987" y="951733"/>
                  <a:pt x="5424739" y="958494"/>
                </a:cubicBezTo>
                <a:cubicBezTo>
                  <a:pt x="5410950" y="954224"/>
                  <a:pt x="5415304" y="938212"/>
                  <a:pt x="5424739" y="940703"/>
                </a:cubicBezTo>
                <a:close/>
                <a:moveTo>
                  <a:pt x="6083182" y="936625"/>
                </a:moveTo>
                <a:cubicBezTo>
                  <a:pt x="6094716" y="943284"/>
                  <a:pt x="6090251" y="952046"/>
                  <a:pt x="6099553" y="952046"/>
                </a:cubicBezTo>
                <a:cubicBezTo>
                  <a:pt x="6092484" y="956602"/>
                  <a:pt x="6094716" y="963261"/>
                  <a:pt x="6090251" y="961158"/>
                </a:cubicBezTo>
                <a:cubicBezTo>
                  <a:pt x="6087647" y="954499"/>
                  <a:pt x="6076113" y="954499"/>
                  <a:pt x="6083182" y="936625"/>
                </a:cubicBezTo>
                <a:close/>
                <a:moveTo>
                  <a:pt x="5645537" y="935037"/>
                </a:moveTo>
                <a:cubicBezTo>
                  <a:pt x="5645537" y="975971"/>
                  <a:pt x="5638632" y="1008211"/>
                  <a:pt x="5627367" y="1042625"/>
                </a:cubicBezTo>
                <a:cubicBezTo>
                  <a:pt x="5615738" y="1006037"/>
                  <a:pt x="5638632" y="966915"/>
                  <a:pt x="5645537" y="935037"/>
                </a:cubicBezTo>
                <a:close/>
                <a:moveTo>
                  <a:pt x="4859725" y="934850"/>
                </a:moveTo>
                <a:cubicBezTo>
                  <a:pt x="4865394" y="934850"/>
                  <a:pt x="4872198" y="936016"/>
                  <a:pt x="4876734" y="934939"/>
                </a:cubicBezTo>
                <a:cubicBezTo>
                  <a:pt x="4870202" y="957545"/>
                  <a:pt x="4893062" y="984815"/>
                  <a:pt x="4858591" y="1002756"/>
                </a:cubicBezTo>
                <a:cubicBezTo>
                  <a:pt x="4860768" y="1009574"/>
                  <a:pt x="4865485" y="1002756"/>
                  <a:pt x="4874556" y="1005268"/>
                </a:cubicBezTo>
                <a:cubicBezTo>
                  <a:pt x="4876734" y="1014238"/>
                  <a:pt x="4849519" y="1014238"/>
                  <a:pt x="4860768" y="1018903"/>
                </a:cubicBezTo>
                <a:cubicBezTo>
                  <a:pt x="4856414" y="1025720"/>
                  <a:pt x="4853874" y="1012085"/>
                  <a:pt x="4840085" y="1014238"/>
                </a:cubicBezTo>
                <a:cubicBezTo>
                  <a:pt x="4837908" y="1021056"/>
                  <a:pt x="4837908" y="1021056"/>
                  <a:pt x="4837908" y="1021056"/>
                </a:cubicBezTo>
                <a:cubicBezTo>
                  <a:pt x="4840085" y="1025720"/>
                  <a:pt x="4846979" y="1021056"/>
                  <a:pt x="4851696" y="1030026"/>
                </a:cubicBezTo>
                <a:cubicBezTo>
                  <a:pt x="4828836" y="1034691"/>
                  <a:pt x="4817225" y="1012085"/>
                  <a:pt x="4835731" y="991633"/>
                </a:cubicBezTo>
                <a:cubicBezTo>
                  <a:pt x="4837908" y="993786"/>
                  <a:pt x="4842625" y="995939"/>
                  <a:pt x="4849519" y="998450"/>
                </a:cubicBezTo>
                <a:cubicBezTo>
                  <a:pt x="4860768" y="995939"/>
                  <a:pt x="4858591" y="980151"/>
                  <a:pt x="4867662" y="975486"/>
                </a:cubicBezTo>
                <a:cubicBezTo>
                  <a:pt x="4863308" y="966515"/>
                  <a:pt x="4858591" y="962210"/>
                  <a:pt x="4842625" y="964363"/>
                </a:cubicBezTo>
                <a:cubicBezTo>
                  <a:pt x="4840085" y="950727"/>
                  <a:pt x="4853874" y="950727"/>
                  <a:pt x="4863308" y="946063"/>
                </a:cubicBezTo>
                <a:cubicBezTo>
                  <a:pt x="4867662" y="934939"/>
                  <a:pt x="4844802" y="950727"/>
                  <a:pt x="4849519" y="941757"/>
                </a:cubicBezTo>
                <a:cubicBezTo>
                  <a:pt x="4849519" y="936016"/>
                  <a:pt x="4854055" y="934850"/>
                  <a:pt x="4859725" y="934850"/>
                </a:cubicBezTo>
                <a:close/>
                <a:moveTo>
                  <a:pt x="5401202" y="930275"/>
                </a:moveTo>
                <a:cubicBezTo>
                  <a:pt x="5413108" y="932421"/>
                  <a:pt x="5403434" y="946016"/>
                  <a:pt x="5415341" y="946016"/>
                </a:cubicBezTo>
                <a:cubicBezTo>
                  <a:pt x="5413108" y="955317"/>
                  <a:pt x="5403434" y="955317"/>
                  <a:pt x="5391900" y="952813"/>
                </a:cubicBezTo>
                <a:cubicBezTo>
                  <a:pt x="5391900" y="941723"/>
                  <a:pt x="5396365" y="937072"/>
                  <a:pt x="5401202" y="930275"/>
                </a:cubicBezTo>
                <a:close/>
                <a:moveTo>
                  <a:pt x="4981350" y="927662"/>
                </a:moveTo>
                <a:cubicBezTo>
                  <a:pt x="4988238" y="925115"/>
                  <a:pt x="4990775" y="943669"/>
                  <a:pt x="4995125" y="932028"/>
                </a:cubicBezTo>
                <a:cubicBezTo>
                  <a:pt x="5002013" y="934574"/>
                  <a:pt x="4997663" y="941486"/>
                  <a:pt x="5004188" y="941486"/>
                </a:cubicBezTo>
                <a:cubicBezTo>
                  <a:pt x="4995125" y="955311"/>
                  <a:pt x="4983888" y="920750"/>
                  <a:pt x="4981350" y="945852"/>
                </a:cubicBezTo>
                <a:cubicBezTo>
                  <a:pt x="4958513" y="943669"/>
                  <a:pt x="4972288" y="932028"/>
                  <a:pt x="4981350" y="927662"/>
                </a:cubicBezTo>
                <a:close/>
                <a:moveTo>
                  <a:pt x="4564606" y="922866"/>
                </a:moveTo>
                <a:cubicBezTo>
                  <a:pt x="4573369" y="920750"/>
                  <a:pt x="4586688" y="927453"/>
                  <a:pt x="4586688" y="936272"/>
                </a:cubicBezTo>
                <a:cubicBezTo>
                  <a:pt x="4571266" y="934155"/>
                  <a:pt x="4560050" y="929569"/>
                  <a:pt x="4564606" y="922866"/>
                </a:cubicBezTo>
                <a:close/>
                <a:moveTo>
                  <a:pt x="4951850" y="915987"/>
                </a:moveTo>
                <a:cubicBezTo>
                  <a:pt x="4956563" y="947919"/>
                  <a:pt x="4944963" y="984156"/>
                  <a:pt x="4931187" y="1029363"/>
                </a:cubicBezTo>
                <a:cubicBezTo>
                  <a:pt x="4917413" y="1065600"/>
                  <a:pt x="4906175" y="1113318"/>
                  <a:pt x="4878625" y="1147403"/>
                </a:cubicBezTo>
                <a:cubicBezTo>
                  <a:pt x="4864850" y="1138075"/>
                  <a:pt x="4892400" y="1106502"/>
                  <a:pt x="4892400" y="1079234"/>
                </a:cubicBezTo>
                <a:cubicBezTo>
                  <a:pt x="4894575" y="1058783"/>
                  <a:pt x="4889863" y="1063447"/>
                  <a:pt x="4899287" y="1047661"/>
                </a:cubicBezTo>
                <a:cubicBezTo>
                  <a:pt x="4899287" y="1042997"/>
                  <a:pt x="4892400" y="1020393"/>
                  <a:pt x="4885513" y="1040844"/>
                </a:cubicBezTo>
                <a:cubicBezTo>
                  <a:pt x="4880800" y="1018240"/>
                  <a:pt x="4913063" y="993125"/>
                  <a:pt x="4899287" y="972675"/>
                </a:cubicBezTo>
                <a:cubicBezTo>
                  <a:pt x="4913063" y="979492"/>
                  <a:pt x="4913063" y="974827"/>
                  <a:pt x="4924300" y="981644"/>
                </a:cubicBezTo>
                <a:cubicBezTo>
                  <a:pt x="4924300" y="981644"/>
                  <a:pt x="4924300" y="981644"/>
                  <a:pt x="4926837" y="968011"/>
                </a:cubicBezTo>
                <a:cubicBezTo>
                  <a:pt x="4929013" y="963705"/>
                  <a:pt x="4919950" y="963705"/>
                  <a:pt x="4913063" y="961552"/>
                </a:cubicBezTo>
                <a:cubicBezTo>
                  <a:pt x="4944963" y="959041"/>
                  <a:pt x="4938075" y="927468"/>
                  <a:pt x="4951850" y="915987"/>
                </a:cubicBezTo>
                <a:close/>
                <a:moveTo>
                  <a:pt x="5031086" y="911783"/>
                </a:moveTo>
                <a:cubicBezTo>
                  <a:pt x="5056574" y="914287"/>
                  <a:pt x="5028902" y="930028"/>
                  <a:pt x="5026717" y="934679"/>
                </a:cubicBezTo>
                <a:cubicBezTo>
                  <a:pt x="5017250" y="932175"/>
                  <a:pt x="5024168" y="909637"/>
                  <a:pt x="5031086" y="911783"/>
                </a:cubicBezTo>
                <a:close/>
                <a:moveTo>
                  <a:pt x="4615083" y="911225"/>
                </a:moveTo>
                <a:cubicBezTo>
                  <a:pt x="4632722" y="918185"/>
                  <a:pt x="4610497" y="922948"/>
                  <a:pt x="4621786" y="927710"/>
                </a:cubicBezTo>
                <a:cubicBezTo>
                  <a:pt x="4619317" y="929908"/>
                  <a:pt x="4617200" y="927710"/>
                  <a:pt x="4617200" y="927710"/>
                </a:cubicBezTo>
                <a:cubicBezTo>
                  <a:pt x="4608381" y="925146"/>
                  <a:pt x="4606264" y="927710"/>
                  <a:pt x="4594975" y="925146"/>
                </a:cubicBezTo>
                <a:cubicBezTo>
                  <a:pt x="4599561" y="918185"/>
                  <a:pt x="4612614" y="920750"/>
                  <a:pt x="4615083" y="911225"/>
                </a:cubicBezTo>
                <a:close/>
                <a:moveTo>
                  <a:pt x="5420853" y="902681"/>
                </a:moveTo>
                <a:lnTo>
                  <a:pt x="5420123" y="903142"/>
                </a:lnTo>
                <a:lnTo>
                  <a:pt x="5420767" y="903528"/>
                </a:lnTo>
                <a:close/>
                <a:moveTo>
                  <a:pt x="5445693" y="891520"/>
                </a:moveTo>
                <a:lnTo>
                  <a:pt x="5453609" y="901168"/>
                </a:lnTo>
                <a:lnTo>
                  <a:pt x="5454884" y="900000"/>
                </a:lnTo>
                <a:cubicBezTo>
                  <a:pt x="5459245" y="902147"/>
                  <a:pt x="5466150" y="906798"/>
                  <a:pt x="5463969" y="913595"/>
                </a:cubicBezTo>
                <a:lnTo>
                  <a:pt x="5456977" y="914300"/>
                </a:lnTo>
                <a:lnTo>
                  <a:pt x="5457213" y="916362"/>
                </a:lnTo>
                <a:cubicBezTo>
                  <a:pt x="5459373" y="914201"/>
                  <a:pt x="5461893" y="916362"/>
                  <a:pt x="5466213" y="914201"/>
                </a:cubicBezTo>
                <a:cubicBezTo>
                  <a:pt x="5473053" y="907361"/>
                  <a:pt x="5457213" y="895840"/>
                  <a:pt x="5470893" y="895840"/>
                </a:cubicBezTo>
                <a:cubicBezTo>
                  <a:pt x="5477733" y="911681"/>
                  <a:pt x="5464053" y="927882"/>
                  <a:pt x="5473053" y="943724"/>
                </a:cubicBezTo>
                <a:cubicBezTo>
                  <a:pt x="5477733" y="945884"/>
                  <a:pt x="5484573" y="934723"/>
                  <a:pt x="5489253" y="939043"/>
                </a:cubicBezTo>
                <a:cubicBezTo>
                  <a:pt x="5479893" y="945884"/>
                  <a:pt x="5491413" y="950564"/>
                  <a:pt x="5477733" y="957404"/>
                </a:cubicBezTo>
                <a:cubicBezTo>
                  <a:pt x="5473053" y="955244"/>
                  <a:pt x="5470893" y="950564"/>
                  <a:pt x="5466213" y="952724"/>
                </a:cubicBezTo>
                <a:cubicBezTo>
                  <a:pt x="5466213" y="962085"/>
                  <a:pt x="5473053" y="984766"/>
                  <a:pt x="5484573" y="977926"/>
                </a:cubicBezTo>
                <a:cubicBezTo>
                  <a:pt x="5473053" y="984766"/>
                  <a:pt x="5479893" y="989087"/>
                  <a:pt x="5468373" y="995927"/>
                </a:cubicBezTo>
                <a:cubicBezTo>
                  <a:pt x="5457213" y="989087"/>
                  <a:pt x="5479893" y="980086"/>
                  <a:pt x="5466213" y="973246"/>
                </a:cubicBezTo>
                <a:cubicBezTo>
                  <a:pt x="5455053" y="986926"/>
                  <a:pt x="5459373" y="991607"/>
                  <a:pt x="5438853" y="1002768"/>
                </a:cubicBezTo>
                <a:cubicBezTo>
                  <a:pt x="5441373" y="1007448"/>
                  <a:pt x="5443533" y="1009608"/>
                  <a:pt x="5443533" y="1012128"/>
                </a:cubicBezTo>
                <a:cubicBezTo>
                  <a:pt x="5452533" y="1012128"/>
                  <a:pt x="5448213" y="1009608"/>
                  <a:pt x="5455053" y="1002768"/>
                </a:cubicBezTo>
                <a:cubicBezTo>
                  <a:pt x="5459373" y="1007448"/>
                  <a:pt x="5464053" y="1007448"/>
                  <a:pt x="5468373" y="1005288"/>
                </a:cubicBezTo>
                <a:cubicBezTo>
                  <a:pt x="5479893" y="1012128"/>
                  <a:pt x="5470893" y="1021129"/>
                  <a:pt x="5477733" y="1027969"/>
                </a:cubicBezTo>
                <a:cubicBezTo>
                  <a:pt x="5493573" y="1023289"/>
                  <a:pt x="5479893" y="1005288"/>
                  <a:pt x="5493573" y="1016448"/>
                </a:cubicBezTo>
                <a:cubicBezTo>
                  <a:pt x="5491413" y="1027969"/>
                  <a:pt x="5489253" y="1052811"/>
                  <a:pt x="5479893" y="1057491"/>
                </a:cubicBezTo>
                <a:cubicBezTo>
                  <a:pt x="5484573" y="1052811"/>
                  <a:pt x="5477733" y="1045971"/>
                  <a:pt x="5470893" y="1041650"/>
                </a:cubicBezTo>
                <a:cubicBezTo>
                  <a:pt x="5455053" y="1059651"/>
                  <a:pt x="5470893" y="1084853"/>
                  <a:pt x="5457213" y="1093854"/>
                </a:cubicBezTo>
                <a:cubicBezTo>
                  <a:pt x="5461893" y="1098534"/>
                  <a:pt x="5466213" y="1096014"/>
                  <a:pt x="5470893" y="1091694"/>
                </a:cubicBezTo>
                <a:cubicBezTo>
                  <a:pt x="5482413" y="1098534"/>
                  <a:pt x="5479893" y="1105375"/>
                  <a:pt x="5479893" y="1114375"/>
                </a:cubicBezTo>
                <a:cubicBezTo>
                  <a:pt x="5455053" y="1130216"/>
                  <a:pt x="5464053" y="1155418"/>
                  <a:pt x="5468373" y="1182420"/>
                </a:cubicBezTo>
                <a:cubicBezTo>
                  <a:pt x="5464053" y="1178100"/>
                  <a:pt x="5468373" y="1164419"/>
                  <a:pt x="5457213" y="1168739"/>
                </a:cubicBezTo>
                <a:cubicBezTo>
                  <a:pt x="5443533" y="1178100"/>
                  <a:pt x="5464053" y="1189620"/>
                  <a:pt x="5459373" y="1198621"/>
                </a:cubicBezTo>
                <a:cubicBezTo>
                  <a:pt x="5452533" y="1198621"/>
                  <a:pt x="5448213" y="1189620"/>
                  <a:pt x="5441373" y="1198621"/>
                </a:cubicBezTo>
                <a:cubicBezTo>
                  <a:pt x="5441373" y="1198621"/>
                  <a:pt x="5441373" y="1198621"/>
                  <a:pt x="5452533" y="1207622"/>
                </a:cubicBezTo>
                <a:cubicBezTo>
                  <a:pt x="5432013" y="1221303"/>
                  <a:pt x="5466213" y="1237144"/>
                  <a:pt x="5461893" y="1252985"/>
                </a:cubicBezTo>
                <a:cubicBezTo>
                  <a:pt x="5451633" y="1258745"/>
                  <a:pt x="5448213" y="1268466"/>
                  <a:pt x="5449608" y="1276746"/>
                </a:cubicBezTo>
                <a:lnTo>
                  <a:pt x="5452007" y="1281441"/>
                </a:lnTo>
                <a:lnTo>
                  <a:pt x="5463307" y="1282181"/>
                </a:lnTo>
                <a:lnTo>
                  <a:pt x="5463108" y="1281517"/>
                </a:lnTo>
                <a:cubicBezTo>
                  <a:pt x="5461713" y="1278097"/>
                  <a:pt x="5461713" y="1275846"/>
                  <a:pt x="5468373" y="1278186"/>
                </a:cubicBezTo>
                <a:cubicBezTo>
                  <a:pt x="5461893" y="1287187"/>
                  <a:pt x="5479893" y="1273506"/>
                  <a:pt x="5482413" y="1280347"/>
                </a:cubicBezTo>
                <a:lnTo>
                  <a:pt x="5475630" y="1287844"/>
                </a:lnTo>
                <a:lnTo>
                  <a:pt x="5477261" y="1290544"/>
                </a:lnTo>
                <a:lnTo>
                  <a:pt x="5473110" y="1290630"/>
                </a:lnTo>
                <a:lnTo>
                  <a:pt x="5461893" y="1303028"/>
                </a:lnTo>
                <a:cubicBezTo>
                  <a:pt x="5455053" y="1297448"/>
                  <a:pt x="5452173" y="1295198"/>
                  <a:pt x="5450418" y="1292633"/>
                </a:cubicBezTo>
                <a:lnTo>
                  <a:pt x="5449119" y="1289254"/>
                </a:lnTo>
                <a:lnTo>
                  <a:pt x="5446156" y="1288338"/>
                </a:lnTo>
                <a:lnTo>
                  <a:pt x="5444293" y="1284292"/>
                </a:lnTo>
                <a:lnTo>
                  <a:pt x="5434353" y="1312299"/>
                </a:lnTo>
                <a:cubicBezTo>
                  <a:pt x="5433813" y="1322560"/>
                  <a:pt x="5436693" y="1331650"/>
                  <a:pt x="5443533" y="1337231"/>
                </a:cubicBezTo>
                <a:cubicBezTo>
                  <a:pt x="5436693" y="1332550"/>
                  <a:pt x="5427693" y="1348751"/>
                  <a:pt x="5425533" y="1350911"/>
                </a:cubicBezTo>
                <a:cubicBezTo>
                  <a:pt x="5445693" y="1355592"/>
                  <a:pt x="5418693" y="1371433"/>
                  <a:pt x="5423013" y="1380433"/>
                </a:cubicBezTo>
                <a:cubicBezTo>
                  <a:pt x="5427693" y="1382954"/>
                  <a:pt x="5443533" y="1394114"/>
                  <a:pt x="5438853" y="1398795"/>
                </a:cubicBezTo>
                <a:cubicBezTo>
                  <a:pt x="5429853" y="1396275"/>
                  <a:pt x="5423013" y="1394114"/>
                  <a:pt x="5414013" y="1398795"/>
                </a:cubicBezTo>
                <a:cubicBezTo>
                  <a:pt x="5427693" y="1414636"/>
                  <a:pt x="5395652" y="1414636"/>
                  <a:pt x="5411853" y="1430477"/>
                </a:cubicBezTo>
                <a:cubicBezTo>
                  <a:pt x="5414013" y="1421476"/>
                  <a:pt x="5418693" y="1428317"/>
                  <a:pt x="5425533" y="1430477"/>
                </a:cubicBezTo>
                <a:cubicBezTo>
                  <a:pt x="5420853" y="1441998"/>
                  <a:pt x="5420853" y="1464679"/>
                  <a:pt x="5407173" y="1448838"/>
                </a:cubicBezTo>
                <a:cubicBezTo>
                  <a:pt x="5414013" y="1464679"/>
                  <a:pt x="5418693" y="1489881"/>
                  <a:pt x="5402493" y="1507882"/>
                </a:cubicBezTo>
                <a:cubicBezTo>
                  <a:pt x="5402493" y="1507882"/>
                  <a:pt x="5402493" y="1507882"/>
                  <a:pt x="5411853" y="1516883"/>
                </a:cubicBezTo>
                <a:cubicBezTo>
                  <a:pt x="5400332" y="1528404"/>
                  <a:pt x="5400332" y="1507882"/>
                  <a:pt x="5393492" y="1512563"/>
                </a:cubicBezTo>
                <a:cubicBezTo>
                  <a:pt x="5391332" y="1530564"/>
                  <a:pt x="5402493" y="1542085"/>
                  <a:pt x="5393492" y="1562606"/>
                </a:cubicBezTo>
                <a:cubicBezTo>
                  <a:pt x="5405013" y="1557926"/>
                  <a:pt x="5393492" y="1551085"/>
                  <a:pt x="5405013" y="1546765"/>
                </a:cubicBezTo>
                <a:cubicBezTo>
                  <a:pt x="5398172" y="1557926"/>
                  <a:pt x="5407173" y="1583127"/>
                  <a:pt x="5391332" y="1585288"/>
                </a:cubicBezTo>
                <a:cubicBezTo>
                  <a:pt x="5395652" y="1583127"/>
                  <a:pt x="5395652" y="1566926"/>
                  <a:pt x="5391332" y="1571607"/>
                </a:cubicBezTo>
                <a:cubicBezTo>
                  <a:pt x="5386652" y="1580607"/>
                  <a:pt x="5377652" y="1589968"/>
                  <a:pt x="5386652" y="1603289"/>
                </a:cubicBezTo>
                <a:cubicBezTo>
                  <a:pt x="5391332" y="1596448"/>
                  <a:pt x="5391332" y="1587448"/>
                  <a:pt x="5400332" y="1596448"/>
                </a:cubicBezTo>
                <a:cubicBezTo>
                  <a:pt x="5393492" y="1603289"/>
                  <a:pt x="5398172" y="1614810"/>
                  <a:pt x="5384492" y="1607969"/>
                </a:cubicBezTo>
                <a:cubicBezTo>
                  <a:pt x="5402493" y="1614810"/>
                  <a:pt x="5388812" y="1619490"/>
                  <a:pt x="5391332" y="1630651"/>
                </a:cubicBezTo>
                <a:cubicBezTo>
                  <a:pt x="5395832" y="1628491"/>
                  <a:pt x="5398622" y="1625700"/>
                  <a:pt x="5401727" y="1622865"/>
                </a:cubicBezTo>
                <a:lnTo>
                  <a:pt x="5408220" y="1618608"/>
                </a:lnTo>
                <a:lnTo>
                  <a:pt x="5410031" y="1612904"/>
                </a:lnTo>
                <a:lnTo>
                  <a:pt x="5412279" y="1610086"/>
                </a:lnTo>
                <a:lnTo>
                  <a:pt x="5411403" y="1607699"/>
                </a:lnTo>
                <a:cubicBezTo>
                  <a:pt x="5411673" y="1605179"/>
                  <a:pt x="5411673" y="1602389"/>
                  <a:pt x="5407173" y="1598968"/>
                </a:cubicBezTo>
                <a:cubicBezTo>
                  <a:pt x="5448213" y="1589968"/>
                  <a:pt x="5411853" y="1546765"/>
                  <a:pt x="5448213" y="1528404"/>
                </a:cubicBezTo>
                <a:cubicBezTo>
                  <a:pt x="5438853" y="1512563"/>
                  <a:pt x="5466213" y="1501042"/>
                  <a:pt x="5452533" y="1485201"/>
                </a:cubicBezTo>
                <a:cubicBezTo>
                  <a:pt x="5464053" y="1462519"/>
                  <a:pt x="5475213" y="1437317"/>
                  <a:pt x="5475213" y="1412476"/>
                </a:cubicBezTo>
                <a:cubicBezTo>
                  <a:pt x="5482413" y="1414636"/>
                  <a:pt x="5489253" y="1407795"/>
                  <a:pt x="5495733" y="1412476"/>
                </a:cubicBezTo>
                <a:cubicBezTo>
                  <a:pt x="5495733" y="1405635"/>
                  <a:pt x="5505093" y="1400955"/>
                  <a:pt x="5498253" y="1394114"/>
                </a:cubicBezTo>
                <a:cubicBezTo>
                  <a:pt x="5509413" y="1385114"/>
                  <a:pt x="5518773" y="1387274"/>
                  <a:pt x="5527773" y="1385114"/>
                </a:cubicBezTo>
                <a:cubicBezTo>
                  <a:pt x="5520933" y="1378273"/>
                  <a:pt x="5516253" y="1371433"/>
                  <a:pt x="5509413" y="1369273"/>
                </a:cubicBezTo>
                <a:cubicBezTo>
                  <a:pt x="5511933" y="1355592"/>
                  <a:pt x="5525613" y="1350911"/>
                  <a:pt x="5529933" y="1348751"/>
                </a:cubicBezTo>
                <a:cubicBezTo>
                  <a:pt x="5520933" y="1341911"/>
                  <a:pt x="5516253" y="1341911"/>
                  <a:pt x="5520933" y="1332550"/>
                </a:cubicBezTo>
                <a:cubicBezTo>
                  <a:pt x="5534613" y="1335070"/>
                  <a:pt x="5529933" y="1350911"/>
                  <a:pt x="5543613" y="1346231"/>
                </a:cubicBezTo>
                <a:cubicBezTo>
                  <a:pt x="5541453" y="1337231"/>
                  <a:pt x="5534613" y="1321389"/>
                  <a:pt x="5552613" y="1323550"/>
                </a:cubicBezTo>
                <a:cubicBezTo>
                  <a:pt x="5548293" y="1316709"/>
                  <a:pt x="5550453" y="1312389"/>
                  <a:pt x="5548293" y="1305548"/>
                </a:cubicBezTo>
                <a:cubicBezTo>
                  <a:pt x="5538933" y="1307708"/>
                  <a:pt x="5532093" y="1307708"/>
                  <a:pt x="5525613" y="1296188"/>
                </a:cubicBezTo>
                <a:cubicBezTo>
                  <a:pt x="5534613" y="1289707"/>
                  <a:pt x="5529933" y="1303028"/>
                  <a:pt x="5543613" y="1296188"/>
                </a:cubicBezTo>
                <a:cubicBezTo>
                  <a:pt x="5534613" y="1280347"/>
                  <a:pt x="5552613" y="1273506"/>
                  <a:pt x="5552613" y="1255505"/>
                </a:cubicBezTo>
                <a:cubicBezTo>
                  <a:pt x="5564133" y="1266666"/>
                  <a:pt x="5561973" y="1271346"/>
                  <a:pt x="5575653" y="1269186"/>
                </a:cubicBezTo>
                <a:cubicBezTo>
                  <a:pt x="5568813" y="1273506"/>
                  <a:pt x="5582493" y="1278186"/>
                  <a:pt x="5584653" y="1282867"/>
                </a:cubicBezTo>
                <a:cubicBezTo>
                  <a:pt x="5577813" y="1291867"/>
                  <a:pt x="5579973" y="1300868"/>
                  <a:pt x="5577813" y="1309869"/>
                </a:cubicBezTo>
                <a:cubicBezTo>
                  <a:pt x="5568813" y="1305548"/>
                  <a:pt x="5577813" y="1291867"/>
                  <a:pt x="5566293" y="1296188"/>
                </a:cubicBezTo>
                <a:cubicBezTo>
                  <a:pt x="5577813" y="1307708"/>
                  <a:pt x="5548293" y="1319229"/>
                  <a:pt x="5570973" y="1323550"/>
                </a:cubicBezTo>
                <a:cubicBezTo>
                  <a:pt x="5552613" y="1339391"/>
                  <a:pt x="5548293" y="1350911"/>
                  <a:pt x="5538933" y="1369273"/>
                </a:cubicBezTo>
                <a:lnTo>
                  <a:pt x="5542511" y="1372068"/>
                </a:lnTo>
                <a:lnTo>
                  <a:pt x="5548694" y="1361765"/>
                </a:lnTo>
                <a:cubicBezTo>
                  <a:pt x="5553811" y="1359517"/>
                  <a:pt x="5561262" y="1358370"/>
                  <a:pt x="5569341" y="1357312"/>
                </a:cubicBezTo>
                <a:lnTo>
                  <a:pt x="5542884" y="1372360"/>
                </a:lnTo>
                <a:lnTo>
                  <a:pt x="5550453" y="1378273"/>
                </a:lnTo>
                <a:cubicBezTo>
                  <a:pt x="5548293" y="1380433"/>
                  <a:pt x="5543613" y="1385114"/>
                  <a:pt x="5550453" y="1387274"/>
                </a:cubicBezTo>
                <a:cubicBezTo>
                  <a:pt x="5541453" y="1400955"/>
                  <a:pt x="5538933" y="1380433"/>
                  <a:pt x="5532093" y="1387274"/>
                </a:cubicBezTo>
                <a:cubicBezTo>
                  <a:pt x="5525613" y="1396275"/>
                  <a:pt x="5532093" y="1405635"/>
                  <a:pt x="5543613" y="1405635"/>
                </a:cubicBezTo>
                <a:cubicBezTo>
                  <a:pt x="5536773" y="1412476"/>
                  <a:pt x="5532093" y="1405635"/>
                  <a:pt x="5525613" y="1412476"/>
                </a:cubicBezTo>
                <a:cubicBezTo>
                  <a:pt x="5520933" y="1428317"/>
                  <a:pt x="5536773" y="1435157"/>
                  <a:pt x="5511933" y="1448838"/>
                </a:cubicBezTo>
                <a:cubicBezTo>
                  <a:pt x="5516253" y="1455679"/>
                  <a:pt x="5523093" y="1448838"/>
                  <a:pt x="5525613" y="1455679"/>
                </a:cubicBezTo>
                <a:cubicBezTo>
                  <a:pt x="5518773" y="1469360"/>
                  <a:pt x="5516253" y="1471520"/>
                  <a:pt x="5529933" y="1466839"/>
                </a:cubicBezTo>
                <a:cubicBezTo>
                  <a:pt x="5529933" y="1473680"/>
                  <a:pt x="5518773" y="1480520"/>
                  <a:pt x="5516253" y="1487361"/>
                </a:cubicBezTo>
                <a:cubicBezTo>
                  <a:pt x="5527773" y="1514723"/>
                  <a:pt x="5495733" y="1535244"/>
                  <a:pt x="5491413" y="1553605"/>
                </a:cubicBezTo>
                <a:cubicBezTo>
                  <a:pt x="5498253" y="1564766"/>
                  <a:pt x="5505093" y="1580607"/>
                  <a:pt x="5518773" y="1573767"/>
                </a:cubicBezTo>
                <a:cubicBezTo>
                  <a:pt x="5514093" y="1566926"/>
                  <a:pt x="5507253" y="1569446"/>
                  <a:pt x="5509413" y="1560086"/>
                </a:cubicBezTo>
                <a:cubicBezTo>
                  <a:pt x="5516253" y="1551085"/>
                  <a:pt x="5518773" y="1566926"/>
                  <a:pt x="5525613" y="1557926"/>
                </a:cubicBezTo>
                <a:cubicBezTo>
                  <a:pt x="5538933" y="1521563"/>
                  <a:pt x="5548293" y="1485201"/>
                  <a:pt x="5570973" y="1448838"/>
                </a:cubicBezTo>
                <a:cubicBezTo>
                  <a:pt x="5582493" y="1457839"/>
                  <a:pt x="5568813" y="1464679"/>
                  <a:pt x="5573133" y="1471520"/>
                </a:cubicBezTo>
                <a:cubicBezTo>
                  <a:pt x="5584653" y="1476200"/>
                  <a:pt x="5584653" y="1462519"/>
                  <a:pt x="5593653" y="1471520"/>
                </a:cubicBezTo>
                <a:cubicBezTo>
                  <a:pt x="5589333" y="1476200"/>
                  <a:pt x="5584653" y="1476200"/>
                  <a:pt x="5579973" y="1476200"/>
                </a:cubicBezTo>
                <a:cubicBezTo>
                  <a:pt x="5586813" y="1492041"/>
                  <a:pt x="5593653" y="1494201"/>
                  <a:pt x="5591493" y="1507882"/>
                </a:cubicBezTo>
                <a:cubicBezTo>
                  <a:pt x="5589333" y="1492041"/>
                  <a:pt x="5579973" y="1503202"/>
                  <a:pt x="5570973" y="1494201"/>
                </a:cubicBezTo>
                <a:cubicBezTo>
                  <a:pt x="5575653" y="1492041"/>
                  <a:pt x="5584653" y="1487361"/>
                  <a:pt x="5582493" y="1483041"/>
                </a:cubicBezTo>
                <a:cubicBezTo>
                  <a:pt x="5575653" y="1483041"/>
                  <a:pt x="5568813" y="1473680"/>
                  <a:pt x="5559453" y="1480520"/>
                </a:cubicBezTo>
                <a:cubicBezTo>
                  <a:pt x="5582493" y="1483041"/>
                  <a:pt x="5557293" y="1492041"/>
                  <a:pt x="5566293" y="1505722"/>
                </a:cubicBezTo>
                <a:cubicBezTo>
                  <a:pt x="5575653" y="1498882"/>
                  <a:pt x="5579973" y="1516883"/>
                  <a:pt x="5582493" y="1521563"/>
                </a:cubicBezTo>
                <a:cubicBezTo>
                  <a:pt x="5568813" y="1542085"/>
                  <a:pt x="5573133" y="1601129"/>
                  <a:pt x="5550453" y="1612649"/>
                </a:cubicBezTo>
                <a:cubicBezTo>
                  <a:pt x="5555133" y="1616970"/>
                  <a:pt x="5564133" y="1607969"/>
                  <a:pt x="5568813" y="1619490"/>
                </a:cubicBezTo>
                <a:cubicBezTo>
                  <a:pt x="5543613" y="1628491"/>
                  <a:pt x="5545773" y="1633171"/>
                  <a:pt x="5536773" y="1649012"/>
                </a:cubicBezTo>
                <a:cubicBezTo>
                  <a:pt x="5536773" y="1635331"/>
                  <a:pt x="5523093" y="1635331"/>
                  <a:pt x="5532093" y="1626330"/>
                </a:cubicBezTo>
                <a:cubicBezTo>
                  <a:pt x="5534613" y="1630651"/>
                  <a:pt x="5536773" y="1633171"/>
                  <a:pt x="5543613" y="1628491"/>
                </a:cubicBezTo>
                <a:cubicBezTo>
                  <a:pt x="5538933" y="1623810"/>
                  <a:pt x="5538933" y="1610129"/>
                  <a:pt x="5529933" y="1607969"/>
                </a:cubicBezTo>
                <a:cubicBezTo>
                  <a:pt x="5534613" y="1619490"/>
                  <a:pt x="5507253" y="1646852"/>
                  <a:pt x="5538933" y="1658013"/>
                </a:cubicBezTo>
                <a:cubicBezTo>
                  <a:pt x="5532093" y="1667013"/>
                  <a:pt x="5534613" y="1676374"/>
                  <a:pt x="5527773" y="1685374"/>
                </a:cubicBezTo>
                <a:cubicBezTo>
                  <a:pt x="5516253" y="1676374"/>
                  <a:pt x="5525613" y="1660173"/>
                  <a:pt x="5511933" y="1664853"/>
                </a:cubicBezTo>
                <a:cubicBezTo>
                  <a:pt x="5500413" y="1671693"/>
                  <a:pt x="5520933" y="1687535"/>
                  <a:pt x="5509413" y="1694375"/>
                </a:cubicBezTo>
                <a:cubicBezTo>
                  <a:pt x="5536773" y="1694375"/>
                  <a:pt x="5507253" y="1728577"/>
                  <a:pt x="5520933" y="1735418"/>
                </a:cubicBezTo>
                <a:cubicBezTo>
                  <a:pt x="5511933" y="1735418"/>
                  <a:pt x="5516253" y="1730738"/>
                  <a:pt x="5509413" y="1728577"/>
                </a:cubicBezTo>
                <a:cubicBezTo>
                  <a:pt x="5502573" y="1735418"/>
                  <a:pt x="5495733" y="1746939"/>
                  <a:pt x="5507253" y="1749099"/>
                </a:cubicBezTo>
                <a:cubicBezTo>
                  <a:pt x="5491413" y="1755939"/>
                  <a:pt x="5505093" y="1762780"/>
                  <a:pt x="5489253" y="1762780"/>
                </a:cubicBezTo>
                <a:cubicBezTo>
                  <a:pt x="5486733" y="1773941"/>
                  <a:pt x="5489253" y="1785461"/>
                  <a:pt x="5500413" y="1787621"/>
                </a:cubicBezTo>
                <a:cubicBezTo>
                  <a:pt x="5500413" y="1801302"/>
                  <a:pt x="5484573" y="1783301"/>
                  <a:pt x="5484573" y="1794462"/>
                </a:cubicBezTo>
                <a:cubicBezTo>
                  <a:pt x="5493573" y="1796982"/>
                  <a:pt x="5500413" y="1803823"/>
                  <a:pt x="5486733" y="1817503"/>
                </a:cubicBezTo>
                <a:cubicBezTo>
                  <a:pt x="5482413" y="1819664"/>
                  <a:pt x="5479893" y="1810663"/>
                  <a:pt x="5475213" y="1810663"/>
                </a:cubicBezTo>
                <a:cubicBezTo>
                  <a:pt x="5470893" y="1821824"/>
                  <a:pt x="5479893" y="1817503"/>
                  <a:pt x="5484573" y="1821824"/>
                </a:cubicBezTo>
                <a:cubicBezTo>
                  <a:pt x="5477733" y="1823984"/>
                  <a:pt x="5479893" y="1828664"/>
                  <a:pt x="5473053" y="1830824"/>
                </a:cubicBezTo>
                <a:cubicBezTo>
                  <a:pt x="5459373" y="1830824"/>
                  <a:pt x="5479893" y="1814983"/>
                  <a:pt x="5464053" y="1814983"/>
                </a:cubicBezTo>
                <a:cubicBezTo>
                  <a:pt x="5452533" y="1826504"/>
                  <a:pt x="5457213" y="1844505"/>
                  <a:pt x="5475213" y="1847026"/>
                </a:cubicBezTo>
                <a:cubicBezTo>
                  <a:pt x="5457213" y="1849186"/>
                  <a:pt x="5438853" y="1860346"/>
                  <a:pt x="5459373" y="1867187"/>
                </a:cubicBezTo>
                <a:cubicBezTo>
                  <a:pt x="5455053" y="1876548"/>
                  <a:pt x="5452533" y="1869707"/>
                  <a:pt x="5443533" y="1869707"/>
                </a:cubicBezTo>
                <a:cubicBezTo>
                  <a:pt x="5438853" y="1903909"/>
                  <a:pt x="5420853" y="1912910"/>
                  <a:pt x="5418693" y="1947112"/>
                </a:cubicBezTo>
                <a:cubicBezTo>
                  <a:pt x="5407173" y="1953953"/>
                  <a:pt x="5405013" y="1944592"/>
                  <a:pt x="5398172" y="1947112"/>
                </a:cubicBezTo>
                <a:cubicBezTo>
                  <a:pt x="5395652" y="1965114"/>
                  <a:pt x="5407173" y="1981315"/>
                  <a:pt x="5386652" y="1981315"/>
                </a:cubicBezTo>
                <a:cubicBezTo>
                  <a:pt x="5391332" y="1994636"/>
                  <a:pt x="5377652" y="1999316"/>
                  <a:pt x="5384492" y="2006156"/>
                </a:cubicBezTo>
                <a:cubicBezTo>
                  <a:pt x="5381972" y="2003996"/>
                  <a:pt x="5377652" y="2006156"/>
                  <a:pt x="5372972" y="2006156"/>
                </a:cubicBezTo>
                <a:cubicBezTo>
                  <a:pt x="5377652" y="2015157"/>
                  <a:pt x="5372972" y="2060880"/>
                  <a:pt x="5352452" y="2049359"/>
                </a:cubicBezTo>
                <a:lnTo>
                  <a:pt x="5354735" y="2071448"/>
                </a:lnTo>
                <a:lnTo>
                  <a:pt x="5355247" y="2071804"/>
                </a:lnTo>
                <a:lnTo>
                  <a:pt x="5354899" y="2073029"/>
                </a:lnTo>
                <a:lnTo>
                  <a:pt x="5355062" y="2074606"/>
                </a:lnTo>
                <a:cubicBezTo>
                  <a:pt x="5355332" y="2082842"/>
                  <a:pt x="5355872" y="2090222"/>
                  <a:pt x="5359292" y="2094723"/>
                </a:cubicBezTo>
                <a:cubicBezTo>
                  <a:pt x="5329772" y="2097243"/>
                  <a:pt x="5322932" y="2156287"/>
                  <a:pt x="5309251" y="2131085"/>
                </a:cubicBezTo>
                <a:cubicBezTo>
                  <a:pt x="5295571" y="2138286"/>
                  <a:pt x="5318611" y="2149446"/>
                  <a:pt x="5298091" y="2151606"/>
                </a:cubicBezTo>
                <a:cubicBezTo>
                  <a:pt x="5286571" y="2154127"/>
                  <a:pt x="5311771" y="2138286"/>
                  <a:pt x="5295571" y="2138286"/>
                </a:cubicBezTo>
                <a:cubicBezTo>
                  <a:pt x="5284411" y="2145126"/>
                  <a:pt x="5268211" y="2163127"/>
                  <a:pt x="5288731" y="2172128"/>
                </a:cubicBezTo>
                <a:cubicBezTo>
                  <a:pt x="5288731" y="2165287"/>
                  <a:pt x="5300251" y="2151606"/>
                  <a:pt x="5304571" y="2158447"/>
                </a:cubicBezTo>
                <a:cubicBezTo>
                  <a:pt x="5291251" y="2172128"/>
                  <a:pt x="5279731" y="2192649"/>
                  <a:pt x="5261731" y="2194809"/>
                </a:cubicBezTo>
                <a:cubicBezTo>
                  <a:pt x="5259211" y="2206330"/>
                  <a:pt x="5272891" y="2194809"/>
                  <a:pt x="5270731" y="2208490"/>
                </a:cubicBezTo>
                <a:cubicBezTo>
                  <a:pt x="5252371" y="2211011"/>
                  <a:pt x="5263891" y="2217851"/>
                  <a:pt x="5254891" y="2224691"/>
                </a:cubicBezTo>
                <a:lnTo>
                  <a:pt x="5267986" y="2224691"/>
                </a:lnTo>
                <a:lnTo>
                  <a:pt x="5266401" y="2223500"/>
                </a:lnTo>
                <a:cubicBezTo>
                  <a:pt x="5262492" y="2215795"/>
                  <a:pt x="5276452" y="2209456"/>
                  <a:pt x="5281553" y="2204330"/>
                </a:cubicBezTo>
                <a:lnTo>
                  <a:pt x="5289665" y="2208092"/>
                </a:lnTo>
                <a:lnTo>
                  <a:pt x="5294363" y="2206646"/>
                </a:lnTo>
                <a:lnTo>
                  <a:pt x="5306611" y="2199654"/>
                </a:lnTo>
                <a:cubicBezTo>
                  <a:pt x="5288355" y="2190662"/>
                  <a:pt x="5301957" y="2211164"/>
                  <a:pt x="5284059" y="2199654"/>
                </a:cubicBezTo>
                <a:cubicBezTo>
                  <a:pt x="5290860" y="2192821"/>
                  <a:pt x="5297662" y="2185987"/>
                  <a:pt x="5315560" y="2190662"/>
                </a:cubicBezTo>
                <a:cubicBezTo>
                  <a:pt x="5324867" y="2199654"/>
                  <a:pt x="5297662" y="2206488"/>
                  <a:pt x="5320213" y="2217998"/>
                </a:cubicBezTo>
                <a:cubicBezTo>
                  <a:pt x="5315739" y="2216739"/>
                  <a:pt x="5305537" y="2216739"/>
                  <a:pt x="5297303" y="2215885"/>
                </a:cubicBezTo>
                <a:lnTo>
                  <a:pt x="5293414" y="2215027"/>
                </a:lnTo>
                <a:lnTo>
                  <a:pt x="5286571" y="2226852"/>
                </a:lnTo>
                <a:lnTo>
                  <a:pt x="5277110" y="2228525"/>
                </a:lnTo>
                <a:lnTo>
                  <a:pt x="5277258" y="2231665"/>
                </a:lnTo>
                <a:lnTo>
                  <a:pt x="5273426" y="2228783"/>
                </a:lnTo>
                <a:lnTo>
                  <a:pt x="5264476" y="2227977"/>
                </a:lnTo>
                <a:cubicBezTo>
                  <a:pt x="5258221" y="2227392"/>
                  <a:pt x="5253631" y="2227932"/>
                  <a:pt x="5252371" y="2235852"/>
                </a:cubicBezTo>
                <a:cubicBezTo>
                  <a:pt x="5252371" y="2241613"/>
                  <a:pt x="5254711" y="2243953"/>
                  <a:pt x="5257321" y="2246248"/>
                </a:cubicBezTo>
                <a:lnTo>
                  <a:pt x="5259631" y="2249808"/>
                </a:lnTo>
                <a:lnTo>
                  <a:pt x="5261836" y="2246704"/>
                </a:lnTo>
                <a:cubicBezTo>
                  <a:pt x="5266102" y="2242139"/>
                  <a:pt x="5270890" y="2238103"/>
                  <a:pt x="5275387" y="2235200"/>
                </a:cubicBezTo>
                <a:cubicBezTo>
                  <a:pt x="5282222" y="2237740"/>
                  <a:pt x="5289057" y="2242094"/>
                  <a:pt x="5291575" y="2239917"/>
                </a:cubicBezTo>
                <a:cubicBezTo>
                  <a:pt x="5307403" y="2248988"/>
                  <a:pt x="5293734" y="2253705"/>
                  <a:pt x="5293734" y="2255883"/>
                </a:cubicBezTo>
                <a:cubicBezTo>
                  <a:pt x="5282222" y="2258060"/>
                  <a:pt x="5277905" y="2248988"/>
                  <a:pt x="5286899" y="2246811"/>
                </a:cubicBezTo>
                <a:cubicBezTo>
                  <a:pt x="5282222" y="2246811"/>
                  <a:pt x="5280064" y="2248988"/>
                  <a:pt x="5271071" y="2244634"/>
                </a:cubicBezTo>
                <a:cubicBezTo>
                  <a:pt x="5268553" y="2251165"/>
                  <a:pt x="5275387" y="2255883"/>
                  <a:pt x="5275387" y="2260600"/>
                </a:cubicBezTo>
                <a:cubicBezTo>
                  <a:pt x="5289057" y="2253705"/>
                  <a:pt x="5300568" y="2269671"/>
                  <a:pt x="5300568" y="2278743"/>
                </a:cubicBezTo>
                <a:lnTo>
                  <a:pt x="5290124" y="2273957"/>
                </a:lnTo>
                <a:lnTo>
                  <a:pt x="5284411" y="2279055"/>
                </a:lnTo>
                <a:cubicBezTo>
                  <a:pt x="5298091" y="2274735"/>
                  <a:pt x="5291251" y="2285896"/>
                  <a:pt x="5288731" y="2290576"/>
                </a:cubicBezTo>
                <a:cubicBezTo>
                  <a:pt x="5298091" y="2279055"/>
                  <a:pt x="5309251" y="2274735"/>
                  <a:pt x="5320772" y="2279055"/>
                </a:cubicBezTo>
                <a:cubicBezTo>
                  <a:pt x="5309251" y="2274735"/>
                  <a:pt x="5309251" y="2292736"/>
                  <a:pt x="5316091" y="2290576"/>
                </a:cubicBezTo>
                <a:cubicBezTo>
                  <a:pt x="5336612" y="2279055"/>
                  <a:pt x="5329772" y="2251693"/>
                  <a:pt x="5341292" y="2238372"/>
                </a:cubicBezTo>
                <a:cubicBezTo>
                  <a:pt x="5343452" y="2247373"/>
                  <a:pt x="5341292" y="2261054"/>
                  <a:pt x="5357132" y="2254213"/>
                </a:cubicBezTo>
                <a:cubicBezTo>
                  <a:pt x="5348132" y="2238372"/>
                  <a:pt x="5345612" y="2211011"/>
                  <a:pt x="5366132" y="2211011"/>
                </a:cubicBezTo>
                <a:cubicBezTo>
                  <a:pt x="5359292" y="2211011"/>
                  <a:pt x="5354972" y="2222171"/>
                  <a:pt x="5363972" y="2222171"/>
                </a:cubicBezTo>
                <a:cubicBezTo>
                  <a:pt x="5370812" y="2211011"/>
                  <a:pt x="5381972" y="2201650"/>
                  <a:pt x="5384492" y="2185809"/>
                </a:cubicBezTo>
                <a:cubicBezTo>
                  <a:pt x="5393492" y="2183649"/>
                  <a:pt x="5400332" y="2183649"/>
                  <a:pt x="5405013" y="2185809"/>
                </a:cubicBezTo>
                <a:cubicBezTo>
                  <a:pt x="5407173" y="2172128"/>
                  <a:pt x="5402493" y="2176808"/>
                  <a:pt x="5400332" y="2163127"/>
                </a:cubicBezTo>
                <a:cubicBezTo>
                  <a:pt x="5407173" y="2163127"/>
                  <a:pt x="5407173" y="2158447"/>
                  <a:pt x="5414013" y="2156287"/>
                </a:cubicBezTo>
                <a:cubicBezTo>
                  <a:pt x="5420853" y="2156287"/>
                  <a:pt x="5418693" y="2163127"/>
                  <a:pt x="5423013" y="2160967"/>
                </a:cubicBezTo>
                <a:cubicBezTo>
                  <a:pt x="5450373" y="2140446"/>
                  <a:pt x="5443533" y="2113084"/>
                  <a:pt x="5455053" y="2087882"/>
                </a:cubicBezTo>
                <a:cubicBezTo>
                  <a:pt x="5459373" y="2094723"/>
                  <a:pt x="5466213" y="2101563"/>
                  <a:pt x="5475213" y="2104083"/>
                </a:cubicBezTo>
                <a:cubicBezTo>
                  <a:pt x="5477733" y="2094723"/>
                  <a:pt x="5489253" y="2087882"/>
                  <a:pt x="5482413" y="2074561"/>
                </a:cubicBezTo>
                <a:cubicBezTo>
                  <a:pt x="5473053" y="2078881"/>
                  <a:pt x="5477733" y="2101563"/>
                  <a:pt x="5466213" y="2087882"/>
                </a:cubicBezTo>
                <a:cubicBezTo>
                  <a:pt x="5468373" y="2074561"/>
                  <a:pt x="5482413" y="2069881"/>
                  <a:pt x="5500413" y="2060880"/>
                </a:cubicBezTo>
                <a:cubicBezTo>
                  <a:pt x="5495733" y="2042519"/>
                  <a:pt x="5486733" y="2065201"/>
                  <a:pt x="5477733" y="2056200"/>
                </a:cubicBezTo>
                <a:cubicBezTo>
                  <a:pt x="5505093" y="2033518"/>
                  <a:pt x="5505093" y="1999316"/>
                  <a:pt x="5511933" y="1974474"/>
                </a:cubicBezTo>
                <a:cubicBezTo>
                  <a:pt x="5518773" y="1983475"/>
                  <a:pt x="5507253" y="1983475"/>
                  <a:pt x="5509413" y="1990315"/>
                </a:cubicBezTo>
                <a:cubicBezTo>
                  <a:pt x="5518053" y="1985185"/>
                  <a:pt x="5520213" y="1991598"/>
                  <a:pt x="5524550" y="1992239"/>
                </a:cubicBezTo>
                <a:lnTo>
                  <a:pt x="5526506" y="1991540"/>
                </a:lnTo>
                <a:lnTo>
                  <a:pt x="5530859" y="1965456"/>
                </a:lnTo>
                <a:lnTo>
                  <a:pt x="5530895" y="1964489"/>
                </a:lnTo>
                <a:lnTo>
                  <a:pt x="5531076" y="1964153"/>
                </a:lnTo>
                <a:lnTo>
                  <a:pt x="5537473" y="1925825"/>
                </a:lnTo>
                <a:lnTo>
                  <a:pt x="5532145" y="1928454"/>
                </a:lnTo>
                <a:cubicBezTo>
                  <a:pt x="5531079" y="1925053"/>
                  <a:pt x="5533389" y="1920579"/>
                  <a:pt x="5536233" y="1914672"/>
                </a:cubicBezTo>
                <a:lnTo>
                  <a:pt x="5542594" y="1895141"/>
                </a:lnTo>
                <a:lnTo>
                  <a:pt x="5544055" y="1886384"/>
                </a:lnTo>
                <a:lnTo>
                  <a:pt x="5539081" y="1887807"/>
                </a:lnTo>
                <a:cubicBezTo>
                  <a:pt x="5539081" y="1885650"/>
                  <a:pt x="5541593" y="1885650"/>
                  <a:pt x="5543746" y="1885650"/>
                </a:cubicBezTo>
                <a:cubicBezTo>
                  <a:pt x="5548410" y="1871992"/>
                  <a:pt x="5534775" y="1860490"/>
                  <a:pt x="5550563" y="1847191"/>
                </a:cubicBezTo>
                <a:lnTo>
                  <a:pt x="5550595" y="1847196"/>
                </a:lnTo>
                <a:lnTo>
                  <a:pt x="5557077" y="1808358"/>
                </a:lnTo>
                <a:cubicBezTo>
                  <a:pt x="5557077" y="1794679"/>
                  <a:pt x="5543399" y="1780999"/>
                  <a:pt x="5570755" y="1769840"/>
                </a:cubicBezTo>
                <a:cubicBezTo>
                  <a:pt x="5581013" y="1782259"/>
                  <a:pt x="5587852" y="1796479"/>
                  <a:pt x="5592127" y="1811823"/>
                </a:cubicBezTo>
                <a:lnTo>
                  <a:pt x="5593821" y="1825625"/>
                </a:lnTo>
                <a:lnTo>
                  <a:pt x="5602091" y="1825625"/>
                </a:lnTo>
                <a:lnTo>
                  <a:pt x="5603888" y="1825625"/>
                </a:lnTo>
                <a:lnTo>
                  <a:pt x="5605545" y="1820716"/>
                </a:lnTo>
                <a:cubicBezTo>
                  <a:pt x="5606749" y="1814556"/>
                  <a:pt x="5606884" y="1808143"/>
                  <a:pt x="5605174" y="1801302"/>
                </a:cubicBezTo>
                <a:cubicBezTo>
                  <a:pt x="5607334" y="1808143"/>
                  <a:pt x="5612014" y="1808143"/>
                  <a:pt x="5618854" y="1808143"/>
                </a:cubicBezTo>
                <a:cubicBezTo>
                  <a:pt x="5623174" y="1767100"/>
                  <a:pt x="5630014" y="1773941"/>
                  <a:pt x="5650534" y="1746939"/>
                </a:cubicBezTo>
                <a:cubicBezTo>
                  <a:pt x="5652694" y="1753779"/>
                  <a:pt x="5657374" y="1758099"/>
                  <a:pt x="5664215" y="1755939"/>
                </a:cubicBezTo>
                <a:cubicBezTo>
                  <a:pt x="5652694" y="1740098"/>
                  <a:pt x="5675735" y="1749099"/>
                  <a:pt x="5671055" y="1735418"/>
                </a:cubicBezTo>
                <a:cubicBezTo>
                  <a:pt x="5666375" y="1726417"/>
                  <a:pt x="5662055" y="1721737"/>
                  <a:pt x="5657374" y="1721737"/>
                </a:cubicBezTo>
                <a:cubicBezTo>
                  <a:pt x="5664215" y="1717417"/>
                  <a:pt x="5668895" y="1712736"/>
                  <a:pt x="5668895" y="1705896"/>
                </a:cubicBezTo>
                <a:cubicBezTo>
                  <a:pt x="5664215" y="1701216"/>
                  <a:pt x="5657374" y="1710576"/>
                  <a:pt x="5655214" y="1705896"/>
                </a:cubicBezTo>
                <a:lnTo>
                  <a:pt x="5658633" y="1701163"/>
                </a:lnTo>
                <a:lnTo>
                  <a:pt x="5658237" y="1701182"/>
                </a:lnTo>
                <a:cubicBezTo>
                  <a:pt x="5652794" y="1701447"/>
                  <a:pt x="5652794" y="1701447"/>
                  <a:pt x="5652794" y="1701447"/>
                </a:cubicBezTo>
                <a:cubicBezTo>
                  <a:pt x="5651071" y="1697566"/>
                  <a:pt x="5652794" y="1694943"/>
                  <a:pt x="5656383" y="1693328"/>
                </a:cubicBezTo>
                <a:lnTo>
                  <a:pt x="5667337" y="1691796"/>
                </a:lnTo>
                <a:lnTo>
                  <a:pt x="5670149" y="1688885"/>
                </a:lnTo>
                <a:cubicBezTo>
                  <a:pt x="5671640" y="1686792"/>
                  <a:pt x="5673395" y="1683664"/>
                  <a:pt x="5675735" y="1678534"/>
                </a:cubicBezTo>
                <a:cubicBezTo>
                  <a:pt x="5668895" y="1680694"/>
                  <a:pt x="5659534" y="1690055"/>
                  <a:pt x="5657374" y="1678534"/>
                </a:cubicBezTo>
                <a:cubicBezTo>
                  <a:pt x="5684735" y="1662693"/>
                  <a:pt x="5686895" y="1614810"/>
                  <a:pt x="5709575" y="1635331"/>
                </a:cubicBezTo>
                <a:cubicBezTo>
                  <a:pt x="5721095" y="1623810"/>
                  <a:pt x="5712095" y="1607969"/>
                  <a:pt x="5718935" y="1596448"/>
                </a:cubicBezTo>
                <a:cubicBezTo>
                  <a:pt x="5721095" y="1598968"/>
                  <a:pt x="5723255" y="1605809"/>
                  <a:pt x="5727935" y="1603289"/>
                </a:cubicBezTo>
                <a:cubicBezTo>
                  <a:pt x="5723255" y="1587448"/>
                  <a:pt x="5746295" y="1592128"/>
                  <a:pt x="5743775" y="1576287"/>
                </a:cubicBezTo>
                <a:cubicBezTo>
                  <a:pt x="5732615" y="1566926"/>
                  <a:pt x="5718935" y="1573767"/>
                  <a:pt x="5709575" y="1566926"/>
                </a:cubicBezTo>
                <a:cubicBezTo>
                  <a:pt x="5727935" y="1564766"/>
                  <a:pt x="5746295" y="1539924"/>
                  <a:pt x="5725775" y="1533084"/>
                </a:cubicBezTo>
                <a:lnTo>
                  <a:pt x="5738193" y="1498416"/>
                </a:lnTo>
                <a:lnTo>
                  <a:pt x="5738088" y="1497582"/>
                </a:lnTo>
                <a:cubicBezTo>
                  <a:pt x="5737722" y="1488891"/>
                  <a:pt x="5738037" y="1479059"/>
                  <a:pt x="5739207" y="1467090"/>
                </a:cubicBezTo>
                <a:cubicBezTo>
                  <a:pt x="5741367" y="1444410"/>
                  <a:pt x="5761884" y="1428571"/>
                  <a:pt x="5768723" y="1412731"/>
                </a:cubicBezTo>
                <a:cubicBezTo>
                  <a:pt x="5770883" y="1408052"/>
                  <a:pt x="5761884" y="1403372"/>
                  <a:pt x="5764043" y="1396532"/>
                </a:cubicBezTo>
                <a:cubicBezTo>
                  <a:pt x="5766293" y="1391492"/>
                  <a:pt x="5770252" y="1386002"/>
                  <a:pt x="5775072" y="1380175"/>
                </a:cubicBezTo>
                <a:lnTo>
                  <a:pt x="5779424" y="1375234"/>
                </a:lnTo>
                <a:lnTo>
                  <a:pt x="5802815" y="1291867"/>
                </a:lnTo>
                <a:cubicBezTo>
                  <a:pt x="5814335" y="1300868"/>
                  <a:pt x="5795975" y="1307708"/>
                  <a:pt x="5802815" y="1316709"/>
                </a:cubicBezTo>
                <a:cubicBezTo>
                  <a:pt x="5812175" y="1316709"/>
                  <a:pt x="5805335" y="1328230"/>
                  <a:pt x="5816495" y="1321389"/>
                </a:cubicBezTo>
                <a:cubicBezTo>
                  <a:pt x="5814335" y="1319229"/>
                  <a:pt x="5821175" y="1314549"/>
                  <a:pt x="5819015" y="1312389"/>
                </a:cubicBezTo>
                <a:cubicBezTo>
                  <a:pt x="5814335" y="1307708"/>
                  <a:pt x="5809655" y="1309869"/>
                  <a:pt x="5807495" y="1303028"/>
                </a:cubicBezTo>
                <a:cubicBezTo>
                  <a:pt x="5810915" y="1297448"/>
                  <a:pt x="5813795" y="1296908"/>
                  <a:pt x="5816360" y="1297493"/>
                </a:cubicBezTo>
                <a:lnTo>
                  <a:pt x="5819653" y="1298066"/>
                </a:lnTo>
                <a:lnTo>
                  <a:pt x="5819249" y="1292675"/>
                </a:lnTo>
                <a:cubicBezTo>
                  <a:pt x="5819227" y="1288131"/>
                  <a:pt x="5819913" y="1283721"/>
                  <a:pt x="5822449" y="1279435"/>
                </a:cubicBezTo>
                <a:lnTo>
                  <a:pt x="5822748" y="1279174"/>
                </a:lnTo>
                <a:lnTo>
                  <a:pt x="5816495" y="1278186"/>
                </a:lnTo>
                <a:cubicBezTo>
                  <a:pt x="5805335" y="1289707"/>
                  <a:pt x="5793815" y="1289707"/>
                  <a:pt x="5782655" y="1294028"/>
                </a:cubicBezTo>
                <a:cubicBezTo>
                  <a:pt x="5789495" y="1287187"/>
                  <a:pt x="5780135" y="1280347"/>
                  <a:pt x="5791655" y="1273506"/>
                </a:cubicBezTo>
                <a:cubicBezTo>
                  <a:pt x="5795975" y="1278186"/>
                  <a:pt x="5800655" y="1289707"/>
                  <a:pt x="5807495" y="1278186"/>
                </a:cubicBezTo>
                <a:cubicBezTo>
                  <a:pt x="5802815" y="1259825"/>
                  <a:pt x="5834855" y="1239304"/>
                  <a:pt x="5819015" y="1219142"/>
                </a:cubicBezTo>
                <a:cubicBezTo>
                  <a:pt x="5830175" y="1214462"/>
                  <a:pt x="5832695" y="1212302"/>
                  <a:pt x="5821175" y="1207622"/>
                </a:cubicBezTo>
                <a:cubicBezTo>
                  <a:pt x="5832695" y="1202941"/>
                  <a:pt x="5830175" y="1193941"/>
                  <a:pt x="5834855" y="1187100"/>
                </a:cubicBezTo>
                <a:cubicBezTo>
                  <a:pt x="5838275" y="1192861"/>
                  <a:pt x="5838275" y="1198531"/>
                  <a:pt x="5838275" y="1203931"/>
                </a:cubicBezTo>
                <a:lnTo>
                  <a:pt x="5841485" y="1218207"/>
                </a:lnTo>
                <a:lnTo>
                  <a:pt x="5843906" y="1209023"/>
                </a:lnTo>
                <a:lnTo>
                  <a:pt x="5854080" y="1194580"/>
                </a:lnTo>
                <a:lnTo>
                  <a:pt x="5854205" y="1193671"/>
                </a:lnTo>
                <a:cubicBezTo>
                  <a:pt x="5853665" y="1184850"/>
                  <a:pt x="5850875" y="1175760"/>
                  <a:pt x="5853215" y="1166579"/>
                </a:cubicBezTo>
                <a:cubicBezTo>
                  <a:pt x="5869056" y="1168739"/>
                  <a:pt x="5862216" y="1150738"/>
                  <a:pt x="5869056" y="1143897"/>
                </a:cubicBezTo>
                <a:cubicBezTo>
                  <a:pt x="5880216" y="1146057"/>
                  <a:pt x="5887056" y="1164419"/>
                  <a:pt x="5898576" y="1157578"/>
                </a:cubicBezTo>
                <a:cubicBezTo>
                  <a:pt x="5884896" y="1146057"/>
                  <a:pt x="5896416" y="1134897"/>
                  <a:pt x="5893896" y="1123376"/>
                </a:cubicBezTo>
                <a:cubicBezTo>
                  <a:pt x="5882736" y="1112215"/>
                  <a:pt x="5884896" y="1116535"/>
                  <a:pt x="5873376" y="1112215"/>
                </a:cubicBezTo>
                <a:cubicBezTo>
                  <a:pt x="5887056" y="1102854"/>
                  <a:pt x="5884896" y="1102854"/>
                  <a:pt x="5896416" y="1091694"/>
                </a:cubicBezTo>
                <a:cubicBezTo>
                  <a:pt x="5905416" y="1098534"/>
                  <a:pt x="5907576" y="1096014"/>
                  <a:pt x="5921256" y="1098534"/>
                </a:cubicBezTo>
                <a:cubicBezTo>
                  <a:pt x="5923417" y="1107535"/>
                  <a:pt x="5912256" y="1116535"/>
                  <a:pt x="5923417" y="1125896"/>
                </a:cubicBezTo>
                <a:cubicBezTo>
                  <a:pt x="5908296" y="1142907"/>
                  <a:pt x="5909579" y="1159919"/>
                  <a:pt x="5905394" y="1179816"/>
                </a:cubicBezTo>
                <a:lnTo>
                  <a:pt x="5900701" y="1194247"/>
                </a:lnTo>
                <a:lnTo>
                  <a:pt x="5899938" y="1198865"/>
                </a:lnTo>
                <a:cubicBezTo>
                  <a:pt x="5900439" y="1203826"/>
                  <a:pt x="5903431" y="1207358"/>
                  <a:pt x="5911979" y="1207898"/>
                </a:cubicBezTo>
                <a:lnTo>
                  <a:pt x="5907385" y="1213224"/>
                </a:lnTo>
                <a:lnTo>
                  <a:pt x="5905326" y="1224588"/>
                </a:lnTo>
                <a:cubicBezTo>
                  <a:pt x="5901906" y="1232553"/>
                  <a:pt x="5896236" y="1240564"/>
                  <a:pt x="5898576" y="1248664"/>
                </a:cubicBezTo>
                <a:cubicBezTo>
                  <a:pt x="5903256" y="1246144"/>
                  <a:pt x="5905416" y="1243984"/>
                  <a:pt x="5910096" y="1248664"/>
                </a:cubicBezTo>
                <a:cubicBezTo>
                  <a:pt x="5901456" y="1253795"/>
                  <a:pt x="5905776" y="1260140"/>
                  <a:pt x="5901642" y="1265878"/>
                </a:cubicBezTo>
                <a:lnTo>
                  <a:pt x="5899764" y="1267204"/>
                </a:lnTo>
                <a:lnTo>
                  <a:pt x="5899871" y="1268416"/>
                </a:lnTo>
                <a:lnTo>
                  <a:pt x="5896047" y="1285358"/>
                </a:lnTo>
                <a:lnTo>
                  <a:pt x="5903256" y="1291867"/>
                </a:lnTo>
                <a:cubicBezTo>
                  <a:pt x="5891736" y="1300868"/>
                  <a:pt x="5891736" y="1305548"/>
                  <a:pt x="5900736" y="1316709"/>
                </a:cubicBezTo>
                <a:cubicBezTo>
                  <a:pt x="5898576" y="1321389"/>
                  <a:pt x="5893896" y="1321389"/>
                  <a:pt x="5889576" y="1321389"/>
                </a:cubicBezTo>
                <a:cubicBezTo>
                  <a:pt x="5891736" y="1328230"/>
                  <a:pt x="5900736" y="1337231"/>
                  <a:pt x="5896416" y="1344071"/>
                </a:cubicBezTo>
                <a:cubicBezTo>
                  <a:pt x="5879136" y="1344071"/>
                  <a:pt x="5885144" y="1331312"/>
                  <a:pt x="5888316" y="1319162"/>
                </a:cubicBezTo>
                <a:lnTo>
                  <a:pt x="5888969" y="1313229"/>
                </a:lnTo>
                <a:lnTo>
                  <a:pt x="5873314" y="1349222"/>
                </a:lnTo>
                <a:lnTo>
                  <a:pt x="5866210" y="1362587"/>
                </a:lnTo>
                <a:lnTo>
                  <a:pt x="5869056" y="1366753"/>
                </a:lnTo>
                <a:lnTo>
                  <a:pt x="5862598" y="1369380"/>
                </a:lnTo>
                <a:lnTo>
                  <a:pt x="5855151" y="1383390"/>
                </a:lnTo>
                <a:lnTo>
                  <a:pt x="5856950" y="1386329"/>
                </a:lnTo>
                <a:cubicBezTo>
                  <a:pt x="5857536" y="1389704"/>
                  <a:pt x="5857536" y="1393035"/>
                  <a:pt x="5859696" y="1396275"/>
                </a:cubicBezTo>
                <a:cubicBezTo>
                  <a:pt x="5857536" y="1398615"/>
                  <a:pt x="5851865" y="1399785"/>
                  <a:pt x="5847320" y="1401495"/>
                </a:cubicBezTo>
                <a:lnTo>
                  <a:pt x="5843645" y="1403664"/>
                </a:lnTo>
                <a:lnTo>
                  <a:pt x="5841833" y="1406806"/>
                </a:lnTo>
                <a:lnTo>
                  <a:pt x="5841695" y="1409956"/>
                </a:lnTo>
                <a:cubicBezTo>
                  <a:pt x="5850695" y="1407795"/>
                  <a:pt x="5862216" y="1400955"/>
                  <a:pt x="5871216" y="1416796"/>
                </a:cubicBezTo>
                <a:cubicBezTo>
                  <a:pt x="5843855" y="1419316"/>
                  <a:pt x="5864376" y="1430477"/>
                  <a:pt x="5839535" y="1435157"/>
                </a:cubicBezTo>
                <a:cubicBezTo>
                  <a:pt x="5850695" y="1446678"/>
                  <a:pt x="5846375" y="1444158"/>
                  <a:pt x="5850695" y="1457839"/>
                </a:cubicBezTo>
                <a:cubicBezTo>
                  <a:pt x="5857536" y="1450998"/>
                  <a:pt x="5850695" y="1428317"/>
                  <a:pt x="5866536" y="1432637"/>
                </a:cubicBezTo>
                <a:cubicBezTo>
                  <a:pt x="5866536" y="1448838"/>
                  <a:pt x="5853215" y="1464679"/>
                  <a:pt x="5850695" y="1480520"/>
                </a:cubicBezTo>
                <a:cubicBezTo>
                  <a:pt x="5871216" y="1483041"/>
                  <a:pt x="5846375" y="1519403"/>
                  <a:pt x="5848535" y="1537404"/>
                </a:cubicBezTo>
                <a:cubicBezTo>
                  <a:pt x="5862216" y="1523723"/>
                  <a:pt x="5878056" y="1483041"/>
                  <a:pt x="5900736" y="1496361"/>
                </a:cubicBezTo>
                <a:cubicBezTo>
                  <a:pt x="5903256" y="1489881"/>
                  <a:pt x="5903256" y="1485201"/>
                  <a:pt x="5898576" y="1478360"/>
                </a:cubicBezTo>
                <a:cubicBezTo>
                  <a:pt x="5893896" y="1483041"/>
                  <a:pt x="5889576" y="1483041"/>
                  <a:pt x="5884896" y="1478360"/>
                </a:cubicBezTo>
                <a:cubicBezTo>
                  <a:pt x="5898576" y="1457839"/>
                  <a:pt x="5866536" y="1464679"/>
                  <a:pt x="5875896" y="1444158"/>
                </a:cubicBezTo>
                <a:cubicBezTo>
                  <a:pt x="5880216" y="1453519"/>
                  <a:pt x="5884896" y="1459999"/>
                  <a:pt x="5891736" y="1455679"/>
                </a:cubicBezTo>
                <a:cubicBezTo>
                  <a:pt x="5896416" y="1450998"/>
                  <a:pt x="5898576" y="1446678"/>
                  <a:pt x="5898576" y="1441998"/>
                </a:cubicBezTo>
                <a:cubicBezTo>
                  <a:pt x="5898576" y="1441998"/>
                  <a:pt x="5898576" y="1441998"/>
                  <a:pt x="5889576" y="1428317"/>
                </a:cubicBezTo>
                <a:cubicBezTo>
                  <a:pt x="5898576" y="1421476"/>
                  <a:pt x="5898576" y="1414636"/>
                  <a:pt x="5907576" y="1405635"/>
                </a:cubicBezTo>
                <a:cubicBezTo>
                  <a:pt x="5921256" y="1416796"/>
                  <a:pt x="5910096" y="1423636"/>
                  <a:pt x="5916936" y="1432637"/>
                </a:cubicBezTo>
                <a:cubicBezTo>
                  <a:pt x="5923417" y="1428317"/>
                  <a:pt x="5925937" y="1421476"/>
                  <a:pt x="5925937" y="1416796"/>
                </a:cubicBezTo>
                <a:cubicBezTo>
                  <a:pt x="5925937" y="1416796"/>
                  <a:pt x="5925937" y="1416796"/>
                  <a:pt x="5912256" y="1398795"/>
                </a:cubicBezTo>
                <a:cubicBezTo>
                  <a:pt x="5910096" y="1405635"/>
                  <a:pt x="5907576" y="1407795"/>
                  <a:pt x="5900736" y="1403115"/>
                </a:cubicBezTo>
                <a:cubicBezTo>
                  <a:pt x="5912256" y="1387274"/>
                  <a:pt x="5912256" y="1369273"/>
                  <a:pt x="5919096" y="1350911"/>
                </a:cubicBezTo>
                <a:cubicBezTo>
                  <a:pt x="5873376" y="1323550"/>
                  <a:pt x="5946457" y="1276026"/>
                  <a:pt x="5923417" y="1246144"/>
                </a:cubicBezTo>
                <a:cubicBezTo>
                  <a:pt x="5930257" y="1259825"/>
                  <a:pt x="5937097" y="1259825"/>
                  <a:pt x="5946457" y="1262345"/>
                </a:cubicBezTo>
                <a:cubicBezTo>
                  <a:pt x="5930257" y="1278186"/>
                  <a:pt x="5910096" y="1303028"/>
                  <a:pt x="5930257" y="1314549"/>
                </a:cubicBezTo>
                <a:cubicBezTo>
                  <a:pt x="5914416" y="1323550"/>
                  <a:pt x="5916936" y="1332550"/>
                  <a:pt x="5916936" y="1344071"/>
                </a:cubicBezTo>
                <a:cubicBezTo>
                  <a:pt x="5930257" y="1341911"/>
                  <a:pt x="5921256" y="1326070"/>
                  <a:pt x="5939617" y="1330390"/>
                </a:cubicBezTo>
                <a:cubicBezTo>
                  <a:pt x="5916936" y="1316709"/>
                  <a:pt x="5962297" y="1303028"/>
                  <a:pt x="5932777" y="1296188"/>
                </a:cubicBezTo>
                <a:cubicBezTo>
                  <a:pt x="5955457" y="1282867"/>
                  <a:pt x="5943937" y="1269186"/>
                  <a:pt x="5955457" y="1252985"/>
                </a:cubicBezTo>
                <a:cubicBezTo>
                  <a:pt x="5962297" y="1262345"/>
                  <a:pt x="5957617" y="1269186"/>
                  <a:pt x="5969137" y="1262345"/>
                </a:cubicBezTo>
                <a:cubicBezTo>
                  <a:pt x="5962297" y="1255505"/>
                  <a:pt x="5978137" y="1252985"/>
                  <a:pt x="5980297" y="1252985"/>
                </a:cubicBezTo>
                <a:cubicBezTo>
                  <a:pt x="5966617" y="1252985"/>
                  <a:pt x="5982817" y="1241824"/>
                  <a:pt x="5969137" y="1232463"/>
                </a:cubicBezTo>
                <a:cubicBezTo>
                  <a:pt x="5966617" y="1239304"/>
                  <a:pt x="5964457" y="1241824"/>
                  <a:pt x="5957617" y="1237144"/>
                </a:cubicBezTo>
                <a:cubicBezTo>
                  <a:pt x="5966617" y="1225983"/>
                  <a:pt x="5957617" y="1214462"/>
                  <a:pt x="5975977" y="1202941"/>
                </a:cubicBezTo>
                <a:cubicBezTo>
                  <a:pt x="5980297" y="1205461"/>
                  <a:pt x="5984977" y="1214462"/>
                  <a:pt x="5989657" y="1212302"/>
                </a:cubicBezTo>
                <a:cubicBezTo>
                  <a:pt x="5991817" y="1196101"/>
                  <a:pt x="5980297" y="1196101"/>
                  <a:pt x="5975977" y="1182420"/>
                </a:cubicBezTo>
                <a:cubicBezTo>
                  <a:pt x="6000817" y="1175579"/>
                  <a:pt x="5984977" y="1157578"/>
                  <a:pt x="6010177" y="1148578"/>
                </a:cubicBezTo>
                <a:cubicBezTo>
                  <a:pt x="6005497" y="1134897"/>
                  <a:pt x="6026017" y="1116535"/>
                  <a:pt x="6026017" y="1109695"/>
                </a:cubicBezTo>
                <a:cubicBezTo>
                  <a:pt x="6019177" y="1116535"/>
                  <a:pt x="6035017" y="1119056"/>
                  <a:pt x="6039697" y="1119056"/>
                </a:cubicBezTo>
                <a:cubicBezTo>
                  <a:pt x="6039697" y="1107535"/>
                  <a:pt x="6059857" y="1089173"/>
                  <a:pt x="6041857" y="1096014"/>
                </a:cubicBezTo>
                <a:cubicBezTo>
                  <a:pt x="6046537" y="1080173"/>
                  <a:pt x="6048697" y="1091694"/>
                  <a:pt x="6059857" y="1087013"/>
                </a:cubicBezTo>
                <a:cubicBezTo>
                  <a:pt x="6053377" y="1080173"/>
                  <a:pt x="6069217" y="1073332"/>
                  <a:pt x="6064537" y="1068652"/>
                </a:cubicBezTo>
                <a:cubicBezTo>
                  <a:pt x="6050857" y="1064332"/>
                  <a:pt x="6057697" y="1073332"/>
                  <a:pt x="6050857" y="1082333"/>
                </a:cubicBezTo>
                <a:cubicBezTo>
                  <a:pt x="6039697" y="1082333"/>
                  <a:pt x="6048697" y="1075493"/>
                  <a:pt x="6037177" y="1068652"/>
                </a:cubicBezTo>
                <a:cubicBezTo>
                  <a:pt x="6046537" y="1062172"/>
                  <a:pt x="6048697" y="1057491"/>
                  <a:pt x="6039697" y="1050651"/>
                </a:cubicBezTo>
                <a:cubicBezTo>
                  <a:pt x="6050857" y="1050651"/>
                  <a:pt x="6048697" y="1030129"/>
                  <a:pt x="6062377" y="1039130"/>
                </a:cubicBezTo>
                <a:cubicBezTo>
                  <a:pt x="6059857" y="1043810"/>
                  <a:pt x="6039697" y="1048491"/>
                  <a:pt x="6057697" y="1064332"/>
                </a:cubicBezTo>
                <a:cubicBezTo>
                  <a:pt x="6067057" y="1043810"/>
                  <a:pt x="6071377" y="1057491"/>
                  <a:pt x="6087217" y="1048491"/>
                </a:cubicBezTo>
                <a:cubicBezTo>
                  <a:pt x="6071377" y="1036970"/>
                  <a:pt x="6100897" y="1023289"/>
                  <a:pt x="6091897" y="1012128"/>
                </a:cubicBezTo>
                <a:cubicBezTo>
                  <a:pt x="6103417" y="1018969"/>
                  <a:pt x="6094057" y="1025809"/>
                  <a:pt x="6105577" y="1030129"/>
                </a:cubicBezTo>
                <a:cubicBezTo>
                  <a:pt x="6089737" y="1041650"/>
                  <a:pt x="6091897" y="1050651"/>
                  <a:pt x="6094057" y="1062172"/>
                </a:cubicBezTo>
                <a:cubicBezTo>
                  <a:pt x="6098737" y="1059651"/>
                  <a:pt x="6105577" y="1059651"/>
                  <a:pt x="6100897" y="1064332"/>
                </a:cubicBezTo>
                <a:cubicBezTo>
                  <a:pt x="6089737" y="1068652"/>
                  <a:pt x="6096577" y="1098534"/>
                  <a:pt x="6105577" y="1112215"/>
                </a:cubicBezTo>
                <a:cubicBezTo>
                  <a:pt x="6098737" y="1121216"/>
                  <a:pt x="6094057" y="1114375"/>
                  <a:pt x="6087217" y="1123376"/>
                </a:cubicBezTo>
                <a:cubicBezTo>
                  <a:pt x="6094057" y="1134897"/>
                  <a:pt x="6094057" y="1157578"/>
                  <a:pt x="6080737" y="1159738"/>
                </a:cubicBezTo>
                <a:cubicBezTo>
                  <a:pt x="6067057" y="1152898"/>
                  <a:pt x="6094057" y="1148578"/>
                  <a:pt x="6085057" y="1141737"/>
                </a:cubicBezTo>
                <a:cubicBezTo>
                  <a:pt x="6076057" y="1141737"/>
                  <a:pt x="6069217" y="1119056"/>
                  <a:pt x="6059857" y="1130216"/>
                </a:cubicBezTo>
                <a:cubicBezTo>
                  <a:pt x="6057697" y="1139217"/>
                  <a:pt x="6067057" y="1132376"/>
                  <a:pt x="6071377" y="1143897"/>
                </a:cubicBezTo>
                <a:cubicBezTo>
                  <a:pt x="6062377" y="1150738"/>
                  <a:pt x="6071377" y="1159738"/>
                  <a:pt x="6067057" y="1168739"/>
                </a:cubicBezTo>
                <a:cubicBezTo>
                  <a:pt x="6059857" y="1180260"/>
                  <a:pt x="6055537" y="1162259"/>
                  <a:pt x="6048697" y="1173419"/>
                </a:cubicBezTo>
                <a:cubicBezTo>
                  <a:pt x="6064537" y="1175579"/>
                  <a:pt x="6067057" y="1193941"/>
                  <a:pt x="6062377" y="1202941"/>
                </a:cubicBezTo>
                <a:cubicBezTo>
                  <a:pt x="6076057" y="1202941"/>
                  <a:pt x="6078217" y="1205461"/>
                  <a:pt x="6085057" y="1212302"/>
                </a:cubicBezTo>
                <a:cubicBezTo>
                  <a:pt x="6076057" y="1228143"/>
                  <a:pt x="6085057" y="1243984"/>
                  <a:pt x="6071377" y="1259825"/>
                </a:cubicBezTo>
                <a:cubicBezTo>
                  <a:pt x="6064537" y="1257665"/>
                  <a:pt x="6073897" y="1241824"/>
                  <a:pt x="6062377" y="1248664"/>
                </a:cubicBezTo>
                <a:cubicBezTo>
                  <a:pt x="6067057" y="1264506"/>
                  <a:pt x="6048697" y="1264506"/>
                  <a:pt x="6057697" y="1282867"/>
                </a:cubicBezTo>
                <a:cubicBezTo>
                  <a:pt x="6048697" y="1282867"/>
                  <a:pt x="6035017" y="1307708"/>
                  <a:pt x="6039697" y="1321389"/>
                </a:cubicBezTo>
                <a:cubicBezTo>
                  <a:pt x="6028177" y="1332550"/>
                  <a:pt x="6023497" y="1314549"/>
                  <a:pt x="6010177" y="1330390"/>
                </a:cubicBezTo>
                <a:cubicBezTo>
                  <a:pt x="6026017" y="1332550"/>
                  <a:pt x="6014497" y="1350911"/>
                  <a:pt x="6028177" y="1355592"/>
                </a:cubicBezTo>
                <a:cubicBezTo>
                  <a:pt x="6019177" y="1359912"/>
                  <a:pt x="6026017" y="1366753"/>
                  <a:pt x="6019177" y="1371433"/>
                </a:cubicBezTo>
                <a:cubicBezTo>
                  <a:pt x="6017017" y="1366753"/>
                  <a:pt x="6012337" y="1359912"/>
                  <a:pt x="6007657" y="1366753"/>
                </a:cubicBezTo>
                <a:cubicBezTo>
                  <a:pt x="6012337" y="1371433"/>
                  <a:pt x="6007657" y="1376113"/>
                  <a:pt x="6012337" y="1382954"/>
                </a:cubicBezTo>
                <a:cubicBezTo>
                  <a:pt x="6003337" y="1391954"/>
                  <a:pt x="5998657" y="1380433"/>
                  <a:pt x="5989657" y="1385114"/>
                </a:cubicBezTo>
                <a:cubicBezTo>
                  <a:pt x="6007657" y="1398795"/>
                  <a:pt x="5989657" y="1407795"/>
                  <a:pt x="5993977" y="1421476"/>
                </a:cubicBezTo>
                <a:cubicBezTo>
                  <a:pt x="6003337" y="1409956"/>
                  <a:pt x="6007657" y="1400955"/>
                  <a:pt x="6014497" y="1391954"/>
                </a:cubicBezTo>
                <a:cubicBezTo>
                  <a:pt x="6019177" y="1412476"/>
                  <a:pt x="5993977" y="1428317"/>
                  <a:pt x="6000817" y="1450998"/>
                </a:cubicBezTo>
                <a:cubicBezTo>
                  <a:pt x="6012337" y="1426157"/>
                  <a:pt x="6032857" y="1405635"/>
                  <a:pt x="6032857" y="1380433"/>
                </a:cubicBezTo>
                <a:cubicBezTo>
                  <a:pt x="6026017" y="1385114"/>
                  <a:pt x="6021337" y="1389794"/>
                  <a:pt x="6019177" y="1382954"/>
                </a:cubicBezTo>
                <a:cubicBezTo>
                  <a:pt x="6030337" y="1373593"/>
                  <a:pt x="6030337" y="1378273"/>
                  <a:pt x="6037177" y="1366753"/>
                </a:cubicBezTo>
                <a:cubicBezTo>
                  <a:pt x="6044017" y="1369273"/>
                  <a:pt x="6048697" y="1376113"/>
                  <a:pt x="6055537" y="1376113"/>
                </a:cubicBezTo>
                <a:cubicBezTo>
                  <a:pt x="6030337" y="1400955"/>
                  <a:pt x="6017017" y="1428317"/>
                  <a:pt x="6032857" y="1448838"/>
                </a:cubicBezTo>
                <a:cubicBezTo>
                  <a:pt x="6028177" y="1441998"/>
                  <a:pt x="6017017" y="1457839"/>
                  <a:pt x="6028177" y="1462519"/>
                </a:cubicBezTo>
                <a:cubicBezTo>
                  <a:pt x="6019177" y="1473680"/>
                  <a:pt x="6014497" y="1455679"/>
                  <a:pt x="6005497" y="1459999"/>
                </a:cubicBezTo>
                <a:cubicBezTo>
                  <a:pt x="6010177" y="1466839"/>
                  <a:pt x="6000817" y="1473680"/>
                  <a:pt x="6000817" y="1483041"/>
                </a:cubicBezTo>
                <a:cubicBezTo>
                  <a:pt x="6007657" y="1478360"/>
                  <a:pt x="6012337" y="1457839"/>
                  <a:pt x="6019177" y="1473680"/>
                </a:cubicBezTo>
                <a:cubicBezTo>
                  <a:pt x="6028177" y="1480520"/>
                  <a:pt x="6003337" y="1483041"/>
                  <a:pt x="6010177" y="1489881"/>
                </a:cubicBezTo>
                <a:cubicBezTo>
                  <a:pt x="6023497" y="1498882"/>
                  <a:pt x="6023497" y="1494201"/>
                  <a:pt x="6026017" y="1512563"/>
                </a:cubicBezTo>
                <a:cubicBezTo>
                  <a:pt x="6035017" y="1501042"/>
                  <a:pt x="6039697" y="1510042"/>
                  <a:pt x="6044017" y="1512563"/>
                </a:cubicBezTo>
                <a:cubicBezTo>
                  <a:pt x="6030337" y="1521563"/>
                  <a:pt x="6050857" y="1528404"/>
                  <a:pt x="6053377" y="1535244"/>
                </a:cubicBezTo>
                <a:cubicBezTo>
                  <a:pt x="6041857" y="1544245"/>
                  <a:pt x="6037177" y="1521563"/>
                  <a:pt x="6026017" y="1530564"/>
                </a:cubicBezTo>
                <a:cubicBezTo>
                  <a:pt x="6030337" y="1544245"/>
                  <a:pt x="6026017" y="1555766"/>
                  <a:pt x="6021337" y="1569446"/>
                </a:cubicBezTo>
                <a:cubicBezTo>
                  <a:pt x="6017017" y="1560086"/>
                  <a:pt x="6021337" y="1553605"/>
                  <a:pt x="6010177" y="1557926"/>
                </a:cubicBezTo>
                <a:cubicBezTo>
                  <a:pt x="6007657" y="1569446"/>
                  <a:pt x="5998657" y="1562606"/>
                  <a:pt x="5989657" y="1571607"/>
                </a:cubicBezTo>
                <a:cubicBezTo>
                  <a:pt x="6005497" y="1576287"/>
                  <a:pt x="5987137" y="1589968"/>
                  <a:pt x="5973457" y="1596448"/>
                </a:cubicBezTo>
                <a:cubicBezTo>
                  <a:pt x="5978137" y="1610129"/>
                  <a:pt x="5980297" y="1621650"/>
                  <a:pt x="5991817" y="1621650"/>
                </a:cubicBezTo>
                <a:cubicBezTo>
                  <a:pt x="5980297" y="1635331"/>
                  <a:pt x="5971297" y="1630651"/>
                  <a:pt x="5962297" y="1628491"/>
                </a:cubicBezTo>
                <a:cubicBezTo>
                  <a:pt x="5975977" y="1642171"/>
                  <a:pt x="5953297" y="1660173"/>
                  <a:pt x="5969137" y="1667013"/>
                </a:cubicBezTo>
                <a:cubicBezTo>
                  <a:pt x="5964457" y="1671693"/>
                  <a:pt x="5948617" y="1673854"/>
                  <a:pt x="5953297" y="1680694"/>
                </a:cubicBezTo>
                <a:cubicBezTo>
                  <a:pt x="5982817" y="1687535"/>
                  <a:pt x="5980297" y="1633171"/>
                  <a:pt x="6005497" y="1635331"/>
                </a:cubicBezTo>
                <a:cubicBezTo>
                  <a:pt x="5998657" y="1651172"/>
                  <a:pt x="5987137" y="1662693"/>
                  <a:pt x="5980297" y="1678534"/>
                </a:cubicBezTo>
                <a:cubicBezTo>
                  <a:pt x="6007657" y="1673854"/>
                  <a:pt x="6012337" y="1696895"/>
                  <a:pt x="6035017" y="1701216"/>
                </a:cubicBezTo>
                <a:cubicBezTo>
                  <a:pt x="6014497" y="1712736"/>
                  <a:pt x="6023497" y="1746939"/>
                  <a:pt x="6014497" y="1776461"/>
                </a:cubicBezTo>
                <a:cubicBezTo>
                  <a:pt x="6012337" y="1762780"/>
                  <a:pt x="6005497" y="1760260"/>
                  <a:pt x="6003337" y="1742258"/>
                </a:cubicBezTo>
                <a:cubicBezTo>
                  <a:pt x="5990737" y="1753599"/>
                  <a:pt x="5979847" y="1765570"/>
                  <a:pt x="5972692" y="1778396"/>
                </a:cubicBezTo>
                <a:lnTo>
                  <a:pt x="5969085" y="1787749"/>
                </a:lnTo>
                <a:lnTo>
                  <a:pt x="6007364" y="1817718"/>
                </a:lnTo>
                <a:lnTo>
                  <a:pt x="6029303" y="1840862"/>
                </a:lnTo>
                <a:lnTo>
                  <a:pt x="6046537" y="1817503"/>
                </a:lnTo>
                <a:cubicBezTo>
                  <a:pt x="6039697" y="1803823"/>
                  <a:pt x="6044017" y="1808143"/>
                  <a:pt x="6055537" y="1803823"/>
                </a:cubicBezTo>
                <a:cubicBezTo>
                  <a:pt x="6055537" y="1780781"/>
                  <a:pt x="6064537" y="1746939"/>
                  <a:pt x="6082897" y="1740098"/>
                </a:cubicBezTo>
                <a:cubicBezTo>
                  <a:pt x="6077137" y="1730918"/>
                  <a:pt x="6082807" y="1720117"/>
                  <a:pt x="6091042" y="1711296"/>
                </a:cubicBezTo>
                <a:lnTo>
                  <a:pt x="6096182" y="1706887"/>
                </a:lnTo>
                <a:lnTo>
                  <a:pt x="6098948" y="1681162"/>
                </a:lnTo>
                <a:lnTo>
                  <a:pt x="6103108" y="1700946"/>
                </a:lnTo>
                <a:lnTo>
                  <a:pt x="6104210" y="1700000"/>
                </a:lnTo>
                <a:cubicBezTo>
                  <a:pt x="6108502" y="1697030"/>
                  <a:pt x="6112327" y="1695005"/>
                  <a:pt x="6114577" y="1694375"/>
                </a:cubicBezTo>
                <a:cubicBezTo>
                  <a:pt x="6110257" y="1696895"/>
                  <a:pt x="6110257" y="1714896"/>
                  <a:pt x="6114577" y="1708056"/>
                </a:cubicBezTo>
                <a:cubicBezTo>
                  <a:pt x="6121418" y="1701216"/>
                  <a:pt x="6123578" y="1692215"/>
                  <a:pt x="6121418" y="1683214"/>
                </a:cubicBezTo>
                <a:cubicBezTo>
                  <a:pt x="6117098" y="1687535"/>
                  <a:pt x="6114577" y="1690055"/>
                  <a:pt x="6112417" y="1680694"/>
                </a:cubicBezTo>
                <a:cubicBezTo>
                  <a:pt x="6121418" y="1669533"/>
                  <a:pt x="6117098" y="1655852"/>
                  <a:pt x="6119258" y="1642171"/>
                </a:cubicBezTo>
                <a:cubicBezTo>
                  <a:pt x="6128258" y="1678534"/>
                  <a:pt x="6148778" y="1680694"/>
                  <a:pt x="6126098" y="1701216"/>
                </a:cubicBezTo>
                <a:cubicBezTo>
                  <a:pt x="6132938" y="1719577"/>
                  <a:pt x="6119258" y="1735418"/>
                  <a:pt x="6121418" y="1753779"/>
                </a:cubicBezTo>
                <a:cubicBezTo>
                  <a:pt x="6112417" y="1762780"/>
                  <a:pt x="6103417" y="1753779"/>
                  <a:pt x="6100897" y="1767100"/>
                </a:cubicBezTo>
                <a:lnTo>
                  <a:pt x="6099749" y="1760179"/>
                </a:lnTo>
                <a:lnTo>
                  <a:pt x="6092253" y="1760179"/>
                </a:lnTo>
                <a:lnTo>
                  <a:pt x="6081322" y="1798962"/>
                </a:lnTo>
                <a:cubicBezTo>
                  <a:pt x="6078757" y="1813453"/>
                  <a:pt x="6079297" y="1826504"/>
                  <a:pt x="6087217" y="1835505"/>
                </a:cubicBezTo>
                <a:cubicBezTo>
                  <a:pt x="6076057" y="1844505"/>
                  <a:pt x="6073897" y="1828664"/>
                  <a:pt x="6059857" y="1837665"/>
                </a:cubicBezTo>
                <a:cubicBezTo>
                  <a:pt x="6066877" y="1847926"/>
                  <a:pt x="6062917" y="1857646"/>
                  <a:pt x="6056932" y="1866197"/>
                </a:cubicBezTo>
                <a:lnTo>
                  <a:pt x="6053633" y="1870372"/>
                </a:lnTo>
                <a:lnTo>
                  <a:pt x="6075753" y="1913115"/>
                </a:lnTo>
                <a:cubicBezTo>
                  <a:pt x="6066035" y="1930214"/>
                  <a:pt x="6053909" y="1944884"/>
                  <a:pt x="6040091" y="1957731"/>
                </a:cubicBezTo>
                <a:lnTo>
                  <a:pt x="6004049" y="1984225"/>
                </a:lnTo>
                <a:lnTo>
                  <a:pt x="6000817" y="1992476"/>
                </a:lnTo>
                <a:cubicBezTo>
                  <a:pt x="5991817" y="2001476"/>
                  <a:pt x="5989657" y="1992476"/>
                  <a:pt x="5980297" y="1999316"/>
                </a:cubicBezTo>
                <a:cubicBezTo>
                  <a:pt x="5982817" y="2010837"/>
                  <a:pt x="5982817" y="2024158"/>
                  <a:pt x="5980297" y="2033518"/>
                </a:cubicBezTo>
                <a:cubicBezTo>
                  <a:pt x="5974717" y="2033518"/>
                  <a:pt x="5971927" y="2027848"/>
                  <a:pt x="5969362" y="2021593"/>
                </a:cubicBezTo>
                <a:lnTo>
                  <a:pt x="5960452" y="2007244"/>
                </a:lnTo>
                <a:lnTo>
                  <a:pt x="5958310" y="2008247"/>
                </a:lnTo>
                <a:lnTo>
                  <a:pt x="5952577" y="2016417"/>
                </a:lnTo>
                <a:cubicBezTo>
                  <a:pt x="5951497" y="2020378"/>
                  <a:pt x="5950957" y="2024338"/>
                  <a:pt x="5948617" y="2026678"/>
                </a:cubicBezTo>
                <a:cubicBezTo>
                  <a:pt x="5964457" y="2028838"/>
                  <a:pt x="5950777" y="2047199"/>
                  <a:pt x="5946457" y="2051520"/>
                </a:cubicBezTo>
                <a:cubicBezTo>
                  <a:pt x="5962297" y="2054040"/>
                  <a:pt x="5948617" y="2067721"/>
                  <a:pt x="5955457" y="2069881"/>
                </a:cubicBezTo>
                <a:cubicBezTo>
                  <a:pt x="5957617" y="2069881"/>
                  <a:pt x="5959777" y="2067721"/>
                  <a:pt x="5962297" y="2072041"/>
                </a:cubicBezTo>
                <a:cubicBezTo>
                  <a:pt x="5948617" y="2083562"/>
                  <a:pt x="5950777" y="2060880"/>
                  <a:pt x="5939617" y="2069881"/>
                </a:cubicBezTo>
                <a:cubicBezTo>
                  <a:pt x="5923417" y="2085722"/>
                  <a:pt x="5948617" y="2110924"/>
                  <a:pt x="5932777" y="2119924"/>
                </a:cubicBezTo>
                <a:cubicBezTo>
                  <a:pt x="5932777" y="2108403"/>
                  <a:pt x="5928097" y="2104083"/>
                  <a:pt x="5921256" y="2106243"/>
                </a:cubicBezTo>
                <a:cubicBezTo>
                  <a:pt x="5896416" y="2126765"/>
                  <a:pt x="5919096" y="2154127"/>
                  <a:pt x="5921256" y="2163127"/>
                </a:cubicBezTo>
                <a:cubicBezTo>
                  <a:pt x="5916936" y="2154127"/>
                  <a:pt x="5907576" y="2160967"/>
                  <a:pt x="5900736" y="2158447"/>
                </a:cubicBezTo>
                <a:cubicBezTo>
                  <a:pt x="5898576" y="2147286"/>
                  <a:pt x="5907576" y="2124245"/>
                  <a:pt x="5898576" y="2122084"/>
                </a:cubicBezTo>
                <a:cubicBezTo>
                  <a:pt x="5873376" y="2149446"/>
                  <a:pt x="5896416" y="2158447"/>
                  <a:pt x="5889576" y="2185809"/>
                </a:cubicBezTo>
                <a:cubicBezTo>
                  <a:pt x="5882736" y="2190489"/>
                  <a:pt x="5880216" y="2185809"/>
                  <a:pt x="5873376" y="2190489"/>
                </a:cubicBezTo>
                <a:cubicBezTo>
                  <a:pt x="5875896" y="2199490"/>
                  <a:pt x="5875896" y="2206330"/>
                  <a:pt x="5878056" y="2215331"/>
                </a:cubicBezTo>
                <a:cubicBezTo>
                  <a:pt x="5884896" y="2213171"/>
                  <a:pt x="5887056" y="2187969"/>
                  <a:pt x="5896416" y="2197330"/>
                </a:cubicBezTo>
                <a:cubicBezTo>
                  <a:pt x="5889576" y="2208490"/>
                  <a:pt x="5878056" y="2220011"/>
                  <a:pt x="5875896" y="2233692"/>
                </a:cubicBezTo>
                <a:cubicBezTo>
                  <a:pt x="5903256" y="2201650"/>
                  <a:pt x="5921256" y="2165287"/>
                  <a:pt x="5943937" y="2131085"/>
                </a:cubicBezTo>
                <a:cubicBezTo>
                  <a:pt x="5946457" y="2169968"/>
                  <a:pt x="5878056" y="2215331"/>
                  <a:pt x="5898576" y="2238372"/>
                </a:cubicBezTo>
                <a:lnTo>
                  <a:pt x="5897028" y="2245267"/>
                </a:lnTo>
                <a:lnTo>
                  <a:pt x="5902653" y="2251681"/>
                </a:lnTo>
                <a:cubicBezTo>
                  <a:pt x="5903602" y="2263094"/>
                  <a:pt x="5888408" y="2281600"/>
                  <a:pt x="5888408" y="2293574"/>
                </a:cubicBezTo>
                <a:cubicBezTo>
                  <a:pt x="5878279" y="2286680"/>
                  <a:pt x="5881655" y="2277517"/>
                  <a:pt x="5886720" y="2268355"/>
                </a:cubicBezTo>
                <a:lnTo>
                  <a:pt x="5893432" y="2256124"/>
                </a:lnTo>
                <a:lnTo>
                  <a:pt x="5884896" y="2267894"/>
                </a:lnTo>
                <a:cubicBezTo>
                  <a:pt x="5884896" y="2263214"/>
                  <a:pt x="5884896" y="2254213"/>
                  <a:pt x="5880216" y="2256374"/>
                </a:cubicBezTo>
                <a:cubicBezTo>
                  <a:pt x="5866536" y="2274735"/>
                  <a:pt x="5846375" y="2288056"/>
                  <a:pt x="5834855" y="2308577"/>
                </a:cubicBezTo>
                <a:cubicBezTo>
                  <a:pt x="5832695" y="2301737"/>
                  <a:pt x="5832695" y="2294896"/>
                  <a:pt x="5828015" y="2297416"/>
                </a:cubicBezTo>
                <a:cubicBezTo>
                  <a:pt x="5830175" y="2308577"/>
                  <a:pt x="5812175" y="2311097"/>
                  <a:pt x="5814335" y="2324778"/>
                </a:cubicBezTo>
                <a:cubicBezTo>
                  <a:pt x="5821175" y="2320098"/>
                  <a:pt x="5823335" y="2311097"/>
                  <a:pt x="5834855" y="2308577"/>
                </a:cubicBezTo>
                <a:cubicBezTo>
                  <a:pt x="5832695" y="2333779"/>
                  <a:pt x="5823335" y="2342780"/>
                  <a:pt x="5830175" y="2367981"/>
                </a:cubicBezTo>
                <a:cubicBezTo>
                  <a:pt x="5812175" y="2379142"/>
                  <a:pt x="5832695" y="2381302"/>
                  <a:pt x="5802815" y="2402184"/>
                </a:cubicBezTo>
                <a:cubicBezTo>
                  <a:pt x="5805335" y="2431706"/>
                  <a:pt x="5762135" y="2465548"/>
                  <a:pt x="5739455" y="2492910"/>
                </a:cubicBezTo>
                <a:cubicBezTo>
                  <a:pt x="5739455" y="2488590"/>
                  <a:pt x="5739455" y="2479229"/>
                  <a:pt x="5734775" y="2479229"/>
                </a:cubicBezTo>
                <a:cubicBezTo>
                  <a:pt x="5734775" y="2483909"/>
                  <a:pt x="5732615" y="2486069"/>
                  <a:pt x="5725775" y="2488590"/>
                </a:cubicBezTo>
                <a:cubicBezTo>
                  <a:pt x="5736935" y="2492910"/>
                  <a:pt x="5734775" y="2511271"/>
                  <a:pt x="5716415" y="2518112"/>
                </a:cubicBezTo>
                <a:cubicBezTo>
                  <a:pt x="5712095" y="2520272"/>
                  <a:pt x="5712095" y="2511271"/>
                  <a:pt x="5707415" y="2511271"/>
                </a:cubicBezTo>
                <a:cubicBezTo>
                  <a:pt x="5707415" y="2522432"/>
                  <a:pt x="5714255" y="2518112"/>
                  <a:pt x="5707415" y="2529272"/>
                </a:cubicBezTo>
                <a:cubicBezTo>
                  <a:pt x="5698415" y="2533953"/>
                  <a:pt x="5698415" y="2524952"/>
                  <a:pt x="5695895" y="2524952"/>
                </a:cubicBezTo>
                <a:cubicBezTo>
                  <a:pt x="5693735" y="2533953"/>
                  <a:pt x="5700575" y="2531793"/>
                  <a:pt x="5698415" y="2540793"/>
                </a:cubicBezTo>
                <a:lnTo>
                  <a:pt x="5693085" y="2546840"/>
                </a:lnTo>
                <a:lnTo>
                  <a:pt x="5690284" y="2562101"/>
                </a:lnTo>
                <a:cubicBezTo>
                  <a:pt x="5688838" y="2571174"/>
                  <a:pt x="5688006" y="2580713"/>
                  <a:pt x="5689175" y="2590973"/>
                </a:cubicBezTo>
                <a:cubicBezTo>
                  <a:pt x="5686656" y="2602493"/>
                  <a:pt x="5670819" y="2586293"/>
                  <a:pt x="5666139" y="2595653"/>
                </a:cubicBezTo>
                <a:cubicBezTo>
                  <a:pt x="5672978" y="2615812"/>
                  <a:pt x="5670819" y="2632012"/>
                  <a:pt x="5666139" y="2650011"/>
                </a:cubicBezTo>
                <a:cubicBezTo>
                  <a:pt x="5659301" y="2668370"/>
                  <a:pt x="5648142" y="2684210"/>
                  <a:pt x="5636624" y="2700049"/>
                </a:cubicBezTo>
                <a:cubicBezTo>
                  <a:pt x="5616107" y="2732088"/>
                  <a:pt x="5586592" y="2756927"/>
                  <a:pt x="5579753" y="2791126"/>
                </a:cubicBezTo>
                <a:cubicBezTo>
                  <a:pt x="5563916" y="2802646"/>
                  <a:pt x="5545559" y="2813806"/>
                  <a:pt x="5529721" y="2829645"/>
                </a:cubicBezTo>
                <a:lnTo>
                  <a:pt x="5511952" y="2848674"/>
                </a:lnTo>
                <a:lnTo>
                  <a:pt x="5512453" y="2849139"/>
                </a:lnTo>
                <a:cubicBezTo>
                  <a:pt x="5514134" y="2854397"/>
                  <a:pt x="5513498" y="2860530"/>
                  <a:pt x="5510045" y="2865086"/>
                </a:cubicBezTo>
                <a:lnTo>
                  <a:pt x="5503956" y="2857238"/>
                </a:lnTo>
                <a:lnTo>
                  <a:pt x="5494275" y="2867606"/>
                </a:lnTo>
                <a:lnTo>
                  <a:pt x="5495070" y="2876181"/>
                </a:lnTo>
                <a:cubicBezTo>
                  <a:pt x="5497264" y="2885120"/>
                  <a:pt x="5500300" y="2890403"/>
                  <a:pt x="5494400" y="2886870"/>
                </a:cubicBezTo>
                <a:lnTo>
                  <a:pt x="5483043" y="2878369"/>
                </a:lnTo>
                <a:lnTo>
                  <a:pt x="5445000" y="2911092"/>
                </a:lnTo>
                <a:cubicBezTo>
                  <a:pt x="5430197" y="2921892"/>
                  <a:pt x="5414900" y="2929902"/>
                  <a:pt x="5397983" y="2932242"/>
                </a:cubicBezTo>
                <a:cubicBezTo>
                  <a:pt x="5384305" y="2943401"/>
                  <a:pt x="5368107" y="2952761"/>
                  <a:pt x="5352270" y="2963921"/>
                </a:cubicBezTo>
                <a:cubicBezTo>
                  <a:pt x="5338592" y="2973280"/>
                  <a:pt x="5322755" y="2982280"/>
                  <a:pt x="5306917" y="2991280"/>
                </a:cubicBezTo>
                <a:cubicBezTo>
                  <a:pt x="5291080" y="3000280"/>
                  <a:pt x="5274883" y="3011799"/>
                  <a:pt x="5261565" y="3018639"/>
                </a:cubicBezTo>
                <a:cubicBezTo>
                  <a:pt x="5245367" y="3027639"/>
                  <a:pt x="5229530" y="3034478"/>
                  <a:pt x="5215852" y="3043478"/>
                </a:cubicBezTo>
                <a:cubicBezTo>
                  <a:pt x="5206853" y="3048158"/>
                  <a:pt x="5197855" y="3054638"/>
                  <a:pt x="5188497" y="3063637"/>
                </a:cubicBezTo>
                <a:cubicBezTo>
                  <a:pt x="5179498" y="3072997"/>
                  <a:pt x="5172659" y="3079477"/>
                  <a:pt x="5165820" y="3088837"/>
                </a:cubicBezTo>
                <a:cubicBezTo>
                  <a:pt x="5149983" y="3106836"/>
                  <a:pt x="5134145" y="3125195"/>
                  <a:pt x="5115788" y="3138875"/>
                </a:cubicBezTo>
                <a:cubicBezTo>
                  <a:pt x="5104270" y="3145715"/>
                  <a:pt x="5074755" y="3143195"/>
                  <a:pt x="5061077" y="3147875"/>
                </a:cubicBezTo>
                <a:cubicBezTo>
                  <a:pt x="5049919" y="3152555"/>
                  <a:pt x="5040560" y="3166234"/>
                  <a:pt x="5031562" y="3166234"/>
                </a:cubicBezTo>
                <a:cubicBezTo>
                  <a:pt x="5020224" y="3166234"/>
                  <a:pt x="5010303" y="3161104"/>
                  <a:pt x="5000944" y="3153623"/>
                </a:cubicBezTo>
                <a:lnTo>
                  <a:pt x="4975480" y="3128650"/>
                </a:lnTo>
                <a:lnTo>
                  <a:pt x="4975138" y="3128756"/>
                </a:lnTo>
                <a:cubicBezTo>
                  <a:pt x="4971784" y="3128962"/>
                  <a:pt x="4969205" y="3127956"/>
                  <a:pt x="4968038" y="3125094"/>
                </a:cubicBezTo>
                <a:lnTo>
                  <a:pt x="4970532" y="3124266"/>
                </a:lnTo>
                <a:lnTo>
                  <a:pt x="4952620" y="3109346"/>
                </a:lnTo>
                <a:lnTo>
                  <a:pt x="4932329" y="3109407"/>
                </a:lnTo>
                <a:cubicBezTo>
                  <a:pt x="4918649" y="3111972"/>
                  <a:pt x="4908929" y="3118273"/>
                  <a:pt x="4911089" y="3131954"/>
                </a:cubicBezTo>
                <a:cubicBezTo>
                  <a:pt x="4897409" y="3125113"/>
                  <a:pt x="4895248" y="3145635"/>
                  <a:pt x="4881568" y="3138794"/>
                </a:cubicBezTo>
                <a:cubicBezTo>
                  <a:pt x="4881568" y="3130153"/>
                  <a:pt x="4893111" y="3127993"/>
                  <a:pt x="4895085" y="3125631"/>
                </a:cubicBezTo>
                <a:lnTo>
                  <a:pt x="4893544" y="3123564"/>
                </a:lnTo>
                <a:lnTo>
                  <a:pt x="4885420" y="3124249"/>
                </a:lnTo>
                <a:lnTo>
                  <a:pt x="4876573" y="3125743"/>
                </a:lnTo>
                <a:lnTo>
                  <a:pt x="4864177" y="3138183"/>
                </a:lnTo>
                <a:lnTo>
                  <a:pt x="4859833" y="3134744"/>
                </a:lnTo>
                <a:lnTo>
                  <a:pt x="4863575" y="3126088"/>
                </a:lnTo>
                <a:lnTo>
                  <a:pt x="4856000" y="3126726"/>
                </a:lnTo>
                <a:lnTo>
                  <a:pt x="4848889" y="3125715"/>
                </a:lnTo>
                <a:lnTo>
                  <a:pt x="4839358" y="3141854"/>
                </a:lnTo>
                <a:cubicBezTo>
                  <a:pt x="4828288" y="3155805"/>
                  <a:pt x="4813528" y="3167236"/>
                  <a:pt x="4799848" y="3172997"/>
                </a:cubicBezTo>
                <a:cubicBezTo>
                  <a:pt x="4811008" y="3159316"/>
                  <a:pt x="4786167" y="3163636"/>
                  <a:pt x="4783647" y="3166156"/>
                </a:cubicBezTo>
                <a:cubicBezTo>
                  <a:pt x="4781487" y="3184157"/>
                  <a:pt x="4747287" y="3179837"/>
                  <a:pt x="4731447" y="3184157"/>
                </a:cubicBezTo>
                <a:cubicBezTo>
                  <a:pt x="4733967" y="3179837"/>
                  <a:pt x="4742967" y="3170476"/>
                  <a:pt x="4738287" y="3168316"/>
                </a:cubicBezTo>
                <a:cubicBezTo>
                  <a:pt x="4719927" y="3166156"/>
                  <a:pt x="4722447" y="3195678"/>
                  <a:pt x="4708767" y="3195678"/>
                </a:cubicBezTo>
                <a:cubicBezTo>
                  <a:pt x="4710927" y="3175157"/>
                  <a:pt x="4692927" y="3200358"/>
                  <a:pt x="4686087" y="3200358"/>
                </a:cubicBezTo>
                <a:cubicBezTo>
                  <a:pt x="4692927" y="3190998"/>
                  <a:pt x="4672407" y="3190998"/>
                  <a:pt x="4667727" y="3186678"/>
                </a:cubicBezTo>
                <a:cubicBezTo>
                  <a:pt x="4663407" y="3193518"/>
                  <a:pt x="4656567" y="3190998"/>
                  <a:pt x="4651887" y="3197838"/>
                </a:cubicBezTo>
                <a:cubicBezTo>
                  <a:pt x="4660887" y="3193518"/>
                  <a:pt x="4672407" y="3193518"/>
                  <a:pt x="4667727" y="3204679"/>
                </a:cubicBezTo>
                <a:cubicBezTo>
                  <a:pt x="4651887" y="3202519"/>
                  <a:pt x="4633526" y="3204679"/>
                  <a:pt x="4640367" y="3220520"/>
                </a:cubicBezTo>
                <a:cubicBezTo>
                  <a:pt x="4624526" y="3220520"/>
                  <a:pt x="4645047" y="3209359"/>
                  <a:pt x="4631366" y="3206839"/>
                </a:cubicBezTo>
                <a:cubicBezTo>
                  <a:pt x="4619846" y="3227360"/>
                  <a:pt x="4619846" y="3211519"/>
                  <a:pt x="4608686" y="3216200"/>
                </a:cubicBezTo>
                <a:cubicBezTo>
                  <a:pt x="4601846" y="3225200"/>
                  <a:pt x="4606526" y="3229880"/>
                  <a:pt x="4608686" y="3234201"/>
                </a:cubicBezTo>
                <a:cubicBezTo>
                  <a:pt x="4608686" y="3220520"/>
                  <a:pt x="4636047" y="3229880"/>
                  <a:pt x="4647207" y="3225200"/>
                </a:cubicBezTo>
                <a:cubicBezTo>
                  <a:pt x="4638207" y="3232041"/>
                  <a:pt x="4649727" y="3234201"/>
                  <a:pt x="4645047" y="3243201"/>
                </a:cubicBezTo>
                <a:cubicBezTo>
                  <a:pt x="4639287" y="3243201"/>
                  <a:pt x="4634156" y="3243201"/>
                  <a:pt x="4629341" y="3244371"/>
                </a:cubicBezTo>
                <a:lnTo>
                  <a:pt x="4615723" y="3252445"/>
                </a:lnTo>
                <a:lnTo>
                  <a:pt x="4646992" y="3249579"/>
                </a:lnTo>
                <a:cubicBezTo>
                  <a:pt x="4653833" y="3256420"/>
                  <a:pt x="4653833" y="3267940"/>
                  <a:pt x="4649513" y="3276941"/>
                </a:cubicBezTo>
                <a:cubicBezTo>
                  <a:pt x="4649513" y="3276941"/>
                  <a:pt x="4649513" y="3276941"/>
                  <a:pt x="4660674" y="3274780"/>
                </a:cubicBezTo>
                <a:cubicBezTo>
                  <a:pt x="4663194" y="3258940"/>
                  <a:pt x="4653833" y="3258940"/>
                  <a:pt x="4651673" y="3249579"/>
                </a:cubicBezTo>
                <a:cubicBezTo>
                  <a:pt x="4653833" y="3236259"/>
                  <a:pt x="4660674" y="3261100"/>
                  <a:pt x="4665354" y="3263260"/>
                </a:cubicBezTo>
                <a:cubicBezTo>
                  <a:pt x="4676515" y="3258940"/>
                  <a:pt x="4685877" y="3254259"/>
                  <a:pt x="4697037" y="3249579"/>
                </a:cubicBezTo>
                <a:cubicBezTo>
                  <a:pt x="4690197" y="3281621"/>
                  <a:pt x="4717560" y="3254259"/>
                  <a:pt x="4733761" y="3263260"/>
                </a:cubicBezTo>
                <a:cubicBezTo>
                  <a:pt x="4726561" y="3283781"/>
                  <a:pt x="4708559" y="3263260"/>
                  <a:pt x="4703878" y="3290621"/>
                </a:cubicBezTo>
                <a:cubicBezTo>
                  <a:pt x="4681196" y="3286301"/>
                  <a:pt x="4672195" y="3286301"/>
                  <a:pt x="4653833" y="3302142"/>
                </a:cubicBezTo>
                <a:cubicBezTo>
                  <a:pt x="4660674" y="3317983"/>
                  <a:pt x="4670035" y="3293141"/>
                  <a:pt x="4674355" y="3304302"/>
                </a:cubicBezTo>
                <a:cubicBezTo>
                  <a:pt x="4670035" y="3352184"/>
                  <a:pt x="4685877" y="3336343"/>
                  <a:pt x="4710719" y="3304302"/>
                </a:cubicBezTo>
                <a:cubicBezTo>
                  <a:pt x="4694877" y="3324823"/>
                  <a:pt x="4706399" y="3347504"/>
                  <a:pt x="4717560" y="3361185"/>
                </a:cubicBezTo>
                <a:cubicBezTo>
                  <a:pt x="4701718" y="3368025"/>
                  <a:pt x="4701718" y="3352184"/>
                  <a:pt x="4694877" y="3343184"/>
                </a:cubicBezTo>
                <a:cubicBezTo>
                  <a:pt x="4688037" y="3354344"/>
                  <a:pt x="4685877" y="3368025"/>
                  <a:pt x="4674355" y="3372705"/>
                </a:cubicBezTo>
                <a:cubicBezTo>
                  <a:pt x="4665354" y="3372705"/>
                  <a:pt x="4672195" y="3350024"/>
                  <a:pt x="4660674" y="3354344"/>
                </a:cubicBezTo>
                <a:cubicBezTo>
                  <a:pt x="4649513" y="3363705"/>
                  <a:pt x="4653833" y="3402227"/>
                  <a:pt x="4631151" y="3393226"/>
                </a:cubicBezTo>
                <a:cubicBezTo>
                  <a:pt x="4631151" y="3386386"/>
                  <a:pt x="4644832" y="3390706"/>
                  <a:pt x="4642672" y="3381706"/>
                </a:cubicBezTo>
                <a:cubicBezTo>
                  <a:pt x="4624310" y="3372705"/>
                  <a:pt x="4624310" y="3388546"/>
                  <a:pt x="4626470" y="3404387"/>
                </a:cubicBezTo>
                <a:cubicBezTo>
                  <a:pt x="4610629" y="3406547"/>
                  <a:pt x="4615309" y="3397546"/>
                  <a:pt x="4617469" y="3386386"/>
                </a:cubicBezTo>
                <a:cubicBezTo>
                  <a:pt x="4612789" y="3400066"/>
                  <a:pt x="4594787" y="3400066"/>
                  <a:pt x="4590106" y="3413387"/>
                </a:cubicBezTo>
                <a:cubicBezTo>
                  <a:pt x="4592627" y="3420227"/>
                  <a:pt x="4601627" y="3418067"/>
                  <a:pt x="4608468" y="3418067"/>
                </a:cubicBezTo>
                <a:cubicBezTo>
                  <a:pt x="4603788" y="3424908"/>
                  <a:pt x="4601627" y="3433908"/>
                  <a:pt x="4590106" y="3436428"/>
                </a:cubicBezTo>
                <a:lnTo>
                  <a:pt x="4596039" y="3444964"/>
                </a:lnTo>
                <a:lnTo>
                  <a:pt x="4606769" y="3441721"/>
                </a:lnTo>
                <a:lnTo>
                  <a:pt x="4606803" y="3441588"/>
                </a:lnTo>
                <a:cubicBezTo>
                  <a:pt x="4607954" y="3439542"/>
                  <a:pt x="4609105" y="3437814"/>
                  <a:pt x="4609105" y="3434358"/>
                </a:cubicBezTo>
                <a:cubicBezTo>
                  <a:pt x="4614596" y="3433266"/>
                  <a:pt x="4617961" y="3434994"/>
                  <a:pt x="4621636" y="3436449"/>
                </a:cubicBezTo>
                <a:lnTo>
                  <a:pt x="4622023" y="3436462"/>
                </a:lnTo>
                <a:lnTo>
                  <a:pt x="4639449" y="3423989"/>
                </a:lnTo>
                <a:lnTo>
                  <a:pt x="4639005" y="3422562"/>
                </a:lnTo>
                <a:cubicBezTo>
                  <a:pt x="4637437" y="3419804"/>
                  <a:pt x="4635302" y="3418669"/>
                  <a:pt x="4631885" y="3420360"/>
                </a:cubicBezTo>
                <a:cubicBezTo>
                  <a:pt x="4620375" y="3411460"/>
                  <a:pt x="4640876" y="3400425"/>
                  <a:pt x="4650228" y="3406832"/>
                </a:cubicBezTo>
                <a:lnTo>
                  <a:pt x="4652040" y="3413341"/>
                </a:lnTo>
                <a:lnTo>
                  <a:pt x="4667122" y="3398708"/>
                </a:lnTo>
                <a:lnTo>
                  <a:pt x="4665429" y="3390688"/>
                </a:lnTo>
                <a:cubicBezTo>
                  <a:pt x="4649843" y="3383924"/>
                  <a:pt x="4665429" y="3413115"/>
                  <a:pt x="4649843" y="3406351"/>
                </a:cubicBezTo>
                <a:cubicBezTo>
                  <a:pt x="4647363" y="3386416"/>
                  <a:pt x="4647363" y="3386416"/>
                  <a:pt x="4647363" y="3386416"/>
                </a:cubicBezTo>
                <a:cubicBezTo>
                  <a:pt x="4658698" y="3388552"/>
                  <a:pt x="4658698" y="3375025"/>
                  <a:pt x="4670034" y="3379653"/>
                </a:cubicBezTo>
                <a:lnTo>
                  <a:pt x="4674296" y="3391524"/>
                </a:lnTo>
                <a:lnTo>
                  <a:pt x="4688177" y="3377547"/>
                </a:lnTo>
                <a:cubicBezTo>
                  <a:pt x="4695016" y="3386907"/>
                  <a:pt x="4704015" y="3393747"/>
                  <a:pt x="4710854" y="3400587"/>
                </a:cubicBezTo>
                <a:cubicBezTo>
                  <a:pt x="4707434" y="3409676"/>
                  <a:pt x="4702598" y="3417056"/>
                  <a:pt x="4696912" y="3423260"/>
                </a:cubicBezTo>
                <a:lnTo>
                  <a:pt x="4689839" y="3429063"/>
                </a:lnTo>
                <a:lnTo>
                  <a:pt x="4689871" y="3429134"/>
                </a:lnTo>
                <a:lnTo>
                  <a:pt x="4689709" y="3429170"/>
                </a:lnTo>
                <a:lnTo>
                  <a:pt x="4677874" y="3438880"/>
                </a:lnTo>
                <a:lnTo>
                  <a:pt x="4658667" y="3449953"/>
                </a:lnTo>
                <a:lnTo>
                  <a:pt x="4657062" y="3458806"/>
                </a:lnTo>
                <a:lnTo>
                  <a:pt x="4652054" y="3453766"/>
                </a:lnTo>
                <a:lnTo>
                  <a:pt x="4638145" y="3461785"/>
                </a:lnTo>
                <a:cubicBezTo>
                  <a:pt x="4627887" y="3468624"/>
                  <a:pt x="4618259" y="3477174"/>
                  <a:pt x="4605481" y="3482889"/>
                </a:cubicBezTo>
                <a:lnTo>
                  <a:pt x="4598596" y="3484728"/>
                </a:lnTo>
                <a:lnTo>
                  <a:pt x="4599467" y="3486471"/>
                </a:lnTo>
                <a:cubicBezTo>
                  <a:pt x="4608468" y="3483950"/>
                  <a:pt x="4615309" y="3481790"/>
                  <a:pt x="4619629" y="3474950"/>
                </a:cubicBezTo>
                <a:cubicBezTo>
                  <a:pt x="4626470" y="3474950"/>
                  <a:pt x="4619629" y="3497631"/>
                  <a:pt x="4637991" y="3486471"/>
                </a:cubicBezTo>
                <a:cubicBezTo>
                  <a:pt x="4632231" y="3496551"/>
                  <a:pt x="4632231" y="3503301"/>
                  <a:pt x="4632546" y="3510412"/>
                </a:cubicBezTo>
                <a:lnTo>
                  <a:pt x="4631568" y="3517588"/>
                </a:lnTo>
                <a:lnTo>
                  <a:pt x="4639351" y="3518573"/>
                </a:lnTo>
                <a:lnTo>
                  <a:pt x="4643730" y="3517881"/>
                </a:lnTo>
                <a:lnTo>
                  <a:pt x="4643720" y="3517872"/>
                </a:lnTo>
                <a:cubicBezTo>
                  <a:pt x="4646426" y="3509305"/>
                  <a:pt x="4669305" y="3492171"/>
                  <a:pt x="4652146" y="3475037"/>
                </a:cubicBezTo>
                <a:cubicBezTo>
                  <a:pt x="4657956" y="3484284"/>
                  <a:pt x="4664221" y="3492262"/>
                  <a:pt x="4669623" y="3501373"/>
                </a:cubicBezTo>
                <a:lnTo>
                  <a:pt x="4676794" y="3520687"/>
                </a:lnTo>
                <a:lnTo>
                  <a:pt x="4687351" y="3523042"/>
                </a:lnTo>
                <a:lnTo>
                  <a:pt x="4694382" y="3496235"/>
                </a:lnTo>
                <a:cubicBezTo>
                  <a:pt x="4712219" y="3507332"/>
                  <a:pt x="4718997" y="3498382"/>
                  <a:pt x="4746109" y="3494087"/>
                </a:cubicBezTo>
                <a:cubicBezTo>
                  <a:pt x="4748606" y="3505184"/>
                  <a:pt x="4743969" y="3509837"/>
                  <a:pt x="4732910" y="3511985"/>
                </a:cubicBezTo>
                <a:cubicBezTo>
                  <a:pt x="4732910" y="3516639"/>
                  <a:pt x="4735050" y="3516639"/>
                  <a:pt x="4737191" y="3516639"/>
                </a:cubicBezTo>
                <a:cubicBezTo>
                  <a:pt x="4731483" y="3514312"/>
                  <a:pt x="4721940" y="3517086"/>
                  <a:pt x="4712130" y="3520755"/>
                </a:cubicBezTo>
                <a:lnTo>
                  <a:pt x="4698629" y="3525558"/>
                </a:lnTo>
                <a:lnTo>
                  <a:pt x="4705740" y="3527144"/>
                </a:lnTo>
                <a:cubicBezTo>
                  <a:pt x="4721573" y="3529664"/>
                  <a:pt x="4739565" y="3529664"/>
                  <a:pt x="4757916" y="3529664"/>
                </a:cubicBezTo>
                <a:cubicBezTo>
                  <a:pt x="4796418" y="3527144"/>
                  <a:pt x="4835280" y="3524985"/>
                  <a:pt x="4873782" y="3518146"/>
                </a:cubicBezTo>
                <a:cubicBezTo>
                  <a:pt x="4955824" y="3506628"/>
                  <a:pt x="5039665" y="3486472"/>
                  <a:pt x="5126385" y="3470275"/>
                </a:cubicBezTo>
                <a:cubicBezTo>
                  <a:pt x="5137540" y="3490791"/>
                  <a:pt x="5121707" y="3497630"/>
                  <a:pt x="5114871" y="3509148"/>
                </a:cubicBezTo>
                <a:cubicBezTo>
                  <a:pt x="5080687" y="3513467"/>
                  <a:pt x="5053339" y="3527144"/>
                  <a:pt x="5026352" y="3543341"/>
                </a:cubicBezTo>
                <a:lnTo>
                  <a:pt x="5006317" y="3551957"/>
                </a:lnTo>
                <a:lnTo>
                  <a:pt x="5009704" y="3556904"/>
                </a:lnTo>
                <a:cubicBezTo>
                  <a:pt x="5010459" y="3561786"/>
                  <a:pt x="5009533" y="3567140"/>
                  <a:pt x="5007019" y="3570551"/>
                </a:cubicBezTo>
                <a:cubicBezTo>
                  <a:pt x="4998200" y="3573098"/>
                  <a:pt x="4998200" y="3559273"/>
                  <a:pt x="4984794" y="3566186"/>
                </a:cubicBezTo>
                <a:lnTo>
                  <a:pt x="4985052" y="3561102"/>
                </a:lnTo>
                <a:lnTo>
                  <a:pt x="4983666" y="3561698"/>
                </a:lnTo>
                <a:lnTo>
                  <a:pt x="4961178" y="3564852"/>
                </a:lnTo>
                <a:lnTo>
                  <a:pt x="4980376" y="3572257"/>
                </a:lnTo>
                <a:cubicBezTo>
                  <a:pt x="4948136" y="3581260"/>
                  <a:pt x="4902492" y="3622315"/>
                  <a:pt x="4874961" y="3603948"/>
                </a:cubicBezTo>
                <a:cubicBezTo>
                  <a:pt x="4873874" y="3600527"/>
                  <a:pt x="4874418" y="3598276"/>
                  <a:pt x="4875233" y="3596025"/>
                </a:cubicBezTo>
                <a:lnTo>
                  <a:pt x="4876381" y="3591245"/>
                </a:lnTo>
                <a:lnTo>
                  <a:pt x="4874356" y="3591752"/>
                </a:lnTo>
                <a:cubicBezTo>
                  <a:pt x="4808540" y="3601673"/>
                  <a:pt x="4736956" y="3577175"/>
                  <a:pt x="4680552" y="3577175"/>
                </a:cubicBezTo>
                <a:cubicBezTo>
                  <a:pt x="4665798" y="3567097"/>
                  <a:pt x="4644748" y="3560888"/>
                  <a:pt x="4621404" y="3558054"/>
                </a:cubicBezTo>
                <a:lnTo>
                  <a:pt x="4592278" y="3558503"/>
                </a:lnTo>
                <a:lnTo>
                  <a:pt x="4585859" y="3561185"/>
                </a:lnTo>
                <a:cubicBezTo>
                  <a:pt x="4582073" y="3563649"/>
                  <a:pt x="4578765" y="3567205"/>
                  <a:pt x="4576425" y="3572875"/>
                </a:cubicBezTo>
                <a:lnTo>
                  <a:pt x="4566282" y="3558904"/>
                </a:lnTo>
                <a:lnTo>
                  <a:pt x="4551520" y="3559132"/>
                </a:lnTo>
                <a:lnTo>
                  <a:pt x="4553743" y="3575035"/>
                </a:lnTo>
                <a:cubicBezTo>
                  <a:pt x="4531060" y="3584035"/>
                  <a:pt x="4515219" y="3563874"/>
                  <a:pt x="4501537" y="3595556"/>
                </a:cubicBezTo>
                <a:cubicBezTo>
                  <a:pt x="4496857" y="3590875"/>
                  <a:pt x="4492536" y="3586555"/>
                  <a:pt x="4490016" y="3579715"/>
                </a:cubicBezTo>
                <a:cubicBezTo>
                  <a:pt x="4439971" y="3588715"/>
                  <a:pt x="4406127" y="3597716"/>
                  <a:pt x="4369403" y="3604556"/>
                </a:cubicBezTo>
                <a:cubicBezTo>
                  <a:pt x="4335560" y="3609236"/>
                  <a:pt x="4298836" y="3613917"/>
                  <a:pt x="4251311" y="3611396"/>
                </a:cubicBezTo>
                <a:cubicBezTo>
                  <a:pt x="4253471" y="3602396"/>
                  <a:pt x="4251311" y="3593396"/>
                  <a:pt x="4244470" y="3590875"/>
                </a:cubicBezTo>
                <a:cubicBezTo>
                  <a:pt x="4230789" y="3597716"/>
                  <a:pt x="4251311" y="3609236"/>
                  <a:pt x="4246630" y="3622917"/>
                </a:cubicBezTo>
                <a:cubicBezTo>
                  <a:pt x="4169222" y="3607076"/>
                  <a:pt x="4108016" y="3622917"/>
                  <a:pt x="4030608" y="3620757"/>
                </a:cubicBezTo>
                <a:cubicBezTo>
                  <a:pt x="4028087" y="3629757"/>
                  <a:pt x="4030608" y="3634078"/>
                  <a:pt x="4037448" y="3636598"/>
                </a:cubicBezTo>
                <a:cubicBezTo>
                  <a:pt x="4030608" y="3643438"/>
                  <a:pt x="4028087" y="3638758"/>
                  <a:pt x="4012246" y="3640918"/>
                </a:cubicBezTo>
                <a:cubicBezTo>
                  <a:pt x="4021247" y="3625077"/>
                  <a:pt x="4019087" y="3625077"/>
                  <a:pt x="4007925" y="3618237"/>
                </a:cubicBezTo>
                <a:cubicBezTo>
                  <a:pt x="4001085" y="3620757"/>
                  <a:pt x="4001085" y="3631917"/>
                  <a:pt x="3998564" y="3638758"/>
                </a:cubicBezTo>
                <a:cubicBezTo>
                  <a:pt x="3991724" y="3636598"/>
                  <a:pt x="3989563" y="3629757"/>
                  <a:pt x="3994244" y="3618237"/>
                </a:cubicBezTo>
                <a:cubicBezTo>
                  <a:pt x="3994244" y="3618237"/>
                  <a:pt x="3994244" y="3618237"/>
                  <a:pt x="3930517" y="3611396"/>
                </a:cubicBezTo>
                <a:cubicBezTo>
                  <a:pt x="3930517" y="3631917"/>
                  <a:pt x="3944199" y="3620757"/>
                  <a:pt x="3948519" y="3634078"/>
                </a:cubicBezTo>
                <a:cubicBezTo>
                  <a:pt x="3930517" y="3652438"/>
                  <a:pt x="3927997" y="3640918"/>
                  <a:pt x="3925837" y="3625077"/>
                </a:cubicBezTo>
                <a:cubicBezTo>
                  <a:pt x="3921156" y="3611396"/>
                  <a:pt x="3916836" y="3595556"/>
                  <a:pt x="3896314" y="3604556"/>
                </a:cubicBezTo>
                <a:cubicBezTo>
                  <a:pt x="3891633" y="3622917"/>
                  <a:pt x="3909995" y="3618237"/>
                  <a:pt x="3914676" y="3627597"/>
                </a:cubicBezTo>
                <a:cubicBezTo>
                  <a:pt x="3911255" y="3631557"/>
                  <a:pt x="3909388" y="3634797"/>
                  <a:pt x="3908443" y="3637751"/>
                </a:cubicBezTo>
                <a:lnTo>
                  <a:pt x="3908141" y="3641398"/>
                </a:lnTo>
                <a:lnTo>
                  <a:pt x="3926181" y="3648258"/>
                </a:lnTo>
                <a:cubicBezTo>
                  <a:pt x="3921681" y="3653388"/>
                  <a:pt x="3917879" y="3655683"/>
                  <a:pt x="3914494" y="3656201"/>
                </a:cubicBezTo>
                <a:lnTo>
                  <a:pt x="3907778" y="3654211"/>
                </a:lnTo>
                <a:lnTo>
                  <a:pt x="3907835" y="3668279"/>
                </a:lnTo>
                <a:cubicBezTo>
                  <a:pt x="3912155" y="3663959"/>
                  <a:pt x="3918996" y="3666119"/>
                  <a:pt x="3921156" y="3659279"/>
                </a:cubicBezTo>
                <a:cubicBezTo>
                  <a:pt x="3921156" y="3668279"/>
                  <a:pt x="3918996" y="3670440"/>
                  <a:pt x="3918996" y="3672960"/>
                </a:cubicBezTo>
                <a:cubicBezTo>
                  <a:pt x="3918996" y="3672960"/>
                  <a:pt x="3918996" y="3672960"/>
                  <a:pt x="3934838" y="3670440"/>
                </a:cubicBezTo>
                <a:cubicBezTo>
                  <a:pt x="3923677" y="3690960"/>
                  <a:pt x="3900994" y="3677280"/>
                  <a:pt x="3887313" y="3688800"/>
                </a:cubicBezTo>
                <a:cubicBezTo>
                  <a:pt x="3882632" y="3686640"/>
                  <a:pt x="3889473" y="3672960"/>
                  <a:pt x="3882632" y="3672960"/>
                </a:cubicBezTo>
                <a:cubicBezTo>
                  <a:pt x="3848429" y="3688800"/>
                  <a:pt x="3798383" y="3688800"/>
                  <a:pt x="3768860" y="3668279"/>
                </a:cubicBezTo>
                <a:cubicBezTo>
                  <a:pt x="3768860" y="3647758"/>
                  <a:pt x="3782542" y="3675120"/>
                  <a:pt x="3789382" y="3659279"/>
                </a:cubicBezTo>
                <a:cubicBezTo>
                  <a:pt x="3787222" y="3650278"/>
                  <a:pt x="3777861" y="3650278"/>
                  <a:pt x="3777861" y="3636598"/>
                </a:cubicBezTo>
                <a:cubicBezTo>
                  <a:pt x="3762020" y="3650278"/>
                  <a:pt x="3757339" y="3640918"/>
                  <a:pt x="3734657" y="3640918"/>
                </a:cubicBezTo>
                <a:cubicBezTo>
                  <a:pt x="3741497" y="3645598"/>
                  <a:pt x="3762020" y="3657119"/>
                  <a:pt x="3737177" y="3657119"/>
                </a:cubicBezTo>
                <a:cubicBezTo>
                  <a:pt x="3737177" y="3668279"/>
                  <a:pt x="3746178" y="3668279"/>
                  <a:pt x="3741497" y="3684120"/>
                </a:cubicBezTo>
                <a:cubicBezTo>
                  <a:pt x="3734657" y="3677280"/>
                  <a:pt x="3730336" y="3670440"/>
                  <a:pt x="3725656" y="3661439"/>
                </a:cubicBezTo>
                <a:cubicBezTo>
                  <a:pt x="3716655" y="3663959"/>
                  <a:pt x="3718815" y="3681960"/>
                  <a:pt x="3707294" y="3677280"/>
                </a:cubicBezTo>
                <a:cubicBezTo>
                  <a:pt x="3707294" y="3677280"/>
                  <a:pt x="3707294" y="3677280"/>
                  <a:pt x="3709814" y="3657119"/>
                </a:cubicBezTo>
                <a:cubicBezTo>
                  <a:pt x="3691452" y="3661439"/>
                  <a:pt x="3682451" y="3657119"/>
                  <a:pt x="3670930" y="3670440"/>
                </a:cubicBezTo>
                <a:cubicBezTo>
                  <a:pt x="3643927" y="3675120"/>
                  <a:pt x="3648248" y="3645598"/>
                  <a:pt x="3620885" y="3661439"/>
                </a:cubicBezTo>
                <a:cubicBezTo>
                  <a:pt x="3616564" y="3650278"/>
                  <a:pt x="3623405" y="3654599"/>
                  <a:pt x="3623405" y="3638758"/>
                </a:cubicBezTo>
                <a:cubicBezTo>
                  <a:pt x="3609724" y="3640918"/>
                  <a:pt x="3598202" y="3645598"/>
                  <a:pt x="3596042" y="3661439"/>
                </a:cubicBezTo>
                <a:cubicBezTo>
                  <a:pt x="3587041" y="3622917"/>
                  <a:pt x="3554998" y="3659279"/>
                  <a:pt x="3529795" y="3647758"/>
                </a:cubicBezTo>
                <a:cubicBezTo>
                  <a:pt x="3529795" y="3652438"/>
                  <a:pt x="3529795" y="3654599"/>
                  <a:pt x="3529795" y="3659279"/>
                </a:cubicBezTo>
                <a:cubicBezTo>
                  <a:pt x="3529795" y="3670440"/>
                  <a:pt x="3543477" y="3659279"/>
                  <a:pt x="3548157" y="3661439"/>
                </a:cubicBezTo>
                <a:cubicBezTo>
                  <a:pt x="3543657" y="3667200"/>
                  <a:pt x="3543117" y="3669450"/>
                  <a:pt x="3542847" y="3671970"/>
                </a:cubicBezTo>
                <a:lnTo>
                  <a:pt x="3542493" y="3673135"/>
                </a:lnTo>
                <a:lnTo>
                  <a:pt x="3558363" y="3671361"/>
                </a:lnTo>
                <a:lnTo>
                  <a:pt x="3558976" y="3667505"/>
                </a:lnTo>
                <a:cubicBezTo>
                  <a:pt x="3559294" y="3665504"/>
                  <a:pt x="3559294" y="3665504"/>
                  <a:pt x="3559294" y="3665504"/>
                </a:cubicBezTo>
                <a:cubicBezTo>
                  <a:pt x="3575284" y="3660775"/>
                  <a:pt x="3575284" y="3665504"/>
                  <a:pt x="3589093" y="3660775"/>
                </a:cubicBezTo>
                <a:lnTo>
                  <a:pt x="3590563" y="3667762"/>
                </a:lnTo>
                <a:lnTo>
                  <a:pt x="3600793" y="3666618"/>
                </a:lnTo>
                <a:lnTo>
                  <a:pt x="3596115" y="3678908"/>
                </a:lnTo>
                <a:lnTo>
                  <a:pt x="3609807" y="3665504"/>
                </a:lnTo>
                <a:cubicBezTo>
                  <a:pt x="3614168" y="3667687"/>
                  <a:pt x="3609807" y="3681512"/>
                  <a:pt x="3616712" y="3681512"/>
                </a:cubicBezTo>
                <a:cubicBezTo>
                  <a:pt x="3614350" y="3688424"/>
                  <a:pt x="3607445" y="3691334"/>
                  <a:pt x="3600858" y="3690470"/>
                </a:cubicBezTo>
                <a:lnTo>
                  <a:pt x="3594201" y="3683935"/>
                </a:lnTo>
                <a:lnTo>
                  <a:pt x="3588656" y="3698499"/>
                </a:lnTo>
                <a:cubicBezTo>
                  <a:pt x="3574450" y="3722326"/>
                  <a:pt x="3554271" y="3725296"/>
                  <a:pt x="3530245" y="3737176"/>
                </a:cubicBezTo>
                <a:cubicBezTo>
                  <a:pt x="3519086" y="3732496"/>
                  <a:pt x="3507568" y="3730336"/>
                  <a:pt x="3500729" y="3718816"/>
                </a:cubicBezTo>
                <a:lnTo>
                  <a:pt x="3425690" y="3735591"/>
                </a:lnTo>
                <a:lnTo>
                  <a:pt x="3425384" y="3736683"/>
                </a:lnTo>
                <a:lnTo>
                  <a:pt x="3424297" y="3735903"/>
                </a:lnTo>
                <a:lnTo>
                  <a:pt x="3420012" y="3736860"/>
                </a:lnTo>
                <a:lnTo>
                  <a:pt x="3401802" y="3740852"/>
                </a:lnTo>
                <a:lnTo>
                  <a:pt x="3400182" y="3745683"/>
                </a:lnTo>
                <a:lnTo>
                  <a:pt x="3395375" y="3742261"/>
                </a:lnTo>
                <a:lnTo>
                  <a:pt x="3370631" y="3747685"/>
                </a:lnTo>
                <a:lnTo>
                  <a:pt x="3370659" y="3747843"/>
                </a:lnTo>
                <a:cubicBezTo>
                  <a:pt x="3363818" y="3750363"/>
                  <a:pt x="3356977" y="3750363"/>
                  <a:pt x="3350136" y="3752523"/>
                </a:cubicBezTo>
                <a:cubicBezTo>
                  <a:pt x="3350136" y="3761524"/>
                  <a:pt x="3352657" y="3768364"/>
                  <a:pt x="3359497" y="3766204"/>
                </a:cubicBezTo>
                <a:cubicBezTo>
                  <a:pt x="3352657" y="3778805"/>
                  <a:pt x="3348066" y="3774214"/>
                  <a:pt x="3343476" y="3765079"/>
                </a:cubicBezTo>
                <a:lnTo>
                  <a:pt x="3338351" y="3753972"/>
                </a:lnTo>
                <a:lnTo>
                  <a:pt x="3310539" y="3757316"/>
                </a:lnTo>
                <a:lnTo>
                  <a:pt x="3313773" y="3759364"/>
                </a:lnTo>
                <a:cubicBezTo>
                  <a:pt x="3327454" y="3770524"/>
                  <a:pt x="3296131" y="3757204"/>
                  <a:pt x="3309812" y="3766204"/>
                </a:cubicBezTo>
                <a:cubicBezTo>
                  <a:pt x="3307922" y="3778085"/>
                  <a:pt x="3302387" y="3765664"/>
                  <a:pt x="3296851" y="3760686"/>
                </a:cubicBezTo>
                <a:lnTo>
                  <a:pt x="3292125" y="3759529"/>
                </a:lnTo>
                <a:lnTo>
                  <a:pt x="3291499" y="3759605"/>
                </a:lnTo>
                <a:lnTo>
                  <a:pt x="3293116" y="3767644"/>
                </a:lnTo>
                <a:cubicBezTo>
                  <a:pt x="3295951" y="3770794"/>
                  <a:pt x="3299371" y="3775384"/>
                  <a:pt x="3298291" y="3784565"/>
                </a:cubicBezTo>
                <a:cubicBezTo>
                  <a:pt x="3293610" y="3784565"/>
                  <a:pt x="3293610" y="3786725"/>
                  <a:pt x="3293610" y="3791405"/>
                </a:cubicBezTo>
                <a:cubicBezTo>
                  <a:pt x="3290190" y="3787985"/>
                  <a:pt x="3287940" y="3782765"/>
                  <a:pt x="3286275" y="3776420"/>
                </a:cubicBezTo>
                <a:lnTo>
                  <a:pt x="3283485" y="3760568"/>
                </a:lnTo>
                <a:lnTo>
                  <a:pt x="3271446" y="3762015"/>
                </a:lnTo>
                <a:lnTo>
                  <a:pt x="3263906" y="3761813"/>
                </a:lnTo>
                <a:lnTo>
                  <a:pt x="3264087" y="3766204"/>
                </a:lnTo>
                <a:cubicBezTo>
                  <a:pt x="3266248" y="3773044"/>
                  <a:pt x="3268768" y="3759364"/>
                  <a:pt x="3270928" y="3768364"/>
                </a:cubicBezTo>
                <a:cubicBezTo>
                  <a:pt x="3272008" y="3780964"/>
                  <a:pt x="3262377" y="3769624"/>
                  <a:pt x="3253331" y="3761929"/>
                </a:cubicBezTo>
                <a:lnTo>
                  <a:pt x="3252404" y="3761505"/>
                </a:lnTo>
                <a:lnTo>
                  <a:pt x="3239348" y="3761155"/>
                </a:lnTo>
                <a:lnTo>
                  <a:pt x="3238731" y="3762404"/>
                </a:lnTo>
                <a:cubicBezTo>
                  <a:pt x="3238277" y="3765726"/>
                  <a:pt x="3238390" y="3770570"/>
                  <a:pt x="3239245" y="3777365"/>
                </a:cubicBezTo>
                <a:cubicBezTo>
                  <a:pt x="3227724" y="3777365"/>
                  <a:pt x="3218723" y="3768364"/>
                  <a:pt x="3205041" y="3777365"/>
                </a:cubicBezTo>
                <a:cubicBezTo>
                  <a:pt x="3207201" y="3782045"/>
                  <a:pt x="3209362" y="3784565"/>
                  <a:pt x="3207201" y="3786725"/>
                </a:cubicBezTo>
                <a:cubicBezTo>
                  <a:pt x="3218723" y="3795726"/>
                  <a:pt x="3214042" y="3797886"/>
                  <a:pt x="3229884" y="3818406"/>
                </a:cubicBezTo>
                <a:cubicBezTo>
                  <a:pt x="3223043" y="3818406"/>
                  <a:pt x="3211882" y="3795726"/>
                  <a:pt x="3209362" y="3814086"/>
                </a:cubicBezTo>
                <a:cubicBezTo>
                  <a:pt x="3207201" y="3804726"/>
                  <a:pt x="3202521" y="3793565"/>
                  <a:pt x="3196040" y="3795726"/>
                </a:cubicBezTo>
                <a:cubicBezTo>
                  <a:pt x="3193520" y="3797886"/>
                  <a:pt x="3198200" y="3809406"/>
                  <a:pt x="3200361" y="3816246"/>
                </a:cubicBezTo>
                <a:cubicBezTo>
                  <a:pt x="3193520" y="3811566"/>
                  <a:pt x="3184519" y="3809406"/>
                  <a:pt x="3193520" y="3818406"/>
                </a:cubicBezTo>
                <a:cubicBezTo>
                  <a:pt x="3184519" y="3832087"/>
                  <a:pt x="3172998" y="3797886"/>
                  <a:pt x="3170838" y="3788885"/>
                </a:cubicBezTo>
                <a:cubicBezTo>
                  <a:pt x="3157156" y="3816246"/>
                  <a:pt x="3186679" y="3832087"/>
                  <a:pt x="3196040" y="3861609"/>
                </a:cubicBezTo>
                <a:cubicBezTo>
                  <a:pt x="3189200" y="3854768"/>
                  <a:pt x="3186679" y="3866289"/>
                  <a:pt x="3193520" y="3868449"/>
                </a:cubicBezTo>
                <a:cubicBezTo>
                  <a:pt x="3186679" y="3893650"/>
                  <a:pt x="3184519" y="3845768"/>
                  <a:pt x="3172998" y="3854768"/>
                </a:cubicBezTo>
                <a:cubicBezTo>
                  <a:pt x="3170838" y="3884650"/>
                  <a:pt x="3189200" y="3895810"/>
                  <a:pt x="3179839" y="3904811"/>
                </a:cubicBezTo>
                <a:cubicBezTo>
                  <a:pt x="3191360" y="3918491"/>
                  <a:pt x="3205041" y="3893650"/>
                  <a:pt x="3216202" y="3921011"/>
                </a:cubicBezTo>
                <a:cubicBezTo>
                  <a:pt x="3216202" y="3932172"/>
                  <a:pt x="3202521" y="3921011"/>
                  <a:pt x="3198200" y="3909491"/>
                </a:cubicBezTo>
                <a:cubicBezTo>
                  <a:pt x="3191360" y="3916331"/>
                  <a:pt x="3198200" y="3936852"/>
                  <a:pt x="3186679" y="3936852"/>
                </a:cubicBezTo>
                <a:cubicBezTo>
                  <a:pt x="3182359" y="3921011"/>
                  <a:pt x="3177678" y="3925332"/>
                  <a:pt x="3175518" y="3911651"/>
                </a:cubicBezTo>
                <a:cubicBezTo>
                  <a:pt x="3172998" y="3927852"/>
                  <a:pt x="3182359" y="3954853"/>
                  <a:pt x="3175518" y="3961693"/>
                </a:cubicBezTo>
                <a:cubicBezTo>
                  <a:pt x="3175518" y="3948013"/>
                  <a:pt x="3172998" y="3939012"/>
                  <a:pt x="3163997" y="3941172"/>
                </a:cubicBezTo>
                <a:cubicBezTo>
                  <a:pt x="3161837" y="3936852"/>
                  <a:pt x="3168677" y="3923172"/>
                  <a:pt x="3170838" y="3932172"/>
                </a:cubicBezTo>
                <a:cubicBezTo>
                  <a:pt x="3170838" y="3930012"/>
                  <a:pt x="3168677" y="3921011"/>
                  <a:pt x="3170838" y="3921011"/>
                </a:cubicBezTo>
                <a:cubicBezTo>
                  <a:pt x="3168677" y="3907331"/>
                  <a:pt x="3163997" y="3914171"/>
                  <a:pt x="3159676" y="3902650"/>
                </a:cubicBezTo>
                <a:cubicBezTo>
                  <a:pt x="3154996" y="3902650"/>
                  <a:pt x="3163997" y="3927852"/>
                  <a:pt x="3166157" y="3916331"/>
                </a:cubicBezTo>
                <a:cubicBezTo>
                  <a:pt x="3168677" y="3932172"/>
                  <a:pt x="3154996" y="3921011"/>
                  <a:pt x="3152836" y="3918491"/>
                </a:cubicBezTo>
                <a:cubicBezTo>
                  <a:pt x="3154996" y="3895810"/>
                  <a:pt x="3132314" y="3904811"/>
                  <a:pt x="3132314" y="3888970"/>
                </a:cubicBezTo>
                <a:cubicBezTo>
                  <a:pt x="3127633" y="3893650"/>
                  <a:pt x="3122953" y="3882130"/>
                  <a:pt x="3116112" y="3888970"/>
                </a:cubicBezTo>
                <a:cubicBezTo>
                  <a:pt x="3132314" y="3897970"/>
                  <a:pt x="3132314" y="3909491"/>
                  <a:pt x="3145995" y="3927852"/>
                </a:cubicBezTo>
                <a:cubicBezTo>
                  <a:pt x="3143475" y="3932172"/>
                  <a:pt x="3141314" y="3934332"/>
                  <a:pt x="3136634" y="3936852"/>
                </a:cubicBezTo>
                <a:cubicBezTo>
                  <a:pt x="3141314" y="3927852"/>
                  <a:pt x="3132314" y="3925332"/>
                  <a:pt x="3132314" y="3916331"/>
                </a:cubicBezTo>
                <a:cubicBezTo>
                  <a:pt x="3127633" y="3909491"/>
                  <a:pt x="3118632" y="3909491"/>
                  <a:pt x="3118632" y="3916331"/>
                </a:cubicBezTo>
                <a:cubicBezTo>
                  <a:pt x="3122953" y="3930012"/>
                  <a:pt x="3125473" y="3923172"/>
                  <a:pt x="3129793" y="3927852"/>
                </a:cubicBezTo>
                <a:cubicBezTo>
                  <a:pt x="3132314" y="3945853"/>
                  <a:pt x="3109271" y="3925332"/>
                  <a:pt x="3118632" y="3945853"/>
                </a:cubicBezTo>
                <a:cubicBezTo>
                  <a:pt x="3102430" y="3934332"/>
                  <a:pt x="3100270" y="3950533"/>
                  <a:pt x="3079748" y="3954853"/>
                </a:cubicBezTo>
                <a:cubicBezTo>
                  <a:pt x="3077588" y="3950533"/>
                  <a:pt x="3082268" y="3950533"/>
                  <a:pt x="3082268" y="3948013"/>
                </a:cubicBezTo>
                <a:cubicBezTo>
                  <a:pt x="3079748" y="3943692"/>
                  <a:pt x="3077588" y="3945853"/>
                  <a:pt x="3075428" y="3945853"/>
                </a:cubicBezTo>
                <a:cubicBezTo>
                  <a:pt x="3070747" y="3930012"/>
                  <a:pt x="3086589" y="3948013"/>
                  <a:pt x="3089109" y="3939012"/>
                </a:cubicBezTo>
                <a:cubicBezTo>
                  <a:pt x="3089109" y="3939012"/>
                  <a:pt x="3089109" y="3939012"/>
                  <a:pt x="3084429" y="3930012"/>
                </a:cubicBezTo>
                <a:cubicBezTo>
                  <a:pt x="3077588" y="3923172"/>
                  <a:pt x="3070747" y="3932172"/>
                  <a:pt x="3061746" y="3918491"/>
                </a:cubicBezTo>
                <a:cubicBezTo>
                  <a:pt x="3066067" y="3934332"/>
                  <a:pt x="3079748" y="3964214"/>
                  <a:pt x="3095950" y="3975374"/>
                </a:cubicBezTo>
                <a:cubicBezTo>
                  <a:pt x="3091269" y="3977894"/>
                  <a:pt x="3079748" y="3973214"/>
                  <a:pt x="3089109" y="3980054"/>
                </a:cubicBezTo>
                <a:cubicBezTo>
                  <a:pt x="3093429" y="3991575"/>
                  <a:pt x="3077588" y="3971054"/>
                  <a:pt x="3072907" y="3973214"/>
                </a:cubicBezTo>
                <a:cubicBezTo>
                  <a:pt x="3077588" y="3980054"/>
                  <a:pt x="3084429" y="3986894"/>
                  <a:pt x="3086589" y="3986894"/>
                </a:cubicBezTo>
                <a:cubicBezTo>
                  <a:pt x="3089109" y="3998055"/>
                  <a:pt x="3075428" y="4000575"/>
                  <a:pt x="3086589" y="4018576"/>
                </a:cubicBezTo>
                <a:cubicBezTo>
                  <a:pt x="3084429" y="4018576"/>
                  <a:pt x="3079748" y="4009576"/>
                  <a:pt x="3082268" y="4009576"/>
                </a:cubicBezTo>
                <a:cubicBezTo>
                  <a:pt x="3075428" y="4000575"/>
                  <a:pt x="3072907" y="4014256"/>
                  <a:pt x="3066067" y="3995895"/>
                </a:cubicBezTo>
                <a:cubicBezTo>
                  <a:pt x="3063906" y="3984734"/>
                  <a:pt x="3070747" y="3995895"/>
                  <a:pt x="3075428" y="3989055"/>
                </a:cubicBezTo>
                <a:cubicBezTo>
                  <a:pt x="3070747" y="3982214"/>
                  <a:pt x="3068587" y="3984734"/>
                  <a:pt x="3063906" y="3977894"/>
                </a:cubicBezTo>
                <a:cubicBezTo>
                  <a:pt x="3054905" y="3977894"/>
                  <a:pt x="3068587" y="3998055"/>
                  <a:pt x="3057066" y="3989055"/>
                </a:cubicBezTo>
                <a:cubicBezTo>
                  <a:pt x="3068587" y="4011736"/>
                  <a:pt x="3072907" y="4025416"/>
                  <a:pt x="3061746" y="4023256"/>
                </a:cubicBezTo>
                <a:cubicBezTo>
                  <a:pt x="3050225" y="4009576"/>
                  <a:pt x="3052385" y="4000575"/>
                  <a:pt x="3052385" y="3991575"/>
                </a:cubicBezTo>
                <a:cubicBezTo>
                  <a:pt x="3050225" y="3989055"/>
                  <a:pt x="3045544" y="3986894"/>
                  <a:pt x="3043384" y="3980054"/>
                </a:cubicBezTo>
                <a:cubicBezTo>
                  <a:pt x="3048065" y="3991575"/>
                  <a:pt x="3048065" y="3998055"/>
                  <a:pt x="3050225" y="4007416"/>
                </a:cubicBezTo>
                <a:cubicBezTo>
                  <a:pt x="3045544" y="4009576"/>
                  <a:pt x="3038704" y="3998055"/>
                  <a:pt x="3032223" y="3989055"/>
                </a:cubicBezTo>
                <a:cubicBezTo>
                  <a:pt x="3036544" y="3998055"/>
                  <a:pt x="3041224" y="4011736"/>
                  <a:pt x="3027543" y="4004895"/>
                </a:cubicBezTo>
                <a:cubicBezTo>
                  <a:pt x="3032223" y="4011736"/>
                  <a:pt x="3038704" y="4021096"/>
                  <a:pt x="3041224" y="4018576"/>
                </a:cubicBezTo>
                <a:cubicBezTo>
                  <a:pt x="3050225" y="4032257"/>
                  <a:pt x="3036544" y="4023256"/>
                  <a:pt x="3032223" y="4014256"/>
                </a:cubicBezTo>
                <a:cubicBezTo>
                  <a:pt x="3029703" y="4016416"/>
                  <a:pt x="3043384" y="4034417"/>
                  <a:pt x="3029703" y="4023256"/>
                </a:cubicBezTo>
                <a:cubicBezTo>
                  <a:pt x="3032223" y="4025416"/>
                  <a:pt x="3057066" y="4048458"/>
                  <a:pt x="3052385" y="4057458"/>
                </a:cubicBezTo>
                <a:cubicBezTo>
                  <a:pt x="3061746" y="4068618"/>
                  <a:pt x="3063906" y="4055298"/>
                  <a:pt x="3070747" y="4059618"/>
                </a:cubicBezTo>
                <a:cubicBezTo>
                  <a:pt x="3072907" y="4057458"/>
                  <a:pt x="3068587" y="4050618"/>
                  <a:pt x="3061746" y="4041617"/>
                </a:cubicBezTo>
                <a:cubicBezTo>
                  <a:pt x="3070747" y="4048458"/>
                  <a:pt x="3068587" y="4048458"/>
                  <a:pt x="3070747" y="4041617"/>
                </a:cubicBezTo>
                <a:cubicBezTo>
                  <a:pt x="3082268" y="4057458"/>
                  <a:pt x="3072907" y="4059618"/>
                  <a:pt x="3091269" y="4077979"/>
                </a:cubicBezTo>
                <a:cubicBezTo>
                  <a:pt x="3089109" y="4084819"/>
                  <a:pt x="3077588" y="4066458"/>
                  <a:pt x="3077588" y="4061778"/>
                </a:cubicBezTo>
                <a:cubicBezTo>
                  <a:pt x="3072907" y="4071138"/>
                  <a:pt x="3075428" y="4073299"/>
                  <a:pt x="3075428" y="4082299"/>
                </a:cubicBezTo>
                <a:cubicBezTo>
                  <a:pt x="3079748" y="4086979"/>
                  <a:pt x="3082268" y="4084819"/>
                  <a:pt x="3086589" y="4091660"/>
                </a:cubicBezTo>
                <a:cubicBezTo>
                  <a:pt x="3079748" y="4093820"/>
                  <a:pt x="3070747" y="4089139"/>
                  <a:pt x="3070747" y="4100660"/>
                </a:cubicBezTo>
                <a:cubicBezTo>
                  <a:pt x="3068587" y="4091660"/>
                  <a:pt x="3070747" y="4093820"/>
                  <a:pt x="3059226" y="4084819"/>
                </a:cubicBezTo>
                <a:cubicBezTo>
                  <a:pt x="3066067" y="4093820"/>
                  <a:pt x="3059226" y="4095980"/>
                  <a:pt x="3070747" y="4107500"/>
                </a:cubicBezTo>
                <a:cubicBezTo>
                  <a:pt x="3066067" y="4104980"/>
                  <a:pt x="3059226" y="4098140"/>
                  <a:pt x="3052385" y="4091660"/>
                </a:cubicBezTo>
                <a:cubicBezTo>
                  <a:pt x="3050225" y="4102820"/>
                  <a:pt x="3038704" y="4104980"/>
                  <a:pt x="3022862" y="4098140"/>
                </a:cubicBezTo>
                <a:cubicBezTo>
                  <a:pt x="3022862" y="4102820"/>
                  <a:pt x="3043384" y="4116501"/>
                  <a:pt x="3045544" y="4109660"/>
                </a:cubicBezTo>
                <a:cubicBezTo>
                  <a:pt x="3057066" y="4125501"/>
                  <a:pt x="3041224" y="4125501"/>
                  <a:pt x="3027543" y="4107500"/>
                </a:cubicBezTo>
                <a:cubicBezTo>
                  <a:pt x="3022862" y="4111820"/>
                  <a:pt x="3018542" y="4114341"/>
                  <a:pt x="3020702" y="4121181"/>
                </a:cubicBezTo>
                <a:cubicBezTo>
                  <a:pt x="3032223" y="4125501"/>
                  <a:pt x="3020702" y="4114341"/>
                  <a:pt x="3034383" y="4123341"/>
                </a:cubicBezTo>
                <a:cubicBezTo>
                  <a:pt x="3038704" y="4137022"/>
                  <a:pt x="3029703" y="4146022"/>
                  <a:pt x="3013861" y="4152862"/>
                </a:cubicBezTo>
                <a:cubicBezTo>
                  <a:pt x="2995499" y="4134862"/>
                  <a:pt x="3020702" y="4139182"/>
                  <a:pt x="3018542" y="4125501"/>
                </a:cubicBezTo>
                <a:cubicBezTo>
                  <a:pt x="2993339" y="4109660"/>
                  <a:pt x="3009181" y="4107500"/>
                  <a:pt x="2995499" y="4095980"/>
                </a:cubicBezTo>
                <a:cubicBezTo>
                  <a:pt x="2998019" y="4109660"/>
                  <a:pt x="2989019" y="4093820"/>
                  <a:pt x="2984338" y="4102820"/>
                </a:cubicBezTo>
                <a:cubicBezTo>
                  <a:pt x="3002340" y="4111820"/>
                  <a:pt x="3004860" y="4123341"/>
                  <a:pt x="3009181" y="4134862"/>
                </a:cubicBezTo>
                <a:cubicBezTo>
                  <a:pt x="2998019" y="4128021"/>
                  <a:pt x="2993339" y="4134862"/>
                  <a:pt x="2986498" y="4139182"/>
                </a:cubicBezTo>
                <a:cubicBezTo>
                  <a:pt x="2995499" y="4141702"/>
                  <a:pt x="3007020" y="4152862"/>
                  <a:pt x="3013861" y="4152862"/>
                </a:cubicBezTo>
                <a:cubicBezTo>
                  <a:pt x="3029703" y="4152862"/>
                  <a:pt x="3016021" y="4166543"/>
                  <a:pt x="3032223" y="4178064"/>
                </a:cubicBezTo>
                <a:cubicBezTo>
                  <a:pt x="3027543" y="4180224"/>
                  <a:pt x="3016021" y="4168703"/>
                  <a:pt x="3011701" y="4171223"/>
                </a:cubicBezTo>
                <a:cubicBezTo>
                  <a:pt x="3007020" y="4164383"/>
                  <a:pt x="3016021" y="4168703"/>
                  <a:pt x="3013861" y="4161863"/>
                </a:cubicBezTo>
                <a:cubicBezTo>
                  <a:pt x="3000180" y="4152862"/>
                  <a:pt x="3000180" y="4171223"/>
                  <a:pt x="3000180" y="4178064"/>
                </a:cubicBezTo>
                <a:cubicBezTo>
                  <a:pt x="3009181" y="4184904"/>
                  <a:pt x="2998019" y="4168703"/>
                  <a:pt x="3007020" y="4168703"/>
                </a:cubicBezTo>
                <a:cubicBezTo>
                  <a:pt x="3022862" y="4189224"/>
                  <a:pt x="3013861" y="4191744"/>
                  <a:pt x="3011701" y="4205065"/>
                </a:cubicBezTo>
                <a:cubicBezTo>
                  <a:pt x="3004860" y="4200745"/>
                  <a:pt x="2995499" y="4191744"/>
                  <a:pt x="2993339" y="4193904"/>
                </a:cubicBezTo>
                <a:cubicBezTo>
                  <a:pt x="2986498" y="4189224"/>
                  <a:pt x="3002340" y="4191744"/>
                  <a:pt x="2984338" y="4180224"/>
                </a:cubicBezTo>
                <a:cubicBezTo>
                  <a:pt x="2982178" y="4182384"/>
                  <a:pt x="2982178" y="4187064"/>
                  <a:pt x="2979658" y="4189224"/>
                </a:cubicBezTo>
                <a:cubicBezTo>
                  <a:pt x="2972817" y="4191744"/>
                  <a:pt x="2975337" y="4178064"/>
                  <a:pt x="2959135" y="4173383"/>
                </a:cubicBezTo>
                <a:cubicBezTo>
                  <a:pt x="2975337" y="4193904"/>
                  <a:pt x="2965976" y="4189224"/>
                  <a:pt x="2984338" y="4207585"/>
                </a:cubicBezTo>
                <a:cubicBezTo>
                  <a:pt x="2982178" y="4211905"/>
                  <a:pt x="2979658" y="4221266"/>
                  <a:pt x="2977497" y="4225586"/>
                </a:cubicBezTo>
                <a:cubicBezTo>
                  <a:pt x="2972817" y="4232426"/>
                  <a:pt x="2968496" y="4234946"/>
                  <a:pt x="2952295" y="4228106"/>
                </a:cubicBezTo>
                <a:cubicBezTo>
                  <a:pt x="2950134" y="4232426"/>
                  <a:pt x="2970657" y="4239266"/>
                  <a:pt x="2977497" y="4243947"/>
                </a:cubicBezTo>
                <a:cubicBezTo>
                  <a:pt x="2970657" y="4246107"/>
                  <a:pt x="2959135" y="4248627"/>
                  <a:pt x="2952295" y="4239266"/>
                </a:cubicBezTo>
                <a:cubicBezTo>
                  <a:pt x="2950134" y="4243947"/>
                  <a:pt x="2956975" y="4250787"/>
                  <a:pt x="2945454" y="4248627"/>
                </a:cubicBezTo>
                <a:cubicBezTo>
                  <a:pt x="2931773" y="4243947"/>
                  <a:pt x="2936453" y="4239266"/>
                  <a:pt x="2925292" y="4234946"/>
                </a:cubicBezTo>
                <a:cubicBezTo>
                  <a:pt x="2920611" y="4241787"/>
                  <a:pt x="2936453" y="4248627"/>
                  <a:pt x="2947974" y="4255467"/>
                </a:cubicBezTo>
                <a:cubicBezTo>
                  <a:pt x="2963816" y="4264468"/>
                  <a:pt x="2943294" y="4243947"/>
                  <a:pt x="2954815" y="4252947"/>
                </a:cubicBezTo>
                <a:cubicBezTo>
                  <a:pt x="2968496" y="4255467"/>
                  <a:pt x="2959135" y="4266628"/>
                  <a:pt x="2950134" y="4259788"/>
                </a:cubicBezTo>
                <a:cubicBezTo>
                  <a:pt x="2952295" y="4266628"/>
                  <a:pt x="2959135" y="4271308"/>
                  <a:pt x="2959135" y="4275628"/>
                </a:cubicBezTo>
                <a:cubicBezTo>
                  <a:pt x="2954815" y="4284989"/>
                  <a:pt x="2938613" y="4278148"/>
                  <a:pt x="2931773" y="4282469"/>
                </a:cubicBezTo>
                <a:cubicBezTo>
                  <a:pt x="2943294" y="4282469"/>
                  <a:pt x="2961656" y="4291829"/>
                  <a:pt x="2959135" y="4287149"/>
                </a:cubicBezTo>
                <a:cubicBezTo>
                  <a:pt x="2975337" y="4289309"/>
                  <a:pt x="2963816" y="4309830"/>
                  <a:pt x="2952295" y="4309830"/>
                </a:cubicBezTo>
                <a:cubicBezTo>
                  <a:pt x="2943294" y="4305510"/>
                  <a:pt x="2963816" y="4305510"/>
                  <a:pt x="2952295" y="4296149"/>
                </a:cubicBezTo>
                <a:cubicBezTo>
                  <a:pt x="2936453" y="4298669"/>
                  <a:pt x="2956975" y="4321350"/>
                  <a:pt x="2931773" y="4316670"/>
                </a:cubicBezTo>
                <a:cubicBezTo>
                  <a:pt x="2931773" y="4325671"/>
                  <a:pt x="2950134" y="4321350"/>
                  <a:pt x="2952295" y="4328191"/>
                </a:cubicBezTo>
                <a:cubicBezTo>
                  <a:pt x="2943294" y="4328191"/>
                  <a:pt x="2936453" y="4330351"/>
                  <a:pt x="2927452" y="4332511"/>
                </a:cubicBezTo>
                <a:cubicBezTo>
                  <a:pt x="2938613" y="4337191"/>
                  <a:pt x="2927452" y="4346192"/>
                  <a:pt x="2943294" y="4350872"/>
                </a:cubicBezTo>
                <a:cubicBezTo>
                  <a:pt x="2927452" y="4366713"/>
                  <a:pt x="2913771" y="4371393"/>
                  <a:pt x="2915931" y="4391914"/>
                </a:cubicBezTo>
                <a:cubicBezTo>
                  <a:pt x="2913771" y="4389394"/>
                  <a:pt x="2906930" y="4385074"/>
                  <a:pt x="2897929" y="4382553"/>
                </a:cubicBezTo>
                <a:cubicBezTo>
                  <a:pt x="2925292" y="4409915"/>
                  <a:pt x="2888928" y="4439436"/>
                  <a:pt x="2879567" y="4464637"/>
                </a:cubicBezTo>
                <a:cubicBezTo>
                  <a:pt x="2879567" y="4471478"/>
                  <a:pt x="2897929" y="4471478"/>
                  <a:pt x="2877407" y="4473638"/>
                </a:cubicBezTo>
                <a:cubicBezTo>
                  <a:pt x="2877407" y="4475798"/>
                  <a:pt x="2882087" y="4478318"/>
                  <a:pt x="2879567" y="4480478"/>
                </a:cubicBezTo>
                <a:cubicBezTo>
                  <a:pt x="2886408" y="4480478"/>
                  <a:pt x="2888928" y="4478318"/>
                  <a:pt x="2893248" y="4475798"/>
                </a:cubicBezTo>
                <a:cubicBezTo>
                  <a:pt x="2893248" y="4487318"/>
                  <a:pt x="2868046" y="4505679"/>
                  <a:pt x="2891088" y="4521520"/>
                </a:cubicBezTo>
                <a:cubicBezTo>
                  <a:pt x="2877407" y="4525840"/>
                  <a:pt x="2859045" y="4539521"/>
                  <a:pt x="2874887" y="4555722"/>
                </a:cubicBezTo>
                <a:cubicBezTo>
                  <a:pt x="2850044" y="4564722"/>
                  <a:pt x="2843203" y="4610084"/>
                  <a:pt x="2843203" y="4637445"/>
                </a:cubicBezTo>
                <a:cubicBezTo>
                  <a:pt x="2836362" y="4635285"/>
                  <a:pt x="2836362" y="4630605"/>
                  <a:pt x="2829522" y="4628445"/>
                </a:cubicBezTo>
                <a:cubicBezTo>
                  <a:pt x="2829522" y="4639606"/>
                  <a:pt x="2820521" y="4642126"/>
                  <a:pt x="2815840" y="4651126"/>
                </a:cubicBezTo>
                <a:cubicBezTo>
                  <a:pt x="2818361" y="4655806"/>
                  <a:pt x="2822681" y="4651126"/>
                  <a:pt x="2832042" y="4653286"/>
                </a:cubicBezTo>
                <a:cubicBezTo>
                  <a:pt x="2845363" y="4673807"/>
                  <a:pt x="2804679" y="4696488"/>
                  <a:pt x="2804679" y="4726010"/>
                </a:cubicBezTo>
                <a:cubicBezTo>
                  <a:pt x="2793158" y="4721689"/>
                  <a:pt x="2786317" y="4721689"/>
                  <a:pt x="2779477" y="4723850"/>
                </a:cubicBezTo>
                <a:cubicBezTo>
                  <a:pt x="2786317" y="4737530"/>
                  <a:pt x="2765795" y="4740050"/>
                  <a:pt x="2784157" y="4746891"/>
                </a:cubicBezTo>
                <a:cubicBezTo>
                  <a:pt x="2781637" y="4755891"/>
                  <a:pt x="2768315" y="4749051"/>
                  <a:pt x="2765795" y="4755891"/>
                </a:cubicBezTo>
                <a:cubicBezTo>
                  <a:pt x="2768315" y="4764892"/>
                  <a:pt x="2781637" y="4749051"/>
                  <a:pt x="2795318" y="4755891"/>
                </a:cubicBezTo>
                <a:cubicBezTo>
                  <a:pt x="2784157" y="4764892"/>
                  <a:pt x="2795318" y="4767052"/>
                  <a:pt x="2786317" y="4778572"/>
                </a:cubicBezTo>
                <a:cubicBezTo>
                  <a:pt x="2752114" y="4753371"/>
                  <a:pt x="2761475" y="4808094"/>
                  <a:pt x="2747793" y="4823934"/>
                </a:cubicBezTo>
                <a:cubicBezTo>
                  <a:pt x="2752114" y="4817094"/>
                  <a:pt x="2770476" y="4823934"/>
                  <a:pt x="2777316" y="4814934"/>
                </a:cubicBezTo>
                <a:cubicBezTo>
                  <a:pt x="2784157" y="4817094"/>
                  <a:pt x="2774796" y="4819614"/>
                  <a:pt x="2768315" y="4819614"/>
                </a:cubicBezTo>
                <a:cubicBezTo>
                  <a:pt x="2758954" y="4846976"/>
                  <a:pt x="2781637" y="4846976"/>
                  <a:pt x="2754634" y="4855976"/>
                </a:cubicBezTo>
                <a:cubicBezTo>
                  <a:pt x="2754634" y="4862816"/>
                  <a:pt x="2761475" y="4855976"/>
                  <a:pt x="2770476" y="4858136"/>
                </a:cubicBezTo>
                <a:cubicBezTo>
                  <a:pt x="2770476" y="4876497"/>
                  <a:pt x="2754634" y="4873977"/>
                  <a:pt x="2747793" y="4883337"/>
                </a:cubicBezTo>
                <a:cubicBezTo>
                  <a:pt x="2756794" y="4887657"/>
                  <a:pt x="2774796" y="4903498"/>
                  <a:pt x="2743113" y="4906018"/>
                </a:cubicBezTo>
                <a:cubicBezTo>
                  <a:pt x="2745273" y="4908178"/>
                  <a:pt x="2752114" y="4926539"/>
                  <a:pt x="2734112" y="4919699"/>
                </a:cubicBezTo>
                <a:cubicBezTo>
                  <a:pt x="2734112" y="4928699"/>
                  <a:pt x="2745273" y="4928699"/>
                  <a:pt x="2745273" y="4937700"/>
                </a:cubicBezTo>
                <a:cubicBezTo>
                  <a:pt x="2756794" y="4940220"/>
                  <a:pt x="2752114" y="4924019"/>
                  <a:pt x="2754634" y="4919699"/>
                </a:cubicBezTo>
                <a:cubicBezTo>
                  <a:pt x="2788477" y="4930859"/>
                  <a:pt x="2802159" y="4919699"/>
                  <a:pt x="2829522" y="4926539"/>
                </a:cubicBezTo>
                <a:cubicBezTo>
                  <a:pt x="2807920" y="4937879"/>
                  <a:pt x="2782897" y="4946340"/>
                  <a:pt x="2757874" y="4955116"/>
                </a:cubicBezTo>
                <a:lnTo>
                  <a:pt x="2691823" y="4983202"/>
                </a:lnTo>
                <a:lnTo>
                  <a:pt x="2691621" y="4988380"/>
                </a:lnTo>
                <a:lnTo>
                  <a:pt x="2693405" y="4989306"/>
                </a:lnTo>
                <a:cubicBezTo>
                  <a:pt x="2703261" y="4988057"/>
                  <a:pt x="2718180" y="4976581"/>
                  <a:pt x="2711429" y="4997102"/>
                </a:cubicBezTo>
                <a:cubicBezTo>
                  <a:pt x="2720430" y="4994582"/>
                  <a:pt x="2718270" y="4985582"/>
                  <a:pt x="2734112" y="4992422"/>
                </a:cubicBezTo>
                <a:cubicBezTo>
                  <a:pt x="2738432" y="4978742"/>
                  <a:pt x="2727271" y="4978742"/>
                  <a:pt x="2738432" y="4971901"/>
                </a:cubicBezTo>
                <a:cubicBezTo>
                  <a:pt x="2749953" y="4974062"/>
                  <a:pt x="2747793" y="4983422"/>
                  <a:pt x="2743113" y="4992422"/>
                </a:cubicBezTo>
                <a:cubicBezTo>
                  <a:pt x="2749953" y="4990262"/>
                  <a:pt x="2774796" y="4980902"/>
                  <a:pt x="2781637" y="4992422"/>
                </a:cubicBezTo>
                <a:cubicBezTo>
                  <a:pt x="2793158" y="4987742"/>
                  <a:pt x="2813680" y="4971901"/>
                  <a:pt x="2825201" y="4983422"/>
                </a:cubicBezTo>
                <a:cubicBezTo>
                  <a:pt x="2820521" y="4992422"/>
                  <a:pt x="2818361" y="5001423"/>
                  <a:pt x="2809000" y="5008263"/>
                </a:cubicBezTo>
                <a:cubicBezTo>
                  <a:pt x="2772636" y="5006103"/>
                  <a:pt x="2763635" y="5028784"/>
                  <a:pt x="2734112" y="5015103"/>
                </a:cubicBezTo>
                <a:cubicBezTo>
                  <a:pt x="2722591" y="5026624"/>
                  <a:pt x="2708909" y="5026624"/>
                  <a:pt x="2693067" y="5026624"/>
                </a:cubicBezTo>
                <a:cubicBezTo>
                  <a:pt x="2694778" y="5030044"/>
                  <a:pt x="2694778" y="5033734"/>
                  <a:pt x="2694063" y="5037486"/>
                </a:cubicBezTo>
                <a:lnTo>
                  <a:pt x="2693543" y="5039263"/>
                </a:lnTo>
                <a:lnTo>
                  <a:pt x="2695469" y="5066073"/>
                </a:lnTo>
                <a:lnTo>
                  <a:pt x="2694324" y="5066078"/>
                </a:lnTo>
                <a:lnTo>
                  <a:pt x="2695228" y="5067306"/>
                </a:lnTo>
                <a:cubicBezTo>
                  <a:pt x="2706749" y="5062986"/>
                  <a:pt x="2693067" y="5051465"/>
                  <a:pt x="2706749" y="5044625"/>
                </a:cubicBezTo>
                <a:cubicBezTo>
                  <a:pt x="2727271" y="5040304"/>
                  <a:pt x="2752114" y="5069826"/>
                  <a:pt x="2763635" y="5051465"/>
                </a:cubicBezTo>
                <a:cubicBezTo>
                  <a:pt x="2781637" y="5056145"/>
                  <a:pt x="2761475" y="5060466"/>
                  <a:pt x="2763635" y="5074146"/>
                </a:cubicBezTo>
                <a:cubicBezTo>
                  <a:pt x="2736272" y="5074146"/>
                  <a:pt x="2722591" y="5065146"/>
                  <a:pt x="2708909" y="5085667"/>
                </a:cubicBezTo>
                <a:cubicBezTo>
                  <a:pt x="2702068" y="5078826"/>
                  <a:pt x="2711429" y="5078826"/>
                  <a:pt x="2699908" y="5071986"/>
                </a:cubicBezTo>
                <a:cubicBezTo>
                  <a:pt x="2688387" y="5083506"/>
                  <a:pt x="2668225" y="5085667"/>
                  <a:pt x="2656704" y="5099347"/>
                </a:cubicBezTo>
                <a:cubicBezTo>
                  <a:pt x="2658864" y="5104028"/>
                  <a:pt x="2672545" y="5101508"/>
                  <a:pt x="2681546" y="5110868"/>
                </a:cubicBezTo>
                <a:cubicBezTo>
                  <a:pt x="2674706" y="5119868"/>
                  <a:pt x="2668225" y="5131029"/>
                  <a:pt x="2686227" y="5135709"/>
                </a:cubicBezTo>
                <a:cubicBezTo>
                  <a:pt x="2697748" y="5135709"/>
                  <a:pt x="2693067" y="5117348"/>
                  <a:pt x="2697748" y="5113028"/>
                </a:cubicBezTo>
                <a:cubicBezTo>
                  <a:pt x="2720430" y="5094667"/>
                  <a:pt x="2740952" y="5128869"/>
                  <a:pt x="2752114" y="5106188"/>
                </a:cubicBezTo>
                <a:cubicBezTo>
                  <a:pt x="2754634" y="5117348"/>
                  <a:pt x="2763635" y="5122028"/>
                  <a:pt x="2781637" y="5117348"/>
                </a:cubicBezTo>
                <a:cubicBezTo>
                  <a:pt x="2779477" y="5122028"/>
                  <a:pt x="2777316" y="5128869"/>
                  <a:pt x="2784157" y="5128869"/>
                </a:cubicBezTo>
                <a:cubicBezTo>
                  <a:pt x="2756794" y="5144710"/>
                  <a:pt x="2640862" y="5144710"/>
                  <a:pt x="2693067" y="5181071"/>
                </a:cubicBezTo>
                <a:cubicBezTo>
                  <a:pt x="2713590" y="5174591"/>
                  <a:pt x="2725111" y="5178911"/>
                  <a:pt x="2745273" y="5190432"/>
                </a:cubicBezTo>
                <a:cubicBezTo>
                  <a:pt x="2756794" y="5183591"/>
                  <a:pt x="2781637" y="5169911"/>
                  <a:pt x="2799999" y="5183591"/>
                </a:cubicBezTo>
                <a:cubicBezTo>
                  <a:pt x="2752114" y="5228954"/>
                  <a:pt x="2636181" y="5192592"/>
                  <a:pt x="2610979" y="5247314"/>
                </a:cubicBezTo>
                <a:cubicBezTo>
                  <a:pt x="2610979" y="5256315"/>
                  <a:pt x="2631501" y="5254155"/>
                  <a:pt x="2634021" y="5263155"/>
                </a:cubicBezTo>
                <a:cubicBezTo>
                  <a:pt x="2665705" y="5247314"/>
                  <a:pt x="2738432" y="5260995"/>
                  <a:pt x="2774796" y="5251634"/>
                </a:cubicBezTo>
                <a:cubicBezTo>
                  <a:pt x="2761475" y="5283676"/>
                  <a:pt x="2718270" y="5249474"/>
                  <a:pt x="2704589" y="5283676"/>
                </a:cubicBezTo>
                <a:cubicBezTo>
                  <a:pt x="2665705" y="5276836"/>
                  <a:pt x="2647703" y="5294837"/>
                  <a:pt x="2608819" y="5290516"/>
                </a:cubicBezTo>
                <a:cubicBezTo>
                  <a:pt x="2606658" y="5297357"/>
                  <a:pt x="2613499" y="5299517"/>
                  <a:pt x="2608819" y="5306357"/>
                </a:cubicBezTo>
                <a:cubicBezTo>
                  <a:pt x="2604498" y="5304197"/>
                  <a:pt x="2606658" y="5297357"/>
                  <a:pt x="2595137" y="5297357"/>
                </a:cubicBezTo>
                <a:cubicBezTo>
                  <a:pt x="2586136" y="5308517"/>
                  <a:pt x="2570295" y="5313198"/>
                  <a:pt x="2568134" y="5331198"/>
                </a:cubicBezTo>
                <a:cubicBezTo>
                  <a:pt x="2604498" y="5342719"/>
                  <a:pt x="2622500" y="5317518"/>
                  <a:pt x="2652023" y="5335878"/>
                </a:cubicBezTo>
                <a:cubicBezTo>
                  <a:pt x="2674706" y="5320038"/>
                  <a:pt x="2695228" y="5324358"/>
                  <a:pt x="2727271" y="5335878"/>
                </a:cubicBezTo>
                <a:cubicBezTo>
                  <a:pt x="2704589" y="5365400"/>
                  <a:pt x="2617820" y="5370080"/>
                  <a:pt x="2599818" y="5361080"/>
                </a:cubicBezTo>
                <a:cubicBezTo>
                  <a:pt x="2588296" y="5361080"/>
                  <a:pt x="2586136" y="5370080"/>
                  <a:pt x="2581456" y="5376920"/>
                </a:cubicBezTo>
                <a:cubicBezTo>
                  <a:pt x="2556613" y="5356400"/>
                  <a:pt x="2501887" y="5388081"/>
                  <a:pt x="2488206" y="5363240"/>
                </a:cubicBezTo>
                <a:cubicBezTo>
                  <a:pt x="2474525" y="5376920"/>
                  <a:pt x="2477045" y="5372240"/>
                  <a:pt x="2460843" y="5365400"/>
                </a:cubicBezTo>
                <a:lnTo>
                  <a:pt x="2449554" y="5374677"/>
                </a:lnTo>
                <a:lnTo>
                  <a:pt x="2433311" y="5421222"/>
                </a:lnTo>
                <a:lnTo>
                  <a:pt x="2449052" y="5417197"/>
                </a:lnTo>
                <a:cubicBezTo>
                  <a:pt x="2454722" y="5417242"/>
                  <a:pt x="2458683" y="5420123"/>
                  <a:pt x="2458683" y="5429123"/>
                </a:cubicBezTo>
                <a:cubicBezTo>
                  <a:pt x="2465524" y="5426963"/>
                  <a:pt x="2470204" y="5420122"/>
                  <a:pt x="2472364" y="5413282"/>
                </a:cubicBezTo>
                <a:cubicBezTo>
                  <a:pt x="2490726" y="5411122"/>
                  <a:pt x="2481365" y="5424443"/>
                  <a:pt x="2490726" y="5426963"/>
                </a:cubicBezTo>
                <a:cubicBezTo>
                  <a:pt x="2504408" y="5426963"/>
                  <a:pt x="2486046" y="5420122"/>
                  <a:pt x="2499727" y="5415442"/>
                </a:cubicBezTo>
                <a:cubicBezTo>
                  <a:pt x="2510888" y="5415442"/>
                  <a:pt x="2501887" y="5429123"/>
                  <a:pt x="2510888" y="5429123"/>
                </a:cubicBezTo>
                <a:cubicBezTo>
                  <a:pt x="2492886" y="5447484"/>
                  <a:pt x="2474525" y="5438484"/>
                  <a:pt x="2454002" y="5449644"/>
                </a:cubicBezTo>
                <a:cubicBezTo>
                  <a:pt x="2449682" y="5435963"/>
                  <a:pt x="2440681" y="5447484"/>
                  <a:pt x="2431320" y="5438484"/>
                </a:cubicBezTo>
                <a:cubicBezTo>
                  <a:pt x="2436000" y="5444964"/>
                  <a:pt x="2433840" y="5454324"/>
                  <a:pt x="2431320" y="5465485"/>
                </a:cubicBezTo>
                <a:cubicBezTo>
                  <a:pt x="2421059" y="5458644"/>
                  <a:pt x="2413138" y="5457564"/>
                  <a:pt x="2406072" y="5457024"/>
                </a:cubicBezTo>
                <a:lnTo>
                  <a:pt x="2401495" y="5455836"/>
                </a:lnTo>
                <a:lnTo>
                  <a:pt x="2384640" y="5472949"/>
                </a:lnTo>
                <a:lnTo>
                  <a:pt x="2356470" y="5491182"/>
                </a:lnTo>
                <a:lnTo>
                  <a:pt x="2357860" y="5491992"/>
                </a:lnTo>
                <a:cubicBezTo>
                  <a:pt x="2378361" y="5496214"/>
                  <a:pt x="2404076" y="5483549"/>
                  <a:pt x="2434853" y="5483549"/>
                </a:cubicBezTo>
                <a:cubicBezTo>
                  <a:pt x="2443853" y="5483549"/>
                  <a:pt x="2443853" y="5492484"/>
                  <a:pt x="2448172" y="5492484"/>
                </a:cubicBezTo>
                <a:cubicBezTo>
                  <a:pt x="2491728" y="5497130"/>
                  <a:pt x="2548603" y="5472112"/>
                  <a:pt x="2569121" y="5474614"/>
                </a:cubicBezTo>
                <a:cubicBezTo>
                  <a:pt x="2587120" y="5476758"/>
                  <a:pt x="2580281" y="5483549"/>
                  <a:pt x="2605478" y="5472112"/>
                </a:cubicBezTo>
                <a:cubicBezTo>
                  <a:pt x="2602958" y="5492484"/>
                  <a:pt x="2582440" y="5492484"/>
                  <a:pt x="2587120" y="5519646"/>
                </a:cubicBezTo>
                <a:cubicBezTo>
                  <a:pt x="2571281" y="5519646"/>
                  <a:pt x="2584960" y="5501419"/>
                  <a:pt x="2573441" y="5499274"/>
                </a:cubicBezTo>
                <a:cubicBezTo>
                  <a:pt x="2557603" y="5501419"/>
                  <a:pt x="2543924" y="5519646"/>
                  <a:pt x="2530245" y="5508209"/>
                </a:cubicBezTo>
                <a:cubicBezTo>
                  <a:pt x="2518726" y="5508209"/>
                  <a:pt x="2534925" y="5521790"/>
                  <a:pt x="2521246" y="5526436"/>
                </a:cubicBezTo>
                <a:cubicBezTo>
                  <a:pt x="2500728" y="5512855"/>
                  <a:pt x="2505407" y="5537873"/>
                  <a:pt x="2487049" y="5540018"/>
                </a:cubicBezTo>
                <a:cubicBezTo>
                  <a:pt x="2471210" y="5537873"/>
                  <a:pt x="2475530" y="5526436"/>
                  <a:pt x="2468690" y="5519646"/>
                </a:cubicBezTo>
                <a:cubicBezTo>
                  <a:pt x="2461851" y="5540018"/>
                  <a:pt x="2409656" y="5515000"/>
                  <a:pt x="2404976" y="5515000"/>
                </a:cubicBezTo>
                <a:cubicBezTo>
                  <a:pt x="2382838" y="5515000"/>
                  <a:pt x="2347944" y="5520227"/>
                  <a:pt x="2338562" y="5504596"/>
                </a:cubicBezTo>
                <a:lnTo>
                  <a:pt x="2338748" y="5496464"/>
                </a:lnTo>
                <a:lnTo>
                  <a:pt x="2318321" y="5502198"/>
                </a:lnTo>
                <a:cubicBezTo>
                  <a:pt x="2311482" y="5515878"/>
                  <a:pt x="2314001" y="5527397"/>
                  <a:pt x="2290965" y="5532077"/>
                </a:cubicBezTo>
                <a:cubicBezTo>
                  <a:pt x="2272968" y="5509038"/>
                  <a:pt x="2259290" y="5525237"/>
                  <a:pt x="2225096" y="5513718"/>
                </a:cubicBezTo>
                <a:lnTo>
                  <a:pt x="2225237" y="5510213"/>
                </a:lnTo>
                <a:lnTo>
                  <a:pt x="2224172" y="5509763"/>
                </a:lnTo>
                <a:cubicBezTo>
                  <a:pt x="2221105" y="5507249"/>
                  <a:pt x="2218828" y="5504028"/>
                  <a:pt x="2217415" y="5500661"/>
                </a:cubicBezTo>
                <a:lnTo>
                  <a:pt x="2219795" y="5483836"/>
                </a:lnTo>
                <a:lnTo>
                  <a:pt x="2199787" y="5474007"/>
                </a:lnTo>
                <a:cubicBezTo>
                  <a:pt x="2186290" y="5469619"/>
                  <a:pt x="2171285" y="5466109"/>
                  <a:pt x="2156077" y="5462239"/>
                </a:cubicBezTo>
                <a:lnTo>
                  <a:pt x="2116987" y="5450121"/>
                </a:lnTo>
                <a:lnTo>
                  <a:pt x="2106708" y="5451028"/>
                </a:lnTo>
                <a:lnTo>
                  <a:pt x="2106605" y="5451402"/>
                </a:lnTo>
                <a:cubicBezTo>
                  <a:pt x="2105205" y="5456161"/>
                  <a:pt x="2104867" y="5452313"/>
                  <a:pt x="2092987" y="5452313"/>
                </a:cubicBezTo>
                <a:cubicBezTo>
                  <a:pt x="2092987" y="5452313"/>
                  <a:pt x="2092987" y="5452313"/>
                  <a:pt x="2110987" y="5477515"/>
                </a:cubicBezTo>
                <a:cubicBezTo>
                  <a:pt x="2101987" y="5484356"/>
                  <a:pt x="2099827" y="5491196"/>
                  <a:pt x="2104147" y="5500196"/>
                </a:cubicBezTo>
                <a:cubicBezTo>
                  <a:pt x="2117827" y="5498036"/>
                  <a:pt x="2108827" y="5491196"/>
                  <a:pt x="2113507" y="5486516"/>
                </a:cubicBezTo>
                <a:cubicBezTo>
                  <a:pt x="2119987" y="5498036"/>
                  <a:pt x="2126827" y="5500196"/>
                  <a:pt x="2134027" y="5500196"/>
                </a:cubicBezTo>
                <a:cubicBezTo>
                  <a:pt x="2129347" y="5507037"/>
                  <a:pt x="2138347" y="5516038"/>
                  <a:pt x="2122507" y="5520718"/>
                </a:cubicBezTo>
                <a:cubicBezTo>
                  <a:pt x="2115667" y="5516038"/>
                  <a:pt x="2110987" y="5509197"/>
                  <a:pt x="2099827" y="5518558"/>
                </a:cubicBezTo>
                <a:cubicBezTo>
                  <a:pt x="2113507" y="5529718"/>
                  <a:pt x="2126827" y="5543400"/>
                  <a:pt x="2138347" y="5554920"/>
                </a:cubicBezTo>
                <a:cubicBezTo>
                  <a:pt x="2113507" y="5561760"/>
                  <a:pt x="2158868" y="5579762"/>
                  <a:pt x="2136187" y="5586602"/>
                </a:cubicBezTo>
                <a:cubicBezTo>
                  <a:pt x="2124667" y="5584442"/>
                  <a:pt x="2131507" y="5575442"/>
                  <a:pt x="2117827" y="5577602"/>
                </a:cubicBezTo>
                <a:cubicBezTo>
                  <a:pt x="2126827" y="5572922"/>
                  <a:pt x="2115667" y="5563921"/>
                  <a:pt x="2117827" y="5559240"/>
                </a:cubicBezTo>
                <a:cubicBezTo>
                  <a:pt x="2113507" y="5561760"/>
                  <a:pt x="2108827" y="5559240"/>
                  <a:pt x="2101987" y="5563921"/>
                </a:cubicBezTo>
                <a:cubicBezTo>
                  <a:pt x="2101987" y="5563921"/>
                  <a:pt x="2101987" y="5563921"/>
                  <a:pt x="2115667" y="5579762"/>
                </a:cubicBezTo>
                <a:cubicBezTo>
                  <a:pt x="2095147" y="5579762"/>
                  <a:pt x="2110987" y="5595603"/>
                  <a:pt x="2101987" y="5604964"/>
                </a:cubicBezTo>
                <a:cubicBezTo>
                  <a:pt x="2088307" y="5584442"/>
                  <a:pt x="2104147" y="5559240"/>
                  <a:pt x="2067787" y="5550240"/>
                </a:cubicBezTo>
                <a:cubicBezTo>
                  <a:pt x="2054107" y="5568601"/>
                  <a:pt x="2101987" y="5609284"/>
                  <a:pt x="2056627" y="5613964"/>
                </a:cubicBezTo>
                <a:cubicBezTo>
                  <a:pt x="2054107" y="5620804"/>
                  <a:pt x="2060947" y="5625485"/>
                  <a:pt x="2065627" y="5632326"/>
                </a:cubicBezTo>
                <a:cubicBezTo>
                  <a:pt x="2070307" y="5629806"/>
                  <a:pt x="2074627" y="5625485"/>
                  <a:pt x="2077147" y="5629806"/>
                </a:cubicBezTo>
                <a:cubicBezTo>
                  <a:pt x="2063467" y="5661848"/>
                  <a:pt x="2081467" y="5700370"/>
                  <a:pt x="2063467" y="5732412"/>
                </a:cubicBezTo>
                <a:cubicBezTo>
                  <a:pt x="2067787" y="5729892"/>
                  <a:pt x="2072467" y="5736732"/>
                  <a:pt x="2077147" y="5736732"/>
                </a:cubicBezTo>
                <a:cubicBezTo>
                  <a:pt x="2063467" y="5741413"/>
                  <a:pt x="2077147" y="5750414"/>
                  <a:pt x="2067787" y="5757254"/>
                </a:cubicBezTo>
                <a:cubicBezTo>
                  <a:pt x="2058787" y="5748254"/>
                  <a:pt x="2065627" y="5739253"/>
                  <a:pt x="2051947" y="5743573"/>
                </a:cubicBezTo>
                <a:cubicBezTo>
                  <a:pt x="2049787" y="5757254"/>
                  <a:pt x="2045107" y="5770935"/>
                  <a:pt x="2047267" y="5784616"/>
                </a:cubicBezTo>
                <a:cubicBezTo>
                  <a:pt x="2040427" y="5793616"/>
                  <a:pt x="2036107" y="5786776"/>
                  <a:pt x="2029267" y="5793616"/>
                </a:cubicBezTo>
                <a:cubicBezTo>
                  <a:pt x="2033587" y="5796136"/>
                  <a:pt x="2038267" y="5796136"/>
                  <a:pt x="2040427" y="5800457"/>
                </a:cubicBezTo>
                <a:cubicBezTo>
                  <a:pt x="2033587" y="5805138"/>
                  <a:pt x="2026747" y="5802977"/>
                  <a:pt x="2019907" y="5809458"/>
                </a:cubicBezTo>
                <a:cubicBezTo>
                  <a:pt x="2026747" y="5820978"/>
                  <a:pt x="2022427" y="5820978"/>
                  <a:pt x="2031427" y="5825658"/>
                </a:cubicBezTo>
                <a:cubicBezTo>
                  <a:pt x="2019907" y="5829979"/>
                  <a:pt x="2010906" y="5823138"/>
                  <a:pt x="1999746" y="5827819"/>
                </a:cubicBezTo>
                <a:cubicBezTo>
                  <a:pt x="2001906" y="5836820"/>
                  <a:pt x="2008746" y="5848340"/>
                  <a:pt x="1997226" y="5855181"/>
                </a:cubicBezTo>
                <a:cubicBezTo>
                  <a:pt x="1997226" y="5855181"/>
                  <a:pt x="1997226" y="5855181"/>
                  <a:pt x="1992906" y="5850500"/>
                </a:cubicBezTo>
                <a:cubicBezTo>
                  <a:pt x="1990386" y="5850500"/>
                  <a:pt x="1988226" y="5852660"/>
                  <a:pt x="1988226" y="5850500"/>
                </a:cubicBezTo>
                <a:cubicBezTo>
                  <a:pt x="1999746" y="5845820"/>
                  <a:pt x="1997226" y="5829979"/>
                  <a:pt x="1988226" y="5832499"/>
                </a:cubicBezTo>
                <a:cubicBezTo>
                  <a:pt x="1986066" y="5850500"/>
                  <a:pt x="1983546" y="5862021"/>
                  <a:pt x="1995066" y="5877862"/>
                </a:cubicBezTo>
                <a:cubicBezTo>
                  <a:pt x="1979226" y="5877862"/>
                  <a:pt x="1988226" y="5889383"/>
                  <a:pt x="1974546" y="5889383"/>
                </a:cubicBezTo>
                <a:cubicBezTo>
                  <a:pt x="1981386" y="5889383"/>
                  <a:pt x="1988226" y="5896224"/>
                  <a:pt x="1981386" y="5903064"/>
                </a:cubicBezTo>
                <a:cubicBezTo>
                  <a:pt x="1972386" y="5891544"/>
                  <a:pt x="1960866" y="5889383"/>
                  <a:pt x="1947186" y="5898384"/>
                </a:cubicBezTo>
                <a:cubicBezTo>
                  <a:pt x="1947186" y="5886863"/>
                  <a:pt x="1947186" y="5877862"/>
                  <a:pt x="1945026" y="5868862"/>
                </a:cubicBezTo>
                <a:cubicBezTo>
                  <a:pt x="1936026" y="5873182"/>
                  <a:pt x="1931346" y="5859501"/>
                  <a:pt x="1922346" y="5871022"/>
                </a:cubicBezTo>
                <a:cubicBezTo>
                  <a:pt x="1940346" y="5884703"/>
                  <a:pt x="1938186" y="5898384"/>
                  <a:pt x="1938186" y="5916385"/>
                </a:cubicBezTo>
                <a:cubicBezTo>
                  <a:pt x="1949706" y="5916385"/>
                  <a:pt x="1967706" y="5925746"/>
                  <a:pt x="1956546" y="5936906"/>
                </a:cubicBezTo>
                <a:cubicBezTo>
                  <a:pt x="1949706" y="5930066"/>
                  <a:pt x="1954026" y="5925746"/>
                  <a:pt x="1945026" y="5918905"/>
                </a:cubicBezTo>
                <a:cubicBezTo>
                  <a:pt x="1936026" y="5918905"/>
                  <a:pt x="1926666" y="5927906"/>
                  <a:pt x="1926666" y="5932586"/>
                </a:cubicBezTo>
                <a:cubicBezTo>
                  <a:pt x="1929186" y="5934746"/>
                  <a:pt x="1947186" y="5932586"/>
                  <a:pt x="1940346" y="5943747"/>
                </a:cubicBezTo>
                <a:cubicBezTo>
                  <a:pt x="1938186" y="5939426"/>
                  <a:pt x="1922346" y="5939426"/>
                  <a:pt x="1929186" y="5946267"/>
                </a:cubicBezTo>
                <a:cubicBezTo>
                  <a:pt x="1933506" y="5955268"/>
                  <a:pt x="1945026" y="5948427"/>
                  <a:pt x="1949706" y="5962108"/>
                </a:cubicBezTo>
                <a:cubicBezTo>
                  <a:pt x="1942866" y="5966788"/>
                  <a:pt x="1924506" y="5964268"/>
                  <a:pt x="1929186" y="5971108"/>
                </a:cubicBezTo>
                <a:cubicBezTo>
                  <a:pt x="1936026" y="5968948"/>
                  <a:pt x="1956546" y="5977949"/>
                  <a:pt x="1951866" y="5986950"/>
                </a:cubicBezTo>
                <a:cubicBezTo>
                  <a:pt x="1940346" y="5991630"/>
                  <a:pt x="1942866" y="5980110"/>
                  <a:pt x="1936026" y="5982630"/>
                </a:cubicBezTo>
                <a:cubicBezTo>
                  <a:pt x="1942866" y="5991630"/>
                  <a:pt x="1917666" y="5984790"/>
                  <a:pt x="1926666" y="5991630"/>
                </a:cubicBezTo>
                <a:cubicBezTo>
                  <a:pt x="1949706" y="5986950"/>
                  <a:pt x="1954026" y="6021152"/>
                  <a:pt x="1942866" y="6032673"/>
                </a:cubicBezTo>
                <a:cubicBezTo>
                  <a:pt x="1949706" y="6036993"/>
                  <a:pt x="1958706" y="6036993"/>
                  <a:pt x="1965546" y="6036993"/>
                </a:cubicBezTo>
                <a:cubicBezTo>
                  <a:pt x="1956546" y="6043834"/>
                  <a:pt x="1958706" y="6050674"/>
                  <a:pt x="1970226" y="6048514"/>
                </a:cubicBezTo>
                <a:cubicBezTo>
                  <a:pt x="1963386" y="6055354"/>
                  <a:pt x="1970226" y="6062195"/>
                  <a:pt x="1960866" y="6066876"/>
                </a:cubicBezTo>
                <a:cubicBezTo>
                  <a:pt x="1947186" y="6060035"/>
                  <a:pt x="1938186" y="6034833"/>
                  <a:pt x="1938186" y="6021152"/>
                </a:cubicBezTo>
                <a:cubicBezTo>
                  <a:pt x="1936026" y="6023312"/>
                  <a:pt x="1933506" y="6021152"/>
                  <a:pt x="1929186" y="6021152"/>
                </a:cubicBezTo>
                <a:cubicBezTo>
                  <a:pt x="1942866" y="6064355"/>
                  <a:pt x="1926666" y="6087036"/>
                  <a:pt x="1949706" y="6132760"/>
                </a:cubicBezTo>
                <a:cubicBezTo>
                  <a:pt x="1938186" y="6134920"/>
                  <a:pt x="1942866" y="6141760"/>
                  <a:pt x="1933506" y="6146440"/>
                </a:cubicBezTo>
                <a:cubicBezTo>
                  <a:pt x="1917666" y="6130600"/>
                  <a:pt x="1922346" y="6102878"/>
                  <a:pt x="1894986" y="6089557"/>
                </a:cubicBezTo>
                <a:cubicBezTo>
                  <a:pt x="1894986" y="6089557"/>
                  <a:pt x="1894986" y="6089557"/>
                  <a:pt x="1888145" y="6091717"/>
                </a:cubicBezTo>
                <a:cubicBezTo>
                  <a:pt x="1901826" y="6121239"/>
                  <a:pt x="1931346" y="6153281"/>
                  <a:pt x="1901826" y="6178123"/>
                </a:cubicBezTo>
                <a:cubicBezTo>
                  <a:pt x="1906506" y="6203324"/>
                  <a:pt x="1917666" y="6239687"/>
                  <a:pt x="1894986" y="6253368"/>
                </a:cubicBezTo>
                <a:cubicBezTo>
                  <a:pt x="1901826" y="6253368"/>
                  <a:pt x="1903986" y="6260208"/>
                  <a:pt x="1899666" y="6264529"/>
                </a:cubicBezTo>
                <a:cubicBezTo>
                  <a:pt x="1894986" y="6257688"/>
                  <a:pt x="1890306" y="6253368"/>
                  <a:pt x="1881305" y="6260208"/>
                </a:cubicBezTo>
                <a:cubicBezTo>
                  <a:pt x="1881305" y="6267049"/>
                  <a:pt x="1876625" y="6273530"/>
                  <a:pt x="1865465" y="6278210"/>
                </a:cubicBezTo>
                <a:cubicBezTo>
                  <a:pt x="1869785" y="6285050"/>
                  <a:pt x="1865465" y="6291890"/>
                  <a:pt x="1876625" y="6287210"/>
                </a:cubicBezTo>
                <a:cubicBezTo>
                  <a:pt x="1876625" y="6285050"/>
                  <a:pt x="1872305" y="6280370"/>
                  <a:pt x="1874465" y="6278210"/>
                </a:cubicBezTo>
                <a:cubicBezTo>
                  <a:pt x="1890306" y="6280370"/>
                  <a:pt x="1881305" y="6298731"/>
                  <a:pt x="1894986" y="6310252"/>
                </a:cubicBezTo>
                <a:cubicBezTo>
                  <a:pt x="1858625" y="6312412"/>
                  <a:pt x="1856105" y="6346614"/>
                  <a:pt x="1838105" y="6367136"/>
                </a:cubicBezTo>
                <a:cubicBezTo>
                  <a:pt x="1826585" y="6360296"/>
                  <a:pt x="1815425" y="6376136"/>
                  <a:pt x="1803905" y="6382977"/>
                </a:cubicBezTo>
                <a:cubicBezTo>
                  <a:pt x="1767545" y="6376136"/>
                  <a:pt x="1747024" y="6335094"/>
                  <a:pt x="1735864" y="6294051"/>
                </a:cubicBezTo>
                <a:cubicBezTo>
                  <a:pt x="1749544" y="6294051"/>
                  <a:pt x="1744864" y="6303412"/>
                  <a:pt x="1753864" y="6303412"/>
                </a:cubicBezTo>
                <a:cubicBezTo>
                  <a:pt x="1765385" y="6289730"/>
                  <a:pt x="1742704" y="6280370"/>
                  <a:pt x="1751704" y="6262368"/>
                </a:cubicBezTo>
                <a:cubicBezTo>
                  <a:pt x="1705984" y="6253368"/>
                  <a:pt x="1742704" y="6184964"/>
                  <a:pt x="1722184" y="6162282"/>
                </a:cubicBezTo>
                <a:cubicBezTo>
                  <a:pt x="1747024" y="6134920"/>
                  <a:pt x="1735864" y="6091717"/>
                  <a:pt x="1726504" y="6073356"/>
                </a:cubicBezTo>
                <a:cubicBezTo>
                  <a:pt x="1724344" y="6080196"/>
                  <a:pt x="1733344" y="6100718"/>
                  <a:pt x="1715344" y="6098558"/>
                </a:cubicBezTo>
                <a:cubicBezTo>
                  <a:pt x="1712824" y="6078036"/>
                  <a:pt x="1722184" y="6062195"/>
                  <a:pt x="1708504" y="6046354"/>
                </a:cubicBezTo>
                <a:cubicBezTo>
                  <a:pt x="1717504" y="6027992"/>
                  <a:pt x="1722184" y="5996310"/>
                  <a:pt x="1703824" y="5991630"/>
                </a:cubicBezTo>
                <a:cubicBezTo>
                  <a:pt x="1708504" y="5977949"/>
                  <a:pt x="1710664" y="5993790"/>
                  <a:pt x="1719664" y="5984790"/>
                </a:cubicBezTo>
                <a:cubicBezTo>
                  <a:pt x="1719664" y="5971108"/>
                  <a:pt x="1699144" y="5957428"/>
                  <a:pt x="1712824" y="5946267"/>
                </a:cubicBezTo>
                <a:cubicBezTo>
                  <a:pt x="1719664" y="5950588"/>
                  <a:pt x="1703824" y="5964268"/>
                  <a:pt x="1717504" y="5962108"/>
                </a:cubicBezTo>
                <a:cubicBezTo>
                  <a:pt x="1722184" y="5950588"/>
                  <a:pt x="1733344" y="5930066"/>
                  <a:pt x="1710664" y="5934746"/>
                </a:cubicBezTo>
                <a:cubicBezTo>
                  <a:pt x="1724344" y="5907384"/>
                  <a:pt x="1722184" y="5875702"/>
                  <a:pt x="1722184" y="5845820"/>
                </a:cubicBezTo>
                <a:cubicBezTo>
                  <a:pt x="1701664" y="5839340"/>
                  <a:pt x="1685823" y="5807298"/>
                  <a:pt x="1685823" y="5789296"/>
                </a:cubicBezTo>
                <a:cubicBezTo>
                  <a:pt x="1674303" y="5789296"/>
                  <a:pt x="1662783" y="5789296"/>
                  <a:pt x="1651623" y="5793616"/>
                </a:cubicBezTo>
                <a:cubicBezTo>
                  <a:pt x="1651623" y="5798297"/>
                  <a:pt x="1653783" y="5802977"/>
                  <a:pt x="1658463" y="5809458"/>
                </a:cubicBezTo>
                <a:cubicBezTo>
                  <a:pt x="1667463" y="5805138"/>
                  <a:pt x="1674303" y="5805138"/>
                  <a:pt x="1681143" y="5811978"/>
                </a:cubicBezTo>
                <a:cubicBezTo>
                  <a:pt x="1674303" y="5827819"/>
                  <a:pt x="1667463" y="5843660"/>
                  <a:pt x="1674303" y="5859501"/>
                </a:cubicBezTo>
                <a:cubicBezTo>
                  <a:pt x="1669623" y="5864182"/>
                  <a:pt x="1665303" y="5862021"/>
                  <a:pt x="1658463" y="5864182"/>
                </a:cubicBezTo>
                <a:cubicBezTo>
                  <a:pt x="1674303" y="5871022"/>
                  <a:pt x="1660623" y="5875702"/>
                  <a:pt x="1665303" y="5884703"/>
                </a:cubicBezTo>
                <a:cubicBezTo>
                  <a:pt x="1669623" y="5884703"/>
                  <a:pt x="1672143" y="5882542"/>
                  <a:pt x="1674303" y="5884703"/>
                </a:cubicBezTo>
                <a:cubicBezTo>
                  <a:pt x="1667463" y="5886863"/>
                  <a:pt x="1665303" y="5891544"/>
                  <a:pt x="1662783" y="5896224"/>
                </a:cubicBezTo>
                <a:cubicBezTo>
                  <a:pt x="1655943" y="5884703"/>
                  <a:pt x="1651623" y="5859501"/>
                  <a:pt x="1633263" y="5864182"/>
                </a:cubicBezTo>
                <a:cubicBezTo>
                  <a:pt x="1635783" y="5886863"/>
                  <a:pt x="1653783" y="5898384"/>
                  <a:pt x="1642623" y="5916385"/>
                </a:cubicBezTo>
                <a:cubicBezTo>
                  <a:pt x="1633263" y="5923226"/>
                  <a:pt x="1631103" y="5907384"/>
                  <a:pt x="1622103" y="5916385"/>
                </a:cubicBezTo>
                <a:cubicBezTo>
                  <a:pt x="1615263" y="5927906"/>
                  <a:pt x="1626423" y="5943747"/>
                  <a:pt x="1612743" y="5955268"/>
                </a:cubicBezTo>
                <a:cubicBezTo>
                  <a:pt x="1608423" y="5948427"/>
                  <a:pt x="1603743" y="5941586"/>
                  <a:pt x="1594743" y="5946267"/>
                </a:cubicBezTo>
                <a:cubicBezTo>
                  <a:pt x="1585743" y="5955268"/>
                  <a:pt x="1601583" y="5966788"/>
                  <a:pt x="1581063" y="5975789"/>
                </a:cubicBezTo>
                <a:cubicBezTo>
                  <a:pt x="1583223" y="5977949"/>
                  <a:pt x="1587903" y="5975789"/>
                  <a:pt x="1590063" y="5980110"/>
                </a:cubicBezTo>
                <a:cubicBezTo>
                  <a:pt x="1572063" y="5991630"/>
                  <a:pt x="1569543" y="6005311"/>
                  <a:pt x="1572063" y="6021152"/>
                </a:cubicBezTo>
                <a:cubicBezTo>
                  <a:pt x="1549382" y="6030153"/>
                  <a:pt x="1558383" y="6043834"/>
                  <a:pt x="1542182" y="6055354"/>
                </a:cubicBezTo>
                <a:cubicBezTo>
                  <a:pt x="1522022" y="5996310"/>
                  <a:pt x="1544702" y="5939426"/>
                  <a:pt x="1519502" y="5877862"/>
                </a:cubicBezTo>
                <a:cubicBezTo>
                  <a:pt x="1533182" y="5862021"/>
                  <a:pt x="1524182" y="5841500"/>
                  <a:pt x="1512662" y="5820978"/>
                </a:cubicBezTo>
                <a:cubicBezTo>
                  <a:pt x="1531022" y="5807298"/>
                  <a:pt x="1528502" y="5777776"/>
                  <a:pt x="1503662" y="5766254"/>
                </a:cubicBezTo>
                <a:cubicBezTo>
                  <a:pt x="1508342" y="5782456"/>
                  <a:pt x="1526342" y="5798297"/>
                  <a:pt x="1515182" y="5811978"/>
                </a:cubicBezTo>
                <a:cubicBezTo>
                  <a:pt x="1505822" y="5786776"/>
                  <a:pt x="1487822" y="5761934"/>
                  <a:pt x="1501502" y="5739253"/>
                </a:cubicBezTo>
                <a:cubicBezTo>
                  <a:pt x="1487822" y="5743573"/>
                  <a:pt x="1485662" y="5725572"/>
                  <a:pt x="1487822" y="5716211"/>
                </a:cubicBezTo>
                <a:cubicBezTo>
                  <a:pt x="1496822" y="5723052"/>
                  <a:pt x="1501502" y="5741413"/>
                  <a:pt x="1512662" y="5741413"/>
                </a:cubicBezTo>
                <a:cubicBezTo>
                  <a:pt x="1510502" y="5720892"/>
                  <a:pt x="1483142" y="5714051"/>
                  <a:pt x="1478822" y="5693530"/>
                </a:cubicBezTo>
                <a:cubicBezTo>
                  <a:pt x="1485662" y="5689210"/>
                  <a:pt x="1489982" y="5691370"/>
                  <a:pt x="1494662" y="5686689"/>
                </a:cubicBezTo>
                <a:cubicBezTo>
                  <a:pt x="1494662" y="5677688"/>
                  <a:pt x="1485662" y="5657167"/>
                  <a:pt x="1501502" y="5664008"/>
                </a:cubicBezTo>
                <a:cubicBezTo>
                  <a:pt x="1498982" y="5661848"/>
                  <a:pt x="1501502" y="5659328"/>
                  <a:pt x="1498982" y="5657167"/>
                </a:cubicBezTo>
                <a:cubicBezTo>
                  <a:pt x="1489982" y="5655007"/>
                  <a:pt x="1483142" y="5643486"/>
                  <a:pt x="1474142" y="5643486"/>
                </a:cubicBezTo>
                <a:cubicBezTo>
                  <a:pt x="1471982" y="5645646"/>
                  <a:pt x="1471982" y="5648166"/>
                  <a:pt x="1471982" y="5652487"/>
                </a:cubicBezTo>
                <a:cubicBezTo>
                  <a:pt x="1476302" y="5659328"/>
                  <a:pt x="1483142" y="5655007"/>
                  <a:pt x="1487822" y="5664008"/>
                </a:cubicBezTo>
                <a:cubicBezTo>
                  <a:pt x="1469462" y="5668688"/>
                  <a:pt x="1494662" y="5677688"/>
                  <a:pt x="1485662" y="5682369"/>
                </a:cubicBezTo>
                <a:cubicBezTo>
                  <a:pt x="1469462" y="5670848"/>
                  <a:pt x="1480982" y="5670848"/>
                  <a:pt x="1471982" y="5657167"/>
                </a:cubicBezTo>
                <a:cubicBezTo>
                  <a:pt x="1462622" y="5655007"/>
                  <a:pt x="1451462" y="5664008"/>
                  <a:pt x="1453622" y="5673008"/>
                </a:cubicBezTo>
                <a:cubicBezTo>
                  <a:pt x="1446782" y="5664008"/>
                  <a:pt x="1439942" y="5652487"/>
                  <a:pt x="1428422" y="5659328"/>
                </a:cubicBezTo>
                <a:cubicBezTo>
                  <a:pt x="1444622" y="5673008"/>
                  <a:pt x="1478822" y="5705050"/>
                  <a:pt x="1451462" y="5714051"/>
                </a:cubicBezTo>
                <a:cubicBezTo>
                  <a:pt x="1453622" y="5720892"/>
                  <a:pt x="1455782" y="5727732"/>
                  <a:pt x="1455782" y="5736732"/>
                </a:cubicBezTo>
                <a:cubicBezTo>
                  <a:pt x="1460462" y="5734572"/>
                  <a:pt x="1465142" y="5734572"/>
                  <a:pt x="1469462" y="5734572"/>
                </a:cubicBezTo>
                <a:cubicBezTo>
                  <a:pt x="1462622" y="5741413"/>
                  <a:pt x="1458302" y="5745734"/>
                  <a:pt x="1460462" y="5752574"/>
                </a:cubicBezTo>
                <a:cubicBezTo>
                  <a:pt x="1483142" y="5823138"/>
                  <a:pt x="1474142" y="5900544"/>
                  <a:pt x="1469462" y="5957428"/>
                </a:cubicBezTo>
                <a:cubicBezTo>
                  <a:pt x="1451462" y="5936906"/>
                  <a:pt x="1451462" y="5930066"/>
                  <a:pt x="1439942" y="5914225"/>
                </a:cubicBezTo>
                <a:cubicBezTo>
                  <a:pt x="1437782" y="5930066"/>
                  <a:pt x="1437782" y="5946267"/>
                  <a:pt x="1437782" y="5962108"/>
                </a:cubicBezTo>
                <a:cubicBezTo>
                  <a:pt x="1433102" y="5966788"/>
                  <a:pt x="1415101" y="5971108"/>
                  <a:pt x="1419421" y="5975789"/>
                </a:cubicBezTo>
                <a:cubicBezTo>
                  <a:pt x="1439942" y="5982630"/>
                  <a:pt x="1408261" y="6000630"/>
                  <a:pt x="1426261" y="6014312"/>
                </a:cubicBezTo>
                <a:cubicBezTo>
                  <a:pt x="1412581" y="6018992"/>
                  <a:pt x="1421941" y="6025832"/>
                  <a:pt x="1415101" y="6036993"/>
                </a:cubicBezTo>
                <a:cubicBezTo>
                  <a:pt x="1408261" y="6030153"/>
                  <a:pt x="1415101" y="6023312"/>
                  <a:pt x="1408261" y="6016472"/>
                </a:cubicBezTo>
                <a:cubicBezTo>
                  <a:pt x="1398901" y="6021152"/>
                  <a:pt x="1389901" y="6018992"/>
                  <a:pt x="1387741" y="6027992"/>
                </a:cubicBezTo>
                <a:cubicBezTo>
                  <a:pt x="1364701" y="6000630"/>
                  <a:pt x="1353541" y="5968948"/>
                  <a:pt x="1337701" y="5934746"/>
                </a:cubicBezTo>
                <a:cubicBezTo>
                  <a:pt x="1328341" y="5912064"/>
                  <a:pt x="1305661" y="5864182"/>
                  <a:pt x="1312501" y="5839340"/>
                </a:cubicBezTo>
                <a:cubicBezTo>
                  <a:pt x="1285140" y="5807298"/>
                  <a:pt x="1287660" y="5757254"/>
                  <a:pt x="1287660" y="5720892"/>
                </a:cubicBezTo>
                <a:cubicBezTo>
                  <a:pt x="1269300" y="5691370"/>
                  <a:pt x="1271460" y="5657167"/>
                  <a:pt x="1269300" y="5622965"/>
                </a:cubicBezTo>
                <a:cubicBezTo>
                  <a:pt x="1273980" y="5625485"/>
                  <a:pt x="1276140" y="5625485"/>
                  <a:pt x="1280820" y="5622965"/>
                </a:cubicBezTo>
                <a:cubicBezTo>
                  <a:pt x="1273980" y="5611804"/>
                  <a:pt x="1282980" y="5586602"/>
                  <a:pt x="1264620" y="5588762"/>
                </a:cubicBezTo>
                <a:cubicBezTo>
                  <a:pt x="1264620" y="5588762"/>
                  <a:pt x="1264620" y="5588762"/>
                  <a:pt x="1282980" y="5577602"/>
                </a:cubicBezTo>
                <a:cubicBezTo>
                  <a:pt x="1276140" y="5536559"/>
                  <a:pt x="1262460" y="5495516"/>
                  <a:pt x="1228260" y="5459154"/>
                </a:cubicBezTo>
                <a:cubicBezTo>
                  <a:pt x="1237620" y="5445472"/>
                  <a:pt x="1235100" y="5429632"/>
                  <a:pt x="1217100" y="5422791"/>
                </a:cubicBezTo>
                <a:cubicBezTo>
                  <a:pt x="1251300" y="5386428"/>
                  <a:pt x="1262460" y="5334225"/>
                  <a:pt x="1251300" y="5300022"/>
                </a:cubicBezTo>
                <a:cubicBezTo>
                  <a:pt x="1244460" y="5304703"/>
                  <a:pt x="1255620" y="5311544"/>
                  <a:pt x="1246620" y="5313704"/>
                </a:cubicBezTo>
                <a:cubicBezTo>
                  <a:pt x="1235100" y="5306863"/>
                  <a:pt x="1237620" y="5302183"/>
                  <a:pt x="1223940" y="5295342"/>
                </a:cubicBezTo>
                <a:cubicBezTo>
                  <a:pt x="1223940" y="5288502"/>
                  <a:pt x="1232940" y="5281662"/>
                  <a:pt x="1221780" y="5272661"/>
                </a:cubicBezTo>
                <a:cubicBezTo>
                  <a:pt x="1232940" y="5265820"/>
                  <a:pt x="1239780" y="5258980"/>
                  <a:pt x="1237620" y="5249979"/>
                </a:cubicBezTo>
                <a:cubicBezTo>
                  <a:pt x="1228260" y="5252140"/>
                  <a:pt x="1221780" y="5243139"/>
                  <a:pt x="1214940" y="5236298"/>
                </a:cubicBezTo>
                <a:cubicBezTo>
                  <a:pt x="1251300" y="5188415"/>
                  <a:pt x="1260300" y="5138372"/>
                  <a:pt x="1241940" y="5081488"/>
                </a:cubicBezTo>
                <a:cubicBezTo>
                  <a:pt x="1264620" y="5072487"/>
                  <a:pt x="1237620" y="5051966"/>
                  <a:pt x="1241940" y="5040805"/>
                </a:cubicBezTo>
                <a:cubicBezTo>
                  <a:pt x="1210260" y="5038285"/>
                  <a:pt x="1239780" y="4988241"/>
                  <a:pt x="1200900" y="4999762"/>
                </a:cubicBezTo>
                <a:cubicBezTo>
                  <a:pt x="1255620" y="4942878"/>
                  <a:pt x="1208100" y="4849632"/>
                  <a:pt x="1230780" y="4801748"/>
                </a:cubicBezTo>
                <a:cubicBezTo>
                  <a:pt x="1217100" y="4783747"/>
                  <a:pt x="1214940" y="4747385"/>
                  <a:pt x="1223940" y="4724343"/>
                </a:cubicBezTo>
                <a:cubicBezTo>
                  <a:pt x="1208100" y="4681140"/>
                  <a:pt x="1219260" y="4642618"/>
                  <a:pt x="1228260" y="4603735"/>
                </a:cubicBezTo>
                <a:cubicBezTo>
                  <a:pt x="1219260" y="4567372"/>
                  <a:pt x="1223940" y="4549371"/>
                  <a:pt x="1214940" y="4517329"/>
                </a:cubicBezTo>
                <a:cubicBezTo>
                  <a:pt x="1221780" y="4510488"/>
                  <a:pt x="1235100" y="4517329"/>
                  <a:pt x="1232940" y="4508328"/>
                </a:cubicBezTo>
                <a:cubicBezTo>
                  <a:pt x="1210260" y="4501488"/>
                  <a:pt x="1219260" y="4469446"/>
                  <a:pt x="1221780" y="4451444"/>
                </a:cubicBezTo>
                <a:cubicBezTo>
                  <a:pt x="1223940" y="4456125"/>
                  <a:pt x="1226100" y="4465126"/>
                  <a:pt x="1230780" y="4462605"/>
                </a:cubicBezTo>
                <a:cubicBezTo>
                  <a:pt x="1217100" y="4430923"/>
                  <a:pt x="1221780" y="4380880"/>
                  <a:pt x="1244460" y="4353518"/>
                </a:cubicBezTo>
                <a:cubicBezTo>
                  <a:pt x="1244460" y="4362518"/>
                  <a:pt x="1260300" y="4408242"/>
                  <a:pt x="1232940" y="4401401"/>
                </a:cubicBezTo>
                <a:cubicBezTo>
                  <a:pt x="1232940" y="4417242"/>
                  <a:pt x="1244460" y="4435603"/>
                  <a:pt x="1246620" y="4451444"/>
                </a:cubicBezTo>
                <a:cubicBezTo>
                  <a:pt x="1253460" y="4449284"/>
                  <a:pt x="1253460" y="4442444"/>
                  <a:pt x="1260300" y="4439924"/>
                </a:cubicBezTo>
                <a:cubicBezTo>
                  <a:pt x="1267140" y="4451444"/>
                  <a:pt x="1248780" y="4469446"/>
                  <a:pt x="1264620" y="4474126"/>
                </a:cubicBezTo>
                <a:cubicBezTo>
                  <a:pt x="1264620" y="4458285"/>
                  <a:pt x="1278300" y="4430923"/>
                  <a:pt x="1255620" y="4417242"/>
                </a:cubicBezTo>
                <a:cubicBezTo>
                  <a:pt x="1276140" y="4401401"/>
                  <a:pt x="1277310" y="4378090"/>
                  <a:pt x="1277625" y="4353608"/>
                </a:cubicBezTo>
                <a:lnTo>
                  <a:pt x="1279209" y="4326402"/>
                </a:lnTo>
                <a:lnTo>
                  <a:pt x="1278808" y="4325916"/>
                </a:lnTo>
                <a:lnTo>
                  <a:pt x="1279351" y="4323970"/>
                </a:lnTo>
                <a:lnTo>
                  <a:pt x="1279768" y="4316795"/>
                </a:lnTo>
                <a:lnTo>
                  <a:pt x="1292062" y="4288555"/>
                </a:lnTo>
                <a:lnTo>
                  <a:pt x="1258586" y="4280447"/>
                </a:lnTo>
                <a:lnTo>
                  <a:pt x="1259615" y="4290503"/>
                </a:lnTo>
                <a:lnTo>
                  <a:pt x="1257799" y="4299596"/>
                </a:lnTo>
                <a:lnTo>
                  <a:pt x="1268893" y="4298792"/>
                </a:lnTo>
                <a:cubicBezTo>
                  <a:pt x="1262063" y="4316504"/>
                  <a:pt x="1273565" y="4323235"/>
                  <a:pt x="1273565" y="4336696"/>
                </a:cubicBezTo>
                <a:cubicBezTo>
                  <a:pt x="1267814" y="4332268"/>
                  <a:pt x="1260985" y="4332268"/>
                  <a:pt x="1253617" y="4333109"/>
                </a:cubicBezTo>
                <a:lnTo>
                  <a:pt x="1248532" y="4333430"/>
                </a:lnTo>
                <a:lnTo>
                  <a:pt x="1245961" y="4347812"/>
                </a:lnTo>
                <a:lnTo>
                  <a:pt x="1241667" y="4333862"/>
                </a:lnTo>
                <a:lnTo>
                  <a:pt x="1230433" y="4334570"/>
                </a:lnTo>
                <a:cubicBezTo>
                  <a:pt x="1227917" y="4318984"/>
                  <a:pt x="1216775" y="4309774"/>
                  <a:pt x="1216775" y="4294187"/>
                </a:cubicBezTo>
                <a:cubicBezTo>
                  <a:pt x="1230433" y="4298792"/>
                  <a:pt x="1246248" y="4303043"/>
                  <a:pt x="1244092" y="4318984"/>
                </a:cubicBezTo>
                <a:cubicBezTo>
                  <a:pt x="1250292" y="4318364"/>
                  <a:pt x="1253235" y="4316504"/>
                  <a:pt x="1254589" y="4314135"/>
                </a:cubicBezTo>
                <a:lnTo>
                  <a:pt x="1255340" y="4307951"/>
                </a:lnTo>
                <a:lnTo>
                  <a:pt x="1244679" y="4316055"/>
                </a:lnTo>
                <a:cubicBezTo>
                  <a:pt x="1258273" y="4298218"/>
                  <a:pt x="1242175" y="4271106"/>
                  <a:pt x="1255769" y="4252912"/>
                </a:cubicBezTo>
                <a:lnTo>
                  <a:pt x="1258253" y="4277187"/>
                </a:lnTo>
                <a:lnTo>
                  <a:pt x="1260843" y="4258437"/>
                </a:lnTo>
                <a:cubicBezTo>
                  <a:pt x="1262239" y="4251372"/>
                  <a:pt x="1264489" y="4245162"/>
                  <a:pt x="1268990" y="4241742"/>
                </a:cubicBezTo>
                <a:cubicBezTo>
                  <a:pt x="1268990" y="4239222"/>
                  <a:pt x="1264309" y="4237061"/>
                  <a:pt x="1266830" y="4232381"/>
                </a:cubicBezTo>
                <a:cubicBezTo>
                  <a:pt x="1262149" y="4232381"/>
                  <a:pt x="1262149" y="4237061"/>
                  <a:pt x="1259988" y="4241742"/>
                </a:cubicBezTo>
                <a:cubicBezTo>
                  <a:pt x="1246306" y="4234901"/>
                  <a:pt x="1268990" y="4225541"/>
                  <a:pt x="1273671" y="4221220"/>
                </a:cubicBezTo>
                <a:cubicBezTo>
                  <a:pt x="1246306" y="4214380"/>
                  <a:pt x="1227943" y="4202860"/>
                  <a:pt x="1200578" y="4214380"/>
                </a:cubicBezTo>
                <a:cubicBezTo>
                  <a:pt x="1200578" y="4230221"/>
                  <a:pt x="1207779" y="4241742"/>
                  <a:pt x="1198417" y="4252902"/>
                </a:cubicBezTo>
                <a:cubicBezTo>
                  <a:pt x="1150889" y="4246062"/>
                  <a:pt x="1118843" y="4214380"/>
                  <a:pt x="1070954" y="4196019"/>
                </a:cubicBezTo>
                <a:cubicBezTo>
                  <a:pt x="1064113" y="4200700"/>
                  <a:pt x="1068794" y="4228061"/>
                  <a:pt x="1075635" y="4237061"/>
                </a:cubicBezTo>
                <a:cubicBezTo>
                  <a:pt x="1066633" y="4250742"/>
                  <a:pt x="1043949" y="4250742"/>
                  <a:pt x="1037108" y="4266583"/>
                </a:cubicBezTo>
                <a:cubicBezTo>
                  <a:pt x="1011903" y="4264422"/>
                  <a:pt x="1016584" y="4261902"/>
                  <a:pt x="996061" y="4264422"/>
                </a:cubicBezTo>
                <a:cubicBezTo>
                  <a:pt x="982378" y="4243902"/>
                  <a:pt x="957173" y="4230221"/>
                  <a:pt x="948172" y="4207540"/>
                </a:cubicBezTo>
                <a:cubicBezTo>
                  <a:pt x="950332" y="4198180"/>
                  <a:pt x="964015" y="4200700"/>
                  <a:pt x="966535" y="4191699"/>
                </a:cubicBezTo>
                <a:cubicBezTo>
                  <a:pt x="957173" y="4180178"/>
                  <a:pt x="952853" y="4152817"/>
                  <a:pt x="966535" y="4139137"/>
                </a:cubicBezTo>
                <a:cubicBezTo>
                  <a:pt x="943491" y="4145977"/>
                  <a:pt x="939170" y="4116456"/>
                  <a:pt x="950332" y="4102775"/>
                </a:cubicBezTo>
                <a:cubicBezTo>
                  <a:pt x="925488" y="4118616"/>
                  <a:pt x="895962" y="4104935"/>
                  <a:pt x="886961" y="4139137"/>
                </a:cubicBezTo>
                <a:cubicBezTo>
                  <a:pt x="904964" y="4127976"/>
                  <a:pt x="902804" y="4139137"/>
                  <a:pt x="884440" y="4143817"/>
                </a:cubicBezTo>
                <a:cubicBezTo>
                  <a:pt x="886961" y="4150657"/>
                  <a:pt x="891282" y="4143817"/>
                  <a:pt x="900283" y="4145977"/>
                </a:cubicBezTo>
                <a:cubicBezTo>
                  <a:pt x="900283" y="4152817"/>
                  <a:pt x="893442" y="4152817"/>
                  <a:pt x="893442" y="4157498"/>
                </a:cubicBezTo>
                <a:cubicBezTo>
                  <a:pt x="900283" y="4168658"/>
                  <a:pt x="916486" y="4175498"/>
                  <a:pt x="930169" y="4182339"/>
                </a:cubicBezTo>
                <a:cubicBezTo>
                  <a:pt x="920807" y="4189179"/>
                  <a:pt x="913966" y="4200700"/>
                  <a:pt x="913966" y="4216540"/>
                </a:cubicBezTo>
                <a:cubicBezTo>
                  <a:pt x="886961" y="4214380"/>
                  <a:pt x="898123" y="4182339"/>
                  <a:pt x="870758" y="4191699"/>
                </a:cubicBezTo>
                <a:cubicBezTo>
                  <a:pt x="870758" y="4180178"/>
                  <a:pt x="875439" y="4164338"/>
                  <a:pt x="859596" y="4164338"/>
                </a:cubicBezTo>
                <a:cubicBezTo>
                  <a:pt x="870758" y="4161818"/>
                  <a:pt x="863917" y="4139137"/>
                  <a:pt x="875439" y="4139137"/>
                </a:cubicBezTo>
                <a:cubicBezTo>
                  <a:pt x="866437" y="4134816"/>
                  <a:pt x="857075" y="4127976"/>
                  <a:pt x="845913" y="4123296"/>
                </a:cubicBezTo>
                <a:cubicBezTo>
                  <a:pt x="850234" y="4114296"/>
                  <a:pt x="873278" y="4123296"/>
                  <a:pt x="884440" y="4123296"/>
                </a:cubicBezTo>
                <a:cubicBezTo>
                  <a:pt x="891282" y="4118616"/>
                  <a:pt x="893442" y="4107455"/>
                  <a:pt x="902804" y="4107455"/>
                </a:cubicBezTo>
                <a:cubicBezTo>
                  <a:pt x="895962" y="4068573"/>
                  <a:pt x="845913" y="4075414"/>
                  <a:pt x="832231" y="4036892"/>
                </a:cubicBezTo>
                <a:cubicBezTo>
                  <a:pt x="818548" y="4039052"/>
                  <a:pt x="827550" y="4061733"/>
                  <a:pt x="816388" y="4061733"/>
                </a:cubicBezTo>
                <a:cubicBezTo>
                  <a:pt x="816388" y="4068573"/>
                  <a:pt x="825390" y="4064253"/>
                  <a:pt x="827550" y="4059573"/>
                </a:cubicBezTo>
                <a:cubicBezTo>
                  <a:pt x="843393" y="4059573"/>
                  <a:pt x="811707" y="4071094"/>
                  <a:pt x="829710" y="4073254"/>
                </a:cubicBezTo>
                <a:cubicBezTo>
                  <a:pt x="827550" y="4082254"/>
                  <a:pt x="809547" y="4075414"/>
                  <a:pt x="807026" y="4084774"/>
                </a:cubicBezTo>
                <a:cubicBezTo>
                  <a:pt x="800185" y="4066413"/>
                  <a:pt x="784342" y="4073254"/>
                  <a:pt x="756977" y="4066413"/>
                </a:cubicBezTo>
                <a:cubicBezTo>
                  <a:pt x="759498" y="4048412"/>
                  <a:pt x="750136" y="4039052"/>
                  <a:pt x="725291" y="4041572"/>
                </a:cubicBezTo>
                <a:cubicBezTo>
                  <a:pt x="725291" y="4021051"/>
                  <a:pt x="697926" y="4018531"/>
                  <a:pt x="706928" y="3993690"/>
                </a:cubicBezTo>
                <a:cubicBezTo>
                  <a:pt x="706928" y="3993690"/>
                  <a:pt x="706928" y="3993690"/>
                  <a:pt x="679563" y="3991530"/>
                </a:cubicBezTo>
                <a:cubicBezTo>
                  <a:pt x="677403" y="3980009"/>
                  <a:pt x="672722" y="3966328"/>
                  <a:pt x="679563" y="3945808"/>
                </a:cubicBezTo>
                <a:cubicBezTo>
                  <a:pt x="686404" y="3941127"/>
                  <a:pt x="697926" y="3943647"/>
                  <a:pt x="711609" y="3945808"/>
                </a:cubicBezTo>
                <a:cubicBezTo>
                  <a:pt x="706928" y="3954808"/>
                  <a:pt x="709449" y="3961648"/>
                  <a:pt x="711609" y="3968488"/>
                </a:cubicBezTo>
                <a:cubicBezTo>
                  <a:pt x="720611" y="3968488"/>
                  <a:pt x="732133" y="3950488"/>
                  <a:pt x="727452" y="3968488"/>
                </a:cubicBezTo>
                <a:cubicBezTo>
                  <a:pt x="736453" y="3966328"/>
                  <a:pt x="741134" y="3959488"/>
                  <a:pt x="743295" y="3947968"/>
                </a:cubicBezTo>
                <a:cubicBezTo>
                  <a:pt x="741134" y="3941127"/>
                  <a:pt x="736453" y="3950488"/>
                  <a:pt x="727452" y="3945808"/>
                </a:cubicBezTo>
                <a:cubicBezTo>
                  <a:pt x="754817" y="3929967"/>
                  <a:pt x="700087" y="3925286"/>
                  <a:pt x="723131" y="3909446"/>
                </a:cubicBezTo>
                <a:cubicBezTo>
                  <a:pt x="711609" y="3911786"/>
                  <a:pt x="705308" y="3911246"/>
                  <a:pt x="701617" y="3907826"/>
                </a:cubicBezTo>
                <a:lnTo>
                  <a:pt x="699646" y="3901458"/>
                </a:lnTo>
                <a:lnTo>
                  <a:pt x="687943" y="3904240"/>
                </a:lnTo>
                <a:lnTo>
                  <a:pt x="687035" y="3912866"/>
                </a:lnTo>
                <a:cubicBezTo>
                  <a:pt x="687035" y="3921416"/>
                  <a:pt x="687665" y="3929967"/>
                  <a:pt x="682084" y="3936807"/>
                </a:cubicBezTo>
                <a:cubicBezTo>
                  <a:pt x="674072" y="3931677"/>
                  <a:pt x="671349" y="3923284"/>
                  <a:pt x="671023" y="3913434"/>
                </a:cubicBezTo>
                <a:lnTo>
                  <a:pt x="671571" y="3908131"/>
                </a:lnTo>
                <a:lnTo>
                  <a:pt x="655291" y="3912000"/>
                </a:lnTo>
                <a:cubicBezTo>
                  <a:pt x="648450" y="3921359"/>
                  <a:pt x="666812" y="3914520"/>
                  <a:pt x="659971" y="3923518"/>
                </a:cubicBezTo>
                <a:cubicBezTo>
                  <a:pt x="632608" y="3937196"/>
                  <a:pt x="621087" y="3946195"/>
                  <a:pt x="586883" y="3939356"/>
                </a:cubicBezTo>
                <a:cubicBezTo>
                  <a:pt x="566361" y="3957714"/>
                  <a:pt x="557360" y="3985070"/>
                  <a:pt x="529997" y="3994068"/>
                </a:cubicBezTo>
                <a:cubicBezTo>
                  <a:pt x="536838" y="3962033"/>
                  <a:pt x="555200" y="3932517"/>
                  <a:pt x="568882" y="3909840"/>
                </a:cubicBezTo>
                <a:cubicBezTo>
                  <a:pt x="573202" y="3903002"/>
                  <a:pt x="562041" y="3903002"/>
                  <a:pt x="562041" y="3898322"/>
                </a:cubicBezTo>
                <a:cubicBezTo>
                  <a:pt x="546199" y="3898322"/>
                  <a:pt x="543679" y="3898322"/>
                  <a:pt x="541519" y="3889324"/>
                </a:cubicBezTo>
                <a:cubicBezTo>
                  <a:pt x="525677" y="3887164"/>
                  <a:pt x="523157" y="3907681"/>
                  <a:pt x="507315" y="3896162"/>
                </a:cubicBezTo>
                <a:cubicBezTo>
                  <a:pt x="509475" y="3907681"/>
                  <a:pt x="500474" y="3909840"/>
                  <a:pt x="493634" y="3914520"/>
                </a:cubicBezTo>
                <a:cubicBezTo>
                  <a:pt x="491473" y="3923518"/>
                  <a:pt x="500474" y="3930358"/>
                  <a:pt x="500474" y="3939356"/>
                </a:cubicBezTo>
                <a:cubicBezTo>
                  <a:pt x="491473" y="3941516"/>
                  <a:pt x="489313" y="3937196"/>
                  <a:pt x="484633" y="3937196"/>
                </a:cubicBezTo>
                <a:cubicBezTo>
                  <a:pt x="457270" y="3959873"/>
                  <a:pt x="427747" y="3980390"/>
                  <a:pt x="391383" y="3996228"/>
                </a:cubicBezTo>
                <a:cubicBezTo>
                  <a:pt x="391383" y="4003067"/>
                  <a:pt x="391383" y="4012066"/>
                  <a:pt x="384542" y="4014585"/>
                </a:cubicBezTo>
                <a:cubicBezTo>
                  <a:pt x="352499" y="3987229"/>
                  <a:pt x="429907" y="3968872"/>
                  <a:pt x="434587" y="3934677"/>
                </a:cubicBezTo>
                <a:cubicBezTo>
                  <a:pt x="423066" y="3925678"/>
                  <a:pt x="411905" y="3934677"/>
                  <a:pt x="405064" y="3925678"/>
                </a:cubicBezTo>
                <a:cubicBezTo>
                  <a:pt x="407224" y="3921359"/>
                  <a:pt x="432427" y="3912000"/>
                  <a:pt x="407224" y="3909840"/>
                </a:cubicBezTo>
                <a:cubicBezTo>
                  <a:pt x="409385" y="3900842"/>
                  <a:pt x="423066" y="3903002"/>
                  <a:pt x="425586" y="3894003"/>
                </a:cubicBezTo>
                <a:cubicBezTo>
                  <a:pt x="436748" y="3896162"/>
                  <a:pt x="420906" y="3903002"/>
                  <a:pt x="423066" y="3907681"/>
                </a:cubicBezTo>
                <a:cubicBezTo>
                  <a:pt x="441428" y="3907681"/>
                  <a:pt x="438908" y="3891843"/>
                  <a:pt x="438908" y="3882484"/>
                </a:cubicBezTo>
                <a:cubicBezTo>
                  <a:pt x="464110" y="3875646"/>
                  <a:pt x="482472" y="3880325"/>
                  <a:pt x="507315" y="3871326"/>
                </a:cubicBezTo>
                <a:cubicBezTo>
                  <a:pt x="514156" y="3875646"/>
                  <a:pt x="514156" y="3882484"/>
                  <a:pt x="520996" y="3885004"/>
                </a:cubicBezTo>
                <a:cubicBezTo>
                  <a:pt x="534678" y="3875646"/>
                  <a:pt x="525677" y="3857648"/>
                  <a:pt x="511996" y="3855128"/>
                </a:cubicBezTo>
                <a:cubicBezTo>
                  <a:pt x="527837" y="3846130"/>
                  <a:pt x="532518" y="3821294"/>
                  <a:pt x="553040" y="3816614"/>
                </a:cubicBezTo>
                <a:cubicBezTo>
                  <a:pt x="582563" y="3816614"/>
                  <a:pt x="591564" y="3828132"/>
                  <a:pt x="609566" y="3832452"/>
                </a:cubicBezTo>
                <a:cubicBezTo>
                  <a:pt x="625768" y="3828132"/>
                  <a:pt x="632608" y="3814454"/>
                  <a:pt x="639449" y="3800776"/>
                </a:cubicBezTo>
                <a:cubicBezTo>
                  <a:pt x="650790" y="3801316"/>
                  <a:pt x="659431" y="3797739"/>
                  <a:pt x="666761" y="3791963"/>
                </a:cubicBezTo>
                <a:lnTo>
                  <a:pt x="680352" y="3776584"/>
                </a:lnTo>
                <a:lnTo>
                  <a:pt x="670111" y="3744558"/>
                </a:lnTo>
                <a:cubicBezTo>
                  <a:pt x="664710" y="3702571"/>
                  <a:pt x="677943" y="3648433"/>
                  <a:pt x="700087" y="3595511"/>
                </a:cubicBezTo>
                <a:cubicBezTo>
                  <a:pt x="688925" y="3593351"/>
                  <a:pt x="697926" y="3618192"/>
                  <a:pt x="682084" y="3607031"/>
                </a:cubicBezTo>
                <a:cubicBezTo>
                  <a:pt x="688925" y="3577150"/>
                  <a:pt x="688925" y="3554469"/>
                  <a:pt x="688925" y="3515947"/>
                </a:cubicBezTo>
                <a:cubicBezTo>
                  <a:pt x="693246" y="3520267"/>
                  <a:pt x="700087" y="3524947"/>
                  <a:pt x="711609" y="3524947"/>
                </a:cubicBezTo>
                <a:cubicBezTo>
                  <a:pt x="711609" y="3524947"/>
                  <a:pt x="711609" y="3524947"/>
                  <a:pt x="713769" y="3515947"/>
                </a:cubicBezTo>
                <a:cubicBezTo>
                  <a:pt x="713769" y="3500106"/>
                  <a:pt x="702607" y="3518107"/>
                  <a:pt x="693246" y="3511267"/>
                </a:cubicBezTo>
                <a:cubicBezTo>
                  <a:pt x="697926" y="3497586"/>
                  <a:pt x="716290" y="3506586"/>
                  <a:pt x="725291" y="3497586"/>
                </a:cubicBezTo>
                <a:cubicBezTo>
                  <a:pt x="724751" y="3493086"/>
                  <a:pt x="723064" y="3490701"/>
                  <a:pt x="720763" y="3489367"/>
                </a:cubicBezTo>
                <a:lnTo>
                  <a:pt x="715509" y="3488147"/>
                </a:lnTo>
                <a:lnTo>
                  <a:pt x="698495" y="3498060"/>
                </a:lnTo>
                <a:cubicBezTo>
                  <a:pt x="600565" y="3509579"/>
                  <a:pt x="555200" y="3523257"/>
                  <a:pt x="466631" y="3525416"/>
                </a:cubicBezTo>
                <a:cubicBezTo>
                  <a:pt x="459790" y="3525416"/>
                  <a:pt x="461950" y="3534415"/>
                  <a:pt x="457270" y="3536935"/>
                </a:cubicBezTo>
                <a:cubicBezTo>
                  <a:pt x="450429" y="3530096"/>
                  <a:pt x="434587" y="3530096"/>
                  <a:pt x="436748" y="3520737"/>
                </a:cubicBezTo>
                <a:cubicBezTo>
                  <a:pt x="429907" y="3520737"/>
                  <a:pt x="432427" y="3530096"/>
                  <a:pt x="425586" y="3530096"/>
                </a:cubicBezTo>
                <a:cubicBezTo>
                  <a:pt x="409385" y="3511738"/>
                  <a:pt x="386702" y="3513898"/>
                  <a:pt x="355019" y="3513898"/>
                </a:cubicBezTo>
                <a:cubicBezTo>
                  <a:pt x="352499" y="3509579"/>
                  <a:pt x="352499" y="3504899"/>
                  <a:pt x="352499" y="3500580"/>
                </a:cubicBezTo>
                <a:cubicBezTo>
                  <a:pt x="316135" y="3511738"/>
                  <a:pt x="307134" y="3480063"/>
                  <a:pt x="270770" y="3486902"/>
                </a:cubicBezTo>
                <a:cubicBezTo>
                  <a:pt x="286612" y="3416352"/>
                  <a:pt x="202363" y="3375318"/>
                  <a:pt x="220725" y="3302609"/>
                </a:cubicBezTo>
                <a:cubicBezTo>
                  <a:pt x="241247" y="3304768"/>
                  <a:pt x="250248" y="3291090"/>
                  <a:pt x="261769" y="3284251"/>
                </a:cubicBezTo>
                <a:cubicBezTo>
                  <a:pt x="284451" y="3323126"/>
                  <a:pt x="293452" y="3370639"/>
                  <a:pt x="318655" y="3406993"/>
                </a:cubicBezTo>
                <a:cubicBezTo>
                  <a:pt x="329816" y="3411673"/>
                  <a:pt x="336657" y="3404834"/>
                  <a:pt x="341337" y="3400514"/>
                </a:cubicBezTo>
                <a:cubicBezTo>
                  <a:pt x="343498" y="3393675"/>
                  <a:pt x="322976" y="3400514"/>
                  <a:pt x="332337" y="3388996"/>
                </a:cubicBezTo>
                <a:cubicBezTo>
                  <a:pt x="375541" y="3397995"/>
                  <a:pt x="352499" y="3338963"/>
                  <a:pt x="357179" y="3313767"/>
                </a:cubicBezTo>
                <a:cubicBezTo>
                  <a:pt x="361860" y="3306928"/>
                  <a:pt x="373021" y="3306928"/>
                  <a:pt x="377701" y="3300449"/>
                </a:cubicBezTo>
                <a:cubicBezTo>
                  <a:pt x="368700" y="3279932"/>
                  <a:pt x="373021" y="3247897"/>
                  <a:pt x="386702" y="3234219"/>
                </a:cubicBezTo>
                <a:cubicBezTo>
                  <a:pt x="382382" y="3216221"/>
                  <a:pt x="379862" y="3195704"/>
                  <a:pt x="382382" y="3175187"/>
                </a:cubicBezTo>
                <a:cubicBezTo>
                  <a:pt x="384542" y="3156830"/>
                  <a:pt x="389223" y="3138832"/>
                  <a:pt x="405064" y="3127314"/>
                </a:cubicBezTo>
                <a:cubicBezTo>
                  <a:pt x="382382" y="3166188"/>
                  <a:pt x="384542" y="3213702"/>
                  <a:pt x="402904" y="3245737"/>
                </a:cubicBezTo>
                <a:cubicBezTo>
                  <a:pt x="425586" y="3238898"/>
                  <a:pt x="407224" y="3218381"/>
                  <a:pt x="409385" y="3204703"/>
                </a:cubicBezTo>
                <a:cubicBezTo>
                  <a:pt x="420906" y="3211542"/>
                  <a:pt x="423066" y="3223060"/>
                  <a:pt x="423066" y="3227380"/>
                </a:cubicBezTo>
                <a:cubicBezTo>
                  <a:pt x="452949" y="3220541"/>
                  <a:pt x="425586" y="3200383"/>
                  <a:pt x="423066" y="3186705"/>
                </a:cubicBezTo>
                <a:cubicBezTo>
                  <a:pt x="455110" y="3173027"/>
                  <a:pt x="455110" y="3131993"/>
                  <a:pt x="448269" y="3113636"/>
                </a:cubicBezTo>
                <a:cubicBezTo>
                  <a:pt x="438908" y="3118315"/>
                  <a:pt x="434587" y="3122995"/>
                  <a:pt x="425586" y="3125154"/>
                </a:cubicBezTo>
                <a:cubicBezTo>
                  <a:pt x="420906" y="3118315"/>
                  <a:pt x="418746" y="3113636"/>
                  <a:pt x="414065" y="3106797"/>
                </a:cubicBezTo>
                <a:cubicBezTo>
                  <a:pt x="405064" y="3109317"/>
                  <a:pt x="398223" y="3113636"/>
                  <a:pt x="396063" y="3125154"/>
                </a:cubicBezTo>
                <a:cubicBezTo>
                  <a:pt x="379862" y="3111476"/>
                  <a:pt x="366180" y="3131993"/>
                  <a:pt x="355019" y="3143152"/>
                </a:cubicBezTo>
                <a:cubicBezTo>
                  <a:pt x="339177" y="3136673"/>
                  <a:pt x="368700" y="3116156"/>
                  <a:pt x="373021" y="3125154"/>
                </a:cubicBezTo>
                <a:cubicBezTo>
                  <a:pt x="375541" y="3118315"/>
                  <a:pt x="373021" y="3111476"/>
                  <a:pt x="370861" y="3118315"/>
                </a:cubicBezTo>
                <a:cubicBezTo>
                  <a:pt x="366180" y="3116156"/>
                  <a:pt x="368700" y="3106797"/>
                  <a:pt x="373021" y="3106797"/>
                </a:cubicBezTo>
                <a:cubicBezTo>
                  <a:pt x="366180" y="3102478"/>
                  <a:pt x="357179" y="3093479"/>
                  <a:pt x="334497" y="3095639"/>
                </a:cubicBezTo>
                <a:cubicBezTo>
                  <a:pt x="348178" y="3072962"/>
                  <a:pt x="313975" y="3061444"/>
                  <a:pt x="318655" y="3036967"/>
                </a:cubicBezTo>
                <a:cubicBezTo>
                  <a:pt x="309294" y="3027608"/>
                  <a:pt x="300293" y="3045966"/>
                  <a:pt x="300293" y="3036967"/>
                </a:cubicBezTo>
                <a:cubicBezTo>
                  <a:pt x="300293" y="3030128"/>
                  <a:pt x="304974" y="3030128"/>
                  <a:pt x="309294" y="3030128"/>
                </a:cubicBezTo>
                <a:cubicBezTo>
                  <a:pt x="311814" y="3004932"/>
                  <a:pt x="318655" y="2993413"/>
                  <a:pt x="320815" y="2968577"/>
                </a:cubicBezTo>
                <a:cubicBezTo>
                  <a:pt x="311814" y="2952739"/>
                  <a:pt x="293452" y="2939061"/>
                  <a:pt x="309294" y="2907026"/>
                </a:cubicBezTo>
                <a:cubicBezTo>
                  <a:pt x="286612" y="2902707"/>
                  <a:pt x="282291" y="2911705"/>
                  <a:pt x="261769" y="2900187"/>
                </a:cubicBezTo>
                <a:cubicBezTo>
                  <a:pt x="257089" y="2870671"/>
                  <a:pt x="279771" y="2841156"/>
                  <a:pt x="302813" y="2806961"/>
                </a:cubicBezTo>
                <a:cubicBezTo>
                  <a:pt x="322976" y="2773125"/>
                  <a:pt x="336657" y="2743250"/>
                  <a:pt x="309294" y="2718413"/>
                </a:cubicBezTo>
                <a:cubicBezTo>
                  <a:pt x="325496" y="2706895"/>
                  <a:pt x="334497" y="2711574"/>
                  <a:pt x="343498" y="2725252"/>
                </a:cubicBezTo>
                <a:cubicBezTo>
                  <a:pt x="393543" y="2670540"/>
                  <a:pt x="448269" y="2584153"/>
                  <a:pt x="477792" y="2513603"/>
                </a:cubicBezTo>
                <a:cubicBezTo>
                  <a:pt x="468791" y="2515763"/>
                  <a:pt x="455110" y="2508924"/>
                  <a:pt x="445749" y="2522602"/>
                </a:cubicBezTo>
                <a:cubicBezTo>
                  <a:pt x="438908" y="2504604"/>
                  <a:pt x="425586" y="2513603"/>
                  <a:pt x="407224" y="2506764"/>
                </a:cubicBezTo>
                <a:cubicBezTo>
                  <a:pt x="418746" y="2499925"/>
                  <a:pt x="429907" y="2488767"/>
                  <a:pt x="438908" y="2475089"/>
                </a:cubicBezTo>
                <a:cubicBezTo>
                  <a:pt x="441428" y="2479408"/>
                  <a:pt x="445749" y="2490926"/>
                  <a:pt x="452949" y="2475089"/>
                </a:cubicBezTo>
                <a:cubicBezTo>
                  <a:pt x="455110" y="2479408"/>
                  <a:pt x="457270" y="2486247"/>
                  <a:pt x="455110" y="2493086"/>
                </a:cubicBezTo>
                <a:cubicBezTo>
                  <a:pt x="464110" y="2484087"/>
                  <a:pt x="464110" y="2479408"/>
                  <a:pt x="475632" y="2468250"/>
                </a:cubicBezTo>
                <a:cubicBezTo>
                  <a:pt x="479952" y="2458891"/>
                  <a:pt x="466631" y="2458891"/>
                  <a:pt x="466631" y="2452052"/>
                </a:cubicBezTo>
                <a:cubicBezTo>
                  <a:pt x="475632" y="2440894"/>
                  <a:pt x="484633" y="2438734"/>
                  <a:pt x="493634" y="2447733"/>
                </a:cubicBezTo>
                <a:cubicBezTo>
                  <a:pt x="498314" y="2427216"/>
                  <a:pt x="500474" y="2438734"/>
                  <a:pt x="511996" y="2431895"/>
                </a:cubicBezTo>
                <a:cubicBezTo>
                  <a:pt x="516316" y="2427216"/>
                  <a:pt x="498314" y="2418217"/>
                  <a:pt x="498314" y="2425056"/>
                </a:cubicBezTo>
                <a:cubicBezTo>
                  <a:pt x="509475" y="2415697"/>
                  <a:pt x="523157" y="2377183"/>
                  <a:pt x="525677" y="2351987"/>
                </a:cubicBezTo>
                <a:cubicBezTo>
                  <a:pt x="525677" y="2377183"/>
                  <a:pt x="555200" y="2318152"/>
                  <a:pt x="543679" y="2349827"/>
                </a:cubicBezTo>
                <a:cubicBezTo>
                  <a:pt x="586883" y="2292955"/>
                  <a:pt x="603085" y="2265599"/>
                  <a:pt x="643769" y="2229244"/>
                </a:cubicBezTo>
                <a:cubicBezTo>
                  <a:pt x="648450" y="2218086"/>
                  <a:pt x="636929" y="2231764"/>
                  <a:pt x="636929" y="2218086"/>
                </a:cubicBezTo>
                <a:cubicBezTo>
                  <a:pt x="659971" y="2206568"/>
                  <a:pt x="680133" y="2170213"/>
                  <a:pt x="705336" y="2181731"/>
                </a:cubicBezTo>
                <a:cubicBezTo>
                  <a:pt x="723698" y="2151856"/>
                  <a:pt x="732699" y="2138538"/>
                  <a:pt x="741700" y="2120180"/>
                </a:cubicBezTo>
                <a:cubicBezTo>
                  <a:pt x="737019" y="2113341"/>
                  <a:pt x="732699" y="2118021"/>
                  <a:pt x="728018" y="2124500"/>
                </a:cubicBezTo>
                <a:cubicBezTo>
                  <a:pt x="725858" y="2106502"/>
                  <a:pt x="748541" y="2111182"/>
                  <a:pt x="755381" y="2111182"/>
                </a:cubicBezTo>
                <a:cubicBezTo>
                  <a:pt x="771223" y="2076987"/>
                  <a:pt x="798586" y="2058629"/>
                  <a:pt x="805427" y="2026954"/>
                </a:cubicBezTo>
                <a:cubicBezTo>
                  <a:pt x="814428" y="2038112"/>
                  <a:pt x="823789" y="2024434"/>
                  <a:pt x="832790" y="2029113"/>
                </a:cubicBezTo>
                <a:cubicBezTo>
                  <a:pt x="832790" y="2022274"/>
                  <a:pt x="839630" y="2015435"/>
                  <a:pt x="834950" y="2011116"/>
                </a:cubicBezTo>
                <a:cubicBezTo>
                  <a:pt x="823789" y="2008596"/>
                  <a:pt x="832790" y="2024434"/>
                  <a:pt x="821268" y="2024434"/>
                </a:cubicBezTo>
                <a:cubicBezTo>
                  <a:pt x="841790" y="1990599"/>
                  <a:pt x="887515" y="1942726"/>
                  <a:pt x="889676" y="1904212"/>
                </a:cubicBezTo>
                <a:cubicBezTo>
                  <a:pt x="903357" y="1894853"/>
                  <a:pt x="898676" y="1904212"/>
                  <a:pt x="905517" y="1911051"/>
                </a:cubicBezTo>
                <a:cubicBezTo>
                  <a:pt x="921359" y="1890534"/>
                  <a:pt x="910198" y="1879015"/>
                  <a:pt x="930720" y="1858498"/>
                </a:cubicBezTo>
                <a:cubicBezTo>
                  <a:pt x="930720" y="1870017"/>
                  <a:pt x="919199" y="1888014"/>
                  <a:pt x="923879" y="1899532"/>
                </a:cubicBezTo>
                <a:cubicBezTo>
                  <a:pt x="939721" y="1883695"/>
                  <a:pt x="953402" y="1890534"/>
                  <a:pt x="967084" y="1870017"/>
                </a:cubicBezTo>
                <a:cubicBezTo>
                  <a:pt x="973924" y="1860658"/>
                  <a:pt x="955563" y="1870017"/>
                  <a:pt x="971404" y="1854179"/>
                </a:cubicBezTo>
                <a:cubicBezTo>
                  <a:pt x="964563" y="1844820"/>
                  <a:pt x="953402" y="1856339"/>
                  <a:pt x="946562" y="1844820"/>
                </a:cubicBezTo>
                <a:cubicBezTo>
                  <a:pt x="955563" y="1840501"/>
                  <a:pt x="976085" y="1835822"/>
                  <a:pt x="976085" y="1849500"/>
                </a:cubicBezTo>
                <a:cubicBezTo>
                  <a:pt x="980765" y="1842661"/>
                  <a:pt x="987606" y="1837981"/>
                  <a:pt x="991926" y="1842661"/>
                </a:cubicBezTo>
                <a:cubicBezTo>
                  <a:pt x="994447" y="1831142"/>
                  <a:pt x="998767" y="1817824"/>
                  <a:pt x="1007768" y="1804146"/>
                </a:cubicBezTo>
                <a:cubicBezTo>
                  <a:pt x="996607" y="1799467"/>
                  <a:pt x="996607" y="1817824"/>
                  <a:pt x="989766" y="1822144"/>
                </a:cubicBezTo>
                <a:cubicBezTo>
                  <a:pt x="982925" y="1804146"/>
                  <a:pt x="1010288" y="1781110"/>
                  <a:pt x="1021449" y="1760592"/>
                </a:cubicBezTo>
                <a:cubicBezTo>
                  <a:pt x="1021449" y="1772111"/>
                  <a:pt x="1017129" y="1785789"/>
                  <a:pt x="1010288" y="1799467"/>
                </a:cubicBezTo>
                <a:cubicBezTo>
                  <a:pt x="1023970" y="1797307"/>
                  <a:pt x="1030810" y="1787949"/>
                  <a:pt x="1037651" y="1776790"/>
                </a:cubicBezTo>
                <a:cubicBezTo>
                  <a:pt x="1037651" y="1781110"/>
                  <a:pt x="1037651" y="1783629"/>
                  <a:pt x="1041972" y="1787949"/>
                </a:cubicBezTo>
                <a:cubicBezTo>
                  <a:pt x="1060334" y="1763112"/>
                  <a:pt x="1071495" y="1754113"/>
                  <a:pt x="1089857" y="1726757"/>
                </a:cubicBezTo>
                <a:cubicBezTo>
                  <a:pt x="1096697" y="1726757"/>
                  <a:pt x="1101018" y="1726757"/>
                  <a:pt x="1107859" y="1724238"/>
                </a:cubicBezTo>
                <a:cubicBezTo>
                  <a:pt x="1114699" y="1710920"/>
                  <a:pt x="1112539" y="1706240"/>
                  <a:pt x="1130901" y="1704081"/>
                </a:cubicBezTo>
                <a:cubicBezTo>
                  <a:pt x="1130901" y="1699401"/>
                  <a:pt x="1133061" y="1694722"/>
                  <a:pt x="1133061" y="1690403"/>
                </a:cubicBezTo>
                <a:cubicBezTo>
                  <a:pt x="1126221" y="1685723"/>
                  <a:pt x="1114699" y="1706240"/>
                  <a:pt x="1107859" y="1704081"/>
                </a:cubicBezTo>
                <a:cubicBezTo>
                  <a:pt x="1105698" y="1697242"/>
                  <a:pt x="1130901" y="1683564"/>
                  <a:pt x="1137742" y="1681044"/>
                </a:cubicBezTo>
                <a:cubicBezTo>
                  <a:pt x="1128381" y="1674205"/>
                  <a:pt x="1160424" y="1663047"/>
                  <a:pt x="1155744" y="1642530"/>
                </a:cubicBezTo>
                <a:cubicBezTo>
                  <a:pt x="1160424" y="1644689"/>
                  <a:pt x="1158264" y="1647209"/>
                  <a:pt x="1155744" y="1649369"/>
                </a:cubicBezTo>
                <a:cubicBezTo>
                  <a:pt x="1183107" y="1631011"/>
                  <a:pt x="1205789" y="1601496"/>
                  <a:pt x="1230992" y="1569820"/>
                </a:cubicBezTo>
                <a:cubicBezTo>
                  <a:pt x="1258355" y="1540304"/>
                  <a:pt x="1285357" y="1512948"/>
                  <a:pt x="1317401" y="1499270"/>
                </a:cubicBezTo>
                <a:cubicBezTo>
                  <a:pt x="1324242" y="1490272"/>
                  <a:pt x="1328562" y="1480913"/>
                  <a:pt x="1340083" y="1471914"/>
                </a:cubicBezTo>
                <a:cubicBezTo>
                  <a:pt x="1346924" y="1471914"/>
                  <a:pt x="1351604" y="1474074"/>
                  <a:pt x="1353765" y="1480913"/>
                </a:cubicBezTo>
                <a:cubicBezTo>
                  <a:pt x="1360605" y="1476594"/>
                  <a:pt x="1367446" y="1467235"/>
                  <a:pt x="1371767" y="1471914"/>
                </a:cubicBezTo>
                <a:cubicBezTo>
                  <a:pt x="1376447" y="1467235"/>
                  <a:pt x="1385808" y="1447078"/>
                  <a:pt x="1371767" y="1453917"/>
                </a:cubicBezTo>
                <a:cubicBezTo>
                  <a:pt x="1369606" y="1444558"/>
                  <a:pt x="1394809" y="1442399"/>
                  <a:pt x="1387968" y="1456077"/>
                </a:cubicBezTo>
                <a:cubicBezTo>
                  <a:pt x="1394809" y="1465075"/>
                  <a:pt x="1410651" y="1447078"/>
                  <a:pt x="1424332" y="1439879"/>
                </a:cubicBezTo>
                <a:cubicBezTo>
                  <a:pt x="1422172" y="1426561"/>
                  <a:pt x="1408490" y="1444558"/>
                  <a:pt x="1401650" y="1442399"/>
                </a:cubicBezTo>
                <a:cubicBezTo>
                  <a:pt x="1431173" y="1419722"/>
                  <a:pt x="1442334" y="1415043"/>
                  <a:pt x="1467537" y="1383367"/>
                </a:cubicBezTo>
                <a:cubicBezTo>
                  <a:pt x="1483378" y="1378688"/>
                  <a:pt x="1451695" y="1396685"/>
                  <a:pt x="1453855" y="1401365"/>
                </a:cubicBezTo>
                <a:cubicBezTo>
                  <a:pt x="1472217" y="1410363"/>
                  <a:pt x="1497060" y="1403524"/>
                  <a:pt x="1522263" y="1394526"/>
                </a:cubicBezTo>
                <a:cubicBezTo>
                  <a:pt x="1508581" y="1412883"/>
                  <a:pt x="1479058" y="1403524"/>
                  <a:pt x="1458536" y="1415043"/>
                </a:cubicBezTo>
                <a:cubicBezTo>
                  <a:pt x="1465377" y="1433040"/>
                  <a:pt x="1412811" y="1453917"/>
                  <a:pt x="1385808" y="1471914"/>
                </a:cubicBezTo>
                <a:cubicBezTo>
                  <a:pt x="1381128" y="1474074"/>
                  <a:pt x="1383288" y="1476594"/>
                  <a:pt x="1378967" y="1480913"/>
                </a:cubicBezTo>
                <a:cubicBezTo>
                  <a:pt x="1381128" y="1485592"/>
                  <a:pt x="1385808" y="1483433"/>
                  <a:pt x="1392289" y="1480913"/>
                </a:cubicBezTo>
                <a:cubicBezTo>
                  <a:pt x="1378967" y="1501430"/>
                  <a:pt x="1328562" y="1501430"/>
                  <a:pt x="1335403" y="1533465"/>
                </a:cubicBezTo>
                <a:cubicBezTo>
                  <a:pt x="1351604" y="1533465"/>
                  <a:pt x="1349084" y="1506109"/>
                  <a:pt x="1367446" y="1521947"/>
                </a:cubicBezTo>
                <a:cubicBezTo>
                  <a:pt x="1371767" y="1517268"/>
                  <a:pt x="1378967" y="1496751"/>
                  <a:pt x="1387968" y="1501430"/>
                </a:cubicBezTo>
                <a:cubicBezTo>
                  <a:pt x="1353765" y="1565141"/>
                  <a:pt x="1262675" y="1596816"/>
                  <a:pt x="1237832" y="1642530"/>
                </a:cubicBezTo>
                <a:cubicBezTo>
                  <a:pt x="1260515" y="1628852"/>
                  <a:pt x="1281037" y="1617333"/>
                  <a:pt x="1303719" y="1613014"/>
                </a:cubicBezTo>
                <a:cubicBezTo>
                  <a:pt x="1310560" y="1617333"/>
                  <a:pt x="1283197" y="1624172"/>
                  <a:pt x="1299039" y="1631011"/>
                </a:cubicBezTo>
                <a:cubicBezTo>
                  <a:pt x="1308400" y="1633531"/>
                  <a:pt x="1326402" y="1603655"/>
                  <a:pt x="1340083" y="1610494"/>
                </a:cubicBezTo>
                <a:cubicBezTo>
                  <a:pt x="1349084" y="1599336"/>
                  <a:pt x="1328562" y="1613014"/>
                  <a:pt x="1326402" y="1601496"/>
                </a:cubicBezTo>
                <a:cubicBezTo>
                  <a:pt x="1335403" y="1606175"/>
                  <a:pt x="1353765" y="1580979"/>
                  <a:pt x="1340083" y="1587818"/>
                </a:cubicBezTo>
                <a:cubicBezTo>
                  <a:pt x="1364926" y="1571980"/>
                  <a:pt x="1444854" y="1542464"/>
                  <a:pt x="1460696" y="1508269"/>
                </a:cubicBezTo>
                <a:cubicBezTo>
                  <a:pt x="1476538" y="1506109"/>
                  <a:pt x="1458536" y="1524107"/>
                  <a:pt x="1462856" y="1530946"/>
                </a:cubicBezTo>
                <a:cubicBezTo>
                  <a:pt x="1474377" y="1512948"/>
                  <a:pt x="1497060" y="1494591"/>
                  <a:pt x="1515422" y="1476594"/>
                </a:cubicBezTo>
                <a:cubicBezTo>
                  <a:pt x="1526583" y="1471914"/>
                  <a:pt x="1512902" y="1483433"/>
                  <a:pt x="1526583" y="1483433"/>
                </a:cubicBezTo>
                <a:cubicBezTo>
                  <a:pt x="1535584" y="1476594"/>
                  <a:pt x="1538104" y="1471914"/>
                  <a:pt x="1531263" y="1465075"/>
                </a:cubicBezTo>
                <a:cubicBezTo>
                  <a:pt x="1540264" y="1471914"/>
                  <a:pt x="1562947" y="1460396"/>
                  <a:pt x="1560787" y="1471914"/>
                </a:cubicBezTo>
                <a:cubicBezTo>
                  <a:pt x="1569788" y="1458236"/>
                  <a:pt x="1581309" y="1444558"/>
                  <a:pt x="1597150" y="1430880"/>
                </a:cubicBezTo>
                <a:cubicBezTo>
                  <a:pt x="1599311" y="1437719"/>
                  <a:pt x="1592470" y="1442399"/>
                  <a:pt x="1594990" y="1447078"/>
                </a:cubicBezTo>
                <a:cubicBezTo>
                  <a:pt x="1617673" y="1412883"/>
                  <a:pt x="1654036" y="1408204"/>
                  <a:pt x="1676719" y="1383367"/>
                </a:cubicBezTo>
                <a:cubicBezTo>
                  <a:pt x="1679239" y="1387687"/>
                  <a:pt x="1674559" y="1390206"/>
                  <a:pt x="1676719" y="1392366"/>
                </a:cubicBezTo>
                <a:cubicBezTo>
                  <a:pt x="1715603" y="1367170"/>
                  <a:pt x="1749807" y="1353492"/>
                  <a:pt x="1781490" y="1339814"/>
                </a:cubicBezTo>
                <a:cubicBezTo>
                  <a:pt x="1811013" y="1326496"/>
                  <a:pt x="1840537" y="1312818"/>
                  <a:pt x="1876900" y="1290141"/>
                </a:cubicBezTo>
                <a:cubicBezTo>
                  <a:pt x="1876900" y="1299139"/>
                  <a:pt x="1870060" y="1308138"/>
                  <a:pt x="1854218" y="1312818"/>
                </a:cubicBezTo>
                <a:cubicBezTo>
                  <a:pt x="1879421" y="1326496"/>
                  <a:pt x="1915785" y="1290141"/>
                  <a:pt x="1945308" y="1280782"/>
                </a:cubicBezTo>
                <a:cubicBezTo>
                  <a:pt x="1952148" y="1278622"/>
                  <a:pt x="1961149" y="1285461"/>
                  <a:pt x="1967990" y="1285461"/>
                </a:cubicBezTo>
                <a:cubicBezTo>
                  <a:pt x="1974831" y="1283302"/>
                  <a:pt x="1972671" y="1269624"/>
                  <a:pt x="1972671" y="1269624"/>
                </a:cubicBezTo>
                <a:cubicBezTo>
                  <a:pt x="1986352" y="1264944"/>
                  <a:pt x="2024876" y="1249107"/>
                  <a:pt x="2033877" y="1255946"/>
                </a:cubicBezTo>
                <a:cubicBezTo>
                  <a:pt x="2018035" y="1264944"/>
                  <a:pt x="1995353" y="1269624"/>
                  <a:pt x="1988512" y="1280782"/>
                </a:cubicBezTo>
                <a:cubicBezTo>
                  <a:pt x="2004354" y="1290141"/>
                  <a:pt x="2038558" y="1273943"/>
                  <a:pt x="2052239" y="1290141"/>
                </a:cubicBezTo>
                <a:cubicBezTo>
                  <a:pt x="2018035" y="1296620"/>
                  <a:pt x="2018035" y="1294460"/>
                  <a:pt x="1997513" y="1305978"/>
                </a:cubicBezTo>
                <a:cubicBezTo>
                  <a:pt x="1990672" y="1296620"/>
                  <a:pt x="1993193" y="1292300"/>
                  <a:pt x="2006874" y="1290141"/>
                </a:cubicBezTo>
                <a:cubicBezTo>
                  <a:pt x="2004354" y="1285461"/>
                  <a:pt x="1997513" y="1290141"/>
                  <a:pt x="1995353" y="1285461"/>
                </a:cubicBezTo>
                <a:cubicBezTo>
                  <a:pt x="1979511" y="1314977"/>
                  <a:pt x="1940627" y="1319657"/>
                  <a:pt x="1902103" y="1328655"/>
                </a:cubicBezTo>
                <a:cubicBezTo>
                  <a:pt x="1865739" y="1335494"/>
                  <a:pt x="1826855" y="1349172"/>
                  <a:pt x="1811013" y="1390206"/>
                </a:cubicBezTo>
                <a:cubicBezTo>
                  <a:pt x="1781490" y="1383367"/>
                  <a:pt x="1726765" y="1424041"/>
                  <a:pt x="1695081" y="1444558"/>
                </a:cubicBezTo>
                <a:cubicBezTo>
                  <a:pt x="1692561" y="1435560"/>
                  <a:pt x="1701922" y="1430880"/>
                  <a:pt x="1699401" y="1424041"/>
                </a:cubicBezTo>
                <a:cubicBezTo>
                  <a:pt x="1674559" y="1435560"/>
                  <a:pt x="1686080" y="1439879"/>
                  <a:pt x="1686080" y="1449238"/>
                </a:cubicBezTo>
                <a:cubicBezTo>
                  <a:pt x="1669878" y="1449238"/>
                  <a:pt x="1672398" y="1451397"/>
                  <a:pt x="1651876" y="1465075"/>
                </a:cubicBezTo>
                <a:cubicBezTo>
                  <a:pt x="1636035" y="1451397"/>
                  <a:pt x="1617673" y="1483433"/>
                  <a:pt x="1597150" y="1476594"/>
                </a:cubicBezTo>
                <a:cubicBezTo>
                  <a:pt x="1592470" y="1478753"/>
                  <a:pt x="1594990" y="1480913"/>
                  <a:pt x="1590310" y="1485592"/>
                </a:cubicBezTo>
                <a:cubicBezTo>
                  <a:pt x="1594990" y="1494591"/>
                  <a:pt x="1606151" y="1487752"/>
                  <a:pt x="1615512" y="1487752"/>
                </a:cubicBezTo>
                <a:cubicBezTo>
                  <a:pt x="1579149" y="1501430"/>
                  <a:pt x="1519742" y="1547143"/>
                  <a:pt x="1476538" y="1549303"/>
                </a:cubicBezTo>
                <a:cubicBezTo>
                  <a:pt x="1469697" y="1556142"/>
                  <a:pt x="1474377" y="1565141"/>
                  <a:pt x="1469697" y="1571980"/>
                </a:cubicBezTo>
                <a:cubicBezTo>
                  <a:pt x="1451695" y="1558302"/>
                  <a:pt x="1440174" y="1596816"/>
                  <a:pt x="1438014" y="1578819"/>
                </a:cubicBezTo>
                <a:cubicBezTo>
                  <a:pt x="1428653" y="1594657"/>
                  <a:pt x="1417491" y="1606175"/>
                  <a:pt x="1415331" y="1628852"/>
                </a:cubicBezTo>
                <a:cubicBezTo>
                  <a:pt x="1394809" y="1647209"/>
                  <a:pt x="1419652" y="1606175"/>
                  <a:pt x="1399129" y="1624172"/>
                </a:cubicBezTo>
                <a:cubicBezTo>
                  <a:pt x="1394809" y="1619853"/>
                  <a:pt x="1412811" y="1613014"/>
                  <a:pt x="1417491" y="1606175"/>
                </a:cubicBezTo>
                <a:cubicBezTo>
                  <a:pt x="1390129" y="1608335"/>
                  <a:pt x="1369606" y="1619853"/>
                  <a:pt x="1349084" y="1651528"/>
                </a:cubicBezTo>
                <a:cubicBezTo>
                  <a:pt x="1360605" y="1656208"/>
                  <a:pt x="1374287" y="1642530"/>
                  <a:pt x="1387968" y="1640370"/>
                </a:cubicBezTo>
                <a:cubicBezTo>
                  <a:pt x="1394809" y="1649369"/>
                  <a:pt x="1378967" y="1658367"/>
                  <a:pt x="1390129" y="1667366"/>
                </a:cubicBezTo>
                <a:cubicBezTo>
                  <a:pt x="1355925" y="1685723"/>
                  <a:pt x="1383288" y="1692562"/>
                  <a:pt x="1360605" y="1699401"/>
                </a:cubicBezTo>
                <a:cubicBezTo>
                  <a:pt x="1367446" y="1701561"/>
                  <a:pt x="1374287" y="1699401"/>
                  <a:pt x="1381128" y="1692562"/>
                </a:cubicBezTo>
                <a:cubicBezTo>
                  <a:pt x="1378967" y="1708400"/>
                  <a:pt x="1355925" y="1722078"/>
                  <a:pt x="1337923" y="1737916"/>
                </a:cubicBezTo>
                <a:cubicBezTo>
                  <a:pt x="1355925" y="1754113"/>
                  <a:pt x="1349084" y="1724238"/>
                  <a:pt x="1374287" y="1713079"/>
                </a:cubicBezTo>
                <a:cubicBezTo>
                  <a:pt x="1374287" y="1717759"/>
                  <a:pt x="1369606" y="1724238"/>
                  <a:pt x="1374287" y="1728917"/>
                </a:cubicBezTo>
                <a:cubicBezTo>
                  <a:pt x="1419652" y="1708400"/>
                  <a:pt x="1451695" y="1699401"/>
                  <a:pt x="1494900" y="1678884"/>
                </a:cubicBezTo>
                <a:cubicBezTo>
                  <a:pt x="1488059" y="1649369"/>
                  <a:pt x="1526583" y="1672045"/>
                  <a:pt x="1551786" y="1656208"/>
                </a:cubicBezTo>
                <a:cubicBezTo>
                  <a:pt x="1543145" y="1662957"/>
                  <a:pt x="1529441" y="1672338"/>
                  <a:pt x="1529812" y="1681466"/>
                </a:cubicBezTo>
                <a:lnTo>
                  <a:pt x="1535431" y="1690166"/>
                </a:lnTo>
                <a:lnTo>
                  <a:pt x="1535227" y="1690630"/>
                </a:lnTo>
                <a:lnTo>
                  <a:pt x="1528687" y="1694789"/>
                </a:lnTo>
                <a:cubicBezTo>
                  <a:pt x="1523050" y="1695869"/>
                  <a:pt x="1520553" y="1689053"/>
                  <a:pt x="1515422" y="1692562"/>
                </a:cubicBezTo>
                <a:cubicBezTo>
                  <a:pt x="1517582" y="1704081"/>
                  <a:pt x="1526583" y="1697242"/>
                  <a:pt x="1533424" y="1694722"/>
                </a:cubicBezTo>
                <a:lnTo>
                  <a:pt x="1535227" y="1690630"/>
                </a:lnTo>
                <a:lnTo>
                  <a:pt x="1535584" y="1690403"/>
                </a:lnTo>
                <a:lnTo>
                  <a:pt x="1535431" y="1690166"/>
                </a:lnTo>
                <a:lnTo>
                  <a:pt x="1541030" y="1677461"/>
                </a:lnTo>
                <a:cubicBezTo>
                  <a:pt x="1544742" y="1673496"/>
                  <a:pt x="1549445" y="1670943"/>
                  <a:pt x="1554576" y="1668671"/>
                </a:cubicBezTo>
                <a:lnTo>
                  <a:pt x="1567593" y="1662932"/>
                </a:lnTo>
                <a:lnTo>
                  <a:pt x="1567627" y="1663047"/>
                </a:lnTo>
                <a:lnTo>
                  <a:pt x="1567846" y="1662821"/>
                </a:lnTo>
                <a:lnTo>
                  <a:pt x="1570688" y="1661568"/>
                </a:lnTo>
                <a:cubicBezTo>
                  <a:pt x="1576111" y="1658727"/>
                  <a:pt x="1581399" y="1655038"/>
                  <a:pt x="1585989" y="1649369"/>
                </a:cubicBezTo>
                <a:cubicBezTo>
                  <a:pt x="1581309" y="1645949"/>
                  <a:pt x="1579599" y="1648739"/>
                  <a:pt x="1577619" y="1652698"/>
                </a:cubicBezTo>
                <a:lnTo>
                  <a:pt x="1567846" y="1662821"/>
                </a:lnTo>
                <a:lnTo>
                  <a:pt x="1567593" y="1662932"/>
                </a:lnTo>
                <a:lnTo>
                  <a:pt x="1562947" y="1647209"/>
                </a:lnTo>
                <a:cubicBezTo>
                  <a:pt x="1583469" y="1631011"/>
                  <a:pt x="1588149" y="1642530"/>
                  <a:pt x="1597150" y="1651528"/>
                </a:cubicBezTo>
                <a:cubicBezTo>
                  <a:pt x="1615512" y="1626692"/>
                  <a:pt x="1629194" y="1619853"/>
                  <a:pt x="1663037" y="1601496"/>
                </a:cubicBezTo>
                <a:cubicBezTo>
                  <a:pt x="1674559" y="1592497"/>
                  <a:pt x="1654036" y="1596816"/>
                  <a:pt x="1656197" y="1590337"/>
                </a:cubicBezTo>
                <a:cubicBezTo>
                  <a:pt x="1667718" y="1587818"/>
                  <a:pt x="1681399" y="1578819"/>
                  <a:pt x="1688240" y="1592497"/>
                </a:cubicBezTo>
                <a:cubicBezTo>
                  <a:pt x="1701922" y="1585658"/>
                  <a:pt x="1697241" y="1578819"/>
                  <a:pt x="1708763" y="1574140"/>
                </a:cubicBezTo>
                <a:cubicBezTo>
                  <a:pt x="1704082" y="1569820"/>
                  <a:pt x="1699401" y="1569820"/>
                  <a:pt x="1692561" y="1571980"/>
                </a:cubicBezTo>
                <a:cubicBezTo>
                  <a:pt x="1701922" y="1556142"/>
                  <a:pt x="1749807" y="1569820"/>
                  <a:pt x="1747287" y="1537785"/>
                </a:cubicBezTo>
                <a:cubicBezTo>
                  <a:pt x="1779330" y="1535625"/>
                  <a:pt x="1826855" y="1517268"/>
                  <a:pt x="1856378" y="1483433"/>
                </a:cubicBezTo>
                <a:cubicBezTo>
                  <a:pt x="1854218" y="1496751"/>
                  <a:pt x="1854218" y="1496751"/>
                  <a:pt x="1865739" y="1501430"/>
                </a:cubicBezTo>
                <a:cubicBezTo>
                  <a:pt x="1881581" y="1483433"/>
                  <a:pt x="1911104" y="1467235"/>
                  <a:pt x="1926946" y="1483433"/>
                </a:cubicBezTo>
                <a:cubicBezTo>
                  <a:pt x="1938467" y="1469755"/>
                  <a:pt x="1956829" y="1458236"/>
                  <a:pt x="1970510" y="1447078"/>
                </a:cubicBezTo>
                <a:cubicBezTo>
                  <a:pt x="1963670" y="1439879"/>
                  <a:pt x="1945308" y="1458236"/>
                  <a:pt x="1943147" y="1442399"/>
                </a:cubicBezTo>
                <a:cubicBezTo>
                  <a:pt x="1952148" y="1447078"/>
                  <a:pt x="1974831" y="1439879"/>
                  <a:pt x="1977351" y="1428721"/>
                </a:cubicBezTo>
                <a:cubicBezTo>
                  <a:pt x="1988512" y="1433040"/>
                  <a:pt x="1995353" y="1433040"/>
                  <a:pt x="1993193" y="1444558"/>
                </a:cubicBezTo>
                <a:cubicBezTo>
                  <a:pt x="2006874" y="1437719"/>
                  <a:pt x="2018035" y="1428721"/>
                  <a:pt x="2031717" y="1421882"/>
                </a:cubicBezTo>
                <a:cubicBezTo>
                  <a:pt x="2020196" y="1410363"/>
                  <a:pt x="2009034" y="1430880"/>
                  <a:pt x="2004354" y="1412883"/>
                </a:cubicBezTo>
                <a:cubicBezTo>
                  <a:pt x="1961149" y="1435560"/>
                  <a:pt x="1908944" y="1421882"/>
                  <a:pt x="1890582" y="1458236"/>
                </a:cubicBezTo>
                <a:cubicBezTo>
                  <a:pt x="1879421" y="1453917"/>
                  <a:pt x="1845217" y="1469755"/>
                  <a:pt x="1845217" y="1480913"/>
                </a:cubicBezTo>
                <a:cubicBezTo>
                  <a:pt x="1829375" y="1462916"/>
                  <a:pt x="1813534" y="1476594"/>
                  <a:pt x="1795172" y="1494591"/>
                </a:cubicBezTo>
                <a:cubicBezTo>
                  <a:pt x="1781490" y="1471914"/>
                  <a:pt x="1788331" y="1462916"/>
                  <a:pt x="1769969" y="1433040"/>
                </a:cubicBezTo>
                <a:cubicBezTo>
                  <a:pt x="1779330" y="1424041"/>
                  <a:pt x="1781490" y="1412883"/>
                  <a:pt x="1786171" y="1403524"/>
                </a:cubicBezTo>
                <a:cubicBezTo>
                  <a:pt x="1813534" y="1410363"/>
                  <a:pt x="1822535" y="1394526"/>
                  <a:pt x="1849898" y="1383367"/>
                </a:cubicBezTo>
                <a:cubicBezTo>
                  <a:pt x="1843057" y="1415043"/>
                  <a:pt x="1908944" y="1374009"/>
                  <a:pt x="1890582" y="1367170"/>
                </a:cubicBezTo>
                <a:cubicBezTo>
                  <a:pt x="1906784" y="1367170"/>
                  <a:pt x="1920105" y="1378688"/>
                  <a:pt x="1936307" y="1380848"/>
                </a:cubicBezTo>
                <a:cubicBezTo>
                  <a:pt x="1949988" y="1376528"/>
                  <a:pt x="1938467" y="1365010"/>
                  <a:pt x="1947468" y="1358171"/>
                </a:cubicBezTo>
                <a:cubicBezTo>
                  <a:pt x="1954309" y="1371849"/>
                  <a:pt x="1977351" y="1358171"/>
                  <a:pt x="1995353" y="1351332"/>
                </a:cubicBezTo>
                <a:cubicBezTo>
                  <a:pt x="1993193" y="1344493"/>
                  <a:pt x="1988512" y="1346653"/>
                  <a:pt x="1983832" y="1346653"/>
                </a:cubicBezTo>
                <a:cubicBezTo>
                  <a:pt x="2011195" y="1335494"/>
                  <a:pt x="2061240" y="1305978"/>
                  <a:pt x="2095444" y="1312818"/>
                </a:cubicBezTo>
                <a:cubicBezTo>
                  <a:pt x="2100124" y="1310298"/>
                  <a:pt x="2095444" y="1303459"/>
                  <a:pt x="2095444" y="1299139"/>
                </a:cubicBezTo>
                <a:cubicBezTo>
                  <a:pt x="2152330" y="1305978"/>
                  <a:pt x="2190854" y="1287621"/>
                  <a:pt x="2257101" y="1269624"/>
                </a:cubicBezTo>
                <a:cubicBezTo>
                  <a:pt x="2254580" y="1273943"/>
                  <a:pt x="2254580" y="1278622"/>
                  <a:pt x="2254580" y="1283302"/>
                </a:cubicBezTo>
                <a:cubicBezTo>
                  <a:pt x="2275103" y="1278622"/>
                  <a:pt x="2286624" y="1269624"/>
                  <a:pt x="2309306" y="1276463"/>
                </a:cubicBezTo>
                <a:cubicBezTo>
                  <a:pt x="2275103" y="1287621"/>
                  <a:pt x="2261421" y="1305978"/>
                  <a:pt x="2213896" y="1319657"/>
                </a:cubicBezTo>
                <a:cubicBezTo>
                  <a:pt x="2234418" y="1332975"/>
                  <a:pt x="2263941" y="1303459"/>
                  <a:pt x="2284104" y="1321816"/>
                </a:cubicBezTo>
                <a:cubicBezTo>
                  <a:pt x="2259261" y="1305978"/>
                  <a:pt x="2297785" y="1305978"/>
                  <a:pt x="2311466" y="1314977"/>
                </a:cubicBezTo>
                <a:cubicBezTo>
                  <a:pt x="2325148" y="1299139"/>
                  <a:pt x="2343510" y="1305978"/>
                  <a:pt x="2361512" y="1290141"/>
                </a:cubicBezTo>
                <a:cubicBezTo>
                  <a:pt x="2368352" y="1296620"/>
                  <a:pt x="2352511" y="1308138"/>
                  <a:pt x="2364032" y="1305978"/>
                </a:cubicBezTo>
                <a:cubicBezTo>
                  <a:pt x="2354671" y="1317137"/>
                  <a:pt x="2293465" y="1314977"/>
                  <a:pt x="2295625" y="1342333"/>
                </a:cubicBezTo>
                <a:cubicBezTo>
                  <a:pt x="2277263" y="1349172"/>
                  <a:pt x="2293465" y="1337654"/>
                  <a:pt x="2286624" y="1328655"/>
                </a:cubicBezTo>
                <a:cubicBezTo>
                  <a:pt x="2272942" y="1335494"/>
                  <a:pt x="2279783" y="1349172"/>
                  <a:pt x="2270782" y="1358171"/>
                </a:cubicBezTo>
                <a:cubicBezTo>
                  <a:pt x="2290944" y="1342333"/>
                  <a:pt x="2325148" y="1353492"/>
                  <a:pt x="2334509" y="1332975"/>
                </a:cubicBezTo>
                <a:cubicBezTo>
                  <a:pt x="2388875" y="1332975"/>
                  <a:pt x="2454762" y="1321816"/>
                  <a:pt x="2484645" y="1294460"/>
                </a:cubicBezTo>
                <a:cubicBezTo>
                  <a:pt x="2482124" y="1305978"/>
                  <a:pt x="2493646" y="1301299"/>
                  <a:pt x="2495806" y="1308138"/>
                </a:cubicBezTo>
                <a:cubicBezTo>
                  <a:pt x="2530010" y="1287621"/>
                  <a:pt x="2586896" y="1299139"/>
                  <a:pt x="2598417" y="1262785"/>
                </a:cubicBezTo>
                <a:cubicBezTo>
                  <a:pt x="2607418" y="1260265"/>
                  <a:pt x="2600577" y="1273943"/>
                  <a:pt x="2605257" y="1280782"/>
                </a:cubicBezTo>
                <a:cubicBezTo>
                  <a:pt x="2555212" y="1310298"/>
                  <a:pt x="2511648" y="1294460"/>
                  <a:pt x="2477804" y="1326496"/>
                </a:cubicBezTo>
                <a:cubicBezTo>
                  <a:pt x="2479964" y="1335494"/>
                  <a:pt x="2507327" y="1323976"/>
                  <a:pt x="2498326" y="1337654"/>
                </a:cubicBezTo>
                <a:cubicBezTo>
                  <a:pt x="2552692" y="1317137"/>
                  <a:pt x="2636941" y="1314977"/>
                  <a:pt x="2682306" y="1301299"/>
                </a:cubicBezTo>
                <a:cubicBezTo>
                  <a:pt x="2689146" y="1314977"/>
                  <a:pt x="2664304" y="1303459"/>
                  <a:pt x="2666464" y="1314977"/>
                </a:cubicBezTo>
                <a:cubicBezTo>
                  <a:pt x="2728030" y="1296620"/>
                  <a:pt x="2802918" y="1314977"/>
                  <a:pt x="2848643" y="1278622"/>
                </a:cubicBezTo>
                <a:cubicBezTo>
                  <a:pt x="2850803" y="1292300"/>
                  <a:pt x="2832802" y="1285461"/>
                  <a:pt x="2834962" y="1296620"/>
                </a:cubicBezTo>
                <a:cubicBezTo>
                  <a:pt x="2866645" y="1283302"/>
                  <a:pt x="2889688" y="1323976"/>
                  <a:pt x="2921371" y="1294460"/>
                </a:cubicBezTo>
                <a:cubicBezTo>
                  <a:pt x="2928212" y="1299139"/>
                  <a:pt x="2930372" y="1305978"/>
                  <a:pt x="2935052" y="1310298"/>
                </a:cubicBezTo>
                <a:cubicBezTo>
                  <a:pt x="2950894" y="1308138"/>
                  <a:pt x="2978257" y="1294460"/>
                  <a:pt x="2989778" y="1301299"/>
                </a:cubicBezTo>
                <a:cubicBezTo>
                  <a:pt x="2989778" y="1305978"/>
                  <a:pt x="2982937" y="1303459"/>
                  <a:pt x="2978257" y="1305978"/>
                </a:cubicBezTo>
                <a:cubicBezTo>
                  <a:pt x="2978257" y="1308138"/>
                  <a:pt x="2982937" y="1308138"/>
                  <a:pt x="2985098" y="1308138"/>
                </a:cubicBezTo>
                <a:cubicBezTo>
                  <a:pt x="2971416" y="1332975"/>
                  <a:pt x="3000939" y="1330815"/>
                  <a:pt x="3037303" y="1326496"/>
                </a:cubicBezTo>
                <a:cubicBezTo>
                  <a:pt x="3041984" y="1323976"/>
                  <a:pt x="3048824" y="1323976"/>
                  <a:pt x="3053145" y="1321816"/>
                </a:cubicBezTo>
                <a:cubicBezTo>
                  <a:pt x="3053145" y="1321816"/>
                  <a:pt x="3053145" y="1321816"/>
                  <a:pt x="3064666" y="1319657"/>
                </a:cubicBezTo>
                <a:cubicBezTo>
                  <a:pt x="3073667" y="1319657"/>
                  <a:pt x="3080508" y="1317137"/>
                  <a:pt x="3089869" y="1314977"/>
                </a:cubicBezTo>
                <a:cubicBezTo>
                  <a:pt x="3103190" y="1310298"/>
                  <a:pt x="3116872" y="1308138"/>
                  <a:pt x="3123712" y="1308138"/>
                </a:cubicBezTo>
                <a:cubicBezTo>
                  <a:pt x="3128393" y="1308138"/>
                  <a:pt x="3121552" y="1310298"/>
                  <a:pt x="3121552" y="1314977"/>
                </a:cubicBezTo>
                <a:cubicBezTo>
                  <a:pt x="3148915" y="1314977"/>
                  <a:pt x="3176278" y="1314977"/>
                  <a:pt x="3201121" y="1314977"/>
                </a:cubicBezTo>
                <a:cubicBezTo>
                  <a:pt x="3214802" y="1312818"/>
                  <a:pt x="3228483" y="1312818"/>
                  <a:pt x="3242165" y="1314977"/>
                </a:cubicBezTo>
                <a:cubicBezTo>
                  <a:pt x="3255846" y="1314977"/>
                  <a:pt x="3267008" y="1317137"/>
                  <a:pt x="3280689" y="1319657"/>
                </a:cubicBezTo>
                <a:cubicBezTo>
                  <a:pt x="3285369" y="1319657"/>
                  <a:pt x="3283209" y="1312818"/>
                  <a:pt x="3278529" y="1312818"/>
                </a:cubicBezTo>
                <a:cubicBezTo>
                  <a:pt x="3290050" y="1312818"/>
                  <a:pt x="3323894" y="1346653"/>
                  <a:pt x="3346576" y="1319657"/>
                </a:cubicBezTo>
                <a:cubicBezTo>
                  <a:pt x="3344056" y="1323976"/>
                  <a:pt x="3339735" y="1326496"/>
                  <a:pt x="3337215" y="1330815"/>
                </a:cubicBezTo>
                <a:cubicBezTo>
                  <a:pt x="3348736" y="1330815"/>
                  <a:pt x="3350896" y="1312818"/>
                  <a:pt x="3364578" y="1312818"/>
                </a:cubicBezTo>
                <a:cubicBezTo>
                  <a:pt x="3364578" y="1321816"/>
                  <a:pt x="3360257" y="1323976"/>
                  <a:pt x="3357737" y="1328655"/>
                </a:cubicBezTo>
                <a:cubicBezTo>
                  <a:pt x="3378259" y="1344493"/>
                  <a:pt x="3403462" y="1321816"/>
                  <a:pt x="3414623" y="1335494"/>
                </a:cubicBezTo>
                <a:cubicBezTo>
                  <a:pt x="3421464" y="1335494"/>
                  <a:pt x="3423984" y="1328655"/>
                  <a:pt x="3432985" y="1330815"/>
                </a:cubicBezTo>
                <a:cubicBezTo>
                  <a:pt x="3439826" y="1314977"/>
                  <a:pt x="3423984" y="1321816"/>
                  <a:pt x="3428305" y="1310298"/>
                </a:cubicBezTo>
                <a:cubicBezTo>
                  <a:pt x="3430465" y="1312818"/>
                  <a:pt x="3432985" y="1312818"/>
                  <a:pt x="3435145" y="1314977"/>
                </a:cubicBezTo>
                <a:cubicBezTo>
                  <a:pt x="3437306" y="1314977"/>
                  <a:pt x="3439826" y="1314977"/>
                  <a:pt x="3441986" y="1314977"/>
                </a:cubicBezTo>
                <a:cubicBezTo>
                  <a:pt x="3439826" y="1317137"/>
                  <a:pt x="3437306" y="1326496"/>
                  <a:pt x="3435145" y="1326496"/>
                </a:cubicBezTo>
                <a:cubicBezTo>
                  <a:pt x="3435145" y="1332975"/>
                  <a:pt x="3441986" y="1319657"/>
                  <a:pt x="3439826" y="1332975"/>
                </a:cubicBezTo>
                <a:cubicBezTo>
                  <a:pt x="3444146" y="1328655"/>
                  <a:pt x="3448827" y="1328655"/>
                  <a:pt x="3453507" y="1319657"/>
                </a:cubicBezTo>
                <a:cubicBezTo>
                  <a:pt x="3455667" y="1319657"/>
                  <a:pt x="3453507" y="1328655"/>
                  <a:pt x="3453507" y="1335494"/>
                </a:cubicBezTo>
                <a:cubicBezTo>
                  <a:pt x="3476190" y="1344493"/>
                  <a:pt x="3496712" y="1335494"/>
                  <a:pt x="3524075" y="1326496"/>
                </a:cubicBezTo>
                <a:lnTo>
                  <a:pt x="3529599" y="1334780"/>
                </a:lnTo>
                <a:lnTo>
                  <a:pt x="3529620" y="1335394"/>
                </a:lnTo>
                <a:lnTo>
                  <a:pt x="3531989" y="1338364"/>
                </a:lnTo>
                <a:lnTo>
                  <a:pt x="3539016" y="1348902"/>
                </a:lnTo>
                <a:cubicBezTo>
                  <a:pt x="3546667" y="1352592"/>
                  <a:pt x="3555758" y="1352592"/>
                  <a:pt x="3562599" y="1349172"/>
                </a:cubicBezTo>
                <a:cubicBezTo>
                  <a:pt x="3555758" y="1362850"/>
                  <a:pt x="3574120" y="1356011"/>
                  <a:pt x="3576280" y="1367170"/>
                </a:cubicBezTo>
                <a:cubicBezTo>
                  <a:pt x="3578440" y="1367170"/>
                  <a:pt x="3578440" y="1362850"/>
                  <a:pt x="3580961" y="1362850"/>
                </a:cubicBezTo>
                <a:cubicBezTo>
                  <a:pt x="3585281" y="1349172"/>
                  <a:pt x="3576280" y="1356011"/>
                  <a:pt x="3578440" y="1344493"/>
                </a:cubicBezTo>
                <a:cubicBezTo>
                  <a:pt x="3585281" y="1349172"/>
                  <a:pt x="3589962" y="1360331"/>
                  <a:pt x="3592122" y="1371849"/>
                </a:cubicBezTo>
                <a:cubicBezTo>
                  <a:pt x="3587801" y="1358171"/>
                  <a:pt x="3587801" y="1374009"/>
                  <a:pt x="3578440" y="1371849"/>
                </a:cubicBezTo>
                <a:cubicBezTo>
                  <a:pt x="3580961" y="1380848"/>
                  <a:pt x="3592122" y="1371849"/>
                  <a:pt x="3598963" y="1371849"/>
                </a:cubicBezTo>
                <a:cubicBezTo>
                  <a:pt x="3601123" y="1360331"/>
                  <a:pt x="3596802" y="1360331"/>
                  <a:pt x="3592122" y="1360331"/>
                </a:cubicBezTo>
                <a:cubicBezTo>
                  <a:pt x="3601123" y="1365010"/>
                  <a:pt x="3633166" y="1349172"/>
                  <a:pt x="3637847" y="1371849"/>
                </a:cubicBezTo>
                <a:cubicBezTo>
                  <a:pt x="3646848" y="1362850"/>
                  <a:pt x="3635326" y="1360331"/>
                  <a:pt x="3644687" y="1344493"/>
                </a:cubicBezTo>
                <a:cubicBezTo>
                  <a:pt x="3630646" y="1349172"/>
                  <a:pt x="3610484" y="1356011"/>
                  <a:pt x="3603643" y="1328655"/>
                </a:cubicBezTo>
                <a:cubicBezTo>
                  <a:pt x="3612644" y="1332975"/>
                  <a:pt x="3617325" y="1323976"/>
                  <a:pt x="3619485" y="1312818"/>
                </a:cubicBezTo>
                <a:cubicBezTo>
                  <a:pt x="3628486" y="1312818"/>
                  <a:pt x="3640007" y="1310298"/>
                  <a:pt x="3642167" y="1321816"/>
                </a:cubicBezTo>
                <a:cubicBezTo>
                  <a:pt x="3646848" y="1317137"/>
                  <a:pt x="3651528" y="1314977"/>
                  <a:pt x="3655849" y="1310298"/>
                </a:cubicBezTo>
                <a:cubicBezTo>
                  <a:pt x="3674211" y="1317137"/>
                  <a:pt x="3696893" y="1294460"/>
                  <a:pt x="3708054" y="1321816"/>
                </a:cubicBezTo>
                <a:cubicBezTo>
                  <a:pt x="3701213" y="1323976"/>
                  <a:pt x="3703734" y="1310298"/>
                  <a:pt x="3699053" y="1319657"/>
                </a:cubicBezTo>
                <a:cubicBezTo>
                  <a:pt x="3701213" y="1328655"/>
                  <a:pt x="3705894" y="1323976"/>
                  <a:pt x="3712735" y="1321816"/>
                </a:cubicBezTo>
                <a:cubicBezTo>
                  <a:pt x="3712735" y="1317137"/>
                  <a:pt x="3712735" y="1314977"/>
                  <a:pt x="3712735" y="1314977"/>
                </a:cubicBezTo>
                <a:cubicBezTo>
                  <a:pt x="3724256" y="1317137"/>
                  <a:pt x="3751619" y="1290141"/>
                  <a:pt x="3760620" y="1312818"/>
                </a:cubicBezTo>
                <a:cubicBezTo>
                  <a:pt x="3771781" y="1292300"/>
                  <a:pt x="3792303" y="1319657"/>
                  <a:pt x="3799144" y="1292300"/>
                </a:cubicBezTo>
                <a:cubicBezTo>
                  <a:pt x="3801304" y="1301299"/>
                  <a:pt x="3803824" y="1310298"/>
                  <a:pt x="3810665" y="1314977"/>
                </a:cubicBezTo>
                <a:cubicBezTo>
                  <a:pt x="3810665" y="1305978"/>
                  <a:pt x="3817506" y="1294460"/>
                  <a:pt x="3817506" y="1314977"/>
                </a:cubicBezTo>
                <a:cubicBezTo>
                  <a:pt x="3833347" y="1303459"/>
                  <a:pt x="3842348" y="1305978"/>
                  <a:pt x="3853870" y="1303459"/>
                </a:cubicBezTo>
                <a:cubicBezTo>
                  <a:pt x="3865031" y="1303459"/>
                  <a:pt x="3874392" y="1301299"/>
                  <a:pt x="3881233" y="1280782"/>
                </a:cubicBezTo>
                <a:cubicBezTo>
                  <a:pt x="3883393" y="1283302"/>
                  <a:pt x="3883393" y="1292300"/>
                  <a:pt x="3885553" y="1292300"/>
                </a:cubicBezTo>
                <a:cubicBezTo>
                  <a:pt x="3885553" y="1285461"/>
                  <a:pt x="3883393" y="1285461"/>
                  <a:pt x="3883393" y="1276463"/>
                </a:cubicBezTo>
                <a:cubicBezTo>
                  <a:pt x="3888073" y="1292300"/>
                  <a:pt x="3890233" y="1280782"/>
                  <a:pt x="3892394" y="1287621"/>
                </a:cubicBezTo>
                <a:cubicBezTo>
                  <a:pt x="3894914" y="1287621"/>
                  <a:pt x="3888073" y="1301299"/>
                  <a:pt x="3894914" y="1301299"/>
                </a:cubicBezTo>
                <a:cubicBezTo>
                  <a:pt x="3892394" y="1308138"/>
                  <a:pt x="3888073" y="1290141"/>
                  <a:pt x="3883393" y="1296620"/>
                </a:cubicBezTo>
                <a:cubicBezTo>
                  <a:pt x="3883393" y="1303459"/>
                  <a:pt x="3888073" y="1301299"/>
                  <a:pt x="3890233" y="1303459"/>
                </a:cubicBezTo>
                <a:cubicBezTo>
                  <a:pt x="3890233" y="1314977"/>
                  <a:pt x="3885553" y="1303459"/>
                  <a:pt x="3883393" y="1303459"/>
                </a:cubicBezTo>
                <a:cubicBezTo>
                  <a:pt x="3888073" y="1317137"/>
                  <a:pt x="3894914" y="1314977"/>
                  <a:pt x="3899234" y="1317137"/>
                </a:cubicBezTo>
                <a:cubicBezTo>
                  <a:pt x="3888073" y="1323976"/>
                  <a:pt x="3871872" y="1319657"/>
                  <a:pt x="3858190" y="1317137"/>
                </a:cubicBezTo>
                <a:cubicBezTo>
                  <a:pt x="3851709" y="1317137"/>
                  <a:pt x="3844869" y="1317137"/>
                  <a:pt x="3838028" y="1319657"/>
                </a:cubicBezTo>
                <a:cubicBezTo>
                  <a:pt x="3831187" y="1321816"/>
                  <a:pt x="3817506" y="1326496"/>
                  <a:pt x="3808505" y="1335494"/>
                </a:cubicBezTo>
                <a:cubicBezTo>
                  <a:pt x="3803824" y="1332975"/>
                  <a:pt x="3801304" y="1323976"/>
                  <a:pt x="3796984" y="1319657"/>
                </a:cubicBezTo>
                <a:cubicBezTo>
                  <a:pt x="3792303" y="1321816"/>
                  <a:pt x="3794463" y="1335494"/>
                  <a:pt x="3790143" y="1332975"/>
                </a:cubicBezTo>
                <a:cubicBezTo>
                  <a:pt x="3787983" y="1308138"/>
                  <a:pt x="3776461" y="1349172"/>
                  <a:pt x="3778622" y="1321816"/>
                </a:cubicBezTo>
                <a:cubicBezTo>
                  <a:pt x="3774301" y="1335494"/>
                  <a:pt x="3767460" y="1339814"/>
                  <a:pt x="3764940" y="1346653"/>
                </a:cubicBezTo>
                <a:cubicBezTo>
                  <a:pt x="3760620" y="1349172"/>
                  <a:pt x="3758099" y="1342333"/>
                  <a:pt x="3758099" y="1335494"/>
                </a:cubicBezTo>
                <a:cubicBezTo>
                  <a:pt x="3760620" y="1360331"/>
                  <a:pt x="3724256" y="1339814"/>
                  <a:pt x="3721736" y="1353492"/>
                </a:cubicBezTo>
                <a:cubicBezTo>
                  <a:pt x="3714895" y="1346653"/>
                  <a:pt x="3703734" y="1351332"/>
                  <a:pt x="3690052" y="1353492"/>
                </a:cubicBezTo>
                <a:cubicBezTo>
                  <a:pt x="3690052" y="1378688"/>
                  <a:pt x="3714895" y="1369689"/>
                  <a:pt x="3719575" y="1360331"/>
                </a:cubicBezTo>
                <a:cubicBezTo>
                  <a:pt x="3728576" y="1378688"/>
                  <a:pt x="3746938" y="1371849"/>
                  <a:pt x="3753779" y="1371849"/>
                </a:cubicBezTo>
                <a:cubicBezTo>
                  <a:pt x="3755939" y="1383367"/>
                  <a:pt x="3749099" y="1376528"/>
                  <a:pt x="3749099" y="1387687"/>
                </a:cubicBezTo>
                <a:cubicBezTo>
                  <a:pt x="3749099" y="1390206"/>
                  <a:pt x="3749099" y="1394526"/>
                  <a:pt x="3749099" y="1399205"/>
                </a:cubicBezTo>
                <a:cubicBezTo>
                  <a:pt x="3758099" y="1396685"/>
                  <a:pt x="3769621" y="1399205"/>
                  <a:pt x="3771781" y="1385527"/>
                </a:cubicBezTo>
                <a:cubicBezTo>
                  <a:pt x="3790143" y="1392366"/>
                  <a:pt x="3803824" y="1380848"/>
                  <a:pt x="3821826" y="1408204"/>
                </a:cubicBezTo>
                <a:cubicBezTo>
                  <a:pt x="3826507" y="1403524"/>
                  <a:pt x="3831187" y="1394526"/>
                  <a:pt x="3838028" y="1396685"/>
                </a:cubicBezTo>
                <a:cubicBezTo>
                  <a:pt x="3842348" y="1401365"/>
                  <a:pt x="3835508" y="1403524"/>
                  <a:pt x="3831187" y="1403524"/>
                </a:cubicBezTo>
                <a:cubicBezTo>
                  <a:pt x="3838028" y="1410363"/>
                  <a:pt x="3844869" y="1415043"/>
                  <a:pt x="3853870" y="1406044"/>
                </a:cubicBezTo>
                <a:cubicBezTo>
                  <a:pt x="3853870" y="1396685"/>
                  <a:pt x="3849189" y="1406044"/>
                  <a:pt x="3844869" y="1403524"/>
                </a:cubicBezTo>
                <a:cubicBezTo>
                  <a:pt x="3847029" y="1380848"/>
                  <a:pt x="3856030" y="1399205"/>
                  <a:pt x="3862871" y="1392366"/>
                </a:cubicBezTo>
                <a:cubicBezTo>
                  <a:pt x="3860710" y="1399205"/>
                  <a:pt x="3860710" y="1401365"/>
                  <a:pt x="3858190" y="1401365"/>
                </a:cubicBezTo>
                <a:cubicBezTo>
                  <a:pt x="3867551" y="1412883"/>
                  <a:pt x="3876552" y="1417202"/>
                  <a:pt x="3885553" y="1408204"/>
                </a:cubicBezTo>
                <a:cubicBezTo>
                  <a:pt x="3885553" y="1396685"/>
                  <a:pt x="3881233" y="1406044"/>
                  <a:pt x="3881233" y="1394526"/>
                </a:cubicBezTo>
                <a:cubicBezTo>
                  <a:pt x="3883393" y="1396685"/>
                  <a:pt x="3890233" y="1410363"/>
                  <a:pt x="3888073" y="1392366"/>
                </a:cubicBezTo>
                <a:cubicBezTo>
                  <a:pt x="3894914" y="1403524"/>
                  <a:pt x="3901755" y="1403524"/>
                  <a:pt x="3903915" y="1390206"/>
                </a:cubicBezTo>
                <a:cubicBezTo>
                  <a:pt x="3906075" y="1399205"/>
                  <a:pt x="3910756" y="1399205"/>
                  <a:pt x="3915436" y="1396685"/>
                </a:cubicBezTo>
                <a:cubicBezTo>
                  <a:pt x="3908595" y="1406044"/>
                  <a:pt x="3901755" y="1401365"/>
                  <a:pt x="3890233" y="1412883"/>
                </a:cubicBezTo>
                <a:cubicBezTo>
                  <a:pt x="3897074" y="1426561"/>
                  <a:pt x="3903915" y="1426561"/>
                  <a:pt x="3908595" y="1417202"/>
                </a:cubicBezTo>
                <a:cubicBezTo>
                  <a:pt x="3908595" y="1437719"/>
                  <a:pt x="3928758" y="1401365"/>
                  <a:pt x="3938119" y="1437719"/>
                </a:cubicBezTo>
                <a:cubicBezTo>
                  <a:pt x="3953960" y="1424041"/>
                  <a:pt x="3965121" y="1449238"/>
                  <a:pt x="3983483" y="1430880"/>
                </a:cubicBezTo>
                <a:cubicBezTo>
                  <a:pt x="3974482" y="1449238"/>
                  <a:pt x="3995005" y="1437719"/>
                  <a:pt x="4001845" y="1435560"/>
                </a:cubicBezTo>
                <a:cubicBezTo>
                  <a:pt x="3999325" y="1421882"/>
                  <a:pt x="3997165" y="1426561"/>
                  <a:pt x="3992484" y="1421882"/>
                </a:cubicBezTo>
                <a:cubicBezTo>
                  <a:pt x="3995005" y="1428721"/>
                  <a:pt x="3992484" y="1433040"/>
                  <a:pt x="3988164" y="1433040"/>
                </a:cubicBezTo>
                <a:cubicBezTo>
                  <a:pt x="3983483" y="1415043"/>
                  <a:pt x="3997165" y="1410363"/>
                  <a:pt x="4004006" y="1428721"/>
                </a:cubicBezTo>
                <a:cubicBezTo>
                  <a:pt x="4022007" y="1421882"/>
                  <a:pt x="4033529" y="1415043"/>
                  <a:pt x="4056211" y="1433040"/>
                </a:cubicBezTo>
                <a:cubicBezTo>
                  <a:pt x="4058731" y="1428721"/>
                  <a:pt x="4049370" y="1426561"/>
                  <a:pt x="4047210" y="1424041"/>
                </a:cubicBezTo>
                <a:cubicBezTo>
                  <a:pt x="4056211" y="1424041"/>
                  <a:pt x="4079253" y="1410363"/>
                  <a:pt x="4095095" y="1410363"/>
                </a:cubicBezTo>
                <a:cubicBezTo>
                  <a:pt x="4104096" y="1396685"/>
                  <a:pt x="4117777" y="1403524"/>
                  <a:pt x="4135779" y="1399205"/>
                </a:cubicBezTo>
                <a:cubicBezTo>
                  <a:pt x="4133619" y="1396685"/>
                  <a:pt x="4133619" y="1396685"/>
                  <a:pt x="4131459" y="1396685"/>
                </a:cubicBezTo>
                <a:cubicBezTo>
                  <a:pt x="4165663" y="1376528"/>
                  <a:pt x="4202026" y="1365010"/>
                  <a:pt x="4226869" y="1339814"/>
                </a:cubicBezTo>
                <a:cubicBezTo>
                  <a:pt x="4231549" y="1346653"/>
                  <a:pt x="4226869" y="1346653"/>
                  <a:pt x="4233710" y="1353492"/>
                </a:cubicBezTo>
                <a:cubicBezTo>
                  <a:pt x="4245231" y="1362850"/>
                  <a:pt x="4243071" y="1344493"/>
                  <a:pt x="4236230" y="1337654"/>
                </a:cubicBezTo>
                <a:cubicBezTo>
                  <a:pt x="4247391" y="1344493"/>
                  <a:pt x="4256392" y="1332975"/>
                  <a:pt x="4265753" y="1319657"/>
                </a:cubicBezTo>
                <a:cubicBezTo>
                  <a:pt x="4274754" y="1308138"/>
                  <a:pt x="4283755" y="1292300"/>
                  <a:pt x="4297437" y="1294460"/>
                </a:cubicBezTo>
                <a:lnTo>
                  <a:pt x="4302117" y="1299139"/>
                </a:lnTo>
                <a:cubicBezTo>
                  <a:pt x="4302117" y="1299139"/>
                  <a:pt x="4302117" y="1285461"/>
                  <a:pt x="4308958" y="1299139"/>
                </a:cubicBezTo>
                <a:cubicBezTo>
                  <a:pt x="4306437" y="1278622"/>
                  <a:pt x="4322639" y="1276463"/>
                  <a:pt x="4326959" y="1262785"/>
                </a:cubicBezTo>
                <a:cubicBezTo>
                  <a:pt x="4331640" y="1262785"/>
                  <a:pt x="4338481" y="1267104"/>
                  <a:pt x="4340641" y="1273943"/>
                </a:cubicBezTo>
                <a:cubicBezTo>
                  <a:pt x="4343161" y="1271783"/>
                  <a:pt x="4343161" y="1269624"/>
                  <a:pt x="4345321" y="1267104"/>
                </a:cubicBezTo>
                <a:cubicBezTo>
                  <a:pt x="4347482" y="1262785"/>
                  <a:pt x="4340641" y="1262785"/>
                  <a:pt x="4333800" y="1255946"/>
                </a:cubicBezTo>
                <a:cubicBezTo>
                  <a:pt x="4347482" y="1253426"/>
                  <a:pt x="4365844" y="1255946"/>
                  <a:pt x="4365844" y="1242268"/>
                </a:cubicBezTo>
                <a:cubicBezTo>
                  <a:pt x="4372685" y="1249107"/>
                  <a:pt x="4374845" y="1249107"/>
                  <a:pt x="4379525" y="1251266"/>
                </a:cubicBezTo>
                <a:cubicBezTo>
                  <a:pt x="4379525" y="1244427"/>
                  <a:pt x="4390686" y="1239748"/>
                  <a:pt x="4393207" y="1235429"/>
                </a:cubicBezTo>
                <a:cubicBezTo>
                  <a:pt x="4402207" y="1244427"/>
                  <a:pt x="4393207" y="1244427"/>
                  <a:pt x="4400047" y="1251266"/>
                </a:cubicBezTo>
                <a:cubicBezTo>
                  <a:pt x="4409049" y="1237588"/>
                  <a:pt x="4445412" y="1242268"/>
                  <a:pt x="4445412" y="1214912"/>
                </a:cubicBezTo>
                <a:cubicBezTo>
                  <a:pt x="4463414" y="1223910"/>
                  <a:pt x="4440731" y="1223910"/>
                  <a:pt x="4452253" y="1232909"/>
                </a:cubicBezTo>
                <a:cubicBezTo>
                  <a:pt x="4468095" y="1228590"/>
                  <a:pt x="4452253" y="1192235"/>
                  <a:pt x="4477095" y="1194395"/>
                </a:cubicBezTo>
                <a:cubicBezTo>
                  <a:pt x="4481776" y="1192235"/>
                  <a:pt x="4470255" y="1187556"/>
                  <a:pt x="4470255" y="1185396"/>
                </a:cubicBezTo>
                <a:cubicBezTo>
                  <a:pt x="4493297" y="1185396"/>
                  <a:pt x="4497617" y="1171718"/>
                  <a:pt x="4495457" y="1155880"/>
                </a:cubicBezTo>
                <a:cubicBezTo>
                  <a:pt x="4540822" y="1180717"/>
                  <a:pt x="4520300" y="1132844"/>
                  <a:pt x="4554503" y="1135363"/>
                </a:cubicBezTo>
                <a:lnTo>
                  <a:pt x="4558539" y="1119306"/>
                </a:lnTo>
                <a:lnTo>
                  <a:pt x="4554193" y="1117418"/>
                </a:lnTo>
                <a:cubicBezTo>
                  <a:pt x="4549067" y="1116874"/>
                  <a:pt x="4544480" y="1116330"/>
                  <a:pt x="4544480" y="1111794"/>
                </a:cubicBezTo>
                <a:cubicBezTo>
                  <a:pt x="4526134" y="1109254"/>
                  <a:pt x="4523976" y="1123043"/>
                  <a:pt x="4526134" y="1129937"/>
                </a:cubicBezTo>
                <a:cubicBezTo>
                  <a:pt x="4501313" y="1120865"/>
                  <a:pt x="4523976" y="1088571"/>
                  <a:pt x="4542322" y="1079500"/>
                </a:cubicBezTo>
                <a:cubicBezTo>
                  <a:pt x="4548797" y="1081677"/>
                  <a:pt x="4555632" y="1086394"/>
                  <a:pt x="4558150" y="1081677"/>
                </a:cubicBezTo>
                <a:cubicBezTo>
                  <a:pt x="4573978" y="1093288"/>
                  <a:pt x="4558150" y="1095465"/>
                  <a:pt x="4560309" y="1100183"/>
                </a:cubicBezTo>
                <a:cubicBezTo>
                  <a:pt x="4548797" y="1102360"/>
                  <a:pt x="4544480" y="1093288"/>
                  <a:pt x="4553474" y="1091111"/>
                </a:cubicBezTo>
                <a:cubicBezTo>
                  <a:pt x="4548797" y="1088571"/>
                  <a:pt x="4546639" y="1093288"/>
                  <a:pt x="4537646" y="1088571"/>
                </a:cubicBezTo>
                <a:cubicBezTo>
                  <a:pt x="4532969" y="1095465"/>
                  <a:pt x="4542322" y="1100183"/>
                  <a:pt x="4542322" y="1104900"/>
                </a:cubicBezTo>
                <a:cubicBezTo>
                  <a:pt x="4548977" y="1101453"/>
                  <a:pt x="4554643" y="1103720"/>
                  <a:pt x="4558915" y="1107984"/>
                </a:cubicBezTo>
                <a:lnTo>
                  <a:pt x="4562676" y="1114869"/>
                </a:lnTo>
                <a:lnTo>
                  <a:pt x="4577186" y="1105848"/>
                </a:lnTo>
                <a:cubicBezTo>
                  <a:pt x="4577186" y="1101168"/>
                  <a:pt x="4572865" y="1099009"/>
                  <a:pt x="4570705" y="1094329"/>
                </a:cubicBezTo>
                <a:cubicBezTo>
                  <a:pt x="4572865" y="1087490"/>
                  <a:pt x="4572865" y="1094329"/>
                  <a:pt x="4581867" y="1096489"/>
                </a:cubicBezTo>
                <a:cubicBezTo>
                  <a:pt x="4584027" y="1094329"/>
                  <a:pt x="4575026" y="1089650"/>
                  <a:pt x="4577186" y="1085331"/>
                </a:cubicBezTo>
                <a:cubicBezTo>
                  <a:pt x="4572865" y="1082811"/>
                  <a:pt x="4572865" y="1087490"/>
                  <a:pt x="4572865" y="1087490"/>
                </a:cubicBezTo>
                <a:cubicBezTo>
                  <a:pt x="4570525" y="1080651"/>
                  <a:pt x="4572775" y="1074982"/>
                  <a:pt x="4576196" y="1069583"/>
                </a:cubicBezTo>
                <a:lnTo>
                  <a:pt x="4581096" y="1061873"/>
                </a:lnTo>
                <a:lnTo>
                  <a:pt x="4565466" y="1060420"/>
                </a:lnTo>
                <a:cubicBezTo>
                  <a:pt x="4557233" y="1059559"/>
                  <a:pt x="4550969" y="1057837"/>
                  <a:pt x="4554370" y="1053124"/>
                </a:cubicBezTo>
                <a:cubicBezTo>
                  <a:pt x="4540767" y="1053124"/>
                  <a:pt x="4545421" y="1071612"/>
                  <a:pt x="4545421" y="1075962"/>
                </a:cubicBezTo>
                <a:cubicBezTo>
                  <a:pt x="4520363" y="1064725"/>
                  <a:pt x="4543273" y="1055662"/>
                  <a:pt x="4549716" y="1046237"/>
                </a:cubicBezTo>
                <a:cubicBezTo>
                  <a:pt x="4556518" y="1048774"/>
                  <a:pt x="4559023" y="1050949"/>
                  <a:pt x="4559023" y="1053124"/>
                </a:cubicBezTo>
                <a:cubicBezTo>
                  <a:pt x="4567972" y="1053124"/>
                  <a:pt x="4572626" y="1050949"/>
                  <a:pt x="4574774" y="1044062"/>
                </a:cubicBezTo>
                <a:cubicBezTo>
                  <a:pt x="4556518" y="1034999"/>
                  <a:pt x="4567972" y="1053124"/>
                  <a:pt x="4552222" y="1044062"/>
                </a:cubicBezTo>
                <a:cubicBezTo>
                  <a:pt x="4559023" y="1037174"/>
                  <a:pt x="4565825" y="1030287"/>
                  <a:pt x="4583723" y="1034999"/>
                </a:cubicBezTo>
                <a:cubicBezTo>
                  <a:pt x="4590703" y="1041796"/>
                  <a:pt x="4575937" y="1047370"/>
                  <a:pt x="4578538" y="1054625"/>
                </a:cubicBezTo>
                <a:lnTo>
                  <a:pt x="4583276" y="1058442"/>
                </a:lnTo>
                <a:lnTo>
                  <a:pt x="4586547" y="1053295"/>
                </a:lnTo>
                <a:lnTo>
                  <a:pt x="4587511" y="1061853"/>
                </a:lnTo>
                <a:lnTo>
                  <a:pt x="4588376" y="1062550"/>
                </a:lnTo>
                <a:lnTo>
                  <a:pt x="4587581" y="1062476"/>
                </a:lnTo>
                <a:lnTo>
                  <a:pt x="4588482" y="1070483"/>
                </a:lnTo>
                <a:cubicBezTo>
                  <a:pt x="4586457" y="1076152"/>
                  <a:pt x="4581867" y="1080651"/>
                  <a:pt x="4575026" y="1080651"/>
                </a:cubicBezTo>
                <a:cubicBezTo>
                  <a:pt x="4575026" y="1082811"/>
                  <a:pt x="4581867" y="1085331"/>
                  <a:pt x="4581867" y="1087490"/>
                </a:cubicBezTo>
                <a:cubicBezTo>
                  <a:pt x="4595548" y="1092170"/>
                  <a:pt x="4604549" y="1085331"/>
                  <a:pt x="4593388" y="1075972"/>
                </a:cubicBezTo>
                <a:cubicBezTo>
                  <a:pt x="4600229" y="1071653"/>
                  <a:pt x="4611389" y="1071653"/>
                  <a:pt x="4618231" y="1069133"/>
                </a:cubicBezTo>
                <a:cubicBezTo>
                  <a:pt x="4622911" y="1062654"/>
                  <a:pt x="4600229" y="1057975"/>
                  <a:pt x="4602389" y="1053295"/>
                </a:cubicBezTo>
                <a:cubicBezTo>
                  <a:pt x="4643433" y="1064814"/>
                  <a:pt x="4618231" y="1026299"/>
                  <a:pt x="4647753" y="1030618"/>
                </a:cubicBezTo>
                <a:cubicBezTo>
                  <a:pt x="4645593" y="1016940"/>
                  <a:pt x="4657115" y="1001103"/>
                  <a:pt x="4668275" y="987425"/>
                </a:cubicBezTo>
                <a:cubicBezTo>
                  <a:pt x="4677277" y="996423"/>
                  <a:pt x="4684117" y="996423"/>
                  <a:pt x="4688798" y="989584"/>
                </a:cubicBezTo>
                <a:cubicBezTo>
                  <a:pt x="4688798" y="1003262"/>
                  <a:pt x="4668275" y="994264"/>
                  <a:pt x="4681957" y="1010101"/>
                </a:cubicBezTo>
                <a:cubicBezTo>
                  <a:pt x="4690958" y="1010101"/>
                  <a:pt x="4700319" y="1012621"/>
                  <a:pt x="4700319" y="1005782"/>
                </a:cubicBezTo>
                <a:cubicBezTo>
                  <a:pt x="4688798" y="1010101"/>
                  <a:pt x="4690958" y="1003262"/>
                  <a:pt x="4695639" y="996423"/>
                </a:cubicBezTo>
                <a:cubicBezTo>
                  <a:pt x="4697799" y="998943"/>
                  <a:pt x="4704639" y="1003262"/>
                  <a:pt x="4711481" y="1005782"/>
                </a:cubicBezTo>
                <a:cubicBezTo>
                  <a:pt x="4704639" y="1019460"/>
                  <a:pt x="4695639" y="1046456"/>
                  <a:pt x="4711481" y="1066973"/>
                </a:cubicBezTo>
                <a:cubicBezTo>
                  <a:pt x="4716161" y="1060134"/>
                  <a:pt x="4720481" y="1051135"/>
                  <a:pt x="4723001" y="1046456"/>
                </a:cubicBezTo>
                <a:cubicBezTo>
                  <a:pt x="4716161" y="1044296"/>
                  <a:pt x="4711481" y="1044296"/>
                  <a:pt x="4709320" y="1048976"/>
                </a:cubicBezTo>
                <a:cubicBezTo>
                  <a:pt x="4702479" y="1046456"/>
                  <a:pt x="4711481" y="1042137"/>
                  <a:pt x="4709320" y="1039617"/>
                </a:cubicBezTo>
                <a:cubicBezTo>
                  <a:pt x="4718321" y="1048976"/>
                  <a:pt x="4720481" y="1039617"/>
                  <a:pt x="4732003" y="1042137"/>
                </a:cubicBezTo>
                <a:cubicBezTo>
                  <a:pt x="4732003" y="1042137"/>
                  <a:pt x="4732003" y="1042137"/>
                  <a:pt x="4729842" y="1053295"/>
                </a:cubicBezTo>
                <a:lnTo>
                  <a:pt x="4737887" y="1053625"/>
                </a:lnTo>
                <a:lnTo>
                  <a:pt x="4744856" y="1036845"/>
                </a:lnTo>
                <a:cubicBezTo>
                  <a:pt x="4746549" y="1029764"/>
                  <a:pt x="4746549" y="1023540"/>
                  <a:pt x="4744232" y="1019030"/>
                </a:cubicBezTo>
                <a:cubicBezTo>
                  <a:pt x="4757775" y="1014340"/>
                  <a:pt x="4757775" y="1009650"/>
                  <a:pt x="4769179" y="1009650"/>
                </a:cubicBezTo>
                <a:cubicBezTo>
                  <a:pt x="4755636" y="1012175"/>
                  <a:pt x="4775594" y="1034905"/>
                  <a:pt x="4751004" y="1032380"/>
                </a:cubicBezTo>
                <a:lnTo>
                  <a:pt x="4750899" y="1035591"/>
                </a:lnTo>
                <a:lnTo>
                  <a:pt x="4755175" y="1037941"/>
                </a:lnTo>
                <a:cubicBezTo>
                  <a:pt x="4755281" y="1038695"/>
                  <a:pt x="4754212" y="1039392"/>
                  <a:pt x="4752930" y="1040247"/>
                </a:cubicBezTo>
                <a:lnTo>
                  <a:pt x="4750474" y="1048606"/>
                </a:lnTo>
                <a:lnTo>
                  <a:pt x="4750462" y="1048978"/>
                </a:lnTo>
                <a:lnTo>
                  <a:pt x="4761824" y="1049268"/>
                </a:lnTo>
                <a:cubicBezTo>
                  <a:pt x="4768591" y="1047041"/>
                  <a:pt x="4763866" y="1038537"/>
                  <a:pt x="4770887" y="1035298"/>
                </a:cubicBezTo>
                <a:cubicBezTo>
                  <a:pt x="4791049" y="1046456"/>
                  <a:pt x="4773047" y="1057975"/>
                  <a:pt x="4773047" y="1066973"/>
                </a:cubicBezTo>
                <a:cubicBezTo>
                  <a:pt x="4773047" y="1073812"/>
                  <a:pt x="4784208" y="1075972"/>
                  <a:pt x="4770887" y="1080651"/>
                </a:cubicBezTo>
                <a:cubicBezTo>
                  <a:pt x="4777367" y="1085331"/>
                  <a:pt x="4782048" y="1099009"/>
                  <a:pt x="4782048" y="1110167"/>
                </a:cubicBezTo>
                <a:cubicBezTo>
                  <a:pt x="4777367" y="1108007"/>
                  <a:pt x="4777367" y="1105848"/>
                  <a:pt x="4773047" y="1103328"/>
                </a:cubicBezTo>
                <a:cubicBezTo>
                  <a:pt x="4769626" y="1109087"/>
                  <a:pt x="4771877" y="1114846"/>
                  <a:pt x="4776962" y="1120291"/>
                </a:cubicBezTo>
                <a:lnTo>
                  <a:pt x="4785899" y="1126727"/>
                </a:lnTo>
                <a:lnTo>
                  <a:pt x="4788468" y="1120865"/>
                </a:lnTo>
                <a:cubicBezTo>
                  <a:pt x="4792732" y="1115423"/>
                  <a:pt x="4800170" y="1109163"/>
                  <a:pt x="4802529" y="1108075"/>
                </a:cubicBezTo>
                <a:cubicBezTo>
                  <a:pt x="4823212" y="1119686"/>
                  <a:pt x="4786564" y="1121863"/>
                  <a:pt x="4793458" y="1128758"/>
                </a:cubicBezTo>
                <a:lnTo>
                  <a:pt x="4787609" y="1127959"/>
                </a:lnTo>
                <a:lnTo>
                  <a:pt x="4797889" y="1135363"/>
                </a:lnTo>
                <a:cubicBezTo>
                  <a:pt x="4804730" y="1135363"/>
                  <a:pt x="4795729" y="1128524"/>
                  <a:pt x="4804730" y="1126365"/>
                </a:cubicBezTo>
                <a:cubicBezTo>
                  <a:pt x="4802570" y="1142202"/>
                  <a:pt x="4816251" y="1135363"/>
                  <a:pt x="4827773" y="1151201"/>
                </a:cubicBezTo>
                <a:cubicBezTo>
                  <a:pt x="4823092" y="1164879"/>
                  <a:pt x="4809411" y="1180717"/>
                  <a:pt x="4829933" y="1185396"/>
                </a:cubicBezTo>
                <a:cubicBezTo>
                  <a:pt x="4827773" y="1205913"/>
                  <a:pt x="4814091" y="1214912"/>
                  <a:pt x="4827773" y="1230749"/>
                </a:cubicBezTo>
                <a:cubicBezTo>
                  <a:pt x="4800409" y="1235429"/>
                  <a:pt x="4814091" y="1260265"/>
                  <a:pt x="4816251" y="1276463"/>
                </a:cubicBezTo>
                <a:lnTo>
                  <a:pt x="4821104" y="1273483"/>
                </a:lnTo>
                <a:lnTo>
                  <a:pt x="4820420" y="1271903"/>
                </a:lnTo>
                <a:cubicBezTo>
                  <a:pt x="4820889" y="1268172"/>
                  <a:pt x="4823326" y="1264868"/>
                  <a:pt x="4827713" y="1264030"/>
                </a:cubicBezTo>
                <a:lnTo>
                  <a:pt x="4831952" y="1264855"/>
                </a:lnTo>
                <a:lnTo>
                  <a:pt x="4836773" y="1253426"/>
                </a:lnTo>
                <a:cubicBezTo>
                  <a:pt x="4847935" y="1258105"/>
                  <a:pt x="4847935" y="1271783"/>
                  <a:pt x="4841094" y="1271783"/>
                </a:cubicBezTo>
                <a:cubicBezTo>
                  <a:pt x="4841094" y="1276463"/>
                  <a:pt x="4847935" y="1280782"/>
                  <a:pt x="4854775" y="1285461"/>
                </a:cubicBezTo>
                <a:cubicBezTo>
                  <a:pt x="4870977" y="1278622"/>
                  <a:pt x="4854775" y="1255946"/>
                  <a:pt x="4875297" y="1255946"/>
                </a:cubicBezTo>
                <a:cubicBezTo>
                  <a:pt x="4875297" y="1267104"/>
                  <a:pt x="4875297" y="1294460"/>
                  <a:pt x="4866297" y="1312818"/>
                </a:cubicBezTo>
                <a:cubicBezTo>
                  <a:pt x="4864137" y="1321816"/>
                  <a:pt x="4836773" y="1339814"/>
                  <a:pt x="4857295" y="1339814"/>
                </a:cubicBezTo>
                <a:cubicBezTo>
                  <a:pt x="4861616" y="1351332"/>
                  <a:pt x="4823092" y="1358171"/>
                  <a:pt x="4854775" y="1376528"/>
                </a:cubicBezTo>
                <a:cubicBezTo>
                  <a:pt x="4834613" y="1417202"/>
                  <a:pt x="4820932" y="1453917"/>
                  <a:pt x="4795729" y="1501430"/>
                </a:cubicBezTo>
                <a:cubicBezTo>
                  <a:pt x="4802570" y="1506109"/>
                  <a:pt x="4802570" y="1494591"/>
                  <a:pt x="4807251" y="1492431"/>
                </a:cubicBezTo>
                <a:cubicBezTo>
                  <a:pt x="4811571" y="1503590"/>
                  <a:pt x="4811571" y="1490272"/>
                  <a:pt x="4820932" y="1499270"/>
                </a:cubicBezTo>
                <a:cubicBezTo>
                  <a:pt x="4811571" y="1501430"/>
                  <a:pt x="4804730" y="1506109"/>
                  <a:pt x="4793569" y="1506109"/>
                </a:cubicBezTo>
                <a:cubicBezTo>
                  <a:pt x="4795729" y="1533465"/>
                  <a:pt x="4750365" y="1542464"/>
                  <a:pt x="4766206" y="1571980"/>
                </a:cubicBezTo>
                <a:cubicBezTo>
                  <a:pt x="4754685" y="1576659"/>
                  <a:pt x="4750365" y="1578819"/>
                  <a:pt x="4761525" y="1587818"/>
                </a:cubicBezTo>
                <a:cubicBezTo>
                  <a:pt x="4741003" y="1592497"/>
                  <a:pt x="4750365" y="1617333"/>
                  <a:pt x="4734523" y="1624172"/>
                </a:cubicBezTo>
                <a:cubicBezTo>
                  <a:pt x="4761525" y="1647209"/>
                  <a:pt x="4766206" y="1606175"/>
                  <a:pt x="4784208" y="1601496"/>
                </a:cubicBezTo>
                <a:cubicBezTo>
                  <a:pt x="4780967" y="1620393"/>
                  <a:pt x="4760918" y="1635241"/>
                  <a:pt x="4749121" y="1653935"/>
                </a:cubicBezTo>
                <a:lnTo>
                  <a:pt x="4744285" y="1666011"/>
                </a:lnTo>
                <a:lnTo>
                  <a:pt x="4748827" y="1670769"/>
                </a:lnTo>
                <a:cubicBezTo>
                  <a:pt x="4750703" y="1679393"/>
                  <a:pt x="4736106" y="1687149"/>
                  <a:pt x="4729285" y="1687149"/>
                </a:cubicBezTo>
                <a:lnTo>
                  <a:pt x="4731410" y="1680267"/>
                </a:lnTo>
                <a:lnTo>
                  <a:pt x="4709320" y="1694227"/>
                </a:lnTo>
                <a:cubicBezTo>
                  <a:pt x="4698519" y="1702821"/>
                  <a:pt x="4688798" y="1712000"/>
                  <a:pt x="4684117" y="1717759"/>
                </a:cubicBezTo>
                <a:cubicBezTo>
                  <a:pt x="4693479" y="1726757"/>
                  <a:pt x="4702479" y="1726757"/>
                  <a:pt x="4711481" y="1717759"/>
                </a:cubicBezTo>
                <a:cubicBezTo>
                  <a:pt x="4716161" y="1724238"/>
                  <a:pt x="4702479" y="1726757"/>
                  <a:pt x="4702479" y="1731077"/>
                </a:cubicBezTo>
                <a:lnTo>
                  <a:pt x="4696137" y="1728970"/>
                </a:lnTo>
                <a:lnTo>
                  <a:pt x="4684673" y="1744540"/>
                </a:lnTo>
                <a:cubicBezTo>
                  <a:pt x="4682167" y="1749978"/>
                  <a:pt x="4679393" y="1755144"/>
                  <a:pt x="4671518" y="1758587"/>
                </a:cubicBezTo>
                <a:lnTo>
                  <a:pt x="4666572" y="1747872"/>
                </a:lnTo>
                <a:lnTo>
                  <a:pt x="4659185" y="1753124"/>
                </a:lnTo>
                <a:cubicBezTo>
                  <a:pt x="4649554" y="1758523"/>
                  <a:pt x="4638752" y="1764192"/>
                  <a:pt x="4634072" y="1778950"/>
                </a:cubicBezTo>
                <a:cubicBezTo>
                  <a:pt x="4634072" y="1778950"/>
                  <a:pt x="4634072" y="1778950"/>
                  <a:pt x="4629751" y="1772111"/>
                </a:cubicBezTo>
                <a:cubicBezTo>
                  <a:pt x="4602389" y="1792628"/>
                  <a:pt x="4575026" y="1806306"/>
                  <a:pt x="4547663" y="1819984"/>
                </a:cubicBezTo>
                <a:cubicBezTo>
                  <a:pt x="4522821" y="1835822"/>
                  <a:pt x="4495457" y="1847340"/>
                  <a:pt x="4468095" y="1860658"/>
                </a:cubicBezTo>
                <a:cubicBezTo>
                  <a:pt x="4433891" y="1881175"/>
                  <a:pt x="4388526" y="1915370"/>
                  <a:pt x="4340641" y="1920049"/>
                </a:cubicBezTo>
                <a:cubicBezTo>
                  <a:pt x="4336321" y="1931208"/>
                  <a:pt x="4352162" y="1935887"/>
                  <a:pt x="4356483" y="1933727"/>
                </a:cubicBezTo>
                <a:cubicBezTo>
                  <a:pt x="4349642" y="1940566"/>
                  <a:pt x="4329480" y="1951725"/>
                  <a:pt x="4317959" y="1954244"/>
                </a:cubicBezTo>
                <a:cubicBezTo>
                  <a:pt x="4311118" y="1940566"/>
                  <a:pt x="4324799" y="1954244"/>
                  <a:pt x="4322639" y="1944886"/>
                </a:cubicBezTo>
                <a:cubicBezTo>
                  <a:pt x="4320119" y="1935887"/>
                  <a:pt x="4313278" y="1947405"/>
                  <a:pt x="4308958" y="1947405"/>
                </a:cubicBezTo>
                <a:cubicBezTo>
                  <a:pt x="4304277" y="1949565"/>
                  <a:pt x="4311118" y="1951725"/>
                  <a:pt x="4311118" y="1956404"/>
                </a:cubicBezTo>
                <a:cubicBezTo>
                  <a:pt x="4256392" y="1979081"/>
                  <a:pt x="4213187" y="1985920"/>
                  <a:pt x="4160982" y="2008596"/>
                </a:cubicBezTo>
                <a:cubicBezTo>
                  <a:pt x="4176824" y="2033793"/>
                  <a:pt x="4213187" y="1981600"/>
                  <a:pt x="4224709" y="2011116"/>
                </a:cubicBezTo>
                <a:cubicBezTo>
                  <a:pt x="4206347" y="2001757"/>
                  <a:pt x="4202026" y="2024434"/>
                  <a:pt x="4188345" y="2022274"/>
                </a:cubicBezTo>
                <a:cubicBezTo>
                  <a:pt x="4197346" y="2040632"/>
                  <a:pt x="4213187" y="2017955"/>
                  <a:pt x="4215708" y="2013276"/>
                </a:cubicBezTo>
                <a:cubicBezTo>
                  <a:pt x="4215708" y="2013276"/>
                  <a:pt x="4215708" y="2013276"/>
                  <a:pt x="4220028" y="2024434"/>
                </a:cubicBezTo>
                <a:cubicBezTo>
                  <a:pt x="4220028" y="2013276"/>
                  <a:pt x="4224709" y="2015435"/>
                  <a:pt x="4233710" y="2015435"/>
                </a:cubicBezTo>
                <a:cubicBezTo>
                  <a:pt x="4229389" y="2008596"/>
                  <a:pt x="4231549" y="2008596"/>
                  <a:pt x="4231549" y="1992759"/>
                </a:cubicBezTo>
                <a:cubicBezTo>
                  <a:pt x="4243071" y="1999598"/>
                  <a:pt x="4252072" y="1983760"/>
                  <a:pt x="4256392" y="1999598"/>
                </a:cubicBezTo>
                <a:cubicBezTo>
                  <a:pt x="4270073" y="2001757"/>
                  <a:pt x="4261073" y="1985920"/>
                  <a:pt x="4272594" y="1985920"/>
                </a:cubicBezTo>
                <a:cubicBezTo>
                  <a:pt x="4279435" y="1994918"/>
                  <a:pt x="4270073" y="1994918"/>
                  <a:pt x="4272594" y="2001757"/>
                </a:cubicBezTo>
                <a:cubicBezTo>
                  <a:pt x="4281595" y="2001757"/>
                  <a:pt x="4276914" y="1994918"/>
                  <a:pt x="4283755" y="1992759"/>
                </a:cubicBezTo>
                <a:cubicBezTo>
                  <a:pt x="4281595" y="1988079"/>
                  <a:pt x="4274754" y="1992759"/>
                  <a:pt x="4274754" y="1981600"/>
                </a:cubicBezTo>
                <a:cubicBezTo>
                  <a:pt x="4285915" y="1979081"/>
                  <a:pt x="4304277" y="1981600"/>
                  <a:pt x="4313278" y="1967922"/>
                </a:cubicBezTo>
                <a:cubicBezTo>
                  <a:pt x="4313278" y="1976921"/>
                  <a:pt x="4315799" y="1972242"/>
                  <a:pt x="4320119" y="1983760"/>
                </a:cubicBezTo>
                <a:cubicBezTo>
                  <a:pt x="4324799" y="1983760"/>
                  <a:pt x="4324799" y="1980881"/>
                  <a:pt x="4324799" y="1977731"/>
                </a:cubicBezTo>
                <a:lnTo>
                  <a:pt x="4325405" y="1976741"/>
                </a:lnTo>
                <a:lnTo>
                  <a:pt x="4377410" y="1961308"/>
                </a:lnTo>
                <a:cubicBezTo>
                  <a:pt x="4393657" y="1954784"/>
                  <a:pt x="4409049" y="1947405"/>
                  <a:pt x="4424890" y="1940566"/>
                </a:cubicBezTo>
                <a:cubicBezTo>
                  <a:pt x="4456573" y="1926888"/>
                  <a:pt x="4483936" y="1908531"/>
                  <a:pt x="4515979" y="1894853"/>
                </a:cubicBezTo>
                <a:cubicBezTo>
                  <a:pt x="4520300" y="1890534"/>
                  <a:pt x="4511299" y="1892693"/>
                  <a:pt x="4513459" y="1883695"/>
                </a:cubicBezTo>
                <a:cubicBezTo>
                  <a:pt x="4524981" y="1876856"/>
                  <a:pt x="4531821" y="1860658"/>
                  <a:pt x="4545503" y="1876856"/>
                </a:cubicBezTo>
                <a:cubicBezTo>
                  <a:pt x="4554503" y="1865337"/>
                  <a:pt x="4570705" y="1867497"/>
                  <a:pt x="4568185" y="1847340"/>
                </a:cubicBezTo>
                <a:cubicBezTo>
                  <a:pt x="4579707" y="1856339"/>
                  <a:pt x="4579707" y="1835822"/>
                  <a:pt x="4588707" y="1847340"/>
                </a:cubicBezTo>
                <a:cubicBezTo>
                  <a:pt x="4593388" y="1842661"/>
                  <a:pt x="4588707" y="1835822"/>
                  <a:pt x="4586547" y="1828983"/>
                </a:cubicBezTo>
                <a:cubicBezTo>
                  <a:pt x="4595548" y="1828983"/>
                  <a:pt x="4631912" y="1824303"/>
                  <a:pt x="4622911" y="1808466"/>
                </a:cubicBezTo>
                <a:cubicBezTo>
                  <a:pt x="4645593" y="1815305"/>
                  <a:pt x="4650274" y="1790468"/>
                  <a:pt x="4663955" y="1799467"/>
                </a:cubicBezTo>
                <a:cubicBezTo>
                  <a:pt x="4666115" y="1792628"/>
                  <a:pt x="4672956" y="1787949"/>
                  <a:pt x="4661435" y="1776790"/>
                </a:cubicBezTo>
                <a:cubicBezTo>
                  <a:pt x="4663955" y="1776790"/>
                  <a:pt x="4666115" y="1781110"/>
                  <a:pt x="4670796" y="1785789"/>
                </a:cubicBezTo>
                <a:cubicBezTo>
                  <a:pt x="4684117" y="1763112"/>
                  <a:pt x="4707160" y="1744755"/>
                  <a:pt x="4729842" y="1728917"/>
                </a:cubicBezTo>
                <a:cubicBezTo>
                  <a:pt x="4743523" y="1719918"/>
                  <a:pt x="4754685" y="1710920"/>
                  <a:pt x="4766206" y="1701561"/>
                </a:cubicBezTo>
                <a:lnTo>
                  <a:pt x="4768118" y="1698929"/>
                </a:lnTo>
                <a:lnTo>
                  <a:pt x="4766408" y="1696857"/>
                </a:lnTo>
                <a:cubicBezTo>
                  <a:pt x="4762216" y="1693790"/>
                  <a:pt x="4759986" y="1690460"/>
                  <a:pt x="4767835" y="1682750"/>
                </a:cubicBezTo>
                <a:lnTo>
                  <a:pt x="4774711" y="1689855"/>
                </a:lnTo>
                <a:lnTo>
                  <a:pt x="4791049" y="1667366"/>
                </a:lnTo>
                <a:cubicBezTo>
                  <a:pt x="4800409" y="1683564"/>
                  <a:pt x="4800409" y="1658367"/>
                  <a:pt x="4809411" y="1667366"/>
                </a:cubicBezTo>
                <a:cubicBezTo>
                  <a:pt x="4861616" y="1585658"/>
                  <a:pt x="4923183" y="1517268"/>
                  <a:pt x="4971068" y="1439879"/>
                </a:cubicBezTo>
                <a:cubicBezTo>
                  <a:pt x="4948025" y="1492431"/>
                  <a:pt x="4916342" y="1547143"/>
                  <a:pt x="4877458" y="1596816"/>
                </a:cubicBezTo>
                <a:cubicBezTo>
                  <a:pt x="4859276" y="1620753"/>
                  <a:pt x="4838844" y="1643519"/>
                  <a:pt x="4817826" y="1664036"/>
                </a:cubicBezTo>
                <a:lnTo>
                  <a:pt x="4777761" y="1698125"/>
                </a:lnTo>
                <a:lnTo>
                  <a:pt x="4776753" y="1709386"/>
                </a:lnTo>
                <a:lnTo>
                  <a:pt x="4771708" y="1703276"/>
                </a:lnTo>
                <a:lnTo>
                  <a:pt x="4762374" y="1711217"/>
                </a:lnTo>
                <a:lnTo>
                  <a:pt x="4763233" y="1720481"/>
                </a:lnTo>
                <a:cubicBezTo>
                  <a:pt x="4764330" y="1724951"/>
                  <a:pt x="4765638" y="1728506"/>
                  <a:pt x="4765933" y="1730502"/>
                </a:cubicBezTo>
                <a:lnTo>
                  <a:pt x="4762947" y="1731094"/>
                </a:lnTo>
                <a:lnTo>
                  <a:pt x="4766206" y="1737916"/>
                </a:lnTo>
                <a:cubicBezTo>
                  <a:pt x="4754685" y="1733596"/>
                  <a:pt x="4745684" y="1737916"/>
                  <a:pt x="4743523" y="1744755"/>
                </a:cubicBezTo>
                <a:cubicBezTo>
                  <a:pt x="4734523" y="1737916"/>
                  <a:pt x="4725161" y="1747274"/>
                  <a:pt x="4718321" y="1758433"/>
                </a:cubicBezTo>
                <a:cubicBezTo>
                  <a:pt x="4720481" y="1763112"/>
                  <a:pt x="4725161" y="1767431"/>
                  <a:pt x="4727322" y="1765272"/>
                </a:cubicBezTo>
                <a:cubicBezTo>
                  <a:pt x="4718321" y="1765272"/>
                  <a:pt x="4709320" y="1769951"/>
                  <a:pt x="4704639" y="1778950"/>
                </a:cubicBezTo>
                <a:cubicBezTo>
                  <a:pt x="4697799" y="1785789"/>
                  <a:pt x="4693479" y="1794788"/>
                  <a:pt x="4690958" y="1806306"/>
                </a:cubicBezTo>
                <a:cubicBezTo>
                  <a:pt x="4690958" y="1806306"/>
                  <a:pt x="4690958" y="1806306"/>
                  <a:pt x="4684117" y="1797307"/>
                </a:cubicBezTo>
                <a:cubicBezTo>
                  <a:pt x="4672956" y="1817824"/>
                  <a:pt x="4650274" y="1837981"/>
                  <a:pt x="4622911" y="1837981"/>
                </a:cubicBezTo>
                <a:cubicBezTo>
                  <a:pt x="4634072" y="1851659"/>
                  <a:pt x="4634072" y="1842661"/>
                  <a:pt x="4643433" y="1856339"/>
                </a:cubicBezTo>
                <a:cubicBezTo>
                  <a:pt x="4634072" y="1854179"/>
                  <a:pt x="4627231" y="1847340"/>
                  <a:pt x="4618231" y="1844820"/>
                </a:cubicBezTo>
                <a:cubicBezTo>
                  <a:pt x="4600229" y="1858498"/>
                  <a:pt x="4581867" y="1874336"/>
                  <a:pt x="4563865" y="1888014"/>
                </a:cubicBezTo>
                <a:cubicBezTo>
                  <a:pt x="4545503" y="1899532"/>
                  <a:pt x="4522821" y="1908531"/>
                  <a:pt x="4495457" y="1913210"/>
                </a:cubicBezTo>
                <a:cubicBezTo>
                  <a:pt x="4497617" y="1920049"/>
                  <a:pt x="4502298" y="1917890"/>
                  <a:pt x="4506979" y="1915370"/>
                </a:cubicBezTo>
                <a:cubicBezTo>
                  <a:pt x="4481776" y="1926888"/>
                  <a:pt x="4456573" y="1940566"/>
                  <a:pt x="4429571" y="1954244"/>
                </a:cubicBezTo>
                <a:cubicBezTo>
                  <a:pt x="4404368" y="1970082"/>
                  <a:pt x="4379525" y="1988079"/>
                  <a:pt x="4349642" y="2001757"/>
                </a:cubicBezTo>
                <a:cubicBezTo>
                  <a:pt x="4322639" y="2015435"/>
                  <a:pt x="4295276" y="2033793"/>
                  <a:pt x="4267913" y="2044951"/>
                </a:cubicBezTo>
                <a:cubicBezTo>
                  <a:pt x="4238390" y="2056470"/>
                  <a:pt x="4208867" y="2067988"/>
                  <a:pt x="4181504" y="2074827"/>
                </a:cubicBezTo>
                <a:cubicBezTo>
                  <a:pt x="4174663" y="2074827"/>
                  <a:pt x="4174663" y="2079146"/>
                  <a:pt x="4176824" y="2088145"/>
                </a:cubicBezTo>
                <a:cubicBezTo>
                  <a:pt x="4124618" y="2079146"/>
                  <a:pt x="4069892" y="2113341"/>
                  <a:pt x="4031368" y="2136018"/>
                </a:cubicBezTo>
                <a:cubicBezTo>
                  <a:pt x="4031368" y="2136018"/>
                  <a:pt x="4031368" y="2136018"/>
                  <a:pt x="4031053" y="2134038"/>
                </a:cubicBezTo>
                <a:lnTo>
                  <a:pt x="4029177" y="2122249"/>
                </a:lnTo>
                <a:lnTo>
                  <a:pt x="4028391" y="2123711"/>
                </a:lnTo>
                <a:lnTo>
                  <a:pt x="4026927" y="2121351"/>
                </a:lnTo>
                <a:lnTo>
                  <a:pt x="3998875" y="2138448"/>
                </a:lnTo>
                <a:cubicBezTo>
                  <a:pt x="3988074" y="2143577"/>
                  <a:pt x="3976643" y="2147536"/>
                  <a:pt x="3965121" y="2149696"/>
                </a:cubicBezTo>
                <a:lnTo>
                  <a:pt x="3953971" y="2151539"/>
                </a:lnTo>
                <a:lnTo>
                  <a:pt x="3957655" y="2152844"/>
                </a:lnTo>
                <a:cubicBezTo>
                  <a:pt x="3962954" y="2153024"/>
                  <a:pt x="3968286" y="2151967"/>
                  <a:pt x="3973552" y="2150977"/>
                </a:cubicBezTo>
                <a:lnTo>
                  <a:pt x="3977365" y="2150616"/>
                </a:lnTo>
                <a:lnTo>
                  <a:pt x="3978842" y="2148962"/>
                </a:lnTo>
                <a:lnTo>
                  <a:pt x="3978092" y="2150548"/>
                </a:lnTo>
                <a:lnTo>
                  <a:pt x="3989043" y="2149514"/>
                </a:lnTo>
                <a:cubicBezTo>
                  <a:pt x="3994072" y="2149964"/>
                  <a:pt x="3998932" y="2151787"/>
                  <a:pt x="4003522" y="2156287"/>
                </a:cubicBezTo>
                <a:cubicBezTo>
                  <a:pt x="4048882" y="2133605"/>
                  <a:pt x="4094602" y="2158447"/>
                  <a:pt x="4135283" y="2135765"/>
                </a:cubicBezTo>
                <a:cubicBezTo>
                  <a:pt x="4135283" y="2135765"/>
                  <a:pt x="4135283" y="2135765"/>
                  <a:pt x="4142123" y="2147286"/>
                </a:cubicBezTo>
                <a:cubicBezTo>
                  <a:pt x="4159223" y="2138106"/>
                  <a:pt x="4177493" y="2138106"/>
                  <a:pt x="4194593" y="2137521"/>
                </a:cubicBezTo>
                <a:lnTo>
                  <a:pt x="4215963" y="2135306"/>
                </a:lnTo>
                <a:lnTo>
                  <a:pt x="4216723" y="2132623"/>
                </a:lnTo>
                <a:lnTo>
                  <a:pt x="4226729" y="2131063"/>
                </a:lnTo>
                <a:lnTo>
                  <a:pt x="4240043" y="2124245"/>
                </a:lnTo>
                <a:cubicBezTo>
                  <a:pt x="4253723" y="2142606"/>
                  <a:pt x="4262723" y="2113084"/>
                  <a:pt x="4272083" y="2133605"/>
                </a:cubicBezTo>
                <a:cubicBezTo>
                  <a:pt x="4272083" y="2133605"/>
                  <a:pt x="4272083" y="2133605"/>
                  <a:pt x="4276403" y="2119924"/>
                </a:cubicBezTo>
                <a:cubicBezTo>
                  <a:pt x="4287924" y="2133605"/>
                  <a:pt x="4294764" y="2119924"/>
                  <a:pt x="4308444" y="2117764"/>
                </a:cubicBezTo>
                <a:cubicBezTo>
                  <a:pt x="4319604" y="2117764"/>
                  <a:pt x="4333284" y="2117764"/>
                  <a:pt x="4346964" y="2115244"/>
                </a:cubicBezTo>
                <a:cubicBezTo>
                  <a:pt x="4358484" y="2115244"/>
                  <a:pt x="4369644" y="2113084"/>
                  <a:pt x="4369644" y="2104083"/>
                </a:cubicBezTo>
                <a:cubicBezTo>
                  <a:pt x="4383325" y="2104083"/>
                  <a:pt x="4394845" y="2099403"/>
                  <a:pt x="4406365" y="2097243"/>
                </a:cubicBezTo>
                <a:cubicBezTo>
                  <a:pt x="4406365" y="2097243"/>
                  <a:pt x="4406365" y="2097243"/>
                  <a:pt x="4440205" y="2085722"/>
                </a:cubicBezTo>
                <a:cubicBezTo>
                  <a:pt x="4451725" y="2081402"/>
                  <a:pt x="4460725" y="2076721"/>
                  <a:pt x="4472245" y="2074561"/>
                </a:cubicBezTo>
                <a:cubicBezTo>
                  <a:pt x="4483405" y="2069881"/>
                  <a:pt x="4494925" y="2069881"/>
                  <a:pt x="4506445" y="2067721"/>
                </a:cubicBezTo>
                <a:cubicBezTo>
                  <a:pt x="4506445" y="2063040"/>
                  <a:pt x="4503925" y="2060880"/>
                  <a:pt x="4503925" y="2058360"/>
                </a:cubicBezTo>
                <a:cubicBezTo>
                  <a:pt x="4515445" y="2056200"/>
                  <a:pt x="4529125" y="2056200"/>
                  <a:pt x="4542806" y="2051520"/>
                </a:cubicBezTo>
                <a:cubicBezTo>
                  <a:pt x="4553966" y="2047199"/>
                  <a:pt x="4563326" y="2040359"/>
                  <a:pt x="4570166" y="2028838"/>
                </a:cubicBezTo>
                <a:cubicBezTo>
                  <a:pt x="4570166" y="2028838"/>
                  <a:pt x="4570166" y="2028838"/>
                  <a:pt x="4586006" y="2040359"/>
                </a:cubicBezTo>
                <a:cubicBezTo>
                  <a:pt x="4588166" y="2024158"/>
                  <a:pt x="4599686" y="2024158"/>
                  <a:pt x="4608686" y="2026678"/>
                </a:cubicBezTo>
                <a:cubicBezTo>
                  <a:pt x="4606526" y="2021998"/>
                  <a:pt x="4604006" y="2019837"/>
                  <a:pt x="4601846" y="2017677"/>
                </a:cubicBezTo>
                <a:cubicBezTo>
                  <a:pt x="4604006" y="2012997"/>
                  <a:pt x="4622366" y="2024158"/>
                  <a:pt x="4622366" y="2017677"/>
                </a:cubicBezTo>
                <a:cubicBezTo>
                  <a:pt x="4629206" y="2008317"/>
                  <a:pt x="4636047" y="1999316"/>
                  <a:pt x="4647207" y="1992476"/>
                </a:cubicBezTo>
                <a:cubicBezTo>
                  <a:pt x="4658727" y="1987795"/>
                  <a:pt x="4670247" y="1983475"/>
                  <a:pt x="4683567" y="1978795"/>
                </a:cubicBezTo>
                <a:cubicBezTo>
                  <a:pt x="4679247" y="1983475"/>
                  <a:pt x="4676727" y="1976634"/>
                  <a:pt x="4672407" y="1969794"/>
                </a:cubicBezTo>
                <a:cubicBezTo>
                  <a:pt x="4688247" y="1967634"/>
                  <a:pt x="4701927" y="1960793"/>
                  <a:pt x="4713087" y="1949273"/>
                </a:cubicBezTo>
                <a:cubicBezTo>
                  <a:pt x="4724607" y="1940272"/>
                  <a:pt x="4733967" y="1928751"/>
                  <a:pt x="4745127" y="1917590"/>
                </a:cubicBezTo>
                <a:cubicBezTo>
                  <a:pt x="4751967" y="1917590"/>
                  <a:pt x="4754127" y="1921911"/>
                  <a:pt x="4760967" y="1921911"/>
                </a:cubicBezTo>
                <a:cubicBezTo>
                  <a:pt x="4751967" y="1908230"/>
                  <a:pt x="4765647" y="1910750"/>
                  <a:pt x="4756647" y="1899229"/>
                </a:cubicBezTo>
                <a:cubicBezTo>
                  <a:pt x="4779327" y="1903909"/>
                  <a:pt x="4772487" y="1887708"/>
                  <a:pt x="4790487" y="1887708"/>
                </a:cubicBezTo>
                <a:cubicBezTo>
                  <a:pt x="4783647" y="1869707"/>
                  <a:pt x="4813528" y="1858186"/>
                  <a:pt x="4822528" y="1842345"/>
                </a:cubicBezTo>
                <a:cubicBezTo>
                  <a:pt x="4845208" y="1851346"/>
                  <a:pt x="4834048" y="1814983"/>
                  <a:pt x="4856728" y="1812823"/>
                </a:cubicBezTo>
                <a:cubicBezTo>
                  <a:pt x="4854208" y="1805983"/>
                  <a:pt x="4847368" y="1808143"/>
                  <a:pt x="4843048" y="1803823"/>
                </a:cubicBezTo>
                <a:cubicBezTo>
                  <a:pt x="4847368" y="1801302"/>
                  <a:pt x="4865728" y="1803823"/>
                  <a:pt x="4854208" y="1790142"/>
                </a:cubicBezTo>
                <a:cubicBezTo>
                  <a:pt x="4874728" y="1780781"/>
                  <a:pt x="4881568" y="1762780"/>
                  <a:pt x="4888408" y="1749099"/>
                </a:cubicBezTo>
                <a:cubicBezTo>
                  <a:pt x="4899929" y="1744418"/>
                  <a:pt x="4899929" y="1760260"/>
                  <a:pt x="4911089" y="1755939"/>
                </a:cubicBezTo>
                <a:cubicBezTo>
                  <a:pt x="4906769" y="1735418"/>
                  <a:pt x="4904249" y="1719577"/>
                  <a:pt x="4915769" y="1699055"/>
                </a:cubicBezTo>
                <a:cubicBezTo>
                  <a:pt x="4927289" y="1703736"/>
                  <a:pt x="4915769" y="1708056"/>
                  <a:pt x="4922609" y="1714896"/>
                </a:cubicBezTo>
                <a:cubicBezTo>
                  <a:pt x="4931609" y="1710576"/>
                  <a:pt x="4934129" y="1719577"/>
                  <a:pt x="4943129" y="1717417"/>
                </a:cubicBezTo>
                <a:cubicBezTo>
                  <a:pt x="4936289" y="1703736"/>
                  <a:pt x="4934129" y="1690055"/>
                  <a:pt x="4947449" y="1687535"/>
                </a:cubicBezTo>
                <a:cubicBezTo>
                  <a:pt x="4947449" y="1690055"/>
                  <a:pt x="4938449" y="1699055"/>
                  <a:pt x="4949969" y="1701216"/>
                </a:cubicBezTo>
                <a:cubicBezTo>
                  <a:pt x="4956809" y="1692215"/>
                  <a:pt x="4963649" y="1680694"/>
                  <a:pt x="4956809" y="1667013"/>
                </a:cubicBezTo>
                <a:cubicBezTo>
                  <a:pt x="4963649" y="1664853"/>
                  <a:pt x="4965809" y="1669533"/>
                  <a:pt x="4974809" y="1664853"/>
                </a:cubicBezTo>
                <a:cubicBezTo>
                  <a:pt x="4972649" y="1655852"/>
                  <a:pt x="4984169" y="1651172"/>
                  <a:pt x="4965809" y="1642171"/>
                </a:cubicBezTo>
                <a:cubicBezTo>
                  <a:pt x="4991009" y="1633171"/>
                  <a:pt x="4979489" y="1614810"/>
                  <a:pt x="4986329" y="1601129"/>
                </a:cubicBezTo>
                <a:cubicBezTo>
                  <a:pt x="4981649" y="1594288"/>
                  <a:pt x="4970489" y="1607969"/>
                  <a:pt x="4965809" y="1598968"/>
                </a:cubicBezTo>
                <a:cubicBezTo>
                  <a:pt x="4974809" y="1589968"/>
                  <a:pt x="4991009" y="1603289"/>
                  <a:pt x="4991009" y="1592128"/>
                </a:cubicBezTo>
                <a:cubicBezTo>
                  <a:pt x="4984169" y="1592128"/>
                  <a:pt x="4965809" y="1580607"/>
                  <a:pt x="4981649" y="1576287"/>
                </a:cubicBezTo>
                <a:cubicBezTo>
                  <a:pt x="4986329" y="1580607"/>
                  <a:pt x="4988489" y="1585288"/>
                  <a:pt x="4993169" y="1585288"/>
                </a:cubicBezTo>
                <a:cubicBezTo>
                  <a:pt x="5002169" y="1573947"/>
                  <a:pt x="5008379" y="1562606"/>
                  <a:pt x="5012654" y="1550680"/>
                </a:cubicBezTo>
                <a:lnTo>
                  <a:pt x="5018238" y="1523652"/>
                </a:lnTo>
                <a:lnTo>
                  <a:pt x="5022689" y="1523723"/>
                </a:lnTo>
                <a:cubicBezTo>
                  <a:pt x="5031689" y="1510042"/>
                  <a:pt x="5052209" y="1480520"/>
                  <a:pt x="5034209" y="1476200"/>
                </a:cubicBezTo>
                <a:cubicBezTo>
                  <a:pt x="5040689" y="1473680"/>
                  <a:pt x="5038529" y="1469360"/>
                  <a:pt x="5040689" y="1466839"/>
                </a:cubicBezTo>
                <a:cubicBezTo>
                  <a:pt x="5043209" y="1469360"/>
                  <a:pt x="5047529" y="1473680"/>
                  <a:pt x="5052209" y="1469360"/>
                </a:cubicBezTo>
                <a:cubicBezTo>
                  <a:pt x="5040689" y="1462519"/>
                  <a:pt x="5059050" y="1459999"/>
                  <a:pt x="5045369" y="1453519"/>
                </a:cubicBezTo>
                <a:cubicBezTo>
                  <a:pt x="5043209" y="1457839"/>
                  <a:pt x="5040689" y="1459999"/>
                  <a:pt x="5038529" y="1464679"/>
                </a:cubicBezTo>
                <a:cubicBezTo>
                  <a:pt x="5024849" y="1450998"/>
                  <a:pt x="5063730" y="1455679"/>
                  <a:pt x="5052209" y="1439478"/>
                </a:cubicBezTo>
                <a:cubicBezTo>
                  <a:pt x="5065890" y="1437317"/>
                  <a:pt x="5054369" y="1428317"/>
                  <a:pt x="5063730" y="1423636"/>
                </a:cubicBezTo>
                <a:cubicBezTo>
                  <a:pt x="5072730" y="1428317"/>
                  <a:pt x="5063730" y="1437317"/>
                  <a:pt x="5072730" y="1432637"/>
                </a:cubicBezTo>
                <a:cubicBezTo>
                  <a:pt x="5081730" y="1416796"/>
                  <a:pt x="5086410" y="1400955"/>
                  <a:pt x="5079570" y="1382954"/>
                </a:cubicBezTo>
                <a:cubicBezTo>
                  <a:pt x="5084250" y="1385114"/>
                  <a:pt x="5088570" y="1385114"/>
                  <a:pt x="5093250" y="1385114"/>
                </a:cubicBezTo>
                <a:cubicBezTo>
                  <a:pt x="5088570" y="1380433"/>
                  <a:pt x="5097930" y="1378273"/>
                  <a:pt x="5093250" y="1371433"/>
                </a:cubicBezTo>
                <a:cubicBezTo>
                  <a:pt x="5088570" y="1369273"/>
                  <a:pt x="5084250" y="1371433"/>
                  <a:pt x="5079570" y="1369273"/>
                </a:cubicBezTo>
                <a:cubicBezTo>
                  <a:pt x="5088570" y="1362432"/>
                  <a:pt x="5091090" y="1355592"/>
                  <a:pt x="5093250" y="1348751"/>
                </a:cubicBezTo>
                <a:cubicBezTo>
                  <a:pt x="5090910" y="1349831"/>
                  <a:pt x="5086320" y="1349831"/>
                  <a:pt x="5083170" y="1348976"/>
                </a:cubicBezTo>
                <a:lnTo>
                  <a:pt x="5082085" y="1348330"/>
                </a:lnTo>
                <a:lnTo>
                  <a:pt x="5076844" y="1358537"/>
                </a:lnTo>
                <a:cubicBezTo>
                  <a:pt x="5070066" y="1352731"/>
                  <a:pt x="5072296" y="1344113"/>
                  <a:pt x="5076800" y="1334951"/>
                </a:cubicBezTo>
                <a:lnTo>
                  <a:pt x="5078858" y="1330887"/>
                </a:lnTo>
                <a:lnTo>
                  <a:pt x="5075423" y="1328560"/>
                </a:lnTo>
                <a:cubicBezTo>
                  <a:pt x="5075103" y="1325209"/>
                  <a:pt x="5077392" y="1321329"/>
                  <a:pt x="5081971" y="1319212"/>
                </a:cubicBezTo>
                <a:lnTo>
                  <a:pt x="5083132" y="1322449"/>
                </a:lnTo>
                <a:lnTo>
                  <a:pt x="5090400" y="1308100"/>
                </a:lnTo>
                <a:cubicBezTo>
                  <a:pt x="5092540" y="1316083"/>
                  <a:pt x="5091916" y="1325245"/>
                  <a:pt x="5089375" y="1334135"/>
                </a:cubicBezTo>
                <a:lnTo>
                  <a:pt x="5084232" y="1344149"/>
                </a:lnTo>
                <a:lnTo>
                  <a:pt x="5092547" y="1344408"/>
                </a:lnTo>
                <a:cubicBezTo>
                  <a:pt x="5098200" y="1340696"/>
                  <a:pt x="5091450" y="1327060"/>
                  <a:pt x="5100090" y="1323550"/>
                </a:cubicBezTo>
                <a:cubicBezTo>
                  <a:pt x="5106930" y="1321389"/>
                  <a:pt x="5111250" y="1332550"/>
                  <a:pt x="5118090" y="1330390"/>
                </a:cubicBezTo>
                <a:cubicBezTo>
                  <a:pt x="5104410" y="1319229"/>
                  <a:pt x="5118090" y="1312389"/>
                  <a:pt x="5115930" y="1303028"/>
                </a:cubicBezTo>
                <a:cubicBezTo>
                  <a:pt x="5100090" y="1309869"/>
                  <a:pt x="5104410" y="1291867"/>
                  <a:pt x="5106930" y="1287187"/>
                </a:cubicBezTo>
                <a:cubicBezTo>
                  <a:pt x="5111250" y="1294028"/>
                  <a:pt x="5118090" y="1300868"/>
                  <a:pt x="5131770" y="1294028"/>
                </a:cubicBezTo>
                <a:cubicBezTo>
                  <a:pt x="5129610" y="1289707"/>
                  <a:pt x="5115930" y="1285027"/>
                  <a:pt x="5122770" y="1280347"/>
                </a:cubicBezTo>
                <a:cubicBezTo>
                  <a:pt x="5147970" y="1289707"/>
                  <a:pt x="5147970" y="1250825"/>
                  <a:pt x="5150130" y="1237144"/>
                </a:cubicBezTo>
                <a:cubicBezTo>
                  <a:pt x="5147970" y="1239304"/>
                  <a:pt x="5143290" y="1241824"/>
                  <a:pt x="5138610" y="1237144"/>
                </a:cubicBezTo>
                <a:cubicBezTo>
                  <a:pt x="5154810" y="1228143"/>
                  <a:pt x="5141130" y="1232463"/>
                  <a:pt x="5141130" y="1223463"/>
                </a:cubicBezTo>
                <a:cubicBezTo>
                  <a:pt x="5141130" y="1223463"/>
                  <a:pt x="5141130" y="1223463"/>
                  <a:pt x="5156971" y="1214462"/>
                </a:cubicBezTo>
                <a:cubicBezTo>
                  <a:pt x="5163811" y="1223463"/>
                  <a:pt x="5170651" y="1216622"/>
                  <a:pt x="5179651" y="1219142"/>
                </a:cubicBezTo>
                <a:cubicBezTo>
                  <a:pt x="5170651" y="1232463"/>
                  <a:pt x="5165971" y="1234984"/>
                  <a:pt x="5174971" y="1248664"/>
                </a:cubicBezTo>
                <a:cubicBezTo>
                  <a:pt x="5152290" y="1257665"/>
                  <a:pt x="5168131" y="1257665"/>
                  <a:pt x="5147970" y="1271346"/>
                </a:cubicBezTo>
                <a:cubicBezTo>
                  <a:pt x="5159131" y="1269186"/>
                  <a:pt x="5163811" y="1280347"/>
                  <a:pt x="5159131" y="1287187"/>
                </a:cubicBezTo>
                <a:cubicBezTo>
                  <a:pt x="5154810" y="1285027"/>
                  <a:pt x="5152290" y="1278186"/>
                  <a:pt x="5147970" y="1280347"/>
                </a:cubicBezTo>
                <a:cubicBezTo>
                  <a:pt x="5152290" y="1285027"/>
                  <a:pt x="5131770" y="1285027"/>
                  <a:pt x="5138610" y="1291867"/>
                </a:cubicBezTo>
                <a:cubicBezTo>
                  <a:pt x="5150130" y="1296188"/>
                  <a:pt x="5159131" y="1291867"/>
                  <a:pt x="5168131" y="1300868"/>
                </a:cubicBezTo>
                <a:cubicBezTo>
                  <a:pt x="5156971" y="1307708"/>
                  <a:pt x="5150130" y="1289707"/>
                  <a:pt x="5138610" y="1300868"/>
                </a:cubicBezTo>
                <a:cubicBezTo>
                  <a:pt x="5154810" y="1312389"/>
                  <a:pt x="5115930" y="1321389"/>
                  <a:pt x="5136450" y="1332550"/>
                </a:cubicBezTo>
                <a:cubicBezTo>
                  <a:pt x="5145450" y="1330390"/>
                  <a:pt x="5156971" y="1321389"/>
                  <a:pt x="5163811" y="1328230"/>
                </a:cubicBezTo>
                <a:cubicBezTo>
                  <a:pt x="5147970" y="1335070"/>
                  <a:pt x="5150130" y="1337231"/>
                  <a:pt x="5134290" y="1335070"/>
                </a:cubicBezTo>
                <a:cubicBezTo>
                  <a:pt x="5152290" y="1355592"/>
                  <a:pt x="5134290" y="1376113"/>
                  <a:pt x="5127450" y="1396275"/>
                </a:cubicBezTo>
                <a:cubicBezTo>
                  <a:pt x="5129610" y="1394114"/>
                  <a:pt x="5131770" y="1394114"/>
                  <a:pt x="5134290" y="1398795"/>
                </a:cubicBezTo>
                <a:cubicBezTo>
                  <a:pt x="5141130" y="1394114"/>
                  <a:pt x="5131770" y="1389794"/>
                  <a:pt x="5143290" y="1387274"/>
                </a:cubicBezTo>
                <a:cubicBezTo>
                  <a:pt x="5152290" y="1398795"/>
                  <a:pt x="5124930" y="1398795"/>
                  <a:pt x="5124930" y="1407795"/>
                </a:cubicBezTo>
                <a:cubicBezTo>
                  <a:pt x="5134290" y="1407795"/>
                  <a:pt x="5141130" y="1409956"/>
                  <a:pt x="5136450" y="1419316"/>
                </a:cubicBezTo>
                <a:cubicBezTo>
                  <a:pt x="5127450" y="1405635"/>
                  <a:pt x="5127450" y="1421476"/>
                  <a:pt x="5111250" y="1423636"/>
                </a:cubicBezTo>
                <a:cubicBezTo>
                  <a:pt x="5120610" y="1439478"/>
                  <a:pt x="5093250" y="1478360"/>
                  <a:pt x="5118090" y="1489881"/>
                </a:cubicBezTo>
                <a:cubicBezTo>
                  <a:pt x="5109090" y="1496361"/>
                  <a:pt x="5106930" y="1489881"/>
                  <a:pt x="5100090" y="1489881"/>
                </a:cubicBezTo>
                <a:cubicBezTo>
                  <a:pt x="5097930" y="1503202"/>
                  <a:pt x="5084250" y="1516883"/>
                  <a:pt x="5091090" y="1530564"/>
                </a:cubicBezTo>
                <a:cubicBezTo>
                  <a:pt x="5086410" y="1526244"/>
                  <a:pt x="5081730" y="1521563"/>
                  <a:pt x="5077410" y="1523723"/>
                </a:cubicBezTo>
                <a:cubicBezTo>
                  <a:pt x="5077410" y="1530564"/>
                  <a:pt x="5072730" y="1535244"/>
                  <a:pt x="5081730" y="1542085"/>
                </a:cubicBezTo>
                <a:cubicBezTo>
                  <a:pt x="5088570" y="1539924"/>
                  <a:pt x="5093250" y="1535244"/>
                  <a:pt x="5097930" y="1537404"/>
                </a:cubicBezTo>
                <a:cubicBezTo>
                  <a:pt x="5091090" y="1542085"/>
                  <a:pt x="5100090" y="1548925"/>
                  <a:pt x="5088570" y="1553605"/>
                </a:cubicBezTo>
                <a:cubicBezTo>
                  <a:pt x="5081730" y="1544245"/>
                  <a:pt x="5074890" y="1542085"/>
                  <a:pt x="5065890" y="1548925"/>
                </a:cubicBezTo>
                <a:cubicBezTo>
                  <a:pt x="5081730" y="1566926"/>
                  <a:pt x="5034209" y="1578447"/>
                  <a:pt x="5061210" y="1594288"/>
                </a:cubicBezTo>
                <a:cubicBezTo>
                  <a:pt x="5059050" y="1598968"/>
                  <a:pt x="5056889" y="1601129"/>
                  <a:pt x="5050049" y="1598968"/>
                </a:cubicBezTo>
                <a:cubicBezTo>
                  <a:pt x="5061210" y="1605809"/>
                  <a:pt x="5045369" y="1612649"/>
                  <a:pt x="5056889" y="1612649"/>
                </a:cubicBezTo>
                <a:cubicBezTo>
                  <a:pt x="5059050" y="1610129"/>
                  <a:pt x="5059050" y="1605809"/>
                  <a:pt x="5065890" y="1607969"/>
                </a:cubicBezTo>
                <a:cubicBezTo>
                  <a:pt x="5061210" y="1619490"/>
                  <a:pt x="5045369" y="1628491"/>
                  <a:pt x="5038529" y="1637491"/>
                </a:cubicBezTo>
                <a:cubicBezTo>
                  <a:pt x="5043209" y="1635331"/>
                  <a:pt x="5045369" y="1640011"/>
                  <a:pt x="5047529" y="1640011"/>
                </a:cubicBezTo>
                <a:cubicBezTo>
                  <a:pt x="5054369" y="1637491"/>
                  <a:pt x="5054369" y="1635331"/>
                  <a:pt x="5059050" y="1633171"/>
                </a:cubicBezTo>
                <a:cubicBezTo>
                  <a:pt x="5065890" y="1660173"/>
                  <a:pt x="5022689" y="1673854"/>
                  <a:pt x="5036369" y="1705896"/>
                </a:cubicBezTo>
                <a:cubicBezTo>
                  <a:pt x="5022689" y="1710576"/>
                  <a:pt x="5036369" y="1699055"/>
                  <a:pt x="5027369" y="1701216"/>
                </a:cubicBezTo>
                <a:cubicBezTo>
                  <a:pt x="5011169" y="1712736"/>
                  <a:pt x="5011169" y="1728577"/>
                  <a:pt x="5000009" y="1740098"/>
                </a:cubicBezTo>
                <a:cubicBezTo>
                  <a:pt x="5015849" y="1762780"/>
                  <a:pt x="4958969" y="1769620"/>
                  <a:pt x="4984169" y="1787621"/>
                </a:cubicBezTo>
                <a:cubicBezTo>
                  <a:pt x="4963649" y="1783301"/>
                  <a:pt x="4981649" y="1805983"/>
                  <a:pt x="4956809" y="1805983"/>
                </a:cubicBezTo>
                <a:cubicBezTo>
                  <a:pt x="4967969" y="1819664"/>
                  <a:pt x="4954289" y="1821824"/>
                  <a:pt x="4952129" y="1828664"/>
                </a:cubicBezTo>
                <a:cubicBezTo>
                  <a:pt x="4934129" y="1821824"/>
                  <a:pt x="4924769" y="1844505"/>
                  <a:pt x="4938449" y="1860346"/>
                </a:cubicBezTo>
                <a:cubicBezTo>
                  <a:pt x="4929449" y="1865027"/>
                  <a:pt x="4929449" y="1858186"/>
                  <a:pt x="4922609" y="1856026"/>
                </a:cubicBezTo>
                <a:cubicBezTo>
                  <a:pt x="4927289" y="1865027"/>
                  <a:pt x="4906769" y="1860346"/>
                  <a:pt x="4913609" y="1867187"/>
                </a:cubicBezTo>
                <a:cubicBezTo>
                  <a:pt x="4920449" y="1869707"/>
                  <a:pt x="4929449" y="1880868"/>
                  <a:pt x="4920449" y="1880868"/>
                </a:cubicBezTo>
                <a:cubicBezTo>
                  <a:pt x="4915769" y="1878708"/>
                  <a:pt x="4915769" y="1867187"/>
                  <a:pt x="4908929" y="1867187"/>
                </a:cubicBezTo>
                <a:cubicBezTo>
                  <a:pt x="4897409" y="1869707"/>
                  <a:pt x="4913609" y="1887708"/>
                  <a:pt x="4908929" y="1892389"/>
                </a:cubicBezTo>
                <a:cubicBezTo>
                  <a:pt x="4899929" y="1887708"/>
                  <a:pt x="4899929" y="1887708"/>
                  <a:pt x="4890568" y="1890228"/>
                </a:cubicBezTo>
                <a:cubicBezTo>
                  <a:pt x="4899929" y="1903909"/>
                  <a:pt x="4888408" y="1908230"/>
                  <a:pt x="4897409" y="1921911"/>
                </a:cubicBezTo>
                <a:cubicBezTo>
                  <a:pt x="4899929" y="1919751"/>
                  <a:pt x="4904249" y="1919751"/>
                  <a:pt x="4908929" y="1924071"/>
                </a:cubicBezTo>
                <a:cubicBezTo>
                  <a:pt x="4906769" y="1924071"/>
                  <a:pt x="4902089" y="1924071"/>
                  <a:pt x="4902089" y="1926591"/>
                </a:cubicBezTo>
                <a:cubicBezTo>
                  <a:pt x="4906769" y="1930911"/>
                  <a:pt x="4915769" y="1928751"/>
                  <a:pt x="4917929" y="1933431"/>
                </a:cubicBezTo>
                <a:cubicBezTo>
                  <a:pt x="4897409" y="1937752"/>
                  <a:pt x="4917929" y="1949273"/>
                  <a:pt x="4893088" y="1951433"/>
                </a:cubicBezTo>
                <a:cubicBezTo>
                  <a:pt x="4888408" y="1944592"/>
                  <a:pt x="4906769" y="1937752"/>
                  <a:pt x="4886248" y="1937752"/>
                </a:cubicBezTo>
                <a:cubicBezTo>
                  <a:pt x="4879408" y="1928751"/>
                  <a:pt x="4899929" y="1926591"/>
                  <a:pt x="4888408" y="1921911"/>
                </a:cubicBezTo>
                <a:cubicBezTo>
                  <a:pt x="4881568" y="1924071"/>
                  <a:pt x="4886248" y="1933431"/>
                  <a:pt x="4867888" y="1928751"/>
                </a:cubicBezTo>
                <a:cubicBezTo>
                  <a:pt x="4876888" y="1942432"/>
                  <a:pt x="4861048" y="1937752"/>
                  <a:pt x="4867888" y="1947112"/>
                </a:cubicBezTo>
                <a:cubicBezTo>
                  <a:pt x="4876888" y="1949273"/>
                  <a:pt x="4872568" y="1942432"/>
                  <a:pt x="4879408" y="1942432"/>
                </a:cubicBezTo>
                <a:cubicBezTo>
                  <a:pt x="4879408" y="1949273"/>
                  <a:pt x="4888408" y="1949273"/>
                  <a:pt x="4893088" y="1951433"/>
                </a:cubicBezTo>
                <a:cubicBezTo>
                  <a:pt x="4897409" y="1960793"/>
                  <a:pt x="4893088" y="1965114"/>
                  <a:pt x="4883728" y="1965114"/>
                </a:cubicBezTo>
                <a:cubicBezTo>
                  <a:pt x="4881568" y="1960793"/>
                  <a:pt x="4881568" y="1953953"/>
                  <a:pt x="4876888" y="1953953"/>
                </a:cubicBezTo>
                <a:cubicBezTo>
                  <a:pt x="4876888" y="1956113"/>
                  <a:pt x="4872568" y="1956113"/>
                  <a:pt x="4872568" y="1958273"/>
                </a:cubicBezTo>
                <a:cubicBezTo>
                  <a:pt x="4872568" y="1962954"/>
                  <a:pt x="4875358" y="1964664"/>
                  <a:pt x="4878148" y="1966059"/>
                </a:cubicBezTo>
                <a:lnTo>
                  <a:pt x="4882006" y="1970135"/>
                </a:lnTo>
                <a:lnTo>
                  <a:pt x="4916342" y="1951725"/>
                </a:lnTo>
                <a:cubicBezTo>
                  <a:pt x="4918682" y="1946146"/>
                  <a:pt x="4922643" y="1942186"/>
                  <a:pt x="4927458" y="1941061"/>
                </a:cubicBezTo>
                <a:lnTo>
                  <a:pt x="4943071" y="1947158"/>
                </a:lnTo>
                <a:lnTo>
                  <a:pt x="4944434" y="1945582"/>
                </a:lnTo>
                <a:cubicBezTo>
                  <a:pt x="4949789" y="1941892"/>
                  <a:pt x="4957709" y="1939012"/>
                  <a:pt x="4961129" y="1937752"/>
                </a:cubicBezTo>
                <a:cubicBezTo>
                  <a:pt x="4974809" y="1928751"/>
                  <a:pt x="4965809" y="1903909"/>
                  <a:pt x="4981649" y="1908230"/>
                </a:cubicBezTo>
                <a:cubicBezTo>
                  <a:pt x="4979489" y="1912910"/>
                  <a:pt x="4981649" y="1919751"/>
                  <a:pt x="4974809" y="1921911"/>
                </a:cubicBezTo>
                <a:cubicBezTo>
                  <a:pt x="5000459" y="1925421"/>
                  <a:pt x="4990266" y="1899364"/>
                  <a:pt x="4998906" y="1886116"/>
                </a:cubicBezTo>
                <a:lnTo>
                  <a:pt x="5015305" y="1878946"/>
                </a:lnTo>
                <a:lnTo>
                  <a:pt x="5015949" y="1877475"/>
                </a:lnTo>
                <a:lnTo>
                  <a:pt x="5017419" y="1859401"/>
                </a:lnTo>
                <a:cubicBezTo>
                  <a:pt x="5026987" y="1841243"/>
                  <a:pt x="5053920" y="1826324"/>
                  <a:pt x="5038529" y="1812823"/>
                </a:cubicBezTo>
                <a:cubicBezTo>
                  <a:pt x="5047529" y="1812823"/>
                  <a:pt x="5043209" y="1805983"/>
                  <a:pt x="5052209" y="1805983"/>
                </a:cubicBezTo>
                <a:cubicBezTo>
                  <a:pt x="5043209" y="1799142"/>
                  <a:pt x="5054369" y="1778621"/>
                  <a:pt x="5072730" y="1787621"/>
                </a:cubicBezTo>
                <a:cubicBezTo>
                  <a:pt x="5079570" y="1769620"/>
                  <a:pt x="5070570" y="1746939"/>
                  <a:pt x="5091090" y="1735418"/>
                </a:cubicBezTo>
                <a:cubicBezTo>
                  <a:pt x="5097930" y="1735418"/>
                  <a:pt x="5097930" y="1746939"/>
                  <a:pt x="5104410" y="1746939"/>
                </a:cubicBezTo>
                <a:cubicBezTo>
                  <a:pt x="5104410" y="1742258"/>
                  <a:pt x="5104410" y="1730738"/>
                  <a:pt x="5093250" y="1735418"/>
                </a:cubicBezTo>
                <a:cubicBezTo>
                  <a:pt x="5093250" y="1712736"/>
                  <a:pt x="5122770" y="1699055"/>
                  <a:pt x="5115930" y="1673854"/>
                </a:cubicBezTo>
                <a:cubicBezTo>
                  <a:pt x="5127450" y="1676374"/>
                  <a:pt x="5131770" y="1664853"/>
                  <a:pt x="5118090" y="1660173"/>
                </a:cubicBezTo>
                <a:cubicBezTo>
                  <a:pt x="5124930" y="1655852"/>
                  <a:pt x="5127450" y="1660173"/>
                  <a:pt x="5131770" y="1660173"/>
                </a:cubicBezTo>
                <a:cubicBezTo>
                  <a:pt x="5131770" y="1651172"/>
                  <a:pt x="5150130" y="1640011"/>
                  <a:pt x="5131770" y="1633171"/>
                </a:cubicBezTo>
                <a:cubicBezTo>
                  <a:pt x="5138610" y="1626330"/>
                  <a:pt x="5141130" y="1616970"/>
                  <a:pt x="5145450" y="1610129"/>
                </a:cubicBezTo>
                <a:cubicBezTo>
                  <a:pt x="5177491" y="1605809"/>
                  <a:pt x="5163811" y="1553605"/>
                  <a:pt x="5198011" y="1533084"/>
                </a:cubicBezTo>
                <a:cubicBezTo>
                  <a:pt x="5179651" y="1503202"/>
                  <a:pt x="5236531" y="1483041"/>
                  <a:pt x="5211331" y="1453519"/>
                </a:cubicBezTo>
                <a:cubicBezTo>
                  <a:pt x="5227531" y="1448838"/>
                  <a:pt x="5211331" y="1441998"/>
                  <a:pt x="5222851" y="1439478"/>
                </a:cubicBezTo>
                <a:cubicBezTo>
                  <a:pt x="5231851" y="1455679"/>
                  <a:pt x="5218171" y="1476200"/>
                  <a:pt x="5220691" y="1498882"/>
                </a:cubicBezTo>
                <a:cubicBezTo>
                  <a:pt x="5225011" y="1498882"/>
                  <a:pt x="5231851" y="1503202"/>
                  <a:pt x="5238691" y="1503202"/>
                </a:cubicBezTo>
                <a:cubicBezTo>
                  <a:pt x="5243371" y="1496361"/>
                  <a:pt x="5243371" y="1492041"/>
                  <a:pt x="5234371" y="1483041"/>
                </a:cubicBezTo>
                <a:cubicBezTo>
                  <a:pt x="5245531" y="1473680"/>
                  <a:pt x="5248051" y="1498882"/>
                  <a:pt x="5259211" y="1485201"/>
                </a:cubicBezTo>
                <a:cubicBezTo>
                  <a:pt x="5245531" y="1483041"/>
                  <a:pt x="5263891" y="1459999"/>
                  <a:pt x="5241211" y="1464679"/>
                </a:cubicBezTo>
                <a:cubicBezTo>
                  <a:pt x="5257051" y="1455679"/>
                  <a:pt x="5241211" y="1444158"/>
                  <a:pt x="5252371" y="1439478"/>
                </a:cubicBezTo>
                <a:cubicBezTo>
                  <a:pt x="5236531" y="1444158"/>
                  <a:pt x="5241211" y="1435157"/>
                  <a:pt x="5227531" y="1432637"/>
                </a:cubicBezTo>
                <a:cubicBezTo>
                  <a:pt x="5245531" y="1421476"/>
                  <a:pt x="5238691" y="1409956"/>
                  <a:pt x="5231851" y="1400955"/>
                </a:cubicBezTo>
                <a:cubicBezTo>
                  <a:pt x="5238691" y="1394114"/>
                  <a:pt x="5243371" y="1403115"/>
                  <a:pt x="5250211" y="1398795"/>
                </a:cubicBezTo>
                <a:cubicBezTo>
                  <a:pt x="5248051" y="1385114"/>
                  <a:pt x="5252371" y="1359912"/>
                  <a:pt x="5266051" y="1355592"/>
                </a:cubicBezTo>
                <a:cubicBezTo>
                  <a:pt x="5259211" y="1364592"/>
                  <a:pt x="5268211" y="1376113"/>
                  <a:pt x="5263891" y="1387274"/>
                </a:cubicBezTo>
                <a:cubicBezTo>
                  <a:pt x="5272891" y="1380433"/>
                  <a:pt x="5279731" y="1389794"/>
                  <a:pt x="5288731" y="1378273"/>
                </a:cubicBezTo>
                <a:cubicBezTo>
                  <a:pt x="5277571" y="1378273"/>
                  <a:pt x="5284411" y="1371433"/>
                  <a:pt x="5275051" y="1364592"/>
                </a:cubicBezTo>
                <a:cubicBezTo>
                  <a:pt x="5295571" y="1369273"/>
                  <a:pt x="5318611" y="1319229"/>
                  <a:pt x="5302411" y="1309869"/>
                </a:cubicBezTo>
                <a:cubicBezTo>
                  <a:pt x="5311771" y="1300868"/>
                  <a:pt x="5313931" y="1314549"/>
                  <a:pt x="5320772" y="1305548"/>
                </a:cubicBezTo>
                <a:cubicBezTo>
                  <a:pt x="5318611" y="1303028"/>
                  <a:pt x="5320772" y="1300868"/>
                  <a:pt x="5318611" y="1298708"/>
                </a:cubicBezTo>
                <a:cubicBezTo>
                  <a:pt x="5307091" y="1296188"/>
                  <a:pt x="5300251" y="1291867"/>
                  <a:pt x="5288731" y="1300868"/>
                </a:cubicBezTo>
                <a:cubicBezTo>
                  <a:pt x="5293411" y="1294028"/>
                  <a:pt x="5293411" y="1287187"/>
                  <a:pt x="5293411" y="1280347"/>
                </a:cubicBezTo>
                <a:cubicBezTo>
                  <a:pt x="5281891" y="1282867"/>
                  <a:pt x="5284411" y="1296188"/>
                  <a:pt x="5275051" y="1291867"/>
                </a:cubicBezTo>
                <a:cubicBezTo>
                  <a:pt x="5291251" y="1285027"/>
                  <a:pt x="5270731" y="1276026"/>
                  <a:pt x="5286571" y="1269186"/>
                </a:cubicBezTo>
                <a:cubicBezTo>
                  <a:pt x="5300251" y="1273506"/>
                  <a:pt x="5295571" y="1282867"/>
                  <a:pt x="5307091" y="1282867"/>
                </a:cubicBezTo>
                <a:cubicBezTo>
                  <a:pt x="5316091" y="1276026"/>
                  <a:pt x="5304571" y="1266666"/>
                  <a:pt x="5313931" y="1259825"/>
                </a:cubicBezTo>
                <a:lnTo>
                  <a:pt x="5316222" y="1259853"/>
                </a:lnTo>
                <a:lnTo>
                  <a:pt x="5316893" y="1257959"/>
                </a:lnTo>
                <a:cubicBezTo>
                  <a:pt x="5319755" y="1252236"/>
                  <a:pt x="5323752" y="1245967"/>
                  <a:pt x="5323752" y="1241425"/>
                </a:cubicBezTo>
                <a:cubicBezTo>
                  <a:pt x="5327205" y="1242515"/>
                  <a:pt x="5329090" y="1244627"/>
                  <a:pt x="5329828" y="1247256"/>
                </a:cubicBezTo>
                <a:lnTo>
                  <a:pt x="5329726" y="1248385"/>
                </a:lnTo>
                <a:lnTo>
                  <a:pt x="5335307" y="1245199"/>
                </a:lnTo>
                <a:cubicBezTo>
                  <a:pt x="5340122" y="1244614"/>
                  <a:pt x="5345792" y="1243984"/>
                  <a:pt x="5350292" y="1239304"/>
                </a:cubicBezTo>
                <a:cubicBezTo>
                  <a:pt x="5348132" y="1234984"/>
                  <a:pt x="5350292" y="1230303"/>
                  <a:pt x="5343452" y="1228143"/>
                </a:cubicBezTo>
                <a:cubicBezTo>
                  <a:pt x="5336612" y="1228143"/>
                  <a:pt x="5341292" y="1241824"/>
                  <a:pt x="5331932" y="1234984"/>
                </a:cubicBezTo>
                <a:lnTo>
                  <a:pt x="5335681" y="1219274"/>
                </a:lnTo>
                <a:lnTo>
                  <a:pt x="5331417" y="1207937"/>
                </a:lnTo>
                <a:cubicBezTo>
                  <a:pt x="5329115" y="1191223"/>
                  <a:pt x="5334347" y="1166422"/>
                  <a:pt x="5350253" y="1174779"/>
                </a:cubicBezTo>
                <a:lnTo>
                  <a:pt x="5345637" y="1189682"/>
                </a:lnTo>
                <a:lnTo>
                  <a:pt x="5354522" y="1211357"/>
                </a:lnTo>
                <a:cubicBezTo>
                  <a:pt x="5357672" y="1217883"/>
                  <a:pt x="5360552" y="1224723"/>
                  <a:pt x="5361812" y="1234984"/>
                </a:cubicBezTo>
                <a:cubicBezTo>
                  <a:pt x="5366132" y="1232463"/>
                  <a:pt x="5368292" y="1232463"/>
                  <a:pt x="5370812" y="1232463"/>
                </a:cubicBezTo>
                <a:cubicBezTo>
                  <a:pt x="5370812" y="1214462"/>
                  <a:pt x="5361812" y="1193941"/>
                  <a:pt x="5363972" y="1175579"/>
                </a:cubicBezTo>
                <a:cubicBezTo>
                  <a:pt x="5370812" y="1171259"/>
                  <a:pt x="5372972" y="1175579"/>
                  <a:pt x="5377652" y="1173419"/>
                </a:cubicBezTo>
                <a:cubicBezTo>
                  <a:pt x="5375132" y="1171259"/>
                  <a:pt x="5377652" y="1168739"/>
                  <a:pt x="5377652" y="1166579"/>
                </a:cubicBezTo>
                <a:cubicBezTo>
                  <a:pt x="5372972" y="1164419"/>
                  <a:pt x="5368292" y="1168739"/>
                  <a:pt x="5366132" y="1166579"/>
                </a:cubicBezTo>
                <a:cubicBezTo>
                  <a:pt x="5363972" y="1159738"/>
                  <a:pt x="5361812" y="1143897"/>
                  <a:pt x="5377652" y="1141737"/>
                </a:cubicBezTo>
                <a:cubicBezTo>
                  <a:pt x="5372972" y="1128056"/>
                  <a:pt x="5348132" y="1102854"/>
                  <a:pt x="5368292" y="1096014"/>
                </a:cubicBezTo>
                <a:cubicBezTo>
                  <a:pt x="5368292" y="1100694"/>
                  <a:pt x="5379812" y="1112215"/>
                  <a:pt x="5388812" y="1132376"/>
                </a:cubicBezTo>
                <a:cubicBezTo>
                  <a:pt x="5393492" y="1116535"/>
                  <a:pt x="5375132" y="1100694"/>
                  <a:pt x="5391332" y="1084853"/>
                </a:cubicBezTo>
                <a:cubicBezTo>
                  <a:pt x="5379812" y="1096014"/>
                  <a:pt x="5372972" y="1082333"/>
                  <a:pt x="5363972" y="1087013"/>
                </a:cubicBezTo>
                <a:cubicBezTo>
                  <a:pt x="5368292" y="1082333"/>
                  <a:pt x="5359292" y="1078013"/>
                  <a:pt x="5366132" y="1075493"/>
                </a:cubicBezTo>
                <a:cubicBezTo>
                  <a:pt x="5370812" y="1084853"/>
                  <a:pt x="5384492" y="1087013"/>
                  <a:pt x="5398172" y="1080173"/>
                </a:cubicBezTo>
                <a:cubicBezTo>
                  <a:pt x="5379812" y="1071172"/>
                  <a:pt x="5391332" y="1064332"/>
                  <a:pt x="5405013" y="1057491"/>
                </a:cubicBezTo>
                <a:cubicBezTo>
                  <a:pt x="5394752" y="1043810"/>
                  <a:pt x="5394752" y="1033010"/>
                  <a:pt x="5396462" y="1022479"/>
                </a:cubicBezTo>
                <a:lnTo>
                  <a:pt x="5398408" y="1011333"/>
                </a:lnTo>
                <a:lnTo>
                  <a:pt x="5397457" y="1014052"/>
                </a:lnTo>
                <a:cubicBezTo>
                  <a:pt x="5381348" y="1011896"/>
                  <a:pt x="5381348" y="1011896"/>
                  <a:pt x="5381348" y="1011896"/>
                </a:cubicBezTo>
                <a:cubicBezTo>
                  <a:pt x="5379200" y="986735"/>
                  <a:pt x="5379200" y="979906"/>
                  <a:pt x="5390655" y="957262"/>
                </a:cubicBezTo>
                <a:cubicBezTo>
                  <a:pt x="5396830" y="960047"/>
                  <a:pt x="5401327" y="963417"/>
                  <a:pt x="5404353" y="967298"/>
                </a:cubicBezTo>
                <a:lnTo>
                  <a:pt x="5408294" y="977897"/>
                </a:lnTo>
                <a:lnTo>
                  <a:pt x="5416134" y="971550"/>
                </a:lnTo>
                <a:cubicBezTo>
                  <a:pt x="5428041" y="973791"/>
                  <a:pt x="5420971" y="990226"/>
                  <a:pt x="5411669" y="987985"/>
                </a:cubicBezTo>
                <a:cubicBezTo>
                  <a:pt x="5413902" y="985557"/>
                  <a:pt x="5413251" y="983783"/>
                  <a:pt x="5411483" y="982616"/>
                </a:cubicBezTo>
                <a:lnTo>
                  <a:pt x="5408695" y="981916"/>
                </a:lnTo>
                <a:lnTo>
                  <a:pt x="5404888" y="992801"/>
                </a:lnTo>
                <a:lnTo>
                  <a:pt x="5407825" y="994425"/>
                </a:lnTo>
                <a:cubicBezTo>
                  <a:pt x="5411200" y="999792"/>
                  <a:pt x="5409985" y="1007791"/>
                  <a:pt x="5413360" y="1012527"/>
                </a:cubicBezTo>
                <a:lnTo>
                  <a:pt x="5422438" y="1016215"/>
                </a:lnTo>
                <a:lnTo>
                  <a:pt x="5423399" y="1014041"/>
                </a:lnTo>
                <a:lnTo>
                  <a:pt x="5425134" y="1003229"/>
                </a:lnTo>
                <a:cubicBezTo>
                  <a:pt x="5423936" y="990234"/>
                  <a:pt x="5416713" y="977746"/>
                  <a:pt x="5438853" y="964245"/>
                </a:cubicBezTo>
                <a:cubicBezTo>
                  <a:pt x="5427693" y="950564"/>
                  <a:pt x="5434533" y="936883"/>
                  <a:pt x="5434533" y="923202"/>
                </a:cubicBezTo>
                <a:cubicBezTo>
                  <a:pt x="5431113" y="920862"/>
                  <a:pt x="5427693" y="920322"/>
                  <a:pt x="5424543" y="919512"/>
                </a:cubicBezTo>
                <a:lnTo>
                  <a:pt x="5417599" y="915106"/>
                </a:lnTo>
                <a:lnTo>
                  <a:pt x="5416246" y="917500"/>
                </a:lnTo>
                <a:cubicBezTo>
                  <a:pt x="5413111" y="920683"/>
                  <a:pt x="5409659" y="923594"/>
                  <a:pt x="5407297" y="928323"/>
                </a:cubicBezTo>
                <a:cubicBezTo>
                  <a:pt x="5393488" y="921411"/>
                  <a:pt x="5402573" y="918864"/>
                  <a:pt x="5407297" y="907586"/>
                </a:cubicBezTo>
                <a:cubicBezTo>
                  <a:pt x="5405117" y="902857"/>
                  <a:pt x="5395668" y="902857"/>
                  <a:pt x="5398212" y="893762"/>
                </a:cubicBezTo>
                <a:cubicBezTo>
                  <a:pt x="5405117" y="893762"/>
                  <a:pt x="5409114" y="896036"/>
                  <a:pt x="5412521" y="898582"/>
                </a:cubicBezTo>
                <a:lnTo>
                  <a:pt x="5413089" y="898923"/>
                </a:lnTo>
                <a:lnTo>
                  <a:pt x="5415560" y="897354"/>
                </a:lnTo>
                <a:cubicBezTo>
                  <a:pt x="5422361" y="896358"/>
                  <a:pt x="5425263" y="906551"/>
                  <a:pt x="5432013" y="911681"/>
                </a:cubicBezTo>
                <a:cubicBezTo>
                  <a:pt x="5432013" y="908351"/>
                  <a:pt x="5432598" y="907114"/>
                  <a:pt x="5433582" y="906956"/>
                </a:cubicBezTo>
                <a:lnTo>
                  <a:pt x="5437467" y="908675"/>
                </a:lnTo>
                <a:lnTo>
                  <a:pt x="5439501" y="904277"/>
                </a:lnTo>
                <a:lnTo>
                  <a:pt x="5444043" y="903859"/>
                </a:lnTo>
                <a:lnTo>
                  <a:pt x="5436693" y="897685"/>
                </a:lnTo>
                <a:cubicBezTo>
                  <a:pt x="5435523" y="894310"/>
                  <a:pt x="5437773" y="891520"/>
                  <a:pt x="5445693" y="891520"/>
                </a:cubicBezTo>
                <a:close/>
                <a:moveTo>
                  <a:pt x="4785894" y="890587"/>
                </a:moveTo>
                <a:cubicBezTo>
                  <a:pt x="4820041" y="894911"/>
                  <a:pt x="4772236" y="920133"/>
                  <a:pt x="4797037" y="931303"/>
                </a:cubicBezTo>
                <a:cubicBezTo>
                  <a:pt x="4788051" y="929141"/>
                  <a:pt x="4779065" y="942833"/>
                  <a:pt x="4792724" y="949680"/>
                </a:cubicBezTo>
                <a:cubicBezTo>
                  <a:pt x="4785894" y="949680"/>
                  <a:pt x="4774392" y="951842"/>
                  <a:pt x="4790208" y="961210"/>
                </a:cubicBezTo>
                <a:cubicBezTo>
                  <a:pt x="4767563" y="967696"/>
                  <a:pt x="4781222" y="988234"/>
                  <a:pt x="4767563" y="999764"/>
                </a:cubicBezTo>
                <a:cubicBezTo>
                  <a:pt x="4763250" y="981388"/>
                  <a:pt x="4765407" y="963372"/>
                  <a:pt x="4770079" y="944995"/>
                </a:cubicBezTo>
                <a:cubicBezTo>
                  <a:pt x="4776549" y="929141"/>
                  <a:pt x="4785894" y="910765"/>
                  <a:pt x="4785894" y="890587"/>
                </a:cubicBezTo>
                <a:close/>
                <a:moveTo>
                  <a:pt x="4864158" y="884237"/>
                </a:moveTo>
                <a:cubicBezTo>
                  <a:pt x="4884316" y="895474"/>
                  <a:pt x="4893675" y="891124"/>
                  <a:pt x="4907353" y="904537"/>
                </a:cubicBezTo>
                <a:cubicBezTo>
                  <a:pt x="4897994" y="913962"/>
                  <a:pt x="4884316" y="916137"/>
                  <a:pt x="4891155" y="929912"/>
                </a:cubicBezTo>
                <a:cubicBezTo>
                  <a:pt x="4873157" y="927737"/>
                  <a:pt x="4891155" y="916137"/>
                  <a:pt x="4879996" y="904537"/>
                </a:cubicBezTo>
                <a:cubicBezTo>
                  <a:pt x="4870997" y="909250"/>
                  <a:pt x="4868477" y="923025"/>
                  <a:pt x="4859478" y="927737"/>
                </a:cubicBezTo>
                <a:cubicBezTo>
                  <a:pt x="4845800" y="913962"/>
                  <a:pt x="4873157" y="895474"/>
                  <a:pt x="4864158" y="884237"/>
                </a:cubicBezTo>
                <a:close/>
                <a:moveTo>
                  <a:pt x="5591887" y="881624"/>
                </a:moveTo>
                <a:cubicBezTo>
                  <a:pt x="5598792" y="874712"/>
                  <a:pt x="5596248" y="886353"/>
                  <a:pt x="5596248" y="893266"/>
                </a:cubicBezTo>
                <a:cubicBezTo>
                  <a:pt x="5610057" y="895448"/>
                  <a:pt x="5607877" y="886353"/>
                  <a:pt x="5616962" y="895448"/>
                </a:cubicBezTo>
                <a:cubicBezTo>
                  <a:pt x="5610057" y="902361"/>
                  <a:pt x="5605696" y="909273"/>
                  <a:pt x="5591887" y="907090"/>
                </a:cubicBezTo>
                <a:cubicBezTo>
                  <a:pt x="5587163" y="895448"/>
                  <a:pt x="5596248" y="897995"/>
                  <a:pt x="5591887" y="881624"/>
                </a:cubicBezTo>
                <a:close/>
                <a:moveTo>
                  <a:pt x="4594975" y="863600"/>
                </a:moveTo>
                <a:cubicBezTo>
                  <a:pt x="4606617" y="867954"/>
                  <a:pt x="4617895" y="872671"/>
                  <a:pt x="4629536" y="877388"/>
                </a:cubicBezTo>
                <a:lnTo>
                  <a:pt x="4626990" y="888637"/>
                </a:lnTo>
                <a:cubicBezTo>
                  <a:pt x="4615712" y="879565"/>
                  <a:pt x="4597158" y="874848"/>
                  <a:pt x="4594975" y="863600"/>
                </a:cubicBezTo>
                <a:close/>
                <a:moveTo>
                  <a:pt x="5654814" y="853016"/>
                </a:moveTo>
                <a:cubicBezTo>
                  <a:pt x="5675697" y="850900"/>
                  <a:pt x="5657013" y="877711"/>
                  <a:pt x="5659211" y="888647"/>
                </a:cubicBezTo>
                <a:cubicBezTo>
                  <a:pt x="5652250" y="881944"/>
                  <a:pt x="5652250" y="868539"/>
                  <a:pt x="5654814" y="853016"/>
                </a:cubicBezTo>
                <a:close/>
                <a:moveTo>
                  <a:pt x="5351331" y="852487"/>
                </a:moveTo>
                <a:cubicBezTo>
                  <a:pt x="5369322" y="866043"/>
                  <a:pt x="5355917" y="895296"/>
                  <a:pt x="5349214" y="915630"/>
                </a:cubicBezTo>
                <a:cubicBezTo>
                  <a:pt x="5337925" y="902074"/>
                  <a:pt x="5349214" y="874961"/>
                  <a:pt x="5351331" y="852487"/>
                </a:cubicBezTo>
                <a:close/>
                <a:moveTo>
                  <a:pt x="5411669" y="846137"/>
                </a:moveTo>
                <a:cubicBezTo>
                  <a:pt x="5420971" y="855444"/>
                  <a:pt x="5404600" y="868689"/>
                  <a:pt x="5428041" y="871195"/>
                </a:cubicBezTo>
                <a:cubicBezTo>
                  <a:pt x="5423204" y="877996"/>
                  <a:pt x="5416134" y="873343"/>
                  <a:pt x="5411669" y="882292"/>
                </a:cubicBezTo>
                <a:cubicBezTo>
                  <a:pt x="5406832" y="871195"/>
                  <a:pt x="5404600" y="857592"/>
                  <a:pt x="5411669" y="846137"/>
                </a:cubicBezTo>
                <a:close/>
                <a:moveTo>
                  <a:pt x="5407664" y="820066"/>
                </a:moveTo>
                <a:cubicBezTo>
                  <a:pt x="5428055" y="817562"/>
                  <a:pt x="5423405" y="842604"/>
                  <a:pt x="5403013" y="837953"/>
                </a:cubicBezTo>
                <a:cubicBezTo>
                  <a:pt x="5407664" y="820066"/>
                  <a:pt x="5407664" y="820066"/>
                  <a:pt x="5407664" y="820066"/>
                </a:cubicBezTo>
                <a:close/>
                <a:moveTo>
                  <a:pt x="4599372" y="817995"/>
                </a:moveTo>
                <a:lnTo>
                  <a:pt x="4599372" y="826750"/>
                </a:lnTo>
                <a:cubicBezTo>
                  <a:pt x="4575925" y="824393"/>
                  <a:pt x="4575925" y="824393"/>
                  <a:pt x="4575925" y="824393"/>
                </a:cubicBezTo>
                <a:cubicBezTo>
                  <a:pt x="4578489" y="815975"/>
                  <a:pt x="4589846" y="817995"/>
                  <a:pt x="4599372" y="817995"/>
                </a:cubicBezTo>
                <a:close/>
                <a:moveTo>
                  <a:pt x="5451808" y="815975"/>
                </a:moveTo>
                <a:cubicBezTo>
                  <a:pt x="5458687" y="820737"/>
                  <a:pt x="5463393" y="815975"/>
                  <a:pt x="5467738" y="820737"/>
                </a:cubicBezTo>
                <a:cubicBezTo>
                  <a:pt x="5463393" y="825133"/>
                  <a:pt x="5465566" y="829896"/>
                  <a:pt x="5458687" y="834658"/>
                </a:cubicBezTo>
                <a:cubicBezTo>
                  <a:pt x="5456514" y="822935"/>
                  <a:pt x="5447463" y="822935"/>
                  <a:pt x="5451808" y="815975"/>
                </a:cubicBezTo>
                <a:close/>
                <a:moveTo>
                  <a:pt x="4804663" y="809625"/>
                </a:moveTo>
                <a:cubicBezTo>
                  <a:pt x="4839088" y="837021"/>
                  <a:pt x="4793430" y="846033"/>
                  <a:pt x="4797778" y="891814"/>
                </a:cubicBezTo>
                <a:cubicBezTo>
                  <a:pt x="4772775" y="873430"/>
                  <a:pt x="4802489" y="832335"/>
                  <a:pt x="4804663" y="809625"/>
                </a:cubicBezTo>
                <a:close/>
                <a:moveTo>
                  <a:pt x="4002838" y="803885"/>
                </a:moveTo>
                <a:cubicBezTo>
                  <a:pt x="4016759" y="808647"/>
                  <a:pt x="4009798" y="806449"/>
                  <a:pt x="4007600" y="806449"/>
                </a:cubicBezTo>
                <a:cubicBezTo>
                  <a:pt x="4007600" y="810845"/>
                  <a:pt x="3998075" y="801687"/>
                  <a:pt x="4002838" y="803885"/>
                </a:cubicBezTo>
                <a:close/>
                <a:moveTo>
                  <a:pt x="5500346" y="792747"/>
                </a:moveTo>
                <a:cubicBezTo>
                  <a:pt x="5498114" y="797454"/>
                  <a:pt x="5502579" y="797454"/>
                  <a:pt x="5507416" y="797454"/>
                </a:cubicBezTo>
                <a:cubicBezTo>
                  <a:pt x="5495509" y="803971"/>
                  <a:pt x="5502579" y="808677"/>
                  <a:pt x="5493277" y="810850"/>
                </a:cubicBezTo>
                <a:cubicBezTo>
                  <a:pt x="5483975" y="806505"/>
                  <a:pt x="5493277" y="790575"/>
                  <a:pt x="5500346" y="792747"/>
                </a:cubicBezTo>
                <a:close/>
                <a:moveTo>
                  <a:pt x="4977132" y="758825"/>
                </a:moveTo>
                <a:cubicBezTo>
                  <a:pt x="4993076" y="797811"/>
                  <a:pt x="4963362" y="850153"/>
                  <a:pt x="4960825" y="898164"/>
                </a:cubicBezTo>
                <a:cubicBezTo>
                  <a:pt x="4949592" y="893471"/>
                  <a:pt x="4937996" y="886612"/>
                  <a:pt x="4926763" y="881920"/>
                </a:cubicBezTo>
                <a:cubicBezTo>
                  <a:pt x="4928937" y="866036"/>
                  <a:pt x="4940170" y="884446"/>
                  <a:pt x="4953940" y="881920"/>
                </a:cubicBezTo>
                <a:cubicBezTo>
                  <a:pt x="4956477" y="829577"/>
                  <a:pt x="4960825" y="793118"/>
                  <a:pt x="4977132" y="758825"/>
                </a:cubicBezTo>
                <a:close/>
                <a:moveTo>
                  <a:pt x="5566847" y="755786"/>
                </a:moveTo>
                <a:lnTo>
                  <a:pt x="5566444" y="757378"/>
                </a:lnTo>
                <a:cubicBezTo>
                  <a:pt x="5565707" y="760284"/>
                  <a:pt x="5564697" y="764269"/>
                  <a:pt x="5563350" y="769583"/>
                </a:cubicBezTo>
                <a:cubicBezTo>
                  <a:pt x="5563350" y="769583"/>
                  <a:pt x="5564023" y="766926"/>
                  <a:pt x="5564865" y="763605"/>
                </a:cubicBezTo>
                <a:close/>
                <a:moveTo>
                  <a:pt x="5505231" y="755650"/>
                </a:moveTo>
                <a:cubicBezTo>
                  <a:pt x="5518550" y="759994"/>
                  <a:pt x="5505231" y="769046"/>
                  <a:pt x="5500675" y="775925"/>
                </a:cubicBezTo>
                <a:cubicBezTo>
                  <a:pt x="5491913" y="769046"/>
                  <a:pt x="5507334" y="762167"/>
                  <a:pt x="5505231" y="755650"/>
                </a:cubicBezTo>
                <a:close/>
                <a:moveTo>
                  <a:pt x="5567896" y="751650"/>
                </a:moveTo>
                <a:cubicBezTo>
                  <a:pt x="5568401" y="749657"/>
                  <a:pt x="5568064" y="750986"/>
                  <a:pt x="5567391" y="753642"/>
                </a:cubicBezTo>
                <a:lnTo>
                  <a:pt x="5566847" y="755786"/>
                </a:lnTo>
                <a:close/>
                <a:moveTo>
                  <a:pt x="5418991" y="747712"/>
                </a:moveTo>
                <a:cubicBezTo>
                  <a:pt x="5434413" y="763656"/>
                  <a:pt x="5407775" y="786485"/>
                  <a:pt x="5431959" y="800255"/>
                </a:cubicBezTo>
                <a:cubicBezTo>
                  <a:pt x="5427753" y="814024"/>
                  <a:pt x="5416537" y="798080"/>
                  <a:pt x="5414434" y="807139"/>
                </a:cubicBezTo>
                <a:cubicBezTo>
                  <a:pt x="5412331" y="798080"/>
                  <a:pt x="5414434" y="772715"/>
                  <a:pt x="5418991" y="747712"/>
                </a:cubicBezTo>
                <a:close/>
                <a:moveTo>
                  <a:pt x="5720277" y="746273"/>
                </a:moveTo>
                <a:cubicBezTo>
                  <a:pt x="5724668" y="748043"/>
                  <a:pt x="5725476" y="763851"/>
                  <a:pt x="5739204" y="757237"/>
                </a:cubicBezTo>
                <a:lnTo>
                  <a:pt x="5736692" y="772759"/>
                </a:lnTo>
                <a:cubicBezTo>
                  <a:pt x="5716234" y="761470"/>
                  <a:pt x="5698288" y="772759"/>
                  <a:pt x="5698288" y="750534"/>
                </a:cubicBezTo>
                <a:cubicBezTo>
                  <a:pt x="5698288" y="757237"/>
                  <a:pt x="5727719" y="759353"/>
                  <a:pt x="5714080" y="750534"/>
                </a:cubicBezTo>
                <a:cubicBezTo>
                  <a:pt x="5716951" y="746653"/>
                  <a:pt x="5718813" y="745683"/>
                  <a:pt x="5720277" y="746273"/>
                </a:cubicBezTo>
                <a:close/>
                <a:moveTo>
                  <a:pt x="4752138" y="741362"/>
                </a:moveTo>
                <a:cubicBezTo>
                  <a:pt x="4776321" y="741362"/>
                  <a:pt x="4778775" y="759509"/>
                  <a:pt x="4760900" y="761644"/>
                </a:cubicBezTo>
                <a:cubicBezTo>
                  <a:pt x="4770013" y="743853"/>
                  <a:pt x="4760900" y="752748"/>
                  <a:pt x="4752138" y="741362"/>
                </a:cubicBezTo>
                <a:close/>
                <a:moveTo>
                  <a:pt x="4565350" y="740419"/>
                </a:moveTo>
                <a:cubicBezTo>
                  <a:pt x="4589793" y="743024"/>
                  <a:pt x="4563225" y="750093"/>
                  <a:pt x="4574206" y="754930"/>
                </a:cubicBezTo>
                <a:cubicBezTo>
                  <a:pt x="4599003" y="738187"/>
                  <a:pt x="4578812" y="745256"/>
                  <a:pt x="4605734" y="757163"/>
                </a:cubicBezTo>
                <a:cubicBezTo>
                  <a:pt x="4596524" y="761628"/>
                  <a:pt x="4583062" y="761628"/>
                  <a:pt x="4567476" y="759395"/>
                </a:cubicBezTo>
                <a:cubicBezTo>
                  <a:pt x="4563225" y="757163"/>
                  <a:pt x="4565350" y="750093"/>
                  <a:pt x="4565350" y="740419"/>
                </a:cubicBezTo>
                <a:close/>
                <a:moveTo>
                  <a:pt x="5475408" y="738187"/>
                </a:moveTo>
                <a:cubicBezTo>
                  <a:pt x="5486794" y="742813"/>
                  <a:pt x="5473273" y="751708"/>
                  <a:pt x="5473273" y="758469"/>
                </a:cubicBezTo>
                <a:cubicBezTo>
                  <a:pt x="5466513" y="751708"/>
                  <a:pt x="5466513" y="744947"/>
                  <a:pt x="5475408" y="738187"/>
                </a:cubicBezTo>
                <a:close/>
                <a:moveTo>
                  <a:pt x="4810094" y="736600"/>
                </a:moveTo>
                <a:cubicBezTo>
                  <a:pt x="4843858" y="736600"/>
                  <a:pt x="4816846" y="748054"/>
                  <a:pt x="4826087" y="761299"/>
                </a:cubicBezTo>
                <a:cubicBezTo>
                  <a:pt x="4814714" y="763805"/>
                  <a:pt x="4807961" y="768100"/>
                  <a:pt x="4799076" y="772754"/>
                </a:cubicBezTo>
                <a:cubicBezTo>
                  <a:pt x="4796588" y="765953"/>
                  <a:pt x="4807961" y="754856"/>
                  <a:pt x="4810094" y="736600"/>
                </a:cubicBezTo>
                <a:close/>
                <a:moveTo>
                  <a:pt x="4661870" y="734511"/>
                </a:moveTo>
                <a:cubicBezTo>
                  <a:pt x="4665917" y="733659"/>
                  <a:pt x="4669373" y="733659"/>
                  <a:pt x="4672829" y="737067"/>
                </a:cubicBezTo>
                <a:cubicBezTo>
                  <a:pt x="4675012" y="743885"/>
                  <a:pt x="4670646" y="748549"/>
                  <a:pt x="4656822" y="743885"/>
                </a:cubicBezTo>
                <a:cubicBezTo>
                  <a:pt x="4681924" y="755367"/>
                  <a:pt x="4659005" y="773308"/>
                  <a:pt x="4654275" y="782278"/>
                </a:cubicBezTo>
                <a:cubicBezTo>
                  <a:pt x="4647363" y="764337"/>
                  <a:pt x="4652092" y="757520"/>
                  <a:pt x="4647363" y="737067"/>
                </a:cubicBezTo>
                <a:cubicBezTo>
                  <a:pt x="4653184" y="737067"/>
                  <a:pt x="4657822" y="735363"/>
                  <a:pt x="4661870" y="734511"/>
                </a:cubicBezTo>
                <a:close/>
                <a:moveTo>
                  <a:pt x="5383605" y="725487"/>
                </a:moveTo>
                <a:cubicBezTo>
                  <a:pt x="5370011" y="748553"/>
                  <a:pt x="5381101" y="761888"/>
                  <a:pt x="5374304" y="791801"/>
                </a:cubicBezTo>
                <a:cubicBezTo>
                  <a:pt x="5358563" y="778106"/>
                  <a:pt x="5365360" y="743867"/>
                  <a:pt x="5383605" y="725487"/>
                </a:cubicBezTo>
                <a:close/>
                <a:moveTo>
                  <a:pt x="4737369" y="725487"/>
                </a:moveTo>
                <a:cubicBezTo>
                  <a:pt x="4746287" y="730249"/>
                  <a:pt x="4764481" y="728051"/>
                  <a:pt x="4762341" y="737210"/>
                </a:cubicBezTo>
                <a:cubicBezTo>
                  <a:pt x="4753066" y="737210"/>
                  <a:pt x="4742007" y="735012"/>
                  <a:pt x="4739509" y="739408"/>
                </a:cubicBezTo>
                <a:cubicBezTo>
                  <a:pt x="4733088" y="739408"/>
                  <a:pt x="4737369" y="730249"/>
                  <a:pt x="4737369" y="725487"/>
                </a:cubicBezTo>
                <a:close/>
                <a:moveTo>
                  <a:pt x="4919213" y="715491"/>
                </a:moveTo>
                <a:cubicBezTo>
                  <a:pt x="4923063" y="714687"/>
                  <a:pt x="4927920" y="714709"/>
                  <a:pt x="4934215" y="715879"/>
                </a:cubicBezTo>
                <a:cubicBezTo>
                  <a:pt x="4931697" y="729556"/>
                  <a:pt x="4931697" y="743233"/>
                  <a:pt x="4940690" y="750071"/>
                </a:cubicBezTo>
                <a:cubicBezTo>
                  <a:pt x="4931697" y="756909"/>
                  <a:pt x="4918027" y="756909"/>
                  <a:pt x="4911192" y="765907"/>
                </a:cubicBezTo>
                <a:cubicBezTo>
                  <a:pt x="4904358" y="784263"/>
                  <a:pt x="4931697" y="802259"/>
                  <a:pt x="4904358" y="809098"/>
                </a:cubicBezTo>
                <a:cubicBezTo>
                  <a:pt x="4906876" y="815936"/>
                  <a:pt x="4911192" y="809098"/>
                  <a:pt x="4920545" y="811257"/>
                </a:cubicBezTo>
                <a:cubicBezTo>
                  <a:pt x="4897523" y="836452"/>
                  <a:pt x="4920545" y="861646"/>
                  <a:pt x="4900041" y="888640"/>
                </a:cubicBezTo>
                <a:cubicBezTo>
                  <a:pt x="4888530" y="877482"/>
                  <a:pt x="4895364" y="861646"/>
                  <a:pt x="4870543" y="854807"/>
                </a:cubicBezTo>
                <a:lnTo>
                  <a:pt x="4874983" y="831503"/>
                </a:lnTo>
                <a:lnTo>
                  <a:pt x="4869340" y="826326"/>
                </a:lnTo>
                <a:cubicBezTo>
                  <a:pt x="4867277" y="818295"/>
                  <a:pt x="4878054" y="807059"/>
                  <a:pt x="4874507" y="798512"/>
                </a:cubicBezTo>
                <a:cubicBezTo>
                  <a:pt x="4879145" y="800810"/>
                  <a:pt x="4882033" y="803245"/>
                  <a:pt x="4883648" y="805824"/>
                </a:cubicBezTo>
                <a:lnTo>
                  <a:pt x="4884387" y="809854"/>
                </a:lnTo>
                <a:lnTo>
                  <a:pt x="4887990" y="802889"/>
                </a:lnTo>
                <a:cubicBezTo>
                  <a:pt x="4895364" y="788672"/>
                  <a:pt x="4898782" y="776165"/>
                  <a:pt x="4881695" y="761228"/>
                </a:cubicBezTo>
                <a:cubicBezTo>
                  <a:pt x="4897523" y="772746"/>
                  <a:pt x="4897523" y="747911"/>
                  <a:pt x="4911192" y="743233"/>
                </a:cubicBezTo>
                <a:cubicBezTo>
                  <a:pt x="4909034" y="740713"/>
                  <a:pt x="4900041" y="740713"/>
                  <a:pt x="4900041" y="736394"/>
                </a:cubicBezTo>
                <a:cubicBezTo>
                  <a:pt x="4905167" y="727756"/>
                  <a:pt x="4907663" y="717903"/>
                  <a:pt x="4919213" y="715491"/>
                </a:cubicBezTo>
                <a:close/>
                <a:moveTo>
                  <a:pt x="4989116" y="695261"/>
                </a:moveTo>
                <a:cubicBezTo>
                  <a:pt x="4990263" y="699221"/>
                  <a:pt x="4989734" y="713817"/>
                  <a:pt x="4986382" y="736244"/>
                </a:cubicBezTo>
                <a:cubicBezTo>
                  <a:pt x="4961688" y="734108"/>
                  <a:pt x="4981796" y="720580"/>
                  <a:pt x="4981796" y="718088"/>
                </a:cubicBezTo>
                <a:cubicBezTo>
                  <a:pt x="4985147" y="697975"/>
                  <a:pt x="4987970" y="691300"/>
                  <a:pt x="4989116" y="695261"/>
                </a:cubicBezTo>
                <a:close/>
                <a:moveTo>
                  <a:pt x="5673366" y="691512"/>
                </a:moveTo>
                <a:cubicBezTo>
                  <a:pt x="5707454" y="688975"/>
                  <a:pt x="5671213" y="762200"/>
                  <a:pt x="5666548" y="780687"/>
                </a:cubicBezTo>
                <a:cubicBezTo>
                  <a:pt x="5655425" y="757850"/>
                  <a:pt x="5687001" y="721237"/>
                  <a:pt x="5673366" y="691512"/>
                </a:cubicBezTo>
                <a:close/>
                <a:moveTo>
                  <a:pt x="4814985" y="690428"/>
                </a:moveTo>
                <a:cubicBezTo>
                  <a:pt x="4837591" y="685800"/>
                  <a:pt x="4830773" y="708227"/>
                  <a:pt x="4823956" y="714990"/>
                </a:cubicBezTo>
                <a:cubicBezTo>
                  <a:pt x="4821803" y="723890"/>
                  <a:pt x="4839744" y="721754"/>
                  <a:pt x="4853379" y="721754"/>
                </a:cubicBezTo>
                <a:cubicBezTo>
                  <a:pt x="4844409" y="744181"/>
                  <a:pt x="4823956" y="717126"/>
                  <a:pt x="4806015" y="730653"/>
                </a:cubicBezTo>
                <a:cubicBezTo>
                  <a:pt x="4803503" y="728518"/>
                  <a:pt x="4808168" y="728518"/>
                  <a:pt x="4810321" y="728518"/>
                </a:cubicBezTo>
                <a:cubicBezTo>
                  <a:pt x="4814985" y="714990"/>
                  <a:pt x="4801350" y="703599"/>
                  <a:pt x="4814985" y="690428"/>
                </a:cubicBezTo>
                <a:close/>
                <a:moveTo>
                  <a:pt x="4922274" y="682625"/>
                </a:moveTo>
                <a:cubicBezTo>
                  <a:pt x="4924498" y="683251"/>
                  <a:pt x="4926032" y="685824"/>
                  <a:pt x="4926799" y="689331"/>
                </a:cubicBezTo>
                <a:lnTo>
                  <a:pt x="4926735" y="699482"/>
                </a:lnTo>
                <a:lnTo>
                  <a:pt x="4935925" y="700672"/>
                </a:lnTo>
                <a:cubicBezTo>
                  <a:pt x="4935380" y="703478"/>
                  <a:pt x="4933245" y="706013"/>
                  <a:pt x="4930417" y="707953"/>
                </a:cubicBezTo>
                <a:lnTo>
                  <a:pt x="4922684" y="710927"/>
                </a:lnTo>
                <a:lnTo>
                  <a:pt x="4921573" y="713482"/>
                </a:lnTo>
                <a:cubicBezTo>
                  <a:pt x="4918960" y="716676"/>
                  <a:pt x="4915424" y="718779"/>
                  <a:pt x="4910888" y="718779"/>
                </a:cubicBezTo>
                <a:lnTo>
                  <a:pt x="4913602" y="710160"/>
                </a:lnTo>
                <a:lnTo>
                  <a:pt x="4912314" y="709888"/>
                </a:lnTo>
                <a:cubicBezTo>
                  <a:pt x="4910304" y="708162"/>
                  <a:pt x="4909396" y="705198"/>
                  <a:pt x="4910486" y="700672"/>
                </a:cubicBezTo>
                <a:lnTo>
                  <a:pt x="4916844" y="699866"/>
                </a:lnTo>
                <a:close/>
                <a:moveTo>
                  <a:pt x="5638815" y="674687"/>
                </a:moveTo>
                <a:cubicBezTo>
                  <a:pt x="5638815" y="686196"/>
                  <a:pt x="5627834" y="681521"/>
                  <a:pt x="5625709" y="688354"/>
                </a:cubicBezTo>
                <a:cubicBezTo>
                  <a:pt x="5629960" y="702022"/>
                  <a:pt x="5641295" y="681521"/>
                  <a:pt x="5645546" y="695188"/>
                </a:cubicBezTo>
                <a:cubicBezTo>
                  <a:pt x="5632085" y="720365"/>
                  <a:pt x="5603038" y="674687"/>
                  <a:pt x="5638815" y="674687"/>
                </a:cubicBezTo>
                <a:close/>
                <a:moveTo>
                  <a:pt x="4666434" y="674687"/>
                </a:moveTo>
                <a:cubicBezTo>
                  <a:pt x="4696212" y="683994"/>
                  <a:pt x="4661713" y="692943"/>
                  <a:pt x="4671154" y="710842"/>
                </a:cubicBezTo>
                <a:cubicBezTo>
                  <a:pt x="4654813" y="708694"/>
                  <a:pt x="4671154" y="690795"/>
                  <a:pt x="4641013" y="695091"/>
                </a:cubicBezTo>
                <a:cubicBezTo>
                  <a:pt x="4654813" y="686142"/>
                  <a:pt x="4675512" y="692943"/>
                  <a:pt x="4666434" y="674687"/>
                </a:cubicBezTo>
                <a:close/>
                <a:moveTo>
                  <a:pt x="4852601" y="669925"/>
                </a:moveTo>
                <a:cubicBezTo>
                  <a:pt x="4881955" y="669925"/>
                  <a:pt x="4881955" y="669925"/>
                  <a:pt x="4881955" y="669925"/>
                </a:cubicBezTo>
                <a:cubicBezTo>
                  <a:pt x="4881955" y="674321"/>
                  <a:pt x="4845800" y="683845"/>
                  <a:pt x="4852601" y="669925"/>
                </a:cubicBezTo>
                <a:close/>
                <a:moveTo>
                  <a:pt x="4576651" y="669925"/>
                </a:moveTo>
                <a:cubicBezTo>
                  <a:pt x="4588262" y="672102"/>
                  <a:pt x="4574474" y="688068"/>
                  <a:pt x="4576651" y="694962"/>
                </a:cubicBezTo>
                <a:cubicBezTo>
                  <a:pt x="4563225" y="690608"/>
                  <a:pt x="4570119" y="678996"/>
                  <a:pt x="4576651" y="669925"/>
                </a:cubicBezTo>
                <a:close/>
                <a:moveTo>
                  <a:pt x="4948616" y="667844"/>
                </a:moveTo>
                <a:lnTo>
                  <a:pt x="4946383" y="681365"/>
                </a:lnTo>
                <a:cubicBezTo>
                  <a:pt x="4925175" y="683856"/>
                  <a:pt x="4927780" y="663575"/>
                  <a:pt x="4948616" y="667844"/>
                </a:cubicBezTo>
                <a:close/>
                <a:moveTo>
                  <a:pt x="4585147" y="627571"/>
                </a:moveTo>
                <a:cubicBezTo>
                  <a:pt x="4595086" y="629190"/>
                  <a:pt x="4602295" y="640840"/>
                  <a:pt x="4605735" y="646078"/>
                </a:cubicBezTo>
                <a:cubicBezTo>
                  <a:pt x="4599032" y="648284"/>
                  <a:pt x="4596563" y="653063"/>
                  <a:pt x="4594446" y="655269"/>
                </a:cubicBezTo>
                <a:cubicBezTo>
                  <a:pt x="4583157" y="650858"/>
                  <a:pt x="4594446" y="629903"/>
                  <a:pt x="4574338" y="629903"/>
                </a:cubicBezTo>
                <a:cubicBezTo>
                  <a:pt x="4578218" y="627605"/>
                  <a:pt x="4581834" y="627031"/>
                  <a:pt x="4585147" y="627571"/>
                </a:cubicBezTo>
                <a:close/>
                <a:moveTo>
                  <a:pt x="5522541" y="614362"/>
                </a:moveTo>
                <a:cubicBezTo>
                  <a:pt x="5529331" y="616516"/>
                  <a:pt x="5527187" y="621184"/>
                  <a:pt x="5531475" y="625493"/>
                </a:cubicBezTo>
                <a:cubicBezTo>
                  <a:pt x="5525042" y="634829"/>
                  <a:pt x="5518252" y="625493"/>
                  <a:pt x="5511461" y="630161"/>
                </a:cubicBezTo>
                <a:cubicBezTo>
                  <a:pt x="5527187" y="636984"/>
                  <a:pt x="5504671" y="650629"/>
                  <a:pt x="5518252" y="657451"/>
                </a:cubicBezTo>
                <a:cubicBezTo>
                  <a:pt x="5518252" y="652783"/>
                  <a:pt x="5525042" y="630161"/>
                  <a:pt x="5538266" y="639138"/>
                </a:cubicBezTo>
                <a:cubicBezTo>
                  <a:pt x="5527187" y="648115"/>
                  <a:pt x="5540768" y="671096"/>
                  <a:pt x="5515750" y="689050"/>
                </a:cubicBezTo>
                <a:cubicBezTo>
                  <a:pt x="5518252" y="695872"/>
                  <a:pt x="5529331" y="700540"/>
                  <a:pt x="5513606" y="709517"/>
                </a:cubicBezTo>
                <a:cubicBezTo>
                  <a:pt x="5520396" y="718494"/>
                  <a:pt x="5533977" y="725317"/>
                  <a:pt x="5529331" y="734653"/>
                </a:cubicBezTo>
                <a:cubicBezTo>
                  <a:pt x="5506815" y="725317"/>
                  <a:pt x="5508960" y="721008"/>
                  <a:pt x="5495379" y="721008"/>
                </a:cubicBezTo>
                <a:cubicBezTo>
                  <a:pt x="5497880" y="709517"/>
                  <a:pt x="5513606" y="714185"/>
                  <a:pt x="5508960" y="707363"/>
                </a:cubicBezTo>
                <a:cubicBezTo>
                  <a:pt x="5504671" y="702695"/>
                  <a:pt x="5502169" y="709517"/>
                  <a:pt x="5497880" y="707363"/>
                </a:cubicBezTo>
                <a:cubicBezTo>
                  <a:pt x="5508960" y="702695"/>
                  <a:pt x="5511461" y="698386"/>
                  <a:pt x="5500025" y="691563"/>
                </a:cubicBezTo>
                <a:cubicBezTo>
                  <a:pt x="5513606" y="668582"/>
                  <a:pt x="5506815" y="648115"/>
                  <a:pt x="5508960" y="628007"/>
                </a:cubicBezTo>
                <a:cubicBezTo>
                  <a:pt x="5472863" y="614362"/>
                  <a:pt x="5522541" y="634829"/>
                  <a:pt x="5522541" y="614362"/>
                </a:cubicBezTo>
                <a:close/>
                <a:moveTo>
                  <a:pt x="4968188" y="609600"/>
                </a:moveTo>
                <a:cubicBezTo>
                  <a:pt x="4972900" y="616401"/>
                  <a:pt x="4975075" y="625350"/>
                  <a:pt x="4981963" y="630004"/>
                </a:cubicBezTo>
                <a:cubicBezTo>
                  <a:pt x="4966013" y="627856"/>
                  <a:pt x="4950063" y="638953"/>
                  <a:pt x="4952238" y="625350"/>
                </a:cubicBezTo>
                <a:cubicBezTo>
                  <a:pt x="4938463" y="627856"/>
                  <a:pt x="4945350" y="632151"/>
                  <a:pt x="4945350" y="636805"/>
                </a:cubicBezTo>
                <a:cubicBezTo>
                  <a:pt x="4940638" y="645754"/>
                  <a:pt x="4945350" y="627856"/>
                  <a:pt x="4936288" y="630004"/>
                </a:cubicBezTo>
                <a:cubicBezTo>
                  <a:pt x="4938463" y="625350"/>
                  <a:pt x="4945350" y="623202"/>
                  <a:pt x="4943175" y="616401"/>
                </a:cubicBezTo>
                <a:cubicBezTo>
                  <a:pt x="4954413" y="618549"/>
                  <a:pt x="4970725" y="621054"/>
                  <a:pt x="4968188" y="609600"/>
                </a:cubicBezTo>
                <a:close/>
                <a:moveTo>
                  <a:pt x="5538397" y="601662"/>
                </a:moveTo>
                <a:cubicBezTo>
                  <a:pt x="5549845" y="601662"/>
                  <a:pt x="5549845" y="601662"/>
                  <a:pt x="5549845" y="601662"/>
                </a:cubicBezTo>
                <a:cubicBezTo>
                  <a:pt x="5551992" y="606248"/>
                  <a:pt x="5554496" y="610481"/>
                  <a:pt x="5554496" y="617184"/>
                </a:cubicBezTo>
                <a:cubicBezTo>
                  <a:pt x="5531600" y="612951"/>
                  <a:pt x="5556642" y="633059"/>
                  <a:pt x="5540901" y="639409"/>
                </a:cubicBezTo>
                <a:cubicBezTo>
                  <a:pt x="5534104" y="630590"/>
                  <a:pt x="5534104" y="606248"/>
                  <a:pt x="5538397" y="601662"/>
                </a:cubicBezTo>
                <a:close/>
                <a:moveTo>
                  <a:pt x="5493277" y="595312"/>
                </a:moveTo>
                <a:cubicBezTo>
                  <a:pt x="5507416" y="595312"/>
                  <a:pt x="5502579" y="615290"/>
                  <a:pt x="5495509" y="621949"/>
                </a:cubicBezTo>
                <a:cubicBezTo>
                  <a:pt x="5483975" y="619846"/>
                  <a:pt x="5495509" y="601971"/>
                  <a:pt x="5493277" y="595312"/>
                </a:cubicBezTo>
                <a:close/>
                <a:moveTo>
                  <a:pt x="5656926" y="587948"/>
                </a:moveTo>
                <a:cubicBezTo>
                  <a:pt x="5688860" y="587948"/>
                  <a:pt x="5688860" y="587948"/>
                  <a:pt x="5688860" y="587948"/>
                </a:cubicBezTo>
                <a:cubicBezTo>
                  <a:pt x="5693166" y="592631"/>
                  <a:pt x="5693166" y="599476"/>
                  <a:pt x="5691013" y="610643"/>
                </a:cubicBezTo>
                <a:cubicBezTo>
                  <a:pt x="5682043" y="606321"/>
                  <a:pt x="5691013" y="585787"/>
                  <a:pt x="5665896" y="592631"/>
                </a:cubicBezTo>
                <a:cubicBezTo>
                  <a:pt x="5688860" y="633699"/>
                  <a:pt x="5641138" y="642705"/>
                  <a:pt x="5675225" y="670083"/>
                </a:cubicBezTo>
                <a:cubicBezTo>
                  <a:pt x="5670561" y="670083"/>
                  <a:pt x="5670561" y="676928"/>
                  <a:pt x="5668408" y="679090"/>
                </a:cubicBezTo>
                <a:cubicBezTo>
                  <a:pt x="5663743" y="676928"/>
                  <a:pt x="5656926" y="674406"/>
                  <a:pt x="5647955" y="674406"/>
                </a:cubicBezTo>
                <a:cubicBezTo>
                  <a:pt x="5645444" y="633699"/>
                  <a:pt x="5659079" y="631177"/>
                  <a:pt x="5656926" y="587948"/>
                </a:cubicBezTo>
                <a:close/>
                <a:moveTo>
                  <a:pt x="5621403" y="584200"/>
                </a:moveTo>
                <a:cubicBezTo>
                  <a:pt x="5639301" y="600130"/>
                  <a:pt x="5619255" y="622940"/>
                  <a:pt x="5637154" y="641043"/>
                </a:cubicBezTo>
                <a:cubicBezTo>
                  <a:pt x="5612454" y="641043"/>
                  <a:pt x="5643955" y="650457"/>
                  <a:pt x="5635006" y="666388"/>
                </a:cubicBezTo>
                <a:cubicBezTo>
                  <a:pt x="5609948" y="657336"/>
                  <a:pt x="5623551" y="629819"/>
                  <a:pt x="5607800" y="607010"/>
                </a:cubicBezTo>
                <a:cubicBezTo>
                  <a:pt x="5632500" y="609182"/>
                  <a:pt x="5607800" y="588544"/>
                  <a:pt x="5621403" y="584200"/>
                </a:cubicBezTo>
                <a:close/>
                <a:moveTo>
                  <a:pt x="5588477" y="569912"/>
                </a:moveTo>
                <a:cubicBezTo>
                  <a:pt x="5594881" y="578861"/>
                  <a:pt x="5599507" y="599265"/>
                  <a:pt x="5590611" y="606067"/>
                </a:cubicBezTo>
                <a:cubicBezTo>
                  <a:pt x="5585986" y="599265"/>
                  <a:pt x="5579225" y="578861"/>
                  <a:pt x="5588477" y="569912"/>
                </a:cubicBezTo>
                <a:close/>
                <a:moveTo>
                  <a:pt x="4951653" y="556883"/>
                </a:moveTo>
                <a:cubicBezTo>
                  <a:pt x="4953728" y="559735"/>
                  <a:pt x="4951619" y="571144"/>
                  <a:pt x="4948081" y="571144"/>
                </a:cubicBezTo>
                <a:cubicBezTo>
                  <a:pt x="4929938" y="568653"/>
                  <a:pt x="4952798" y="566518"/>
                  <a:pt x="4948081" y="557622"/>
                </a:cubicBezTo>
                <a:cubicBezTo>
                  <a:pt x="4949804" y="555932"/>
                  <a:pt x="4950961" y="555932"/>
                  <a:pt x="4951653" y="556883"/>
                </a:cubicBezTo>
                <a:close/>
                <a:moveTo>
                  <a:pt x="4985997" y="554037"/>
                </a:moveTo>
                <a:cubicBezTo>
                  <a:pt x="4992594" y="556518"/>
                  <a:pt x="4988080" y="563254"/>
                  <a:pt x="4994678" y="563254"/>
                </a:cubicBezTo>
                <a:cubicBezTo>
                  <a:pt x="4985997" y="565381"/>
                  <a:pt x="4992594" y="590195"/>
                  <a:pt x="4983913" y="585587"/>
                </a:cubicBezTo>
                <a:cubicBezTo>
                  <a:pt x="4985997" y="576724"/>
                  <a:pt x="4985997" y="565381"/>
                  <a:pt x="4985997" y="554037"/>
                </a:cubicBezTo>
                <a:close/>
                <a:moveTo>
                  <a:pt x="5008960" y="546005"/>
                </a:moveTo>
                <a:lnTo>
                  <a:pt x="5008960" y="566473"/>
                </a:lnTo>
                <a:cubicBezTo>
                  <a:pt x="4993438" y="571141"/>
                  <a:pt x="4993438" y="541337"/>
                  <a:pt x="5008960" y="546005"/>
                </a:cubicBezTo>
                <a:close/>
                <a:moveTo>
                  <a:pt x="5586238" y="537135"/>
                </a:moveTo>
                <a:cubicBezTo>
                  <a:pt x="5613788" y="534987"/>
                  <a:pt x="5595300" y="564340"/>
                  <a:pt x="5584063" y="571142"/>
                </a:cubicBezTo>
                <a:cubicBezTo>
                  <a:pt x="5568113" y="564340"/>
                  <a:pt x="5590950" y="550737"/>
                  <a:pt x="5586238" y="537135"/>
                </a:cubicBezTo>
                <a:close/>
                <a:moveTo>
                  <a:pt x="4939191" y="535561"/>
                </a:moveTo>
                <a:cubicBezTo>
                  <a:pt x="4950621" y="535869"/>
                  <a:pt x="4963230" y="539221"/>
                  <a:pt x="4964500" y="543630"/>
                </a:cubicBezTo>
                <a:cubicBezTo>
                  <a:pt x="4920957" y="545747"/>
                  <a:pt x="4920957" y="545747"/>
                  <a:pt x="4920957" y="545747"/>
                </a:cubicBezTo>
                <a:cubicBezTo>
                  <a:pt x="4917510" y="537986"/>
                  <a:pt x="4927761" y="535252"/>
                  <a:pt x="4939191" y="535561"/>
                </a:cubicBezTo>
                <a:close/>
                <a:moveTo>
                  <a:pt x="4882812" y="527050"/>
                </a:moveTo>
                <a:cubicBezTo>
                  <a:pt x="4901006" y="529282"/>
                  <a:pt x="4889591" y="540816"/>
                  <a:pt x="4887450" y="550490"/>
                </a:cubicBezTo>
                <a:cubicBezTo>
                  <a:pt x="4869613" y="547885"/>
                  <a:pt x="4887450" y="540816"/>
                  <a:pt x="4882812" y="527050"/>
                </a:cubicBezTo>
                <a:close/>
                <a:moveTo>
                  <a:pt x="5366922" y="525462"/>
                </a:moveTo>
                <a:cubicBezTo>
                  <a:pt x="5378828" y="545842"/>
                  <a:pt x="5373991" y="575161"/>
                  <a:pt x="5371759" y="604479"/>
                </a:cubicBezTo>
                <a:cubicBezTo>
                  <a:pt x="5355388" y="604479"/>
                  <a:pt x="5355388" y="604479"/>
                  <a:pt x="5355388" y="604479"/>
                </a:cubicBezTo>
                <a:cubicBezTo>
                  <a:pt x="5366922" y="579809"/>
                  <a:pt x="5357620" y="545842"/>
                  <a:pt x="5366922" y="525462"/>
                </a:cubicBezTo>
                <a:close/>
                <a:moveTo>
                  <a:pt x="4874188" y="511175"/>
                </a:moveTo>
                <a:cubicBezTo>
                  <a:pt x="4883526" y="520482"/>
                  <a:pt x="4876429" y="543033"/>
                  <a:pt x="4864850" y="547329"/>
                </a:cubicBezTo>
                <a:cubicBezTo>
                  <a:pt x="4867091" y="540528"/>
                  <a:pt x="4869706" y="524777"/>
                  <a:pt x="4874188" y="511175"/>
                </a:cubicBezTo>
                <a:close/>
                <a:moveTo>
                  <a:pt x="5688763" y="490537"/>
                </a:moveTo>
                <a:cubicBezTo>
                  <a:pt x="5693117" y="495205"/>
                  <a:pt x="5702189" y="495205"/>
                  <a:pt x="5711623" y="495205"/>
                </a:cubicBezTo>
                <a:cubicBezTo>
                  <a:pt x="5713800" y="508850"/>
                  <a:pt x="5702189" y="508850"/>
                  <a:pt x="5697834" y="520341"/>
                </a:cubicBezTo>
                <a:cubicBezTo>
                  <a:pt x="5688763" y="515673"/>
                  <a:pt x="5688763" y="504182"/>
                  <a:pt x="5688763" y="490537"/>
                </a:cubicBezTo>
                <a:close/>
                <a:moveTo>
                  <a:pt x="4944931" y="460375"/>
                </a:moveTo>
                <a:cubicBezTo>
                  <a:pt x="4947047" y="473780"/>
                  <a:pt x="4918119" y="475897"/>
                  <a:pt x="4909300" y="469547"/>
                </a:cubicBezTo>
                <a:cubicBezTo>
                  <a:pt x="4913886" y="462844"/>
                  <a:pt x="4936111" y="464961"/>
                  <a:pt x="4944931" y="460375"/>
                </a:cubicBezTo>
                <a:close/>
                <a:moveTo>
                  <a:pt x="5663010" y="458787"/>
                </a:moveTo>
                <a:cubicBezTo>
                  <a:pt x="5674299" y="470398"/>
                  <a:pt x="5685235" y="488541"/>
                  <a:pt x="5676416" y="504507"/>
                </a:cubicBezTo>
                <a:cubicBezTo>
                  <a:pt x="5654191" y="509224"/>
                  <a:pt x="5671830" y="472575"/>
                  <a:pt x="5647488" y="476930"/>
                </a:cubicBezTo>
                <a:cubicBezTo>
                  <a:pt x="5647488" y="472575"/>
                  <a:pt x="5654191" y="474752"/>
                  <a:pt x="5658424" y="472575"/>
                </a:cubicBezTo>
                <a:cubicBezTo>
                  <a:pt x="5665127" y="472575"/>
                  <a:pt x="5663010" y="463504"/>
                  <a:pt x="5663010" y="458787"/>
                </a:cubicBezTo>
                <a:close/>
                <a:moveTo>
                  <a:pt x="5126578" y="442912"/>
                </a:moveTo>
                <a:cubicBezTo>
                  <a:pt x="5128734" y="445037"/>
                  <a:pt x="5135564" y="445037"/>
                  <a:pt x="5142393" y="445037"/>
                </a:cubicBezTo>
                <a:cubicBezTo>
                  <a:pt x="5140236" y="456373"/>
                  <a:pt x="5147066" y="458498"/>
                  <a:pt x="5144550" y="469834"/>
                </a:cubicBezTo>
                <a:cubicBezTo>
                  <a:pt x="5135564" y="467354"/>
                  <a:pt x="5119749" y="474085"/>
                  <a:pt x="5128734" y="476210"/>
                </a:cubicBezTo>
                <a:cubicBezTo>
                  <a:pt x="5124062" y="482941"/>
                  <a:pt x="5110403" y="467354"/>
                  <a:pt x="5112919" y="485421"/>
                </a:cubicBezTo>
                <a:cubicBezTo>
                  <a:pt x="5099261" y="485421"/>
                  <a:pt x="5108247" y="469834"/>
                  <a:pt x="5090275" y="471959"/>
                </a:cubicBezTo>
                <a:cubicBezTo>
                  <a:pt x="5112919" y="463103"/>
                  <a:pt x="5117233" y="458498"/>
                  <a:pt x="5126578" y="442912"/>
                </a:cubicBezTo>
                <a:close/>
                <a:moveTo>
                  <a:pt x="4949781" y="415925"/>
                </a:moveTo>
                <a:cubicBezTo>
                  <a:pt x="4967680" y="415925"/>
                  <a:pt x="4951929" y="429330"/>
                  <a:pt x="4945128" y="431447"/>
                </a:cubicBezTo>
                <a:cubicBezTo>
                  <a:pt x="4931525" y="427214"/>
                  <a:pt x="4954077" y="424744"/>
                  <a:pt x="4949781" y="415925"/>
                </a:cubicBezTo>
                <a:close/>
                <a:moveTo>
                  <a:pt x="5127012" y="388937"/>
                </a:moveTo>
                <a:cubicBezTo>
                  <a:pt x="5135955" y="395842"/>
                  <a:pt x="5135955" y="402746"/>
                  <a:pt x="5131305" y="414375"/>
                </a:cubicBezTo>
                <a:cubicBezTo>
                  <a:pt x="5110913" y="418736"/>
                  <a:pt x="5122361" y="393661"/>
                  <a:pt x="5127012" y="388937"/>
                </a:cubicBezTo>
                <a:close/>
                <a:moveTo>
                  <a:pt x="5651721" y="344487"/>
                </a:moveTo>
                <a:cubicBezTo>
                  <a:pt x="5658424" y="346622"/>
                  <a:pt x="5663010" y="358008"/>
                  <a:pt x="5656307" y="364769"/>
                </a:cubicBezTo>
                <a:cubicBezTo>
                  <a:pt x="5647488" y="362634"/>
                  <a:pt x="5654191" y="349113"/>
                  <a:pt x="5651721" y="344487"/>
                </a:cubicBezTo>
                <a:close/>
                <a:moveTo>
                  <a:pt x="4897825" y="325437"/>
                </a:moveTo>
                <a:cubicBezTo>
                  <a:pt x="4897825" y="335111"/>
                  <a:pt x="4888739" y="339576"/>
                  <a:pt x="4893464" y="348878"/>
                </a:cubicBezTo>
                <a:cubicBezTo>
                  <a:pt x="4877110" y="337343"/>
                  <a:pt x="4868025" y="337343"/>
                  <a:pt x="4897825" y="325437"/>
                </a:cubicBezTo>
                <a:close/>
                <a:moveTo>
                  <a:pt x="5705420" y="287933"/>
                </a:moveTo>
                <a:cubicBezTo>
                  <a:pt x="5707567" y="294845"/>
                  <a:pt x="5700769" y="297028"/>
                  <a:pt x="5700769" y="303940"/>
                </a:cubicBezTo>
                <a:cubicBezTo>
                  <a:pt x="5709713" y="301757"/>
                  <a:pt x="5709713" y="306486"/>
                  <a:pt x="5712217" y="310852"/>
                </a:cubicBezTo>
                <a:cubicBezTo>
                  <a:pt x="5693972" y="320311"/>
                  <a:pt x="5687175" y="285750"/>
                  <a:pt x="5705420" y="287933"/>
                </a:cubicBezTo>
                <a:close/>
                <a:moveTo>
                  <a:pt x="4972903" y="284162"/>
                </a:moveTo>
                <a:cubicBezTo>
                  <a:pt x="4988325" y="290984"/>
                  <a:pt x="4975006" y="307143"/>
                  <a:pt x="4970800" y="313966"/>
                </a:cubicBezTo>
                <a:cubicBezTo>
                  <a:pt x="4961688" y="309298"/>
                  <a:pt x="4977460" y="295652"/>
                  <a:pt x="4972903" y="284162"/>
                </a:cubicBezTo>
                <a:close/>
                <a:moveTo>
                  <a:pt x="5561763" y="279400"/>
                </a:moveTo>
                <a:cubicBezTo>
                  <a:pt x="5575684" y="279400"/>
                  <a:pt x="5573119" y="292956"/>
                  <a:pt x="5573119" y="306512"/>
                </a:cubicBezTo>
                <a:cubicBezTo>
                  <a:pt x="5552238" y="310793"/>
                  <a:pt x="5554802" y="288318"/>
                  <a:pt x="5561763" y="279400"/>
                </a:cubicBezTo>
                <a:close/>
                <a:moveTo>
                  <a:pt x="5562135" y="228600"/>
                </a:moveTo>
                <a:cubicBezTo>
                  <a:pt x="5591566" y="235401"/>
                  <a:pt x="5562135" y="251151"/>
                  <a:pt x="5573262" y="264754"/>
                </a:cubicBezTo>
                <a:cubicBezTo>
                  <a:pt x="5557469" y="264754"/>
                  <a:pt x="5557469" y="264754"/>
                  <a:pt x="5557469" y="264754"/>
                </a:cubicBezTo>
                <a:cubicBezTo>
                  <a:pt x="5559623" y="255805"/>
                  <a:pt x="5550650" y="232895"/>
                  <a:pt x="5562135" y="228600"/>
                </a:cubicBezTo>
                <a:close/>
                <a:moveTo>
                  <a:pt x="5634066" y="226545"/>
                </a:moveTo>
                <a:cubicBezTo>
                  <a:pt x="5644931" y="222250"/>
                  <a:pt x="5642828" y="244801"/>
                  <a:pt x="5649488" y="235852"/>
                </a:cubicBezTo>
                <a:cubicBezTo>
                  <a:pt x="5658250" y="235852"/>
                  <a:pt x="5651590" y="251603"/>
                  <a:pt x="5654044" y="258404"/>
                </a:cubicBezTo>
                <a:cubicBezTo>
                  <a:pt x="5647385" y="253750"/>
                  <a:pt x="5647385" y="244801"/>
                  <a:pt x="5634066" y="244801"/>
                </a:cubicBezTo>
                <a:cubicBezTo>
                  <a:pt x="5642828" y="238000"/>
                  <a:pt x="5631613" y="235852"/>
                  <a:pt x="5634066" y="226545"/>
                </a:cubicBezTo>
                <a:close/>
                <a:moveTo>
                  <a:pt x="4993301" y="220662"/>
                </a:moveTo>
                <a:cubicBezTo>
                  <a:pt x="5002196" y="227484"/>
                  <a:pt x="5008957" y="241130"/>
                  <a:pt x="5000061" y="250466"/>
                </a:cubicBezTo>
                <a:cubicBezTo>
                  <a:pt x="4988675" y="247952"/>
                  <a:pt x="5000061" y="234307"/>
                  <a:pt x="4993301" y="220662"/>
                </a:cubicBezTo>
                <a:close/>
                <a:moveTo>
                  <a:pt x="5682060" y="215900"/>
                </a:moveTo>
                <a:cubicBezTo>
                  <a:pt x="5677474" y="238459"/>
                  <a:pt x="5677474" y="270328"/>
                  <a:pt x="5679591" y="310792"/>
                </a:cubicBezTo>
                <a:cubicBezTo>
                  <a:pt x="5675357" y="308643"/>
                  <a:pt x="5650663" y="224852"/>
                  <a:pt x="5682060" y="215900"/>
                </a:cubicBezTo>
                <a:close/>
                <a:moveTo>
                  <a:pt x="4653581" y="210719"/>
                </a:moveTo>
                <a:cubicBezTo>
                  <a:pt x="4671648" y="206375"/>
                  <a:pt x="4662792" y="224477"/>
                  <a:pt x="4685109" y="215426"/>
                </a:cubicBezTo>
                <a:cubicBezTo>
                  <a:pt x="4680504" y="222305"/>
                  <a:pt x="4671648" y="226650"/>
                  <a:pt x="4660312" y="226650"/>
                </a:cubicBezTo>
                <a:cubicBezTo>
                  <a:pt x="4653581" y="222305"/>
                  <a:pt x="4642600" y="219771"/>
                  <a:pt x="4653581" y="210719"/>
                </a:cubicBezTo>
                <a:close/>
                <a:moveTo>
                  <a:pt x="6080169" y="208429"/>
                </a:moveTo>
                <a:cubicBezTo>
                  <a:pt x="6084403" y="201612"/>
                  <a:pt x="6093222" y="251488"/>
                  <a:pt x="6077700" y="253641"/>
                </a:cubicBezTo>
                <a:cubicBezTo>
                  <a:pt x="6080169" y="242517"/>
                  <a:pt x="6080169" y="228882"/>
                  <a:pt x="6080169" y="208429"/>
                </a:cubicBezTo>
                <a:close/>
                <a:moveTo>
                  <a:pt x="4995025" y="207351"/>
                </a:moveTo>
                <a:cubicBezTo>
                  <a:pt x="5008947" y="204787"/>
                  <a:pt x="5006748" y="213945"/>
                  <a:pt x="5008947" y="223470"/>
                </a:cubicBezTo>
                <a:cubicBezTo>
                  <a:pt x="5001986" y="218708"/>
                  <a:pt x="4997590" y="213945"/>
                  <a:pt x="4995025" y="207351"/>
                </a:cubicBezTo>
                <a:close/>
                <a:moveTo>
                  <a:pt x="4975318" y="206090"/>
                </a:moveTo>
                <a:cubicBezTo>
                  <a:pt x="4976920" y="208988"/>
                  <a:pt x="4976783" y="220782"/>
                  <a:pt x="4981962" y="222669"/>
                </a:cubicBezTo>
                <a:cubicBezTo>
                  <a:pt x="4968152" y="222669"/>
                  <a:pt x="4968152" y="222669"/>
                  <a:pt x="4968152" y="222669"/>
                </a:cubicBezTo>
                <a:cubicBezTo>
                  <a:pt x="4965972" y="240641"/>
                  <a:pt x="4981962" y="240641"/>
                  <a:pt x="4979781" y="256815"/>
                </a:cubicBezTo>
                <a:cubicBezTo>
                  <a:pt x="4952163" y="249986"/>
                  <a:pt x="4965972" y="222669"/>
                  <a:pt x="4972877" y="206854"/>
                </a:cubicBezTo>
                <a:cubicBezTo>
                  <a:pt x="4974058" y="205147"/>
                  <a:pt x="4974785" y="205124"/>
                  <a:pt x="4975318" y="206090"/>
                </a:cubicBezTo>
                <a:close/>
                <a:moveTo>
                  <a:pt x="4832750" y="201612"/>
                </a:moveTo>
                <a:cubicBezTo>
                  <a:pt x="4830296" y="208573"/>
                  <a:pt x="4819431" y="212969"/>
                  <a:pt x="4808216" y="215533"/>
                </a:cubicBezTo>
                <a:cubicBezTo>
                  <a:pt x="4806113" y="206374"/>
                  <a:pt x="4819431" y="203810"/>
                  <a:pt x="4832750" y="201612"/>
                </a:cubicBezTo>
                <a:close/>
                <a:moveTo>
                  <a:pt x="4991010" y="186714"/>
                </a:moveTo>
                <a:cubicBezTo>
                  <a:pt x="5002589" y="184150"/>
                  <a:pt x="4998107" y="198071"/>
                  <a:pt x="5000348" y="205031"/>
                </a:cubicBezTo>
                <a:cubicBezTo>
                  <a:pt x="4983913" y="207595"/>
                  <a:pt x="4991010" y="191110"/>
                  <a:pt x="4991010" y="186714"/>
                </a:cubicBezTo>
                <a:close/>
                <a:moveTo>
                  <a:pt x="5745879" y="179387"/>
                </a:moveTo>
                <a:cubicBezTo>
                  <a:pt x="5775711" y="179387"/>
                  <a:pt x="5748062" y="190652"/>
                  <a:pt x="5752792" y="207006"/>
                </a:cubicBezTo>
                <a:cubicBezTo>
                  <a:pt x="5741150" y="209186"/>
                  <a:pt x="5750245" y="188472"/>
                  <a:pt x="5745879" y="179387"/>
                </a:cubicBezTo>
                <a:close/>
                <a:moveTo>
                  <a:pt x="5623675" y="163512"/>
                </a:moveTo>
                <a:cubicBezTo>
                  <a:pt x="5632834" y="165628"/>
                  <a:pt x="5637597" y="170215"/>
                  <a:pt x="5637597" y="179034"/>
                </a:cubicBezTo>
                <a:cubicBezTo>
                  <a:pt x="5628438" y="176565"/>
                  <a:pt x="5626240" y="172331"/>
                  <a:pt x="5623675" y="163512"/>
                </a:cubicBezTo>
                <a:close/>
                <a:moveTo>
                  <a:pt x="4896247" y="160747"/>
                </a:moveTo>
                <a:cubicBezTo>
                  <a:pt x="4894131" y="174269"/>
                  <a:pt x="4871906" y="167508"/>
                  <a:pt x="4858500" y="167508"/>
                </a:cubicBezTo>
                <a:cubicBezTo>
                  <a:pt x="4867319" y="153987"/>
                  <a:pt x="4882842" y="167508"/>
                  <a:pt x="4896247" y="160747"/>
                </a:cubicBezTo>
                <a:close/>
                <a:moveTo>
                  <a:pt x="5596286" y="157162"/>
                </a:moveTo>
                <a:cubicBezTo>
                  <a:pt x="5619544" y="166087"/>
                  <a:pt x="5612639" y="206785"/>
                  <a:pt x="5621725" y="231418"/>
                </a:cubicBezTo>
                <a:cubicBezTo>
                  <a:pt x="5591925" y="229276"/>
                  <a:pt x="5610095" y="177154"/>
                  <a:pt x="5596286" y="157162"/>
                </a:cubicBezTo>
                <a:close/>
                <a:moveTo>
                  <a:pt x="4958786" y="152400"/>
                </a:moveTo>
                <a:cubicBezTo>
                  <a:pt x="4967682" y="152400"/>
                  <a:pt x="4960921" y="165921"/>
                  <a:pt x="4965547" y="172681"/>
                </a:cubicBezTo>
                <a:cubicBezTo>
                  <a:pt x="4958786" y="165921"/>
                  <a:pt x="4947400" y="159160"/>
                  <a:pt x="4958786" y="152400"/>
                </a:cubicBezTo>
                <a:close/>
                <a:moveTo>
                  <a:pt x="4710863" y="125412"/>
                </a:moveTo>
                <a:cubicBezTo>
                  <a:pt x="4719958" y="130175"/>
                  <a:pt x="4745424" y="120650"/>
                  <a:pt x="4745424" y="134571"/>
                </a:cubicBezTo>
                <a:cubicBezTo>
                  <a:pt x="4731600" y="134571"/>
                  <a:pt x="4710863" y="139333"/>
                  <a:pt x="4710863" y="125412"/>
                </a:cubicBezTo>
                <a:close/>
                <a:moveTo>
                  <a:pt x="5644313" y="122237"/>
                </a:moveTo>
                <a:cubicBezTo>
                  <a:pt x="5656036" y="122237"/>
                  <a:pt x="5649075" y="136431"/>
                  <a:pt x="5662997" y="131575"/>
                </a:cubicBezTo>
                <a:cubicBezTo>
                  <a:pt x="5662997" y="133816"/>
                  <a:pt x="5660432" y="133816"/>
                  <a:pt x="5658234" y="133816"/>
                </a:cubicBezTo>
                <a:cubicBezTo>
                  <a:pt x="5658234" y="140913"/>
                  <a:pt x="5658234" y="140913"/>
                  <a:pt x="5658234" y="140913"/>
                </a:cubicBezTo>
                <a:cubicBezTo>
                  <a:pt x="5649075" y="138672"/>
                  <a:pt x="5646511" y="131575"/>
                  <a:pt x="5644313" y="122237"/>
                </a:cubicBezTo>
                <a:close/>
                <a:moveTo>
                  <a:pt x="6085387" y="106362"/>
                </a:moveTo>
                <a:cubicBezTo>
                  <a:pt x="6094787" y="115311"/>
                  <a:pt x="6090275" y="131062"/>
                  <a:pt x="6090275" y="142517"/>
                </a:cubicBezTo>
                <a:cubicBezTo>
                  <a:pt x="6080875" y="137863"/>
                  <a:pt x="6087643" y="117459"/>
                  <a:pt x="6085387" y="106362"/>
                </a:cubicBezTo>
                <a:close/>
                <a:moveTo>
                  <a:pt x="4654928" y="95250"/>
                </a:moveTo>
                <a:cubicBezTo>
                  <a:pt x="4645626" y="102162"/>
                  <a:pt x="4645626" y="115986"/>
                  <a:pt x="4647859" y="129811"/>
                </a:cubicBezTo>
                <a:cubicBezTo>
                  <a:pt x="4643394" y="129811"/>
                  <a:pt x="4638557" y="127264"/>
                  <a:pt x="4631488" y="129811"/>
                </a:cubicBezTo>
                <a:cubicBezTo>
                  <a:pt x="4640790" y="115986"/>
                  <a:pt x="4640790" y="113440"/>
                  <a:pt x="4633720" y="99979"/>
                </a:cubicBezTo>
                <a:cubicBezTo>
                  <a:pt x="4654928" y="95250"/>
                  <a:pt x="4654928" y="95250"/>
                  <a:pt x="4654928" y="95250"/>
                </a:cubicBezTo>
                <a:close/>
                <a:moveTo>
                  <a:pt x="5537070" y="42862"/>
                </a:moveTo>
                <a:cubicBezTo>
                  <a:pt x="5543975" y="42862"/>
                  <a:pt x="5543975" y="49171"/>
                  <a:pt x="5537070" y="51624"/>
                </a:cubicBezTo>
                <a:cubicBezTo>
                  <a:pt x="5539251" y="53727"/>
                  <a:pt x="5543975" y="58283"/>
                  <a:pt x="5548700" y="58283"/>
                </a:cubicBezTo>
                <a:cubicBezTo>
                  <a:pt x="5546156" y="64943"/>
                  <a:pt x="5537070" y="67046"/>
                  <a:pt x="5527985" y="69499"/>
                </a:cubicBezTo>
                <a:cubicBezTo>
                  <a:pt x="5518900" y="53727"/>
                  <a:pt x="5539251" y="53727"/>
                  <a:pt x="5537070" y="42862"/>
                </a:cubicBezTo>
                <a:close/>
                <a:moveTo>
                  <a:pt x="5664004" y="36512"/>
                </a:moveTo>
                <a:cubicBezTo>
                  <a:pt x="5666176" y="59431"/>
                  <a:pt x="5666176" y="59431"/>
                  <a:pt x="5666176" y="59431"/>
                </a:cubicBezTo>
                <a:cubicBezTo>
                  <a:pt x="5661831" y="57248"/>
                  <a:pt x="5657124" y="54702"/>
                  <a:pt x="5650245" y="57248"/>
                </a:cubicBezTo>
                <a:lnTo>
                  <a:pt x="5650245" y="71073"/>
                </a:lnTo>
                <a:cubicBezTo>
                  <a:pt x="5625263" y="71073"/>
                  <a:pt x="5652418" y="38695"/>
                  <a:pt x="5664004" y="36512"/>
                </a:cubicBezTo>
                <a:close/>
                <a:moveTo>
                  <a:pt x="5589727" y="33337"/>
                </a:moveTo>
                <a:cubicBezTo>
                  <a:pt x="5603282" y="51596"/>
                  <a:pt x="5603282" y="83103"/>
                  <a:pt x="5605847" y="117117"/>
                </a:cubicBezTo>
                <a:cubicBezTo>
                  <a:pt x="5591925" y="92412"/>
                  <a:pt x="5587163" y="69856"/>
                  <a:pt x="5589727" y="33337"/>
                </a:cubicBezTo>
                <a:close/>
                <a:moveTo>
                  <a:pt x="5217443" y="31750"/>
                </a:moveTo>
                <a:cubicBezTo>
                  <a:pt x="5219977" y="33933"/>
                  <a:pt x="5231201" y="31750"/>
                  <a:pt x="5231201" y="38662"/>
                </a:cubicBezTo>
                <a:cubicBezTo>
                  <a:pt x="5213098" y="40845"/>
                  <a:pt x="5199340" y="66311"/>
                  <a:pt x="5190288" y="49940"/>
                </a:cubicBezTo>
                <a:cubicBezTo>
                  <a:pt x="5194633" y="49940"/>
                  <a:pt x="5201512" y="49940"/>
                  <a:pt x="5208391" y="47757"/>
                </a:cubicBezTo>
                <a:cubicBezTo>
                  <a:pt x="5206219" y="36479"/>
                  <a:pt x="5206219" y="36479"/>
                  <a:pt x="5206219" y="36479"/>
                </a:cubicBezTo>
                <a:cubicBezTo>
                  <a:pt x="5210563" y="33933"/>
                  <a:pt x="5217443" y="33933"/>
                  <a:pt x="5217443" y="31750"/>
                </a:cubicBezTo>
                <a:close/>
                <a:moveTo>
                  <a:pt x="5677271" y="0"/>
                </a:moveTo>
                <a:cubicBezTo>
                  <a:pt x="5704283" y="20028"/>
                  <a:pt x="5677271" y="63305"/>
                  <a:pt x="5699662" y="90129"/>
                </a:cubicBezTo>
                <a:cubicBezTo>
                  <a:pt x="5657013" y="76538"/>
                  <a:pt x="5692909" y="36123"/>
                  <a:pt x="5677271" y="0"/>
                </a:cubicBezTo>
                <a:close/>
                <a:moveTo>
                  <a:pt x="5158538" y="0"/>
                </a:moveTo>
                <a:cubicBezTo>
                  <a:pt x="5163094" y="0"/>
                  <a:pt x="5160991" y="2140"/>
                  <a:pt x="5163094" y="4281"/>
                </a:cubicBezTo>
                <a:cubicBezTo>
                  <a:pt x="5171856" y="4281"/>
                  <a:pt x="5185175" y="15696"/>
                  <a:pt x="5185175" y="31393"/>
                </a:cubicBezTo>
                <a:cubicBezTo>
                  <a:pt x="5178515" y="17837"/>
                  <a:pt x="5160991" y="15696"/>
                  <a:pt x="5158538" y="0"/>
                </a:cubicBezTo>
                <a:close/>
              </a:path>
            </a:pathLst>
          </a:custGeom>
          <a:blipFill>
            <a:blip r:embed="rId2"/>
            <a:stretch>
              <a:fillRect/>
            </a:stretch>
          </a:blipFill>
          <a:ln>
            <a:noFill/>
          </a:ln>
          <a:effectLst/>
        </p:spPr>
        <p:txBody>
          <a:bodyPr wrap="square" anchor="ctr">
            <a:noAutofit/>
          </a:bodyPr>
          <a:lstStyle/>
          <a:p>
            <a:endParaRPr lang="en-US" dirty="0">
              <a:latin typeface="微软雅黑 Light" panose="020B0502040204020203" pitchFamily="34" charset="-122"/>
            </a:endParaRPr>
          </a:p>
        </p:txBody>
      </p:sp>
      <p:sp>
        <p:nvSpPr>
          <p:cNvPr id="7" name="TextBox 1214">
            <a:extLst>
              <a:ext uri="{FF2B5EF4-FFF2-40B4-BE49-F238E27FC236}">
                <a16:creationId xmlns:a16="http://schemas.microsoft.com/office/drawing/2014/main" id="{288788B3-79F6-4747-A76B-06C74A66C66D}"/>
              </a:ext>
            </a:extLst>
          </p:cNvPr>
          <p:cNvSpPr txBox="1"/>
          <p:nvPr/>
        </p:nvSpPr>
        <p:spPr>
          <a:xfrm>
            <a:off x="3533121" y="2629625"/>
            <a:ext cx="2031326" cy="830997"/>
          </a:xfrm>
          <a:prstGeom prst="rect">
            <a:avLst/>
          </a:prstGeom>
          <a:noFill/>
        </p:spPr>
        <p:txBody>
          <a:bodyPr wrap="none" rtlCol="0" anchor="ctr" anchorCtr="0">
            <a:spAutoFit/>
          </a:bodyPr>
          <a:lstStyle/>
          <a:p>
            <a:pPr algn="r"/>
            <a:r>
              <a:rPr lang="zh-CN" altLang="en-US" sz="4800" dirty="0">
                <a:latin typeface="微软雅黑" panose="020B0503020204020204" pitchFamily="34" charset="-122"/>
                <a:ea typeface="微软雅黑" panose="020B0503020204020204" pitchFamily="34" charset="-122"/>
                <a:cs typeface="Montserrat Semi" charset="0"/>
              </a:rPr>
              <a:t>交换机</a:t>
            </a:r>
            <a:endParaRPr lang="en-US" sz="4800" dirty="0">
              <a:latin typeface="微软雅黑" panose="020B0503020204020204" pitchFamily="34" charset="-122"/>
              <a:ea typeface="微软雅黑" panose="020B0503020204020204" pitchFamily="34" charset="-122"/>
              <a:cs typeface="Montserrat Semi" charset="0"/>
            </a:endParaRPr>
          </a:p>
        </p:txBody>
      </p:sp>
      <p:cxnSp>
        <p:nvCxnSpPr>
          <p:cNvPr id="9" name="Straight Connector 3">
            <a:extLst>
              <a:ext uri="{FF2B5EF4-FFF2-40B4-BE49-F238E27FC236}">
                <a16:creationId xmlns:a16="http://schemas.microsoft.com/office/drawing/2014/main" id="{EE20A837-24F5-4F47-B175-4874DB01ACFA}"/>
              </a:ext>
            </a:extLst>
          </p:cNvPr>
          <p:cNvCxnSpPr>
            <a:cxnSpLocks/>
          </p:cNvCxnSpPr>
          <p:nvPr/>
        </p:nvCxnSpPr>
        <p:spPr>
          <a:xfrm>
            <a:off x="1052093" y="3460622"/>
            <a:ext cx="4512354" cy="0"/>
          </a:xfrm>
          <a:prstGeom prst="line">
            <a:avLst/>
          </a:prstGeom>
          <a:ln w="317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 name="文本框 1">
            <a:extLst>
              <a:ext uri="{FF2B5EF4-FFF2-40B4-BE49-F238E27FC236}">
                <a16:creationId xmlns:a16="http://schemas.microsoft.com/office/drawing/2014/main" id="{BE7B3A57-F336-4E14-9A57-34076BFB4713}"/>
              </a:ext>
            </a:extLst>
          </p:cNvPr>
          <p:cNvSpPr txBox="1"/>
          <p:nvPr/>
        </p:nvSpPr>
        <p:spPr>
          <a:xfrm>
            <a:off x="3584418" y="3460622"/>
            <a:ext cx="1980029" cy="1888209"/>
          </a:xfrm>
          <a:prstGeom prst="rect">
            <a:avLst/>
          </a:prstGeom>
          <a:noFill/>
        </p:spPr>
        <p:txBody>
          <a:bodyPr wrap="none" lIns="91440" tIns="45720" rIns="91440" bIns="45720" rtlCol="0">
            <a:spAutoFit/>
          </a:bodyPr>
          <a:lstStyle/>
          <a:p>
            <a:pPr algn="r">
              <a:lnSpc>
                <a:spcPct val="150000"/>
              </a:lnSpc>
            </a:pPr>
            <a:r>
              <a:rPr lang="zh-CN" altLang="en-US" sz="2000" dirty="0">
                <a:solidFill>
                  <a:schemeClr val="tx1"/>
                </a:solidFill>
                <a:latin typeface="微软雅黑 Light" panose="020B0502040204020203" pitchFamily="34" charset="-122"/>
                <a:ea typeface="微软雅黑 Light" panose="020B0502040204020203" pitchFamily="34" charset="-122"/>
              </a:rPr>
              <a:t>隔离冲突域</a:t>
            </a:r>
          </a:p>
          <a:p>
            <a:pPr algn="r">
              <a:lnSpc>
                <a:spcPct val="150000"/>
              </a:lnSpc>
            </a:pPr>
            <a:r>
              <a:rPr lang="zh-CN" altLang="en-US" sz="2000" dirty="0">
                <a:solidFill>
                  <a:schemeClr val="tx1"/>
                </a:solidFill>
                <a:latin typeface="微软雅黑 Light" panose="020B0502040204020203" pitchFamily="34" charset="-122"/>
                <a:ea typeface="微软雅黑 Light" panose="020B0502040204020203" pitchFamily="34" charset="-122"/>
              </a:rPr>
              <a:t>不能隔离广播域</a:t>
            </a:r>
          </a:p>
          <a:p>
            <a:pPr algn="r">
              <a:lnSpc>
                <a:spcPct val="150000"/>
              </a:lnSpc>
            </a:pPr>
            <a:r>
              <a:rPr lang="zh-CN" altLang="en-US" sz="2000" dirty="0">
                <a:solidFill>
                  <a:schemeClr val="tx1"/>
                </a:solidFill>
                <a:latin typeface="微软雅黑 Light" panose="020B0502040204020203" pitchFamily="34" charset="-122"/>
                <a:ea typeface="微软雅黑 Light" panose="020B0502040204020203" pitchFamily="34" charset="-122"/>
              </a:rPr>
              <a:t>提高信道利用率</a:t>
            </a:r>
          </a:p>
          <a:p>
            <a:pPr algn="r">
              <a:lnSpc>
                <a:spcPct val="150000"/>
              </a:lnSpc>
            </a:pPr>
            <a:r>
              <a:rPr lang="zh-CN" altLang="en-US" sz="2000" dirty="0">
                <a:solidFill>
                  <a:schemeClr val="tx1"/>
                </a:solidFill>
                <a:latin typeface="微软雅黑 Light" panose="020B0502040204020203" pitchFamily="34" charset="-122"/>
                <a:ea typeface="微软雅黑 Light" panose="020B0502040204020203" pitchFamily="34" charset="-122"/>
              </a:rPr>
              <a:t>全双工通信</a:t>
            </a:r>
          </a:p>
        </p:txBody>
      </p:sp>
      <p:sp>
        <p:nvSpPr>
          <p:cNvPr id="8" name="TextBox 1215">
            <a:extLst>
              <a:ext uri="{FF2B5EF4-FFF2-40B4-BE49-F238E27FC236}">
                <a16:creationId xmlns:a16="http://schemas.microsoft.com/office/drawing/2014/main" id="{609FC7A3-1205-49C8-9514-3749ED2A6920}"/>
              </a:ext>
            </a:extLst>
          </p:cNvPr>
          <p:cNvSpPr txBox="1"/>
          <p:nvPr/>
        </p:nvSpPr>
        <p:spPr>
          <a:xfrm>
            <a:off x="3614874" y="1879184"/>
            <a:ext cx="1949573" cy="830997"/>
          </a:xfrm>
          <a:prstGeom prst="rect">
            <a:avLst/>
          </a:prstGeom>
          <a:noFill/>
        </p:spPr>
        <p:txBody>
          <a:bodyPr wrap="none" rtlCol="0" anchor="ctr" anchorCtr="0">
            <a:spAutoFit/>
          </a:bodyPr>
          <a:lstStyle/>
          <a:p>
            <a:pPr algn="r"/>
            <a:r>
              <a:rPr lang="en-US" altLang="zh-CN" sz="4800" dirty="0">
                <a:latin typeface="微软雅黑 Light" panose="020B0502040204020203" pitchFamily="34" charset="-122"/>
                <a:ea typeface="Microsoft YaHei Light" panose="020B0502040204020203" pitchFamily="34" charset="-122"/>
                <a:cs typeface="Courier New" panose="02070309020205020404" pitchFamily="49" charset="0"/>
              </a:rPr>
              <a:t>Switch</a:t>
            </a:r>
            <a:endParaRPr lang="en-US" sz="4800" dirty="0">
              <a:latin typeface="微软雅黑 Light" panose="020B0502040204020203" pitchFamily="34" charset="-122"/>
              <a:ea typeface="Microsoft YaHei Light" panose="020B0502040204020203" pitchFamily="34" charset="-122"/>
              <a:cs typeface="Courier New" panose="02070309020205020404" pitchFamily="49" charset="0"/>
            </a:endParaRPr>
          </a:p>
        </p:txBody>
      </p:sp>
      <p:sp>
        <p:nvSpPr>
          <p:cNvPr id="10" name="文本框 9">
            <a:extLst>
              <a:ext uri="{FF2B5EF4-FFF2-40B4-BE49-F238E27FC236}">
                <a16:creationId xmlns:a16="http://schemas.microsoft.com/office/drawing/2014/main" id="{D580C6F0-AFFD-437D-AD46-EACB9989E461}"/>
              </a:ext>
            </a:extLst>
          </p:cNvPr>
          <p:cNvSpPr txBox="1"/>
          <p:nvPr/>
        </p:nvSpPr>
        <p:spPr>
          <a:xfrm>
            <a:off x="1052092" y="3060511"/>
            <a:ext cx="1787669" cy="400110"/>
          </a:xfrm>
          <a:prstGeom prst="rect">
            <a:avLst/>
          </a:prstGeom>
          <a:noFill/>
        </p:spPr>
        <p:txBody>
          <a:bodyPr wrap="none" lIns="91440" tIns="45720" rIns="91440" bIns="45720" rtlCol="0">
            <a:spAutoFit/>
          </a:bodyPr>
          <a:lstStyle/>
          <a:p>
            <a:pPr algn="l"/>
            <a:r>
              <a:rPr lang="zh-CN" altLang="en-US" sz="2000" dirty="0">
                <a:solidFill>
                  <a:schemeClr val="tx1"/>
                </a:solidFill>
                <a:latin typeface="微软雅黑 Light" panose="020B0502040204020203" pitchFamily="34" charset="-122"/>
                <a:ea typeface="微软雅黑 Light" panose="020B0502040204020203" pitchFamily="34" charset="-122"/>
              </a:rPr>
              <a:t>拓展以太网之</a:t>
            </a:r>
          </a:p>
        </p:txBody>
      </p:sp>
    </p:spTree>
    <p:extLst>
      <p:ext uri="{BB962C8B-B14F-4D97-AF65-F5344CB8AC3E}">
        <p14:creationId xmlns:p14="http://schemas.microsoft.com/office/powerpoint/2010/main" val="3288262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Char"/>
      </p:transition>
    </mc:Choice>
    <mc:Fallback xmlns="">
      <p:transition>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文本占位符 21">
            <a:extLst>
              <a:ext uri="{FF2B5EF4-FFF2-40B4-BE49-F238E27FC236}">
                <a16:creationId xmlns:a16="http://schemas.microsoft.com/office/drawing/2014/main" id="{42FA8625-68A4-485D-999F-3FC3F5C7C9D8}"/>
              </a:ext>
            </a:extLst>
          </p:cNvPr>
          <p:cNvSpPr>
            <a:spLocks noGrp="1"/>
          </p:cNvSpPr>
          <p:nvPr>
            <p:ph type="body" sz="quarter" idx="10"/>
          </p:nvPr>
        </p:nvSpPr>
        <p:spPr/>
        <p:txBody>
          <a:bodyPr/>
          <a:lstStyle/>
          <a:p>
            <a:r>
              <a:rPr lang="zh-CN" altLang="en-US" dirty="0"/>
              <a:t>存储转发 </a:t>
            </a:r>
            <a:r>
              <a:rPr lang="en-US" altLang="zh-CN" dirty="0"/>
              <a:t>store and forward</a:t>
            </a:r>
          </a:p>
          <a:p>
            <a:pPr lvl="1"/>
            <a:r>
              <a:rPr lang="zh-CN" altLang="en-US" dirty="0"/>
              <a:t>接收</a:t>
            </a:r>
            <a:r>
              <a:rPr lang="en-US" altLang="zh-CN" dirty="0"/>
              <a:t>/</a:t>
            </a:r>
            <a:r>
              <a:rPr lang="zh-CN" altLang="en-US" dirty="0"/>
              <a:t>缓存完整的数据帧，校验（</a:t>
            </a:r>
            <a:r>
              <a:rPr lang="en-US" altLang="zh-CN" dirty="0"/>
              <a:t>CRC</a:t>
            </a:r>
            <a:r>
              <a:rPr lang="zh-CN" altLang="en-US" dirty="0"/>
              <a:t>）、过滤碎片，最后转发。转发是由专门的</a:t>
            </a:r>
            <a:r>
              <a:rPr lang="en-US" altLang="zh-CN" dirty="0"/>
              <a:t>ASIC</a:t>
            </a:r>
            <a:r>
              <a:rPr lang="zh-CN" altLang="en-US" dirty="0"/>
              <a:t>交换芯片实现。</a:t>
            </a:r>
            <a:endParaRPr lang="en-US" altLang="zh-CN" dirty="0"/>
          </a:p>
          <a:p>
            <a:pPr lvl="1"/>
            <a:r>
              <a:rPr lang="zh-CN" altLang="en-US" dirty="0"/>
              <a:t>优点：提供差错校验和速率不一致的非对称交换；</a:t>
            </a:r>
            <a:endParaRPr lang="en-US" altLang="zh-CN" dirty="0"/>
          </a:p>
          <a:p>
            <a:pPr lvl="1"/>
            <a:r>
              <a:rPr lang="zh-CN" altLang="en-US" dirty="0"/>
              <a:t>缺点：时延长。</a:t>
            </a:r>
          </a:p>
          <a:p>
            <a:r>
              <a:rPr lang="zh-CN" altLang="en-US" dirty="0"/>
              <a:t>直通式 </a:t>
            </a:r>
            <a:r>
              <a:rPr lang="en-US" altLang="zh-CN" dirty="0"/>
              <a:t>cut-through</a:t>
            </a:r>
          </a:p>
          <a:p>
            <a:pPr lvl="1"/>
            <a:r>
              <a:rPr lang="zh-CN" altLang="en-US" dirty="0"/>
              <a:t>不做缓存。不做校验，收到即转发，可能有坏帧；和存储转发的特点刚好相反。</a:t>
            </a:r>
          </a:p>
          <a:p>
            <a:r>
              <a:rPr lang="zh-CN" altLang="en-US" dirty="0"/>
              <a:t>碎片过滤式 </a:t>
            </a:r>
            <a:r>
              <a:rPr lang="en-US" altLang="zh-CN" dirty="0"/>
              <a:t>fragment free</a:t>
            </a:r>
          </a:p>
          <a:p>
            <a:pPr lvl="1"/>
            <a:r>
              <a:rPr lang="zh-CN" altLang="en-US" dirty="0"/>
              <a:t>融合了以上</a:t>
            </a:r>
            <a:r>
              <a:rPr lang="en-US" altLang="zh-CN" dirty="0"/>
              <a:t>2</a:t>
            </a:r>
            <a:r>
              <a:rPr lang="zh-CN" altLang="en-US" dirty="0"/>
              <a:t>种优势。转发前先检验数据帧的长度是否够</a:t>
            </a:r>
            <a:r>
              <a:rPr lang="en-US" altLang="zh-CN" dirty="0"/>
              <a:t>64</a:t>
            </a:r>
            <a:r>
              <a:rPr lang="zh-CN" altLang="en-US" dirty="0"/>
              <a:t>个字节；如果大于或等于就转发；如果不够，就作为碎片丢弃；（以太网帧 </a:t>
            </a:r>
            <a:r>
              <a:rPr lang="en-US" altLang="zh-CN" dirty="0"/>
              <a:t>&gt;= 64</a:t>
            </a:r>
            <a:r>
              <a:rPr lang="zh-CN" altLang="en-US" dirty="0"/>
              <a:t>字节）</a:t>
            </a:r>
          </a:p>
          <a:p>
            <a:r>
              <a:rPr lang="zh-CN" altLang="en-US" dirty="0"/>
              <a:t>目前硬件的转发速度够快，基本可以忽略时延的影响。路由通常由软件实现</a:t>
            </a:r>
          </a:p>
          <a:p>
            <a:endParaRPr lang="zh-CN" altLang="en-US" dirty="0"/>
          </a:p>
        </p:txBody>
      </p:sp>
      <p:grpSp>
        <p:nvGrpSpPr>
          <p:cNvPr id="13" name="组合 12">
            <a:extLst>
              <a:ext uri="{FF2B5EF4-FFF2-40B4-BE49-F238E27FC236}">
                <a16:creationId xmlns:a16="http://schemas.microsoft.com/office/drawing/2014/main" id="{31528342-2E38-4B6D-9CE8-D2CF4D2FC2F7}"/>
              </a:ext>
            </a:extLst>
          </p:cNvPr>
          <p:cNvGrpSpPr/>
          <p:nvPr/>
        </p:nvGrpSpPr>
        <p:grpSpPr>
          <a:xfrm>
            <a:off x="336000" y="5760000"/>
            <a:ext cx="11520000" cy="461665"/>
            <a:chOff x="336000" y="5486400"/>
            <a:chExt cx="11520000" cy="461665"/>
          </a:xfrm>
        </p:grpSpPr>
        <p:cxnSp>
          <p:nvCxnSpPr>
            <p:cNvPr id="14" name="直接连接符 13">
              <a:extLst>
                <a:ext uri="{FF2B5EF4-FFF2-40B4-BE49-F238E27FC236}">
                  <a16:creationId xmlns:a16="http://schemas.microsoft.com/office/drawing/2014/main" id="{6489111D-2AA1-4FCB-846F-55737A65244B}"/>
                </a:ext>
              </a:extLst>
            </p:cNvPr>
            <p:cNvCxnSpPr>
              <a:cxnSpLocks/>
            </p:cNvCxnSpPr>
            <p:nvPr/>
          </p:nvCxnSpPr>
          <p:spPr>
            <a:xfrm>
              <a:off x="336000" y="5717232"/>
              <a:ext cx="11520000" cy="0"/>
            </a:xfrm>
            <a:prstGeom prst="line">
              <a:avLst/>
            </a:prstGeom>
            <a:ln w="12700">
              <a:solidFill>
                <a:srgbClr val="C00000"/>
              </a:solidFill>
              <a:prstDash val="solid"/>
              <a:tailEnd type="none"/>
            </a:ln>
          </p:spPr>
          <p:style>
            <a:lnRef idx="1">
              <a:schemeClr val="accent1"/>
            </a:lnRef>
            <a:fillRef idx="0">
              <a:schemeClr val="accent1"/>
            </a:fillRef>
            <a:effectRef idx="0">
              <a:schemeClr val="accent1"/>
            </a:effectRef>
            <a:fontRef idx="minor">
              <a:schemeClr val="tx1"/>
            </a:fontRef>
          </p:style>
        </p:cxnSp>
        <p:sp useBgFill="1">
          <p:nvSpPr>
            <p:cNvPr id="15" name="椭圆 14">
              <a:extLst>
                <a:ext uri="{FF2B5EF4-FFF2-40B4-BE49-F238E27FC236}">
                  <a16:creationId xmlns:a16="http://schemas.microsoft.com/office/drawing/2014/main" id="{1D178E43-9962-4B48-93BF-59B515ECC98A}"/>
                </a:ext>
              </a:extLst>
            </p:cNvPr>
            <p:cNvSpPr/>
            <p:nvPr/>
          </p:nvSpPr>
          <p:spPr>
            <a:xfrm>
              <a:off x="6971327" y="5645232"/>
              <a:ext cx="144000" cy="144000"/>
            </a:xfrm>
            <a:prstGeom prst="ellipse">
              <a:avLst/>
            </a:prstGeom>
            <a:ln w="12700">
              <a:solidFill>
                <a:srgbClr val="C00000"/>
              </a:solidFill>
              <a:prstDash val="solid"/>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useBgFill="1">
          <p:nvSpPr>
            <p:cNvPr id="16" name="文本框 15">
              <a:extLst>
                <a:ext uri="{FF2B5EF4-FFF2-40B4-BE49-F238E27FC236}">
                  <a16:creationId xmlns:a16="http://schemas.microsoft.com/office/drawing/2014/main" id="{C909A044-12ED-4669-B929-8ED3AD7721C9}"/>
                </a:ext>
              </a:extLst>
            </p:cNvPr>
            <p:cNvSpPr txBox="1"/>
            <p:nvPr/>
          </p:nvSpPr>
          <p:spPr>
            <a:xfrm>
              <a:off x="5234226" y="5486400"/>
              <a:ext cx="1723549" cy="461665"/>
            </a:xfrm>
            <a:prstGeom prst="rect">
              <a:avLst/>
            </a:prstGeom>
          </p:spPr>
          <p:txBody>
            <a:bodyPr wrap="none" lIns="91440" tIns="45720" rIns="91440" bIns="45720" rtlCol="0">
              <a:spAutoFit/>
            </a:bodyPr>
            <a:lstStyle/>
            <a:p>
              <a:pPr algn="ctr"/>
              <a:r>
                <a:rPr lang="zh-CN" altLang="en-US" sz="2400" dirty="0">
                  <a:latin typeface="微软雅黑" panose="020B0503020204020204" pitchFamily="34" charset="-122"/>
                  <a:ea typeface="微软雅黑" panose="020B0503020204020204" pitchFamily="34" charset="-122"/>
                </a:rPr>
                <a:t>按交换方式</a:t>
              </a:r>
              <a:endParaRPr lang="zh-CN" altLang="en-US" sz="2400" dirty="0">
                <a:solidFill>
                  <a:schemeClr val="tx1"/>
                </a:solidFill>
                <a:latin typeface="微软雅黑" panose="020B0503020204020204" pitchFamily="34" charset="-122"/>
                <a:ea typeface="微软雅黑" panose="020B0503020204020204" pitchFamily="34" charset="-122"/>
              </a:endParaRPr>
            </a:p>
          </p:txBody>
        </p:sp>
        <p:sp useBgFill="1">
          <p:nvSpPr>
            <p:cNvPr id="17" name="椭圆 16">
              <a:extLst>
                <a:ext uri="{FF2B5EF4-FFF2-40B4-BE49-F238E27FC236}">
                  <a16:creationId xmlns:a16="http://schemas.microsoft.com/office/drawing/2014/main" id="{35B5ECF1-1AE4-4133-8CE6-D897E77BC92C}"/>
                </a:ext>
              </a:extLst>
            </p:cNvPr>
            <p:cNvSpPr/>
            <p:nvPr/>
          </p:nvSpPr>
          <p:spPr>
            <a:xfrm>
              <a:off x="5076674" y="5645232"/>
              <a:ext cx="144000" cy="144000"/>
            </a:xfrm>
            <a:prstGeom prst="ellipse">
              <a:avLst/>
            </a:prstGeom>
            <a:ln w="12700">
              <a:solidFill>
                <a:srgbClr val="C00000"/>
              </a:solidFill>
              <a:prstDash val="solid"/>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grpSp>
    </p:spTree>
    <p:extLst>
      <p:ext uri="{BB962C8B-B14F-4D97-AF65-F5344CB8AC3E}">
        <p14:creationId xmlns:p14="http://schemas.microsoft.com/office/powerpoint/2010/main" val="39755236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Char"/>
      </p:transition>
    </mc:Choice>
    <mc:Fallback xmlns="">
      <p:transition>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组合 12">
            <a:extLst>
              <a:ext uri="{FF2B5EF4-FFF2-40B4-BE49-F238E27FC236}">
                <a16:creationId xmlns:a16="http://schemas.microsoft.com/office/drawing/2014/main" id="{31528342-2E38-4B6D-9CE8-D2CF4D2FC2F7}"/>
              </a:ext>
            </a:extLst>
          </p:cNvPr>
          <p:cNvGrpSpPr/>
          <p:nvPr/>
        </p:nvGrpSpPr>
        <p:grpSpPr>
          <a:xfrm>
            <a:off x="336000" y="5760000"/>
            <a:ext cx="11520000" cy="461665"/>
            <a:chOff x="336000" y="5486400"/>
            <a:chExt cx="11520000" cy="461665"/>
          </a:xfrm>
        </p:grpSpPr>
        <p:cxnSp>
          <p:nvCxnSpPr>
            <p:cNvPr id="14" name="直接连接符 13">
              <a:extLst>
                <a:ext uri="{FF2B5EF4-FFF2-40B4-BE49-F238E27FC236}">
                  <a16:creationId xmlns:a16="http://schemas.microsoft.com/office/drawing/2014/main" id="{6489111D-2AA1-4FCB-846F-55737A65244B}"/>
                </a:ext>
              </a:extLst>
            </p:cNvPr>
            <p:cNvCxnSpPr>
              <a:cxnSpLocks/>
            </p:cNvCxnSpPr>
            <p:nvPr/>
          </p:nvCxnSpPr>
          <p:spPr>
            <a:xfrm>
              <a:off x="336000" y="5717232"/>
              <a:ext cx="11520000" cy="0"/>
            </a:xfrm>
            <a:prstGeom prst="line">
              <a:avLst/>
            </a:prstGeom>
            <a:ln w="12700">
              <a:solidFill>
                <a:srgbClr val="C00000"/>
              </a:solidFill>
              <a:prstDash val="solid"/>
              <a:tailEnd type="none"/>
            </a:ln>
          </p:spPr>
          <p:style>
            <a:lnRef idx="1">
              <a:schemeClr val="accent1"/>
            </a:lnRef>
            <a:fillRef idx="0">
              <a:schemeClr val="accent1"/>
            </a:fillRef>
            <a:effectRef idx="0">
              <a:schemeClr val="accent1"/>
            </a:effectRef>
            <a:fontRef idx="minor">
              <a:schemeClr val="tx1"/>
            </a:fontRef>
          </p:style>
        </p:cxnSp>
        <p:sp useBgFill="1">
          <p:nvSpPr>
            <p:cNvPr id="15" name="椭圆 14">
              <a:extLst>
                <a:ext uri="{FF2B5EF4-FFF2-40B4-BE49-F238E27FC236}">
                  <a16:creationId xmlns:a16="http://schemas.microsoft.com/office/drawing/2014/main" id="{1D178E43-9962-4B48-93BF-59B515ECC98A}"/>
                </a:ext>
              </a:extLst>
            </p:cNvPr>
            <p:cNvSpPr/>
            <p:nvPr/>
          </p:nvSpPr>
          <p:spPr>
            <a:xfrm>
              <a:off x="6971327" y="5645232"/>
              <a:ext cx="144000" cy="144000"/>
            </a:xfrm>
            <a:prstGeom prst="ellipse">
              <a:avLst/>
            </a:prstGeom>
            <a:ln w="12700">
              <a:solidFill>
                <a:srgbClr val="C00000"/>
              </a:solidFill>
              <a:prstDash val="solid"/>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useBgFill="1">
          <p:nvSpPr>
            <p:cNvPr id="16" name="文本框 15">
              <a:extLst>
                <a:ext uri="{FF2B5EF4-FFF2-40B4-BE49-F238E27FC236}">
                  <a16:creationId xmlns:a16="http://schemas.microsoft.com/office/drawing/2014/main" id="{C909A044-12ED-4669-B929-8ED3AD7721C9}"/>
                </a:ext>
              </a:extLst>
            </p:cNvPr>
            <p:cNvSpPr txBox="1"/>
            <p:nvPr/>
          </p:nvSpPr>
          <p:spPr>
            <a:xfrm>
              <a:off x="5234226" y="5486400"/>
              <a:ext cx="1745158" cy="461665"/>
            </a:xfrm>
            <a:prstGeom prst="rect">
              <a:avLst/>
            </a:prstGeom>
          </p:spPr>
          <p:txBody>
            <a:bodyPr wrap="none" lIns="91440" tIns="45720" rIns="91440" bIns="45720" rtlCol="0">
              <a:spAutoFit/>
            </a:bodyPr>
            <a:lstStyle/>
            <a:p>
              <a:pPr algn="ctr"/>
              <a:r>
                <a:rPr lang="zh-CN" altLang="en-US" sz="2400" dirty="0">
                  <a:latin typeface="微软雅黑" panose="020B0503020204020204" pitchFamily="34" charset="-122"/>
                  <a:ea typeface="微软雅黑" panose="020B0503020204020204" pitchFamily="34" charset="-122"/>
                </a:rPr>
                <a:t>按交换协议</a:t>
              </a:r>
              <a:endParaRPr lang="zh-CN" altLang="en-US" sz="2400" dirty="0">
                <a:solidFill>
                  <a:schemeClr val="tx1"/>
                </a:solidFill>
                <a:latin typeface="微软雅黑" panose="020B0503020204020204" pitchFamily="34" charset="-122"/>
                <a:ea typeface="微软雅黑" panose="020B0503020204020204" pitchFamily="34" charset="-122"/>
              </a:endParaRPr>
            </a:p>
          </p:txBody>
        </p:sp>
        <p:sp useBgFill="1">
          <p:nvSpPr>
            <p:cNvPr id="17" name="椭圆 16">
              <a:extLst>
                <a:ext uri="{FF2B5EF4-FFF2-40B4-BE49-F238E27FC236}">
                  <a16:creationId xmlns:a16="http://schemas.microsoft.com/office/drawing/2014/main" id="{35B5ECF1-1AE4-4133-8CE6-D897E77BC92C}"/>
                </a:ext>
              </a:extLst>
            </p:cNvPr>
            <p:cNvSpPr/>
            <p:nvPr/>
          </p:nvSpPr>
          <p:spPr>
            <a:xfrm>
              <a:off x="5076674" y="5645232"/>
              <a:ext cx="144000" cy="144000"/>
            </a:xfrm>
            <a:prstGeom prst="ellipse">
              <a:avLst/>
            </a:prstGeom>
            <a:ln w="12700">
              <a:solidFill>
                <a:srgbClr val="C00000"/>
              </a:solidFill>
              <a:prstDash val="solid"/>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grpSp>
      <p:sp>
        <p:nvSpPr>
          <p:cNvPr id="12" name="文本占位符 11">
            <a:extLst>
              <a:ext uri="{FF2B5EF4-FFF2-40B4-BE49-F238E27FC236}">
                <a16:creationId xmlns:a16="http://schemas.microsoft.com/office/drawing/2014/main" id="{3FAAE86D-0F5F-4074-91D2-3CBDE484D01B}"/>
              </a:ext>
            </a:extLst>
          </p:cNvPr>
          <p:cNvSpPr>
            <a:spLocks noGrp="1"/>
          </p:cNvSpPr>
          <p:nvPr>
            <p:ph type="body" sz="quarter" idx="10"/>
          </p:nvPr>
        </p:nvSpPr>
        <p:spPr/>
        <p:txBody>
          <a:bodyPr/>
          <a:lstStyle/>
          <a:p>
            <a:r>
              <a:rPr lang="zh-CN" altLang="en-US" dirty="0"/>
              <a:t>二层交换机</a:t>
            </a:r>
            <a:endParaRPr lang="en-US" altLang="zh-CN" dirty="0"/>
          </a:p>
          <a:p>
            <a:pPr lvl="1"/>
            <a:r>
              <a:rPr lang="zh-CN" altLang="en-US" dirty="0"/>
              <a:t>链路层交换；如无特别说明，默认都是指二层交换机</a:t>
            </a:r>
          </a:p>
          <a:p>
            <a:r>
              <a:rPr lang="zh-CN" altLang="en-US" dirty="0"/>
              <a:t>三层交换机</a:t>
            </a:r>
            <a:endParaRPr lang="en-US" altLang="zh-CN" dirty="0"/>
          </a:p>
          <a:p>
            <a:pPr lvl="1"/>
            <a:r>
              <a:rPr lang="zh-CN" altLang="en-US" dirty="0"/>
              <a:t>集成了路由功能；路由器默认都是三层</a:t>
            </a:r>
          </a:p>
          <a:p>
            <a:r>
              <a:rPr lang="zh-CN" altLang="en-US" dirty="0"/>
              <a:t>多层交换机</a:t>
            </a:r>
          </a:p>
          <a:p>
            <a:endParaRPr lang="zh-CN" altLang="en-US" dirty="0"/>
          </a:p>
        </p:txBody>
      </p:sp>
    </p:spTree>
    <p:extLst>
      <p:ext uri="{BB962C8B-B14F-4D97-AF65-F5344CB8AC3E}">
        <p14:creationId xmlns:p14="http://schemas.microsoft.com/office/powerpoint/2010/main" val="42394155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Char"/>
      </p:transition>
    </mc:Choice>
    <mc:Fallback xmlns="">
      <p:transition>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组合 12">
            <a:extLst>
              <a:ext uri="{FF2B5EF4-FFF2-40B4-BE49-F238E27FC236}">
                <a16:creationId xmlns:a16="http://schemas.microsoft.com/office/drawing/2014/main" id="{31528342-2E38-4B6D-9CE8-D2CF4D2FC2F7}"/>
              </a:ext>
            </a:extLst>
          </p:cNvPr>
          <p:cNvGrpSpPr/>
          <p:nvPr/>
        </p:nvGrpSpPr>
        <p:grpSpPr>
          <a:xfrm>
            <a:off x="336000" y="5760000"/>
            <a:ext cx="11520000" cy="461665"/>
            <a:chOff x="336000" y="5486400"/>
            <a:chExt cx="11520000" cy="461665"/>
          </a:xfrm>
        </p:grpSpPr>
        <p:cxnSp>
          <p:nvCxnSpPr>
            <p:cNvPr id="14" name="直接连接符 13">
              <a:extLst>
                <a:ext uri="{FF2B5EF4-FFF2-40B4-BE49-F238E27FC236}">
                  <a16:creationId xmlns:a16="http://schemas.microsoft.com/office/drawing/2014/main" id="{6489111D-2AA1-4FCB-846F-55737A65244B}"/>
                </a:ext>
              </a:extLst>
            </p:cNvPr>
            <p:cNvCxnSpPr>
              <a:cxnSpLocks/>
            </p:cNvCxnSpPr>
            <p:nvPr/>
          </p:nvCxnSpPr>
          <p:spPr>
            <a:xfrm>
              <a:off x="336000" y="5717232"/>
              <a:ext cx="11520000" cy="0"/>
            </a:xfrm>
            <a:prstGeom prst="line">
              <a:avLst/>
            </a:prstGeom>
            <a:ln w="12700">
              <a:solidFill>
                <a:srgbClr val="C00000"/>
              </a:solidFill>
              <a:prstDash val="solid"/>
              <a:tailEnd type="none"/>
            </a:ln>
          </p:spPr>
          <p:style>
            <a:lnRef idx="1">
              <a:schemeClr val="accent1"/>
            </a:lnRef>
            <a:fillRef idx="0">
              <a:schemeClr val="accent1"/>
            </a:fillRef>
            <a:effectRef idx="0">
              <a:schemeClr val="accent1"/>
            </a:effectRef>
            <a:fontRef idx="minor">
              <a:schemeClr val="tx1"/>
            </a:fontRef>
          </p:style>
        </p:cxnSp>
        <p:sp useBgFill="1">
          <p:nvSpPr>
            <p:cNvPr id="15" name="椭圆 14">
              <a:extLst>
                <a:ext uri="{FF2B5EF4-FFF2-40B4-BE49-F238E27FC236}">
                  <a16:creationId xmlns:a16="http://schemas.microsoft.com/office/drawing/2014/main" id="{1D178E43-9962-4B48-93BF-59B515ECC98A}"/>
                </a:ext>
              </a:extLst>
            </p:cNvPr>
            <p:cNvSpPr/>
            <p:nvPr/>
          </p:nvSpPr>
          <p:spPr>
            <a:xfrm>
              <a:off x="6971327" y="5645232"/>
              <a:ext cx="144000" cy="144000"/>
            </a:xfrm>
            <a:prstGeom prst="ellipse">
              <a:avLst/>
            </a:prstGeom>
            <a:ln w="12700">
              <a:solidFill>
                <a:srgbClr val="C00000"/>
              </a:solidFill>
              <a:prstDash val="solid"/>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useBgFill="1">
          <p:nvSpPr>
            <p:cNvPr id="16" name="文本框 15">
              <a:extLst>
                <a:ext uri="{FF2B5EF4-FFF2-40B4-BE49-F238E27FC236}">
                  <a16:creationId xmlns:a16="http://schemas.microsoft.com/office/drawing/2014/main" id="{C909A044-12ED-4669-B929-8ED3AD7721C9}"/>
                </a:ext>
              </a:extLst>
            </p:cNvPr>
            <p:cNvSpPr txBox="1"/>
            <p:nvPr/>
          </p:nvSpPr>
          <p:spPr>
            <a:xfrm>
              <a:off x="5234226" y="5486400"/>
              <a:ext cx="1723549" cy="461665"/>
            </a:xfrm>
            <a:prstGeom prst="rect">
              <a:avLst/>
            </a:prstGeom>
          </p:spPr>
          <p:txBody>
            <a:bodyPr wrap="none" lIns="91440" tIns="45720" rIns="91440" bIns="45720" rtlCol="0">
              <a:spAutoFit/>
            </a:bodyPr>
            <a:lstStyle/>
            <a:p>
              <a:pPr algn="ctr"/>
              <a:r>
                <a:rPr lang="zh-CN" altLang="en-US" sz="2400" dirty="0">
                  <a:latin typeface="微软雅黑" panose="020B0503020204020204" pitchFamily="34" charset="-122"/>
                  <a:ea typeface="微软雅黑" panose="020B0503020204020204" pitchFamily="34" charset="-122"/>
                </a:rPr>
                <a:t>按交换结构</a:t>
              </a:r>
              <a:endParaRPr lang="zh-CN" altLang="en-US" sz="2400" dirty="0">
                <a:solidFill>
                  <a:schemeClr val="tx1"/>
                </a:solidFill>
                <a:latin typeface="微软雅黑" panose="020B0503020204020204" pitchFamily="34" charset="-122"/>
                <a:ea typeface="微软雅黑" panose="020B0503020204020204" pitchFamily="34" charset="-122"/>
              </a:endParaRPr>
            </a:p>
          </p:txBody>
        </p:sp>
        <p:sp useBgFill="1">
          <p:nvSpPr>
            <p:cNvPr id="17" name="椭圆 16">
              <a:extLst>
                <a:ext uri="{FF2B5EF4-FFF2-40B4-BE49-F238E27FC236}">
                  <a16:creationId xmlns:a16="http://schemas.microsoft.com/office/drawing/2014/main" id="{35B5ECF1-1AE4-4133-8CE6-D897E77BC92C}"/>
                </a:ext>
              </a:extLst>
            </p:cNvPr>
            <p:cNvSpPr/>
            <p:nvPr/>
          </p:nvSpPr>
          <p:spPr>
            <a:xfrm>
              <a:off x="5076674" y="5645232"/>
              <a:ext cx="144000" cy="144000"/>
            </a:xfrm>
            <a:prstGeom prst="ellipse">
              <a:avLst/>
            </a:prstGeom>
            <a:ln w="12700">
              <a:solidFill>
                <a:srgbClr val="C00000"/>
              </a:solidFill>
              <a:prstDash val="solid"/>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grpSp>
      <p:sp>
        <p:nvSpPr>
          <p:cNvPr id="10" name="文本占位符 9">
            <a:extLst>
              <a:ext uri="{FF2B5EF4-FFF2-40B4-BE49-F238E27FC236}">
                <a16:creationId xmlns:a16="http://schemas.microsoft.com/office/drawing/2014/main" id="{300F6D31-8AF2-4946-B071-CE8245A8B60A}"/>
              </a:ext>
            </a:extLst>
          </p:cNvPr>
          <p:cNvSpPr>
            <a:spLocks noGrp="1"/>
          </p:cNvSpPr>
          <p:nvPr>
            <p:ph type="body" sz="quarter" idx="10"/>
          </p:nvPr>
        </p:nvSpPr>
        <p:spPr/>
        <p:txBody>
          <a:bodyPr/>
          <a:lstStyle/>
          <a:p>
            <a:r>
              <a:rPr lang="zh-CN" altLang="en-US" dirty="0"/>
              <a:t>固定端口交换机</a:t>
            </a:r>
            <a:endParaRPr lang="en-US" altLang="zh-CN" dirty="0"/>
          </a:p>
          <a:p>
            <a:pPr lvl="1"/>
            <a:r>
              <a:rPr lang="zh-CN" altLang="en-US" dirty="0"/>
              <a:t>接入交换机一般都是固定端口的交换机。通常有</a:t>
            </a:r>
            <a:r>
              <a:rPr lang="en-US" altLang="zh-CN" dirty="0"/>
              <a:t>24</a:t>
            </a:r>
            <a:r>
              <a:rPr lang="zh-CN" altLang="en-US" dirty="0"/>
              <a:t>口、</a:t>
            </a:r>
            <a:r>
              <a:rPr lang="en-US" altLang="zh-CN" dirty="0"/>
              <a:t>48</a:t>
            </a:r>
            <a:r>
              <a:rPr lang="zh-CN" altLang="en-US" dirty="0"/>
              <a:t>口。注意：</a:t>
            </a:r>
            <a:r>
              <a:rPr lang="en-US" altLang="zh-CN" dirty="0"/>
              <a:t>24</a:t>
            </a:r>
            <a:r>
              <a:rPr lang="zh-CN" altLang="en-US" dirty="0"/>
              <a:t>口指的是有</a:t>
            </a:r>
            <a:r>
              <a:rPr lang="en-US" altLang="zh-CN" dirty="0"/>
              <a:t>24</a:t>
            </a:r>
            <a:r>
              <a:rPr lang="zh-CN" altLang="en-US" dirty="0"/>
              <a:t>个电（接电脑或终端或用户）的下行端口，还有</a:t>
            </a:r>
            <a:r>
              <a:rPr lang="en-US" altLang="zh-CN" dirty="0"/>
              <a:t>4</a:t>
            </a:r>
            <a:r>
              <a:rPr lang="zh-CN" altLang="en-US" dirty="0"/>
              <a:t>个光的上行端口；而</a:t>
            </a:r>
            <a:r>
              <a:rPr lang="en-US" altLang="zh-CN" dirty="0"/>
              <a:t>48</a:t>
            </a:r>
            <a:r>
              <a:rPr lang="zh-CN" altLang="en-US" dirty="0"/>
              <a:t>口指的是有</a:t>
            </a:r>
            <a:r>
              <a:rPr lang="en-US" altLang="zh-CN" dirty="0"/>
              <a:t>48</a:t>
            </a:r>
            <a:r>
              <a:rPr lang="zh-CN" altLang="en-US" dirty="0"/>
              <a:t>个电（接电脑或终端或用户）的下行端口，还有</a:t>
            </a:r>
            <a:r>
              <a:rPr lang="en-US" altLang="zh-CN" dirty="0"/>
              <a:t>4</a:t>
            </a:r>
            <a:r>
              <a:rPr lang="zh-CN" altLang="en-US" dirty="0"/>
              <a:t>个光的上行端口</a:t>
            </a:r>
            <a:endParaRPr lang="en-US" altLang="zh-CN" dirty="0"/>
          </a:p>
          <a:p>
            <a:r>
              <a:rPr lang="zh-CN" altLang="en-US" dirty="0"/>
              <a:t>可扩展端口交换机</a:t>
            </a:r>
          </a:p>
          <a:p>
            <a:endParaRPr lang="zh-CN" altLang="en-US" dirty="0"/>
          </a:p>
        </p:txBody>
      </p:sp>
    </p:spTree>
    <p:extLst>
      <p:ext uri="{BB962C8B-B14F-4D97-AF65-F5344CB8AC3E}">
        <p14:creationId xmlns:p14="http://schemas.microsoft.com/office/powerpoint/2010/main" val="34466173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Char"/>
      </p:transition>
    </mc:Choice>
    <mc:Fallback xmlns="">
      <p:transition>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5">
            <a:extLst>
              <a:ext uri="{FF2B5EF4-FFF2-40B4-BE49-F238E27FC236}">
                <a16:creationId xmlns:a16="http://schemas.microsoft.com/office/drawing/2014/main" id="{C1BDBB8A-346E-4A0A-92C2-1F83FEE44BFE}"/>
              </a:ext>
            </a:extLst>
          </p:cNvPr>
          <p:cNvSpPr>
            <a:spLocks noGrp="1"/>
          </p:cNvSpPr>
          <p:nvPr>
            <p:ph type="body" sz="quarter" idx="10"/>
          </p:nvPr>
        </p:nvSpPr>
        <p:spPr/>
        <p:txBody>
          <a:bodyPr/>
          <a:lstStyle/>
          <a:p>
            <a:r>
              <a:rPr lang="zh-CN" altLang="en-US" dirty="0"/>
              <a:t>核心交换机</a:t>
            </a:r>
          </a:p>
          <a:p>
            <a:r>
              <a:rPr lang="zh-CN" altLang="en-US" dirty="0"/>
              <a:t>汇聚交换机</a:t>
            </a:r>
            <a:endParaRPr lang="en-US" altLang="zh-CN" dirty="0"/>
          </a:p>
          <a:p>
            <a:pPr lvl="1"/>
            <a:r>
              <a:rPr lang="zh-CN" altLang="en-US" dirty="0"/>
              <a:t>楼栋</a:t>
            </a:r>
            <a:r>
              <a:rPr lang="en-US" altLang="zh-CN" dirty="0"/>
              <a:t>/</a:t>
            </a:r>
            <a:r>
              <a:rPr lang="zh-CN" altLang="en-US" dirty="0"/>
              <a:t>部门汇聚，一栋楼放</a:t>
            </a:r>
            <a:r>
              <a:rPr lang="en-US" altLang="zh-CN" dirty="0"/>
              <a:t>1-2</a:t>
            </a:r>
            <a:r>
              <a:rPr lang="zh-CN" altLang="en-US" dirty="0"/>
              <a:t>台</a:t>
            </a:r>
          </a:p>
          <a:p>
            <a:r>
              <a:rPr lang="zh-CN" altLang="en-US" dirty="0"/>
              <a:t>接入交换机</a:t>
            </a:r>
            <a:endParaRPr lang="en-US" altLang="zh-CN" dirty="0"/>
          </a:p>
          <a:p>
            <a:pPr lvl="1"/>
            <a:r>
              <a:rPr lang="zh-CN" altLang="en-US" dirty="0"/>
              <a:t>接用户，每个楼层放</a:t>
            </a:r>
            <a:r>
              <a:rPr lang="en-US" altLang="zh-CN" dirty="0"/>
              <a:t>3-5</a:t>
            </a:r>
            <a:r>
              <a:rPr lang="zh-CN" altLang="en-US" dirty="0"/>
              <a:t>台</a:t>
            </a:r>
          </a:p>
          <a:p>
            <a:endParaRPr lang="zh-CN" altLang="en-US" dirty="0"/>
          </a:p>
        </p:txBody>
      </p:sp>
      <p:grpSp>
        <p:nvGrpSpPr>
          <p:cNvPr id="13" name="组合 12">
            <a:extLst>
              <a:ext uri="{FF2B5EF4-FFF2-40B4-BE49-F238E27FC236}">
                <a16:creationId xmlns:a16="http://schemas.microsoft.com/office/drawing/2014/main" id="{31528342-2E38-4B6D-9CE8-D2CF4D2FC2F7}"/>
              </a:ext>
            </a:extLst>
          </p:cNvPr>
          <p:cNvGrpSpPr/>
          <p:nvPr/>
        </p:nvGrpSpPr>
        <p:grpSpPr>
          <a:xfrm>
            <a:off x="336000" y="5760000"/>
            <a:ext cx="11520000" cy="461665"/>
            <a:chOff x="336000" y="5486400"/>
            <a:chExt cx="11520000" cy="461665"/>
          </a:xfrm>
        </p:grpSpPr>
        <p:cxnSp>
          <p:nvCxnSpPr>
            <p:cNvPr id="14" name="直接连接符 13">
              <a:extLst>
                <a:ext uri="{FF2B5EF4-FFF2-40B4-BE49-F238E27FC236}">
                  <a16:creationId xmlns:a16="http://schemas.microsoft.com/office/drawing/2014/main" id="{6489111D-2AA1-4FCB-846F-55737A65244B}"/>
                </a:ext>
              </a:extLst>
            </p:cNvPr>
            <p:cNvCxnSpPr>
              <a:cxnSpLocks/>
            </p:cNvCxnSpPr>
            <p:nvPr/>
          </p:nvCxnSpPr>
          <p:spPr>
            <a:xfrm>
              <a:off x="336000" y="5717232"/>
              <a:ext cx="11520000" cy="0"/>
            </a:xfrm>
            <a:prstGeom prst="line">
              <a:avLst/>
            </a:prstGeom>
            <a:ln w="12700">
              <a:solidFill>
                <a:srgbClr val="C00000"/>
              </a:solidFill>
              <a:prstDash val="solid"/>
              <a:tailEnd type="none"/>
            </a:ln>
          </p:spPr>
          <p:style>
            <a:lnRef idx="1">
              <a:schemeClr val="accent1"/>
            </a:lnRef>
            <a:fillRef idx="0">
              <a:schemeClr val="accent1"/>
            </a:fillRef>
            <a:effectRef idx="0">
              <a:schemeClr val="accent1"/>
            </a:effectRef>
            <a:fontRef idx="minor">
              <a:schemeClr val="tx1"/>
            </a:fontRef>
          </p:style>
        </p:cxnSp>
        <p:sp useBgFill="1">
          <p:nvSpPr>
            <p:cNvPr id="15" name="椭圆 14">
              <a:extLst>
                <a:ext uri="{FF2B5EF4-FFF2-40B4-BE49-F238E27FC236}">
                  <a16:creationId xmlns:a16="http://schemas.microsoft.com/office/drawing/2014/main" id="{1D178E43-9962-4B48-93BF-59B515ECC98A}"/>
                </a:ext>
              </a:extLst>
            </p:cNvPr>
            <p:cNvSpPr/>
            <p:nvPr/>
          </p:nvSpPr>
          <p:spPr>
            <a:xfrm>
              <a:off x="6971327" y="5645232"/>
              <a:ext cx="144000" cy="144000"/>
            </a:xfrm>
            <a:prstGeom prst="ellipse">
              <a:avLst/>
            </a:prstGeom>
            <a:ln w="12700">
              <a:solidFill>
                <a:srgbClr val="C00000"/>
              </a:solidFill>
              <a:prstDash val="solid"/>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useBgFill="1">
          <p:nvSpPr>
            <p:cNvPr id="16" name="文本框 15">
              <a:extLst>
                <a:ext uri="{FF2B5EF4-FFF2-40B4-BE49-F238E27FC236}">
                  <a16:creationId xmlns:a16="http://schemas.microsoft.com/office/drawing/2014/main" id="{C909A044-12ED-4669-B929-8ED3AD7721C9}"/>
                </a:ext>
              </a:extLst>
            </p:cNvPr>
            <p:cNvSpPr txBox="1"/>
            <p:nvPr/>
          </p:nvSpPr>
          <p:spPr>
            <a:xfrm>
              <a:off x="5234226" y="5486400"/>
              <a:ext cx="1723549" cy="461665"/>
            </a:xfrm>
            <a:prstGeom prst="rect">
              <a:avLst/>
            </a:prstGeom>
          </p:spPr>
          <p:txBody>
            <a:bodyPr wrap="none" lIns="91440" tIns="45720" rIns="91440" bIns="45720" rtlCol="0">
              <a:spAutoFit/>
            </a:bodyPr>
            <a:lstStyle/>
            <a:p>
              <a:pPr algn="ctr"/>
              <a:r>
                <a:rPr lang="zh-CN" altLang="en-US" sz="2400" dirty="0">
                  <a:latin typeface="微软雅黑" panose="020B0503020204020204" pitchFamily="34" charset="-122"/>
                  <a:ea typeface="微软雅黑" panose="020B0503020204020204" pitchFamily="34" charset="-122"/>
                </a:rPr>
                <a:t>按部署层次</a:t>
              </a:r>
              <a:endParaRPr lang="zh-CN" altLang="en-US" sz="2400" dirty="0">
                <a:solidFill>
                  <a:schemeClr val="tx1"/>
                </a:solidFill>
                <a:latin typeface="微软雅黑" panose="020B0503020204020204" pitchFamily="34" charset="-122"/>
                <a:ea typeface="微软雅黑" panose="020B0503020204020204" pitchFamily="34" charset="-122"/>
              </a:endParaRPr>
            </a:p>
          </p:txBody>
        </p:sp>
        <p:sp useBgFill="1">
          <p:nvSpPr>
            <p:cNvPr id="17" name="椭圆 16">
              <a:extLst>
                <a:ext uri="{FF2B5EF4-FFF2-40B4-BE49-F238E27FC236}">
                  <a16:creationId xmlns:a16="http://schemas.microsoft.com/office/drawing/2014/main" id="{35B5ECF1-1AE4-4133-8CE6-D897E77BC92C}"/>
                </a:ext>
              </a:extLst>
            </p:cNvPr>
            <p:cNvSpPr/>
            <p:nvPr/>
          </p:nvSpPr>
          <p:spPr>
            <a:xfrm>
              <a:off x="5076674" y="5645232"/>
              <a:ext cx="144000" cy="144000"/>
            </a:xfrm>
            <a:prstGeom prst="ellipse">
              <a:avLst/>
            </a:prstGeom>
            <a:ln w="12700">
              <a:solidFill>
                <a:srgbClr val="C00000"/>
              </a:solidFill>
              <a:prstDash val="solid"/>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grpSp>
      <p:pic>
        <p:nvPicPr>
          <p:cNvPr id="10" name="图片 9">
            <a:extLst>
              <a:ext uri="{FF2B5EF4-FFF2-40B4-BE49-F238E27FC236}">
                <a16:creationId xmlns:a16="http://schemas.microsoft.com/office/drawing/2014/main" id="{ED660800-A9EE-4BE8-9588-5F8F9D76F1A5}"/>
              </a:ext>
            </a:extLst>
          </p:cNvPr>
          <p:cNvPicPr>
            <a:picLocks noChangeAspect="1"/>
          </p:cNvPicPr>
          <p:nvPr/>
        </p:nvPicPr>
        <p:blipFill>
          <a:blip r:embed="rId2"/>
          <a:stretch>
            <a:fillRect/>
          </a:stretch>
        </p:blipFill>
        <p:spPr>
          <a:xfrm>
            <a:off x="5504484" y="1161908"/>
            <a:ext cx="6345283" cy="4324492"/>
          </a:xfrm>
          <a:prstGeom prst="rect">
            <a:avLst/>
          </a:prstGeom>
        </p:spPr>
      </p:pic>
    </p:spTree>
    <p:extLst>
      <p:ext uri="{BB962C8B-B14F-4D97-AF65-F5344CB8AC3E}">
        <p14:creationId xmlns:p14="http://schemas.microsoft.com/office/powerpoint/2010/main" val="14168261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Char"/>
      </p:transition>
    </mc:Choice>
    <mc:Fallback xmlns="">
      <p:transition>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文本占位符 21">
            <a:extLst>
              <a:ext uri="{FF2B5EF4-FFF2-40B4-BE49-F238E27FC236}">
                <a16:creationId xmlns:a16="http://schemas.microsoft.com/office/drawing/2014/main" id="{42FA8625-68A4-485D-999F-3FC3F5C7C9D8}"/>
              </a:ext>
            </a:extLst>
          </p:cNvPr>
          <p:cNvSpPr>
            <a:spLocks noGrp="1"/>
          </p:cNvSpPr>
          <p:nvPr>
            <p:ph type="body" sz="quarter" idx="10"/>
          </p:nvPr>
        </p:nvSpPr>
        <p:spPr/>
        <p:txBody>
          <a:bodyPr/>
          <a:lstStyle/>
          <a:p>
            <a:r>
              <a:rPr lang="zh-CN" altLang="en-US" dirty="0"/>
              <a:t>端口类型</a:t>
            </a:r>
          </a:p>
          <a:p>
            <a:pPr lvl="1"/>
            <a:r>
              <a:rPr lang="zh-CN" altLang="en-US" dirty="0"/>
              <a:t>电口（</a:t>
            </a:r>
            <a:r>
              <a:rPr lang="en-US" altLang="zh-CN" dirty="0"/>
              <a:t>RJ45</a:t>
            </a:r>
            <a:r>
              <a:rPr lang="zh-CN" altLang="en-US" dirty="0"/>
              <a:t>）</a:t>
            </a:r>
          </a:p>
          <a:p>
            <a:pPr lvl="1"/>
            <a:r>
              <a:rPr lang="zh-CN" altLang="en-US" dirty="0"/>
              <a:t>光口（</a:t>
            </a:r>
            <a:r>
              <a:rPr lang="en-US" altLang="zh-CN" dirty="0"/>
              <a:t>SC/GBIC/SFP</a:t>
            </a:r>
            <a:r>
              <a:rPr lang="zh-CN" altLang="en-US" dirty="0"/>
              <a:t>（千兆口）</a:t>
            </a:r>
            <a:r>
              <a:rPr lang="en-US" altLang="zh-CN" dirty="0"/>
              <a:t>/SFP+</a:t>
            </a:r>
            <a:r>
              <a:rPr lang="zh-CN" altLang="en-US" dirty="0"/>
              <a:t>（万兆口）</a:t>
            </a:r>
            <a:r>
              <a:rPr lang="en-US" altLang="zh-CN" dirty="0"/>
              <a:t>/SFP28</a:t>
            </a:r>
            <a:r>
              <a:rPr lang="zh-CN" altLang="en-US" dirty="0"/>
              <a:t>）</a:t>
            </a:r>
            <a:endParaRPr lang="en-US" altLang="zh-CN" dirty="0"/>
          </a:p>
          <a:p>
            <a:r>
              <a:rPr lang="zh-CN" altLang="en-US" dirty="0"/>
              <a:t>传输模式</a:t>
            </a:r>
            <a:endParaRPr lang="en-US" altLang="zh-CN" dirty="0"/>
          </a:p>
          <a:p>
            <a:pPr lvl="1"/>
            <a:r>
              <a:rPr lang="zh-CN" altLang="en-US" dirty="0"/>
              <a:t>半双工、全双工</a:t>
            </a:r>
            <a:endParaRPr lang="en-US" altLang="zh-CN" dirty="0"/>
          </a:p>
          <a:p>
            <a:r>
              <a:rPr lang="zh-CN" altLang="en-US" dirty="0"/>
              <a:t>交换容量</a:t>
            </a:r>
            <a:endParaRPr lang="en-US" altLang="zh-CN" dirty="0"/>
          </a:p>
          <a:p>
            <a:pPr lvl="1"/>
            <a:r>
              <a:rPr lang="zh-CN" altLang="en-US" dirty="0"/>
              <a:t>端口数*端口速率*</a:t>
            </a:r>
            <a:r>
              <a:rPr lang="en-US" altLang="zh-CN" dirty="0"/>
              <a:t>2</a:t>
            </a:r>
            <a:r>
              <a:rPr lang="zh-CN" altLang="en-US" dirty="0"/>
              <a:t>。如：</a:t>
            </a:r>
            <a:r>
              <a:rPr lang="en-US" altLang="zh-CN" dirty="0"/>
              <a:t>48</a:t>
            </a:r>
            <a:r>
              <a:rPr lang="zh-CN" altLang="en-US" dirty="0"/>
              <a:t>个千兆电</a:t>
            </a:r>
            <a:r>
              <a:rPr lang="en-US" altLang="zh-CN" dirty="0"/>
              <a:t>+4</a:t>
            </a:r>
            <a:r>
              <a:rPr lang="zh-CN" altLang="en-US" dirty="0"/>
              <a:t>个千兆光的交换机容量是：</a:t>
            </a:r>
            <a:r>
              <a:rPr lang="en-US" altLang="zh-CN" dirty="0"/>
              <a:t>( 48*1G+4*1G )</a:t>
            </a:r>
            <a:r>
              <a:rPr lang="zh-CN" altLang="en-US" dirty="0"/>
              <a:t>*</a:t>
            </a:r>
            <a:r>
              <a:rPr lang="en-US" altLang="zh-CN" dirty="0"/>
              <a:t>2=104Gbps</a:t>
            </a:r>
          </a:p>
          <a:p>
            <a:r>
              <a:rPr lang="en-US" altLang="zh-CN" dirty="0"/>
              <a:t>MAC</a:t>
            </a:r>
            <a:r>
              <a:rPr lang="zh-CN" altLang="en-US" dirty="0"/>
              <a:t>地址数</a:t>
            </a:r>
            <a:endParaRPr lang="en-US" altLang="zh-CN" dirty="0"/>
          </a:p>
          <a:p>
            <a:pPr lvl="1"/>
            <a:r>
              <a:rPr lang="zh-CN" altLang="en-US" dirty="0"/>
              <a:t>交换机</a:t>
            </a:r>
            <a:r>
              <a:rPr lang="en-US" altLang="zh-CN" dirty="0"/>
              <a:t>MAC</a:t>
            </a:r>
            <a:r>
              <a:rPr lang="zh-CN" altLang="en-US" dirty="0"/>
              <a:t>地址表中可以存储最大的</a:t>
            </a:r>
            <a:r>
              <a:rPr lang="en-US" altLang="zh-CN" dirty="0"/>
              <a:t>MAC</a:t>
            </a:r>
            <a:r>
              <a:rPr lang="zh-CN" altLang="en-US" dirty="0"/>
              <a:t>地址的数量</a:t>
            </a:r>
          </a:p>
          <a:p>
            <a:r>
              <a:rPr lang="en-US" altLang="zh-CN" dirty="0"/>
              <a:t>Vlan</a:t>
            </a:r>
            <a:r>
              <a:rPr lang="zh-CN" altLang="en-US" dirty="0"/>
              <a:t>表项</a:t>
            </a:r>
            <a:endParaRPr lang="en-US" altLang="zh-CN" dirty="0"/>
          </a:p>
          <a:p>
            <a:pPr lvl="1"/>
            <a:r>
              <a:rPr lang="zh-CN" altLang="en-US" dirty="0"/>
              <a:t>交换机最大支持的</a:t>
            </a:r>
            <a:r>
              <a:rPr lang="en-US" altLang="zh-CN" dirty="0"/>
              <a:t>vlan</a:t>
            </a:r>
            <a:r>
              <a:rPr lang="zh-CN" altLang="en-US" dirty="0"/>
              <a:t>的数量，一般都是</a:t>
            </a:r>
            <a:r>
              <a:rPr lang="en-US" altLang="zh-CN" dirty="0"/>
              <a:t>4094</a:t>
            </a:r>
            <a:r>
              <a:rPr lang="zh-CN" altLang="en-US" dirty="0"/>
              <a:t>个，俗称</a:t>
            </a:r>
            <a:r>
              <a:rPr lang="en-US" altLang="zh-CN" dirty="0"/>
              <a:t>4K</a:t>
            </a:r>
          </a:p>
          <a:p>
            <a:r>
              <a:rPr lang="zh-CN" altLang="en-US" dirty="0"/>
              <a:t>包转发率</a:t>
            </a:r>
            <a:endParaRPr lang="en-US" altLang="zh-CN" dirty="0"/>
          </a:p>
          <a:p>
            <a:pPr lvl="1"/>
            <a:r>
              <a:rPr lang="zh-CN" altLang="en-US" dirty="0"/>
              <a:t>单位时间内发送</a:t>
            </a:r>
            <a:r>
              <a:rPr lang="en-US" altLang="zh-CN" dirty="0"/>
              <a:t>64</a:t>
            </a:r>
            <a:r>
              <a:rPr lang="zh-CN" altLang="en-US" dirty="0"/>
              <a:t>字节数据包的个数 </a:t>
            </a:r>
            <a:r>
              <a:rPr lang="en-US" altLang="zh-CN" dirty="0"/>
              <a:t>1000Mbps/8/(64+8+12)=1.488Mbps</a:t>
            </a:r>
            <a:endParaRPr lang="zh-CN" altLang="en-US" dirty="0"/>
          </a:p>
        </p:txBody>
      </p:sp>
      <p:grpSp>
        <p:nvGrpSpPr>
          <p:cNvPr id="13" name="组合 12">
            <a:extLst>
              <a:ext uri="{FF2B5EF4-FFF2-40B4-BE49-F238E27FC236}">
                <a16:creationId xmlns:a16="http://schemas.microsoft.com/office/drawing/2014/main" id="{31528342-2E38-4B6D-9CE8-D2CF4D2FC2F7}"/>
              </a:ext>
            </a:extLst>
          </p:cNvPr>
          <p:cNvGrpSpPr/>
          <p:nvPr/>
        </p:nvGrpSpPr>
        <p:grpSpPr>
          <a:xfrm>
            <a:off x="336000" y="5760000"/>
            <a:ext cx="11520000" cy="461665"/>
            <a:chOff x="336000" y="5486400"/>
            <a:chExt cx="11520000" cy="461665"/>
          </a:xfrm>
        </p:grpSpPr>
        <p:cxnSp>
          <p:nvCxnSpPr>
            <p:cNvPr id="14" name="直接连接符 13">
              <a:extLst>
                <a:ext uri="{FF2B5EF4-FFF2-40B4-BE49-F238E27FC236}">
                  <a16:creationId xmlns:a16="http://schemas.microsoft.com/office/drawing/2014/main" id="{6489111D-2AA1-4FCB-846F-55737A65244B}"/>
                </a:ext>
              </a:extLst>
            </p:cNvPr>
            <p:cNvCxnSpPr>
              <a:cxnSpLocks/>
            </p:cNvCxnSpPr>
            <p:nvPr/>
          </p:nvCxnSpPr>
          <p:spPr>
            <a:xfrm>
              <a:off x="336000" y="5717232"/>
              <a:ext cx="11520000" cy="0"/>
            </a:xfrm>
            <a:prstGeom prst="line">
              <a:avLst/>
            </a:prstGeom>
            <a:ln w="12700">
              <a:solidFill>
                <a:srgbClr val="C00000"/>
              </a:solidFill>
              <a:prstDash val="solid"/>
              <a:tailEnd type="none"/>
            </a:ln>
          </p:spPr>
          <p:style>
            <a:lnRef idx="1">
              <a:schemeClr val="accent1"/>
            </a:lnRef>
            <a:fillRef idx="0">
              <a:schemeClr val="accent1"/>
            </a:fillRef>
            <a:effectRef idx="0">
              <a:schemeClr val="accent1"/>
            </a:effectRef>
            <a:fontRef idx="minor">
              <a:schemeClr val="tx1"/>
            </a:fontRef>
          </p:style>
        </p:cxnSp>
        <p:sp useBgFill="1">
          <p:nvSpPr>
            <p:cNvPr id="15" name="椭圆 14">
              <a:extLst>
                <a:ext uri="{FF2B5EF4-FFF2-40B4-BE49-F238E27FC236}">
                  <a16:creationId xmlns:a16="http://schemas.microsoft.com/office/drawing/2014/main" id="{1D178E43-9962-4B48-93BF-59B515ECC98A}"/>
                </a:ext>
              </a:extLst>
            </p:cNvPr>
            <p:cNvSpPr/>
            <p:nvPr/>
          </p:nvSpPr>
          <p:spPr>
            <a:xfrm>
              <a:off x="6971327" y="5645232"/>
              <a:ext cx="144000" cy="144000"/>
            </a:xfrm>
            <a:prstGeom prst="ellipse">
              <a:avLst/>
            </a:prstGeom>
            <a:ln w="12700">
              <a:solidFill>
                <a:srgbClr val="C00000"/>
              </a:solidFill>
              <a:prstDash val="solid"/>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sp useBgFill="1">
          <p:nvSpPr>
            <p:cNvPr id="16" name="文本框 15">
              <a:extLst>
                <a:ext uri="{FF2B5EF4-FFF2-40B4-BE49-F238E27FC236}">
                  <a16:creationId xmlns:a16="http://schemas.microsoft.com/office/drawing/2014/main" id="{C909A044-12ED-4669-B929-8ED3AD7721C9}"/>
                </a:ext>
              </a:extLst>
            </p:cNvPr>
            <p:cNvSpPr txBox="1"/>
            <p:nvPr/>
          </p:nvSpPr>
          <p:spPr>
            <a:xfrm>
              <a:off x="5388115" y="5486400"/>
              <a:ext cx="1415772" cy="461665"/>
            </a:xfrm>
            <a:prstGeom prst="rect">
              <a:avLst/>
            </a:prstGeom>
          </p:spPr>
          <p:txBody>
            <a:bodyPr wrap="none" lIns="91440" tIns="45720" rIns="91440" bIns="45720" rtlCol="0">
              <a:spAutoFit/>
            </a:bodyPr>
            <a:lstStyle/>
            <a:p>
              <a:pPr algn="ctr"/>
              <a:r>
                <a:rPr lang="zh-CN" altLang="en-US" sz="2400" dirty="0">
                  <a:solidFill>
                    <a:schemeClr val="tx1"/>
                  </a:solidFill>
                  <a:latin typeface="微软雅黑" panose="020B0503020204020204" pitchFamily="34" charset="-122"/>
                  <a:ea typeface="微软雅黑" panose="020B0503020204020204" pitchFamily="34" charset="-122"/>
                </a:rPr>
                <a:t>规格参数</a:t>
              </a:r>
            </a:p>
          </p:txBody>
        </p:sp>
        <p:sp useBgFill="1">
          <p:nvSpPr>
            <p:cNvPr id="17" name="椭圆 16">
              <a:extLst>
                <a:ext uri="{FF2B5EF4-FFF2-40B4-BE49-F238E27FC236}">
                  <a16:creationId xmlns:a16="http://schemas.microsoft.com/office/drawing/2014/main" id="{35B5ECF1-1AE4-4133-8CE6-D897E77BC92C}"/>
                </a:ext>
              </a:extLst>
            </p:cNvPr>
            <p:cNvSpPr/>
            <p:nvPr/>
          </p:nvSpPr>
          <p:spPr>
            <a:xfrm>
              <a:off x="5076674" y="5645232"/>
              <a:ext cx="144000" cy="144000"/>
            </a:xfrm>
            <a:prstGeom prst="ellipse">
              <a:avLst/>
            </a:prstGeom>
            <a:ln w="12700">
              <a:solidFill>
                <a:srgbClr val="C00000"/>
              </a:solidFill>
              <a:prstDash val="solid"/>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微软雅黑 Light" panose="020B0502040204020203" pitchFamily="34" charset="-122"/>
                <a:ea typeface="微软雅黑 Light" panose="020B0502040204020203" pitchFamily="34" charset="-122"/>
              </a:endParaRPr>
            </a:p>
          </p:txBody>
        </p:sp>
      </p:grpSp>
    </p:spTree>
    <p:extLst>
      <p:ext uri="{BB962C8B-B14F-4D97-AF65-F5344CB8AC3E}">
        <p14:creationId xmlns:p14="http://schemas.microsoft.com/office/powerpoint/2010/main" val="263984346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Char"/>
      </p:transition>
    </mc:Choice>
    <mc:Fallback xmlns="">
      <p:transition>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472AC46B-E1D1-4F29-9BA8-5AA287030671}"/>
              </a:ext>
            </a:extLst>
          </p:cNvPr>
          <p:cNvSpPr>
            <a:spLocks noGrp="1"/>
          </p:cNvSpPr>
          <p:nvPr>
            <p:ph type="body" sz="quarter" idx="10"/>
          </p:nvPr>
        </p:nvSpPr>
        <p:spPr/>
        <p:txBody>
          <a:bodyPr/>
          <a:lstStyle/>
          <a:p>
            <a:r>
              <a:rPr lang="en-US" altLang="zh-CN" dirty="0"/>
              <a:t>3.03</a:t>
            </a:r>
          </a:p>
          <a:p>
            <a:r>
              <a:rPr lang="en-US" altLang="zh-CN" dirty="0"/>
              <a:t>3.04</a:t>
            </a:r>
          </a:p>
          <a:p>
            <a:r>
              <a:rPr lang="en-US" altLang="zh-CN" dirty="0"/>
              <a:t>3.07</a:t>
            </a:r>
          </a:p>
          <a:p>
            <a:r>
              <a:rPr lang="en-US" altLang="zh-CN" dirty="0"/>
              <a:t>3.18</a:t>
            </a:r>
          </a:p>
          <a:p>
            <a:r>
              <a:rPr lang="en-US" altLang="zh-CN" dirty="0"/>
              <a:t>3.20</a:t>
            </a:r>
          </a:p>
          <a:p>
            <a:r>
              <a:rPr lang="en-US" altLang="zh-CN" dirty="0"/>
              <a:t>3.21</a:t>
            </a:r>
          </a:p>
          <a:p>
            <a:r>
              <a:rPr lang="en-US" altLang="zh-CN" dirty="0"/>
              <a:t>3.30</a:t>
            </a:r>
          </a:p>
          <a:p>
            <a:r>
              <a:rPr lang="en-US" altLang="zh-CN" dirty="0"/>
              <a:t>3.33</a:t>
            </a:r>
          </a:p>
        </p:txBody>
      </p:sp>
    </p:spTree>
    <p:extLst>
      <p:ext uri="{BB962C8B-B14F-4D97-AF65-F5344CB8AC3E}">
        <p14:creationId xmlns:p14="http://schemas.microsoft.com/office/powerpoint/2010/main" val="15935766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Char"/>
      </p:transition>
    </mc:Choice>
    <mc:Fallback xmlns="">
      <p:transition>
        <p:fade/>
      </p:transition>
    </mc:Fallback>
  </mc:AlternateContent>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w="12700">
          <a:solidFill>
            <a:schemeClr val="bg1">
              <a:lumMod val="50000"/>
            </a:schemeClr>
          </a:solidFill>
          <a:tailEnd type="none"/>
        </a:ln>
      </a:spPr>
      <a:bodyPr/>
      <a:lstStyle/>
      <a:style>
        <a:lnRef idx="1">
          <a:schemeClr val="dk1"/>
        </a:lnRef>
        <a:fillRef idx="0">
          <a:schemeClr val="dk1"/>
        </a:fillRef>
        <a:effectRef idx="0">
          <a:schemeClr val="dk1"/>
        </a:effectRef>
        <a:fontRef idx="minor">
          <a:schemeClr val="tx1"/>
        </a:fontRef>
      </a:style>
    </a:lnDef>
    <a:txDef>
      <a:spPr>
        <a:noFill/>
      </a:spPr>
      <a:bodyPr wrap="none" lIns="91440" tIns="45720" rIns="91440" bIns="45720" rtlCol="0">
        <a:spAutoFit/>
      </a:bodyPr>
      <a:lstStyle>
        <a:defPPr algn="l">
          <a:defRPr sz="2000" dirty="0" smtClean="0">
            <a:solidFill>
              <a:schemeClr val="tx1"/>
            </a:solidFill>
            <a:latin typeface="IBM Plex Sans Light" panose="020B0403050203000203" pitchFamily="34" charset="0"/>
            <a:ea typeface="微软雅黑 Light" panose="020B0502040204020203"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14777</TotalTime>
  <Words>3940</Words>
  <Application>Microsoft Office PowerPoint</Application>
  <PresentationFormat>宽屏</PresentationFormat>
  <Paragraphs>579</Paragraphs>
  <Slides>44</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44</vt:i4>
      </vt:variant>
    </vt:vector>
  </HeadingPairs>
  <TitlesOfParts>
    <vt:vector size="52" baseType="lpstr">
      <vt:lpstr>微软雅黑</vt:lpstr>
      <vt:lpstr>微软雅黑 Light</vt:lpstr>
      <vt:lpstr>禹卫书法行书简体
</vt:lpstr>
      <vt:lpstr>Arial</vt:lpstr>
      <vt:lpstr>Cambria Math</vt:lpstr>
      <vt:lpstr>Courier New</vt:lpstr>
      <vt:lpstr>Times New Roman</vt:lpstr>
      <vt:lpstr>Office 主题​​</vt:lpstr>
      <vt:lpstr>链路层</vt:lpstr>
      <vt:lpstr>PowerPoint 演示文稿</vt:lpstr>
      <vt:lpstr>数据的封帧</vt:lpstr>
      <vt:lpstr>工作流</vt:lpstr>
      <vt:lpstr>封装成帧</vt:lpstr>
      <vt:lpstr>透明传输</vt:lpstr>
      <vt:lpstr>透明传输之字符填充</vt:lpstr>
      <vt:lpstr>差错控制</vt:lpstr>
      <vt:lpstr>差错控制之冗余码</vt:lpstr>
      <vt:lpstr>差错控制之冗余码</vt:lpstr>
      <vt:lpstr>差错控制</vt:lpstr>
      <vt:lpstr>PowerPoint 演示文稿</vt:lpstr>
      <vt:lpstr>PowerPoint 演示文稿</vt:lpstr>
      <vt:lpstr>PPP的特点</vt:lpstr>
      <vt:lpstr>PPP的协议组成要素</vt:lpstr>
      <vt:lpstr>PPP的帧格式</vt:lpstr>
      <vt:lpstr>PPP之字节填充</vt:lpstr>
      <vt:lpstr>PPP之0bit填充</vt:lpstr>
      <vt:lpstr>PPP协议解读</vt:lpstr>
      <vt:lpstr>PPP协议解读</vt:lpstr>
      <vt:lpstr>PPP协议解读</vt:lpstr>
      <vt:lpstr>PowerPoint 演示文稿</vt:lpstr>
      <vt:lpstr>广播信道</vt:lpstr>
      <vt:lpstr>局域网拓扑结构</vt:lpstr>
      <vt:lpstr>广播信道</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PLA</Manager>
  <Company>54414</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Network</dc:title>
  <dc:creator>cnplaman</dc:creator>
  <cp:lastModifiedBy>cn plaman</cp:lastModifiedBy>
  <cp:revision>3406</cp:revision>
  <dcterms:created xsi:type="dcterms:W3CDTF">2020-11-07T11:40:45Z</dcterms:created>
  <dcterms:modified xsi:type="dcterms:W3CDTF">2026-09-09T04:48:02Z</dcterms:modified>
</cp:coreProperties>
</file>